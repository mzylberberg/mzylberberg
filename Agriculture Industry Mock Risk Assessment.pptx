
<file path=[Content_Types].xml><?xml version="1.0" encoding="utf-8"?>
<Types xmlns="http://schemas.openxmlformats.org/package/2006/content-types">
  <Default Extension="emf" ContentType="image/x-emf"/>
  <Default Extension="fntdata" ContentType="application/x-fontdata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95" r:id="rId1"/>
  </p:sldMasterIdLst>
  <p:notesMasterIdLst>
    <p:notesMasterId r:id="rId12"/>
  </p:notesMasterIdLst>
  <p:sldIdLst>
    <p:sldId id="256" r:id="rId2"/>
    <p:sldId id="258" r:id="rId3"/>
    <p:sldId id="315" r:id="rId4"/>
    <p:sldId id="316" r:id="rId5"/>
    <p:sldId id="281" r:id="rId6"/>
    <p:sldId id="312" r:id="rId7"/>
    <p:sldId id="263" r:id="rId8"/>
    <p:sldId id="261" r:id="rId9"/>
    <p:sldId id="268" r:id="rId10"/>
    <p:sldId id="290" r:id="rId11"/>
  </p:sldIdLst>
  <p:sldSz cx="9144000" cy="5143500" type="screen16x9"/>
  <p:notesSz cx="6858000" cy="9144000"/>
  <p:embeddedFontLst>
    <p:embeddedFont>
      <p:font typeface="Chivo" panose="020B0604020202020204" charset="0"/>
      <p:regular r:id="rId13"/>
      <p:bold r:id="rId14"/>
      <p:italic r:id="rId15"/>
      <p:boldItalic r:id="rId16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4D6EEFD5-B02F-F9AB-BBE4-DC1D5EC0E41B}" v="28" dt="2024-12-11T22:44:26.341"/>
  </p1510:revLst>
</p1510:revInfo>
</file>

<file path=ppt/tableStyles.xml><?xml version="1.0" encoding="utf-8"?>
<a:tblStyleLst xmlns:a="http://schemas.openxmlformats.org/drawingml/2006/main" def="{E90E9DA6-9A14-4AF2-853E-66919324A0D3}">
  <a:tblStyle styleId="{E90E9DA6-9A14-4AF2-853E-66919324A0D3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3" d="100"/>
          <a:sy n="103" d="100"/>
        </p:scale>
        <p:origin x="874" y="5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font" Target="fonts/font1.fntdata"/><Relationship Id="rId18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microsoft.com/office/2015/10/relationships/revisionInfo" Target="revisionInfo.xml"/><Relationship Id="rId7" Type="http://schemas.openxmlformats.org/officeDocument/2006/relationships/slide" Target="slides/slide6.xml"/><Relationship Id="rId12" Type="http://schemas.openxmlformats.org/officeDocument/2006/relationships/notesMaster" Target="notesMasters/notesMaster1.xml"/><Relationship Id="rId17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font" Target="fonts/font4.fntdata"/><Relationship Id="rId20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font" Target="fonts/font3.fntdata"/><Relationship Id="rId10" Type="http://schemas.openxmlformats.org/officeDocument/2006/relationships/slide" Target="slides/slide9.xml"/><Relationship Id="rId19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font" Target="fonts/font2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99" name="Google Shape;14199;g2480f94cfc1_0_136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00" name="Google Shape;14200;g2480f94cfc1_0_136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72" name="Google Shape;15272;g2480f94cfc1_0_136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73" name="Google Shape;15273;g2480f94cfc1_0_136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120">
          <a:extLst>
            <a:ext uri="{FF2B5EF4-FFF2-40B4-BE49-F238E27FC236}">
              <a16:creationId xmlns:a16="http://schemas.microsoft.com/office/drawing/2014/main" id="{9B815685-4E92-138D-6F68-93C9451F9E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1" name="Google Shape;16121;g2487642830f_2_3055:notes">
            <a:extLst>
              <a:ext uri="{FF2B5EF4-FFF2-40B4-BE49-F238E27FC236}">
                <a16:creationId xmlns:a16="http://schemas.microsoft.com/office/drawing/2014/main" id="{11358FF8-9088-6B99-41E2-8D0689B7F032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22" name="Google Shape;16122;g2487642830f_2_3055:notes">
            <a:extLst>
              <a:ext uri="{FF2B5EF4-FFF2-40B4-BE49-F238E27FC236}">
                <a16:creationId xmlns:a16="http://schemas.microsoft.com/office/drawing/2014/main" id="{900AAC88-9280-B583-89BA-8381F5E0953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64886220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120">
          <a:extLst>
            <a:ext uri="{FF2B5EF4-FFF2-40B4-BE49-F238E27FC236}">
              <a16:creationId xmlns:a16="http://schemas.microsoft.com/office/drawing/2014/main" id="{2B3BCFF2-0EF4-6739-C654-C2C594CB28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1" name="Google Shape;16121;g2487642830f_2_3055:notes">
            <a:extLst>
              <a:ext uri="{FF2B5EF4-FFF2-40B4-BE49-F238E27FC236}">
                <a16:creationId xmlns:a16="http://schemas.microsoft.com/office/drawing/2014/main" id="{EE6B1D1E-80DF-896C-3850-7E12CF692DC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22" name="Google Shape;16122;g2487642830f_2_3055:notes">
            <a:extLst>
              <a:ext uri="{FF2B5EF4-FFF2-40B4-BE49-F238E27FC236}">
                <a16:creationId xmlns:a16="http://schemas.microsoft.com/office/drawing/2014/main" id="{41DC0D12-5B4D-34CE-F322-2E09309F938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36619066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88" name="Google Shape;22588;g2480f94cfc1_0_1409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589" name="Google Shape;22589;g2480f94cfc1_0_1409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138">
          <a:extLst>
            <a:ext uri="{FF2B5EF4-FFF2-40B4-BE49-F238E27FC236}">
              <a16:creationId xmlns:a16="http://schemas.microsoft.com/office/drawing/2014/main" id="{3A91D26D-C0EF-E26B-3919-12D936A193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39" name="Google Shape;17139;g2480f94cfc1_0_13687:notes">
            <a:extLst>
              <a:ext uri="{FF2B5EF4-FFF2-40B4-BE49-F238E27FC236}">
                <a16:creationId xmlns:a16="http://schemas.microsoft.com/office/drawing/2014/main" id="{B38EE7DC-268F-C2ED-7BDC-AEFE28A6B7A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40" name="Google Shape;17140;g2480f94cfc1_0_13687:notes">
            <a:extLst>
              <a:ext uri="{FF2B5EF4-FFF2-40B4-BE49-F238E27FC236}">
                <a16:creationId xmlns:a16="http://schemas.microsoft.com/office/drawing/2014/main" id="{A03F9858-C051-59A1-AF87-F417ACB68EE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62331616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10" name="Google Shape;17210;g2480f94cfc1_0_1369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11" name="Google Shape;17211;g2480f94cfc1_0_1369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30" name="Google Shape;17030;g2480f94cfc1_0_136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31" name="Google Shape;17031;g2480f94cfc1_0_136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25" name="Google Shape;17825;g2480f94cfc1_0_138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26" name="Google Shape;17826;g2480f94cfc1_0_138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22" name="Google Shape;23922;g2480f94cfc1_0_1426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923" name="Google Shape;23923;g2480f94cfc1_0_1426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14"/>
          <p:cNvSpPr txBox="1">
            <a:spLocks noGrp="1"/>
          </p:cNvSpPr>
          <p:nvPr>
            <p:ph type="ctrTitle"/>
          </p:nvPr>
        </p:nvSpPr>
        <p:spPr>
          <a:xfrm>
            <a:off x="720000" y="540000"/>
            <a:ext cx="4174200" cy="1936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5" name="Google Shape;55;p14"/>
          <p:cNvSpPr txBox="1">
            <a:spLocks noGrp="1"/>
          </p:cNvSpPr>
          <p:nvPr>
            <p:ph type="subTitle" idx="1"/>
          </p:nvPr>
        </p:nvSpPr>
        <p:spPr>
          <a:xfrm>
            <a:off x="720000" y="2577188"/>
            <a:ext cx="4174200" cy="42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15"/>
          <p:cNvSpPr txBox="1">
            <a:spLocks noGrp="1"/>
          </p:cNvSpPr>
          <p:nvPr>
            <p:ph type="title"/>
          </p:nvPr>
        </p:nvSpPr>
        <p:spPr>
          <a:xfrm>
            <a:off x="3388050" y="1698150"/>
            <a:ext cx="4081500" cy="734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8" name="Google Shape;58;p15"/>
          <p:cNvSpPr txBox="1">
            <a:spLocks noGrp="1"/>
          </p:cNvSpPr>
          <p:nvPr>
            <p:ph type="subTitle" idx="1"/>
          </p:nvPr>
        </p:nvSpPr>
        <p:spPr>
          <a:xfrm>
            <a:off x="3388050" y="2432251"/>
            <a:ext cx="4081500" cy="40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" name="Google Shape;59;p15"/>
          <p:cNvSpPr txBox="1">
            <a:spLocks noGrp="1"/>
          </p:cNvSpPr>
          <p:nvPr>
            <p:ph type="title" idx="2" hasCustomPrompt="1"/>
          </p:nvPr>
        </p:nvSpPr>
        <p:spPr>
          <a:xfrm>
            <a:off x="1674450" y="1660644"/>
            <a:ext cx="1485000" cy="12126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6500" b="1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5" name="Google Shape;705;p17"/>
          <p:cNvGrpSpPr/>
          <p:nvPr/>
        </p:nvGrpSpPr>
        <p:grpSpPr>
          <a:xfrm>
            <a:off x="4616320" y="4120394"/>
            <a:ext cx="5155547" cy="2106696"/>
            <a:chOff x="4189695" y="287694"/>
            <a:chExt cx="5155547" cy="2106696"/>
          </a:xfrm>
        </p:grpSpPr>
        <p:sp>
          <p:nvSpPr>
            <p:cNvPr id="706" name="Google Shape;706;p17"/>
            <p:cNvSpPr/>
            <p:nvPr/>
          </p:nvSpPr>
          <p:spPr>
            <a:xfrm>
              <a:off x="4189695" y="287694"/>
              <a:ext cx="5155547" cy="2098315"/>
            </a:xfrm>
            <a:custGeom>
              <a:avLst/>
              <a:gdLst/>
              <a:ahLst/>
              <a:cxnLst/>
              <a:rect l="l" t="t" r="r" b="b"/>
              <a:pathLst>
                <a:path w="62130" h="25287" extrusionOk="0">
                  <a:moveTo>
                    <a:pt x="59522" y="0"/>
                  </a:moveTo>
                  <a:cubicBezTo>
                    <a:pt x="58960" y="381"/>
                    <a:pt x="58509" y="652"/>
                    <a:pt x="58178" y="903"/>
                  </a:cubicBezTo>
                  <a:cubicBezTo>
                    <a:pt x="57847" y="1164"/>
                    <a:pt x="56734" y="2046"/>
                    <a:pt x="56734" y="2046"/>
                  </a:cubicBezTo>
                  <a:cubicBezTo>
                    <a:pt x="56734" y="2046"/>
                    <a:pt x="56784" y="2508"/>
                    <a:pt x="56453" y="2758"/>
                  </a:cubicBezTo>
                  <a:cubicBezTo>
                    <a:pt x="56122" y="3019"/>
                    <a:pt x="55771" y="3160"/>
                    <a:pt x="55660" y="3280"/>
                  </a:cubicBezTo>
                  <a:cubicBezTo>
                    <a:pt x="55560" y="3400"/>
                    <a:pt x="54597" y="3481"/>
                    <a:pt x="54266" y="3731"/>
                  </a:cubicBezTo>
                  <a:cubicBezTo>
                    <a:pt x="54155" y="3818"/>
                    <a:pt x="53991" y="3843"/>
                    <a:pt x="53807" y="3843"/>
                  </a:cubicBezTo>
                  <a:cubicBezTo>
                    <a:pt x="53691" y="3843"/>
                    <a:pt x="53567" y="3833"/>
                    <a:pt x="53444" y="3822"/>
                  </a:cubicBezTo>
                  <a:cubicBezTo>
                    <a:pt x="53330" y="3813"/>
                    <a:pt x="53217" y="3806"/>
                    <a:pt x="53108" y="3806"/>
                  </a:cubicBezTo>
                  <a:cubicBezTo>
                    <a:pt x="52966" y="3806"/>
                    <a:pt x="52830" y="3818"/>
                    <a:pt x="52711" y="3852"/>
                  </a:cubicBezTo>
                  <a:cubicBezTo>
                    <a:pt x="52250" y="4002"/>
                    <a:pt x="51738" y="3812"/>
                    <a:pt x="51407" y="4072"/>
                  </a:cubicBezTo>
                  <a:cubicBezTo>
                    <a:pt x="51076" y="4323"/>
                    <a:pt x="50033" y="4755"/>
                    <a:pt x="50033" y="4755"/>
                  </a:cubicBezTo>
                  <a:cubicBezTo>
                    <a:pt x="50033" y="4755"/>
                    <a:pt x="50005" y="4752"/>
                    <a:pt x="49956" y="4752"/>
                  </a:cubicBezTo>
                  <a:cubicBezTo>
                    <a:pt x="49757" y="4752"/>
                    <a:pt x="49218" y="4791"/>
                    <a:pt x="48880" y="5186"/>
                  </a:cubicBezTo>
                  <a:cubicBezTo>
                    <a:pt x="48537" y="5576"/>
                    <a:pt x="48473" y="5726"/>
                    <a:pt x="48335" y="5726"/>
                  </a:cubicBezTo>
                  <a:cubicBezTo>
                    <a:pt x="48300" y="5726"/>
                    <a:pt x="48259" y="5716"/>
                    <a:pt x="48208" y="5697"/>
                  </a:cubicBezTo>
                  <a:cubicBezTo>
                    <a:pt x="47957" y="5597"/>
                    <a:pt x="47134" y="4744"/>
                    <a:pt x="46884" y="4654"/>
                  </a:cubicBezTo>
                  <a:cubicBezTo>
                    <a:pt x="46677" y="4571"/>
                    <a:pt x="46224" y="4516"/>
                    <a:pt x="45875" y="4516"/>
                  </a:cubicBezTo>
                  <a:cubicBezTo>
                    <a:pt x="45801" y="4516"/>
                    <a:pt x="45731" y="4519"/>
                    <a:pt x="45670" y="4524"/>
                  </a:cubicBezTo>
                  <a:cubicBezTo>
                    <a:pt x="45381" y="4540"/>
                    <a:pt x="45130" y="4929"/>
                    <a:pt x="44779" y="4929"/>
                  </a:cubicBezTo>
                  <a:cubicBezTo>
                    <a:pt x="44692" y="4929"/>
                    <a:pt x="44598" y="4905"/>
                    <a:pt x="44496" y="4845"/>
                  </a:cubicBezTo>
                  <a:cubicBezTo>
                    <a:pt x="43975" y="4534"/>
                    <a:pt x="43804" y="4093"/>
                    <a:pt x="43082" y="4032"/>
                  </a:cubicBezTo>
                  <a:cubicBezTo>
                    <a:pt x="42350" y="3972"/>
                    <a:pt x="42590" y="3962"/>
                    <a:pt x="41969" y="3782"/>
                  </a:cubicBezTo>
                  <a:cubicBezTo>
                    <a:pt x="41337" y="3601"/>
                    <a:pt x="41186" y="3270"/>
                    <a:pt x="40665" y="2959"/>
                  </a:cubicBezTo>
                  <a:cubicBezTo>
                    <a:pt x="40153" y="2658"/>
                    <a:pt x="39621" y="2237"/>
                    <a:pt x="39351" y="1916"/>
                  </a:cubicBezTo>
                  <a:cubicBezTo>
                    <a:pt x="39070" y="1595"/>
                    <a:pt x="38819" y="1505"/>
                    <a:pt x="38418" y="1194"/>
                  </a:cubicBezTo>
                  <a:cubicBezTo>
                    <a:pt x="38027" y="873"/>
                    <a:pt x="37786" y="893"/>
                    <a:pt x="37405" y="692"/>
                  </a:cubicBezTo>
                  <a:cubicBezTo>
                    <a:pt x="37090" y="539"/>
                    <a:pt x="36710" y="457"/>
                    <a:pt x="36265" y="457"/>
                  </a:cubicBezTo>
                  <a:cubicBezTo>
                    <a:pt x="36157" y="457"/>
                    <a:pt x="36046" y="462"/>
                    <a:pt x="35930" y="471"/>
                  </a:cubicBezTo>
                  <a:cubicBezTo>
                    <a:pt x="35869" y="476"/>
                    <a:pt x="35805" y="478"/>
                    <a:pt x="35741" y="478"/>
                  </a:cubicBezTo>
                  <a:cubicBezTo>
                    <a:pt x="35181" y="478"/>
                    <a:pt x="34560" y="332"/>
                    <a:pt x="34335" y="251"/>
                  </a:cubicBezTo>
                  <a:cubicBezTo>
                    <a:pt x="34313" y="243"/>
                    <a:pt x="34287" y="239"/>
                    <a:pt x="34258" y="239"/>
                  </a:cubicBezTo>
                  <a:cubicBezTo>
                    <a:pt x="34143" y="239"/>
                    <a:pt x="33978" y="295"/>
                    <a:pt x="33794" y="351"/>
                  </a:cubicBezTo>
                  <a:cubicBezTo>
                    <a:pt x="33609" y="405"/>
                    <a:pt x="33411" y="462"/>
                    <a:pt x="33232" y="462"/>
                  </a:cubicBezTo>
                  <a:cubicBezTo>
                    <a:pt x="33109" y="462"/>
                    <a:pt x="32995" y="435"/>
                    <a:pt x="32901" y="361"/>
                  </a:cubicBezTo>
                  <a:cubicBezTo>
                    <a:pt x="32794" y="278"/>
                    <a:pt x="32719" y="242"/>
                    <a:pt x="32659" y="242"/>
                  </a:cubicBezTo>
                  <a:cubicBezTo>
                    <a:pt x="32496" y="242"/>
                    <a:pt x="32457" y="519"/>
                    <a:pt x="32229" y="873"/>
                  </a:cubicBezTo>
                  <a:cubicBezTo>
                    <a:pt x="31928" y="1354"/>
                    <a:pt x="31266" y="1976"/>
                    <a:pt x="30935" y="2237"/>
                  </a:cubicBezTo>
                  <a:cubicBezTo>
                    <a:pt x="30604" y="2488"/>
                    <a:pt x="30624" y="2718"/>
                    <a:pt x="30303" y="3089"/>
                  </a:cubicBezTo>
                  <a:cubicBezTo>
                    <a:pt x="29982" y="3451"/>
                    <a:pt x="29992" y="3571"/>
                    <a:pt x="29661" y="3822"/>
                  </a:cubicBezTo>
                  <a:cubicBezTo>
                    <a:pt x="29608" y="3863"/>
                    <a:pt x="29536" y="3880"/>
                    <a:pt x="29449" y="3880"/>
                  </a:cubicBezTo>
                  <a:cubicBezTo>
                    <a:pt x="29241" y="3880"/>
                    <a:pt x="28955" y="3781"/>
                    <a:pt x="28678" y="3681"/>
                  </a:cubicBezTo>
                  <a:cubicBezTo>
                    <a:pt x="28399" y="3586"/>
                    <a:pt x="28120" y="3490"/>
                    <a:pt x="27937" y="3490"/>
                  </a:cubicBezTo>
                  <a:cubicBezTo>
                    <a:pt x="27889" y="3490"/>
                    <a:pt x="27848" y="3496"/>
                    <a:pt x="27815" y="3511"/>
                  </a:cubicBezTo>
                  <a:cubicBezTo>
                    <a:pt x="27766" y="3531"/>
                    <a:pt x="27719" y="3540"/>
                    <a:pt x="27671" y="3540"/>
                  </a:cubicBezTo>
                  <a:cubicBezTo>
                    <a:pt x="27535" y="3540"/>
                    <a:pt x="27400" y="3467"/>
                    <a:pt x="27244" y="3400"/>
                  </a:cubicBezTo>
                  <a:cubicBezTo>
                    <a:pt x="27082" y="3329"/>
                    <a:pt x="26897" y="3257"/>
                    <a:pt x="26666" y="3257"/>
                  </a:cubicBezTo>
                  <a:cubicBezTo>
                    <a:pt x="26638" y="3257"/>
                    <a:pt x="26610" y="3258"/>
                    <a:pt x="26582" y="3260"/>
                  </a:cubicBezTo>
                  <a:cubicBezTo>
                    <a:pt x="26491" y="3269"/>
                    <a:pt x="26390" y="3272"/>
                    <a:pt x="26284" y="3272"/>
                  </a:cubicBezTo>
                  <a:cubicBezTo>
                    <a:pt x="26027" y="3272"/>
                    <a:pt x="25738" y="3251"/>
                    <a:pt x="25468" y="3230"/>
                  </a:cubicBezTo>
                  <a:cubicBezTo>
                    <a:pt x="25173" y="3204"/>
                    <a:pt x="24900" y="3178"/>
                    <a:pt x="24722" y="3178"/>
                  </a:cubicBezTo>
                  <a:cubicBezTo>
                    <a:pt x="24694" y="3178"/>
                    <a:pt x="24669" y="3178"/>
                    <a:pt x="24646" y="3180"/>
                  </a:cubicBezTo>
                  <a:cubicBezTo>
                    <a:pt x="24285" y="3210"/>
                    <a:pt x="23803" y="3250"/>
                    <a:pt x="23472" y="3501"/>
                  </a:cubicBezTo>
                  <a:cubicBezTo>
                    <a:pt x="23141" y="3762"/>
                    <a:pt x="22188" y="4985"/>
                    <a:pt x="21737" y="5246"/>
                  </a:cubicBezTo>
                  <a:cubicBezTo>
                    <a:pt x="21286" y="5507"/>
                    <a:pt x="21055" y="5647"/>
                    <a:pt x="20614" y="6018"/>
                  </a:cubicBezTo>
                  <a:cubicBezTo>
                    <a:pt x="20172" y="6400"/>
                    <a:pt x="19952" y="6530"/>
                    <a:pt x="19490" y="6801"/>
                  </a:cubicBezTo>
                  <a:cubicBezTo>
                    <a:pt x="19039" y="7062"/>
                    <a:pt x="18698" y="7202"/>
                    <a:pt x="18357" y="7463"/>
                  </a:cubicBezTo>
                  <a:cubicBezTo>
                    <a:pt x="18026" y="7714"/>
                    <a:pt x="16942" y="7683"/>
                    <a:pt x="16601" y="7944"/>
                  </a:cubicBezTo>
                  <a:cubicBezTo>
                    <a:pt x="16336" y="8145"/>
                    <a:pt x="15987" y="8282"/>
                    <a:pt x="15725" y="8282"/>
                  </a:cubicBezTo>
                  <a:cubicBezTo>
                    <a:pt x="15660" y="8282"/>
                    <a:pt x="15600" y="8273"/>
                    <a:pt x="15548" y="8255"/>
                  </a:cubicBezTo>
                  <a:cubicBezTo>
                    <a:pt x="15297" y="8155"/>
                    <a:pt x="14525" y="7643"/>
                    <a:pt x="14385" y="7543"/>
                  </a:cubicBezTo>
                  <a:cubicBezTo>
                    <a:pt x="14254" y="7433"/>
                    <a:pt x="13773" y="7473"/>
                    <a:pt x="13512" y="7262"/>
                  </a:cubicBezTo>
                  <a:cubicBezTo>
                    <a:pt x="13251" y="7052"/>
                    <a:pt x="12880" y="6971"/>
                    <a:pt x="12389" y="6891"/>
                  </a:cubicBezTo>
                  <a:cubicBezTo>
                    <a:pt x="11897" y="6821"/>
                    <a:pt x="11044" y="6771"/>
                    <a:pt x="10673" y="6680"/>
                  </a:cubicBezTo>
                  <a:cubicBezTo>
                    <a:pt x="10659" y="6677"/>
                    <a:pt x="10643" y="6676"/>
                    <a:pt x="10627" y="6676"/>
                  </a:cubicBezTo>
                  <a:cubicBezTo>
                    <a:pt x="10236" y="6676"/>
                    <a:pt x="9435" y="7584"/>
                    <a:pt x="9088" y="7613"/>
                  </a:cubicBezTo>
                  <a:cubicBezTo>
                    <a:pt x="8727" y="7643"/>
                    <a:pt x="8075" y="8265"/>
                    <a:pt x="7845" y="8396"/>
                  </a:cubicBezTo>
                  <a:cubicBezTo>
                    <a:pt x="7624" y="8526"/>
                    <a:pt x="7263" y="8556"/>
                    <a:pt x="7062" y="8917"/>
                  </a:cubicBezTo>
                  <a:cubicBezTo>
                    <a:pt x="6936" y="9144"/>
                    <a:pt x="6869" y="9217"/>
                    <a:pt x="6745" y="9217"/>
                  </a:cubicBezTo>
                  <a:cubicBezTo>
                    <a:pt x="6672" y="9217"/>
                    <a:pt x="6578" y="9191"/>
                    <a:pt x="6440" y="9158"/>
                  </a:cubicBezTo>
                  <a:cubicBezTo>
                    <a:pt x="6180" y="9094"/>
                    <a:pt x="5854" y="8927"/>
                    <a:pt x="5528" y="8927"/>
                  </a:cubicBezTo>
                  <a:cubicBezTo>
                    <a:pt x="5389" y="8927"/>
                    <a:pt x="5251" y="8957"/>
                    <a:pt x="5116" y="9038"/>
                  </a:cubicBezTo>
                  <a:cubicBezTo>
                    <a:pt x="4665" y="9298"/>
                    <a:pt x="3602" y="10331"/>
                    <a:pt x="3271" y="10703"/>
                  </a:cubicBezTo>
                  <a:cubicBezTo>
                    <a:pt x="2950" y="11074"/>
                    <a:pt x="2027" y="11375"/>
                    <a:pt x="1846" y="11956"/>
                  </a:cubicBezTo>
                  <a:cubicBezTo>
                    <a:pt x="1666" y="12548"/>
                    <a:pt x="1576" y="12779"/>
                    <a:pt x="1124" y="13050"/>
                  </a:cubicBezTo>
                  <a:cubicBezTo>
                    <a:pt x="673" y="13311"/>
                    <a:pt x="1" y="13822"/>
                    <a:pt x="1" y="13822"/>
                  </a:cubicBezTo>
                  <a:cubicBezTo>
                    <a:pt x="1" y="13822"/>
                    <a:pt x="14074" y="17764"/>
                    <a:pt x="22780" y="20181"/>
                  </a:cubicBezTo>
                  <a:cubicBezTo>
                    <a:pt x="31497" y="22589"/>
                    <a:pt x="39521" y="25287"/>
                    <a:pt x="39521" y="25287"/>
                  </a:cubicBezTo>
                  <a:lnTo>
                    <a:pt x="62130" y="23522"/>
                  </a:lnTo>
                  <a:lnTo>
                    <a:pt x="595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7" name="Google Shape;707;p17"/>
            <p:cNvSpPr/>
            <p:nvPr/>
          </p:nvSpPr>
          <p:spPr>
            <a:xfrm>
              <a:off x="7177805" y="799514"/>
              <a:ext cx="183220" cy="89203"/>
            </a:xfrm>
            <a:custGeom>
              <a:avLst/>
              <a:gdLst/>
              <a:ahLst/>
              <a:cxnLst/>
              <a:rect l="l" t="t" r="r" b="b"/>
              <a:pathLst>
                <a:path w="2208" h="1075" extrusionOk="0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lnTo>
                    <a:pt x="2" y="2"/>
                  </a:lnTo>
                  <a:cubicBezTo>
                    <a:pt x="1" y="2"/>
                    <a:pt x="1" y="1"/>
                    <a:pt x="0" y="1"/>
                  </a:cubicBezTo>
                  <a:close/>
                  <a:moveTo>
                    <a:pt x="2" y="2"/>
                  </a:moveTo>
                  <a:cubicBezTo>
                    <a:pt x="152" y="182"/>
                    <a:pt x="332" y="322"/>
                    <a:pt x="542" y="432"/>
                  </a:cubicBezTo>
                  <a:cubicBezTo>
                    <a:pt x="662" y="492"/>
                    <a:pt x="793" y="542"/>
                    <a:pt x="923" y="593"/>
                  </a:cubicBezTo>
                  <a:cubicBezTo>
                    <a:pt x="1034" y="633"/>
                    <a:pt x="1154" y="683"/>
                    <a:pt x="1264" y="723"/>
                  </a:cubicBezTo>
                  <a:cubicBezTo>
                    <a:pt x="1575" y="833"/>
                    <a:pt x="1886" y="954"/>
                    <a:pt x="2207" y="1074"/>
                  </a:cubicBezTo>
                  <a:cubicBezTo>
                    <a:pt x="1876" y="753"/>
                    <a:pt x="1545" y="452"/>
                    <a:pt x="1124" y="282"/>
                  </a:cubicBezTo>
                  <a:cubicBezTo>
                    <a:pt x="983" y="221"/>
                    <a:pt x="843" y="191"/>
                    <a:pt x="693" y="161"/>
                  </a:cubicBezTo>
                  <a:cubicBezTo>
                    <a:pt x="553" y="131"/>
                    <a:pt x="94" y="111"/>
                    <a:pt x="2" y="2"/>
                  </a:cubicBezTo>
                  <a:close/>
                </a:path>
              </a:pathLst>
            </a:custGeom>
            <a:solidFill>
              <a:srgbClr val="92DB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8" name="Google Shape;708;p17"/>
            <p:cNvSpPr/>
            <p:nvPr/>
          </p:nvSpPr>
          <p:spPr>
            <a:xfrm>
              <a:off x="8897399" y="457471"/>
              <a:ext cx="913" cy="13360"/>
            </a:xfrm>
            <a:custGeom>
              <a:avLst/>
              <a:gdLst/>
              <a:ahLst/>
              <a:cxnLst/>
              <a:rect l="l" t="t" r="r" b="b"/>
              <a:pathLst>
                <a:path w="11" h="161" extrusionOk="0">
                  <a:moveTo>
                    <a:pt x="1" y="161"/>
                  </a:moveTo>
                  <a:cubicBezTo>
                    <a:pt x="11" y="71"/>
                    <a:pt x="1" y="10"/>
                    <a:pt x="1" y="0"/>
                  </a:cubicBezTo>
                  <a:cubicBezTo>
                    <a:pt x="1" y="10"/>
                    <a:pt x="1" y="30"/>
                    <a:pt x="1" y="71"/>
                  </a:cubicBezTo>
                  <a:cubicBezTo>
                    <a:pt x="1" y="91"/>
                    <a:pt x="1" y="131"/>
                    <a:pt x="1" y="161"/>
                  </a:cubicBezTo>
                  <a:lnTo>
                    <a:pt x="1" y="161"/>
                  </a:lnTo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D6E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9" name="Google Shape;709;p17"/>
            <p:cNvSpPr/>
            <p:nvPr/>
          </p:nvSpPr>
          <p:spPr>
            <a:xfrm>
              <a:off x="9128831" y="287694"/>
              <a:ext cx="913" cy="4232"/>
            </a:xfrm>
            <a:custGeom>
              <a:avLst/>
              <a:gdLst/>
              <a:ahLst/>
              <a:cxnLst/>
              <a:rect l="l" t="t" r="r" b="b"/>
              <a:pathLst>
                <a:path w="11" h="51" extrusionOk="0">
                  <a:moveTo>
                    <a:pt x="0" y="0"/>
                  </a:moveTo>
                  <a:cubicBezTo>
                    <a:pt x="0" y="3"/>
                    <a:pt x="1" y="8"/>
                    <a:pt x="3" y="13"/>
                  </a:cubicBezTo>
                  <a:lnTo>
                    <a:pt x="3" y="13"/>
                  </a:lnTo>
                  <a:lnTo>
                    <a:pt x="0" y="0"/>
                  </a:lnTo>
                  <a:close/>
                  <a:moveTo>
                    <a:pt x="3" y="13"/>
                  </a:moveTo>
                  <a:lnTo>
                    <a:pt x="10" y="50"/>
                  </a:lnTo>
                  <a:cubicBezTo>
                    <a:pt x="10" y="37"/>
                    <a:pt x="6" y="23"/>
                    <a:pt x="3" y="13"/>
                  </a:cubicBezTo>
                  <a:close/>
                </a:path>
              </a:pathLst>
            </a:custGeom>
            <a:solidFill>
              <a:srgbClr val="B1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0" name="Google Shape;710;p17"/>
            <p:cNvSpPr/>
            <p:nvPr/>
          </p:nvSpPr>
          <p:spPr>
            <a:xfrm>
              <a:off x="6913928" y="313500"/>
              <a:ext cx="644340" cy="216412"/>
            </a:xfrm>
            <a:custGeom>
              <a:avLst/>
              <a:gdLst/>
              <a:ahLst/>
              <a:cxnLst/>
              <a:rect l="l" t="t" r="r" b="b"/>
              <a:pathLst>
                <a:path w="7765" h="2608" extrusionOk="0">
                  <a:moveTo>
                    <a:pt x="7764" y="2608"/>
                  </a:moveTo>
                  <a:cubicBezTo>
                    <a:pt x="7333" y="2347"/>
                    <a:pt x="6912" y="2016"/>
                    <a:pt x="6631" y="1735"/>
                  </a:cubicBezTo>
                  <a:cubicBezTo>
                    <a:pt x="6912" y="2016"/>
                    <a:pt x="7333" y="2347"/>
                    <a:pt x="7764" y="2608"/>
                  </a:cubicBezTo>
                  <a:cubicBezTo>
                    <a:pt x="7764" y="2608"/>
                    <a:pt x="7764" y="2608"/>
                    <a:pt x="7764" y="2608"/>
                  </a:cubicBezTo>
                  <a:moveTo>
                    <a:pt x="6631" y="1725"/>
                  </a:moveTo>
                  <a:cubicBezTo>
                    <a:pt x="6631" y="1725"/>
                    <a:pt x="6631" y="1725"/>
                    <a:pt x="6631" y="1725"/>
                  </a:cubicBezTo>
                  <a:cubicBezTo>
                    <a:pt x="6631" y="1725"/>
                    <a:pt x="6631" y="1725"/>
                    <a:pt x="6631" y="1725"/>
                  </a:cubicBezTo>
                  <a:close/>
                  <a:moveTo>
                    <a:pt x="71" y="50"/>
                  </a:moveTo>
                  <a:cubicBezTo>
                    <a:pt x="41" y="30"/>
                    <a:pt x="21" y="10"/>
                    <a:pt x="1" y="0"/>
                  </a:cubicBezTo>
                  <a:cubicBezTo>
                    <a:pt x="21" y="10"/>
                    <a:pt x="41" y="30"/>
                    <a:pt x="71" y="50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1" name="Google Shape;711;p17"/>
            <p:cNvSpPr/>
            <p:nvPr/>
          </p:nvSpPr>
          <p:spPr>
            <a:xfrm>
              <a:off x="6884802" y="307609"/>
              <a:ext cx="908963" cy="386272"/>
            </a:xfrm>
            <a:custGeom>
              <a:avLst/>
              <a:gdLst/>
              <a:ahLst/>
              <a:cxnLst/>
              <a:rect l="l" t="t" r="r" b="b"/>
              <a:pathLst>
                <a:path w="10954" h="4655" extrusionOk="0">
                  <a:moveTo>
                    <a:pt x="181" y="1"/>
                  </a:moveTo>
                  <a:cubicBezTo>
                    <a:pt x="111" y="1"/>
                    <a:pt x="61" y="61"/>
                    <a:pt x="1" y="161"/>
                  </a:cubicBezTo>
                  <a:cubicBezTo>
                    <a:pt x="41" y="111"/>
                    <a:pt x="81" y="91"/>
                    <a:pt x="121" y="91"/>
                  </a:cubicBezTo>
                  <a:cubicBezTo>
                    <a:pt x="181" y="91"/>
                    <a:pt x="261" y="131"/>
                    <a:pt x="362" y="211"/>
                  </a:cubicBezTo>
                  <a:cubicBezTo>
                    <a:pt x="452" y="282"/>
                    <a:pt x="572" y="312"/>
                    <a:pt x="693" y="312"/>
                  </a:cubicBezTo>
                  <a:cubicBezTo>
                    <a:pt x="723" y="312"/>
                    <a:pt x="753" y="312"/>
                    <a:pt x="783" y="302"/>
                  </a:cubicBezTo>
                  <a:cubicBezTo>
                    <a:pt x="903" y="402"/>
                    <a:pt x="1505" y="522"/>
                    <a:pt x="1636" y="522"/>
                  </a:cubicBezTo>
                  <a:lnTo>
                    <a:pt x="1656" y="522"/>
                  </a:lnTo>
                  <a:cubicBezTo>
                    <a:pt x="1666" y="512"/>
                    <a:pt x="1676" y="512"/>
                    <a:pt x="1686" y="512"/>
                  </a:cubicBezTo>
                  <a:cubicBezTo>
                    <a:pt x="1846" y="512"/>
                    <a:pt x="2288" y="813"/>
                    <a:pt x="2809" y="1214"/>
                  </a:cubicBezTo>
                  <a:cubicBezTo>
                    <a:pt x="2960" y="1255"/>
                    <a:pt x="3170" y="1335"/>
                    <a:pt x="3491" y="1495"/>
                  </a:cubicBezTo>
                  <a:cubicBezTo>
                    <a:pt x="4053" y="1786"/>
                    <a:pt x="4906" y="2328"/>
                    <a:pt x="5497" y="2559"/>
                  </a:cubicBezTo>
                  <a:cubicBezTo>
                    <a:pt x="5507" y="2569"/>
                    <a:pt x="5517" y="2569"/>
                    <a:pt x="5517" y="2569"/>
                  </a:cubicBezTo>
                  <a:cubicBezTo>
                    <a:pt x="5568" y="2569"/>
                    <a:pt x="5317" y="2368"/>
                    <a:pt x="5066" y="2167"/>
                  </a:cubicBezTo>
                  <a:cubicBezTo>
                    <a:pt x="4805" y="1957"/>
                    <a:pt x="4555" y="1756"/>
                    <a:pt x="4595" y="1756"/>
                  </a:cubicBezTo>
                  <a:lnTo>
                    <a:pt x="4595" y="1756"/>
                  </a:lnTo>
                  <a:cubicBezTo>
                    <a:pt x="4595" y="1756"/>
                    <a:pt x="4605" y="1766"/>
                    <a:pt x="4615" y="1766"/>
                  </a:cubicBezTo>
                  <a:cubicBezTo>
                    <a:pt x="4976" y="1937"/>
                    <a:pt x="6621" y="2890"/>
                    <a:pt x="6922" y="3140"/>
                  </a:cubicBezTo>
                  <a:cubicBezTo>
                    <a:pt x="7142" y="3321"/>
                    <a:pt x="7343" y="3542"/>
                    <a:pt x="7594" y="3682"/>
                  </a:cubicBezTo>
                  <a:cubicBezTo>
                    <a:pt x="7804" y="3792"/>
                    <a:pt x="8025" y="3853"/>
                    <a:pt x="8256" y="3903"/>
                  </a:cubicBezTo>
                  <a:cubicBezTo>
                    <a:pt x="9199" y="4133"/>
                    <a:pt x="10001" y="4424"/>
                    <a:pt x="10954" y="4655"/>
                  </a:cubicBezTo>
                  <a:cubicBezTo>
                    <a:pt x="10773" y="4444"/>
                    <a:pt x="10332" y="4284"/>
                    <a:pt x="10111" y="4123"/>
                  </a:cubicBezTo>
                  <a:cubicBezTo>
                    <a:pt x="9981" y="4013"/>
                    <a:pt x="8928" y="3752"/>
                    <a:pt x="8787" y="3652"/>
                  </a:cubicBezTo>
                  <a:cubicBezTo>
                    <a:pt x="8216" y="3281"/>
                    <a:pt x="8416" y="3060"/>
                    <a:pt x="8115" y="2679"/>
                  </a:cubicBezTo>
                  <a:cubicBezTo>
                    <a:pt x="7684" y="2418"/>
                    <a:pt x="7263" y="2087"/>
                    <a:pt x="6982" y="1806"/>
                  </a:cubicBezTo>
                  <a:lnTo>
                    <a:pt x="6982" y="1796"/>
                  </a:lnTo>
                  <a:cubicBezTo>
                    <a:pt x="6942" y="1756"/>
                    <a:pt x="6902" y="1716"/>
                    <a:pt x="6872" y="1676"/>
                  </a:cubicBezTo>
                  <a:cubicBezTo>
                    <a:pt x="6591" y="1355"/>
                    <a:pt x="6340" y="1265"/>
                    <a:pt x="5939" y="954"/>
                  </a:cubicBezTo>
                  <a:cubicBezTo>
                    <a:pt x="5548" y="633"/>
                    <a:pt x="5307" y="653"/>
                    <a:pt x="4926" y="452"/>
                  </a:cubicBezTo>
                  <a:cubicBezTo>
                    <a:pt x="4615" y="292"/>
                    <a:pt x="4234" y="211"/>
                    <a:pt x="3782" y="211"/>
                  </a:cubicBezTo>
                  <a:cubicBezTo>
                    <a:pt x="3672" y="211"/>
                    <a:pt x="3562" y="221"/>
                    <a:pt x="3451" y="231"/>
                  </a:cubicBezTo>
                  <a:lnTo>
                    <a:pt x="3231" y="231"/>
                  </a:lnTo>
                  <a:cubicBezTo>
                    <a:pt x="2689" y="231"/>
                    <a:pt x="2077" y="91"/>
                    <a:pt x="1856" y="11"/>
                  </a:cubicBezTo>
                  <a:cubicBezTo>
                    <a:pt x="1836" y="1"/>
                    <a:pt x="1806" y="1"/>
                    <a:pt x="1776" y="1"/>
                  </a:cubicBezTo>
                  <a:cubicBezTo>
                    <a:pt x="1666" y="1"/>
                    <a:pt x="1495" y="51"/>
                    <a:pt x="1315" y="111"/>
                  </a:cubicBezTo>
                  <a:cubicBezTo>
                    <a:pt x="1134" y="161"/>
                    <a:pt x="934" y="221"/>
                    <a:pt x="753" y="221"/>
                  </a:cubicBezTo>
                  <a:cubicBezTo>
                    <a:pt x="633" y="221"/>
                    <a:pt x="512" y="191"/>
                    <a:pt x="422" y="121"/>
                  </a:cubicBezTo>
                  <a:cubicBezTo>
                    <a:pt x="392" y="101"/>
                    <a:pt x="372" y="81"/>
                    <a:pt x="352" y="71"/>
                  </a:cubicBezTo>
                  <a:cubicBezTo>
                    <a:pt x="282" y="21"/>
                    <a:pt x="221" y="1"/>
                    <a:pt x="181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2" name="Google Shape;712;p17"/>
            <p:cNvSpPr/>
            <p:nvPr/>
          </p:nvSpPr>
          <p:spPr>
            <a:xfrm>
              <a:off x="6701666" y="362542"/>
              <a:ext cx="1434226" cy="576877"/>
            </a:xfrm>
            <a:custGeom>
              <a:avLst/>
              <a:gdLst/>
              <a:ahLst/>
              <a:cxnLst/>
              <a:rect l="l" t="t" r="r" b="b"/>
              <a:pathLst>
                <a:path w="17284" h="6952" extrusionOk="0">
                  <a:moveTo>
                    <a:pt x="1937" y="1"/>
                  </a:moveTo>
                  <a:cubicBezTo>
                    <a:pt x="1616" y="482"/>
                    <a:pt x="984" y="1084"/>
                    <a:pt x="663" y="1335"/>
                  </a:cubicBezTo>
                  <a:cubicBezTo>
                    <a:pt x="513" y="1445"/>
                    <a:pt x="442" y="1546"/>
                    <a:pt x="372" y="1666"/>
                  </a:cubicBezTo>
                  <a:cubicBezTo>
                    <a:pt x="432" y="1586"/>
                    <a:pt x="502" y="1505"/>
                    <a:pt x="603" y="1425"/>
                  </a:cubicBezTo>
                  <a:cubicBezTo>
                    <a:pt x="944" y="1164"/>
                    <a:pt x="1596" y="542"/>
                    <a:pt x="1907" y="61"/>
                  </a:cubicBezTo>
                  <a:cubicBezTo>
                    <a:pt x="1917" y="41"/>
                    <a:pt x="1927" y="21"/>
                    <a:pt x="1937" y="1"/>
                  </a:cubicBezTo>
                  <a:close/>
                  <a:moveTo>
                    <a:pt x="182" y="1997"/>
                  </a:moveTo>
                  <a:cubicBezTo>
                    <a:pt x="173" y="2009"/>
                    <a:pt x="164" y="2022"/>
                    <a:pt x="154" y="2036"/>
                  </a:cubicBezTo>
                  <a:lnTo>
                    <a:pt x="154" y="2036"/>
                  </a:lnTo>
                  <a:cubicBezTo>
                    <a:pt x="164" y="2023"/>
                    <a:pt x="173" y="2010"/>
                    <a:pt x="182" y="1997"/>
                  </a:cubicBezTo>
                  <a:close/>
                  <a:moveTo>
                    <a:pt x="154" y="2036"/>
                  </a:moveTo>
                  <a:lnTo>
                    <a:pt x="154" y="2036"/>
                  </a:lnTo>
                  <a:cubicBezTo>
                    <a:pt x="120" y="2083"/>
                    <a:pt x="78" y="2132"/>
                    <a:pt x="31" y="2187"/>
                  </a:cubicBezTo>
                  <a:lnTo>
                    <a:pt x="1" y="2218"/>
                  </a:lnTo>
                  <a:cubicBezTo>
                    <a:pt x="11" y="2218"/>
                    <a:pt x="11" y="2228"/>
                    <a:pt x="11" y="2228"/>
                  </a:cubicBezTo>
                  <a:cubicBezTo>
                    <a:pt x="69" y="2162"/>
                    <a:pt x="113" y="2096"/>
                    <a:pt x="154" y="2036"/>
                  </a:cubicBezTo>
                  <a:close/>
                  <a:moveTo>
                    <a:pt x="7062" y="3341"/>
                  </a:moveTo>
                  <a:cubicBezTo>
                    <a:pt x="6932" y="3341"/>
                    <a:pt x="6882" y="3371"/>
                    <a:pt x="7002" y="3451"/>
                  </a:cubicBezTo>
                  <a:cubicBezTo>
                    <a:pt x="7514" y="3903"/>
                    <a:pt x="7755" y="3822"/>
                    <a:pt x="8156" y="4444"/>
                  </a:cubicBezTo>
                  <a:cubicBezTo>
                    <a:pt x="8206" y="4525"/>
                    <a:pt x="8256" y="4615"/>
                    <a:pt x="8336" y="4675"/>
                  </a:cubicBezTo>
                  <a:cubicBezTo>
                    <a:pt x="8507" y="4825"/>
                    <a:pt x="8748" y="4825"/>
                    <a:pt x="8968" y="4866"/>
                  </a:cubicBezTo>
                  <a:cubicBezTo>
                    <a:pt x="9359" y="4946"/>
                    <a:pt x="10433" y="5578"/>
                    <a:pt x="10934" y="5738"/>
                  </a:cubicBezTo>
                  <a:cubicBezTo>
                    <a:pt x="10994" y="5748"/>
                    <a:pt x="11035" y="5758"/>
                    <a:pt x="11075" y="5758"/>
                  </a:cubicBezTo>
                  <a:cubicBezTo>
                    <a:pt x="11145" y="5758"/>
                    <a:pt x="11195" y="5738"/>
                    <a:pt x="11245" y="5728"/>
                  </a:cubicBezTo>
                  <a:cubicBezTo>
                    <a:pt x="11295" y="5708"/>
                    <a:pt x="11346" y="5698"/>
                    <a:pt x="11416" y="5698"/>
                  </a:cubicBezTo>
                  <a:cubicBezTo>
                    <a:pt x="11466" y="5698"/>
                    <a:pt x="11526" y="5708"/>
                    <a:pt x="11596" y="5738"/>
                  </a:cubicBezTo>
                  <a:lnTo>
                    <a:pt x="11646" y="5738"/>
                  </a:lnTo>
                  <a:cubicBezTo>
                    <a:pt x="11867" y="5738"/>
                    <a:pt x="12088" y="5768"/>
                    <a:pt x="12308" y="5798"/>
                  </a:cubicBezTo>
                  <a:cubicBezTo>
                    <a:pt x="13562" y="5969"/>
                    <a:pt x="14806" y="6460"/>
                    <a:pt x="16050" y="6641"/>
                  </a:cubicBezTo>
                  <a:cubicBezTo>
                    <a:pt x="16311" y="6671"/>
                    <a:pt x="17053" y="6952"/>
                    <a:pt x="17213" y="6952"/>
                  </a:cubicBezTo>
                  <a:cubicBezTo>
                    <a:pt x="17284" y="6952"/>
                    <a:pt x="17253" y="6912"/>
                    <a:pt x="17063" y="6781"/>
                  </a:cubicBezTo>
                  <a:cubicBezTo>
                    <a:pt x="16993" y="6741"/>
                    <a:pt x="16150" y="6340"/>
                    <a:pt x="15970" y="6290"/>
                  </a:cubicBezTo>
                  <a:cubicBezTo>
                    <a:pt x="15478" y="6150"/>
                    <a:pt x="15027" y="5859"/>
                    <a:pt x="14525" y="5728"/>
                  </a:cubicBezTo>
                  <a:cubicBezTo>
                    <a:pt x="13482" y="5457"/>
                    <a:pt x="11927" y="4795"/>
                    <a:pt x="10954" y="4334"/>
                  </a:cubicBezTo>
                  <a:lnTo>
                    <a:pt x="10954" y="4334"/>
                  </a:lnTo>
                  <a:cubicBezTo>
                    <a:pt x="11366" y="4745"/>
                    <a:pt x="11717" y="4946"/>
                    <a:pt x="12198" y="5227"/>
                  </a:cubicBezTo>
                  <a:cubicBezTo>
                    <a:pt x="11496" y="4876"/>
                    <a:pt x="10784" y="4535"/>
                    <a:pt x="10062" y="4194"/>
                  </a:cubicBezTo>
                  <a:cubicBezTo>
                    <a:pt x="9961" y="4153"/>
                    <a:pt x="9901" y="4133"/>
                    <a:pt x="9871" y="4133"/>
                  </a:cubicBezTo>
                  <a:cubicBezTo>
                    <a:pt x="9821" y="4133"/>
                    <a:pt x="9821" y="4173"/>
                    <a:pt x="9821" y="4204"/>
                  </a:cubicBezTo>
                  <a:cubicBezTo>
                    <a:pt x="9831" y="4244"/>
                    <a:pt x="9831" y="4274"/>
                    <a:pt x="9791" y="4274"/>
                  </a:cubicBezTo>
                  <a:cubicBezTo>
                    <a:pt x="9751" y="4274"/>
                    <a:pt x="9700" y="4254"/>
                    <a:pt x="9590" y="4204"/>
                  </a:cubicBezTo>
                  <a:cubicBezTo>
                    <a:pt x="9249" y="4033"/>
                    <a:pt x="8778" y="3782"/>
                    <a:pt x="8276" y="3522"/>
                  </a:cubicBezTo>
                  <a:cubicBezTo>
                    <a:pt x="8176" y="3501"/>
                    <a:pt x="8066" y="3481"/>
                    <a:pt x="7945" y="3461"/>
                  </a:cubicBezTo>
                  <a:cubicBezTo>
                    <a:pt x="7624" y="3401"/>
                    <a:pt x="7253" y="3341"/>
                    <a:pt x="7062" y="3341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3" name="Google Shape;713;p17"/>
            <p:cNvSpPr/>
            <p:nvPr/>
          </p:nvSpPr>
          <p:spPr>
            <a:xfrm>
              <a:off x="6507741" y="577294"/>
              <a:ext cx="93352" cy="26720"/>
            </a:xfrm>
            <a:custGeom>
              <a:avLst/>
              <a:gdLst/>
              <a:ahLst/>
              <a:cxnLst/>
              <a:rect l="l" t="t" r="r" b="b"/>
              <a:pathLst>
                <a:path w="1125" h="322" extrusionOk="0">
                  <a:moveTo>
                    <a:pt x="1" y="1"/>
                  </a:moveTo>
                  <a:cubicBezTo>
                    <a:pt x="17" y="1"/>
                    <a:pt x="34" y="1"/>
                    <a:pt x="52" y="3"/>
                  </a:cubicBezTo>
                  <a:lnTo>
                    <a:pt x="52" y="3"/>
                  </a:lnTo>
                  <a:cubicBezTo>
                    <a:pt x="34" y="1"/>
                    <a:pt x="17" y="1"/>
                    <a:pt x="1" y="1"/>
                  </a:cubicBezTo>
                  <a:close/>
                  <a:moveTo>
                    <a:pt x="52" y="3"/>
                  </a:moveTo>
                  <a:cubicBezTo>
                    <a:pt x="132" y="10"/>
                    <a:pt x="225" y="32"/>
                    <a:pt x="328" y="61"/>
                  </a:cubicBezTo>
                  <a:lnTo>
                    <a:pt x="328" y="61"/>
                  </a:lnTo>
                  <a:cubicBezTo>
                    <a:pt x="225" y="32"/>
                    <a:pt x="131" y="10"/>
                    <a:pt x="52" y="3"/>
                  </a:cubicBezTo>
                  <a:close/>
                  <a:moveTo>
                    <a:pt x="328" y="61"/>
                  </a:moveTo>
                  <a:lnTo>
                    <a:pt x="328" y="61"/>
                  </a:lnTo>
                  <a:cubicBezTo>
                    <a:pt x="572" y="132"/>
                    <a:pt x="866" y="249"/>
                    <a:pt x="1124" y="322"/>
                  </a:cubicBezTo>
                  <a:cubicBezTo>
                    <a:pt x="1004" y="282"/>
                    <a:pt x="873" y="241"/>
                    <a:pt x="743" y="191"/>
                  </a:cubicBezTo>
                  <a:cubicBezTo>
                    <a:pt x="597" y="146"/>
                    <a:pt x="455" y="98"/>
                    <a:pt x="328" y="61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4" name="Google Shape;714;p17"/>
            <p:cNvSpPr/>
            <p:nvPr/>
          </p:nvSpPr>
          <p:spPr>
            <a:xfrm>
              <a:off x="6038323" y="551487"/>
              <a:ext cx="598535" cy="160732"/>
            </a:xfrm>
            <a:custGeom>
              <a:avLst/>
              <a:gdLst/>
              <a:ahLst/>
              <a:cxnLst/>
              <a:rect l="l" t="t" r="r" b="b"/>
              <a:pathLst>
                <a:path w="7213" h="1937" extrusionOk="0">
                  <a:moveTo>
                    <a:pt x="2368" y="1"/>
                  </a:moveTo>
                  <a:cubicBezTo>
                    <a:pt x="2017" y="31"/>
                    <a:pt x="1565" y="71"/>
                    <a:pt x="1234" y="302"/>
                  </a:cubicBezTo>
                  <a:cubicBezTo>
                    <a:pt x="1224" y="312"/>
                    <a:pt x="1204" y="322"/>
                    <a:pt x="1194" y="322"/>
                  </a:cubicBezTo>
                  <a:cubicBezTo>
                    <a:pt x="1194" y="322"/>
                    <a:pt x="1194" y="332"/>
                    <a:pt x="1194" y="332"/>
                  </a:cubicBezTo>
                  <a:lnTo>
                    <a:pt x="1184" y="332"/>
                  </a:lnTo>
                  <a:cubicBezTo>
                    <a:pt x="1184" y="342"/>
                    <a:pt x="1184" y="342"/>
                    <a:pt x="1184" y="342"/>
                  </a:cubicBezTo>
                  <a:lnTo>
                    <a:pt x="1174" y="342"/>
                  </a:lnTo>
                  <a:cubicBezTo>
                    <a:pt x="1174" y="342"/>
                    <a:pt x="1164" y="352"/>
                    <a:pt x="1164" y="352"/>
                  </a:cubicBezTo>
                  <a:lnTo>
                    <a:pt x="1154" y="352"/>
                  </a:lnTo>
                  <a:cubicBezTo>
                    <a:pt x="1154" y="352"/>
                    <a:pt x="1154" y="362"/>
                    <a:pt x="1154" y="362"/>
                  </a:cubicBezTo>
                  <a:lnTo>
                    <a:pt x="1144" y="362"/>
                  </a:lnTo>
                  <a:cubicBezTo>
                    <a:pt x="1144" y="362"/>
                    <a:pt x="1144" y="372"/>
                    <a:pt x="1144" y="372"/>
                  </a:cubicBezTo>
                  <a:lnTo>
                    <a:pt x="1134" y="372"/>
                  </a:lnTo>
                  <a:cubicBezTo>
                    <a:pt x="893" y="593"/>
                    <a:pt x="422" y="1164"/>
                    <a:pt x="1" y="1586"/>
                  </a:cubicBezTo>
                  <a:cubicBezTo>
                    <a:pt x="11" y="1586"/>
                    <a:pt x="21" y="1596"/>
                    <a:pt x="31" y="1596"/>
                  </a:cubicBezTo>
                  <a:cubicBezTo>
                    <a:pt x="452" y="1144"/>
                    <a:pt x="923" y="583"/>
                    <a:pt x="1134" y="412"/>
                  </a:cubicBezTo>
                  <a:cubicBezTo>
                    <a:pt x="1204" y="362"/>
                    <a:pt x="1285" y="322"/>
                    <a:pt x="1365" y="282"/>
                  </a:cubicBezTo>
                  <a:cubicBezTo>
                    <a:pt x="1425" y="332"/>
                    <a:pt x="1485" y="392"/>
                    <a:pt x="1545" y="422"/>
                  </a:cubicBezTo>
                  <a:cubicBezTo>
                    <a:pt x="1937" y="643"/>
                    <a:pt x="2508" y="532"/>
                    <a:pt x="3000" y="763"/>
                  </a:cubicBezTo>
                  <a:cubicBezTo>
                    <a:pt x="3481" y="994"/>
                    <a:pt x="4765" y="1806"/>
                    <a:pt x="5026" y="1806"/>
                  </a:cubicBezTo>
                  <a:cubicBezTo>
                    <a:pt x="5036" y="1806"/>
                    <a:pt x="5046" y="1806"/>
                    <a:pt x="5046" y="1796"/>
                  </a:cubicBezTo>
                  <a:cubicBezTo>
                    <a:pt x="5076" y="1796"/>
                    <a:pt x="5096" y="1786"/>
                    <a:pt x="5116" y="1786"/>
                  </a:cubicBezTo>
                  <a:cubicBezTo>
                    <a:pt x="5206" y="1786"/>
                    <a:pt x="5237" y="1876"/>
                    <a:pt x="5367" y="1917"/>
                  </a:cubicBezTo>
                  <a:cubicBezTo>
                    <a:pt x="5407" y="1927"/>
                    <a:pt x="5457" y="1937"/>
                    <a:pt x="5497" y="1937"/>
                  </a:cubicBezTo>
                  <a:cubicBezTo>
                    <a:pt x="5537" y="1937"/>
                    <a:pt x="5568" y="1937"/>
                    <a:pt x="5608" y="1927"/>
                  </a:cubicBezTo>
                  <a:cubicBezTo>
                    <a:pt x="5287" y="1636"/>
                    <a:pt x="5016" y="1385"/>
                    <a:pt x="5106" y="1385"/>
                  </a:cubicBezTo>
                  <a:cubicBezTo>
                    <a:pt x="5116" y="1385"/>
                    <a:pt x="5136" y="1395"/>
                    <a:pt x="5166" y="1405"/>
                  </a:cubicBezTo>
                  <a:cubicBezTo>
                    <a:pt x="5287" y="1455"/>
                    <a:pt x="5588" y="1596"/>
                    <a:pt x="5969" y="1776"/>
                  </a:cubicBezTo>
                  <a:cubicBezTo>
                    <a:pt x="6069" y="1736"/>
                    <a:pt x="6169" y="1696"/>
                    <a:pt x="6280" y="1686"/>
                  </a:cubicBezTo>
                  <a:cubicBezTo>
                    <a:pt x="6280" y="1686"/>
                    <a:pt x="6290" y="1676"/>
                    <a:pt x="6300" y="1676"/>
                  </a:cubicBezTo>
                  <a:cubicBezTo>
                    <a:pt x="6360" y="1676"/>
                    <a:pt x="6460" y="1696"/>
                    <a:pt x="6551" y="1706"/>
                  </a:cubicBezTo>
                  <a:cubicBezTo>
                    <a:pt x="6651" y="1716"/>
                    <a:pt x="6761" y="1726"/>
                    <a:pt x="6851" y="1726"/>
                  </a:cubicBezTo>
                  <a:cubicBezTo>
                    <a:pt x="6942" y="1726"/>
                    <a:pt x="7022" y="1716"/>
                    <a:pt x="7062" y="1686"/>
                  </a:cubicBezTo>
                  <a:cubicBezTo>
                    <a:pt x="7132" y="1636"/>
                    <a:pt x="7182" y="1535"/>
                    <a:pt x="7213" y="1425"/>
                  </a:cubicBezTo>
                  <a:cubicBezTo>
                    <a:pt x="6821" y="1124"/>
                    <a:pt x="6430" y="823"/>
                    <a:pt x="6340" y="783"/>
                  </a:cubicBezTo>
                  <a:cubicBezTo>
                    <a:pt x="6099" y="663"/>
                    <a:pt x="6430" y="663"/>
                    <a:pt x="6781" y="633"/>
                  </a:cubicBezTo>
                  <a:cubicBezTo>
                    <a:pt x="6661" y="593"/>
                    <a:pt x="6530" y="552"/>
                    <a:pt x="6400" y="502"/>
                  </a:cubicBezTo>
                  <a:cubicBezTo>
                    <a:pt x="6109" y="412"/>
                    <a:pt x="5838" y="312"/>
                    <a:pt x="5658" y="312"/>
                  </a:cubicBezTo>
                  <a:lnTo>
                    <a:pt x="5618" y="312"/>
                  </a:lnTo>
                  <a:cubicBezTo>
                    <a:pt x="5588" y="312"/>
                    <a:pt x="5568" y="322"/>
                    <a:pt x="5537" y="332"/>
                  </a:cubicBezTo>
                  <a:cubicBezTo>
                    <a:pt x="5487" y="352"/>
                    <a:pt x="5447" y="362"/>
                    <a:pt x="5397" y="362"/>
                  </a:cubicBezTo>
                  <a:cubicBezTo>
                    <a:pt x="5257" y="362"/>
                    <a:pt x="5126" y="292"/>
                    <a:pt x="4966" y="221"/>
                  </a:cubicBezTo>
                  <a:cubicBezTo>
                    <a:pt x="4805" y="151"/>
                    <a:pt x="4625" y="81"/>
                    <a:pt x="4394" y="81"/>
                  </a:cubicBezTo>
                  <a:lnTo>
                    <a:pt x="4304" y="81"/>
                  </a:lnTo>
                  <a:cubicBezTo>
                    <a:pt x="4223" y="91"/>
                    <a:pt x="4133" y="91"/>
                    <a:pt x="4043" y="91"/>
                  </a:cubicBezTo>
                  <a:cubicBezTo>
                    <a:pt x="3782" y="91"/>
                    <a:pt x="3471" y="71"/>
                    <a:pt x="3190" y="51"/>
                  </a:cubicBezTo>
                  <a:cubicBezTo>
                    <a:pt x="2909" y="21"/>
                    <a:pt x="2649" y="1"/>
                    <a:pt x="2468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5" name="Google Shape;715;p17"/>
            <p:cNvSpPr/>
            <p:nvPr/>
          </p:nvSpPr>
          <p:spPr>
            <a:xfrm>
              <a:off x="5812784" y="787067"/>
              <a:ext cx="87461" cy="61654"/>
            </a:xfrm>
            <a:custGeom>
              <a:avLst/>
              <a:gdLst/>
              <a:ahLst/>
              <a:cxnLst/>
              <a:rect l="l" t="t" r="r" b="b"/>
              <a:pathLst>
                <a:path w="1054" h="743" extrusionOk="0">
                  <a:moveTo>
                    <a:pt x="0" y="743"/>
                  </a:moveTo>
                  <a:cubicBezTo>
                    <a:pt x="412" y="502"/>
                    <a:pt x="632" y="361"/>
                    <a:pt x="1054" y="0"/>
                  </a:cubicBezTo>
                  <a:cubicBezTo>
                    <a:pt x="632" y="361"/>
                    <a:pt x="412" y="502"/>
                    <a:pt x="0" y="743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6" name="Google Shape;716;p17"/>
            <p:cNvSpPr/>
            <p:nvPr/>
          </p:nvSpPr>
          <p:spPr>
            <a:xfrm>
              <a:off x="5703748" y="783748"/>
              <a:ext cx="201475" cy="133266"/>
            </a:xfrm>
            <a:custGeom>
              <a:avLst/>
              <a:gdLst/>
              <a:ahLst/>
              <a:cxnLst/>
              <a:rect l="l" t="t" r="r" b="b"/>
              <a:pathLst>
                <a:path w="2428" h="1606" extrusionOk="0">
                  <a:moveTo>
                    <a:pt x="2428" y="0"/>
                  </a:moveTo>
                  <a:cubicBezTo>
                    <a:pt x="2408" y="10"/>
                    <a:pt x="2388" y="30"/>
                    <a:pt x="2368" y="40"/>
                  </a:cubicBezTo>
                  <a:cubicBezTo>
                    <a:pt x="1946" y="401"/>
                    <a:pt x="1726" y="542"/>
                    <a:pt x="1314" y="783"/>
                  </a:cubicBezTo>
                  <a:cubicBezTo>
                    <a:pt x="1294" y="793"/>
                    <a:pt x="1274" y="803"/>
                    <a:pt x="1244" y="823"/>
                  </a:cubicBezTo>
                  <a:cubicBezTo>
                    <a:pt x="793" y="1084"/>
                    <a:pt x="452" y="1224"/>
                    <a:pt x="111" y="1485"/>
                  </a:cubicBezTo>
                  <a:cubicBezTo>
                    <a:pt x="71" y="1525"/>
                    <a:pt x="30" y="1565"/>
                    <a:pt x="0" y="1605"/>
                  </a:cubicBezTo>
                  <a:cubicBezTo>
                    <a:pt x="20" y="1595"/>
                    <a:pt x="40" y="1585"/>
                    <a:pt x="61" y="1575"/>
                  </a:cubicBezTo>
                  <a:cubicBezTo>
                    <a:pt x="392" y="1314"/>
                    <a:pt x="743" y="1174"/>
                    <a:pt x="1194" y="913"/>
                  </a:cubicBezTo>
                  <a:cubicBezTo>
                    <a:pt x="1645" y="642"/>
                    <a:pt x="1876" y="512"/>
                    <a:pt x="2307" y="131"/>
                  </a:cubicBezTo>
                  <a:cubicBezTo>
                    <a:pt x="2327" y="121"/>
                    <a:pt x="2347" y="111"/>
                    <a:pt x="2358" y="91"/>
                  </a:cubicBezTo>
                  <a:cubicBezTo>
                    <a:pt x="2378" y="60"/>
                    <a:pt x="2398" y="30"/>
                    <a:pt x="2428" y="0"/>
                  </a:cubicBezTo>
                  <a:close/>
                </a:path>
              </a:pathLst>
            </a:custGeom>
            <a:solidFill>
              <a:srgbClr val="93D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7" name="Google Shape;717;p17"/>
            <p:cNvSpPr/>
            <p:nvPr/>
          </p:nvSpPr>
          <p:spPr>
            <a:xfrm>
              <a:off x="8189912" y="760431"/>
              <a:ext cx="10870" cy="2572"/>
            </a:xfrm>
            <a:custGeom>
              <a:avLst/>
              <a:gdLst/>
              <a:ahLst/>
              <a:cxnLst/>
              <a:rect l="l" t="t" r="r" b="b"/>
              <a:pathLst>
                <a:path w="131" h="31" extrusionOk="0">
                  <a:moveTo>
                    <a:pt x="1" y="0"/>
                  </a:moveTo>
                  <a:cubicBezTo>
                    <a:pt x="51" y="20"/>
                    <a:pt x="91" y="30"/>
                    <a:pt x="131" y="30"/>
                  </a:cubicBezTo>
                  <a:cubicBezTo>
                    <a:pt x="101" y="30"/>
                    <a:pt x="51" y="20"/>
                    <a:pt x="1" y="0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8" name="Google Shape;718;p17"/>
            <p:cNvSpPr/>
            <p:nvPr/>
          </p:nvSpPr>
          <p:spPr>
            <a:xfrm>
              <a:off x="7913588" y="662182"/>
              <a:ext cx="731718" cy="348848"/>
            </a:xfrm>
            <a:custGeom>
              <a:avLst/>
              <a:gdLst/>
              <a:ahLst/>
              <a:cxnLst/>
              <a:rect l="l" t="t" r="r" b="b"/>
              <a:pathLst>
                <a:path w="8818" h="4204" extrusionOk="0">
                  <a:moveTo>
                    <a:pt x="973" y="1"/>
                  </a:moveTo>
                  <a:cubicBezTo>
                    <a:pt x="903" y="1"/>
                    <a:pt x="843" y="1"/>
                    <a:pt x="793" y="11"/>
                  </a:cubicBezTo>
                  <a:lnTo>
                    <a:pt x="733" y="11"/>
                  </a:lnTo>
                  <a:cubicBezTo>
                    <a:pt x="733" y="11"/>
                    <a:pt x="733" y="11"/>
                    <a:pt x="733" y="21"/>
                  </a:cubicBezTo>
                  <a:lnTo>
                    <a:pt x="713" y="21"/>
                  </a:lnTo>
                  <a:cubicBezTo>
                    <a:pt x="502" y="81"/>
                    <a:pt x="301" y="322"/>
                    <a:pt x="51" y="392"/>
                  </a:cubicBezTo>
                  <a:cubicBezTo>
                    <a:pt x="0" y="532"/>
                    <a:pt x="31" y="633"/>
                    <a:pt x="201" y="633"/>
                  </a:cubicBezTo>
                  <a:lnTo>
                    <a:pt x="211" y="633"/>
                  </a:lnTo>
                  <a:cubicBezTo>
                    <a:pt x="452" y="623"/>
                    <a:pt x="632" y="593"/>
                    <a:pt x="793" y="593"/>
                  </a:cubicBezTo>
                  <a:cubicBezTo>
                    <a:pt x="993" y="593"/>
                    <a:pt x="1154" y="643"/>
                    <a:pt x="1324" y="833"/>
                  </a:cubicBezTo>
                  <a:cubicBezTo>
                    <a:pt x="1565" y="1124"/>
                    <a:pt x="2267" y="1746"/>
                    <a:pt x="2438" y="1746"/>
                  </a:cubicBezTo>
                  <a:cubicBezTo>
                    <a:pt x="2488" y="1746"/>
                    <a:pt x="2498" y="1716"/>
                    <a:pt x="2468" y="1626"/>
                  </a:cubicBezTo>
                  <a:cubicBezTo>
                    <a:pt x="2448" y="1586"/>
                    <a:pt x="2468" y="1576"/>
                    <a:pt x="2498" y="1576"/>
                  </a:cubicBezTo>
                  <a:cubicBezTo>
                    <a:pt x="2659" y="1576"/>
                    <a:pt x="3311" y="1967"/>
                    <a:pt x="3983" y="2348"/>
                  </a:cubicBezTo>
                  <a:cubicBezTo>
                    <a:pt x="4665" y="2739"/>
                    <a:pt x="5357" y="3130"/>
                    <a:pt x="5607" y="3130"/>
                  </a:cubicBezTo>
                  <a:cubicBezTo>
                    <a:pt x="5648" y="3130"/>
                    <a:pt x="5668" y="3130"/>
                    <a:pt x="5688" y="3110"/>
                  </a:cubicBezTo>
                  <a:cubicBezTo>
                    <a:pt x="5718" y="3080"/>
                    <a:pt x="5768" y="3070"/>
                    <a:pt x="5818" y="3070"/>
                  </a:cubicBezTo>
                  <a:cubicBezTo>
                    <a:pt x="6249" y="3070"/>
                    <a:pt x="7363" y="3953"/>
                    <a:pt x="8506" y="4163"/>
                  </a:cubicBezTo>
                  <a:cubicBezTo>
                    <a:pt x="8637" y="4184"/>
                    <a:pt x="8717" y="4204"/>
                    <a:pt x="8747" y="4204"/>
                  </a:cubicBezTo>
                  <a:cubicBezTo>
                    <a:pt x="8817" y="4204"/>
                    <a:pt x="8727" y="4143"/>
                    <a:pt x="8486" y="3983"/>
                  </a:cubicBezTo>
                  <a:cubicBezTo>
                    <a:pt x="8326" y="3873"/>
                    <a:pt x="8105" y="3732"/>
                    <a:pt x="7854" y="3582"/>
                  </a:cubicBezTo>
                  <a:cubicBezTo>
                    <a:pt x="7714" y="3542"/>
                    <a:pt x="7584" y="3461"/>
                    <a:pt x="7463" y="3381"/>
                  </a:cubicBezTo>
                  <a:cubicBezTo>
                    <a:pt x="7222" y="3221"/>
                    <a:pt x="6540" y="2829"/>
                    <a:pt x="5818" y="2428"/>
                  </a:cubicBezTo>
                  <a:cubicBezTo>
                    <a:pt x="5136" y="2057"/>
                    <a:pt x="4514" y="1716"/>
                    <a:pt x="4133" y="1495"/>
                  </a:cubicBezTo>
                  <a:cubicBezTo>
                    <a:pt x="3892" y="1355"/>
                    <a:pt x="3732" y="1275"/>
                    <a:pt x="3722" y="1265"/>
                  </a:cubicBezTo>
                  <a:cubicBezTo>
                    <a:pt x="3692" y="1255"/>
                    <a:pt x="3621" y="1214"/>
                    <a:pt x="3601" y="1194"/>
                  </a:cubicBezTo>
                  <a:lnTo>
                    <a:pt x="3581" y="1164"/>
                  </a:lnTo>
                  <a:cubicBezTo>
                    <a:pt x="3541" y="1194"/>
                    <a:pt x="3501" y="1214"/>
                    <a:pt x="3461" y="1214"/>
                  </a:cubicBezTo>
                  <a:cubicBezTo>
                    <a:pt x="3431" y="1214"/>
                    <a:pt x="3381" y="1204"/>
                    <a:pt x="3331" y="1184"/>
                  </a:cubicBezTo>
                  <a:cubicBezTo>
                    <a:pt x="3080" y="1084"/>
                    <a:pt x="2257" y="231"/>
                    <a:pt x="2007" y="141"/>
                  </a:cubicBezTo>
                  <a:cubicBezTo>
                    <a:pt x="1796" y="61"/>
                    <a:pt x="1334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9" name="Google Shape;719;p17"/>
            <p:cNvSpPr/>
            <p:nvPr/>
          </p:nvSpPr>
          <p:spPr>
            <a:xfrm>
              <a:off x="7782065" y="722094"/>
              <a:ext cx="184050" cy="65056"/>
            </a:xfrm>
            <a:custGeom>
              <a:avLst/>
              <a:gdLst/>
              <a:ahLst/>
              <a:cxnLst/>
              <a:rect l="l" t="t" r="r" b="b"/>
              <a:pathLst>
                <a:path w="2218" h="784" extrusionOk="0">
                  <a:moveTo>
                    <a:pt x="1254" y="1"/>
                  </a:moveTo>
                  <a:cubicBezTo>
                    <a:pt x="1204" y="1"/>
                    <a:pt x="1144" y="21"/>
                    <a:pt x="1054" y="71"/>
                  </a:cubicBezTo>
                  <a:cubicBezTo>
                    <a:pt x="643" y="312"/>
                    <a:pt x="1" y="603"/>
                    <a:pt x="402" y="683"/>
                  </a:cubicBezTo>
                  <a:cubicBezTo>
                    <a:pt x="643" y="733"/>
                    <a:pt x="923" y="783"/>
                    <a:pt x="1204" y="783"/>
                  </a:cubicBezTo>
                  <a:cubicBezTo>
                    <a:pt x="1405" y="783"/>
                    <a:pt x="1595" y="763"/>
                    <a:pt x="1776" y="713"/>
                  </a:cubicBezTo>
                  <a:cubicBezTo>
                    <a:pt x="2217" y="583"/>
                    <a:pt x="1906" y="352"/>
                    <a:pt x="1626" y="202"/>
                  </a:cubicBezTo>
                  <a:cubicBezTo>
                    <a:pt x="1445" y="101"/>
                    <a:pt x="1375" y="1"/>
                    <a:pt x="12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0" name="Google Shape;720;p17"/>
            <p:cNvSpPr/>
            <p:nvPr/>
          </p:nvSpPr>
          <p:spPr>
            <a:xfrm>
              <a:off x="6665901" y="2137069"/>
              <a:ext cx="5062" cy="5145"/>
            </a:xfrm>
            <a:custGeom>
              <a:avLst/>
              <a:gdLst/>
              <a:ahLst/>
              <a:cxnLst/>
              <a:rect l="l" t="t" r="r" b="b"/>
              <a:pathLst>
                <a:path w="61" h="62" extrusionOk="0">
                  <a:moveTo>
                    <a:pt x="51" y="1"/>
                  </a:moveTo>
                  <a:cubicBezTo>
                    <a:pt x="31" y="11"/>
                    <a:pt x="11" y="21"/>
                    <a:pt x="1" y="51"/>
                  </a:cubicBezTo>
                  <a:cubicBezTo>
                    <a:pt x="21" y="51"/>
                    <a:pt x="41" y="61"/>
                    <a:pt x="61" y="61"/>
                  </a:cubicBezTo>
                  <a:cubicBezTo>
                    <a:pt x="61" y="41"/>
                    <a:pt x="61" y="21"/>
                    <a:pt x="51" y="1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1" name="Google Shape;721;p17"/>
            <p:cNvSpPr/>
            <p:nvPr/>
          </p:nvSpPr>
          <p:spPr>
            <a:xfrm>
              <a:off x="4769061" y="320969"/>
              <a:ext cx="4571202" cy="2073421"/>
            </a:xfrm>
            <a:custGeom>
              <a:avLst/>
              <a:gdLst/>
              <a:ahLst/>
              <a:cxnLst/>
              <a:rect l="l" t="t" r="r" b="b"/>
              <a:pathLst>
                <a:path w="55088" h="24987" extrusionOk="0">
                  <a:moveTo>
                    <a:pt x="25498" y="0"/>
                  </a:moveTo>
                  <a:lnTo>
                    <a:pt x="25498" y="0"/>
                  </a:lnTo>
                  <a:cubicBezTo>
                    <a:pt x="25427" y="91"/>
                    <a:pt x="25357" y="281"/>
                    <a:pt x="25227" y="502"/>
                  </a:cubicBezTo>
                  <a:cubicBezTo>
                    <a:pt x="25237" y="492"/>
                    <a:pt x="25247" y="482"/>
                    <a:pt x="25247" y="472"/>
                  </a:cubicBezTo>
                  <a:cubicBezTo>
                    <a:pt x="25377" y="281"/>
                    <a:pt x="25437" y="111"/>
                    <a:pt x="25498" y="0"/>
                  </a:cubicBezTo>
                  <a:close/>
                  <a:moveTo>
                    <a:pt x="23662" y="2167"/>
                  </a:moveTo>
                  <a:cubicBezTo>
                    <a:pt x="23592" y="2267"/>
                    <a:pt x="23542" y="2378"/>
                    <a:pt x="23472" y="2498"/>
                  </a:cubicBezTo>
                  <a:cubicBezTo>
                    <a:pt x="23552" y="2378"/>
                    <a:pt x="23602" y="2267"/>
                    <a:pt x="23662" y="2167"/>
                  </a:cubicBezTo>
                  <a:close/>
                  <a:moveTo>
                    <a:pt x="80" y="8506"/>
                  </a:moveTo>
                  <a:cubicBezTo>
                    <a:pt x="70" y="8526"/>
                    <a:pt x="60" y="8536"/>
                    <a:pt x="50" y="8556"/>
                  </a:cubicBezTo>
                  <a:cubicBezTo>
                    <a:pt x="39" y="8574"/>
                    <a:pt x="30" y="8591"/>
                    <a:pt x="22" y="8608"/>
                  </a:cubicBezTo>
                  <a:lnTo>
                    <a:pt x="22" y="8608"/>
                  </a:lnTo>
                  <a:cubicBezTo>
                    <a:pt x="39" y="8580"/>
                    <a:pt x="60" y="8551"/>
                    <a:pt x="80" y="8516"/>
                  </a:cubicBezTo>
                  <a:cubicBezTo>
                    <a:pt x="80" y="8516"/>
                    <a:pt x="80" y="8506"/>
                    <a:pt x="80" y="8506"/>
                  </a:cubicBezTo>
                  <a:close/>
                  <a:moveTo>
                    <a:pt x="22" y="8608"/>
                  </a:moveTo>
                  <a:lnTo>
                    <a:pt x="22" y="8608"/>
                  </a:lnTo>
                  <a:cubicBezTo>
                    <a:pt x="14" y="8621"/>
                    <a:pt x="6" y="8634"/>
                    <a:pt x="0" y="8647"/>
                  </a:cubicBezTo>
                  <a:cubicBezTo>
                    <a:pt x="9" y="8634"/>
                    <a:pt x="15" y="8621"/>
                    <a:pt x="22" y="8608"/>
                  </a:cubicBezTo>
                  <a:close/>
                  <a:moveTo>
                    <a:pt x="23010" y="21867"/>
                  </a:moveTo>
                  <a:cubicBezTo>
                    <a:pt x="22990" y="21897"/>
                    <a:pt x="22970" y="21927"/>
                    <a:pt x="22960" y="21957"/>
                  </a:cubicBezTo>
                  <a:cubicBezTo>
                    <a:pt x="25207" y="22739"/>
                    <a:pt x="27534" y="23371"/>
                    <a:pt x="29801" y="24104"/>
                  </a:cubicBezTo>
                  <a:cubicBezTo>
                    <a:pt x="30463" y="24314"/>
                    <a:pt x="31646" y="24986"/>
                    <a:pt x="32389" y="24986"/>
                  </a:cubicBezTo>
                  <a:cubicBezTo>
                    <a:pt x="32419" y="24986"/>
                    <a:pt x="32449" y="24976"/>
                    <a:pt x="32479" y="24976"/>
                  </a:cubicBezTo>
                  <a:cubicBezTo>
                    <a:pt x="32690" y="24966"/>
                    <a:pt x="55088" y="23211"/>
                    <a:pt x="55088" y="23211"/>
                  </a:cubicBezTo>
                  <a:lnTo>
                    <a:pt x="55078" y="23131"/>
                  </a:lnTo>
                  <a:lnTo>
                    <a:pt x="32539" y="24886"/>
                  </a:lnTo>
                  <a:cubicBezTo>
                    <a:pt x="32539" y="24886"/>
                    <a:pt x="28477" y="23522"/>
                    <a:pt x="23010" y="21867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2" name="Google Shape;722;p17"/>
            <p:cNvSpPr/>
            <p:nvPr/>
          </p:nvSpPr>
          <p:spPr>
            <a:xfrm>
              <a:off x="4751553" y="320969"/>
              <a:ext cx="4587881" cy="2065040"/>
            </a:xfrm>
            <a:custGeom>
              <a:avLst/>
              <a:gdLst/>
              <a:ahLst/>
              <a:cxnLst/>
              <a:rect l="l" t="t" r="r" b="b"/>
              <a:pathLst>
                <a:path w="55289" h="24886" extrusionOk="0">
                  <a:moveTo>
                    <a:pt x="25709" y="0"/>
                  </a:moveTo>
                  <a:cubicBezTo>
                    <a:pt x="25648" y="111"/>
                    <a:pt x="25588" y="281"/>
                    <a:pt x="25458" y="472"/>
                  </a:cubicBezTo>
                  <a:cubicBezTo>
                    <a:pt x="26130" y="1074"/>
                    <a:pt x="27093" y="2057"/>
                    <a:pt x="27444" y="2297"/>
                  </a:cubicBezTo>
                  <a:cubicBezTo>
                    <a:pt x="28577" y="3050"/>
                    <a:pt x="28587" y="2468"/>
                    <a:pt x="29731" y="3170"/>
                  </a:cubicBezTo>
                  <a:cubicBezTo>
                    <a:pt x="29590" y="2959"/>
                    <a:pt x="29540" y="2819"/>
                    <a:pt x="29410" y="2618"/>
                  </a:cubicBezTo>
                  <a:lnTo>
                    <a:pt x="29410" y="2618"/>
                  </a:lnTo>
                  <a:cubicBezTo>
                    <a:pt x="29962" y="3009"/>
                    <a:pt x="30915" y="3551"/>
                    <a:pt x="31777" y="4023"/>
                  </a:cubicBezTo>
                  <a:cubicBezTo>
                    <a:pt x="31958" y="4053"/>
                    <a:pt x="32078" y="4073"/>
                    <a:pt x="32108" y="4073"/>
                  </a:cubicBezTo>
                  <a:cubicBezTo>
                    <a:pt x="31877" y="3692"/>
                    <a:pt x="31306" y="3581"/>
                    <a:pt x="31175" y="3160"/>
                  </a:cubicBezTo>
                  <a:cubicBezTo>
                    <a:pt x="31075" y="2849"/>
                    <a:pt x="29380" y="1726"/>
                    <a:pt x="29129" y="1525"/>
                  </a:cubicBezTo>
                  <a:cubicBezTo>
                    <a:pt x="28918" y="1364"/>
                    <a:pt x="28708" y="1204"/>
                    <a:pt x="28517" y="1053"/>
                  </a:cubicBezTo>
                  <a:cubicBezTo>
                    <a:pt x="28447" y="1033"/>
                    <a:pt x="28397" y="1033"/>
                    <a:pt x="28357" y="1033"/>
                  </a:cubicBezTo>
                  <a:cubicBezTo>
                    <a:pt x="28246" y="1033"/>
                    <a:pt x="28196" y="1074"/>
                    <a:pt x="28146" y="1114"/>
                  </a:cubicBezTo>
                  <a:cubicBezTo>
                    <a:pt x="28106" y="1164"/>
                    <a:pt x="28076" y="1204"/>
                    <a:pt x="27986" y="1204"/>
                  </a:cubicBezTo>
                  <a:cubicBezTo>
                    <a:pt x="27956" y="1204"/>
                    <a:pt x="27915" y="1194"/>
                    <a:pt x="27855" y="1174"/>
                  </a:cubicBezTo>
                  <a:cubicBezTo>
                    <a:pt x="27253" y="973"/>
                    <a:pt x="26371" y="652"/>
                    <a:pt x="25699" y="20"/>
                  </a:cubicBezTo>
                  <a:cubicBezTo>
                    <a:pt x="25709" y="10"/>
                    <a:pt x="25709" y="0"/>
                    <a:pt x="25709" y="0"/>
                  </a:cubicBezTo>
                  <a:close/>
                  <a:moveTo>
                    <a:pt x="29280" y="5116"/>
                  </a:moveTo>
                  <a:cubicBezTo>
                    <a:pt x="29560" y="5116"/>
                    <a:pt x="30373" y="5437"/>
                    <a:pt x="30373" y="5437"/>
                  </a:cubicBezTo>
                  <a:cubicBezTo>
                    <a:pt x="30854" y="5597"/>
                    <a:pt x="31476" y="5988"/>
                    <a:pt x="31496" y="6179"/>
                  </a:cubicBezTo>
                  <a:cubicBezTo>
                    <a:pt x="31506" y="6229"/>
                    <a:pt x="31466" y="6249"/>
                    <a:pt x="31406" y="6249"/>
                  </a:cubicBezTo>
                  <a:cubicBezTo>
                    <a:pt x="31236" y="6249"/>
                    <a:pt x="30864" y="6109"/>
                    <a:pt x="30513" y="6059"/>
                  </a:cubicBezTo>
                  <a:cubicBezTo>
                    <a:pt x="30032" y="5988"/>
                    <a:pt x="29069" y="5246"/>
                    <a:pt x="29199" y="5136"/>
                  </a:cubicBezTo>
                  <a:cubicBezTo>
                    <a:pt x="29209" y="5126"/>
                    <a:pt x="29239" y="5116"/>
                    <a:pt x="29280" y="5116"/>
                  </a:cubicBezTo>
                  <a:close/>
                  <a:moveTo>
                    <a:pt x="16872" y="4564"/>
                  </a:moveTo>
                  <a:cubicBezTo>
                    <a:pt x="17022" y="4564"/>
                    <a:pt x="17193" y="4624"/>
                    <a:pt x="17363" y="4685"/>
                  </a:cubicBezTo>
                  <a:cubicBezTo>
                    <a:pt x="17524" y="4745"/>
                    <a:pt x="17674" y="4795"/>
                    <a:pt x="17775" y="4795"/>
                  </a:cubicBezTo>
                  <a:cubicBezTo>
                    <a:pt x="17795" y="4795"/>
                    <a:pt x="17825" y="4795"/>
                    <a:pt x="17845" y="4785"/>
                  </a:cubicBezTo>
                  <a:cubicBezTo>
                    <a:pt x="17845" y="4775"/>
                    <a:pt x="17855" y="4775"/>
                    <a:pt x="17865" y="4775"/>
                  </a:cubicBezTo>
                  <a:cubicBezTo>
                    <a:pt x="17995" y="4775"/>
                    <a:pt x="18386" y="5006"/>
                    <a:pt x="18778" y="5236"/>
                  </a:cubicBezTo>
                  <a:cubicBezTo>
                    <a:pt x="19159" y="5467"/>
                    <a:pt x="19540" y="5698"/>
                    <a:pt x="19650" y="5698"/>
                  </a:cubicBezTo>
                  <a:cubicBezTo>
                    <a:pt x="19670" y="5698"/>
                    <a:pt x="19680" y="5688"/>
                    <a:pt x="19670" y="5657"/>
                  </a:cubicBezTo>
                  <a:cubicBezTo>
                    <a:pt x="19660" y="5617"/>
                    <a:pt x="19680" y="5607"/>
                    <a:pt x="19710" y="5607"/>
                  </a:cubicBezTo>
                  <a:cubicBezTo>
                    <a:pt x="19961" y="5607"/>
                    <a:pt x="21195" y="6350"/>
                    <a:pt x="21656" y="6610"/>
                  </a:cubicBezTo>
                  <a:cubicBezTo>
                    <a:pt x="22168" y="6911"/>
                    <a:pt x="22268" y="7012"/>
                    <a:pt x="22148" y="7012"/>
                  </a:cubicBezTo>
                  <a:cubicBezTo>
                    <a:pt x="21957" y="7012"/>
                    <a:pt x="21175" y="6731"/>
                    <a:pt x="20844" y="6640"/>
                  </a:cubicBezTo>
                  <a:cubicBezTo>
                    <a:pt x="20663" y="6590"/>
                    <a:pt x="20513" y="6560"/>
                    <a:pt x="20392" y="6560"/>
                  </a:cubicBezTo>
                  <a:cubicBezTo>
                    <a:pt x="20152" y="6560"/>
                    <a:pt x="20031" y="6661"/>
                    <a:pt x="20122" y="6831"/>
                  </a:cubicBezTo>
                  <a:cubicBezTo>
                    <a:pt x="20132" y="6861"/>
                    <a:pt x="20102" y="6871"/>
                    <a:pt x="20031" y="6871"/>
                  </a:cubicBezTo>
                  <a:cubicBezTo>
                    <a:pt x="19540" y="6871"/>
                    <a:pt x="17323" y="6219"/>
                    <a:pt x="17163" y="5978"/>
                  </a:cubicBezTo>
                  <a:cubicBezTo>
                    <a:pt x="17113" y="5908"/>
                    <a:pt x="17183" y="5888"/>
                    <a:pt x="17293" y="5888"/>
                  </a:cubicBezTo>
                  <a:cubicBezTo>
                    <a:pt x="17423" y="5888"/>
                    <a:pt x="17604" y="5918"/>
                    <a:pt x="17785" y="5938"/>
                  </a:cubicBezTo>
                  <a:cubicBezTo>
                    <a:pt x="17955" y="5968"/>
                    <a:pt x="18116" y="5988"/>
                    <a:pt x="18196" y="5988"/>
                  </a:cubicBezTo>
                  <a:cubicBezTo>
                    <a:pt x="18286" y="5988"/>
                    <a:pt x="18276" y="5958"/>
                    <a:pt x="18075" y="5868"/>
                  </a:cubicBezTo>
                  <a:cubicBezTo>
                    <a:pt x="17333" y="5527"/>
                    <a:pt x="16390" y="4805"/>
                    <a:pt x="16691" y="4614"/>
                  </a:cubicBezTo>
                  <a:cubicBezTo>
                    <a:pt x="16741" y="4574"/>
                    <a:pt x="16802" y="4564"/>
                    <a:pt x="16872" y="4564"/>
                  </a:cubicBezTo>
                  <a:close/>
                  <a:moveTo>
                    <a:pt x="23352" y="6480"/>
                  </a:moveTo>
                  <a:cubicBezTo>
                    <a:pt x="23412" y="6480"/>
                    <a:pt x="23512" y="6510"/>
                    <a:pt x="23683" y="6580"/>
                  </a:cubicBezTo>
                  <a:cubicBezTo>
                    <a:pt x="24826" y="7082"/>
                    <a:pt x="25879" y="7914"/>
                    <a:pt x="25528" y="7914"/>
                  </a:cubicBezTo>
                  <a:cubicBezTo>
                    <a:pt x="25478" y="7914"/>
                    <a:pt x="25408" y="7904"/>
                    <a:pt x="25297" y="7864"/>
                  </a:cubicBezTo>
                  <a:cubicBezTo>
                    <a:pt x="24435" y="7573"/>
                    <a:pt x="23913" y="7473"/>
                    <a:pt x="23121" y="7072"/>
                  </a:cubicBezTo>
                  <a:cubicBezTo>
                    <a:pt x="22629" y="6821"/>
                    <a:pt x="23221" y="6971"/>
                    <a:pt x="23422" y="6861"/>
                  </a:cubicBezTo>
                  <a:cubicBezTo>
                    <a:pt x="23522" y="6811"/>
                    <a:pt x="23181" y="6480"/>
                    <a:pt x="23352" y="6480"/>
                  </a:cubicBezTo>
                  <a:close/>
                  <a:moveTo>
                    <a:pt x="29241" y="5769"/>
                  </a:moveTo>
                  <a:lnTo>
                    <a:pt x="29241" y="5769"/>
                  </a:lnTo>
                  <a:cubicBezTo>
                    <a:pt x="29333" y="5878"/>
                    <a:pt x="29792" y="5898"/>
                    <a:pt x="29932" y="5928"/>
                  </a:cubicBezTo>
                  <a:cubicBezTo>
                    <a:pt x="30082" y="5958"/>
                    <a:pt x="30222" y="5988"/>
                    <a:pt x="30363" y="6049"/>
                  </a:cubicBezTo>
                  <a:cubicBezTo>
                    <a:pt x="30764" y="6209"/>
                    <a:pt x="31095" y="6500"/>
                    <a:pt x="31396" y="6801"/>
                  </a:cubicBezTo>
                  <a:cubicBezTo>
                    <a:pt x="31847" y="6871"/>
                    <a:pt x="32560" y="7082"/>
                    <a:pt x="33171" y="7242"/>
                  </a:cubicBezTo>
                  <a:cubicBezTo>
                    <a:pt x="33553" y="7343"/>
                    <a:pt x="34746" y="7613"/>
                    <a:pt x="35208" y="7654"/>
                  </a:cubicBezTo>
                  <a:cubicBezTo>
                    <a:pt x="35669" y="7684"/>
                    <a:pt x="37234" y="8135"/>
                    <a:pt x="37475" y="8356"/>
                  </a:cubicBezTo>
                  <a:cubicBezTo>
                    <a:pt x="37505" y="8386"/>
                    <a:pt x="37485" y="8406"/>
                    <a:pt x="37424" y="8406"/>
                  </a:cubicBezTo>
                  <a:cubicBezTo>
                    <a:pt x="37254" y="8406"/>
                    <a:pt x="36823" y="8316"/>
                    <a:pt x="36341" y="8225"/>
                  </a:cubicBezTo>
                  <a:cubicBezTo>
                    <a:pt x="35860" y="8135"/>
                    <a:pt x="35338" y="8045"/>
                    <a:pt x="34997" y="8045"/>
                  </a:cubicBezTo>
                  <a:cubicBezTo>
                    <a:pt x="34937" y="8045"/>
                    <a:pt x="34887" y="8055"/>
                    <a:pt x="34836" y="8055"/>
                  </a:cubicBezTo>
                  <a:cubicBezTo>
                    <a:pt x="34726" y="8075"/>
                    <a:pt x="34606" y="8085"/>
                    <a:pt x="34485" y="8085"/>
                  </a:cubicBezTo>
                  <a:cubicBezTo>
                    <a:pt x="33853" y="8085"/>
                    <a:pt x="33101" y="7894"/>
                    <a:pt x="32560" y="7654"/>
                  </a:cubicBezTo>
                  <a:cubicBezTo>
                    <a:pt x="31928" y="7363"/>
                    <a:pt x="30945" y="6781"/>
                    <a:pt x="31256" y="6781"/>
                  </a:cubicBezTo>
                  <a:lnTo>
                    <a:pt x="31296" y="6781"/>
                  </a:lnTo>
                  <a:cubicBezTo>
                    <a:pt x="31035" y="6681"/>
                    <a:pt x="30774" y="6590"/>
                    <a:pt x="30503" y="6490"/>
                  </a:cubicBezTo>
                  <a:cubicBezTo>
                    <a:pt x="30393" y="6450"/>
                    <a:pt x="30273" y="6400"/>
                    <a:pt x="30162" y="6360"/>
                  </a:cubicBezTo>
                  <a:cubicBezTo>
                    <a:pt x="30032" y="6309"/>
                    <a:pt x="29901" y="6259"/>
                    <a:pt x="29781" y="6199"/>
                  </a:cubicBezTo>
                  <a:cubicBezTo>
                    <a:pt x="29571" y="6089"/>
                    <a:pt x="29391" y="5949"/>
                    <a:pt x="29241" y="5769"/>
                  </a:cubicBezTo>
                  <a:close/>
                  <a:moveTo>
                    <a:pt x="2949" y="8616"/>
                  </a:moveTo>
                  <a:cubicBezTo>
                    <a:pt x="3080" y="8616"/>
                    <a:pt x="3220" y="8647"/>
                    <a:pt x="3371" y="8717"/>
                  </a:cubicBezTo>
                  <a:cubicBezTo>
                    <a:pt x="4314" y="9178"/>
                    <a:pt x="6390" y="9941"/>
                    <a:pt x="5808" y="9941"/>
                  </a:cubicBezTo>
                  <a:cubicBezTo>
                    <a:pt x="5778" y="9941"/>
                    <a:pt x="5738" y="9941"/>
                    <a:pt x="5698" y="9930"/>
                  </a:cubicBezTo>
                  <a:cubicBezTo>
                    <a:pt x="4915" y="9860"/>
                    <a:pt x="4203" y="9620"/>
                    <a:pt x="3652" y="9620"/>
                  </a:cubicBezTo>
                  <a:cubicBezTo>
                    <a:pt x="3551" y="9620"/>
                    <a:pt x="3451" y="9630"/>
                    <a:pt x="3371" y="9640"/>
                  </a:cubicBezTo>
                  <a:cubicBezTo>
                    <a:pt x="3321" y="9650"/>
                    <a:pt x="3270" y="9660"/>
                    <a:pt x="3230" y="9660"/>
                  </a:cubicBezTo>
                  <a:cubicBezTo>
                    <a:pt x="3070" y="9660"/>
                    <a:pt x="3020" y="9569"/>
                    <a:pt x="2969" y="9479"/>
                  </a:cubicBezTo>
                  <a:cubicBezTo>
                    <a:pt x="2919" y="9389"/>
                    <a:pt x="2869" y="9299"/>
                    <a:pt x="2679" y="9299"/>
                  </a:cubicBezTo>
                  <a:cubicBezTo>
                    <a:pt x="2618" y="9299"/>
                    <a:pt x="2548" y="9309"/>
                    <a:pt x="2458" y="9329"/>
                  </a:cubicBezTo>
                  <a:cubicBezTo>
                    <a:pt x="2097" y="9419"/>
                    <a:pt x="1716" y="9479"/>
                    <a:pt x="1515" y="9479"/>
                  </a:cubicBezTo>
                  <a:cubicBezTo>
                    <a:pt x="1314" y="9479"/>
                    <a:pt x="1284" y="9419"/>
                    <a:pt x="1565" y="9268"/>
                  </a:cubicBezTo>
                  <a:cubicBezTo>
                    <a:pt x="2147" y="8958"/>
                    <a:pt x="1956" y="9098"/>
                    <a:pt x="2247" y="8887"/>
                  </a:cubicBezTo>
                  <a:cubicBezTo>
                    <a:pt x="2438" y="8747"/>
                    <a:pt x="2679" y="8616"/>
                    <a:pt x="2949" y="8616"/>
                  </a:cubicBezTo>
                  <a:close/>
                  <a:moveTo>
                    <a:pt x="23512" y="2729"/>
                  </a:moveTo>
                  <a:cubicBezTo>
                    <a:pt x="23512" y="2729"/>
                    <a:pt x="23502" y="2739"/>
                    <a:pt x="23502" y="2739"/>
                  </a:cubicBezTo>
                  <a:cubicBezTo>
                    <a:pt x="23482" y="2779"/>
                    <a:pt x="23452" y="2819"/>
                    <a:pt x="23412" y="2859"/>
                  </a:cubicBezTo>
                  <a:cubicBezTo>
                    <a:pt x="23191" y="3120"/>
                    <a:pt x="23151" y="3240"/>
                    <a:pt x="22940" y="3421"/>
                  </a:cubicBezTo>
                  <a:cubicBezTo>
                    <a:pt x="22820" y="3601"/>
                    <a:pt x="22800" y="3952"/>
                    <a:pt x="22720" y="4203"/>
                  </a:cubicBezTo>
                  <a:cubicBezTo>
                    <a:pt x="23151" y="4534"/>
                    <a:pt x="23592" y="4875"/>
                    <a:pt x="23693" y="4935"/>
                  </a:cubicBezTo>
                  <a:cubicBezTo>
                    <a:pt x="23703" y="4945"/>
                    <a:pt x="23713" y="4945"/>
                    <a:pt x="23713" y="4945"/>
                  </a:cubicBezTo>
                  <a:cubicBezTo>
                    <a:pt x="23753" y="4945"/>
                    <a:pt x="23582" y="4725"/>
                    <a:pt x="23402" y="4504"/>
                  </a:cubicBezTo>
                  <a:cubicBezTo>
                    <a:pt x="23231" y="4293"/>
                    <a:pt x="23051" y="4073"/>
                    <a:pt x="23091" y="4073"/>
                  </a:cubicBezTo>
                  <a:lnTo>
                    <a:pt x="23091" y="4073"/>
                  </a:lnTo>
                  <a:cubicBezTo>
                    <a:pt x="23091" y="4073"/>
                    <a:pt x="23101" y="4073"/>
                    <a:pt x="23111" y="4083"/>
                  </a:cubicBezTo>
                  <a:cubicBezTo>
                    <a:pt x="24475" y="5036"/>
                    <a:pt x="26150" y="6249"/>
                    <a:pt x="27554" y="7423"/>
                  </a:cubicBezTo>
                  <a:cubicBezTo>
                    <a:pt x="26250" y="7022"/>
                    <a:pt x="25277" y="6179"/>
                    <a:pt x="23993" y="5708"/>
                  </a:cubicBezTo>
                  <a:cubicBezTo>
                    <a:pt x="23713" y="5607"/>
                    <a:pt x="22379" y="4975"/>
                    <a:pt x="21476" y="4554"/>
                  </a:cubicBezTo>
                  <a:cubicBezTo>
                    <a:pt x="21355" y="4614"/>
                    <a:pt x="21235" y="4685"/>
                    <a:pt x="21115" y="4705"/>
                  </a:cubicBezTo>
                  <a:cubicBezTo>
                    <a:pt x="21175" y="4755"/>
                    <a:pt x="21235" y="4815"/>
                    <a:pt x="21295" y="4865"/>
                  </a:cubicBezTo>
                  <a:cubicBezTo>
                    <a:pt x="21686" y="5216"/>
                    <a:pt x="22078" y="5557"/>
                    <a:pt x="22007" y="5557"/>
                  </a:cubicBezTo>
                  <a:cubicBezTo>
                    <a:pt x="21977" y="5557"/>
                    <a:pt x="21897" y="5517"/>
                    <a:pt x="21737" y="5427"/>
                  </a:cubicBezTo>
                  <a:cubicBezTo>
                    <a:pt x="21626" y="5357"/>
                    <a:pt x="19891" y="4584"/>
                    <a:pt x="19761" y="4524"/>
                  </a:cubicBezTo>
                  <a:cubicBezTo>
                    <a:pt x="19660" y="4484"/>
                    <a:pt x="19590" y="4464"/>
                    <a:pt x="19540" y="4464"/>
                  </a:cubicBezTo>
                  <a:cubicBezTo>
                    <a:pt x="19460" y="4464"/>
                    <a:pt x="19450" y="4514"/>
                    <a:pt x="19460" y="4574"/>
                  </a:cubicBezTo>
                  <a:cubicBezTo>
                    <a:pt x="19460" y="4634"/>
                    <a:pt x="19470" y="4695"/>
                    <a:pt x="19420" y="4695"/>
                  </a:cubicBezTo>
                  <a:cubicBezTo>
                    <a:pt x="19389" y="4695"/>
                    <a:pt x="19339" y="4674"/>
                    <a:pt x="19259" y="4624"/>
                  </a:cubicBezTo>
                  <a:cubicBezTo>
                    <a:pt x="18838" y="4384"/>
                    <a:pt x="18095" y="4063"/>
                    <a:pt x="17373" y="3692"/>
                  </a:cubicBezTo>
                  <a:cubicBezTo>
                    <a:pt x="17293" y="3661"/>
                    <a:pt x="17223" y="3641"/>
                    <a:pt x="17153" y="3641"/>
                  </a:cubicBezTo>
                  <a:cubicBezTo>
                    <a:pt x="16922" y="3641"/>
                    <a:pt x="16711" y="3832"/>
                    <a:pt x="16491" y="4023"/>
                  </a:cubicBezTo>
                  <a:cubicBezTo>
                    <a:pt x="16270" y="4213"/>
                    <a:pt x="16039" y="4404"/>
                    <a:pt x="15738" y="4404"/>
                  </a:cubicBezTo>
                  <a:cubicBezTo>
                    <a:pt x="15678" y="4404"/>
                    <a:pt x="15608" y="4394"/>
                    <a:pt x="15538" y="4374"/>
                  </a:cubicBezTo>
                  <a:cubicBezTo>
                    <a:pt x="15297" y="4624"/>
                    <a:pt x="15066" y="4835"/>
                    <a:pt x="14906" y="4935"/>
                  </a:cubicBezTo>
                  <a:cubicBezTo>
                    <a:pt x="14474" y="5186"/>
                    <a:pt x="14244" y="5326"/>
                    <a:pt x="13833" y="5668"/>
                  </a:cubicBezTo>
                  <a:cubicBezTo>
                    <a:pt x="13742" y="5808"/>
                    <a:pt x="13742" y="5878"/>
                    <a:pt x="13822" y="5878"/>
                  </a:cubicBezTo>
                  <a:cubicBezTo>
                    <a:pt x="13913" y="5878"/>
                    <a:pt x="14133" y="5768"/>
                    <a:pt x="14454" y="5527"/>
                  </a:cubicBezTo>
                  <a:cubicBezTo>
                    <a:pt x="15016" y="5106"/>
                    <a:pt x="15417" y="4845"/>
                    <a:pt x="15558" y="4845"/>
                  </a:cubicBezTo>
                  <a:cubicBezTo>
                    <a:pt x="15638" y="4845"/>
                    <a:pt x="15628" y="4925"/>
                    <a:pt x="15538" y="5106"/>
                  </a:cubicBezTo>
                  <a:cubicBezTo>
                    <a:pt x="15257" y="5587"/>
                    <a:pt x="14264" y="6390"/>
                    <a:pt x="14103" y="6831"/>
                  </a:cubicBezTo>
                  <a:cubicBezTo>
                    <a:pt x="14023" y="7057"/>
                    <a:pt x="13790" y="7059"/>
                    <a:pt x="13470" y="7059"/>
                  </a:cubicBezTo>
                  <a:cubicBezTo>
                    <a:pt x="13463" y="7059"/>
                    <a:pt x="13456" y="7059"/>
                    <a:pt x="13448" y="7059"/>
                  </a:cubicBezTo>
                  <a:cubicBezTo>
                    <a:pt x="13132" y="7059"/>
                    <a:pt x="12735" y="7062"/>
                    <a:pt x="12318" y="7272"/>
                  </a:cubicBezTo>
                  <a:cubicBezTo>
                    <a:pt x="11917" y="7473"/>
                    <a:pt x="11566" y="7613"/>
                    <a:pt x="11385" y="7613"/>
                  </a:cubicBezTo>
                  <a:cubicBezTo>
                    <a:pt x="11225" y="7613"/>
                    <a:pt x="11215" y="7483"/>
                    <a:pt x="11475" y="7182"/>
                  </a:cubicBezTo>
                  <a:lnTo>
                    <a:pt x="11475" y="7182"/>
                  </a:lnTo>
                  <a:cubicBezTo>
                    <a:pt x="11084" y="7403"/>
                    <a:pt x="10091" y="7383"/>
                    <a:pt x="9780" y="7623"/>
                  </a:cubicBezTo>
                  <a:cubicBezTo>
                    <a:pt x="9600" y="7764"/>
                    <a:pt x="9379" y="7874"/>
                    <a:pt x="9178" y="7924"/>
                  </a:cubicBezTo>
                  <a:cubicBezTo>
                    <a:pt x="10001" y="8386"/>
                    <a:pt x="11335" y="8958"/>
                    <a:pt x="12819" y="9670"/>
                  </a:cubicBezTo>
                  <a:cubicBezTo>
                    <a:pt x="13913" y="10121"/>
                    <a:pt x="14926" y="10512"/>
                    <a:pt x="15317" y="10623"/>
                  </a:cubicBezTo>
                  <a:cubicBezTo>
                    <a:pt x="15467" y="10663"/>
                    <a:pt x="15628" y="10723"/>
                    <a:pt x="15768" y="10803"/>
                  </a:cubicBezTo>
                  <a:cubicBezTo>
                    <a:pt x="16220" y="11084"/>
                    <a:pt x="14234" y="11375"/>
                    <a:pt x="12819" y="11375"/>
                  </a:cubicBezTo>
                  <a:cubicBezTo>
                    <a:pt x="12188" y="11375"/>
                    <a:pt x="11676" y="11315"/>
                    <a:pt x="11536" y="11174"/>
                  </a:cubicBezTo>
                  <a:cubicBezTo>
                    <a:pt x="11465" y="11104"/>
                    <a:pt x="11405" y="11014"/>
                    <a:pt x="11325" y="10974"/>
                  </a:cubicBezTo>
                  <a:cubicBezTo>
                    <a:pt x="11265" y="10944"/>
                    <a:pt x="11205" y="10924"/>
                    <a:pt x="11144" y="10924"/>
                  </a:cubicBezTo>
                  <a:cubicBezTo>
                    <a:pt x="11014" y="10924"/>
                    <a:pt x="10884" y="10984"/>
                    <a:pt x="10753" y="11014"/>
                  </a:cubicBezTo>
                  <a:cubicBezTo>
                    <a:pt x="10623" y="11044"/>
                    <a:pt x="10502" y="11054"/>
                    <a:pt x="10392" y="11054"/>
                  </a:cubicBezTo>
                  <a:cubicBezTo>
                    <a:pt x="10011" y="11054"/>
                    <a:pt x="9680" y="10893"/>
                    <a:pt x="9369" y="10623"/>
                  </a:cubicBezTo>
                  <a:cubicBezTo>
                    <a:pt x="8687" y="10001"/>
                    <a:pt x="6891" y="9870"/>
                    <a:pt x="6831" y="9830"/>
                  </a:cubicBezTo>
                  <a:cubicBezTo>
                    <a:pt x="6651" y="9690"/>
                    <a:pt x="5628" y="8556"/>
                    <a:pt x="5427" y="8456"/>
                  </a:cubicBezTo>
                  <a:cubicBezTo>
                    <a:pt x="5317" y="8396"/>
                    <a:pt x="5196" y="8346"/>
                    <a:pt x="5066" y="8346"/>
                  </a:cubicBezTo>
                  <a:lnTo>
                    <a:pt x="5036" y="8346"/>
                  </a:lnTo>
                  <a:cubicBezTo>
                    <a:pt x="4925" y="8346"/>
                    <a:pt x="4003" y="7854"/>
                    <a:pt x="3451" y="7583"/>
                  </a:cubicBezTo>
                  <a:cubicBezTo>
                    <a:pt x="3341" y="7523"/>
                    <a:pt x="3290" y="7503"/>
                    <a:pt x="3270" y="7503"/>
                  </a:cubicBezTo>
                  <a:cubicBezTo>
                    <a:pt x="3190" y="7503"/>
                    <a:pt x="3521" y="7774"/>
                    <a:pt x="3310" y="7824"/>
                  </a:cubicBezTo>
                  <a:lnTo>
                    <a:pt x="3300" y="7824"/>
                  </a:lnTo>
                  <a:cubicBezTo>
                    <a:pt x="3230" y="7824"/>
                    <a:pt x="2990" y="7694"/>
                    <a:pt x="2759" y="7563"/>
                  </a:cubicBezTo>
                  <a:cubicBezTo>
                    <a:pt x="2729" y="7543"/>
                    <a:pt x="2699" y="7523"/>
                    <a:pt x="2669" y="7513"/>
                  </a:cubicBezTo>
                  <a:cubicBezTo>
                    <a:pt x="2638" y="7523"/>
                    <a:pt x="2598" y="7533"/>
                    <a:pt x="2558" y="7553"/>
                  </a:cubicBezTo>
                  <a:cubicBezTo>
                    <a:pt x="2478" y="7573"/>
                    <a:pt x="1655" y="7774"/>
                    <a:pt x="1385" y="7804"/>
                  </a:cubicBezTo>
                  <a:cubicBezTo>
                    <a:pt x="1304" y="7874"/>
                    <a:pt x="1204" y="7954"/>
                    <a:pt x="1144" y="7995"/>
                  </a:cubicBezTo>
                  <a:cubicBezTo>
                    <a:pt x="1064" y="8065"/>
                    <a:pt x="1064" y="8065"/>
                    <a:pt x="1254" y="8125"/>
                  </a:cubicBezTo>
                  <a:cubicBezTo>
                    <a:pt x="1415" y="8185"/>
                    <a:pt x="1114" y="8406"/>
                    <a:pt x="933" y="8406"/>
                  </a:cubicBezTo>
                  <a:lnTo>
                    <a:pt x="883" y="8406"/>
                  </a:lnTo>
                  <a:cubicBezTo>
                    <a:pt x="793" y="8376"/>
                    <a:pt x="693" y="8356"/>
                    <a:pt x="602" y="8356"/>
                  </a:cubicBezTo>
                  <a:cubicBezTo>
                    <a:pt x="502" y="8356"/>
                    <a:pt x="412" y="8376"/>
                    <a:pt x="362" y="8436"/>
                  </a:cubicBezTo>
                  <a:cubicBezTo>
                    <a:pt x="331" y="8466"/>
                    <a:pt x="311" y="8486"/>
                    <a:pt x="291" y="8506"/>
                  </a:cubicBezTo>
                  <a:cubicBezTo>
                    <a:pt x="291" y="8506"/>
                    <a:pt x="291" y="8516"/>
                    <a:pt x="291" y="8516"/>
                  </a:cubicBezTo>
                  <a:cubicBezTo>
                    <a:pt x="261" y="8566"/>
                    <a:pt x="231" y="8606"/>
                    <a:pt x="211" y="8647"/>
                  </a:cubicBezTo>
                  <a:cubicBezTo>
                    <a:pt x="121" y="8787"/>
                    <a:pt x="61" y="8857"/>
                    <a:pt x="0" y="8887"/>
                  </a:cubicBezTo>
                  <a:cubicBezTo>
                    <a:pt x="422" y="9118"/>
                    <a:pt x="592" y="9208"/>
                    <a:pt x="472" y="9208"/>
                  </a:cubicBezTo>
                  <a:cubicBezTo>
                    <a:pt x="442" y="9208"/>
                    <a:pt x="392" y="9198"/>
                    <a:pt x="321" y="9188"/>
                  </a:cubicBezTo>
                  <a:lnTo>
                    <a:pt x="321" y="9188"/>
                  </a:lnTo>
                  <a:cubicBezTo>
                    <a:pt x="351" y="9208"/>
                    <a:pt x="372" y="9218"/>
                    <a:pt x="392" y="9228"/>
                  </a:cubicBezTo>
                  <a:cubicBezTo>
                    <a:pt x="442" y="9258"/>
                    <a:pt x="1013" y="9620"/>
                    <a:pt x="1204" y="9720"/>
                  </a:cubicBezTo>
                  <a:cubicBezTo>
                    <a:pt x="1385" y="9820"/>
                    <a:pt x="2177" y="10051"/>
                    <a:pt x="2388" y="10171"/>
                  </a:cubicBezTo>
                  <a:cubicBezTo>
                    <a:pt x="2458" y="10211"/>
                    <a:pt x="2508" y="10221"/>
                    <a:pt x="2538" y="10221"/>
                  </a:cubicBezTo>
                  <a:cubicBezTo>
                    <a:pt x="2578" y="10221"/>
                    <a:pt x="2578" y="10181"/>
                    <a:pt x="2568" y="10141"/>
                  </a:cubicBezTo>
                  <a:cubicBezTo>
                    <a:pt x="2558" y="10091"/>
                    <a:pt x="2548" y="10051"/>
                    <a:pt x="2578" y="10051"/>
                  </a:cubicBezTo>
                  <a:lnTo>
                    <a:pt x="2598" y="10051"/>
                  </a:lnTo>
                  <a:cubicBezTo>
                    <a:pt x="3331" y="10402"/>
                    <a:pt x="3020" y="10211"/>
                    <a:pt x="3652" y="10733"/>
                  </a:cubicBezTo>
                  <a:cubicBezTo>
                    <a:pt x="5407" y="12197"/>
                    <a:pt x="6570" y="14695"/>
                    <a:pt x="6510" y="14765"/>
                  </a:cubicBezTo>
                  <a:cubicBezTo>
                    <a:pt x="6420" y="14855"/>
                    <a:pt x="6290" y="14886"/>
                    <a:pt x="6179" y="14936"/>
                  </a:cubicBezTo>
                  <a:cubicBezTo>
                    <a:pt x="5938" y="15046"/>
                    <a:pt x="5758" y="15257"/>
                    <a:pt x="5597" y="15467"/>
                  </a:cubicBezTo>
                  <a:cubicBezTo>
                    <a:pt x="5387" y="15718"/>
                    <a:pt x="5176" y="16049"/>
                    <a:pt x="5297" y="16350"/>
                  </a:cubicBezTo>
                  <a:cubicBezTo>
                    <a:pt x="5367" y="16531"/>
                    <a:pt x="5537" y="16641"/>
                    <a:pt x="5718" y="16731"/>
                  </a:cubicBezTo>
                  <a:cubicBezTo>
                    <a:pt x="6370" y="17052"/>
                    <a:pt x="7102" y="17032"/>
                    <a:pt x="7744" y="17353"/>
                  </a:cubicBezTo>
                  <a:cubicBezTo>
                    <a:pt x="7914" y="17443"/>
                    <a:pt x="8105" y="17473"/>
                    <a:pt x="8296" y="17473"/>
                  </a:cubicBezTo>
                  <a:cubicBezTo>
                    <a:pt x="8577" y="17473"/>
                    <a:pt x="8857" y="17413"/>
                    <a:pt x="9118" y="17403"/>
                  </a:cubicBezTo>
                  <a:cubicBezTo>
                    <a:pt x="9700" y="17363"/>
                    <a:pt x="10332" y="16862"/>
                    <a:pt x="10863" y="16641"/>
                  </a:cubicBezTo>
                  <a:cubicBezTo>
                    <a:pt x="11596" y="16330"/>
                    <a:pt x="12328" y="16029"/>
                    <a:pt x="13070" y="15718"/>
                  </a:cubicBezTo>
                  <a:lnTo>
                    <a:pt x="17363" y="13933"/>
                  </a:lnTo>
                  <a:cubicBezTo>
                    <a:pt x="18065" y="13642"/>
                    <a:pt x="18768" y="13351"/>
                    <a:pt x="19480" y="13070"/>
                  </a:cubicBezTo>
                  <a:cubicBezTo>
                    <a:pt x="19831" y="12940"/>
                    <a:pt x="20413" y="12589"/>
                    <a:pt x="20844" y="12589"/>
                  </a:cubicBezTo>
                  <a:cubicBezTo>
                    <a:pt x="20924" y="12589"/>
                    <a:pt x="21004" y="12609"/>
                    <a:pt x="21075" y="12639"/>
                  </a:cubicBezTo>
                  <a:cubicBezTo>
                    <a:pt x="20884" y="12759"/>
                    <a:pt x="20663" y="12869"/>
                    <a:pt x="20453" y="12970"/>
                  </a:cubicBezTo>
                  <a:cubicBezTo>
                    <a:pt x="19590" y="13371"/>
                    <a:pt x="18758" y="13682"/>
                    <a:pt x="17925" y="14173"/>
                  </a:cubicBezTo>
                  <a:cubicBezTo>
                    <a:pt x="17002" y="14725"/>
                    <a:pt x="16099" y="15287"/>
                    <a:pt x="15207" y="15879"/>
                  </a:cubicBezTo>
                  <a:cubicBezTo>
                    <a:pt x="14826" y="16139"/>
                    <a:pt x="14444" y="16390"/>
                    <a:pt x="14013" y="16541"/>
                  </a:cubicBezTo>
                  <a:cubicBezTo>
                    <a:pt x="13833" y="16611"/>
                    <a:pt x="13632" y="16651"/>
                    <a:pt x="13471" y="16761"/>
                  </a:cubicBezTo>
                  <a:cubicBezTo>
                    <a:pt x="13181" y="16952"/>
                    <a:pt x="13030" y="17303"/>
                    <a:pt x="12729" y="17493"/>
                  </a:cubicBezTo>
                  <a:cubicBezTo>
                    <a:pt x="12458" y="17674"/>
                    <a:pt x="12097" y="17684"/>
                    <a:pt x="11846" y="17915"/>
                  </a:cubicBezTo>
                  <a:cubicBezTo>
                    <a:pt x="11766" y="17985"/>
                    <a:pt x="11656" y="18065"/>
                    <a:pt x="11626" y="18166"/>
                  </a:cubicBezTo>
                  <a:cubicBezTo>
                    <a:pt x="11756" y="18166"/>
                    <a:pt x="11796" y="18266"/>
                    <a:pt x="11887" y="18336"/>
                  </a:cubicBezTo>
                  <a:cubicBezTo>
                    <a:pt x="11997" y="18426"/>
                    <a:pt x="12198" y="18426"/>
                    <a:pt x="12338" y="18446"/>
                  </a:cubicBezTo>
                  <a:cubicBezTo>
                    <a:pt x="12980" y="18527"/>
                    <a:pt x="13592" y="18647"/>
                    <a:pt x="14174" y="18958"/>
                  </a:cubicBezTo>
                  <a:cubicBezTo>
                    <a:pt x="14294" y="19018"/>
                    <a:pt x="14414" y="19088"/>
                    <a:pt x="14545" y="19108"/>
                  </a:cubicBezTo>
                  <a:lnTo>
                    <a:pt x="14555" y="19118"/>
                  </a:lnTo>
                  <a:lnTo>
                    <a:pt x="14645" y="19118"/>
                  </a:lnTo>
                  <a:cubicBezTo>
                    <a:pt x="14705" y="19118"/>
                    <a:pt x="14765" y="19108"/>
                    <a:pt x="14836" y="19098"/>
                  </a:cubicBezTo>
                  <a:cubicBezTo>
                    <a:pt x="15929" y="18928"/>
                    <a:pt x="16912" y="18246"/>
                    <a:pt x="17955" y="17895"/>
                  </a:cubicBezTo>
                  <a:cubicBezTo>
                    <a:pt x="20182" y="17142"/>
                    <a:pt x="22479" y="16852"/>
                    <a:pt x="24796" y="16420"/>
                  </a:cubicBezTo>
                  <a:cubicBezTo>
                    <a:pt x="25237" y="16340"/>
                    <a:pt x="25689" y="16250"/>
                    <a:pt x="26100" y="16049"/>
                  </a:cubicBezTo>
                  <a:cubicBezTo>
                    <a:pt x="26531" y="15838"/>
                    <a:pt x="26892" y="15517"/>
                    <a:pt x="27294" y="15257"/>
                  </a:cubicBezTo>
                  <a:cubicBezTo>
                    <a:pt x="28036" y="14775"/>
                    <a:pt x="29009" y="14364"/>
                    <a:pt x="29881" y="14244"/>
                  </a:cubicBezTo>
                  <a:lnTo>
                    <a:pt x="29881" y="14244"/>
                  </a:lnTo>
                  <a:cubicBezTo>
                    <a:pt x="29711" y="14565"/>
                    <a:pt x="29370" y="14876"/>
                    <a:pt x="29069" y="15106"/>
                  </a:cubicBezTo>
                  <a:cubicBezTo>
                    <a:pt x="28517" y="15517"/>
                    <a:pt x="28096" y="15879"/>
                    <a:pt x="27594" y="16360"/>
                  </a:cubicBezTo>
                  <a:cubicBezTo>
                    <a:pt x="27454" y="16480"/>
                    <a:pt x="27304" y="16591"/>
                    <a:pt x="27213" y="16751"/>
                  </a:cubicBezTo>
                  <a:cubicBezTo>
                    <a:pt x="27133" y="16892"/>
                    <a:pt x="27123" y="17062"/>
                    <a:pt x="27043" y="17203"/>
                  </a:cubicBezTo>
                  <a:cubicBezTo>
                    <a:pt x="26752" y="17764"/>
                    <a:pt x="25097" y="18326"/>
                    <a:pt x="24525" y="18527"/>
                  </a:cubicBezTo>
                  <a:cubicBezTo>
                    <a:pt x="24184" y="18637"/>
                    <a:pt x="23843" y="18747"/>
                    <a:pt x="23502" y="18858"/>
                  </a:cubicBezTo>
                  <a:cubicBezTo>
                    <a:pt x="23432" y="18888"/>
                    <a:pt x="22248" y="19329"/>
                    <a:pt x="22449" y="19550"/>
                  </a:cubicBezTo>
                  <a:cubicBezTo>
                    <a:pt x="22539" y="19560"/>
                    <a:pt x="22639" y="19560"/>
                    <a:pt x="22730" y="19560"/>
                  </a:cubicBezTo>
                  <a:cubicBezTo>
                    <a:pt x="22860" y="19560"/>
                    <a:pt x="22990" y="19560"/>
                    <a:pt x="23111" y="19540"/>
                  </a:cubicBezTo>
                  <a:cubicBezTo>
                    <a:pt x="24214" y="19419"/>
                    <a:pt x="25578" y="18707"/>
                    <a:pt x="26601" y="18276"/>
                  </a:cubicBezTo>
                  <a:cubicBezTo>
                    <a:pt x="27494" y="17895"/>
                    <a:pt x="28437" y="17193"/>
                    <a:pt x="29350" y="16962"/>
                  </a:cubicBezTo>
                  <a:lnTo>
                    <a:pt x="29350" y="16962"/>
                  </a:lnTo>
                  <a:cubicBezTo>
                    <a:pt x="29049" y="17483"/>
                    <a:pt x="28497" y="17604"/>
                    <a:pt x="28026" y="17915"/>
                  </a:cubicBezTo>
                  <a:cubicBezTo>
                    <a:pt x="27544" y="18246"/>
                    <a:pt x="27143" y="18667"/>
                    <a:pt x="26742" y="19078"/>
                  </a:cubicBezTo>
                  <a:cubicBezTo>
                    <a:pt x="26160" y="19660"/>
                    <a:pt x="25558" y="20232"/>
                    <a:pt x="24876" y="20693"/>
                  </a:cubicBezTo>
                  <a:cubicBezTo>
                    <a:pt x="24375" y="21014"/>
                    <a:pt x="23542" y="21335"/>
                    <a:pt x="23221" y="21867"/>
                  </a:cubicBezTo>
                  <a:cubicBezTo>
                    <a:pt x="28688" y="23522"/>
                    <a:pt x="32750" y="24886"/>
                    <a:pt x="32750" y="24886"/>
                  </a:cubicBezTo>
                  <a:lnTo>
                    <a:pt x="55289" y="23131"/>
                  </a:lnTo>
                  <a:lnTo>
                    <a:pt x="54306" y="14244"/>
                  </a:lnTo>
                  <a:cubicBezTo>
                    <a:pt x="54276" y="14224"/>
                    <a:pt x="54256" y="14214"/>
                    <a:pt x="54226" y="14193"/>
                  </a:cubicBezTo>
                  <a:cubicBezTo>
                    <a:pt x="54015" y="14073"/>
                    <a:pt x="53634" y="14203"/>
                    <a:pt x="53453" y="14053"/>
                  </a:cubicBezTo>
                  <a:cubicBezTo>
                    <a:pt x="52270" y="13120"/>
                    <a:pt x="51718" y="11636"/>
                    <a:pt x="49973" y="11495"/>
                  </a:cubicBezTo>
                  <a:cubicBezTo>
                    <a:pt x="49822" y="11485"/>
                    <a:pt x="49672" y="11485"/>
                    <a:pt x="49541" y="11415"/>
                  </a:cubicBezTo>
                  <a:cubicBezTo>
                    <a:pt x="49451" y="11355"/>
                    <a:pt x="49381" y="11275"/>
                    <a:pt x="49311" y="11194"/>
                  </a:cubicBezTo>
                  <a:cubicBezTo>
                    <a:pt x="48618" y="10382"/>
                    <a:pt x="47676" y="9790"/>
                    <a:pt x="46642" y="9519"/>
                  </a:cubicBezTo>
                  <a:cubicBezTo>
                    <a:pt x="46231" y="9409"/>
                    <a:pt x="45589" y="9208"/>
                    <a:pt x="45178" y="9078"/>
                  </a:cubicBezTo>
                  <a:cubicBezTo>
                    <a:pt x="44225" y="8807"/>
                    <a:pt x="43433" y="8376"/>
                    <a:pt x="42680" y="7814"/>
                  </a:cubicBezTo>
                  <a:cubicBezTo>
                    <a:pt x="42610" y="7764"/>
                    <a:pt x="42620" y="7744"/>
                    <a:pt x="42680" y="7744"/>
                  </a:cubicBezTo>
                  <a:cubicBezTo>
                    <a:pt x="42891" y="7744"/>
                    <a:pt x="43683" y="7975"/>
                    <a:pt x="43944" y="8085"/>
                  </a:cubicBezTo>
                  <a:cubicBezTo>
                    <a:pt x="44095" y="8145"/>
                    <a:pt x="44175" y="8165"/>
                    <a:pt x="44215" y="8165"/>
                  </a:cubicBezTo>
                  <a:cubicBezTo>
                    <a:pt x="44335" y="8165"/>
                    <a:pt x="43653" y="7764"/>
                    <a:pt x="42821" y="7353"/>
                  </a:cubicBezTo>
                  <a:cubicBezTo>
                    <a:pt x="41988" y="6951"/>
                    <a:pt x="41005" y="6540"/>
                    <a:pt x="40544" y="6540"/>
                  </a:cubicBezTo>
                  <a:cubicBezTo>
                    <a:pt x="40464" y="6540"/>
                    <a:pt x="40403" y="6550"/>
                    <a:pt x="40353" y="6580"/>
                  </a:cubicBezTo>
                  <a:cubicBezTo>
                    <a:pt x="40133" y="6721"/>
                    <a:pt x="40724" y="7092"/>
                    <a:pt x="40925" y="7262"/>
                  </a:cubicBezTo>
                  <a:cubicBezTo>
                    <a:pt x="41487" y="7754"/>
                    <a:pt x="41487" y="8045"/>
                    <a:pt x="41176" y="8045"/>
                  </a:cubicBezTo>
                  <a:cubicBezTo>
                    <a:pt x="41075" y="8045"/>
                    <a:pt x="40955" y="8015"/>
                    <a:pt x="40815" y="7965"/>
                  </a:cubicBezTo>
                  <a:cubicBezTo>
                    <a:pt x="40484" y="7844"/>
                    <a:pt x="39350" y="7433"/>
                    <a:pt x="38869" y="7433"/>
                  </a:cubicBezTo>
                  <a:lnTo>
                    <a:pt x="38789" y="7433"/>
                  </a:lnTo>
                  <a:cubicBezTo>
                    <a:pt x="38768" y="7443"/>
                    <a:pt x="38748" y="7443"/>
                    <a:pt x="38718" y="7443"/>
                  </a:cubicBezTo>
                  <a:cubicBezTo>
                    <a:pt x="38648" y="7443"/>
                    <a:pt x="38538" y="7433"/>
                    <a:pt x="38417" y="7423"/>
                  </a:cubicBezTo>
                  <a:cubicBezTo>
                    <a:pt x="38307" y="7413"/>
                    <a:pt x="38177" y="7403"/>
                    <a:pt x="38076" y="7403"/>
                  </a:cubicBezTo>
                  <a:cubicBezTo>
                    <a:pt x="37976" y="7403"/>
                    <a:pt x="37896" y="7413"/>
                    <a:pt x="37856" y="7433"/>
                  </a:cubicBezTo>
                  <a:cubicBezTo>
                    <a:pt x="37826" y="7463"/>
                    <a:pt x="37785" y="7473"/>
                    <a:pt x="37725" y="7473"/>
                  </a:cubicBezTo>
                  <a:cubicBezTo>
                    <a:pt x="37194" y="7473"/>
                    <a:pt x="35649" y="6490"/>
                    <a:pt x="35167" y="6259"/>
                  </a:cubicBezTo>
                  <a:cubicBezTo>
                    <a:pt x="35137" y="6249"/>
                    <a:pt x="35117" y="6239"/>
                    <a:pt x="35097" y="6239"/>
                  </a:cubicBezTo>
                  <a:cubicBezTo>
                    <a:pt x="34997" y="6239"/>
                    <a:pt x="34887" y="6249"/>
                    <a:pt x="34776" y="6269"/>
                  </a:cubicBezTo>
                  <a:cubicBezTo>
                    <a:pt x="34676" y="6289"/>
                    <a:pt x="34576" y="6320"/>
                    <a:pt x="34485" y="6370"/>
                  </a:cubicBezTo>
                  <a:cubicBezTo>
                    <a:pt x="34245" y="6480"/>
                    <a:pt x="33984" y="6540"/>
                    <a:pt x="33713" y="6540"/>
                  </a:cubicBezTo>
                  <a:cubicBezTo>
                    <a:pt x="33392" y="6540"/>
                    <a:pt x="33071" y="6460"/>
                    <a:pt x="32780" y="6299"/>
                  </a:cubicBezTo>
                  <a:cubicBezTo>
                    <a:pt x="31336" y="5547"/>
                    <a:pt x="29952" y="4604"/>
                    <a:pt x="28347" y="4494"/>
                  </a:cubicBezTo>
                  <a:lnTo>
                    <a:pt x="28297" y="4494"/>
                  </a:lnTo>
                  <a:cubicBezTo>
                    <a:pt x="28246" y="4494"/>
                    <a:pt x="28196" y="4504"/>
                    <a:pt x="28166" y="4534"/>
                  </a:cubicBezTo>
                  <a:cubicBezTo>
                    <a:pt x="28126" y="4584"/>
                    <a:pt x="28136" y="4644"/>
                    <a:pt x="28146" y="4695"/>
                  </a:cubicBezTo>
                  <a:cubicBezTo>
                    <a:pt x="28216" y="5066"/>
                    <a:pt x="28467" y="5387"/>
                    <a:pt x="28567" y="5748"/>
                  </a:cubicBezTo>
                  <a:cubicBezTo>
                    <a:pt x="28678" y="6149"/>
                    <a:pt x="29861" y="6761"/>
                    <a:pt x="29601" y="7082"/>
                  </a:cubicBezTo>
                  <a:cubicBezTo>
                    <a:pt x="29219" y="6610"/>
                    <a:pt x="27915" y="6019"/>
                    <a:pt x="26742" y="5086"/>
                  </a:cubicBezTo>
                  <a:cubicBezTo>
                    <a:pt x="26040" y="4524"/>
                    <a:pt x="25448" y="3551"/>
                    <a:pt x="24946" y="3200"/>
                  </a:cubicBezTo>
                  <a:cubicBezTo>
                    <a:pt x="24866" y="3140"/>
                    <a:pt x="24816" y="3120"/>
                    <a:pt x="24776" y="3120"/>
                  </a:cubicBezTo>
                  <a:cubicBezTo>
                    <a:pt x="24655" y="3120"/>
                    <a:pt x="24746" y="3381"/>
                    <a:pt x="24836" y="3651"/>
                  </a:cubicBezTo>
                  <a:cubicBezTo>
                    <a:pt x="24926" y="3912"/>
                    <a:pt x="25017" y="4183"/>
                    <a:pt x="24896" y="4183"/>
                  </a:cubicBezTo>
                  <a:cubicBezTo>
                    <a:pt x="24866" y="4183"/>
                    <a:pt x="24826" y="4163"/>
                    <a:pt x="24766" y="4123"/>
                  </a:cubicBezTo>
                  <a:cubicBezTo>
                    <a:pt x="24405" y="3892"/>
                    <a:pt x="23923" y="3230"/>
                    <a:pt x="23512" y="2729"/>
                  </a:cubicBezTo>
                  <a:close/>
                </a:path>
              </a:pathLst>
            </a:custGeom>
            <a:gradFill>
              <a:gsLst>
                <a:gs pos="0">
                  <a:schemeClr val="dk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3" name="Google Shape;723;p17"/>
            <p:cNvSpPr/>
            <p:nvPr/>
          </p:nvSpPr>
          <p:spPr>
            <a:xfrm>
              <a:off x="7177805" y="799514"/>
              <a:ext cx="178988" cy="85801"/>
            </a:xfrm>
            <a:custGeom>
              <a:avLst/>
              <a:gdLst/>
              <a:ahLst/>
              <a:cxnLst/>
              <a:rect l="l" t="t" r="r" b="b"/>
              <a:pathLst>
                <a:path w="2157" h="1034" extrusionOk="0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lnTo>
                    <a:pt x="2" y="2"/>
                  </a:lnTo>
                  <a:cubicBezTo>
                    <a:pt x="1" y="2"/>
                    <a:pt x="1" y="1"/>
                    <a:pt x="0" y="1"/>
                  </a:cubicBezTo>
                  <a:close/>
                  <a:moveTo>
                    <a:pt x="2" y="2"/>
                  </a:moveTo>
                  <a:cubicBezTo>
                    <a:pt x="152" y="182"/>
                    <a:pt x="332" y="322"/>
                    <a:pt x="542" y="432"/>
                  </a:cubicBezTo>
                  <a:cubicBezTo>
                    <a:pt x="662" y="492"/>
                    <a:pt x="793" y="542"/>
                    <a:pt x="923" y="593"/>
                  </a:cubicBezTo>
                  <a:cubicBezTo>
                    <a:pt x="1034" y="633"/>
                    <a:pt x="1154" y="683"/>
                    <a:pt x="1264" y="723"/>
                  </a:cubicBezTo>
                  <a:cubicBezTo>
                    <a:pt x="1535" y="823"/>
                    <a:pt x="1796" y="914"/>
                    <a:pt x="2057" y="1014"/>
                  </a:cubicBezTo>
                  <a:cubicBezTo>
                    <a:pt x="2087" y="1024"/>
                    <a:pt x="2127" y="1024"/>
                    <a:pt x="2157" y="1034"/>
                  </a:cubicBezTo>
                  <a:cubicBezTo>
                    <a:pt x="1856" y="733"/>
                    <a:pt x="1525" y="442"/>
                    <a:pt x="1124" y="282"/>
                  </a:cubicBezTo>
                  <a:cubicBezTo>
                    <a:pt x="983" y="221"/>
                    <a:pt x="843" y="191"/>
                    <a:pt x="693" y="161"/>
                  </a:cubicBezTo>
                  <a:cubicBezTo>
                    <a:pt x="553" y="131"/>
                    <a:pt x="94" y="111"/>
                    <a:pt x="2" y="2"/>
                  </a:cubicBezTo>
                  <a:close/>
                </a:path>
              </a:pathLst>
            </a:custGeom>
            <a:solidFill>
              <a:srgbClr val="CC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4" name="Google Shape;724;p17"/>
            <p:cNvSpPr/>
            <p:nvPr/>
          </p:nvSpPr>
          <p:spPr>
            <a:xfrm>
              <a:off x="6883973" y="315160"/>
              <a:ext cx="234004" cy="105717"/>
            </a:xfrm>
            <a:custGeom>
              <a:avLst/>
              <a:gdLst/>
              <a:ahLst/>
              <a:cxnLst/>
              <a:rect l="l" t="t" r="r" b="b"/>
              <a:pathLst>
                <a:path w="2820" h="1274" extrusionOk="0">
                  <a:moveTo>
                    <a:pt x="2288" y="1274"/>
                  </a:moveTo>
                  <a:cubicBezTo>
                    <a:pt x="2258" y="1274"/>
                    <a:pt x="2217" y="1264"/>
                    <a:pt x="2157" y="1244"/>
                  </a:cubicBezTo>
                  <a:cubicBezTo>
                    <a:pt x="1555" y="1043"/>
                    <a:pt x="673" y="722"/>
                    <a:pt x="1" y="90"/>
                  </a:cubicBezTo>
                  <a:cubicBezTo>
                    <a:pt x="11" y="80"/>
                    <a:pt x="11" y="70"/>
                    <a:pt x="11" y="70"/>
                  </a:cubicBezTo>
                  <a:cubicBezTo>
                    <a:pt x="51" y="20"/>
                    <a:pt x="91" y="0"/>
                    <a:pt x="131" y="0"/>
                  </a:cubicBezTo>
                  <a:cubicBezTo>
                    <a:pt x="191" y="0"/>
                    <a:pt x="271" y="40"/>
                    <a:pt x="372" y="120"/>
                  </a:cubicBezTo>
                  <a:cubicBezTo>
                    <a:pt x="462" y="191"/>
                    <a:pt x="582" y="221"/>
                    <a:pt x="703" y="221"/>
                  </a:cubicBezTo>
                  <a:cubicBezTo>
                    <a:pt x="733" y="221"/>
                    <a:pt x="763" y="221"/>
                    <a:pt x="793" y="211"/>
                  </a:cubicBezTo>
                  <a:cubicBezTo>
                    <a:pt x="913" y="311"/>
                    <a:pt x="1515" y="431"/>
                    <a:pt x="1646" y="431"/>
                  </a:cubicBezTo>
                  <a:cubicBezTo>
                    <a:pt x="1656" y="431"/>
                    <a:pt x="1656" y="431"/>
                    <a:pt x="1666" y="431"/>
                  </a:cubicBezTo>
                  <a:cubicBezTo>
                    <a:pt x="1676" y="421"/>
                    <a:pt x="1686" y="421"/>
                    <a:pt x="1696" y="421"/>
                  </a:cubicBezTo>
                  <a:cubicBezTo>
                    <a:pt x="1856" y="421"/>
                    <a:pt x="2298" y="722"/>
                    <a:pt x="2819" y="1123"/>
                  </a:cubicBezTo>
                  <a:cubicBezTo>
                    <a:pt x="2749" y="1103"/>
                    <a:pt x="2699" y="1103"/>
                    <a:pt x="2659" y="1103"/>
                  </a:cubicBezTo>
                  <a:cubicBezTo>
                    <a:pt x="2548" y="1103"/>
                    <a:pt x="2498" y="1144"/>
                    <a:pt x="2448" y="1184"/>
                  </a:cubicBezTo>
                  <a:cubicBezTo>
                    <a:pt x="2408" y="1234"/>
                    <a:pt x="2378" y="1274"/>
                    <a:pt x="2288" y="1274"/>
                  </a:cubicBezTo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5" name="Google Shape;725;p17"/>
            <p:cNvSpPr/>
            <p:nvPr/>
          </p:nvSpPr>
          <p:spPr>
            <a:xfrm>
              <a:off x="6863974" y="360052"/>
              <a:ext cx="83" cy="8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C46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6" name="Google Shape;726;p17"/>
            <p:cNvSpPr/>
            <p:nvPr/>
          </p:nvSpPr>
          <p:spPr>
            <a:xfrm>
              <a:off x="6702495" y="360052"/>
              <a:ext cx="961489" cy="548581"/>
            </a:xfrm>
            <a:custGeom>
              <a:avLst/>
              <a:gdLst/>
              <a:ahLst/>
              <a:cxnLst/>
              <a:rect l="l" t="t" r="r" b="b"/>
              <a:pathLst>
                <a:path w="11587" h="6611" extrusionOk="0">
                  <a:moveTo>
                    <a:pt x="1947" y="1"/>
                  </a:moveTo>
                  <a:cubicBezTo>
                    <a:pt x="1947" y="11"/>
                    <a:pt x="1937" y="21"/>
                    <a:pt x="1927" y="31"/>
                  </a:cubicBezTo>
                  <a:cubicBezTo>
                    <a:pt x="1917" y="51"/>
                    <a:pt x="1907" y="71"/>
                    <a:pt x="1897" y="91"/>
                  </a:cubicBezTo>
                  <a:cubicBezTo>
                    <a:pt x="1586" y="572"/>
                    <a:pt x="934" y="1194"/>
                    <a:pt x="593" y="1455"/>
                  </a:cubicBezTo>
                  <a:cubicBezTo>
                    <a:pt x="492" y="1535"/>
                    <a:pt x="422" y="1616"/>
                    <a:pt x="362" y="1696"/>
                  </a:cubicBezTo>
                  <a:cubicBezTo>
                    <a:pt x="302" y="1796"/>
                    <a:pt x="252" y="1907"/>
                    <a:pt x="172" y="2027"/>
                  </a:cubicBezTo>
                  <a:cubicBezTo>
                    <a:pt x="121" y="2097"/>
                    <a:pt x="71" y="2177"/>
                    <a:pt x="1" y="2258"/>
                  </a:cubicBezTo>
                  <a:cubicBezTo>
                    <a:pt x="412" y="2759"/>
                    <a:pt x="894" y="3421"/>
                    <a:pt x="1255" y="3652"/>
                  </a:cubicBezTo>
                  <a:cubicBezTo>
                    <a:pt x="1315" y="3692"/>
                    <a:pt x="1355" y="3712"/>
                    <a:pt x="1385" y="3712"/>
                  </a:cubicBezTo>
                  <a:cubicBezTo>
                    <a:pt x="1506" y="3712"/>
                    <a:pt x="1415" y="3441"/>
                    <a:pt x="1325" y="3180"/>
                  </a:cubicBezTo>
                  <a:cubicBezTo>
                    <a:pt x="1235" y="2910"/>
                    <a:pt x="1144" y="2649"/>
                    <a:pt x="1265" y="2649"/>
                  </a:cubicBezTo>
                  <a:cubicBezTo>
                    <a:pt x="1305" y="2649"/>
                    <a:pt x="1355" y="2669"/>
                    <a:pt x="1435" y="2729"/>
                  </a:cubicBezTo>
                  <a:cubicBezTo>
                    <a:pt x="1937" y="3080"/>
                    <a:pt x="2529" y="4053"/>
                    <a:pt x="3231" y="4615"/>
                  </a:cubicBezTo>
                  <a:cubicBezTo>
                    <a:pt x="4404" y="5548"/>
                    <a:pt x="5708" y="6139"/>
                    <a:pt x="6090" y="6611"/>
                  </a:cubicBezTo>
                  <a:cubicBezTo>
                    <a:pt x="6350" y="6290"/>
                    <a:pt x="5167" y="5678"/>
                    <a:pt x="5056" y="5277"/>
                  </a:cubicBezTo>
                  <a:cubicBezTo>
                    <a:pt x="4956" y="4916"/>
                    <a:pt x="4705" y="4595"/>
                    <a:pt x="4635" y="4224"/>
                  </a:cubicBezTo>
                  <a:cubicBezTo>
                    <a:pt x="4625" y="4173"/>
                    <a:pt x="4615" y="4113"/>
                    <a:pt x="4655" y="4063"/>
                  </a:cubicBezTo>
                  <a:cubicBezTo>
                    <a:pt x="4685" y="4033"/>
                    <a:pt x="4735" y="4023"/>
                    <a:pt x="4786" y="4023"/>
                  </a:cubicBezTo>
                  <a:lnTo>
                    <a:pt x="4836" y="4023"/>
                  </a:lnTo>
                  <a:cubicBezTo>
                    <a:pt x="6441" y="4133"/>
                    <a:pt x="7825" y="5076"/>
                    <a:pt x="9269" y="5828"/>
                  </a:cubicBezTo>
                  <a:cubicBezTo>
                    <a:pt x="9560" y="5989"/>
                    <a:pt x="9881" y="6069"/>
                    <a:pt x="10202" y="6069"/>
                  </a:cubicBezTo>
                  <a:cubicBezTo>
                    <a:pt x="10473" y="6069"/>
                    <a:pt x="10734" y="6009"/>
                    <a:pt x="10974" y="5899"/>
                  </a:cubicBezTo>
                  <a:cubicBezTo>
                    <a:pt x="11065" y="5849"/>
                    <a:pt x="11165" y="5818"/>
                    <a:pt x="11265" y="5798"/>
                  </a:cubicBezTo>
                  <a:cubicBezTo>
                    <a:pt x="11376" y="5778"/>
                    <a:pt x="11486" y="5768"/>
                    <a:pt x="11586" y="5768"/>
                  </a:cubicBezTo>
                  <a:cubicBezTo>
                    <a:pt x="11516" y="5738"/>
                    <a:pt x="11456" y="5728"/>
                    <a:pt x="11406" y="5728"/>
                  </a:cubicBezTo>
                  <a:cubicBezTo>
                    <a:pt x="11336" y="5728"/>
                    <a:pt x="11285" y="5738"/>
                    <a:pt x="11235" y="5758"/>
                  </a:cubicBezTo>
                  <a:cubicBezTo>
                    <a:pt x="11185" y="5768"/>
                    <a:pt x="11135" y="5788"/>
                    <a:pt x="11065" y="5788"/>
                  </a:cubicBezTo>
                  <a:cubicBezTo>
                    <a:pt x="11025" y="5788"/>
                    <a:pt x="10984" y="5778"/>
                    <a:pt x="10924" y="5768"/>
                  </a:cubicBezTo>
                  <a:cubicBezTo>
                    <a:pt x="10423" y="5608"/>
                    <a:pt x="9349" y="4976"/>
                    <a:pt x="8958" y="4896"/>
                  </a:cubicBezTo>
                  <a:cubicBezTo>
                    <a:pt x="8738" y="4855"/>
                    <a:pt x="8497" y="4855"/>
                    <a:pt x="8326" y="4705"/>
                  </a:cubicBezTo>
                  <a:cubicBezTo>
                    <a:pt x="8246" y="4645"/>
                    <a:pt x="8196" y="4555"/>
                    <a:pt x="8146" y="4474"/>
                  </a:cubicBezTo>
                  <a:cubicBezTo>
                    <a:pt x="7745" y="3852"/>
                    <a:pt x="7504" y="3933"/>
                    <a:pt x="6992" y="3481"/>
                  </a:cubicBezTo>
                  <a:cubicBezTo>
                    <a:pt x="6872" y="3401"/>
                    <a:pt x="6922" y="3371"/>
                    <a:pt x="7052" y="3371"/>
                  </a:cubicBezTo>
                  <a:cubicBezTo>
                    <a:pt x="7243" y="3371"/>
                    <a:pt x="7614" y="3431"/>
                    <a:pt x="7935" y="3491"/>
                  </a:cubicBezTo>
                  <a:cubicBezTo>
                    <a:pt x="8056" y="3511"/>
                    <a:pt x="8166" y="3531"/>
                    <a:pt x="8266" y="3552"/>
                  </a:cubicBezTo>
                  <a:cubicBezTo>
                    <a:pt x="7404" y="3080"/>
                    <a:pt x="6451" y="2538"/>
                    <a:pt x="5899" y="2147"/>
                  </a:cubicBezTo>
                  <a:lnTo>
                    <a:pt x="5899" y="2147"/>
                  </a:lnTo>
                  <a:cubicBezTo>
                    <a:pt x="6029" y="2348"/>
                    <a:pt x="6079" y="2488"/>
                    <a:pt x="6220" y="2699"/>
                  </a:cubicBezTo>
                  <a:cubicBezTo>
                    <a:pt x="5076" y="1997"/>
                    <a:pt x="5066" y="2579"/>
                    <a:pt x="3933" y="1826"/>
                  </a:cubicBezTo>
                  <a:cubicBezTo>
                    <a:pt x="3582" y="1586"/>
                    <a:pt x="2619" y="603"/>
                    <a:pt x="1947" y="1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7" name="Google Shape;727;p17"/>
            <p:cNvSpPr/>
            <p:nvPr/>
          </p:nvSpPr>
          <p:spPr>
            <a:xfrm>
              <a:off x="6040813" y="574804"/>
              <a:ext cx="997254" cy="362125"/>
            </a:xfrm>
            <a:custGeom>
              <a:avLst/>
              <a:gdLst/>
              <a:ahLst/>
              <a:cxnLst/>
              <a:rect l="l" t="t" r="r" b="b"/>
              <a:pathLst>
                <a:path w="12018" h="4364" extrusionOk="0">
                  <a:moveTo>
                    <a:pt x="1335" y="1"/>
                  </a:moveTo>
                  <a:cubicBezTo>
                    <a:pt x="1255" y="41"/>
                    <a:pt x="1174" y="81"/>
                    <a:pt x="1104" y="131"/>
                  </a:cubicBezTo>
                  <a:cubicBezTo>
                    <a:pt x="893" y="302"/>
                    <a:pt x="422" y="863"/>
                    <a:pt x="1" y="1315"/>
                  </a:cubicBezTo>
                  <a:cubicBezTo>
                    <a:pt x="71" y="1335"/>
                    <a:pt x="141" y="1345"/>
                    <a:pt x="201" y="1345"/>
                  </a:cubicBezTo>
                  <a:cubicBezTo>
                    <a:pt x="502" y="1345"/>
                    <a:pt x="733" y="1154"/>
                    <a:pt x="954" y="964"/>
                  </a:cubicBezTo>
                  <a:cubicBezTo>
                    <a:pt x="1174" y="773"/>
                    <a:pt x="1385" y="582"/>
                    <a:pt x="1616" y="582"/>
                  </a:cubicBezTo>
                  <a:cubicBezTo>
                    <a:pt x="1686" y="582"/>
                    <a:pt x="1756" y="602"/>
                    <a:pt x="1836" y="633"/>
                  </a:cubicBezTo>
                  <a:cubicBezTo>
                    <a:pt x="2558" y="1004"/>
                    <a:pt x="3301" y="1325"/>
                    <a:pt x="3722" y="1565"/>
                  </a:cubicBezTo>
                  <a:cubicBezTo>
                    <a:pt x="3802" y="1615"/>
                    <a:pt x="3852" y="1636"/>
                    <a:pt x="3883" y="1636"/>
                  </a:cubicBezTo>
                  <a:cubicBezTo>
                    <a:pt x="3933" y="1636"/>
                    <a:pt x="3923" y="1575"/>
                    <a:pt x="3923" y="1515"/>
                  </a:cubicBezTo>
                  <a:cubicBezTo>
                    <a:pt x="3913" y="1455"/>
                    <a:pt x="3923" y="1405"/>
                    <a:pt x="4003" y="1405"/>
                  </a:cubicBezTo>
                  <a:cubicBezTo>
                    <a:pt x="4053" y="1405"/>
                    <a:pt x="4123" y="1425"/>
                    <a:pt x="4224" y="1465"/>
                  </a:cubicBezTo>
                  <a:cubicBezTo>
                    <a:pt x="4354" y="1525"/>
                    <a:pt x="6089" y="2298"/>
                    <a:pt x="6200" y="2368"/>
                  </a:cubicBezTo>
                  <a:cubicBezTo>
                    <a:pt x="6360" y="2458"/>
                    <a:pt x="6440" y="2498"/>
                    <a:pt x="6470" y="2498"/>
                  </a:cubicBezTo>
                  <a:cubicBezTo>
                    <a:pt x="6541" y="2498"/>
                    <a:pt x="6149" y="2157"/>
                    <a:pt x="5758" y="1806"/>
                  </a:cubicBezTo>
                  <a:cubicBezTo>
                    <a:pt x="5698" y="1756"/>
                    <a:pt x="5638" y="1696"/>
                    <a:pt x="5578" y="1646"/>
                  </a:cubicBezTo>
                  <a:cubicBezTo>
                    <a:pt x="5538" y="1656"/>
                    <a:pt x="5507" y="1656"/>
                    <a:pt x="5467" y="1656"/>
                  </a:cubicBezTo>
                  <a:cubicBezTo>
                    <a:pt x="5427" y="1656"/>
                    <a:pt x="5377" y="1646"/>
                    <a:pt x="5337" y="1636"/>
                  </a:cubicBezTo>
                  <a:cubicBezTo>
                    <a:pt x="5207" y="1595"/>
                    <a:pt x="5176" y="1505"/>
                    <a:pt x="5086" y="1505"/>
                  </a:cubicBezTo>
                  <a:cubicBezTo>
                    <a:pt x="5066" y="1505"/>
                    <a:pt x="5046" y="1515"/>
                    <a:pt x="5016" y="1515"/>
                  </a:cubicBezTo>
                  <a:cubicBezTo>
                    <a:pt x="5016" y="1525"/>
                    <a:pt x="5006" y="1525"/>
                    <a:pt x="4996" y="1525"/>
                  </a:cubicBezTo>
                  <a:cubicBezTo>
                    <a:pt x="4735" y="1525"/>
                    <a:pt x="3451" y="713"/>
                    <a:pt x="2970" y="482"/>
                  </a:cubicBezTo>
                  <a:cubicBezTo>
                    <a:pt x="2478" y="251"/>
                    <a:pt x="1907" y="362"/>
                    <a:pt x="1515" y="141"/>
                  </a:cubicBezTo>
                  <a:cubicBezTo>
                    <a:pt x="1455" y="111"/>
                    <a:pt x="1395" y="51"/>
                    <a:pt x="1335" y="1"/>
                  </a:cubicBezTo>
                  <a:close/>
                  <a:moveTo>
                    <a:pt x="7554" y="1014"/>
                  </a:moveTo>
                  <a:lnTo>
                    <a:pt x="7554" y="1014"/>
                  </a:lnTo>
                  <a:cubicBezTo>
                    <a:pt x="7514" y="1014"/>
                    <a:pt x="7694" y="1234"/>
                    <a:pt x="7865" y="1445"/>
                  </a:cubicBezTo>
                  <a:cubicBezTo>
                    <a:pt x="8045" y="1666"/>
                    <a:pt x="8216" y="1886"/>
                    <a:pt x="8176" y="1886"/>
                  </a:cubicBezTo>
                  <a:cubicBezTo>
                    <a:pt x="8176" y="1886"/>
                    <a:pt x="8166" y="1886"/>
                    <a:pt x="8156" y="1876"/>
                  </a:cubicBezTo>
                  <a:cubicBezTo>
                    <a:pt x="8055" y="1816"/>
                    <a:pt x="7614" y="1475"/>
                    <a:pt x="7183" y="1144"/>
                  </a:cubicBezTo>
                  <a:cubicBezTo>
                    <a:pt x="7152" y="1254"/>
                    <a:pt x="7102" y="1355"/>
                    <a:pt x="7032" y="1405"/>
                  </a:cubicBezTo>
                  <a:cubicBezTo>
                    <a:pt x="6992" y="1435"/>
                    <a:pt x="6912" y="1445"/>
                    <a:pt x="6821" y="1445"/>
                  </a:cubicBezTo>
                  <a:cubicBezTo>
                    <a:pt x="6731" y="1445"/>
                    <a:pt x="6621" y="1435"/>
                    <a:pt x="6521" y="1425"/>
                  </a:cubicBezTo>
                  <a:cubicBezTo>
                    <a:pt x="6430" y="1415"/>
                    <a:pt x="6330" y="1395"/>
                    <a:pt x="6270" y="1395"/>
                  </a:cubicBezTo>
                  <a:cubicBezTo>
                    <a:pt x="6260" y="1395"/>
                    <a:pt x="6250" y="1405"/>
                    <a:pt x="6250" y="1405"/>
                  </a:cubicBezTo>
                  <a:cubicBezTo>
                    <a:pt x="6139" y="1415"/>
                    <a:pt x="6039" y="1455"/>
                    <a:pt x="5939" y="1495"/>
                  </a:cubicBezTo>
                  <a:cubicBezTo>
                    <a:pt x="6842" y="1916"/>
                    <a:pt x="8176" y="2548"/>
                    <a:pt x="8456" y="2649"/>
                  </a:cubicBezTo>
                  <a:cubicBezTo>
                    <a:pt x="9740" y="3120"/>
                    <a:pt x="10713" y="3963"/>
                    <a:pt x="12017" y="4364"/>
                  </a:cubicBezTo>
                  <a:cubicBezTo>
                    <a:pt x="10613" y="3190"/>
                    <a:pt x="8938" y="1977"/>
                    <a:pt x="7574" y="1024"/>
                  </a:cubicBezTo>
                  <a:cubicBezTo>
                    <a:pt x="7564" y="1014"/>
                    <a:pt x="7554" y="1014"/>
                    <a:pt x="7554" y="10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8" name="Google Shape;728;p17"/>
            <p:cNvSpPr/>
            <p:nvPr/>
          </p:nvSpPr>
          <p:spPr>
            <a:xfrm>
              <a:off x="7319286" y="883573"/>
              <a:ext cx="544432" cy="134925"/>
            </a:xfrm>
            <a:custGeom>
              <a:avLst/>
              <a:gdLst/>
              <a:ahLst/>
              <a:cxnLst/>
              <a:rect l="l" t="t" r="r" b="b"/>
              <a:pathLst>
                <a:path w="6561" h="1626" extrusionOk="0">
                  <a:moveTo>
                    <a:pt x="312" y="1"/>
                  </a:moveTo>
                  <a:cubicBezTo>
                    <a:pt x="1" y="1"/>
                    <a:pt x="984" y="583"/>
                    <a:pt x="1616" y="874"/>
                  </a:cubicBezTo>
                  <a:cubicBezTo>
                    <a:pt x="2157" y="1114"/>
                    <a:pt x="2909" y="1305"/>
                    <a:pt x="3541" y="1305"/>
                  </a:cubicBezTo>
                  <a:cubicBezTo>
                    <a:pt x="3662" y="1305"/>
                    <a:pt x="3782" y="1295"/>
                    <a:pt x="3892" y="1275"/>
                  </a:cubicBezTo>
                  <a:cubicBezTo>
                    <a:pt x="3943" y="1275"/>
                    <a:pt x="3993" y="1265"/>
                    <a:pt x="4053" y="1265"/>
                  </a:cubicBezTo>
                  <a:cubicBezTo>
                    <a:pt x="4394" y="1265"/>
                    <a:pt x="4916" y="1355"/>
                    <a:pt x="5397" y="1445"/>
                  </a:cubicBezTo>
                  <a:cubicBezTo>
                    <a:pt x="5879" y="1536"/>
                    <a:pt x="6310" y="1626"/>
                    <a:pt x="6480" y="1626"/>
                  </a:cubicBezTo>
                  <a:cubicBezTo>
                    <a:pt x="6541" y="1626"/>
                    <a:pt x="6561" y="1606"/>
                    <a:pt x="6531" y="1576"/>
                  </a:cubicBezTo>
                  <a:cubicBezTo>
                    <a:pt x="6290" y="1355"/>
                    <a:pt x="4725" y="904"/>
                    <a:pt x="4264" y="874"/>
                  </a:cubicBezTo>
                  <a:cubicBezTo>
                    <a:pt x="3802" y="833"/>
                    <a:pt x="2609" y="563"/>
                    <a:pt x="2227" y="462"/>
                  </a:cubicBezTo>
                  <a:cubicBezTo>
                    <a:pt x="1616" y="302"/>
                    <a:pt x="903" y="91"/>
                    <a:pt x="452" y="21"/>
                  </a:cubicBezTo>
                  <a:lnTo>
                    <a:pt x="452" y="21"/>
                  </a:lnTo>
                  <a:cubicBezTo>
                    <a:pt x="472" y="31"/>
                    <a:pt x="482" y="41"/>
                    <a:pt x="502" y="61"/>
                  </a:cubicBezTo>
                  <a:cubicBezTo>
                    <a:pt x="452" y="41"/>
                    <a:pt x="402" y="21"/>
                    <a:pt x="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9" name="Google Shape;729;p17"/>
            <p:cNvSpPr/>
            <p:nvPr/>
          </p:nvSpPr>
          <p:spPr>
            <a:xfrm>
              <a:off x="7348412" y="883573"/>
              <a:ext cx="12613" cy="5145"/>
            </a:xfrm>
            <a:custGeom>
              <a:avLst/>
              <a:gdLst/>
              <a:ahLst/>
              <a:cxnLst/>
              <a:rect l="l" t="t" r="r" b="b"/>
              <a:pathLst>
                <a:path w="152" h="62" extrusionOk="0">
                  <a:moveTo>
                    <a:pt x="1" y="1"/>
                  </a:moveTo>
                  <a:lnTo>
                    <a:pt x="1" y="1"/>
                  </a:lnTo>
                  <a:cubicBezTo>
                    <a:pt x="51" y="21"/>
                    <a:pt x="101" y="41"/>
                    <a:pt x="151" y="61"/>
                  </a:cubicBezTo>
                  <a:cubicBezTo>
                    <a:pt x="131" y="41"/>
                    <a:pt x="121" y="31"/>
                    <a:pt x="101" y="21"/>
                  </a:cubicBezTo>
                  <a:cubicBezTo>
                    <a:pt x="71" y="11"/>
                    <a:pt x="31" y="11"/>
                    <a:pt x="1" y="1"/>
                  </a:cubicBezTo>
                  <a:close/>
                </a:path>
              </a:pathLst>
            </a:custGeom>
            <a:solidFill>
              <a:srgbClr val="7ECD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0" name="Google Shape;730;p17"/>
            <p:cNvSpPr/>
            <p:nvPr/>
          </p:nvSpPr>
          <p:spPr>
            <a:xfrm>
              <a:off x="7163615" y="745411"/>
              <a:ext cx="202388" cy="94182"/>
            </a:xfrm>
            <a:custGeom>
              <a:avLst/>
              <a:gdLst/>
              <a:ahLst/>
              <a:cxnLst/>
              <a:rect l="l" t="t" r="r" b="b"/>
              <a:pathLst>
                <a:path w="2439" h="1135" extrusionOk="0">
                  <a:moveTo>
                    <a:pt x="212" y="1"/>
                  </a:moveTo>
                  <a:cubicBezTo>
                    <a:pt x="171" y="1"/>
                    <a:pt x="141" y="11"/>
                    <a:pt x="131" y="21"/>
                  </a:cubicBezTo>
                  <a:cubicBezTo>
                    <a:pt x="1" y="131"/>
                    <a:pt x="964" y="873"/>
                    <a:pt x="1445" y="944"/>
                  </a:cubicBezTo>
                  <a:cubicBezTo>
                    <a:pt x="1796" y="994"/>
                    <a:pt x="2168" y="1134"/>
                    <a:pt x="2338" y="1134"/>
                  </a:cubicBezTo>
                  <a:cubicBezTo>
                    <a:pt x="2398" y="1134"/>
                    <a:pt x="2438" y="1114"/>
                    <a:pt x="2428" y="1064"/>
                  </a:cubicBezTo>
                  <a:cubicBezTo>
                    <a:pt x="2408" y="873"/>
                    <a:pt x="1786" y="482"/>
                    <a:pt x="1305" y="322"/>
                  </a:cubicBezTo>
                  <a:cubicBezTo>
                    <a:pt x="1305" y="322"/>
                    <a:pt x="492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1" name="Google Shape;731;p17"/>
            <p:cNvSpPr/>
            <p:nvPr/>
          </p:nvSpPr>
          <p:spPr>
            <a:xfrm>
              <a:off x="5682090" y="723007"/>
              <a:ext cx="367104" cy="229772"/>
            </a:xfrm>
            <a:custGeom>
              <a:avLst/>
              <a:gdLst/>
              <a:ahLst/>
              <a:cxnLst/>
              <a:rect l="l" t="t" r="r" b="b"/>
              <a:pathLst>
                <a:path w="4424" h="2769" extrusionOk="0">
                  <a:moveTo>
                    <a:pt x="2619" y="823"/>
                  </a:moveTo>
                  <a:cubicBezTo>
                    <a:pt x="2616" y="826"/>
                    <a:pt x="2614" y="829"/>
                    <a:pt x="2612" y="832"/>
                  </a:cubicBezTo>
                  <a:lnTo>
                    <a:pt x="2612" y="832"/>
                  </a:lnTo>
                  <a:cubicBezTo>
                    <a:pt x="2615" y="829"/>
                    <a:pt x="2617" y="826"/>
                    <a:pt x="2619" y="823"/>
                  </a:cubicBezTo>
                  <a:close/>
                  <a:moveTo>
                    <a:pt x="4344" y="0"/>
                  </a:moveTo>
                  <a:cubicBezTo>
                    <a:pt x="4203" y="0"/>
                    <a:pt x="3802" y="261"/>
                    <a:pt x="3240" y="682"/>
                  </a:cubicBezTo>
                  <a:cubicBezTo>
                    <a:pt x="2919" y="923"/>
                    <a:pt x="2699" y="1033"/>
                    <a:pt x="2608" y="1033"/>
                  </a:cubicBezTo>
                  <a:cubicBezTo>
                    <a:pt x="2530" y="1033"/>
                    <a:pt x="2528" y="966"/>
                    <a:pt x="2612" y="832"/>
                  </a:cubicBezTo>
                  <a:lnTo>
                    <a:pt x="2612" y="832"/>
                  </a:lnTo>
                  <a:cubicBezTo>
                    <a:pt x="2601" y="846"/>
                    <a:pt x="2585" y="854"/>
                    <a:pt x="2568" y="863"/>
                  </a:cubicBezTo>
                  <a:cubicBezTo>
                    <a:pt x="2137" y="1244"/>
                    <a:pt x="1906" y="1374"/>
                    <a:pt x="1455" y="1645"/>
                  </a:cubicBezTo>
                  <a:cubicBezTo>
                    <a:pt x="1004" y="1906"/>
                    <a:pt x="653" y="2046"/>
                    <a:pt x="322" y="2307"/>
                  </a:cubicBezTo>
                  <a:cubicBezTo>
                    <a:pt x="301" y="2317"/>
                    <a:pt x="281" y="2327"/>
                    <a:pt x="261" y="2337"/>
                  </a:cubicBezTo>
                  <a:cubicBezTo>
                    <a:pt x="1" y="2638"/>
                    <a:pt x="11" y="2768"/>
                    <a:pt x="171" y="2768"/>
                  </a:cubicBezTo>
                  <a:cubicBezTo>
                    <a:pt x="352" y="2768"/>
                    <a:pt x="703" y="2628"/>
                    <a:pt x="1104" y="2427"/>
                  </a:cubicBezTo>
                  <a:cubicBezTo>
                    <a:pt x="1521" y="2217"/>
                    <a:pt x="1918" y="2214"/>
                    <a:pt x="2234" y="2214"/>
                  </a:cubicBezTo>
                  <a:cubicBezTo>
                    <a:pt x="2242" y="2214"/>
                    <a:pt x="2249" y="2214"/>
                    <a:pt x="2256" y="2214"/>
                  </a:cubicBezTo>
                  <a:cubicBezTo>
                    <a:pt x="2576" y="2214"/>
                    <a:pt x="2809" y="2212"/>
                    <a:pt x="2889" y="1986"/>
                  </a:cubicBezTo>
                  <a:cubicBezTo>
                    <a:pt x="3050" y="1545"/>
                    <a:pt x="4043" y="742"/>
                    <a:pt x="4324" y="261"/>
                  </a:cubicBezTo>
                  <a:cubicBezTo>
                    <a:pt x="4414" y="80"/>
                    <a:pt x="4424" y="0"/>
                    <a:pt x="4344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2" name="Google Shape;732;p17"/>
            <p:cNvSpPr/>
            <p:nvPr/>
          </p:nvSpPr>
          <p:spPr>
            <a:xfrm>
              <a:off x="6111595" y="699689"/>
              <a:ext cx="487839" cy="203135"/>
            </a:xfrm>
            <a:custGeom>
              <a:avLst/>
              <a:gdLst/>
              <a:ahLst/>
              <a:cxnLst/>
              <a:rect l="l" t="t" r="r" b="b"/>
              <a:pathLst>
                <a:path w="5879" h="2448" extrusionOk="0">
                  <a:moveTo>
                    <a:pt x="482" y="0"/>
                  </a:moveTo>
                  <a:cubicBezTo>
                    <a:pt x="412" y="0"/>
                    <a:pt x="351" y="10"/>
                    <a:pt x="301" y="50"/>
                  </a:cubicBezTo>
                  <a:cubicBezTo>
                    <a:pt x="0" y="241"/>
                    <a:pt x="943" y="963"/>
                    <a:pt x="1685" y="1304"/>
                  </a:cubicBezTo>
                  <a:cubicBezTo>
                    <a:pt x="1886" y="1394"/>
                    <a:pt x="1896" y="1424"/>
                    <a:pt x="1806" y="1424"/>
                  </a:cubicBezTo>
                  <a:cubicBezTo>
                    <a:pt x="1726" y="1424"/>
                    <a:pt x="1565" y="1404"/>
                    <a:pt x="1395" y="1374"/>
                  </a:cubicBezTo>
                  <a:cubicBezTo>
                    <a:pt x="1214" y="1354"/>
                    <a:pt x="1033" y="1324"/>
                    <a:pt x="903" y="1324"/>
                  </a:cubicBezTo>
                  <a:cubicBezTo>
                    <a:pt x="793" y="1324"/>
                    <a:pt x="723" y="1344"/>
                    <a:pt x="773" y="1414"/>
                  </a:cubicBezTo>
                  <a:cubicBezTo>
                    <a:pt x="933" y="1655"/>
                    <a:pt x="3150" y="2307"/>
                    <a:pt x="3641" y="2307"/>
                  </a:cubicBezTo>
                  <a:cubicBezTo>
                    <a:pt x="3712" y="2307"/>
                    <a:pt x="3742" y="2297"/>
                    <a:pt x="3732" y="2267"/>
                  </a:cubicBezTo>
                  <a:cubicBezTo>
                    <a:pt x="3641" y="2097"/>
                    <a:pt x="3762" y="1996"/>
                    <a:pt x="4002" y="1996"/>
                  </a:cubicBezTo>
                  <a:cubicBezTo>
                    <a:pt x="4123" y="1996"/>
                    <a:pt x="4273" y="2026"/>
                    <a:pt x="4454" y="2076"/>
                  </a:cubicBezTo>
                  <a:cubicBezTo>
                    <a:pt x="4785" y="2167"/>
                    <a:pt x="5567" y="2448"/>
                    <a:pt x="5758" y="2448"/>
                  </a:cubicBezTo>
                  <a:cubicBezTo>
                    <a:pt x="5878" y="2448"/>
                    <a:pt x="5778" y="2347"/>
                    <a:pt x="5266" y="2046"/>
                  </a:cubicBezTo>
                  <a:cubicBezTo>
                    <a:pt x="4805" y="1786"/>
                    <a:pt x="3571" y="1043"/>
                    <a:pt x="3320" y="1043"/>
                  </a:cubicBezTo>
                  <a:cubicBezTo>
                    <a:pt x="3290" y="1043"/>
                    <a:pt x="3270" y="1053"/>
                    <a:pt x="3280" y="1093"/>
                  </a:cubicBezTo>
                  <a:cubicBezTo>
                    <a:pt x="3290" y="1124"/>
                    <a:pt x="3280" y="1134"/>
                    <a:pt x="3260" y="1134"/>
                  </a:cubicBezTo>
                  <a:cubicBezTo>
                    <a:pt x="3150" y="1134"/>
                    <a:pt x="2769" y="903"/>
                    <a:pt x="2388" y="672"/>
                  </a:cubicBezTo>
                  <a:cubicBezTo>
                    <a:pt x="1996" y="442"/>
                    <a:pt x="1605" y="211"/>
                    <a:pt x="1475" y="211"/>
                  </a:cubicBezTo>
                  <a:cubicBezTo>
                    <a:pt x="1465" y="211"/>
                    <a:pt x="1455" y="211"/>
                    <a:pt x="1455" y="221"/>
                  </a:cubicBezTo>
                  <a:cubicBezTo>
                    <a:pt x="1435" y="231"/>
                    <a:pt x="1405" y="231"/>
                    <a:pt x="1385" y="231"/>
                  </a:cubicBezTo>
                  <a:cubicBezTo>
                    <a:pt x="1284" y="231"/>
                    <a:pt x="1134" y="181"/>
                    <a:pt x="973" y="121"/>
                  </a:cubicBezTo>
                  <a:cubicBezTo>
                    <a:pt x="803" y="60"/>
                    <a:pt x="632" y="0"/>
                    <a:pt x="482" y="0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3" name="Google Shape;733;p17"/>
            <p:cNvSpPr/>
            <p:nvPr/>
          </p:nvSpPr>
          <p:spPr>
            <a:xfrm>
              <a:off x="6629307" y="858596"/>
              <a:ext cx="269768" cy="119159"/>
            </a:xfrm>
            <a:custGeom>
              <a:avLst/>
              <a:gdLst/>
              <a:ahLst/>
              <a:cxnLst/>
              <a:rect l="l" t="t" r="r" b="b"/>
              <a:pathLst>
                <a:path w="3251" h="1436" extrusionOk="0">
                  <a:moveTo>
                    <a:pt x="723" y="1"/>
                  </a:moveTo>
                  <a:cubicBezTo>
                    <a:pt x="552" y="1"/>
                    <a:pt x="893" y="332"/>
                    <a:pt x="793" y="382"/>
                  </a:cubicBezTo>
                  <a:cubicBezTo>
                    <a:pt x="592" y="492"/>
                    <a:pt x="0" y="342"/>
                    <a:pt x="492" y="593"/>
                  </a:cubicBezTo>
                  <a:cubicBezTo>
                    <a:pt x="1284" y="994"/>
                    <a:pt x="1806" y="1094"/>
                    <a:pt x="2668" y="1385"/>
                  </a:cubicBezTo>
                  <a:cubicBezTo>
                    <a:pt x="2779" y="1425"/>
                    <a:pt x="2849" y="1435"/>
                    <a:pt x="2899" y="1435"/>
                  </a:cubicBezTo>
                  <a:cubicBezTo>
                    <a:pt x="3250" y="1435"/>
                    <a:pt x="2197" y="603"/>
                    <a:pt x="1054" y="101"/>
                  </a:cubicBezTo>
                  <a:cubicBezTo>
                    <a:pt x="883" y="31"/>
                    <a:pt x="783" y="1"/>
                    <a:pt x="723" y="1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4" name="Google Shape;734;p17"/>
            <p:cNvSpPr/>
            <p:nvPr/>
          </p:nvSpPr>
          <p:spPr>
            <a:xfrm>
              <a:off x="8210740" y="291843"/>
              <a:ext cx="985553" cy="605173"/>
            </a:xfrm>
            <a:custGeom>
              <a:avLst/>
              <a:gdLst/>
              <a:ahLst/>
              <a:cxnLst/>
              <a:rect l="l" t="t" r="r" b="b"/>
              <a:pathLst>
                <a:path w="11877" h="7293" extrusionOk="0">
                  <a:moveTo>
                    <a:pt x="191" y="5417"/>
                  </a:moveTo>
                  <a:cubicBezTo>
                    <a:pt x="121" y="5495"/>
                    <a:pt x="75" y="5554"/>
                    <a:pt x="34" y="5596"/>
                  </a:cubicBezTo>
                  <a:lnTo>
                    <a:pt x="34" y="5596"/>
                  </a:lnTo>
                  <a:cubicBezTo>
                    <a:pt x="77" y="5554"/>
                    <a:pt x="123" y="5493"/>
                    <a:pt x="191" y="5417"/>
                  </a:cubicBezTo>
                  <a:close/>
                  <a:moveTo>
                    <a:pt x="34" y="5596"/>
                  </a:moveTo>
                  <a:cubicBezTo>
                    <a:pt x="26" y="5604"/>
                    <a:pt x="18" y="5611"/>
                    <a:pt x="10" y="5617"/>
                  </a:cubicBezTo>
                  <a:cubicBezTo>
                    <a:pt x="10" y="5617"/>
                    <a:pt x="0" y="5627"/>
                    <a:pt x="0" y="5627"/>
                  </a:cubicBezTo>
                  <a:cubicBezTo>
                    <a:pt x="12" y="5618"/>
                    <a:pt x="23" y="5608"/>
                    <a:pt x="34" y="5596"/>
                  </a:cubicBezTo>
                  <a:close/>
                  <a:moveTo>
                    <a:pt x="11074" y="0"/>
                  </a:moveTo>
                  <a:lnTo>
                    <a:pt x="11876" y="7292"/>
                  </a:lnTo>
                  <a:cubicBezTo>
                    <a:pt x="11656" y="4855"/>
                    <a:pt x="11345" y="2428"/>
                    <a:pt x="11074" y="0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5" name="Google Shape;735;p17"/>
            <p:cNvSpPr/>
            <p:nvPr/>
          </p:nvSpPr>
          <p:spPr>
            <a:xfrm>
              <a:off x="8211570" y="291843"/>
              <a:ext cx="989702" cy="670063"/>
            </a:xfrm>
            <a:custGeom>
              <a:avLst/>
              <a:gdLst/>
              <a:ahLst/>
              <a:cxnLst/>
              <a:rect l="l" t="t" r="r" b="b"/>
              <a:pathLst>
                <a:path w="11927" h="8075" extrusionOk="0">
                  <a:moveTo>
                    <a:pt x="11064" y="0"/>
                  </a:moveTo>
                  <a:lnTo>
                    <a:pt x="11435" y="3391"/>
                  </a:lnTo>
                  <a:cubicBezTo>
                    <a:pt x="11094" y="3581"/>
                    <a:pt x="10693" y="3782"/>
                    <a:pt x="10141" y="4043"/>
                  </a:cubicBezTo>
                  <a:cubicBezTo>
                    <a:pt x="9439" y="4384"/>
                    <a:pt x="8396" y="5005"/>
                    <a:pt x="7353" y="5326"/>
                  </a:cubicBezTo>
                  <a:cubicBezTo>
                    <a:pt x="7252" y="5357"/>
                    <a:pt x="7192" y="5367"/>
                    <a:pt x="7162" y="5367"/>
                  </a:cubicBezTo>
                  <a:cubicBezTo>
                    <a:pt x="6972" y="5367"/>
                    <a:pt x="7995" y="4815"/>
                    <a:pt x="8436" y="4414"/>
                  </a:cubicBezTo>
                  <a:cubicBezTo>
                    <a:pt x="8496" y="4353"/>
                    <a:pt x="8506" y="4333"/>
                    <a:pt x="8476" y="4333"/>
                  </a:cubicBezTo>
                  <a:cubicBezTo>
                    <a:pt x="8306" y="4333"/>
                    <a:pt x="6721" y="5176"/>
                    <a:pt x="5286" y="5497"/>
                  </a:cubicBezTo>
                  <a:cubicBezTo>
                    <a:pt x="5196" y="5517"/>
                    <a:pt x="5136" y="5527"/>
                    <a:pt x="5096" y="5527"/>
                  </a:cubicBezTo>
                  <a:cubicBezTo>
                    <a:pt x="4755" y="5527"/>
                    <a:pt x="6631" y="4694"/>
                    <a:pt x="7874" y="3802"/>
                  </a:cubicBezTo>
                  <a:cubicBezTo>
                    <a:pt x="8536" y="3330"/>
                    <a:pt x="8907" y="2909"/>
                    <a:pt x="8877" y="2448"/>
                  </a:cubicBezTo>
                  <a:cubicBezTo>
                    <a:pt x="8857" y="2227"/>
                    <a:pt x="8667" y="2157"/>
                    <a:pt x="8396" y="2157"/>
                  </a:cubicBezTo>
                  <a:lnTo>
                    <a:pt x="8266" y="2157"/>
                  </a:lnTo>
                  <a:cubicBezTo>
                    <a:pt x="8245" y="2317"/>
                    <a:pt x="8185" y="2548"/>
                    <a:pt x="7985" y="2708"/>
                  </a:cubicBezTo>
                  <a:cubicBezTo>
                    <a:pt x="7654" y="2969"/>
                    <a:pt x="7303" y="3110"/>
                    <a:pt x="7192" y="3230"/>
                  </a:cubicBezTo>
                  <a:cubicBezTo>
                    <a:pt x="7022" y="3431"/>
                    <a:pt x="6570" y="3370"/>
                    <a:pt x="6350" y="3541"/>
                  </a:cubicBezTo>
                  <a:cubicBezTo>
                    <a:pt x="6039" y="3772"/>
                    <a:pt x="5969" y="4123"/>
                    <a:pt x="5537" y="4263"/>
                  </a:cubicBezTo>
                  <a:cubicBezTo>
                    <a:pt x="5327" y="4333"/>
                    <a:pt x="5106" y="4343"/>
                    <a:pt x="4895" y="4424"/>
                  </a:cubicBezTo>
                  <a:cubicBezTo>
                    <a:pt x="4624" y="4534"/>
                    <a:pt x="4414" y="4725"/>
                    <a:pt x="4173" y="4895"/>
                  </a:cubicBezTo>
                  <a:cubicBezTo>
                    <a:pt x="3942" y="5056"/>
                    <a:pt x="1936" y="5387"/>
                    <a:pt x="1816" y="5387"/>
                  </a:cubicBezTo>
                  <a:lnTo>
                    <a:pt x="1806" y="5387"/>
                  </a:lnTo>
                  <a:cubicBezTo>
                    <a:pt x="1736" y="5377"/>
                    <a:pt x="2257" y="5015"/>
                    <a:pt x="1856" y="5015"/>
                  </a:cubicBezTo>
                  <a:cubicBezTo>
                    <a:pt x="1776" y="5015"/>
                    <a:pt x="1655" y="5036"/>
                    <a:pt x="1495" y="5066"/>
                  </a:cubicBezTo>
                  <a:cubicBezTo>
                    <a:pt x="1054" y="5156"/>
                    <a:pt x="231" y="5367"/>
                    <a:pt x="221" y="5367"/>
                  </a:cubicBezTo>
                  <a:lnTo>
                    <a:pt x="211" y="5367"/>
                  </a:lnTo>
                  <a:cubicBezTo>
                    <a:pt x="201" y="5387"/>
                    <a:pt x="191" y="5397"/>
                    <a:pt x="181" y="5417"/>
                  </a:cubicBezTo>
                  <a:cubicBezTo>
                    <a:pt x="101" y="5507"/>
                    <a:pt x="51" y="5577"/>
                    <a:pt x="0" y="5617"/>
                  </a:cubicBezTo>
                  <a:cubicBezTo>
                    <a:pt x="161" y="5728"/>
                    <a:pt x="341" y="5838"/>
                    <a:pt x="542" y="5958"/>
                  </a:cubicBezTo>
                  <a:cubicBezTo>
                    <a:pt x="953" y="6179"/>
                    <a:pt x="1605" y="6540"/>
                    <a:pt x="2227" y="6891"/>
                  </a:cubicBezTo>
                  <a:cubicBezTo>
                    <a:pt x="2929" y="7282"/>
                    <a:pt x="3682" y="7694"/>
                    <a:pt x="4263" y="8045"/>
                  </a:cubicBezTo>
                  <a:cubicBezTo>
                    <a:pt x="4324" y="8065"/>
                    <a:pt x="4384" y="8075"/>
                    <a:pt x="4444" y="8075"/>
                  </a:cubicBezTo>
                  <a:cubicBezTo>
                    <a:pt x="4504" y="8075"/>
                    <a:pt x="4554" y="8065"/>
                    <a:pt x="4604" y="8045"/>
                  </a:cubicBezTo>
                  <a:cubicBezTo>
                    <a:pt x="4986" y="7904"/>
                    <a:pt x="5266" y="7613"/>
                    <a:pt x="5678" y="7473"/>
                  </a:cubicBezTo>
                  <a:cubicBezTo>
                    <a:pt x="5738" y="7453"/>
                    <a:pt x="5808" y="7433"/>
                    <a:pt x="5878" y="7433"/>
                  </a:cubicBezTo>
                  <a:lnTo>
                    <a:pt x="5898" y="7433"/>
                  </a:lnTo>
                  <a:cubicBezTo>
                    <a:pt x="6049" y="7443"/>
                    <a:pt x="6189" y="7533"/>
                    <a:pt x="6340" y="7533"/>
                  </a:cubicBezTo>
                  <a:cubicBezTo>
                    <a:pt x="6390" y="7543"/>
                    <a:pt x="6430" y="7543"/>
                    <a:pt x="6470" y="7543"/>
                  </a:cubicBezTo>
                  <a:cubicBezTo>
                    <a:pt x="6701" y="7543"/>
                    <a:pt x="6921" y="7513"/>
                    <a:pt x="7142" y="7493"/>
                  </a:cubicBezTo>
                  <a:cubicBezTo>
                    <a:pt x="7363" y="7463"/>
                    <a:pt x="7593" y="7443"/>
                    <a:pt x="7824" y="7443"/>
                  </a:cubicBezTo>
                  <a:lnTo>
                    <a:pt x="8115" y="7443"/>
                  </a:lnTo>
                  <a:cubicBezTo>
                    <a:pt x="8346" y="7443"/>
                    <a:pt x="8576" y="7403"/>
                    <a:pt x="8807" y="7393"/>
                  </a:cubicBezTo>
                  <a:lnTo>
                    <a:pt x="8867" y="7393"/>
                  </a:lnTo>
                  <a:cubicBezTo>
                    <a:pt x="9148" y="7393"/>
                    <a:pt x="9419" y="7453"/>
                    <a:pt x="9680" y="7533"/>
                  </a:cubicBezTo>
                  <a:cubicBezTo>
                    <a:pt x="10081" y="7674"/>
                    <a:pt x="10472" y="7884"/>
                    <a:pt x="10894" y="7884"/>
                  </a:cubicBezTo>
                  <a:cubicBezTo>
                    <a:pt x="10994" y="7884"/>
                    <a:pt x="11104" y="7874"/>
                    <a:pt x="11215" y="7864"/>
                  </a:cubicBezTo>
                  <a:cubicBezTo>
                    <a:pt x="11315" y="7854"/>
                    <a:pt x="11425" y="7844"/>
                    <a:pt x="11525" y="7844"/>
                  </a:cubicBezTo>
                  <a:cubicBezTo>
                    <a:pt x="11666" y="7844"/>
                    <a:pt x="11806" y="7864"/>
                    <a:pt x="11927" y="7944"/>
                  </a:cubicBezTo>
                  <a:cubicBezTo>
                    <a:pt x="11907" y="7724"/>
                    <a:pt x="11887" y="7513"/>
                    <a:pt x="11866" y="7292"/>
                  </a:cubicBezTo>
                  <a:lnTo>
                    <a:pt x="1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6" name="Google Shape;736;p17"/>
            <p:cNvSpPr/>
            <p:nvPr/>
          </p:nvSpPr>
          <p:spPr>
            <a:xfrm>
              <a:off x="8606057" y="287694"/>
              <a:ext cx="554472" cy="462862"/>
            </a:xfrm>
            <a:custGeom>
              <a:avLst/>
              <a:gdLst/>
              <a:ahLst/>
              <a:cxnLst/>
              <a:rect l="l" t="t" r="r" b="b"/>
              <a:pathLst>
                <a:path w="6682" h="5578" extrusionOk="0">
                  <a:moveTo>
                    <a:pt x="342" y="5577"/>
                  </a:moveTo>
                  <a:cubicBezTo>
                    <a:pt x="1" y="5577"/>
                    <a:pt x="1877" y="4744"/>
                    <a:pt x="3120" y="3852"/>
                  </a:cubicBezTo>
                  <a:cubicBezTo>
                    <a:pt x="3782" y="3380"/>
                    <a:pt x="4153" y="2959"/>
                    <a:pt x="4123" y="2498"/>
                  </a:cubicBezTo>
                  <a:cubicBezTo>
                    <a:pt x="4103" y="2277"/>
                    <a:pt x="3913" y="2207"/>
                    <a:pt x="3642" y="2207"/>
                  </a:cubicBezTo>
                  <a:cubicBezTo>
                    <a:pt x="3602" y="2207"/>
                    <a:pt x="3552" y="2207"/>
                    <a:pt x="3512" y="2207"/>
                  </a:cubicBezTo>
                  <a:cubicBezTo>
                    <a:pt x="3512" y="2177"/>
                    <a:pt x="3512" y="2137"/>
                    <a:pt x="3512" y="2117"/>
                  </a:cubicBezTo>
                  <a:cubicBezTo>
                    <a:pt x="3512" y="2076"/>
                    <a:pt x="3512" y="2056"/>
                    <a:pt x="3512" y="2046"/>
                  </a:cubicBezTo>
                  <a:lnTo>
                    <a:pt x="3512" y="2046"/>
                  </a:lnTo>
                  <a:lnTo>
                    <a:pt x="3512" y="2046"/>
                  </a:lnTo>
                  <a:lnTo>
                    <a:pt x="3512" y="2046"/>
                  </a:lnTo>
                  <a:lnTo>
                    <a:pt x="3512" y="2046"/>
                  </a:lnTo>
                  <a:cubicBezTo>
                    <a:pt x="3512" y="2046"/>
                    <a:pt x="4625" y="1164"/>
                    <a:pt x="4956" y="903"/>
                  </a:cubicBezTo>
                  <a:cubicBezTo>
                    <a:pt x="5287" y="652"/>
                    <a:pt x="5738" y="381"/>
                    <a:pt x="6300" y="0"/>
                  </a:cubicBezTo>
                  <a:cubicBezTo>
                    <a:pt x="6300" y="10"/>
                    <a:pt x="6310" y="30"/>
                    <a:pt x="6310" y="50"/>
                  </a:cubicBezTo>
                  <a:lnTo>
                    <a:pt x="6681" y="3441"/>
                  </a:lnTo>
                  <a:cubicBezTo>
                    <a:pt x="6340" y="3631"/>
                    <a:pt x="5939" y="3832"/>
                    <a:pt x="5387" y="4093"/>
                  </a:cubicBezTo>
                  <a:cubicBezTo>
                    <a:pt x="4685" y="4434"/>
                    <a:pt x="3642" y="5055"/>
                    <a:pt x="2599" y="5376"/>
                  </a:cubicBezTo>
                  <a:cubicBezTo>
                    <a:pt x="2498" y="5407"/>
                    <a:pt x="2438" y="5417"/>
                    <a:pt x="2408" y="5417"/>
                  </a:cubicBezTo>
                  <a:cubicBezTo>
                    <a:pt x="2218" y="5417"/>
                    <a:pt x="3241" y="4865"/>
                    <a:pt x="3682" y="4464"/>
                  </a:cubicBezTo>
                  <a:cubicBezTo>
                    <a:pt x="3742" y="4403"/>
                    <a:pt x="3752" y="4383"/>
                    <a:pt x="3722" y="4383"/>
                  </a:cubicBezTo>
                  <a:cubicBezTo>
                    <a:pt x="3552" y="4383"/>
                    <a:pt x="1967" y="5226"/>
                    <a:pt x="532" y="5547"/>
                  </a:cubicBezTo>
                  <a:cubicBezTo>
                    <a:pt x="442" y="5567"/>
                    <a:pt x="382" y="5577"/>
                    <a:pt x="342" y="5577"/>
                  </a:cubicBezTo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7" name="Google Shape;737;p17"/>
            <p:cNvSpPr/>
            <p:nvPr/>
          </p:nvSpPr>
          <p:spPr>
            <a:xfrm>
              <a:off x="8396366" y="863658"/>
              <a:ext cx="169030" cy="95759"/>
            </a:xfrm>
            <a:custGeom>
              <a:avLst/>
              <a:gdLst/>
              <a:ahLst/>
              <a:cxnLst/>
              <a:rect l="l" t="t" r="r" b="b"/>
              <a:pathLst>
                <a:path w="2037" h="1154" extrusionOk="0">
                  <a:moveTo>
                    <a:pt x="0" y="0"/>
                  </a:moveTo>
                  <a:cubicBezTo>
                    <a:pt x="42" y="23"/>
                    <a:pt x="84" y="47"/>
                    <a:pt x="126" y="70"/>
                  </a:cubicBezTo>
                  <a:lnTo>
                    <a:pt x="126" y="70"/>
                  </a:lnTo>
                  <a:cubicBezTo>
                    <a:pt x="84" y="47"/>
                    <a:pt x="42" y="24"/>
                    <a:pt x="0" y="0"/>
                  </a:cubicBezTo>
                  <a:close/>
                  <a:moveTo>
                    <a:pt x="126" y="70"/>
                  </a:moveTo>
                  <a:cubicBezTo>
                    <a:pt x="800" y="446"/>
                    <a:pt x="1418" y="802"/>
                    <a:pt x="1645" y="953"/>
                  </a:cubicBezTo>
                  <a:cubicBezTo>
                    <a:pt x="1766" y="1033"/>
                    <a:pt x="1896" y="1114"/>
                    <a:pt x="2036" y="1154"/>
                  </a:cubicBezTo>
                  <a:cubicBezTo>
                    <a:pt x="1489" y="823"/>
                    <a:pt x="791" y="440"/>
                    <a:pt x="126" y="70"/>
                  </a:cubicBezTo>
                  <a:close/>
                </a:path>
              </a:pathLst>
            </a:custGeom>
            <a:solidFill>
              <a:srgbClr val="70BB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8" name="Google Shape;738;p17"/>
            <p:cNvSpPr/>
            <p:nvPr/>
          </p:nvSpPr>
          <p:spPr>
            <a:xfrm>
              <a:off x="8210740" y="757941"/>
              <a:ext cx="913" cy="913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0"/>
                  </a:moveTo>
                  <a:lnTo>
                    <a:pt x="0" y="10"/>
                  </a:lnTo>
                  <a:cubicBezTo>
                    <a:pt x="0" y="10"/>
                    <a:pt x="10" y="0"/>
                    <a:pt x="10" y="0"/>
                  </a:cubicBezTo>
                  <a:lnTo>
                    <a:pt x="10" y="0"/>
                  </a:lnTo>
                  <a:cubicBezTo>
                    <a:pt x="10" y="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2C46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9" name="Google Shape;739;p17"/>
            <p:cNvSpPr/>
            <p:nvPr/>
          </p:nvSpPr>
          <p:spPr>
            <a:xfrm>
              <a:off x="8210740" y="757941"/>
              <a:ext cx="45805" cy="28379"/>
            </a:xfrm>
            <a:custGeom>
              <a:avLst/>
              <a:gdLst/>
              <a:ahLst/>
              <a:cxnLst/>
              <a:rect l="l" t="t" r="r" b="b"/>
              <a:pathLst>
                <a:path w="552" h="342" extrusionOk="0">
                  <a:moveTo>
                    <a:pt x="10" y="0"/>
                  </a:moveTo>
                  <a:cubicBezTo>
                    <a:pt x="10" y="0"/>
                    <a:pt x="0" y="10"/>
                    <a:pt x="0" y="10"/>
                  </a:cubicBezTo>
                  <a:lnTo>
                    <a:pt x="20" y="40"/>
                  </a:lnTo>
                  <a:cubicBezTo>
                    <a:pt x="40" y="60"/>
                    <a:pt x="111" y="101"/>
                    <a:pt x="141" y="111"/>
                  </a:cubicBezTo>
                  <a:cubicBezTo>
                    <a:pt x="151" y="121"/>
                    <a:pt x="311" y="201"/>
                    <a:pt x="552" y="341"/>
                  </a:cubicBezTo>
                  <a:cubicBezTo>
                    <a:pt x="351" y="221"/>
                    <a:pt x="171" y="111"/>
                    <a:pt x="10" y="0"/>
                  </a:cubicBezTo>
                  <a:close/>
                </a:path>
              </a:pathLst>
            </a:custGeom>
            <a:solidFill>
              <a:srgbClr val="70BB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0" name="Google Shape;740;p17"/>
            <p:cNvSpPr/>
            <p:nvPr/>
          </p:nvSpPr>
          <p:spPr>
            <a:xfrm>
              <a:off x="8339774" y="603930"/>
              <a:ext cx="267196" cy="83312"/>
            </a:xfrm>
            <a:custGeom>
              <a:avLst/>
              <a:gdLst/>
              <a:ahLst/>
              <a:cxnLst/>
              <a:rect l="l" t="t" r="r" b="b"/>
              <a:pathLst>
                <a:path w="3220" h="1004" extrusionOk="0">
                  <a:moveTo>
                    <a:pt x="3069" y="1"/>
                  </a:moveTo>
                  <a:cubicBezTo>
                    <a:pt x="2929" y="1"/>
                    <a:pt x="2809" y="11"/>
                    <a:pt x="2698" y="41"/>
                  </a:cubicBezTo>
                  <a:cubicBezTo>
                    <a:pt x="2237" y="191"/>
                    <a:pt x="1725" y="1"/>
                    <a:pt x="1394" y="261"/>
                  </a:cubicBezTo>
                  <a:cubicBezTo>
                    <a:pt x="1063" y="512"/>
                    <a:pt x="20" y="944"/>
                    <a:pt x="20" y="944"/>
                  </a:cubicBezTo>
                  <a:lnTo>
                    <a:pt x="0" y="944"/>
                  </a:lnTo>
                  <a:cubicBezTo>
                    <a:pt x="10" y="964"/>
                    <a:pt x="30" y="974"/>
                    <a:pt x="60" y="984"/>
                  </a:cubicBezTo>
                  <a:cubicBezTo>
                    <a:pt x="80" y="994"/>
                    <a:pt x="100" y="1004"/>
                    <a:pt x="130" y="1004"/>
                  </a:cubicBezTo>
                  <a:cubicBezTo>
                    <a:pt x="151" y="1004"/>
                    <a:pt x="181" y="994"/>
                    <a:pt x="211" y="994"/>
                  </a:cubicBezTo>
                  <a:cubicBezTo>
                    <a:pt x="782" y="903"/>
                    <a:pt x="1364" y="823"/>
                    <a:pt x="1906" y="613"/>
                  </a:cubicBezTo>
                  <a:cubicBezTo>
                    <a:pt x="2076" y="542"/>
                    <a:pt x="2247" y="462"/>
                    <a:pt x="2427" y="442"/>
                  </a:cubicBezTo>
                  <a:cubicBezTo>
                    <a:pt x="2628" y="412"/>
                    <a:pt x="3180" y="221"/>
                    <a:pt x="3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1" name="Google Shape;741;p17"/>
            <p:cNvSpPr/>
            <p:nvPr/>
          </p:nvSpPr>
          <p:spPr>
            <a:xfrm>
              <a:off x="8680988" y="1046712"/>
              <a:ext cx="571898" cy="270598"/>
            </a:xfrm>
            <a:custGeom>
              <a:avLst/>
              <a:gdLst/>
              <a:ahLst/>
              <a:cxnLst/>
              <a:rect l="l" t="t" r="r" b="b"/>
              <a:pathLst>
                <a:path w="6892" h="3261" extrusionOk="0">
                  <a:moveTo>
                    <a:pt x="271" y="1"/>
                  </a:moveTo>
                  <a:cubicBezTo>
                    <a:pt x="1" y="1"/>
                    <a:pt x="833" y="723"/>
                    <a:pt x="1395" y="1084"/>
                  </a:cubicBezTo>
                  <a:cubicBezTo>
                    <a:pt x="2087" y="1546"/>
                    <a:pt x="1846" y="1024"/>
                    <a:pt x="3471" y="2027"/>
                  </a:cubicBezTo>
                  <a:cubicBezTo>
                    <a:pt x="4173" y="2468"/>
                    <a:pt x="4464" y="2609"/>
                    <a:pt x="4544" y="2609"/>
                  </a:cubicBezTo>
                  <a:cubicBezTo>
                    <a:pt x="4665" y="2609"/>
                    <a:pt x="4444" y="2368"/>
                    <a:pt x="4374" y="2228"/>
                  </a:cubicBezTo>
                  <a:cubicBezTo>
                    <a:pt x="4354" y="2208"/>
                    <a:pt x="4364" y="2198"/>
                    <a:pt x="4384" y="2198"/>
                  </a:cubicBezTo>
                  <a:cubicBezTo>
                    <a:pt x="4564" y="2198"/>
                    <a:pt x="6139" y="3181"/>
                    <a:pt x="6540" y="3261"/>
                  </a:cubicBezTo>
                  <a:lnTo>
                    <a:pt x="6601" y="3261"/>
                  </a:lnTo>
                  <a:cubicBezTo>
                    <a:pt x="6892" y="3261"/>
                    <a:pt x="6179" y="2639"/>
                    <a:pt x="5066" y="1836"/>
                  </a:cubicBezTo>
                  <a:cubicBezTo>
                    <a:pt x="4123" y="1154"/>
                    <a:pt x="3892" y="944"/>
                    <a:pt x="3521" y="944"/>
                  </a:cubicBezTo>
                  <a:cubicBezTo>
                    <a:pt x="3431" y="944"/>
                    <a:pt x="3331" y="954"/>
                    <a:pt x="3210" y="974"/>
                  </a:cubicBezTo>
                  <a:cubicBezTo>
                    <a:pt x="3140" y="994"/>
                    <a:pt x="3070" y="994"/>
                    <a:pt x="3000" y="994"/>
                  </a:cubicBezTo>
                  <a:cubicBezTo>
                    <a:pt x="2418" y="994"/>
                    <a:pt x="1696" y="623"/>
                    <a:pt x="733" y="171"/>
                  </a:cubicBezTo>
                  <a:cubicBezTo>
                    <a:pt x="492" y="51"/>
                    <a:pt x="342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2" name="Google Shape;742;p17"/>
            <p:cNvSpPr/>
            <p:nvPr/>
          </p:nvSpPr>
          <p:spPr>
            <a:xfrm>
              <a:off x="4251349" y="1370500"/>
              <a:ext cx="30869" cy="20081"/>
            </a:xfrm>
            <a:custGeom>
              <a:avLst/>
              <a:gdLst/>
              <a:ahLst/>
              <a:cxnLst/>
              <a:rect l="l" t="t" r="r" b="b"/>
              <a:pathLst>
                <a:path w="372" h="242" extrusionOk="0">
                  <a:moveTo>
                    <a:pt x="0" y="241"/>
                  </a:moveTo>
                  <a:cubicBezTo>
                    <a:pt x="0" y="241"/>
                    <a:pt x="0" y="241"/>
                    <a:pt x="0" y="241"/>
                  </a:cubicBezTo>
                  <a:cubicBezTo>
                    <a:pt x="0" y="241"/>
                    <a:pt x="0" y="241"/>
                    <a:pt x="0" y="241"/>
                  </a:cubicBezTo>
                  <a:close/>
                  <a:moveTo>
                    <a:pt x="0" y="241"/>
                  </a:moveTo>
                  <a:cubicBezTo>
                    <a:pt x="130" y="151"/>
                    <a:pt x="251" y="71"/>
                    <a:pt x="361" y="11"/>
                  </a:cubicBezTo>
                  <a:cubicBezTo>
                    <a:pt x="251" y="71"/>
                    <a:pt x="130" y="151"/>
                    <a:pt x="0" y="241"/>
                  </a:cubicBezTo>
                  <a:close/>
                  <a:moveTo>
                    <a:pt x="361" y="11"/>
                  </a:moveTo>
                  <a:cubicBezTo>
                    <a:pt x="361" y="11"/>
                    <a:pt x="371" y="11"/>
                    <a:pt x="371" y="1"/>
                  </a:cubicBezTo>
                  <a:cubicBezTo>
                    <a:pt x="371" y="11"/>
                    <a:pt x="361" y="11"/>
                    <a:pt x="361" y="11"/>
                  </a:cubicBezTo>
                  <a:close/>
                  <a:moveTo>
                    <a:pt x="371" y="1"/>
                  </a:moveTo>
                  <a:cubicBezTo>
                    <a:pt x="371" y="1"/>
                    <a:pt x="371" y="1"/>
                    <a:pt x="371" y="1"/>
                  </a:cubicBezTo>
                  <a:cubicBezTo>
                    <a:pt x="371" y="1"/>
                    <a:pt x="371" y="1"/>
                    <a:pt x="371" y="1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3" name="Google Shape;743;p17"/>
            <p:cNvSpPr/>
            <p:nvPr/>
          </p:nvSpPr>
          <p:spPr>
            <a:xfrm>
              <a:off x="4214672" y="1035095"/>
              <a:ext cx="840753" cy="398802"/>
            </a:xfrm>
            <a:custGeom>
              <a:avLst/>
              <a:gdLst/>
              <a:ahLst/>
              <a:cxnLst/>
              <a:rect l="l" t="t" r="r" b="b"/>
              <a:pathLst>
                <a:path w="10132" h="4806" extrusionOk="0">
                  <a:moveTo>
                    <a:pt x="4855" y="0"/>
                  </a:moveTo>
                  <a:cubicBezTo>
                    <a:pt x="4845" y="10"/>
                    <a:pt x="4825" y="21"/>
                    <a:pt x="4815" y="31"/>
                  </a:cubicBezTo>
                  <a:cubicBezTo>
                    <a:pt x="4364" y="291"/>
                    <a:pt x="3301" y="1324"/>
                    <a:pt x="2970" y="1696"/>
                  </a:cubicBezTo>
                  <a:cubicBezTo>
                    <a:pt x="2649" y="2067"/>
                    <a:pt x="1726" y="2368"/>
                    <a:pt x="1545" y="2949"/>
                  </a:cubicBezTo>
                  <a:cubicBezTo>
                    <a:pt x="1365" y="3541"/>
                    <a:pt x="1275" y="3772"/>
                    <a:pt x="823" y="4043"/>
                  </a:cubicBezTo>
                  <a:lnTo>
                    <a:pt x="813" y="4043"/>
                  </a:lnTo>
                  <a:cubicBezTo>
                    <a:pt x="813" y="4053"/>
                    <a:pt x="803" y="4053"/>
                    <a:pt x="803" y="4053"/>
                  </a:cubicBezTo>
                  <a:cubicBezTo>
                    <a:pt x="693" y="4113"/>
                    <a:pt x="572" y="4193"/>
                    <a:pt x="442" y="4283"/>
                  </a:cubicBezTo>
                  <a:cubicBezTo>
                    <a:pt x="282" y="4394"/>
                    <a:pt x="121" y="4504"/>
                    <a:pt x="1" y="4594"/>
                  </a:cubicBezTo>
                  <a:cubicBezTo>
                    <a:pt x="91" y="4775"/>
                    <a:pt x="352" y="4805"/>
                    <a:pt x="572" y="4805"/>
                  </a:cubicBezTo>
                  <a:lnTo>
                    <a:pt x="593" y="4805"/>
                  </a:lnTo>
                  <a:cubicBezTo>
                    <a:pt x="2518" y="4795"/>
                    <a:pt x="4444" y="4775"/>
                    <a:pt x="6360" y="4765"/>
                  </a:cubicBezTo>
                  <a:cubicBezTo>
                    <a:pt x="6511" y="4765"/>
                    <a:pt x="6651" y="4765"/>
                    <a:pt x="6791" y="4715"/>
                  </a:cubicBezTo>
                  <a:cubicBezTo>
                    <a:pt x="6982" y="4655"/>
                    <a:pt x="7132" y="4494"/>
                    <a:pt x="7313" y="4404"/>
                  </a:cubicBezTo>
                  <a:cubicBezTo>
                    <a:pt x="7403" y="4364"/>
                    <a:pt x="7634" y="4354"/>
                    <a:pt x="7935" y="4354"/>
                  </a:cubicBezTo>
                  <a:lnTo>
                    <a:pt x="8446" y="4354"/>
                  </a:lnTo>
                  <a:cubicBezTo>
                    <a:pt x="8627" y="4364"/>
                    <a:pt x="8808" y="4364"/>
                    <a:pt x="8988" y="4364"/>
                  </a:cubicBezTo>
                  <a:cubicBezTo>
                    <a:pt x="9600" y="4364"/>
                    <a:pt x="10132" y="4324"/>
                    <a:pt x="10091" y="4113"/>
                  </a:cubicBezTo>
                  <a:cubicBezTo>
                    <a:pt x="10061" y="3912"/>
                    <a:pt x="9700" y="3571"/>
                    <a:pt x="9580" y="3401"/>
                  </a:cubicBezTo>
                  <a:cubicBezTo>
                    <a:pt x="9399" y="3160"/>
                    <a:pt x="8456" y="2829"/>
                    <a:pt x="8276" y="2588"/>
                  </a:cubicBezTo>
                  <a:cubicBezTo>
                    <a:pt x="8035" y="2257"/>
                    <a:pt x="7193" y="2257"/>
                    <a:pt x="6781" y="2167"/>
                  </a:cubicBezTo>
                  <a:cubicBezTo>
                    <a:pt x="6671" y="2137"/>
                    <a:pt x="6139" y="1846"/>
                    <a:pt x="6059" y="1776"/>
                  </a:cubicBezTo>
                  <a:cubicBezTo>
                    <a:pt x="5979" y="1696"/>
                    <a:pt x="5337" y="1365"/>
                    <a:pt x="5317" y="1264"/>
                  </a:cubicBezTo>
                  <a:cubicBezTo>
                    <a:pt x="5156" y="703"/>
                    <a:pt x="5086" y="542"/>
                    <a:pt x="4896" y="61"/>
                  </a:cubicBezTo>
                  <a:cubicBezTo>
                    <a:pt x="4886" y="41"/>
                    <a:pt x="4876" y="21"/>
                    <a:pt x="48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4" name="Google Shape;744;p17"/>
            <p:cNvSpPr/>
            <p:nvPr/>
          </p:nvSpPr>
          <p:spPr>
            <a:xfrm>
              <a:off x="4861418" y="842000"/>
              <a:ext cx="643510" cy="132436"/>
            </a:xfrm>
            <a:custGeom>
              <a:avLst/>
              <a:gdLst/>
              <a:ahLst/>
              <a:cxnLst/>
              <a:rect l="l" t="t" r="r" b="b"/>
              <a:pathLst>
                <a:path w="7755" h="1596" extrusionOk="0">
                  <a:moveTo>
                    <a:pt x="7634" y="1595"/>
                  </a:moveTo>
                  <a:cubicBezTo>
                    <a:pt x="7573" y="1595"/>
                    <a:pt x="7523" y="1595"/>
                    <a:pt x="7473" y="1575"/>
                  </a:cubicBezTo>
                  <a:cubicBezTo>
                    <a:pt x="7523" y="1595"/>
                    <a:pt x="7573" y="1595"/>
                    <a:pt x="7634" y="1595"/>
                  </a:cubicBezTo>
                  <a:cubicBezTo>
                    <a:pt x="7674" y="1595"/>
                    <a:pt x="7714" y="1595"/>
                    <a:pt x="7754" y="1595"/>
                  </a:cubicBezTo>
                  <a:lnTo>
                    <a:pt x="7754" y="1595"/>
                  </a:lnTo>
                  <a:cubicBezTo>
                    <a:pt x="7714" y="1595"/>
                    <a:pt x="7674" y="1595"/>
                    <a:pt x="7634" y="1595"/>
                  </a:cubicBezTo>
                  <a:close/>
                  <a:moveTo>
                    <a:pt x="0" y="1535"/>
                  </a:moveTo>
                  <a:lnTo>
                    <a:pt x="0" y="1535"/>
                  </a:lnTo>
                  <a:cubicBezTo>
                    <a:pt x="171" y="1405"/>
                    <a:pt x="372" y="1234"/>
                    <a:pt x="572" y="1114"/>
                  </a:cubicBezTo>
                  <a:cubicBezTo>
                    <a:pt x="372" y="1234"/>
                    <a:pt x="171" y="1405"/>
                    <a:pt x="0" y="1535"/>
                  </a:cubicBezTo>
                  <a:close/>
                  <a:moveTo>
                    <a:pt x="572" y="1114"/>
                  </a:moveTo>
                  <a:lnTo>
                    <a:pt x="572" y="1114"/>
                  </a:lnTo>
                  <a:lnTo>
                    <a:pt x="572" y="1114"/>
                  </a:lnTo>
                  <a:close/>
                  <a:moveTo>
                    <a:pt x="572" y="1104"/>
                  </a:moveTo>
                  <a:cubicBezTo>
                    <a:pt x="572" y="1104"/>
                    <a:pt x="582" y="1104"/>
                    <a:pt x="582" y="1104"/>
                  </a:cubicBezTo>
                  <a:cubicBezTo>
                    <a:pt x="582" y="1104"/>
                    <a:pt x="572" y="1104"/>
                    <a:pt x="572" y="1104"/>
                  </a:cubicBezTo>
                  <a:close/>
                  <a:moveTo>
                    <a:pt x="582" y="1104"/>
                  </a:moveTo>
                  <a:lnTo>
                    <a:pt x="582" y="1104"/>
                  </a:lnTo>
                  <a:lnTo>
                    <a:pt x="582" y="1104"/>
                  </a:lnTo>
                  <a:close/>
                  <a:moveTo>
                    <a:pt x="582" y="1104"/>
                  </a:moveTo>
                  <a:lnTo>
                    <a:pt x="592" y="1094"/>
                  </a:lnTo>
                  <a:lnTo>
                    <a:pt x="582" y="1104"/>
                  </a:lnTo>
                  <a:close/>
                  <a:moveTo>
                    <a:pt x="602" y="1094"/>
                  </a:moveTo>
                  <a:cubicBezTo>
                    <a:pt x="602" y="1094"/>
                    <a:pt x="602" y="1094"/>
                    <a:pt x="602" y="1094"/>
                  </a:cubicBezTo>
                  <a:cubicBezTo>
                    <a:pt x="602" y="1094"/>
                    <a:pt x="602" y="1094"/>
                    <a:pt x="602" y="1094"/>
                  </a:cubicBezTo>
                  <a:close/>
                  <a:moveTo>
                    <a:pt x="602" y="1094"/>
                  </a:moveTo>
                  <a:cubicBezTo>
                    <a:pt x="602" y="1094"/>
                    <a:pt x="602" y="1094"/>
                    <a:pt x="602" y="1084"/>
                  </a:cubicBezTo>
                  <a:cubicBezTo>
                    <a:pt x="602" y="1094"/>
                    <a:pt x="602" y="1094"/>
                    <a:pt x="602" y="1094"/>
                  </a:cubicBezTo>
                  <a:close/>
                  <a:moveTo>
                    <a:pt x="612" y="1084"/>
                  </a:moveTo>
                  <a:cubicBezTo>
                    <a:pt x="612" y="1084"/>
                    <a:pt x="612" y="1084"/>
                    <a:pt x="612" y="1084"/>
                  </a:cubicBezTo>
                  <a:cubicBezTo>
                    <a:pt x="612" y="1084"/>
                    <a:pt x="612" y="1084"/>
                    <a:pt x="612" y="1084"/>
                  </a:cubicBezTo>
                  <a:close/>
                  <a:moveTo>
                    <a:pt x="612" y="1084"/>
                  </a:moveTo>
                  <a:cubicBezTo>
                    <a:pt x="612" y="1084"/>
                    <a:pt x="612" y="1084"/>
                    <a:pt x="622" y="1084"/>
                  </a:cubicBezTo>
                  <a:cubicBezTo>
                    <a:pt x="612" y="1084"/>
                    <a:pt x="612" y="1084"/>
                    <a:pt x="612" y="1084"/>
                  </a:cubicBezTo>
                  <a:close/>
                  <a:moveTo>
                    <a:pt x="622" y="1084"/>
                  </a:moveTo>
                  <a:lnTo>
                    <a:pt x="622" y="1074"/>
                  </a:lnTo>
                  <a:lnTo>
                    <a:pt x="622" y="1084"/>
                  </a:lnTo>
                  <a:close/>
                  <a:moveTo>
                    <a:pt x="622" y="1074"/>
                  </a:moveTo>
                  <a:cubicBezTo>
                    <a:pt x="622" y="1074"/>
                    <a:pt x="632" y="1074"/>
                    <a:pt x="632" y="1074"/>
                  </a:cubicBezTo>
                  <a:cubicBezTo>
                    <a:pt x="632" y="1074"/>
                    <a:pt x="622" y="1074"/>
                    <a:pt x="622" y="1074"/>
                  </a:cubicBezTo>
                  <a:close/>
                  <a:moveTo>
                    <a:pt x="632" y="1074"/>
                  </a:moveTo>
                  <a:cubicBezTo>
                    <a:pt x="632" y="1074"/>
                    <a:pt x="632" y="1074"/>
                    <a:pt x="632" y="1074"/>
                  </a:cubicBezTo>
                  <a:cubicBezTo>
                    <a:pt x="632" y="1074"/>
                    <a:pt x="632" y="1074"/>
                    <a:pt x="632" y="1074"/>
                  </a:cubicBezTo>
                  <a:close/>
                  <a:moveTo>
                    <a:pt x="632" y="1074"/>
                  </a:moveTo>
                  <a:cubicBezTo>
                    <a:pt x="632" y="1074"/>
                    <a:pt x="642" y="1074"/>
                    <a:pt x="642" y="1074"/>
                  </a:cubicBezTo>
                  <a:cubicBezTo>
                    <a:pt x="642" y="1074"/>
                    <a:pt x="632" y="1074"/>
                    <a:pt x="632" y="1074"/>
                  </a:cubicBezTo>
                  <a:close/>
                  <a:moveTo>
                    <a:pt x="642" y="1064"/>
                  </a:moveTo>
                  <a:cubicBezTo>
                    <a:pt x="642" y="1064"/>
                    <a:pt x="642" y="1064"/>
                    <a:pt x="642" y="1064"/>
                  </a:cubicBezTo>
                  <a:cubicBezTo>
                    <a:pt x="642" y="1064"/>
                    <a:pt x="642" y="1064"/>
                    <a:pt x="642" y="1064"/>
                  </a:cubicBezTo>
                  <a:close/>
                  <a:moveTo>
                    <a:pt x="652" y="1064"/>
                  </a:moveTo>
                  <a:cubicBezTo>
                    <a:pt x="652" y="1064"/>
                    <a:pt x="652" y="1064"/>
                    <a:pt x="652" y="1064"/>
                  </a:cubicBezTo>
                  <a:cubicBezTo>
                    <a:pt x="652" y="1064"/>
                    <a:pt x="652" y="1064"/>
                    <a:pt x="652" y="1064"/>
                  </a:cubicBezTo>
                  <a:close/>
                  <a:moveTo>
                    <a:pt x="662" y="1054"/>
                  </a:moveTo>
                  <a:cubicBezTo>
                    <a:pt x="662" y="1054"/>
                    <a:pt x="662" y="1054"/>
                    <a:pt x="662" y="1054"/>
                  </a:cubicBezTo>
                  <a:cubicBezTo>
                    <a:pt x="662" y="1054"/>
                    <a:pt x="662" y="1054"/>
                    <a:pt x="662" y="1054"/>
                  </a:cubicBezTo>
                  <a:close/>
                  <a:moveTo>
                    <a:pt x="662" y="1054"/>
                  </a:moveTo>
                  <a:cubicBezTo>
                    <a:pt x="662" y="1054"/>
                    <a:pt x="662" y="1054"/>
                    <a:pt x="662" y="1054"/>
                  </a:cubicBezTo>
                  <a:cubicBezTo>
                    <a:pt x="662" y="1054"/>
                    <a:pt x="662" y="1054"/>
                    <a:pt x="662" y="1054"/>
                  </a:cubicBezTo>
                  <a:close/>
                  <a:moveTo>
                    <a:pt x="672" y="1054"/>
                  </a:moveTo>
                  <a:cubicBezTo>
                    <a:pt x="672" y="1054"/>
                    <a:pt x="672" y="1054"/>
                    <a:pt x="672" y="1054"/>
                  </a:cubicBezTo>
                  <a:cubicBezTo>
                    <a:pt x="672" y="1054"/>
                    <a:pt x="672" y="1054"/>
                    <a:pt x="672" y="1054"/>
                  </a:cubicBezTo>
                  <a:close/>
                  <a:moveTo>
                    <a:pt x="672" y="1044"/>
                  </a:moveTo>
                  <a:cubicBezTo>
                    <a:pt x="672" y="1044"/>
                    <a:pt x="672" y="1044"/>
                    <a:pt x="683" y="1044"/>
                  </a:cubicBezTo>
                  <a:cubicBezTo>
                    <a:pt x="672" y="1044"/>
                    <a:pt x="672" y="1044"/>
                    <a:pt x="672" y="1044"/>
                  </a:cubicBezTo>
                  <a:close/>
                  <a:moveTo>
                    <a:pt x="683" y="1044"/>
                  </a:moveTo>
                  <a:cubicBezTo>
                    <a:pt x="683" y="1044"/>
                    <a:pt x="683" y="1044"/>
                    <a:pt x="683" y="1044"/>
                  </a:cubicBezTo>
                  <a:cubicBezTo>
                    <a:pt x="683" y="1044"/>
                    <a:pt x="683" y="1044"/>
                    <a:pt x="683" y="1044"/>
                  </a:cubicBezTo>
                  <a:close/>
                  <a:moveTo>
                    <a:pt x="693" y="1044"/>
                  </a:moveTo>
                  <a:cubicBezTo>
                    <a:pt x="693" y="1044"/>
                    <a:pt x="693" y="1044"/>
                    <a:pt x="693" y="1034"/>
                  </a:cubicBezTo>
                  <a:cubicBezTo>
                    <a:pt x="693" y="1044"/>
                    <a:pt x="693" y="1044"/>
                    <a:pt x="693" y="1044"/>
                  </a:cubicBezTo>
                  <a:close/>
                  <a:moveTo>
                    <a:pt x="693" y="1034"/>
                  </a:moveTo>
                  <a:cubicBezTo>
                    <a:pt x="693" y="1034"/>
                    <a:pt x="693" y="1034"/>
                    <a:pt x="703" y="1034"/>
                  </a:cubicBezTo>
                  <a:cubicBezTo>
                    <a:pt x="693" y="1034"/>
                    <a:pt x="693" y="1034"/>
                    <a:pt x="693" y="1034"/>
                  </a:cubicBezTo>
                  <a:close/>
                  <a:moveTo>
                    <a:pt x="713" y="1034"/>
                  </a:moveTo>
                  <a:lnTo>
                    <a:pt x="713" y="1034"/>
                  </a:lnTo>
                  <a:lnTo>
                    <a:pt x="713" y="1034"/>
                  </a:lnTo>
                  <a:close/>
                  <a:moveTo>
                    <a:pt x="713" y="1023"/>
                  </a:moveTo>
                  <a:cubicBezTo>
                    <a:pt x="713" y="1023"/>
                    <a:pt x="713" y="1023"/>
                    <a:pt x="713" y="1023"/>
                  </a:cubicBezTo>
                  <a:cubicBezTo>
                    <a:pt x="713" y="1023"/>
                    <a:pt x="713" y="1023"/>
                    <a:pt x="713" y="1023"/>
                  </a:cubicBezTo>
                  <a:close/>
                  <a:moveTo>
                    <a:pt x="723" y="1023"/>
                  </a:moveTo>
                  <a:lnTo>
                    <a:pt x="723" y="1023"/>
                  </a:lnTo>
                  <a:lnTo>
                    <a:pt x="723" y="1023"/>
                  </a:lnTo>
                  <a:close/>
                  <a:moveTo>
                    <a:pt x="723" y="1023"/>
                  </a:moveTo>
                  <a:cubicBezTo>
                    <a:pt x="723" y="1023"/>
                    <a:pt x="723" y="1023"/>
                    <a:pt x="723" y="1023"/>
                  </a:cubicBezTo>
                  <a:cubicBezTo>
                    <a:pt x="723" y="1023"/>
                    <a:pt x="723" y="1023"/>
                    <a:pt x="723" y="1023"/>
                  </a:cubicBezTo>
                  <a:close/>
                  <a:moveTo>
                    <a:pt x="743" y="1013"/>
                  </a:moveTo>
                  <a:lnTo>
                    <a:pt x="743" y="1013"/>
                  </a:lnTo>
                  <a:lnTo>
                    <a:pt x="743" y="1013"/>
                  </a:lnTo>
                  <a:close/>
                  <a:moveTo>
                    <a:pt x="753" y="1003"/>
                  </a:moveTo>
                  <a:lnTo>
                    <a:pt x="753" y="1003"/>
                  </a:lnTo>
                  <a:lnTo>
                    <a:pt x="753" y="1003"/>
                  </a:lnTo>
                  <a:close/>
                  <a:moveTo>
                    <a:pt x="763" y="1003"/>
                  </a:moveTo>
                  <a:lnTo>
                    <a:pt x="763" y="1003"/>
                  </a:lnTo>
                  <a:lnTo>
                    <a:pt x="763" y="1003"/>
                  </a:lnTo>
                  <a:close/>
                  <a:moveTo>
                    <a:pt x="773" y="1003"/>
                  </a:moveTo>
                  <a:lnTo>
                    <a:pt x="773" y="1003"/>
                  </a:lnTo>
                  <a:lnTo>
                    <a:pt x="773" y="1003"/>
                  </a:lnTo>
                  <a:close/>
                  <a:moveTo>
                    <a:pt x="783" y="993"/>
                  </a:moveTo>
                  <a:lnTo>
                    <a:pt x="783" y="993"/>
                  </a:lnTo>
                  <a:lnTo>
                    <a:pt x="783" y="993"/>
                  </a:lnTo>
                  <a:close/>
                  <a:moveTo>
                    <a:pt x="783" y="993"/>
                  </a:moveTo>
                  <a:cubicBezTo>
                    <a:pt x="783" y="993"/>
                    <a:pt x="783" y="993"/>
                    <a:pt x="783" y="993"/>
                  </a:cubicBezTo>
                  <a:cubicBezTo>
                    <a:pt x="783" y="993"/>
                    <a:pt x="783" y="993"/>
                    <a:pt x="783" y="993"/>
                  </a:cubicBezTo>
                  <a:close/>
                  <a:moveTo>
                    <a:pt x="793" y="983"/>
                  </a:moveTo>
                  <a:cubicBezTo>
                    <a:pt x="793" y="983"/>
                    <a:pt x="793" y="983"/>
                    <a:pt x="803" y="983"/>
                  </a:cubicBezTo>
                  <a:cubicBezTo>
                    <a:pt x="793" y="983"/>
                    <a:pt x="793" y="983"/>
                    <a:pt x="793" y="983"/>
                  </a:cubicBezTo>
                  <a:close/>
                  <a:moveTo>
                    <a:pt x="803" y="983"/>
                  </a:moveTo>
                  <a:lnTo>
                    <a:pt x="803" y="983"/>
                  </a:lnTo>
                  <a:lnTo>
                    <a:pt x="803" y="983"/>
                  </a:lnTo>
                  <a:close/>
                  <a:moveTo>
                    <a:pt x="813" y="983"/>
                  </a:moveTo>
                  <a:lnTo>
                    <a:pt x="813" y="983"/>
                  </a:lnTo>
                  <a:lnTo>
                    <a:pt x="813" y="983"/>
                  </a:lnTo>
                  <a:close/>
                  <a:moveTo>
                    <a:pt x="813" y="983"/>
                  </a:moveTo>
                  <a:cubicBezTo>
                    <a:pt x="813" y="983"/>
                    <a:pt x="813" y="983"/>
                    <a:pt x="813" y="983"/>
                  </a:cubicBezTo>
                  <a:cubicBezTo>
                    <a:pt x="813" y="983"/>
                    <a:pt x="813" y="983"/>
                    <a:pt x="813" y="983"/>
                  </a:cubicBezTo>
                  <a:close/>
                  <a:moveTo>
                    <a:pt x="813" y="973"/>
                  </a:moveTo>
                  <a:lnTo>
                    <a:pt x="813" y="973"/>
                  </a:lnTo>
                  <a:lnTo>
                    <a:pt x="813" y="973"/>
                  </a:lnTo>
                  <a:close/>
                  <a:moveTo>
                    <a:pt x="823" y="973"/>
                  </a:moveTo>
                  <a:lnTo>
                    <a:pt x="823" y="973"/>
                  </a:lnTo>
                  <a:lnTo>
                    <a:pt x="823" y="973"/>
                  </a:lnTo>
                  <a:close/>
                  <a:moveTo>
                    <a:pt x="823" y="973"/>
                  </a:moveTo>
                  <a:cubicBezTo>
                    <a:pt x="823" y="973"/>
                    <a:pt x="823" y="973"/>
                    <a:pt x="833" y="973"/>
                  </a:cubicBezTo>
                  <a:cubicBezTo>
                    <a:pt x="823" y="973"/>
                    <a:pt x="823" y="973"/>
                    <a:pt x="823" y="973"/>
                  </a:cubicBezTo>
                  <a:close/>
                  <a:moveTo>
                    <a:pt x="833" y="973"/>
                  </a:moveTo>
                  <a:lnTo>
                    <a:pt x="833" y="973"/>
                  </a:lnTo>
                  <a:lnTo>
                    <a:pt x="833" y="973"/>
                  </a:lnTo>
                  <a:close/>
                  <a:moveTo>
                    <a:pt x="833" y="973"/>
                  </a:moveTo>
                  <a:cubicBezTo>
                    <a:pt x="843" y="973"/>
                    <a:pt x="843" y="973"/>
                    <a:pt x="843" y="973"/>
                  </a:cubicBezTo>
                  <a:cubicBezTo>
                    <a:pt x="843" y="973"/>
                    <a:pt x="843" y="973"/>
                    <a:pt x="833" y="973"/>
                  </a:cubicBezTo>
                  <a:close/>
                  <a:moveTo>
                    <a:pt x="843" y="963"/>
                  </a:moveTo>
                  <a:cubicBezTo>
                    <a:pt x="843" y="963"/>
                    <a:pt x="843" y="963"/>
                    <a:pt x="843" y="963"/>
                  </a:cubicBezTo>
                  <a:cubicBezTo>
                    <a:pt x="843" y="963"/>
                    <a:pt x="843" y="963"/>
                    <a:pt x="843" y="963"/>
                  </a:cubicBezTo>
                  <a:close/>
                  <a:moveTo>
                    <a:pt x="843" y="963"/>
                  </a:moveTo>
                  <a:cubicBezTo>
                    <a:pt x="843" y="963"/>
                    <a:pt x="843" y="963"/>
                    <a:pt x="853" y="963"/>
                  </a:cubicBezTo>
                  <a:cubicBezTo>
                    <a:pt x="843" y="963"/>
                    <a:pt x="843" y="963"/>
                    <a:pt x="843" y="963"/>
                  </a:cubicBezTo>
                  <a:close/>
                  <a:moveTo>
                    <a:pt x="853" y="963"/>
                  </a:moveTo>
                  <a:cubicBezTo>
                    <a:pt x="853" y="963"/>
                    <a:pt x="853" y="963"/>
                    <a:pt x="853" y="963"/>
                  </a:cubicBezTo>
                  <a:cubicBezTo>
                    <a:pt x="853" y="963"/>
                    <a:pt x="853" y="963"/>
                    <a:pt x="853" y="963"/>
                  </a:cubicBezTo>
                  <a:close/>
                  <a:moveTo>
                    <a:pt x="853" y="963"/>
                  </a:moveTo>
                  <a:cubicBezTo>
                    <a:pt x="853" y="963"/>
                    <a:pt x="853" y="963"/>
                    <a:pt x="863" y="963"/>
                  </a:cubicBezTo>
                  <a:cubicBezTo>
                    <a:pt x="853" y="963"/>
                    <a:pt x="853" y="963"/>
                    <a:pt x="853" y="963"/>
                  </a:cubicBezTo>
                  <a:close/>
                  <a:moveTo>
                    <a:pt x="863" y="963"/>
                  </a:moveTo>
                  <a:cubicBezTo>
                    <a:pt x="863" y="963"/>
                    <a:pt x="863" y="963"/>
                    <a:pt x="863" y="963"/>
                  </a:cubicBezTo>
                  <a:cubicBezTo>
                    <a:pt x="863" y="963"/>
                    <a:pt x="863" y="963"/>
                    <a:pt x="863" y="963"/>
                  </a:cubicBezTo>
                  <a:close/>
                  <a:moveTo>
                    <a:pt x="863" y="963"/>
                  </a:moveTo>
                  <a:cubicBezTo>
                    <a:pt x="863" y="963"/>
                    <a:pt x="863" y="963"/>
                    <a:pt x="873" y="963"/>
                  </a:cubicBezTo>
                  <a:cubicBezTo>
                    <a:pt x="863" y="963"/>
                    <a:pt x="863" y="963"/>
                    <a:pt x="863" y="963"/>
                  </a:cubicBezTo>
                  <a:close/>
                  <a:moveTo>
                    <a:pt x="873" y="953"/>
                  </a:moveTo>
                  <a:cubicBezTo>
                    <a:pt x="873" y="953"/>
                    <a:pt x="873" y="953"/>
                    <a:pt x="873" y="953"/>
                  </a:cubicBezTo>
                  <a:cubicBezTo>
                    <a:pt x="873" y="953"/>
                    <a:pt x="873" y="953"/>
                    <a:pt x="873" y="953"/>
                  </a:cubicBezTo>
                  <a:close/>
                  <a:moveTo>
                    <a:pt x="873" y="953"/>
                  </a:moveTo>
                  <a:cubicBezTo>
                    <a:pt x="873" y="953"/>
                    <a:pt x="873" y="953"/>
                    <a:pt x="883" y="953"/>
                  </a:cubicBezTo>
                  <a:cubicBezTo>
                    <a:pt x="873" y="953"/>
                    <a:pt x="873" y="953"/>
                    <a:pt x="873" y="953"/>
                  </a:cubicBezTo>
                  <a:close/>
                  <a:moveTo>
                    <a:pt x="883" y="953"/>
                  </a:moveTo>
                  <a:cubicBezTo>
                    <a:pt x="883" y="953"/>
                    <a:pt x="883" y="953"/>
                    <a:pt x="883" y="953"/>
                  </a:cubicBezTo>
                  <a:cubicBezTo>
                    <a:pt x="883" y="953"/>
                    <a:pt x="883" y="953"/>
                    <a:pt x="883" y="953"/>
                  </a:cubicBezTo>
                  <a:close/>
                  <a:moveTo>
                    <a:pt x="883" y="953"/>
                  </a:moveTo>
                  <a:cubicBezTo>
                    <a:pt x="883" y="953"/>
                    <a:pt x="883" y="953"/>
                    <a:pt x="883" y="953"/>
                  </a:cubicBezTo>
                  <a:cubicBezTo>
                    <a:pt x="883" y="953"/>
                    <a:pt x="883" y="953"/>
                    <a:pt x="883" y="953"/>
                  </a:cubicBezTo>
                  <a:close/>
                  <a:moveTo>
                    <a:pt x="893" y="953"/>
                  </a:moveTo>
                  <a:cubicBezTo>
                    <a:pt x="893" y="953"/>
                    <a:pt x="893" y="953"/>
                    <a:pt x="893" y="953"/>
                  </a:cubicBezTo>
                  <a:cubicBezTo>
                    <a:pt x="893" y="953"/>
                    <a:pt x="893" y="953"/>
                    <a:pt x="893" y="953"/>
                  </a:cubicBezTo>
                  <a:close/>
                  <a:moveTo>
                    <a:pt x="893" y="953"/>
                  </a:moveTo>
                  <a:cubicBezTo>
                    <a:pt x="893" y="953"/>
                    <a:pt x="893" y="953"/>
                    <a:pt x="893" y="953"/>
                  </a:cubicBezTo>
                  <a:cubicBezTo>
                    <a:pt x="893" y="953"/>
                    <a:pt x="893" y="953"/>
                    <a:pt x="893" y="953"/>
                  </a:cubicBezTo>
                  <a:close/>
                  <a:moveTo>
                    <a:pt x="903" y="953"/>
                  </a:moveTo>
                  <a:cubicBezTo>
                    <a:pt x="903" y="943"/>
                    <a:pt x="903" y="943"/>
                    <a:pt x="903" y="943"/>
                  </a:cubicBezTo>
                  <a:cubicBezTo>
                    <a:pt x="903" y="943"/>
                    <a:pt x="903" y="943"/>
                    <a:pt x="903" y="953"/>
                  </a:cubicBezTo>
                  <a:close/>
                  <a:moveTo>
                    <a:pt x="903" y="943"/>
                  </a:moveTo>
                  <a:cubicBezTo>
                    <a:pt x="903" y="943"/>
                    <a:pt x="903" y="943"/>
                    <a:pt x="903" y="943"/>
                  </a:cubicBezTo>
                  <a:cubicBezTo>
                    <a:pt x="903" y="943"/>
                    <a:pt x="903" y="943"/>
                    <a:pt x="903" y="943"/>
                  </a:cubicBezTo>
                  <a:close/>
                  <a:moveTo>
                    <a:pt x="913" y="943"/>
                  </a:moveTo>
                  <a:cubicBezTo>
                    <a:pt x="913" y="943"/>
                    <a:pt x="913" y="943"/>
                    <a:pt x="913" y="943"/>
                  </a:cubicBezTo>
                  <a:cubicBezTo>
                    <a:pt x="913" y="943"/>
                    <a:pt x="913" y="943"/>
                    <a:pt x="913" y="943"/>
                  </a:cubicBezTo>
                  <a:close/>
                  <a:moveTo>
                    <a:pt x="913" y="943"/>
                  </a:moveTo>
                  <a:lnTo>
                    <a:pt x="913" y="943"/>
                  </a:lnTo>
                  <a:lnTo>
                    <a:pt x="913" y="943"/>
                  </a:lnTo>
                  <a:close/>
                  <a:moveTo>
                    <a:pt x="913" y="943"/>
                  </a:moveTo>
                  <a:cubicBezTo>
                    <a:pt x="923" y="943"/>
                    <a:pt x="923" y="943"/>
                    <a:pt x="923" y="943"/>
                  </a:cubicBezTo>
                  <a:cubicBezTo>
                    <a:pt x="923" y="943"/>
                    <a:pt x="923" y="943"/>
                    <a:pt x="913" y="943"/>
                  </a:cubicBezTo>
                  <a:close/>
                  <a:moveTo>
                    <a:pt x="923" y="943"/>
                  </a:moveTo>
                  <a:cubicBezTo>
                    <a:pt x="923" y="943"/>
                    <a:pt x="923" y="943"/>
                    <a:pt x="923" y="943"/>
                  </a:cubicBezTo>
                  <a:cubicBezTo>
                    <a:pt x="923" y="943"/>
                    <a:pt x="923" y="943"/>
                    <a:pt x="923" y="943"/>
                  </a:cubicBezTo>
                  <a:close/>
                  <a:moveTo>
                    <a:pt x="923" y="943"/>
                  </a:moveTo>
                  <a:cubicBezTo>
                    <a:pt x="923" y="943"/>
                    <a:pt x="933" y="943"/>
                    <a:pt x="933" y="943"/>
                  </a:cubicBezTo>
                  <a:cubicBezTo>
                    <a:pt x="933" y="943"/>
                    <a:pt x="923" y="943"/>
                    <a:pt x="923" y="943"/>
                  </a:cubicBezTo>
                  <a:close/>
                  <a:moveTo>
                    <a:pt x="933" y="943"/>
                  </a:moveTo>
                  <a:cubicBezTo>
                    <a:pt x="933" y="943"/>
                    <a:pt x="933" y="943"/>
                    <a:pt x="933" y="943"/>
                  </a:cubicBezTo>
                  <a:cubicBezTo>
                    <a:pt x="933" y="943"/>
                    <a:pt x="933" y="943"/>
                    <a:pt x="933" y="943"/>
                  </a:cubicBezTo>
                  <a:close/>
                  <a:moveTo>
                    <a:pt x="933" y="943"/>
                  </a:moveTo>
                  <a:cubicBezTo>
                    <a:pt x="933" y="943"/>
                    <a:pt x="933" y="943"/>
                    <a:pt x="943" y="943"/>
                  </a:cubicBezTo>
                  <a:cubicBezTo>
                    <a:pt x="933" y="943"/>
                    <a:pt x="933" y="943"/>
                    <a:pt x="933" y="943"/>
                  </a:cubicBezTo>
                  <a:close/>
                  <a:moveTo>
                    <a:pt x="943" y="933"/>
                  </a:moveTo>
                  <a:cubicBezTo>
                    <a:pt x="943" y="933"/>
                    <a:pt x="943" y="933"/>
                    <a:pt x="943" y="933"/>
                  </a:cubicBezTo>
                  <a:cubicBezTo>
                    <a:pt x="943" y="933"/>
                    <a:pt x="943" y="933"/>
                    <a:pt x="943" y="933"/>
                  </a:cubicBezTo>
                  <a:close/>
                  <a:moveTo>
                    <a:pt x="943" y="933"/>
                  </a:moveTo>
                  <a:cubicBezTo>
                    <a:pt x="943" y="933"/>
                    <a:pt x="943" y="933"/>
                    <a:pt x="943" y="933"/>
                  </a:cubicBezTo>
                  <a:cubicBezTo>
                    <a:pt x="943" y="933"/>
                    <a:pt x="943" y="933"/>
                    <a:pt x="943" y="933"/>
                  </a:cubicBezTo>
                  <a:close/>
                  <a:moveTo>
                    <a:pt x="953" y="933"/>
                  </a:moveTo>
                  <a:cubicBezTo>
                    <a:pt x="953" y="933"/>
                    <a:pt x="953" y="933"/>
                    <a:pt x="953" y="933"/>
                  </a:cubicBezTo>
                  <a:cubicBezTo>
                    <a:pt x="953" y="933"/>
                    <a:pt x="953" y="933"/>
                    <a:pt x="953" y="933"/>
                  </a:cubicBezTo>
                  <a:close/>
                  <a:moveTo>
                    <a:pt x="953" y="933"/>
                  </a:moveTo>
                  <a:cubicBezTo>
                    <a:pt x="953" y="933"/>
                    <a:pt x="953" y="933"/>
                    <a:pt x="953" y="933"/>
                  </a:cubicBezTo>
                  <a:cubicBezTo>
                    <a:pt x="953" y="933"/>
                    <a:pt x="953" y="933"/>
                    <a:pt x="953" y="933"/>
                  </a:cubicBezTo>
                  <a:close/>
                  <a:moveTo>
                    <a:pt x="963" y="933"/>
                  </a:moveTo>
                  <a:cubicBezTo>
                    <a:pt x="963" y="933"/>
                    <a:pt x="963" y="933"/>
                    <a:pt x="963" y="933"/>
                  </a:cubicBezTo>
                  <a:cubicBezTo>
                    <a:pt x="963" y="933"/>
                    <a:pt x="963" y="933"/>
                    <a:pt x="963" y="933"/>
                  </a:cubicBezTo>
                  <a:close/>
                  <a:moveTo>
                    <a:pt x="963" y="933"/>
                  </a:moveTo>
                  <a:cubicBezTo>
                    <a:pt x="963" y="933"/>
                    <a:pt x="963" y="933"/>
                    <a:pt x="963" y="933"/>
                  </a:cubicBezTo>
                  <a:cubicBezTo>
                    <a:pt x="963" y="933"/>
                    <a:pt x="963" y="933"/>
                    <a:pt x="963" y="933"/>
                  </a:cubicBezTo>
                  <a:close/>
                  <a:moveTo>
                    <a:pt x="963" y="933"/>
                  </a:moveTo>
                  <a:cubicBezTo>
                    <a:pt x="963" y="933"/>
                    <a:pt x="973" y="933"/>
                    <a:pt x="973" y="933"/>
                  </a:cubicBezTo>
                  <a:cubicBezTo>
                    <a:pt x="973" y="933"/>
                    <a:pt x="963" y="933"/>
                    <a:pt x="963" y="933"/>
                  </a:cubicBezTo>
                  <a:close/>
                  <a:moveTo>
                    <a:pt x="973" y="933"/>
                  </a:moveTo>
                  <a:lnTo>
                    <a:pt x="973" y="933"/>
                  </a:lnTo>
                  <a:lnTo>
                    <a:pt x="973" y="933"/>
                  </a:lnTo>
                  <a:close/>
                  <a:moveTo>
                    <a:pt x="973" y="933"/>
                  </a:moveTo>
                  <a:cubicBezTo>
                    <a:pt x="973" y="933"/>
                    <a:pt x="973" y="933"/>
                    <a:pt x="983" y="933"/>
                  </a:cubicBezTo>
                  <a:cubicBezTo>
                    <a:pt x="973" y="933"/>
                    <a:pt x="973" y="933"/>
                    <a:pt x="973" y="933"/>
                  </a:cubicBezTo>
                  <a:close/>
                  <a:moveTo>
                    <a:pt x="983" y="933"/>
                  </a:moveTo>
                  <a:lnTo>
                    <a:pt x="983" y="933"/>
                  </a:lnTo>
                  <a:lnTo>
                    <a:pt x="983" y="933"/>
                  </a:lnTo>
                  <a:close/>
                  <a:moveTo>
                    <a:pt x="983" y="933"/>
                  </a:moveTo>
                  <a:lnTo>
                    <a:pt x="983" y="933"/>
                  </a:lnTo>
                  <a:lnTo>
                    <a:pt x="983" y="933"/>
                  </a:lnTo>
                  <a:close/>
                  <a:moveTo>
                    <a:pt x="993" y="933"/>
                  </a:moveTo>
                  <a:cubicBezTo>
                    <a:pt x="993" y="933"/>
                    <a:pt x="993" y="933"/>
                    <a:pt x="993" y="933"/>
                  </a:cubicBezTo>
                  <a:cubicBezTo>
                    <a:pt x="993" y="933"/>
                    <a:pt x="993" y="933"/>
                    <a:pt x="993" y="933"/>
                  </a:cubicBezTo>
                  <a:close/>
                  <a:moveTo>
                    <a:pt x="993" y="933"/>
                  </a:moveTo>
                  <a:cubicBezTo>
                    <a:pt x="993" y="933"/>
                    <a:pt x="993" y="933"/>
                    <a:pt x="993" y="933"/>
                  </a:cubicBezTo>
                  <a:cubicBezTo>
                    <a:pt x="993" y="933"/>
                    <a:pt x="993" y="933"/>
                    <a:pt x="993" y="933"/>
                  </a:cubicBezTo>
                  <a:close/>
                  <a:moveTo>
                    <a:pt x="1024" y="923"/>
                  </a:moveTo>
                  <a:cubicBezTo>
                    <a:pt x="1365" y="863"/>
                    <a:pt x="2107" y="51"/>
                    <a:pt x="2498" y="0"/>
                  </a:cubicBezTo>
                  <a:cubicBezTo>
                    <a:pt x="2107" y="51"/>
                    <a:pt x="1365" y="863"/>
                    <a:pt x="1024" y="923"/>
                  </a:cubicBezTo>
                  <a:close/>
                  <a:moveTo>
                    <a:pt x="2578" y="0"/>
                  </a:moveTo>
                  <a:cubicBezTo>
                    <a:pt x="2568" y="0"/>
                    <a:pt x="2548" y="0"/>
                    <a:pt x="2528" y="0"/>
                  </a:cubicBezTo>
                  <a:cubicBezTo>
                    <a:pt x="2548" y="0"/>
                    <a:pt x="2568" y="0"/>
                    <a:pt x="2578" y="0"/>
                  </a:cubicBezTo>
                  <a:close/>
                  <a:moveTo>
                    <a:pt x="2498" y="0"/>
                  </a:moveTo>
                  <a:cubicBezTo>
                    <a:pt x="2508" y="0"/>
                    <a:pt x="2518" y="0"/>
                    <a:pt x="2528" y="0"/>
                  </a:cubicBezTo>
                  <a:lnTo>
                    <a:pt x="2528" y="0"/>
                  </a:lnTo>
                  <a:cubicBezTo>
                    <a:pt x="2518" y="0"/>
                    <a:pt x="2508" y="0"/>
                    <a:pt x="2498" y="0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5" name="Google Shape;745;p17"/>
            <p:cNvSpPr/>
            <p:nvPr/>
          </p:nvSpPr>
          <p:spPr>
            <a:xfrm>
              <a:off x="4861418" y="842000"/>
              <a:ext cx="1059655" cy="334658"/>
            </a:xfrm>
            <a:custGeom>
              <a:avLst/>
              <a:gdLst/>
              <a:ahLst/>
              <a:cxnLst/>
              <a:rect l="l" t="t" r="r" b="b"/>
              <a:pathLst>
                <a:path w="12770" h="4033" extrusionOk="0">
                  <a:moveTo>
                    <a:pt x="2498" y="0"/>
                  </a:moveTo>
                  <a:cubicBezTo>
                    <a:pt x="2107" y="51"/>
                    <a:pt x="1365" y="863"/>
                    <a:pt x="1024" y="923"/>
                  </a:cubicBezTo>
                  <a:cubicBezTo>
                    <a:pt x="1014" y="923"/>
                    <a:pt x="1003" y="933"/>
                    <a:pt x="993" y="933"/>
                  </a:cubicBezTo>
                  <a:lnTo>
                    <a:pt x="943" y="933"/>
                  </a:lnTo>
                  <a:cubicBezTo>
                    <a:pt x="943" y="933"/>
                    <a:pt x="943" y="943"/>
                    <a:pt x="943" y="943"/>
                  </a:cubicBezTo>
                  <a:lnTo>
                    <a:pt x="903" y="943"/>
                  </a:lnTo>
                  <a:cubicBezTo>
                    <a:pt x="903" y="943"/>
                    <a:pt x="903" y="943"/>
                    <a:pt x="903" y="953"/>
                  </a:cubicBezTo>
                  <a:lnTo>
                    <a:pt x="873" y="953"/>
                  </a:lnTo>
                  <a:cubicBezTo>
                    <a:pt x="873" y="953"/>
                    <a:pt x="873" y="953"/>
                    <a:pt x="873" y="963"/>
                  </a:cubicBezTo>
                  <a:lnTo>
                    <a:pt x="843" y="963"/>
                  </a:lnTo>
                  <a:cubicBezTo>
                    <a:pt x="843" y="973"/>
                    <a:pt x="843" y="973"/>
                    <a:pt x="843" y="973"/>
                  </a:cubicBezTo>
                  <a:lnTo>
                    <a:pt x="813" y="973"/>
                  </a:lnTo>
                  <a:cubicBezTo>
                    <a:pt x="813" y="983"/>
                    <a:pt x="813" y="983"/>
                    <a:pt x="813" y="983"/>
                  </a:cubicBezTo>
                  <a:lnTo>
                    <a:pt x="793" y="983"/>
                  </a:lnTo>
                  <a:cubicBezTo>
                    <a:pt x="793" y="983"/>
                    <a:pt x="793" y="993"/>
                    <a:pt x="783" y="993"/>
                  </a:cubicBezTo>
                  <a:cubicBezTo>
                    <a:pt x="783" y="993"/>
                    <a:pt x="773" y="993"/>
                    <a:pt x="773" y="1003"/>
                  </a:cubicBezTo>
                  <a:lnTo>
                    <a:pt x="753" y="1003"/>
                  </a:lnTo>
                  <a:cubicBezTo>
                    <a:pt x="753" y="1013"/>
                    <a:pt x="743" y="1013"/>
                    <a:pt x="743" y="1013"/>
                  </a:cubicBezTo>
                  <a:cubicBezTo>
                    <a:pt x="733" y="1013"/>
                    <a:pt x="733" y="1023"/>
                    <a:pt x="723" y="1023"/>
                  </a:cubicBezTo>
                  <a:lnTo>
                    <a:pt x="713" y="1023"/>
                  </a:lnTo>
                  <a:cubicBezTo>
                    <a:pt x="713" y="1034"/>
                    <a:pt x="713" y="1034"/>
                    <a:pt x="713" y="1034"/>
                  </a:cubicBezTo>
                  <a:lnTo>
                    <a:pt x="693" y="1034"/>
                  </a:lnTo>
                  <a:cubicBezTo>
                    <a:pt x="693" y="1044"/>
                    <a:pt x="693" y="1044"/>
                    <a:pt x="693" y="1044"/>
                  </a:cubicBezTo>
                  <a:lnTo>
                    <a:pt x="672" y="1044"/>
                  </a:lnTo>
                  <a:cubicBezTo>
                    <a:pt x="672" y="1054"/>
                    <a:pt x="672" y="1054"/>
                    <a:pt x="672" y="1054"/>
                  </a:cubicBezTo>
                  <a:lnTo>
                    <a:pt x="662" y="1054"/>
                  </a:lnTo>
                  <a:lnTo>
                    <a:pt x="652" y="1064"/>
                  </a:lnTo>
                  <a:lnTo>
                    <a:pt x="642" y="1064"/>
                  </a:lnTo>
                  <a:cubicBezTo>
                    <a:pt x="642" y="1064"/>
                    <a:pt x="642" y="1064"/>
                    <a:pt x="642" y="1074"/>
                  </a:cubicBezTo>
                  <a:lnTo>
                    <a:pt x="622" y="1074"/>
                  </a:lnTo>
                  <a:lnTo>
                    <a:pt x="622" y="1084"/>
                  </a:lnTo>
                  <a:lnTo>
                    <a:pt x="602" y="1084"/>
                  </a:lnTo>
                  <a:cubicBezTo>
                    <a:pt x="602" y="1094"/>
                    <a:pt x="602" y="1094"/>
                    <a:pt x="602" y="1094"/>
                  </a:cubicBezTo>
                  <a:lnTo>
                    <a:pt x="592" y="1094"/>
                  </a:lnTo>
                  <a:lnTo>
                    <a:pt x="582" y="1104"/>
                  </a:lnTo>
                  <a:lnTo>
                    <a:pt x="572" y="1104"/>
                  </a:lnTo>
                  <a:lnTo>
                    <a:pt x="572" y="1114"/>
                  </a:lnTo>
                  <a:cubicBezTo>
                    <a:pt x="372" y="1234"/>
                    <a:pt x="171" y="1405"/>
                    <a:pt x="0" y="1535"/>
                  </a:cubicBezTo>
                  <a:lnTo>
                    <a:pt x="10" y="1535"/>
                  </a:lnTo>
                  <a:cubicBezTo>
                    <a:pt x="20" y="1535"/>
                    <a:pt x="41" y="1535"/>
                    <a:pt x="61" y="1525"/>
                  </a:cubicBezTo>
                  <a:cubicBezTo>
                    <a:pt x="101" y="1505"/>
                    <a:pt x="131" y="1475"/>
                    <a:pt x="161" y="1455"/>
                  </a:cubicBezTo>
                  <a:cubicBezTo>
                    <a:pt x="372" y="1284"/>
                    <a:pt x="783" y="1023"/>
                    <a:pt x="933" y="1023"/>
                  </a:cubicBezTo>
                  <a:cubicBezTo>
                    <a:pt x="973" y="1023"/>
                    <a:pt x="1144" y="1124"/>
                    <a:pt x="1345" y="1234"/>
                  </a:cubicBezTo>
                  <a:cubicBezTo>
                    <a:pt x="1686" y="1104"/>
                    <a:pt x="1696" y="1003"/>
                    <a:pt x="2107" y="863"/>
                  </a:cubicBezTo>
                  <a:cubicBezTo>
                    <a:pt x="2227" y="823"/>
                    <a:pt x="2348" y="783"/>
                    <a:pt x="2478" y="783"/>
                  </a:cubicBezTo>
                  <a:lnTo>
                    <a:pt x="2488" y="783"/>
                  </a:lnTo>
                  <a:cubicBezTo>
                    <a:pt x="2739" y="783"/>
                    <a:pt x="3170" y="913"/>
                    <a:pt x="3381" y="1054"/>
                  </a:cubicBezTo>
                  <a:cubicBezTo>
                    <a:pt x="3832" y="1375"/>
                    <a:pt x="4645" y="1655"/>
                    <a:pt x="5186" y="1696"/>
                  </a:cubicBezTo>
                  <a:cubicBezTo>
                    <a:pt x="5196" y="1706"/>
                    <a:pt x="5196" y="1706"/>
                    <a:pt x="5196" y="1706"/>
                  </a:cubicBezTo>
                  <a:cubicBezTo>
                    <a:pt x="5297" y="1706"/>
                    <a:pt x="5066" y="1545"/>
                    <a:pt x="4835" y="1385"/>
                  </a:cubicBezTo>
                  <a:cubicBezTo>
                    <a:pt x="4594" y="1234"/>
                    <a:pt x="4354" y="1074"/>
                    <a:pt x="4414" y="1074"/>
                  </a:cubicBezTo>
                  <a:cubicBezTo>
                    <a:pt x="4424" y="1074"/>
                    <a:pt x="4424" y="1074"/>
                    <a:pt x="4434" y="1084"/>
                  </a:cubicBezTo>
                  <a:cubicBezTo>
                    <a:pt x="4825" y="1174"/>
                    <a:pt x="5337" y="1365"/>
                    <a:pt x="5908" y="1605"/>
                  </a:cubicBezTo>
                  <a:cubicBezTo>
                    <a:pt x="6621" y="1906"/>
                    <a:pt x="8607" y="2979"/>
                    <a:pt x="9389" y="3351"/>
                  </a:cubicBezTo>
                  <a:cubicBezTo>
                    <a:pt x="9439" y="3371"/>
                    <a:pt x="9469" y="3381"/>
                    <a:pt x="9479" y="3381"/>
                  </a:cubicBezTo>
                  <a:cubicBezTo>
                    <a:pt x="9550" y="3381"/>
                    <a:pt x="9289" y="3170"/>
                    <a:pt x="9028" y="2949"/>
                  </a:cubicBezTo>
                  <a:cubicBezTo>
                    <a:pt x="8767" y="2739"/>
                    <a:pt x="8506" y="2518"/>
                    <a:pt x="8577" y="2518"/>
                  </a:cubicBezTo>
                  <a:cubicBezTo>
                    <a:pt x="8587" y="2518"/>
                    <a:pt x="8607" y="2528"/>
                    <a:pt x="8647" y="2548"/>
                  </a:cubicBezTo>
                  <a:cubicBezTo>
                    <a:pt x="9229" y="2809"/>
                    <a:pt x="10894" y="3601"/>
                    <a:pt x="11265" y="3722"/>
                  </a:cubicBezTo>
                  <a:cubicBezTo>
                    <a:pt x="11576" y="3822"/>
                    <a:pt x="12468" y="4033"/>
                    <a:pt x="12689" y="4033"/>
                  </a:cubicBezTo>
                  <a:cubicBezTo>
                    <a:pt x="12759" y="4033"/>
                    <a:pt x="12769" y="4013"/>
                    <a:pt x="12679" y="3962"/>
                  </a:cubicBezTo>
                  <a:cubicBezTo>
                    <a:pt x="12278" y="3762"/>
                    <a:pt x="11877" y="3571"/>
                    <a:pt x="11495" y="3391"/>
                  </a:cubicBezTo>
                  <a:cubicBezTo>
                    <a:pt x="9710" y="2658"/>
                    <a:pt x="7684" y="1766"/>
                    <a:pt x="7694" y="1675"/>
                  </a:cubicBezTo>
                  <a:cubicBezTo>
                    <a:pt x="7744" y="1675"/>
                    <a:pt x="7794" y="1665"/>
                    <a:pt x="7854" y="1645"/>
                  </a:cubicBezTo>
                  <a:cubicBezTo>
                    <a:pt x="7814" y="1625"/>
                    <a:pt x="7784" y="1605"/>
                    <a:pt x="7754" y="1595"/>
                  </a:cubicBezTo>
                  <a:lnTo>
                    <a:pt x="7634" y="1595"/>
                  </a:lnTo>
                  <a:cubicBezTo>
                    <a:pt x="7573" y="1595"/>
                    <a:pt x="7523" y="1595"/>
                    <a:pt x="7473" y="1575"/>
                  </a:cubicBezTo>
                  <a:lnTo>
                    <a:pt x="7453" y="1575"/>
                  </a:lnTo>
                  <a:cubicBezTo>
                    <a:pt x="7202" y="1475"/>
                    <a:pt x="6430" y="963"/>
                    <a:pt x="6290" y="863"/>
                  </a:cubicBezTo>
                  <a:cubicBezTo>
                    <a:pt x="6159" y="753"/>
                    <a:pt x="5678" y="793"/>
                    <a:pt x="5417" y="582"/>
                  </a:cubicBezTo>
                  <a:cubicBezTo>
                    <a:pt x="5156" y="372"/>
                    <a:pt x="4785" y="291"/>
                    <a:pt x="4294" y="211"/>
                  </a:cubicBezTo>
                  <a:cubicBezTo>
                    <a:pt x="3802" y="141"/>
                    <a:pt x="2949" y="91"/>
                    <a:pt x="2578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6" name="Google Shape;746;p17"/>
            <p:cNvSpPr/>
            <p:nvPr/>
          </p:nvSpPr>
          <p:spPr>
            <a:xfrm>
              <a:off x="4866397" y="926889"/>
              <a:ext cx="948959" cy="196497"/>
            </a:xfrm>
            <a:custGeom>
              <a:avLst/>
              <a:gdLst/>
              <a:ahLst/>
              <a:cxnLst/>
              <a:rect l="l" t="t" r="r" b="b"/>
              <a:pathLst>
                <a:path w="11436" h="2368" extrusionOk="0">
                  <a:moveTo>
                    <a:pt x="873" y="0"/>
                  </a:moveTo>
                  <a:cubicBezTo>
                    <a:pt x="723" y="0"/>
                    <a:pt x="312" y="261"/>
                    <a:pt x="101" y="432"/>
                  </a:cubicBezTo>
                  <a:cubicBezTo>
                    <a:pt x="71" y="452"/>
                    <a:pt x="41" y="482"/>
                    <a:pt x="1" y="502"/>
                  </a:cubicBezTo>
                  <a:cubicBezTo>
                    <a:pt x="271" y="472"/>
                    <a:pt x="1094" y="271"/>
                    <a:pt x="1174" y="251"/>
                  </a:cubicBezTo>
                  <a:cubicBezTo>
                    <a:pt x="1214" y="231"/>
                    <a:pt x="1254" y="221"/>
                    <a:pt x="1285" y="211"/>
                  </a:cubicBezTo>
                  <a:cubicBezTo>
                    <a:pt x="1084" y="101"/>
                    <a:pt x="913" y="0"/>
                    <a:pt x="873" y="0"/>
                  </a:cubicBezTo>
                  <a:close/>
                  <a:moveTo>
                    <a:pt x="7794" y="622"/>
                  </a:moveTo>
                  <a:cubicBezTo>
                    <a:pt x="7734" y="642"/>
                    <a:pt x="7684" y="652"/>
                    <a:pt x="7634" y="652"/>
                  </a:cubicBezTo>
                  <a:cubicBezTo>
                    <a:pt x="7624" y="743"/>
                    <a:pt x="9650" y="1635"/>
                    <a:pt x="11435" y="2368"/>
                  </a:cubicBezTo>
                  <a:cubicBezTo>
                    <a:pt x="9951" y="1656"/>
                    <a:pt x="8617" y="1084"/>
                    <a:pt x="7794" y="62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7" name="Google Shape;747;p17"/>
            <p:cNvSpPr/>
            <p:nvPr/>
          </p:nvSpPr>
          <p:spPr>
            <a:xfrm>
              <a:off x="4858099" y="1035924"/>
              <a:ext cx="423696" cy="109949"/>
            </a:xfrm>
            <a:custGeom>
              <a:avLst/>
              <a:gdLst/>
              <a:ahLst/>
              <a:cxnLst/>
              <a:rect l="l" t="t" r="r" b="b"/>
              <a:pathLst>
                <a:path w="5106" h="1325" extrusionOk="0">
                  <a:moveTo>
                    <a:pt x="1665" y="0"/>
                  </a:moveTo>
                  <a:cubicBezTo>
                    <a:pt x="1395" y="0"/>
                    <a:pt x="1154" y="131"/>
                    <a:pt x="963" y="271"/>
                  </a:cubicBezTo>
                  <a:cubicBezTo>
                    <a:pt x="672" y="482"/>
                    <a:pt x="863" y="342"/>
                    <a:pt x="281" y="652"/>
                  </a:cubicBezTo>
                  <a:cubicBezTo>
                    <a:pt x="0" y="803"/>
                    <a:pt x="30" y="863"/>
                    <a:pt x="231" y="863"/>
                  </a:cubicBezTo>
                  <a:cubicBezTo>
                    <a:pt x="432" y="863"/>
                    <a:pt x="813" y="803"/>
                    <a:pt x="1174" y="713"/>
                  </a:cubicBezTo>
                  <a:cubicBezTo>
                    <a:pt x="1264" y="693"/>
                    <a:pt x="1334" y="683"/>
                    <a:pt x="1395" y="683"/>
                  </a:cubicBezTo>
                  <a:cubicBezTo>
                    <a:pt x="1585" y="683"/>
                    <a:pt x="1635" y="773"/>
                    <a:pt x="1685" y="863"/>
                  </a:cubicBezTo>
                  <a:cubicBezTo>
                    <a:pt x="1736" y="953"/>
                    <a:pt x="1786" y="1044"/>
                    <a:pt x="1946" y="1044"/>
                  </a:cubicBezTo>
                  <a:cubicBezTo>
                    <a:pt x="1986" y="1044"/>
                    <a:pt x="2037" y="1034"/>
                    <a:pt x="2087" y="1024"/>
                  </a:cubicBezTo>
                  <a:cubicBezTo>
                    <a:pt x="2167" y="1014"/>
                    <a:pt x="2267" y="1004"/>
                    <a:pt x="2368" y="1004"/>
                  </a:cubicBezTo>
                  <a:cubicBezTo>
                    <a:pt x="2919" y="1004"/>
                    <a:pt x="3631" y="1244"/>
                    <a:pt x="4414" y="1314"/>
                  </a:cubicBezTo>
                  <a:cubicBezTo>
                    <a:pt x="4454" y="1325"/>
                    <a:pt x="4494" y="1325"/>
                    <a:pt x="4524" y="1325"/>
                  </a:cubicBezTo>
                  <a:cubicBezTo>
                    <a:pt x="5106" y="1325"/>
                    <a:pt x="3030" y="562"/>
                    <a:pt x="2087" y="101"/>
                  </a:cubicBezTo>
                  <a:cubicBezTo>
                    <a:pt x="1936" y="31"/>
                    <a:pt x="1796" y="0"/>
                    <a:pt x="1665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8" name="Google Shape;748;p17"/>
            <p:cNvSpPr/>
            <p:nvPr/>
          </p:nvSpPr>
          <p:spPr>
            <a:xfrm>
              <a:off x="4722427" y="1047542"/>
              <a:ext cx="16679" cy="3485"/>
            </a:xfrm>
            <a:custGeom>
              <a:avLst/>
              <a:gdLst/>
              <a:ahLst/>
              <a:cxnLst/>
              <a:rect l="l" t="t" r="r" b="b"/>
              <a:pathLst>
                <a:path w="201" h="42" extrusionOk="0">
                  <a:moveTo>
                    <a:pt x="201" y="41"/>
                  </a:moveTo>
                  <a:cubicBezTo>
                    <a:pt x="171" y="31"/>
                    <a:pt x="131" y="31"/>
                    <a:pt x="91" y="21"/>
                  </a:cubicBezTo>
                  <a:cubicBezTo>
                    <a:pt x="131" y="31"/>
                    <a:pt x="171" y="31"/>
                    <a:pt x="201" y="41"/>
                  </a:cubicBezTo>
                  <a:lnTo>
                    <a:pt x="201" y="41"/>
                  </a:lnTo>
                  <a:close/>
                  <a:moveTo>
                    <a:pt x="20" y="1"/>
                  </a:moveTo>
                  <a:cubicBezTo>
                    <a:pt x="10" y="1"/>
                    <a:pt x="10" y="1"/>
                    <a:pt x="0" y="1"/>
                  </a:cubicBezTo>
                  <a:cubicBezTo>
                    <a:pt x="10" y="1"/>
                    <a:pt x="10" y="1"/>
                    <a:pt x="20" y="1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9" name="Google Shape;749;p17"/>
            <p:cNvSpPr/>
            <p:nvPr/>
          </p:nvSpPr>
          <p:spPr>
            <a:xfrm>
              <a:off x="4617540" y="1028456"/>
              <a:ext cx="160732" cy="55016"/>
            </a:xfrm>
            <a:custGeom>
              <a:avLst/>
              <a:gdLst/>
              <a:ahLst/>
              <a:cxnLst/>
              <a:rect l="l" t="t" r="r" b="b"/>
              <a:pathLst>
                <a:path w="1937" h="663" extrusionOk="0">
                  <a:moveTo>
                    <a:pt x="362" y="0"/>
                  </a:moveTo>
                  <a:cubicBezTo>
                    <a:pt x="241" y="0"/>
                    <a:pt x="121" y="20"/>
                    <a:pt x="0" y="80"/>
                  </a:cubicBezTo>
                  <a:lnTo>
                    <a:pt x="21" y="80"/>
                  </a:lnTo>
                  <a:cubicBezTo>
                    <a:pt x="21" y="101"/>
                    <a:pt x="31" y="121"/>
                    <a:pt x="41" y="141"/>
                  </a:cubicBezTo>
                  <a:cubicBezTo>
                    <a:pt x="191" y="351"/>
                    <a:pt x="492" y="562"/>
                    <a:pt x="683" y="562"/>
                  </a:cubicBezTo>
                  <a:lnTo>
                    <a:pt x="713" y="562"/>
                  </a:lnTo>
                  <a:cubicBezTo>
                    <a:pt x="783" y="552"/>
                    <a:pt x="863" y="552"/>
                    <a:pt x="943" y="552"/>
                  </a:cubicBezTo>
                  <a:cubicBezTo>
                    <a:pt x="1164" y="552"/>
                    <a:pt x="1445" y="582"/>
                    <a:pt x="1846" y="652"/>
                  </a:cubicBezTo>
                  <a:cubicBezTo>
                    <a:pt x="1876" y="652"/>
                    <a:pt x="1906" y="662"/>
                    <a:pt x="1936" y="662"/>
                  </a:cubicBezTo>
                  <a:cubicBezTo>
                    <a:pt x="1836" y="602"/>
                    <a:pt x="1746" y="542"/>
                    <a:pt x="1676" y="502"/>
                  </a:cubicBezTo>
                  <a:cubicBezTo>
                    <a:pt x="1485" y="401"/>
                    <a:pt x="1405" y="361"/>
                    <a:pt x="1435" y="361"/>
                  </a:cubicBezTo>
                  <a:cubicBezTo>
                    <a:pt x="1445" y="361"/>
                    <a:pt x="1465" y="371"/>
                    <a:pt x="1505" y="371"/>
                  </a:cubicBezTo>
                  <a:cubicBezTo>
                    <a:pt x="1515" y="381"/>
                    <a:pt x="1525" y="381"/>
                    <a:pt x="1545" y="381"/>
                  </a:cubicBezTo>
                  <a:cubicBezTo>
                    <a:pt x="1565" y="381"/>
                    <a:pt x="1595" y="371"/>
                    <a:pt x="1615" y="361"/>
                  </a:cubicBezTo>
                  <a:cubicBezTo>
                    <a:pt x="1575" y="331"/>
                    <a:pt x="1515" y="301"/>
                    <a:pt x="1465" y="271"/>
                  </a:cubicBezTo>
                  <a:cubicBezTo>
                    <a:pt x="1435" y="261"/>
                    <a:pt x="1395" y="261"/>
                    <a:pt x="1355" y="251"/>
                  </a:cubicBezTo>
                  <a:cubicBezTo>
                    <a:pt x="1335" y="241"/>
                    <a:pt x="1314" y="241"/>
                    <a:pt x="1284" y="231"/>
                  </a:cubicBezTo>
                  <a:lnTo>
                    <a:pt x="1264" y="231"/>
                  </a:lnTo>
                  <a:cubicBezTo>
                    <a:pt x="1004" y="161"/>
                    <a:pt x="683" y="0"/>
                    <a:pt x="362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0" name="Google Shape;750;p17"/>
            <p:cNvSpPr/>
            <p:nvPr/>
          </p:nvSpPr>
          <p:spPr>
            <a:xfrm>
              <a:off x="4734044" y="1058412"/>
              <a:ext cx="66716" cy="26720"/>
            </a:xfrm>
            <a:custGeom>
              <a:avLst/>
              <a:gdLst/>
              <a:ahLst/>
              <a:cxnLst/>
              <a:rect l="l" t="t" r="r" b="b"/>
              <a:pathLst>
                <a:path w="804" h="322" extrusionOk="0">
                  <a:moveTo>
                    <a:pt x="31" y="0"/>
                  </a:moveTo>
                  <a:cubicBezTo>
                    <a:pt x="1" y="0"/>
                    <a:pt x="81" y="40"/>
                    <a:pt x="272" y="141"/>
                  </a:cubicBezTo>
                  <a:cubicBezTo>
                    <a:pt x="342" y="181"/>
                    <a:pt x="432" y="241"/>
                    <a:pt x="532" y="301"/>
                  </a:cubicBezTo>
                  <a:cubicBezTo>
                    <a:pt x="603" y="311"/>
                    <a:pt x="653" y="321"/>
                    <a:pt x="683" y="321"/>
                  </a:cubicBezTo>
                  <a:cubicBezTo>
                    <a:pt x="803" y="321"/>
                    <a:pt x="633" y="231"/>
                    <a:pt x="211" y="0"/>
                  </a:cubicBezTo>
                  <a:cubicBezTo>
                    <a:pt x="191" y="10"/>
                    <a:pt x="161" y="20"/>
                    <a:pt x="141" y="20"/>
                  </a:cubicBezTo>
                  <a:cubicBezTo>
                    <a:pt x="121" y="20"/>
                    <a:pt x="111" y="20"/>
                    <a:pt x="101" y="10"/>
                  </a:cubicBezTo>
                  <a:cubicBezTo>
                    <a:pt x="61" y="10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7EC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1" name="Google Shape;751;p17"/>
            <p:cNvSpPr/>
            <p:nvPr/>
          </p:nvSpPr>
          <p:spPr>
            <a:xfrm>
              <a:off x="4617540" y="1035095"/>
              <a:ext cx="3402" cy="5062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0" y="0"/>
                  </a:moveTo>
                  <a:cubicBezTo>
                    <a:pt x="21" y="21"/>
                    <a:pt x="31" y="41"/>
                    <a:pt x="41" y="61"/>
                  </a:cubicBezTo>
                  <a:cubicBezTo>
                    <a:pt x="31" y="41"/>
                    <a:pt x="21" y="21"/>
                    <a:pt x="21" y="0"/>
                  </a:cubicBezTo>
                  <a:close/>
                </a:path>
              </a:pathLst>
            </a:custGeom>
            <a:solidFill>
              <a:srgbClr val="7EC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752" name="Google Shape;752;p17"/>
          <p:cNvGrpSpPr/>
          <p:nvPr/>
        </p:nvGrpSpPr>
        <p:grpSpPr>
          <a:xfrm>
            <a:off x="-320148" y="4072475"/>
            <a:ext cx="4138865" cy="1588333"/>
            <a:chOff x="-111323" y="734400"/>
            <a:chExt cx="4138865" cy="1588333"/>
          </a:xfrm>
        </p:grpSpPr>
        <p:sp>
          <p:nvSpPr>
            <p:cNvPr id="753" name="Google Shape;753;p17"/>
            <p:cNvSpPr/>
            <p:nvPr/>
          </p:nvSpPr>
          <p:spPr>
            <a:xfrm>
              <a:off x="328393" y="1724964"/>
              <a:ext cx="169640" cy="76574"/>
            </a:xfrm>
            <a:custGeom>
              <a:avLst/>
              <a:gdLst/>
              <a:ahLst/>
              <a:cxnLst/>
              <a:rect l="l" t="t" r="r" b="b"/>
              <a:pathLst>
                <a:path w="2047" h="924" extrusionOk="0">
                  <a:moveTo>
                    <a:pt x="40" y="0"/>
                  </a:moveTo>
                  <a:lnTo>
                    <a:pt x="0" y="10"/>
                  </a:lnTo>
                  <a:cubicBezTo>
                    <a:pt x="171" y="111"/>
                    <a:pt x="341" y="221"/>
                    <a:pt x="522" y="311"/>
                  </a:cubicBezTo>
                  <a:cubicBezTo>
                    <a:pt x="933" y="542"/>
                    <a:pt x="1374" y="743"/>
                    <a:pt x="1826" y="923"/>
                  </a:cubicBezTo>
                  <a:cubicBezTo>
                    <a:pt x="1906" y="873"/>
                    <a:pt x="1976" y="823"/>
                    <a:pt x="2046" y="763"/>
                  </a:cubicBezTo>
                  <a:cubicBezTo>
                    <a:pt x="1384" y="512"/>
                    <a:pt x="712" y="251"/>
                    <a:pt x="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4" name="Google Shape;754;p17"/>
            <p:cNvSpPr/>
            <p:nvPr/>
          </p:nvSpPr>
          <p:spPr>
            <a:xfrm>
              <a:off x="331708" y="1503200"/>
              <a:ext cx="895354" cy="284999"/>
            </a:xfrm>
            <a:custGeom>
              <a:avLst/>
              <a:gdLst/>
              <a:ahLst/>
              <a:cxnLst/>
              <a:rect l="l" t="t" r="r" b="b"/>
              <a:pathLst>
                <a:path w="10804" h="3439" extrusionOk="0">
                  <a:moveTo>
                    <a:pt x="10380" y="0"/>
                  </a:moveTo>
                  <a:cubicBezTo>
                    <a:pt x="10188" y="0"/>
                    <a:pt x="9986" y="48"/>
                    <a:pt x="9800" y="99"/>
                  </a:cubicBezTo>
                  <a:cubicBezTo>
                    <a:pt x="6530" y="961"/>
                    <a:pt x="3270" y="1814"/>
                    <a:pt x="0" y="2676"/>
                  </a:cubicBezTo>
                  <a:cubicBezTo>
                    <a:pt x="672" y="2927"/>
                    <a:pt x="1344" y="3188"/>
                    <a:pt x="2006" y="3439"/>
                  </a:cubicBezTo>
                  <a:lnTo>
                    <a:pt x="2016" y="3429"/>
                  </a:lnTo>
                  <a:cubicBezTo>
                    <a:pt x="2498" y="2977"/>
                    <a:pt x="3320" y="2877"/>
                    <a:pt x="3952" y="2626"/>
                  </a:cubicBezTo>
                  <a:cubicBezTo>
                    <a:pt x="6229" y="1724"/>
                    <a:pt x="8426" y="751"/>
                    <a:pt x="10803" y="109"/>
                  </a:cubicBezTo>
                  <a:cubicBezTo>
                    <a:pt x="10676" y="29"/>
                    <a:pt x="10531" y="0"/>
                    <a:pt x="103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5" name="Google Shape;755;p17"/>
            <p:cNvSpPr/>
            <p:nvPr/>
          </p:nvSpPr>
          <p:spPr>
            <a:xfrm>
              <a:off x="67348" y="852161"/>
              <a:ext cx="653450" cy="297678"/>
            </a:xfrm>
            <a:custGeom>
              <a:avLst/>
              <a:gdLst/>
              <a:ahLst/>
              <a:cxnLst/>
              <a:rect l="l" t="t" r="r" b="b"/>
              <a:pathLst>
                <a:path w="7885" h="3592" extrusionOk="0">
                  <a:moveTo>
                    <a:pt x="6589" y="0"/>
                  </a:moveTo>
                  <a:cubicBezTo>
                    <a:pt x="6253" y="0"/>
                    <a:pt x="5295" y="296"/>
                    <a:pt x="4314" y="592"/>
                  </a:cubicBezTo>
                  <a:cubicBezTo>
                    <a:pt x="3325" y="891"/>
                    <a:pt x="2310" y="1189"/>
                    <a:pt x="1858" y="1189"/>
                  </a:cubicBezTo>
                  <a:cubicBezTo>
                    <a:pt x="1824" y="1189"/>
                    <a:pt x="1793" y="1188"/>
                    <a:pt x="1766" y="1184"/>
                  </a:cubicBezTo>
                  <a:cubicBezTo>
                    <a:pt x="1164" y="1435"/>
                    <a:pt x="572" y="1706"/>
                    <a:pt x="1" y="1986"/>
                  </a:cubicBezTo>
                  <a:cubicBezTo>
                    <a:pt x="612" y="2247"/>
                    <a:pt x="1806" y="2769"/>
                    <a:pt x="2318" y="2869"/>
                  </a:cubicBezTo>
                  <a:cubicBezTo>
                    <a:pt x="2498" y="2909"/>
                    <a:pt x="2689" y="2939"/>
                    <a:pt x="2839" y="3050"/>
                  </a:cubicBezTo>
                  <a:cubicBezTo>
                    <a:pt x="2950" y="3130"/>
                    <a:pt x="3040" y="3250"/>
                    <a:pt x="3150" y="3331"/>
                  </a:cubicBezTo>
                  <a:cubicBezTo>
                    <a:pt x="3369" y="3500"/>
                    <a:pt x="4195" y="3592"/>
                    <a:pt x="4830" y="3592"/>
                  </a:cubicBezTo>
                  <a:cubicBezTo>
                    <a:pt x="5361" y="3592"/>
                    <a:pt x="5758" y="3528"/>
                    <a:pt x="5557" y="3391"/>
                  </a:cubicBezTo>
                  <a:cubicBezTo>
                    <a:pt x="5216" y="3160"/>
                    <a:pt x="2318" y="2869"/>
                    <a:pt x="5608" y="2227"/>
                  </a:cubicBezTo>
                  <a:cubicBezTo>
                    <a:pt x="6009" y="2147"/>
                    <a:pt x="6300" y="1786"/>
                    <a:pt x="6962" y="1665"/>
                  </a:cubicBezTo>
                  <a:cubicBezTo>
                    <a:pt x="7885" y="1505"/>
                    <a:pt x="4574" y="1104"/>
                    <a:pt x="5507" y="963"/>
                  </a:cubicBezTo>
                  <a:cubicBezTo>
                    <a:pt x="6390" y="833"/>
                    <a:pt x="7112" y="602"/>
                    <a:pt x="7744" y="321"/>
                  </a:cubicBezTo>
                  <a:lnTo>
                    <a:pt x="7744" y="321"/>
                  </a:lnTo>
                  <a:cubicBezTo>
                    <a:pt x="7565" y="327"/>
                    <a:pt x="7399" y="333"/>
                    <a:pt x="7254" y="333"/>
                  </a:cubicBezTo>
                  <a:cubicBezTo>
                    <a:pt x="6878" y="333"/>
                    <a:pt x="6646" y="291"/>
                    <a:pt x="6711" y="81"/>
                  </a:cubicBezTo>
                  <a:cubicBezTo>
                    <a:pt x="6731" y="25"/>
                    <a:pt x="6686" y="0"/>
                    <a:pt x="6589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6" name="Google Shape;756;p17"/>
            <p:cNvSpPr/>
            <p:nvPr/>
          </p:nvSpPr>
          <p:spPr>
            <a:xfrm>
              <a:off x="849573" y="1734080"/>
              <a:ext cx="1109000" cy="313507"/>
            </a:xfrm>
            <a:custGeom>
              <a:avLst/>
              <a:gdLst/>
              <a:ahLst/>
              <a:cxnLst/>
              <a:rect l="l" t="t" r="r" b="b"/>
              <a:pathLst>
                <a:path w="13382" h="3783" extrusionOk="0">
                  <a:moveTo>
                    <a:pt x="13381" y="1"/>
                  </a:moveTo>
                  <a:lnTo>
                    <a:pt x="13381" y="1"/>
                  </a:lnTo>
                  <a:cubicBezTo>
                    <a:pt x="13380" y="2"/>
                    <a:pt x="13380" y="2"/>
                    <a:pt x="13379" y="3"/>
                  </a:cubicBezTo>
                  <a:lnTo>
                    <a:pt x="13379" y="3"/>
                  </a:lnTo>
                  <a:cubicBezTo>
                    <a:pt x="13380" y="2"/>
                    <a:pt x="13380" y="2"/>
                    <a:pt x="13381" y="1"/>
                  </a:cubicBezTo>
                  <a:close/>
                  <a:moveTo>
                    <a:pt x="13379" y="3"/>
                  </a:moveTo>
                  <a:cubicBezTo>
                    <a:pt x="13173" y="222"/>
                    <a:pt x="12116" y="272"/>
                    <a:pt x="11796" y="362"/>
                  </a:cubicBezTo>
                  <a:cubicBezTo>
                    <a:pt x="11265" y="512"/>
                    <a:pt x="10783" y="743"/>
                    <a:pt x="10262" y="924"/>
                  </a:cubicBezTo>
                  <a:cubicBezTo>
                    <a:pt x="9088" y="1345"/>
                    <a:pt x="7844" y="1495"/>
                    <a:pt x="6610" y="1576"/>
                  </a:cubicBezTo>
                  <a:cubicBezTo>
                    <a:pt x="4414" y="1716"/>
                    <a:pt x="2147" y="1586"/>
                    <a:pt x="0" y="2127"/>
                  </a:cubicBezTo>
                  <a:cubicBezTo>
                    <a:pt x="582" y="2268"/>
                    <a:pt x="1174" y="2408"/>
                    <a:pt x="1756" y="2549"/>
                  </a:cubicBezTo>
                  <a:cubicBezTo>
                    <a:pt x="3230" y="2920"/>
                    <a:pt x="4685" y="3341"/>
                    <a:pt x="6139" y="3782"/>
                  </a:cubicBezTo>
                  <a:cubicBezTo>
                    <a:pt x="6510" y="3692"/>
                    <a:pt x="6881" y="3622"/>
                    <a:pt x="7132" y="3542"/>
                  </a:cubicBezTo>
                  <a:cubicBezTo>
                    <a:pt x="7934" y="3311"/>
                    <a:pt x="8938" y="3211"/>
                    <a:pt x="9640" y="2729"/>
                  </a:cubicBezTo>
                  <a:cubicBezTo>
                    <a:pt x="10011" y="2468"/>
                    <a:pt x="10272" y="2077"/>
                    <a:pt x="10613" y="1766"/>
                  </a:cubicBezTo>
                  <a:cubicBezTo>
                    <a:pt x="11424" y="1025"/>
                    <a:pt x="12636" y="804"/>
                    <a:pt x="13379" y="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7" name="Google Shape;757;p17"/>
            <p:cNvSpPr/>
            <p:nvPr/>
          </p:nvSpPr>
          <p:spPr>
            <a:xfrm>
              <a:off x="1046227" y="883735"/>
              <a:ext cx="122651" cy="106077"/>
            </a:xfrm>
            <a:custGeom>
              <a:avLst/>
              <a:gdLst/>
              <a:ahLst/>
              <a:cxnLst/>
              <a:rect l="l" t="t" r="r" b="b"/>
              <a:pathLst>
                <a:path w="1480" h="1280" extrusionOk="0">
                  <a:moveTo>
                    <a:pt x="927" y="1"/>
                  </a:moveTo>
                  <a:cubicBezTo>
                    <a:pt x="687" y="161"/>
                    <a:pt x="476" y="322"/>
                    <a:pt x="396" y="582"/>
                  </a:cubicBezTo>
                  <a:cubicBezTo>
                    <a:pt x="278" y="943"/>
                    <a:pt x="1" y="1279"/>
                    <a:pt x="260" y="1279"/>
                  </a:cubicBezTo>
                  <a:cubicBezTo>
                    <a:pt x="332" y="1279"/>
                    <a:pt x="446" y="1253"/>
                    <a:pt x="616" y="1194"/>
                  </a:cubicBezTo>
                  <a:cubicBezTo>
                    <a:pt x="787" y="1134"/>
                    <a:pt x="1108" y="933"/>
                    <a:pt x="1479" y="693"/>
                  </a:cubicBezTo>
                  <a:cubicBezTo>
                    <a:pt x="1469" y="432"/>
                    <a:pt x="1459" y="191"/>
                    <a:pt x="1309" y="81"/>
                  </a:cubicBezTo>
                  <a:cubicBezTo>
                    <a:pt x="1218" y="21"/>
                    <a:pt x="1078" y="1"/>
                    <a:pt x="9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8" name="Google Shape;758;p17"/>
            <p:cNvSpPr/>
            <p:nvPr/>
          </p:nvSpPr>
          <p:spPr>
            <a:xfrm>
              <a:off x="3197823" y="1250607"/>
              <a:ext cx="829719" cy="741295"/>
            </a:xfrm>
            <a:custGeom>
              <a:avLst/>
              <a:gdLst/>
              <a:ahLst/>
              <a:cxnLst/>
              <a:rect l="l" t="t" r="r" b="b"/>
              <a:pathLst>
                <a:path w="10012" h="8945" extrusionOk="0">
                  <a:moveTo>
                    <a:pt x="3162" y="2492"/>
                  </a:moveTo>
                  <a:cubicBezTo>
                    <a:pt x="3273" y="2492"/>
                    <a:pt x="3730" y="2742"/>
                    <a:pt x="4233" y="2986"/>
                  </a:cubicBezTo>
                  <a:cubicBezTo>
                    <a:pt x="4741" y="3236"/>
                    <a:pt x="5288" y="3486"/>
                    <a:pt x="5566" y="3486"/>
                  </a:cubicBezTo>
                  <a:cubicBezTo>
                    <a:pt x="5634" y="3486"/>
                    <a:pt x="5686" y="3471"/>
                    <a:pt x="5718" y="3437"/>
                  </a:cubicBezTo>
                  <a:cubicBezTo>
                    <a:pt x="5779" y="3377"/>
                    <a:pt x="5849" y="3350"/>
                    <a:pt x="5931" y="3350"/>
                  </a:cubicBezTo>
                  <a:cubicBezTo>
                    <a:pt x="6324" y="3350"/>
                    <a:pt x="6999" y="3967"/>
                    <a:pt x="8326" y="4481"/>
                  </a:cubicBezTo>
                  <a:cubicBezTo>
                    <a:pt x="8326" y="4481"/>
                    <a:pt x="9438" y="5156"/>
                    <a:pt x="8679" y="5156"/>
                  </a:cubicBezTo>
                  <a:cubicBezTo>
                    <a:pt x="8585" y="5156"/>
                    <a:pt x="8462" y="5146"/>
                    <a:pt x="8306" y="5123"/>
                  </a:cubicBezTo>
                  <a:cubicBezTo>
                    <a:pt x="6882" y="4922"/>
                    <a:pt x="3511" y="3046"/>
                    <a:pt x="3170" y="2575"/>
                  </a:cubicBezTo>
                  <a:cubicBezTo>
                    <a:pt x="3127" y="2517"/>
                    <a:pt x="3127" y="2492"/>
                    <a:pt x="3162" y="2492"/>
                  </a:cubicBezTo>
                  <a:close/>
                  <a:moveTo>
                    <a:pt x="136" y="1"/>
                  </a:moveTo>
                  <a:cubicBezTo>
                    <a:pt x="53" y="1"/>
                    <a:pt x="1" y="34"/>
                    <a:pt x="1" y="117"/>
                  </a:cubicBezTo>
                  <a:cubicBezTo>
                    <a:pt x="201" y="228"/>
                    <a:pt x="1656" y="1090"/>
                    <a:pt x="1435" y="1120"/>
                  </a:cubicBezTo>
                  <a:cubicBezTo>
                    <a:pt x="1392" y="1127"/>
                    <a:pt x="1342" y="1130"/>
                    <a:pt x="1285" y="1130"/>
                  </a:cubicBezTo>
                  <a:cubicBezTo>
                    <a:pt x="1076" y="1130"/>
                    <a:pt x="782" y="1092"/>
                    <a:pt x="482" y="1060"/>
                  </a:cubicBezTo>
                  <a:lnTo>
                    <a:pt x="482" y="1060"/>
                  </a:lnTo>
                  <a:cubicBezTo>
                    <a:pt x="1502" y="1500"/>
                    <a:pt x="2592" y="2001"/>
                    <a:pt x="2204" y="2001"/>
                  </a:cubicBezTo>
                  <a:cubicBezTo>
                    <a:pt x="2176" y="2001"/>
                    <a:pt x="2141" y="1998"/>
                    <a:pt x="2097" y="1993"/>
                  </a:cubicBezTo>
                  <a:cubicBezTo>
                    <a:pt x="1355" y="1903"/>
                    <a:pt x="994" y="1883"/>
                    <a:pt x="251" y="1853"/>
                  </a:cubicBezTo>
                  <a:lnTo>
                    <a:pt x="251" y="1853"/>
                  </a:lnTo>
                  <a:cubicBezTo>
                    <a:pt x="773" y="2093"/>
                    <a:pt x="1395" y="2344"/>
                    <a:pt x="1766" y="2545"/>
                  </a:cubicBezTo>
                  <a:cubicBezTo>
                    <a:pt x="3110" y="3277"/>
                    <a:pt x="4865" y="3588"/>
                    <a:pt x="5557" y="4942"/>
                  </a:cubicBezTo>
                  <a:cubicBezTo>
                    <a:pt x="5838" y="5474"/>
                    <a:pt x="6059" y="5494"/>
                    <a:pt x="6621" y="5684"/>
                  </a:cubicBezTo>
                  <a:cubicBezTo>
                    <a:pt x="8185" y="6216"/>
                    <a:pt x="7965" y="7741"/>
                    <a:pt x="8988" y="8804"/>
                  </a:cubicBezTo>
                  <a:cubicBezTo>
                    <a:pt x="9088" y="8904"/>
                    <a:pt x="9269" y="8924"/>
                    <a:pt x="9439" y="8944"/>
                  </a:cubicBezTo>
                  <a:cubicBezTo>
                    <a:pt x="9469" y="8744"/>
                    <a:pt x="9479" y="8533"/>
                    <a:pt x="9499" y="8322"/>
                  </a:cubicBezTo>
                  <a:cubicBezTo>
                    <a:pt x="9640" y="7600"/>
                    <a:pt x="9580" y="6828"/>
                    <a:pt x="9620" y="6096"/>
                  </a:cubicBezTo>
                  <a:cubicBezTo>
                    <a:pt x="9650" y="5484"/>
                    <a:pt x="10011" y="4380"/>
                    <a:pt x="9730" y="3809"/>
                  </a:cubicBezTo>
                  <a:cubicBezTo>
                    <a:pt x="9499" y="3367"/>
                    <a:pt x="8466" y="3066"/>
                    <a:pt x="7945" y="2836"/>
                  </a:cubicBezTo>
                  <a:cubicBezTo>
                    <a:pt x="7824" y="2836"/>
                    <a:pt x="7624" y="2806"/>
                    <a:pt x="7303" y="2745"/>
                  </a:cubicBezTo>
                  <a:cubicBezTo>
                    <a:pt x="5755" y="2469"/>
                    <a:pt x="3979" y="1364"/>
                    <a:pt x="3762" y="1364"/>
                  </a:cubicBezTo>
                  <a:cubicBezTo>
                    <a:pt x="3742" y="1364"/>
                    <a:pt x="3735" y="1372"/>
                    <a:pt x="3742" y="1391"/>
                  </a:cubicBezTo>
                  <a:cubicBezTo>
                    <a:pt x="3802" y="1598"/>
                    <a:pt x="5036" y="2437"/>
                    <a:pt x="4747" y="2437"/>
                  </a:cubicBezTo>
                  <a:cubicBezTo>
                    <a:pt x="4700" y="2437"/>
                    <a:pt x="4613" y="2415"/>
                    <a:pt x="4474" y="2364"/>
                  </a:cubicBezTo>
                  <a:cubicBezTo>
                    <a:pt x="3561" y="2041"/>
                    <a:pt x="1300" y="337"/>
                    <a:pt x="1214" y="337"/>
                  </a:cubicBezTo>
                  <a:cubicBezTo>
                    <a:pt x="1207" y="337"/>
                    <a:pt x="1216" y="350"/>
                    <a:pt x="1244" y="378"/>
                  </a:cubicBezTo>
                  <a:cubicBezTo>
                    <a:pt x="1296" y="430"/>
                    <a:pt x="1306" y="451"/>
                    <a:pt x="1286" y="451"/>
                  </a:cubicBezTo>
                  <a:cubicBezTo>
                    <a:pt x="1240" y="451"/>
                    <a:pt x="1034" y="339"/>
                    <a:pt x="803" y="228"/>
                  </a:cubicBezTo>
                  <a:cubicBezTo>
                    <a:pt x="561" y="116"/>
                    <a:pt x="29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9" name="Google Shape;759;p17"/>
            <p:cNvSpPr/>
            <p:nvPr/>
          </p:nvSpPr>
          <p:spPr>
            <a:xfrm>
              <a:off x="2154635" y="1028594"/>
              <a:ext cx="974332" cy="499473"/>
            </a:xfrm>
            <a:custGeom>
              <a:avLst/>
              <a:gdLst/>
              <a:ahLst/>
              <a:cxnLst/>
              <a:rect l="l" t="t" r="r" b="b"/>
              <a:pathLst>
                <a:path w="11757" h="6027" extrusionOk="0">
                  <a:moveTo>
                    <a:pt x="851" y="0"/>
                  </a:moveTo>
                  <a:cubicBezTo>
                    <a:pt x="603" y="0"/>
                    <a:pt x="461" y="180"/>
                    <a:pt x="0" y="359"/>
                  </a:cubicBezTo>
                  <a:cubicBezTo>
                    <a:pt x="181" y="509"/>
                    <a:pt x="401" y="630"/>
                    <a:pt x="592" y="750"/>
                  </a:cubicBezTo>
                  <a:cubicBezTo>
                    <a:pt x="712" y="810"/>
                    <a:pt x="1304" y="1432"/>
                    <a:pt x="1425" y="1472"/>
                  </a:cubicBezTo>
                  <a:cubicBezTo>
                    <a:pt x="2217" y="1683"/>
                    <a:pt x="2929" y="2596"/>
                    <a:pt x="3852" y="3087"/>
                  </a:cubicBezTo>
                  <a:cubicBezTo>
                    <a:pt x="3915" y="3122"/>
                    <a:pt x="4311" y="3192"/>
                    <a:pt x="4632" y="3192"/>
                  </a:cubicBezTo>
                  <a:cubicBezTo>
                    <a:pt x="4874" y="3192"/>
                    <a:pt x="5073" y="3152"/>
                    <a:pt x="5056" y="3027"/>
                  </a:cubicBezTo>
                  <a:cubicBezTo>
                    <a:pt x="5040" y="2918"/>
                    <a:pt x="5080" y="2870"/>
                    <a:pt x="5159" y="2870"/>
                  </a:cubicBezTo>
                  <a:cubicBezTo>
                    <a:pt x="5606" y="2870"/>
                    <a:pt x="7327" y="4352"/>
                    <a:pt x="7914" y="4692"/>
                  </a:cubicBezTo>
                  <a:cubicBezTo>
                    <a:pt x="9360" y="5528"/>
                    <a:pt x="11028" y="6027"/>
                    <a:pt x="11395" y="6027"/>
                  </a:cubicBezTo>
                  <a:cubicBezTo>
                    <a:pt x="11402" y="6027"/>
                    <a:pt x="11409" y="6027"/>
                    <a:pt x="11415" y="6026"/>
                  </a:cubicBezTo>
                  <a:cubicBezTo>
                    <a:pt x="11756" y="6016"/>
                    <a:pt x="9008" y="4361"/>
                    <a:pt x="8195" y="3438"/>
                  </a:cubicBezTo>
                  <a:cubicBezTo>
                    <a:pt x="7844" y="3037"/>
                    <a:pt x="7914" y="2576"/>
                    <a:pt x="7834" y="2265"/>
                  </a:cubicBezTo>
                  <a:cubicBezTo>
                    <a:pt x="7764" y="2245"/>
                    <a:pt x="7694" y="2235"/>
                    <a:pt x="7633" y="2205"/>
                  </a:cubicBezTo>
                  <a:cubicBezTo>
                    <a:pt x="7533" y="2205"/>
                    <a:pt x="7383" y="2164"/>
                    <a:pt x="7172" y="2104"/>
                  </a:cubicBezTo>
                  <a:cubicBezTo>
                    <a:pt x="6791" y="1990"/>
                    <a:pt x="6558" y="1948"/>
                    <a:pt x="6419" y="1948"/>
                  </a:cubicBezTo>
                  <a:cubicBezTo>
                    <a:pt x="6130" y="1948"/>
                    <a:pt x="6249" y="2130"/>
                    <a:pt x="6289" y="2225"/>
                  </a:cubicBezTo>
                  <a:cubicBezTo>
                    <a:pt x="6292" y="2231"/>
                    <a:pt x="6290" y="2234"/>
                    <a:pt x="6285" y="2234"/>
                  </a:cubicBezTo>
                  <a:cubicBezTo>
                    <a:pt x="6227" y="2234"/>
                    <a:pt x="5769" y="1933"/>
                    <a:pt x="5286" y="1633"/>
                  </a:cubicBezTo>
                  <a:cubicBezTo>
                    <a:pt x="4807" y="1333"/>
                    <a:pt x="4305" y="1033"/>
                    <a:pt x="4156" y="1033"/>
                  </a:cubicBezTo>
                  <a:cubicBezTo>
                    <a:pt x="4131" y="1033"/>
                    <a:pt x="4116" y="1042"/>
                    <a:pt x="4113" y="1061"/>
                  </a:cubicBezTo>
                  <a:cubicBezTo>
                    <a:pt x="4107" y="1098"/>
                    <a:pt x="4072" y="1113"/>
                    <a:pt x="4016" y="1113"/>
                  </a:cubicBezTo>
                  <a:cubicBezTo>
                    <a:pt x="3892" y="1113"/>
                    <a:pt x="3663" y="1037"/>
                    <a:pt x="3421" y="961"/>
                  </a:cubicBezTo>
                  <a:cubicBezTo>
                    <a:pt x="3179" y="889"/>
                    <a:pt x="2921" y="817"/>
                    <a:pt x="2742" y="817"/>
                  </a:cubicBezTo>
                  <a:cubicBezTo>
                    <a:pt x="2646" y="817"/>
                    <a:pt x="2573" y="838"/>
                    <a:pt x="2538" y="891"/>
                  </a:cubicBezTo>
                  <a:cubicBezTo>
                    <a:pt x="2512" y="929"/>
                    <a:pt x="2476" y="946"/>
                    <a:pt x="2432" y="946"/>
                  </a:cubicBezTo>
                  <a:cubicBezTo>
                    <a:pt x="2125" y="946"/>
                    <a:pt x="1432" y="106"/>
                    <a:pt x="993" y="18"/>
                  </a:cubicBezTo>
                  <a:cubicBezTo>
                    <a:pt x="941" y="6"/>
                    <a:pt x="894" y="0"/>
                    <a:pt x="851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0" name="Google Shape;760;p17"/>
            <p:cNvSpPr/>
            <p:nvPr/>
          </p:nvSpPr>
          <p:spPr>
            <a:xfrm>
              <a:off x="1438873" y="1956010"/>
              <a:ext cx="425716" cy="163010"/>
            </a:xfrm>
            <a:custGeom>
              <a:avLst/>
              <a:gdLst/>
              <a:ahLst/>
              <a:cxnLst/>
              <a:rect l="l" t="t" r="r" b="b"/>
              <a:pathLst>
                <a:path w="5137" h="1967" extrusionOk="0">
                  <a:moveTo>
                    <a:pt x="5137" y="1"/>
                  </a:moveTo>
                  <a:cubicBezTo>
                    <a:pt x="5076" y="81"/>
                    <a:pt x="4134" y="312"/>
                    <a:pt x="4013" y="362"/>
                  </a:cubicBezTo>
                  <a:cubicBezTo>
                    <a:pt x="3512" y="543"/>
                    <a:pt x="3000" y="703"/>
                    <a:pt x="2489" y="843"/>
                  </a:cubicBezTo>
                  <a:cubicBezTo>
                    <a:pt x="1666" y="1064"/>
                    <a:pt x="833" y="1235"/>
                    <a:pt x="1" y="1395"/>
                  </a:cubicBezTo>
                  <a:cubicBezTo>
                    <a:pt x="623" y="1586"/>
                    <a:pt x="1245" y="1776"/>
                    <a:pt x="1867" y="1967"/>
                  </a:cubicBezTo>
                  <a:cubicBezTo>
                    <a:pt x="2017" y="1867"/>
                    <a:pt x="2158" y="1756"/>
                    <a:pt x="2298" y="1646"/>
                  </a:cubicBezTo>
                  <a:cubicBezTo>
                    <a:pt x="2539" y="1445"/>
                    <a:pt x="2769" y="1235"/>
                    <a:pt x="3030" y="1064"/>
                  </a:cubicBezTo>
                  <a:cubicBezTo>
                    <a:pt x="3662" y="673"/>
                    <a:pt x="4685" y="613"/>
                    <a:pt x="5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1" name="Google Shape;761;p17"/>
            <p:cNvSpPr/>
            <p:nvPr/>
          </p:nvSpPr>
          <p:spPr>
            <a:xfrm>
              <a:off x="3145448" y="1136907"/>
              <a:ext cx="710797" cy="348727"/>
            </a:xfrm>
            <a:custGeom>
              <a:avLst/>
              <a:gdLst/>
              <a:ahLst/>
              <a:cxnLst/>
              <a:rect l="l" t="t" r="r" b="b"/>
              <a:pathLst>
                <a:path w="8577" h="4208" extrusionOk="0">
                  <a:moveTo>
                    <a:pt x="255" y="0"/>
                  </a:moveTo>
                  <a:cubicBezTo>
                    <a:pt x="167" y="0"/>
                    <a:pt x="82" y="8"/>
                    <a:pt x="1" y="25"/>
                  </a:cubicBezTo>
                  <a:cubicBezTo>
                    <a:pt x="141" y="256"/>
                    <a:pt x="251" y="1289"/>
                    <a:pt x="633" y="1489"/>
                  </a:cubicBezTo>
                  <a:cubicBezTo>
                    <a:pt x="633" y="1406"/>
                    <a:pt x="685" y="1373"/>
                    <a:pt x="768" y="1373"/>
                  </a:cubicBezTo>
                  <a:cubicBezTo>
                    <a:pt x="925" y="1373"/>
                    <a:pt x="1193" y="1488"/>
                    <a:pt x="1435" y="1600"/>
                  </a:cubicBezTo>
                  <a:cubicBezTo>
                    <a:pt x="1666" y="1711"/>
                    <a:pt x="1872" y="1823"/>
                    <a:pt x="1918" y="1823"/>
                  </a:cubicBezTo>
                  <a:cubicBezTo>
                    <a:pt x="1938" y="1823"/>
                    <a:pt x="1928" y="1802"/>
                    <a:pt x="1876" y="1750"/>
                  </a:cubicBezTo>
                  <a:cubicBezTo>
                    <a:pt x="1848" y="1722"/>
                    <a:pt x="1839" y="1709"/>
                    <a:pt x="1846" y="1709"/>
                  </a:cubicBezTo>
                  <a:cubicBezTo>
                    <a:pt x="1932" y="1709"/>
                    <a:pt x="4193" y="3413"/>
                    <a:pt x="5106" y="3736"/>
                  </a:cubicBezTo>
                  <a:cubicBezTo>
                    <a:pt x="5245" y="3787"/>
                    <a:pt x="5332" y="3809"/>
                    <a:pt x="5379" y="3809"/>
                  </a:cubicBezTo>
                  <a:cubicBezTo>
                    <a:pt x="5668" y="3809"/>
                    <a:pt x="4434" y="2970"/>
                    <a:pt x="4374" y="2763"/>
                  </a:cubicBezTo>
                  <a:cubicBezTo>
                    <a:pt x="4367" y="2744"/>
                    <a:pt x="4374" y="2736"/>
                    <a:pt x="4394" y="2736"/>
                  </a:cubicBezTo>
                  <a:cubicBezTo>
                    <a:pt x="4611" y="2736"/>
                    <a:pt x="6387" y="3841"/>
                    <a:pt x="7935" y="4117"/>
                  </a:cubicBezTo>
                  <a:cubicBezTo>
                    <a:pt x="8256" y="4178"/>
                    <a:pt x="8456" y="4208"/>
                    <a:pt x="8577" y="4208"/>
                  </a:cubicBezTo>
                  <a:cubicBezTo>
                    <a:pt x="7684" y="3806"/>
                    <a:pt x="6781" y="3425"/>
                    <a:pt x="5869" y="3064"/>
                  </a:cubicBezTo>
                  <a:cubicBezTo>
                    <a:pt x="4685" y="1780"/>
                    <a:pt x="3000" y="757"/>
                    <a:pt x="1064" y="155"/>
                  </a:cubicBezTo>
                  <a:cubicBezTo>
                    <a:pt x="814" y="72"/>
                    <a:pt x="524" y="0"/>
                    <a:pt x="255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2" name="Google Shape;762;p17"/>
            <p:cNvSpPr/>
            <p:nvPr/>
          </p:nvSpPr>
          <p:spPr>
            <a:xfrm>
              <a:off x="3145448" y="1137239"/>
              <a:ext cx="710797" cy="348396"/>
            </a:xfrm>
            <a:custGeom>
              <a:avLst/>
              <a:gdLst/>
              <a:ahLst/>
              <a:cxnLst/>
              <a:rect l="l" t="t" r="r" b="b"/>
              <a:pathLst>
                <a:path w="8577" h="4204" extrusionOk="0">
                  <a:moveTo>
                    <a:pt x="261" y="1"/>
                  </a:moveTo>
                  <a:cubicBezTo>
                    <a:pt x="171" y="1"/>
                    <a:pt x="81" y="11"/>
                    <a:pt x="1" y="21"/>
                  </a:cubicBezTo>
                  <a:cubicBezTo>
                    <a:pt x="141" y="252"/>
                    <a:pt x="251" y="1285"/>
                    <a:pt x="633" y="1485"/>
                  </a:cubicBezTo>
                  <a:cubicBezTo>
                    <a:pt x="633" y="1425"/>
                    <a:pt x="663" y="1395"/>
                    <a:pt x="713" y="1375"/>
                  </a:cubicBezTo>
                  <a:lnTo>
                    <a:pt x="773" y="1375"/>
                  </a:lnTo>
                  <a:cubicBezTo>
                    <a:pt x="933" y="1375"/>
                    <a:pt x="1194" y="1485"/>
                    <a:pt x="1435" y="1596"/>
                  </a:cubicBezTo>
                  <a:cubicBezTo>
                    <a:pt x="1435" y="1606"/>
                    <a:pt x="1445" y="1606"/>
                    <a:pt x="1455" y="1606"/>
                  </a:cubicBezTo>
                  <a:cubicBezTo>
                    <a:pt x="1676" y="1716"/>
                    <a:pt x="1876" y="1826"/>
                    <a:pt x="1916" y="1826"/>
                  </a:cubicBezTo>
                  <a:cubicBezTo>
                    <a:pt x="1927" y="1826"/>
                    <a:pt x="1927" y="1816"/>
                    <a:pt x="1927" y="1816"/>
                  </a:cubicBezTo>
                  <a:cubicBezTo>
                    <a:pt x="1927" y="1806"/>
                    <a:pt x="1916" y="1786"/>
                    <a:pt x="1876" y="1746"/>
                  </a:cubicBezTo>
                  <a:cubicBezTo>
                    <a:pt x="1856" y="1726"/>
                    <a:pt x="1846" y="1716"/>
                    <a:pt x="1846" y="1706"/>
                  </a:cubicBezTo>
                  <a:cubicBezTo>
                    <a:pt x="1937" y="1706"/>
                    <a:pt x="4163" y="3381"/>
                    <a:pt x="5086" y="3722"/>
                  </a:cubicBezTo>
                  <a:cubicBezTo>
                    <a:pt x="5086" y="3722"/>
                    <a:pt x="5096" y="3732"/>
                    <a:pt x="5096" y="3732"/>
                  </a:cubicBezTo>
                  <a:lnTo>
                    <a:pt x="5116" y="3732"/>
                  </a:lnTo>
                  <a:cubicBezTo>
                    <a:pt x="5116" y="3732"/>
                    <a:pt x="5116" y="3732"/>
                    <a:pt x="5116" y="3742"/>
                  </a:cubicBezTo>
                  <a:lnTo>
                    <a:pt x="5146" y="3742"/>
                  </a:lnTo>
                  <a:cubicBezTo>
                    <a:pt x="5146" y="3752"/>
                    <a:pt x="5156" y="3752"/>
                    <a:pt x="5156" y="3752"/>
                  </a:cubicBezTo>
                  <a:lnTo>
                    <a:pt x="5166" y="3752"/>
                  </a:lnTo>
                  <a:cubicBezTo>
                    <a:pt x="5257" y="3782"/>
                    <a:pt x="5317" y="3802"/>
                    <a:pt x="5367" y="3802"/>
                  </a:cubicBezTo>
                  <a:lnTo>
                    <a:pt x="5377" y="3802"/>
                  </a:lnTo>
                  <a:cubicBezTo>
                    <a:pt x="5407" y="3802"/>
                    <a:pt x="5427" y="3792"/>
                    <a:pt x="5427" y="3782"/>
                  </a:cubicBezTo>
                  <a:cubicBezTo>
                    <a:pt x="5427" y="3632"/>
                    <a:pt x="4434" y="2940"/>
                    <a:pt x="4374" y="2759"/>
                  </a:cubicBezTo>
                  <a:cubicBezTo>
                    <a:pt x="4374" y="2759"/>
                    <a:pt x="4364" y="2759"/>
                    <a:pt x="4364" y="2749"/>
                  </a:cubicBezTo>
                  <a:cubicBezTo>
                    <a:pt x="4364" y="2739"/>
                    <a:pt x="4374" y="2739"/>
                    <a:pt x="4394" y="2739"/>
                  </a:cubicBezTo>
                  <a:cubicBezTo>
                    <a:pt x="4615" y="2739"/>
                    <a:pt x="6390" y="3833"/>
                    <a:pt x="7935" y="4113"/>
                  </a:cubicBezTo>
                  <a:cubicBezTo>
                    <a:pt x="8256" y="4174"/>
                    <a:pt x="8456" y="4204"/>
                    <a:pt x="8577" y="4204"/>
                  </a:cubicBezTo>
                  <a:cubicBezTo>
                    <a:pt x="7684" y="3802"/>
                    <a:pt x="6781" y="3421"/>
                    <a:pt x="5869" y="3060"/>
                  </a:cubicBezTo>
                  <a:cubicBezTo>
                    <a:pt x="4685" y="1776"/>
                    <a:pt x="3000" y="753"/>
                    <a:pt x="1064" y="151"/>
                  </a:cubicBezTo>
                  <a:cubicBezTo>
                    <a:pt x="813" y="71"/>
                    <a:pt x="532" y="1"/>
                    <a:pt x="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3" name="Google Shape;763;p17"/>
            <p:cNvSpPr/>
            <p:nvPr/>
          </p:nvSpPr>
          <p:spPr>
            <a:xfrm>
              <a:off x="3456879" y="1457123"/>
              <a:ext cx="523174" cy="220855"/>
            </a:xfrm>
            <a:custGeom>
              <a:avLst/>
              <a:gdLst/>
              <a:ahLst/>
              <a:cxnLst/>
              <a:rect l="l" t="t" r="r" b="b"/>
              <a:pathLst>
                <a:path w="6313" h="2665" extrusionOk="0">
                  <a:moveTo>
                    <a:pt x="36" y="0"/>
                  </a:moveTo>
                  <a:cubicBezTo>
                    <a:pt x="1" y="0"/>
                    <a:pt x="1" y="25"/>
                    <a:pt x="44" y="83"/>
                  </a:cubicBezTo>
                  <a:cubicBezTo>
                    <a:pt x="385" y="554"/>
                    <a:pt x="3756" y="2430"/>
                    <a:pt x="5180" y="2631"/>
                  </a:cubicBezTo>
                  <a:cubicBezTo>
                    <a:pt x="5336" y="2654"/>
                    <a:pt x="5459" y="2664"/>
                    <a:pt x="5553" y="2664"/>
                  </a:cubicBezTo>
                  <a:cubicBezTo>
                    <a:pt x="6312" y="2664"/>
                    <a:pt x="5200" y="1989"/>
                    <a:pt x="5200" y="1989"/>
                  </a:cubicBezTo>
                  <a:cubicBezTo>
                    <a:pt x="3873" y="1475"/>
                    <a:pt x="3198" y="858"/>
                    <a:pt x="2805" y="858"/>
                  </a:cubicBezTo>
                  <a:cubicBezTo>
                    <a:pt x="2723" y="858"/>
                    <a:pt x="2653" y="885"/>
                    <a:pt x="2592" y="945"/>
                  </a:cubicBezTo>
                  <a:cubicBezTo>
                    <a:pt x="2560" y="979"/>
                    <a:pt x="2508" y="994"/>
                    <a:pt x="2440" y="994"/>
                  </a:cubicBezTo>
                  <a:cubicBezTo>
                    <a:pt x="2162" y="994"/>
                    <a:pt x="1615" y="744"/>
                    <a:pt x="1107" y="494"/>
                  </a:cubicBezTo>
                  <a:cubicBezTo>
                    <a:pt x="604" y="250"/>
                    <a:pt x="147" y="0"/>
                    <a:pt x="36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4" name="Google Shape;764;p17"/>
            <p:cNvSpPr/>
            <p:nvPr/>
          </p:nvSpPr>
          <p:spPr>
            <a:xfrm>
              <a:off x="3457211" y="1457289"/>
              <a:ext cx="482152" cy="221187"/>
            </a:xfrm>
            <a:custGeom>
              <a:avLst/>
              <a:gdLst/>
              <a:ahLst/>
              <a:cxnLst/>
              <a:rect l="l" t="t" r="r" b="b"/>
              <a:pathLst>
                <a:path w="5818" h="2669" extrusionOk="0">
                  <a:moveTo>
                    <a:pt x="30" y="1"/>
                  </a:moveTo>
                  <a:cubicBezTo>
                    <a:pt x="10" y="1"/>
                    <a:pt x="0" y="11"/>
                    <a:pt x="0" y="21"/>
                  </a:cubicBezTo>
                  <a:cubicBezTo>
                    <a:pt x="0" y="31"/>
                    <a:pt x="10" y="51"/>
                    <a:pt x="40" y="81"/>
                  </a:cubicBezTo>
                  <a:cubicBezTo>
                    <a:pt x="381" y="552"/>
                    <a:pt x="3752" y="2428"/>
                    <a:pt x="5176" y="2629"/>
                  </a:cubicBezTo>
                  <a:cubicBezTo>
                    <a:pt x="5326" y="2659"/>
                    <a:pt x="5447" y="2669"/>
                    <a:pt x="5547" y="2669"/>
                  </a:cubicBezTo>
                  <a:cubicBezTo>
                    <a:pt x="5738" y="2669"/>
                    <a:pt x="5818" y="2619"/>
                    <a:pt x="5818" y="2558"/>
                  </a:cubicBezTo>
                  <a:cubicBezTo>
                    <a:pt x="5808" y="2368"/>
                    <a:pt x="5196" y="1987"/>
                    <a:pt x="5196" y="1987"/>
                  </a:cubicBezTo>
                  <a:cubicBezTo>
                    <a:pt x="3872" y="1475"/>
                    <a:pt x="3200" y="853"/>
                    <a:pt x="2809" y="853"/>
                  </a:cubicBezTo>
                  <a:cubicBezTo>
                    <a:pt x="2718" y="853"/>
                    <a:pt x="2648" y="883"/>
                    <a:pt x="2588" y="943"/>
                  </a:cubicBezTo>
                  <a:cubicBezTo>
                    <a:pt x="2558" y="974"/>
                    <a:pt x="2508" y="994"/>
                    <a:pt x="2438" y="994"/>
                  </a:cubicBezTo>
                  <a:cubicBezTo>
                    <a:pt x="2157" y="994"/>
                    <a:pt x="1605" y="743"/>
                    <a:pt x="1103" y="492"/>
                  </a:cubicBezTo>
                  <a:cubicBezTo>
                    <a:pt x="602" y="251"/>
                    <a:pt x="141" y="1"/>
                    <a:pt x="30" y="1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5" name="Google Shape;765;p17"/>
            <p:cNvSpPr/>
            <p:nvPr/>
          </p:nvSpPr>
          <p:spPr>
            <a:xfrm>
              <a:off x="3134674" y="1334473"/>
              <a:ext cx="278037" cy="82044"/>
            </a:xfrm>
            <a:custGeom>
              <a:avLst/>
              <a:gdLst/>
              <a:ahLst/>
              <a:cxnLst/>
              <a:rect l="l" t="t" r="r" b="b"/>
              <a:pathLst>
                <a:path w="3355" h="990" extrusionOk="0">
                  <a:moveTo>
                    <a:pt x="576" y="0"/>
                  </a:moveTo>
                  <a:cubicBezTo>
                    <a:pt x="314" y="0"/>
                    <a:pt x="116" y="39"/>
                    <a:pt x="70" y="159"/>
                  </a:cubicBezTo>
                  <a:cubicBezTo>
                    <a:pt x="0" y="349"/>
                    <a:pt x="452" y="590"/>
                    <a:pt x="1013" y="841"/>
                  </a:cubicBezTo>
                  <a:cubicBezTo>
                    <a:pt x="1756" y="871"/>
                    <a:pt x="2117" y="891"/>
                    <a:pt x="2859" y="981"/>
                  </a:cubicBezTo>
                  <a:cubicBezTo>
                    <a:pt x="2903" y="986"/>
                    <a:pt x="2938" y="989"/>
                    <a:pt x="2966" y="989"/>
                  </a:cubicBezTo>
                  <a:cubicBezTo>
                    <a:pt x="3354" y="989"/>
                    <a:pt x="2264" y="488"/>
                    <a:pt x="1244" y="48"/>
                  </a:cubicBezTo>
                  <a:cubicBezTo>
                    <a:pt x="1011" y="22"/>
                    <a:pt x="775" y="0"/>
                    <a:pt x="576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6" name="Google Shape;766;p17"/>
            <p:cNvSpPr/>
            <p:nvPr/>
          </p:nvSpPr>
          <p:spPr>
            <a:xfrm>
              <a:off x="3139647" y="1334308"/>
              <a:ext cx="247789" cy="82375"/>
            </a:xfrm>
            <a:custGeom>
              <a:avLst/>
              <a:gdLst/>
              <a:ahLst/>
              <a:cxnLst/>
              <a:rect l="l" t="t" r="r" b="b"/>
              <a:pathLst>
                <a:path w="2990" h="994" extrusionOk="0">
                  <a:moveTo>
                    <a:pt x="512" y="0"/>
                  </a:moveTo>
                  <a:cubicBezTo>
                    <a:pt x="261" y="0"/>
                    <a:pt x="71" y="40"/>
                    <a:pt x="21" y="151"/>
                  </a:cubicBezTo>
                  <a:cubicBezTo>
                    <a:pt x="21" y="151"/>
                    <a:pt x="10" y="161"/>
                    <a:pt x="10" y="161"/>
                  </a:cubicBezTo>
                  <a:cubicBezTo>
                    <a:pt x="10" y="171"/>
                    <a:pt x="10" y="191"/>
                    <a:pt x="10" y="201"/>
                  </a:cubicBezTo>
                  <a:cubicBezTo>
                    <a:pt x="0" y="381"/>
                    <a:pt x="432" y="612"/>
                    <a:pt x="953" y="843"/>
                  </a:cubicBezTo>
                  <a:cubicBezTo>
                    <a:pt x="1696" y="873"/>
                    <a:pt x="2057" y="893"/>
                    <a:pt x="2799" y="983"/>
                  </a:cubicBezTo>
                  <a:cubicBezTo>
                    <a:pt x="2839" y="993"/>
                    <a:pt x="2879" y="993"/>
                    <a:pt x="2909" y="993"/>
                  </a:cubicBezTo>
                  <a:cubicBezTo>
                    <a:pt x="2959" y="993"/>
                    <a:pt x="2990" y="983"/>
                    <a:pt x="2990" y="963"/>
                  </a:cubicBezTo>
                  <a:cubicBezTo>
                    <a:pt x="2990" y="853"/>
                    <a:pt x="2057" y="431"/>
                    <a:pt x="1184" y="50"/>
                  </a:cubicBezTo>
                  <a:lnTo>
                    <a:pt x="1124" y="50"/>
                  </a:lnTo>
                  <a:lnTo>
                    <a:pt x="1114" y="40"/>
                  </a:lnTo>
                  <a:lnTo>
                    <a:pt x="1104" y="40"/>
                  </a:lnTo>
                  <a:cubicBezTo>
                    <a:pt x="903" y="20"/>
                    <a:pt x="693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7" name="Google Shape;767;p17"/>
            <p:cNvSpPr/>
            <p:nvPr/>
          </p:nvSpPr>
          <p:spPr>
            <a:xfrm>
              <a:off x="1974223" y="937850"/>
              <a:ext cx="813062" cy="275965"/>
            </a:xfrm>
            <a:custGeom>
              <a:avLst/>
              <a:gdLst/>
              <a:ahLst/>
              <a:cxnLst/>
              <a:rect l="l" t="t" r="r" b="b"/>
              <a:pathLst>
                <a:path w="9811" h="3330" extrusionOk="0">
                  <a:moveTo>
                    <a:pt x="3297" y="1"/>
                  </a:moveTo>
                  <a:cubicBezTo>
                    <a:pt x="3197" y="1"/>
                    <a:pt x="3110" y="16"/>
                    <a:pt x="3040" y="50"/>
                  </a:cubicBezTo>
                  <a:cubicBezTo>
                    <a:pt x="1977" y="772"/>
                    <a:pt x="1184" y="682"/>
                    <a:pt x="1" y="942"/>
                  </a:cubicBezTo>
                  <a:cubicBezTo>
                    <a:pt x="141" y="996"/>
                    <a:pt x="335" y="1009"/>
                    <a:pt x="547" y="1009"/>
                  </a:cubicBezTo>
                  <a:cubicBezTo>
                    <a:pt x="653" y="1009"/>
                    <a:pt x="763" y="1006"/>
                    <a:pt x="873" y="1003"/>
                  </a:cubicBezTo>
                  <a:cubicBezTo>
                    <a:pt x="986" y="1000"/>
                    <a:pt x="1099" y="997"/>
                    <a:pt x="1206" y="997"/>
                  </a:cubicBezTo>
                  <a:cubicBezTo>
                    <a:pt x="1517" y="997"/>
                    <a:pt x="1785" y="1024"/>
                    <a:pt x="1896" y="1173"/>
                  </a:cubicBezTo>
                  <a:cubicBezTo>
                    <a:pt x="1967" y="1273"/>
                    <a:pt x="2067" y="1374"/>
                    <a:pt x="2177" y="1454"/>
                  </a:cubicBezTo>
                  <a:cubicBezTo>
                    <a:pt x="2638" y="1275"/>
                    <a:pt x="2780" y="1095"/>
                    <a:pt x="3028" y="1095"/>
                  </a:cubicBezTo>
                  <a:cubicBezTo>
                    <a:pt x="3071" y="1095"/>
                    <a:pt x="3118" y="1101"/>
                    <a:pt x="3170" y="1113"/>
                  </a:cubicBezTo>
                  <a:cubicBezTo>
                    <a:pt x="3609" y="1201"/>
                    <a:pt x="4302" y="2041"/>
                    <a:pt x="4609" y="2041"/>
                  </a:cubicBezTo>
                  <a:cubicBezTo>
                    <a:pt x="4653" y="2041"/>
                    <a:pt x="4689" y="2024"/>
                    <a:pt x="4715" y="1986"/>
                  </a:cubicBezTo>
                  <a:cubicBezTo>
                    <a:pt x="4750" y="1933"/>
                    <a:pt x="4823" y="1912"/>
                    <a:pt x="4919" y="1912"/>
                  </a:cubicBezTo>
                  <a:cubicBezTo>
                    <a:pt x="5098" y="1912"/>
                    <a:pt x="5356" y="1984"/>
                    <a:pt x="5598" y="2056"/>
                  </a:cubicBezTo>
                  <a:cubicBezTo>
                    <a:pt x="5840" y="2132"/>
                    <a:pt x="6069" y="2208"/>
                    <a:pt x="6193" y="2208"/>
                  </a:cubicBezTo>
                  <a:cubicBezTo>
                    <a:pt x="6249" y="2208"/>
                    <a:pt x="6284" y="2193"/>
                    <a:pt x="6290" y="2156"/>
                  </a:cubicBezTo>
                  <a:cubicBezTo>
                    <a:pt x="6293" y="2137"/>
                    <a:pt x="6308" y="2128"/>
                    <a:pt x="6333" y="2128"/>
                  </a:cubicBezTo>
                  <a:cubicBezTo>
                    <a:pt x="6482" y="2128"/>
                    <a:pt x="6984" y="2428"/>
                    <a:pt x="7463" y="2728"/>
                  </a:cubicBezTo>
                  <a:cubicBezTo>
                    <a:pt x="7946" y="3028"/>
                    <a:pt x="8404" y="3329"/>
                    <a:pt x="8462" y="3329"/>
                  </a:cubicBezTo>
                  <a:cubicBezTo>
                    <a:pt x="8467" y="3329"/>
                    <a:pt x="8469" y="3326"/>
                    <a:pt x="8466" y="3320"/>
                  </a:cubicBezTo>
                  <a:cubicBezTo>
                    <a:pt x="8426" y="3225"/>
                    <a:pt x="8307" y="3043"/>
                    <a:pt x="8596" y="3043"/>
                  </a:cubicBezTo>
                  <a:cubicBezTo>
                    <a:pt x="8735" y="3043"/>
                    <a:pt x="8968" y="3085"/>
                    <a:pt x="9349" y="3199"/>
                  </a:cubicBezTo>
                  <a:cubicBezTo>
                    <a:pt x="9560" y="3259"/>
                    <a:pt x="9710" y="3300"/>
                    <a:pt x="9810" y="3300"/>
                  </a:cubicBezTo>
                  <a:cubicBezTo>
                    <a:pt x="9600" y="3229"/>
                    <a:pt x="9419" y="3119"/>
                    <a:pt x="9289" y="2959"/>
                  </a:cubicBezTo>
                  <a:cubicBezTo>
                    <a:pt x="9058" y="2678"/>
                    <a:pt x="7263" y="1594"/>
                    <a:pt x="6892" y="1414"/>
                  </a:cubicBezTo>
                  <a:cubicBezTo>
                    <a:pt x="6661" y="1293"/>
                    <a:pt x="6380" y="1223"/>
                    <a:pt x="6139" y="1113"/>
                  </a:cubicBezTo>
                  <a:cubicBezTo>
                    <a:pt x="5266" y="694"/>
                    <a:pt x="3974" y="1"/>
                    <a:pt x="3297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8" name="Google Shape;768;p17"/>
            <p:cNvSpPr/>
            <p:nvPr/>
          </p:nvSpPr>
          <p:spPr>
            <a:xfrm>
              <a:off x="1974223" y="937767"/>
              <a:ext cx="813062" cy="276048"/>
            </a:xfrm>
            <a:custGeom>
              <a:avLst/>
              <a:gdLst/>
              <a:ahLst/>
              <a:cxnLst/>
              <a:rect l="l" t="t" r="r" b="b"/>
              <a:pathLst>
                <a:path w="9811" h="3331" extrusionOk="0">
                  <a:moveTo>
                    <a:pt x="3291" y="1"/>
                  </a:moveTo>
                  <a:cubicBezTo>
                    <a:pt x="3190" y="1"/>
                    <a:pt x="3110" y="21"/>
                    <a:pt x="3040" y="51"/>
                  </a:cubicBezTo>
                  <a:cubicBezTo>
                    <a:pt x="1977" y="773"/>
                    <a:pt x="1184" y="683"/>
                    <a:pt x="1" y="943"/>
                  </a:cubicBezTo>
                  <a:cubicBezTo>
                    <a:pt x="11" y="943"/>
                    <a:pt x="21" y="943"/>
                    <a:pt x="21" y="953"/>
                  </a:cubicBezTo>
                  <a:cubicBezTo>
                    <a:pt x="151" y="994"/>
                    <a:pt x="322" y="1004"/>
                    <a:pt x="512" y="1014"/>
                  </a:cubicBezTo>
                  <a:lnTo>
                    <a:pt x="542" y="1014"/>
                  </a:lnTo>
                  <a:cubicBezTo>
                    <a:pt x="653" y="1014"/>
                    <a:pt x="763" y="1004"/>
                    <a:pt x="873" y="1004"/>
                  </a:cubicBezTo>
                  <a:cubicBezTo>
                    <a:pt x="984" y="1004"/>
                    <a:pt x="1094" y="994"/>
                    <a:pt x="1204" y="994"/>
                  </a:cubicBezTo>
                  <a:lnTo>
                    <a:pt x="1295" y="994"/>
                  </a:lnTo>
                  <a:cubicBezTo>
                    <a:pt x="1565" y="1004"/>
                    <a:pt x="1786" y="1044"/>
                    <a:pt x="1886" y="1164"/>
                  </a:cubicBezTo>
                  <a:cubicBezTo>
                    <a:pt x="1886" y="1164"/>
                    <a:pt x="1886" y="1174"/>
                    <a:pt x="1896" y="1174"/>
                  </a:cubicBezTo>
                  <a:cubicBezTo>
                    <a:pt x="1967" y="1274"/>
                    <a:pt x="2067" y="1375"/>
                    <a:pt x="2177" y="1455"/>
                  </a:cubicBezTo>
                  <a:lnTo>
                    <a:pt x="2187" y="1455"/>
                  </a:lnTo>
                  <a:cubicBezTo>
                    <a:pt x="2197" y="1445"/>
                    <a:pt x="2207" y="1445"/>
                    <a:pt x="2217" y="1445"/>
                  </a:cubicBezTo>
                  <a:cubicBezTo>
                    <a:pt x="2217" y="1435"/>
                    <a:pt x="2227" y="1435"/>
                    <a:pt x="2227" y="1435"/>
                  </a:cubicBezTo>
                  <a:lnTo>
                    <a:pt x="2237" y="1435"/>
                  </a:lnTo>
                  <a:cubicBezTo>
                    <a:pt x="2237" y="1435"/>
                    <a:pt x="2237" y="1425"/>
                    <a:pt x="2247" y="1425"/>
                  </a:cubicBezTo>
                  <a:cubicBezTo>
                    <a:pt x="2268" y="1415"/>
                    <a:pt x="2288" y="1405"/>
                    <a:pt x="2308" y="1405"/>
                  </a:cubicBezTo>
                  <a:cubicBezTo>
                    <a:pt x="2308" y="1395"/>
                    <a:pt x="2318" y="1395"/>
                    <a:pt x="2318" y="1395"/>
                  </a:cubicBezTo>
                  <a:lnTo>
                    <a:pt x="2328" y="1395"/>
                  </a:lnTo>
                  <a:cubicBezTo>
                    <a:pt x="2669" y="1234"/>
                    <a:pt x="2809" y="1094"/>
                    <a:pt x="3030" y="1094"/>
                  </a:cubicBezTo>
                  <a:lnTo>
                    <a:pt x="3040" y="1094"/>
                  </a:lnTo>
                  <a:cubicBezTo>
                    <a:pt x="3070" y="1094"/>
                    <a:pt x="3110" y="1094"/>
                    <a:pt x="3160" y="1104"/>
                  </a:cubicBezTo>
                  <a:lnTo>
                    <a:pt x="3170" y="1104"/>
                  </a:lnTo>
                  <a:lnTo>
                    <a:pt x="3170" y="1114"/>
                  </a:lnTo>
                  <a:lnTo>
                    <a:pt x="3200" y="1114"/>
                  </a:lnTo>
                  <a:cubicBezTo>
                    <a:pt x="3632" y="1224"/>
                    <a:pt x="4314" y="2047"/>
                    <a:pt x="4615" y="2047"/>
                  </a:cubicBezTo>
                  <a:cubicBezTo>
                    <a:pt x="4655" y="2047"/>
                    <a:pt x="4685" y="2027"/>
                    <a:pt x="4715" y="1997"/>
                  </a:cubicBezTo>
                  <a:cubicBezTo>
                    <a:pt x="4715" y="1997"/>
                    <a:pt x="4715" y="1997"/>
                    <a:pt x="4715" y="1987"/>
                  </a:cubicBezTo>
                  <a:cubicBezTo>
                    <a:pt x="4755" y="1936"/>
                    <a:pt x="4825" y="1916"/>
                    <a:pt x="4926" y="1916"/>
                  </a:cubicBezTo>
                  <a:lnTo>
                    <a:pt x="4976" y="1916"/>
                  </a:lnTo>
                  <a:cubicBezTo>
                    <a:pt x="5006" y="1916"/>
                    <a:pt x="5026" y="1916"/>
                    <a:pt x="5056" y="1926"/>
                  </a:cubicBezTo>
                  <a:cubicBezTo>
                    <a:pt x="5186" y="1946"/>
                    <a:pt x="5337" y="1987"/>
                    <a:pt x="5497" y="2027"/>
                  </a:cubicBezTo>
                  <a:cubicBezTo>
                    <a:pt x="5497" y="2027"/>
                    <a:pt x="5497" y="2027"/>
                    <a:pt x="5507" y="2037"/>
                  </a:cubicBezTo>
                  <a:lnTo>
                    <a:pt x="5537" y="2037"/>
                  </a:lnTo>
                  <a:cubicBezTo>
                    <a:pt x="5537" y="2047"/>
                    <a:pt x="5548" y="2047"/>
                    <a:pt x="5548" y="2047"/>
                  </a:cubicBezTo>
                  <a:lnTo>
                    <a:pt x="5568" y="2047"/>
                  </a:lnTo>
                  <a:lnTo>
                    <a:pt x="5598" y="2057"/>
                  </a:lnTo>
                  <a:cubicBezTo>
                    <a:pt x="5628" y="2067"/>
                    <a:pt x="5648" y="2077"/>
                    <a:pt x="5678" y="2087"/>
                  </a:cubicBezTo>
                  <a:cubicBezTo>
                    <a:pt x="5828" y="2127"/>
                    <a:pt x="5959" y="2167"/>
                    <a:pt x="6069" y="2197"/>
                  </a:cubicBezTo>
                  <a:lnTo>
                    <a:pt x="6109" y="2197"/>
                  </a:lnTo>
                  <a:cubicBezTo>
                    <a:pt x="6119" y="2197"/>
                    <a:pt x="6139" y="2207"/>
                    <a:pt x="6149" y="2207"/>
                  </a:cubicBezTo>
                  <a:lnTo>
                    <a:pt x="6199" y="2207"/>
                  </a:lnTo>
                  <a:cubicBezTo>
                    <a:pt x="6250" y="2207"/>
                    <a:pt x="6290" y="2187"/>
                    <a:pt x="6290" y="2157"/>
                  </a:cubicBezTo>
                  <a:cubicBezTo>
                    <a:pt x="6290" y="2157"/>
                    <a:pt x="6290" y="2157"/>
                    <a:pt x="6290" y="2147"/>
                  </a:cubicBezTo>
                  <a:cubicBezTo>
                    <a:pt x="6300" y="2137"/>
                    <a:pt x="6310" y="2127"/>
                    <a:pt x="6330" y="2127"/>
                  </a:cubicBezTo>
                  <a:lnTo>
                    <a:pt x="6340" y="2127"/>
                  </a:lnTo>
                  <a:cubicBezTo>
                    <a:pt x="6470" y="2127"/>
                    <a:pt x="6892" y="2378"/>
                    <a:pt x="7323" y="2639"/>
                  </a:cubicBezTo>
                  <a:cubicBezTo>
                    <a:pt x="7363" y="2669"/>
                    <a:pt x="7393" y="2689"/>
                    <a:pt x="7433" y="2709"/>
                  </a:cubicBezTo>
                  <a:cubicBezTo>
                    <a:pt x="7433" y="2709"/>
                    <a:pt x="7433" y="2709"/>
                    <a:pt x="7443" y="2719"/>
                  </a:cubicBezTo>
                  <a:cubicBezTo>
                    <a:pt x="7443" y="2719"/>
                    <a:pt x="7453" y="2719"/>
                    <a:pt x="7463" y="2729"/>
                  </a:cubicBezTo>
                  <a:cubicBezTo>
                    <a:pt x="7473" y="2729"/>
                    <a:pt x="7473" y="2739"/>
                    <a:pt x="7473" y="2739"/>
                  </a:cubicBezTo>
                  <a:cubicBezTo>
                    <a:pt x="7483" y="2739"/>
                    <a:pt x="7483" y="2739"/>
                    <a:pt x="7483" y="2749"/>
                  </a:cubicBezTo>
                  <a:cubicBezTo>
                    <a:pt x="7493" y="2749"/>
                    <a:pt x="7503" y="2749"/>
                    <a:pt x="7503" y="2759"/>
                  </a:cubicBezTo>
                  <a:cubicBezTo>
                    <a:pt x="7524" y="2769"/>
                    <a:pt x="7544" y="2779"/>
                    <a:pt x="7554" y="2789"/>
                  </a:cubicBezTo>
                  <a:cubicBezTo>
                    <a:pt x="8005" y="3070"/>
                    <a:pt x="8406" y="3331"/>
                    <a:pt x="8466" y="3331"/>
                  </a:cubicBezTo>
                  <a:cubicBezTo>
                    <a:pt x="8466" y="3331"/>
                    <a:pt x="8466" y="3331"/>
                    <a:pt x="8466" y="3321"/>
                  </a:cubicBezTo>
                  <a:cubicBezTo>
                    <a:pt x="8446" y="3281"/>
                    <a:pt x="8406" y="3210"/>
                    <a:pt x="8406" y="3150"/>
                  </a:cubicBezTo>
                  <a:cubicBezTo>
                    <a:pt x="8406" y="3090"/>
                    <a:pt x="8446" y="3050"/>
                    <a:pt x="8597" y="3050"/>
                  </a:cubicBezTo>
                  <a:lnTo>
                    <a:pt x="8617" y="3050"/>
                  </a:lnTo>
                  <a:cubicBezTo>
                    <a:pt x="8757" y="3050"/>
                    <a:pt x="8988" y="3090"/>
                    <a:pt x="9349" y="3200"/>
                  </a:cubicBezTo>
                  <a:cubicBezTo>
                    <a:pt x="9560" y="3260"/>
                    <a:pt x="9710" y="3301"/>
                    <a:pt x="9810" y="3301"/>
                  </a:cubicBezTo>
                  <a:cubicBezTo>
                    <a:pt x="9600" y="3230"/>
                    <a:pt x="9419" y="3120"/>
                    <a:pt x="9289" y="2960"/>
                  </a:cubicBezTo>
                  <a:cubicBezTo>
                    <a:pt x="9058" y="2679"/>
                    <a:pt x="7263" y="1595"/>
                    <a:pt x="6892" y="1415"/>
                  </a:cubicBezTo>
                  <a:cubicBezTo>
                    <a:pt x="6661" y="1294"/>
                    <a:pt x="6380" y="1224"/>
                    <a:pt x="6139" y="1114"/>
                  </a:cubicBezTo>
                  <a:cubicBezTo>
                    <a:pt x="5267" y="693"/>
                    <a:pt x="3973" y="1"/>
                    <a:pt x="32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9" name="Google Shape;769;p17"/>
            <p:cNvSpPr/>
            <p:nvPr/>
          </p:nvSpPr>
          <p:spPr>
            <a:xfrm>
              <a:off x="213616" y="734980"/>
              <a:ext cx="711709" cy="215800"/>
            </a:xfrm>
            <a:custGeom>
              <a:avLst/>
              <a:gdLst/>
              <a:ahLst/>
              <a:cxnLst/>
              <a:rect l="l" t="t" r="r" b="b"/>
              <a:pathLst>
                <a:path w="8588" h="2604" extrusionOk="0">
                  <a:moveTo>
                    <a:pt x="8587" y="0"/>
                  </a:moveTo>
                  <a:cubicBezTo>
                    <a:pt x="8336" y="20"/>
                    <a:pt x="8086" y="90"/>
                    <a:pt x="7775" y="211"/>
                  </a:cubicBezTo>
                  <a:cubicBezTo>
                    <a:pt x="6721" y="662"/>
                    <a:pt x="5528" y="883"/>
                    <a:pt x="4374" y="1174"/>
                  </a:cubicBezTo>
                  <a:cubicBezTo>
                    <a:pt x="2860" y="1545"/>
                    <a:pt x="1395" y="2026"/>
                    <a:pt x="1" y="2598"/>
                  </a:cubicBezTo>
                  <a:cubicBezTo>
                    <a:pt x="28" y="2602"/>
                    <a:pt x="59" y="2603"/>
                    <a:pt x="93" y="2603"/>
                  </a:cubicBezTo>
                  <a:cubicBezTo>
                    <a:pt x="545" y="2603"/>
                    <a:pt x="1560" y="2305"/>
                    <a:pt x="2549" y="2006"/>
                  </a:cubicBezTo>
                  <a:cubicBezTo>
                    <a:pt x="3530" y="1710"/>
                    <a:pt x="4488" y="1414"/>
                    <a:pt x="4824" y="1414"/>
                  </a:cubicBezTo>
                  <a:cubicBezTo>
                    <a:pt x="4921" y="1414"/>
                    <a:pt x="4966" y="1439"/>
                    <a:pt x="4946" y="1495"/>
                  </a:cubicBezTo>
                  <a:cubicBezTo>
                    <a:pt x="4881" y="1705"/>
                    <a:pt x="5113" y="1747"/>
                    <a:pt x="5489" y="1747"/>
                  </a:cubicBezTo>
                  <a:cubicBezTo>
                    <a:pt x="5634" y="1747"/>
                    <a:pt x="5800" y="1741"/>
                    <a:pt x="5979" y="1735"/>
                  </a:cubicBezTo>
                  <a:cubicBezTo>
                    <a:pt x="7062" y="1254"/>
                    <a:pt x="7835" y="602"/>
                    <a:pt x="8587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0" name="Google Shape;770;p17"/>
            <p:cNvSpPr/>
            <p:nvPr/>
          </p:nvSpPr>
          <p:spPr>
            <a:xfrm>
              <a:off x="213616" y="734980"/>
              <a:ext cx="711709" cy="216214"/>
            </a:xfrm>
            <a:custGeom>
              <a:avLst/>
              <a:gdLst/>
              <a:ahLst/>
              <a:cxnLst/>
              <a:rect l="l" t="t" r="r" b="b"/>
              <a:pathLst>
                <a:path w="8588" h="2609" extrusionOk="0">
                  <a:moveTo>
                    <a:pt x="8587" y="0"/>
                  </a:moveTo>
                  <a:cubicBezTo>
                    <a:pt x="8336" y="20"/>
                    <a:pt x="8086" y="90"/>
                    <a:pt x="7775" y="211"/>
                  </a:cubicBezTo>
                  <a:cubicBezTo>
                    <a:pt x="6721" y="662"/>
                    <a:pt x="5528" y="883"/>
                    <a:pt x="4374" y="1174"/>
                  </a:cubicBezTo>
                  <a:cubicBezTo>
                    <a:pt x="2860" y="1545"/>
                    <a:pt x="1395" y="2026"/>
                    <a:pt x="1" y="2598"/>
                  </a:cubicBezTo>
                  <a:lnTo>
                    <a:pt x="11" y="2598"/>
                  </a:lnTo>
                  <a:cubicBezTo>
                    <a:pt x="31" y="2598"/>
                    <a:pt x="51" y="2608"/>
                    <a:pt x="81" y="2608"/>
                  </a:cubicBezTo>
                  <a:lnTo>
                    <a:pt x="101" y="2608"/>
                  </a:lnTo>
                  <a:cubicBezTo>
                    <a:pt x="543" y="2608"/>
                    <a:pt x="1556" y="2307"/>
                    <a:pt x="2549" y="2006"/>
                  </a:cubicBezTo>
                  <a:cubicBezTo>
                    <a:pt x="3532" y="1715"/>
                    <a:pt x="4485" y="1414"/>
                    <a:pt x="4826" y="1414"/>
                  </a:cubicBezTo>
                  <a:lnTo>
                    <a:pt x="4836" y="1414"/>
                  </a:lnTo>
                  <a:cubicBezTo>
                    <a:pt x="4916" y="1414"/>
                    <a:pt x="4956" y="1434"/>
                    <a:pt x="4956" y="1475"/>
                  </a:cubicBezTo>
                  <a:cubicBezTo>
                    <a:pt x="4956" y="1485"/>
                    <a:pt x="4956" y="1485"/>
                    <a:pt x="4946" y="1495"/>
                  </a:cubicBezTo>
                  <a:cubicBezTo>
                    <a:pt x="4936" y="1525"/>
                    <a:pt x="4936" y="1545"/>
                    <a:pt x="4936" y="1565"/>
                  </a:cubicBezTo>
                  <a:cubicBezTo>
                    <a:pt x="4936" y="1715"/>
                    <a:pt x="5167" y="1745"/>
                    <a:pt x="5508" y="1745"/>
                  </a:cubicBezTo>
                  <a:lnTo>
                    <a:pt x="5889" y="1745"/>
                  </a:lnTo>
                  <a:cubicBezTo>
                    <a:pt x="5919" y="1735"/>
                    <a:pt x="5939" y="1735"/>
                    <a:pt x="5959" y="1735"/>
                  </a:cubicBezTo>
                  <a:lnTo>
                    <a:pt x="5979" y="1735"/>
                  </a:lnTo>
                  <a:cubicBezTo>
                    <a:pt x="7062" y="1254"/>
                    <a:pt x="7835" y="602"/>
                    <a:pt x="85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1" name="Google Shape;771;p17"/>
            <p:cNvSpPr/>
            <p:nvPr/>
          </p:nvSpPr>
          <p:spPr>
            <a:xfrm>
              <a:off x="1123049" y="826387"/>
              <a:ext cx="193756" cy="114778"/>
            </a:xfrm>
            <a:custGeom>
              <a:avLst/>
              <a:gdLst/>
              <a:ahLst/>
              <a:cxnLst/>
              <a:rect l="l" t="t" r="r" b="b"/>
              <a:pathLst>
                <a:path w="2338" h="1385" extrusionOk="0">
                  <a:moveTo>
                    <a:pt x="833" y="0"/>
                  </a:moveTo>
                  <a:cubicBezTo>
                    <a:pt x="632" y="321"/>
                    <a:pt x="291" y="502"/>
                    <a:pt x="0" y="693"/>
                  </a:cubicBezTo>
                  <a:cubicBezTo>
                    <a:pt x="151" y="693"/>
                    <a:pt x="291" y="713"/>
                    <a:pt x="382" y="773"/>
                  </a:cubicBezTo>
                  <a:cubicBezTo>
                    <a:pt x="532" y="883"/>
                    <a:pt x="542" y="1124"/>
                    <a:pt x="552" y="1385"/>
                  </a:cubicBezTo>
                  <a:cubicBezTo>
                    <a:pt x="1224" y="943"/>
                    <a:pt x="2037" y="392"/>
                    <a:pt x="2337" y="311"/>
                  </a:cubicBezTo>
                  <a:cubicBezTo>
                    <a:pt x="1846" y="201"/>
                    <a:pt x="1244" y="261"/>
                    <a:pt x="833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2" name="Google Shape;772;p17"/>
            <p:cNvSpPr/>
            <p:nvPr/>
          </p:nvSpPr>
          <p:spPr>
            <a:xfrm>
              <a:off x="1123049" y="826387"/>
              <a:ext cx="193756" cy="114778"/>
            </a:xfrm>
            <a:custGeom>
              <a:avLst/>
              <a:gdLst/>
              <a:ahLst/>
              <a:cxnLst/>
              <a:rect l="l" t="t" r="r" b="b"/>
              <a:pathLst>
                <a:path w="2338" h="1385" extrusionOk="0">
                  <a:moveTo>
                    <a:pt x="833" y="0"/>
                  </a:moveTo>
                  <a:cubicBezTo>
                    <a:pt x="632" y="321"/>
                    <a:pt x="291" y="502"/>
                    <a:pt x="0" y="693"/>
                  </a:cubicBezTo>
                  <a:lnTo>
                    <a:pt x="30" y="693"/>
                  </a:lnTo>
                  <a:cubicBezTo>
                    <a:pt x="171" y="693"/>
                    <a:pt x="291" y="713"/>
                    <a:pt x="382" y="773"/>
                  </a:cubicBezTo>
                  <a:cubicBezTo>
                    <a:pt x="532" y="883"/>
                    <a:pt x="542" y="1124"/>
                    <a:pt x="552" y="1385"/>
                  </a:cubicBezTo>
                  <a:cubicBezTo>
                    <a:pt x="1224" y="943"/>
                    <a:pt x="2037" y="392"/>
                    <a:pt x="2337" y="311"/>
                  </a:cubicBezTo>
                  <a:cubicBezTo>
                    <a:pt x="1846" y="201"/>
                    <a:pt x="1244" y="261"/>
                    <a:pt x="833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3" name="Google Shape;773;p17"/>
            <p:cNvSpPr/>
            <p:nvPr/>
          </p:nvSpPr>
          <p:spPr>
            <a:xfrm>
              <a:off x="321681" y="1721649"/>
              <a:ext cx="10110" cy="4226"/>
            </a:xfrm>
            <a:custGeom>
              <a:avLst/>
              <a:gdLst/>
              <a:ahLst/>
              <a:cxnLst/>
              <a:rect l="l" t="t" r="r" b="b"/>
              <a:pathLst>
                <a:path w="122" h="51" extrusionOk="0">
                  <a:moveTo>
                    <a:pt x="1" y="0"/>
                  </a:moveTo>
                  <a:cubicBezTo>
                    <a:pt x="31" y="10"/>
                    <a:pt x="51" y="30"/>
                    <a:pt x="81" y="50"/>
                  </a:cubicBezTo>
                  <a:lnTo>
                    <a:pt x="121" y="40"/>
                  </a:lnTo>
                  <a:cubicBezTo>
                    <a:pt x="81" y="30"/>
                    <a:pt x="41" y="10"/>
                    <a:pt x="1" y="0"/>
                  </a:cubicBezTo>
                  <a:close/>
                </a:path>
              </a:pathLst>
            </a:custGeom>
            <a:solidFill>
              <a:srgbClr val="C4EA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4" name="Google Shape;774;p17"/>
            <p:cNvSpPr/>
            <p:nvPr/>
          </p:nvSpPr>
          <p:spPr>
            <a:xfrm>
              <a:off x="479634" y="1788112"/>
              <a:ext cx="279363" cy="100690"/>
            </a:xfrm>
            <a:custGeom>
              <a:avLst/>
              <a:gdLst/>
              <a:ahLst/>
              <a:cxnLst/>
              <a:rect l="l" t="t" r="r" b="b"/>
              <a:pathLst>
                <a:path w="3371" h="1215" extrusionOk="0">
                  <a:moveTo>
                    <a:pt x="221" y="1"/>
                  </a:moveTo>
                  <a:cubicBezTo>
                    <a:pt x="151" y="61"/>
                    <a:pt x="81" y="111"/>
                    <a:pt x="1" y="161"/>
                  </a:cubicBezTo>
                  <a:cubicBezTo>
                    <a:pt x="1064" y="593"/>
                    <a:pt x="2207" y="924"/>
                    <a:pt x="3371" y="1214"/>
                  </a:cubicBezTo>
                  <a:cubicBezTo>
                    <a:pt x="2348" y="813"/>
                    <a:pt x="1295" y="412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5" name="Google Shape;775;p17"/>
            <p:cNvSpPr/>
            <p:nvPr/>
          </p:nvSpPr>
          <p:spPr>
            <a:xfrm>
              <a:off x="2028256" y="1258646"/>
              <a:ext cx="184640" cy="10856"/>
            </a:xfrm>
            <a:custGeom>
              <a:avLst/>
              <a:gdLst/>
              <a:ahLst/>
              <a:cxnLst/>
              <a:rect l="l" t="t" r="r" b="b"/>
              <a:pathLst>
                <a:path w="2228" h="131" extrusionOk="0">
                  <a:moveTo>
                    <a:pt x="2177" y="131"/>
                  </a:moveTo>
                  <a:lnTo>
                    <a:pt x="2177" y="131"/>
                  </a:lnTo>
                  <a:cubicBezTo>
                    <a:pt x="2197" y="131"/>
                    <a:pt x="2217" y="131"/>
                    <a:pt x="2227" y="131"/>
                  </a:cubicBezTo>
                  <a:cubicBezTo>
                    <a:pt x="2217" y="131"/>
                    <a:pt x="2197" y="131"/>
                    <a:pt x="2177" y="131"/>
                  </a:cubicBezTo>
                  <a:close/>
                  <a:moveTo>
                    <a:pt x="2227" y="131"/>
                  </a:moveTo>
                  <a:lnTo>
                    <a:pt x="2227" y="131"/>
                  </a:lnTo>
                  <a:lnTo>
                    <a:pt x="2227" y="131"/>
                  </a:lnTo>
                  <a:close/>
                  <a:moveTo>
                    <a:pt x="1285" y="20"/>
                  </a:moveTo>
                  <a:cubicBezTo>
                    <a:pt x="1285" y="20"/>
                    <a:pt x="1285" y="20"/>
                    <a:pt x="1274" y="20"/>
                  </a:cubicBezTo>
                  <a:lnTo>
                    <a:pt x="1274" y="20"/>
                  </a:lnTo>
                  <a:lnTo>
                    <a:pt x="1274" y="20"/>
                  </a:lnTo>
                  <a:cubicBezTo>
                    <a:pt x="1285" y="20"/>
                    <a:pt x="1285" y="20"/>
                    <a:pt x="1285" y="20"/>
                  </a:cubicBezTo>
                  <a:close/>
                  <a:moveTo>
                    <a:pt x="1244" y="20"/>
                  </a:moveTo>
                  <a:cubicBezTo>
                    <a:pt x="1244" y="10"/>
                    <a:pt x="1244" y="10"/>
                    <a:pt x="1234" y="10"/>
                  </a:cubicBezTo>
                  <a:cubicBezTo>
                    <a:pt x="1244" y="10"/>
                    <a:pt x="1244" y="10"/>
                    <a:pt x="1244" y="20"/>
                  </a:cubicBezTo>
                  <a:close/>
                  <a:moveTo>
                    <a:pt x="1164" y="0"/>
                  </a:moveTo>
                  <a:cubicBezTo>
                    <a:pt x="1164" y="0"/>
                    <a:pt x="1164" y="0"/>
                    <a:pt x="1164" y="0"/>
                  </a:cubicBezTo>
                  <a:cubicBezTo>
                    <a:pt x="1164" y="0"/>
                    <a:pt x="1164" y="0"/>
                    <a:pt x="1164" y="0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6" name="Google Shape;776;p17"/>
            <p:cNvSpPr/>
            <p:nvPr/>
          </p:nvSpPr>
          <p:spPr>
            <a:xfrm>
              <a:off x="2070686" y="1252845"/>
              <a:ext cx="127209" cy="5884"/>
            </a:xfrm>
            <a:custGeom>
              <a:avLst/>
              <a:gdLst/>
              <a:ahLst/>
              <a:cxnLst/>
              <a:rect l="l" t="t" r="r" b="b"/>
              <a:pathLst>
                <a:path w="1535" h="71" extrusionOk="0">
                  <a:moveTo>
                    <a:pt x="592" y="70"/>
                  </a:moveTo>
                  <a:cubicBezTo>
                    <a:pt x="592" y="60"/>
                    <a:pt x="582" y="60"/>
                    <a:pt x="572" y="60"/>
                  </a:cubicBezTo>
                  <a:cubicBezTo>
                    <a:pt x="582" y="60"/>
                    <a:pt x="592" y="60"/>
                    <a:pt x="592" y="70"/>
                  </a:cubicBezTo>
                  <a:close/>
                  <a:moveTo>
                    <a:pt x="542" y="60"/>
                  </a:moveTo>
                  <a:cubicBezTo>
                    <a:pt x="522" y="60"/>
                    <a:pt x="492" y="50"/>
                    <a:pt x="472" y="50"/>
                  </a:cubicBezTo>
                  <a:cubicBezTo>
                    <a:pt x="492" y="50"/>
                    <a:pt x="522" y="60"/>
                    <a:pt x="542" y="60"/>
                  </a:cubicBezTo>
                  <a:close/>
                  <a:moveTo>
                    <a:pt x="472" y="50"/>
                  </a:moveTo>
                  <a:cubicBezTo>
                    <a:pt x="361" y="30"/>
                    <a:pt x="251" y="20"/>
                    <a:pt x="151" y="10"/>
                  </a:cubicBezTo>
                  <a:cubicBezTo>
                    <a:pt x="251" y="20"/>
                    <a:pt x="361" y="30"/>
                    <a:pt x="472" y="50"/>
                  </a:cubicBezTo>
                  <a:close/>
                  <a:moveTo>
                    <a:pt x="131" y="10"/>
                  </a:moveTo>
                  <a:cubicBezTo>
                    <a:pt x="90" y="0"/>
                    <a:pt x="50" y="0"/>
                    <a:pt x="0" y="0"/>
                  </a:cubicBezTo>
                  <a:cubicBezTo>
                    <a:pt x="50" y="0"/>
                    <a:pt x="90" y="0"/>
                    <a:pt x="131" y="10"/>
                  </a:cubicBezTo>
                  <a:close/>
                  <a:moveTo>
                    <a:pt x="1535" y="10"/>
                  </a:moveTo>
                  <a:cubicBezTo>
                    <a:pt x="1535" y="10"/>
                    <a:pt x="1535" y="0"/>
                    <a:pt x="1535" y="0"/>
                  </a:cubicBezTo>
                  <a:cubicBezTo>
                    <a:pt x="1535" y="0"/>
                    <a:pt x="1535" y="10"/>
                    <a:pt x="1535" y="10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7" name="Google Shape;777;p17"/>
            <p:cNvSpPr/>
            <p:nvPr/>
          </p:nvSpPr>
          <p:spPr>
            <a:xfrm>
              <a:off x="2054857" y="1251187"/>
              <a:ext cx="140552" cy="912"/>
            </a:xfrm>
            <a:custGeom>
              <a:avLst/>
              <a:gdLst/>
              <a:ahLst/>
              <a:cxnLst/>
              <a:rect l="l" t="t" r="r" b="b"/>
              <a:pathLst>
                <a:path w="1696" h="11" extrusionOk="0">
                  <a:moveTo>
                    <a:pt x="161" y="10"/>
                  </a:moveTo>
                  <a:cubicBezTo>
                    <a:pt x="101" y="10"/>
                    <a:pt x="51" y="10"/>
                    <a:pt x="1" y="0"/>
                  </a:cubicBezTo>
                  <a:cubicBezTo>
                    <a:pt x="51" y="10"/>
                    <a:pt x="101" y="10"/>
                    <a:pt x="161" y="10"/>
                  </a:cubicBezTo>
                  <a:close/>
                  <a:moveTo>
                    <a:pt x="1696" y="10"/>
                  </a:moveTo>
                  <a:cubicBezTo>
                    <a:pt x="1686" y="10"/>
                    <a:pt x="1686" y="0"/>
                    <a:pt x="1676" y="0"/>
                  </a:cubicBezTo>
                  <a:cubicBezTo>
                    <a:pt x="1686" y="0"/>
                    <a:pt x="1686" y="10"/>
                    <a:pt x="1696" y="10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8" name="Google Shape;778;p17"/>
            <p:cNvSpPr/>
            <p:nvPr/>
          </p:nvSpPr>
          <p:spPr>
            <a:xfrm>
              <a:off x="1943478" y="1133924"/>
              <a:ext cx="315993" cy="117347"/>
            </a:xfrm>
            <a:custGeom>
              <a:avLst/>
              <a:gdLst/>
              <a:ahLst/>
              <a:cxnLst/>
              <a:rect l="l" t="t" r="r" b="b"/>
              <a:pathLst>
                <a:path w="3813" h="1416" extrusionOk="0">
                  <a:moveTo>
                    <a:pt x="1284" y="1415"/>
                  </a:moveTo>
                  <a:lnTo>
                    <a:pt x="1284" y="1415"/>
                  </a:lnTo>
                  <a:lnTo>
                    <a:pt x="1284" y="1415"/>
                  </a:lnTo>
                  <a:lnTo>
                    <a:pt x="1284" y="1415"/>
                  </a:lnTo>
                  <a:close/>
                  <a:moveTo>
                    <a:pt x="3752" y="994"/>
                  </a:moveTo>
                  <a:lnTo>
                    <a:pt x="3752" y="994"/>
                  </a:lnTo>
                  <a:lnTo>
                    <a:pt x="3752" y="994"/>
                  </a:lnTo>
                  <a:lnTo>
                    <a:pt x="3752" y="994"/>
                  </a:lnTo>
                  <a:close/>
                  <a:moveTo>
                    <a:pt x="3812" y="994"/>
                  </a:moveTo>
                  <a:lnTo>
                    <a:pt x="3812" y="994"/>
                  </a:lnTo>
                  <a:lnTo>
                    <a:pt x="3812" y="994"/>
                  </a:lnTo>
                  <a:lnTo>
                    <a:pt x="3812" y="994"/>
                  </a:lnTo>
                  <a:close/>
                  <a:moveTo>
                    <a:pt x="3692" y="994"/>
                  </a:moveTo>
                  <a:cubicBezTo>
                    <a:pt x="3682" y="984"/>
                    <a:pt x="3672" y="984"/>
                    <a:pt x="3652" y="984"/>
                  </a:cubicBezTo>
                  <a:cubicBezTo>
                    <a:pt x="3672" y="984"/>
                    <a:pt x="3682" y="984"/>
                    <a:pt x="3692" y="994"/>
                  </a:cubicBezTo>
                  <a:close/>
                  <a:moveTo>
                    <a:pt x="3632" y="984"/>
                  </a:moveTo>
                  <a:lnTo>
                    <a:pt x="3622" y="974"/>
                  </a:lnTo>
                  <a:lnTo>
                    <a:pt x="3632" y="984"/>
                  </a:lnTo>
                  <a:close/>
                  <a:moveTo>
                    <a:pt x="3611" y="974"/>
                  </a:moveTo>
                  <a:cubicBezTo>
                    <a:pt x="3581" y="974"/>
                    <a:pt x="3561" y="964"/>
                    <a:pt x="3531" y="954"/>
                  </a:cubicBezTo>
                  <a:cubicBezTo>
                    <a:pt x="3561" y="964"/>
                    <a:pt x="3581" y="974"/>
                    <a:pt x="3611" y="974"/>
                  </a:cubicBezTo>
                  <a:close/>
                  <a:moveTo>
                    <a:pt x="2558" y="562"/>
                  </a:moveTo>
                  <a:cubicBezTo>
                    <a:pt x="2217" y="412"/>
                    <a:pt x="1886" y="282"/>
                    <a:pt x="1625" y="282"/>
                  </a:cubicBezTo>
                  <a:cubicBezTo>
                    <a:pt x="1605" y="282"/>
                    <a:pt x="1585" y="282"/>
                    <a:pt x="1565" y="282"/>
                  </a:cubicBezTo>
                  <a:cubicBezTo>
                    <a:pt x="1585" y="282"/>
                    <a:pt x="1605" y="282"/>
                    <a:pt x="1625" y="282"/>
                  </a:cubicBezTo>
                  <a:cubicBezTo>
                    <a:pt x="1886" y="282"/>
                    <a:pt x="2217" y="412"/>
                    <a:pt x="2558" y="562"/>
                  </a:cubicBezTo>
                  <a:close/>
                  <a:moveTo>
                    <a:pt x="1405" y="302"/>
                  </a:moveTo>
                  <a:lnTo>
                    <a:pt x="1405" y="302"/>
                  </a:lnTo>
                  <a:lnTo>
                    <a:pt x="1405" y="302"/>
                  </a:lnTo>
                  <a:lnTo>
                    <a:pt x="1405" y="302"/>
                  </a:lnTo>
                  <a:close/>
                  <a:moveTo>
                    <a:pt x="1395" y="302"/>
                  </a:moveTo>
                  <a:cubicBezTo>
                    <a:pt x="1174" y="302"/>
                    <a:pt x="873" y="191"/>
                    <a:pt x="592" y="71"/>
                  </a:cubicBezTo>
                  <a:cubicBezTo>
                    <a:pt x="873" y="191"/>
                    <a:pt x="1174" y="302"/>
                    <a:pt x="1395" y="302"/>
                  </a:cubicBezTo>
                  <a:close/>
                  <a:moveTo>
                    <a:pt x="1495" y="302"/>
                  </a:moveTo>
                  <a:cubicBezTo>
                    <a:pt x="1495" y="292"/>
                    <a:pt x="1505" y="292"/>
                    <a:pt x="1505" y="292"/>
                  </a:cubicBezTo>
                  <a:cubicBezTo>
                    <a:pt x="1505" y="292"/>
                    <a:pt x="1505" y="292"/>
                    <a:pt x="1505" y="292"/>
                  </a:cubicBezTo>
                  <a:cubicBezTo>
                    <a:pt x="1505" y="292"/>
                    <a:pt x="1505" y="292"/>
                    <a:pt x="1505" y="292"/>
                  </a:cubicBezTo>
                  <a:cubicBezTo>
                    <a:pt x="1505" y="292"/>
                    <a:pt x="1495" y="292"/>
                    <a:pt x="1495" y="302"/>
                  </a:cubicBezTo>
                  <a:close/>
                  <a:moveTo>
                    <a:pt x="1515" y="292"/>
                  </a:moveTo>
                  <a:cubicBezTo>
                    <a:pt x="1515" y="292"/>
                    <a:pt x="1515" y="292"/>
                    <a:pt x="1515" y="292"/>
                  </a:cubicBezTo>
                  <a:cubicBezTo>
                    <a:pt x="1515" y="292"/>
                    <a:pt x="1515" y="292"/>
                    <a:pt x="1515" y="292"/>
                  </a:cubicBezTo>
                  <a:close/>
                  <a:moveTo>
                    <a:pt x="592" y="71"/>
                  </a:moveTo>
                  <a:lnTo>
                    <a:pt x="582" y="61"/>
                  </a:lnTo>
                  <a:lnTo>
                    <a:pt x="592" y="71"/>
                  </a:lnTo>
                  <a:close/>
                  <a:moveTo>
                    <a:pt x="562" y="61"/>
                  </a:moveTo>
                  <a:cubicBezTo>
                    <a:pt x="562" y="51"/>
                    <a:pt x="552" y="51"/>
                    <a:pt x="542" y="51"/>
                  </a:cubicBezTo>
                  <a:lnTo>
                    <a:pt x="542" y="51"/>
                  </a:lnTo>
                  <a:lnTo>
                    <a:pt x="542" y="51"/>
                  </a:lnTo>
                  <a:cubicBezTo>
                    <a:pt x="552" y="51"/>
                    <a:pt x="562" y="51"/>
                    <a:pt x="562" y="61"/>
                  </a:cubicBezTo>
                  <a:close/>
                  <a:moveTo>
                    <a:pt x="522" y="41"/>
                  </a:moveTo>
                  <a:cubicBezTo>
                    <a:pt x="522" y="41"/>
                    <a:pt x="512" y="31"/>
                    <a:pt x="512" y="31"/>
                  </a:cubicBezTo>
                  <a:cubicBezTo>
                    <a:pt x="512" y="31"/>
                    <a:pt x="522" y="41"/>
                    <a:pt x="522" y="41"/>
                  </a:cubicBezTo>
                  <a:close/>
                  <a:moveTo>
                    <a:pt x="482" y="21"/>
                  </a:moveTo>
                  <a:cubicBezTo>
                    <a:pt x="482" y="21"/>
                    <a:pt x="472" y="21"/>
                    <a:pt x="472" y="11"/>
                  </a:cubicBezTo>
                  <a:cubicBezTo>
                    <a:pt x="472" y="21"/>
                    <a:pt x="482" y="21"/>
                    <a:pt x="482" y="21"/>
                  </a:cubicBezTo>
                  <a:close/>
                  <a:moveTo>
                    <a:pt x="452" y="11"/>
                  </a:moveTo>
                  <a:cubicBezTo>
                    <a:pt x="452" y="11"/>
                    <a:pt x="452" y="11"/>
                    <a:pt x="452" y="11"/>
                  </a:cubicBezTo>
                  <a:cubicBezTo>
                    <a:pt x="452" y="11"/>
                    <a:pt x="452" y="11"/>
                    <a:pt x="452" y="11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9" name="Google Shape;779;p17"/>
            <p:cNvSpPr/>
            <p:nvPr/>
          </p:nvSpPr>
          <p:spPr>
            <a:xfrm>
              <a:off x="790568" y="949369"/>
              <a:ext cx="443119" cy="207927"/>
            </a:xfrm>
            <a:custGeom>
              <a:avLst/>
              <a:gdLst/>
              <a:ahLst/>
              <a:cxnLst/>
              <a:rect l="l" t="t" r="r" b="b"/>
              <a:pathLst>
                <a:path w="5347" h="2509" extrusionOk="0">
                  <a:moveTo>
                    <a:pt x="5346" y="2509"/>
                  </a:moveTo>
                  <a:cubicBezTo>
                    <a:pt x="5346" y="2509"/>
                    <a:pt x="5346" y="2509"/>
                    <a:pt x="5346" y="2509"/>
                  </a:cubicBezTo>
                  <a:cubicBezTo>
                    <a:pt x="5346" y="2509"/>
                    <a:pt x="5346" y="2509"/>
                    <a:pt x="5346" y="2509"/>
                  </a:cubicBezTo>
                  <a:close/>
                  <a:moveTo>
                    <a:pt x="5306" y="2479"/>
                  </a:moveTo>
                  <a:cubicBezTo>
                    <a:pt x="4915" y="2087"/>
                    <a:pt x="4594" y="1827"/>
                    <a:pt x="4323" y="1827"/>
                  </a:cubicBezTo>
                  <a:cubicBezTo>
                    <a:pt x="4594" y="1827"/>
                    <a:pt x="4915" y="2087"/>
                    <a:pt x="5306" y="2479"/>
                  </a:cubicBezTo>
                  <a:close/>
                  <a:moveTo>
                    <a:pt x="3902" y="1927"/>
                  </a:moveTo>
                  <a:lnTo>
                    <a:pt x="3902" y="1927"/>
                  </a:lnTo>
                  <a:lnTo>
                    <a:pt x="3902" y="1927"/>
                  </a:lnTo>
                  <a:lnTo>
                    <a:pt x="3902" y="1927"/>
                  </a:lnTo>
                  <a:close/>
                  <a:moveTo>
                    <a:pt x="3862" y="1927"/>
                  </a:moveTo>
                  <a:cubicBezTo>
                    <a:pt x="3721" y="1917"/>
                    <a:pt x="3551" y="1857"/>
                    <a:pt x="3390" y="1776"/>
                  </a:cubicBezTo>
                  <a:cubicBezTo>
                    <a:pt x="3551" y="1857"/>
                    <a:pt x="3721" y="1917"/>
                    <a:pt x="3862" y="1927"/>
                  </a:cubicBezTo>
                  <a:close/>
                  <a:moveTo>
                    <a:pt x="4113" y="1877"/>
                  </a:moveTo>
                  <a:cubicBezTo>
                    <a:pt x="4113" y="1877"/>
                    <a:pt x="4113" y="1877"/>
                    <a:pt x="4113" y="1877"/>
                  </a:cubicBezTo>
                  <a:cubicBezTo>
                    <a:pt x="4113" y="1877"/>
                    <a:pt x="4113" y="1877"/>
                    <a:pt x="4113" y="1877"/>
                  </a:cubicBezTo>
                  <a:close/>
                  <a:moveTo>
                    <a:pt x="4123" y="1877"/>
                  </a:moveTo>
                  <a:cubicBezTo>
                    <a:pt x="4123" y="1877"/>
                    <a:pt x="4123" y="1877"/>
                    <a:pt x="4123" y="1877"/>
                  </a:cubicBezTo>
                  <a:cubicBezTo>
                    <a:pt x="4133" y="1877"/>
                    <a:pt x="4133" y="1867"/>
                    <a:pt x="4133" y="1867"/>
                  </a:cubicBezTo>
                  <a:cubicBezTo>
                    <a:pt x="4133" y="1867"/>
                    <a:pt x="4133" y="1877"/>
                    <a:pt x="4123" y="1877"/>
                  </a:cubicBezTo>
                  <a:cubicBezTo>
                    <a:pt x="4123" y="1877"/>
                    <a:pt x="4123" y="1877"/>
                    <a:pt x="4123" y="1877"/>
                  </a:cubicBezTo>
                  <a:close/>
                  <a:moveTo>
                    <a:pt x="4313" y="1827"/>
                  </a:moveTo>
                  <a:lnTo>
                    <a:pt x="4313" y="1827"/>
                  </a:lnTo>
                  <a:lnTo>
                    <a:pt x="4313" y="1827"/>
                  </a:lnTo>
                  <a:lnTo>
                    <a:pt x="4313" y="1827"/>
                  </a:lnTo>
                  <a:close/>
                  <a:moveTo>
                    <a:pt x="3380" y="1776"/>
                  </a:moveTo>
                  <a:cubicBezTo>
                    <a:pt x="3360" y="1766"/>
                    <a:pt x="3340" y="1746"/>
                    <a:pt x="3320" y="1736"/>
                  </a:cubicBezTo>
                  <a:cubicBezTo>
                    <a:pt x="3340" y="1746"/>
                    <a:pt x="3360" y="1766"/>
                    <a:pt x="3380" y="1776"/>
                  </a:cubicBezTo>
                  <a:close/>
                  <a:moveTo>
                    <a:pt x="1976" y="914"/>
                  </a:moveTo>
                  <a:cubicBezTo>
                    <a:pt x="1976" y="914"/>
                    <a:pt x="1976" y="914"/>
                    <a:pt x="1976" y="914"/>
                  </a:cubicBezTo>
                  <a:cubicBezTo>
                    <a:pt x="1976" y="914"/>
                    <a:pt x="1976" y="914"/>
                    <a:pt x="1976" y="914"/>
                  </a:cubicBezTo>
                  <a:close/>
                  <a:moveTo>
                    <a:pt x="1966" y="914"/>
                  </a:moveTo>
                  <a:lnTo>
                    <a:pt x="1966" y="914"/>
                  </a:lnTo>
                  <a:cubicBezTo>
                    <a:pt x="1956" y="914"/>
                    <a:pt x="1956" y="914"/>
                    <a:pt x="1946" y="904"/>
                  </a:cubicBezTo>
                  <a:cubicBezTo>
                    <a:pt x="1956" y="914"/>
                    <a:pt x="1956" y="914"/>
                    <a:pt x="1966" y="914"/>
                  </a:cubicBezTo>
                  <a:lnTo>
                    <a:pt x="1966" y="914"/>
                  </a:lnTo>
                  <a:close/>
                  <a:moveTo>
                    <a:pt x="1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0" y="1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0" name="Google Shape;780;p17"/>
            <p:cNvSpPr/>
            <p:nvPr/>
          </p:nvSpPr>
          <p:spPr>
            <a:xfrm>
              <a:off x="1505419" y="1031660"/>
              <a:ext cx="83" cy="8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1" name="Google Shape;781;p17"/>
            <p:cNvSpPr/>
            <p:nvPr/>
          </p:nvSpPr>
          <p:spPr>
            <a:xfrm>
              <a:off x="1505419" y="1031660"/>
              <a:ext cx="83" cy="8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4EA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2" name="Google Shape;782;p17"/>
            <p:cNvSpPr/>
            <p:nvPr/>
          </p:nvSpPr>
          <p:spPr>
            <a:xfrm>
              <a:off x="1931793" y="1116687"/>
              <a:ext cx="956349" cy="447926"/>
            </a:xfrm>
            <a:custGeom>
              <a:avLst/>
              <a:gdLst/>
              <a:ahLst/>
              <a:cxnLst/>
              <a:rect l="l" t="t" r="r" b="b"/>
              <a:pathLst>
                <a:path w="11540" h="5405" extrusionOk="0">
                  <a:moveTo>
                    <a:pt x="60" y="0"/>
                  </a:moveTo>
                  <a:cubicBezTo>
                    <a:pt x="0" y="0"/>
                    <a:pt x="17" y="60"/>
                    <a:pt x="152" y="219"/>
                  </a:cubicBezTo>
                  <a:cubicBezTo>
                    <a:pt x="703" y="881"/>
                    <a:pt x="1847" y="1021"/>
                    <a:pt x="3151" y="1623"/>
                  </a:cubicBezTo>
                  <a:cubicBezTo>
                    <a:pt x="3507" y="1789"/>
                    <a:pt x="3517" y="1844"/>
                    <a:pt x="3344" y="1844"/>
                  </a:cubicBezTo>
                  <a:cubicBezTo>
                    <a:pt x="3171" y="1844"/>
                    <a:pt x="2815" y="1789"/>
                    <a:pt x="2438" y="1733"/>
                  </a:cubicBezTo>
                  <a:cubicBezTo>
                    <a:pt x="2065" y="1679"/>
                    <a:pt x="1674" y="1625"/>
                    <a:pt x="1425" y="1625"/>
                  </a:cubicBezTo>
                  <a:cubicBezTo>
                    <a:pt x="1259" y="1625"/>
                    <a:pt x="1157" y="1649"/>
                    <a:pt x="1165" y="1713"/>
                  </a:cubicBezTo>
                  <a:cubicBezTo>
                    <a:pt x="1215" y="2064"/>
                    <a:pt x="2910" y="2486"/>
                    <a:pt x="5478" y="3639"/>
                  </a:cubicBezTo>
                  <a:cubicBezTo>
                    <a:pt x="7440" y="4513"/>
                    <a:pt x="10680" y="5405"/>
                    <a:pt x="11337" y="5405"/>
                  </a:cubicBezTo>
                  <a:cubicBezTo>
                    <a:pt x="11540" y="5405"/>
                    <a:pt x="11497" y="5320"/>
                    <a:pt x="11095" y="5124"/>
                  </a:cubicBezTo>
                  <a:cubicBezTo>
                    <a:pt x="9380" y="4291"/>
                    <a:pt x="8828" y="4000"/>
                    <a:pt x="8828" y="4000"/>
                  </a:cubicBezTo>
                  <a:cubicBezTo>
                    <a:pt x="7043" y="3286"/>
                    <a:pt x="4504" y="1201"/>
                    <a:pt x="3952" y="1201"/>
                  </a:cubicBezTo>
                  <a:cubicBezTo>
                    <a:pt x="3945" y="1201"/>
                    <a:pt x="3939" y="1201"/>
                    <a:pt x="3933" y="1202"/>
                  </a:cubicBezTo>
                  <a:cubicBezTo>
                    <a:pt x="3921" y="1203"/>
                    <a:pt x="3909" y="1203"/>
                    <a:pt x="3897" y="1203"/>
                  </a:cubicBezTo>
                  <a:cubicBezTo>
                    <a:pt x="3653" y="1203"/>
                    <a:pt x="3271" y="1022"/>
                    <a:pt x="2870" y="841"/>
                  </a:cubicBezTo>
                  <a:cubicBezTo>
                    <a:pt x="2474" y="665"/>
                    <a:pt x="2070" y="489"/>
                    <a:pt x="1767" y="489"/>
                  </a:cubicBezTo>
                  <a:cubicBezTo>
                    <a:pt x="1725" y="489"/>
                    <a:pt x="1684" y="492"/>
                    <a:pt x="1646" y="500"/>
                  </a:cubicBezTo>
                  <a:cubicBezTo>
                    <a:pt x="1612" y="507"/>
                    <a:pt x="1575" y="510"/>
                    <a:pt x="1536" y="510"/>
                  </a:cubicBezTo>
                  <a:cubicBezTo>
                    <a:pt x="1299" y="510"/>
                    <a:pt x="976" y="388"/>
                    <a:pt x="683" y="259"/>
                  </a:cubicBezTo>
                  <a:cubicBezTo>
                    <a:pt x="397" y="128"/>
                    <a:pt x="147" y="0"/>
                    <a:pt x="60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3" name="Google Shape;783;p17"/>
            <p:cNvSpPr/>
            <p:nvPr/>
          </p:nvSpPr>
          <p:spPr>
            <a:xfrm>
              <a:off x="1934362" y="1116521"/>
              <a:ext cx="946818" cy="448092"/>
            </a:xfrm>
            <a:custGeom>
              <a:avLst/>
              <a:gdLst/>
              <a:ahLst/>
              <a:cxnLst/>
              <a:rect l="l" t="t" r="r" b="b"/>
              <a:pathLst>
                <a:path w="11425" h="5407" extrusionOk="0">
                  <a:moveTo>
                    <a:pt x="30" y="0"/>
                  </a:moveTo>
                  <a:cubicBezTo>
                    <a:pt x="10" y="0"/>
                    <a:pt x="0" y="10"/>
                    <a:pt x="0" y="30"/>
                  </a:cubicBezTo>
                  <a:cubicBezTo>
                    <a:pt x="0" y="60"/>
                    <a:pt x="30" y="120"/>
                    <a:pt x="110" y="211"/>
                  </a:cubicBezTo>
                  <a:cubicBezTo>
                    <a:pt x="110" y="211"/>
                    <a:pt x="110" y="221"/>
                    <a:pt x="121" y="221"/>
                  </a:cubicBezTo>
                  <a:cubicBezTo>
                    <a:pt x="672" y="883"/>
                    <a:pt x="1816" y="1023"/>
                    <a:pt x="3120" y="1625"/>
                  </a:cubicBezTo>
                  <a:lnTo>
                    <a:pt x="3130" y="1625"/>
                  </a:lnTo>
                  <a:cubicBezTo>
                    <a:pt x="3140" y="1635"/>
                    <a:pt x="3150" y="1635"/>
                    <a:pt x="3150" y="1635"/>
                  </a:cubicBezTo>
                  <a:cubicBezTo>
                    <a:pt x="3160" y="1645"/>
                    <a:pt x="3170" y="1645"/>
                    <a:pt x="3180" y="1645"/>
                  </a:cubicBezTo>
                  <a:cubicBezTo>
                    <a:pt x="3350" y="1735"/>
                    <a:pt x="3421" y="1786"/>
                    <a:pt x="3421" y="1816"/>
                  </a:cubicBezTo>
                  <a:cubicBezTo>
                    <a:pt x="3421" y="1836"/>
                    <a:pt x="3380" y="1846"/>
                    <a:pt x="3310" y="1846"/>
                  </a:cubicBezTo>
                  <a:cubicBezTo>
                    <a:pt x="3140" y="1846"/>
                    <a:pt x="2779" y="1786"/>
                    <a:pt x="2407" y="1735"/>
                  </a:cubicBezTo>
                  <a:cubicBezTo>
                    <a:pt x="2036" y="1685"/>
                    <a:pt x="1645" y="1625"/>
                    <a:pt x="1394" y="1625"/>
                  </a:cubicBezTo>
                  <a:cubicBezTo>
                    <a:pt x="1234" y="1625"/>
                    <a:pt x="1134" y="1655"/>
                    <a:pt x="1134" y="1705"/>
                  </a:cubicBezTo>
                  <a:cubicBezTo>
                    <a:pt x="1134" y="1715"/>
                    <a:pt x="1134" y="1715"/>
                    <a:pt x="1134" y="1715"/>
                  </a:cubicBezTo>
                  <a:cubicBezTo>
                    <a:pt x="1184" y="2066"/>
                    <a:pt x="2879" y="2488"/>
                    <a:pt x="5447" y="3641"/>
                  </a:cubicBezTo>
                  <a:cubicBezTo>
                    <a:pt x="5457" y="3641"/>
                    <a:pt x="5467" y="3641"/>
                    <a:pt x="5467" y="3651"/>
                  </a:cubicBezTo>
                  <a:cubicBezTo>
                    <a:pt x="5487" y="3651"/>
                    <a:pt x="5497" y="3661"/>
                    <a:pt x="5507" y="3661"/>
                  </a:cubicBezTo>
                  <a:cubicBezTo>
                    <a:pt x="5517" y="3671"/>
                    <a:pt x="5527" y="3671"/>
                    <a:pt x="5537" y="3671"/>
                  </a:cubicBezTo>
                  <a:cubicBezTo>
                    <a:pt x="5547" y="3681"/>
                    <a:pt x="5557" y="3681"/>
                    <a:pt x="5567" y="3691"/>
                  </a:cubicBezTo>
                  <a:cubicBezTo>
                    <a:pt x="7533" y="4554"/>
                    <a:pt x="10663" y="5407"/>
                    <a:pt x="11305" y="5407"/>
                  </a:cubicBezTo>
                  <a:cubicBezTo>
                    <a:pt x="11385" y="5407"/>
                    <a:pt x="11425" y="5397"/>
                    <a:pt x="11425" y="5366"/>
                  </a:cubicBezTo>
                  <a:cubicBezTo>
                    <a:pt x="11425" y="5326"/>
                    <a:pt x="11315" y="5246"/>
                    <a:pt x="11064" y="5126"/>
                  </a:cubicBezTo>
                  <a:cubicBezTo>
                    <a:pt x="9349" y="4293"/>
                    <a:pt x="8797" y="4002"/>
                    <a:pt x="8797" y="4002"/>
                  </a:cubicBezTo>
                  <a:cubicBezTo>
                    <a:pt x="7012" y="3280"/>
                    <a:pt x="4464" y="1204"/>
                    <a:pt x="3922" y="1204"/>
                  </a:cubicBezTo>
                  <a:lnTo>
                    <a:pt x="3862" y="1204"/>
                  </a:lnTo>
                  <a:cubicBezTo>
                    <a:pt x="3611" y="1204"/>
                    <a:pt x="3240" y="1023"/>
                    <a:pt x="2839" y="843"/>
                  </a:cubicBezTo>
                  <a:cubicBezTo>
                    <a:pt x="2448" y="672"/>
                    <a:pt x="2036" y="492"/>
                    <a:pt x="1735" y="492"/>
                  </a:cubicBezTo>
                  <a:cubicBezTo>
                    <a:pt x="1695" y="492"/>
                    <a:pt x="1655" y="502"/>
                    <a:pt x="1615" y="502"/>
                  </a:cubicBezTo>
                  <a:cubicBezTo>
                    <a:pt x="1585" y="512"/>
                    <a:pt x="1545" y="512"/>
                    <a:pt x="1515" y="512"/>
                  </a:cubicBezTo>
                  <a:cubicBezTo>
                    <a:pt x="1274" y="512"/>
                    <a:pt x="943" y="391"/>
                    <a:pt x="652" y="261"/>
                  </a:cubicBezTo>
                  <a:cubicBezTo>
                    <a:pt x="371" y="131"/>
                    <a:pt x="121" y="0"/>
                    <a:pt x="30" y="0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4" name="Google Shape;784;p17"/>
            <p:cNvSpPr/>
            <p:nvPr/>
          </p:nvSpPr>
          <p:spPr>
            <a:xfrm>
              <a:off x="789159" y="943154"/>
              <a:ext cx="638118" cy="393230"/>
            </a:xfrm>
            <a:custGeom>
              <a:avLst/>
              <a:gdLst/>
              <a:ahLst/>
              <a:cxnLst/>
              <a:rect l="l" t="t" r="r" b="b"/>
              <a:pathLst>
                <a:path w="7700" h="4745" extrusionOk="0">
                  <a:moveTo>
                    <a:pt x="45" y="1"/>
                  </a:moveTo>
                  <a:cubicBezTo>
                    <a:pt x="9" y="1"/>
                    <a:pt x="1" y="23"/>
                    <a:pt x="27" y="76"/>
                  </a:cubicBezTo>
                  <a:cubicBezTo>
                    <a:pt x="208" y="457"/>
                    <a:pt x="1823" y="1932"/>
                    <a:pt x="2475" y="2453"/>
                  </a:cubicBezTo>
                  <a:cubicBezTo>
                    <a:pt x="3127" y="2965"/>
                    <a:pt x="4039" y="2744"/>
                    <a:pt x="4782" y="3346"/>
                  </a:cubicBezTo>
                  <a:cubicBezTo>
                    <a:pt x="5310" y="3776"/>
                    <a:pt x="7165" y="4745"/>
                    <a:pt x="7541" y="4745"/>
                  </a:cubicBezTo>
                  <a:cubicBezTo>
                    <a:pt x="7700" y="4745"/>
                    <a:pt x="7593" y="4571"/>
                    <a:pt x="7008" y="4108"/>
                  </a:cubicBezTo>
                  <a:cubicBezTo>
                    <a:pt x="5676" y="3055"/>
                    <a:pt x="4917" y="1905"/>
                    <a:pt x="4334" y="1905"/>
                  </a:cubicBezTo>
                  <a:cubicBezTo>
                    <a:pt x="4267" y="1905"/>
                    <a:pt x="4202" y="1920"/>
                    <a:pt x="4140" y="1952"/>
                  </a:cubicBezTo>
                  <a:cubicBezTo>
                    <a:pt x="4069" y="1986"/>
                    <a:pt x="3994" y="2002"/>
                    <a:pt x="3913" y="2002"/>
                  </a:cubicBezTo>
                  <a:cubicBezTo>
                    <a:pt x="3296" y="2002"/>
                    <a:pt x="2427" y="1086"/>
                    <a:pt x="1983" y="989"/>
                  </a:cubicBezTo>
                  <a:cubicBezTo>
                    <a:pt x="1551" y="894"/>
                    <a:pt x="268" y="1"/>
                    <a:pt x="45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5" name="Google Shape;785;p17"/>
            <p:cNvSpPr/>
            <p:nvPr/>
          </p:nvSpPr>
          <p:spPr>
            <a:xfrm>
              <a:off x="789740" y="943568"/>
              <a:ext cx="629334" cy="392484"/>
            </a:xfrm>
            <a:custGeom>
              <a:avLst/>
              <a:gdLst/>
              <a:ahLst/>
              <a:cxnLst/>
              <a:rect l="l" t="t" r="r" b="b"/>
              <a:pathLst>
                <a:path w="7594" h="4736" extrusionOk="0">
                  <a:moveTo>
                    <a:pt x="40" y="1"/>
                  </a:moveTo>
                  <a:cubicBezTo>
                    <a:pt x="10" y="1"/>
                    <a:pt x="0" y="11"/>
                    <a:pt x="0" y="31"/>
                  </a:cubicBezTo>
                  <a:cubicBezTo>
                    <a:pt x="0" y="41"/>
                    <a:pt x="0" y="51"/>
                    <a:pt x="10" y="71"/>
                  </a:cubicBezTo>
                  <a:lnTo>
                    <a:pt x="20" y="71"/>
                  </a:lnTo>
                  <a:cubicBezTo>
                    <a:pt x="201" y="452"/>
                    <a:pt x="1816" y="1927"/>
                    <a:pt x="2468" y="2448"/>
                  </a:cubicBezTo>
                  <a:cubicBezTo>
                    <a:pt x="3120" y="2960"/>
                    <a:pt x="4032" y="2739"/>
                    <a:pt x="4775" y="3341"/>
                  </a:cubicBezTo>
                  <a:cubicBezTo>
                    <a:pt x="4785" y="3351"/>
                    <a:pt x="4785" y="3351"/>
                    <a:pt x="4785" y="3351"/>
                  </a:cubicBezTo>
                  <a:cubicBezTo>
                    <a:pt x="5316" y="3782"/>
                    <a:pt x="7152" y="4735"/>
                    <a:pt x="7533" y="4735"/>
                  </a:cubicBezTo>
                  <a:cubicBezTo>
                    <a:pt x="7573" y="4735"/>
                    <a:pt x="7593" y="4725"/>
                    <a:pt x="7593" y="4695"/>
                  </a:cubicBezTo>
                  <a:cubicBezTo>
                    <a:pt x="7593" y="4625"/>
                    <a:pt x="7423" y="4444"/>
                    <a:pt x="7001" y="4103"/>
                  </a:cubicBezTo>
                  <a:cubicBezTo>
                    <a:pt x="5667" y="3050"/>
                    <a:pt x="4915" y="1897"/>
                    <a:pt x="4323" y="1897"/>
                  </a:cubicBezTo>
                  <a:cubicBezTo>
                    <a:pt x="4263" y="1897"/>
                    <a:pt x="4193" y="1917"/>
                    <a:pt x="4133" y="1947"/>
                  </a:cubicBezTo>
                  <a:cubicBezTo>
                    <a:pt x="4062" y="1977"/>
                    <a:pt x="3992" y="1997"/>
                    <a:pt x="3912" y="1997"/>
                  </a:cubicBezTo>
                  <a:cubicBezTo>
                    <a:pt x="3290" y="1997"/>
                    <a:pt x="2417" y="1074"/>
                    <a:pt x="1976" y="984"/>
                  </a:cubicBezTo>
                  <a:cubicBezTo>
                    <a:pt x="1535" y="883"/>
                    <a:pt x="261" y="1"/>
                    <a:pt x="40" y="1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6" name="Google Shape;786;p17"/>
            <p:cNvSpPr/>
            <p:nvPr/>
          </p:nvSpPr>
          <p:spPr>
            <a:xfrm>
              <a:off x="2934291" y="1138896"/>
              <a:ext cx="263617" cy="130110"/>
            </a:xfrm>
            <a:custGeom>
              <a:avLst/>
              <a:gdLst/>
              <a:ahLst/>
              <a:cxnLst/>
              <a:rect l="l" t="t" r="r" b="b"/>
              <a:pathLst>
                <a:path w="3181" h="1570" extrusionOk="0">
                  <a:moveTo>
                    <a:pt x="2549" y="1"/>
                  </a:moveTo>
                  <a:cubicBezTo>
                    <a:pt x="2488" y="21"/>
                    <a:pt x="2428" y="31"/>
                    <a:pt x="2368" y="61"/>
                  </a:cubicBezTo>
                  <a:cubicBezTo>
                    <a:pt x="2218" y="121"/>
                    <a:pt x="1124" y="613"/>
                    <a:pt x="1" y="854"/>
                  </a:cubicBezTo>
                  <a:cubicBezTo>
                    <a:pt x="377" y="887"/>
                    <a:pt x="811" y="997"/>
                    <a:pt x="1252" y="997"/>
                  </a:cubicBezTo>
                  <a:cubicBezTo>
                    <a:pt x="1471" y="997"/>
                    <a:pt x="1691" y="970"/>
                    <a:pt x="1907" y="894"/>
                  </a:cubicBezTo>
                  <a:cubicBezTo>
                    <a:pt x="1973" y="870"/>
                    <a:pt x="2038" y="860"/>
                    <a:pt x="2101" y="860"/>
                  </a:cubicBezTo>
                  <a:cubicBezTo>
                    <a:pt x="2359" y="860"/>
                    <a:pt x="2584" y="1037"/>
                    <a:pt x="2769" y="1215"/>
                  </a:cubicBezTo>
                  <a:cubicBezTo>
                    <a:pt x="2947" y="1392"/>
                    <a:pt x="3079" y="1569"/>
                    <a:pt x="3141" y="1569"/>
                  </a:cubicBezTo>
                  <a:cubicBezTo>
                    <a:pt x="3167" y="1569"/>
                    <a:pt x="3181" y="1539"/>
                    <a:pt x="3181" y="1465"/>
                  </a:cubicBezTo>
                  <a:cubicBezTo>
                    <a:pt x="2799" y="1265"/>
                    <a:pt x="2689" y="232"/>
                    <a:pt x="2549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7" name="Google Shape;787;p17"/>
            <p:cNvSpPr/>
            <p:nvPr/>
          </p:nvSpPr>
          <p:spPr>
            <a:xfrm>
              <a:off x="2934291" y="1138896"/>
              <a:ext cx="263617" cy="129778"/>
            </a:xfrm>
            <a:custGeom>
              <a:avLst/>
              <a:gdLst/>
              <a:ahLst/>
              <a:cxnLst/>
              <a:rect l="l" t="t" r="r" b="b"/>
              <a:pathLst>
                <a:path w="3181" h="1566" extrusionOk="0">
                  <a:moveTo>
                    <a:pt x="2549" y="1"/>
                  </a:moveTo>
                  <a:cubicBezTo>
                    <a:pt x="2488" y="21"/>
                    <a:pt x="2428" y="31"/>
                    <a:pt x="2368" y="61"/>
                  </a:cubicBezTo>
                  <a:cubicBezTo>
                    <a:pt x="2218" y="121"/>
                    <a:pt x="1124" y="613"/>
                    <a:pt x="1" y="854"/>
                  </a:cubicBezTo>
                  <a:cubicBezTo>
                    <a:pt x="31" y="854"/>
                    <a:pt x="61" y="864"/>
                    <a:pt x="101" y="864"/>
                  </a:cubicBezTo>
                  <a:lnTo>
                    <a:pt x="111" y="864"/>
                  </a:lnTo>
                  <a:cubicBezTo>
                    <a:pt x="121" y="864"/>
                    <a:pt x="141" y="864"/>
                    <a:pt x="151" y="874"/>
                  </a:cubicBezTo>
                  <a:cubicBezTo>
                    <a:pt x="482" y="914"/>
                    <a:pt x="864" y="994"/>
                    <a:pt x="1245" y="994"/>
                  </a:cubicBezTo>
                  <a:cubicBezTo>
                    <a:pt x="1465" y="994"/>
                    <a:pt x="1686" y="974"/>
                    <a:pt x="1907" y="894"/>
                  </a:cubicBezTo>
                  <a:cubicBezTo>
                    <a:pt x="1917" y="894"/>
                    <a:pt x="1917" y="894"/>
                    <a:pt x="1917" y="884"/>
                  </a:cubicBezTo>
                  <a:lnTo>
                    <a:pt x="1927" y="884"/>
                  </a:lnTo>
                  <a:cubicBezTo>
                    <a:pt x="1987" y="864"/>
                    <a:pt x="2047" y="854"/>
                    <a:pt x="2097" y="854"/>
                  </a:cubicBezTo>
                  <a:lnTo>
                    <a:pt x="2107" y="854"/>
                  </a:lnTo>
                  <a:cubicBezTo>
                    <a:pt x="2358" y="864"/>
                    <a:pt x="2589" y="1034"/>
                    <a:pt x="2769" y="1215"/>
                  </a:cubicBezTo>
                  <a:cubicBezTo>
                    <a:pt x="2769" y="1215"/>
                    <a:pt x="2779" y="1225"/>
                    <a:pt x="2789" y="1235"/>
                  </a:cubicBezTo>
                  <a:cubicBezTo>
                    <a:pt x="2940" y="1385"/>
                    <a:pt x="3060" y="1546"/>
                    <a:pt x="3130" y="1566"/>
                  </a:cubicBezTo>
                  <a:lnTo>
                    <a:pt x="3140" y="1566"/>
                  </a:lnTo>
                  <a:cubicBezTo>
                    <a:pt x="3171" y="1566"/>
                    <a:pt x="3181" y="1536"/>
                    <a:pt x="3181" y="1465"/>
                  </a:cubicBezTo>
                  <a:cubicBezTo>
                    <a:pt x="2799" y="1265"/>
                    <a:pt x="2689" y="232"/>
                    <a:pt x="2549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8" name="Google Shape;788;p17"/>
            <p:cNvSpPr/>
            <p:nvPr/>
          </p:nvSpPr>
          <p:spPr>
            <a:xfrm>
              <a:off x="2907523" y="1283922"/>
              <a:ext cx="330330" cy="120248"/>
            </a:xfrm>
            <a:custGeom>
              <a:avLst/>
              <a:gdLst/>
              <a:ahLst/>
              <a:cxnLst/>
              <a:rect l="l" t="t" r="r" b="b"/>
              <a:pathLst>
                <a:path w="3986" h="1451" extrusionOk="0">
                  <a:moveTo>
                    <a:pt x="2401" y="1"/>
                  </a:moveTo>
                  <a:cubicBezTo>
                    <a:pt x="2335" y="1"/>
                    <a:pt x="2288" y="27"/>
                    <a:pt x="2260" y="87"/>
                  </a:cubicBezTo>
                  <a:cubicBezTo>
                    <a:pt x="2190" y="220"/>
                    <a:pt x="2035" y="307"/>
                    <a:pt x="1690" y="307"/>
                  </a:cubicBezTo>
                  <a:cubicBezTo>
                    <a:pt x="1441" y="307"/>
                    <a:pt x="1093" y="262"/>
                    <a:pt x="605" y="157"/>
                  </a:cubicBezTo>
                  <a:cubicBezTo>
                    <a:pt x="448" y="122"/>
                    <a:pt x="331" y="107"/>
                    <a:pt x="249" y="107"/>
                  </a:cubicBezTo>
                  <a:cubicBezTo>
                    <a:pt x="1" y="107"/>
                    <a:pt x="63" y="244"/>
                    <a:pt x="244" y="387"/>
                  </a:cubicBezTo>
                  <a:cubicBezTo>
                    <a:pt x="437" y="525"/>
                    <a:pt x="748" y="672"/>
                    <a:pt x="984" y="672"/>
                  </a:cubicBezTo>
                  <a:cubicBezTo>
                    <a:pt x="1006" y="672"/>
                    <a:pt x="1026" y="671"/>
                    <a:pt x="1046" y="668"/>
                  </a:cubicBezTo>
                  <a:cubicBezTo>
                    <a:pt x="1072" y="665"/>
                    <a:pt x="1099" y="663"/>
                    <a:pt x="1127" y="663"/>
                  </a:cubicBezTo>
                  <a:cubicBezTo>
                    <a:pt x="1342" y="663"/>
                    <a:pt x="1595" y="762"/>
                    <a:pt x="1808" y="869"/>
                  </a:cubicBezTo>
                  <a:cubicBezTo>
                    <a:pt x="2031" y="970"/>
                    <a:pt x="2227" y="1076"/>
                    <a:pt x="2325" y="1076"/>
                  </a:cubicBezTo>
                  <a:cubicBezTo>
                    <a:pt x="2372" y="1076"/>
                    <a:pt x="2397" y="1051"/>
                    <a:pt x="2390" y="989"/>
                  </a:cubicBezTo>
                  <a:cubicBezTo>
                    <a:pt x="2387" y="934"/>
                    <a:pt x="2403" y="910"/>
                    <a:pt x="2436" y="910"/>
                  </a:cubicBezTo>
                  <a:cubicBezTo>
                    <a:pt x="2593" y="910"/>
                    <a:pt x="3131" y="1434"/>
                    <a:pt x="3744" y="1451"/>
                  </a:cubicBezTo>
                  <a:lnTo>
                    <a:pt x="3754" y="1451"/>
                  </a:lnTo>
                  <a:cubicBezTo>
                    <a:pt x="3193" y="1200"/>
                    <a:pt x="2741" y="959"/>
                    <a:pt x="2811" y="769"/>
                  </a:cubicBezTo>
                  <a:cubicBezTo>
                    <a:pt x="2857" y="649"/>
                    <a:pt x="3055" y="610"/>
                    <a:pt x="3317" y="610"/>
                  </a:cubicBezTo>
                  <a:cubicBezTo>
                    <a:pt x="3516" y="610"/>
                    <a:pt x="3752" y="632"/>
                    <a:pt x="3985" y="658"/>
                  </a:cubicBezTo>
                  <a:cubicBezTo>
                    <a:pt x="3825" y="588"/>
                    <a:pt x="3664" y="518"/>
                    <a:pt x="3514" y="458"/>
                  </a:cubicBezTo>
                  <a:cubicBezTo>
                    <a:pt x="2942" y="213"/>
                    <a:pt x="2590" y="1"/>
                    <a:pt x="2401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9" name="Google Shape;789;p17"/>
            <p:cNvSpPr/>
            <p:nvPr/>
          </p:nvSpPr>
          <p:spPr>
            <a:xfrm>
              <a:off x="2914402" y="1283590"/>
              <a:ext cx="323451" cy="120579"/>
            </a:xfrm>
            <a:custGeom>
              <a:avLst/>
              <a:gdLst/>
              <a:ahLst/>
              <a:cxnLst/>
              <a:rect l="l" t="t" r="r" b="b"/>
              <a:pathLst>
                <a:path w="3903" h="1455" extrusionOk="0">
                  <a:moveTo>
                    <a:pt x="2317" y="0"/>
                  </a:moveTo>
                  <a:cubicBezTo>
                    <a:pt x="2247" y="0"/>
                    <a:pt x="2197" y="30"/>
                    <a:pt x="2177" y="91"/>
                  </a:cubicBezTo>
                  <a:cubicBezTo>
                    <a:pt x="2107" y="221"/>
                    <a:pt x="1946" y="311"/>
                    <a:pt x="1605" y="311"/>
                  </a:cubicBezTo>
                  <a:cubicBezTo>
                    <a:pt x="1354" y="311"/>
                    <a:pt x="1013" y="261"/>
                    <a:pt x="522" y="161"/>
                  </a:cubicBezTo>
                  <a:cubicBezTo>
                    <a:pt x="371" y="121"/>
                    <a:pt x="251" y="111"/>
                    <a:pt x="171" y="111"/>
                  </a:cubicBezTo>
                  <a:cubicBezTo>
                    <a:pt x="50" y="111"/>
                    <a:pt x="0" y="141"/>
                    <a:pt x="0" y="191"/>
                  </a:cubicBezTo>
                  <a:cubicBezTo>
                    <a:pt x="0" y="241"/>
                    <a:pt x="60" y="311"/>
                    <a:pt x="141" y="381"/>
                  </a:cubicBezTo>
                  <a:lnTo>
                    <a:pt x="151" y="381"/>
                  </a:lnTo>
                  <a:cubicBezTo>
                    <a:pt x="161" y="381"/>
                    <a:pt x="161" y="391"/>
                    <a:pt x="161" y="391"/>
                  </a:cubicBezTo>
                  <a:cubicBezTo>
                    <a:pt x="171" y="391"/>
                    <a:pt x="171" y="401"/>
                    <a:pt x="181" y="401"/>
                  </a:cubicBezTo>
                  <a:cubicBezTo>
                    <a:pt x="191" y="411"/>
                    <a:pt x="191" y="411"/>
                    <a:pt x="191" y="411"/>
                  </a:cubicBezTo>
                  <a:cubicBezTo>
                    <a:pt x="201" y="411"/>
                    <a:pt x="201" y="422"/>
                    <a:pt x="211" y="422"/>
                  </a:cubicBezTo>
                  <a:cubicBezTo>
                    <a:pt x="401" y="552"/>
                    <a:pt x="682" y="672"/>
                    <a:pt x="893" y="672"/>
                  </a:cubicBezTo>
                  <a:lnTo>
                    <a:pt x="963" y="672"/>
                  </a:lnTo>
                  <a:cubicBezTo>
                    <a:pt x="993" y="662"/>
                    <a:pt x="1013" y="662"/>
                    <a:pt x="1043" y="662"/>
                  </a:cubicBezTo>
                  <a:cubicBezTo>
                    <a:pt x="1254" y="662"/>
                    <a:pt x="1505" y="773"/>
                    <a:pt x="1725" y="873"/>
                  </a:cubicBezTo>
                  <a:cubicBezTo>
                    <a:pt x="1735" y="873"/>
                    <a:pt x="1735" y="873"/>
                    <a:pt x="1745" y="883"/>
                  </a:cubicBezTo>
                  <a:lnTo>
                    <a:pt x="1756" y="883"/>
                  </a:lnTo>
                  <a:cubicBezTo>
                    <a:pt x="1756" y="883"/>
                    <a:pt x="1766" y="883"/>
                    <a:pt x="1766" y="893"/>
                  </a:cubicBezTo>
                  <a:cubicBezTo>
                    <a:pt x="1776" y="893"/>
                    <a:pt x="1786" y="893"/>
                    <a:pt x="1796" y="903"/>
                  </a:cubicBezTo>
                  <a:lnTo>
                    <a:pt x="1806" y="903"/>
                  </a:lnTo>
                  <a:cubicBezTo>
                    <a:pt x="1966" y="983"/>
                    <a:pt x="2117" y="1063"/>
                    <a:pt x="2207" y="1074"/>
                  </a:cubicBezTo>
                  <a:cubicBezTo>
                    <a:pt x="2217" y="1074"/>
                    <a:pt x="2217" y="1084"/>
                    <a:pt x="2217" y="1084"/>
                  </a:cubicBezTo>
                  <a:lnTo>
                    <a:pt x="2247" y="1084"/>
                  </a:lnTo>
                  <a:cubicBezTo>
                    <a:pt x="2287" y="1084"/>
                    <a:pt x="2307" y="1063"/>
                    <a:pt x="2307" y="1013"/>
                  </a:cubicBezTo>
                  <a:cubicBezTo>
                    <a:pt x="2307" y="1003"/>
                    <a:pt x="2307" y="1003"/>
                    <a:pt x="2307" y="993"/>
                  </a:cubicBezTo>
                  <a:cubicBezTo>
                    <a:pt x="2307" y="993"/>
                    <a:pt x="2307" y="983"/>
                    <a:pt x="2307" y="983"/>
                  </a:cubicBezTo>
                  <a:cubicBezTo>
                    <a:pt x="2307" y="933"/>
                    <a:pt x="2327" y="913"/>
                    <a:pt x="2357" y="913"/>
                  </a:cubicBezTo>
                  <a:cubicBezTo>
                    <a:pt x="2508" y="913"/>
                    <a:pt x="3049" y="1445"/>
                    <a:pt x="3661" y="1455"/>
                  </a:cubicBezTo>
                  <a:lnTo>
                    <a:pt x="3671" y="1455"/>
                  </a:lnTo>
                  <a:cubicBezTo>
                    <a:pt x="3150" y="1224"/>
                    <a:pt x="2718" y="993"/>
                    <a:pt x="2728" y="813"/>
                  </a:cubicBezTo>
                  <a:cubicBezTo>
                    <a:pt x="2728" y="803"/>
                    <a:pt x="2728" y="783"/>
                    <a:pt x="2728" y="773"/>
                  </a:cubicBezTo>
                  <a:cubicBezTo>
                    <a:pt x="2728" y="773"/>
                    <a:pt x="2739" y="763"/>
                    <a:pt x="2739" y="763"/>
                  </a:cubicBezTo>
                  <a:cubicBezTo>
                    <a:pt x="2789" y="652"/>
                    <a:pt x="2979" y="612"/>
                    <a:pt x="3230" y="612"/>
                  </a:cubicBezTo>
                  <a:cubicBezTo>
                    <a:pt x="3411" y="612"/>
                    <a:pt x="3621" y="632"/>
                    <a:pt x="3822" y="652"/>
                  </a:cubicBezTo>
                  <a:lnTo>
                    <a:pt x="3832" y="652"/>
                  </a:lnTo>
                  <a:lnTo>
                    <a:pt x="3842" y="662"/>
                  </a:lnTo>
                  <a:lnTo>
                    <a:pt x="3902" y="662"/>
                  </a:lnTo>
                  <a:cubicBezTo>
                    <a:pt x="3742" y="592"/>
                    <a:pt x="3581" y="522"/>
                    <a:pt x="3431" y="462"/>
                  </a:cubicBezTo>
                  <a:cubicBezTo>
                    <a:pt x="2859" y="221"/>
                    <a:pt x="2508" y="0"/>
                    <a:pt x="23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0" name="Google Shape;790;p17"/>
            <p:cNvSpPr/>
            <p:nvPr/>
          </p:nvSpPr>
          <p:spPr>
            <a:xfrm>
              <a:off x="1792154" y="1015915"/>
              <a:ext cx="362567" cy="69033"/>
            </a:xfrm>
            <a:custGeom>
              <a:avLst/>
              <a:gdLst/>
              <a:ahLst/>
              <a:cxnLst/>
              <a:rect l="l" t="t" r="r" b="b"/>
              <a:pathLst>
                <a:path w="4375" h="833" extrusionOk="0">
                  <a:moveTo>
                    <a:pt x="2198" y="0"/>
                  </a:moveTo>
                  <a:cubicBezTo>
                    <a:pt x="1997" y="41"/>
                    <a:pt x="1786" y="101"/>
                    <a:pt x="1556" y="171"/>
                  </a:cubicBezTo>
                  <a:cubicBezTo>
                    <a:pt x="934" y="362"/>
                    <a:pt x="512" y="672"/>
                    <a:pt x="1" y="833"/>
                  </a:cubicBezTo>
                  <a:cubicBezTo>
                    <a:pt x="362" y="833"/>
                    <a:pt x="884" y="753"/>
                    <a:pt x="1455" y="622"/>
                  </a:cubicBezTo>
                  <a:cubicBezTo>
                    <a:pt x="1680" y="567"/>
                    <a:pt x="1847" y="546"/>
                    <a:pt x="1978" y="546"/>
                  </a:cubicBezTo>
                  <a:cubicBezTo>
                    <a:pt x="2204" y="546"/>
                    <a:pt x="2325" y="609"/>
                    <a:pt x="2458" y="672"/>
                  </a:cubicBezTo>
                  <a:cubicBezTo>
                    <a:pt x="2600" y="733"/>
                    <a:pt x="2750" y="798"/>
                    <a:pt x="3030" y="798"/>
                  </a:cubicBezTo>
                  <a:cubicBezTo>
                    <a:pt x="3168" y="798"/>
                    <a:pt x="3337" y="782"/>
                    <a:pt x="3552" y="743"/>
                  </a:cubicBezTo>
                  <a:cubicBezTo>
                    <a:pt x="3913" y="672"/>
                    <a:pt x="4174" y="592"/>
                    <a:pt x="4374" y="512"/>
                  </a:cubicBezTo>
                  <a:cubicBezTo>
                    <a:pt x="4264" y="432"/>
                    <a:pt x="4164" y="331"/>
                    <a:pt x="4093" y="231"/>
                  </a:cubicBezTo>
                  <a:cubicBezTo>
                    <a:pt x="3982" y="82"/>
                    <a:pt x="3714" y="55"/>
                    <a:pt x="3403" y="55"/>
                  </a:cubicBezTo>
                  <a:cubicBezTo>
                    <a:pt x="3296" y="55"/>
                    <a:pt x="3183" y="58"/>
                    <a:pt x="3070" y="61"/>
                  </a:cubicBezTo>
                  <a:cubicBezTo>
                    <a:pt x="2960" y="64"/>
                    <a:pt x="2850" y="67"/>
                    <a:pt x="2744" y="67"/>
                  </a:cubicBezTo>
                  <a:cubicBezTo>
                    <a:pt x="2532" y="67"/>
                    <a:pt x="2338" y="54"/>
                    <a:pt x="2198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1" name="Google Shape;791;p17"/>
            <p:cNvSpPr/>
            <p:nvPr/>
          </p:nvSpPr>
          <p:spPr>
            <a:xfrm>
              <a:off x="1792154" y="1015915"/>
              <a:ext cx="362567" cy="69033"/>
            </a:xfrm>
            <a:custGeom>
              <a:avLst/>
              <a:gdLst/>
              <a:ahLst/>
              <a:cxnLst/>
              <a:rect l="l" t="t" r="r" b="b"/>
              <a:pathLst>
                <a:path w="4375" h="833" extrusionOk="0">
                  <a:moveTo>
                    <a:pt x="2198" y="0"/>
                  </a:moveTo>
                  <a:cubicBezTo>
                    <a:pt x="1997" y="41"/>
                    <a:pt x="1786" y="101"/>
                    <a:pt x="1556" y="171"/>
                  </a:cubicBezTo>
                  <a:cubicBezTo>
                    <a:pt x="934" y="362"/>
                    <a:pt x="512" y="672"/>
                    <a:pt x="1" y="833"/>
                  </a:cubicBezTo>
                  <a:lnTo>
                    <a:pt x="121" y="833"/>
                  </a:lnTo>
                  <a:cubicBezTo>
                    <a:pt x="442" y="823"/>
                    <a:pt x="854" y="753"/>
                    <a:pt x="1305" y="652"/>
                  </a:cubicBezTo>
                  <a:lnTo>
                    <a:pt x="1315" y="652"/>
                  </a:lnTo>
                  <a:cubicBezTo>
                    <a:pt x="1345" y="642"/>
                    <a:pt x="1375" y="632"/>
                    <a:pt x="1415" y="632"/>
                  </a:cubicBezTo>
                  <a:cubicBezTo>
                    <a:pt x="1425" y="622"/>
                    <a:pt x="1445" y="622"/>
                    <a:pt x="1455" y="622"/>
                  </a:cubicBezTo>
                  <a:lnTo>
                    <a:pt x="1465" y="612"/>
                  </a:lnTo>
                  <a:lnTo>
                    <a:pt x="1495" y="612"/>
                  </a:lnTo>
                  <a:cubicBezTo>
                    <a:pt x="1506" y="602"/>
                    <a:pt x="1516" y="602"/>
                    <a:pt x="1526" y="602"/>
                  </a:cubicBezTo>
                  <a:cubicBezTo>
                    <a:pt x="1706" y="562"/>
                    <a:pt x="1847" y="542"/>
                    <a:pt x="1967" y="542"/>
                  </a:cubicBezTo>
                  <a:lnTo>
                    <a:pt x="1977" y="542"/>
                  </a:lnTo>
                  <a:cubicBezTo>
                    <a:pt x="2198" y="542"/>
                    <a:pt x="2328" y="602"/>
                    <a:pt x="2458" y="672"/>
                  </a:cubicBezTo>
                  <a:cubicBezTo>
                    <a:pt x="2468" y="672"/>
                    <a:pt x="2468" y="672"/>
                    <a:pt x="2478" y="682"/>
                  </a:cubicBezTo>
                  <a:lnTo>
                    <a:pt x="2489" y="682"/>
                  </a:lnTo>
                  <a:cubicBezTo>
                    <a:pt x="2609" y="743"/>
                    <a:pt x="2759" y="793"/>
                    <a:pt x="3020" y="793"/>
                  </a:cubicBezTo>
                  <a:cubicBezTo>
                    <a:pt x="3161" y="793"/>
                    <a:pt x="3321" y="783"/>
                    <a:pt x="3532" y="743"/>
                  </a:cubicBezTo>
                  <a:lnTo>
                    <a:pt x="3552" y="743"/>
                  </a:lnTo>
                  <a:cubicBezTo>
                    <a:pt x="3913" y="672"/>
                    <a:pt x="4174" y="592"/>
                    <a:pt x="4374" y="512"/>
                  </a:cubicBezTo>
                  <a:cubicBezTo>
                    <a:pt x="4264" y="432"/>
                    <a:pt x="4164" y="331"/>
                    <a:pt x="4093" y="231"/>
                  </a:cubicBezTo>
                  <a:cubicBezTo>
                    <a:pt x="3983" y="81"/>
                    <a:pt x="3712" y="51"/>
                    <a:pt x="3401" y="51"/>
                  </a:cubicBezTo>
                  <a:cubicBezTo>
                    <a:pt x="3291" y="51"/>
                    <a:pt x="3181" y="61"/>
                    <a:pt x="3070" y="61"/>
                  </a:cubicBezTo>
                  <a:cubicBezTo>
                    <a:pt x="2960" y="61"/>
                    <a:pt x="2850" y="71"/>
                    <a:pt x="2739" y="71"/>
                  </a:cubicBezTo>
                  <a:cubicBezTo>
                    <a:pt x="2529" y="71"/>
                    <a:pt x="2338" y="51"/>
                    <a:pt x="2198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2" name="Google Shape;792;p17"/>
            <p:cNvSpPr/>
            <p:nvPr/>
          </p:nvSpPr>
          <p:spPr>
            <a:xfrm>
              <a:off x="709105" y="734400"/>
              <a:ext cx="482981" cy="162181"/>
            </a:xfrm>
            <a:custGeom>
              <a:avLst/>
              <a:gdLst/>
              <a:ahLst/>
              <a:cxnLst/>
              <a:rect l="l" t="t" r="r" b="b"/>
              <a:pathLst>
                <a:path w="5828" h="1957" extrusionOk="0">
                  <a:moveTo>
                    <a:pt x="2775" y="1"/>
                  </a:moveTo>
                  <a:cubicBezTo>
                    <a:pt x="2720" y="1"/>
                    <a:pt x="2664" y="3"/>
                    <a:pt x="2608" y="7"/>
                  </a:cubicBezTo>
                  <a:cubicBezTo>
                    <a:pt x="1856" y="609"/>
                    <a:pt x="1083" y="1261"/>
                    <a:pt x="0" y="1742"/>
                  </a:cubicBezTo>
                  <a:cubicBezTo>
                    <a:pt x="97" y="1740"/>
                    <a:pt x="197" y="1739"/>
                    <a:pt x="300" y="1739"/>
                  </a:cubicBezTo>
                  <a:cubicBezTo>
                    <a:pt x="698" y="1739"/>
                    <a:pt x="1128" y="1763"/>
                    <a:pt x="1495" y="1883"/>
                  </a:cubicBezTo>
                  <a:cubicBezTo>
                    <a:pt x="1656" y="1935"/>
                    <a:pt x="1787" y="1957"/>
                    <a:pt x="1898" y="1957"/>
                  </a:cubicBezTo>
                  <a:cubicBezTo>
                    <a:pt x="2125" y="1957"/>
                    <a:pt x="2269" y="1867"/>
                    <a:pt x="2418" y="1772"/>
                  </a:cubicBezTo>
                  <a:cubicBezTo>
                    <a:pt x="2566" y="1679"/>
                    <a:pt x="2711" y="1589"/>
                    <a:pt x="2941" y="1589"/>
                  </a:cubicBezTo>
                  <a:cubicBezTo>
                    <a:pt x="3131" y="1589"/>
                    <a:pt x="3378" y="1650"/>
                    <a:pt x="3732" y="1823"/>
                  </a:cubicBezTo>
                  <a:cubicBezTo>
                    <a:pt x="3827" y="1870"/>
                    <a:pt x="3947" y="1887"/>
                    <a:pt x="4080" y="1887"/>
                  </a:cubicBezTo>
                  <a:cubicBezTo>
                    <a:pt x="4367" y="1887"/>
                    <a:pt x="4714" y="1809"/>
                    <a:pt x="4995" y="1803"/>
                  </a:cubicBezTo>
                  <a:cubicBezTo>
                    <a:pt x="5286" y="1612"/>
                    <a:pt x="5627" y="1431"/>
                    <a:pt x="5828" y="1110"/>
                  </a:cubicBezTo>
                  <a:cubicBezTo>
                    <a:pt x="5798" y="1090"/>
                    <a:pt x="5768" y="1070"/>
                    <a:pt x="5728" y="1040"/>
                  </a:cubicBezTo>
                  <a:cubicBezTo>
                    <a:pt x="5346" y="719"/>
                    <a:pt x="4915" y="408"/>
                    <a:pt x="4363" y="288"/>
                  </a:cubicBezTo>
                  <a:cubicBezTo>
                    <a:pt x="3691" y="144"/>
                    <a:pt x="3242" y="1"/>
                    <a:pt x="2775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3" name="Google Shape;793;p17"/>
            <p:cNvSpPr/>
            <p:nvPr/>
          </p:nvSpPr>
          <p:spPr>
            <a:xfrm>
              <a:off x="709105" y="734980"/>
              <a:ext cx="482981" cy="161353"/>
            </a:xfrm>
            <a:custGeom>
              <a:avLst/>
              <a:gdLst/>
              <a:ahLst/>
              <a:cxnLst/>
              <a:rect l="l" t="t" r="r" b="b"/>
              <a:pathLst>
                <a:path w="5828" h="1947" extrusionOk="0">
                  <a:moveTo>
                    <a:pt x="2608" y="0"/>
                  </a:moveTo>
                  <a:cubicBezTo>
                    <a:pt x="1856" y="602"/>
                    <a:pt x="1083" y="1254"/>
                    <a:pt x="0" y="1735"/>
                  </a:cubicBezTo>
                  <a:lnTo>
                    <a:pt x="311" y="1735"/>
                  </a:lnTo>
                  <a:cubicBezTo>
                    <a:pt x="702" y="1735"/>
                    <a:pt x="1114" y="1755"/>
                    <a:pt x="1475" y="1876"/>
                  </a:cubicBezTo>
                  <a:lnTo>
                    <a:pt x="1495" y="1876"/>
                  </a:lnTo>
                  <a:cubicBezTo>
                    <a:pt x="1505" y="1876"/>
                    <a:pt x="1505" y="1886"/>
                    <a:pt x="1515" y="1886"/>
                  </a:cubicBezTo>
                  <a:cubicBezTo>
                    <a:pt x="1665" y="1926"/>
                    <a:pt x="1786" y="1946"/>
                    <a:pt x="1896" y="1946"/>
                  </a:cubicBezTo>
                  <a:cubicBezTo>
                    <a:pt x="2117" y="1946"/>
                    <a:pt x="2267" y="1866"/>
                    <a:pt x="2407" y="1776"/>
                  </a:cubicBezTo>
                  <a:cubicBezTo>
                    <a:pt x="2407" y="1765"/>
                    <a:pt x="2418" y="1765"/>
                    <a:pt x="2418" y="1765"/>
                  </a:cubicBezTo>
                  <a:cubicBezTo>
                    <a:pt x="2418" y="1765"/>
                    <a:pt x="2428" y="1765"/>
                    <a:pt x="2428" y="1755"/>
                  </a:cubicBezTo>
                  <a:lnTo>
                    <a:pt x="2438" y="1755"/>
                  </a:lnTo>
                  <a:cubicBezTo>
                    <a:pt x="2438" y="1755"/>
                    <a:pt x="2448" y="1745"/>
                    <a:pt x="2448" y="1745"/>
                  </a:cubicBezTo>
                  <a:cubicBezTo>
                    <a:pt x="2588" y="1665"/>
                    <a:pt x="2728" y="1585"/>
                    <a:pt x="2939" y="1585"/>
                  </a:cubicBezTo>
                  <a:lnTo>
                    <a:pt x="2949" y="1585"/>
                  </a:lnTo>
                  <a:cubicBezTo>
                    <a:pt x="3140" y="1585"/>
                    <a:pt x="3380" y="1645"/>
                    <a:pt x="3732" y="1816"/>
                  </a:cubicBezTo>
                  <a:cubicBezTo>
                    <a:pt x="3822" y="1866"/>
                    <a:pt x="3942" y="1886"/>
                    <a:pt x="4073" y="1886"/>
                  </a:cubicBezTo>
                  <a:lnTo>
                    <a:pt x="4083" y="1886"/>
                  </a:lnTo>
                  <a:cubicBezTo>
                    <a:pt x="4183" y="1886"/>
                    <a:pt x="4283" y="1876"/>
                    <a:pt x="4394" y="1856"/>
                  </a:cubicBezTo>
                  <a:cubicBezTo>
                    <a:pt x="4594" y="1836"/>
                    <a:pt x="4805" y="1796"/>
                    <a:pt x="4995" y="1796"/>
                  </a:cubicBezTo>
                  <a:cubicBezTo>
                    <a:pt x="5286" y="1605"/>
                    <a:pt x="5627" y="1424"/>
                    <a:pt x="5828" y="1103"/>
                  </a:cubicBezTo>
                  <a:cubicBezTo>
                    <a:pt x="5798" y="1083"/>
                    <a:pt x="5768" y="1063"/>
                    <a:pt x="5728" y="1033"/>
                  </a:cubicBezTo>
                  <a:cubicBezTo>
                    <a:pt x="5346" y="712"/>
                    <a:pt x="4915" y="401"/>
                    <a:pt x="4363" y="281"/>
                  </a:cubicBezTo>
                  <a:cubicBezTo>
                    <a:pt x="3701" y="141"/>
                    <a:pt x="3250" y="0"/>
                    <a:pt x="2789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4" name="Google Shape;794;p17"/>
            <p:cNvSpPr/>
            <p:nvPr/>
          </p:nvSpPr>
          <p:spPr>
            <a:xfrm>
              <a:off x="1168794" y="852161"/>
              <a:ext cx="1331015" cy="815134"/>
            </a:xfrm>
            <a:custGeom>
              <a:avLst/>
              <a:gdLst/>
              <a:ahLst/>
              <a:cxnLst/>
              <a:rect l="l" t="t" r="r" b="b"/>
              <a:pathLst>
                <a:path w="16061" h="9836" extrusionOk="0">
                  <a:moveTo>
                    <a:pt x="1785" y="0"/>
                  </a:moveTo>
                  <a:cubicBezTo>
                    <a:pt x="1485" y="81"/>
                    <a:pt x="672" y="632"/>
                    <a:pt x="0" y="1074"/>
                  </a:cubicBezTo>
                  <a:cubicBezTo>
                    <a:pt x="10" y="1344"/>
                    <a:pt x="10" y="1615"/>
                    <a:pt x="140" y="1716"/>
                  </a:cubicBezTo>
                  <a:cubicBezTo>
                    <a:pt x="622" y="2067"/>
                    <a:pt x="1043" y="2327"/>
                    <a:pt x="1454" y="2378"/>
                  </a:cubicBezTo>
                  <a:cubicBezTo>
                    <a:pt x="2273" y="2461"/>
                    <a:pt x="5689" y="6273"/>
                    <a:pt x="6420" y="6273"/>
                  </a:cubicBezTo>
                  <a:cubicBezTo>
                    <a:pt x="6477" y="6273"/>
                    <a:pt x="6518" y="6249"/>
                    <a:pt x="6540" y="6199"/>
                  </a:cubicBezTo>
                  <a:cubicBezTo>
                    <a:pt x="6616" y="6031"/>
                    <a:pt x="6750" y="5958"/>
                    <a:pt x="6928" y="5958"/>
                  </a:cubicBezTo>
                  <a:cubicBezTo>
                    <a:pt x="7965" y="5958"/>
                    <a:pt x="10469" y="8453"/>
                    <a:pt x="11274" y="8847"/>
                  </a:cubicBezTo>
                  <a:cubicBezTo>
                    <a:pt x="11657" y="9041"/>
                    <a:pt x="11864" y="9109"/>
                    <a:pt x="11982" y="9109"/>
                  </a:cubicBezTo>
                  <a:cubicBezTo>
                    <a:pt x="12125" y="9109"/>
                    <a:pt x="12134" y="9007"/>
                    <a:pt x="12167" y="8907"/>
                  </a:cubicBezTo>
                  <a:cubicBezTo>
                    <a:pt x="12197" y="8804"/>
                    <a:pt x="12250" y="8701"/>
                    <a:pt x="12482" y="8701"/>
                  </a:cubicBezTo>
                  <a:cubicBezTo>
                    <a:pt x="12787" y="8701"/>
                    <a:pt x="13403" y="8878"/>
                    <a:pt x="14685" y="9459"/>
                  </a:cubicBezTo>
                  <a:cubicBezTo>
                    <a:pt x="15271" y="9727"/>
                    <a:pt x="15600" y="9836"/>
                    <a:pt x="15732" y="9836"/>
                  </a:cubicBezTo>
                  <a:cubicBezTo>
                    <a:pt x="16060" y="9836"/>
                    <a:pt x="15172" y="9160"/>
                    <a:pt x="14013" y="8566"/>
                  </a:cubicBezTo>
                  <a:cubicBezTo>
                    <a:pt x="12378" y="7724"/>
                    <a:pt x="11274" y="6861"/>
                    <a:pt x="10201" y="6771"/>
                  </a:cubicBezTo>
                  <a:cubicBezTo>
                    <a:pt x="9298" y="6701"/>
                    <a:pt x="6971" y="4875"/>
                    <a:pt x="5075" y="3130"/>
                  </a:cubicBezTo>
                  <a:cubicBezTo>
                    <a:pt x="4734" y="2939"/>
                    <a:pt x="4393" y="2568"/>
                    <a:pt x="4062" y="2167"/>
                  </a:cubicBezTo>
                  <a:cubicBezTo>
                    <a:pt x="3701" y="1726"/>
                    <a:pt x="3360" y="1254"/>
                    <a:pt x="3099" y="1003"/>
                  </a:cubicBezTo>
                  <a:lnTo>
                    <a:pt x="2347" y="261"/>
                  </a:lnTo>
                  <a:cubicBezTo>
                    <a:pt x="2197" y="121"/>
                    <a:pt x="1996" y="41"/>
                    <a:pt x="1785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5" name="Google Shape;795;p17"/>
            <p:cNvSpPr/>
            <p:nvPr/>
          </p:nvSpPr>
          <p:spPr>
            <a:xfrm>
              <a:off x="1168794" y="852161"/>
              <a:ext cx="1309303" cy="815548"/>
            </a:xfrm>
            <a:custGeom>
              <a:avLst/>
              <a:gdLst/>
              <a:ahLst/>
              <a:cxnLst/>
              <a:rect l="l" t="t" r="r" b="b"/>
              <a:pathLst>
                <a:path w="15799" h="9841" extrusionOk="0">
                  <a:moveTo>
                    <a:pt x="1785" y="0"/>
                  </a:moveTo>
                  <a:cubicBezTo>
                    <a:pt x="1485" y="81"/>
                    <a:pt x="672" y="632"/>
                    <a:pt x="0" y="1074"/>
                  </a:cubicBezTo>
                  <a:cubicBezTo>
                    <a:pt x="10" y="1344"/>
                    <a:pt x="10" y="1615"/>
                    <a:pt x="140" y="1716"/>
                  </a:cubicBezTo>
                  <a:cubicBezTo>
                    <a:pt x="622" y="2067"/>
                    <a:pt x="1043" y="2327"/>
                    <a:pt x="1454" y="2378"/>
                  </a:cubicBezTo>
                  <a:cubicBezTo>
                    <a:pt x="2277" y="2458"/>
                    <a:pt x="5697" y="6280"/>
                    <a:pt x="6420" y="6280"/>
                  </a:cubicBezTo>
                  <a:cubicBezTo>
                    <a:pt x="6480" y="6280"/>
                    <a:pt x="6520" y="6249"/>
                    <a:pt x="6540" y="6199"/>
                  </a:cubicBezTo>
                  <a:cubicBezTo>
                    <a:pt x="6620" y="6039"/>
                    <a:pt x="6751" y="5959"/>
                    <a:pt x="6931" y="5959"/>
                  </a:cubicBezTo>
                  <a:cubicBezTo>
                    <a:pt x="7954" y="5959"/>
                    <a:pt x="10402" y="8386"/>
                    <a:pt x="11234" y="8837"/>
                  </a:cubicBezTo>
                  <a:lnTo>
                    <a:pt x="11244" y="8837"/>
                  </a:lnTo>
                  <a:cubicBezTo>
                    <a:pt x="11254" y="8837"/>
                    <a:pt x="11264" y="8847"/>
                    <a:pt x="11274" y="8847"/>
                  </a:cubicBezTo>
                  <a:cubicBezTo>
                    <a:pt x="11274" y="8857"/>
                    <a:pt x="11284" y="8857"/>
                    <a:pt x="11284" y="8857"/>
                  </a:cubicBezTo>
                  <a:cubicBezTo>
                    <a:pt x="11294" y="8867"/>
                    <a:pt x="11304" y="8867"/>
                    <a:pt x="11314" y="8867"/>
                  </a:cubicBezTo>
                  <a:cubicBezTo>
                    <a:pt x="11314" y="8877"/>
                    <a:pt x="11325" y="8877"/>
                    <a:pt x="11325" y="8877"/>
                  </a:cubicBezTo>
                  <a:lnTo>
                    <a:pt x="11335" y="8877"/>
                  </a:lnTo>
                  <a:cubicBezTo>
                    <a:pt x="11335" y="8877"/>
                    <a:pt x="11335" y="8877"/>
                    <a:pt x="11335" y="8887"/>
                  </a:cubicBezTo>
                  <a:cubicBezTo>
                    <a:pt x="11676" y="9048"/>
                    <a:pt x="11866" y="9108"/>
                    <a:pt x="11976" y="9108"/>
                  </a:cubicBezTo>
                  <a:cubicBezTo>
                    <a:pt x="12117" y="9108"/>
                    <a:pt x="12137" y="9018"/>
                    <a:pt x="12157" y="8918"/>
                  </a:cubicBezTo>
                  <a:cubicBezTo>
                    <a:pt x="12167" y="8918"/>
                    <a:pt x="12167" y="8907"/>
                    <a:pt x="12167" y="8907"/>
                  </a:cubicBezTo>
                  <a:cubicBezTo>
                    <a:pt x="12197" y="8807"/>
                    <a:pt x="12247" y="8707"/>
                    <a:pt x="12488" y="8707"/>
                  </a:cubicBezTo>
                  <a:cubicBezTo>
                    <a:pt x="12779" y="8707"/>
                    <a:pt x="13371" y="8867"/>
                    <a:pt x="14564" y="9409"/>
                  </a:cubicBezTo>
                  <a:lnTo>
                    <a:pt x="14574" y="9409"/>
                  </a:lnTo>
                  <a:cubicBezTo>
                    <a:pt x="14604" y="9419"/>
                    <a:pt x="14625" y="9439"/>
                    <a:pt x="14655" y="9449"/>
                  </a:cubicBezTo>
                  <a:cubicBezTo>
                    <a:pt x="14665" y="9449"/>
                    <a:pt x="14675" y="9459"/>
                    <a:pt x="14685" y="9459"/>
                  </a:cubicBezTo>
                  <a:cubicBezTo>
                    <a:pt x="14695" y="9469"/>
                    <a:pt x="14705" y="9469"/>
                    <a:pt x="14715" y="9479"/>
                  </a:cubicBezTo>
                  <a:lnTo>
                    <a:pt x="14725" y="9479"/>
                  </a:lnTo>
                  <a:cubicBezTo>
                    <a:pt x="14725" y="9479"/>
                    <a:pt x="14735" y="9479"/>
                    <a:pt x="14735" y="9489"/>
                  </a:cubicBezTo>
                  <a:lnTo>
                    <a:pt x="14755" y="9489"/>
                  </a:lnTo>
                  <a:cubicBezTo>
                    <a:pt x="14815" y="9519"/>
                    <a:pt x="14875" y="9549"/>
                    <a:pt x="14925" y="9570"/>
                  </a:cubicBezTo>
                  <a:cubicBezTo>
                    <a:pt x="15367" y="9760"/>
                    <a:pt x="15618" y="9840"/>
                    <a:pt x="15728" y="9840"/>
                  </a:cubicBezTo>
                  <a:cubicBezTo>
                    <a:pt x="15778" y="9840"/>
                    <a:pt x="15798" y="9820"/>
                    <a:pt x="15798" y="9800"/>
                  </a:cubicBezTo>
                  <a:cubicBezTo>
                    <a:pt x="15798" y="9650"/>
                    <a:pt x="15006" y="9078"/>
                    <a:pt x="14013" y="8566"/>
                  </a:cubicBezTo>
                  <a:cubicBezTo>
                    <a:pt x="12378" y="7724"/>
                    <a:pt x="11274" y="6861"/>
                    <a:pt x="10201" y="6771"/>
                  </a:cubicBezTo>
                  <a:cubicBezTo>
                    <a:pt x="9298" y="6701"/>
                    <a:pt x="6971" y="4875"/>
                    <a:pt x="5075" y="3130"/>
                  </a:cubicBezTo>
                  <a:cubicBezTo>
                    <a:pt x="4734" y="2939"/>
                    <a:pt x="4393" y="2568"/>
                    <a:pt x="4062" y="2167"/>
                  </a:cubicBezTo>
                  <a:cubicBezTo>
                    <a:pt x="3701" y="1726"/>
                    <a:pt x="3360" y="1254"/>
                    <a:pt x="3099" y="1003"/>
                  </a:cubicBezTo>
                  <a:lnTo>
                    <a:pt x="2347" y="261"/>
                  </a:lnTo>
                  <a:cubicBezTo>
                    <a:pt x="2197" y="121"/>
                    <a:pt x="1996" y="41"/>
                    <a:pt x="1785" y="0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6" name="Google Shape;796;p17"/>
            <p:cNvSpPr/>
            <p:nvPr/>
          </p:nvSpPr>
          <p:spPr>
            <a:xfrm>
              <a:off x="-111323" y="866249"/>
              <a:ext cx="4091498" cy="1456484"/>
            </a:xfrm>
            <a:custGeom>
              <a:avLst/>
              <a:gdLst/>
              <a:ahLst/>
              <a:cxnLst/>
              <a:rect l="l" t="t" r="r" b="b"/>
              <a:pathLst>
                <a:path w="49371" h="17575" extrusionOk="0">
                  <a:moveTo>
                    <a:pt x="10913" y="934"/>
                  </a:moveTo>
                  <a:cubicBezTo>
                    <a:pt x="11134" y="934"/>
                    <a:pt x="12388" y="1796"/>
                    <a:pt x="12829" y="1907"/>
                  </a:cubicBezTo>
                  <a:cubicBezTo>
                    <a:pt x="12839" y="1917"/>
                    <a:pt x="12839" y="1917"/>
                    <a:pt x="12849" y="1917"/>
                  </a:cubicBezTo>
                  <a:lnTo>
                    <a:pt x="12859" y="1917"/>
                  </a:lnTo>
                  <a:cubicBezTo>
                    <a:pt x="13180" y="1997"/>
                    <a:pt x="13702" y="2468"/>
                    <a:pt x="14203" y="2739"/>
                  </a:cubicBezTo>
                  <a:cubicBezTo>
                    <a:pt x="14223" y="2749"/>
                    <a:pt x="14243" y="2769"/>
                    <a:pt x="14263" y="2779"/>
                  </a:cubicBezTo>
                  <a:lnTo>
                    <a:pt x="14273" y="2779"/>
                  </a:lnTo>
                  <a:cubicBezTo>
                    <a:pt x="14434" y="2860"/>
                    <a:pt x="14604" y="2920"/>
                    <a:pt x="14745" y="2930"/>
                  </a:cubicBezTo>
                  <a:lnTo>
                    <a:pt x="14785" y="2930"/>
                  </a:lnTo>
                  <a:cubicBezTo>
                    <a:pt x="14855" y="2930"/>
                    <a:pt x="14935" y="2910"/>
                    <a:pt x="14996" y="2880"/>
                  </a:cubicBezTo>
                  <a:lnTo>
                    <a:pt x="15006" y="2880"/>
                  </a:lnTo>
                  <a:cubicBezTo>
                    <a:pt x="15016" y="2880"/>
                    <a:pt x="15016" y="2870"/>
                    <a:pt x="15016" y="2870"/>
                  </a:cubicBezTo>
                  <a:cubicBezTo>
                    <a:pt x="15076" y="2850"/>
                    <a:pt x="15136" y="2830"/>
                    <a:pt x="15196" y="2830"/>
                  </a:cubicBezTo>
                  <a:lnTo>
                    <a:pt x="15206" y="2830"/>
                  </a:lnTo>
                  <a:cubicBezTo>
                    <a:pt x="15477" y="2830"/>
                    <a:pt x="15798" y="3090"/>
                    <a:pt x="16189" y="3482"/>
                  </a:cubicBezTo>
                  <a:cubicBezTo>
                    <a:pt x="16199" y="3492"/>
                    <a:pt x="16219" y="3502"/>
                    <a:pt x="16229" y="3512"/>
                  </a:cubicBezTo>
                  <a:cubicBezTo>
                    <a:pt x="16621" y="3893"/>
                    <a:pt x="17092" y="4394"/>
                    <a:pt x="17674" y="4876"/>
                  </a:cubicBezTo>
                  <a:cubicBezTo>
                    <a:pt x="17674" y="4876"/>
                    <a:pt x="17684" y="4876"/>
                    <a:pt x="17684" y="4886"/>
                  </a:cubicBezTo>
                  <a:cubicBezTo>
                    <a:pt x="17704" y="4896"/>
                    <a:pt x="17724" y="4916"/>
                    <a:pt x="17744" y="4936"/>
                  </a:cubicBezTo>
                  <a:cubicBezTo>
                    <a:pt x="17754" y="4936"/>
                    <a:pt x="17754" y="4936"/>
                    <a:pt x="17754" y="4946"/>
                  </a:cubicBezTo>
                  <a:cubicBezTo>
                    <a:pt x="17774" y="4956"/>
                    <a:pt x="17794" y="4976"/>
                    <a:pt x="17814" y="4996"/>
                  </a:cubicBezTo>
                  <a:cubicBezTo>
                    <a:pt x="17834" y="5006"/>
                    <a:pt x="17854" y="5016"/>
                    <a:pt x="17874" y="5036"/>
                  </a:cubicBezTo>
                  <a:cubicBezTo>
                    <a:pt x="18296" y="5377"/>
                    <a:pt x="18466" y="5558"/>
                    <a:pt x="18466" y="5628"/>
                  </a:cubicBezTo>
                  <a:cubicBezTo>
                    <a:pt x="18466" y="5658"/>
                    <a:pt x="18446" y="5668"/>
                    <a:pt x="18406" y="5668"/>
                  </a:cubicBezTo>
                  <a:cubicBezTo>
                    <a:pt x="18035" y="5668"/>
                    <a:pt x="16199" y="4715"/>
                    <a:pt x="15668" y="4284"/>
                  </a:cubicBezTo>
                  <a:lnTo>
                    <a:pt x="15658" y="4284"/>
                  </a:lnTo>
                  <a:cubicBezTo>
                    <a:pt x="15658" y="4284"/>
                    <a:pt x="15648" y="4284"/>
                    <a:pt x="15648" y="4274"/>
                  </a:cubicBezTo>
                  <a:cubicBezTo>
                    <a:pt x="14905" y="3672"/>
                    <a:pt x="13993" y="3893"/>
                    <a:pt x="13341" y="3381"/>
                  </a:cubicBezTo>
                  <a:cubicBezTo>
                    <a:pt x="12689" y="2860"/>
                    <a:pt x="11074" y="1385"/>
                    <a:pt x="10893" y="1004"/>
                  </a:cubicBezTo>
                  <a:lnTo>
                    <a:pt x="10883" y="1004"/>
                  </a:lnTo>
                  <a:cubicBezTo>
                    <a:pt x="10873" y="984"/>
                    <a:pt x="10873" y="974"/>
                    <a:pt x="10873" y="964"/>
                  </a:cubicBezTo>
                  <a:cubicBezTo>
                    <a:pt x="10873" y="944"/>
                    <a:pt x="10883" y="934"/>
                    <a:pt x="10913" y="934"/>
                  </a:cubicBezTo>
                  <a:close/>
                  <a:moveTo>
                    <a:pt x="24715" y="3020"/>
                  </a:moveTo>
                  <a:cubicBezTo>
                    <a:pt x="24795" y="3020"/>
                    <a:pt x="24996" y="3120"/>
                    <a:pt x="25247" y="3241"/>
                  </a:cubicBezTo>
                  <a:lnTo>
                    <a:pt x="25267" y="3241"/>
                  </a:lnTo>
                  <a:cubicBezTo>
                    <a:pt x="25267" y="3251"/>
                    <a:pt x="25277" y="3251"/>
                    <a:pt x="25277" y="3251"/>
                  </a:cubicBezTo>
                  <a:cubicBezTo>
                    <a:pt x="25287" y="3251"/>
                    <a:pt x="25297" y="3261"/>
                    <a:pt x="25307" y="3261"/>
                  </a:cubicBezTo>
                  <a:cubicBezTo>
                    <a:pt x="25307" y="3261"/>
                    <a:pt x="25317" y="3271"/>
                    <a:pt x="25317" y="3271"/>
                  </a:cubicBezTo>
                  <a:cubicBezTo>
                    <a:pt x="25327" y="3271"/>
                    <a:pt x="25337" y="3271"/>
                    <a:pt x="25337" y="3281"/>
                  </a:cubicBezTo>
                  <a:cubicBezTo>
                    <a:pt x="25347" y="3281"/>
                    <a:pt x="25357" y="3281"/>
                    <a:pt x="25357" y="3291"/>
                  </a:cubicBezTo>
                  <a:lnTo>
                    <a:pt x="25377" y="3291"/>
                  </a:lnTo>
                  <a:lnTo>
                    <a:pt x="25387" y="3301"/>
                  </a:lnTo>
                  <a:cubicBezTo>
                    <a:pt x="25668" y="3421"/>
                    <a:pt x="25969" y="3532"/>
                    <a:pt x="26190" y="3532"/>
                  </a:cubicBezTo>
                  <a:lnTo>
                    <a:pt x="26290" y="3532"/>
                  </a:lnTo>
                  <a:cubicBezTo>
                    <a:pt x="26290" y="3522"/>
                    <a:pt x="26300" y="3522"/>
                    <a:pt x="26300" y="3522"/>
                  </a:cubicBezTo>
                  <a:lnTo>
                    <a:pt x="26310" y="3522"/>
                  </a:lnTo>
                  <a:cubicBezTo>
                    <a:pt x="26330" y="3522"/>
                    <a:pt x="26350" y="3522"/>
                    <a:pt x="26360" y="3512"/>
                  </a:cubicBezTo>
                  <a:lnTo>
                    <a:pt x="26420" y="3512"/>
                  </a:lnTo>
                  <a:cubicBezTo>
                    <a:pt x="26681" y="3512"/>
                    <a:pt x="27012" y="3642"/>
                    <a:pt x="27353" y="3792"/>
                  </a:cubicBezTo>
                  <a:cubicBezTo>
                    <a:pt x="27413" y="3813"/>
                    <a:pt x="27464" y="3843"/>
                    <a:pt x="27524" y="3863"/>
                  </a:cubicBezTo>
                  <a:cubicBezTo>
                    <a:pt x="27815" y="3993"/>
                    <a:pt x="28096" y="4123"/>
                    <a:pt x="28326" y="4184"/>
                  </a:cubicBezTo>
                  <a:cubicBezTo>
                    <a:pt x="28356" y="4194"/>
                    <a:pt x="28376" y="4204"/>
                    <a:pt x="28406" y="4204"/>
                  </a:cubicBezTo>
                  <a:lnTo>
                    <a:pt x="28417" y="4204"/>
                  </a:lnTo>
                  <a:lnTo>
                    <a:pt x="28427" y="4214"/>
                  </a:lnTo>
                  <a:lnTo>
                    <a:pt x="28447" y="4214"/>
                  </a:lnTo>
                  <a:cubicBezTo>
                    <a:pt x="28467" y="4214"/>
                    <a:pt x="28477" y="4214"/>
                    <a:pt x="28487" y="4224"/>
                  </a:cubicBezTo>
                  <a:lnTo>
                    <a:pt x="28607" y="4224"/>
                  </a:lnTo>
                  <a:cubicBezTo>
                    <a:pt x="29139" y="4224"/>
                    <a:pt x="31646" y="6260"/>
                    <a:pt x="33432" y="7002"/>
                  </a:cubicBezTo>
                  <a:cubicBezTo>
                    <a:pt x="33452" y="7002"/>
                    <a:pt x="33462" y="7012"/>
                    <a:pt x="33482" y="7022"/>
                  </a:cubicBezTo>
                  <a:cubicBezTo>
                    <a:pt x="33482" y="7022"/>
                    <a:pt x="34034" y="7313"/>
                    <a:pt x="35749" y="8146"/>
                  </a:cubicBezTo>
                  <a:cubicBezTo>
                    <a:pt x="35759" y="8156"/>
                    <a:pt x="35759" y="8156"/>
                    <a:pt x="35769" y="8156"/>
                  </a:cubicBezTo>
                  <a:cubicBezTo>
                    <a:pt x="35779" y="8166"/>
                    <a:pt x="35779" y="8166"/>
                    <a:pt x="35789" y="8166"/>
                  </a:cubicBezTo>
                  <a:cubicBezTo>
                    <a:pt x="36010" y="8276"/>
                    <a:pt x="36110" y="8346"/>
                    <a:pt x="36110" y="8386"/>
                  </a:cubicBezTo>
                  <a:cubicBezTo>
                    <a:pt x="36110" y="8417"/>
                    <a:pt x="36070" y="8427"/>
                    <a:pt x="35990" y="8427"/>
                  </a:cubicBezTo>
                  <a:cubicBezTo>
                    <a:pt x="35348" y="8427"/>
                    <a:pt x="32218" y="7574"/>
                    <a:pt x="30252" y="6711"/>
                  </a:cubicBezTo>
                  <a:cubicBezTo>
                    <a:pt x="30242" y="6701"/>
                    <a:pt x="30232" y="6701"/>
                    <a:pt x="30222" y="6691"/>
                  </a:cubicBezTo>
                  <a:lnTo>
                    <a:pt x="30212" y="6691"/>
                  </a:lnTo>
                  <a:cubicBezTo>
                    <a:pt x="30202" y="6691"/>
                    <a:pt x="30202" y="6681"/>
                    <a:pt x="30192" y="6681"/>
                  </a:cubicBezTo>
                  <a:lnTo>
                    <a:pt x="30182" y="6681"/>
                  </a:lnTo>
                  <a:cubicBezTo>
                    <a:pt x="30172" y="6681"/>
                    <a:pt x="30162" y="6671"/>
                    <a:pt x="30152" y="6671"/>
                  </a:cubicBezTo>
                  <a:cubicBezTo>
                    <a:pt x="30152" y="6671"/>
                    <a:pt x="30152" y="6671"/>
                    <a:pt x="30152" y="6661"/>
                  </a:cubicBezTo>
                  <a:lnTo>
                    <a:pt x="30132" y="6661"/>
                  </a:lnTo>
                  <a:cubicBezTo>
                    <a:pt x="27564" y="5508"/>
                    <a:pt x="25869" y="5086"/>
                    <a:pt x="25819" y="4735"/>
                  </a:cubicBezTo>
                  <a:cubicBezTo>
                    <a:pt x="25819" y="4735"/>
                    <a:pt x="25819" y="4735"/>
                    <a:pt x="25819" y="4725"/>
                  </a:cubicBezTo>
                  <a:cubicBezTo>
                    <a:pt x="25819" y="4675"/>
                    <a:pt x="25919" y="4645"/>
                    <a:pt x="26079" y="4645"/>
                  </a:cubicBezTo>
                  <a:lnTo>
                    <a:pt x="26140" y="4645"/>
                  </a:lnTo>
                  <a:cubicBezTo>
                    <a:pt x="26190" y="4655"/>
                    <a:pt x="26240" y="4655"/>
                    <a:pt x="26300" y="4655"/>
                  </a:cubicBezTo>
                  <a:cubicBezTo>
                    <a:pt x="26310" y="4655"/>
                    <a:pt x="26320" y="4655"/>
                    <a:pt x="26330" y="4665"/>
                  </a:cubicBezTo>
                  <a:cubicBezTo>
                    <a:pt x="26380" y="4665"/>
                    <a:pt x="26420" y="4665"/>
                    <a:pt x="26461" y="4675"/>
                  </a:cubicBezTo>
                  <a:lnTo>
                    <a:pt x="26481" y="4675"/>
                  </a:lnTo>
                  <a:cubicBezTo>
                    <a:pt x="26581" y="4685"/>
                    <a:pt x="26691" y="4695"/>
                    <a:pt x="26802" y="4715"/>
                  </a:cubicBezTo>
                  <a:cubicBezTo>
                    <a:pt x="26822" y="4715"/>
                    <a:pt x="26852" y="4725"/>
                    <a:pt x="26872" y="4725"/>
                  </a:cubicBezTo>
                  <a:lnTo>
                    <a:pt x="26902" y="4725"/>
                  </a:lnTo>
                  <a:cubicBezTo>
                    <a:pt x="26912" y="4725"/>
                    <a:pt x="26922" y="4725"/>
                    <a:pt x="26922" y="4735"/>
                  </a:cubicBezTo>
                  <a:lnTo>
                    <a:pt x="26982" y="4735"/>
                  </a:lnTo>
                  <a:cubicBezTo>
                    <a:pt x="27012" y="4745"/>
                    <a:pt x="27032" y="4745"/>
                    <a:pt x="27052" y="4745"/>
                  </a:cubicBezTo>
                  <a:cubicBezTo>
                    <a:pt x="27062" y="4745"/>
                    <a:pt x="27062" y="4745"/>
                    <a:pt x="27062" y="4755"/>
                  </a:cubicBezTo>
                  <a:lnTo>
                    <a:pt x="27103" y="4755"/>
                  </a:lnTo>
                  <a:cubicBezTo>
                    <a:pt x="27474" y="4806"/>
                    <a:pt x="27825" y="4866"/>
                    <a:pt x="27995" y="4866"/>
                  </a:cubicBezTo>
                  <a:lnTo>
                    <a:pt x="28045" y="4866"/>
                  </a:lnTo>
                  <a:cubicBezTo>
                    <a:pt x="28086" y="4856"/>
                    <a:pt x="28106" y="4846"/>
                    <a:pt x="28106" y="4836"/>
                  </a:cubicBezTo>
                  <a:cubicBezTo>
                    <a:pt x="28106" y="4806"/>
                    <a:pt x="28035" y="4755"/>
                    <a:pt x="27865" y="4675"/>
                  </a:cubicBezTo>
                  <a:cubicBezTo>
                    <a:pt x="27865" y="4675"/>
                    <a:pt x="27865" y="4665"/>
                    <a:pt x="27865" y="4665"/>
                  </a:cubicBezTo>
                  <a:lnTo>
                    <a:pt x="27845" y="4665"/>
                  </a:lnTo>
                  <a:cubicBezTo>
                    <a:pt x="27845" y="4655"/>
                    <a:pt x="27845" y="4655"/>
                    <a:pt x="27835" y="4655"/>
                  </a:cubicBezTo>
                  <a:cubicBezTo>
                    <a:pt x="27825" y="4655"/>
                    <a:pt x="27825" y="4645"/>
                    <a:pt x="27815" y="4645"/>
                  </a:cubicBezTo>
                  <a:lnTo>
                    <a:pt x="27805" y="4645"/>
                  </a:lnTo>
                  <a:cubicBezTo>
                    <a:pt x="26501" y="4043"/>
                    <a:pt x="25357" y="3903"/>
                    <a:pt x="24806" y="3241"/>
                  </a:cubicBezTo>
                  <a:cubicBezTo>
                    <a:pt x="24806" y="3241"/>
                    <a:pt x="24795" y="3241"/>
                    <a:pt x="24795" y="3231"/>
                  </a:cubicBezTo>
                  <a:cubicBezTo>
                    <a:pt x="24715" y="3140"/>
                    <a:pt x="24685" y="3080"/>
                    <a:pt x="24685" y="3050"/>
                  </a:cubicBezTo>
                  <a:cubicBezTo>
                    <a:pt x="24685" y="3030"/>
                    <a:pt x="24695" y="3020"/>
                    <a:pt x="24715" y="3020"/>
                  </a:cubicBezTo>
                  <a:close/>
                  <a:moveTo>
                    <a:pt x="12839" y="1"/>
                  </a:moveTo>
                  <a:cubicBezTo>
                    <a:pt x="12628" y="1"/>
                    <a:pt x="12488" y="81"/>
                    <a:pt x="12348" y="161"/>
                  </a:cubicBezTo>
                  <a:cubicBezTo>
                    <a:pt x="12348" y="161"/>
                    <a:pt x="12338" y="171"/>
                    <a:pt x="12338" y="171"/>
                  </a:cubicBezTo>
                  <a:lnTo>
                    <a:pt x="12328" y="171"/>
                  </a:lnTo>
                  <a:cubicBezTo>
                    <a:pt x="12328" y="181"/>
                    <a:pt x="12318" y="181"/>
                    <a:pt x="12318" y="181"/>
                  </a:cubicBezTo>
                  <a:cubicBezTo>
                    <a:pt x="12318" y="181"/>
                    <a:pt x="12307" y="181"/>
                    <a:pt x="12307" y="192"/>
                  </a:cubicBezTo>
                  <a:cubicBezTo>
                    <a:pt x="12167" y="282"/>
                    <a:pt x="12017" y="362"/>
                    <a:pt x="11796" y="362"/>
                  </a:cubicBezTo>
                  <a:lnTo>
                    <a:pt x="11786" y="362"/>
                  </a:lnTo>
                  <a:cubicBezTo>
                    <a:pt x="11686" y="362"/>
                    <a:pt x="11555" y="342"/>
                    <a:pt x="11415" y="302"/>
                  </a:cubicBezTo>
                  <a:cubicBezTo>
                    <a:pt x="11405" y="302"/>
                    <a:pt x="11405" y="292"/>
                    <a:pt x="11395" y="292"/>
                  </a:cubicBezTo>
                  <a:lnTo>
                    <a:pt x="11375" y="292"/>
                  </a:lnTo>
                  <a:cubicBezTo>
                    <a:pt x="11014" y="171"/>
                    <a:pt x="10602" y="151"/>
                    <a:pt x="10211" y="151"/>
                  </a:cubicBezTo>
                  <a:lnTo>
                    <a:pt x="9900" y="151"/>
                  </a:lnTo>
                  <a:cubicBezTo>
                    <a:pt x="9268" y="432"/>
                    <a:pt x="8546" y="663"/>
                    <a:pt x="7663" y="793"/>
                  </a:cubicBezTo>
                  <a:cubicBezTo>
                    <a:pt x="7553" y="813"/>
                    <a:pt x="7503" y="833"/>
                    <a:pt x="7503" y="864"/>
                  </a:cubicBezTo>
                  <a:cubicBezTo>
                    <a:pt x="7493" y="1004"/>
                    <a:pt x="9288" y="1265"/>
                    <a:pt x="9288" y="1425"/>
                  </a:cubicBezTo>
                  <a:cubicBezTo>
                    <a:pt x="9288" y="1455"/>
                    <a:pt x="9238" y="1475"/>
                    <a:pt x="9118" y="1495"/>
                  </a:cubicBezTo>
                  <a:cubicBezTo>
                    <a:pt x="8456" y="1616"/>
                    <a:pt x="8165" y="1977"/>
                    <a:pt x="7764" y="2057"/>
                  </a:cubicBezTo>
                  <a:cubicBezTo>
                    <a:pt x="6600" y="2278"/>
                    <a:pt x="6209" y="2468"/>
                    <a:pt x="6209" y="2619"/>
                  </a:cubicBezTo>
                  <a:cubicBezTo>
                    <a:pt x="6209" y="2900"/>
                    <a:pt x="7493" y="3070"/>
                    <a:pt x="7713" y="3221"/>
                  </a:cubicBezTo>
                  <a:cubicBezTo>
                    <a:pt x="7744" y="3251"/>
                    <a:pt x="7764" y="3271"/>
                    <a:pt x="7764" y="3291"/>
                  </a:cubicBezTo>
                  <a:cubicBezTo>
                    <a:pt x="7764" y="3381"/>
                    <a:pt x="7413" y="3421"/>
                    <a:pt x="6981" y="3421"/>
                  </a:cubicBezTo>
                  <a:cubicBezTo>
                    <a:pt x="6339" y="3421"/>
                    <a:pt x="5517" y="3331"/>
                    <a:pt x="5306" y="3161"/>
                  </a:cubicBezTo>
                  <a:cubicBezTo>
                    <a:pt x="5196" y="3080"/>
                    <a:pt x="5106" y="2960"/>
                    <a:pt x="4995" y="2880"/>
                  </a:cubicBezTo>
                  <a:cubicBezTo>
                    <a:pt x="4845" y="2769"/>
                    <a:pt x="4654" y="2739"/>
                    <a:pt x="4474" y="2699"/>
                  </a:cubicBezTo>
                  <a:cubicBezTo>
                    <a:pt x="3962" y="2599"/>
                    <a:pt x="2768" y="2077"/>
                    <a:pt x="2157" y="1816"/>
                  </a:cubicBezTo>
                  <a:cubicBezTo>
                    <a:pt x="2116" y="1837"/>
                    <a:pt x="2066" y="1857"/>
                    <a:pt x="2026" y="1877"/>
                  </a:cubicBezTo>
                  <a:cubicBezTo>
                    <a:pt x="1454" y="2168"/>
                    <a:pt x="883" y="2478"/>
                    <a:pt x="512" y="2910"/>
                  </a:cubicBezTo>
                  <a:cubicBezTo>
                    <a:pt x="150" y="3311"/>
                    <a:pt x="0" y="3792"/>
                    <a:pt x="0" y="4274"/>
                  </a:cubicBezTo>
                  <a:cubicBezTo>
                    <a:pt x="0" y="4665"/>
                    <a:pt x="100" y="5056"/>
                    <a:pt x="261" y="5417"/>
                  </a:cubicBezTo>
                  <a:cubicBezTo>
                    <a:pt x="642" y="6240"/>
                    <a:pt x="1354" y="6972"/>
                    <a:pt x="2056" y="7674"/>
                  </a:cubicBezTo>
                  <a:cubicBezTo>
                    <a:pt x="3019" y="8617"/>
                    <a:pt x="4012" y="9560"/>
                    <a:pt x="5226" y="10322"/>
                  </a:cubicBezTo>
                  <a:cubicBezTo>
                    <a:pt x="5266" y="10332"/>
                    <a:pt x="5306" y="10352"/>
                    <a:pt x="5346" y="10362"/>
                  </a:cubicBezTo>
                  <a:cubicBezTo>
                    <a:pt x="8616" y="9500"/>
                    <a:pt x="11876" y="8647"/>
                    <a:pt x="15146" y="7785"/>
                  </a:cubicBezTo>
                  <a:lnTo>
                    <a:pt x="15166" y="7785"/>
                  </a:lnTo>
                  <a:cubicBezTo>
                    <a:pt x="15176" y="7775"/>
                    <a:pt x="15176" y="7775"/>
                    <a:pt x="15186" y="7775"/>
                  </a:cubicBezTo>
                  <a:cubicBezTo>
                    <a:pt x="15357" y="7734"/>
                    <a:pt x="15547" y="7694"/>
                    <a:pt x="15728" y="7684"/>
                  </a:cubicBezTo>
                  <a:cubicBezTo>
                    <a:pt x="15878" y="7694"/>
                    <a:pt x="16019" y="7714"/>
                    <a:pt x="16149" y="7795"/>
                  </a:cubicBezTo>
                  <a:cubicBezTo>
                    <a:pt x="13772" y="8437"/>
                    <a:pt x="11575" y="9410"/>
                    <a:pt x="9298" y="10312"/>
                  </a:cubicBezTo>
                  <a:cubicBezTo>
                    <a:pt x="8666" y="10563"/>
                    <a:pt x="7844" y="10663"/>
                    <a:pt x="7362" y="11115"/>
                  </a:cubicBezTo>
                  <a:lnTo>
                    <a:pt x="7352" y="11125"/>
                  </a:lnTo>
                  <a:cubicBezTo>
                    <a:pt x="8426" y="11536"/>
                    <a:pt x="9479" y="11937"/>
                    <a:pt x="10502" y="12338"/>
                  </a:cubicBezTo>
                  <a:cubicBezTo>
                    <a:pt x="10863" y="12429"/>
                    <a:pt x="11224" y="12519"/>
                    <a:pt x="11595" y="12599"/>
                  </a:cubicBezTo>
                  <a:cubicBezTo>
                    <a:pt x="13742" y="12058"/>
                    <a:pt x="16009" y="12188"/>
                    <a:pt x="18205" y="12048"/>
                  </a:cubicBezTo>
                  <a:cubicBezTo>
                    <a:pt x="19439" y="11967"/>
                    <a:pt x="20683" y="11817"/>
                    <a:pt x="21857" y="11396"/>
                  </a:cubicBezTo>
                  <a:cubicBezTo>
                    <a:pt x="22378" y="11215"/>
                    <a:pt x="22860" y="10984"/>
                    <a:pt x="23391" y="10834"/>
                  </a:cubicBezTo>
                  <a:cubicBezTo>
                    <a:pt x="23711" y="10744"/>
                    <a:pt x="24768" y="10694"/>
                    <a:pt x="24974" y="10475"/>
                  </a:cubicBezTo>
                  <a:lnTo>
                    <a:pt x="24974" y="10475"/>
                  </a:lnTo>
                  <a:cubicBezTo>
                    <a:pt x="24231" y="11276"/>
                    <a:pt x="23019" y="11497"/>
                    <a:pt x="22208" y="12238"/>
                  </a:cubicBezTo>
                  <a:cubicBezTo>
                    <a:pt x="21867" y="12549"/>
                    <a:pt x="21606" y="12940"/>
                    <a:pt x="21235" y="13201"/>
                  </a:cubicBezTo>
                  <a:cubicBezTo>
                    <a:pt x="20533" y="13683"/>
                    <a:pt x="19529" y="13783"/>
                    <a:pt x="18727" y="14014"/>
                  </a:cubicBezTo>
                  <a:cubicBezTo>
                    <a:pt x="18476" y="14094"/>
                    <a:pt x="18105" y="14164"/>
                    <a:pt x="17734" y="14254"/>
                  </a:cubicBezTo>
                  <a:cubicBezTo>
                    <a:pt x="18055" y="14355"/>
                    <a:pt x="18376" y="14445"/>
                    <a:pt x="18707" y="14545"/>
                  </a:cubicBezTo>
                  <a:cubicBezTo>
                    <a:pt x="19539" y="14385"/>
                    <a:pt x="20372" y="14214"/>
                    <a:pt x="21195" y="13993"/>
                  </a:cubicBezTo>
                  <a:cubicBezTo>
                    <a:pt x="21706" y="13853"/>
                    <a:pt x="22218" y="13693"/>
                    <a:pt x="22719" y="13512"/>
                  </a:cubicBezTo>
                  <a:cubicBezTo>
                    <a:pt x="22840" y="13462"/>
                    <a:pt x="23782" y="13231"/>
                    <a:pt x="23843" y="13151"/>
                  </a:cubicBezTo>
                  <a:lnTo>
                    <a:pt x="23843" y="13151"/>
                  </a:lnTo>
                  <a:cubicBezTo>
                    <a:pt x="23391" y="13763"/>
                    <a:pt x="22368" y="13823"/>
                    <a:pt x="21736" y="14214"/>
                  </a:cubicBezTo>
                  <a:cubicBezTo>
                    <a:pt x="21475" y="14385"/>
                    <a:pt x="21245" y="14595"/>
                    <a:pt x="21004" y="14796"/>
                  </a:cubicBezTo>
                  <a:cubicBezTo>
                    <a:pt x="20864" y="14906"/>
                    <a:pt x="20723" y="15017"/>
                    <a:pt x="20573" y="15117"/>
                  </a:cubicBezTo>
                  <a:cubicBezTo>
                    <a:pt x="21686" y="15448"/>
                    <a:pt x="22789" y="15779"/>
                    <a:pt x="23913" y="16080"/>
                  </a:cubicBezTo>
                  <a:cubicBezTo>
                    <a:pt x="27082" y="16922"/>
                    <a:pt x="30413" y="17574"/>
                    <a:pt x="33763" y="17574"/>
                  </a:cubicBezTo>
                  <a:cubicBezTo>
                    <a:pt x="34164" y="17574"/>
                    <a:pt x="34565" y="17564"/>
                    <a:pt x="34966" y="17544"/>
                  </a:cubicBezTo>
                  <a:cubicBezTo>
                    <a:pt x="36521" y="17474"/>
                    <a:pt x="38056" y="17243"/>
                    <a:pt x="39581" y="17013"/>
                  </a:cubicBezTo>
                  <a:cubicBezTo>
                    <a:pt x="41557" y="16722"/>
                    <a:pt x="43523" y="16431"/>
                    <a:pt x="45488" y="16140"/>
                  </a:cubicBezTo>
                  <a:cubicBezTo>
                    <a:pt x="46732" y="15949"/>
                    <a:pt x="48076" y="15719"/>
                    <a:pt x="48799" y="14956"/>
                  </a:cubicBezTo>
                  <a:cubicBezTo>
                    <a:pt x="49170" y="14565"/>
                    <a:pt x="49310" y="14074"/>
                    <a:pt x="49370" y="13582"/>
                  </a:cubicBezTo>
                  <a:cubicBezTo>
                    <a:pt x="49200" y="13562"/>
                    <a:pt x="49019" y="13542"/>
                    <a:pt x="48919" y="13442"/>
                  </a:cubicBezTo>
                  <a:cubicBezTo>
                    <a:pt x="47896" y="12379"/>
                    <a:pt x="48116" y="10854"/>
                    <a:pt x="46552" y="10322"/>
                  </a:cubicBezTo>
                  <a:cubicBezTo>
                    <a:pt x="45990" y="10132"/>
                    <a:pt x="45769" y="10112"/>
                    <a:pt x="45488" y="9580"/>
                  </a:cubicBezTo>
                  <a:cubicBezTo>
                    <a:pt x="44796" y="8226"/>
                    <a:pt x="43041" y="7915"/>
                    <a:pt x="41697" y="7183"/>
                  </a:cubicBezTo>
                  <a:cubicBezTo>
                    <a:pt x="41326" y="6982"/>
                    <a:pt x="40704" y="6731"/>
                    <a:pt x="40182" y="6491"/>
                  </a:cubicBezTo>
                  <a:lnTo>
                    <a:pt x="40172" y="6491"/>
                  </a:lnTo>
                  <a:cubicBezTo>
                    <a:pt x="39560" y="6481"/>
                    <a:pt x="39019" y="5949"/>
                    <a:pt x="38868" y="5949"/>
                  </a:cubicBezTo>
                  <a:cubicBezTo>
                    <a:pt x="38838" y="5959"/>
                    <a:pt x="38818" y="5969"/>
                    <a:pt x="38818" y="6019"/>
                  </a:cubicBezTo>
                  <a:cubicBezTo>
                    <a:pt x="38818" y="6019"/>
                    <a:pt x="38818" y="6029"/>
                    <a:pt x="38818" y="6029"/>
                  </a:cubicBezTo>
                  <a:cubicBezTo>
                    <a:pt x="38818" y="6039"/>
                    <a:pt x="38818" y="6039"/>
                    <a:pt x="38818" y="6039"/>
                  </a:cubicBezTo>
                  <a:cubicBezTo>
                    <a:pt x="38818" y="6039"/>
                    <a:pt x="38818" y="6049"/>
                    <a:pt x="38818" y="6049"/>
                  </a:cubicBezTo>
                  <a:cubicBezTo>
                    <a:pt x="38818" y="6099"/>
                    <a:pt x="38798" y="6120"/>
                    <a:pt x="38758" y="6120"/>
                  </a:cubicBezTo>
                  <a:lnTo>
                    <a:pt x="38728" y="6120"/>
                  </a:lnTo>
                  <a:cubicBezTo>
                    <a:pt x="38728" y="6120"/>
                    <a:pt x="38728" y="6110"/>
                    <a:pt x="38718" y="6110"/>
                  </a:cubicBezTo>
                  <a:cubicBezTo>
                    <a:pt x="38628" y="6099"/>
                    <a:pt x="38477" y="6019"/>
                    <a:pt x="38317" y="5939"/>
                  </a:cubicBezTo>
                  <a:lnTo>
                    <a:pt x="38307" y="5939"/>
                  </a:lnTo>
                  <a:cubicBezTo>
                    <a:pt x="38297" y="5929"/>
                    <a:pt x="38287" y="5929"/>
                    <a:pt x="38277" y="5929"/>
                  </a:cubicBezTo>
                  <a:cubicBezTo>
                    <a:pt x="38277" y="5919"/>
                    <a:pt x="38267" y="5919"/>
                    <a:pt x="38267" y="5919"/>
                  </a:cubicBezTo>
                  <a:lnTo>
                    <a:pt x="38256" y="5919"/>
                  </a:lnTo>
                  <a:cubicBezTo>
                    <a:pt x="38246" y="5909"/>
                    <a:pt x="38246" y="5909"/>
                    <a:pt x="38236" y="5909"/>
                  </a:cubicBezTo>
                  <a:cubicBezTo>
                    <a:pt x="38016" y="5809"/>
                    <a:pt x="37765" y="5698"/>
                    <a:pt x="37554" y="5698"/>
                  </a:cubicBezTo>
                  <a:cubicBezTo>
                    <a:pt x="37524" y="5698"/>
                    <a:pt x="37504" y="5698"/>
                    <a:pt x="37474" y="5708"/>
                  </a:cubicBezTo>
                  <a:lnTo>
                    <a:pt x="37384" y="5708"/>
                  </a:lnTo>
                  <a:cubicBezTo>
                    <a:pt x="37173" y="5698"/>
                    <a:pt x="36902" y="5588"/>
                    <a:pt x="36722" y="5458"/>
                  </a:cubicBezTo>
                  <a:cubicBezTo>
                    <a:pt x="36712" y="5458"/>
                    <a:pt x="36712" y="5447"/>
                    <a:pt x="36702" y="5447"/>
                  </a:cubicBezTo>
                  <a:cubicBezTo>
                    <a:pt x="36702" y="5447"/>
                    <a:pt x="36702" y="5447"/>
                    <a:pt x="36692" y="5437"/>
                  </a:cubicBezTo>
                  <a:cubicBezTo>
                    <a:pt x="36682" y="5437"/>
                    <a:pt x="36682" y="5427"/>
                    <a:pt x="36672" y="5427"/>
                  </a:cubicBezTo>
                  <a:cubicBezTo>
                    <a:pt x="36672" y="5427"/>
                    <a:pt x="36672" y="5417"/>
                    <a:pt x="36662" y="5417"/>
                  </a:cubicBezTo>
                  <a:lnTo>
                    <a:pt x="36652" y="5417"/>
                  </a:lnTo>
                  <a:cubicBezTo>
                    <a:pt x="36571" y="5347"/>
                    <a:pt x="36511" y="5277"/>
                    <a:pt x="36511" y="5227"/>
                  </a:cubicBezTo>
                  <a:cubicBezTo>
                    <a:pt x="36511" y="5177"/>
                    <a:pt x="36561" y="5147"/>
                    <a:pt x="36682" y="5147"/>
                  </a:cubicBezTo>
                  <a:lnTo>
                    <a:pt x="36702" y="5147"/>
                  </a:lnTo>
                  <a:cubicBezTo>
                    <a:pt x="36782" y="5147"/>
                    <a:pt x="36872" y="5157"/>
                    <a:pt x="37003" y="5187"/>
                  </a:cubicBezTo>
                  <a:cubicBezTo>
                    <a:pt x="37013" y="5187"/>
                    <a:pt x="37023" y="5197"/>
                    <a:pt x="37033" y="5197"/>
                  </a:cubicBezTo>
                  <a:cubicBezTo>
                    <a:pt x="37043" y="5197"/>
                    <a:pt x="37063" y="5197"/>
                    <a:pt x="37073" y="5207"/>
                  </a:cubicBezTo>
                  <a:cubicBezTo>
                    <a:pt x="37534" y="5307"/>
                    <a:pt x="37865" y="5347"/>
                    <a:pt x="38106" y="5347"/>
                  </a:cubicBezTo>
                  <a:lnTo>
                    <a:pt x="38116" y="5347"/>
                  </a:lnTo>
                  <a:cubicBezTo>
                    <a:pt x="38457" y="5347"/>
                    <a:pt x="38608" y="5267"/>
                    <a:pt x="38678" y="5137"/>
                  </a:cubicBezTo>
                  <a:cubicBezTo>
                    <a:pt x="38678" y="5137"/>
                    <a:pt x="38678" y="5127"/>
                    <a:pt x="38678" y="5127"/>
                  </a:cubicBezTo>
                  <a:lnTo>
                    <a:pt x="38688" y="5127"/>
                  </a:lnTo>
                  <a:cubicBezTo>
                    <a:pt x="38708" y="5066"/>
                    <a:pt x="38758" y="5036"/>
                    <a:pt x="38828" y="5036"/>
                  </a:cubicBezTo>
                  <a:cubicBezTo>
                    <a:pt x="38838" y="5036"/>
                    <a:pt x="38858" y="5036"/>
                    <a:pt x="38878" y="5046"/>
                  </a:cubicBezTo>
                  <a:cubicBezTo>
                    <a:pt x="39069" y="5076"/>
                    <a:pt x="39380" y="5247"/>
                    <a:pt x="39841" y="5458"/>
                  </a:cubicBezTo>
                  <a:cubicBezTo>
                    <a:pt x="39851" y="5458"/>
                    <a:pt x="39861" y="5468"/>
                    <a:pt x="39871" y="5468"/>
                  </a:cubicBezTo>
                  <a:lnTo>
                    <a:pt x="39881" y="5468"/>
                  </a:lnTo>
                  <a:cubicBezTo>
                    <a:pt x="39891" y="5478"/>
                    <a:pt x="39891" y="5478"/>
                    <a:pt x="39901" y="5478"/>
                  </a:cubicBezTo>
                  <a:cubicBezTo>
                    <a:pt x="39901" y="5488"/>
                    <a:pt x="39912" y="5488"/>
                    <a:pt x="39912" y="5488"/>
                  </a:cubicBezTo>
                  <a:lnTo>
                    <a:pt x="39922" y="5488"/>
                  </a:lnTo>
                  <a:cubicBezTo>
                    <a:pt x="39932" y="5498"/>
                    <a:pt x="39932" y="5498"/>
                    <a:pt x="39942" y="5498"/>
                  </a:cubicBezTo>
                  <a:cubicBezTo>
                    <a:pt x="40092" y="5558"/>
                    <a:pt x="40253" y="5628"/>
                    <a:pt x="40413" y="5698"/>
                  </a:cubicBezTo>
                  <a:lnTo>
                    <a:pt x="40423" y="5698"/>
                  </a:lnTo>
                  <a:cubicBezTo>
                    <a:pt x="40433" y="5698"/>
                    <a:pt x="40443" y="5708"/>
                    <a:pt x="40453" y="5708"/>
                  </a:cubicBezTo>
                  <a:lnTo>
                    <a:pt x="40493" y="5708"/>
                  </a:lnTo>
                  <a:lnTo>
                    <a:pt x="40543" y="5718"/>
                  </a:lnTo>
                  <a:lnTo>
                    <a:pt x="40553" y="5718"/>
                  </a:lnTo>
                  <a:cubicBezTo>
                    <a:pt x="40644" y="5728"/>
                    <a:pt x="40734" y="5738"/>
                    <a:pt x="40814" y="5748"/>
                  </a:cubicBezTo>
                  <a:cubicBezTo>
                    <a:pt x="40965" y="5758"/>
                    <a:pt x="41105" y="5768"/>
                    <a:pt x="41226" y="5768"/>
                  </a:cubicBezTo>
                  <a:cubicBezTo>
                    <a:pt x="41276" y="5768"/>
                    <a:pt x="41326" y="5768"/>
                    <a:pt x="41366" y="5758"/>
                  </a:cubicBezTo>
                  <a:cubicBezTo>
                    <a:pt x="41386" y="5758"/>
                    <a:pt x="41386" y="5758"/>
                    <a:pt x="41386" y="5748"/>
                  </a:cubicBezTo>
                  <a:cubicBezTo>
                    <a:pt x="41396" y="5618"/>
                    <a:pt x="40112" y="4856"/>
                    <a:pt x="39932" y="4755"/>
                  </a:cubicBezTo>
                  <a:cubicBezTo>
                    <a:pt x="39932" y="4826"/>
                    <a:pt x="39922" y="4856"/>
                    <a:pt x="39891" y="4856"/>
                  </a:cubicBezTo>
                  <a:lnTo>
                    <a:pt x="39881" y="4856"/>
                  </a:lnTo>
                  <a:cubicBezTo>
                    <a:pt x="39811" y="4836"/>
                    <a:pt x="39691" y="4675"/>
                    <a:pt x="39540" y="4525"/>
                  </a:cubicBezTo>
                  <a:cubicBezTo>
                    <a:pt x="39530" y="4515"/>
                    <a:pt x="39520" y="4505"/>
                    <a:pt x="39520" y="4505"/>
                  </a:cubicBezTo>
                  <a:cubicBezTo>
                    <a:pt x="39340" y="4324"/>
                    <a:pt x="39109" y="4154"/>
                    <a:pt x="38858" y="4144"/>
                  </a:cubicBezTo>
                  <a:lnTo>
                    <a:pt x="38848" y="4144"/>
                  </a:lnTo>
                  <a:cubicBezTo>
                    <a:pt x="38798" y="4144"/>
                    <a:pt x="38738" y="4154"/>
                    <a:pt x="38678" y="4174"/>
                  </a:cubicBezTo>
                  <a:lnTo>
                    <a:pt x="38668" y="4174"/>
                  </a:lnTo>
                  <a:cubicBezTo>
                    <a:pt x="38668" y="4184"/>
                    <a:pt x="38668" y="4184"/>
                    <a:pt x="38658" y="4184"/>
                  </a:cubicBezTo>
                  <a:cubicBezTo>
                    <a:pt x="38437" y="4264"/>
                    <a:pt x="38216" y="4284"/>
                    <a:pt x="37996" y="4284"/>
                  </a:cubicBezTo>
                  <a:cubicBezTo>
                    <a:pt x="37615" y="4284"/>
                    <a:pt x="37233" y="4204"/>
                    <a:pt x="36902" y="4164"/>
                  </a:cubicBezTo>
                  <a:cubicBezTo>
                    <a:pt x="36892" y="4154"/>
                    <a:pt x="36872" y="4154"/>
                    <a:pt x="36862" y="4154"/>
                  </a:cubicBezTo>
                  <a:lnTo>
                    <a:pt x="36852" y="4154"/>
                  </a:lnTo>
                  <a:cubicBezTo>
                    <a:pt x="36812" y="4154"/>
                    <a:pt x="36782" y="4144"/>
                    <a:pt x="36752" y="4144"/>
                  </a:cubicBezTo>
                  <a:cubicBezTo>
                    <a:pt x="36391" y="4214"/>
                    <a:pt x="36020" y="4264"/>
                    <a:pt x="35689" y="4264"/>
                  </a:cubicBezTo>
                  <a:cubicBezTo>
                    <a:pt x="35508" y="4264"/>
                    <a:pt x="35338" y="4254"/>
                    <a:pt x="35177" y="4224"/>
                  </a:cubicBezTo>
                  <a:lnTo>
                    <a:pt x="35177" y="4224"/>
                  </a:lnTo>
                  <a:cubicBezTo>
                    <a:pt x="35257" y="4535"/>
                    <a:pt x="35187" y="4996"/>
                    <a:pt x="35538" y="5397"/>
                  </a:cubicBezTo>
                  <a:cubicBezTo>
                    <a:pt x="36301" y="6260"/>
                    <a:pt x="38778" y="7775"/>
                    <a:pt x="38788" y="7965"/>
                  </a:cubicBezTo>
                  <a:cubicBezTo>
                    <a:pt x="38788" y="7975"/>
                    <a:pt x="38778" y="7985"/>
                    <a:pt x="38758" y="7985"/>
                  </a:cubicBezTo>
                  <a:lnTo>
                    <a:pt x="38738" y="7985"/>
                  </a:lnTo>
                  <a:cubicBezTo>
                    <a:pt x="38387" y="7985"/>
                    <a:pt x="36702" y="7484"/>
                    <a:pt x="35257" y="6651"/>
                  </a:cubicBezTo>
                  <a:cubicBezTo>
                    <a:pt x="34676" y="6310"/>
                    <a:pt x="32950" y="4836"/>
                    <a:pt x="32509" y="4836"/>
                  </a:cubicBezTo>
                  <a:cubicBezTo>
                    <a:pt x="32439" y="4836"/>
                    <a:pt x="32399" y="4866"/>
                    <a:pt x="32399" y="4946"/>
                  </a:cubicBezTo>
                  <a:cubicBezTo>
                    <a:pt x="32399" y="4956"/>
                    <a:pt x="32399" y="4966"/>
                    <a:pt x="32399" y="4976"/>
                  </a:cubicBezTo>
                  <a:cubicBezTo>
                    <a:pt x="32399" y="4976"/>
                    <a:pt x="32399" y="4976"/>
                    <a:pt x="32399" y="4986"/>
                  </a:cubicBezTo>
                  <a:cubicBezTo>
                    <a:pt x="32399" y="4996"/>
                    <a:pt x="32399" y="4996"/>
                    <a:pt x="32399" y="5006"/>
                  </a:cubicBezTo>
                  <a:cubicBezTo>
                    <a:pt x="32409" y="5116"/>
                    <a:pt x="32208" y="5147"/>
                    <a:pt x="31977" y="5147"/>
                  </a:cubicBezTo>
                  <a:cubicBezTo>
                    <a:pt x="31646" y="5147"/>
                    <a:pt x="31255" y="5086"/>
                    <a:pt x="31195" y="5046"/>
                  </a:cubicBezTo>
                  <a:cubicBezTo>
                    <a:pt x="30272" y="4555"/>
                    <a:pt x="29560" y="3642"/>
                    <a:pt x="28768" y="3431"/>
                  </a:cubicBezTo>
                  <a:cubicBezTo>
                    <a:pt x="28647" y="3391"/>
                    <a:pt x="28055" y="2769"/>
                    <a:pt x="27935" y="2709"/>
                  </a:cubicBezTo>
                  <a:cubicBezTo>
                    <a:pt x="27744" y="2589"/>
                    <a:pt x="27524" y="2468"/>
                    <a:pt x="27343" y="2318"/>
                  </a:cubicBezTo>
                  <a:cubicBezTo>
                    <a:pt x="27143" y="2398"/>
                    <a:pt x="26882" y="2478"/>
                    <a:pt x="26521" y="2549"/>
                  </a:cubicBezTo>
                  <a:lnTo>
                    <a:pt x="26501" y="2549"/>
                  </a:lnTo>
                  <a:cubicBezTo>
                    <a:pt x="26290" y="2589"/>
                    <a:pt x="26130" y="2599"/>
                    <a:pt x="25989" y="2599"/>
                  </a:cubicBezTo>
                  <a:cubicBezTo>
                    <a:pt x="25728" y="2599"/>
                    <a:pt x="25578" y="2549"/>
                    <a:pt x="25458" y="2488"/>
                  </a:cubicBezTo>
                  <a:lnTo>
                    <a:pt x="25447" y="2488"/>
                  </a:lnTo>
                  <a:cubicBezTo>
                    <a:pt x="25437" y="2478"/>
                    <a:pt x="25437" y="2478"/>
                    <a:pt x="25427" y="2478"/>
                  </a:cubicBezTo>
                  <a:cubicBezTo>
                    <a:pt x="25297" y="2408"/>
                    <a:pt x="25167" y="2348"/>
                    <a:pt x="24946" y="2348"/>
                  </a:cubicBezTo>
                  <a:lnTo>
                    <a:pt x="24936" y="2348"/>
                  </a:lnTo>
                  <a:cubicBezTo>
                    <a:pt x="24816" y="2348"/>
                    <a:pt x="24675" y="2368"/>
                    <a:pt x="24495" y="2408"/>
                  </a:cubicBezTo>
                  <a:cubicBezTo>
                    <a:pt x="24485" y="2408"/>
                    <a:pt x="24475" y="2408"/>
                    <a:pt x="24464" y="2418"/>
                  </a:cubicBezTo>
                  <a:lnTo>
                    <a:pt x="24434" y="2418"/>
                  </a:lnTo>
                  <a:lnTo>
                    <a:pt x="24424" y="2428"/>
                  </a:lnTo>
                  <a:cubicBezTo>
                    <a:pt x="24414" y="2428"/>
                    <a:pt x="24394" y="2428"/>
                    <a:pt x="24384" y="2438"/>
                  </a:cubicBezTo>
                  <a:cubicBezTo>
                    <a:pt x="24344" y="2438"/>
                    <a:pt x="24314" y="2448"/>
                    <a:pt x="24284" y="2458"/>
                  </a:cubicBezTo>
                  <a:lnTo>
                    <a:pt x="24274" y="2458"/>
                  </a:lnTo>
                  <a:cubicBezTo>
                    <a:pt x="23823" y="2559"/>
                    <a:pt x="23411" y="2629"/>
                    <a:pt x="23090" y="2639"/>
                  </a:cubicBezTo>
                  <a:lnTo>
                    <a:pt x="22970" y="2639"/>
                  </a:lnTo>
                  <a:cubicBezTo>
                    <a:pt x="22769" y="2699"/>
                    <a:pt x="22549" y="2739"/>
                    <a:pt x="22298" y="2739"/>
                  </a:cubicBezTo>
                  <a:cubicBezTo>
                    <a:pt x="22238" y="2739"/>
                    <a:pt x="22167" y="2739"/>
                    <a:pt x="22097" y="2729"/>
                  </a:cubicBezTo>
                  <a:lnTo>
                    <a:pt x="22047" y="2729"/>
                  </a:lnTo>
                  <a:cubicBezTo>
                    <a:pt x="21867" y="2729"/>
                    <a:pt x="21646" y="2809"/>
                    <a:pt x="21425" y="2890"/>
                  </a:cubicBezTo>
                  <a:cubicBezTo>
                    <a:pt x="21215" y="2970"/>
                    <a:pt x="20994" y="3050"/>
                    <a:pt x="20813" y="3050"/>
                  </a:cubicBezTo>
                  <a:cubicBezTo>
                    <a:pt x="20743" y="3050"/>
                    <a:pt x="20683" y="3040"/>
                    <a:pt x="20623" y="3010"/>
                  </a:cubicBezTo>
                  <a:cubicBezTo>
                    <a:pt x="20593" y="3000"/>
                    <a:pt x="20553" y="2980"/>
                    <a:pt x="20522" y="2960"/>
                  </a:cubicBezTo>
                  <a:lnTo>
                    <a:pt x="20522" y="2960"/>
                  </a:lnTo>
                  <a:cubicBezTo>
                    <a:pt x="22418" y="4705"/>
                    <a:pt x="24745" y="6531"/>
                    <a:pt x="25648" y="6601"/>
                  </a:cubicBezTo>
                  <a:cubicBezTo>
                    <a:pt x="26721" y="6691"/>
                    <a:pt x="27825" y="7554"/>
                    <a:pt x="29460" y="8396"/>
                  </a:cubicBezTo>
                  <a:cubicBezTo>
                    <a:pt x="29460" y="8396"/>
                    <a:pt x="29470" y="8396"/>
                    <a:pt x="29470" y="8406"/>
                  </a:cubicBezTo>
                  <a:lnTo>
                    <a:pt x="29480" y="8406"/>
                  </a:lnTo>
                  <a:cubicBezTo>
                    <a:pt x="29490" y="8406"/>
                    <a:pt x="29500" y="8417"/>
                    <a:pt x="29510" y="8417"/>
                  </a:cubicBezTo>
                  <a:cubicBezTo>
                    <a:pt x="30483" y="8928"/>
                    <a:pt x="31245" y="9480"/>
                    <a:pt x="31245" y="9630"/>
                  </a:cubicBezTo>
                  <a:cubicBezTo>
                    <a:pt x="31245" y="9650"/>
                    <a:pt x="31225" y="9670"/>
                    <a:pt x="31175" y="9670"/>
                  </a:cubicBezTo>
                  <a:cubicBezTo>
                    <a:pt x="31065" y="9670"/>
                    <a:pt x="30814" y="9590"/>
                    <a:pt x="30383" y="9400"/>
                  </a:cubicBezTo>
                  <a:lnTo>
                    <a:pt x="30372" y="9400"/>
                  </a:lnTo>
                  <a:cubicBezTo>
                    <a:pt x="30322" y="9379"/>
                    <a:pt x="30262" y="9349"/>
                    <a:pt x="30202" y="9319"/>
                  </a:cubicBezTo>
                  <a:lnTo>
                    <a:pt x="30182" y="9319"/>
                  </a:lnTo>
                  <a:cubicBezTo>
                    <a:pt x="30182" y="9309"/>
                    <a:pt x="30172" y="9309"/>
                    <a:pt x="30172" y="9309"/>
                  </a:cubicBezTo>
                  <a:lnTo>
                    <a:pt x="30162" y="9309"/>
                  </a:lnTo>
                  <a:cubicBezTo>
                    <a:pt x="30152" y="9299"/>
                    <a:pt x="30142" y="9299"/>
                    <a:pt x="30132" y="9289"/>
                  </a:cubicBezTo>
                  <a:cubicBezTo>
                    <a:pt x="30122" y="9289"/>
                    <a:pt x="30112" y="9279"/>
                    <a:pt x="30102" y="9279"/>
                  </a:cubicBezTo>
                  <a:cubicBezTo>
                    <a:pt x="30072" y="9269"/>
                    <a:pt x="30051" y="9249"/>
                    <a:pt x="30021" y="9239"/>
                  </a:cubicBezTo>
                  <a:lnTo>
                    <a:pt x="30011" y="9239"/>
                  </a:lnTo>
                  <a:cubicBezTo>
                    <a:pt x="28818" y="8697"/>
                    <a:pt x="28226" y="8537"/>
                    <a:pt x="27935" y="8537"/>
                  </a:cubicBezTo>
                  <a:cubicBezTo>
                    <a:pt x="27694" y="8537"/>
                    <a:pt x="27644" y="8637"/>
                    <a:pt x="27614" y="8737"/>
                  </a:cubicBezTo>
                  <a:cubicBezTo>
                    <a:pt x="27614" y="8737"/>
                    <a:pt x="27614" y="8748"/>
                    <a:pt x="27604" y="8748"/>
                  </a:cubicBezTo>
                  <a:cubicBezTo>
                    <a:pt x="27584" y="8848"/>
                    <a:pt x="27564" y="8938"/>
                    <a:pt x="27423" y="8938"/>
                  </a:cubicBezTo>
                  <a:lnTo>
                    <a:pt x="27403" y="8938"/>
                  </a:lnTo>
                  <a:cubicBezTo>
                    <a:pt x="27293" y="8938"/>
                    <a:pt x="27103" y="8868"/>
                    <a:pt x="26782" y="8717"/>
                  </a:cubicBezTo>
                  <a:cubicBezTo>
                    <a:pt x="26782" y="8707"/>
                    <a:pt x="26782" y="8707"/>
                    <a:pt x="26782" y="8707"/>
                  </a:cubicBezTo>
                  <a:lnTo>
                    <a:pt x="26772" y="8707"/>
                  </a:lnTo>
                  <a:cubicBezTo>
                    <a:pt x="26772" y="8707"/>
                    <a:pt x="26761" y="8707"/>
                    <a:pt x="26761" y="8697"/>
                  </a:cubicBezTo>
                  <a:cubicBezTo>
                    <a:pt x="26751" y="8697"/>
                    <a:pt x="26741" y="8697"/>
                    <a:pt x="26731" y="8687"/>
                  </a:cubicBezTo>
                  <a:cubicBezTo>
                    <a:pt x="26731" y="8687"/>
                    <a:pt x="26721" y="8687"/>
                    <a:pt x="26721" y="8677"/>
                  </a:cubicBezTo>
                  <a:cubicBezTo>
                    <a:pt x="26711" y="8677"/>
                    <a:pt x="26701" y="8667"/>
                    <a:pt x="26691" y="8667"/>
                  </a:cubicBezTo>
                  <a:lnTo>
                    <a:pt x="26681" y="8667"/>
                  </a:lnTo>
                  <a:cubicBezTo>
                    <a:pt x="25849" y="8216"/>
                    <a:pt x="23401" y="5789"/>
                    <a:pt x="22378" y="5789"/>
                  </a:cubicBezTo>
                  <a:cubicBezTo>
                    <a:pt x="22198" y="5789"/>
                    <a:pt x="22067" y="5869"/>
                    <a:pt x="21987" y="6029"/>
                  </a:cubicBezTo>
                  <a:cubicBezTo>
                    <a:pt x="21967" y="6079"/>
                    <a:pt x="21927" y="6110"/>
                    <a:pt x="21867" y="6110"/>
                  </a:cubicBezTo>
                  <a:cubicBezTo>
                    <a:pt x="21144" y="6110"/>
                    <a:pt x="17784" y="2368"/>
                    <a:pt x="16922" y="2208"/>
                  </a:cubicBezTo>
                  <a:lnTo>
                    <a:pt x="16901" y="2208"/>
                  </a:lnTo>
                  <a:cubicBezTo>
                    <a:pt x="16490" y="2157"/>
                    <a:pt x="16069" y="1897"/>
                    <a:pt x="15587" y="1546"/>
                  </a:cubicBezTo>
                  <a:cubicBezTo>
                    <a:pt x="15457" y="1445"/>
                    <a:pt x="15457" y="1174"/>
                    <a:pt x="15447" y="904"/>
                  </a:cubicBezTo>
                  <a:cubicBezTo>
                    <a:pt x="15076" y="1144"/>
                    <a:pt x="14755" y="1345"/>
                    <a:pt x="14584" y="1405"/>
                  </a:cubicBezTo>
                  <a:cubicBezTo>
                    <a:pt x="14414" y="1465"/>
                    <a:pt x="14294" y="1485"/>
                    <a:pt x="14223" y="1485"/>
                  </a:cubicBezTo>
                  <a:cubicBezTo>
                    <a:pt x="14153" y="1485"/>
                    <a:pt x="14123" y="1455"/>
                    <a:pt x="14123" y="1405"/>
                  </a:cubicBezTo>
                  <a:cubicBezTo>
                    <a:pt x="14123" y="1285"/>
                    <a:pt x="14283" y="1044"/>
                    <a:pt x="14364" y="793"/>
                  </a:cubicBezTo>
                  <a:cubicBezTo>
                    <a:pt x="14444" y="533"/>
                    <a:pt x="14655" y="372"/>
                    <a:pt x="14895" y="212"/>
                  </a:cubicBezTo>
                  <a:cubicBezTo>
                    <a:pt x="14705" y="212"/>
                    <a:pt x="14494" y="252"/>
                    <a:pt x="14294" y="272"/>
                  </a:cubicBezTo>
                  <a:cubicBezTo>
                    <a:pt x="14183" y="292"/>
                    <a:pt x="14083" y="302"/>
                    <a:pt x="13983" y="302"/>
                  </a:cubicBezTo>
                  <a:lnTo>
                    <a:pt x="13973" y="302"/>
                  </a:lnTo>
                  <a:cubicBezTo>
                    <a:pt x="13842" y="302"/>
                    <a:pt x="13722" y="282"/>
                    <a:pt x="13632" y="232"/>
                  </a:cubicBezTo>
                  <a:cubicBezTo>
                    <a:pt x="13280" y="61"/>
                    <a:pt x="13040" y="1"/>
                    <a:pt x="128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797" name="Google Shape;797;p17"/>
          <p:cNvSpPr txBox="1">
            <a:spLocks noGrp="1"/>
          </p:cNvSpPr>
          <p:nvPr>
            <p:ph type="subTitle" idx="1"/>
          </p:nvPr>
        </p:nvSpPr>
        <p:spPr>
          <a:xfrm>
            <a:off x="4831000" y="1548275"/>
            <a:ext cx="3459600" cy="252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2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8" name="Google Shape;798;p17"/>
          <p:cNvSpPr txBox="1">
            <a:spLocks noGrp="1"/>
          </p:cNvSpPr>
          <p:nvPr>
            <p:ph type="subTitle" idx="2"/>
          </p:nvPr>
        </p:nvSpPr>
        <p:spPr>
          <a:xfrm>
            <a:off x="853375" y="1548275"/>
            <a:ext cx="3459600" cy="252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2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9" name="Google Shape;799;p1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3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800" name="Google Shape;800;p17"/>
          <p:cNvGrpSpPr/>
          <p:nvPr/>
        </p:nvGrpSpPr>
        <p:grpSpPr>
          <a:xfrm>
            <a:off x="3420803" y="4520104"/>
            <a:ext cx="5754727" cy="1542783"/>
            <a:chOff x="4803729" y="4063251"/>
            <a:chExt cx="4372560" cy="1172238"/>
          </a:xfrm>
        </p:grpSpPr>
        <p:sp>
          <p:nvSpPr>
            <p:cNvPr id="801" name="Google Shape;801;p17"/>
            <p:cNvSpPr/>
            <p:nvPr/>
          </p:nvSpPr>
          <p:spPr>
            <a:xfrm flipH="1">
              <a:off x="4803729" y="4106166"/>
              <a:ext cx="4372560" cy="1129323"/>
            </a:xfrm>
            <a:custGeom>
              <a:avLst/>
              <a:gdLst/>
              <a:ahLst/>
              <a:cxnLst/>
              <a:rect l="l" t="t" r="r" b="b"/>
              <a:pathLst>
                <a:path w="63444" h="16386" extrusionOk="0">
                  <a:moveTo>
                    <a:pt x="15553" y="1"/>
                  </a:moveTo>
                  <a:cubicBezTo>
                    <a:pt x="10767" y="1"/>
                    <a:pt x="5589" y="135"/>
                    <a:pt x="1" y="437"/>
                  </a:cubicBezTo>
                  <a:lnTo>
                    <a:pt x="4334" y="16385"/>
                  </a:lnTo>
                  <a:lnTo>
                    <a:pt x="48438" y="15874"/>
                  </a:lnTo>
                  <a:lnTo>
                    <a:pt x="63444" y="6545"/>
                  </a:lnTo>
                  <a:cubicBezTo>
                    <a:pt x="63444" y="6545"/>
                    <a:pt x="51146" y="918"/>
                    <a:pt x="22499" y="96"/>
                  </a:cubicBezTo>
                  <a:cubicBezTo>
                    <a:pt x="21586" y="76"/>
                    <a:pt x="20663" y="56"/>
                    <a:pt x="19721" y="36"/>
                  </a:cubicBezTo>
                  <a:cubicBezTo>
                    <a:pt x="18366" y="13"/>
                    <a:pt x="16977" y="1"/>
                    <a:pt x="155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802" name="Google Shape;802;p17"/>
            <p:cNvGrpSpPr/>
            <p:nvPr/>
          </p:nvGrpSpPr>
          <p:grpSpPr>
            <a:xfrm>
              <a:off x="5160532" y="4063251"/>
              <a:ext cx="3785570" cy="655357"/>
              <a:chOff x="5160532" y="3836864"/>
              <a:chExt cx="3785570" cy="655357"/>
            </a:xfrm>
          </p:grpSpPr>
          <p:sp>
            <p:nvSpPr>
              <p:cNvPr id="803" name="Google Shape;803;p17"/>
              <p:cNvSpPr/>
              <p:nvPr/>
            </p:nvSpPr>
            <p:spPr>
              <a:xfrm flipH="1">
                <a:off x="5160532" y="4021428"/>
                <a:ext cx="907056" cy="470793"/>
              </a:xfrm>
              <a:custGeom>
                <a:avLst/>
                <a:gdLst/>
                <a:ahLst/>
                <a:cxnLst/>
                <a:rect l="l" t="t" r="r" b="b"/>
                <a:pathLst>
                  <a:path w="13161" h="6831" extrusionOk="0">
                    <a:moveTo>
                      <a:pt x="1" y="0"/>
                    </a:moveTo>
                    <a:cubicBezTo>
                      <a:pt x="1" y="0"/>
                      <a:pt x="7403" y="2197"/>
                      <a:pt x="11205" y="6831"/>
                    </a:cubicBezTo>
                    <a:lnTo>
                      <a:pt x="13161" y="6069"/>
                    </a:lnTo>
                    <a:cubicBezTo>
                      <a:pt x="12940" y="5778"/>
                      <a:pt x="10172" y="2528"/>
                      <a:pt x="1586" y="8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04" name="Google Shape;804;p17"/>
              <p:cNvSpPr/>
              <p:nvPr/>
            </p:nvSpPr>
            <p:spPr>
              <a:xfrm flipH="1">
                <a:off x="7283440" y="3858987"/>
                <a:ext cx="273819" cy="298010"/>
              </a:xfrm>
              <a:custGeom>
                <a:avLst/>
                <a:gdLst/>
                <a:ahLst/>
                <a:cxnLst/>
                <a:rect l="l" t="t" r="r" b="b"/>
                <a:pathLst>
                  <a:path w="3973" h="4324" extrusionOk="0">
                    <a:moveTo>
                      <a:pt x="1184" y="0"/>
                    </a:moveTo>
                    <a:lnTo>
                      <a:pt x="0" y="171"/>
                    </a:lnTo>
                    <a:cubicBezTo>
                      <a:pt x="1755" y="1444"/>
                      <a:pt x="1083" y="3972"/>
                      <a:pt x="1083" y="3972"/>
                    </a:cubicBezTo>
                    <a:lnTo>
                      <a:pt x="3772" y="4323"/>
                    </a:lnTo>
                    <a:cubicBezTo>
                      <a:pt x="3972" y="3390"/>
                      <a:pt x="3681" y="2568"/>
                      <a:pt x="3340" y="2006"/>
                    </a:cubicBezTo>
                    <a:cubicBezTo>
                      <a:pt x="2638" y="843"/>
                      <a:pt x="1404" y="0"/>
                      <a:pt x="1184" y="0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05" name="Google Shape;805;p17"/>
              <p:cNvSpPr/>
              <p:nvPr/>
            </p:nvSpPr>
            <p:spPr>
              <a:xfrm flipH="1">
                <a:off x="6563169" y="3910813"/>
                <a:ext cx="508147" cy="419654"/>
              </a:xfrm>
              <a:custGeom>
                <a:avLst/>
                <a:gdLst/>
                <a:ahLst/>
                <a:cxnLst/>
                <a:rect l="l" t="t" r="r" b="b"/>
                <a:pathLst>
                  <a:path w="7373" h="60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06" y="522"/>
                      <a:pt x="4093" y="3712"/>
                      <a:pt x="4123" y="5467"/>
                    </a:cubicBezTo>
                    <a:lnTo>
                      <a:pt x="7373" y="6089"/>
                    </a:lnTo>
                    <a:cubicBezTo>
                      <a:pt x="7373" y="6089"/>
                      <a:pt x="4695" y="1344"/>
                      <a:pt x="1736" y="16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06" name="Google Shape;806;p17"/>
              <p:cNvSpPr/>
              <p:nvPr/>
            </p:nvSpPr>
            <p:spPr>
              <a:xfrm flipH="1">
                <a:off x="6198105" y="3919084"/>
                <a:ext cx="643713" cy="526135"/>
              </a:xfrm>
              <a:custGeom>
                <a:avLst/>
                <a:gdLst/>
                <a:ahLst/>
                <a:cxnLst/>
                <a:rect l="l" t="t" r="r" b="b"/>
                <a:pathLst>
                  <a:path w="9340" h="7634" extrusionOk="0">
                    <a:moveTo>
                      <a:pt x="1" y="1"/>
                    </a:moveTo>
                    <a:cubicBezTo>
                      <a:pt x="1315" y="312"/>
                      <a:pt x="5357" y="3742"/>
                      <a:pt x="6581" y="6721"/>
                    </a:cubicBezTo>
                    <a:lnTo>
                      <a:pt x="9339" y="7634"/>
                    </a:lnTo>
                    <a:cubicBezTo>
                      <a:pt x="9339" y="7634"/>
                      <a:pt x="6872" y="2689"/>
                      <a:pt x="1656" y="13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07" name="Google Shape;807;p17"/>
              <p:cNvSpPr/>
              <p:nvPr/>
            </p:nvSpPr>
            <p:spPr>
              <a:xfrm flipH="1">
                <a:off x="5830354" y="3957127"/>
                <a:ext cx="732895" cy="528203"/>
              </a:xfrm>
              <a:custGeom>
                <a:avLst/>
                <a:gdLst/>
                <a:ahLst/>
                <a:cxnLst/>
                <a:rect l="l" t="t" r="r" b="b"/>
                <a:pathLst>
                  <a:path w="10634" h="766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228" y="582"/>
                      <a:pt x="6862" y="4935"/>
                      <a:pt x="8196" y="7664"/>
                    </a:cubicBezTo>
                    <a:lnTo>
                      <a:pt x="10633" y="7664"/>
                    </a:lnTo>
                    <a:cubicBezTo>
                      <a:pt x="10633" y="7664"/>
                      <a:pt x="7123" y="2909"/>
                      <a:pt x="1987" y="22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08" name="Google Shape;808;p17"/>
              <p:cNvSpPr/>
              <p:nvPr/>
            </p:nvSpPr>
            <p:spPr>
              <a:xfrm flipH="1">
                <a:off x="5589140" y="3986831"/>
                <a:ext cx="739029" cy="465348"/>
              </a:xfrm>
              <a:custGeom>
                <a:avLst/>
                <a:gdLst/>
                <a:ahLst/>
                <a:cxnLst/>
                <a:rect l="l" t="t" r="r" b="b"/>
                <a:pathLst>
                  <a:path w="10723" h="6752" extrusionOk="0">
                    <a:moveTo>
                      <a:pt x="0" y="1"/>
                    </a:moveTo>
                    <a:cubicBezTo>
                      <a:pt x="1776" y="582"/>
                      <a:pt x="7032" y="3943"/>
                      <a:pt x="8737" y="6751"/>
                    </a:cubicBezTo>
                    <a:lnTo>
                      <a:pt x="10723" y="6360"/>
                    </a:lnTo>
                    <a:cubicBezTo>
                      <a:pt x="10723" y="6360"/>
                      <a:pt x="6330" y="1465"/>
                      <a:pt x="1375" y="1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09" name="Google Shape;809;p17"/>
              <p:cNvSpPr/>
              <p:nvPr/>
            </p:nvSpPr>
            <p:spPr>
              <a:xfrm flipH="1">
                <a:off x="7573105" y="3836864"/>
                <a:ext cx="217167" cy="292428"/>
              </a:xfrm>
              <a:custGeom>
                <a:avLst/>
                <a:gdLst/>
                <a:ahLst/>
                <a:cxnLst/>
                <a:rect l="l" t="t" r="r" b="b"/>
                <a:pathLst>
                  <a:path w="3151" h="4243" extrusionOk="0">
                    <a:moveTo>
                      <a:pt x="1475" y="0"/>
                    </a:moveTo>
                    <a:cubicBezTo>
                      <a:pt x="1275" y="0"/>
                      <a:pt x="1074" y="151"/>
                      <a:pt x="1044" y="722"/>
                    </a:cubicBezTo>
                    <a:cubicBezTo>
                      <a:pt x="954" y="2117"/>
                      <a:pt x="1" y="3471"/>
                      <a:pt x="1" y="3471"/>
                    </a:cubicBezTo>
                    <a:lnTo>
                      <a:pt x="1876" y="4243"/>
                    </a:lnTo>
                    <a:cubicBezTo>
                      <a:pt x="1876" y="4243"/>
                      <a:pt x="3150" y="2086"/>
                      <a:pt x="1987" y="231"/>
                    </a:cubicBezTo>
                    <a:cubicBezTo>
                      <a:pt x="1987" y="231"/>
                      <a:pt x="1726" y="0"/>
                      <a:pt x="1475" y="0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10" name="Google Shape;810;p17"/>
              <p:cNvSpPr/>
              <p:nvPr/>
            </p:nvSpPr>
            <p:spPr>
              <a:xfrm flipH="1">
                <a:off x="7789508" y="3849958"/>
                <a:ext cx="255831" cy="207449"/>
              </a:xfrm>
              <a:custGeom>
                <a:avLst/>
                <a:gdLst/>
                <a:ahLst/>
                <a:cxnLst/>
                <a:rect l="l" t="t" r="r" b="b"/>
                <a:pathLst>
                  <a:path w="3712" h="3010" extrusionOk="0">
                    <a:moveTo>
                      <a:pt x="2809" y="1"/>
                    </a:moveTo>
                    <a:cubicBezTo>
                      <a:pt x="2588" y="1"/>
                      <a:pt x="2368" y="41"/>
                      <a:pt x="2187" y="161"/>
                    </a:cubicBezTo>
                    <a:cubicBezTo>
                      <a:pt x="1615" y="532"/>
                      <a:pt x="0" y="2749"/>
                      <a:pt x="0" y="2749"/>
                    </a:cubicBezTo>
                    <a:lnTo>
                      <a:pt x="1796" y="3010"/>
                    </a:lnTo>
                    <a:cubicBezTo>
                      <a:pt x="1796" y="3010"/>
                      <a:pt x="2478" y="1505"/>
                      <a:pt x="3712" y="191"/>
                    </a:cubicBezTo>
                    <a:cubicBezTo>
                      <a:pt x="3712" y="191"/>
                      <a:pt x="3270" y="1"/>
                      <a:pt x="2809" y="1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11" name="Google Shape;811;p17"/>
              <p:cNvSpPr/>
              <p:nvPr/>
            </p:nvSpPr>
            <p:spPr>
              <a:xfrm flipH="1">
                <a:off x="8024519" y="3851337"/>
                <a:ext cx="308417" cy="181191"/>
              </a:xfrm>
              <a:custGeom>
                <a:avLst/>
                <a:gdLst/>
                <a:ahLst/>
                <a:cxnLst/>
                <a:rect l="l" t="t" r="r" b="b"/>
                <a:pathLst>
                  <a:path w="4475" h="2629" extrusionOk="0">
                    <a:moveTo>
                      <a:pt x="3140" y="1"/>
                    </a:moveTo>
                    <a:cubicBezTo>
                      <a:pt x="3140" y="1"/>
                      <a:pt x="1405" y="934"/>
                      <a:pt x="141" y="2418"/>
                    </a:cubicBezTo>
                    <a:cubicBezTo>
                      <a:pt x="1" y="2579"/>
                      <a:pt x="282" y="2629"/>
                      <a:pt x="673" y="2629"/>
                    </a:cubicBezTo>
                    <a:cubicBezTo>
                      <a:pt x="1315" y="2629"/>
                      <a:pt x="2258" y="2498"/>
                      <a:pt x="2258" y="2498"/>
                    </a:cubicBezTo>
                    <a:cubicBezTo>
                      <a:pt x="3351" y="863"/>
                      <a:pt x="4474" y="91"/>
                      <a:pt x="4474" y="91"/>
                    </a:cubicBezTo>
                    <a:lnTo>
                      <a:pt x="3140" y="1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12" name="Google Shape;812;p17"/>
              <p:cNvSpPr/>
              <p:nvPr/>
            </p:nvSpPr>
            <p:spPr>
              <a:xfrm flipH="1">
                <a:off x="8525001" y="3881799"/>
                <a:ext cx="421101" cy="132051"/>
              </a:xfrm>
              <a:custGeom>
                <a:avLst/>
                <a:gdLst/>
                <a:ahLst/>
                <a:cxnLst/>
                <a:rect l="l" t="t" r="r" b="b"/>
                <a:pathLst>
                  <a:path w="6110" h="1916" extrusionOk="0">
                    <a:moveTo>
                      <a:pt x="4023" y="0"/>
                    </a:moveTo>
                    <a:cubicBezTo>
                      <a:pt x="4023" y="0"/>
                      <a:pt x="1917" y="140"/>
                      <a:pt x="392" y="1555"/>
                    </a:cubicBezTo>
                    <a:cubicBezTo>
                      <a:pt x="1" y="1916"/>
                      <a:pt x="2398" y="1916"/>
                      <a:pt x="2478" y="1916"/>
                    </a:cubicBezTo>
                    <a:cubicBezTo>
                      <a:pt x="3572" y="291"/>
                      <a:pt x="6109" y="0"/>
                      <a:pt x="6109" y="0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13" name="Google Shape;813;p17"/>
              <p:cNvSpPr/>
              <p:nvPr/>
            </p:nvSpPr>
            <p:spPr>
              <a:xfrm flipH="1">
                <a:off x="8291370" y="3872770"/>
                <a:ext cx="333297" cy="14666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8" extrusionOk="0">
                    <a:moveTo>
                      <a:pt x="3582" y="1"/>
                    </a:moveTo>
                    <a:cubicBezTo>
                      <a:pt x="3411" y="1"/>
                      <a:pt x="3261" y="11"/>
                      <a:pt x="3140" y="51"/>
                    </a:cubicBezTo>
                    <a:cubicBezTo>
                      <a:pt x="2127" y="332"/>
                      <a:pt x="1" y="1947"/>
                      <a:pt x="1" y="1947"/>
                    </a:cubicBezTo>
                    <a:lnTo>
                      <a:pt x="1877" y="2127"/>
                    </a:lnTo>
                    <a:cubicBezTo>
                      <a:pt x="1877" y="2127"/>
                      <a:pt x="3823" y="372"/>
                      <a:pt x="4836" y="161"/>
                    </a:cubicBezTo>
                    <a:cubicBezTo>
                      <a:pt x="4836" y="161"/>
                      <a:pt x="4154" y="1"/>
                      <a:pt x="3582" y="1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14" name="Google Shape;814;p17"/>
              <p:cNvSpPr/>
              <p:nvPr/>
            </p:nvSpPr>
            <p:spPr>
              <a:xfrm flipH="1">
                <a:off x="6948908" y="3891447"/>
                <a:ext cx="364380" cy="340189"/>
              </a:xfrm>
              <a:custGeom>
                <a:avLst/>
                <a:gdLst/>
                <a:ahLst/>
                <a:cxnLst/>
                <a:rect l="l" t="t" r="r" b="b"/>
                <a:pathLst>
                  <a:path w="5287" h="493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55" y="683"/>
                      <a:pt x="2629" y="2187"/>
                      <a:pt x="2699" y="4374"/>
                    </a:cubicBezTo>
                    <a:lnTo>
                      <a:pt x="5287" y="4936"/>
                    </a:lnTo>
                    <a:cubicBezTo>
                      <a:pt x="5287" y="4936"/>
                      <a:pt x="4685" y="1515"/>
                      <a:pt x="1596" y="23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815" name="Google Shape;815;p17"/>
          <p:cNvGrpSpPr/>
          <p:nvPr/>
        </p:nvGrpSpPr>
        <p:grpSpPr>
          <a:xfrm>
            <a:off x="1163692" y="4665021"/>
            <a:ext cx="4372560" cy="1169857"/>
            <a:chOff x="644679" y="5813076"/>
            <a:chExt cx="4372560" cy="1169857"/>
          </a:xfrm>
        </p:grpSpPr>
        <p:sp>
          <p:nvSpPr>
            <p:cNvPr id="816" name="Google Shape;816;p17"/>
            <p:cNvSpPr/>
            <p:nvPr/>
          </p:nvSpPr>
          <p:spPr>
            <a:xfrm>
              <a:off x="644679" y="5853610"/>
              <a:ext cx="4372560" cy="1129323"/>
            </a:xfrm>
            <a:custGeom>
              <a:avLst/>
              <a:gdLst/>
              <a:ahLst/>
              <a:cxnLst/>
              <a:rect l="l" t="t" r="r" b="b"/>
              <a:pathLst>
                <a:path w="63444" h="16386" extrusionOk="0">
                  <a:moveTo>
                    <a:pt x="15553" y="1"/>
                  </a:moveTo>
                  <a:cubicBezTo>
                    <a:pt x="10767" y="1"/>
                    <a:pt x="5589" y="135"/>
                    <a:pt x="1" y="437"/>
                  </a:cubicBezTo>
                  <a:lnTo>
                    <a:pt x="4334" y="16385"/>
                  </a:lnTo>
                  <a:lnTo>
                    <a:pt x="48438" y="15874"/>
                  </a:lnTo>
                  <a:lnTo>
                    <a:pt x="63444" y="6545"/>
                  </a:lnTo>
                  <a:cubicBezTo>
                    <a:pt x="63444" y="6545"/>
                    <a:pt x="51146" y="918"/>
                    <a:pt x="22499" y="96"/>
                  </a:cubicBezTo>
                  <a:cubicBezTo>
                    <a:pt x="21586" y="76"/>
                    <a:pt x="20663" y="56"/>
                    <a:pt x="19721" y="36"/>
                  </a:cubicBezTo>
                  <a:cubicBezTo>
                    <a:pt x="18366" y="13"/>
                    <a:pt x="16977" y="1"/>
                    <a:pt x="15553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7" name="Google Shape;817;p17"/>
            <p:cNvSpPr/>
            <p:nvPr/>
          </p:nvSpPr>
          <p:spPr>
            <a:xfrm>
              <a:off x="3753380" y="5997640"/>
              <a:ext cx="907056" cy="470793"/>
            </a:xfrm>
            <a:custGeom>
              <a:avLst/>
              <a:gdLst/>
              <a:ahLst/>
              <a:cxnLst/>
              <a:rect l="l" t="t" r="r" b="b"/>
              <a:pathLst>
                <a:path w="13161" h="6831" extrusionOk="0">
                  <a:moveTo>
                    <a:pt x="1" y="0"/>
                  </a:moveTo>
                  <a:cubicBezTo>
                    <a:pt x="1" y="0"/>
                    <a:pt x="7403" y="2197"/>
                    <a:pt x="11205" y="6831"/>
                  </a:cubicBezTo>
                  <a:lnTo>
                    <a:pt x="13161" y="6069"/>
                  </a:lnTo>
                  <a:cubicBezTo>
                    <a:pt x="12940" y="5778"/>
                    <a:pt x="10172" y="2528"/>
                    <a:pt x="1586" y="8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8" name="Google Shape;818;p17"/>
            <p:cNvSpPr/>
            <p:nvPr/>
          </p:nvSpPr>
          <p:spPr>
            <a:xfrm>
              <a:off x="2263710" y="5835199"/>
              <a:ext cx="273819" cy="298010"/>
            </a:xfrm>
            <a:custGeom>
              <a:avLst/>
              <a:gdLst/>
              <a:ahLst/>
              <a:cxnLst/>
              <a:rect l="l" t="t" r="r" b="b"/>
              <a:pathLst>
                <a:path w="3973" h="4324" extrusionOk="0">
                  <a:moveTo>
                    <a:pt x="1184" y="0"/>
                  </a:moveTo>
                  <a:lnTo>
                    <a:pt x="0" y="171"/>
                  </a:lnTo>
                  <a:cubicBezTo>
                    <a:pt x="1755" y="1444"/>
                    <a:pt x="1083" y="3972"/>
                    <a:pt x="1083" y="3972"/>
                  </a:cubicBezTo>
                  <a:lnTo>
                    <a:pt x="3772" y="4323"/>
                  </a:lnTo>
                  <a:cubicBezTo>
                    <a:pt x="3972" y="3390"/>
                    <a:pt x="3681" y="2568"/>
                    <a:pt x="3340" y="2006"/>
                  </a:cubicBezTo>
                  <a:cubicBezTo>
                    <a:pt x="2638" y="843"/>
                    <a:pt x="1404" y="0"/>
                    <a:pt x="1184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9" name="Google Shape;819;p17"/>
            <p:cNvSpPr/>
            <p:nvPr/>
          </p:nvSpPr>
          <p:spPr>
            <a:xfrm>
              <a:off x="2749653" y="5887026"/>
              <a:ext cx="508147" cy="419654"/>
            </a:xfrm>
            <a:custGeom>
              <a:avLst/>
              <a:gdLst/>
              <a:ahLst/>
              <a:cxnLst/>
              <a:rect l="l" t="t" r="r" b="b"/>
              <a:pathLst>
                <a:path w="7373" h="6089" extrusionOk="0">
                  <a:moveTo>
                    <a:pt x="1" y="0"/>
                  </a:moveTo>
                  <a:lnTo>
                    <a:pt x="1" y="0"/>
                  </a:lnTo>
                  <a:cubicBezTo>
                    <a:pt x="1806" y="522"/>
                    <a:pt x="4093" y="3712"/>
                    <a:pt x="4123" y="5467"/>
                  </a:cubicBezTo>
                  <a:lnTo>
                    <a:pt x="7373" y="6089"/>
                  </a:lnTo>
                  <a:cubicBezTo>
                    <a:pt x="7373" y="6089"/>
                    <a:pt x="4695" y="1344"/>
                    <a:pt x="1736" y="1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0" name="Google Shape;820;p17"/>
            <p:cNvSpPr/>
            <p:nvPr/>
          </p:nvSpPr>
          <p:spPr>
            <a:xfrm>
              <a:off x="2979151" y="5895296"/>
              <a:ext cx="643713" cy="526135"/>
            </a:xfrm>
            <a:custGeom>
              <a:avLst/>
              <a:gdLst/>
              <a:ahLst/>
              <a:cxnLst/>
              <a:rect l="l" t="t" r="r" b="b"/>
              <a:pathLst>
                <a:path w="9340" h="7634" extrusionOk="0">
                  <a:moveTo>
                    <a:pt x="1" y="1"/>
                  </a:moveTo>
                  <a:cubicBezTo>
                    <a:pt x="1315" y="312"/>
                    <a:pt x="5357" y="3742"/>
                    <a:pt x="6581" y="6721"/>
                  </a:cubicBezTo>
                  <a:lnTo>
                    <a:pt x="9339" y="7634"/>
                  </a:lnTo>
                  <a:cubicBezTo>
                    <a:pt x="9339" y="7634"/>
                    <a:pt x="6872" y="2689"/>
                    <a:pt x="1656" y="1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1" name="Google Shape;821;p17"/>
            <p:cNvSpPr/>
            <p:nvPr/>
          </p:nvSpPr>
          <p:spPr>
            <a:xfrm>
              <a:off x="3257719" y="5933339"/>
              <a:ext cx="732895" cy="528203"/>
            </a:xfrm>
            <a:custGeom>
              <a:avLst/>
              <a:gdLst/>
              <a:ahLst/>
              <a:cxnLst/>
              <a:rect l="l" t="t" r="r" b="b"/>
              <a:pathLst>
                <a:path w="10634" h="7664" extrusionOk="0">
                  <a:moveTo>
                    <a:pt x="1" y="0"/>
                  </a:moveTo>
                  <a:lnTo>
                    <a:pt x="1" y="0"/>
                  </a:lnTo>
                  <a:cubicBezTo>
                    <a:pt x="2228" y="582"/>
                    <a:pt x="6862" y="4935"/>
                    <a:pt x="8196" y="7664"/>
                  </a:cubicBezTo>
                  <a:lnTo>
                    <a:pt x="10633" y="7664"/>
                  </a:lnTo>
                  <a:cubicBezTo>
                    <a:pt x="10633" y="7664"/>
                    <a:pt x="7123" y="2909"/>
                    <a:pt x="1987" y="22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2" name="Google Shape;822;p17"/>
            <p:cNvSpPr/>
            <p:nvPr/>
          </p:nvSpPr>
          <p:spPr>
            <a:xfrm>
              <a:off x="3492800" y="5963043"/>
              <a:ext cx="739029" cy="465348"/>
            </a:xfrm>
            <a:custGeom>
              <a:avLst/>
              <a:gdLst/>
              <a:ahLst/>
              <a:cxnLst/>
              <a:rect l="l" t="t" r="r" b="b"/>
              <a:pathLst>
                <a:path w="10723" h="6752" extrusionOk="0">
                  <a:moveTo>
                    <a:pt x="0" y="1"/>
                  </a:moveTo>
                  <a:cubicBezTo>
                    <a:pt x="1776" y="582"/>
                    <a:pt x="7032" y="3943"/>
                    <a:pt x="8737" y="6751"/>
                  </a:cubicBezTo>
                  <a:lnTo>
                    <a:pt x="10723" y="6360"/>
                  </a:lnTo>
                  <a:cubicBezTo>
                    <a:pt x="10723" y="6360"/>
                    <a:pt x="6330" y="1465"/>
                    <a:pt x="1375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3" name="Google Shape;823;p17"/>
            <p:cNvSpPr/>
            <p:nvPr/>
          </p:nvSpPr>
          <p:spPr>
            <a:xfrm>
              <a:off x="4094871" y="6057738"/>
              <a:ext cx="862878" cy="273819"/>
            </a:xfrm>
            <a:custGeom>
              <a:avLst/>
              <a:gdLst/>
              <a:ahLst/>
              <a:cxnLst/>
              <a:rect l="l" t="t" r="r" b="b"/>
              <a:pathLst>
                <a:path w="12520" h="3973" extrusionOk="0">
                  <a:moveTo>
                    <a:pt x="1" y="1"/>
                  </a:moveTo>
                  <a:cubicBezTo>
                    <a:pt x="3732" y="1044"/>
                    <a:pt x="8868" y="2950"/>
                    <a:pt x="9901" y="3973"/>
                  </a:cubicBezTo>
                  <a:lnTo>
                    <a:pt x="12519" y="3321"/>
                  </a:lnTo>
                  <a:cubicBezTo>
                    <a:pt x="12519" y="3321"/>
                    <a:pt x="6029" y="272"/>
                    <a:pt x="5016" y="272"/>
                  </a:cubicBezTo>
                  <a:lnTo>
                    <a:pt x="4986" y="272"/>
                  </a:lnTo>
                  <a:cubicBezTo>
                    <a:pt x="4906" y="282"/>
                    <a:pt x="4806" y="282"/>
                    <a:pt x="4695" y="282"/>
                  </a:cubicBezTo>
                  <a:cubicBezTo>
                    <a:pt x="3421" y="28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4" name="Google Shape;824;p17"/>
            <p:cNvSpPr/>
            <p:nvPr/>
          </p:nvSpPr>
          <p:spPr>
            <a:xfrm>
              <a:off x="2030697" y="5813076"/>
              <a:ext cx="217167" cy="292428"/>
            </a:xfrm>
            <a:custGeom>
              <a:avLst/>
              <a:gdLst/>
              <a:ahLst/>
              <a:cxnLst/>
              <a:rect l="l" t="t" r="r" b="b"/>
              <a:pathLst>
                <a:path w="3151" h="4243" extrusionOk="0">
                  <a:moveTo>
                    <a:pt x="1475" y="0"/>
                  </a:moveTo>
                  <a:cubicBezTo>
                    <a:pt x="1275" y="0"/>
                    <a:pt x="1074" y="151"/>
                    <a:pt x="1044" y="722"/>
                  </a:cubicBezTo>
                  <a:cubicBezTo>
                    <a:pt x="954" y="2117"/>
                    <a:pt x="1" y="3471"/>
                    <a:pt x="1" y="3471"/>
                  </a:cubicBezTo>
                  <a:lnTo>
                    <a:pt x="1876" y="4243"/>
                  </a:lnTo>
                  <a:cubicBezTo>
                    <a:pt x="1876" y="4243"/>
                    <a:pt x="3150" y="2086"/>
                    <a:pt x="1987" y="231"/>
                  </a:cubicBezTo>
                  <a:cubicBezTo>
                    <a:pt x="1987" y="231"/>
                    <a:pt x="1726" y="0"/>
                    <a:pt x="1475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5" name="Google Shape;825;p17"/>
            <p:cNvSpPr/>
            <p:nvPr/>
          </p:nvSpPr>
          <p:spPr>
            <a:xfrm>
              <a:off x="1775630" y="5826171"/>
              <a:ext cx="255831" cy="207449"/>
            </a:xfrm>
            <a:custGeom>
              <a:avLst/>
              <a:gdLst/>
              <a:ahLst/>
              <a:cxnLst/>
              <a:rect l="l" t="t" r="r" b="b"/>
              <a:pathLst>
                <a:path w="3712" h="3010" extrusionOk="0">
                  <a:moveTo>
                    <a:pt x="2809" y="1"/>
                  </a:moveTo>
                  <a:cubicBezTo>
                    <a:pt x="2588" y="1"/>
                    <a:pt x="2368" y="41"/>
                    <a:pt x="2187" y="161"/>
                  </a:cubicBezTo>
                  <a:cubicBezTo>
                    <a:pt x="1615" y="532"/>
                    <a:pt x="0" y="2749"/>
                    <a:pt x="0" y="2749"/>
                  </a:cubicBezTo>
                  <a:lnTo>
                    <a:pt x="1796" y="3010"/>
                  </a:lnTo>
                  <a:cubicBezTo>
                    <a:pt x="1796" y="3010"/>
                    <a:pt x="2478" y="1505"/>
                    <a:pt x="3712" y="191"/>
                  </a:cubicBezTo>
                  <a:cubicBezTo>
                    <a:pt x="3712" y="191"/>
                    <a:pt x="3270" y="1"/>
                    <a:pt x="2809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6" name="Google Shape;826;p17"/>
            <p:cNvSpPr/>
            <p:nvPr/>
          </p:nvSpPr>
          <p:spPr>
            <a:xfrm>
              <a:off x="1488033" y="5827549"/>
              <a:ext cx="308417" cy="181191"/>
            </a:xfrm>
            <a:custGeom>
              <a:avLst/>
              <a:gdLst/>
              <a:ahLst/>
              <a:cxnLst/>
              <a:rect l="l" t="t" r="r" b="b"/>
              <a:pathLst>
                <a:path w="4475" h="2629" extrusionOk="0">
                  <a:moveTo>
                    <a:pt x="3140" y="1"/>
                  </a:moveTo>
                  <a:cubicBezTo>
                    <a:pt x="3140" y="1"/>
                    <a:pt x="1405" y="934"/>
                    <a:pt x="141" y="2418"/>
                  </a:cubicBezTo>
                  <a:cubicBezTo>
                    <a:pt x="1" y="2579"/>
                    <a:pt x="282" y="2629"/>
                    <a:pt x="673" y="2629"/>
                  </a:cubicBezTo>
                  <a:cubicBezTo>
                    <a:pt x="1315" y="2629"/>
                    <a:pt x="2258" y="2498"/>
                    <a:pt x="2258" y="2498"/>
                  </a:cubicBezTo>
                  <a:cubicBezTo>
                    <a:pt x="3351" y="863"/>
                    <a:pt x="4474" y="91"/>
                    <a:pt x="4474" y="91"/>
                  </a:cubicBezTo>
                  <a:lnTo>
                    <a:pt x="3140" y="1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7" name="Google Shape;827;p17"/>
            <p:cNvSpPr/>
            <p:nvPr/>
          </p:nvSpPr>
          <p:spPr>
            <a:xfrm>
              <a:off x="874867" y="5858011"/>
              <a:ext cx="421101" cy="132051"/>
            </a:xfrm>
            <a:custGeom>
              <a:avLst/>
              <a:gdLst/>
              <a:ahLst/>
              <a:cxnLst/>
              <a:rect l="l" t="t" r="r" b="b"/>
              <a:pathLst>
                <a:path w="6110" h="1916" extrusionOk="0">
                  <a:moveTo>
                    <a:pt x="4023" y="0"/>
                  </a:moveTo>
                  <a:cubicBezTo>
                    <a:pt x="4023" y="0"/>
                    <a:pt x="1917" y="140"/>
                    <a:pt x="392" y="1555"/>
                  </a:cubicBezTo>
                  <a:cubicBezTo>
                    <a:pt x="1" y="1916"/>
                    <a:pt x="2398" y="1916"/>
                    <a:pt x="2478" y="1916"/>
                  </a:cubicBezTo>
                  <a:cubicBezTo>
                    <a:pt x="3572" y="291"/>
                    <a:pt x="6109" y="0"/>
                    <a:pt x="6109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8" name="Google Shape;828;p17"/>
            <p:cNvSpPr/>
            <p:nvPr/>
          </p:nvSpPr>
          <p:spPr>
            <a:xfrm>
              <a:off x="1196302" y="5848983"/>
              <a:ext cx="333297" cy="146662"/>
            </a:xfrm>
            <a:custGeom>
              <a:avLst/>
              <a:gdLst/>
              <a:ahLst/>
              <a:cxnLst/>
              <a:rect l="l" t="t" r="r" b="b"/>
              <a:pathLst>
                <a:path w="4836" h="2128" extrusionOk="0">
                  <a:moveTo>
                    <a:pt x="3582" y="1"/>
                  </a:moveTo>
                  <a:cubicBezTo>
                    <a:pt x="3411" y="1"/>
                    <a:pt x="3261" y="11"/>
                    <a:pt x="3140" y="51"/>
                  </a:cubicBezTo>
                  <a:cubicBezTo>
                    <a:pt x="2127" y="332"/>
                    <a:pt x="1" y="1947"/>
                    <a:pt x="1" y="1947"/>
                  </a:cubicBezTo>
                  <a:lnTo>
                    <a:pt x="1877" y="2127"/>
                  </a:lnTo>
                  <a:cubicBezTo>
                    <a:pt x="1877" y="2127"/>
                    <a:pt x="3823" y="372"/>
                    <a:pt x="4836" y="161"/>
                  </a:cubicBezTo>
                  <a:cubicBezTo>
                    <a:pt x="4836" y="161"/>
                    <a:pt x="4154" y="1"/>
                    <a:pt x="358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9" name="Google Shape;829;p17"/>
            <p:cNvSpPr/>
            <p:nvPr/>
          </p:nvSpPr>
          <p:spPr>
            <a:xfrm>
              <a:off x="2507681" y="5867660"/>
              <a:ext cx="364380" cy="340189"/>
            </a:xfrm>
            <a:custGeom>
              <a:avLst/>
              <a:gdLst/>
              <a:ahLst/>
              <a:cxnLst/>
              <a:rect l="l" t="t" r="r" b="b"/>
              <a:pathLst>
                <a:path w="5287" h="4936" extrusionOk="0">
                  <a:moveTo>
                    <a:pt x="1" y="0"/>
                  </a:moveTo>
                  <a:lnTo>
                    <a:pt x="1" y="0"/>
                  </a:lnTo>
                  <a:cubicBezTo>
                    <a:pt x="1455" y="683"/>
                    <a:pt x="2629" y="2187"/>
                    <a:pt x="2699" y="4374"/>
                  </a:cubicBezTo>
                  <a:lnTo>
                    <a:pt x="5287" y="4936"/>
                  </a:lnTo>
                  <a:cubicBezTo>
                    <a:pt x="5287" y="4936"/>
                    <a:pt x="4685" y="1515"/>
                    <a:pt x="1596" y="2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0" name="Google Shape;830;p17"/>
            <p:cNvSpPr/>
            <p:nvPr/>
          </p:nvSpPr>
          <p:spPr>
            <a:xfrm>
              <a:off x="2531286" y="6433924"/>
              <a:ext cx="11026" cy="5513"/>
            </a:xfrm>
            <a:custGeom>
              <a:avLst/>
              <a:gdLst/>
              <a:ahLst/>
              <a:cxnLst/>
              <a:rect l="l" t="t" r="r" b="b"/>
              <a:pathLst>
                <a:path w="142" h="71" extrusionOk="0">
                  <a:moveTo>
                    <a:pt x="141" y="70"/>
                  </a:moveTo>
                  <a:lnTo>
                    <a:pt x="141" y="70"/>
                  </a:lnTo>
                  <a:lnTo>
                    <a:pt x="141" y="70"/>
                  </a:lnTo>
                  <a:close/>
                  <a:moveTo>
                    <a:pt x="141" y="70"/>
                  </a:moveTo>
                  <a:lnTo>
                    <a:pt x="141" y="70"/>
                  </a:lnTo>
                  <a:lnTo>
                    <a:pt x="141" y="70"/>
                  </a:lnTo>
                  <a:close/>
                  <a:moveTo>
                    <a:pt x="111" y="60"/>
                  </a:moveTo>
                  <a:cubicBezTo>
                    <a:pt x="101" y="50"/>
                    <a:pt x="101" y="50"/>
                    <a:pt x="101" y="50"/>
                  </a:cubicBezTo>
                  <a:cubicBezTo>
                    <a:pt x="101" y="50"/>
                    <a:pt x="101" y="50"/>
                    <a:pt x="111" y="60"/>
                  </a:cubicBezTo>
                  <a:close/>
                  <a:moveTo>
                    <a:pt x="71" y="40"/>
                  </a:moveTo>
                  <a:cubicBezTo>
                    <a:pt x="71" y="40"/>
                    <a:pt x="71" y="40"/>
                    <a:pt x="61" y="30"/>
                  </a:cubicBezTo>
                  <a:cubicBezTo>
                    <a:pt x="71" y="40"/>
                    <a:pt x="71" y="40"/>
                    <a:pt x="71" y="40"/>
                  </a:cubicBezTo>
                  <a:close/>
                  <a:moveTo>
                    <a:pt x="41" y="20"/>
                  </a:moveTo>
                  <a:cubicBezTo>
                    <a:pt x="41" y="20"/>
                    <a:pt x="31" y="20"/>
                    <a:pt x="31" y="20"/>
                  </a:cubicBezTo>
                  <a:cubicBezTo>
                    <a:pt x="31" y="20"/>
                    <a:pt x="41" y="20"/>
                    <a:pt x="41" y="20"/>
                  </a:cubicBezTo>
                  <a:close/>
                  <a:moveTo>
                    <a:pt x="1" y="1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0"/>
                  </a:cubicBezTo>
                  <a:close/>
                </a:path>
              </a:pathLst>
            </a:custGeom>
            <a:solidFill>
              <a:srgbClr val="D5E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831" name="Google Shape;831;p17"/>
          <p:cNvGrpSpPr/>
          <p:nvPr/>
        </p:nvGrpSpPr>
        <p:grpSpPr>
          <a:xfrm>
            <a:off x="-55133" y="4676324"/>
            <a:ext cx="4443632" cy="1316135"/>
            <a:chOff x="-13849" y="4011750"/>
            <a:chExt cx="3821164" cy="1131770"/>
          </a:xfrm>
        </p:grpSpPr>
        <p:sp>
          <p:nvSpPr>
            <p:cNvPr id="832" name="Google Shape;832;p17"/>
            <p:cNvSpPr/>
            <p:nvPr/>
          </p:nvSpPr>
          <p:spPr>
            <a:xfrm>
              <a:off x="5721" y="4011750"/>
              <a:ext cx="3801593" cy="1131770"/>
            </a:xfrm>
            <a:custGeom>
              <a:avLst/>
              <a:gdLst/>
              <a:ahLst/>
              <a:cxnLst/>
              <a:rect l="l" t="t" r="r" b="b"/>
              <a:pathLst>
                <a:path w="66444" h="19781" extrusionOk="0">
                  <a:moveTo>
                    <a:pt x="61" y="0"/>
                  </a:moveTo>
                  <a:lnTo>
                    <a:pt x="1" y="19781"/>
                  </a:lnTo>
                  <a:cubicBezTo>
                    <a:pt x="1" y="19781"/>
                    <a:pt x="29054" y="19749"/>
                    <a:pt x="48541" y="19749"/>
                  </a:cubicBezTo>
                  <a:cubicBezTo>
                    <a:pt x="58285" y="19749"/>
                    <a:pt x="65637" y="19757"/>
                    <a:pt x="65771" y="19781"/>
                  </a:cubicBezTo>
                  <a:cubicBezTo>
                    <a:pt x="65773" y="19781"/>
                    <a:pt x="65774" y="19781"/>
                    <a:pt x="65776" y="19781"/>
                  </a:cubicBezTo>
                  <a:cubicBezTo>
                    <a:pt x="66174" y="19781"/>
                    <a:pt x="66443" y="10853"/>
                    <a:pt x="66443" y="10853"/>
                  </a:cubicBezTo>
                  <a:cubicBezTo>
                    <a:pt x="45881" y="532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833" name="Google Shape;833;p17"/>
            <p:cNvGrpSpPr/>
            <p:nvPr/>
          </p:nvGrpSpPr>
          <p:grpSpPr>
            <a:xfrm>
              <a:off x="-13849" y="4011750"/>
              <a:ext cx="3801593" cy="1131760"/>
              <a:chOff x="-13849" y="4011750"/>
              <a:chExt cx="3801593" cy="1131760"/>
            </a:xfrm>
          </p:grpSpPr>
          <p:sp>
            <p:nvSpPr>
              <p:cNvPr id="834" name="Google Shape;834;p17"/>
              <p:cNvSpPr/>
              <p:nvPr/>
            </p:nvSpPr>
            <p:spPr>
              <a:xfrm>
                <a:off x="-2349" y="4373857"/>
                <a:ext cx="3790093" cy="374243"/>
              </a:xfrm>
              <a:custGeom>
                <a:avLst/>
                <a:gdLst/>
                <a:ahLst/>
                <a:cxnLst/>
                <a:rect l="l" t="t" r="r" b="b"/>
                <a:pathLst>
                  <a:path w="66243" h="6541" extrusionOk="0">
                    <a:moveTo>
                      <a:pt x="33954" y="1"/>
                    </a:moveTo>
                    <a:cubicBezTo>
                      <a:pt x="32128" y="1"/>
                      <a:pt x="30243" y="21"/>
                      <a:pt x="28307" y="61"/>
                    </a:cubicBezTo>
                    <a:cubicBezTo>
                      <a:pt x="19630" y="261"/>
                      <a:pt x="9429" y="633"/>
                      <a:pt x="0" y="2298"/>
                    </a:cubicBezTo>
                    <a:lnTo>
                      <a:pt x="71" y="6541"/>
                    </a:lnTo>
                    <a:cubicBezTo>
                      <a:pt x="4093" y="5467"/>
                      <a:pt x="14856" y="2990"/>
                      <a:pt x="28949" y="1916"/>
                    </a:cubicBezTo>
                    <a:cubicBezTo>
                      <a:pt x="32680" y="1636"/>
                      <a:pt x="36582" y="1435"/>
                      <a:pt x="40704" y="1435"/>
                    </a:cubicBezTo>
                    <a:cubicBezTo>
                      <a:pt x="47605" y="1435"/>
                      <a:pt x="55118" y="1987"/>
                      <a:pt x="63414" y="3642"/>
                    </a:cubicBezTo>
                    <a:cubicBezTo>
                      <a:pt x="63985" y="3752"/>
                      <a:pt x="65680" y="4906"/>
                      <a:pt x="66222" y="5006"/>
                    </a:cubicBezTo>
                    <a:cubicBezTo>
                      <a:pt x="66232" y="4725"/>
                      <a:pt x="66242" y="4554"/>
                      <a:pt x="66242" y="4524"/>
                    </a:cubicBezTo>
                    <a:cubicBezTo>
                      <a:pt x="66232" y="4524"/>
                      <a:pt x="66222" y="4514"/>
                      <a:pt x="66212" y="4514"/>
                    </a:cubicBezTo>
                    <a:cubicBezTo>
                      <a:pt x="66202" y="4504"/>
                      <a:pt x="66202" y="4504"/>
                      <a:pt x="66202" y="4504"/>
                    </a:cubicBezTo>
                    <a:cubicBezTo>
                      <a:pt x="66192" y="4504"/>
                      <a:pt x="66182" y="4494"/>
                      <a:pt x="66172" y="4494"/>
                    </a:cubicBezTo>
                    <a:cubicBezTo>
                      <a:pt x="66172" y="4494"/>
                      <a:pt x="66172" y="4494"/>
                      <a:pt x="66162" y="4484"/>
                    </a:cubicBezTo>
                    <a:cubicBezTo>
                      <a:pt x="66162" y="4484"/>
                      <a:pt x="66152" y="4484"/>
                      <a:pt x="66142" y="4474"/>
                    </a:cubicBezTo>
                    <a:lnTo>
                      <a:pt x="66132" y="4474"/>
                    </a:lnTo>
                    <a:cubicBezTo>
                      <a:pt x="66122" y="4464"/>
                      <a:pt x="66112" y="4464"/>
                      <a:pt x="66102" y="4464"/>
                    </a:cubicBezTo>
                    <a:cubicBezTo>
                      <a:pt x="66102" y="4454"/>
                      <a:pt x="66102" y="4454"/>
                      <a:pt x="66102" y="4454"/>
                    </a:cubicBezTo>
                    <a:cubicBezTo>
                      <a:pt x="64647" y="3732"/>
                      <a:pt x="63073" y="3060"/>
                      <a:pt x="61407" y="2438"/>
                    </a:cubicBezTo>
                    <a:cubicBezTo>
                      <a:pt x="57024" y="1054"/>
                      <a:pt x="46994" y="1"/>
                      <a:pt x="33954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35" name="Google Shape;835;p17"/>
              <p:cNvSpPr/>
              <p:nvPr/>
            </p:nvSpPr>
            <p:spPr>
              <a:xfrm>
                <a:off x="-13849" y="4558659"/>
                <a:ext cx="3549619" cy="584852"/>
              </a:xfrm>
              <a:custGeom>
                <a:avLst/>
                <a:gdLst/>
                <a:ahLst/>
                <a:cxnLst/>
                <a:rect l="l" t="t" r="r" b="b"/>
                <a:pathLst>
                  <a:path w="62040" h="10222" extrusionOk="0">
                    <a:moveTo>
                      <a:pt x="49993" y="0"/>
                    </a:moveTo>
                    <a:cubicBezTo>
                      <a:pt x="48458" y="0"/>
                      <a:pt x="46793" y="41"/>
                      <a:pt x="45028" y="121"/>
                    </a:cubicBezTo>
                    <a:cubicBezTo>
                      <a:pt x="31687" y="783"/>
                      <a:pt x="18006" y="1645"/>
                      <a:pt x="11" y="6611"/>
                    </a:cubicBezTo>
                    <a:lnTo>
                      <a:pt x="1" y="10222"/>
                    </a:lnTo>
                    <a:lnTo>
                      <a:pt x="71" y="10222"/>
                    </a:lnTo>
                    <a:cubicBezTo>
                      <a:pt x="1285" y="10222"/>
                      <a:pt x="18557" y="10201"/>
                      <a:pt x="35028" y="10191"/>
                    </a:cubicBezTo>
                    <a:cubicBezTo>
                      <a:pt x="45921" y="7122"/>
                      <a:pt x="62040" y="823"/>
                      <a:pt x="62040" y="823"/>
                    </a:cubicBezTo>
                    <a:cubicBezTo>
                      <a:pt x="62040" y="823"/>
                      <a:pt x="57366" y="0"/>
                      <a:pt x="49993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36" name="Google Shape;836;p17"/>
              <p:cNvSpPr/>
              <p:nvPr/>
            </p:nvSpPr>
            <p:spPr>
              <a:xfrm>
                <a:off x="-7499" y="4181046"/>
                <a:ext cx="3075535" cy="192872"/>
              </a:xfrm>
              <a:custGeom>
                <a:avLst/>
                <a:gdLst/>
                <a:ahLst/>
                <a:cxnLst/>
                <a:rect l="l" t="t" r="r" b="b"/>
                <a:pathLst>
                  <a:path w="53754" h="3371" extrusionOk="0">
                    <a:moveTo>
                      <a:pt x="16761" y="0"/>
                    </a:moveTo>
                    <a:cubicBezTo>
                      <a:pt x="9569" y="0"/>
                      <a:pt x="3601" y="311"/>
                      <a:pt x="0" y="622"/>
                    </a:cubicBezTo>
                    <a:lnTo>
                      <a:pt x="40" y="2759"/>
                    </a:lnTo>
                    <a:cubicBezTo>
                      <a:pt x="7854" y="1665"/>
                      <a:pt x="15848" y="1294"/>
                      <a:pt x="23171" y="1294"/>
                    </a:cubicBezTo>
                    <a:cubicBezTo>
                      <a:pt x="39340" y="1294"/>
                      <a:pt x="52159" y="3130"/>
                      <a:pt x="52159" y="3130"/>
                    </a:cubicBezTo>
                    <a:lnTo>
                      <a:pt x="53754" y="3371"/>
                    </a:lnTo>
                    <a:cubicBezTo>
                      <a:pt x="52430" y="3020"/>
                      <a:pt x="51076" y="2689"/>
                      <a:pt x="49702" y="2368"/>
                    </a:cubicBezTo>
                    <a:cubicBezTo>
                      <a:pt x="38317" y="552"/>
                      <a:pt x="26431" y="0"/>
                      <a:pt x="16761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37" name="Google Shape;837;p17"/>
              <p:cNvSpPr/>
              <p:nvPr/>
            </p:nvSpPr>
            <p:spPr>
              <a:xfrm>
                <a:off x="-10931" y="4011750"/>
                <a:ext cx="2320297" cy="202656"/>
              </a:xfrm>
              <a:custGeom>
                <a:avLst/>
                <a:gdLst/>
                <a:ahLst/>
                <a:cxnLst/>
                <a:rect l="l" t="t" r="r" b="b"/>
                <a:pathLst>
                  <a:path w="40554" h="3542" extrusionOk="0">
                    <a:moveTo>
                      <a:pt x="10" y="0"/>
                    </a:moveTo>
                    <a:lnTo>
                      <a:pt x="0" y="1565"/>
                    </a:lnTo>
                    <a:cubicBezTo>
                      <a:pt x="1675" y="1485"/>
                      <a:pt x="3631" y="1455"/>
                      <a:pt x="5778" y="1455"/>
                    </a:cubicBezTo>
                    <a:cubicBezTo>
                      <a:pt x="16089" y="1455"/>
                      <a:pt x="30844" y="2297"/>
                      <a:pt x="40553" y="3541"/>
                    </a:cubicBezTo>
                    <a:cubicBezTo>
                      <a:pt x="21546" y="372"/>
                      <a:pt x="1705" y="30"/>
                      <a:pt x="110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838" name="Google Shape;838;p17"/>
          <p:cNvGrpSpPr/>
          <p:nvPr/>
        </p:nvGrpSpPr>
        <p:grpSpPr>
          <a:xfrm>
            <a:off x="1888320" y="4213958"/>
            <a:ext cx="7318608" cy="1849125"/>
            <a:chOff x="1888320" y="3587521"/>
            <a:chExt cx="7318608" cy="1849125"/>
          </a:xfrm>
        </p:grpSpPr>
        <p:sp>
          <p:nvSpPr>
            <p:cNvPr id="839" name="Google Shape;839;p17"/>
            <p:cNvSpPr/>
            <p:nvPr/>
          </p:nvSpPr>
          <p:spPr>
            <a:xfrm rot="143046">
              <a:off x="1917384" y="3737863"/>
              <a:ext cx="7260480" cy="1548441"/>
            </a:xfrm>
            <a:custGeom>
              <a:avLst/>
              <a:gdLst/>
              <a:ahLst/>
              <a:cxnLst/>
              <a:rect l="l" t="t" r="r" b="b"/>
              <a:pathLst>
                <a:path w="93506" h="19942" extrusionOk="0">
                  <a:moveTo>
                    <a:pt x="93505" y="1"/>
                  </a:moveTo>
                  <a:cubicBezTo>
                    <a:pt x="93504" y="1"/>
                    <a:pt x="16962" y="15739"/>
                    <a:pt x="1" y="19941"/>
                  </a:cubicBezTo>
                  <a:lnTo>
                    <a:pt x="93375" y="17905"/>
                  </a:lnTo>
                  <a:lnTo>
                    <a:pt x="93505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lt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0" name="Google Shape;840;p17"/>
            <p:cNvSpPr/>
            <p:nvPr/>
          </p:nvSpPr>
          <p:spPr>
            <a:xfrm rot="143046">
              <a:off x="5997787" y="4442569"/>
              <a:ext cx="3158223" cy="781985"/>
            </a:xfrm>
            <a:custGeom>
              <a:avLst/>
              <a:gdLst/>
              <a:ahLst/>
              <a:cxnLst/>
              <a:rect l="l" t="t" r="r" b="b"/>
              <a:pathLst>
                <a:path w="40674" h="10071" extrusionOk="0">
                  <a:moveTo>
                    <a:pt x="33653" y="10071"/>
                  </a:moveTo>
                  <a:lnTo>
                    <a:pt x="33653" y="10071"/>
                  </a:lnTo>
                  <a:lnTo>
                    <a:pt x="40674" y="9920"/>
                  </a:lnTo>
                  <a:lnTo>
                    <a:pt x="33653" y="10071"/>
                  </a:lnTo>
                  <a:close/>
                  <a:moveTo>
                    <a:pt x="0" y="502"/>
                  </a:moveTo>
                  <a:lnTo>
                    <a:pt x="0" y="502"/>
                  </a:lnTo>
                  <a:cubicBezTo>
                    <a:pt x="803" y="331"/>
                    <a:pt x="1595" y="161"/>
                    <a:pt x="2387" y="0"/>
                  </a:cubicBezTo>
                  <a:cubicBezTo>
                    <a:pt x="1595" y="161"/>
                    <a:pt x="803" y="331"/>
                    <a:pt x="0" y="502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1" name="Google Shape;841;p17"/>
            <p:cNvSpPr/>
            <p:nvPr/>
          </p:nvSpPr>
          <p:spPr>
            <a:xfrm rot="143046">
              <a:off x="5998047" y="4430090"/>
              <a:ext cx="3158999" cy="794486"/>
            </a:xfrm>
            <a:custGeom>
              <a:avLst/>
              <a:gdLst/>
              <a:ahLst/>
              <a:cxnLst/>
              <a:rect l="l" t="t" r="r" b="b"/>
              <a:pathLst>
                <a:path w="40684" h="10232" extrusionOk="0">
                  <a:moveTo>
                    <a:pt x="3150" y="1"/>
                  </a:moveTo>
                  <a:cubicBezTo>
                    <a:pt x="2899" y="51"/>
                    <a:pt x="2648" y="101"/>
                    <a:pt x="2387" y="161"/>
                  </a:cubicBezTo>
                  <a:cubicBezTo>
                    <a:pt x="1595" y="322"/>
                    <a:pt x="803" y="492"/>
                    <a:pt x="0" y="663"/>
                  </a:cubicBezTo>
                  <a:cubicBezTo>
                    <a:pt x="11716" y="1676"/>
                    <a:pt x="25879" y="6982"/>
                    <a:pt x="33653" y="10232"/>
                  </a:cubicBezTo>
                  <a:lnTo>
                    <a:pt x="40674" y="10081"/>
                  </a:lnTo>
                  <a:lnTo>
                    <a:pt x="40684" y="9409"/>
                  </a:lnTo>
                  <a:cubicBezTo>
                    <a:pt x="38066" y="8286"/>
                    <a:pt x="31947" y="5828"/>
                    <a:pt x="23672" y="3571"/>
                  </a:cubicBezTo>
                  <a:cubicBezTo>
                    <a:pt x="17764" y="1957"/>
                    <a:pt x="10763" y="422"/>
                    <a:pt x="315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2" name="Google Shape;842;p17"/>
            <p:cNvSpPr/>
            <p:nvPr/>
          </p:nvSpPr>
          <p:spPr>
            <a:xfrm rot="143046">
              <a:off x="6673450" y="4294666"/>
              <a:ext cx="2496280" cy="622420"/>
            </a:xfrm>
            <a:custGeom>
              <a:avLst/>
              <a:gdLst/>
              <a:ahLst/>
              <a:cxnLst/>
              <a:rect l="l" t="t" r="r" b="b"/>
              <a:pathLst>
                <a:path w="32149" h="8016" extrusionOk="0">
                  <a:moveTo>
                    <a:pt x="3792" y="1"/>
                  </a:moveTo>
                  <a:cubicBezTo>
                    <a:pt x="2568" y="252"/>
                    <a:pt x="1334" y="512"/>
                    <a:pt x="80" y="773"/>
                  </a:cubicBezTo>
                  <a:lnTo>
                    <a:pt x="0" y="793"/>
                  </a:lnTo>
                  <a:cubicBezTo>
                    <a:pt x="8035" y="1355"/>
                    <a:pt x="22158" y="3792"/>
                    <a:pt x="32128" y="8015"/>
                  </a:cubicBezTo>
                  <a:lnTo>
                    <a:pt x="32148" y="4805"/>
                  </a:lnTo>
                  <a:cubicBezTo>
                    <a:pt x="27133" y="3592"/>
                    <a:pt x="13572" y="482"/>
                    <a:pt x="3792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3" name="Google Shape;843;p17"/>
            <p:cNvSpPr/>
            <p:nvPr/>
          </p:nvSpPr>
          <p:spPr>
            <a:xfrm rot="143046">
              <a:off x="5401255" y="4552724"/>
              <a:ext cx="2533706" cy="668387"/>
            </a:xfrm>
            <a:custGeom>
              <a:avLst/>
              <a:gdLst/>
              <a:ahLst/>
              <a:cxnLst/>
              <a:rect l="l" t="t" r="r" b="b"/>
              <a:pathLst>
                <a:path w="32631" h="8608" extrusionOk="0">
                  <a:moveTo>
                    <a:pt x="21205" y="8607"/>
                  </a:moveTo>
                  <a:cubicBezTo>
                    <a:pt x="21205" y="8607"/>
                    <a:pt x="21205" y="8607"/>
                    <a:pt x="21205" y="8607"/>
                  </a:cubicBezTo>
                  <a:lnTo>
                    <a:pt x="32630" y="8356"/>
                  </a:lnTo>
                  <a:lnTo>
                    <a:pt x="32630" y="8356"/>
                  </a:lnTo>
                  <a:lnTo>
                    <a:pt x="21205" y="8607"/>
                  </a:lnTo>
                  <a:close/>
                  <a:moveTo>
                    <a:pt x="1" y="201"/>
                  </a:moveTo>
                  <a:cubicBezTo>
                    <a:pt x="322" y="131"/>
                    <a:pt x="643" y="61"/>
                    <a:pt x="964" y="1"/>
                  </a:cubicBezTo>
                  <a:cubicBezTo>
                    <a:pt x="643" y="61"/>
                    <a:pt x="322" y="131"/>
                    <a:pt x="1" y="20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4" name="Google Shape;844;p17"/>
            <p:cNvSpPr/>
            <p:nvPr/>
          </p:nvSpPr>
          <p:spPr>
            <a:xfrm rot="143046">
              <a:off x="5301147" y="4535112"/>
              <a:ext cx="2634182" cy="683917"/>
            </a:xfrm>
            <a:custGeom>
              <a:avLst/>
              <a:gdLst/>
              <a:ahLst/>
              <a:cxnLst/>
              <a:rect l="l" t="t" r="r" b="b"/>
              <a:pathLst>
                <a:path w="33925" h="8808" extrusionOk="0">
                  <a:moveTo>
                    <a:pt x="3211" y="0"/>
                  </a:moveTo>
                  <a:cubicBezTo>
                    <a:pt x="2890" y="60"/>
                    <a:pt x="2569" y="131"/>
                    <a:pt x="2258" y="201"/>
                  </a:cubicBezTo>
                  <a:cubicBezTo>
                    <a:pt x="1937" y="261"/>
                    <a:pt x="1616" y="331"/>
                    <a:pt x="1295" y="401"/>
                  </a:cubicBezTo>
                  <a:cubicBezTo>
                    <a:pt x="864" y="492"/>
                    <a:pt x="432" y="582"/>
                    <a:pt x="1" y="672"/>
                  </a:cubicBezTo>
                  <a:cubicBezTo>
                    <a:pt x="10804" y="2759"/>
                    <a:pt x="18337" y="6470"/>
                    <a:pt x="22499" y="8807"/>
                  </a:cubicBezTo>
                  <a:lnTo>
                    <a:pt x="33924" y="8556"/>
                  </a:lnTo>
                  <a:cubicBezTo>
                    <a:pt x="24967" y="3902"/>
                    <a:pt x="12359" y="933"/>
                    <a:pt x="3211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5" name="Google Shape;845;p17"/>
            <p:cNvSpPr/>
            <p:nvPr/>
          </p:nvSpPr>
          <p:spPr>
            <a:xfrm rot="143046">
              <a:off x="6061508" y="5216857"/>
              <a:ext cx="252431" cy="5513"/>
            </a:xfrm>
            <a:custGeom>
              <a:avLst/>
              <a:gdLst/>
              <a:ahLst/>
              <a:cxnLst/>
              <a:rect l="l" t="t" r="r" b="b"/>
              <a:pathLst>
                <a:path w="3251" h="71" extrusionOk="0">
                  <a:moveTo>
                    <a:pt x="0" y="71"/>
                  </a:moveTo>
                  <a:lnTo>
                    <a:pt x="3250" y="1"/>
                  </a:lnTo>
                  <a:lnTo>
                    <a:pt x="3250" y="1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6" name="Google Shape;846;p17"/>
            <p:cNvSpPr/>
            <p:nvPr/>
          </p:nvSpPr>
          <p:spPr>
            <a:xfrm rot="143046">
              <a:off x="4636540" y="4632656"/>
              <a:ext cx="1689448" cy="566359"/>
            </a:xfrm>
            <a:custGeom>
              <a:avLst/>
              <a:gdLst/>
              <a:ahLst/>
              <a:cxnLst/>
              <a:rect l="l" t="t" r="r" b="b"/>
              <a:pathLst>
                <a:path w="21758" h="7294" extrusionOk="0">
                  <a:moveTo>
                    <a:pt x="2910" y="1"/>
                  </a:moveTo>
                  <a:cubicBezTo>
                    <a:pt x="1937" y="202"/>
                    <a:pt x="964" y="412"/>
                    <a:pt x="1" y="613"/>
                  </a:cubicBezTo>
                  <a:cubicBezTo>
                    <a:pt x="2709" y="1536"/>
                    <a:pt x="5417" y="2709"/>
                    <a:pt x="7022" y="3381"/>
                  </a:cubicBezTo>
                  <a:cubicBezTo>
                    <a:pt x="12158" y="5528"/>
                    <a:pt x="14134" y="6711"/>
                    <a:pt x="14906" y="7293"/>
                  </a:cubicBezTo>
                  <a:lnTo>
                    <a:pt x="18507" y="7213"/>
                  </a:lnTo>
                  <a:lnTo>
                    <a:pt x="21757" y="7143"/>
                  </a:lnTo>
                  <a:cubicBezTo>
                    <a:pt x="18878" y="4113"/>
                    <a:pt x="9711" y="1335"/>
                    <a:pt x="291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7" name="Google Shape;847;p17"/>
            <p:cNvSpPr/>
            <p:nvPr/>
          </p:nvSpPr>
          <p:spPr>
            <a:xfrm rot="143046">
              <a:off x="7395956" y="4106506"/>
              <a:ext cx="1791399" cy="352907"/>
            </a:xfrm>
            <a:custGeom>
              <a:avLst/>
              <a:gdLst/>
              <a:ahLst/>
              <a:cxnLst/>
              <a:rect l="l" t="t" r="r" b="b"/>
              <a:pathLst>
                <a:path w="23071" h="4545" extrusionOk="0">
                  <a:moveTo>
                    <a:pt x="9399" y="1"/>
                  </a:moveTo>
                  <a:cubicBezTo>
                    <a:pt x="8666" y="1"/>
                    <a:pt x="7904" y="11"/>
                    <a:pt x="7112" y="31"/>
                  </a:cubicBezTo>
                  <a:cubicBezTo>
                    <a:pt x="4895" y="482"/>
                    <a:pt x="2518" y="984"/>
                    <a:pt x="0" y="1505"/>
                  </a:cubicBezTo>
                  <a:cubicBezTo>
                    <a:pt x="7573" y="1636"/>
                    <a:pt x="18918" y="2990"/>
                    <a:pt x="23040" y="4545"/>
                  </a:cubicBezTo>
                  <a:lnTo>
                    <a:pt x="23060" y="2749"/>
                  </a:lnTo>
                  <a:lnTo>
                    <a:pt x="23070" y="1154"/>
                  </a:lnTo>
                  <a:cubicBezTo>
                    <a:pt x="23060" y="1154"/>
                    <a:pt x="18767" y="1"/>
                    <a:pt x="9399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8" name="Google Shape;848;p17"/>
            <p:cNvSpPr/>
            <p:nvPr/>
          </p:nvSpPr>
          <p:spPr>
            <a:xfrm rot="143046">
              <a:off x="8460094" y="3874023"/>
              <a:ext cx="743860" cy="153509"/>
            </a:xfrm>
            <a:custGeom>
              <a:avLst/>
              <a:gdLst/>
              <a:ahLst/>
              <a:cxnLst/>
              <a:rect l="l" t="t" r="r" b="b"/>
              <a:pathLst>
                <a:path w="9580" h="1977" extrusionOk="0">
                  <a:moveTo>
                    <a:pt x="9569" y="1"/>
                  </a:moveTo>
                  <a:lnTo>
                    <a:pt x="9569" y="11"/>
                  </a:lnTo>
                  <a:lnTo>
                    <a:pt x="9549" y="11"/>
                  </a:lnTo>
                  <a:cubicBezTo>
                    <a:pt x="9228" y="71"/>
                    <a:pt x="5627" y="813"/>
                    <a:pt x="0" y="1977"/>
                  </a:cubicBezTo>
                  <a:cubicBezTo>
                    <a:pt x="4032" y="1887"/>
                    <a:pt x="7443" y="1846"/>
                    <a:pt x="9569" y="1826"/>
                  </a:cubicBezTo>
                  <a:lnTo>
                    <a:pt x="9579" y="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9" name="Google Shape;849;p17"/>
            <p:cNvSpPr/>
            <p:nvPr/>
          </p:nvSpPr>
          <p:spPr>
            <a:xfrm rot="143046">
              <a:off x="3990951" y="4756076"/>
              <a:ext cx="1383285" cy="396467"/>
            </a:xfrm>
            <a:custGeom>
              <a:avLst/>
              <a:gdLst/>
              <a:ahLst/>
              <a:cxnLst/>
              <a:rect l="l" t="t" r="r" b="b"/>
              <a:pathLst>
                <a:path w="17815" h="5106" extrusionOk="0">
                  <a:moveTo>
                    <a:pt x="1716" y="0"/>
                  </a:moveTo>
                  <a:cubicBezTo>
                    <a:pt x="1134" y="120"/>
                    <a:pt x="562" y="241"/>
                    <a:pt x="1" y="361"/>
                  </a:cubicBezTo>
                  <a:cubicBezTo>
                    <a:pt x="3190" y="1615"/>
                    <a:pt x="11295" y="5106"/>
                    <a:pt x="11295" y="5106"/>
                  </a:cubicBezTo>
                  <a:lnTo>
                    <a:pt x="17815" y="3912"/>
                  </a:lnTo>
                  <a:cubicBezTo>
                    <a:pt x="17815" y="3912"/>
                    <a:pt x="8627" y="1344"/>
                    <a:pt x="1716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50" name="Google Shape;850;p17"/>
            <p:cNvSpPr/>
            <p:nvPr/>
          </p:nvSpPr>
          <p:spPr>
            <a:xfrm rot="143046">
              <a:off x="3540962" y="4844831"/>
              <a:ext cx="784314" cy="331088"/>
            </a:xfrm>
            <a:custGeom>
              <a:avLst/>
              <a:gdLst/>
              <a:ahLst/>
              <a:cxnLst/>
              <a:rect l="l" t="t" r="r" b="b"/>
              <a:pathLst>
                <a:path w="10101" h="4264" extrusionOk="0">
                  <a:moveTo>
                    <a:pt x="4534" y="4264"/>
                  </a:moveTo>
                  <a:cubicBezTo>
                    <a:pt x="4534" y="4264"/>
                    <a:pt x="4534" y="4264"/>
                    <a:pt x="4534" y="4264"/>
                  </a:cubicBezTo>
                  <a:lnTo>
                    <a:pt x="10101" y="4143"/>
                  </a:lnTo>
                  <a:lnTo>
                    <a:pt x="4534" y="4264"/>
                  </a:lnTo>
                  <a:close/>
                  <a:moveTo>
                    <a:pt x="0" y="61"/>
                  </a:moveTo>
                  <a:cubicBezTo>
                    <a:pt x="90" y="41"/>
                    <a:pt x="191" y="21"/>
                    <a:pt x="281" y="1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191" y="21"/>
                    <a:pt x="90" y="41"/>
                    <a:pt x="0" y="6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51" name="Google Shape;851;p17"/>
            <p:cNvSpPr/>
            <p:nvPr/>
          </p:nvSpPr>
          <p:spPr>
            <a:xfrm rot="143046">
              <a:off x="3251978" y="4844116"/>
              <a:ext cx="1328000" cy="331088"/>
            </a:xfrm>
            <a:custGeom>
              <a:avLst/>
              <a:gdLst/>
              <a:ahLst/>
              <a:cxnLst/>
              <a:rect l="l" t="t" r="r" b="b"/>
              <a:pathLst>
                <a:path w="17103" h="4264" extrusionOk="0">
                  <a:moveTo>
                    <a:pt x="4003" y="1"/>
                  </a:moveTo>
                  <a:cubicBezTo>
                    <a:pt x="3913" y="21"/>
                    <a:pt x="3812" y="41"/>
                    <a:pt x="3722" y="61"/>
                  </a:cubicBezTo>
                  <a:cubicBezTo>
                    <a:pt x="2448" y="332"/>
                    <a:pt x="1205" y="603"/>
                    <a:pt x="1" y="873"/>
                  </a:cubicBezTo>
                  <a:cubicBezTo>
                    <a:pt x="1776" y="1545"/>
                    <a:pt x="5648" y="3160"/>
                    <a:pt x="8256" y="4264"/>
                  </a:cubicBezTo>
                  <a:lnTo>
                    <a:pt x="13823" y="4143"/>
                  </a:lnTo>
                  <a:lnTo>
                    <a:pt x="17103" y="4073"/>
                  </a:lnTo>
                  <a:cubicBezTo>
                    <a:pt x="15719" y="3562"/>
                    <a:pt x="9640" y="1335"/>
                    <a:pt x="4003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852" name="Google Shape;852;p17"/>
          <p:cNvGrpSpPr/>
          <p:nvPr/>
        </p:nvGrpSpPr>
        <p:grpSpPr>
          <a:xfrm flipH="1">
            <a:off x="121030" y="4640507"/>
            <a:ext cx="8901933" cy="1094777"/>
            <a:chOff x="-75995" y="4254507"/>
            <a:chExt cx="8901933" cy="1094777"/>
          </a:xfrm>
        </p:grpSpPr>
        <p:grpSp>
          <p:nvGrpSpPr>
            <p:cNvPr id="853" name="Google Shape;853;p17"/>
            <p:cNvGrpSpPr/>
            <p:nvPr/>
          </p:nvGrpSpPr>
          <p:grpSpPr>
            <a:xfrm>
              <a:off x="1847659" y="4405094"/>
              <a:ext cx="5081829" cy="944189"/>
              <a:chOff x="238125" y="2195725"/>
              <a:chExt cx="7120400" cy="1322950"/>
            </a:xfrm>
          </p:grpSpPr>
          <p:sp>
            <p:nvSpPr>
              <p:cNvPr id="854" name="Google Shape;854;p17"/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55" name="Google Shape;855;p17"/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56" name="Google Shape;856;p17"/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57" name="Google Shape;857;p17"/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58" name="Google Shape;858;p17"/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59" name="Google Shape;859;p17"/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60" name="Google Shape;860;p17"/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61" name="Google Shape;861;p17"/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62" name="Google Shape;862;p17"/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63" name="Google Shape;863;p17"/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64" name="Google Shape;864;p17"/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65" name="Google Shape;865;p17"/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66" name="Google Shape;866;p17"/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67" name="Google Shape;867;p17"/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68" name="Google Shape;868;p17"/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69" name="Google Shape;869;p17"/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70" name="Google Shape;870;p17"/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71" name="Google Shape;871;p17"/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72" name="Google Shape;872;p17"/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73" name="Google Shape;873;p17"/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74" name="Google Shape;874;p17"/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75" name="Google Shape;875;p17"/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76" name="Google Shape;876;p17"/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77" name="Google Shape;877;p17"/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78" name="Google Shape;878;p17"/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79" name="Google Shape;879;p17"/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80" name="Google Shape;880;p17"/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81" name="Google Shape;881;p17"/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82" name="Google Shape;882;p17"/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83" name="Google Shape;883;p17"/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84" name="Google Shape;884;p17"/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85" name="Google Shape;885;p17"/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86" name="Google Shape;886;p17"/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87" name="Google Shape;887;p17"/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88" name="Google Shape;888;p17"/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89" name="Google Shape;889;p17"/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90" name="Google Shape;890;p17"/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91" name="Google Shape;891;p17"/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92" name="Google Shape;892;p17"/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93" name="Google Shape;893;p17"/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94" name="Google Shape;894;p17"/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95" name="Google Shape;895;p17"/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96" name="Google Shape;896;p17"/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97" name="Google Shape;897;p17"/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98" name="Google Shape;898;p17"/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899" name="Google Shape;899;p17"/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00" name="Google Shape;900;p17"/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01" name="Google Shape;901;p17"/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02" name="Google Shape;902;p17"/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03" name="Google Shape;903;p17"/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04" name="Google Shape;904;p17"/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05" name="Google Shape;905;p17"/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06" name="Google Shape;906;p17"/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07" name="Google Shape;907;p17"/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08" name="Google Shape;908;p17"/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09" name="Google Shape;909;p17"/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10" name="Google Shape;910;p17"/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11" name="Google Shape;911;p17"/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12" name="Google Shape;912;p17"/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13" name="Google Shape;913;p17"/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14" name="Google Shape;914;p17"/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15" name="Google Shape;915;p17"/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16" name="Google Shape;916;p17"/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17" name="Google Shape;917;p17"/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18" name="Google Shape;918;p17"/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19" name="Google Shape;919;p17"/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0" name="Google Shape;920;p17"/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1" name="Google Shape;921;p17"/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2" name="Google Shape;922;p17"/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3" name="Google Shape;923;p17"/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4" name="Google Shape;924;p17"/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5" name="Google Shape;925;p17"/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6" name="Google Shape;926;p17"/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7" name="Google Shape;927;p17"/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8" name="Google Shape;928;p17"/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29" name="Google Shape;929;p17"/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0" name="Google Shape;930;p17"/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1" name="Google Shape;931;p17"/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2" name="Google Shape;932;p17"/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3" name="Google Shape;933;p17"/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4" name="Google Shape;934;p17"/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5" name="Google Shape;935;p17"/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6" name="Google Shape;936;p17"/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7" name="Google Shape;937;p17"/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8" name="Google Shape;938;p17"/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39" name="Google Shape;939;p17"/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40" name="Google Shape;940;p17"/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41" name="Google Shape;941;p17"/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42" name="Google Shape;942;p17"/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43" name="Google Shape;943;p17"/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44" name="Google Shape;944;p17"/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45" name="Google Shape;945;p17"/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46" name="Google Shape;946;p17"/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47" name="Google Shape;947;p17"/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48" name="Google Shape;948;p17"/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49" name="Google Shape;949;p17"/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50" name="Google Shape;950;p17"/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51" name="Google Shape;951;p17"/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52" name="Google Shape;952;p17"/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53" name="Google Shape;953;p17"/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54" name="Google Shape;954;p17"/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55" name="Google Shape;955;p17"/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56" name="Google Shape;956;p17"/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57" name="Google Shape;957;p17"/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58" name="Google Shape;958;p17"/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59" name="Google Shape;959;p17"/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60" name="Google Shape;960;p17"/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61" name="Google Shape;961;p17"/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62" name="Google Shape;962;p17"/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63" name="Google Shape;963;p17"/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64" name="Google Shape;964;p17"/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65" name="Google Shape;965;p17"/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66" name="Google Shape;966;p17"/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67" name="Google Shape;967;p17"/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68" name="Google Shape;968;p17"/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69" name="Google Shape;969;p17"/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70" name="Google Shape;970;p17"/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71" name="Google Shape;971;p17"/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72" name="Google Shape;972;p17"/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73" name="Google Shape;973;p17"/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74" name="Google Shape;974;p17"/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75" name="Google Shape;975;p17"/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76" name="Google Shape;976;p17"/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77" name="Google Shape;977;p17"/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78" name="Google Shape;978;p17"/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79" name="Google Shape;979;p17"/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80" name="Google Shape;980;p17"/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81" name="Google Shape;981;p17"/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82" name="Google Shape;982;p17"/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83" name="Google Shape;983;p17"/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84" name="Google Shape;984;p17"/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85" name="Google Shape;985;p17"/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86" name="Google Shape;986;p17"/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87" name="Google Shape;987;p17"/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88" name="Google Shape;988;p17"/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89" name="Google Shape;989;p17"/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90" name="Google Shape;990;p17"/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91" name="Google Shape;991;p17"/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92" name="Google Shape;992;p17"/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93" name="Google Shape;993;p17"/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94" name="Google Shape;994;p17"/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95" name="Google Shape;995;p17"/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96" name="Google Shape;996;p17"/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97" name="Google Shape;997;p17"/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98" name="Google Shape;998;p17"/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999" name="Google Shape;999;p17"/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00" name="Google Shape;1000;p17"/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001" name="Google Shape;1001;p17"/>
            <p:cNvGrpSpPr/>
            <p:nvPr/>
          </p:nvGrpSpPr>
          <p:grpSpPr>
            <a:xfrm>
              <a:off x="3744109" y="4254507"/>
              <a:ext cx="5081829" cy="944189"/>
              <a:chOff x="238125" y="2195725"/>
              <a:chExt cx="7120400" cy="1322950"/>
            </a:xfrm>
          </p:grpSpPr>
          <p:sp>
            <p:nvSpPr>
              <p:cNvPr id="1002" name="Google Shape;1002;p17"/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03" name="Google Shape;1003;p17"/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04" name="Google Shape;1004;p17"/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05" name="Google Shape;1005;p17"/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06" name="Google Shape;1006;p17"/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07" name="Google Shape;1007;p17"/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08" name="Google Shape;1008;p17"/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09" name="Google Shape;1009;p17"/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10" name="Google Shape;1010;p17"/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11" name="Google Shape;1011;p17"/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12" name="Google Shape;1012;p17"/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13" name="Google Shape;1013;p17"/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14" name="Google Shape;1014;p17"/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15" name="Google Shape;1015;p17"/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16" name="Google Shape;1016;p17"/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17" name="Google Shape;1017;p17"/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18" name="Google Shape;1018;p17"/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19" name="Google Shape;1019;p17"/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20" name="Google Shape;1020;p17"/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21" name="Google Shape;1021;p17"/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22" name="Google Shape;1022;p17"/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23" name="Google Shape;1023;p17"/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24" name="Google Shape;1024;p17"/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25" name="Google Shape;1025;p17"/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26" name="Google Shape;1026;p17"/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27" name="Google Shape;1027;p17"/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28" name="Google Shape;1028;p17"/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29" name="Google Shape;1029;p17"/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30" name="Google Shape;1030;p17"/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31" name="Google Shape;1031;p17"/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32" name="Google Shape;1032;p17"/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33" name="Google Shape;1033;p17"/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34" name="Google Shape;1034;p17"/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35" name="Google Shape;1035;p17"/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36" name="Google Shape;1036;p17"/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37" name="Google Shape;1037;p17"/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38" name="Google Shape;1038;p17"/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39" name="Google Shape;1039;p17"/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40" name="Google Shape;1040;p17"/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41" name="Google Shape;1041;p17"/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42" name="Google Shape;1042;p17"/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43" name="Google Shape;1043;p17"/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44" name="Google Shape;1044;p17"/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45" name="Google Shape;1045;p17"/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46" name="Google Shape;1046;p17"/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47" name="Google Shape;1047;p17"/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48" name="Google Shape;1048;p17"/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49" name="Google Shape;1049;p17"/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50" name="Google Shape;1050;p17"/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51" name="Google Shape;1051;p17"/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52" name="Google Shape;1052;p17"/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53" name="Google Shape;1053;p17"/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54" name="Google Shape;1054;p17"/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55" name="Google Shape;1055;p17"/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56" name="Google Shape;1056;p17"/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57" name="Google Shape;1057;p17"/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58" name="Google Shape;1058;p17"/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59" name="Google Shape;1059;p17"/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60" name="Google Shape;1060;p17"/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61" name="Google Shape;1061;p17"/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62" name="Google Shape;1062;p17"/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63" name="Google Shape;1063;p17"/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64" name="Google Shape;1064;p17"/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65" name="Google Shape;1065;p17"/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66" name="Google Shape;1066;p17"/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67" name="Google Shape;1067;p17"/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68" name="Google Shape;1068;p17"/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69" name="Google Shape;1069;p17"/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70" name="Google Shape;1070;p17"/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71" name="Google Shape;1071;p17"/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72" name="Google Shape;1072;p17"/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73" name="Google Shape;1073;p17"/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74" name="Google Shape;1074;p17"/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75" name="Google Shape;1075;p17"/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76" name="Google Shape;1076;p17"/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77" name="Google Shape;1077;p17"/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78" name="Google Shape;1078;p17"/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79" name="Google Shape;1079;p17"/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80" name="Google Shape;1080;p17"/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81" name="Google Shape;1081;p17"/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82" name="Google Shape;1082;p17"/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83" name="Google Shape;1083;p17"/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84" name="Google Shape;1084;p17"/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85" name="Google Shape;1085;p17"/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86" name="Google Shape;1086;p17"/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87" name="Google Shape;1087;p17"/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88" name="Google Shape;1088;p17"/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89" name="Google Shape;1089;p17"/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90" name="Google Shape;1090;p17"/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91" name="Google Shape;1091;p17"/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92" name="Google Shape;1092;p17"/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93" name="Google Shape;1093;p17"/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94" name="Google Shape;1094;p17"/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95" name="Google Shape;1095;p17"/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96" name="Google Shape;1096;p17"/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97" name="Google Shape;1097;p17"/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98" name="Google Shape;1098;p17"/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099" name="Google Shape;1099;p17"/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00" name="Google Shape;1100;p17"/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01" name="Google Shape;1101;p17"/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02" name="Google Shape;1102;p17"/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03" name="Google Shape;1103;p17"/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04" name="Google Shape;1104;p17"/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05" name="Google Shape;1105;p17"/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06" name="Google Shape;1106;p17"/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07" name="Google Shape;1107;p17"/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08" name="Google Shape;1108;p17"/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09" name="Google Shape;1109;p17"/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10" name="Google Shape;1110;p17"/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11" name="Google Shape;1111;p17"/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12" name="Google Shape;1112;p17"/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13" name="Google Shape;1113;p17"/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14" name="Google Shape;1114;p17"/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15" name="Google Shape;1115;p17"/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16" name="Google Shape;1116;p17"/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17" name="Google Shape;1117;p17"/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18" name="Google Shape;1118;p17"/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19" name="Google Shape;1119;p17"/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20" name="Google Shape;1120;p17"/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21" name="Google Shape;1121;p17"/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22" name="Google Shape;1122;p17"/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23" name="Google Shape;1123;p17"/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24" name="Google Shape;1124;p17"/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25" name="Google Shape;1125;p17"/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26" name="Google Shape;1126;p17"/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27" name="Google Shape;1127;p17"/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28" name="Google Shape;1128;p17"/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29" name="Google Shape;1129;p17"/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30" name="Google Shape;1130;p17"/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31" name="Google Shape;1131;p17"/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32" name="Google Shape;1132;p17"/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33" name="Google Shape;1133;p17"/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34" name="Google Shape;1134;p17"/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35" name="Google Shape;1135;p17"/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36" name="Google Shape;1136;p17"/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37" name="Google Shape;1137;p17"/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38" name="Google Shape;1138;p17"/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39" name="Google Shape;1139;p17"/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40" name="Google Shape;1140;p17"/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41" name="Google Shape;1141;p17"/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42" name="Google Shape;1142;p17"/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43" name="Google Shape;1143;p17"/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44" name="Google Shape;1144;p17"/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45" name="Google Shape;1145;p17"/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46" name="Google Shape;1146;p17"/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47" name="Google Shape;1147;p17"/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48" name="Google Shape;1148;p17"/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149" name="Google Shape;1149;p17"/>
            <p:cNvGrpSpPr/>
            <p:nvPr/>
          </p:nvGrpSpPr>
          <p:grpSpPr>
            <a:xfrm>
              <a:off x="-75995" y="4389444"/>
              <a:ext cx="2222158" cy="795026"/>
              <a:chOff x="-75995" y="6598257"/>
              <a:chExt cx="2222158" cy="795026"/>
            </a:xfrm>
          </p:grpSpPr>
          <p:sp>
            <p:nvSpPr>
              <p:cNvPr id="1150" name="Google Shape;1150;p17"/>
              <p:cNvSpPr/>
              <p:nvPr/>
            </p:nvSpPr>
            <p:spPr>
              <a:xfrm>
                <a:off x="1214464" y="6650750"/>
                <a:ext cx="19181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51" name="Google Shape;1151;p17"/>
              <p:cNvSpPr/>
              <p:nvPr/>
            </p:nvSpPr>
            <p:spPr>
              <a:xfrm>
                <a:off x="1239462" y="6656584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52" name="Google Shape;1152;p17"/>
              <p:cNvSpPr/>
              <p:nvPr/>
            </p:nvSpPr>
            <p:spPr>
              <a:xfrm>
                <a:off x="1258624" y="6720335"/>
                <a:ext cx="21268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53" name="Google Shape;1153;p17"/>
              <p:cNvSpPr/>
              <p:nvPr/>
            </p:nvSpPr>
            <p:spPr>
              <a:xfrm>
                <a:off x="1919064" y="6865341"/>
                <a:ext cx="18770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54" name="Google Shape;1154;p17"/>
              <p:cNvSpPr/>
              <p:nvPr/>
            </p:nvSpPr>
            <p:spPr>
              <a:xfrm>
                <a:off x="1944062" y="6871176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55" name="Google Shape;1155;p17"/>
              <p:cNvSpPr/>
              <p:nvPr/>
            </p:nvSpPr>
            <p:spPr>
              <a:xfrm>
                <a:off x="1962814" y="6934927"/>
                <a:ext cx="21679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56" name="Google Shape;1156;p17"/>
              <p:cNvSpPr/>
              <p:nvPr/>
            </p:nvSpPr>
            <p:spPr>
              <a:xfrm>
                <a:off x="1801554" y="6659492"/>
                <a:ext cx="15434" cy="121686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57" name="Google Shape;1157;p17"/>
              <p:cNvSpPr/>
              <p:nvPr/>
            </p:nvSpPr>
            <p:spPr>
              <a:xfrm>
                <a:off x="1820734" y="6663668"/>
                <a:ext cx="28352" cy="86268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58" name="Google Shape;1158;p17"/>
              <p:cNvSpPr/>
              <p:nvPr/>
            </p:nvSpPr>
            <p:spPr>
              <a:xfrm>
                <a:off x="1834901" y="6712413"/>
                <a:ext cx="17093" cy="70442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59" name="Google Shape;1159;p17"/>
              <p:cNvSpPr/>
              <p:nvPr/>
            </p:nvSpPr>
            <p:spPr>
              <a:xfrm>
                <a:off x="2121987" y="6885343"/>
                <a:ext cx="16683" cy="70014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60" name="Google Shape;1160;p17"/>
              <p:cNvSpPr/>
              <p:nvPr/>
            </p:nvSpPr>
            <p:spPr>
              <a:xfrm>
                <a:off x="208183" y="6744922"/>
                <a:ext cx="15006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61" name="Google Shape;1161;p17"/>
              <p:cNvSpPr/>
              <p:nvPr/>
            </p:nvSpPr>
            <p:spPr>
              <a:xfrm>
                <a:off x="231503" y="6752006"/>
                <a:ext cx="10027" cy="95440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62" name="Google Shape;1162;p17"/>
              <p:cNvSpPr/>
              <p:nvPr/>
            </p:nvSpPr>
            <p:spPr>
              <a:xfrm>
                <a:off x="250684" y="6795327"/>
                <a:ext cx="16683" cy="74189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63" name="Google Shape;1163;p17"/>
              <p:cNvSpPr/>
              <p:nvPr/>
            </p:nvSpPr>
            <p:spPr>
              <a:xfrm>
                <a:off x="-75995" y="6897422"/>
                <a:ext cx="39182" cy="124184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64" name="Google Shape;1164;p17"/>
              <p:cNvSpPr/>
              <p:nvPr/>
            </p:nvSpPr>
            <p:spPr>
              <a:xfrm>
                <a:off x="29008" y="6929503"/>
                <a:ext cx="15844" cy="8336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65" name="Google Shape;1165;p17"/>
              <p:cNvSpPr/>
              <p:nvPr/>
            </p:nvSpPr>
            <p:spPr>
              <a:xfrm>
                <a:off x="239015" y="6796576"/>
                <a:ext cx="15844" cy="8295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66" name="Google Shape;1166;p17"/>
              <p:cNvSpPr/>
              <p:nvPr/>
            </p:nvSpPr>
            <p:spPr>
              <a:xfrm>
                <a:off x="-14741" y="6941582"/>
                <a:ext cx="3765" cy="75866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67" name="Google Shape;1167;p17"/>
              <p:cNvSpPr/>
              <p:nvPr/>
            </p:nvSpPr>
            <p:spPr>
              <a:xfrm>
                <a:off x="-32673" y="6892837"/>
                <a:ext cx="18360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68" name="Google Shape;1168;p17"/>
              <p:cNvSpPr/>
              <p:nvPr/>
            </p:nvSpPr>
            <p:spPr>
              <a:xfrm>
                <a:off x="-9335" y="6896173"/>
                <a:ext cx="26692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69" name="Google Shape;1169;p17"/>
              <p:cNvSpPr/>
              <p:nvPr/>
            </p:nvSpPr>
            <p:spPr>
              <a:xfrm>
                <a:off x="7758" y="6947845"/>
                <a:ext cx="14595" cy="7501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70" name="Google Shape;1170;p17"/>
              <p:cNvSpPr/>
              <p:nvPr/>
            </p:nvSpPr>
            <p:spPr>
              <a:xfrm>
                <a:off x="491094" y="7054507"/>
                <a:ext cx="44606" cy="262106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71" name="Google Shape;1171;p17"/>
              <p:cNvSpPr/>
              <p:nvPr/>
            </p:nvSpPr>
            <p:spPr>
              <a:xfrm>
                <a:off x="625269" y="7119918"/>
                <a:ext cx="27103" cy="176694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72" name="Google Shape;1172;p17"/>
              <p:cNvSpPr/>
              <p:nvPr/>
            </p:nvSpPr>
            <p:spPr>
              <a:xfrm>
                <a:off x="568601" y="7145754"/>
                <a:ext cx="6263" cy="161689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73" name="Google Shape;1173;p17"/>
              <p:cNvSpPr/>
              <p:nvPr/>
            </p:nvSpPr>
            <p:spPr>
              <a:xfrm>
                <a:off x="550277" y="7043677"/>
                <a:ext cx="16683" cy="27334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74" name="Google Shape;1174;p17"/>
              <p:cNvSpPr/>
              <p:nvPr/>
            </p:nvSpPr>
            <p:spPr>
              <a:xfrm>
                <a:off x="575685" y="7049512"/>
                <a:ext cx="42108" cy="196268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75" name="Google Shape;1175;p17"/>
              <p:cNvSpPr/>
              <p:nvPr/>
            </p:nvSpPr>
            <p:spPr>
              <a:xfrm>
                <a:off x="596525" y="7158672"/>
                <a:ext cx="24177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76" name="Google Shape;1176;p17"/>
              <p:cNvSpPr/>
              <p:nvPr/>
            </p:nvSpPr>
            <p:spPr>
              <a:xfrm>
                <a:off x="661115" y="6730755"/>
                <a:ext cx="40431" cy="117939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77" name="Google Shape;1177;p17"/>
              <p:cNvSpPr/>
              <p:nvPr/>
            </p:nvSpPr>
            <p:spPr>
              <a:xfrm>
                <a:off x="697353" y="6743245"/>
                <a:ext cx="21696" cy="71691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78" name="Google Shape;1178;p17"/>
              <p:cNvSpPr/>
              <p:nvPr/>
            </p:nvSpPr>
            <p:spPr>
              <a:xfrm>
                <a:off x="620273" y="6731576"/>
                <a:ext cx="18342" cy="107519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79" name="Google Shape;1179;p17"/>
              <p:cNvSpPr/>
              <p:nvPr/>
            </p:nvSpPr>
            <p:spPr>
              <a:xfrm>
                <a:off x="723599" y="6882006"/>
                <a:ext cx="20019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80" name="Google Shape;1180;p17"/>
              <p:cNvSpPr/>
              <p:nvPr/>
            </p:nvSpPr>
            <p:spPr>
              <a:xfrm>
                <a:off x="751523" y="6961584"/>
                <a:ext cx="751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81" name="Google Shape;1181;p17"/>
              <p:cNvSpPr/>
              <p:nvPr/>
            </p:nvSpPr>
            <p:spPr>
              <a:xfrm>
                <a:off x="598612" y="6888661"/>
                <a:ext cx="24177" cy="15378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82" name="Google Shape;1182;p17"/>
              <p:cNvSpPr/>
              <p:nvPr/>
            </p:nvSpPr>
            <p:spPr>
              <a:xfrm>
                <a:off x="552347" y="6936997"/>
                <a:ext cx="10438" cy="52118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83" name="Google Shape;1183;p17"/>
              <p:cNvSpPr/>
              <p:nvPr/>
            </p:nvSpPr>
            <p:spPr>
              <a:xfrm>
                <a:off x="494020" y="6916585"/>
                <a:ext cx="11259" cy="65446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84" name="Google Shape;1184;p17"/>
              <p:cNvSpPr/>
              <p:nvPr/>
            </p:nvSpPr>
            <p:spPr>
              <a:xfrm>
                <a:off x="349014" y="6838256"/>
                <a:ext cx="17932" cy="105842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85" name="Google Shape;1185;p17"/>
              <p:cNvSpPr/>
              <p:nvPr/>
            </p:nvSpPr>
            <p:spPr>
              <a:xfrm>
                <a:off x="386519" y="6892426"/>
                <a:ext cx="15006" cy="74171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86" name="Google Shape;1186;p17"/>
              <p:cNvSpPr/>
              <p:nvPr/>
            </p:nvSpPr>
            <p:spPr>
              <a:xfrm>
                <a:off x="332349" y="6873246"/>
                <a:ext cx="18770" cy="95029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87" name="Google Shape;1187;p17"/>
              <p:cNvSpPr/>
              <p:nvPr/>
            </p:nvSpPr>
            <p:spPr>
              <a:xfrm>
                <a:off x="1145699" y="6924917"/>
                <a:ext cx="82111" cy="468366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88" name="Google Shape;1188;p17"/>
              <p:cNvSpPr/>
              <p:nvPr/>
            </p:nvSpPr>
            <p:spPr>
              <a:xfrm>
                <a:off x="1132781" y="6941582"/>
                <a:ext cx="24605" cy="37128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89" name="Google Shape;1189;p17"/>
              <p:cNvSpPr/>
              <p:nvPr/>
            </p:nvSpPr>
            <p:spPr>
              <a:xfrm>
                <a:off x="1071528" y="7058254"/>
                <a:ext cx="14613" cy="327107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90" name="Google Shape;1190;p17"/>
              <p:cNvSpPr/>
              <p:nvPr/>
            </p:nvSpPr>
            <p:spPr>
              <a:xfrm>
                <a:off x="1321965" y="6953251"/>
                <a:ext cx="32099" cy="356689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91" name="Google Shape;1191;p17"/>
              <p:cNvSpPr/>
              <p:nvPr/>
            </p:nvSpPr>
            <p:spPr>
              <a:xfrm>
                <a:off x="1300287" y="6971593"/>
                <a:ext cx="20019" cy="27918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92" name="Google Shape;1192;p17"/>
              <p:cNvSpPr/>
              <p:nvPr/>
            </p:nvSpPr>
            <p:spPr>
              <a:xfrm>
                <a:off x="1629891" y="6847427"/>
                <a:ext cx="40021" cy="473772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93" name="Google Shape;1193;p17"/>
              <p:cNvSpPr/>
              <p:nvPr/>
            </p:nvSpPr>
            <p:spPr>
              <a:xfrm>
                <a:off x="1599059" y="6871586"/>
                <a:ext cx="24587" cy="371267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94" name="Google Shape;1194;p17"/>
              <p:cNvSpPr/>
              <p:nvPr/>
            </p:nvSpPr>
            <p:spPr>
              <a:xfrm>
                <a:off x="1530294" y="6996180"/>
                <a:ext cx="44196" cy="325429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95" name="Google Shape;1195;p17"/>
              <p:cNvSpPr/>
              <p:nvPr/>
            </p:nvSpPr>
            <p:spPr>
              <a:xfrm>
                <a:off x="906949" y="6758251"/>
                <a:ext cx="34186" cy="163348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96" name="Google Shape;1196;p17"/>
              <p:cNvSpPr/>
              <p:nvPr/>
            </p:nvSpPr>
            <p:spPr>
              <a:xfrm>
                <a:off x="927360" y="6816167"/>
                <a:ext cx="25854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97" name="Google Shape;1197;p17"/>
              <p:cNvSpPr/>
              <p:nvPr/>
            </p:nvSpPr>
            <p:spPr>
              <a:xfrm>
                <a:off x="865697" y="6790331"/>
                <a:ext cx="10848" cy="163776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98" name="Google Shape;1198;p17"/>
              <p:cNvSpPr/>
              <p:nvPr/>
            </p:nvSpPr>
            <p:spPr>
              <a:xfrm>
                <a:off x="1765726" y="6798664"/>
                <a:ext cx="40841" cy="192110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199" name="Google Shape;1199;p17"/>
              <p:cNvSpPr/>
              <p:nvPr/>
            </p:nvSpPr>
            <p:spPr>
              <a:xfrm>
                <a:off x="1758232" y="6805337"/>
                <a:ext cx="10848" cy="152107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00" name="Google Shape;1200;p17"/>
              <p:cNvSpPr/>
              <p:nvPr/>
            </p:nvSpPr>
            <p:spPr>
              <a:xfrm>
                <a:off x="1723225" y="6852423"/>
                <a:ext cx="8761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01" name="Google Shape;1201;p17"/>
              <p:cNvSpPr/>
              <p:nvPr/>
            </p:nvSpPr>
            <p:spPr>
              <a:xfrm>
                <a:off x="1796968" y="6851174"/>
                <a:ext cx="10438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02" name="Google Shape;1202;p17"/>
              <p:cNvSpPr/>
              <p:nvPr/>
            </p:nvSpPr>
            <p:spPr>
              <a:xfrm>
                <a:off x="1041945" y="6697836"/>
                <a:ext cx="9189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03" name="Google Shape;1203;p17"/>
              <p:cNvSpPr/>
              <p:nvPr/>
            </p:nvSpPr>
            <p:spPr>
              <a:xfrm>
                <a:off x="1027778" y="6705758"/>
                <a:ext cx="12525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04" name="Google Shape;1204;p17"/>
              <p:cNvSpPr/>
              <p:nvPr/>
            </p:nvSpPr>
            <p:spPr>
              <a:xfrm>
                <a:off x="1007366" y="6737411"/>
                <a:ext cx="15023" cy="80862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05" name="Google Shape;1205;p17"/>
              <p:cNvSpPr/>
              <p:nvPr/>
            </p:nvSpPr>
            <p:spPr>
              <a:xfrm>
                <a:off x="1054453" y="6729506"/>
                <a:ext cx="12936" cy="8125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06" name="Google Shape;1206;p17"/>
              <p:cNvSpPr/>
              <p:nvPr/>
            </p:nvSpPr>
            <p:spPr>
              <a:xfrm>
                <a:off x="1096543" y="6891177"/>
                <a:ext cx="9171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07" name="Google Shape;1207;p17"/>
              <p:cNvSpPr/>
              <p:nvPr/>
            </p:nvSpPr>
            <p:spPr>
              <a:xfrm>
                <a:off x="1082376" y="6899081"/>
                <a:ext cx="12508" cy="92531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08" name="Google Shape;1208;p17"/>
              <p:cNvSpPr/>
              <p:nvPr/>
            </p:nvSpPr>
            <p:spPr>
              <a:xfrm>
                <a:off x="1109033" y="6923258"/>
                <a:ext cx="12936" cy="80844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09" name="Google Shape;1209;p17"/>
              <p:cNvSpPr/>
              <p:nvPr/>
            </p:nvSpPr>
            <p:spPr>
              <a:xfrm>
                <a:off x="1410303" y="6632407"/>
                <a:ext cx="12936" cy="97937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10" name="Google Shape;1210;p17"/>
              <p:cNvSpPr/>
              <p:nvPr/>
            </p:nvSpPr>
            <p:spPr>
              <a:xfrm>
                <a:off x="1403630" y="6637421"/>
                <a:ext cx="5442" cy="76687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11" name="Google Shape;1211;p17"/>
              <p:cNvSpPr/>
              <p:nvPr/>
            </p:nvSpPr>
            <p:spPr>
              <a:xfrm>
                <a:off x="1424042" y="6659082"/>
                <a:ext cx="6691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12" name="Google Shape;1212;p17"/>
              <p:cNvSpPr/>
              <p:nvPr/>
            </p:nvSpPr>
            <p:spPr>
              <a:xfrm>
                <a:off x="1378633" y="6656174"/>
                <a:ext cx="6263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13" name="Google Shape;1213;p17"/>
              <p:cNvSpPr/>
              <p:nvPr/>
            </p:nvSpPr>
            <p:spPr>
              <a:xfrm>
                <a:off x="211502" y="6943259"/>
                <a:ext cx="9599" cy="99186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14" name="Google Shape;1214;p17"/>
              <p:cNvSpPr/>
              <p:nvPr/>
            </p:nvSpPr>
            <p:spPr>
              <a:xfrm>
                <a:off x="194426" y="6949504"/>
                <a:ext cx="16683" cy="7709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15" name="Google Shape;1215;p17"/>
              <p:cNvSpPr/>
              <p:nvPr/>
            </p:nvSpPr>
            <p:spPr>
              <a:xfrm>
                <a:off x="221511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16" name="Google Shape;1216;p17"/>
              <p:cNvSpPr/>
              <p:nvPr/>
            </p:nvSpPr>
            <p:spPr>
              <a:xfrm>
                <a:off x="168590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17" name="Google Shape;1217;p17"/>
              <p:cNvSpPr/>
              <p:nvPr/>
            </p:nvSpPr>
            <p:spPr>
              <a:xfrm>
                <a:off x="779857" y="7121595"/>
                <a:ext cx="25015" cy="202102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18" name="Google Shape;1218;p17"/>
              <p:cNvSpPr/>
              <p:nvPr/>
            </p:nvSpPr>
            <p:spPr>
              <a:xfrm>
                <a:off x="759034" y="7128679"/>
                <a:ext cx="12097" cy="16044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19" name="Google Shape;1219;p17"/>
              <p:cNvSpPr/>
              <p:nvPr/>
            </p:nvSpPr>
            <p:spPr>
              <a:xfrm>
                <a:off x="807780" y="7177014"/>
                <a:ext cx="15023" cy="141259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20" name="Google Shape;1220;p17"/>
              <p:cNvSpPr/>
              <p:nvPr/>
            </p:nvSpPr>
            <p:spPr>
              <a:xfrm>
                <a:off x="700279" y="7162419"/>
                <a:ext cx="14595" cy="141277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21" name="Google Shape;1221;p17"/>
              <p:cNvSpPr/>
              <p:nvPr/>
            </p:nvSpPr>
            <p:spPr>
              <a:xfrm>
                <a:off x="2108659" y="6598257"/>
                <a:ext cx="37505" cy="12959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22" name="Google Shape;1222;p17"/>
              <p:cNvSpPr/>
              <p:nvPr/>
            </p:nvSpPr>
            <p:spPr>
              <a:xfrm>
                <a:off x="2104073" y="6600327"/>
                <a:ext cx="15006" cy="104182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23" name="Google Shape;1223;p17"/>
              <p:cNvSpPr/>
              <p:nvPr/>
            </p:nvSpPr>
            <p:spPr>
              <a:xfrm>
                <a:off x="2078237" y="6629499"/>
                <a:ext cx="10010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24" name="Google Shape;1224;p17"/>
              <p:cNvSpPr/>
              <p:nvPr/>
            </p:nvSpPr>
            <p:spPr>
              <a:xfrm>
                <a:off x="2129071" y="6634085"/>
                <a:ext cx="12508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25" name="Google Shape;1225;p17"/>
              <p:cNvSpPr/>
              <p:nvPr/>
            </p:nvSpPr>
            <p:spPr>
              <a:xfrm>
                <a:off x="2052401" y="6678673"/>
                <a:ext cx="14185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26" name="Google Shape;1226;p17"/>
              <p:cNvSpPr/>
              <p:nvPr/>
            </p:nvSpPr>
            <p:spPr>
              <a:xfrm>
                <a:off x="1533631" y="6679494"/>
                <a:ext cx="15862" cy="118367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27" name="Google Shape;1227;p17"/>
              <p:cNvSpPr/>
              <p:nvPr/>
            </p:nvSpPr>
            <p:spPr>
              <a:xfrm>
                <a:off x="1525709" y="6685328"/>
                <a:ext cx="5852" cy="92942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28" name="Google Shape;1228;p17"/>
              <p:cNvSpPr/>
              <p:nvPr/>
            </p:nvSpPr>
            <p:spPr>
              <a:xfrm>
                <a:off x="1550296" y="6711575"/>
                <a:ext cx="7530" cy="81701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29" name="Google Shape;1229;p17"/>
              <p:cNvSpPr/>
              <p:nvPr/>
            </p:nvSpPr>
            <p:spPr>
              <a:xfrm>
                <a:off x="1626144" y="6651160"/>
                <a:ext cx="14185" cy="91693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230" name="Google Shape;1230;p17"/>
          <p:cNvGrpSpPr/>
          <p:nvPr/>
        </p:nvGrpSpPr>
        <p:grpSpPr>
          <a:xfrm>
            <a:off x="576774" y="5328493"/>
            <a:ext cx="286467" cy="197579"/>
            <a:chOff x="5146375" y="1229175"/>
            <a:chExt cx="151875" cy="104750"/>
          </a:xfrm>
        </p:grpSpPr>
        <p:sp>
          <p:nvSpPr>
            <p:cNvPr id="1231" name="Google Shape;1231;p17"/>
            <p:cNvSpPr/>
            <p:nvPr/>
          </p:nvSpPr>
          <p:spPr>
            <a:xfrm>
              <a:off x="5185250" y="1229950"/>
              <a:ext cx="113000" cy="103975"/>
            </a:xfrm>
            <a:custGeom>
              <a:avLst/>
              <a:gdLst/>
              <a:ahLst/>
              <a:cxnLst/>
              <a:rect l="l" t="t" r="r" b="b"/>
              <a:pathLst>
                <a:path w="4520" h="4159" extrusionOk="0">
                  <a:moveTo>
                    <a:pt x="594" y="0"/>
                  </a:moveTo>
                  <a:cubicBezTo>
                    <a:pt x="679" y="9"/>
                    <a:pt x="765" y="9"/>
                    <a:pt x="851" y="17"/>
                  </a:cubicBezTo>
                  <a:cubicBezTo>
                    <a:pt x="1057" y="26"/>
                    <a:pt x="1247" y="112"/>
                    <a:pt x="1453" y="138"/>
                  </a:cubicBezTo>
                  <a:cubicBezTo>
                    <a:pt x="1659" y="163"/>
                    <a:pt x="1865" y="163"/>
                    <a:pt x="2080" y="181"/>
                  </a:cubicBezTo>
                  <a:cubicBezTo>
                    <a:pt x="2097" y="181"/>
                    <a:pt x="2123" y="181"/>
                    <a:pt x="2149" y="189"/>
                  </a:cubicBezTo>
                  <a:cubicBezTo>
                    <a:pt x="2174" y="206"/>
                    <a:pt x="2192" y="232"/>
                    <a:pt x="2217" y="249"/>
                  </a:cubicBezTo>
                  <a:cubicBezTo>
                    <a:pt x="2260" y="284"/>
                    <a:pt x="2329" y="284"/>
                    <a:pt x="2389" y="275"/>
                  </a:cubicBezTo>
                  <a:cubicBezTo>
                    <a:pt x="2518" y="275"/>
                    <a:pt x="2647" y="267"/>
                    <a:pt x="2767" y="267"/>
                  </a:cubicBezTo>
                  <a:cubicBezTo>
                    <a:pt x="2879" y="267"/>
                    <a:pt x="2999" y="258"/>
                    <a:pt x="3102" y="284"/>
                  </a:cubicBezTo>
                  <a:cubicBezTo>
                    <a:pt x="3197" y="301"/>
                    <a:pt x="3283" y="335"/>
                    <a:pt x="3369" y="352"/>
                  </a:cubicBezTo>
                  <a:cubicBezTo>
                    <a:pt x="3394" y="352"/>
                    <a:pt x="3420" y="352"/>
                    <a:pt x="3454" y="352"/>
                  </a:cubicBezTo>
                  <a:cubicBezTo>
                    <a:pt x="3515" y="352"/>
                    <a:pt x="3566" y="352"/>
                    <a:pt x="3601" y="370"/>
                  </a:cubicBezTo>
                  <a:cubicBezTo>
                    <a:pt x="3781" y="464"/>
                    <a:pt x="3867" y="645"/>
                    <a:pt x="4039" y="748"/>
                  </a:cubicBezTo>
                  <a:cubicBezTo>
                    <a:pt x="4073" y="765"/>
                    <a:pt x="4107" y="782"/>
                    <a:pt x="4116" y="816"/>
                  </a:cubicBezTo>
                  <a:cubicBezTo>
                    <a:pt x="4125" y="894"/>
                    <a:pt x="4107" y="911"/>
                    <a:pt x="4168" y="988"/>
                  </a:cubicBezTo>
                  <a:cubicBezTo>
                    <a:pt x="4193" y="1014"/>
                    <a:pt x="4202" y="1048"/>
                    <a:pt x="4228" y="1083"/>
                  </a:cubicBezTo>
                  <a:cubicBezTo>
                    <a:pt x="4331" y="1194"/>
                    <a:pt x="4391" y="1280"/>
                    <a:pt x="4425" y="1426"/>
                  </a:cubicBezTo>
                  <a:cubicBezTo>
                    <a:pt x="4451" y="1512"/>
                    <a:pt x="4494" y="1598"/>
                    <a:pt x="4511" y="1684"/>
                  </a:cubicBezTo>
                  <a:cubicBezTo>
                    <a:pt x="4520" y="1787"/>
                    <a:pt x="4511" y="1890"/>
                    <a:pt x="4503" y="1993"/>
                  </a:cubicBezTo>
                  <a:cubicBezTo>
                    <a:pt x="4503" y="2028"/>
                    <a:pt x="4477" y="2045"/>
                    <a:pt x="4468" y="2079"/>
                  </a:cubicBezTo>
                  <a:cubicBezTo>
                    <a:pt x="4443" y="2165"/>
                    <a:pt x="4468" y="2251"/>
                    <a:pt x="4477" y="2346"/>
                  </a:cubicBezTo>
                  <a:cubicBezTo>
                    <a:pt x="4485" y="2432"/>
                    <a:pt x="4477" y="2578"/>
                    <a:pt x="4451" y="2646"/>
                  </a:cubicBezTo>
                  <a:cubicBezTo>
                    <a:pt x="4425" y="2689"/>
                    <a:pt x="4314" y="2938"/>
                    <a:pt x="4288" y="3007"/>
                  </a:cubicBezTo>
                  <a:cubicBezTo>
                    <a:pt x="4262" y="3059"/>
                    <a:pt x="4193" y="3145"/>
                    <a:pt x="4176" y="3205"/>
                  </a:cubicBezTo>
                  <a:cubicBezTo>
                    <a:pt x="4168" y="3239"/>
                    <a:pt x="4082" y="3428"/>
                    <a:pt x="4004" y="3523"/>
                  </a:cubicBezTo>
                  <a:cubicBezTo>
                    <a:pt x="3927" y="3617"/>
                    <a:pt x="3867" y="3677"/>
                    <a:pt x="3704" y="3694"/>
                  </a:cubicBezTo>
                  <a:cubicBezTo>
                    <a:pt x="3652" y="3703"/>
                    <a:pt x="3463" y="3806"/>
                    <a:pt x="3403" y="3806"/>
                  </a:cubicBezTo>
                  <a:cubicBezTo>
                    <a:pt x="3360" y="3798"/>
                    <a:pt x="3326" y="3815"/>
                    <a:pt x="3291" y="3823"/>
                  </a:cubicBezTo>
                  <a:cubicBezTo>
                    <a:pt x="3274" y="3823"/>
                    <a:pt x="3257" y="3823"/>
                    <a:pt x="3240" y="3823"/>
                  </a:cubicBezTo>
                  <a:cubicBezTo>
                    <a:pt x="3223" y="3823"/>
                    <a:pt x="3205" y="3823"/>
                    <a:pt x="3188" y="3832"/>
                  </a:cubicBezTo>
                  <a:cubicBezTo>
                    <a:pt x="3059" y="3849"/>
                    <a:pt x="2836" y="3883"/>
                    <a:pt x="2759" y="3909"/>
                  </a:cubicBezTo>
                  <a:cubicBezTo>
                    <a:pt x="2664" y="3935"/>
                    <a:pt x="2501" y="3935"/>
                    <a:pt x="2415" y="3926"/>
                  </a:cubicBezTo>
                  <a:cubicBezTo>
                    <a:pt x="2303" y="3909"/>
                    <a:pt x="2106" y="4012"/>
                    <a:pt x="1994" y="4021"/>
                  </a:cubicBezTo>
                  <a:cubicBezTo>
                    <a:pt x="1908" y="4021"/>
                    <a:pt x="1848" y="4021"/>
                    <a:pt x="1805" y="4021"/>
                  </a:cubicBezTo>
                  <a:cubicBezTo>
                    <a:pt x="1710" y="4012"/>
                    <a:pt x="1650" y="4012"/>
                    <a:pt x="1487" y="4055"/>
                  </a:cubicBezTo>
                  <a:cubicBezTo>
                    <a:pt x="1453" y="4055"/>
                    <a:pt x="1393" y="4055"/>
                    <a:pt x="1341" y="4055"/>
                  </a:cubicBezTo>
                  <a:cubicBezTo>
                    <a:pt x="1281" y="4055"/>
                    <a:pt x="1212" y="4055"/>
                    <a:pt x="1169" y="4064"/>
                  </a:cubicBezTo>
                  <a:cubicBezTo>
                    <a:pt x="1143" y="4081"/>
                    <a:pt x="1109" y="4090"/>
                    <a:pt x="1083" y="4098"/>
                  </a:cubicBezTo>
                  <a:cubicBezTo>
                    <a:pt x="1015" y="4115"/>
                    <a:pt x="954" y="4115"/>
                    <a:pt x="886" y="4133"/>
                  </a:cubicBezTo>
                  <a:cubicBezTo>
                    <a:pt x="826" y="4150"/>
                    <a:pt x="808" y="4158"/>
                    <a:pt x="757" y="4150"/>
                  </a:cubicBezTo>
                  <a:cubicBezTo>
                    <a:pt x="542" y="4107"/>
                    <a:pt x="336" y="4064"/>
                    <a:pt x="104" y="4107"/>
                  </a:cubicBezTo>
                  <a:cubicBezTo>
                    <a:pt x="78" y="4115"/>
                    <a:pt x="1" y="3789"/>
                    <a:pt x="1" y="3737"/>
                  </a:cubicBezTo>
                  <a:cubicBezTo>
                    <a:pt x="27" y="3574"/>
                    <a:pt x="44" y="3411"/>
                    <a:pt x="69" y="3256"/>
                  </a:cubicBezTo>
                  <a:cubicBezTo>
                    <a:pt x="104" y="2947"/>
                    <a:pt x="147" y="2646"/>
                    <a:pt x="198" y="2346"/>
                  </a:cubicBezTo>
                  <a:cubicBezTo>
                    <a:pt x="233" y="2096"/>
                    <a:pt x="276" y="1839"/>
                    <a:pt x="301" y="1598"/>
                  </a:cubicBezTo>
                  <a:cubicBezTo>
                    <a:pt x="327" y="1358"/>
                    <a:pt x="327" y="1126"/>
                    <a:pt x="370" y="902"/>
                  </a:cubicBezTo>
                  <a:cubicBezTo>
                    <a:pt x="379" y="816"/>
                    <a:pt x="542" y="0"/>
                    <a:pt x="594" y="0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2" name="Google Shape;1232;p17"/>
            <p:cNvSpPr/>
            <p:nvPr/>
          </p:nvSpPr>
          <p:spPr>
            <a:xfrm>
              <a:off x="5177750" y="1229175"/>
              <a:ext cx="64875" cy="104625"/>
            </a:xfrm>
            <a:custGeom>
              <a:avLst/>
              <a:gdLst/>
              <a:ahLst/>
              <a:cxnLst/>
              <a:rect l="l" t="t" r="r" b="b"/>
              <a:pathLst>
                <a:path w="2595" h="4185" extrusionOk="0">
                  <a:moveTo>
                    <a:pt x="877" y="1"/>
                  </a:moveTo>
                  <a:cubicBezTo>
                    <a:pt x="752" y="1"/>
                    <a:pt x="637" y="29"/>
                    <a:pt x="601" y="57"/>
                  </a:cubicBezTo>
                  <a:cubicBezTo>
                    <a:pt x="593" y="61"/>
                    <a:pt x="599" y="63"/>
                    <a:pt x="613" y="63"/>
                  </a:cubicBezTo>
                  <a:cubicBezTo>
                    <a:pt x="627" y="63"/>
                    <a:pt x="649" y="61"/>
                    <a:pt x="670" y="57"/>
                  </a:cubicBezTo>
                  <a:cubicBezTo>
                    <a:pt x="700" y="52"/>
                    <a:pt x="730" y="47"/>
                    <a:pt x="748" y="47"/>
                  </a:cubicBezTo>
                  <a:cubicBezTo>
                    <a:pt x="761" y="47"/>
                    <a:pt x="768" y="50"/>
                    <a:pt x="765" y="57"/>
                  </a:cubicBezTo>
                  <a:cubicBezTo>
                    <a:pt x="739" y="91"/>
                    <a:pt x="705" y="126"/>
                    <a:pt x="679" y="160"/>
                  </a:cubicBezTo>
                  <a:cubicBezTo>
                    <a:pt x="584" y="272"/>
                    <a:pt x="558" y="409"/>
                    <a:pt x="498" y="538"/>
                  </a:cubicBezTo>
                  <a:cubicBezTo>
                    <a:pt x="455" y="641"/>
                    <a:pt x="412" y="761"/>
                    <a:pt x="369" y="865"/>
                  </a:cubicBezTo>
                  <a:cubicBezTo>
                    <a:pt x="344" y="942"/>
                    <a:pt x="318" y="1036"/>
                    <a:pt x="301" y="1122"/>
                  </a:cubicBezTo>
                  <a:cubicBezTo>
                    <a:pt x="292" y="1208"/>
                    <a:pt x="309" y="1303"/>
                    <a:pt x="309" y="1397"/>
                  </a:cubicBezTo>
                  <a:cubicBezTo>
                    <a:pt x="309" y="1440"/>
                    <a:pt x="309" y="1492"/>
                    <a:pt x="309" y="1535"/>
                  </a:cubicBezTo>
                  <a:cubicBezTo>
                    <a:pt x="327" y="1758"/>
                    <a:pt x="335" y="1999"/>
                    <a:pt x="284" y="2222"/>
                  </a:cubicBezTo>
                  <a:cubicBezTo>
                    <a:pt x="249" y="2368"/>
                    <a:pt x="206" y="2506"/>
                    <a:pt x="172" y="2652"/>
                  </a:cubicBezTo>
                  <a:cubicBezTo>
                    <a:pt x="146" y="2772"/>
                    <a:pt x="129" y="2892"/>
                    <a:pt x="103" y="3012"/>
                  </a:cubicBezTo>
                  <a:cubicBezTo>
                    <a:pt x="34" y="3296"/>
                    <a:pt x="0" y="3554"/>
                    <a:pt x="103" y="3829"/>
                  </a:cubicBezTo>
                  <a:cubicBezTo>
                    <a:pt x="129" y="3906"/>
                    <a:pt x="155" y="3966"/>
                    <a:pt x="223" y="4018"/>
                  </a:cubicBezTo>
                  <a:cubicBezTo>
                    <a:pt x="258" y="4052"/>
                    <a:pt x="309" y="4104"/>
                    <a:pt x="352" y="4129"/>
                  </a:cubicBezTo>
                  <a:cubicBezTo>
                    <a:pt x="455" y="4172"/>
                    <a:pt x="593" y="4172"/>
                    <a:pt x="705" y="4181"/>
                  </a:cubicBezTo>
                  <a:cubicBezTo>
                    <a:pt x="717" y="4183"/>
                    <a:pt x="727" y="4184"/>
                    <a:pt x="737" y="4184"/>
                  </a:cubicBezTo>
                  <a:cubicBezTo>
                    <a:pt x="760" y="4184"/>
                    <a:pt x="777" y="4178"/>
                    <a:pt x="808" y="4172"/>
                  </a:cubicBezTo>
                  <a:cubicBezTo>
                    <a:pt x="819" y="4169"/>
                    <a:pt x="829" y="4168"/>
                    <a:pt x="837" y="4168"/>
                  </a:cubicBezTo>
                  <a:cubicBezTo>
                    <a:pt x="853" y="4168"/>
                    <a:pt x="865" y="4172"/>
                    <a:pt x="876" y="4172"/>
                  </a:cubicBezTo>
                  <a:cubicBezTo>
                    <a:pt x="888" y="4172"/>
                    <a:pt x="899" y="4176"/>
                    <a:pt x="916" y="4176"/>
                  </a:cubicBezTo>
                  <a:cubicBezTo>
                    <a:pt x="924" y="4176"/>
                    <a:pt x="934" y="4175"/>
                    <a:pt x="945" y="4172"/>
                  </a:cubicBezTo>
                  <a:cubicBezTo>
                    <a:pt x="957" y="4169"/>
                    <a:pt x="968" y="4168"/>
                    <a:pt x="979" y="4168"/>
                  </a:cubicBezTo>
                  <a:cubicBezTo>
                    <a:pt x="1002" y="4168"/>
                    <a:pt x="1025" y="4172"/>
                    <a:pt x="1048" y="4172"/>
                  </a:cubicBezTo>
                  <a:cubicBezTo>
                    <a:pt x="1074" y="4177"/>
                    <a:pt x="1100" y="4181"/>
                    <a:pt x="1123" y="4181"/>
                  </a:cubicBezTo>
                  <a:cubicBezTo>
                    <a:pt x="1147" y="4181"/>
                    <a:pt x="1168" y="4177"/>
                    <a:pt x="1186" y="4164"/>
                  </a:cubicBezTo>
                  <a:cubicBezTo>
                    <a:pt x="1237" y="4129"/>
                    <a:pt x="1418" y="4121"/>
                    <a:pt x="1469" y="4078"/>
                  </a:cubicBezTo>
                  <a:cubicBezTo>
                    <a:pt x="1512" y="4052"/>
                    <a:pt x="1555" y="4018"/>
                    <a:pt x="1607" y="4000"/>
                  </a:cubicBezTo>
                  <a:cubicBezTo>
                    <a:pt x="1650" y="3975"/>
                    <a:pt x="1684" y="3966"/>
                    <a:pt x="1718" y="3940"/>
                  </a:cubicBezTo>
                  <a:cubicBezTo>
                    <a:pt x="1736" y="3923"/>
                    <a:pt x="1753" y="3914"/>
                    <a:pt x="1770" y="3897"/>
                  </a:cubicBezTo>
                  <a:cubicBezTo>
                    <a:pt x="1830" y="3846"/>
                    <a:pt x="1787" y="3743"/>
                    <a:pt x="1873" y="3717"/>
                  </a:cubicBezTo>
                  <a:cubicBezTo>
                    <a:pt x="1933" y="3700"/>
                    <a:pt x="1993" y="3683"/>
                    <a:pt x="2036" y="3631"/>
                  </a:cubicBezTo>
                  <a:cubicBezTo>
                    <a:pt x="2062" y="3605"/>
                    <a:pt x="2071" y="3597"/>
                    <a:pt x="2079" y="3554"/>
                  </a:cubicBezTo>
                  <a:cubicBezTo>
                    <a:pt x="2088" y="3528"/>
                    <a:pt x="2088" y="3502"/>
                    <a:pt x="2096" y="3476"/>
                  </a:cubicBezTo>
                  <a:cubicBezTo>
                    <a:pt x="2096" y="3451"/>
                    <a:pt x="2174" y="3451"/>
                    <a:pt x="2165" y="3416"/>
                  </a:cubicBezTo>
                  <a:lnTo>
                    <a:pt x="2156" y="3382"/>
                  </a:lnTo>
                  <a:cubicBezTo>
                    <a:pt x="2156" y="3365"/>
                    <a:pt x="2174" y="3365"/>
                    <a:pt x="2174" y="3347"/>
                  </a:cubicBezTo>
                  <a:cubicBezTo>
                    <a:pt x="2199" y="3305"/>
                    <a:pt x="2182" y="3253"/>
                    <a:pt x="2199" y="3210"/>
                  </a:cubicBezTo>
                  <a:cubicBezTo>
                    <a:pt x="2217" y="3150"/>
                    <a:pt x="2268" y="3098"/>
                    <a:pt x="2294" y="3047"/>
                  </a:cubicBezTo>
                  <a:cubicBezTo>
                    <a:pt x="2311" y="3012"/>
                    <a:pt x="2320" y="2978"/>
                    <a:pt x="2346" y="2952"/>
                  </a:cubicBezTo>
                  <a:cubicBezTo>
                    <a:pt x="2363" y="2935"/>
                    <a:pt x="2388" y="2918"/>
                    <a:pt x="2397" y="2901"/>
                  </a:cubicBezTo>
                  <a:cubicBezTo>
                    <a:pt x="2406" y="2875"/>
                    <a:pt x="2406" y="2849"/>
                    <a:pt x="2406" y="2823"/>
                  </a:cubicBezTo>
                  <a:cubicBezTo>
                    <a:pt x="2414" y="2772"/>
                    <a:pt x="2431" y="2737"/>
                    <a:pt x="2440" y="2695"/>
                  </a:cubicBezTo>
                  <a:cubicBezTo>
                    <a:pt x="2457" y="2652"/>
                    <a:pt x="2457" y="2600"/>
                    <a:pt x="2483" y="2557"/>
                  </a:cubicBezTo>
                  <a:cubicBezTo>
                    <a:pt x="2500" y="2540"/>
                    <a:pt x="2517" y="2531"/>
                    <a:pt x="2535" y="2514"/>
                  </a:cubicBezTo>
                  <a:cubicBezTo>
                    <a:pt x="2560" y="2488"/>
                    <a:pt x="2560" y="2437"/>
                    <a:pt x="2569" y="2394"/>
                  </a:cubicBezTo>
                  <a:cubicBezTo>
                    <a:pt x="2577" y="2359"/>
                    <a:pt x="2577" y="2316"/>
                    <a:pt x="2586" y="2282"/>
                  </a:cubicBezTo>
                  <a:cubicBezTo>
                    <a:pt x="2595" y="2248"/>
                    <a:pt x="2560" y="2205"/>
                    <a:pt x="2560" y="2170"/>
                  </a:cubicBezTo>
                  <a:cubicBezTo>
                    <a:pt x="2552" y="2119"/>
                    <a:pt x="2543" y="2110"/>
                    <a:pt x="2569" y="2067"/>
                  </a:cubicBezTo>
                  <a:cubicBezTo>
                    <a:pt x="2595" y="2033"/>
                    <a:pt x="2535" y="2016"/>
                    <a:pt x="2535" y="1964"/>
                  </a:cubicBezTo>
                  <a:cubicBezTo>
                    <a:pt x="2535" y="1930"/>
                    <a:pt x="2517" y="1904"/>
                    <a:pt x="2500" y="1870"/>
                  </a:cubicBezTo>
                  <a:cubicBezTo>
                    <a:pt x="2483" y="1818"/>
                    <a:pt x="2517" y="1758"/>
                    <a:pt x="2500" y="1698"/>
                  </a:cubicBezTo>
                  <a:cubicBezTo>
                    <a:pt x="2474" y="1612"/>
                    <a:pt x="2492" y="1509"/>
                    <a:pt x="2457" y="1423"/>
                  </a:cubicBezTo>
                  <a:cubicBezTo>
                    <a:pt x="2440" y="1371"/>
                    <a:pt x="2423" y="1337"/>
                    <a:pt x="2414" y="1286"/>
                  </a:cubicBezTo>
                  <a:cubicBezTo>
                    <a:pt x="2406" y="1251"/>
                    <a:pt x="2397" y="1208"/>
                    <a:pt x="2380" y="1174"/>
                  </a:cubicBezTo>
                  <a:cubicBezTo>
                    <a:pt x="2320" y="1079"/>
                    <a:pt x="2242" y="985"/>
                    <a:pt x="2234" y="873"/>
                  </a:cubicBezTo>
                  <a:cubicBezTo>
                    <a:pt x="2234" y="822"/>
                    <a:pt x="2225" y="761"/>
                    <a:pt x="2182" y="710"/>
                  </a:cubicBezTo>
                  <a:cubicBezTo>
                    <a:pt x="2174" y="701"/>
                    <a:pt x="2156" y="693"/>
                    <a:pt x="2139" y="684"/>
                  </a:cubicBezTo>
                  <a:cubicBezTo>
                    <a:pt x="2122" y="667"/>
                    <a:pt x="2114" y="650"/>
                    <a:pt x="2088" y="633"/>
                  </a:cubicBezTo>
                  <a:cubicBezTo>
                    <a:pt x="2028" y="607"/>
                    <a:pt x="2019" y="590"/>
                    <a:pt x="1993" y="538"/>
                  </a:cubicBezTo>
                  <a:cubicBezTo>
                    <a:pt x="1967" y="504"/>
                    <a:pt x="1916" y="478"/>
                    <a:pt x="1882" y="444"/>
                  </a:cubicBezTo>
                  <a:cubicBezTo>
                    <a:pt x="1847" y="409"/>
                    <a:pt x="1813" y="383"/>
                    <a:pt x="1778" y="349"/>
                  </a:cubicBezTo>
                  <a:cubicBezTo>
                    <a:pt x="1753" y="315"/>
                    <a:pt x="1718" y="289"/>
                    <a:pt x="1684" y="263"/>
                  </a:cubicBezTo>
                  <a:cubicBezTo>
                    <a:pt x="1658" y="246"/>
                    <a:pt x="1641" y="229"/>
                    <a:pt x="1607" y="220"/>
                  </a:cubicBezTo>
                  <a:cubicBezTo>
                    <a:pt x="1581" y="220"/>
                    <a:pt x="1564" y="212"/>
                    <a:pt x="1547" y="203"/>
                  </a:cubicBezTo>
                  <a:cubicBezTo>
                    <a:pt x="1512" y="194"/>
                    <a:pt x="1512" y="194"/>
                    <a:pt x="1486" y="169"/>
                  </a:cubicBezTo>
                  <a:cubicBezTo>
                    <a:pt x="1469" y="151"/>
                    <a:pt x="1452" y="151"/>
                    <a:pt x="1426" y="134"/>
                  </a:cubicBezTo>
                  <a:cubicBezTo>
                    <a:pt x="1409" y="117"/>
                    <a:pt x="1392" y="100"/>
                    <a:pt x="1357" y="100"/>
                  </a:cubicBezTo>
                  <a:cubicBezTo>
                    <a:pt x="1340" y="91"/>
                    <a:pt x="1323" y="91"/>
                    <a:pt x="1315" y="91"/>
                  </a:cubicBezTo>
                  <a:cubicBezTo>
                    <a:pt x="1306" y="91"/>
                    <a:pt x="1297" y="91"/>
                    <a:pt x="1272" y="83"/>
                  </a:cubicBezTo>
                  <a:cubicBezTo>
                    <a:pt x="1220" y="66"/>
                    <a:pt x="1126" y="66"/>
                    <a:pt x="1074" y="48"/>
                  </a:cubicBezTo>
                  <a:cubicBezTo>
                    <a:pt x="1040" y="40"/>
                    <a:pt x="988" y="23"/>
                    <a:pt x="962" y="5"/>
                  </a:cubicBezTo>
                  <a:cubicBezTo>
                    <a:pt x="934" y="2"/>
                    <a:pt x="905" y="1"/>
                    <a:pt x="87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3" name="Google Shape;1233;p17"/>
            <p:cNvSpPr/>
            <p:nvPr/>
          </p:nvSpPr>
          <p:spPr>
            <a:xfrm>
              <a:off x="5146375" y="1281500"/>
              <a:ext cx="250" cy="25"/>
            </a:xfrm>
            <a:custGeom>
              <a:avLst/>
              <a:gdLst/>
              <a:ahLst/>
              <a:cxnLst/>
              <a:rect l="l" t="t" r="r" b="b"/>
              <a:pathLst>
                <a:path w="10" h="1" extrusionOk="0">
                  <a:moveTo>
                    <a:pt x="1" y="0"/>
                  </a:moveTo>
                  <a:lnTo>
                    <a:pt x="1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4" name="Google Shape;1234;p17"/>
            <p:cNvSpPr/>
            <p:nvPr/>
          </p:nvSpPr>
          <p:spPr>
            <a:xfrm>
              <a:off x="5146375" y="1229300"/>
              <a:ext cx="90025" cy="103925"/>
            </a:xfrm>
            <a:custGeom>
              <a:avLst/>
              <a:gdLst/>
              <a:ahLst/>
              <a:cxnLst/>
              <a:rect l="l" t="t" r="r" b="b"/>
              <a:pathLst>
                <a:path w="3601" h="4157" extrusionOk="0">
                  <a:moveTo>
                    <a:pt x="1960" y="0"/>
                  </a:moveTo>
                  <a:cubicBezTo>
                    <a:pt x="1917" y="0"/>
                    <a:pt x="1856" y="43"/>
                    <a:pt x="1813" y="61"/>
                  </a:cubicBezTo>
                  <a:cubicBezTo>
                    <a:pt x="1753" y="78"/>
                    <a:pt x="1710" y="78"/>
                    <a:pt x="1659" y="78"/>
                  </a:cubicBezTo>
                  <a:cubicBezTo>
                    <a:pt x="1650" y="77"/>
                    <a:pt x="1641" y="76"/>
                    <a:pt x="1632" y="76"/>
                  </a:cubicBezTo>
                  <a:cubicBezTo>
                    <a:pt x="1555" y="76"/>
                    <a:pt x="1479" y="107"/>
                    <a:pt x="1410" y="138"/>
                  </a:cubicBezTo>
                  <a:cubicBezTo>
                    <a:pt x="1375" y="155"/>
                    <a:pt x="1332" y="155"/>
                    <a:pt x="1289" y="172"/>
                  </a:cubicBezTo>
                  <a:cubicBezTo>
                    <a:pt x="1229" y="189"/>
                    <a:pt x="1212" y="215"/>
                    <a:pt x="1169" y="250"/>
                  </a:cubicBezTo>
                  <a:cubicBezTo>
                    <a:pt x="1109" y="301"/>
                    <a:pt x="1057" y="353"/>
                    <a:pt x="997" y="413"/>
                  </a:cubicBezTo>
                  <a:cubicBezTo>
                    <a:pt x="946" y="464"/>
                    <a:pt x="894" y="533"/>
                    <a:pt x="808" y="533"/>
                  </a:cubicBezTo>
                  <a:cubicBezTo>
                    <a:pt x="748" y="533"/>
                    <a:pt x="645" y="602"/>
                    <a:pt x="636" y="671"/>
                  </a:cubicBezTo>
                  <a:cubicBezTo>
                    <a:pt x="611" y="765"/>
                    <a:pt x="645" y="782"/>
                    <a:pt x="559" y="868"/>
                  </a:cubicBezTo>
                  <a:cubicBezTo>
                    <a:pt x="533" y="903"/>
                    <a:pt x="508" y="937"/>
                    <a:pt x="473" y="954"/>
                  </a:cubicBezTo>
                  <a:cubicBezTo>
                    <a:pt x="447" y="971"/>
                    <a:pt x="439" y="1057"/>
                    <a:pt x="413" y="1066"/>
                  </a:cubicBezTo>
                  <a:cubicBezTo>
                    <a:pt x="396" y="1083"/>
                    <a:pt x="387" y="1100"/>
                    <a:pt x="370" y="1109"/>
                  </a:cubicBezTo>
                  <a:lnTo>
                    <a:pt x="344" y="1109"/>
                  </a:lnTo>
                  <a:lnTo>
                    <a:pt x="319" y="1152"/>
                  </a:lnTo>
                  <a:cubicBezTo>
                    <a:pt x="293" y="1169"/>
                    <a:pt x="267" y="1177"/>
                    <a:pt x="241" y="1186"/>
                  </a:cubicBezTo>
                  <a:cubicBezTo>
                    <a:pt x="173" y="1238"/>
                    <a:pt x="147" y="1306"/>
                    <a:pt x="121" y="1392"/>
                  </a:cubicBezTo>
                  <a:cubicBezTo>
                    <a:pt x="104" y="1427"/>
                    <a:pt x="78" y="1444"/>
                    <a:pt x="78" y="1487"/>
                  </a:cubicBezTo>
                  <a:cubicBezTo>
                    <a:pt x="69" y="1547"/>
                    <a:pt x="78" y="1590"/>
                    <a:pt x="87" y="1641"/>
                  </a:cubicBezTo>
                  <a:cubicBezTo>
                    <a:pt x="104" y="1744"/>
                    <a:pt x="26" y="1805"/>
                    <a:pt x="18" y="1899"/>
                  </a:cubicBezTo>
                  <a:cubicBezTo>
                    <a:pt x="18" y="1942"/>
                    <a:pt x="44" y="1968"/>
                    <a:pt x="52" y="2002"/>
                  </a:cubicBezTo>
                  <a:cubicBezTo>
                    <a:pt x="61" y="2037"/>
                    <a:pt x="52" y="2097"/>
                    <a:pt x="44" y="2131"/>
                  </a:cubicBezTo>
                  <a:cubicBezTo>
                    <a:pt x="35" y="2174"/>
                    <a:pt x="9" y="2226"/>
                    <a:pt x="1" y="2286"/>
                  </a:cubicBezTo>
                  <a:cubicBezTo>
                    <a:pt x="1" y="2320"/>
                    <a:pt x="9" y="2354"/>
                    <a:pt x="9" y="2397"/>
                  </a:cubicBezTo>
                  <a:cubicBezTo>
                    <a:pt x="26" y="2458"/>
                    <a:pt x="52" y="2501"/>
                    <a:pt x="78" y="2552"/>
                  </a:cubicBezTo>
                  <a:cubicBezTo>
                    <a:pt x="104" y="2612"/>
                    <a:pt x="69" y="2647"/>
                    <a:pt x="61" y="2707"/>
                  </a:cubicBezTo>
                  <a:cubicBezTo>
                    <a:pt x="52" y="2767"/>
                    <a:pt x="61" y="2836"/>
                    <a:pt x="69" y="2887"/>
                  </a:cubicBezTo>
                  <a:cubicBezTo>
                    <a:pt x="95" y="2982"/>
                    <a:pt x="138" y="3076"/>
                    <a:pt x="215" y="3136"/>
                  </a:cubicBezTo>
                  <a:cubicBezTo>
                    <a:pt x="241" y="3153"/>
                    <a:pt x="267" y="3179"/>
                    <a:pt x="284" y="3214"/>
                  </a:cubicBezTo>
                  <a:cubicBezTo>
                    <a:pt x="319" y="3265"/>
                    <a:pt x="336" y="3291"/>
                    <a:pt x="387" y="3334"/>
                  </a:cubicBezTo>
                  <a:cubicBezTo>
                    <a:pt x="473" y="3394"/>
                    <a:pt x="482" y="3489"/>
                    <a:pt x="533" y="3566"/>
                  </a:cubicBezTo>
                  <a:cubicBezTo>
                    <a:pt x="551" y="3592"/>
                    <a:pt x="576" y="3626"/>
                    <a:pt x="611" y="3643"/>
                  </a:cubicBezTo>
                  <a:cubicBezTo>
                    <a:pt x="662" y="3660"/>
                    <a:pt x="722" y="3643"/>
                    <a:pt x="783" y="3678"/>
                  </a:cubicBezTo>
                  <a:cubicBezTo>
                    <a:pt x="817" y="3703"/>
                    <a:pt x="851" y="3729"/>
                    <a:pt x="886" y="3755"/>
                  </a:cubicBezTo>
                  <a:cubicBezTo>
                    <a:pt x="937" y="3781"/>
                    <a:pt x="989" y="3815"/>
                    <a:pt x="1023" y="3858"/>
                  </a:cubicBezTo>
                  <a:cubicBezTo>
                    <a:pt x="1092" y="3944"/>
                    <a:pt x="1126" y="3995"/>
                    <a:pt x="1229" y="4038"/>
                  </a:cubicBezTo>
                  <a:cubicBezTo>
                    <a:pt x="1315" y="4081"/>
                    <a:pt x="1410" y="4099"/>
                    <a:pt x="1504" y="4107"/>
                  </a:cubicBezTo>
                  <a:cubicBezTo>
                    <a:pt x="1539" y="4116"/>
                    <a:pt x="1573" y="4116"/>
                    <a:pt x="1607" y="4124"/>
                  </a:cubicBezTo>
                  <a:cubicBezTo>
                    <a:pt x="1642" y="4124"/>
                    <a:pt x="1667" y="4150"/>
                    <a:pt x="1702" y="4150"/>
                  </a:cubicBezTo>
                  <a:cubicBezTo>
                    <a:pt x="1719" y="4153"/>
                    <a:pt x="1734" y="4154"/>
                    <a:pt x="1749" y="4154"/>
                  </a:cubicBezTo>
                  <a:cubicBezTo>
                    <a:pt x="1778" y="4154"/>
                    <a:pt x="1805" y="4150"/>
                    <a:pt x="1839" y="4150"/>
                  </a:cubicBezTo>
                  <a:lnTo>
                    <a:pt x="1891" y="4150"/>
                  </a:lnTo>
                  <a:cubicBezTo>
                    <a:pt x="1904" y="4154"/>
                    <a:pt x="1917" y="4156"/>
                    <a:pt x="1931" y="4156"/>
                  </a:cubicBezTo>
                  <a:cubicBezTo>
                    <a:pt x="1945" y="4156"/>
                    <a:pt x="1960" y="4154"/>
                    <a:pt x="1977" y="4150"/>
                  </a:cubicBezTo>
                  <a:cubicBezTo>
                    <a:pt x="2003" y="4133"/>
                    <a:pt x="2020" y="4124"/>
                    <a:pt x="2054" y="4099"/>
                  </a:cubicBezTo>
                  <a:cubicBezTo>
                    <a:pt x="2088" y="4081"/>
                    <a:pt x="2114" y="4073"/>
                    <a:pt x="2149" y="4064"/>
                  </a:cubicBezTo>
                  <a:cubicBezTo>
                    <a:pt x="2243" y="4038"/>
                    <a:pt x="2338" y="4038"/>
                    <a:pt x="2432" y="4004"/>
                  </a:cubicBezTo>
                  <a:cubicBezTo>
                    <a:pt x="2509" y="3978"/>
                    <a:pt x="2587" y="3944"/>
                    <a:pt x="2673" y="3918"/>
                  </a:cubicBezTo>
                  <a:cubicBezTo>
                    <a:pt x="2750" y="3901"/>
                    <a:pt x="2776" y="3824"/>
                    <a:pt x="2827" y="3781"/>
                  </a:cubicBezTo>
                  <a:cubicBezTo>
                    <a:pt x="2887" y="3738"/>
                    <a:pt x="2930" y="3729"/>
                    <a:pt x="2982" y="3678"/>
                  </a:cubicBezTo>
                  <a:cubicBezTo>
                    <a:pt x="3008" y="3660"/>
                    <a:pt x="3016" y="3660"/>
                    <a:pt x="3033" y="3635"/>
                  </a:cubicBezTo>
                  <a:cubicBezTo>
                    <a:pt x="3042" y="3609"/>
                    <a:pt x="3068" y="3574"/>
                    <a:pt x="3076" y="3549"/>
                  </a:cubicBezTo>
                  <a:cubicBezTo>
                    <a:pt x="3094" y="3514"/>
                    <a:pt x="3137" y="3514"/>
                    <a:pt x="3137" y="3480"/>
                  </a:cubicBezTo>
                  <a:cubicBezTo>
                    <a:pt x="3145" y="3446"/>
                    <a:pt x="3162" y="3420"/>
                    <a:pt x="3171" y="3385"/>
                  </a:cubicBezTo>
                  <a:cubicBezTo>
                    <a:pt x="3188" y="3334"/>
                    <a:pt x="3197" y="3282"/>
                    <a:pt x="3222" y="3231"/>
                  </a:cubicBezTo>
                  <a:cubicBezTo>
                    <a:pt x="3231" y="3196"/>
                    <a:pt x="3257" y="3153"/>
                    <a:pt x="3283" y="3119"/>
                  </a:cubicBezTo>
                  <a:cubicBezTo>
                    <a:pt x="3326" y="3050"/>
                    <a:pt x="3360" y="2964"/>
                    <a:pt x="3394" y="2896"/>
                  </a:cubicBezTo>
                  <a:cubicBezTo>
                    <a:pt x="3463" y="2767"/>
                    <a:pt x="3601" y="2604"/>
                    <a:pt x="3575" y="2449"/>
                  </a:cubicBezTo>
                  <a:cubicBezTo>
                    <a:pt x="3558" y="2346"/>
                    <a:pt x="3549" y="2226"/>
                    <a:pt x="3506" y="2131"/>
                  </a:cubicBezTo>
                  <a:cubicBezTo>
                    <a:pt x="3489" y="2097"/>
                    <a:pt x="3463" y="2062"/>
                    <a:pt x="3463" y="2028"/>
                  </a:cubicBezTo>
                  <a:cubicBezTo>
                    <a:pt x="3454" y="1959"/>
                    <a:pt x="3480" y="1873"/>
                    <a:pt x="3489" y="1805"/>
                  </a:cubicBezTo>
                  <a:cubicBezTo>
                    <a:pt x="3506" y="1719"/>
                    <a:pt x="3497" y="1659"/>
                    <a:pt x="3480" y="1573"/>
                  </a:cubicBezTo>
                  <a:cubicBezTo>
                    <a:pt x="3463" y="1512"/>
                    <a:pt x="3463" y="1444"/>
                    <a:pt x="3454" y="1384"/>
                  </a:cubicBezTo>
                  <a:cubicBezTo>
                    <a:pt x="3437" y="1272"/>
                    <a:pt x="3403" y="1134"/>
                    <a:pt x="3334" y="1040"/>
                  </a:cubicBezTo>
                  <a:cubicBezTo>
                    <a:pt x="3308" y="1006"/>
                    <a:pt x="3274" y="997"/>
                    <a:pt x="3240" y="971"/>
                  </a:cubicBezTo>
                  <a:cubicBezTo>
                    <a:pt x="3214" y="954"/>
                    <a:pt x="3188" y="911"/>
                    <a:pt x="3171" y="885"/>
                  </a:cubicBezTo>
                  <a:cubicBezTo>
                    <a:pt x="3145" y="842"/>
                    <a:pt x="3128" y="791"/>
                    <a:pt x="3128" y="739"/>
                  </a:cubicBezTo>
                  <a:cubicBezTo>
                    <a:pt x="3128" y="696"/>
                    <a:pt x="3145" y="645"/>
                    <a:pt x="3119" y="602"/>
                  </a:cubicBezTo>
                  <a:cubicBezTo>
                    <a:pt x="3094" y="567"/>
                    <a:pt x="3059" y="542"/>
                    <a:pt x="3033" y="499"/>
                  </a:cubicBezTo>
                  <a:cubicBezTo>
                    <a:pt x="3016" y="447"/>
                    <a:pt x="2991" y="421"/>
                    <a:pt x="2948" y="387"/>
                  </a:cubicBezTo>
                  <a:cubicBezTo>
                    <a:pt x="2862" y="335"/>
                    <a:pt x="2784" y="284"/>
                    <a:pt x="2698" y="232"/>
                  </a:cubicBezTo>
                  <a:cubicBezTo>
                    <a:pt x="2655" y="207"/>
                    <a:pt x="2621" y="215"/>
                    <a:pt x="2578" y="198"/>
                  </a:cubicBezTo>
                  <a:cubicBezTo>
                    <a:pt x="2544" y="189"/>
                    <a:pt x="2484" y="146"/>
                    <a:pt x="2466" y="146"/>
                  </a:cubicBezTo>
                  <a:cubicBezTo>
                    <a:pt x="2453" y="151"/>
                    <a:pt x="2440" y="153"/>
                    <a:pt x="2428" y="153"/>
                  </a:cubicBezTo>
                  <a:cubicBezTo>
                    <a:pt x="2393" y="153"/>
                    <a:pt x="2363" y="135"/>
                    <a:pt x="2338" y="104"/>
                  </a:cubicBezTo>
                  <a:cubicBezTo>
                    <a:pt x="2303" y="78"/>
                    <a:pt x="2286" y="52"/>
                    <a:pt x="2243" y="35"/>
                  </a:cubicBezTo>
                  <a:cubicBezTo>
                    <a:pt x="2229" y="32"/>
                    <a:pt x="2213" y="31"/>
                    <a:pt x="2196" y="31"/>
                  </a:cubicBezTo>
                  <a:cubicBezTo>
                    <a:pt x="2162" y="31"/>
                    <a:pt x="2126" y="35"/>
                    <a:pt x="2097" y="35"/>
                  </a:cubicBezTo>
                  <a:cubicBezTo>
                    <a:pt x="2071" y="26"/>
                    <a:pt x="2054" y="26"/>
                    <a:pt x="2028" y="26"/>
                  </a:cubicBezTo>
                  <a:lnTo>
                    <a:pt x="1994" y="2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5" name="Google Shape;1235;p17"/>
            <p:cNvSpPr/>
            <p:nvPr/>
          </p:nvSpPr>
          <p:spPr>
            <a:xfrm>
              <a:off x="5186325" y="1332175"/>
              <a:ext cx="1975" cy="900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78" y="35"/>
                  </a:moveTo>
                  <a:lnTo>
                    <a:pt x="78" y="35"/>
                  </a:lnTo>
                  <a:cubicBezTo>
                    <a:pt x="52" y="26"/>
                    <a:pt x="35" y="9"/>
                    <a:pt x="9" y="9"/>
                  </a:cubicBezTo>
                  <a:cubicBezTo>
                    <a:pt x="9" y="9"/>
                    <a:pt x="9" y="1"/>
                    <a:pt x="1" y="1"/>
                  </a:cubicBezTo>
                  <a:lnTo>
                    <a:pt x="1" y="1"/>
                  </a:lnTo>
                  <a:cubicBezTo>
                    <a:pt x="9" y="1"/>
                    <a:pt x="9" y="9"/>
                    <a:pt x="9" y="9"/>
                  </a:cubicBezTo>
                  <a:cubicBezTo>
                    <a:pt x="35" y="9"/>
                    <a:pt x="52" y="26"/>
                    <a:pt x="78" y="35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6" name="Google Shape;1236;p17"/>
            <p:cNvSpPr/>
            <p:nvPr/>
          </p:nvSpPr>
          <p:spPr>
            <a:xfrm>
              <a:off x="5220050" y="1239175"/>
              <a:ext cx="13775" cy="40825"/>
            </a:xfrm>
            <a:custGeom>
              <a:avLst/>
              <a:gdLst/>
              <a:ahLst/>
              <a:cxnLst/>
              <a:rect l="l" t="t" r="r" b="b"/>
              <a:pathLst>
                <a:path w="551" h="1633" extrusionOk="0">
                  <a:moveTo>
                    <a:pt x="516" y="1633"/>
                  </a:moveTo>
                  <a:cubicBezTo>
                    <a:pt x="507" y="1564"/>
                    <a:pt x="533" y="1478"/>
                    <a:pt x="542" y="1410"/>
                  </a:cubicBezTo>
                  <a:cubicBezTo>
                    <a:pt x="550" y="1384"/>
                    <a:pt x="550" y="1358"/>
                    <a:pt x="550" y="1332"/>
                  </a:cubicBezTo>
                  <a:cubicBezTo>
                    <a:pt x="550" y="1358"/>
                    <a:pt x="550" y="1384"/>
                    <a:pt x="542" y="1410"/>
                  </a:cubicBezTo>
                  <a:cubicBezTo>
                    <a:pt x="533" y="1478"/>
                    <a:pt x="507" y="1564"/>
                    <a:pt x="516" y="1633"/>
                  </a:cubicBezTo>
                  <a:close/>
                  <a:moveTo>
                    <a:pt x="86" y="104"/>
                  </a:moveTo>
                  <a:cubicBezTo>
                    <a:pt x="69" y="52"/>
                    <a:pt x="44" y="26"/>
                    <a:pt x="1" y="1"/>
                  </a:cubicBezTo>
                  <a:cubicBezTo>
                    <a:pt x="44" y="26"/>
                    <a:pt x="69" y="52"/>
                    <a:pt x="86" y="104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7" name="Google Shape;1237;p17"/>
            <p:cNvSpPr/>
            <p:nvPr/>
          </p:nvSpPr>
          <p:spPr>
            <a:xfrm>
              <a:off x="5147875" y="1229300"/>
              <a:ext cx="87875" cy="103975"/>
            </a:xfrm>
            <a:custGeom>
              <a:avLst/>
              <a:gdLst/>
              <a:ahLst/>
              <a:cxnLst/>
              <a:rect l="l" t="t" r="r" b="b"/>
              <a:pathLst>
                <a:path w="3515" h="4159" extrusionOk="0">
                  <a:moveTo>
                    <a:pt x="1891" y="0"/>
                  </a:moveTo>
                  <a:cubicBezTo>
                    <a:pt x="1848" y="0"/>
                    <a:pt x="1788" y="43"/>
                    <a:pt x="1753" y="61"/>
                  </a:cubicBezTo>
                  <a:cubicBezTo>
                    <a:pt x="1711" y="69"/>
                    <a:pt x="1676" y="78"/>
                    <a:pt x="1642" y="78"/>
                  </a:cubicBezTo>
                  <a:lnTo>
                    <a:pt x="1573" y="78"/>
                  </a:lnTo>
                  <a:cubicBezTo>
                    <a:pt x="1496" y="78"/>
                    <a:pt x="1418" y="104"/>
                    <a:pt x="1350" y="138"/>
                  </a:cubicBezTo>
                  <a:lnTo>
                    <a:pt x="1341" y="138"/>
                  </a:lnTo>
                  <a:cubicBezTo>
                    <a:pt x="1367" y="164"/>
                    <a:pt x="1401" y="189"/>
                    <a:pt x="1436" y="198"/>
                  </a:cubicBezTo>
                  <a:cubicBezTo>
                    <a:pt x="1444" y="207"/>
                    <a:pt x="1461" y="207"/>
                    <a:pt x="1479" y="215"/>
                  </a:cubicBezTo>
                  <a:cubicBezTo>
                    <a:pt x="1496" y="224"/>
                    <a:pt x="1504" y="241"/>
                    <a:pt x="1522" y="258"/>
                  </a:cubicBezTo>
                  <a:cubicBezTo>
                    <a:pt x="1547" y="275"/>
                    <a:pt x="1582" y="293"/>
                    <a:pt x="1607" y="301"/>
                  </a:cubicBezTo>
                  <a:cubicBezTo>
                    <a:pt x="1633" y="301"/>
                    <a:pt x="1650" y="293"/>
                    <a:pt x="1676" y="293"/>
                  </a:cubicBezTo>
                  <a:cubicBezTo>
                    <a:pt x="1685" y="293"/>
                    <a:pt x="1693" y="293"/>
                    <a:pt x="1711" y="301"/>
                  </a:cubicBezTo>
                  <a:cubicBezTo>
                    <a:pt x="1745" y="310"/>
                    <a:pt x="1762" y="335"/>
                    <a:pt x="1796" y="344"/>
                  </a:cubicBezTo>
                  <a:cubicBezTo>
                    <a:pt x="1822" y="353"/>
                    <a:pt x="1839" y="353"/>
                    <a:pt x="1865" y="370"/>
                  </a:cubicBezTo>
                  <a:cubicBezTo>
                    <a:pt x="1925" y="413"/>
                    <a:pt x="1977" y="464"/>
                    <a:pt x="2028" y="507"/>
                  </a:cubicBezTo>
                  <a:cubicBezTo>
                    <a:pt x="2080" y="559"/>
                    <a:pt x="2123" y="610"/>
                    <a:pt x="2183" y="645"/>
                  </a:cubicBezTo>
                  <a:cubicBezTo>
                    <a:pt x="2235" y="679"/>
                    <a:pt x="2295" y="696"/>
                    <a:pt x="2346" y="722"/>
                  </a:cubicBezTo>
                  <a:cubicBezTo>
                    <a:pt x="2389" y="748"/>
                    <a:pt x="2441" y="774"/>
                    <a:pt x="2484" y="808"/>
                  </a:cubicBezTo>
                  <a:cubicBezTo>
                    <a:pt x="2518" y="834"/>
                    <a:pt x="2552" y="860"/>
                    <a:pt x="2587" y="894"/>
                  </a:cubicBezTo>
                  <a:cubicBezTo>
                    <a:pt x="2613" y="920"/>
                    <a:pt x="2656" y="937"/>
                    <a:pt x="2681" y="963"/>
                  </a:cubicBezTo>
                  <a:cubicBezTo>
                    <a:pt x="2716" y="980"/>
                    <a:pt x="2724" y="1014"/>
                    <a:pt x="2742" y="1049"/>
                  </a:cubicBezTo>
                  <a:cubicBezTo>
                    <a:pt x="2784" y="1134"/>
                    <a:pt x="2802" y="1220"/>
                    <a:pt x="2819" y="1306"/>
                  </a:cubicBezTo>
                  <a:cubicBezTo>
                    <a:pt x="2827" y="1349"/>
                    <a:pt x="2827" y="1384"/>
                    <a:pt x="2827" y="1427"/>
                  </a:cubicBezTo>
                  <a:cubicBezTo>
                    <a:pt x="2827" y="1444"/>
                    <a:pt x="2827" y="1461"/>
                    <a:pt x="2827" y="1470"/>
                  </a:cubicBezTo>
                  <a:cubicBezTo>
                    <a:pt x="2827" y="1504"/>
                    <a:pt x="2819" y="1512"/>
                    <a:pt x="2810" y="1538"/>
                  </a:cubicBezTo>
                  <a:cubicBezTo>
                    <a:pt x="2793" y="1573"/>
                    <a:pt x="2802" y="1616"/>
                    <a:pt x="2802" y="1659"/>
                  </a:cubicBezTo>
                  <a:cubicBezTo>
                    <a:pt x="2802" y="1676"/>
                    <a:pt x="2802" y="1693"/>
                    <a:pt x="2802" y="1710"/>
                  </a:cubicBezTo>
                  <a:cubicBezTo>
                    <a:pt x="2810" y="1736"/>
                    <a:pt x="2819" y="1753"/>
                    <a:pt x="2819" y="1779"/>
                  </a:cubicBezTo>
                  <a:cubicBezTo>
                    <a:pt x="2819" y="1787"/>
                    <a:pt x="2810" y="1805"/>
                    <a:pt x="2810" y="1822"/>
                  </a:cubicBezTo>
                  <a:cubicBezTo>
                    <a:pt x="2810" y="1839"/>
                    <a:pt x="2802" y="1856"/>
                    <a:pt x="2802" y="1873"/>
                  </a:cubicBezTo>
                  <a:lnTo>
                    <a:pt x="2784" y="1908"/>
                  </a:lnTo>
                  <a:cubicBezTo>
                    <a:pt x="2776" y="1933"/>
                    <a:pt x="2776" y="1968"/>
                    <a:pt x="2776" y="1994"/>
                  </a:cubicBezTo>
                  <a:cubicBezTo>
                    <a:pt x="2767" y="2019"/>
                    <a:pt x="2767" y="2028"/>
                    <a:pt x="2759" y="2054"/>
                  </a:cubicBezTo>
                  <a:cubicBezTo>
                    <a:pt x="2759" y="2088"/>
                    <a:pt x="2742" y="2122"/>
                    <a:pt x="2750" y="2148"/>
                  </a:cubicBezTo>
                  <a:cubicBezTo>
                    <a:pt x="2750" y="2191"/>
                    <a:pt x="2793" y="2243"/>
                    <a:pt x="2810" y="2286"/>
                  </a:cubicBezTo>
                  <a:cubicBezTo>
                    <a:pt x="2819" y="2311"/>
                    <a:pt x="2827" y="2329"/>
                    <a:pt x="2819" y="2363"/>
                  </a:cubicBezTo>
                  <a:cubicBezTo>
                    <a:pt x="2819" y="2380"/>
                    <a:pt x="2802" y="2406"/>
                    <a:pt x="2802" y="2423"/>
                  </a:cubicBezTo>
                  <a:cubicBezTo>
                    <a:pt x="2784" y="2475"/>
                    <a:pt x="2784" y="2518"/>
                    <a:pt x="2767" y="2569"/>
                  </a:cubicBezTo>
                  <a:cubicBezTo>
                    <a:pt x="2750" y="2604"/>
                    <a:pt x="2724" y="2647"/>
                    <a:pt x="2707" y="2690"/>
                  </a:cubicBezTo>
                  <a:cubicBezTo>
                    <a:pt x="2699" y="2724"/>
                    <a:pt x="2681" y="2758"/>
                    <a:pt x="2673" y="2793"/>
                  </a:cubicBezTo>
                  <a:cubicBezTo>
                    <a:pt x="2664" y="2836"/>
                    <a:pt x="2647" y="2870"/>
                    <a:pt x="2638" y="2913"/>
                  </a:cubicBezTo>
                  <a:cubicBezTo>
                    <a:pt x="2621" y="2973"/>
                    <a:pt x="2613" y="3025"/>
                    <a:pt x="2578" y="3076"/>
                  </a:cubicBezTo>
                  <a:cubicBezTo>
                    <a:pt x="2552" y="3119"/>
                    <a:pt x="2527" y="3153"/>
                    <a:pt x="2518" y="3196"/>
                  </a:cubicBezTo>
                  <a:cubicBezTo>
                    <a:pt x="2510" y="3282"/>
                    <a:pt x="2492" y="3360"/>
                    <a:pt x="2432" y="3411"/>
                  </a:cubicBezTo>
                  <a:cubicBezTo>
                    <a:pt x="2389" y="3454"/>
                    <a:pt x="2346" y="3480"/>
                    <a:pt x="2312" y="3523"/>
                  </a:cubicBezTo>
                  <a:cubicBezTo>
                    <a:pt x="2295" y="3540"/>
                    <a:pt x="2286" y="3566"/>
                    <a:pt x="2269" y="3600"/>
                  </a:cubicBezTo>
                  <a:cubicBezTo>
                    <a:pt x="2260" y="3617"/>
                    <a:pt x="2243" y="3635"/>
                    <a:pt x="2235" y="3660"/>
                  </a:cubicBezTo>
                  <a:lnTo>
                    <a:pt x="2200" y="3686"/>
                  </a:lnTo>
                  <a:cubicBezTo>
                    <a:pt x="2200" y="3695"/>
                    <a:pt x="2192" y="3695"/>
                    <a:pt x="2183" y="3695"/>
                  </a:cubicBezTo>
                  <a:lnTo>
                    <a:pt x="2157" y="3695"/>
                  </a:lnTo>
                  <a:cubicBezTo>
                    <a:pt x="2149" y="3686"/>
                    <a:pt x="2140" y="3686"/>
                    <a:pt x="2132" y="3686"/>
                  </a:cubicBezTo>
                  <a:lnTo>
                    <a:pt x="2114" y="3686"/>
                  </a:lnTo>
                  <a:cubicBezTo>
                    <a:pt x="2106" y="3703"/>
                    <a:pt x="2080" y="3703"/>
                    <a:pt x="2063" y="3703"/>
                  </a:cubicBezTo>
                  <a:lnTo>
                    <a:pt x="1900" y="3703"/>
                  </a:lnTo>
                  <a:cubicBezTo>
                    <a:pt x="1865" y="3703"/>
                    <a:pt x="1831" y="3703"/>
                    <a:pt x="1796" y="3712"/>
                  </a:cubicBezTo>
                  <a:cubicBezTo>
                    <a:pt x="1762" y="3720"/>
                    <a:pt x="1736" y="3729"/>
                    <a:pt x="1702" y="3729"/>
                  </a:cubicBezTo>
                  <a:lnTo>
                    <a:pt x="1685" y="3729"/>
                  </a:lnTo>
                  <a:cubicBezTo>
                    <a:pt x="1668" y="3729"/>
                    <a:pt x="1659" y="3738"/>
                    <a:pt x="1650" y="3746"/>
                  </a:cubicBezTo>
                  <a:cubicBezTo>
                    <a:pt x="1642" y="3755"/>
                    <a:pt x="1633" y="3763"/>
                    <a:pt x="1616" y="3763"/>
                  </a:cubicBezTo>
                  <a:lnTo>
                    <a:pt x="1607" y="3763"/>
                  </a:lnTo>
                  <a:cubicBezTo>
                    <a:pt x="1564" y="3755"/>
                    <a:pt x="1522" y="3746"/>
                    <a:pt x="1470" y="3738"/>
                  </a:cubicBezTo>
                  <a:cubicBezTo>
                    <a:pt x="1427" y="3729"/>
                    <a:pt x="1367" y="3720"/>
                    <a:pt x="1324" y="3712"/>
                  </a:cubicBezTo>
                  <a:lnTo>
                    <a:pt x="1169" y="3712"/>
                  </a:lnTo>
                  <a:cubicBezTo>
                    <a:pt x="1161" y="3712"/>
                    <a:pt x="1144" y="3720"/>
                    <a:pt x="1135" y="3720"/>
                  </a:cubicBezTo>
                  <a:cubicBezTo>
                    <a:pt x="1118" y="3720"/>
                    <a:pt x="1101" y="3712"/>
                    <a:pt x="1083" y="3703"/>
                  </a:cubicBezTo>
                  <a:lnTo>
                    <a:pt x="989" y="3703"/>
                  </a:lnTo>
                  <a:cubicBezTo>
                    <a:pt x="972" y="3703"/>
                    <a:pt x="954" y="3703"/>
                    <a:pt x="946" y="3695"/>
                  </a:cubicBezTo>
                  <a:cubicBezTo>
                    <a:pt x="903" y="3660"/>
                    <a:pt x="877" y="3635"/>
                    <a:pt x="834" y="3626"/>
                  </a:cubicBezTo>
                  <a:cubicBezTo>
                    <a:pt x="791" y="3617"/>
                    <a:pt x="774" y="3592"/>
                    <a:pt x="740" y="3566"/>
                  </a:cubicBezTo>
                  <a:cubicBezTo>
                    <a:pt x="723" y="3549"/>
                    <a:pt x="654" y="3549"/>
                    <a:pt x="637" y="3531"/>
                  </a:cubicBezTo>
                  <a:cubicBezTo>
                    <a:pt x="619" y="3514"/>
                    <a:pt x="491" y="3437"/>
                    <a:pt x="482" y="3420"/>
                  </a:cubicBezTo>
                  <a:cubicBezTo>
                    <a:pt x="465" y="3394"/>
                    <a:pt x="456" y="3377"/>
                    <a:pt x="439" y="3351"/>
                  </a:cubicBezTo>
                  <a:cubicBezTo>
                    <a:pt x="413" y="3308"/>
                    <a:pt x="370" y="3274"/>
                    <a:pt x="336" y="3231"/>
                  </a:cubicBezTo>
                  <a:cubicBezTo>
                    <a:pt x="302" y="3188"/>
                    <a:pt x="267" y="3153"/>
                    <a:pt x="224" y="3119"/>
                  </a:cubicBezTo>
                  <a:cubicBezTo>
                    <a:pt x="173" y="3076"/>
                    <a:pt x="216" y="2990"/>
                    <a:pt x="173" y="2939"/>
                  </a:cubicBezTo>
                  <a:lnTo>
                    <a:pt x="147" y="2904"/>
                  </a:lnTo>
                  <a:cubicBezTo>
                    <a:pt x="138" y="2896"/>
                    <a:pt x="113" y="2896"/>
                    <a:pt x="95" y="2887"/>
                  </a:cubicBezTo>
                  <a:cubicBezTo>
                    <a:pt x="70" y="2879"/>
                    <a:pt x="61" y="2870"/>
                    <a:pt x="44" y="2853"/>
                  </a:cubicBezTo>
                  <a:cubicBezTo>
                    <a:pt x="35" y="2836"/>
                    <a:pt x="18" y="2827"/>
                    <a:pt x="1" y="2818"/>
                  </a:cubicBezTo>
                  <a:lnTo>
                    <a:pt x="1" y="2818"/>
                  </a:lnTo>
                  <a:cubicBezTo>
                    <a:pt x="1" y="2844"/>
                    <a:pt x="9" y="2861"/>
                    <a:pt x="9" y="2887"/>
                  </a:cubicBezTo>
                  <a:cubicBezTo>
                    <a:pt x="35" y="2982"/>
                    <a:pt x="78" y="3076"/>
                    <a:pt x="155" y="3136"/>
                  </a:cubicBezTo>
                  <a:lnTo>
                    <a:pt x="164" y="3136"/>
                  </a:lnTo>
                  <a:cubicBezTo>
                    <a:pt x="190" y="3162"/>
                    <a:pt x="207" y="3179"/>
                    <a:pt x="224" y="3214"/>
                  </a:cubicBezTo>
                  <a:cubicBezTo>
                    <a:pt x="250" y="3265"/>
                    <a:pt x="267" y="3291"/>
                    <a:pt x="319" y="3325"/>
                  </a:cubicBezTo>
                  <a:cubicBezTo>
                    <a:pt x="319" y="3325"/>
                    <a:pt x="327" y="3334"/>
                    <a:pt x="327" y="3334"/>
                  </a:cubicBezTo>
                  <a:cubicBezTo>
                    <a:pt x="396" y="3385"/>
                    <a:pt x="413" y="3454"/>
                    <a:pt x="448" y="3514"/>
                  </a:cubicBezTo>
                  <a:cubicBezTo>
                    <a:pt x="456" y="3531"/>
                    <a:pt x="465" y="3549"/>
                    <a:pt x="473" y="3566"/>
                  </a:cubicBezTo>
                  <a:cubicBezTo>
                    <a:pt x="491" y="3592"/>
                    <a:pt x="516" y="3626"/>
                    <a:pt x="542" y="3635"/>
                  </a:cubicBezTo>
                  <a:cubicBezTo>
                    <a:pt x="542" y="3635"/>
                    <a:pt x="542" y="3635"/>
                    <a:pt x="551" y="3643"/>
                  </a:cubicBezTo>
                  <a:cubicBezTo>
                    <a:pt x="602" y="3660"/>
                    <a:pt x="662" y="3643"/>
                    <a:pt x="723" y="3678"/>
                  </a:cubicBezTo>
                  <a:cubicBezTo>
                    <a:pt x="757" y="3703"/>
                    <a:pt x="791" y="3729"/>
                    <a:pt x="826" y="3755"/>
                  </a:cubicBezTo>
                  <a:lnTo>
                    <a:pt x="834" y="3755"/>
                  </a:lnTo>
                  <a:cubicBezTo>
                    <a:pt x="877" y="3789"/>
                    <a:pt x="937" y="3815"/>
                    <a:pt x="963" y="3858"/>
                  </a:cubicBezTo>
                  <a:cubicBezTo>
                    <a:pt x="1032" y="3944"/>
                    <a:pt x="1066" y="3995"/>
                    <a:pt x="1169" y="4038"/>
                  </a:cubicBezTo>
                  <a:cubicBezTo>
                    <a:pt x="1255" y="4081"/>
                    <a:pt x="1350" y="4099"/>
                    <a:pt x="1444" y="4107"/>
                  </a:cubicBezTo>
                  <a:cubicBezTo>
                    <a:pt x="1479" y="4116"/>
                    <a:pt x="1513" y="4116"/>
                    <a:pt x="1539" y="4116"/>
                  </a:cubicBezTo>
                  <a:cubicBezTo>
                    <a:pt x="1547" y="4116"/>
                    <a:pt x="1547" y="4124"/>
                    <a:pt x="1547" y="4124"/>
                  </a:cubicBezTo>
                  <a:cubicBezTo>
                    <a:pt x="1573" y="4124"/>
                    <a:pt x="1590" y="4141"/>
                    <a:pt x="1616" y="4150"/>
                  </a:cubicBezTo>
                  <a:lnTo>
                    <a:pt x="1642" y="4150"/>
                  </a:lnTo>
                  <a:cubicBezTo>
                    <a:pt x="1659" y="4159"/>
                    <a:pt x="1676" y="4159"/>
                    <a:pt x="1693" y="4159"/>
                  </a:cubicBezTo>
                  <a:cubicBezTo>
                    <a:pt x="1719" y="4159"/>
                    <a:pt x="1745" y="4150"/>
                    <a:pt x="1779" y="4150"/>
                  </a:cubicBezTo>
                  <a:lnTo>
                    <a:pt x="1831" y="4150"/>
                  </a:lnTo>
                  <a:cubicBezTo>
                    <a:pt x="1848" y="4150"/>
                    <a:pt x="1857" y="4159"/>
                    <a:pt x="1865" y="4159"/>
                  </a:cubicBezTo>
                  <a:cubicBezTo>
                    <a:pt x="1882" y="4159"/>
                    <a:pt x="1900" y="4150"/>
                    <a:pt x="1917" y="4150"/>
                  </a:cubicBezTo>
                  <a:cubicBezTo>
                    <a:pt x="1943" y="4133"/>
                    <a:pt x="1960" y="4124"/>
                    <a:pt x="1994" y="4099"/>
                  </a:cubicBezTo>
                  <a:cubicBezTo>
                    <a:pt x="2028" y="4081"/>
                    <a:pt x="2054" y="4073"/>
                    <a:pt x="2089" y="4064"/>
                  </a:cubicBezTo>
                  <a:cubicBezTo>
                    <a:pt x="2183" y="4047"/>
                    <a:pt x="2278" y="4038"/>
                    <a:pt x="2363" y="4004"/>
                  </a:cubicBezTo>
                  <a:lnTo>
                    <a:pt x="2372" y="4004"/>
                  </a:lnTo>
                  <a:cubicBezTo>
                    <a:pt x="2449" y="3978"/>
                    <a:pt x="2527" y="3944"/>
                    <a:pt x="2613" y="3918"/>
                  </a:cubicBezTo>
                  <a:cubicBezTo>
                    <a:pt x="2690" y="3901"/>
                    <a:pt x="2716" y="3824"/>
                    <a:pt x="2767" y="3781"/>
                  </a:cubicBezTo>
                  <a:cubicBezTo>
                    <a:pt x="2827" y="3738"/>
                    <a:pt x="2870" y="3729"/>
                    <a:pt x="2922" y="3678"/>
                  </a:cubicBezTo>
                  <a:cubicBezTo>
                    <a:pt x="2948" y="3660"/>
                    <a:pt x="2956" y="3660"/>
                    <a:pt x="2973" y="3635"/>
                  </a:cubicBezTo>
                  <a:cubicBezTo>
                    <a:pt x="2982" y="3609"/>
                    <a:pt x="3008" y="3574"/>
                    <a:pt x="3016" y="3549"/>
                  </a:cubicBezTo>
                  <a:cubicBezTo>
                    <a:pt x="3034" y="3514"/>
                    <a:pt x="3077" y="3514"/>
                    <a:pt x="3077" y="3480"/>
                  </a:cubicBezTo>
                  <a:cubicBezTo>
                    <a:pt x="3085" y="3446"/>
                    <a:pt x="3102" y="3420"/>
                    <a:pt x="3111" y="3385"/>
                  </a:cubicBezTo>
                  <a:cubicBezTo>
                    <a:pt x="3128" y="3334"/>
                    <a:pt x="3137" y="3282"/>
                    <a:pt x="3162" y="3231"/>
                  </a:cubicBezTo>
                  <a:cubicBezTo>
                    <a:pt x="3171" y="3196"/>
                    <a:pt x="3197" y="3153"/>
                    <a:pt x="3223" y="3119"/>
                  </a:cubicBezTo>
                  <a:cubicBezTo>
                    <a:pt x="3266" y="3050"/>
                    <a:pt x="3300" y="2964"/>
                    <a:pt x="3334" y="2896"/>
                  </a:cubicBezTo>
                  <a:cubicBezTo>
                    <a:pt x="3403" y="2775"/>
                    <a:pt x="3515" y="2629"/>
                    <a:pt x="3515" y="2483"/>
                  </a:cubicBezTo>
                  <a:cubicBezTo>
                    <a:pt x="3515" y="2475"/>
                    <a:pt x="3515" y="2458"/>
                    <a:pt x="3515" y="2449"/>
                  </a:cubicBezTo>
                  <a:cubicBezTo>
                    <a:pt x="3498" y="2346"/>
                    <a:pt x="3489" y="2226"/>
                    <a:pt x="3446" y="2131"/>
                  </a:cubicBezTo>
                  <a:cubicBezTo>
                    <a:pt x="3429" y="2097"/>
                    <a:pt x="3403" y="2062"/>
                    <a:pt x="3403" y="2028"/>
                  </a:cubicBezTo>
                  <a:cubicBezTo>
                    <a:pt x="3394" y="1959"/>
                    <a:pt x="3420" y="1873"/>
                    <a:pt x="3429" y="1805"/>
                  </a:cubicBezTo>
                  <a:cubicBezTo>
                    <a:pt x="3437" y="1779"/>
                    <a:pt x="3437" y="1753"/>
                    <a:pt x="3437" y="1727"/>
                  </a:cubicBezTo>
                  <a:cubicBezTo>
                    <a:pt x="3437" y="1676"/>
                    <a:pt x="3429" y="1633"/>
                    <a:pt x="3420" y="1573"/>
                  </a:cubicBezTo>
                  <a:cubicBezTo>
                    <a:pt x="3403" y="1512"/>
                    <a:pt x="3403" y="1444"/>
                    <a:pt x="3394" y="1384"/>
                  </a:cubicBezTo>
                  <a:cubicBezTo>
                    <a:pt x="3377" y="1272"/>
                    <a:pt x="3343" y="1134"/>
                    <a:pt x="3274" y="1040"/>
                  </a:cubicBezTo>
                  <a:cubicBezTo>
                    <a:pt x="3248" y="1006"/>
                    <a:pt x="3214" y="997"/>
                    <a:pt x="3180" y="971"/>
                  </a:cubicBezTo>
                  <a:cubicBezTo>
                    <a:pt x="3154" y="954"/>
                    <a:pt x="3128" y="911"/>
                    <a:pt x="3111" y="885"/>
                  </a:cubicBezTo>
                  <a:cubicBezTo>
                    <a:pt x="3085" y="851"/>
                    <a:pt x="3068" y="799"/>
                    <a:pt x="3068" y="756"/>
                  </a:cubicBezTo>
                  <a:lnTo>
                    <a:pt x="3068" y="739"/>
                  </a:lnTo>
                  <a:cubicBezTo>
                    <a:pt x="3068" y="713"/>
                    <a:pt x="3077" y="688"/>
                    <a:pt x="3077" y="662"/>
                  </a:cubicBezTo>
                  <a:cubicBezTo>
                    <a:pt x="3077" y="645"/>
                    <a:pt x="3068" y="619"/>
                    <a:pt x="3059" y="602"/>
                  </a:cubicBezTo>
                  <a:cubicBezTo>
                    <a:pt x="3034" y="567"/>
                    <a:pt x="2999" y="542"/>
                    <a:pt x="2973" y="499"/>
                  </a:cubicBezTo>
                  <a:cubicBezTo>
                    <a:pt x="2956" y="447"/>
                    <a:pt x="2931" y="421"/>
                    <a:pt x="2888" y="396"/>
                  </a:cubicBezTo>
                  <a:cubicBezTo>
                    <a:pt x="2888" y="387"/>
                    <a:pt x="2888" y="387"/>
                    <a:pt x="2888" y="387"/>
                  </a:cubicBezTo>
                  <a:cubicBezTo>
                    <a:pt x="2802" y="335"/>
                    <a:pt x="2724" y="284"/>
                    <a:pt x="2638" y="232"/>
                  </a:cubicBezTo>
                  <a:cubicBezTo>
                    <a:pt x="2595" y="207"/>
                    <a:pt x="2561" y="215"/>
                    <a:pt x="2518" y="198"/>
                  </a:cubicBezTo>
                  <a:cubicBezTo>
                    <a:pt x="2484" y="189"/>
                    <a:pt x="2424" y="146"/>
                    <a:pt x="2406" y="146"/>
                  </a:cubicBezTo>
                  <a:cubicBezTo>
                    <a:pt x="2398" y="155"/>
                    <a:pt x="2381" y="155"/>
                    <a:pt x="2372" y="155"/>
                  </a:cubicBezTo>
                  <a:cubicBezTo>
                    <a:pt x="2338" y="155"/>
                    <a:pt x="2303" y="138"/>
                    <a:pt x="2278" y="104"/>
                  </a:cubicBezTo>
                  <a:cubicBezTo>
                    <a:pt x="2243" y="78"/>
                    <a:pt x="2226" y="52"/>
                    <a:pt x="2183" y="35"/>
                  </a:cubicBezTo>
                  <a:cubicBezTo>
                    <a:pt x="2169" y="32"/>
                    <a:pt x="2153" y="31"/>
                    <a:pt x="2136" y="31"/>
                  </a:cubicBezTo>
                  <a:cubicBezTo>
                    <a:pt x="2102" y="31"/>
                    <a:pt x="2066" y="35"/>
                    <a:pt x="2037" y="35"/>
                  </a:cubicBezTo>
                  <a:cubicBezTo>
                    <a:pt x="2011" y="26"/>
                    <a:pt x="1994" y="26"/>
                    <a:pt x="1968" y="26"/>
                  </a:cubicBezTo>
                  <a:lnTo>
                    <a:pt x="1934" y="26"/>
                  </a:lnTo>
                  <a:lnTo>
                    <a:pt x="1900" y="0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8" name="Google Shape;1238;p17"/>
            <p:cNvSpPr/>
            <p:nvPr/>
          </p:nvSpPr>
          <p:spPr>
            <a:xfrm>
              <a:off x="5155825" y="1284075"/>
              <a:ext cx="56100" cy="42825"/>
            </a:xfrm>
            <a:custGeom>
              <a:avLst/>
              <a:gdLst/>
              <a:ahLst/>
              <a:cxnLst/>
              <a:rect l="l" t="t" r="r" b="b"/>
              <a:pathLst>
                <a:path w="2244" h="1713" extrusionOk="0">
                  <a:moveTo>
                    <a:pt x="69" y="0"/>
                  </a:moveTo>
                  <a:lnTo>
                    <a:pt x="35" y="78"/>
                  </a:lnTo>
                  <a:cubicBezTo>
                    <a:pt x="35" y="95"/>
                    <a:pt x="52" y="120"/>
                    <a:pt x="52" y="146"/>
                  </a:cubicBezTo>
                  <a:cubicBezTo>
                    <a:pt x="69" y="189"/>
                    <a:pt x="52" y="215"/>
                    <a:pt x="44" y="258"/>
                  </a:cubicBezTo>
                  <a:cubicBezTo>
                    <a:pt x="27" y="301"/>
                    <a:pt x="1" y="352"/>
                    <a:pt x="27" y="404"/>
                  </a:cubicBezTo>
                  <a:cubicBezTo>
                    <a:pt x="44" y="447"/>
                    <a:pt x="87" y="490"/>
                    <a:pt x="95" y="541"/>
                  </a:cubicBezTo>
                  <a:cubicBezTo>
                    <a:pt x="104" y="576"/>
                    <a:pt x="112" y="610"/>
                    <a:pt x="121" y="636"/>
                  </a:cubicBezTo>
                  <a:cubicBezTo>
                    <a:pt x="130" y="679"/>
                    <a:pt x="138" y="705"/>
                    <a:pt x="164" y="748"/>
                  </a:cubicBezTo>
                  <a:cubicBezTo>
                    <a:pt x="173" y="765"/>
                    <a:pt x="190" y="799"/>
                    <a:pt x="190" y="816"/>
                  </a:cubicBezTo>
                  <a:lnTo>
                    <a:pt x="198" y="851"/>
                  </a:lnTo>
                  <a:lnTo>
                    <a:pt x="198" y="859"/>
                  </a:lnTo>
                  <a:lnTo>
                    <a:pt x="198" y="894"/>
                  </a:lnTo>
                  <a:cubicBezTo>
                    <a:pt x="207" y="911"/>
                    <a:pt x="224" y="937"/>
                    <a:pt x="241" y="954"/>
                  </a:cubicBezTo>
                  <a:lnTo>
                    <a:pt x="258" y="988"/>
                  </a:lnTo>
                  <a:lnTo>
                    <a:pt x="267" y="1014"/>
                  </a:lnTo>
                  <a:cubicBezTo>
                    <a:pt x="284" y="1031"/>
                    <a:pt x="301" y="1048"/>
                    <a:pt x="310" y="1074"/>
                  </a:cubicBezTo>
                  <a:cubicBezTo>
                    <a:pt x="319" y="1091"/>
                    <a:pt x="319" y="1109"/>
                    <a:pt x="319" y="1126"/>
                  </a:cubicBezTo>
                  <a:cubicBezTo>
                    <a:pt x="319" y="1143"/>
                    <a:pt x="301" y="1160"/>
                    <a:pt x="301" y="1169"/>
                  </a:cubicBezTo>
                  <a:cubicBezTo>
                    <a:pt x="301" y="1203"/>
                    <a:pt x="327" y="1203"/>
                    <a:pt x="353" y="1212"/>
                  </a:cubicBezTo>
                  <a:cubicBezTo>
                    <a:pt x="370" y="1220"/>
                    <a:pt x="396" y="1237"/>
                    <a:pt x="413" y="1237"/>
                  </a:cubicBezTo>
                  <a:cubicBezTo>
                    <a:pt x="439" y="1246"/>
                    <a:pt x="456" y="1255"/>
                    <a:pt x="473" y="1263"/>
                  </a:cubicBezTo>
                  <a:lnTo>
                    <a:pt x="508" y="1306"/>
                  </a:lnTo>
                  <a:lnTo>
                    <a:pt x="516" y="1332"/>
                  </a:lnTo>
                  <a:lnTo>
                    <a:pt x="525" y="1358"/>
                  </a:lnTo>
                  <a:lnTo>
                    <a:pt x="525" y="1392"/>
                  </a:lnTo>
                  <a:cubicBezTo>
                    <a:pt x="533" y="1401"/>
                    <a:pt x="551" y="1418"/>
                    <a:pt x="568" y="1426"/>
                  </a:cubicBezTo>
                  <a:cubicBezTo>
                    <a:pt x="585" y="1435"/>
                    <a:pt x="602" y="1444"/>
                    <a:pt x="619" y="1452"/>
                  </a:cubicBezTo>
                  <a:lnTo>
                    <a:pt x="645" y="1487"/>
                  </a:lnTo>
                  <a:cubicBezTo>
                    <a:pt x="671" y="1504"/>
                    <a:pt x="705" y="1521"/>
                    <a:pt x="740" y="1538"/>
                  </a:cubicBezTo>
                  <a:cubicBezTo>
                    <a:pt x="765" y="1547"/>
                    <a:pt x="783" y="1555"/>
                    <a:pt x="808" y="1572"/>
                  </a:cubicBezTo>
                  <a:cubicBezTo>
                    <a:pt x="817" y="1581"/>
                    <a:pt x="826" y="1581"/>
                    <a:pt x="843" y="1590"/>
                  </a:cubicBezTo>
                  <a:cubicBezTo>
                    <a:pt x="851" y="1590"/>
                    <a:pt x="860" y="1598"/>
                    <a:pt x="877" y="1598"/>
                  </a:cubicBezTo>
                  <a:cubicBezTo>
                    <a:pt x="903" y="1615"/>
                    <a:pt x="929" y="1624"/>
                    <a:pt x="954" y="1641"/>
                  </a:cubicBezTo>
                  <a:cubicBezTo>
                    <a:pt x="972" y="1658"/>
                    <a:pt x="997" y="1658"/>
                    <a:pt x="1032" y="1658"/>
                  </a:cubicBezTo>
                  <a:lnTo>
                    <a:pt x="1109" y="1658"/>
                  </a:lnTo>
                  <a:cubicBezTo>
                    <a:pt x="1118" y="1661"/>
                    <a:pt x="1125" y="1662"/>
                    <a:pt x="1132" y="1662"/>
                  </a:cubicBezTo>
                  <a:cubicBezTo>
                    <a:pt x="1146" y="1662"/>
                    <a:pt x="1158" y="1658"/>
                    <a:pt x="1169" y="1658"/>
                  </a:cubicBezTo>
                  <a:cubicBezTo>
                    <a:pt x="1186" y="1658"/>
                    <a:pt x="1229" y="1676"/>
                    <a:pt x="1246" y="1684"/>
                  </a:cubicBezTo>
                  <a:lnTo>
                    <a:pt x="1281" y="1701"/>
                  </a:lnTo>
                  <a:cubicBezTo>
                    <a:pt x="1289" y="1710"/>
                    <a:pt x="1315" y="1710"/>
                    <a:pt x="1332" y="1710"/>
                  </a:cubicBezTo>
                  <a:cubicBezTo>
                    <a:pt x="1367" y="1710"/>
                    <a:pt x="1401" y="1710"/>
                    <a:pt x="1444" y="1701"/>
                  </a:cubicBezTo>
                  <a:cubicBezTo>
                    <a:pt x="1465" y="1701"/>
                    <a:pt x="1480" y="1712"/>
                    <a:pt x="1498" y="1712"/>
                  </a:cubicBezTo>
                  <a:cubicBezTo>
                    <a:pt x="1503" y="1712"/>
                    <a:pt x="1508" y="1712"/>
                    <a:pt x="1513" y="1710"/>
                  </a:cubicBezTo>
                  <a:lnTo>
                    <a:pt x="1547" y="1701"/>
                  </a:lnTo>
                  <a:cubicBezTo>
                    <a:pt x="1550" y="1698"/>
                    <a:pt x="1554" y="1697"/>
                    <a:pt x="1558" y="1697"/>
                  </a:cubicBezTo>
                  <a:cubicBezTo>
                    <a:pt x="1567" y="1697"/>
                    <a:pt x="1579" y="1701"/>
                    <a:pt x="1590" y="1701"/>
                  </a:cubicBezTo>
                  <a:cubicBezTo>
                    <a:pt x="1642" y="1693"/>
                    <a:pt x="1676" y="1684"/>
                    <a:pt x="1719" y="1684"/>
                  </a:cubicBezTo>
                  <a:cubicBezTo>
                    <a:pt x="1736" y="1687"/>
                    <a:pt x="1751" y="1688"/>
                    <a:pt x="1766" y="1688"/>
                  </a:cubicBezTo>
                  <a:cubicBezTo>
                    <a:pt x="1795" y="1688"/>
                    <a:pt x="1822" y="1684"/>
                    <a:pt x="1856" y="1684"/>
                  </a:cubicBezTo>
                  <a:cubicBezTo>
                    <a:pt x="1882" y="1684"/>
                    <a:pt x="1899" y="1667"/>
                    <a:pt x="1925" y="1650"/>
                  </a:cubicBezTo>
                  <a:cubicBezTo>
                    <a:pt x="1951" y="1633"/>
                    <a:pt x="1977" y="1624"/>
                    <a:pt x="1994" y="1615"/>
                  </a:cubicBezTo>
                  <a:cubicBezTo>
                    <a:pt x="2028" y="1590"/>
                    <a:pt x="2071" y="1598"/>
                    <a:pt x="2106" y="1581"/>
                  </a:cubicBezTo>
                  <a:cubicBezTo>
                    <a:pt x="2149" y="1564"/>
                    <a:pt x="2192" y="1512"/>
                    <a:pt x="2243" y="1504"/>
                  </a:cubicBezTo>
                  <a:cubicBezTo>
                    <a:pt x="2240" y="1494"/>
                    <a:pt x="2222" y="1490"/>
                    <a:pt x="2201" y="1490"/>
                  </a:cubicBezTo>
                  <a:cubicBezTo>
                    <a:pt x="2168" y="1490"/>
                    <a:pt x="2128" y="1498"/>
                    <a:pt x="2123" y="1504"/>
                  </a:cubicBezTo>
                  <a:cubicBezTo>
                    <a:pt x="2080" y="1512"/>
                    <a:pt x="2054" y="1529"/>
                    <a:pt x="2011" y="1538"/>
                  </a:cubicBezTo>
                  <a:cubicBezTo>
                    <a:pt x="1977" y="1538"/>
                    <a:pt x="1951" y="1547"/>
                    <a:pt x="1917" y="1555"/>
                  </a:cubicBezTo>
                  <a:cubicBezTo>
                    <a:pt x="1891" y="1564"/>
                    <a:pt x="1865" y="1581"/>
                    <a:pt x="1831" y="1590"/>
                  </a:cubicBezTo>
                  <a:cubicBezTo>
                    <a:pt x="1823" y="1592"/>
                    <a:pt x="1814" y="1593"/>
                    <a:pt x="1804" y="1593"/>
                  </a:cubicBezTo>
                  <a:cubicBezTo>
                    <a:pt x="1780" y="1593"/>
                    <a:pt x="1752" y="1587"/>
                    <a:pt x="1728" y="1581"/>
                  </a:cubicBezTo>
                  <a:lnTo>
                    <a:pt x="1590" y="1581"/>
                  </a:lnTo>
                  <a:cubicBezTo>
                    <a:pt x="1573" y="1581"/>
                    <a:pt x="1564" y="1572"/>
                    <a:pt x="1539" y="1564"/>
                  </a:cubicBezTo>
                  <a:lnTo>
                    <a:pt x="1470" y="1564"/>
                  </a:lnTo>
                  <a:cubicBezTo>
                    <a:pt x="1453" y="1564"/>
                    <a:pt x="1444" y="1555"/>
                    <a:pt x="1427" y="1555"/>
                  </a:cubicBezTo>
                  <a:cubicBezTo>
                    <a:pt x="1418" y="1552"/>
                    <a:pt x="1410" y="1551"/>
                    <a:pt x="1401" y="1551"/>
                  </a:cubicBezTo>
                  <a:cubicBezTo>
                    <a:pt x="1385" y="1551"/>
                    <a:pt x="1370" y="1555"/>
                    <a:pt x="1358" y="1555"/>
                  </a:cubicBezTo>
                  <a:cubicBezTo>
                    <a:pt x="1341" y="1547"/>
                    <a:pt x="1315" y="1547"/>
                    <a:pt x="1298" y="1538"/>
                  </a:cubicBezTo>
                  <a:cubicBezTo>
                    <a:pt x="1281" y="1529"/>
                    <a:pt x="1264" y="1521"/>
                    <a:pt x="1238" y="1512"/>
                  </a:cubicBezTo>
                  <a:cubicBezTo>
                    <a:pt x="1212" y="1504"/>
                    <a:pt x="1178" y="1504"/>
                    <a:pt x="1152" y="1487"/>
                  </a:cubicBezTo>
                  <a:cubicBezTo>
                    <a:pt x="1083" y="1452"/>
                    <a:pt x="1032" y="1418"/>
                    <a:pt x="963" y="1392"/>
                  </a:cubicBezTo>
                  <a:cubicBezTo>
                    <a:pt x="929" y="1383"/>
                    <a:pt x="911" y="1383"/>
                    <a:pt x="886" y="1366"/>
                  </a:cubicBezTo>
                  <a:lnTo>
                    <a:pt x="860" y="1340"/>
                  </a:lnTo>
                  <a:cubicBezTo>
                    <a:pt x="834" y="1315"/>
                    <a:pt x="808" y="1289"/>
                    <a:pt x="783" y="1255"/>
                  </a:cubicBezTo>
                  <a:cubicBezTo>
                    <a:pt x="765" y="1229"/>
                    <a:pt x="740" y="1212"/>
                    <a:pt x="714" y="1186"/>
                  </a:cubicBezTo>
                  <a:cubicBezTo>
                    <a:pt x="688" y="1169"/>
                    <a:pt x="688" y="1151"/>
                    <a:pt x="671" y="1134"/>
                  </a:cubicBezTo>
                  <a:cubicBezTo>
                    <a:pt x="654" y="1100"/>
                    <a:pt x="628" y="1074"/>
                    <a:pt x="611" y="1048"/>
                  </a:cubicBezTo>
                  <a:cubicBezTo>
                    <a:pt x="602" y="1031"/>
                    <a:pt x="594" y="1014"/>
                    <a:pt x="576" y="997"/>
                  </a:cubicBezTo>
                  <a:cubicBezTo>
                    <a:pt x="551" y="962"/>
                    <a:pt x="516" y="937"/>
                    <a:pt x="490" y="902"/>
                  </a:cubicBezTo>
                  <a:cubicBezTo>
                    <a:pt x="447" y="851"/>
                    <a:pt x="422" y="791"/>
                    <a:pt x="387" y="739"/>
                  </a:cubicBezTo>
                  <a:cubicBezTo>
                    <a:pt x="336" y="662"/>
                    <a:pt x="293" y="584"/>
                    <a:pt x="258" y="499"/>
                  </a:cubicBezTo>
                  <a:cubicBezTo>
                    <a:pt x="233" y="447"/>
                    <a:pt x="198" y="404"/>
                    <a:pt x="173" y="352"/>
                  </a:cubicBezTo>
                  <a:cubicBezTo>
                    <a:pt x="155" y="310"/>
                    <a:pt x="138" y="275"/>
                    <a:pt x="112" y="241"/>
                  </a:cubicBezTo>
                  <a:lnTo>
                    <a:pt x="95" y="224"/>
                  </a:lnTo>
                  <a:lnTo>
                    <a:pt x="87" y="198"/>
                  </a:lnTo>
                  <a:cubicBezTo>
                    <a:pt x="78" y="172"/>
                    <a:pt x="87" y="163"/>
                    <a:pt x="147" y="138"/>
                  </a:cubicBezTo>
                  <a:lnTo>
                    <a:pt x="112" y="103"/>
                  </a:lnTo>
                  <a:cubicBezTo>
                    <a:pt x="87" y="78"/>
                    <a:pt x="78" y="35"/>
                    <a:pt x="69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9" name="Google Shape;1239;p17"/>
            <p:cNvSpPr/>
            <p:nvPr/>
          </p:nvSpPr>
          <p:spPr>
            <a:xfrm>
              <a:off x="5195775" y="1270325"/>
              <a:ext cx="33525" cy="47100"/>
            </a:xfrm>
            <a:custGeom>
              <a:avLst/>
              <a:gdLst/>
              <a:ahLst/>
              <a:cxnLst/>
              <a:rect l="l" t="t" r="r" b="b"/>
              <a:pathLst>
                <a:path w="1341" h="1884" extrusionOk="0">
                  <a:moveTo>
                    <a:pt x="929" y="0"/>
                  </a:moveTo>
                  <a:lnTo>
                    <a:pt x="929" y="26"/>
                  </a:lnTo>
                  <a:lnTo>
                    <a:pt x="929" y="35"/>
                  </a:lnTo>
                  <a:cubicBezTo>
                    <a:pt x="937" y="52"/>
                    <a:pt x="946" y="61"/>
                    <a:pt x="954" y="69"/>
                  </a:cubicBezTo>
                  <a:cubicBezTo>
                    <a:pt x="972" y="86"/>
                    <a:pt x="989" y="103"/>
                    <a:pt x="1006" y="121"/>
                  </a:cubicBezTo>
                  <a:cubicBezTo>
                    <a:pt x="1015" y="129"/>
                    <a:pt x="1023" y="138"/>
                    <a:pt x="1032" y="146"/>
                  </a:cubicBezTo>
                  <a:cubicBezTo>
                    <a:pt x="1049" y="155"/>
                    <a:pt x="1075" y="155"/>
                    <a:pt x="1083" y="164"/>
                  </a:cubicBezTo>
                  <a:cubicBezTo>
                    <a:pt x="1100" y="172"/>
                    <a:pt x="1118" y="181"/>
                    <a:pt x="1135" y="189"/>
                  </a:cubicBezTo>
                  <a:cubicBezTo>
                    <a:pt x="1143" y="207"/>
                    <a:pt x="1152" y="224"/>
                    <a:pt x="1152" y="241"/>
                  </a:cubicBezTo>
                  <a:cubicBezTo>
                    <a:pt x="1152" y="267"/>
                    <a:pt x="1152" y="284"/>
                    <a:pt x="1143" y="310"/>
                  </a:cubicBezTo>
                  <a:cubicBezTo>
                    <a:pt x="1143" y="335"/>
                    <a:pt x="1143" y="353"/>
                    <a:pt x="1143" y="378"/>
                  </a:cubicBezTo>
                  <a:cubicBezTo>
                    <a:pt x="1135" y="421"/>
                    <a:pt x="1135" y="464"/>
                    <a:pt x="1118" y="507"/>
                  </a:cubicBezTo>
                  <a:cubicBezTo>
                    <a:pt x="1109" y="533"/>
                    <a:pt x="1100" y="550"/>
                    <a:pt x="1100" y="567"/>
                  </a:cubicBezTo>
                  <a:cubicBezTo>
                    <a:pt x="1092" y="585"/>
                    <a:pt x="1083" y="602"/>
                    <a:pt x="1083" y="619"/>
                  </a:cubicBezTo>
                  <a:cubicBezTo>
                    <a:pt x="1066" y="662"/>
                    <a:pt x="1049" y="705"/>
                    <a:pt x="1066" y="748"/>
                  </a:cubicBezTo>
                  <a:cubicBezTo>
                    <a:pt x="1075" y="774"/>
                    <a:pt x="1083" y="808"/>
                    <a:pt x="1083" y="842"/>
                  </a:cubicBezTo>
                  <a:lnTo>
                    <a:pt x="1083" y="868"/>
                  </a:lnTo>
                  <a:lnTo>
                    <a:pt x="1100" y="885"/>
                  </a:lnTo>
                  <a:lnTo>
                    <a:pt x="1092" y="911"/>
                  </a:lnTo>
                  <a:cubicBezTo>
                    <a:pt x="1083" y="937"/>
                    <a:pt x="1075" y="954"/>
                    <a:pt x="1066" y="980"/>
                  </a:cubicBezTo>
                  <a:lnTo>
                    <a:pt x="1049" y="1014"/>
                  </a:lnTo>
                  <a:lnTo>
                    <a:pt x="1032" y="1031"/>
                  </a:lnTo>
                  <a:lnTo>
                    <a:pt x="1023" y="1049"/>
                  </a:lnTo>
                  <a:cubicBezTo>
                    <a:pt x="997" y="1083"/>
                    <a:pt x="997" y="1117"/>
                    <a:pt x="963" y="1134"/>
                  </a:cubicBezTo>
                  <a:cubicBezTo>
                    <a:pt x="946" y="1152"/>
                    <a:pt x="920" y="1152"/>
                    <a:pt x="894" y="1160"/>
                  </a:cubicBezTo>
                  <a:cubicBezTo>
                    <a:pt x="851" y="1177"/>
                    <a:pt x="817" y="1203"/>
                    <a:pt x="783" y="1238"/>
                  </a:cubicBezTo>
                  <a:cubicBezTo>
                    <a:pt x="757" y="1255"/>
                    <a:pt x="731" y="1272"/>
                    <a:pt x="722" y="1298"/>
                  </a:cubicBezTo>
                  <a:cubicBezTo>
                    <a:pt x="705" y="1323"/>
                    <a:pt x="705" y="1349"/>
                    <a:pt x="705" y="1375"/>
                  </a:cubicBezTo>
                  <a:cubicBezTo>
                    <a:pt x="697" y="1409"/>
                    <a:pt x="697" y="1444"/>
                    <a:pt x="671" y="1469"/>
                  </a:cubicBezTo>
                  <a:cubicBezTo>
                    <a:pt x="654" y="1495"/>
                    <a:pt x="628" y="1512"/>
                    <a:pt x="602" y="1538"/>
                  </a:cubicBezTo>
                  <a:cubicBezTo>
                    <a:pt x="585" y="1555"/>
                    <a:pt x="559" y="1564"/>
                    <a:pt x="542" y="1590"/>
                  </a:cubicBezTo>
                  <a:cubicBezTo>
                    <a:pt x="533" y="1598"/>
                    <a:pt x="525" y="1607"/>
                    <a:pt x="508" y="1616"/>
                  </a:cubicBezTo>
                  <a:cubicBezTo>
                    <a:pt x="490" y="1633"/>
                    <a:pt x="473" y="1641"/>
                    <a:pt x="456" y="1659"/>
                  </a:cubicBezTo>
                  <a:cubicBezTo>
                    <a:pt x="430" y="1676"/>
                    <a:pt x="405" y="1676"/>
                    <a:pt x="379" y="1693"/>
                  </a:cubicBezTo>
                  <a:cubicBezTo>
                    <a:pt x="353" y="1701"/>
                    <a:pt x="327" y="1710"/>
                    <a:pt x="301" y="1710"/>
                  </a:cubicBezTo>
                  <a:cubicBezTo>
                    <a:pt x="290" y="1710"/>
                    <a:pt x="279" y="1706"/>
                    <a:pt x="267" y="1706"/>
                  </a:cubicBezTo>
                  <a:cubicBezTo>
                    <a:pt x="261" y="1706"/>
                    <a:pt x="256" y="1707"/>
                    <a:pt x="250" y="1710"/>
                  </a:cubicBezTo>
                  <a:cubicBezTo>
                    <a:pt x="233" y="1710"/>
                    <a:pt x="216" y="1727"/>
                    <a:pt x="198" y="1727"/>
                  </a:cubicBezTo>
                  <a:cubicBezTo>
                    <a:pt x="173" y="1736"/>
                    <a:pt x="147" y="1744"/>
                    <a:pt x="130" y="1762"/>
                  </a:cubicBezTo>
                  <a:cubicBezTo>
                    <a:pt x="95" y="1779"/>
                    <a:pt x="78" y="1787"/>
                    <a:pt x="44" y="1796"/>
                  </a:cubicBezTo>
                  <a:lnTo>
                    <a:pt x="9" y="1822"/>
                  </a:lnTo>
                  <a:cubicBezTo>
                    <a:pt x="1" y="1830"/>
                    <a:pt x="9" y="1839"/>
                    <a:pt x="27" y="1856"/>
                  </a:cubicBezTo>
                  <a:cubicBezTo>
                    <a:pt x="44" y="1865"/>
                    <a:pt x="61" y="1873"/>
                    <a:pt x="78" y="1882"/>
                  </a:cubicBezTo>
                  <a:cubicBezTo>
                    <a:pt x="82" y="1883"/>
                    <a:pt x="85" y="1884"/>
                    <a:pt x="89" y="1884"/>
                  </a:cubicBezTo>
                  <a:cubicBezTo>
                    <a:pt x="111" y="1884"/>
                    <a:pt x="133" y="1862"/>
                    <a:pt x="155" y="1848"/>
                  </a:cubicBezTo>
                  <a:cubicBezTo>
                    <a:pt x="173" y="1842"/>
                    <a:pt x="203" y="1832"/>
                    <a:pt x="229" y="1832"/>
                  </a:cubicBezTo>
                  <a:cubicBezTo>
                    <a:pt x="240" y="1832"/>
                    <a:pt x="250" y="1834"/>
                    <a:pt x="258" y="1839"/>
                  </a:cubicBezTo>
                  <a:lnTo>
                    <a:pt x="284" y="1848"/>
                  </a:lnTo>
                  <a:lnTo>
                    <a:pt x="310" y="1848"/>
                  </a:lnTo>
                  <a:cubicBezTo>
                    <a:pt x="327" y="1852"/>
                    <a:pt x="344" y="1852"/>
                    <a:pt x="362" y="1852"/>
                  </a:cubicBezTo>
                  <a:cubicBezTo>
                    <a:pt x="379" y="1852"/>
                    <a:pt x="396" y="1852"/>
                    <a:pt x="413" y="1856"/>
                  </a:cubicBezTo>
                  <a:lnTo>
                    <a:pt x="490" y="1856"/>
                  </a:lnTo>
                  <a:cubicBezTo>
                    <a:pt x="499" y="1865"/>
                    <a:pt x="508" y="1865"/>
                    <a:pt x="525" y="1865"/>
                  </a:cubicBezTo>
                  <a:cubicBezTo>
                    <a:pt x="551" y="1865"/>
                    <a:pt x="568" y="1856"/>
                    <a:pt x="594" y="1848"/>
                  </a:cubicBezTo>
                  <a:cubicBezTo>
                    <a:pt x="611" y="1830"/>
                    <a:pt x="645" y="1830"/>
                    <a:pt x="662" y="1813"/>
                  </a:cubicBezTo>
                  <a:lnTo>
                    <a:pt x="671" y="1796"/>
                  </a:lnTo>
                  <a:cubicBezTo>
                    <a:pt x="688" y="1787"/>
                    <a:pt x="714" y="1787"/>
                    <a:pt x="722" y="1779"/>
                  </a:cubicBezTo>
                  <a:cubicBezTo>
                    <a:pt x="757" y="1770"/>
                    <a:pt x="783" y="1770"/>
                    <a:pt x="808" y="1762"/>
                  </a:cubicBezTo>
                  <a:cubicBezTo>
                    <a:pt x="826" y="1753"/>
                    <a:pt x="843" y="1727"/>
                    <a:pt x="860" y="1727"/>
                  </a:cubicBezTo>
                  <a:cubicBezTo>
                    <a:pt x="877" y="1719"/>
                    <a:pt x="886" y="1719"/>
                    <a:pt x="894" y="1710"/>
                  </a:cubicBezTo>
                  <a:lnTo>
                    <a:pt x="911" y="1701"/>
                  </a:lnTo>
                  <a:cubicBezTo>
                    <a:pt x="920" y="1684"/>
                    <a:pt x="937" y="1676"/>
                    <a:pt x="946" y="1659"/>
                  </a:cubicBezTo>
                  <a:cubicBezTo>
                    <a:pt x="972" y="1633"/>
                    <a:pt x="989" y="1598"/>
                    <a:pt x="1006" y="1564"/>
                  </a:cubicBezTo>
                  <a:lnTo>
                    <a:pt x="1023" y="1547"/>
                  </a:lnTo>
                  <a:lnTo>
                    <a:pt x="1040" y="1530"/>
                  </a:lnTo>
                  <a:cubicBezTo>
                    <a:pt x="1049" y="1504"/>
                    <a:pt x="1075" y="1495"/>
                    <a:pt x="1092" y="1478"/>
                  </a:cubicBezTo>
                  <a:cubicBezTo>
                    <a:pt x="1118" y="1444"/>
                    <a:pt x="1143" y="1418"/>
                    <a:pt x="1178" y="1401"/>
                  </a:cubicBezTo>
                  <a:cubicBezTo>
                    <a:pt x="1195" y="1392"/>
                    <a:pt x="1212" y="1384"/>
                    <a:pt x="1221" y="1375"/>
                  </a:cubicBezTo>
                  <a:cubicBezTo>
                    <a:pt x="1238" y="1366"/>
                    <a:pt x="1255" y="1366"/>
                    <a:pt x="1272" y="1358"/>
                  </a:cubicBezTo>
                  <a:cubicBezTo>
                    <a:pt x="1289" y="1349"/>
                    <a:pt x="1298" y="1332"/>
                    <a:pt x="1307" y="1306"/>
                  </a:cubicBezTo>
                  <a:cubicBezTo>
                    <a:pt x="1315" y="1272"/>
                    <a:pt x="1324" y="1238"/>
                    <a:pt x="1315" y="1203"/>
                  </a:cubicBezTo>
                  <a:cubicBezTo>
                    <a:pt x="1315" y="1177"/>
                    <a:pt x="1307" y="1152"/>
                    <a:pt x="1307" y="1134"/>
                  </a:cubicBezTo>
                  <a:cubicBezTo>
                    <a:pt x="1307" y="1117"/>
                    <a:pt x="1307" y="1109"/>
                    <a:pt x="1307" y="1091"/>
                  </a:cubicBezTo>
                  <a:cubicBezTo>
                    <a:pt x="1315" y="1066"/>
                    <a:pt x="1324" y="1031"/>
                    <a:pt x="1332" y="1006"/>
                  </a:cubicBezTo>
                  <a:cubicBezTo>
                    <a:pt x="1341" y="971"/>
                    <a:pt x="1341" y="945"/>
                    <a:pt x="1341" y="920"/>
                  </a:cubicBezTo>
                  <a:cubicBezTo>
                    <a:pt x="1341" y="885"/>
                    <a:pt x="1324" y="860"/>
                    <a:pt x="1324" y="825"/>
                  </a:cubicBezTo>
                  <a:cubicBezTo>
                    <a:pt x="1315" y="791"/>
                    <a:pt x="1332" y="748"/>
                    <a:pt x="1315" y="705"/>
                  </a:cubicBezTo>
                  <a:cubicBezTo>
                    <a:pt x="1307" y="679"/>
                    <a:pt x="1289" y="653"/>
                    <a:pt x="1281" y="628"/>
                  </a:cubicBezTo>
                  <a:cubicBezTo>
                    <a:pt x="1281" y="602"/>
                    <a:pt x="1281" y="585"/>
                    <a:pt x="1281" y="567"/>
                  </a:cubicBezTo>
                  <a:cubicBezTo>
                    <a:pt x="1289" y="542"/>
                    <a:pt x="1281" y="524"/>
                    <a:pt x="1289" y="507"/>
                  </a:cubicBezTo>
                  <a:cubicBezTo>
                    <a:pt x="1298" y="490"/>
                    <a:pt x="1289" y="473"/>
                    <a:pt x="1289" y="456"/>
                  </a:cubicBezTo>
                  <a:cubicBezTo>
                    <a:pt x="1298" y="439"/>
                    <a:pt x="1307" y="421"/>
                    <a:pt x="1307" y="396"/>
                  </a:cubicBezTo>
                  <a:cubicBezTo>
                    <a:pt x="1307" y="378"/>
                    <a:pt x="1298" y="361"/>
                    <a:pt x="1298" y="335"/>
                  </a:cubicBezTo>
                  <a:lnTo>
                    <a:pt x="1289" y="318"/>
                  </a:lnTo>
                  <a:lnTo>
                    <a:pt x="1272" y="301"/>
                  </a:lnTo>
                  <a:cubicBezTo>
                    <a:pt x="1264" y="292"/>
                    <a:pt x="1264" y="267"/>
                    <a:pt x="1255" y="241"/>
                  </a:cubicBezTo>
                  <a:cubicBezTo>
                    <a:pt x="1246" y="215"/>
                    <a:pt x="1238" y="198"/>
                    <a:pt x="1221" y="172"/>
                  </a:cubicBezTo>
                  <a:cubicBezTo>
                    <a:pt x="1212" y="155"/>
                    <a:pt x="1195" y="129"/>
                    <a:pt x="1178" y="121"/>
                  </a:cubicBezTo>
                  <a:lnTo>
                    <a:pt x="1152" y="103"/>
                  </a:lnTo>
                  <a:cubicBezTo>
                    <a:pt x="1135" y="86"/>
                    <a:pt x="1126" y="78"/>
                    <a:pt x="1118" y="69"/>
                  </a:cubicBezTo>
                  <a:cubicBezTo>
                    <a:pt x="1092" y="61"/>
                    <a:pt x="1075" y="52"/>
                    <a:pt x="1049" y="43"/>
                  </a:cubicBezTo>
                  <a:cubicBezTo>
                    <a:pt x="1032" y="43"/>
                    <a:pt x="1023" y="35"/>
                    <a:pt x="1006" y="35"/>
                  </a:cubicBezTo>
                  <a:lnTo>
                    <a:pt x="972" y="35"/>
                  </a:lnTo>
                  <a:cubicBezTo>
                    <a:pt x="954" y="26"/>
                    <a:pt x="929" y="26"/>
                    <a:pt x="929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0" name="Google Shape;1240;p17"/>
            <p:cNvSpPr/>
            <p:nvPr/>
          </p:nvSpPr>
          <p:spPr>
            <a:xfrm>
              <a:off x="5189125" y="1265875"/>
              <a:ext cx="36525" cy="50225"/>
            </a:xfrm>
            <a:custGeom>
              <a:avLst/>
              <a:gdLst/>
              <a:ahLst/>
              <a:cxnLst/>
              <a:rect l="l" t="t" r="r" b="b"/>
              <a:pathLst>
                <a:path w="1461" h="2009" extrusionOk="0">
                  <a:moveTo>
                    <a:pt x="960" y="0"/>
                  </a:moveTo>
                  <a:cubicBezTo>
                    <a:pt x="935" y="0"/>
                    <a:pt x="929" y="94"/>
                    <a:pt x="937" y="101"/>
                  </a:cubicBezTo>
                  <a:lnTo>
                    <a:pt x="963" y="135"/>
                  </a:lnTo>
                  <a:cubicBezTo>
                    <a:pt x="980" y="161"/>
                    <a:pt x="1006" y="178"/>
                    <a:pt x="1031" y="204"/>
                  </a:cubicBezTo>
                  <a:cubicBezTo>
                    <a:pt x="1066" y="230"/>
                    <a:pt x="1092" y="273"/>
                    <a:pt x="1117" y="299"/>
                  </a:cubicBezTo>
                  <a:cubicBezTo>
                    <a:pt x="1143" y="324"/>
                    <a:pt x="1152" y="324"/>
                    <a:pt x="1160" y="359"/>
                  </a:cubicBezTo>
                  <a:cubicBezTo>
                    <a:pt x="1169" y="376"/>
                    <a:pt x="1177" y="393"/>
                    <a:pt x="1177" y="419"/>
                  </a:cubicBezTo>
                  <a:cubicBezTo>
                    <a:pt x="1177" y="436"/>
                    <a:pt x="1177" y="436"/>
                    <a:pt x="1177" y="453"/>
                  </a:cubicBezTo>
                  <a:cubicBezTo>
                    <a:pt x="1195" y="505"/>
                    <a:pt x="1212" y="556"/>
                    <a:pt x="1212" y="608"/>
                  </a:cubicBezTo>
                  <a:cubicBezTo>
                    <a:pt x="1220" y="677"/>
                    <a:pt x="1220" y="754"/>
                    <a:pt x="1220" y="831"/>
                  </a:cubicBezTo>
                  <a:cubicBezTo>
                    <a:pt x="1229" y="874"/>
                    <a:pt x="1212" y="917"/>
                    <a:pt x="1203" y="969"/>
                  </a:cubicBezTo>
                  <a:cubicBezTo>
                    <a:pt x="1195" y="995"/>
                    <a:pt x="1177" y="1020"/>
                    <a:pt x="1160" y="1046"/>
                  </a:cubicBezTo>
                  <a:cubicBezTo>
                    <a:pt x="1134" y="1089"/>
                    <a:pt x="1143" y="1132"/>
                    <a:pt x="1117" y="1175"/>
                  </a:cubicBezTo>
                  <a:cubicBezTo>
                    <a:pt x="1092" y="1209"/>
                    <a:pt x="1040" y="1252"/>
                    <a:pt x="997" y="1278"/>
                  </a:cubicBezTo>
                  <a:lnTo>
                    <a:pt x="945" y="1287"/>
                  </a:lnTo>
                  <a:lnTo>
                    <a:pt x="945" y="1330"/>
                  </a:lnTo>
                  <a:cubicBezTo>
                    <a:pt x="937" y="1381"/>
                    <a:pt x="902" y="1424"/>
                    <a:pt x="877" y="1458"/>
                  </a:cubicBezTo>
                  <a:cubicBezTo>
                    <a:pt x="868" y="1476"/>
                    <a:pt x="860" y="1501"/>
                    <a:pt x="851" y="1519"/>
                  </a:cubicBezTo>
                  <a:cubicBezTo>
                    <a:pt x="834" y="1536"/>
                    <a:pt x="834" y="1570"/>
                    <a:pt x="817" y="1587"/>
                  </a:cubicBezTo>
                  <a:cubicBezTo>
                    <a:pt x="799" y="1613"/>
                    <a:pt x="765" y="1622"/>
                    <a:pt x="731" y="1630"/>
                  </a:cubicBezTo>
                  <a:cubicBezTo>
                    <a:pt x="705" y="1630"/>
                    <a:pt x="671" y="1639"/>
                    <a:pt x="653" y="1665"/>
                  </a:cubicBezTo>
                  <a:cubicBezTo>
                    <a:pt x="645" y="1682"/>
                    <a:pt x="636" y="1699"/>
                    <a:pt x="636" y="1725"/>
                  </a:cubicBezTo>
                  <a:cubicBezTo>
                    <a:pt x="628" y="1733"/>
                    <a:pt x="619" y="1751"/>
                    <a:pt x="610" y="1759"/>
                  </a:cubicBezTo>
                  <a:cubicBezTo>
                    <a:pt x="593" y="1785"/>
                    <a:pt x="593" y="1794"/>
                    <a:pt x="559" y="1802"/>
                  </a:cubicBezTo>
                  <a:cubicBezTo>
                    <a:pt x="533" y="1811"/>
                    <a:pt x="499" y="1819"/>
                    <a:pt x="473" y="1828"/>
                  </a:cubicBezTo>
                  <a:cubicBezTo>
                    <a:pt x="421" y="1837"/>
                    <a:pt x="378" y="1854"/>
                    <a:pt x="327" y="1854"/>
                  </a:cubicBezTo>
                  <a:cubicBezTo>
                    <a:pt x="293" y="1862"/>
                    <a:pt x="258" y="1871"/>
                    <a:pt x="232" y="1879"/>
                  </a:cubicBezTo>
                  <a:cubicBezTo>
                    <a:pt x="208" y="1886"/>
                    <a:pt x="192" y="1892"/>
                    <a:pt x="173" y="1892"/>
                  </a:cubicBezTo>
                  <a:cubicBezTo>
                    <a:pt x="165" y="1892"/>
                    <a:pt x="157" y="1891"/>
                    <a:pt x="146" y="1888"/>
                  </a:cubicBezTo>
                  <a:cubicBezTo>
                    <a:pt x="129" y="1888"/>
                    <a:pt x="112" y="1879"/>
                    <a:pt x="86" y="1871"/>
                  </a:cubicBezTo>
                  <a:lnTo>
                    <a:pt x="43" y="1871"/>
                  </a:lnTo>
                  <a:cubicBezTo>
                    <a:pt x="0" y="1871"/>
                    <a:pt x="0" y="1897"/>
                    <a:pt x="9" y="1914"/>
                  </a:cubicBezTo>
                  <a:cubicBezTo>
                    <a:pt x="18" y="1922"/>
                    <a:pt x="35" y="1940"/>
                    <a:pt x="52" y="1948"/>
                  </a:cubicBezTo>
                  <a:lnTo>
                    <a:pt x="86" y="1957"/>
                  </a:lnTo>
                  <a:lnTo>
                    <a:pt x="103" y="1965"/>
                  </a:lnTo>
                  <a:lnTo>
                    <a:pt x="129" y="1974"/>
                  </a:lnTo>
                  <a:lnTo>
                    <a:pt x="164" y="1991"/>
                  </a:lnTo>
                  <a:cubicBezTo>
                    <a:pt x="172" y="1995"/>
                    <a:pt x="181" y="1995"/>
                    <a:pt x="189" y="1995"/>
                  </a:cubicBezTo>
                  <a:cubicBezTo>
                    <a:pt x="198" y="1995"/>
                    <a:pt x="207" y="1995"/>
                    <a:pt x="215" y="2000"/>
                  </a:cubicBezTo>
                  <a:cubicBezTo>
                    <a:pt x="232" y="2000"/>
                    <a:pt x="250" y="2008"/>
                    <a:pt x="258" y="2008"/>
                  </a:cubicBezTo>
                  <a:cubicBezTo>
                    <a:pt x="293" y="2008"/>
                    <a:pt x="344" y="2000"/>
                    <a:pt x="370" y="1983"/>
                  </a:cubicBezTo>
                  <a:cubicBezTo>
                    <a:pt x="378" y="1974"/>
                    <a:pt x="396" y="1957"/>
                    <a:pt x="413" y="1948"/>
                  </a:cubicBezTo>
                  <a:cubicBezTo>
                    <a:pt x="439" y="1940"/>
                    <a:pt x="482" y="1931"/>
                    <a:pt x="507" y="1931"/>
                  </a:cubicBezTo>
                  <a:cubicBezTo>
                    <a:pt x="514" y="1930"/>
                    <a:pt x="521" y="1930"/>
                    <a:pt x="527" y="1930"/>
                  </a:cubicBezTo>
                  <a:cubicBezTo>
                    <a:pt x="605" y="1930"/>
                    <a:pt x="678" y="1962"/>
                    <a:pt x="754" y="1962"/>
                  </a:cubicBezTo>
                  <a:cubicBezTo>
                    <a:pt x="780" y="1962"/>
                    <a:pt x="807" y="1959"/>
                    <a:pt x="834" y="1948"/>
                  </a:cubicBezTo>
                  <a:cubicBezTo>
                    <a:pt x="860" y="1940"/>
                    <a:pt x="868" y="1914"/>
                    <a:pt x="894" y="1897"/>
                  </a:cubicBezTo>
                  <a:cubicBezTo>
                    <a:pt x="911" y="1879"/>
                    <a:pt x="928" y="1862"/>
                    <a:pt x="937" y="1845"/>
                  </a:cubicBezTo>
                  <a:cubicBezTo>
                    <a:pt x="971" y="1794"/>
                    <a:pt x="988" y="1725"/>
                    <a:pt x="1014" y="1673"/>
                  </a:cubicBezTo>
                  <a:cubicBezTo>
                    <a:pt x="1023" y="1622"/>
                    <a:pt x="1040" y="1562"/>
                    <a:pt x="1066" y="1510"/>
                  </a:cubicBezTo>
                  <a:cubicBezTo>
                    <a:pt x="1083" y="1476"/>
                    <a:pt x="1109" y="1458"/>
                    <a:pt x="1143" y="1441"/>
                  </a:cubicBezTo>
                  <a:cubicBezTo>
                    <a:pt x="1186" y="1424"/>
                    <a:pt x="1220" y="1407"/>
                    <a:pt x="1263" y="1381"/>
                  </a:cubicBezTo>
                  <a:cubicBezTo>
                    <a:pt x="1306" y="1355"/>
                    <a:pt x="1349" y="1338"/>
                    <a:pt x="1375" y="1295"/>
                  </a:cubicBezTo>
                  <a:cubicBezTo>
                    <a:pt x="1401" y="1244"/>
                    <a:pt x="1401" y="1192"/>
                    <a:pt x="1409" y="1149"/>
                  </a:cubicBezTo>
                  <a:cubicBezTo>
                    <a:pt x="1418" y="1089"/>
                    <a:pt x="1444" y="1038"/>
                    <a:pt x="1435" y="977"/>
                  </a:cubicBezTo>
                  <a:cubicBezTo>
                    <a:pt x="1435" y="943"/>
                    <a:pt x="1427" y="909"/>
                    <a:pt x="1427" y="883"/>
                  </a:cubicBezTo>
                  <a:cubicBezTo>
                    <a:pt x="1418" y="840"/>
                    <a:pt x="1392" y="806"/>
                    <a:pt x="1401" y="763"/>
                  </a:cubicBezTo>
                  <a:cubicBezTo>
                    <a:pt x="1401" y="745"/>
                    <a:pt x="1401" y="720"/>
                    <a:pt x="1409" y="711"/>
                  </a:cubicBezTo>
                  <a:lnTo>
                    <a:pt x="1418" y="694"/>
                  </a:lnTo>
                  <a:cubicBezTo>
                    <a:pt x="1427" y="668"/>
                    <a:pt x="1435" y="642"/>
                    <a:pt x="1435" y="617"/>
                  </a:cubicBezTo>
                  <a:cubicBezTo>
                    <a:pt x="1444" y="582"/>
                    <a:pt x="1452" y="556"/>
                    <a:pt x="1461" y="522"/>
                  </a:cubicBezTo>
                  <a:cubicBezTo>
                    <a:pt x="1461" y="496"/>
                    <a:pt x="1452" y="453"/>
                    <a:pt x="1444" y="428"/>
                  </a:cubicBezTo>
                  <a:cubicBezTo>
                    <a:pt x="1435" y="402"/>
                    <a:pt x="1427" y="376"/>
                    <a:pt x="1401" y="359"/>
                  </a:cubicBezTo>
                  <a:cubicBezTo>
                    <a:pt x="1375" y="333"/>
                    <a:pt x="1341" y="316"/>
                    <a:pt x="1315" y="299"/>
                  </a:cubicBezTo>
                  <a:cubicBezTo>
                    <a:pt x="1298" y="273"/>
                    <a:pt x="1281" y="256"/>
                    <a:pt x="1255" y="239"/>
                  </a:cubicBezTo>
                  <a:cubicBezTo>
                    <a:pt x="1220" y="213"/>
                    <a:pt x="1203" y="178"/>
                    <a:pt x="1169" y="153"/>
                  </a:cubicBezTo>
                  <a:cubicBezTo>
                    <a:pt x="1134" y="135"/>
                    <a:pt x="1100" y="118"/>
                    <a:pt x="1066" y="92"/>
                  </a:cubicBezTo>
                  <a:cubicBezTo>
                    <a:pt x="1031" y="75"/>
                    <a:pt x="1006" y="32"/>
                    <a:pt x="971" y="7"/>
                  </a:cubicBezTo>
                  <a:cubicBezTo>
                    <a:pt x="967" y="2"/>
                    <a:pt x="963" y="0"/>
                    <a:pt x="96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1" name="Google Shape;1241;p17"/>
            <p:cNvSpPr/>
            <p:nvPr/>
          </p:nvSpPr>
          <p:spPr>
            <a:xfrm>
              <a:off x="5146375" y="1229300"/>
              <a:ext cx="78425" cy="79700"/>
            </a:xfrm>
            <a:custGeom>
              <a:avLst/>
              <a:gdLst/>
              <a:ahLst/>
              <a:cxnLst/>
              <a:rect l="l" t="t" r="r" b="b"/>
              <a:pathLst>
                <a:path w="3137" h="3188" extrusionOk="0">
                  <a:moveTo>
                    <a:pt x="1960" y="0"/>
                  </a:moveTo>
                  <a:cubicBezTo>
                    <a:pt x="1917" y="0"/>
                    <a:pt x="1856" y="43"/>
                    <a:pt x="1813" y="61"/>
                  </a:cubicBezTo>
                  <a:cubicBezTo>
                    <a:pt x="1753" y="78"/>
                    <a:pt x="1710" y="78"/>
                    <a:pt x="1659" y="78"/>
                  </a:cubicBezTo>
                  <a:cubicBezTo>
                    <a:pt x="1650" y="77"/>
                    <a:pt x="1641" y="76"/>
                    <a:pt x="1632" y="76"/>
                  </a:cubicBezTo>
                  <a:cubicBezTo>
                    <a:pt x="1555" y="76"/>
                    <a:pt x="1479" y="107"/>
                    <a:pt x="1410" y="138"/>
                  </a:cubicBezTo>
                  <a:cubicBezTo>
                    <a:pt x="1375" y="155"/>
                    <a:pt x="1332" y="155"/>
                    <a:pt x="1289" y="172"/>
                  </a:cubicBezTo>
                  <a:cubicBezTo>
                    <a:pt x="1229" y="189"/>
                    <a:pt x="1212" y="215"/>
                    <a:pt x="1169" y="250"/>
                  </a:cubicBezTo>
                  <a:cubicBezTo>
                    <a:pt x="1109" y="301"/>
                    <a:pt x="1057" y="353"/>
                    <a:pt x="997" y="413"/>
                  </a:cubicBezTo>
                  <a:cubicBezTo>
                    <a:pt x="946" y="464"/>
                    <a:pt x="894" y="533"/>
                    <a:pt x="808" y="533"/>
                  </a:cubicBezTo>
                  <a:cubicBezTo>
                    <a:pt x="748" y="533"/>
                    <a:pt x="645" y="602"/>
                    <a:pt x="636" y="671"/>
                  </a:cubicBezTo>
                  <a:cubicBezTo>
                    <a:pt x="611" y="765"/>
                    <a:pt x="645" y="782"/>
                    <a:pt x="559" y="868"/>
                  </a:cubicBezTo>
                  <a:cubicBezTo>
                    <a:pt x="533" y="903"/>
                    <a:pt x="508" y="937"/>
                    <a:pt x="473" y="954"/>
                  </a:cubicBezTo>
                  <a:cubicBezTo>
                    <a:pt x="447" y="971"/>
                    <a:pt x="439" y="1057"/>
                    <a:pt x="413" y="1066"/>
                  </a:cubicBezTo>
                  <a:cubicBezTo>
                    <a:pt x="396" y="1083"/>
                    <a:pt x="387" y="1100"/>
                    <a:pt x="370" y="1109"/>
                  </a:cubicBezTo>
                  <a:lnTo>
                    <a:pt x="344" y="1109"/>
                  </a:lnTo>
                  <a:lnTo>
                    <a:pt x="319" y="1152"/>
                  </a:lnTo>
                  <a:cubicBezTo>
                    <a:pt x="293" y="1169"/>
                    <a:pt x="267" y="1177"/>
                    <a:pt x="241" y="1186"/>
                  </a:cubicBezTo>
                  <a:cubicBezTo>
                    <a:pt x="173" y="1238"/>
                    <a:pt x="147" y="1306"/>
                    <a:pt x="121" y="1392"/>
                  </a:cubicBezTo>
                  <a:cubicBezTo>
                    <a:pt x="104" y="1427"/>
                    <a:pt x="78" y="1444"/>
                    <a:pt x="78" y="1487"/>
                  </a:cubicBezTo>
                  <a:cubicBezTo>
                    <a:pt x="69" y="1547"/>
                    <a:pt x="78" y="1590"/>
                    <a:pt x="87" y="1641"/>
                  </a:cubicBezTo>
                  <a:cubicBezTo>
                    <a:pt x="104" y="1744"/>
                    <a:pt x="26" y="1805"/>
                    <a:pt x="18" y="1899"/>
                  </a:cubicBezTo>
                  <a:cubicBezTo>
                    <a:pt x="18" y="1942"/>
                    <a:pt x="44" y="1968"/>
                    <a:pt x="52" y="2002"/>
                  </a:cubicBezTo>
                  <a:cubicBezTo>
                    <a:pt x="61" y="2037"/>
                    <a:pt x="52" y="2097"/>
                    <a:pt x="44" y="2131"/>
                  </a:cubicBezTo>
                  <a:cubicBezTo>
                    <a:pt x="35" y="2174"/>
                    <a:pt x="9" y="2226"/>
                    <a:pt x="1" y="2286"/>
                  </a:cubicBezTo>
                  <a:cubicBezTo>
                    <a:pt x="1" y="2320"/>
                    <a:pt x="9" y="2354"/>
                    <a:pt x="9" y="2397"/>
                  </a:cubicBezTo>
                  <a:cubicBezTo>
                    <a:pt x="26" y="2458"/>
                    <a:pt x="52" y="2501"/>
                    <a:pt x="78" y="2552"/>
                  </a:cubicBezTo>
                  <a:cubicBezTo>
                    <a:pt x="104" y="2612"/>
                    <a:pt x="69" y="2647"/>
                    <a:pt x="61" y="2707"/>
                  </a:cubicBezTo>
                  <a:cubicBezTo>
                    <a:pt x="52" y="2767"/>
                    <a:pt x="61" y="2836"/>
                    <a:pt x="69" y="2887"/>
                  </a:cubicBezTo>
                  <a:cubicBezTo>
                    <a:pt x="95" y="2982"/>
                    <a:pt x="138" y="3076"/>
                    <a:pt x="215" y="3136"/>
                  </a:cubicBezTo>
                  <a:cubicBezTo>
                    <a:pt x="233" y="3153"/>
                    <a:pt x="250" y="3171"/>
                    <a:pt x="267" y="3188"/>
                  </a:cubicBezTo>
                  <a:cubicBezTo>
                    <a:pt x="258" y="3171"/>
                    <a:pt x="258" y="3162"/>
                    <a:pt x="250" y="3145"/>
                  </a:cubicBezTo>
                  <a:cubicBezTo>
                    <a:pt x="241" y="3110"/>
                    <a:pt x="224" y="3076"/>
                    <a:pt x="215" y="3042"/>
                  </a:cubicBezTo>
                  <a:cubicBezTo>
                    <a:pt x="207" y="3016"/>
                    <a:pt x="207" y="2990"/>
                    <a:pt x="198" y="2964"/>
                  </a:cubicBezTo>
                  <a:cubicBezTo>
                    <a:pt x="198" y="2956"/>
                    <a:pt x="181" y="2939"/>
                    <a:pt x="181" y="2921"/>
                  </a:cubicBezTo>
                  <a:lnTo>
                    <a:pt x="198" y="2879"/>
                  </a:lnTo>
                  <a:cubicBezTo>
                    <a:pt x="250" y="2732"/>
                    <a:pt x="181" y="2586"/>
                    <a:pt x="181" y="2440"/>
                  </a:cubicBezTo>
                  <a:cubicBezTo>
                    <a:pt x="181" y="2354"/>
                    <a:pt x="198" y="2277"/>
                    <a:pt x="207" y="2200"/>
                  </a:cubicBezTo>
                  <a:cubicBezTo>
                    <a:pt x="207" y="2183"/>
                    <a:pt x="207" y="2157"/>
                    <a:pt x="207" y="2148"/>
                  </a:cubicBezTo>
                  <a:cubicBezTo>
                    <a:pt x="207" y="2140"/>
                    <a:pt x="215" y="2140"/>
                    <a:pt x="215" y="2122"/>
                  </a:cubicBezTo>
                  <a:lnTo>
                    <a:pt x="198" y="2114"/>
                  </a:lnTo>
                  <a:cubicBezTo>
                    <a:pt x="181" y="2071"/>
                    <a:pt x="181" y="2019"/>
                    <a:pt x="181" y="1976"/>
                  </a:cubicBezTo>
                  <a:cubicBezTo>
                    <a:pt x="164" y="1891"/>
                    <a:pt x="173" y="1796"/>
                    <a:pt x="233" y="1727"/>
                  </a:cubicBezTo>
                  <a:cubicBezTo>
                    <a:pt x="241" y="1710"/>
                    <a:pt x="250" y="1702"/>
                    <a:pt x="258" y="1684"/>
                  </a:cubicBezTo>
                  <a:cubicBezTo>
                    <a:pt x="258" y="1659"/>
                    <a:pt x="250" y="1641"/>
                    <a:pt x="250" y="1616"/>
                  </a:cubicBezTo>
                  <a:cubicBezTo>
                    <a:pt x="250" y="1598"/>
                    <a:pt x="250" y="1573"/>
                    <a:pt x="250" y="1547"/>
                  </a:cubicBezTo>
                  <a:cubicBezTo>
                    <a:pt x="258" y="1521"/>
                    <a:pt x="293" y="1495"/>
                    <a:pt x="301" y="1470"/>
                  </a:cubicBezTo>
                  <a:cubicBezTo>
                    <a:pt x="344" y="1418"/>
                    <a:pt x="405" y="1392"/>
                    <a:pt x="456" y="1349"/>
                  </a:cubicBezTo>
                  <a:cubicBezTo>
                    <a:pt x="465" y="1332"/>
                    <a:pt x="473" y="1323"/>
                    <a:pt x="482" y="1306"/>
                  </a:cubicBezTo>
                  <a:cubicBezTo>
                    <a:pt x="499" y="1289"/>
                    <a:pt x="490" y="1281"/>
                    <a:pt x="499" y="1255"/>
                  </a:cubicBezTo>
                  <a:cubicBezTo>
                    <a:pt x="499" y="1220"/>
                    <a:pt x="533" y="1195"/>
                    <a:pt x="559" y="1169"/>
                  </a:cubicBezTo>
                  <a:cubicBezTo>
                    <a:pt x="602" y="1134"/>
                    <a:pt x="636" y="1126"/>
                    <a:pt x="688" y="1126"/>
                  </a:cubicBezTo>
                  <a:cubicBezTo>
                    <a:pt x="697" y="1057"/>
                    <a:pt x="731" y="988"/>
                    <a:pt x="765" y="928"/>
                  </a:cubicBezTo>
                  <a:cubicBezTo>
                    <a:pt x="791" y="868"/>
                    <a:pt x="808" y="808"/>
                    <a:pt x="817" y="739"/>
                  </a:cubicBezTo>
                  <a:cubicBezTo>
                    <a:pt x="817" y="713"/>
                    <a:pt x="808" y="688"/>
                    <a:pt x="825" y="662"/>
                  </a:cubicBezTo>
                  <a:lnTo>
                    <a:pt x="825" y="645"/>
                  </a:lnTo>
                  <a:cubicBezTo>
                    <a:pt x="843" y="636"/>
                    <a:pt x="860" y="628"/>
                    <a:pt x="877" y="628"/>
                  </a:cubicBezTo>
                  <a:cubicBezTo>
                    <a:pt x="894" y="619"/>
                    <a:pt x="911" y="610"/>
                    <a:pt x="929" y="602"/>
                  </a:cubicBezTo>
                  <a:cubicBezTo>
                    <a:pt x="940" y="602"/>
                    <a:pt x="955" y="606"/>
                    <a:pt x="969" y="606"/>
                  </a:cubicBezTo>
                  <a:cubicBezTo>
                    <a:pt x="976" y="606"/>
                    <a:pt x="983" y="605"/>
                    <a:pt x="989" y="602"/>
                  </a:cubicBezTo>
                  <a:cubicBezTo>
                    <a:pt x="1006" y="593"/>
                    <a:pt x="1014" y="585"/>
                    <a:pt x="1023" y="576"/>
                  </a:cubicBezTo>
                  <a:cubicBezTo>
                    <a:pt x="1049" y="550"/>
                    <a:pt x="1075" y="542"/>
                    <a:pt x="1092" y="516"/>
                  </a:cubicBezTo>
                  <a:cubicBezTo>
                    <a:pt x="1118" y="490"/>
                    <a:pt x="1143" y="456"/>
                    <a:pt x="1161" y="430"/>
                  </a:cubicBezTo>
                  <a:cubicBezTo>
                    <a:pt x="1169" y="404"/>
                    <a:pt x="1178" y="387"/>
                    <a:pt x="1195" y="378"/>
                  </a:cubicBezTo>
                  <a:cubicBezTo>
                    <a:pt x="1212" y="361"/>
                    <a:pt x="1246" y="353"/>
                    <a:pt x="1272" y="353"/>
                  </a:cubicBezTo>
                  <a:cubicBezTo>
                    <a:pt x="1307" y="344"/>
                    <a:pt x="1332" y="335"/>
                    <a:pt x="1367" y="327"/>
                  </a:cubicBezTo>
                  <a:cubicBezTo>
                    <a:pt x="1410" y="310"/>
                    <a:pt x="1470" y="310"/>
                    <a:pt x="1496" y="267"/>
                  </a:cubicBezTo>
                  <a:cubicBezTo>
                    <a:pt x="1503" y="263"/>
                    <a:pt x="1516" y="261"/>
                    <a:pt x="1538" y="261"/>
                  </a:cubicBezTo>
                  <a:cubicBezTo>
                    <a:pt x="1570" y="261"/>
                    <a:pt x="1621" y="265"/>
                    <a:pt x="1702" y="275"/>
                  </a:cubicBezTo>
                  <a:cubicBezTo>
                    <a:pt x="1736" y="275"/>
                    <a:pt x="1994" y="301"/>
                    <a:pt x="2028" y="301"/>
                  </a:cubicBezTo>
                  <a:lnTo>
                    <a:pt x="2071" y="301"/>
                  </a:lnTo>
                  <a:cubicBezTo>
                    <a:pt x="2088" y="301"/>
                    <a:pt x="2106" y="293"/>
                    <a:pt x="2114" y="293"/>
                  </a:cubicBezTo>
                  <a:cubicBezTo>
                    <a:pt x="2131" y="301"/>
                    <a:pt x="2140" y="310"/>
                    <a:pt x="2149" y="318"/>
                  </a:cubicBezTo>
                  <a:cubicBezTo>
                    <a:pt x="2174" y="344"/>
                    <a:pt x="2200" y="378"/>
                    <a:pt x="2234" y="387"/>
                  </a:cubicBezTo>
                  <a:cubicBezTo>
                    <a:pt x="2277" y="404"/>
                    <a:pt x="2329" y="421"/>
                    <a:pt x="2372" y="421"/>
                  </a:cubicBezTo>
                  <a:cubicBezTo>
                    <a:pt x="2406" y="421"/>
                    <a:pt x="2441" y="396"/>
                    <a:pt x="2466" y="378"/>
                  </a:cubicBezTo>
                  <a:cubicBezTo>
                    <a:pt x="2484" y="370"/>
                    <a:pt x="2501" y="353"/>
                    <a:pt x="2518" y="353"/>
                  </a:cubicBezTo>
                  <a:lnTo>
                    <a:pt x="2544" y="370"/>
                  </a:lnTo>
                  <a:cubicBezTo>
                    <a:pt x="2561" y="387"/>
                    <a:pt x="2570" y="387"/>
                    <a:pt x="2587" y="396"/>
                  </a:cubicBezTo>
                  <a:cubicBezTo>
                    <a:pt x="2621" y="413"/>
                    <a:pt x="2655" y="430"/>
                    <a:pt x="2690" y="439"/>
                  </a:cubicBezTo>
                  <a:cubicBezTo>
                    <a:pt x="2724" y="447"/>
                    <a:pt x="2767" y="447"/>
                    <a:pt x="2793" y="464"/>
                  </a:cubicBezTo>
                  <a:lnTo>
                    <a:pt x="2819" y="490"/>
                  </a:lnTo>
                  <a:cubicBezTo>
                    <a:pt x="2836" y="499"/>
                    <a:pt x="2853" y="499"/>
                    <a:pt x="2870" y="507"/>
                  </a:cubicBezTo>
                  <a:cubicBezTo>
                    <a:pt x="2896" y="516"/>
                    <a:pt x="2913" y="524"/>
                    <a:pt x="2930" y="542"/>
                  </a:cubicBezTo>
                  <a:cubicBezTo>
                    <a:pt x="2956" y="550"/>
                    <a:pt x="2991" y="559"/>
                    <a:pt x="3008" y="567"/>
                  </a:cubicBezTo>
                  <a:cubicBezTo>
                    <a:pt x="3042" y="585"/>
                    <a:pt x="3068" y="610"/>
                    <a:pt x="3085" y="636"/>
                  </a:cubicBezTo>
                  <a:cubicBezTo>
                    <a:pt x="3102" y="653"/>
                    <a:pt x="3119" y="662"/>
                    <a:pt x="3137" y="679"/>
                  </a:cubicBezTo>
                  <a:cubicBezTo>
                    <a:pt x="3137" y="653"/>
                    <a:pt x="3137" y="628"/>
                    <a:pt x="3119" y="602"/>
                  </a:cubicBezTo>
                  <a:cubicBezTo>
                    <a:pt x="3094" y="567"/>
                    <a:pt x="3059" y="542"/>
                    <a:pt x="3033" y="499"/>
                  </a:cubicBezTo>
                  <a:cubicBezTo>
                    <a:pt x="3016" y="447"/>
                    <a:pt x="2991" y="421"/>
                    <a:pt x="2948" y="387"/>
                  </a:cubicBezTo>
                  <a:cubicBezTo>
                    <a:pt x="2862" y="335"/>
                    <a:pt x="2784" y="284"/>
                    <a:pt x="2698" y="232"/>
                  </a:cubicBezTo>
                  <a:cubicBezTo>
                    <a:pt x="2655" y="207"/>
                    <a:pt x="2621" y="215"/>
                    <a:pt x="2578" y="198"/>
                  </a:cubicBezTo>
                  <a:cubicBezTo>
                    <a:pt x="2544" y="189"/>
                    <a:pt x="2484" y="146"/>
                    <a:pt x="2466" y="146"/>
                  </a:cubicBezTo>
                  <a:cubicBezTo>
                    <a:pt x="2453" y="151"/>
                    <a:pt x="2440" y="153"/>
                    <a:pt x="2428" y="153"/>
                  </a:cubicBezTo>
                  <a:cubicBezTo>
                    <a:pt x="2393" y="153"/>
                    <a:pt x="2363" y="135"/>
                    <a:pt x="2338" y="104"/>
                  </a:cubicBezTo>
                  <a:cubicBezTo>
                    <a:pt x="2303" y="78"/>
                    <a:pt x="2286" y="52"/>
                    <a:pt x="2243" y="35"/>
                  </a:cubicBezTo>
                  <a:cubicBezTo>
                    <a:pt x="2229" y="32"/>
                    <a:pt x="2213" y="31"/>
                    <a:pt x="2196" y="31"/>
                  </a:cubicBezTo>
                  <a:cubicBezTo>
                    <a:pt x="2162" y="31"/>
                    <a:pt x="2126" y="35"/>
                    <a:pt x="2097" y="35"/>
                  </a:cubicBezTo>
                  <a:cubicBezTo>
                    <a:pt x="2071" y="26"/>
                    <a:pt x="2054" y="26"/>
                    <a:pt x="2028" y="26"/>
                  </a:cubicBezTo>
                  <a:lnTo>
                    <a:pt x="1994" y="2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2" name="Google Shape;1242;p17"/>
            <p:cNvSpPr/>
            <p:nvPr/>
          </p:nvSpPr>
          <p:spPr>
            <a:xfrm>
              <a:off x="5169575" y="1242175"/>
              <a:ext cx="56300" cy="26450"/>
            </a:xfrm>
            <a:custGeom>
              <a:avLst/>
              <a:gdLst/>
              <a:ahLst/>
              <a:cxnLst/>
              <a:rect l="l" t="t" r="r" b="b"/>
              <a:pathLst>
                <a:path w="2252" h="1058" extrusionOk="0">
                  <a:moveTo>
                    <a:pt x="66" y="502"/>
                  </a:moveTo>
                  <a:cubicBezTo>
                    <a:pt x="56" y="513"/>
                    <a:pt x="49" y="526"/>
                    <a:pt x="45" y="539"/>
                  </a:cubicBezTo>
                  <a:lnTo>
                    <a:pt x="45" y="539"/>
                  </a:lnTo>
                  <a:cubicBezTo>
                    <a:pt x="52" y="528"/>
                    <a:pt x="58" y="516"/>
                    <a:pt x="66" y="502"/>
                  </a:cubicBezTo>
                  <a:close/>
                  <a:moveTo>
                    <a:pt x="45" y="539"/>
                  </a:moveTo>
                  <a:cubicBezTo>
                    <a:pt x="42" y="543"/>
                    <a:pt x="38" y="547"/>
                    <a:pt x="35" y="551"/>
                  </a:cubicBezTo>
                  <a:cubicBezTo>
                    <a:pt x="35" y="551"/>
                    <a:pt x="35" y="551"/>
                    <a:pt x="35" y="551"/>
                  </a:cubicBezTo>
                  <a:lnTo>
                    <a:pt x="35" y="551"/>
                  </a:lnTo>
                  <a:cubicBezTo>
                    <a:pt x="38" y="548"/>
                    <a:pt x="41" y="545"/>
                    <a:pt x="44" y="542"/>
                  </a:cubicBezTo>
                  <a:cubicBezTo>
                    <a:pt x="44" y="541"/>
                    <a:pt x="44" y="540"/>
                    <a:pt x="45" y="539"/>
                  </a:cubicBezTo>
                  <a:close/>
                  <a:moveTo>
                    <a:pt x="35" y="551"/>
                  </a:moveTo>
                  <a:lnTo>
                    <a:pt x="35" y="551"/>
                  </a:lnTo>
                  <a:cubicBezTo>
                    <a:pt x="19" y="568"/>
                    <a:pt x="1" y="589"/>
                    <a:pt x="1" y="611"/>
                  </a:cubicBezTo>
                  <a:cubicBezTo>
                    <a:pt x="1" y="594"/>
                    <a:pt x="26" y="568"/>
                    <a:pt x="35" y="551"/>
                  </a:cubicBezTo>
                  <a:close/>
                  <a:moveTo>
                    <a:pt x="1066" y="1"/>
                  </a:moveTo>
                  <a:cubicBezTo>
                    <a:pt x="1040" y="1"/>
                    <a:pt x="1014" y="9"/>
                    <a:pt x="997" y="9"/>
                  </a:cubicBezTo>
                  <a:cubicBezTo>
                    <a:pt x="980" y="14"/>
                    <a:pt x="965" y="14"/>
                    <a:pt x="951" y="14"/>
                  </a:cubicBezTo>
                  <a:cubicBezTo>
                    <a:pt x="937" y="14"/>
                    <a:pt x="924" y="14"/>
                    <a:pt x="911" y="18"/>
                  </a:cubicBezTo>
                  <a:cubicBezTo>
                    <a:pt x="894" y="18"/>
                    <a:pt x="868" y="18"/>
                    <a:pt x="860" y="27"/>
                  </a:cubicBezTo>
                  <a:cubicBezTo>
                    <a:pt x="825" y="44"/>
                    <a:pt x="817" y="61"/>
                    <a:pt x="782" y="70"/>
                  </a:cubicBezTo>
                  <a:cubicBezTo>
                    <a:pt x="714" y="87"/>
                    <a:pt x="654" y="95"/>
                    <a:pt x="585" y="104"/>
                  </a:cubicBezTo>
                  <a:cubicBezTo>
                    <a:pt x="559" y="104"/>
                    <a:pt x="525" y="121"/>
                    <a:pt x="499" y="138"/>
                  </a:cubicBezTo>
                  <a:cubicBezTo>
                    <a:pt x="482" y="147"/>
                    <a:pt x="490" y="164"/>
                    <a:pt x="482" y="173"/>
                  </a:cubicBezTo>
                  <a:cubicBezTo>
                    <a:pt x="473" y="216"/>
                    <a:pt x="430" y="233"/>
                    <a:pt x="396" y="259"/>
                  </a:cubicBezTo>
                  <a:cubicBezTo>
                    <a:pt x="353" y="284"/>
                    <a:pt x="310" y="319"/>
                    <a:pt x="258" y="345"/>
                  </a:cubicBezTo>
                  <a:cubicBezTo>
                    <a:pt x="190" y="370"/>
                    <a:pt x="112" y="422"/>
                    <a:pt x="78" y="482"/>
                  </a:cubicBezTo>
                  <a:cubicBezTo>
                    <a:pt x="73" y="489"/>
                    <a:pt x="70" y="495"/>
                    <a:pt x="66" y="502"/>
                  </a:cubicBezTo>
                  <a:lnTo>
                    <a:pt x="66" y="502"/>
                  </a:lnTo>
                  <a:cubicBezTo>
                    <a:pt x="74" y="493"/>
                    <a:pt x="84" y="486"/>
                    <a:pt x="95" y="482"/>
                  </a:cubicBezTo>
                  <a:cubicBezTo>
                    <a:pt x="104" y="473"/>
                    <a:pt x="121" y="465"/>
                    <a:pt x="138" y="456"/>
                  </a:cubicBezTo>
                  <a:cubicBezTo>
                    <a:pt x="172" y="448"/>
                    <a:pt x="207" y="448"/>
                    <a:pt x="233" y="439"/>
                  </a:cubicBezTo>
                  <a:cubicBezTo>
                    <a:pt x="276" y="422"/>
                    <a:pt x="310" y="405"/>
                    <a:pt x="336" y="388"/>
                  </a:cubicBezTo>
                  <a:cubicBezTo>
                    <a:pt x="344" y="379"/>
                    <a:pt x="355" y="377"/>
                    <a:pt x="366" y="377"/>
                  </a:cubicBezTo>
                  <a:cubicBezTo>
                    <a:pt x="376" y="377"/>
                    <a:pt x="387" y="379"/>
                    <a:pt x="396" y="379"/>
                  </a:cubicBezTo>
                  <a:cubicBezTo>
                    <a:pt x="422" y="379"/>
                    <a:pt x="439" y="379"/>
                    <a:pt x="465" y="370"/>
                  </a:cubicBezTo>
                  <a:cubicBezTo>
                    <a:pt x="482" y="362"/>
                    <a:pt x="507" y="362"/>
                    <a:pt x="525" y="353"/>
                  </a:cubicBezTo>
                  <a:cubicBezTo>
                    <a:pt x="533" y="345"/>
                    <a:pt x="542" y="336"/>
                    <a:pt x="559" y="336"/>
                  </a:cubicBezTo>
                  <a:lnTo>
                    <a:pt x="593" y="336"/>
                  </a:lnTo>
                  <a:cubicBezTo>
                    <a:pt x="611" y="327"/>
                    <a:pt x="619" y="319"/>
                    <a:pt x="628" y="319"/>
                  </a:cubicBezTo>
                  <a:cubicBezTo>
                    <a:pt x="645" y="310"/>
                    <a:pt x="662" y="310"/>
                    <a:pt x="679" y="302"/>
                  </a:cubicBezTo>
                  <a:lnTo>
                    <a:pt x="705" y="293"/>
                  </a:lnTo>
                  <a:cubicBezTo>
                    <a:pt x="731" y="284"/>
                    <a:pt x="757" y="284"/>
                    <a:pt x="782" y="276"/>
                  </a:cubicBezTo>
                  <a:cubicBezTo>
                    <a:pt x="800" y="267"/>
                    <a:pt x="817" y="267"/>
                    <a:pt x="834" y="267"/>
                  </a:cubicBezTo>
                  <a:cubicBezTo>
                    <a:pt x="843" y="267"/>
                    <a:pt x="860" y="259"/>
                    <a:pt x="868" y="250"/>
                  </a:cubicBezTo>
                  <a:lnTo>
                    <a:pt x="911" y="259"/>
                  </a:lnTo>
                  <a:lnTo>
                    <a:pt x="937" y="276"/>
                  </a:lnTo>
                  <a:cubicBezTo>
                    <a:pt x="963" y="293"/>
                    <a:pt x="989" y="302"/>
                    <a:pt x="1014" y="310"/>
                  </a:cubicBezTo>
                  <a:cubicBezTo>
                    <a:pt x="1032" y="310"/>
                    <a:pt x="1057" y="327"/>
                    <a:pt x="1075" y="327"/>
                  </a:cubicBezTo>
                  <a:lnTo>
                    <a:pt x="1117" y="319"/>
                  </a:lnTo>
                  <a:lnTo>
                    <a:pt x="1169" y="302"/>
                  </a:lnTo>
                  <a:lnTo>
                    <a:pt x="1186" y="293"/>
                  </a:lnTo>
                  <a:cubicBezTo>
                    <a:pt x="1190" y="291"/>
                    <a:pt x="1193" y="291"/>
                    <a:pt x="1197" y="291"/>
                  </a:cubicBezTo>
                  <a:cubicBezTo>
                    <a:pt x="1214" y="291"/>
                    <a:pt x="1234" y="302"/>
                    <a:pt x="1255" y="302"/>
                  </a:cubicBezTo>
                  <a:cubicBezTo>
                    <a:pt x="1315" y="310"/>
                    <a:pt x="1375" y="336"/>
                    <a:pt x="1444" y="353"/>
                  </a:cubicBezTo>
                  <a:cubicBezTo>
                    <a:pt x="1504" y="362"/>
                    <a:pt x="1573" y="396"/>
                    <a:pt x="1616" y="430"/>
                  </a:cubicBezTo>
                  <a:cubicBezTo>
                    <a:pt x="1650" y="448"/>
                    <a:pt x="1676" y="482"/>
                    <a:pt x="1710" y="499"/>
                  </a:cubicBezTo>
                  <a:cubicBezTo>
                    <a:pt x="1727" y="508"/>
                    <a:pt x="1745" y="516"/>
                    <a:pt x="1762" y="525"/>
                  </a:cubicBezTo>
                  <a:cubicBezTo>
                    <a:pt x="1796" y="534"/>
                    <a:pt x="1831" y="559"/>
                    <a:pt x="1856" y="585"/>
                  </a:cubicBezTo>
                  <a:cubicBezTo>
                    <a:pt x="1891" y="611"/>
                    <a:pt x="1908" y="637"/>
                    <a:pt x="1925" y="671"/>
                  </a:cubicBezTo>
                  <a:cubicBezTo>
                    <a:pt x="1934" y="688"/>
                    <a:pt x="1934" y="714"/>
                    <a:pt x="1942" y="723"/>
                  </a:cubicBezTo>
                  <a:cubicBezTo>
                    <a:pt x="1968" y="748"/>
                    <a:pt x="2002" y="766"/>
                    <a:pt x="2020" y="791"/>
                  </a:cubicBezTo>
                  <a:cubicBezTo>
                    <a:pt x="2045" y="808"/>
                    <a:pt x="2071" y="834"/>
                    <a:pt x="2088" y="869"/>
                  </a:cubicBezTo>
                  <a:cubicBezTo>
                    <a:pt x="2114" y="894"/>
                    <a:pt x="2123" y="937"/>
                    <a:pt x="2157" y="955"/>
                  </a:cubicBezTo>
                  <a:cubicBezTo>
                    <a:pt x="2183" y="972"/>
                    <a:pt x="2217" y="997"/>
                    <a:pt x="2234" y="1023"/>
                  </a:cubicBezTo>
                  <a:lnTo>
                    <a:pt x="2252" y="1058"/>
                  </a:lnTo>
                  <a:cubicBezTo>
                    <a:pt x="2252" y="1032"/>
                    <a:pt x="2234" y="1015"/>
                    <a:pt x="2226" y="997"/>
                  </a:cubicBezTo>
                  <a:cubicBezTo>
                    <a:pt x="2217" y="980"/>
                    <a:pt x="2209" y="972"/>
                    <a:pt x="2209" y="963"/>
                  </a:cubicBezTo>
                  <a:cubicBezTo>
                    <a:pt x="2209" y="937"/>
                    <a:pt x="2217" y="920"/>
                    <a:pt x="2209" y="903"/>
                  </a:cubicBezTo>
                  <a:cubicBezTo>
                    <a:pt x="2200" y="877"/>
                    <a:pt x="2191" y="860"/>
                    <a:pt x="2183" y="834"/>
                  </a:cubicBezTo>
                  <a:cubicBezTo>
                    <a:pt x="2174" y="817"/>
                    <a:pt x="2166" y="791"/>
                    <a:pt x="2157" y="774"/>
                  </a:cubicBezTo>
                  <a:cubicBezTo>
                    <a:pt x="2148" y="757"/>
                    <a:pt x="2140" y="731"/>
                    <a:pt x="2131" y="714"/>
                  </a:cubicBezTo>
                  <a:cubicBezTo>
                    <a:pt x="2114" y="680"/>
                    <a:pt x="2114" y="654"/>
                    <a:pt x="2097" y="619"/>
                  </a:cubicBezTo>
                  <a:cubicBezTo>
                    <a:pt x="2088" y="602"/>
                    <a:pt x="2063" y="568"/>
                    <a:pt x="2045" y="542"/>
                  </a:cubicBezTo>
                  <a:cubicBezTo>
                    <a:pt x="2037" y="534"/>
                    <a:pt x="2020" y="525"/>
                    <a:pt x="2002" y="516"/>
                  </a:cubicBezTo>
                  <a:cubicBezTo>
                    <a:pt x="1977" y="499"/>
                    <a:pt x="1959" y="473"/>
                    <a:pt x="1942" y="456"/>
                  </a:cubicBezTo>
                  <a:lnTo>
                    <a:pt x="1934" y="422"/>
                  </a:lnTo>
                  <a:cubicBezTo>
                    <a:pt x="1925" y="405"/>
                    <a:pt x="1908" y="396"/>
                    <a:pt x="1891" y="388"/>
                  </a:cubicBezTo>
                  <a:cubicBezTo>
                    <a:pt x="1874" y="370"/>
                    <a:pt x="1874" y="353"/>
                    <a:pt x="1856" y="327"/>
                  </a:cubicBezTo>
                  <a:cubicBezTo>
                    <a:pt x="1839" y="293"/>
                    <a:pt x="1822" y="250"/>
                    <a:pt x="1788" y="216"/>
                  </a:cubicBezTo>
                  <a:cubicBezTo>
                    <a:pt x="1770" y="198"/>
                    <a:pt x="1745" y="190"/>
                    <a:pt x="1727" y="181"/>
                  </a:cubicBezTo>
                  <a:cubicBezTo>
                    <a:pt x="1710" y="173"/>
                    <a:pt x="1693" y="164"/>
                    <a:pt x="1684" y="156"/>
                  </a:cubicBezTo>
                  <a:lnTo>
                    <a:pt x="1650" y="156"/>
                  </a:lnTo>
                  <a:lnTo>
                    <a:pt x="1616" y="147"/>
                  </a:lnTo>
                  <a:cubicBezTo>
                    <a:pt x="1581" y="147"/>
                    <a:pt x="1547" y="147"/>
                    <a:pt x="1521" y="138"/>
                  </a:cubicBezTo>
                  <a:cubicBezTo>
                    <a:pt x="1487" y="130"/>
                    <a:pt x="1453" y="130"/>
                    <a:pt x="1427" y="104"/>
                  </a:cubicBezTo>
                  <a:cubicBezTo>
                    <a:pt x="1410" y="87"/>
                    <a:pt x="1401" y="78"/>
                    <a:pt x="1375" y="70"/>
                  </a:cubicBezTo>
                  <a:cubicBezTo>
                    <a:pt x="1349" y="52"/>
                    <a:pt x="1324" y="35"/>
                    <a:pt x="1298" y="27"/>
                  </a:cubicBezTo>
                  <a:cubicBezTo>
                    <a:pt x="1264" y="9"/>
                    <a:pt x="1221" y="9"/>
                    <a:pt x="117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3" name="Google Shape;1243;p17"/>
            <p:cNvSpPr/>
            <p:nvPr/>
          </p:nvSpPr>
          <p:spPr>
            <a:xfrm>
              <a:off x="5157250" y="1266250"/>
              <a:ext cx="45425" cy="58950"/>
            </a:xfrm>
            <a:custGeom>
              <a:avLst/>
              <a:gdLst/>
              <a:ahLst/>
              <a:cxnLst/>
              <a:rect l="l" t="t" r="r" b="b"/>
              <a:pathLst>
                <a:path w="1817" h="2358" extrusionOk="0">
                  <a:moveTo>
                    <a:pt x="390" y="0"/>
                  </a:moveTo>
                  <a:cubicBezTo>
                    <a:pt x="373" y="17"/>
                    <a:pt x="356" y="43"/>
                    <a:pt x="348" y="69"/>
                  </a:cubicBezTo>
                  <a:cubicBezTo>
                    <a:pt x="339" y="95"/>
                    <a:pt x="322" y="129"/>
                    <a:pt x="305" y="155"/>
                  </a:cubicBezTo>
                  <a:cubicBezTo>
                    <a:pt x="270" y="206"/>
                    <a:pt x="201" y="258"/>
                    <a:pt x="150" y="301"/>
                  </a:cubicBezTo>
                  <a:cubicBezTo>
                    <a:pt x="98" y="344"/>
                    <a:pt x="64" y="395"/>
                    <a:pt x="47" y="455"/>
                  </a:cubicBezTo>
                  <a:cubicBezTo>
                    <a:pt x="38" y="498"/>
                    <a:pt x="12" y="541"/>
                    <a:pt x="12" y="584"/>
                  </a:cubicBezTo>
                  <a:cubicBezTo>
                    <a:pt x="12" y="619"/>
                    <a:pt x="21" y="644"/>
                    <a:pt x="21" y="670"/>
                  </a:cubicBezTo>
                  <a:cubicBezTo>
                    <a:pt x="12" y="687"/>
                    <a:pt x="12" y="713"/>
                    <a:pt x="12" y="730"/>
                  </a:cubicBezTo>
                  <a:cubicBezTo>
                    <a:pt x="12" y="756"/>
                    <a:pt x="4" y="791"/>
                    <a:pt x="21" y="816"/>
                  </a:cubicBezTo>
                  <a:cubicBezTo>
                    <a:pt x="21" y="833"/>
                    <a:pt x="38" y="851"/>
                    <a:pt x="38" y="868"/>
                  </a:cubicBezTo>
                  <a:cubicBezTo>
                    <a:pt x="38" y="885"/>
                    <a:pt x="38" y="902"/>
                    <a:pt x="38" y="911"/>
                  </a:cubicBezTo>
                  <a:cubicBezTo>
                    <a:pt x="25" y="905"/>
                    <a:pt x="17" y="903"/>
                    <a:pt x="12" y="903"/>
                  </a:cubicBezTo>
                  <a:cubicBezTo>
                    <a:pt x="1" y="903"/>
                    <a:pt x="7" y="913"/>
                    <a:pt x="12" y="919"/>
                  </a:cubicBezTo>
                  <a:cubicBezTo>
                    <a:pt x="12" y="945"/>
                    <a:pt x="21" y="971"/>
                    <a:pt x="30" y="997"/>
                  </a:cubicBezTo>
                  <a:cubicBezTo>
                    <a:pt x="47" y="1040"/>
                    <a:pt x="55" y="1083"/>
                    <a:pt x="73" y="1134"/>
                  </a:cubicBezTo>
                  <a:cubicBezTo>
                    <a:pt x="81" y="1169"/>
                    <a:pt x="98" y="1194"/>
                    <a:pt x="116" y="1229"/>
                  </a:cubicBezTo>
                  <a:cubicBezTo>
                    <a:pt x="141" y="1272"/>
                    <a:pt x="159" y="1323"/>
                    <a:pt x="176" y="1375"/>
                  </a:cubicBezTo>
                  <a:cubicBezTo>
                    <a:pt x="184" y="1409"/>
                    <a:pt x="201" y="1435"/>
                    <a:pt x="219" y="1461"/>
                  </a:cubicBezTo>
                  <a:cubicBezTo>
                    <a:pt x="236" y="1486"/>
                    <a:pt x="262" y="1495"/>
                    <a:pt x="279" y="1521"/>
                  </a:cubicBezTo>
                  <a:cubicBezTo>
                    <a:pt x="305" y="1538"/>
                    <a:pt x="322" y="1572"/>
                    <a:pt x="348" y="1598"/>
                  </a:cubicBezTo>
                  <a:cubicBezTo>
                    <a:pt x="373" y="1632"/>
                    <a:pt x="390" y="1667"/>
                    <a:pt x="433" y="1693"/>
                  </a:cubicBezTo>
                  <a:cubicBezTo>
                    <a:pt x="468" y="1727"/>
                    <a:pt x="528" y="1761"/>
                    <a:pt x="545" y="1796"/>
                  </a:cubicBezTo>
                  <a:cubicBezTo>
                    <a:pt x="571" y="1830"/>
                    <a:pt x="588" y="1873"/>
                    <a:pt x="597" y="1907"/>
                  </a:cubicBezTo>
                  <a:cubicBezTo>
                    <a:pt x="597" y="1925"/>
                    <a:pt x="605" y="1942"/>
                    <a:pt x="614" y="1959"/>
                  </a:cubicBezTo>
                  <a:lnTo>
                    <a:pt x="631" y="2002"/>
                  </a:lnTo>
                  <a:lnTo>
                    <a:pt x="665" y="2028"/>
                  </a:lnTo>
                  <a:cubicBezTo>
                    <a:pt x="691" y="2045"/>
                    <a:pt x="708" y="2045"/>
                    <a:pt x="734" y="2062"/>
                  </a:cubicBezTo>
                  <a:cubicBezTo>
                    <a:pt x="769" y="2079"/>
                    <a:pt x="751" y="2114"/>
                    <a:pt x="777" y="2131"/>
                  </a:cubicBezTo>
                  <a:cubicBezTo>
                    <a:pt x="794" y="2139"/>
                    <a:pt x="803" y="2139"/>
                    <a:pt x="820" y="2139"/>
                  </a:cubicBezTo>
                  <a:lnTo>
                    <a:pt x="846" y="2157"/>
                  </a:lnTo>
                  <a:cubicBezTo>
                    <a:pt x="872" y="2174"/>
                    <a:pt x="906" y="2217"/>
                    <a:pt x="940" y="2225"/>
                  </a:cubicBezTo>
                  <a:cubicBezTo>
                    <a:pt x="975" y="2242"/>
                    <a:pt x="1026" y="2268"/>
                    <a:pt x="1061" y="2294"/>
                  </a:cubicBezTo>
                  <a:cubicBezTo>
                    <a:pt x="1064" y="2296"/>
                    <a:pt x="1070" y="2297"/>
                    <a:pt x="1076" y="2297"/>
                  </a:cubicBezTo>
                  <a:cubicBezTo>
                    <a:pt x="1095" y="2297"/>
                    <a:pt x="1121" y="2292"/>
                    <a:pt x="1139" y="2292"/>
                  </a:cubicBezTo>
                  <a:cubicBezTo>
                    <a:pt x="1146" y="2292"/>
                    <a:pt x="1151" y="2292"/>
                    <a:pt x="1155" y="2294"/>
                  </a:cubicBezTo>
                  <a:cubicBezTo>
                    <a:pt x="1172" y="2303"/>
                    <a:pt x="1189" y="2311"/>
                    <a:pt x="1198" y="2320"/>
                  </a:cubicBezTo>
                  <a:cubicBezTo>
                    <a:pt x="1216" y="2329"/>
                    <a:pt x="1235" y="2332"/>
                    <a:pt x="1253" y="2332"/>
                  </a:cubicBezTo>
                  <a:cubicBezTo>
                    <a:pt x="1279" y="2332"/>
                    <a:pt x="1306" y="2327"/>
                    <a:pt x="1334" y="2327"/>
                  </a:cubicBezTo>
                  <a:cubicBezTo>
                    <a:pt x="1343" y="2327"/>
                    <a:pt x="1352" y="2327"/>
                    <a:pt x="1361" y="2328"/>
                  </a:cubicBezTo>
                  <a:cubicBezTo>
                    <a:pt x="1404" y="2337"/>
                    <a:pt x="1439" y="2354"/>
                    <a:pt x="1482" y="2354"/>
                  </a:cubicBezTo>
                  <a:cubicBezTo>
                    <a:pt x="1487" y="2357"/>
                    <a:pt x="1492" y="2358"/>
                    <a:pt x="1497" y="2358"/>
                  </a:cubicBezTo>
                  <a:cubicBezTo>
                    <a:pt x="1509" y="2358"/>
                    <a:pt x="1521" y="2352"/>
                    <a:pt x="1533" y="2346"/>
                  </a:cubicBezTo>
                  <a:cubicBezTo>
                    <a:pt x="1568" y="2337"/>
                    <a:pt x="1593" y="2337"/>
                    <a:pt x="1619" y="2328"/>
                  </a:cubicBezTo>
                  <a:cubicBezTo>
                    <a:pt x="1636" y="2324"/>
                    <a:pt x="1651" y="2324"/>
                    <a:pt x="1665" y="2324"/>
                  </a:cubicBezTo>
                  <a:cubicBezTo>
                    <a:pt x="1679" y="2324"/>
                    <a:pt x="1692" y="2324"/>
                    <a:pt x="1705" y="2320"/>
                  </a:cubicBezTo>
                  <a:cubicBezTo>
                    <a:pt x="1731" y="2320"/>
                    <a:pt x="1817" y="2303"/>
                    <a:pt x="1817" y="2277"/>
                  </a:cubicBezTo>
                  <a:cubicBezTo>
                    <a:pt x="1774" y="2268"/>
                    <a:pt x="1722" y="2268"/>
                    <a:pt x="1679" y="2268"/>
                  </a:cubicBezTo>
                  <a:cubicBezTo>
                    <a:pt x="1645" y="2268"/>
                    <a:pt x="1621" y="2257"/>
                    <a:pt x="1591" y="2257"/>
                  </a:cubicBezTo>
                  <a:cubicBezTo>
                    <a:pt x="1584" y="2257"/>
                    <a:pt x="1576" y="2258"/>
                    <a:pt x="1568" y="2260"/>
                  </a:cubicBezTo>
                  <a:cubicBezTo>
                    <a:pt x="1547" y="2260"/>
                    <a:pt x="1532" y="2271"/>
                    <a:pt x="1513" y="2271"/>
                  </a:cubicBezTo>
                  <a:cubicBezTo>
                    <a:pt x="1509" y="2271"/>
                    <a:pt x="1504" y="2270"/>
                    <a:pt x="1499" y="2268"/>
                  </a:cubicBezTo>
                  <a:cubicBezTo>
                    <a:pt x="1482" y="2268"/>
                    <a:pt x="1464" y="2260"/>
                    <a:pt x="1447" y="2251"/>
                  </a:cubicBezTo>
                  <a:lnTo>
                    <a:pt x="1413" y="2251"/>
                  </a:lnTo>
                  <a:lnTo>
                    <a:pt x="1387" y="2242"/>
                  </a:lnTo>
                  <a:cubicBezTo>
                    <a:pt x="1361" y="2234"/>
                    <a:pt x="1353" y="2234"/>
                    <a:pt x="1336" y="2217"/>
                  </a:cubicBezTo>
                  <a:cubicBezTo>
                    <a:pt x="1310" y="2208"/>
                    <a:pt x="1275" y="2191"/>
                    <a:pt x="1241" y="2182"/>
                  </a:cubicBezTo>
                  <a:cubicBezTo>
                    <a:pt x="1207" y="2174"/>
                    <a:pt x="1172" y="2157"/>
                    <a:pt x="1138" y="2139"/>
                  </a:cubicBezTo>
                  <a:cubicBezTo>
                    <a:pt x="1104" y="2122"/>
                    <a:pt x="1069" y="2105"/>
                    <a:pt x="1035" y="2088"/>
                  </a:cubicBezTo>
                  <a:cubicBezTo>
                    <a:pt x="1000" y="2079"/>
                    <a:pt x="966" y="2053"/>
                    <a:pt x="932" y="2028"/>
                  </a:cubicBezTo>
                  <a:cubicBezTo>
                    <a:pt x="889" y="2011"/>
                    <a:pt x="863" y="1993"/>
                    <a:pt x="829" y="1968"/>
                  </a:cubicBezTo>
                  <a:cubicBezTo>
                    <a:pt x="811" y="1950"/>
                    <a:pt x="794" y="1942"/>
                    <a:pt x="786" y="1933"/>
                  </a:cubicBezTo>
                  <a:cubicBezTo>
                    <a:pt x="769" y="1907"/>
                    <a:pt x="760" y="1882"/>
                    <a:pt x="743" y="1856"/>
                  </a:cubicBezTo>
                  <a:cubicBezTo>
                    <a:pt x="717" y="1822"/>
                    <a:pt x="683" y="1787"/>
                    <a:pt x="657" y="1744"/>
                  </a:cubicBezTo>
                  <a:cubicBezTo>
                    <a:pt x="640" y="1718"/>
                    <a:pt x="605" y="1684"/>
                    <a:pt x="579" y="1658"/>
                  </a:cubicBezTo>
                  <a:cubicBezTo>
                    <a:pt x="554" y="1615"/>
                    <a:pt x="528" y="1572"/>
                    <a:pt x="511" y="1529"/>
                  </a:cubicBezTo>
                  <a:cubicBezTo>
                    <a:pt x="485" y="1486"/>
                    <a:pt x="476" y="1443"/>
                    <a:pt x="459" y="1401"/>
                  </a:cubicBezTo>
                  <a:cubicBezTo>
                    <a:pt x="442" y="1383"/>
                    <a:pt x="442" y="1375"/>
                    <a:pt x="433" y="1349"/>
                  </a:cubicBezTo>
                  <a:lnTo>
                    <a:pt x="433" y="1323"/>
                  </a:lnTo>
                  <a:lnTo>
                    <a:pt x="433" y="1289"/>
                  </a:lnTo>
                  <a:cubicBezTo>
                    <a:pt x="416" y="1220"/>
                    <a:pt x="390" y="1151"/>
                    <a:pt x="365" y="1083"/>
                  </a:cubicBezTo>
                  <a:cubicBezTo>
                    <a:pt x="356" y="1048"/>
                    <a:pt x="365" y="1023"/>
                    <a:pt x="356" y="997"/>
                  </a:cubicBezTo>
                  <a:cubicBezTo>
                    <a:pt x="356" y="971"/>
                    <a:pt x="348" y="945"/>
                    <a:pt x="348" y="919"/>
                  </a:cubicBezTo>
                  <a:cubicBezTo>
                    <a:pt x="339" y="851"/>
                    <a:pt x="322" y="782"/>
                    <a:pt x="287" y="722"/>
                  </a:cubicBezTo>
                  <a:cubicBezTo>
                    <a:pt x="270" y="696"/>
                    <a:pt x="253" y="679"/>
                    <a:pt x="253" y="644"/>
                  </a:cubicBezTo>
                  <a:cubicBezTo>
                    <a:pt x="244" y="584"/>
                    <a:pt x="253" y="524"/>
                    <a:pt x="253" y="464"/>
                  </a:cubicBezTo>
                  <a:cubicBezTo>
                    <a:pt x="253" y="413"/>
                    <a:pt x="262" y="370"/>
                    <a:pt x="279" y="327"/>
                  </a:cubicBezTo>
                  <a:cubicBezTo>
                    <a:pt x="296" y="292"/>
                    <a:pt x="322" y="258"/>
                    <a:pt x="330" y="224"/>
                  </a:cubicBezTo>
                  <a:cubicBezTo>
                    <a:pt x="348" y="172"/>
                    <a:pt x="348" y="129"/>
                    <a:pt x="365" y="77"/>
                  </a:cubicBezTo>
                  <a:cubicBezTo>
                    <a:pt x="373" y="52"/>
                    <a:pt x="373" y="17"/>
                    <a:pt x="39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4" name="Google Shape;1244;p17"/>
            <p:cNvSpPr/>
            <p:nvPr/>
          </p:nvSpPr>
          <p:spPr>
            <a:xfrm>
              <a:off x="5169150" y="1253900"/>
              <a:ext cx="42125" cy="24175"/>
            </a:xfrm>
            <a:custGeom>
              <a:avLst/>
              <a:gdLst/>
              <a:ahLst/>
              <a:cxnLst/>
              <a:rect l="l" t="t" r="r" b="b"/>
              <a:pathLst>
                <a:path w="1685" h="967" extrusionOk="0">
                  <a:moveTo>
                    <a:pt x="1002" y="1"/>
                  </a:moveTo>
                  <a:cubicBezTo>
                    <a:pt x="973" y="1"/>
                    <a:pt x="944" y="7"/>
                    <a:pt x="920" y="13"/>
                  </a:cubicBezTo>
                  <a:cubicBezTo>
                    <a:pt x="877" y="22"/>
                    <a:pt x="842" y="22"/>
                    <a:pt x="799" y="22"/>
                  </a:cubicBezTo>
                  <a:cubicBezTo>
                    <a:pt x="791" y="26"/>
                    <a:pt x="782" y="26"/>
                    <a:pt x="774" y="26"/>
                  </a:cubicBezTo>
                  <a:cubicBezTo>
                    <a:pt x="765" y="26"/>
                    <a:pt x="756" y="26"/>
                    <a:pt x="748" y="30"/>
                  </a:cubicBezTo>
                  <a:cubicBezTo>
                    <a:pt x="696" y="56"/>
                    <a:pt x="645" y="65"/>
                    <a:pt x="593" y="82"/>
                  </a:cubicBezTo>
                  <a:cubicBezTo>
                    <a:pt x="559" y="90"/>
                    <a:pt x="524" y="108"/>
                    <a:pt x="490" y="125"/>
                  </a:cubicBezTo>
                  <a:lnTo>
                    <a:pt x="464" y="133"/>
                  </a:lnTo>
                  <a:cubicBezTo>
                    <a:pt x="456" y="150"/>
                    <a:pt x="447" y="168"/>
                    <a:pt x="447" y="176"/>
                  </a:cubicBezTo>
                  <a:cubicBezTo>
                    <a:pt x="439" y="219"/>
                    <a:pt x="404" y="219"/>
                    <a:pt x="370" y="228"/>
                  </a:cubicBezTo>
                  <a:cubicBezTo>
                    <a:pt x="318" y="245"/>
                    <a:pt x="275" y="262"/>
                    <a:pt x="241" y="297"/>
                  </a:cubicBezTo>
                  <a:cubicBezTo>
                    <a:pt x="215" y="322"/>
                    <a:pt x="198" y="357"/>
                    <a:pt x="181" y="382"/>
                  </a:cubicBezTo>
                  <a:cubicBezTo>
                    <a:pt x="155" y="425"/>
                    <a:pt x="121" y="460"/>
                    <a:pt x="112" y="511"/>
                  </a:cubicBezTo>
                  <a:cubicBezTo>
                    <a:pt x="112" y="520"/>
                    <a:pt x="104" y="561"/>
                    <a:pt x="87" y="563"/>
                  </a:cubicBezTo>
                  <a:lnTo>
                    <a:pt x="87" y="563"/>
                  </a:lnTo>
                  <a:cubicBezTo>
                    <a:pt x="88" y="561"/>
                    <a:pt x="89" y="561"/>
                    <a:pt x="89" y="561"/>
                  </a:cubicBezTo>
                  <a:lnTo>
                    <a:pt x="89" y="561"/>
                  </a:lnTo>
                  <a:cubicBezTo>
                    <a:pt x="89" y="561"/>
                    <a:pt x="88" y="561"/>
                    <a:pt x="86" y="563"/>
                  </a:cubicBezTo>
                  <a:cubicBezTo>
                    <a:pt x="87" y="563"/>
                    <a:pt x="87" y="563"/>
                    <a:pt x="87" y="563"/>
                  </a:cubicBezTo>
                  <a:lnTo>
                    <a:pt x="87" y="563"/>
                  </a:lnTo>
                  <a:cubicBezTo>
                    <a:pt x="84" y="568"/>
                    <a:pt x="75" y="581"/>
                    <a:pt x="69" y="597"/>
                  </a:cubicBezTo>
                  <a:cubicBezTo>
                    <a:pt x="52" y="649"/>
                    <a:pt x="18" y="692"/>
                    <a:pt x="26" y="743"/>
                  </a:cubicBezTo>
                  <a:cubicBezTo>
                    <a:pt x="35" y="795"/>
                    <a:pt x="0" y="864"/>
                    <a:pt x="18" y="907"/>
                  </a:cubicBezTo>
                  <a:lnTo>
                    <a:pt x="35" y="932"/>
                  </a:lnTo>
                  <a:lnTo>
                    <a:pt x="43" y="967"/>
                  </a:lnTo>
                  <a:lnTo>
                    <a:pt x="43" y="924"/>
                  </a:lnTo>
                  <a:lnTo>
                    <a:pt x="78" y="812"/>
                  </a:lnTo>
                  <a:cubicBezTo>
                    <a:pt x="103" y="760"/>
                    <a:pt x="146" y="760"/>
                    <a:pt x="164" y="709"/>
                  </a:cubicBezTo>
                  <a:cubicBezTo>
                    <a:pt x="181" y="649"/>
                    <a:pt x="215" y="632"/>
                    <a:pt x="267" y="606"/>
                  </a:cubicBezTo>
                  <a:cubicBezTo>
                    <a:pt x="293" y="597"/>
                    <a:pt x="310" y="580"/>
                    <a:pt x="327" y="563"/>
                  </a:cubicBezTo>
                  <a:cubicBezTo>
                    <a:pt x="344" y="546"/>
                    <a:pt x="361" y="537"/>
                    <a:pt x="378" y="520"/>
                  </a:cubicBezTo>
                  <a:cubicBezTo>
                    <a:pt x="387" y="494"/>
                    <a:pt x="396" y="468"/>
                    <a:pt x="421" y="451"/>
                  </a:cubicBezTo>
                  <a:cubicBezTo>
                    <a:pt x="447" y="434"/>
                    <a:pt x="482" y="434"/>
                    <a:pt x="507" y="425"/>
                  </a:cubicBezTo>
                  <a:cubicBezTo>
                    <a:pt x="524" y="408"/>
                    <a:pt x="542" y="400"/>
                    <a:pt x="567" y="391"/>
                  </a:cubicBezTo>
                  <a:cubicBezTo>
                    <a:pt x="602" y="374"/>
                    <a:pt x="628" y="339"/>
                    <a:pt x="662" y="322"/>
                  </a:cubicBezTo>
                  <a:cubicBezTo>
                    <a:pt x="688" y="305"/>
                    <a:pt x="705" y="297"/>
                    <a:pt x="739" y="297"/>
                  </a:cubicBezTo>
                  <a:cubicBezTo>
                    <a:pt x="791" y="297"/>
                    <a:pt x="842" y="279"/>
                    <a:pt x="885" y="271"/>
                  </a:cubicBezTo>
                  <a:cubicBezTo>
                    <a:pt x="945" y="262"/>
                    <a:pt x="1006" y="262"/>
                    <a:pt x="1057" y="245"/>
                  </a:cubicBezTo>
                  <a:cubicBezTo>
                    <a:pt x="1081" y="239"/>
                    <a:pt x="1110" y="233"/>
                    <a:pt x="1134" y="233"/>
                  </a:cubicBezTo>
                  <a:cubicBezTo>
                    <a:pt x="1144" y="233"/>
                    <a:pt x="1153" y="234"/>
                    <a:pt x="1160" y="236"/>
                  </a:cubicBezTo>
                  <a:lnTo>
                    <a:pt x="1186" y="254"/>
                  </a:lnTo>
                  <a:cubicBezTo>
                    <a:pt x="1238" y="271"/>
                    <a:pt x="1298" y="271"/>
                    <a:pt x="1349" y="271"/>
                  </a:cubicBezTo>
                  <a:cubicBezTo>
                    <a:pt x="1384" y="271"/>
                    <a:pt x="1401" y="262"/>
                    <a:pt x="1435" y="254"/>
                  </a:cubicBezTo>
                  <a:cubicBezTo>
                    <a:pt x="1440" y="252"/>
                    <a:pt x="1445" y="251"/>
                    <a:pt x="1451" y="251"/>
                  </a:cubicBezTo>
                  <a:cubicBezTo>
                    <a:pt x="1472" y="251"/>
                    <a:pt x="1494" y="262"/>
                    <a:pt x="1521" y="262"/>
                  </a:cubicBezTo>
                  <a:cubicBezTo>
                    <a:pt x="1573" y="279"/>
                    <a:pt x="1633" y="279"/>
                    <a:pt x="1684" y="305"/>
                  </a:cubicBezTo>
                  <a:cubicBezTo>
                    <a:pt x="1659" y="271"/>
                    <a:pt x="1633" y="245"/>
                    <a:pt x="1598" y="228"/>
                  </a:cubicBezTo>
                  <a:cubicBezTo>
                    <a:pt x="1573" y="211"/>
                    <a:pt x="1547" y="193"/>
                    <a:pt x="1530" y="176"/>
                  </a:cubicBezTo>
                  <a:cubicBezTo>
                    <a:pt x="1495" y="150"/>
                    <a:pt x="1461" y="142"/>
                    <a:pt x="1435" y="125"/>
                  </a:cubicBezTo>
                  <a:cubicBezTo>
                    <a:pt x="1401" y="108"/>
                    <a:pt x="1375" y="99"/>
                    <a:pt x="1349" y="90"/>
                  </a:cubicBezTo>
                  <a:lnTo>
                    <a:pt x="1323" y="82"/>
                  </a:lnTo>
                  <a:lnTo>
                    <a:pt x="1298" y="90"/>
                  </a:lnTo>
                  <a:cubicBezTo>
                    <a:pt x="1293" y="93"/>
                    <a:pt x="1288" y="94"/>
                    <a:pt x="1284" y="94"/>
                  </a:cubicBezTo>
                  <a:cubicBezTo>
                    <a:pt x="1275" y="94"/>
                    <a:pt x="1267" y="88"/>
                    <a:pt x="1255" y="82"/>
                  </a:cubicBezTo>
                  <a:cubicBezTo>
                    <a:pt x="1246" y="82"/>
                    <a:pt x="1229" y="82"/>
                    <a:pt x="1220" y="73"/>
                  </a:cubicBezTo>
                  <a:cubicBezTo>
                    <a:pt x="1195" y="65"/>
                    <a:pt x="1186" y="56"/>
                    <a:pt x="1160" y="47"/>
                  </a:cubicBezTo>
                  <a:cubicBezTo>
                    <a:pt x="1126" y="30"/>
                    <a:pt x="1083" y="13"/>
                    <a:pt x="1040" y="4"/>
                  </a:cubicBezTo>
                  <a:cubicBezTo>
                    <a:pt x="1027" y="2"/>
                    <a:pt x="1015" y="1"/>
                    <a:pt x="1002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5" name="Google Shape;1245;p17"/>
            <p:cNvSpPr/>
            <p:nvPr/>
          </p:nvSpPr>
          <p:spPr>
            <a:xfrm>
              <a:off x="5179450" y="1272900"/>
              <a:ext cx="30950" cy="32325"/>
            </a:xfrm>
            <a:custGeom>
              <a:avLst/>
              <a:gdLst/>
              <a:ahLst/>
              <a:cxnLst/>
              <a:rect l="l" t="t" r="r" b="b"/>
              <a:pathLst>
                <a:path w="1238" h="1293" extrusionOk="0">
                  <a:moveTo>
                    <a:pt x="937" y="0"/>
                  </a:moveTo>
                  <a:lnTo>
                    <a:pt x="937" y="43"/>
                  </a:lnTo>
                  <a:cubicBezTo>
                    <a:pt x="937" y="52"/>
                    <a:pt x="946" y="69"/>
                    <a:pt x="954" y="86"/>
                  </a:cubicBezTo>
                  <a:lnTo>
                    <a:pt x="963" y="121"/>
                  </a:lnTo>
                  <a:cubicBezTo>
                    <a:pt x="972" y="129"/>
                    <a:pt x="980" y="147"/>
                    <a:pt x="989" y="155"/>
                  </a:cubicBezTo>
                  <a:cubicBezTo>
                    <a:pt x="989" y="164"/>
                    <a:pt x="1015" y="215"/>
                    <a:pt x="997" y="224"/>
                  </a:cubicBezTo>
                  <a:lnTo>
                    <a:pt x="989" y="215"/>
                  </a:lnTo>
                  <a:cubicBezTo>
                    <a:pt x="980" y="232"/>
                    <a:pt x="980" y="258"/>
                    <a:pt x="972" y="284"/>
                  </a:cubicBezTo>
                  <a:lnTo>
                    <a:pt x="954" y="318"/>
                  </a:lnTo>
                  <a:lnTo>
                    <a:pt x="937" y="327"/>
                  </a:lnTo>
                  <a:lnTo>
                    <a:pt x="920" y="310"/>
                  </a:lnTo>
                  <a:lnTo>
                    <a:pt x="920" y="310"/>
                  </a:lnTo>
                  <a:cubicBezTo>
                    <a:pt x="920" y="327"/>
                    <a:pt x="920" y="344"/>
                    <a:pt x="929" y="353"/>
                  </a:cubicBezTo>
                  <a:lnTo>
                    <a:pt x="929" y="396"/>
                  </a:lnTo>
                  <a:lnTo>
                    <a:pt x="946" y="421"/>
                  </a:lnTo>
                  <a:lnTo>
                    <a:pt x="946" y="456"/>
                  </a:lnTo>
                  <a:cubicBezTo>
                    <a:pt x="954" y="482"/>
                    <a:pt x="954" y="507"/>
                    <a:pt x="954" y="525"/>
                  </a:cubicBezTo>
                  <a:cubicBezTo>
                    <a:pt x="963" y="567"/>
                    <a:pt x="972" y="610"/>
                    <a:pt x="963" y="653"/>
                  </a:cubicBezTo>
                  <a:cubicBezTo>
                    <a:pt x="963" y="688"/>
                    <a:pt x="954" y="714"/>
                    <a:pt x="946" y="748"/>
                  </a:cubicBezTo>
                  <a:lnTo>
                    <a:pt x="929" y="791"/>
                  </a:lnTo>
                  <a:lnTo>
                    <a:pt x="920" y="774"/>
                  </a:lnTo>
                  <a:cubicBezTo>
                    <a:pt x="903" y="808"/>
                    <a:pt x="911" y="842"/>
                    <a:pt x="894" y="868"/>
                  </a:cubicBezTo>
                  <a:cubicBezTo>
                    <a:pt x="877" y="911"/>
                    <a:pt x="834" y="937"/>
                    <a:pt x="800" y="954"/>
                  </a:cubicBezTo>
                  <a:cubicBezTo>
                    <a:pt x="783" y="963"/>
                    <a:pt x="757" y="971"/>
                    <a:pt x="740" y="971"/>
                  </a:cubicBezTo>
                  <a:cubicBezTo>
                    <a:pt x="722" y="971"/>
                    <a:pt x="714" y="963"/>
                    <a:pt x="705" y="963"/>
                  </a:cubicBezTo>
                  <a:lnTo>
                    <a:pt x="680" y="946"/>
                  </a:lnTo>
                  <a:lnTo>
                    <a:pt x="671" y="937"/>
                  </a:lnTo>
                  <a:cubicBezTo>
                    <a:pt x="654" y="937"/>
                    <a:pt x="654" y="971"/>
                    <a:pt x="645" y="980"/>
                  </a:cubicBezTo>
                  <a:cubicBezTo>
                    <a:pt x="637" y="997"/>
                    <a:pt x="628" y="1014"/>
                    <a:pt x="619" y="1031"/>
                  </a:cubicBezTo>
                  <a:cubicBezTo>
                    <a:pt x="609" y="1041"/>
                    <a:pt x="605" y="1046"/>
                    <a:pt x="600" y="1046"/>
                  </a:cubicBezTo>
                  <a:cubicBezTo>
                    <a:pt x="596" y="1046"/>
                    <a:pt x="592" y="1044"/>
                    <a:pt x="585" y="1040"/>
                  </a:cubicBezTo>
                  <a:cubicBezTo>
                    <a:pt x="579" y="1037"/>
                    <a:pt x="574" y="1036"/>
                    <a:pt x="568" y="1036"/>
                  </a:cubicBezTo>
                  <a:cubicBezTo>
                    <a:pt x="556" y="1036"/>
                    <a:pt x="545" y="1040"/>
                    <a:pt x="533" y="1040"/>
                  </a:cubicBezTo>
                  <a:cubicBezTo>
                    <a:pt x="513" y="1047"/>
                    <a:pt x="497" y="1060"/>
                    <a:pt x="474" y="1060"/>
                  </a:cubicBezTo>
                  <a:cubicBezTo>
                    <a:pt x="469" y="1060"/>
                    <a:pt x="463" y="1059"/>
                    <a:pt x="456" y="1057"/>
                  </a:cubicBezTo>
                  <a:cubicBezTo>
                    <a:pt x="456" y="1040"/>
                    <a:pt x="473" y="1023"/>
                    <a:pt x="473" y="1006"/>
                  </a:cubicBezTo>
                  <a:lnTo>
                    <a:pt x="473" y="1006"/>
                  </a:lnTo>
                  <a:lnTo>
                    <a:pt x="456" y="1023"/>
                  </a:lnTo>
                  <a:lnTo>
                    <a:pt x="422" y="1040"/>
                  </a:lnTo>
                  <a:cubicBezTo>
                    <a:pt x="405" y="1049"/>
                    <a:pt x="379" y="1049"/>
                    <a:pt x="353" y="1057"/>
                  </a:cubicBezTo>
                  <a:cubicBezTo>
                    <a:pt x="336" y="1057"/>
                    <a:pt x="310" y="1057"/>
                    <a:pt x="284" y="1049"/>
                  </a:cubicBezTo>
                  <a:cubicBezTo>
                    <a:pt x="224" y="1040"/>
                    <a:pt x="173" y="1023"/>
                    <a:pt x="121" y="997"/>
                  </a:cubicBezTo>
                  <a:lnTo>
                    <a:pt x="87" y="980"/>
                  </a:lnTo>
                  <a:lnTo>
                    <a:pt x="61" y="963"/>
                  </a:lnTo>
                  <a:cubicBezTo>
                    <a:pt x="1" y="988"/>
                    <a:pt x="1" y="1023"/>
                    <a:pt x="18" y="1049"/>
                  </a:cubicBezTo>
                  <a:cubicBezTo>
                    <a:pt x="27" y="1066"/>
                    <a:pt x="44" y="1074"/>
                    <a:pt x="61" y="1092"/>
                  </a:cubicBezTo>
                  <a:cubicBezTo>
                    <a:pt x="78" y="1109"/>
                    <a:pt x="95" y="1126"/>
                    <a:pt x="104" y="1152"/>
                  </a:cubicBezTo>
                  <a:lnTo>
                    <a:pt x="121" y="1186"/>
                  </a:lnTo>
                  <a:lnTo>
                    <a:pt x="147" y="1195"/>
                  </a:lnTo>
                  <a:cubicBezTo>
                    <a:pt x="164" y="1203"/>
                    <a:pt x="181" y="1203"/>
                    <a:pt x="198" y="1212"/>
                  </a:cubicBezTo>
                  <a:cubicBezTo>
                    <a:pt x="207" y="1212"/>
                    <a:pt x="233" y="1220"/>
                    <a:pt x="250" y="1229"/>
                  </a:cubicBezTo>
                  <a:lnTo>
                    <a:pt x="267" y="1255"/>
                  </a:lnTo>
                  <a:cubicBezTo>
                    <a:pt x="284" y="1255"/>
                    <a:pt x="310" y="1255"/>
                    <a:pt x="327" y="1263"/>
                  </a:cubicBezTo>
                  <a:cubicBezTo>
                    <a:pt x="344" y="1263"/>
                    <a:pt x="370" y="1272"/>
                    <a:pt x="387" y="1272"/>
                  </a:cubicBezTo>
                  <a:cubicBezTo>
                    <a:pt x="405" y="1281"/>
                    <a:pt x="422" y="1281"/>
                    <a:pt x="430" y="1289"/>
                  </a:cubicBezTo>
                  <a:lnTo>
                    <a:pt x="465" y="1289"/>
                  </a:lnTo>
                  <a:cubicBezTo>
                    <a:pt x="476" y="1289"/>
                    <a:pt x="488" y="1293"/>
                    <a:pt x="499" y="1293"/>
                  </a:cubicBezTo>
                  <a:cubicBezTo>
                    <a:pt x="505" y="1293"/>
                    <a:pt x="511" y="1292"/>
                    <a:pt x="516" y="1289"/>
                  </a:cubicBezTo>
                  <a:lnTo>
                    <a:pt x="551" y="1272"/>
                  </a:lnTo>
                  <a:cubicBezTo>
                    <a:pt x="576" y="1255"/>
                    <a:pt x="602" y="1255"/>
                    <a:pt x="628" y="1255"/>
                  </a:cubicBezTo>
                  <a:cubicBezTo>
                    <a:pt x="680" y="1246"/>
                    <a:pt x="731" y="1238"/>
                    <a:pt x="774" y="1229"/>
                  </a:cubicBezTo>
                  <a:cubicBezTo>
                    <a:pt x="808" y="1229"/>
                    <a:pt x="834" y="1229"/>
                    <a:pt x="860" y="1220"/>
                  </a:cubicBezTo>
                  <a:cubicBezTo>
                    <a:pt x="894" y="1203"/>
                    <a:pt x="911" y="1186"/>
                    <a:pt x="929" y="1169"/>
                  </a:cubicBezTo>
                  <a:cubicBezTo>
                    <a:pt x="946" y="1152"/>
                    <a:pt x="963" y="1135"/>
                    <a:pt x="980" y="1117"/>
                  </a:cubicBezTo>
                  <a:lnTo>
                    <a:pt x="1006" y="1092"/>
                  </a:lnTo>
                  <a:cubicBezTo>
                    <a:pt x="1015" y="1074"/>
                    <a:pt x="1023" y="1049"/>
                    <a:pt x="1032" y="1031"/>
                  </a:cubicBezTo>
                  <a:cubicBezTo>
                    <a:pt x="1040" y="1023"/>
                    <a:pt x="1049" y="1006"/>
                    <a:pt x="1058" y="988"/>
                  </a:cubicBezTo>
                  <a:cubicBezTo>
                    <a:pt x="1075" y="963"/>
                    <a:pt x="1092" y="937"/>
                    <a:pt x="1118" y="920"/>
                  </a:cubicBezTo>
                  <a:cubicBezTo>
                    <a:pt x="1143" y="903"/>
                    <a:pt x="1161" y="885"/>
                    <a:pt x="1178" y="860"/>
                  </a:cubicBezTo>
                  <a:cubicBezTo>
                    <a:pt x="1204" y="808"/>
                    <a:pt x="1204" y="739"/>
                    <a:pt x="1221" y="688"/>
                  </a:cubicBezTo>
                  <a:cubicBezTo>
                    <a:pt x="1238" y="636"/>
                    <a:pt x="1212" y="602"/>
                    <a:pt x="1204" y="550"/>
                  </a:cubicBezTo>
                  <a:cubicBezTo>
                    <a:pt x="1186" y="507"/>
                    <a:pt x="1178" y="456"/>
                    <a:pt x="1169" y="413"/>
                  </a:cubicBezTo>
                  <a:cubicBezTo>
                    <a:pt x="1161" y="370"/>
                    <a:pt x="1135" y="336"/>
                    <a:pt x="1118" y="301"/>
                  </a:cubicBezTo>
                  <a:lnTo>
                    <a:pt x="1109" y="258"/>
                  </a:lnTo>
                  <a:lnTo>
                    <a:pt x="1092" y="232"/>
                  </a:lnTo>
                  <a:cubicBezTo>
                    <a:pt x="1075" y="215"/>
                    <a:pt x="1075" y="198"/>
                    <a:pt x="1066" y="181"/>
                  </a:cubicBezTo>
                  <a:lnTo>
                    <a:pt x="1040" y="155"/>
                  </a:lnTo>
                  <a:cubicBezTo>
                    <a:pt x="1023" y="121"/>
                    <a:pt x="1006" y="86"/>
                    <a:pt x="980" y="61"/>
                  </a:cubicBezTo>
                  <a:cubicBezTo>
                    <a:pt x="963" y="43"/>
                    <a:pt x="954" y="18"/>
                    <a:pt x="937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6" name="Google Shape;1246;p17"/>
            <p:cNvSpPr/>
            <p:nvPr/>
          </p:nvSpPr>
          <p:spPr>
            <a:xfrm>
              <a:off x="5173650" y="1267950"/>
              <a:ext cx="27750" cy="35225"/>
            </a:xfrm>
            <a:custGeom>
              <a:avLst/>
              <a:gdLst/>
              <a:ahLst/>
              <a:cxnLst/>
              <a:rect l="l" t="t" r="r" b="b"/>
              <a:pathLst>
                <a:path w="1110" h="1409" extrusionOk="0">
                  <a:moveTo>
                    <a:pt x="783" y="1"/>
                  </a:moveTo>
                  <a:cubicBezTo>
                    <a:pt x="748" y="9"/>
                    <a:pt x="705" y="18"/>
                    <a:pt x="662" y="18"/>
                  </a:cubicBezTo>
                  <a:cubicBezTo>
                    <a:pt x="637" y="27"/>
                    <a:pt x="619" y="35"/>
                    <a:pt x="594" y="52"/>
                  </a:cubicBezTo>
                  <a:cubicBezTo>
                    <a:pt x="568" y="61"/>
                    <a:pt x="559" y="70"/>
                    <a:pt x="533" y="78"/>
                  </a:cubicBezTo>
                  <a:cubicBezTo>
                    <a:pt x="516" y="87"/>
                    <a:pt x="499" y="87"/>
                    <a:pt x="482" y="95"/>
                  </a:cubicBezTo>
                  <a:cubicBezTo>
                    <a:pt x="396" y="130"/>
                    <a:pt x="319" y="181"/>
                    <a:pt x="250" y="241"/>
                  </a:cubicBezTo>
                  <a:cubicBezTo>
                    <a:pt x="233" y="259"/>
                    <a:pt x="207" y="276"/>
                    <a:pt x="190" y="293"/>
                  </a:cubicBezTo>
                  <a:cubicBezTo>
                    <a:pt x="173" y="310"/>
                    <a:pt x="164" y="327"/>
                    <a:pt x="155" y="336"/>
                  </a:cubicBezTo>
                  <a:cubicBezTo>
                    <a:pt x="113" y="379"/>
                    <a:pt x="87" y="422"/>
                    <a:pt x="52" y="473"/>
                  </a:cubicBezTo>
                  <a:cubicBezTo>
                    <a:pt x="44" y="482"/>
                    <a:pt x="35" y="499"/>
                    <a:pt x="27" y="508"/>
                  </a:cubicBezTo>
                  <a:cubicBezTo>
                    <a:pt x="18" y="534"/>
                    <a:pt x="18" y="559"/>
                    <a:pt x="18" y="585"/>
                  </a:cubicBezTo>
                  <a:cubicBezTo>
                    <a:pt x="18" y="611"/>
                    <a:pt x="18" y="637"/>
                    <a:pt x="18" y="662"/>
                  </a:cubicBezTo>
                  <a:cubicBezTo>
                    <a:pt x="9" y="688"/>
                    <a:pt x="1" y="714"/>
                    <a:pt x="1" y="740"/>
                  </a:cubicBezTo>
                  <a:cubicBezTo>
                    <a:pt x="1" y="757"/>
                    <a:pt x="1" y="791"/>
                    <a:pt x="9" y="808"/>
                  </a:cubicBezTo>
                  <a:cubicBezTo>
                    <a:pt x="27" y="860"/>
                    <a:pt x="44" y="903"/>
                    <a:pt x="52" y="955"/>
                  </a:cubicBezTo>
                  <a:cubicBezTo>
                    <a:pt x="70" y="989"/>
                    <a:pt x="70" y="1032"/>
                    <a:pt x="95" y="1075"/>
                  </a:cubicBezTo>
                  <a:cubicBezTo>
                    <a:pt x="104" y="1092"/>
                    <a:pt x="121" y="1118"/>
                    <a:pt x="138" y="1135"/>
                  </a:cubicBezTo>
                  <a:cubicBezTo>
                    <a:pt x="147" y="1152"/>
                    <a:pt x="155" y="1161"/>
                    <a:pt x="164" y="1178"/>
                  </a:cubicBezTo>
                  <a:cubicBezTo>
                    <a:pt x="198" y="1212"/>
                    <a:pt x="241" y="1247"/>
                    <a:pt x="276" y="1281"/>
                  </a:cubicBezTo>
                  <a:cubicBezTo>
                    <a:pt x="310" y="1315"/>
                    <a:pt x="353" y="1341"/>
                    <a:pt x="396" y="1358"/>
                  </a:cubicBezTo>
                  <a:cubicBezTo>
                    <a:pt x="413" y="1367"/>
                    <a:pt x="422" y="1375"/>
                    <a:pt x="439" y="1384"/>
                  </a:cubicBezTo>
                  <a:lnTo>
                    <a:pt x="465" y="1401"/>
                  </a:lnTo>
                  <a:cubicBezTo>
                    <a:pt x="470" y="1407"/>
                    <a:pt x="473" y="1409"/>
                    <a:pt x="474" y="1409"/>
                  </a:cubicBezTo>
                  <a:cubicBezTo>
                    <a:pt x="477" y="1409"/>
                    <a:pt x="471" y="1399"/>
                    <a:pt x="465" y="1393"/>
                  </a:cubicBezTo>
                  <a:lnTo>
                    <a:pt x="439" y="1375"/>
                  </a:lnTo>
                  <a:lnTo>
                    <a:pt x="413" y="1350"/>
                  </a:lnTo>
                  <a:lnTo>
                    <a:pt x="379" y="1315"/>
                  </a:lnTo>
                  <a:cubicBezTo>
                    <a:pt x="362" y="1298"/>
                    <a:pt x="353" y="1272"/>
                    <a:pt x="336" y="1255"/>
                  </a:cubicBezTo>
                  <a:cubicBezTo>
                    <a:pt x="319" y="1229"/>
                    <a:pt x="310" y="1221"/>
                    <a:pt x="310" y="1195"/>
                  </a:cubicBezTo>
                  <a:cubicBezTo>
                    <a:pt x="319" y="1161"/>
                    <a:pt x="293" y="1135"/>
                    <a:pt x="293" y="1101"/>
                  </a:cubicBezTo>
                  <a:lnTo>
                    <a:pt x="284" y="1075"/>
                  </a:lnTo>
                  <a:lnTo>
                    <a:pt x="293" y="1032"/>
                  </a:lnTo>
                  <a:cubicBezTo>
                    <a:pt x="284" y="1023"/>
                    <a:pt x="250" y="1023"/>
                    <a:pt x="241" y="1006"/>
                  </a:cubicBezTo>
                  <a:cubicBezTo>
                    <a:pt x="233" y="997"/>
                    <a:pt x="233" y="980"/>
                    <a:pt x="233" y="972"/>
                  </a:cubicBezTo>
                  <a:cubicBezTo>
                    <a:pt x="241" y="955"/>
                    <a:pt x="241" y="946"/>
                    <a:pt x="250" y="929"/>
                  </a:cubicBezTo>
                  <a:cubicBezTo>
                    <a:pt x="259" y="912"/>
                    <a:pt x="259" y="894"/>
                    <a:pt x="259" y="869"/>
                  </a:cubicBezTo>
                  <a:cubicBezTo>
                    <a:pt x="259" y="826"/>
                    <a:pt x="259" y="783"/>
                    <a:pt x="259" y="731"/>
                  </a:cubicBezTo>
                  <a:cubicBezTo>
                    <a:pt x="259" y="705"/>
                    <a:pt x="267" y="662"/>
                    <a:pt x="293" y="645"/>
                  </a:cubicBezTo>
                  <a:cubicBezTo>
                    <a:pt x="319" y="628"/>
                    <a:pt x="336" y="611"/>
                    <a:pt x="353" y="585"/>
                  </a:cubicBezTo>
                  <a:lnTo>
                    <a:pt x="370" y="559"/>
                  </a:lnTo>
                  <a:cubicBezTo>
                    <a:pt x="387" y="534"/>
                    <a:pt x="370" y="491"/>
                    <a:pt x="396" y="465"/>
                  </a:cubicBezTo>
                  <a:cubicBezTo>
                    <a:pt x="405" y="448"/>
                    <a:pt x="439" y="430"/>
                    <a:pt x="439" y="405"/>
                  </a:cubicBezTo>
                  <a:lnTo>
                    <a:pt x="430" y="370"/>
                  </a:lnTo>
                  <a:cubicBezTo>
                    <a:pt x="422" y="345"/>
                    <a:pt x="422" y="336"/>
                    <a:pt x="439" y="310"/>
                  </a:cubicBezTo>
                  <a:lnTo>
                    <a:pt x="473" y="284"/>
                  </a:lnTo>
                  <a:cubicBezTo>
                    <a:pt x="491" y="276"/>
                    <a:pt x="499" y="267"/>
                    <a:pt x="516" y="250"/>
                  </a:cubicBezTo>
                  <a:cubicBezTo>
                    <a:pt x="525" y="241"/>
                    <a:pt x="542" y="233"/>
                    <a:pt x="559" y="224"/>
                  </a:cubicBezTo>
                  <a:lnTo>
                    <a:pt x="637" y="224"/>
                  </a:lnTo>
                  <a:cubicBezTo>
                    <a:pt x="645" y="224"/>
                    <a:pt x="662" y="224"/>
                    <a:pt x="680" y="216"/>
                  </a:cubicBezTo>
                  <a:cubicBezTo>
                    <a:pt x="697" y="216"/>
                    <a:pt x="705" y="207"/>
                    <a:pt x="722" y="207"/>
                  </a:cubicBezTo>
                  <a:cubicBezTo>
                    <a:pt x="731" y="207"/>
                    <a:pt x="740" y="198"/>
                    <a:pt x="757" y="198"/>
                  </a:cubicBezTo>
                  <a:lnTo>
                    <a:pt x="791" y="190"/>
                  </a:lnTo>
                  <a:lnTo>
                    <a:pt x="826" y="190"/>
                  </a:lnTo>
                  <a:cubicBezTo>
                    <a:pt x="843" y="190"/>
                    <a:pt x="864" y="198"/>
                    <a:pt x="884" y="198"/>
                  </a:cubicBezTo>
                  <a:cubicBezTo>
                    <a:pt x="893" y="198"/>
                    <a:pt x="903" y="196"/>
                    <a:pt x="912" y="190"/>
                  </a:cubicBezTo>
                  <a:lnTo>
                    <a:pt x="946" y="173"/>
                  </a:lnTo>
                  <a:cubicBezTo>
                    <a:pt x="963" y="164"/>
                    <a:pt x="972" y="156"/>
                    <a:pt x="989" y="156"/>
                  </a:cubicBezTo>
                  <a:cubicBezTo>
                    <a:pt x="1015" y="156"/>
                    <a:pt x="1049" y="156"/>
                    <a:pt x="1066" y="164"/>
                  </a:cubicBezTo>
                  <a:lnTo>
                    <a:pt x="1109" y="181"/>
                  </a:lnTo>
                  <a:lnTo>
                    <a:pt x="1092" y="164"/>
                  </a:lnTo>
                  <a:lnTo>
                    <a:pt x="1075" y="147"/>
                  </a:lnTo>
                  <a:cubicBezTo>
                    <a:pt x="1066" y="130"/>
                    <a:pt x="1066" y="121"/>
                    <a:pt x="1058" y="121"/>
                  </a:cubicBezTo>
                  <a:cubicBezTo>
                    <a:pt x="1040" y="113"/>
                    <a:pt x="1032" y="113"/>
                    <a:pt x="1023" y="95"/>
                  </a:cubicBezTo>
                  <a:lnTo>
                    <a:pt x="1006" y="87"/>
                  </a:lnTo>
                  <a:cubicBezTo>
                    <a:pt x="989" y="70"/>
                    <a:pt x="972" y="61"/>
                    <a:pt x="954" y="52"/>
                  </a:cubicBezTo>
                  <a:lnTo>
                    <a:pt x="929" y="35"/>
                  </a:lnTo>
                  <a:cubicBezTo>
                    <a:pt x="903" y="27"/>
                    <a:pt x="886" y="18"/>
                    <a:pt x="860" y="18"/>
                  </a:cubicBezTo>
                  <a:cubicBezTo>
                    <a:pt x="834" y="9"/>
                    <a:pt x="808" y="1"/>
                    <a:pt x="78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7" name="Google Shape;1247;p17"/>
            <p:cNvSpPr/>
            <p:nvPr/>
          </p:nvSpPr>
          <p:spPr>
            <a:xfrm>
              <a:off x="5186550" y="1277800"/>
              <a:ext cx="13325" cy="16825"/>
            </a:xfrm>
            <a:custGeom>
              <a:avLst/>
              <a:gdLst/>
              <a:ahLst/>
              <a:cxnLst/>
              <a:rect l="l" t="t" r="r" b="b"/>
              <a:pathLst>
                <a:path w="533" h="673" extrusionOk="0">
                  <a:moveTo>
                    <a:pt x="311" y="0"/>
                  </a:moveTo>
                  <a:cubicBezTo>
                    <a:pt x="261" y="0"/>
                    <a:pt x="217" y="22"/>
                    <a:pt x="172" y="36"/>
                  </a:cubicBezTo>
                  <a:cubicBezTo>
                    <a:pt x="155" y="45"/>
                    <a:pt x="129" y="54"/>
                    <a:pt x="103" y="62"/>
                  </a:cubicBezTo>
                  <a:lnTo>
                    <a:pt x="78" y="71"/>
                  </a:lnTo>
                  <a:cubicBezTo>
                    <a:pt x="60" y="71"/>
                    <a:pt x="60" y="79"/>
                    <a:pt x="52" y="88"/>
                  </a:cubicBezTo>
                  <a:lnTo>
                    <a:pt x="26" y="122"/>
                  </a:lnTo>
                  <a:lnTo>
                    <a:pt x="9" y="140"/>
                  </a:lnTo>
                  <a:lnTo>
                    <a:pt x="0" y="157"/>
                  </a:lnTo>
                  <a:cubicBezTo>
                    <a:pt x="17" y="157"/>
                    <a:pt x="35" y="148"/>
                    <a:pt x="52" y="140"/>
                  </a:cubicBezTo>
                  <a:cubicBezTo>
                    <a:pt x="63" y="140"/>
                    <a:pt x="75" y="143"/>
                    <a:pt x="86" y="143"/>
                  </a:cubicBezTo>
                  <a:cubicBezTo>
                    <a:pt x="92" y="143"/>
                    <a:pt x="98" y="142"/>
                    <a:pt x="103" y="140"/>
                  </a:cubicBezTo>
                  <a:cubicBezTo>
                    <a:pt x="109" y="140"/>
                    <a:pt x="115" y="132"/>
                    <a:pt x="118" y="132"/>
                  </a:cubicBezTo>
                  <a:cubicBezTo>
                    <a:pt x="120" y="132"/>
                    <a:pt x="121" y="134"/>
                    <a:pt x="121" y="140"/>
                  </a:cubicBezTo>
                  <a:cubicBezTo>
                    <a:pt x="132" y="140"/>
                    <a:pt x="151" y="136"/>
                    <a:pt x="170" y="136"/>
                  </a:cubicBezTo>
                  <a:cubicBezTo>
                    <a:pt x="180" y="136"/>
                    <a:pt x="189" y="137"/>
                    <a:pt x="198" y="140"/>
                  </a:cubicBezTo>
                  <a:lnTo>
                    <a:pt x="224" y="157"/>
                  </a:lnTo>
                  <a:cubicBezTo>
                    <a:pt x="232" y="165"/>
                    <a:pt x="241" y="174"/>
                    <a:pt x="258" y="182"/>
                  </a:cubicBezTo>
                  <a:cubicBezTo>
                    <a:pt x="292" y="200"/>
                    <a:pt x="335" y="225"/>
                    <a:pt x="344" y="268"/>
                  </a:cubicBezTo>
                  <a:cubicBezTo>
                    <a:pt x="361" y="311"/>
                    <a:pt x="353" y="354"/>
                    <a:pt x="344" y="397"/>
                  </a:cubicBezTo>
                  <a:cubicBezTo>
                    <a:pt x="344" y="440"/>
                    <a:pt x="301" y="466"/>
                    <a:pt x="301" y="509"/>
                  </a:cubicBezTo>
                  <a:cubicBezTo>
                    <a:pt x="301" y="535"/>
                    <a:pt x="310" y="561"/>
                    <a:pt x="301" y="578"/>
                  </a:cubicBezTo>
                  <a:lnTo>
                    <a:pt x="292" y="595"/>
                  </a:lnTo>
                  <a:lnTo>
                    <a:pt x="267" y="621"/>
                  </a:lnTo>
                  <a:cubicBezTo>
                    <a:pt x="258" y="638"/>
                    <a:pt x="241" y="664"/>
                    <a:pt x="232" y="672"/>
                  </a:cubicBezTo>
                  <a:lnTo>
                    <a:pt x="267" y="655"/>
                  </a:lnTo>
                  <a:cubicBezTo>
                    <a:pt x="292" y="646"/>
                    <a:pt x="318" y="638"/>
                    <a:pt x="335" y="629"/>
                  </a:cubicBezTo>
                  <a:cubicBezTo>
                    <a:pt x="361" y="612"/>
                    <a:pt x="387" y="586"/>
                    <a:pt x="421" y="569"/>
                  </a:cubicBezTo>
                  <a:lnTo>
                    <a:pt x="438" y="552"/>
                  </a:lnTo>
                  <a:lnTo>
                    <a:pt x="456" y="526"/>
                  </a:lnTo>
                  <a:cubicBezTo>
                    <a:pt x="473" y="492"/>
                    <a:pt x="481" y="457"/>
                    <a:pt x="499" y="423"/>
                  </a:cubicBezTo>
                  <a:cubicBezTo>
                    <a:pt x="499" y="406"/>
                    <a:pt x="507" y="406"/>
                    <a:pt x="516" y="397"/>
                  </a:cubicBezTo>
                  <a:lnTo>
                    <a:pt x="516" y="371"/>
                  </a:lnTo>
                  <a:cubicBezTo>
                    <a:pt x="533" y="320"/>
                    <a:pt x="533" y="277"/>
                    <a:pt x="516" y="234"/>
                  </a:cubicBezTo>
                  <a:cubicBezTo>
                    <a:pt x="507" y="208"/>
                    <a:pt x="507" y="182"/>
                    <a:pt x="499" y="157"/>
                  </a:cubicBezTo>
                  <a:cubicBezTo>
                    <a:pt x="490" y="122"/>
                    <a:pt x="456" y="97"/>
                    <a:pt x="430" y="79"/>
                  </a:cubicBezTo>
                  <a:cubicBezTo>
                    <a:pt x="396" y="45"/>
                    <a:pt x="387" y="11"/>
                    <a:pt x="335" y="2"/>
                  </a:cubicBezTo>
                  <a:cubicBezTo>
                    <a:pt x="327" y="1"/>
                    <a:pt x="319" y="0"/>
                    <a:pt x="311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248" name="Google Shape;1248;p17"/>
          <p:cNvGrpSpPr/>
          <p:nvPr/>
        </p:nvGrpSpPr>
        <p:grpSpPr>
          <a:xfrm>
            <a:off x="5536245" y="4875547"/>
            <a:ext cx="190892" cy="131650"/>
            <a:chOff x="5146375" y="1229175"/>
            <a:chExt cx="151875" cy="104750"/>
          </a:xfrm>
        </p:grpSpPr>
        <p:sp>
          <p:nvSpPr>
            <p:cNvPr id="1249" name="Google Shape;1249;p17"/>
            <p:cNvSpPr/>
            <p:nvPr/>
          </p:nvSpPr>
          <p:spPr>
            <a:xfrm>
              <a:off x="5185250" y="1229950"/>
              <a:ext cx="113000" cy="103975"/>
            </a:xfrm>
            <a:custGeom>
              <a:avLst/>
              <a:gdLst/>
              <a:ahLst/>
              <a:cxnLst/>
              <a:rect l="l" t="t" r="r" b="b"/>
              <a:pathLst>
                <a:path w="4520" h="4159" extrusionOk="0">
                  <a:moveTo>
                    <a:pt x="594" y="0"/>
                  </a:moveTo>
                  <a:cubicBezTo>
                    <a:pt x="679" y="9"/>
                    <a:pt x="765" y="9"/>
                    <a:pt x="851" y="17"/>
                  </a:cubicBezTo>
                  <a:cubicBezTo>
                    <a:pt x="1057" y="26"/>
                    <a:pt x="1247" y="112"/>
                    <a:pt x="1453" y="138"/>
                  </a:cubicBezTo>
                  <a:cubicBezTo>
                    <a:pt x="1659" y="163"/>
                    <a:pt x="1865" y="163"/>
                    <a:pt x="2080" y="181"/>
                  </a:cubicBezTo>
                  <a:cubicBezTo>
                    <a:pt x="2097" y="181"/>
                    <a:pt x="2123" y="181"/>
                    <a:pt x="2149" y="189"/>
                  </a:cubicBezTo>
                  <a:cubicBezTo>
                    <a:pt x="2174" y="206"/>
                    <a:pt x="2192" y="232"/>
                    <a:pt x="2217" y="249"/>
                  </a:cubicBezTo>
                  <a:cubicBezTo>
                    <a:pt x="2260" y="284"/>
                    <a:pt x="2329" y="284"/>
                    <a:pt x="2389" y="275"/>
                  </a:cubicBezTo>
                  <a:cubicBezTo>
                    <a:pt x="2518" y="275"/>
                    <a:pt x="2647" y="267"/>
                    <a:pt x="2767" y="267"/>
                  </a:cubicBezTo>
                  <a:cubicBezTo>
                    <a:pt x="2879" y="267"/>
                    <a:pt x="2999" y="258"/>
                    <a:pt x="3102" y="284"/>
                  </a:cubicBezTo>
                  <a:cubicBezTo>
                    <a:pt x="3197" y="301"/>
                    <a:pt x="3283" y="335"/>
                    <a:pt x="3369" y="352"/>
                  </a:cubicBezTo>
                  <a:cubicBezTo>
                    <a:pt x="3394" y="352"/>
                    <a:pt x="3420" y="352"/>
                    <a:pt x="3454" y="352"/>
                  </a:cubicBezTo>
                  <a:cubicBezTo>
                    <a:pt x="3515" y="352"/>
                    <a:pt x="3566" y="352"/>
                    <a:pt x="3601" y="370"/>
                  </a:cubicBezTo>
                  <a:cubicBezTo>
                    <a:pt x="3781" y="464"/>
                    <a:pt x="3867" y="645"/>
                    <a:pt x="4039" y="748"/>
                  </a:cubicBezTo>
                  <a:cubicBezTo>
                    <a:pt x="4073" y="765"/>
                    <a:pt x="4107" y="782"/>
                    <a:pt x="4116" y="816"/>
                  </a:cubicBezTo>
                  <a:cubicBezTo>
                    <a:pt x="4125" y="894"/>
                    <a:pt x="4107" y="911"/>
                    <a:pt x="4168" y="988"/>
                  </a:cubicBezTo>
                  <a:cubicBezTo>
                    <a:pt x="4193" y="1014"/>
                    <a:pt x="4202" y="1048"/>
                    <a:pt x="4228" y="1083"/>
                  </a:cubicBezTo>
                  <a:cubicBezTo>
                    <a:pt x="4331" y="1194"/>
                    <a:pt x="4391" y="1280"/>
                    <a:pt x="4425" y="1426"/>
                  </a:cubicBezTo>
                  <a:cubicBezTo>
                    <a:pt x="4451" y="1512"/>
                    <a:pt x="4494" y="1598"/>
                    <a:pt x="4511" y="1684"/>
                  </a:cubicBezTo>
                  <a:cubicBezTo>
                    <a:pt x="4520" y="1787"/>
                    <a:pt x="4511" y="1890"/>
                    <a:pt x="4503" y="1993"/>
                  </a:cubicBezTo>
                  <a:cubicBezTo>
                    <a:pt x="4503" y="2028"/>
                    <a:pt x="4477" y="2045"/>
                    <a:pt x="4468" y="2079"/>
                  </a:cubicBezTo>
                  <a:cubicBezTo>
                    <a:pt x="4443" y="2165"/>
                    <a:pt x="4468" y="2251"/>
                    <a:pt x="4477" y="2346"/>
                  </a:cubicBezTo>
                  <a:cubicBezTo>
                    <a:pt x="4485" y="2432"/>
                    <a:pt x="4477" y="2578"/>
                    <a:pt x="4451" y="2646"/>
                  </a:cubicBezTo>
                  <a:cubicBezTo>
                    <a:pt x="4425" y="2689"/>
                    <a:pt x="4314" y="2938"/>
                    <a:pt x="4288" y="3007"/>
                  </a:cubicBezTo>
                  <a:cubicBezTo>
                    <a:pt x="4262" y="3059"/>
                    <a:pt x="4193" y="3145"/>
                    <a:pt x="4176" y="3205"/>
                  </a:cubicBezTo>
                  <a:cubicBezTo>
                    <a:pt x="4168" y="3239"/>
                    <a:pt x="4082" y="3428"/>
                    <a:pt x="4004" y="3523"/>
                  </a:cubicBezTo>
                  <a:cubicBezTo>
                    <a:pt x="3927" y="3617"/>
                    <a:pt x="3867" y="3677"/>
                    <a:pt x="3704" y="3694"/>
                  </a:cubicBezTo>
                  <a:cubicBezTo>
                    <a:pt x="3652" y="3703"/>
                    <a:pt x="3463" y="3806"/>
                    <a:pt x="3403" y="3806"/>
                  </a:cubicBezTo>
                  <a:cubicBezTo>
                    <a:pt x="3360" y="3798"/>
                    <a:pt x="3326" y="3815"/>
                    <a:pt x="3291" y="3823"/>
                  </a:cubicBezTo>
                  <a:cubicBezTo>
                    <a:pt x="3274" y="3823"/>
                    <a:pt x="3257" y="3823"/>
                    <a:pt x="3240" y="3823"/>
                  </a:cubicBezTo>
                  <a:cubicBezTo>
                    <a:pt x="3223" y="3823"/>
                    <a:pt x="3205" y="3823"/>
                    <a:pt x="3188" y="3832"/>
                  </a:cubicBezTo>
                  <a:cubicBezTo>
                    <a:pt x="3059" y="3849"/>
                    <a:pt x="2836" y="3883"/>
                    <a:pt x="2759" y="3909"/>
                  </a:cubicBezTo>
                  <a:cubicBezTo>
                    <a:pt x="2664" y="3935"/>
                    <a:pt x="2501" y="3935"/>
                    <a:pt x="2415" y="3926"/>
                  </a:cubicBezTo>
                  <a:cubicBezTo>
                    <a:pt x="2303" y="3909"/>
                    <a:pt x="2106" y="4012"/>
                    <a:pt x="1994" y="4021"/>
                  </a:cubicBezTo>
                  <a:cubicBezTo>
                    <a:pt x="1908" y="4021"/>
                    <a:pt x="1848" y="4021"/>
                    <a:pt x="1805" y="4021"/>
                  </a:cubicBezTo>
                  <a:cubicBezTo>
                    <a:pt x="1710" y="4012"/>
                    <a:pt x="1650" y="4012"/>
                    <a:pt x="1487" y="4055"/>
                  </a:cubicBezTo>
                  <a:cubicBezTo>
                    <a:pt x="1453" y="4055"/>
                    <a:pt x="1393" y="4055"/>
                    <a:pt x="1341" y="4055"/>
                  </a:cubicBezTo>
                  <a:cubicBezTo>
                    <a:pt x="1281" y="4055"/>
                    <a:pt x="1212" y="4055"/>
                    <a:pt x="1169" y="4064"/>
                  </a:cubicBezTo>
                  <a:cubicBezTo>
                    <a:pt x="1143" y="4081"/>
                    <a:pt x="1109" y="4090"/>
                    <a:pt x="1083" y="4098"/>
                  </a:cubicBezTo>
                  <a:cubicBezTo>
                    <a:pt x="1015" y="4115"/>
                    <a:pt x="954" y="4115"/>
                    <a:pt x="886" y="4133"/>
                  </a:cubicBezTo>
                  <a:cubicBezTo>
                    <a:pt x="826" y="4150"/>
                    <a:pt x="808" y="4158"/>
                    <a:pt x="757" y="4150"/>
                  </a:cubicBezTo>
                  <a:cubicBezTo>
                    <a:pt x="542" y="4107"/>
                    <a:pt x="336" y="4064"/>
                    <a:pt x="104" y="4107"/>
                  </a:cubicBezTo>
                  <a:cubicBezTo>
                    <a:pt x="78" y="4115"/>
                    <a:pt x="1" y="3789"/>
                    <a:pt x="1" y="3737"/>
                  </a:cubicBezTo>
                  <a:cubicBezTo>
                    <a:pt x="27" y="3574"/>
                    <a:pt x="44" y="3411"/>
                    <a:pt x="69" y="3256"/>
                  </a:cubicBezTo>
                  <a:cubicBezTo>
                    <a:pt x="104" y="2947"/>
                    <a:pt x="147" y="2646"/>
                    <a:pt x="198" y="2346"/>
                  </a:cubicBezTo>
                  <a:cubicBezTo>
                    <a:pt x="233" y="2096"/>
                    <a:pt x="276" y="1839"/>
                    <a:pt x="301" y="1598"/>
                  </a:cubicBezTo>
                  <a:cubicBezTo>
                    <a:pt x="327" y="1358"/>
                    <a:pt x="327" y="1126"/>
                    <a:pt x="370" y="902"/>
                  </a:cubicBezTo>
                  <a:cubicBezTo>
                    <a:pt x="379" y="816"/>
                    <a:pt x="542" y="0"/>
                    <a:pt x="594" y="0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0" name="Google Shape;1250;p17"/>
            <p:cNvSpPr/>
            <p:nvPr/>
          </p:nvSpPr>
          <p:spPr>
            <a:xfrm>
              <a:off x="5177750" y="1229175"/>
              <a:ext cx="64875" cy="104625"/>
            </a:xfrm>
            <a:custGeom>
              <a:avLst/>
              <a:gdLst/>
              <a:ahLst/>
              <a:cxnLst/>
              <a:rect l="l" t="t" r="r" b="b"/>
              <a:pathLst>
                <a:path w="2595" h="4185" extrusionOk="0">
                  <a:moveTo>
                    <a:pt x="877" y="1"/>
                  </a:moveTo>
                  <a:cubicBezTo>
                    <a:pt x="752" y="1"/>
                    <a:pt x="637" y="29"/>
                    <a:pt x="601" y="57"/>
                  </a:cubicBezTo>
                  <a:cubicBezTo>
                    <a:pt x="593" y="61"/>
                    <a:pt x="599" y="63"/>
                    <a:pt x="613" y="63"/>
                  </a:cubicBezTo>
                  <a:cubicBezTo>
                    <a:pt x="627" y="63"/>
                    <a:pt x="649" y="61"/>
                    <a:pt x="670" y="57"/>
                  </a:cubicBezTo>
                  <a:cubicBezTo>
                    <a:pt x="700" y="52"/>
                    <a:pt x="730" y="47"/>
                    <a:pt x="748" y="47"/>
                  </a:cubicBezTo>
                  <a:cubicBezTo>
                    <a:pt x="761" y="47"/>
                    <a:pt x="768" y="50"/>
                    <a:pt x="765" y="57"/>
                  </a:cubicBezTo>
                  <a:cubicBezTo>
                    <a:pt x="739" y="91"/>
                    <a:pt x="705" y="126"/>
                    <a:pt x="679" y="160"/>
                  </a:cubicBezTo>
                  <a:cubicBezTo>
                    <a:pt x="584" y="272"/>
                    <a:pt x="558" y="409"/>
                    <a:pt x="498" y="538"/>
                  </a:cubicBezTo>
                  <a:cubicBezTo>
                    <a:pt x="455" y="641"/>
                    <a:pt x="412" y="761"/>
                    <a:pt x="369" y="865"/>
                  </a:cubicBezTo>
                  <a:cubicBezTo>
                    <a:pt x="344" y="942"/>
                    <a:pt x="318" y="1036"/>
                    <a:pt x="301" y="1122"/>
                  </a:cubicBezTo>
                  <a:cubicBezTo>
                    <a:pt x="292" y="1208"/>
                    <a:pt x="309" y="1303"/>
                    <a:pt x="309" y="1397"/>
                  </a:cubicBezTo>
                  <a:cubicBezTo>
                    <a:pt x="309" y="1440"/>
                    <a:pt x="309" y="1492"/>
                    <a:pt x="309" y="1535"/>
                  </a:cubicBezTo>
                  <a:cubicBezTo>
                    <a:pt x="327" y="1758"/>
                    <a:pt x="335" y="1999"/>
                    <a:pt x="284" y="2222"/>
                  </a:cubicBezTo>
                  <a:cubicBezTo>
                    <a:pt x="249" y="2368"/>
                    <a:pt x="206" y="2506"/>
                    <a:pt x="172" y="2652"/>
                  </a:cubicBezTo>
                  <a:cubicBezTo>
                    <a:pt x="146" y="2772"/>
                    <a:pt x="129" y="2892"/>
                    <a:pt x="103" y="3012"/>
                  </a:cubicBezTo>
                  <a:cubicBezTo>
                    <a:pt x="34" y="3296"/>
                    <a:pt x="0" y="3554"/>
                    <a:pt x="103" y="3829"/>
                  </a:cubicBezTo>
                  <a:cubicBezTo>
                    <a:pt x="129" y="3906"/>
                    <a:pt x="155" y="3966"/>
                    <a:pt x="223" y="4018"/>
                  </a:cubicBezTo>
                  <a:cubicBezTo>
                    <a:pt x="258" y="4052"/>
                    <a:pt x="309" y="4104"/>
                    <a:pt x="352" y="4129"/>
                  </a:cubicBezTo>
                  <a:cubicBezTo>
                    <a:pt x="455" y="4172"/>
                    <a:pt x="593" y="4172"/>
                    <a:pt x="705" y="4181"/>
                  </a:cubicBezTo>
                  <a:cubicBezTo>
                    <a:pt x="717" y="4183"/>
                    <a:pt x="727" y="4184"/>
                    <a:pt x="737" y="4184"/>
                  </a:cubicBezTo>
                  <a:cubicBezTo>
                    <a:pt x="760" y="4184"/>
                    <a:pt x="777" y="4178"/>
                    <a:pt x="808" y="4172"/>
                  </a:cubicBezTo>
                  <a:cubicBezTo>
                    <a:pt x="819" y="4169"/>
                    <a:pt x="829" y="4168"/>
                    <a:pt x="837" y="4168"/>
                  </a:cubicBezTo>
                  <a:cubicBezTo>
                    <a:pt x="853" y="4168"/>
                    <a:pt x="865" y="4172"/>
                    <a:pt x="876" y="4172"/>
                  </a:cubicBezTo>
                  <a:cubicBezTo>
                    <a:pt x="888" y="4172"/>
                    <a:pt x="899" y="4176"/>
                    <a:pt x="916" y="4176"/>
                  </a:cubicBezTo>
                  <a:cubicBezTo>
                    <a:pt x="924" y="4176"/>
                    <a:pt x="934" y="4175"/>
                    <a:pt x="945" y="4172"/>
                  </a:cubicBezTo>
                  <a:cubicBezTo>
                    <a:pt x="957" y="4169"/>
                    <a:pt x="968" y="4168"/>
                    <a:pt x="979" y="4168"/>
                  </a:cubicBezTo>
                  <a:cubicBezTo>
                    <a:pt x="1002" y="4168"/>
                    <a:pt x="1025" y="4172"/>
                    <a:pt x="1048" y="4172"/>
                  </a:cubicBezTo>
                  <a:cubicBezTo>
                    <a:pt x="1074" y="4177"/>
                    <a:pt x="1100" y="4181"/>
                    <a:pt x="1123" y="4181"/>
                  </a:cubicBezTo>
                  <a:cubicBezTo>
                    <a:pt x="1147" y="4181"/>
                    <a:pt x="1168" y="4177"/>
                    <a:pt x="1186" y="4164"/>
                  </a:cubicBezTo>
                  <a:cubicBezTo>
                    <a:pt x="1237" y="4129"/>
                    <a:pt x="1418" y="4121"/>
                    <a:pt x="1469" y="4078"/>
                  </a:cubicBezTo>
                  <a:cubicBezTo>
                    <a:pt x="1512" y="4052"/>
                    <a:pt x="1555" y="4018"/>
                    <a:pt x="1607" y="4000"/>
                  </a:cubicBezTo>
                  <a:cubicBezTo>
                    <a:pt x="1650" y="3975"/>
                    <a:pt x="1684" y="3966"/>
                    <a:pt x="1718" y="3940"/>
                  </a:cubicBezTo>
                  <a:cubicBezTo>
                    <a:pt x="1736" y="3923"/>
                    <a:pt x="1753" y="3914"/>
                    <a:pt x="1770" y="3897"/>
                  </a:cubicBezTo>
                  <a:cubicBezTo>
                    <a:pt x="1830" y="3846"/>
                    <a:pt x="1787" y="3743"/>
                    <a:pt x="1873" y="3717"/>
                  </a:cubicBezTo>
                  <a:cubicBezTo>
                    <a:pt x="1933" y="3700"/>
                    <a:pt x="1993" y="3683"/>
                    <a:pt x="2036" y="3631"/>
                  </a:cubicBezTo>
                  <a:cubicBezTo>
                    <a:pt x="2062" y="3605"/>
                    <a:pt x="2071" y="3597"/>
                    <a:pt x="2079" y="3554"/>
                  </a:cubicBezTo>
                  <a:cubicBezTo>
                    <a:pt x="2088" y="3528"/>
                    <a:pt x="2088" y="3502"/>
                    <a:pt x="2096" y="3476"/>
                  </a:cubicBezTo>
                  <a:cubicBezTo>
                    <a:pt x="2096" y="3451"/>
                    <a:pt x="2174" y="3451"/>
                    <a:pt x="2165" y="3416"/>
                  </a:cubicBezTo>
                  <a:lnTo>
                    <a:pt x="2156" y="3382"/>
                  </a:lnTo>
                  <a:cubicBezTo>
                    <a:pt x="2156" y="3365"/>
                    <a:pt x="2174" y="3365"/>
                    <a:pt x="2174" y="3347"/>
                  </a:cubicBezTo>
                  <a:cubicBezTo>
                    <a:pt x="2199" y="3305"/>
                    <a:pt x="2182" y="3253"/>
                    <a:pt x="2199" y="3210"/>
                  </a:cubicBezTo>
                  <a:cubicBezTo>
                    <a:pt x="2217" y="3150"/>
                    <a:pt x="2268" y="3098"/>
                    <a:pt x="2294" y="3047"/>
                  </a:cubicBezTo>
                  <a:cubicBezTo>
                    <a:pt x="2311" y="3012"/>
                    <a:pt x="2320" y="2978"/>
                    <a:pt x="2346" y="2952"/>
                  </a:cubicBezTo>
                  <a:cubicBezTo>
                    <a:pt x="2363" y="2935"/>
                    <a:pt x="2388" y="2918"/>
                    <a:pt x="2397" y="2901"/>
                  </a:cubicBezTo>
                  <a:cubicBezTo>
                    <a:pt x="2406" y="2875"/>
                    <a:pt x="2406" y="2849"/>
                    <a:pt x="2406" y="2823"/>
                  </a:cubicBezTo>
                  <a:cubicBezTo>
                    <a:pt x="2414" y="2772"/>
                    <a:pt x="2431" y="2737"/>
                    <a:pt x="2440" y="2695"/>
                  </a:cubicBezTo>
                  <a:cubicBezTo>
                    <a:pt x="2457" y="2652"/>
                    <a:pt x="2457" y="2600"/>
                    <a:pt x="2483" y="2557"/>
                  </a:cubicBezTo>
                  <a:cubicBezTo>
                    <a:pt x="2500" y="2540"/>
                    <a:pt x="2517" y="2531"/>
                    <a:pt x="2535" y="2514"/>
                  </a:cubicBezTo>
                  <a:cubicBezTo>
                    <a:pt x="2560" y="2488"/>
                    <a:pt x="2560" y="2437"/>
                    <a:pt x="2569" y="2394"/>
                  </a:cubicBezTo>
                  <a:cubicBezTo>
                    <a:pt x="2577" y="2359"/>
                    <a:pt x="2577" y="2316"/>
                    <a:pt x="2586" y="2282"/>
                  </a:cubicBezTo>
                  <a:cubicBezTo>
                    <a:pt x="2595" y="2248"/>
                    <a:pt x="2560" y="2205"/>
                    <a:pt x="2560" y="2170"/>
                  </a:cubicBezTo>
                  <a:cubicBezTo>
                    <a:pt x="2552" y="2119"/>
                    <a:pt x="2543" y="2110"/>
                    <a:pt x="2569" y="2067"/>
                  </a:cubicBezTo>
                  <a:cubicBezTo>
                    <a:pt x="2595" y="2033"/>
                    <a:pt x="2535" y="2016"/>
                    <a:pt x="2535" y="1964"/>
                  </a:cubicBezTo>
                  <a:cubicBezTo>
                    <a:pt x="2535" y="1930"/>
                    <a:pt x="2517" y="1904"/>
                    <a:pt x="2500" y="1870"/>
                  </a:cubicBezTo>
                  <a:cubicBezTo>
                    <a:pt x="2483" y="1818"/>
                    <a:pt x="2517" y="1758"/>
                    <a:pt x="2500" y="1698"/>
                  </a:cubicBezTo>
                  <a:cubicBezTo>
                    <a:pt x="2474" y="1612"/>
                    <a:pt x="2492" y="1509"/>
                    <a:pt x="2457" y="1423"/>
                  </a:cubicBezTo>
                  <a:cubicBezTo>
                    <a:pt x="2440" y="1371"/>
                    <a:pt x="2423" y="1337"/>
                    <a:pt x="2414" y="1286"/>
                  </a:cubicBezTo>
                  <a:cubicBezTo>
                    <a:pt x="2406" y="1251"/>
                    <a:pt x="2397" y="1208"/>
                    <a:pt x="2380" y="1174"/>
                  </a:cubicBezTo>
                  <a:cubicBezTo>
                    <a:pt x="2320" y="1079"/>
                    <a:pt x="2242" y="985"/>
                    <a:pt x="2234" y="873"/>
                  </a:cubicBezTo>
                  <a:cubicBezTo>
                    <a:pt x="2234" y="822"/>
                    <a:pt x="2225" y="761"/>
                    <a:pt x="2182" y="710"/>
                  </a:cubicBezTo>
                  <a:cubicBezTo>
                    <a:pt x="2174" y="701"/>
                    <a:pt x="2156" y="693"/>
                    <a:pt x="2139" y="684"/>
                  </a:cubicBezTo>
                  <a:cubicBezTo>
                    <a:pt x="2122" y="667"/>
                    <a:pt x="2114" y="650"/>
                    <a:pt x="2088" y="633"/>
                  </a:cubicBezTo>
                  <a:cubicBezTo>
                    <a:pt x="2028" y="607"/>
                    <a:pt x="2019" y="590"/>
                    <a:pt x="1993" y="538"/>
                  </a:cubicBezTo>
                  <a:cubicBezTo>
                    <a:pt x="1967" y="504"/>
                    <a:pt x="1916" y="478"/>
                    <a:pt x="1882" y="444"/>
                  </a:cubicBezTo>
                  <a:cubicBezTo>
                    <a:pt x="1847" y="409"/>
                    <a:pt x="1813" y="383"/>
                    <a:pt x="1778" y="349"/>
                  </a:cubicBezTo>
                  <a:cubicBezTo>
                    <a:pt x="1753" y="315"/>
                    <a:pt x="1718" y="289"/>
                    <a:pt x="1684" y="263"/>
                  </a:cubicBezTo>
                  <a:cubicBezTo>
                    <a:pt x="1658" y="246"/>
                    <a:pt x="1641" y="229"/>
                    <a:pt x="1607" y="220"/>
                  </a:cubicBezTo>
                  <a:cubicBezTo>
                    <a:pt x="1581" y="220"/>
                    <a:pt x="1564" y="212"/>
                    <a:pt x="1547" y="203"/>
                  </a:cubicBezTo>
                  <a:cubicBezTo>
                    <a:pt x="1512" y="194"/>
                    <a:pt x="1512" y="194"/>
                    <a:pt x="1486" y="169"/>
                  </a:cubicBezTo>
                  <a:cubicBezTo>
                    <a:pt x="1469" y="151"/>
                    <a:pt x="1452" y="151"/>
                    <a:pt x="1426" y="134"/>
                  </a:cubicBezTo>
                  <a:cubicBezTo>
                    <a:pt x="1409" y="117"/>
                    <a:pt x="1392" y="100"/>
                    <a:pt x="1357" y="100"/>
                  </a:cubicBezTo>
                  <a:cubicBezTo>
                    <a:pt x="1340" y="91"/>
                    <a:pt x="1323" y="91"/>
                    <a:pt x="1315" y="91"/>
                  </a:cubicBezTo>
                  <a:cubicBezTo>
                    <a:pt x="1306" y="91"/>
                    <a:pt x="1297" y="91"/>
                    <a:pt x="1272" y="83"/>
                  </a:cubicBezTo>
                  <a:cubicBezTo>
                    <a:pt x="1220" y="66"/>
                    <a:pt x="1126" y="66"/>
                    <a:pt x="1074" y="48"/>
                  </a:cubicBezTo>
                  <a:cubicBezTo>
                    <a:pt x="1040" y="40"/>
                    <a:pt x="988" y="23"/>
                    <a:pt x="962" y="5"/>
                  </a:cubicBezTo>
                  <a:cubicBezTo>
                    <a:pt x="934" y="2"/>
                    <a:pt x="905" y="1"/>
                    <a:pt x="87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1" name="Google Shape;1251;p17"/>
            <p:cNvSpPr/>
            <p:nvPr/>
          </p:nvSpPr>
          <p:spPr>
            <a:xfrm>
              <a:off x="5146375" y="1281500"/>
              <a:ext cx="250" cy="25"/>
            </a:xfrm>
            <a:custGeom>
              <a:avLst/>
              <a:gdLst/>
              <a:ahLst/>
              <a:cxnLst/>
              <a:rect l="l" t="t" r="r" b="b"/>
              <a:pathLst>
                <a:path w="10" h="1" extrusionOk="0">
                  <a:moveTo>
                    <a:pt x="1" y="0"/>
                  </a:moveTo>
                  <a:lnTo>
                    <a:pt x="1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2" name="Google Shape;1252;p17"/>
            <p:cNvSpPr/>
            <p:nvPr/>
          </p:nvSpPr>
          <p:spPr>
            <a:xfrm>
              <a:off x="5146375" y="1229300"/>
              <a:ext cx="90025" cy="103925"/>
            </a:xfrm>
            <a:custGeom>
              <a:avLst/>
              <a:gdLst/>
              <a:ahLst/>
              <a:cxnLst/>
              <a:rect l="l" t="t" r="r" b="b"/>
              <a:pathLst>
                <a:path w="3601" h="4157" extrusionOk="0">
                  <a:moveTo>
                    <a:pt x="1960" y="0"/>
                  </a:moveTo>
                  <a:cubicBezTo>
                    <a:pt x="1917" y="0"/>
                    <a:pt x="1856" y="43"/>
                    <a:pt x="1813" y="61"/>
                  </a:cubicBezTo>
                  <a:cubicBezTo>
                    <a:pt x="1753" y="78"/>
                    <a:pt x="1710" y="78"/>
                    <a:pt x="1659" y="78"/>
                  </a:cubicBezTo>
                  <a:cubicBezTo>
                    <a:pt x="1650" y="77"/>
                    <a:pt x="1641" y="76"/>
                    <a:pt x="1632" y="76"/>
                  </a:cubicBezTo>
                  <a:cubicBezTo>
                    <a:pt x="1555" y="76"/>
                    <a:pt x="1479" y="107"/>
                    <a:pt x="1410" y="138"/>
                  </a:cubicBezTo>
                  <a:cubicBezTo>
                    <a:pt x="1375" y="155"/>
                    <a:pt x="1332" y="155"/>
                    <a:pt x="1289" y="172"/>
                  </a:cubicBezTo>
                  <a:cubicBezTo>
                    <a:pt x="1229" y="189"/>
                    <a:pt x="1212" y="215"/>
                    <a:pt x="1169" y="250"/>
                  </a:cubicBezTo>
                  <a:cubicBezTo>
                    <a:pt x="1109" y="301"/>
                    <a:pt x="1057" y="353"/>
                    <a:pt x="997" y="413"/>
                  </a:cubicBezTo>
                  <a:cubicBezTo>
                    <a:pt x="946" y="464"/>
                    <a:pt x="894" y="533"/>
                    <a:pt x="808" y="533"/>
                  </a:cubicBezTo>
                  <a:cubicBezTo>
                    <a:pt x="748" y="533"/>
                    <a:pt x="645" y="602"/>
                    <a:pt x="636" y="671"/>
                  </a:cubicBezTo>
                  <a:cubicBezTo>
                    <a:pt x="611" y="765"/>
                    <a:pt x="645" y="782"/>
                    <a:pt x="559" y="868"/>
                  </a:cubicBezTo>
                  <a:cubicBezTo>
                    <a:pt x="533" y="903"/>
                    <a:pt x="508" y="937"/>
                    <a:pt x="473" y="954"/>
                  </a:cubicBezTo>
                  <a:cubicBezTo>
                    <a:pt x="447" y="971"/>
                    <a:pt x="439" y="1057"/>
                    <a:pt x="413" y="1066"/>
                  </a:cubicBezTo>
                  <a:cubicBezTo>
                    <a:pt x="396" y="1083"/>
                    <a:pt x="387" y="1100"/>
                    <a:pt x="370" y="1109"/>
                  </a:cubicBezTo>
                  <a:lnTo>
                    <a:pt x="344" y="1109"/>
                  </a:lnTo>
                  <a:lnTo>
                    <a:pt x="319" y="1152"/>
                  </a:lnTo>
                  <a:cubicBezTo>
                    <a:pt x="293" y="1169"/>
                    <a:pt x="267" y="1177"/>
                    <a:pt x="241" y="1186"/>
                  </a:cubicBezTo>
                  <a:cubicBezTo>
                    <a:pt x="173" y="1238"/>
                    <a:pt x="147" y="1306"/>
                    <a:pt x="121" y="1392"/>
                  </a:cubicBezTo>
                  <a:cubicBezTo>
                    <a:pt x="104" y="1427"/>
                    <a:pt x="78" y="1444"/>
                    <a:pt x="78" y="1487"/>
                  </a:cubicBezTo>
                  <a:cubicBezTo>
                    <a:pt x="69" y="1547"/>
                    <a:pt x="78" y="1590"/>
                    <a:pt x="87" y="1641"/>
                  </a:cubicBezTo>
                  <a:cubicBezTo>
                    <a:pt x="104" y="1744"/>
                    <a:pt x="26" y="1805"/>
                    <a:pt x="18" y="1899"/>
                  </a:cubicBezTo>
                  <a:cubicBezTo>
                    <a:pt x="18" y="1942"/>
                    <a:pt x="44" y="1968"/>
                    <a:pt x="52" y="2002"/>
                  </a:cubicBezTo>
                  <a:cubicBezTo>
                    <a:pt x="61" y="2037"/>
                    <a:pt x="52" y="2097"/>
                    <a:pt x="44" y="2131"/>
                  </a:cubicBezTo>
                  <a:cubicBezTo>
                    <a:pt x="35" y="2174"/>
                    <a:pt x="9" y="2226"/>
                    <a:pt x="1" y="2286"/>
                  </a:cubicBezTo>
                  <a:cubicBezTo>
                    <a:pt x="1" y="2320"/>
                    <a:pt x="9" y="2354"/>
                    <a:pt x="9" y="2397"/>
                  </a:cubicBezTo>
                  <a:cubicBezTo>
                    <a:pt x="26" y="2458"/>
                    <a:pt x="52" y="2501"/>
                    <a:pt x="78" y="2552"/>
                  </a:cubicBezTo>
                  <a:cubicBezTo>
                    <a:pt x="104" y="2612"/>
                    <a:pt x="69" y="2647"/>
                    <a:pt x="61" y="2707"/>
                  </a:cubicBezTo>
                  <a:cubicBezTo>
                    <a:pt x="52" y="2767"/>
                    <a:pt x="61" y="2836"/>
                    <a:pt x="69" y="2887"/>
                  </a:cubicBezTo>
                  <a:cubicBezTo>
                    <a:pt x="95" y="2982"/>
                    <a:pt x="138" y="3076"/>
                    <a:pt x="215" y="3136"/>
                  </a:cubicBezTo>
                  <a:cubicBezTo>
                    <a:pt x="241" y="3153"/>
                    <a:pt x="267" y="3179"/>
                    <a:pt x="284" y="3214"/>
                  </a:cubicBezTo>
                  <a:cubicBezTo>
                    <a:pt x="319" y="3265"/>
                    <a:pt x="336" y="3291"/>
                    <a:pt x="387" y="3334"/>
                  </a:cubicBezTo>
                  <a:cubicBezTo>
                    <a:pt x="473" y="3394"/>
                    <a:pt x="482" y="3489"/>
                    <a:pt x="533" y="3566"/>
                  </a:cubicBezTo>
                  <a:cubicBezTo>
                    <a:pt x="551" y="3592"/>
                    <a:pt x="576" y="3626"/>
                    <a:pt x="611" y="3643"/>
                  </a:cubicBezTo>
                  <a:cubicBezTo>
                    <a:pt x="662" y="3660"/>
                    <a:pt x="722" y="3643"/>
                    <a:pt x="783" y="3678"/>
                  </a:cubicBezTo>
                  <a:cubicBezTo>
                    <a:pt x="817" y="3703"/>
                    <a:pt x="851" y="3729"/>
                    <a:pt x="886" y="3755"/>
                  </a:cubicBezTo>
                  <a:cubicBezTo>
                    <a:pt x="937" y="3781"/>
                    <a:pt x="989" y="3815"/>
                    <a:pt x="1023" y="3858"/>
                  </a:cubicBezTo>
                  <a:cubicBezTo>
                    <a:pt x="1092" y="3944"/>
                    <a:pt x="1126" y="3995"/>
                    <a:pt x="1229" y="4038"/>
                  </a:cubicBezTo>
                  <a:cubicBezTo>
                    <a:pt x="1315" y="4081"/>
                    <a:pt x="1410" y="4099"/>
                    <a:pt x="1504" y="4107"/>
                  </a:cubicBezTo>
                  <a:cubicBezTo>
                    <a:pt x="1539" y="4116"/>
                    <a:pt x="1573" y="4116"/>
                    <a:pt x="1607" y="4124"/>
                  </a:cubicBezTo>
                  <a:cubicBezTo>
                    <a:pt x="1642" y="4124"/>
                    <a:pt x="1667" y="4150"/>
                    <a:pt x="1702" y="4150"/>
                  </a:cubicBezTo>
                  <a:cubicBezTo>
                    <a:pt x="1719" y="4153"/>
                    <a:pt x="1734" y="4154"/>
                    <a:pt x="1749" y="4154"/>
                  </a:cubicBezTo>
                  <a:cubicBezTo>
                    <a:pt x="1778" y="4154"/>
                    <a:pt x="1805" y="4150"/>
                    <a:pt x="1839" y="4150"/>
                  </a:cubicBezTo>
                  <a:lnTo>
                    <a:pt x="1891" y="4150"/>
                  </a:lnTo>
                  <a:cubicBezTo>
                    <a:pt x="1904" y="4154"/>
                    <a:pt x="1917" y="4156"/>
                    <a:pt x="1931" y="4156"/>
                  </a:cubicBezTo>
                  <a:cubicBezTo>
                    <a:pt x="1945" y="4156"/>
                    <a:pt x="1960" y="4154"/>
                    <a:pt x="1977" y="4150"/>
                  </a:cubicBezTo>
                  <a:cubicBezTo>
                    <a:pt x="2003" y="4133"/>
                    <a:pt x="2020" y="4124"/>
                    <a:pt x="2054" y="4099"/>
                  </a:cubicBezTo>
                  <a:cubicBezTo>
                    <a:pt x="2088" y="4081"/>
                    <a:pt x="2114" y="4073"/>
                    <a:pt x="2149" y="4064"/>
                  </a:cubicBezTo>
                  <a:cubicBezTo>
                    <a:pt x="2243" y="4038"/>
                    <a:pt x="2338" y="4038"/>
                    <a:pt x="2432" y="4004"/>
                  </a:cubicBezTo>
                  <a:cubicBezTo>
                    <a:pt x="2509" y="3978"/>
                    <a:pt x="2587" y="3944"/>
                    <a:pt x="2673" y="3918"/>
                  </a:cubicBezTo>
                  <a:cubicBezTo>
                    <a:pt x="2750" y="3901"/>
                    <a:pt x="2776" y="3824"/>
                    <a:pt x="2827" y="3781"/>
                  </a:cubicBezTo>
                  <a:cubicBezTo>
                    <a:pt x="2887" y="3738"/>
                    <a:pt x="2930" y="3729"/>
                    <a:pt x="2982" y="3678"/>
                  </a:cubicBezTo>
                  <a:cubicBezTo>
                    <a:pt x="3008" y="3660"/>
                    <a:pt x="3016" y="3660"/>
                    <a:pt x="3033" y="3635"/>
                  </a:cubicBezTo>
                  <a:cubicBezTo>
                    <a:pt x="3042" y="3609"/>
                    <a:pt x="3068" y="3574"/>
                    <a:pt x="3076" y="3549"/>
                  </a:cubicBezTo>
                  <a:cubicBezTo>
                    <a:pt x="3094" y="3514"/>
                    <a:pt x="3137" y="3514"/>
                    <a:pt x="3137" y="3480"/>
                  </a:cubicBezTo>
                  <a:cubicBezTo>
                    <a:pt x="3145" y="3446"/>
                    <a:pt x="3162" y="3420"/>
                    <a:pt x="3171" y="3385"/>
                  </a:cubicBezTo>
                  <a:cubicBezTo>
                    <a:pt x="3188" y="3334"/>
                    <a:pt x="3197" y="3282"/>
                    <a:pt x="3222" y="3231"/>
                  </a:cubicBezTo>
                  <a:cubicBezTo>
                    <a:pt x="3231" y="3196"/>
                    <a:pt x="3257" y="3153"/>
                    <a:pt x="3283" y="3119"/>
                  </a:cubicBezTo>
                  <a:cubicBezTo>
                    <a:pt x="3326" y="3050"/>
                    <a:pt x="3360" y="2964"/>
                    <a:pt x="3394" y="2896"/>
                  </a:cubicBezTo>
                  <a:cubicBezTo>
                    <a:pt x="3463" y="2767"/>
                    <a:pt x="3601" y="2604"/>
                    <a:pt x="3575" y="2449"/>
                  </a:cubicBezTo>
                  <a:cubicBezTo>
                    <a:pt x="3558" y="2346"/>
                    <a:pt x="3549" y="2226"/>
                    <a:pt x="3506" y="2131"/>
                  </a:cubicBezTo>
                  <a:cubicBezTo>
                    <a:pt x="3489" y="2097"/>
                    <a:pt x="3463" y="2062"/>
                    <a:pt x="3463" y="2028"/>
                  </a:cubicBezTo>
                  <a:cubicBezTo>
                    <a:pt x="3454" y="1959"/>
                    <a:pt x="3480" y="1873"/>
                    <a:pt x="3489" y="1805"/>
                  </a:cubicBezTo>
                  <a:cubicBezTo>
                    <a:pt x="3506" y="1719"/>
                    <a:pt x="3497" y="1659"/>
                    <a:pt x="3480" y="1573"/>
                  </a:cubicBezTo>
                  <a:cubicBezTo>
                    <a:pt x="3463" y="1512"/>
                    <a:pt x="3463" y="1444"/>
                    <a:pt x="3454" y="1384"/>
                  </a:cubicBezTo>
                  <a:cubicBezTo>
                    <a:pt x="3437" y="1272"/>
                    <a:pt x="3403" y="1134"/>
                    <a:pt x="3334" y="1040"/>
                  </a:cubicBezTo>
                  <a:cubicBezTo>
                    <a:pt x="3308" y="1006"/>
                    <a:pt x="3274" y="997"/>
                    <a:pt x="3240" y="971"/>
                  </a:cubicBezTo>
                  <a:cubicBezTo>
                    <a:pt x="3214" y="954"/>
                    <a:pt x="3188" y="911"/>
                    <a:pt x="3171" y="885"/>
                  </a:cubicBezTo>
                  <a:cubicBezTo>
                    <a:pt x="3145" y="842"/>
                    <a:pt x="3128" y="791"/>
                    <a:pt x="3128" y="739"/>
                  </a:cubicBezTo>
                  <a:cubicBezTo>
                    <a:pt x="3128" y="696"/>
                    <a:pt x="3145" y="645"/>
                    <a:pt x="3119" y="602"/>
                  </a:cubicBezTo>
                  <a:cubicBezTo>
                    <a:pt x="3094" y="567"/>
                    <a:pt x="3059" y="542"/>
                    <a:pt x="3033" y="499"/>
                  </a:cubicBezTo>
                  <a:cubicBezTo>
                    <a:pt x="3016" y="447"/>
                    <a:pt x="2991" y="421"/>
                    <a:pt x="2948" y="387"/>
                  </a:cubicBezTo>
                  <a:cubicBezTo>
                    <a:pt x="2862" y="335"/>
                    <a:pt x="2784" y="284"/>
                    <a:pt x="2698" y="232"/>
                  </a:cubicBezTo>
                  <a:cubicBezTo>
                    <a:pt x="2655" y="207"/>
                    <a:pt x="2621" y="215"/>
                    <a:pt x="2578" y="198"/>
                  </a:cubicBezTo>
                  <a:cubicBezTo>
                    <a:pt x="2544" y="189"/>
                    <a:pt x="2484" y="146"/>
                    <a:pt x="2466" y="146"/>
                  </a:cubicBezTo>
                  <a:cubicBezTo>
                    <a:pt x="2453" y="151"/>
                    <a:pt x="2440" y="153"/>
                    <a:pt x="2428" y="153"/>
                  </a:cubicBezTo>
                  <a:cubicBezTo>
                    <a:pt x="2393" y="153"/>
                    <a:pt x="2363" y="135"/>
                    <a:pt x="2338" y="104"/>
                  </a:cubicBezTo>
                  <a:cubicBezTo>
                    <a:pt x="2303" y="78"/>
                    <a:pt x="2286" y="52"/>
                    <a:pt x="2243" y="35"/>
                  </a:cubicBezTo>
                  <a:cubicBezTo>
                    <a:pt x="2229" y="32"/>
                    <a:pt x="2213" y="31"/>
                    <a:pt x="2196" y="31"/>
                  </a:cubicBezTo>
                  <a:cubicBezTo>
                    <a:pt x="2162" y="31"/>
                    <a:pt x="2126" y="35"/>
                    <a:pt x="2097" y="35"/>
                  </a:cubicBezTo>
                  <a:cubicBezTo>
                    <a:pt x="2071" y="26"/>
                    <a:pt x="2054" y="26"/>
                    <a:pt x="2028" y="26"/>
                  </a:cubicBezTo>
                  <a:lnTo>
                    <a:pt x="1994" y="2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3" name="Google Shape;1253;p17"/>
            <p:cNvSpPr/>
            <p:nvPr/>
          </p:nvSpPr>
          <p:spPr>
            <a:xfrm>
              <a:off x="5186325" y="1332175"/>
              <a:ext cx="1975" cy="900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78" y="35"/>
                  </a:moveTo>
                  <a:lnTo>
                    <a:pt x="78" y="35"/>
                  </a:lnTo>
                  <a:cubicBezTo>
                    <a:pt x="52" y="26"/>
                    <a:pt x="35" y="9"/>
                    <a:pt x="9" y="9"/>
                  </a:cubicBezTo>
                  <a:cubicBezTo>
                    <a:pt x="9" y="9"/>
                    <a:pt x="9" y="1"/>
                    <a:pt x="1" y="1"/>
                  </a:cubicBezTo>
                  <a:lnTo>
                    <a:pt x="1" y="1"/>
                  </a:lnTo>
                  <a:cubicBezTo>
                    <a:pt x="9" y="1"/>
                    <a:pt x="9" y="9"/>
                    <a:pt x="9" y="9"/>
                  </a:cubicBezTo>
                  <a:cubicBezTo>
                    <a:pt x="35" y="9"/>
                    <a:pt x="52" y="26"/>
                    <a:pt x="78" y="35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4" name="Google Shape;1254;p17"/>
            <p:cNvSpPr/>
            <p:nvPr/>
          </p:nvSpPr>
          <p:spPr>
            <a:xfrm>
              <a:off x="5220050" y="1239175"/>
              <a:ext cx="13775" cy="40825"/>
            </a:xfrm>
            <a:custGeom>
              <a:avLst/>
              <a:gdLst/>
              <a:ahLst/>
              <a:cxnLst/>
              <a:rect l="l" t="t" r="r" b="b"/>
              <a:pathLst>
                <a:path w="551" h="1633" extrusionOk="0">
                  <a:moveTo>
                    <a:pt x="516" y="1633"/>
                  </a:moveTo>
                  <a:cubicBezTo>
                    <a:pt x="507" y="1564"/>
                    <a:pt x="533" y="1478"/>
                    <a:pt x="542" y="1410"/>
                  </a:cubicBezTo>
                  <a:cubicBezTo>
                    <a:pt x="550" y="1384"/>
                    <a:pt x="550" y="1358"/>
                    <a:pt x="550" y="1332"/>
                  </a:cubicBezTo>
                  <a:cubicBezTo>
                    <a:pt x="550" y="1358"/>
                    <a:pt x="550" y="1384"/>
                    <a:pt x="542" y="1410"/>
                  </a:cubicBezTo>
                  <a:cubicBezTo>
                    <a:pt x="533" y="1478"/>
                    <a:pt x="507" y="1564"/>
                    <a:pt x="516" y="1633"/>
                  </a:cubicBezTo>
                  <a:close/>
                  <a:moveTo>
                    <a:pt x="86" y="104"/>
                  </a:moveTo>
                  <a:cubicBezTo>
                    <a:pt x="69" y="52"/>
                    <a:pt x="44" y="26"/>
                    <a:pt x="1" y="1"/>
                  </a:cubicBezTo>
                  <a:cubicBezTo>
                    <a:pt x="44" y="26"/>
                    <a:pt x="69" y="52"/>
                    <a:pt x="86" y="104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5" name="Google Shape;1255;p17"/>
            <p:cNvSpPr/>
            <p:nvPr/>
          </p:nvSpPr>
          <p:spPr>
            <a:xfrm>
              <a:off x="5147875" y="1229300"/>
              <a:ext cx="87875" cy="103975"/>
            </a:xfrm>
            <a:custGeom>
              <a:avLst/>
              <a:gdLst/>
              <a:ahLst/>
              <a:cxnLst/>
              <a:rect l="l" t="t" r="r" b="b"/>
              <a:pathLst>
                <a:path w="3515" h="4159" extrusionOk="0">
                  <a:moveTo>
                    <a:pt x="1891" y="0"/>
                  </a:moveTo>
                  <a:cubicBezTo>
                    <a:pt x="1848" y="0"/>
                    <a:pt x="1788" y="43"/>
                    <a:pt x="1753" y="61"/>
                  </a:cubicBezTo>
                  <a:cubicBezTo>
                    <a:pt x="1711" y="69"/>
                    <a:pt x="1676" y="78"/>
                    <a:pt x="1642" y="78"/>
                  </a:cubicBezTo>
                  <a:lnTo>
                    <a:pt x="1573" y="78"/>
                  </a:lnTo>
                  <a:cubicBezTo>
                    <a:pt x="1496" y="78"/>
                    <a:pt x="1418" y="104"/>
                    <a:pt x="1350" y="138"/>
                  </a:cubicBezTo>
                  <a:lnTo>
                    <a:pt x="1341" y="138"/>
                  </a:lnTo>
                  <a:cubicBezTo>
                    <a:pt x="1367" y="164"/>
                    <a:pt x="1401" y="189"/>
                    <a:pt x="1436" y="198"/>
                  </a:cubicBezTo>
                  <a:cubicBezTo>
                    <a:pt x="1444" y="207"/>
                    <a:pt x="1461" y="207"/>
                    <a:pt x="1479" y="215"/>
                  </a:cubicBezTo>
                  <a:cubicBezTo>
                    <a:pt x="1496" y="224"/>
                    <a:pt x="1504" y="241"/>
                    <a:pt x="1522" y="258"/>
                  </a:cubicBezTo>
                  <a:cubicBezTo>
                    <a:pt x="1547" y="275"/>
                    <a:pt x="1582" y="293"/>
                    <a:pt x="1607" y="301"/>
                  </a:cubicBezTo>
                  <a:cubicBezTo>
                    <a:pt x="1633" y="301"/>
                    <a:pt x="1650" y="293"/>
                    <a:pt x="1676" y="293"/>
                  </a:cubicBezTo>
                  <a:cubicBezTo>
                    <a:pt x="1685" y="293"/>
                    <a:pt x="1693" y="293"/>
                    <a:pt x="1711" y="301"/>
                  </a:cubicBezTo>
                  <a:cubicBezTo>
                    <a:pt x="1745" y="310"/>
                    <a:pt x="1762" y="335"/>
                    <a:pt x="1796" y="344"/>
                  </a:cubicBezTo>
                  <a:cubicBezTo>
                    <a:pt x="1822" y="353"/>
                    <a:pt x="1839" y="353"/>
                    <a:pt x="1865" y="370"/>
                  </a:cubicBezTo>
                  <a:cubicBezTo>
                    <a:pt x="1925" y="413"/>
                    <a:pt x="1977" y="464"/>
                    <a:pt x="2028" y="507"/>
                  </a:cubicBezTo>
                  <a:cubicBezTo>
                    <a:pt x="2080" y="559"/>
                    <a:pt x="2123" y="610"/>
                    <a:pt x="2183" y="645"/>
                  </a:cubicBezTo>
                  <a:cubicBezTo>
                    <a:pt x="2235" y="679"/>
                    <a:pt x="2295" y="696"/>
                    <a:pt x="2346" y="722"/>
                  </a:cubicBezTo>
                  <a:cubicBezTo>
                    <a:pt x="2389" y="748"/>
                    <a:pt x="2441" y="774"/>
                    <a:pt x="2484" y="808"/>
                  </a:cubicBezTo>
                  <a:cubicBezTo>
                    <a:pt x="2518" y="834"/>
                    <a:pt x="2552" y="860"/>
                    <a:pt x="2587" y="894"/>
                  </a:cubicBezTo>
                  <a:cubicBezTo>
                    <a:pt x="2613" y="920"/>
                    <a:pt x="2656" y="937"/>
                    <a:pt x="2681" y="963"/>
                  </a:cubicBezTo>
                  <a:cubicBezTo>
                    <a:pt x="2716" y="980"/>
                    <a:pt x="2724" y="1014"/>
                    <a:pt x="2742" y="1049"/>
                  </a:cubicBezTo>
                  <a:cubicBezTo>
                    <a:pt x="2784" y="1134"/>
                    <a:pt x="2802" y="1220"/>
                    <a:pt x="2819" y="1306"/>
                  </a:cubicBezTo>
                  <a:cubicBezTo>
                    <a:pt x="2827" y="1349"/>
                    <a:pt x="2827" y="1384"/>
                    <a:pt x="2827" y="1427"/>
                  </a:cubicBezTo>
                  <a:cubicBezTo>
                    <a:pt x="2827" y="1444"/>
                    <a:pt x="2827" y="1461"/>
                    <a:pt x="2827" y="1470"/>
                  </a:cubicBezTo>
                  <a:cubicBezTo>
                    <a:pt x="2827" y="1504"/>
                    <a:pt x="2819" y="1512"/>
                    <a:pt x="2810" y="1538"/>
                  </a:cubicBezTo>
                  <a:cubicBezTo>
                    <a:pt x="2793" y="1573"/>
                    <a:pt x="2802" y="1616"/>
                    <a:pt x="2802" y="1659"/>
                  </a:cubicBezTo>
                  <a:cubicBezTo>
                    <a:pt x="2802" y="1676"/>
                    <a:pt x="2802" y="1693"/>
                    <a:pt x="2802" y="1710"/>
                  </a:cubicBezTo>
                  <a:cubicBezTo>
                    <a:pt x="2810" y="1736"/>
                    <a:pt x="2819" y="1753"/>
                    <a:pt x="2819" y="1779"/>
                  </a:cubicBezTo>
                  <a:cubicBezTo>
                    <a:pt x="2819" y="1787"/>
                    <a:pt x="2810" y="1805"/>
                    <a:pt x="2810" y="1822"/>
                  </a:cubicBezTo>
                  <a:cubicBezTo>
                    <a:pt x="2810" y="1839"/>
                    <a:pt x="2802" y="1856"/>
                    <a:pt x="2802" y="1873"/>
                  </a:cubicBezTo>
                  <a:lnTo>
                    <a:pt x="2784" y="1908"/>
                  </a:lnTo>
                  <a:cubicBezTo>
                    <a:pt x="2776" y="1933"/>
                    <a:pt x="2776" y="1968"/>
                    <a:pt x="2776" y="1994"/>
                  </a:cubicBezTo>
                  <a:cubicBezTo>
                    <a:pt x="2767" y="2019"/>
                    <a:pt x="2767" y="2028"/>
                    <a:pt x="2759" y="2054"/>
                  </a:cubicBezTo>
                  <a:cubicBezTo>
                    <a:pt x="2759" y="2088"/>
                    <a:pt x="2742" y="2122"/>
                    <a:pt x="2750" y="2148"/>
                  </a:cubicBezTo>
                  <a:cubicBezTo>
                    <a:pt x="2750" y="2191"/>
                    <a:pt x="2793" y="2243"/>
                    <a:pt x="2810" y="2286"/>
                  </a:cubicBezTo>
                  <a:cubicBezTo>
                    <a:pt x="2819" y="2311"/>
                    <a:pt x="2827" y="2329"/>
                    <a:pt x="2819" y="2363"/>
                  </a:cubicBezTo>
                  <a:cubicBezTo>
                    <a:pt x="2819" y="2380"/>
                    <a:pt x="2802" y="2406"/>
                    <a:pt x="2802" y="2423"/>
                  </a:cubicBezTo>
                  <a:cubicBezTo>
                    <a:pt x="2784" y="2475"/>
                    <a:pt x="2784" y="2518"/>
                    <a:pt x="2767" y="2569"/>
                  </a:cubicBezTo>
                  <a:cubicBezTo>
                    <a:pt x="2750" y="2604"/>
                    <a:pt x="2724" y="2647"/>
                    <a:pt x="2707" y="2690"/>
                  </a:cubicBezTo>
                  <a:cubicBezTo>
                    <a:pt x="2699" y="2724"/>
                    <a:pt x="2681" y="2758"/>
                    <a:pt x="2673" y="2793"/>
                  </a:cubicBezTo>
                  <a:cubicBezTo>
                    <a:pt x="2664" y="2836"/>
                    <a:pt x="2647" y="2870"/>
                    <a:pt x="2638" y="2913"/>
                  </a:cubicBezTo>
                  <a:cubicBezTo>
                    <a:pt x="2621" y="2973"/>
                    <a:pt x="2613" y="3025"/>
                    <a:pt x="2578" y="3076"/>
                  </a:cubicBezTo>
                  <a:cubicBezTo>
                    <a:pt x="2552" y="3119"/>
                    <a:pt x="2527" y="3153"/>
                    <a:pt x="2518" y="3196"/>
                  </a:cubicBezTo>
                  <a:cubicBezTo>
                    <a:pt x="2510" y="3282"/>
                    <a:pt x="2492" y="3360"/>
                    <a:pt x="2432" y="3411"/>
                  </a:cubicBezTo>
                  <a:cubicBezTo>
                    <a:pt x="2389" y="3454"/>
                    <a:pt x="2346" y="3480"/>
                    <a:pt x="2312" y="3523"/>
                  </a:cubicBezTo>
                  <a:cubicBezTo>
                    <a:pt x="2295" y="3540"/>
                    <a:pt x="2286" y="3566"/>
                    <a:pt x="2269" y="3600"/>
                  </a:cubicBezTo>
                  <a:cubicBezTo>
                    <a:pt x="2260" y="3617"/>
                    <a:pt x="2243" y="3635"/>
                    <a:pt x="2235" y="3660"/>
                  </a:cubicBezTo>
                  <a:lnTo>
                    <a:pt x="2200" y="3686"/>
                  </a:lnTo>
                  <a:cubicBezTo>
                    <a:pt x="2200" y="3695"/>
                    <a:pt x="2192" y="3695"/>
                    <a:pt x="2183" y="3695"/>
                  </a:cubicBezTo>
                  <a:lnTo>
                    <a:pt x="2157" y="3695"/>
                  </a:lnTo>
                  <a:cubicBezTo>
                    <a:pt x="2149" y="3686"/>
                    <a:pt x="2140" y="3686"/>
                    <a:pt x="2132" y="3686"/>
                  </a:cubicBezTo>
                  <a:lnTo>
                    <a:pt x="2114" y="3686"/>
                  </a:lnTo>
                  <a:cubicBezTo>
                    <a:pt x="2106" y="3703"/>
                    <a:pt x="2080" y="3703"/>
                    <a:pt x="2063" y="3703"/>
                  </a:cubicBezTo>
                  <a:lnTo>
                    <a:pt x="1900" y="3703"/>
                  </a:lnTo>
                  <a:cubicBezTo>
                    <a:pt x="1865" y="3703"/>
                    <a:pt x="1831" y="3703"/>
                    <a:pt x="1796" y="3712"/>
                  </a:cubicBezTo>
                  <a:cubicBezTo>
                    <a:pt x="1762" y="3720"/>
                    <a:pt x="1736" y="3729"/>
                    <a:pt x="1702" y="3729"/>
                  </a:cubicBezTo>
                  <a:lnTo>
                    <a:pt x="1685" y="3729"/>
                  </a:lnTo>
                  <a:cubicBezTo>
                    <a:pt x="1668" y="3729"/>
                    <a:pt x="1659" y="3738"/>
                    <a:pt x="1650" y="3746"/>
                  </a:cubicBezTo>
                  <a:cubicBezTo>
                    <a:pt x="1642" y="3755"/>
                    <a:pt x="1633" y="3763"/>
                    <a:pt x="1616" y="3763"/>
                  </a:cubicBezTo>
                  <a:lnTo>
                    <a:pt x="1607" y="3763"/>
                  </a:lnTo>
                  <a:cubicBezTo>
                    <a:pt x="1564" y="3755"/>
                    <a:pt x="1522" y="3746"/>
                    <a:pt x="1470" y="3738"/>
                  </a:cubicBezTo>
                  <a:cubicBezTo>
                    <a:pt x="1427" y="3729"/>
                    <a:pt x="1367" y="3720"/>
                    <a:pt x="1324" y="3712"/>
                  </a:cubicBezTo>
                  <a:lnTo>
                    <a:pt x="1169" y="3712"/>
                  </a:lnTo>
                  <a:cubicBezTo>
                    <a:pt x="1161" y="3712"/>
                    <a:pt x="1144" y="3720"/>
                    <a:pt x="1135" y="3720"/>
                  </a:cubicBezTo>
                  <a:cubicBezTo>
                    <a:pt x="1118" y="3720"/>
                    <a:pt x="1101" y="3712"/>
                    <a:pt x="1083" y="3703"/>
                  </a:cubicBezTo>
                  <a:lnTo>
                    <a:pt x="989" y="3703"/>
                  </a:lnTo>
                  <a:cubicBezTo>
                    <a:pt x="972" y="3703"/>
                    <a:pt x="954" y="3703"/>
                    <a:pt x="946" y="3695"/>
                  </a:cubicBezTo>
                  <a:cubicBezTo>
                    <a:pt x="903" y="3660"/>
                    <a:pt x="877" y="3635"/>
                    <a:pt x="834" y="3626"/>
                  </a:cubicBezTo>
                  <a:cubicBezTo>
                    <a:pt x="791" y="3617"/>
                    <a:pt x="774" y="3592"/>
                    <a:pt x="740" y="3566"/>
                  </a:cubicBezTo>
                  <a:cubicBezTo>
                    <a:pt x="723" y="3549"/>
                    <a:pt x="654" y="3549"/>
                    <a:pt x="637" y="3531"/>
                  </a:cubicBezTo>
                  <a:cubicBezTo>
                    <a:pt x="619" y="3514"/>
                    <a:pt x="491" y="3437"/>
                    <a:pt x="482" y="3420"/>
                  </a:cubicBezTo>
                  <a:cubicBezTo>
                    <a:pt x="465" y="3394"/>
                    <a:pt x="456" y="3377"/>
                    <a:pt x="439" y="3351"/>
                  </a:cubicBezTo>
                  <a:cubicBezTo>
                    <a:pt x="413" y="3308"/>
                    <a:pt x="370" y="3274"/>
                    <a:pt x="336" y="3231"/>
                  </a:cubicBezTo>
                  <a:cubicBezTo>
                    <a:pt x="302" y="3188"/>
                    <a:pt x="267" y="3153"/>
                    <a:pt x="224" y="3119"/>
                  </a:cubicBezTo>
                  <a:cubicBezTo>
                    <a:pt x="173" y="3076"/>
                    <a:pt x="216" y="2990"/>
                    <a:pt x="173" y="2939"/>
                  </a:cubicBezTo>
                  <a:lnTo>
                    <a:pt x="147" y="2904"/>
                  </a:lnTo>
                  <a:cubicBezTo>
                    <a:pt x="138" y="2896"/>
                    <a:pt x="113" y="2896"/>
                    <a:pt x="95" y="2887"/>
                  </a:cubicBezTo>
                  <a:cubicBezTo>
                    <a:pt x="70" y="2879"/>
                    <a:pt x="61" y="2870"/>
                    <a:pt x="44" y="2853"/>
                  </a:cubicBezTo>
                  <a:cubicBezTo>
                    <a:pt x="35" y="2836"/>
                    <a:pt x="18" y="2827"/>
                    <a:pt x="1" y="2818"/>
                  </a:cubicBezTo>
                  <a:lnTo>
                    <a:pt x="1" y="2818"/>
                  </a:lnTo>
                  <a:cubicBezTo>
                    <a:pt x="1" y="2844"/>
                    <a:pt x="9" y="2861"/>
                    <a:pt x="9" y="2887"/>
                  </a:cubicBezTo>
                  <a:cubicBezTo>
                    <a:pt x="35" y="2982"/>
                    <a:pt x="78" y="3076"/>
                    <a:pt x="155" y="3136"/>
                  </a:cubicBezTo>
                  <a:lnTo>
                    <a:pt x="164" y="3136"/>
                  </a:lnTo>
                  <a:cubicBezTo>
                    <a:pt x="190" y="3162"/>
                    <a:pt x="207" y="3179"/>
                    <a:pt x="224" y="3214"/>
                  </a:cubicBezTo>
                  <a:cubicBezTo>
                    <a:pt x="250" y="3265"/>
                    <a:pt x="267" y="3291"/>
                    <a:pt x="319" y="3325"/>
                  </a:cubicBezTo>
                  <a:cubicBezTo>
                    <a:pt x="319" y="3325"/>
                    <a:pt x="327" y="3334"/>
                    <a:pt x="327" y="3334"/>
                  </a:cubicBezTo>
                  <a:cubicBezTo>
                    <a:pt x="396" y="3385"/>
                    <a:pt x="413" y="3454"/>
                    <a:pt x="448" y="3514"/>
                  </a:cubicBezTo>
                  <a:cubicBezTo>
                    <a:pt x="456" y="3531"/>
                    <a:pt x="465" y="3549"/>
                    <a:pt x="473" y="3566"/>
                  </a:cubicBezTo>
                  <a:cubicBezTo>
                    <a:pt x="491" y="3592"/>
                    <a:pt x="516" y="3626"/>
                    <a:pt x="542" y="3635"/>
                  </a:cubicBezTo>
                  <a:cubicBezTo>
                    <a:pt x="542" y="3635"/>
                    <a:pt x="542" y="3635"/>
                    <a:pt x="551" y="3643"/>
                  </a:cubicBezTo>
                  <a:cubicBezTo>
                    <a:pt x="602" y="3660"/>
                    <a:pt x="662" y="3643"/>
                    <a:pt x="723" y="3678"/>
                  </a:cubicBezTo>
                  <a:cubicBezTo>
                    <a:pt x="757" y="3703"/>
                    <a:pt x="791" y="3729"/>
                    <a:pt x="826" y="3755"/>
                  </a:cubicBezTo>
                  <a:lnTo>
                    <a:pt x="834" y="3755"/>
                  </a:lnTo>
                  <a:cubicBezTo>
                    <a:pt x="877" y="3789"/>
                    <a:pt x="937" y="3815"/>
                    <a:pt x="963" y="3858"/>
                  </a:cubicBezTo>
                  <a:cubicBezTo>
                    <a:pt x="1032" y="3944"/>
                    <a:pt x="1066" y="3995"/>
                    <a:pt x="1169" y="4038"/>
                  </a:cubicBezTo>
                  <a:cubicBezTo>
                    <a:pt x="1255" y="4081"/>
                    <a:pt x="1350" y="4099"/>
                    <a:pt x="1444" y="4107"/>
                  </a:cubicBezTo>
                  <a:cubicBezTo>
                    <a:pt x="1479" y="4116"/>
                    <a:pt x="1513" y="4116"/>
                    <a:pt x="1539" y="4116"/>
                  </a:cubicBezTo>
                  <a:cubicBezTo>
                    <a:pt x="1547" y="4116"/>
                    <a:pt x="1547" y="4124"/>
                    <a:pt x="1547" y="4124"/>
                  </a:cubicBezTo>
                  <a:cubicBezTo>
                    <a:pt x="1573" y="4124"/>
                    <a:pt x="1590" y="4141"/>
                    <a:pt x="1616" y="4150"/>
                  </a:cubicBezTo>
                  <a:lnTo>
                    <a:pt x="1642" y="4150"/>
                  </a:lnTo>
                  <a:cubicBezTo>
                    <a:pt x="1659" y="4159"/>
                    <a:pt x="1676" y="4159"/>
                    <a:pt x="1693" y="4159"/>
                  </a:cubicBezTo>
                  <a:cubicBezTo>
                    <a:pt x="1719" y="4159"/>
                    <a:pt x="1745" y="4150"/>
                    <a:pt x="1779" y="4150"/>
                  </a:cubicBezTo>
                  <a:lnTo>
                    <a:pt x="1831" y="4150"/>
                  </a:lnTo>
                  <a:cubicBezTo>
                    <a:pt x="1848" y="4150"/>
                    <a:pt x="1857" y="4159"/>
                    <a:pt x="1865" y="4159"/>
                  </a:cubicBezTo>
                  <a:cubicBezTo>
                    <a:pt x="1882" y="4159"/>
                    <a:pt x="1900" y="4150"/>
                    <a:pt x="1917" y="4150"/>
                  </a:cubicBezTo>
                  <a:cubicBezTo>
                    <a:pt x="1943" y="4133"/>
                    <a:pt x="1960" y="4124"/>
                    <a:pt x="1994" y="4099"/>
                  </a:cubicBezTo>
                  <a:cubicBezTo>
                    <a:pt x="2028" y="4081"/>
                    <a:pt x="2054" y="4073"/>
                    <a:pt x="2089" y="4064"/>
                  </a:cubicBezTo>
                  <a:cubicBezTo>
                    <a:pt x="2183" y="4047"/>
                    <a:pt x="2278" y="4038"/>
                    <a:pt x="2363" y="4004"/>
                  </a:cubicBezTo>
                  <a:lnTo>
                    <a:pt x="2372" y="4004"/>
                  </a:lnTo>
                  <a:cubicBezTo>
                    <a:pt x="2449" y="3978"/>
                    <a:pt x="2527" y="3944"/>
                    <a:pt x="2613" y="3918"/>
                  </a:cubicBezTo>
                  <a:cubicBezTo>
                    <a:pt x="2690" y="3901"/>
                    <a:pt x="2716" y="3824"/>
                    <a:pt x="2767" y="3781"/>
                  </a:cubicBezTo>
                  <a:cubicBezTo>
                    <a:pt x="2827" y="3738"/>
                    <a:pt x="2870" y="3729"/>
                    <a:pt x="2922" y="3678"/>
                  </a:cubicBezTo>
                  <a:cubicBezTo>
                    <a:pt x="2948" y="3660"/>
                    <a:pt x="2956" y="3660"/>
                    <a:pt x="2973" y="3635"/>
                  </a:cubicBezTo>
                  <a:cubicBezTo>
                    <a:pt x="2982" y="3609"/>
                    <a:pt x="3008" y="3574"/>
                    <a:pt x="3016" y="3549"/>
                  </a:cubicBezTo>
                  <a:cubicBezTo>
                    <a:pt x="3034" y="3514"/>
                    <a:pt x="3077" y="3514"/>
                    <a:pt x="3077" y="3480"/>
                  </a:cubicBezTo>
                  <a:cubicBezTo>
                    <a:pt x="3085" y="3446"/>
                    <a:pt x="3102" y="3420"/>
                    <a:pt x="3111" y="3385"/>
                  </a:cubicBezTo>
                  <a:cubicBezTo>
                    <a:pt x="3128" y="3334"/>
                    <a:pt x="3137" y="3282"/>
                    <a:pt x="3162" y="3231"/>
                  </a:cubicBezTo>
                  <a:cubicBezTo>
                    <a:pt x="3171" y="3196"/>
                    <a:pt x="3197" y="3153"/>
                    <a:pt x="3223" y="3119"/>
                  </a:cubicBezTo>
                  <a:cubicBezTo>
                    <a:pt x="3266" y="3050"/>
                    <a:pt x="3300" y="2964"/>
                    <a:pt x="3334" y="2896"/>
                  </a:cubicBezTo>
                  <a:cubicBezTo>
                    <a:pt x="3403" y="2775"/>
                    <a:pt x="3515" y="2629"/>
                    <a:pt x="3515" y="2483"/>
                  </a:cubicBezTo>
                  <a:cubicBezTo>
                    <a:pt x="3515" y="2475"/>
                    <a:pt x="3515" y="2458"/>
                    <a:pt x="3515" y="2449"/>
                  </a:cubicBezTo>
                  <a:cubicBezTo>
                    <a:pt x="3498" y="2346"/>
                    <a:pt x="3489" y="2226"/>
                    <a:pt x="3446" y="2131"/>
                  </a:cubicBezTo>
                  <a:cubicBezTo>
                    <a:pt x="3429" y="2097"/>
                    <a:pt x="3403" y="2062"/>
                    <a:pt x="3403" y="2028"/>
                  </a:cubicBezTo>
                  <a:cubicBezTo>
                    <a:pt x="3394" y="1959"/>
                    <a:pt x="3420" y="1873"/>
                    <a:pt x="3429" y="1805"/>
                  </a:cubicBezTo>
                  <a:cubicBezTo>
                    <a:pt x="3437" y="1779"/>
                    <a:pt x="3437" y="1753"/>
                    <a:pt x="3437" y="1727"/>
                  </a:cubicBezTo>
                  <a:cubicBezTo>
                    <a:pt x="3437" y="1676"/>
                    <a:pt x="3429" y="1633"/>
                    <a:pt x="3420" y="1573"/>
                  </a:cubicBezTo>
                  <a:cubicBezTo>
                    <a:pt x="3403" y="1512"/>
                    <a:pt x="3403" y="1444"/>
                    <a:pt x="3394" y="1384"/>
                  </a:cubicBezTo>
                  <a:cubicBezTo>
                    <a:pt x="3377" y="1272"/>
                    <a:pt x="3343" y="1134"/>
                    <a:pt x="3274" y="1040"/>
                  </a:cubicBezTo>
                  <a:cubicBezTo>
                    <a:pt x="3248" y="1006"/>
                    <a:pt x="3214" y="997"/>
                    <a:pt x="3180" y="971"/>
                  </a:cubicBezTo>
                  <a:cubicBezTo>
                    <a:pt x="3154" y="954"/>
                    <a:pt x="3128" y="911"/>
                    <a:pt x="3111" y="885"/>
                  </a:cubicBezTo>
                  <a:cubicBezTo>
                    <a:pt x="3085" y="851"/>
                    <a:pt x="3068" y="799"/>
                    <a:pt x="3068" y="756"/>
                  </a:cubicBezTo>
                  <a:lnTo>
                    <a:pt x="3068" y="739"/>
                  </a:lnTo>
                  <a:cubicBezTo>
                    <a:pt x="3068" y="713"/>
                    <a:pt x="3077" y="688"/>
                    <a:pt x="3077" y="662"/>
                  </a:cubicBezTo>
                  <a:cubicBezTo>
                    <a:pt x="3077" y="645"/>
                    <a:pt x="3068" y="619"/>
                    <a:pt x="3059" y="602"/>
                  </a:cubicBezTo>
                  <a:cubicBezTo>
                    <a:pt x="3034" y="567"/>
                    <a:pt x="2999" y="542"/>
                    <a:pt x="2973" y="499"/>
                  </a:cubicBezTo>
                  <a:cubicBezTo>
                    <a:pt x="2956" y="447"/>
                    <a:pt x="2931" y="421"/>
                    <a:pt x="2888" y="396"/>
                  </a:cubicBezTo>
                  <a:cubicBezTo>
                    <a:pt x="2888" y="387"/>
                    <a:pt x="2888" y="387"/>
                    <a:pt x="2888" y="387"/>
                  </a:cubicBezTo>
                  <a:cubicBezTo>
                    <a:pt x="2802" y="335"/>
                    <a:pt x="2724" y="284"/>
                    <a:pt x="2638" y="232"/>
                  </a:cubicBezTo>
                  <a:cubicBezTo>
                    <a:pt x="2595" y="207"/>
                    <a:pt x="2561" y="215"/>
                    <a:pt x="2518" y="198"/>
                  </a:cubicBezTo>
                  <a:cubicBezTo>
                    <a:pt x="2484" y="189"/>
                    <a:pt x="2424" y="146"/>
                    <a:pt x="2406" y="146"/>
                  </a:cubicBezTo>
                  <a:cubicBezTo>
                    <a:pt x="2398" y="155"/>
                    <a:pt x="2381" y="155"/>
                    <a:pt x="2372" y="155"/>
                  </a:cubicBezTo>
                  <a:cubicBezTo>
                    <a:pt x="2338" y="155"/>
                    <a:pt x="2303" y="138"/>
                    <a:pt x="2278" y="104"/>
                  </a:cubicBezTo>
                  <a:cubicBezTo>
                    <a:pt x="2243" y="78"/>
                    <a:pt x="2226" y="52"/>
                    <a:pt x="2183" y="35"/>
                  </a:cubicBezTo>
                  <a:cubicBezTo>
                    <a:pt x="2169" y="32"/>
                    <a:pt x="2153" y="31"/>
                    <a:pt x="2136" y="31"/>
                  </a:cubicBezTo>
                  <a:cubicBezTo>
                    <a:pt x="2102" y="31"/>
                    <a:pt x="2066" y="35"/>
                    <a:pt x="2037" y="35"/>
                  </a:cubicBezTo>
                  <a:cubicBezTo>
                    <a:pt x="2011" y="26"/>
                    <a:pt x="1994" y="26"/>
                    <a:pt x="1968" y="26"/>
                  </a:cubicBezTo>
                  <a:lnTo>
                    <a:pt x="1934" y="26"/>
                  </a:lnTo>
                  <a:lnTo>
                    <a:pt x="1900" y="0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6" name="Google Shape;1256;p17"/>
            <p:cNvSpPr/>
            <p:nvPr/>
          </p:nvSpPr>
          <p:spPr>
            <a:xfrm>
              <a:off x="5155825" y="1284075"/>
              <a:ext cx="56100" cy="42825"/>
            </a:xfrm>
            <a:custGeom>
              <a:avLst/>
              <a:gdLst/>
              <a:ahLst/>
              <a:cxnLst/>
              <a:rect l="l" t="t" r="r" b="b"/>
              <a:pathLst>
                <a:path w="2244" h="1713" extrusionOk="0">
                  <a:moveTo>
                    <a:pt x="69" y="0"/>
                  </a:moveTo>
                  <a:lnTo>
                    <a:pt x="35" y="78"/>
                  </a:lnTo>
                  <a:cubicBezTo>
                    <a:pt x="35" y="95"/>
                    <a:pt x="52" y="120"/>
                    <a:pt x="52" y="146"/>
                  </a:cubicBezTo>
                  <a:cubicBezTo>
                    <a:pt x="69" y="189"/>
                    <a:pt x="52" y="215"/>
                    <a:pt x="44" y="258"/>
                  </a:cubicBezTo>
                  <a:cubicBezTo>
                    <a:pt x="27" y="301"/>
                    <a:pt x="1" y="352"/>
                    <a:pt x="27" y="404"/>
                  </a:cubicBezTo>
                  <a:cubicBezTo>
                    <a:pt x="44" y="447"/>
                    <a:pt x="87" y="490"/>
                    <a:pt x="95" y="541"/>
                  </a:cubicBezTo>
                  <a:cubicBezTo>
                    <a:pt x="104" y="576"/>
                    <a:pt x="112" y="610"/>
                    <a:pt x="121" y="636"/>
                  </a:cubicBezTo>
                  <a:cubicBezTo>
                    <a:pt x="130" y="679"/>
                    <a:pt x="138" y="705"/>
                    <a:pt x="164" y="748"/>
                  </a:cubicBezTo>
                  <a:cubicBezTo>
                    <a:pt x="173" y="765"/>
                    <a:pt x="190" y="799"/>
                    <a:pt x="190" y="816"/>
                  </a:cubicBezTo>
                  <a:lnTo>
                    <a:pt x="198" y="851"/>
                  </a:lnTo>
                  <a:lnTo>
                    <a:pt x="198" y="859"/>
                  </a:lnTo>
                  <a:lnTo>
                    <a:pt x="198" y="894"/>
                  </a:lnTo>
                  <a:cubicBezTo>
                    <a:pt x="207" y="911"/>
                    <a:pt x="224" y="937"/>
                    <a:pt x="241" y="954"/>
                  </a:cubicBezTo>
                  <a:lnTo>
                    <a:pt x="258" y="988"/>
                  </a:lnTo>
                  <a:lnTo>
                    <a:pt x="267" y="1014"/>
                  </a:lnTo>
                  <a:cubicBezTo>
                    <a:pt x="284" y="1031"/>
                    <a:pt x="301" y="1048"/>
                    <a:pt x="310" y="1074"/>
                  </a:cubicBezTo>
                  <a:cubicBezTo>
                    <a:pt x="319" y="1091"/>
                    <a:pt x="319" y="1109"/>
                    <a:pt x="319" y="1126"/>
                  </a:cubicBezTo>
                  <a:cubicBezTo>
                    <a:pt x="319" y="1143"/>
                    <a:pt x="301" y="1160"/>
                    <a:pt x="301" y="1169"/>
                  </a:cubicBezTo>
                  <a:cubicBezTo>
                    <a:pt x="301" y="1203"/>
                    <a:pt x="327" y="1203"/>
                    <a:pt x="353" y="1212"/>
                  </a:cubicBezTo>
                  <a:cubicBezTo>
                    <a:pt x="370" y="1220"/>
                    <a:pt x="396" y="1237"/>
                    <a:pt x="413" y="1237"/>
                  </a:cubicBezTo>
                  <a:cubicBezTo>
                    <a:pt x="439" y="1246"/>
                    <a:pt x="456" y="1255"/>
                    <a:pt x="473" y="1263"/>
                  </a:cubicBezTo>
                  <a:lnTo>
                    <a:pt x="508" y="1306"/>
                  </a:lnTo>
                  <a:lnTo>
                    <a:pt x="516" y="1332"/>
                  </a:lnTo>
                  <a:lnTo>
                    <a:pt x="525" y="1358"/>
                  </a:lnTo>
                  <a:lnTo>
                    <a:pt x="525" y="1392"/>
                  </a:lnTo>
                  <a:cubicBezTo>
                    <a:pt x="533" y="1401"/>
                    <a:pt x="551" y="1418"/>
                    <a:pt x="568" y="1426"/>
                  </a:cubicBezTo>
                  <a:cubicBezTo>
                    <a:pt x="585" y="1435"/>
                    <a:pt x="602" y="1444"/>
                    <a:pt x="619" y="1452"/>
                  </a:cubicBezTo>
                  <a:lnTo>
                    <a:pt x="645" y="1487"/>
                  </a:lnTo>
                  <a:cubicBezTo>
                    <a:pt x="671" y="1504"/>
                    <a:pt x="705" y="1521"/>
                    <a:pt x="740" y="1538"/>
                  </a:cubicBezTo>
                  <a:cubicBezTo>
                    <a:pt x="765" y="1547"/>
                    <a:pt x="783" y="1555"/>
                    <a:pt x="808" y="1572"/>
                  </a:cubicBezTo>
                  <a:cubicBezTo>
                    <a:pt x="817" y="1581"/>
                    <a:pt x="826" y="1581"/>
                    <a:pt x="843" y="1590"/>
                  </a:cubicBezTo>
                  <a:cubicBezTo>
                    <a:pt x="851" y="1590"/>
                    <a:pt x="860" y="1598"/>
                    <a:pt x="877" y="1598"/>
                  </a:cubicBezTo>
                  <a:cubicBezTo>
                    <a:pt x="903" y="1615"/>
                    <a:pt x="929" y="1624"/>
                    <a:pt x="954" y="1641"/>
                  </a:cubicBezTo>
                  <a:cubicBezTo>
                    <a:pt x="972" y="1658"/>
                    <a:pt x="997" y="1658"/>
                    <a:pt x="1032" y="1658"/>
                  </a:cubicBezTo>
                  <a:lnTo>
                    <a:pt x="1109" y="1658"/>
                  </a:lnTo>
                  <a:cubicBezTo>
                    <a:pt x="1118" y="1661"/>
                    <a:pt x="1125" y="1662"/>
                    <a:pt x="1132" y="1662"/>
                  </a:cubicBezTo>
                  <a:cubicBezTo>
                    <a:pt x="1146" y="1662"/>
                    <a:pt x="1158" y="1658"/>
                    <a:pt x="1169" y="1658"/>
                  </a:cubicBezTo>
                  <a:cubicBezTo>
                    <a:pt x="1186" y="1658"/>
                    <a:pt x="1229" y="1676"/>
                    <a:pt x="1246" y="1684"/>
                  </a:cubicBezTo>
                  <a:lnTo>
                    <a:pt x="1281" y="1701"/>
                  </a:lnTo>
                  <a:cubicBezTo>
                    <a:pt x="1289" y="1710"/>
                    <a:pt x="1315" y="1710"/>
                    <a:pt x="1332" y="1710"/>
                  </a:cubicBezTo>
                  <a:cubicBezTo>
                    <a:pt x="1367" y="1710"/>
                    <a:pt x="1401" y="1710"/>
                    <a:pt x="1444" y="1701"/>
                  </a:cubicBezTo>
                  <a:cubicBezTo>
                    <a:pt x="1465" y="1701"/>
                    <a:pt x="1480" y="1712"/>
                    <a:pt x="1498" y="1712"/>
                  </a:cubicBezTo>
                  <a:cubicBezTo>
                    <a:pt x="1503" y="1712"/>
                    <a:pt x="1508" y="1712"/>
                    <a:pt x="1513" y="1710"/>
                  </a:cubicBezTo>
                  <a:lnTo>
                    <a:pt x="1547" y="1701"/>
                  </a:lnTo>
                  <a:cubicBezTo>
                    <a:pt x="1550" y="1698"/>
                    <a:pt x="1554" y="1697"/>
                    <a:pt x="1558" y="1697"/>
                  </a:cubicBezTo>
                  <a:cubicBezTo>
                    <a:pt x="1567" y="1697"/>
                    <a:pt x="1579" y="1701"/>
                    <a:pt x="1590" y="1701"/>
                  </a:cubicBezTo>
                  <a:cubicBezTo>
                    <a:pt x="1642" y="1693"/>
                    <a:pt x="1676" y="1684"/>
                    <a:pt x="1719" y="1684"/>
                  </a:cubicBezTo>
                  <a:cubicBezTo>
                    <a:pt x="1736" y="1687"/>
                    <a:pt x="1751" y="1688"/>
                    <a:pt x="1766" y="1688"/>
                  </a:cubicBezTo>
                  <a:cubicBezTo>
                    <a:pt x="1795" y="1688"/>
                    <a:pt x="1822" y="1684"/>
                    <a:pt x="1856" y="1684"/>
                  </a:cubicBezTo>
                  <a:cubicBezTo>
                    <a:pt x="1882" y="1684"/>
                    <a:pt x="1899" y="1667"/>
                    <a:pt x="1925" y="1650"/>
                  </a:cubicBezTo>
                  <a:cubicBezTo>
                    <a:pt x="1951" y="1633"/>
                    <a:pt x="1977" y="1624"/>
                    <a:pt x="1994" y="1615"/>
                  </a:cubicBezTo>
                  <a:cubicBezTo>
                    <a:pt x="2028" y="1590"/>
                    <a:pt x="2071" y="1598"/>
                    <a:pt x="2106" y="1581"/>
                  </a:cubicBezTo>
                  <a:cubicBezTo>
                    <a:pt x="2149" y="1564"/>
                    <a:pt x="2192" y="1512"/>
                    <a:pt x="2243" y="1504"/>
                  </a:cubicBezTo>
                  <a:cubicBezTo>
                    <a:pt x="2240" y="1494"/>
                    <a:pt x="2222" y="1490"/>
                    <a:pt x="2201" y="1490"/>
                  </a:cubicBezTo>
                  <a:cubicBezTo>
                    <a:pt x="2168" y="1490"/>
                    <a:pt x="2128" y="1498"/>
                    <a:pt x="2123" y="1504"/>
                  </a:cubicBezTo>
                  <a:cubicBezTo>
                    <a:pt x="2080" y="1512"/>
                    <a:pt x="2054" y="1529"/>
                    <a:pt x="2011" y="1538"/>
                  </a:cubicBezTo>
                  <a:cubicBezTo>
                    <a:pt x="1977" y="1538"/>
                    <a:pt x="1951" y="1547"/>
                    <a:pt x="1917" y="1555"/>
                  </a:cubicBezTo>
                  <a:cubicBezTo>
                    <a:pt x="1891" y="1564"/>
                    <a:pt x="1865" y="1581"/>
                    <a:pt x="1831" y="1590"/>
                  </a:cubicBezTo>
                  <a:cubicBezTo>
                    <a:pt x="1823" y="1592"/>
                    <a:pt x="1814" y="1593"/>
                    <a:pt x="1804" y="1593"/>
                  </a:cubicBezTo>
                  <a:cubicBezTo>
                    <a:pt x="1780" y="1593"/>
                    <a:pt x="1752" y="1587"/>
                    <a:pt x="1728" y="1581"/>
                  </a:cubicBezTo>
                  <a:lnTo>
                    <a:pt x="1590" y="1581"/>
                  </a:lnTo>
                  <a:cubicBezTo>
                    <a:pt x="1573" y="1581"/>
                    <a:pt x="1564" y="1572"/>
                    <a:pt x="1539" y="1564"/>
                  </a:cubicBezTo>
                  <a:lnTo>
                    <a:pt x="1470" y="1564"/>
                  </a:lnTo>
                  <a:cubicBezTo>
                    <a:pt x="1453" y="1564"/>
                    <a:pt x="1444" y="1555"/>
                    <a:pt x="1427" y="1555"/>
                  </a:cubicBezTo>
                  <a:cubicBezTo>
                    <a:pt x="1418" y="1552"/>
                    <a:pt x="1410" y="1551"/>
                    <a:pt x="1401" y="1551"/>
                  </a:cubicBezTo>
                  <a:cubicBezTo>
                    <a:pt x="1385" y="1551"/>
                    <a:pt x="1370" y="1555"/>
                    <a:pt x="1358" y="1555"/>
                  </a:cubicBezTo>
                  <a:cubicBezTo>
                    <a:pt x="1341" y="1547"/>
                    <a:pt x="1315" y="1547"/>
                    <a:pt x="1298" y="1538"/>
                  </a:cubicBezTo>
                  <a:cubicBezTo>
                    <a:pt x="1281" y="1529"/>
                    <a:pt x="1264" y="1521"/>
                    <a:pt x="1238" y="1512"/>
                  </a:cubicBezTo>
                  <a:cubicBezTo>
                    <a:pt x="1212" y="1504"/>
                    <a:pt x="1178" y="1504"/>
                    <a:pt x="1152" y="1487"/>
                  </a:cubicBezTo>
                  <a:cubicBezTo>
                    <a:pt x="1083" y="1452"/>
                    <a:pt x="1032" y="1418"/>
                    <a:pt x="963" y="1392"/>
                  </a:cubicBezTo>
                  <a:cubicBezTo>
                    <a:pt x="929" y="1383"/>
                    <a:pt x="911" y="1383"/>
                    <a:pt x="886" y="1366"/>
                  </a:cubicBezTo>
                  <a:lnTo>
                    <a:pt x="860" y="1340"/>
                  </a:lnTo>
                  <a:cubicBezTo>
                    <a:pt x="834" y="1315"/>
                    <a:pt x="808" y="1289"/>
                    <a:pt x="783" y="1255"/>
                  </a:cubicBezTo>
                  <a:cubicBezTo>
                    <a:pt x="765" y="1229"/>
                    <a:pt x="740" y="1212"/>
                    <a:pt x="714" y="1186"/>
                  </a:cubicBezTo>
                  <a:cubicBezTo>
                    <a:pt x="688" y="1169"/>
                    <a:pt x="688" y="1151"/>
                    <a:pt x="671" y="1134"/>
                  </a:cubicBezTo>
                  <a:cubicBezTo>
                    <a:pt x="654" y="1100"/>
                    <a:pt x="628" y="1074"/>
                    <a:pt x="611" y="1048"/>
                  </a:cubicBezTo>
                  <a:cubicBezTo>
                    <a:pt x="602" y="1031"/>
                    <a:pt x="594" y="1014"/>
                    <a:pt x="576" y="997"/>
                  </a:cubicBezTo>
                  <a:cubicBezTo>
                    <a:pt x="551" y="962"/>
                    <a:pt x="516" y="937"/>
                    <a:pt x="490" y="902"/>
                  </a:cubicBezTo>
                  <a:cubicBezTo>
                    <a:pt x="447" y="851"/>
                    <a:pt x="422" y="791"/>
                    <a:pt x="387" y="739"/>
                  </a:cubicBezTo>
                  <a:cubicBezTo>
                    <a:pt x="336" y="662"/>
                    <a:pt x="293" y="584"/>
                    <a:pt x="258" y="499"/>
                  </a:cubicBezTo>
                  <a:cubicBezTo>
                    <a:pt x="233" y="447"/>
                    <a:pt x="198" y="404"/>
                    <a:pt x="173" y="352"/>
                  </a:cubicBezTo>
                  <a:cubicBezTo>
                    <a:pt x="155" y="310"/>
                    <a:pt x="138" y="275"/>
                    <a:pt x="112" y="241"/>
                  </a:cubicBezTo>
                  <a:lnTo>
                    <a:pt x="95" y="224"/>
                  </a:lnTo>
                  <a:lnTo>
                    <a:pt x="87" y="198"/>
                  </a:lnTo>
                  <a:cubicBezTo>
                    <a:pt x="78" y="172"/>
                    <a:pt x="87" y="163"/>
                    <a:pt x="147" y="138"/>
                  </a:cubicBezTo>
                  <a:lnTo>
                    <a:pt x="112" y="103"/>
                  </a:lnTo>
                  <a:cubicBezTo>
                    <a:pt x="87" y="78"/>
                    <a:pt x="78" y="35"/>
                    <a:pt x="69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7" name="Google Shape;1257;p17"/>
            <p:cNvSpPr/>
            <p:nvPr/>
          </p:nvSpPr>
          <p:spPr>
            <a:xfrm>
              <a:off x="5195775" y="1270325"/>
              <a:ext cx="33525" cy="47100"/>
            </a:xfrm>
            <a:custGeom>
              <a:avLst/>
              <a:gdLst/>
              <a:ahLst/>
              <a:cxnLst/>
              <a:rect l="l" t="t" r="r" b="b"/>
              <a:pathLst>
                <a:path w="1341" h="1884" extrusionOk="0">
                  <a:moveTo>
                    <a:pt x="929" y="0"/>
                  </a:moveTo>
                  <a:lnTo>
                    <a:pt x="929" y="26"/>
                  </a:lnTo>
                  <a:lnTo>
                    <a:pt x="929" y="35"/>
                  </a:lnTo>
                  <a:cubicBezTo>
                    <a:pt x="937" y="52"/>
                    <a:pt x="946" y="61"/>
                    <a:pt x="954" y="69"/>
                  </a:cubicBezTo>
                  <a:cubicBezTo>
                    <a:pt x="972" y="86"/>
                    <a:pt x="989" y="103"/>
                    <a:pt x="1006" y="121"/>
                  </a:cubicBezTo>
                  <a:cubicBezTo>
                    <a:pt x="1015" y="129"/>
                    <a:pt x="1023" y="138"/>
                    <a:pt x="1032" y="146"/>
                  </a:cubicBezTo>
                  <a:cubicBezTo>
                    <a:pt x="1049" y="155"/>
                    <a:pt x="1075" y="155"/>
                    <a:pt x="1083" y="164"/>
                  </a:cubicBezTo>
                  <a:cubicBezTo>
                    <a:pt x="1100" y="172"/>
                    <a:pt x="1118" y="181"/>
                    <a:pt x="1135" y="189"/>
                  </a:cubicBezTo>
                  <a:cubicBezTo>
                    <a:pt x="1143" y="207"/>
                    <a:pt x="1152" y="224"/>
                    <a:pt x="1152" y="241"/>
                  </a:cubicBezTo>
                  <a:cubicBezTo>
                    <a:pt x="1152" y="267"/>
                    <a:pt x="1152" y="284"/>
                    <a:pt x="1143" y="310"/>
                  </a:cubicBezTo>
                  <a:cubicBezTo>
                    <a:pt x="1143" y="335"/>
                    <a:pt x="1143" y="353"/>
                    <a:pt x="1143" y="378"/>
                  </a:cubicBezTo>
                  <a:cubicBezTo>
                    <a:pt x="1135" y="421"/>
                    <a:pt x="1135" y="464"/>
                    <a:pt x="1118" y="507"/>
                  </a:cubicBezTo>
                  <a:cubicBezTo>
                    <a:pt x="1109" y="533"/>
                    <a:pt x="1100" y="550"/>
                    <a:pt x="1100" y="567"/>
                  </a:cubicBezTo>
                  <a:cubicBezTo>
                    <a:pt x="1092" y="585"/>
                    <a:pt x="1083" y="602"/>
                    <a:pt x="1083" y="619"/>
                  </a:cubicBezTo>
                  <a:cubicBezTo>
                    <a:pt x="1066" y="662"/>
                    <a:pt x="1049" y="705"/>
                    <a:pt x="1066" y="748"/>
                  </a:cubicBezTo>
                  <a:cubicBezTo>
                    <a:pt x="1075" y="774"/>
                    <a:pt x="1083" y="808"/>
                    <a:pt x="1083" y="842"/>
                  </a:cubicBezTo>
                  <a:lnTo>
                    <a:pt x="1083" y="868"/>
                  </a:lnTo>
                  <a:lnTo>
                    <a:pt x="1100" y="885"/>
                  </a:lnTo>
                  <a:lnTo>
                    <a:pt x="1092" y="911"/>
                  </a:lnTo>
                  <a:cubicBezTo>
                    <a:pt x="1083" y="937"/>
                    <a:pt x="1075" y="954"/>
                    <a:pt x="1066" y="980"/>
                  </a:cubicBezTo>
                  <a:lnTo>
                    <a:pt x="1049" y="1014"/>
                  </a:lnTo>
                  <a:lnTo>
                    <a:pt x="1032" y="1031"/>
                  </a:lnTo>
                  <a:lnTo>
                    <a:pt x="1023" y="1049"/>
                  </a:lnTo>
                  <a:cubicBezTo>
                    <a:pt x="997" y="1083"/>
                    <a:pt x="997" y="1117"/>
                    <a:pt x="963" y="1134"/>
                  </a:cubicBezTo>
                  <a:cubicBezTo>
                    <a:pt x="946" y="1152"/>
                    <a:pt x="920" y="1152"/>
                    <a:pt x="894" y="1160"/>
                  </a:cubicBezTo>
                  <a:cubicBezTo>
                    <a:pt x="851" y="1177"/>
                    <a:pt x="817" y="1203"/>
                    <a:pt x="783" y="1238"/>
                  </a:cubicBezTo>
                  <a:cubicBezTo>
                    <a:pt x="757" y="1255"/>
                    <a:pt x="731" y="1272"/>
                    <a:pt x="722" y="1298"/>
                  </a:cubicBezTo>
                  <a:cubicBezTo>
                    <a:pt x="705" y="1323"/>
                    <a:pt x="705" y="1349"/>
                    <a:pt x="705" y="1375"/>
                  </a:cubicBezTo>
                  <a:cubicBezTo>
                    <a:pt x="697" y="1409"/>
                    <a:pt x="697" y="1444"/>
                    <a:pt x="671" y="1469"/>
                  </a:cubicBezTo>
                  <a:cubicBezTo>
                    <a:pt x="654" y="1495"/>
                    <a:pt x="628" y="1512"/>
                    <a:pt x="602" y="1538"/>
                  </a:cubicBezTo>
                  <a:cubicBezTo>
                    <a:pt x="585" y="1555"/>
                    <a:pt x="559" y="1564"/>
                    <a:pt x="542" y="1590"/>
                  </a:cubicBezTo>
                  <a:cubicBezTo>
                    <a:pt x="533" y="1598"/>
                    <a:pt x="525" y="1607"/>
                    <a:pt x="508" y="1616"/>
                  </a:cubicBezTo>
                  <a:cubicBezTo>
                    <a:pt x="490" y="1633"/>
                    <a:pt x="473" y="1641"/>
                    <a:pt x="456" y="1659"/>
                  </a:cubicBezTo>
                  <a:cubicBezTo>
                    <a:pt x="430" y="1676"/>
                    <a:pt x="405" y="1676"/>
                    <a:pt x="379" y="1693"/>
                  </a:cubicBezTo>
                  <a:cubicBezTo>
                    <a:pt x="353" y="1701"/>
                    <a:pt x="327" y="1710"/>
                    <a:pt x="301" y="1710"/>
                  </a:cubicBezTo>
                  <a:cubicBezTo>
                    <a:pt x="290" y="1710"/>
                    <a:pt x="279" y="1706"/>
                    <a:pt x="267" y="1706"/>
                  </a:cubicBezTo>
                  <a:cubicBezTo>
                    <a:pt x="261" y="1706"/>
                    <a:pt x="256" y="1707"/>
                    <a:pt x="250" y="1710"/>
                  </a:cubicBezTo>
                  <a:cubicBezTo>
                    <a:pt x="233" y="1710"/>
                    <a:pt x="216" y="1727"/>
                    <a:pt x="198" y="1727"/>
                  </a:cubicBezTo>
                  <a:cubicBezTo>
                    <a:pt x="173" y="1736"/>
                    <a:pt x="147" y="1744"/>
                    <a:pt x="130" y="1762"/>
                  </a:cubicBezTo>
                  <a:cubicBezTo>
                    <a:pt x="95" y="1779"/>
                    <a:pt x="78" y="1787"/>
                    <a:pt x="44" y="1796"/>
                  </a:cubicBezTo>
                  <a:lnTo>
                    <a:pt x="9" y="1822"/>
                  </a:lnTo>
                  <a:cubicBezTo>
                    <a:pt x="1" y="1830"/>
                    <a:pt x="9" y="1839"/>
                    <a:pt x="27" y="1856"/>
                  </a:cubicBezTo>
                  <a:cubicBezTo>
                    <a:pt x="44" y="1865"/>
                    <a:pt x="61" y="1873"/>
                    <a:pt x="78" y="1882"/>
                  </a:cubicBezTo>
                  <a:cubicBezTo>
                    <a:pt x="82" y="1883"/>
                    <a:pt x="85" y="1884"/>
                    <a:pt x="89" y="1884"/>
                  </a:cubicBezTo>
                  <a:cubicBezTo>
                    <a:pt x="111" y="1884"/>
                    <a:pt x="133" y="1862"/>
                    <a:pt x="155" y="1848"/>
                  </a:cubicBezTo>
                  <a:cubicBezTo>
                    <a:pt x="173" y="1842"/>
                    <a:pt x="203" y="1832"/>
                    <a:pt x="229" y="1832"/>
                  </a:cubicBezTo>
                  <a:cubicBezTo>
                    <a:pt x="240" y="1832"/>
                    <a:pt x="250" y="1834"/>
                    <a:pt x="258" y="1839"/>
                  </a:cubicBezTo>
                  <a:lnTo>
                    <a:pt x="284" y="1848"/>
                  </a:lnTo>
                  <a:lnTo>
                    <a:pt x="310" y="1848"/>
                  </a:lnTo>
                  <a:cubicBezTo>
                    <a:pt x="327" y="1852"/>
                    <a:pt x="344" y="1852"/>
                    <a:pt x="362" y="1852"/>
                  </a:cubicBezTo>
                  <a:cubicBezTo>
                    <a:pt x="379" y="1852"/>
                    <a:pt x="396" y="1852"/>
                    <a:pt x="413" y="1856"/>
                  </a:cubicBezTo>
                  <a:lnTo>
                    <a:pt x="490" y="1856"/>
                  </a:lnTo>
                  <a:cubicBezTo>
                    <a:pt x="499" y="1865"/>
                    <a:pt x="508" y="1865"/>
                    <a:pt x="525" y="1865"/>
                  </a:cubicBezTo>
                  <a:cubicBezTo>
                    <a:pt x="551" y="1865"/>
                    <a:pt x="568" y="1856"/>
                    <a:pt x="594" y="1848"/>
                  </a:cubicBezTo>
                  <a:cubicBezTo>
                    <a:pt x="611" y="1830"/>
                    <a:pt x="645" y="1830"/>
                    <a:pt x="662" y="1813"/>
                  </a:cubicBezTo>
                  <a:lnTo>
                    <a:pt x="671" y="1796"/>
                  </a:lnTo>
                  <a:cubicBezTo>
                    <a:pt x="688" y="1787"/>
                    <a:pt x="714" y="1787"/>
                    <a:pt x="722" y="1779"/>
                  </a:cubicBezTo>
                  <a:cubicBezTo>
                    <a:pt x="757" y="1770"/>
                    <a:pt x="783" y="1770"/>
                    <a:pt x="808" y="1762"/>
                  </a:cubicBezTo>
                  <a:cubicBezTo>
                    <a:pt x="826" y="1753"/>
                    <a:pt x="843" y="1727"/>
                    <a:pt x="860" y="1727"/>
                  </a:cubicBezTo>
                  <a:cubicBezTo>
                    <a:pt x="877" y="1719"/>
                    <a:pt x="886" y="1719"/>
                    <a:pt x="894" y="1710"/>
                  </a:cubicBezTo>
                  <a:lnTo>
                    <a:pt x="911" y="1701"/>
                  </a:lnTo>
                  <a:cubicBezTo>
                    <a:pt x="920" y="1684"/>
                    <a:pt x="937" y="1676"/>
                    <a:pt x="946" y="1659"/>
                  </a:cubicBezTo>
                  <a:cubicBezTo>
                    <a:pt x="972" y="1633"/>
                    <a:pt x="989" y="1598"/>
                    <a:pt x="1006" y="1564"/>
                  </a:cubicBezTo>
                  <a:lnTo>
                    <a:pt x="1023" y="1547"/>
                  </a:lnTo>
                  <a:lnTo>
                    <a:pt x="1040" y="1530"/>
                  </a:lnTo>
                  <a:cubicBezTo>
                    <a:pt x="1049" y="1504"/>
                    <a:pt x="1075" y="1495"/>
                    <a:pt x="1092" y="1478"/>
                  </a:cubicBezTo>
                  <a:cubicBezTo>
                    <a:pt x="1118" y="1444"/>
                    <a:pt x="1143" y="1418"/>
                    <a:pt x="1178" y="1401"/>
                  </a:cubicBezTo>
                  <a:cubicBezTo>
                    <a:pt x="1195" y="1392"/>
                    <a:pt x="1212" y="1384"/>
                    <a:pt x="1221" y="1375"/>
                  </a:cubicBezTo>
                  <a:cubicBezTo>
                    <a:pt x="1238" y="1366"/>
                    <a:pt x="1255" y="1366"/>
                    <a:pt x="1272" y="1358"/>
                  </a:cubicBezTo>
                  <a:cubicBezTo>
                    <a:pt x="1289" y="1349"/>
                    <a:pt x="1298" y="1332"/>
                    <a:pt x="1307" y="1306"/>
                  </a:cubicBezTo>
                  <a:cubicBezTo>
                    <a:pt x="1315" y="1272"/>
                    <a:pt x="1324" y="1238"/>
                    <a:pt x="1315" y="1203"/>
                  </a:cubicBezTo>
                  <a:cubicBezTo>
                    <a:pt x="1315" y="1177"/>
                    <a:pt x="1307" y="1152"/>
                    <a:pt x="1307" y="1134"/>
                  </a:cubicBezTo>
                  <a:cubicBezTo>
                    <a:pt x="1307" y="1117"/>
                    <a:pt x="1307" y="1109"/>
                    <a:pt x="1307" y="1091"/>
                  </a:cubicBezTo>
                  <a:cubicBezTo>
                    <a:pt x="1315" y="1066"/>
                    <a:pt x="1324" y="1031"/>
                    <a:pt x="1332" y="1006"/>
                  </a:cubicBezTo>
                  <a:cubicBezTo>
                    <a:pt x="1341" y="971"/>
                    <a:pt x="1341" y="945"/>
                    <a:pt x="1341" y="920"/>
                  </a:cubicBezTo>
                  <a:cubicBezTo>
                    <a:pt x="1341" y="885"/>
                    <a:pt x="1324" y="860"/>
                    <a:pt x="1324" y="825"/>
                  </a:cubicBezTo>
                  <a:cubicBezTo>
                    <a:pt x="1315" y="791"/>
                    <a:pt x="1332" y="748"/>
                    <a:pt x="1315" y="705"/>
                  </a:cubicBezTo>
                  <a:cubicBezTo>
                    <a:pt x="1307" y="679"/>
                    <a:pt x="1289" y="653"/>
                    <a:pt x="1281" y="628"/>
                  </a:cubicBezTo>
                  <a:cubicBezTo>
                    <a:pt x="1281" y="602"/>
                    <a:pt x="1281" y="585"/>
                    <a:pt x="1281" y="567"/>
                  </a:cubicBezTo>
                  <a:cubicBezTo>
                    <a:pt x="1289" y="542"/>
                    <a:pt x="1281" y="524"/>
                    <a:pt x="1289" y="507"/>
                  </a:cubicBezTo>
                  <a:cubicBezTo>
                    <a:pt x="1298" y="490"/>
                    <a:pt x="1289" y="473"/>
                    <a:pt x="1289" y="456"/>
                  </a:cubicBezTo>
                  <a:cubicBezTo>
                    <a:pt x="1298" y="439"/>
                    <a:pt x="1307" y="421"/>
                    <a:pt x="1307" y="396"/>
                  </a:cubicBezTo>
                  <a:cubicBezTo>
                    <a:pt x="1307" y="378"/>
                    <a:pt x="1298" y="361"/>
                    <a:pt x="1298" y="335"/>
                  </a:cubicBezTo>
                  <a:lnTo>
                    <a:pt x="1289" y="318"/>
                  </a:lnTo>
                  <a:lnTo>
                    <a:pt x="1272" y="301"/>
                  </a:lnTo>
                  <a:cubicBezTo>
                    <a:pt x="1264" y="292"/>
                    <a:pt x="1264" y="267"/>
                    <a:pt x="1255" y="241"/>
                  </a:cubicBezTo>
                  <a:cubicBezTo>
                    <a:pt x="1246" y="215"/>
                    <a:pt x="1238" y="198"/>
                    <a:pt x="1221" y="172"/>
                  </a:cubicBezTo>
                  <a:cubicBezTo>
                    <a:pt x="1212" y="155"/>
                    <a:pt x="1195" y="129"/>
                    <a:pt x="1178" y="121"/>
                  </a:cubicBezTo>
                  <a:lnTo>
                    <a:pt x="1152" y="103"/>
                  </a:lnTo>
                  <a:cubicBezTo>
                    <a:pt x="1135" y="86"/>
                    <a:pt x="1126" y="78"/>
                    <a:pt x="1118" y="69"/>
                  </a:cubicBezTo>
                  <a:cubicBezTo>
                    <a:pt x="1092" y="61"/>
                    <a:pt x="1075" y="52"/>
                    <a:pt x="1049" y="43"/>
                  </a:cubicBezTo>
                  <a:cubicBezTo>
                    <a:pt x="1032" y="43"/>
                    <a:pt x="1023" y="35"/>
                    <a:pt x="1006" y="35"/>
                  </a:cubicBezTo>
                  <a:lnTo>
                    <a:pt x="972" y="35"/>
                  </a:lnTo>
                  <a:cubicBezTo>
                    <a:pt x="954" y="26"/>
                    <a:pt x="929" y="26"/>
                    <a:pt x="929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8" name="Google Shape;1258;p17"/>
            <p:cNvSpPr/>
            <p:nvPr/>
          </p:nvSpPr>
          <p:spPr>
            <a:xfrm>
              <a:off x="5189125" y="1265875"/>
              <a:ext cx="36525" cy="50225"/>
            </a:xfrm>
            <a:custGeom>
              <a:avLst/>
              <a:gdLst/>
              <a:ahLst/>
              <a:cxnLst/>
              <a:rect l="l" t="t" r="r" b="b"/>
              <a:pathLst>
                <a:path w="1461" h="2009" extrusionOk="0">
                  <a:moveTo>
                    <a:pt x="960" y="0"/>
                  </a:moveTo>
                  <a:cubicBezTo>
                    <a:pt x="935" y="0"/>
                    <a:pt x="929" y="94"/>
                    <a:pt x="937" y="101"/>
                  </a:cubicBezTo>
                  <a:lnTo>
                    <a:pt x="963" y="135"/>
                  </a:lnTo>
                  <a:cubicBezTo>
                    <a:pt x="980" y="161"/>
                    <a:pt x="1006" y="178"/>
                    <a:pt x="1031" y="204"/>
                  </a:cubicBezTo>
                  <a:cubicBezTo>
                    <a:pt x="1066" y="230"/>
                    <a:pt x="1092" y="273"/>
                    <a:pt x="1117" y="299"/>
                  </a:cubicBezTo>
                  <a:cubicBezTo>
                    <a:pt x="1143" y="324"/>
                    <a:pt x="1152" y="324"/>
                    <a:pt x="1160" y="359"/>
                  </a:cubicBezTo>
                  <a:cubicBezTo>
                    <a:pt x="1169" y="376"/>
                    <a:pt x="1177" y="393"/>
                    <a:pt x="1177" y="419"/>
                  </a:cubicBezTo>
                  <a:cubicBezTo>
                    <a:pt x="1177" y="436"/>
                    <a:pt x="1177" y="436"/>
                    <a:pt x="1177" y="453"/>
                  </a:cubicBezTo>
                  <a:cubicBezTo>
                    <a:pt x="1195" y="505"/>
                    <a:pt x="1212" y="556"/>
                    <a:pt x="1212" y="608"/>
                  </a:cubicBezTo>
                  <a:cubicBezTo>
                    <a:pt x="1220" y="677"/>
                    <a:pt x="1220" y="754"/>
                    <a:pt x="1220" y="831"/>
                  </a:cubicBezTo>
                  <a:cubicBezTo>
                    <a:pt x="1229" y="874"/>
                    <a:pt x="1212" y="917"/>
                    <a:pt x="1203" y="969"/>
                  </a:cubicBezTo>
                  <a:cubicBezTo>
                    <a:pt x="1195" y="995"/>
                    <a:pt x="1177" y="1020"/>
                    <a:pt x="1160" y="1046"/>
                  </a:cubicBezTo>
                  <a:cubicBezTo>
                    <a:pt x="1134" y="1089"/>
                    <a:pt x="1143" y="1132"/>
                    <a:pt x="1117" y="1175"/>
                  </a:cubicBezTo>
                  <a:cubicBezTo>
                    <a:pt x="1092" y="1209"/>
                    <a:pt x="1040" y="1252"/>
                    <a:pt x="997" y="1278"/>
                  </a:cubicBezTo>
                  <a:lnTo>
                    <a:pt x="945" y="1287"/>
                  </a:lnTo>
                  <a:lnTo>
                    <a:pt x="945" y="1330"/>
                  </a:lnTo>
                  <a:cubicBezTo>
                    <a:pt x="937" y="1381"/>
                    <a:pt x="902" y="1424"/>
                    <a:pt x="877" y="1458"/>
                  </a:cubicBezTo>
                  <a:cubicBezTo>
                    <a:pt x="868" y="1476"/>
                    <a:pt x="860" y="1501"/>
                    <a:pt x="851" y="1519"/>
                  </a:cubicBezTo>
                  <a:cubicBezTo>
                    <a:pt x="834" y="1536"/>
                    <a:pt x="834" y="1570"/>
                    <a:pt x="817" y="1587"/>
                  </a:cubicBezTo>
                  <a:cubicBezTo>
                    <a:pt x="799" y="1613"/>
                    <a:pt x="765" y="1622"/>
                    <a:pt x="731" y="1630"/>
                  </a:cubicBezTo>
                  <a:cubicBezTo>
                    <a:pt x="705" y="1630"/>
                    <a:pt x="671" y="1639"/>
                    <a:pt x="653" y="1665"/>
                  </a:cubicBezTo>
                  <a:cubicBezTo>
                    <a:pt x="645" y="1682"/>
                    <a:pt x="636" y="1699"/>
                    <a:pt x="636" y="1725"/>
                  </a:cubicBezTo>
                  <a:cubicBezTo>
                    <a:pt x="628" y="1733"/>
                    <a:pt x="619" y="1751"/>
                    <a:pt x="610" y="1759"/>
                  </a:cubicBezTo>
                  <a:cubicBezTo>
                    <a:pt x="593" y="1785"/>
                    <a:pt x="593" y="1794"/>
                    <a:pt x="559" y="1802"/>
                  </a:cubicBezTo>
                  <a:cubicBezTo>
                    <a:pt x="533" y="1811"/>
                    <a:pt x="499" y="1819"/>
                    <a:pt x="473" y="1828"/>
                  </a:cubicBezTo>
                  <a:cubicBezTo>
                    <a:pt x="421" y="1837"/>
                    <a:pt x="378" y="1854"/>
                    <a:pt x="327" y="1854"/>
                  </a:cubicBezTo>
                  <a:cubicBezTo>
                    <a:pt x="293" y="1862"/>
                    <a:pt x="258" y="1871"/>
                    <a:pt x="232" y="1879"/>
                  </a:cubicBezTo>
                  <a:cubicBezTo>
                    <a:pt x="208" y="1886"/>
                    <a:pt x="192" y="1892"/>
                    <a:pt x="173" y="1892"/>
                  </a:cubicBezTo>
                  <a:cubicBezTo>
                    <a:pt x="165" y="1892"/>
                    <a:pt x="157" y="1891"/>
                    <a:pt x="146" y="1888"/>
                  </a:cubicBezTo>
                  <a:cubicBezTo>
                    <a:pt x="129" y="1888"/>
                    <a:pt x="112" y="1879"/>
                    <a:pt x="86" y="1871"/>
                  </a:cubicBezTo>
                  <a:lnTo>
                    <a:pt x="43" y="1871"/>
                  </a:lnTo>
                  <a:cubicBezTo>
                    <a:pt x="0" y="1871"/>
                    <a:pt x="0" y="1897"/>
                    <a:pt x="9" y="1914"/>
                  </a:cubicBezTo>
                  <a:cubicBezTo>
                    <a:pt x="18" y="1922"/>
                    <a:pt x="35" y="1940"/>
                    <a:pt x="52" y="1948"/>
                  </a:cubicBezTo>
                  <a:lnTo>
                    <a:pt x="86" y="1957"/>
                  </a:lnTo>
                  <a:lnTo>
                    <a:pt x="103" y="1965"/>
                  </a:lnTo>
                  <a:lnTo>
                    <a:pt x="129" y="1974"/>
                  </a:lnTo>
                  <a:lnTo>
                    <a:pt x="164" y="1991"/>
                  </a:lnTo>
                  <a:cubicBezTo>
                    <a:pt x="172" y="1995"/>
                    <a:pt x="181" y="1995"/>
                    <a:pt x="189" y="1995"/>
                  </a:cubicBezTo>
                  <a:cubicBezTo>
                    <a:pt x="198" y="1995"/>
                    <a:pt x="207" y="1995"/>
                    <a:pt x="215" y="2000"/>
                  </a:cubicBezTo>
                  <a:cubicBezTo>
                    <a:pt x="232" y="2000"/>
                    <a:pt x="250" y="2008"/>
                    <a:pt x="258" y="2008"/>
                  </a:cubicBezTo>
                  <a:cubicBezTo>
                    <a:pt x="293" y="2008"/>
                    <a:pt x="344" y="2000"/>
                    <a:pt x="370" y="1983"/>
                  </a:cubicBezTo>
                  <a:cubicBezTo>
                    <a:pt x="378" y="1974"/>
                    <a:pt x="396" y="1957"/>
                    <a:pt x="413" y="1948"/>
                  </a:cubicBezTo>
                  <a:cubicBezTo>
                    <a:pt x="439" y="1940"/>
                    <a:pt x="482" y="1931"/>
                    <a:pt x="507" y="1931"/>
                  </a:cubicBezTo>
                  <a:cubicBezTo>
                    <a:pt x="514" y="1930"/>
                    <a:pt x="521" y="1930"/>
                    <a:pt x="527" y="1930"/>
                  </a:cubicBezTo>
                  <a:cubicBezTo>
                    <a:pt x="605" y="1930"/>
                    <a:pt x="678" y="1962"/>
                    <a:pt x="754" y="1962"/>
                  </a:cubicBezTo>
                  <a:cubicBezTo>
                    <a:pt x="780" y="1962"/>
                    <a:pt x="807" y="1959"/>
                    <a:pt x="834" y="1948"/>
                  </a:cubicBezTo>
                  <a:cubicBezTo>
                    <a:pt x="860" y="1940"/>
                    <a:pt x="868" y="1914"/>
                    <a:pt x="894" y="1897"/>
                  </a:cubicBezTo>
                  <a:cubicBezTo>
                    <a:pt x="911" y="1879"/>
                    <a:pt x="928" y="1862"/>
                    <a:pt x="937" y="1845"/>
                  </a:cubicBezTo>
                  <a:cubicBezTo>
                    <a:pt x="971" y="1794"/>
                    <a:pt x="988" y="1725"/>
                    <a:pt x="1014" y="1673"/>
                  </a:cubicBezTo>
                  <a:cubicBezTo>
                    <a:pt x="1023" y="1622"/>
                    <a:pt x="1040" y="1562"/>
                    <a:pt x="1066" y="1510"/>
                  </a:cubicBezTo>
                  <a:cubicBezTo>
                    <a:pt x="1083" y="1476"/>
                    <a:pt x="1109" y="1458"/>
                    <a:pt x="1143" y="1441"/>
                  </a:cubicBezTo>
                  <a:cubicBezTo>
                    <a:pt x="1186" y="1424"/>
                    <a:pt x="1220" y="1407"/>
                    <a:pt x="1263" y="1381"/>
                  </a:cubicBezTo>
                  <a:cubicBezTo>
                    <a:pt x="1306" y="1355"/>
                    <a:pt x="1349" y="1338"/>
                    <a:pt x="1375" y="1295"/>
                  </a:cubicBezTo>
                  <a:cubicBezTo>
                    <a:pt x="1401" y="1244"/>
                    <a:pt x="1401" y="1192"/>
                    <a:pt x="1409" y="1149"/>
                  </a:cubicBezTo>
                  <a:cubicBezTo>
                    <a:pt x="1418" y="1089"/>
                    <a:pt x="1444" y="1038"/>
                    <a:pt x="1435" y="977"/>
                  </a:cubicBezTo>
                  <a:cubicBezTo>
                    <a:pt x="1435" y="943"/>
                    <a:pt x="1427" y="909"/>
                    <a:pt x="1427" y="883"/>
                  </a:cubicBezTo>
                  <a:cubicBezTo>
                    <a:pt x="1418" y="840"/>
                    <a:pt x="1392" y="806"/>
                    <a:pt x="1401" y="763"/>
                  </a:cubicBezTo>
                  <a:cubicBezTo>
                    <a:pt x="1401" y="745"/>
                    <a:pt x="1401" y="720"/>
                    <a:pt x="1409" y="711"/>
                  </a:cubicBezTo>
                  <a:lnTo>
                    <a:pt x="1418" y="694"/>
                  </a:lnTo>
                  <a:cubicBezTo>
                    <a:pt x="1427" y="668"/>
                    <a:pt x="1435" y="642"/>
                    <a:pt x="1435" y="617"/>
                  </a:cubicBezTo>
                  <a:cubicBezTo>
                    <a:pt x="1444" y="582"/>
                    <a:pt x="1452" y="556"/>
                    <a:pt x="1461" y="522"/>
                  </a:cubicBezTo>
                  <a:cubicBezTo>
                    <a:pt x="1461" y="496"/>
                    <a:pt x="1452" y="453"/>
                    <a:pt x="1444" y="428"/>
                  </a:cubicBezTo>
                  <a:cubicBezTo>
                    <a:pt x="1435" y="402"/>
                    <a:pt x="1427" y="376"/>
                    <a:pt x="1401" y="359"/>
                  </a:cubicBezTo>
                  <a:cubicBezTo>
                    <a:pt x="1375" y="333"/>
                    <a:pt x="1341" y="316"/>
                    <a:pt x="1315" y="299"/>
                  </a:cubicBezTo>
                  <a:cubicBezTo>
                    <a:pt x="1298" y="273"/>
                    <a:pt x="1281" y="256"/>
                    <a:pt x="1255" y="239"/>
                  </a:cubicBezTo>
                  <a:cubicBezTo>
                    <a:pt x="1220" y="213"/>
                    <a:pt x="1203" y="178"/>
                    <a:pt x="1169" y="153"/>
                  </a:cubicBezTo>
                  <a:cubicBezTo>
                    <a:pt x="1134" y="135"/>
                    <a:pt x="1100" y="118"/>
                    <a:pt x="1066" y="92"/>
                  </a:cubicBezTo>
                  <a:cubicBezTo>
                    <a:pt x="1031" y="75"/>
                    <a:pt x="1006" y="32"/>
                    <a:pt x="971" y="7"/>
                  </a:cubicBezTo>
                  <a:cubicBezTo>
                    <a:pt x="967" y="2"/>
                    <a:pt x="963" y="0"/>
                    <a:pt x="96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9" name="Google Shape;1259;p17"/>
            <p:cNvSpPr/>
            <p:nvPr/>
          </p:nvSpPr>
          <p:spPr>
            <a:xfrm>
              <a:off x="5146375" y="1229300"/>
              <a:ext cx="78425" cy="79700"/>
            </a:xfrm>
            <a:custGeom>
              <a:avLst/>
              <a:gdLst/>
              <a:ahLst/>
              <a:cxnLst/>
              <a:rect l="l" t="t" r="r" b="b"/>
              <a:pathLst>
                <a:path w="3137" h="3188" extrusionOk="0">
                  <a:moveTo>
                    <a:pt x="1960" y="0"/>
                  </a:moveTo>
                  <a:cubicBezTo>
                    <a:pt x="1917" y="0"/>
                    <a:pt x="1856" y="43"/>
                    <a:pt x="1813" y="61"/>
                  </a:cubicBezTo>
                  <a:cubicBezTo>
                    <a:pt x="1753" y="78"/>
                    <a:pt x="1710" y="78"/>
                    <a:pt x="1659" y="78"/>
                  </a:cubicBezTo>
                  <a:cubicBezTo>
                    <a:pt x="1650" y="77"/>
                    <a:pt x="1641" y="76"/>
                    <a:pt x="1632" y="76"/>
                  </a:cubicBezTo>
                  <a:cubicBezTo>
                    <a:pt x="1555" y="76"/>
                    <a:pt x="1479" y="107"/>
                    <a:pt x="1410" y="138"/>
                  </a:cubicBezTo>
                  <a:cubicBezTo>
                    <a:pt x="1375" y="155"/>
                    <a:pt x="1332" y="155"/>
                    <a:pt x="1289" y="172"/>
                  </a:cubicBezTo>
                  <a:cubicBezTo>
                    <a:pt x="1229" y="189"/>
                    <a:pt x="1212" y="215"/>
                    <a:pt x="1169" y="250"/>
                  </a:cubicBezTo>
                  <a:cubicBezTo>
                    <a:pt x="1109" y="301"/>
                    <a:pt x="1057" y="353"/>
                    <a:pt x="997" y="413"/>
                  </a:cubicBezTo>
                  <a:cubicBezTo>
                    <a:pt x="946" y="464"/>
                    <a:pt x="894" y="533"/>
                    <a:pt x="808" y="533"/>
                  </a:cubicBezTo>
                  <a:cubicBezTo>
                    <a:pt x="748" y="533"/>
                    <a:pt x="645" y="602"/>
                    <a:pt x="636" y="671"/>
                  </a:cubicBezTo>
                  <a:cubicBezTo>
                    <a:pt x="611" y="765"/>
                    <a:pt x="645" y="782"/>
                    <a:pt x="559" y="868"/>
                  </a:cubicBezTo>
                  <a:cubicBezTo>
                    <a:pt x="533" y="903"/>
                    <a:pt x="508" y="937"/>
                    <a:pt x="473" y="954"/>
                  </a:cubicBezTo>
                  <a:cubicBezTo>
                    <a:pt x="447" y="971"/>
                    <a:pt x="439" y="1057"/>
                    <a:pt x="413" y="1066"/>
                  </a:cubicBezTo>
                  <a:cubicBezTo>
                    <a:pt x="396" y="1083"/>
                    <a:pt x="387" y="1100"/>
                    <a:pt x="370" y="1109"/>
                  </a:cubicBezTo>
                  <a:lnTo>
                    <a:pt x="344" y="1109"/>
                  </a:lnTo>
                  <a:lnTo>
                    <a:pt x="319" y="1152"/>
                  </a:lnTo>
                  <a:cubicBezTo>
                    <a:pt x="293" y="1169"/>
                    <a:pt x="267" y="1177"/>
                    <a:pt x="241" y="1186"/>
                  </a:cubicBezTo>
                  <a:cubicBezTo>
                    <a:pt x="173" y="1238"/>
                    <a:pt x="147" y="1306"/>
                    <a:pt x="121" y="1392"/>
                  </a:cubicBezTo>
                  <a:cubicBezTo>
                    <a:pt x="104" y="1427"/>
                    <a:pt x="78" y="1444"/>
                    <a:pt x="78" y="1487"/>
                  </a:cubicBezTo>
                  <a:cubicBezTo>
                    <a:pt x="69" y="1547"/>
                    <a:pt x="78" y="1590"/>
                    <a:pt x="87" y="1641"/>
                  </a:cubicBezTo>
                  <a:cubicBezTo>
                    <a:pt x="104" y="1744"/>
                    <a:pt x="26" y="1805"/>
                    <a:pt x="18" y="1899"/>
                  </a:cubicBezTo>
                  <a:cubicBezTo>
                    <a:pt x="18" y="1942"/>
                    <a:pt x="44" y="1968"/>
                    <a:pt x="52" y="2002"/>
                  </a:cubicBezTo>
                  <a:cubicBezTo>
                    <a:pt x="61" y="2037"/>
                    <a:pt x="52" y="2097"/>
                    <a:pt x="44" y="2131"/>
                  </a:cubicBezTo>
                  <a:cubicBezTo>
                    <a:pt x="35" y="2174"/>
                    <a:pt x="9" y="2226"/>
                    <a:pt x="1" y="2286"/>
                  </a:cubicBezTo>
                  <a:cubicBezTo>
                    <a:pt x="1" y="2320"/>
                    <a:pt x="9" y="2354"/>
                    <a:pt x="9" y="2397"/>
                  </a:cubicBezTo>
                  <a:cubicBezTo>
                    <a:pt x="26" y="2458"/>
                    <a:pt x="52" y="2501"/>
                    <a:pt x="78" y="2552"/>
                  </a:cubicBezTo>
                  <a:cubicBezTo>
                    <a:pt x="104" y="2612"/>
                    <a:pt x="69" y="2647"/>
                    <a:pt x="61" y="2707"/>
                  </a:cubicBezTo>
                  <a:cubicBezTo>
                    <a:pt x="52" y="2767"/>
                    <a:pt x="61" y="2836"/>
                    <a:pt x="69" y="2887"/>
                  </a:cubicBezTo>
                  <a:cubicBezTo>
                    <a:pt x="95" y="2982"/>
                    <a:pt x="138" y="3076"/>
                    <a:pt x="215" y="3136"/>
                  </a:cubicBezTo>
                  <a:cubicBezTo>
                    <a:pt x="233" y="3153"/>
                    <a:pt x="250" y="3171"/>
                    <a:pt x="267" y="3188"/>
                  </a:cubicBezTo>
                  <a:cubicBezTo>
                    <a:pt x="258" y="3171"/>
                    <a:pt x="258" y="3162"/>
                    <a:pt x="250" y="3145"/>
                  </a:cubicBezTo>
                  <a:cubicBezTo>
                    <a:pt x="241" y="3110"/>
                    <a:pt x="224" y="3076"/>
                    <a:pt x="215" y="3042"/>
                  </a:cubicBezTo>
                  <a:cubicBezTo>
                    <a:pt x="207" y="3016"/>
                    <a:pt x="207" y="2990"/>
                    <a:pt x="198" y="2964"/>
                  </a:cubicBezTo>
                  <a:cubicBezTo>
                    <a:pt x="198" y="2956"/>
                    <a:pt x="181" y="2939"/>
                    <a:pt x="181" y="2921"/>
                  </a:cubicBezTo>
                  <a:lnTo>
                    <a:pt x="198" y="2879"/>
                  </a:lnTo>
                  <a:cubicBezTo>
                    <a:pt x="250" y="2732"/>
                    <a:pt x="181" y="2586"/>
                    <a:pt x="181" y="2440"/>
                  </a:cubicBezTo>
                  <a:cubicBezTo>
                    <a:pt x="181" y="2354"/>
                    <a:pt x="198" y="2277"/>
                    <a:pt x="207" y="2200"/>
                  </a:cubicBezTo>
                  <a:cubicBezTo>
                    <a:pt x="207" y="2183"/>
                    <a:pt x="207" y="2157"/>
                    <a:pt x="207" y="2148"/>
                  </a:cubicBezTo>
                  <a:cubicBezTo>
                    <a:pt x="207" y="2140"/>
                    <a:pt x="215" y="2140"/>
                    <a:pt x="215" y="2122"/>
                  </a:cubicBezTo>
                  <a:lnTo>
                    <a:pt x="198" y="2114"/>
                  </a:lnTo>
                  <a:cubicBezTo>
                    <a:pt x="181" y="2071"/>
                    <a:pt x="181" y="2019"/>
                    <a:pt x="181" y="1976"/>
                  </a:cubicBezTo>
                  <a:cubicBezTo>
                    <a:pt x="164" y="1891"/>
                    <a:pt x="173" y="1796"/>
                    <a:pt x="233" y="1727"/>
                  </a:cubicBezTo>
                  <a:cubicBezTo>
                    <a:pt x="241" y="1710"/>
                    <a:pt x="250" y="1702"/>
                    <a:pt x="258" y="1684"/>
                  </a:cubicBezTo>
                  <a:cubicBezTo>
                    <a:pt x="258" y="1659"/>
                    <a:pt x="250" y="1641"/>
                    <a:pt x="250" y="1616"/>
                  </a:cubicBezTo>
                  <a:cubicBezTo>
                    <a:pt x="250" y="1598"/>
                    <a:pt x="250" y="1573"/>
                    <a:pt x="250" y="1547"/>
                  </a:cubicBezTo>
                  <a:cubicBezTo>
                    <a:pt x="258" y="1521"/>
                    <a:pt x="293" y="1495"/>
                    <a:pt x="301" y="1470"/>
                  </a:cubicBezTo>
                  <a:cubicBezTo>
                    <a:pt x="344" y="1418"/>
                    <a:pt x="405" y="1392"/>
                    <a:pt x="456" y="1349"/>
                  </a:cubicBezTo>
                  <a:cubicBezTo>
                    <a:pt x="465" y="1332"/>
                    <a:pt x="473" y="1323"/>
                    <a:pt x="482" y="1306"/>
                  </a:cubicBezTo>
                  <a:cubicBezTo>
                    <a:pt x="499" y="1289"/>
                    <a:pt x="490" y="1281"/>
                    <a:pt x="499" y="1255"/>
                  </a:cubicBezTo>
                  <a:cubicBezTo>
                    <a:pt x="499" y="1220"/>
                    <a:pt x="533" y="1195"/>
                    <a:pt x="559" y="1169"/>
                  </a:cubicBezTo>
                  <a:cubicBezTo>
                    <a:pt x="602" y="1134"/>
                    <a:pt x="636" y="1126"/>
                    <a:pt x="688" y="1126"/>
                  </a:cubicBezTo>
                  <a:cubicBezTo>
                    <a:pt x="697" y="1057"/>
                    <a:pt x="731" y="988"/>
                    <a:pt x="765" y="928"/>
                  </a:cubicBezTo>
                  <a:cubicBezTo>
                    <a:pt x="791" y="868"/>
                    <a:pt x="808" y="808"/>
                    <a:pt x="817" y="739"/>
                  </a:cubicBezTo>
                  <a:cubicBezTo>
                    <a:pt x="817" y="713"/>
                    <a:pt x="808" y="688"/>
                    <a:pt x="825" y="662"/>
                  </a:cubicBezTo>
                  <a:lnTo>
                    <a:pt x="825" y="645"/>
                  </a:lnTo>
                  <a:cubicBezTo>
                    <a:pt x="843" y="636"/>
                    <a:pt x="860" y="628"/>
                    <a:pt x="877" y="628"/>
                  </a:cubicBezTo>
                  <a:cubicBezTo>
                    <a:pt x="894" y="619"/>
                    <a:pt x="911" y="610"/>
                    <a:pt x="929" y="602"/>
                  </a:cubicBezTo>
                  <a:cubicBezTo>
                    <a:pt x="940" y="602"/>
                    <a:pt x="955" y="606"/>
                    <a:pt x="969" y="606"/>
                  </a:cubicBezTo>
                  <a:cubicBezTo>
                    <a:pt x="976" y="606"/>
                    <a:pt x="983" y="605"/>
                    <a:pt x="989" y="602"/>
                  </a:cubicBezTo>
                  <a:cubicBezTo>
                    <a:pt x="1006" y="593"/>
                    <a:pt x="1014" y="585"/>
                    <a:pt x="1023" y="576"/>
                  </a:cubicBezTo>
                  <a:cubicBezTo>
                    <a:pt x="1049" y="550"/>
                    <a:pt x="1075" y="542"/>
                    <a:pt x="1092" y="516"/>
                  </a:cubicBezTo>
                  <a:cubicBezTo>
                    <a:pt x="1118" y="490"/>
                    <a:pt x="1143" y="456"/>
                    <a:pt x="1161" y="430"/>
                  </a:cubicBezTo>
                  <a:cubicBezTo>
                    <a:pt x="1169" y="404"/>
                    <a:pt x="1178" y="387"/>
                    <a:pt x="1195" y="378"/>
                  </a:cubicBezTo>
                  <a:cubicBezTo>
                    <a:pt x="1212" y="361"/>
                    <a:pt x="1246" y="353"/>
                    <a:pt x="1272" y="353"/>
                  </a:cubicBezTo>
                  <a:cubicBezTo>
                    <a:pt x="1307" y="344"/>
                    <a:pt x="1332" y="335"/>
                    <a:pt x="1367" y="327"/>
                  </a:cubicBezTo>
                  <a:cubicBezTo>
                    <a:pt x="1410" y="310"/>
                    <a:pt x="1470" y="310"/>
                    <a:pt x="1496" y="267"/>
                  </a:cubicBezTo>
                  <a:cubicBezTo>
                    <a:pt x="1503" y="263"/>
                    <a:pt x="1516" y="261"/>
                    <a:pt x="1538" y="261"/>
                  </a:cubicBezTo>
                  <a:cubicBezTo>
                    <a:pt x="1570" y="261"/>
                    <a:pt x="1621" y="265"/>
                    <a:pt x="1702" y="275"/>
                  </a:cubicBezTo>
                  <a:cubicBezTo>
                    <a:pt x="1736" y="275"/>
                    <a:pt x="1994" y="301"/>
                    <a:pt x="2028" y="301"/>
                  </a:cubicBezTo>
                  <a:lnTo>
                    <a:pt x="2071" y="301"/>
                  </a:lnTo>
                  <a:cubicBezTo>
                    <a:pt x="2088" y="301"/>
                    <a:pt x="2106" y="293"/>
                    <a:pt x="2114" y="293"/>
                  </a:cubicBezTo>
                  <a:cubicBezTo>
                    <a:pt x="2131" y="301"/>
                    <a:pt x="2140" y="310"/>
                    <a:pt x="2149" y="318"/>
                  </a:cubicBezTo>
                  <a:cubicBezTo>
                    <a:pt x="2174" y="344"/>
                    <a:pt x="2200" y="378"/>
                    <a:pt x="2234" y="387"/>
                  </a:cubicBezTo>
                  <a:cubicBezTo>
                    <a:pt x="2277" y="404"/>
                    <a:pt x="2329" y="421"/>
                    <a:pt x="2372" y="421"/>
                  </a:cubicBezTo>
                  <a:cubicBezTo>
                    <a:pt x="2406" y="421"/>
                    <a:pt x="2441" y="396"/>
                    <a:pt x="2466" y="378"/>
                  </a:cubicBezTo>
                  <a:cubicBezTo>
                    <a:pt x="2484" y="370"/>
                    <a:pt x="2501" y="353"/>
                    <a:pt x="2518" y="353"/>
                  </a:cubicBezTo>
                  <a:lnTo>
                    <a:pt x="2544" y="370"/>
                  </a:lnTo>
                  <a:cubicBezTo>
                    <a:pt x="2561" y="387"/>
                    <a:pt x="2570" y="387"/>
                    <a:pt x="2587" y="396"/>
                  </a:cubicBezTo>
                  <a:cubicBezTo>
                    <a:pt x="2621" y="413"/>
                    <a:pt x="2655" y="430"/>
                    <a:pt x="2690" y="439"/>
                  </a:cubicBezTo>
                  <a:cubicBezTo>
                    <a:pt x="2724" y="447"/>
                    <a:pt x="2767" y="447"/>
                    <a:pt x="2793" y="464"/>
                  </a:cubicBezTo>
                  <a:lnTo>
                    <a:pt x="2819" y="490"/>
                  </a:lnTo>
                  <a:cubicBezTo>
                    <a:pt x="2836" y="499"/>
                    <a:pt x="2853" y="499"/>
                    <a:pt x="2870" y="507"/>
                  </a:cubicBezTo>
                  <a:cubicBezTo>
                    <a:pt x="2896" y="516"/>
                    <a:pt x="2913" y="524"/>
                    <a:pt x="2930" y="542"/>
                  </a:cubicBezTo>
                  <a:cubicBezTo>
                    <a:pt x="2956" y="550"/>
                    <a:pt x="2991" y="559"/>
                    <a:pt x="3008" y="567"/>
                  </a:cubicBezTo>
                  <a:cubicBezTo>
                    <a:pt x="3042" y="585"/>
                    <a:pt x="3068" y="610"/>
                    <a:pt x="3085" y="636"/>
                  </a:cubicBezTo>
                  <a:cubicBezTo>
                    <a:pt x="3102" y="653"/>
                    <a:pt x="3119" y="662"/>
                    <a:pt x="3137" y="679"/>
                  </a:cubicBezTo>
                  <a:cubicBezTo>
                    <a:pt x="3137" y="653"/>
                    <a:pt x="3137" y="628"/>
                    <a:pt x="3119" y="602"/>
                  </a:cubicBezTo>
                  <a:cubicBezTo>
                    <a:pt x="3094" y="567"/>
                    <a:pt x="3059" y="542"/>
                    <a:pt x="3033" y="499"/>
                  </a:cubicBezTo>
                  <a:cubicBezTo>
                    <a:pt x="3016" y="447"/>
                    <a:pt x="2991" y="421"/>
                    <a:pt x="2948" y="387"/>
                  </a:cubicBezTo>
                  <a:cubicBezTo>
                    <a:pt x="2862" y="335"/>
                    <a:pt x="2784" y="284"/>
                    <a:pt x="2698" y="232"/>
                  </a:cubicBezTo>
                  <a:cubicBezTo>
                    <a:pt x="2655" y="207"/>
                    <a:pt x="2621" y="215"/>
                    <a:pt x="2578" y="198"/>
                  </a:cubicBezTo>
                  <a:cubicBezTo>
                    <a:pt x="2544" y="189"/>
                    <a:pt x="2484" y="146"/>
                    <a:pt x="2466" y="146"/>
                  </a:cubicBezTo>
                  <a:cubicBezTo>
                    <a:pt x="2453" y="151"/>
                    <a:pt x="2440" y="153"/>
                    <a:pt x="2428" y="153"/>
                  </a:cubicBezTo>
                  <a:cubicBezTo>
                    <a:pt x="2393" y="153"/>
                    <a:pt x="2363" y="135"/>
                    <a:pt x="2338" y="104"/>
                  </a:cubicBezTo>
                  <a:cubicBezTo>
                    <a:pt x="2303" y="78"/>
                    <a:pt x="2286" y="52"/>
                    <a:pt x="2243" y="35"/>
                  </a:cubicBezTo>
                  <a:cubicBezTo>
                    <a:pt x="2229" y="32"/>
                    <a:pt x="2213" y="31"/>
                    <a:pt x="2196" y="31"/>
                  </a:cubicBezTo>
                  <a:cubicBezTo>
                    <a:pt x="2162" y="31"/>
                    <a:pt x="2126" y="35"/>
                    <a:pt x="2097" y="35"/>
                  </a:cubicBezTo>
                  <a:cubicBezTo>
                    <a:pt x="2071" y="26"/>
                    <a:pt x="2054" y="26"/>
                    <a:pt x="2028" y="26"/>
                  </a:cubicBezTo>
                  <a:lnTo>
                    <a:pt x="1994" y="2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0" name="Google Shape;1260;p17"/>
            <p:cNvSpPr/>
            <p:nvPr/>
          </p:nvSpPr>
          <p:spPr>
            <a:xfrm>
              <a:off x="5169575" y="1242175"/>
              <a:ext cx="56300" cy="26450"/>
            </a:xfrm>
            <a:custGeom>
              <a:avLst/>
              <a:gdLst/>
              <a:ahLst/>
              <a:cxnLst/>
              <a:rect l="l" t="t" r="r" b="b"/>
              <a:pathLst>
                <a:path w="2252" h="1058" extrusionOk="0">
                  <a:moveTo>
                    <a:pt x="66" y="502"/>
                  </a:moveTo>
                  <a:cubicBezTo>
                    <a:pt x="56" y="513"/>
                    <a:pt x="49" y="526"/>
                    <a:pt x="45" y="539"/>
                  </a:cubicBezTo>
                  <a:lnTo>
                    <a:pt x="45" y="539"/>
                  </a:lnTo>
                  <a:cubicBezTo>
                    <a:pt x="52" y="528"/>
                    <a:pt x="58" y="516"/>
                    <a:pt x="66" y="502"/>
                  </a:cubicBezTo>
                  <a:close/>
                  <a:moveTo>
                    <a:pt x="45" y="539"/>
                  </a:moveTo>
                  <a:cubicBezTo>
                    <a:pt x="42" y="543"/>
                    <a:pt x="38" y="547"/>
                    <a:pt x="35" y="551"/>
                  </a:cubicBezTo>
                  <a:cubicBezTo>
                    <a:pt x="35" y="551"/>
                    <a:pt x="35" y="551"/>
                    <a:pt x="35" y="551"/>
                  </a:cubicBezTo>
                  <a:lnTo>
                    <a:pt x="35" y="551"/>
                  </a:lnTo>
                  <a:cubicBezTo>
                    <a:pt x="38" y="548"/>
                    <a:pt x="41" y="545"/>
                    <a:pt x="44" y="542"/>
                  </a:cubicBezTo>
                  <a:cubicBezTo>
                    <a:pt x="44" y="541"/>
                    <a:pt x="44" y="540"/>
                    <a:pt x="45" y="539"/>
                  </a:cubicBezTo>
                  <a:close/>
                  <a:moveTo>
                    <a:pt x="35" y="551"/>
                  </a:moveTo>
                  <a:lnTo>
                    <a:pt x="35" y="551"/>
                  </a:lnTo>
                  <a:cubicBezTo>
                    <a:pt x="19" y="568"/>
                    <a:pt x="1" y="589"/>
                    <a:pt x="1" y="611"/>
                  </a:cubicBezTo>
                  <a:cubicBezTo>
                    <a:pt x="1" y="594"/>
                    <a:pt x="26" y="568"/>
                    <a:pt x="35" y="551"/>
                  </a:cubicBezTo>
                  <a:close/>
                  <a:moveTo>
                    <a:pt x="1066" y="1"/>
                  </a:moveTo>
                  <a:cubicBezTo>
                    <a:pt x="1040" y="1"/>
                    <a:pt x="1014" y="9"/>
                    <a:pt x="997" y="9"/>
                  </a:cubicBezTo>
                  <a:cubicBezTo>
                    <a:pt x="980" y="14"/>
                    <a:pt x="965" y="14"/>
                    <a:pt x="951" y="14"/>
                  </a:cubicBezTo>
                  <a:cubicBezTo>
                    <a:pt x="937" y="14"/>
                    <a:pt x="924" y="14"/>
                    <a:pt x="911" y="18"/>
                  </a:cubicBezTo>
                  <a:cubicBezTo>
                    <a:pt x="894" y="18"/>
                    <a:pt x="868" y="18"/>
                    <a:pt x="860" y="27"/>
                  </a:cubicBezTo>
                  <a:cubicBezTo>
                    <a:pt x="825" y="44"/>
                    <a:pt x="817" y="61"/>
                    <a:pt x="782" y="70"/>
                  </a:cubicBezTo>
                  <a:cubicBezTo>
                    <a:pt x="714" y="87"/>
                    <a:pt x="654" y="95"/>
                    <a:pt x="585" y="104"/>
                  </a:cubicBezTo>
                  <a:cubicBezTo>
                    <a:pt x="559" y="104"/>
                    <a:pt x="525" y="121"/>
                    <a:pt x="499" y="138"/>
                  </a:cubicBezTo>
                  <a:cubicBezTo>
                    <a:pt x="482" y="147"/>
                    <a:pt x="490" y="164"/>
                    <a:pt x="482" y="173"/>
                  </a:cubicBezTo>
                  <a:cubicBezTo>
                    <a:pt x="473" y="216"/>
                    <a:pt x="430" y="233"/>
                    <a:pt x="396" y="259"/>
                  </a:cubicBezTo>
                  <a:cubicBezTo>
                    <a:pt x="353" y="284"/>
                    <a:pt x="310" y="319"/>
                    <a:pt x="258" y="345"/>
                  </a:cubicBezTo>
                  <a:cubicBezTo>
                    <a:pt x="190" y="370"/>
                    <a:pt x="112" y="422"/>
                    <a:pt x="78" y="482"/>
                  </a:cubicBezTo>
                  <a:cubicBezTo>
                    <a:pt x="73" y="489"/>
                    <a:pt x="70" y="495"/>
                    <a:pt x="66" y="502"/>
                  </a:cubicBezTo>
                  <a:lnTo>
                    <a:pt x="66" y="502"/>
                  </a:lnTo>
                  <a:cubicBezTo>
                    <a:pt x="74" y="493"/>
                    <a:pt x="84" y="486"/>
                    <a:pt x="95" y="482"/>
                  </a:cubicBezTo>
                  <a:cubicBezTo>
                    <a:pt x="104" y="473"/>
                    <a:pt x="121" y="465"/>
                    <a:pt x="138" y="456"/>
                  </a:cubicBezTo>
                  <a:cubicBezTo>
                    <a:pt x="172" y="448"/>
                    <a:pt x="207" y="448"/>
                    <a:pt x="233" y="439"/>
                  </a:cubicBezTo>
                  <a:cubicBezTo>
                    <a:pt x="276" y="422"/>
                    <a:pt x="310" y="405"/>
                    <a:pt x="336" y="388"/>
                  </a:cubicBezTo>
                  <a:cubicBezTo>
                    <a:pt x="344" y="379"/>
                    <a:pt x="355" y="377"/>
                    <a:pt x="366" y="377"/>
                  </a:cubicBezTo>
                  <a:cubicBezTo>
                    <a:pt x="376" y="377"/>
                    <a:pt x="387" y="379"/>
                    <a:pt x="396" y="379"/>
                  </a:cubicBezTo>
                  <a:cubicBezTo>
                    <a:pt x="422" y="379"/>
                    <a:pt x="439" y="379"/>
                    <a:pt x="465" y="370"/>
                  </a:cubicBezTo>
                  <a:cubicBezTo>
                    <a:pt x="482" y="362"/>
                    <a:pt x="507" y="362"/>
                    <a:pt x="525" y="353"/>
                  </a:cubicBezTo>
                  <a:cubicBezTo>
                    <a:pt x="533" y="345"/>
                    <a:pt x="542" y="336"/>
                    <a:pt x="559" y="336"/>
                  </a:cubicBezTo>
                  <a:lnTo>
                    <a:pt x="593" y="336"/>
                  </a:lnTo>
                  <a:cubicBezTo>
                    <a:pt x="611" y="327"/>
                    <a:pt x="619" y="319"/>
                    <a:pt x="628" y="319"/>
                  </a:cubicBezTo>
                  <a:cubicBezTo>
                    <a:pt x="645" y="310"/>
                    <a:pt x="662" y="310"/>
                    <a:pt x="679" y="302"/>
                  </a:cubicBezTo>
                  <a:lnTo>
                    <a:pt x="705" y="293"/>
                  </a:lnTo>
                  <a:cubicBezTo>
                    <a:pt x="731" y="284"/>
                    <a:pt x="757" y="284"/>
                    <a:pt x="782" y="276"/>
                  </a:cubicBezTo>
                  <a:cubicBezTo>
                    <a:pt x="800" y="267"/>
                    <a:pt x="817" y="267"/>
                    <a:pt x="834" y="267"/>
                  </a:cubicBezTo>
                  <a:cubicBezTo>
                    <a:pt x="843" y="267"/>
                    <a:pt x="860" y="259"/>
                    <a:pt x="868" y="250"/>
                  </a:cubicBezTo>
                  <a:lnTo>
                    <a:pt x="911" y="259"/>
                  </a:lnTo>
                  <a:lnTo>
                    <a:pt x="937" y="276"/>
                  </a:lnTo>
                  <a:cubicBezTo>
                    <a:pt x="963" y="293"/>
                    <a:pt x="989" y="302"/>
                    <a:pt x="1014" y="310"/>
                  </a:cubicBezTo>
                  <a:cubicBezTo>
                    <a:pt x="1032" y="310"/>
                    <a:pt x="1057" y="327"/>
                    <a:pt x="1075" y="327"/>
                  </a:cubicBezTo>
                  <a:lnTo>
                    <a:pt x="1117" y="319"/>
                  </a:lnTo>
                  <a:lnTo>
                    <a:pt x="1169" y="302"/>
                  </a:lnTo>
                  <a:lnTo>
                    <a:pt x="1186" y="293"/>
                  </a:lnTo>
                  <a:cubicBezTo>
                    <a:pt x="1190" y="291"/>
                    <a:pt x="1193" y="291"/>
                    <a:pt x="1197" y="291"/>
                  </a:cubicBezTo>
                  <a:cubicBezTo>
                    <a:pt x="1214" y="291"/>
                    <a:pt x="1234" y="302"/>
                    <a:pt x="1255" y="302"/>
                  </a:cubicBezTo>
                  <a:cubicBezTo>
                    <a:pt x="1315" y="310"/>
                    <a:pt x="1375" y="336"/>
                    <a:pt x="1444" y="353"/>
                  </a:cubicBezTo>
                  <a:cubicBezTo>
                    <a:pt x="1504" y="362"/>
                    <a:pt x="1573" y="396"/>
                    <a:pt x="1616" y="430"/>
                  </a:cubicBezTo>
                  <a:cubicBezTo>
                    <a:pt x="1650" y="448"/>
                    <a:pt x="1676" y="482"/>
                    <a:pt x="1710" y="499"/>
                  </a:cubicBezTo>
                  <a:cubicBezTo>
                    <a:pt x="1727" y="508"/>
                    <a:pt x="1745" y="516"/>
                    <a:pt x="1762" y="525"/>
                  </a:cubicBezTo>
                  <a:cubicBezTo>
                    <a:pt x="1796" y="534"/>
                    <a:pt x="1831" y="559"/>
                    <a:pt x="1856" y="585"/>
                  </a:cubicBezTo>
                  <a:cubicBezTo>
                    <a:pt x="1891" y="611"/>
                    <a:pt x="1908" y="637"/>
                    <a:pt x="1925" y="671"/>
                  </a:cubicBezTo>
                  <a:cubicBezTo>
                    <a:pt x="1934" y="688"/>
                    <a:pt x="1934" y="714"/>
                    <a:pt x="1942" y="723"/>
                  </a:cubicBezTo>
                  <a:cubicBezTo>
                    <a:pt x="1968" y="748"/>
                    <a:pt x="2002" y="766"/>
                    <a:pt x="2020" y="791"/>
                  </a:cubicBezTo>
                  <a:cubicBezTo>
                    <a:pt x="2045" y="808"/>
                    <a:pt x="2071" y="834"/>
                    <a:pt x="2088" y="869"/>
                  </a:cubicBezTo>
                  <a:cubicBezTo>
                    <a:pt x="2114" y="894"/>
                    <a:pt x="2123" y="937"/>
                    <a:pt x="2157" y="955"/>
                  </a:cubicBezTo>
                  <a:cubicBezTo>
                    <a:pt x="2183" y="972"/>
                    <a:pt x="2217" y="997"/>
                    <a:pt x="2234" y="1023"/>
                  </a:cubicBezTo>
                  <a:lnTo>
                    <a:pt x="2252" y="1058"/>
                  </a:lnTo>
                  <a:cubicBezTo>
                    <a:pt x="2252" y="1032"/>
                    <a:pt x="2234" y="1015"/>
                    <a:pt x="2226" y="997"/>
                  </a:cubicBezTo>
                  <a:cubicBezTo>
                    <a:pt x="2217" y="980"/>
                    <a:pt x="2209" y="972"/>
                    <a:pt x="2209" y="963"/>
                  </a:cubicBezTo>
                  <a:cubicBezTo>
                    <a:pt x="2209" y="937"/>
                    <a:pt x="2217" y="920"/>
                    <a:pt x="2209" y="903"/>
                  </a:cubicBezTo>
                  <a:cubicBezTo>
                    <a:pt x="2200" y="877"/>
                    <a:pt x="2191" y="860"/>
                    <a:pt x="2183" y="834"/>
                  </a:cubicBezTo>
                  <a:cubicBezTo>
                    <a:pt x="2174" y="817"/>
                    <a:pt x="2166" y="791"/>
                    <a:pt x="2157" y="774"/>
                  </a:cubicBezTo>
                  <a:cubicBezTo>
                    <a:pt x="2148" y="757"/>
                    <a:pt x="2140" y="731"/>
                    <a:pt x="2131" y="714"/>
                  </a:cubicBezTo>
                  <a:cubicBezTo>
                    <a:pt x="2114" y="680"/>
                    <a:pt x="2114" y="654"/>
                    <a:pt x="2097" y="619"/>
                  </a:cubicBezTo>
                  <a:cubicBezTo>
                    <a:pt x="2088" y="602"/>
                    <a:pt x="2063" y="568"/>
                    <a:pt x="2045" y="542"/>
                  </a:cubicBezTo>
                  <a:cubicBezTo>
                    <a:pt x="2037" y="534"/>
                    <a:pt x="2020" y="525"/>
                    <a:pt x="2002" y="516"/>
                  </a:cubicBezTo>
                  <a:cubicBezTo>
                    <a:pt x="1977" y="499"/>
                    <a:pt x="1959" y="473"/>
                    <a:pt x="1942" y="456"/>
                  </a:cubicBezTo>
                  <a:lnTo>
                    <a:pt x="1934" y="422"/>
                  </a:lnTo>
                  <a:cubicBezTo>
                    <a:pt x="1925" y="405"/>
                    <a:pt x="1908" y="396"/>
                    <a:pt x="1891" y="388"/>
                  </a:cubicBezTo>
                  <a:cubicBezTo>
                    <a:pt x="1874" y="370"/>
                    <a:pt x="1874" y="353"/>
                    <a:pt x="1856" y="327"/>
                  </a:cubicBezTo>
                  <a:cubicBezTo>
                    <a:pt x="1839" y="293"/>
                    <a:pt x="1822" y="250"/>
                    <a:pt x="1788" y="216"/>
                  </a:cubicBezTo>
                  <a:cubicBezTo>
                    <a:pt x="1770" y="198"/>
                    <a:pt x="1745" y="190"/>
                    <a:pt x="1727" y="181"/>
                  </a:cubicBezTo>
                  <a:cubicBezTo>
                    <a:pt x="1710" y="173"/>
                    <a:pt x="1693" y="164"/>
                    <a:pt x="1684" y="156"/>
                  </a:cubicBezTo>
                  <a:lnTo>
                    <a:pt x="1650" y="156"/>
                  </a:lnTo>
                  <a:lnTo>
                    <a:pt x="1616" y="147"/>
                  </a:lnTo>
                  <a:cubicBezTo>
                    <a:pt x="1581" y="147"/>
                    <a:pt x="1547" y="147"/>
                    <a:pt x="1521" y="138"/>
                  </a:cubicBezTo>
                  <a:cubicBezTo>
                    <a:pt x="1487" y="130"/>
                    <a:pt x="1453" y="130"/>
                    <a:pt x="1427" y="104"/>
                  </a:cubicBezTo>
                  <a:cubicBezTo>
                    <a:pt x="1410" y="87"/>
                    <a:pt x="1401" y="78"/>
                    <a:pt x="1375" y="70"/>
                  </a:cubicBezTo>
                  <a:cubicBezTo>
                    <a:pt x="1349" y="52"/>
                    <a:pt x="1324" y="35"/>
                    <a:pt x="1298" y="27"/>
                  </a:cubicBezTo>
                  <a:cubicBezTo>
                    <a:pt x="1264" y="9"/>
                    <a:pt x="1221" y="9"/>
                    <a:pt x="117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1" name="Google Shape;1261;p17"/>
            <p:cNvSpPr/>
            <p:nvPr/>
          </p:nvSpPr>
          <p:spPr>
            <a:xfrm>
              <a:off x="5157250" y="1266250"/>
              <a:ext cx="45425" cy="58950"/>
            </a:xfrm>
            <a:custGeom>
              <a:avLst/>
              <a:gdLst/>
              <a:ahLst/>
              <a:cxnLst/>
              <a:rect l="l" t="t" r="r" b="b"/>
              <a:pathLst>
                <a:path w="1817" h="2358" extrusionOk="0">
                  <a:moveTo>
                    <a:pt x="390" y="0"/>
                  </a:moveTo>
                  <a:cubicBezTo>
                    <a:pt x="373" y="17"/>
                    <a:pt x="356" y="43"/>
                    <a:pt x="348" y="69"/>
                  </a:cubicBezTo>
                  <a:cubicBezTo>
                    <a:pt x="339" y="95"/>
                    <a:pt x="322" y="129"/>
                    <a:pt x="305" y="155"/>
                  </a:cubicBezTo>
                  <a:cubicBezTo>
                    <a:pt x="270" y="206"/>
                    <a:pt x="201" y="258"/>
                    <a:pt x="150" y="301"/>
                  </a:cubicBezTo>
                  <a:cubicBezTo>
                    <a:pt x="98" y="344"/>
                    <a:pt x="64" y="395"/>
                    <a:pt x="47" y="455"/>
                  </a:cubicBezTo>
                  <a:cubicBezTo>
                    <a:pt x="38" y="498"/>
                    <a:pt x="12" y="541"/>
                    <a:pt x="12" y="584"/>
                  </a:cubicBezTo>
                  <a:cubicBezTo>
                    <a:pt x="12" y="619"/>
                    <a:pt x="21" y="644"/>
                    <a:pt x="21" y="670"/>
                  </a:cubicBezTo>
                  <a:cubicBezTo>
                    <a:pt x="12" y="687"/>
                    <a:pt x="12" y="713"/>
                    <a:pt x="12" y="730"/>
                  </a:cubicBezTo>
                  <a:cubicBezTo>
                    <a:pt x="12" y="756"/>
                    <a:pt x="4" y="791"/>
                    <a:pt x="21" y="816"/>
                  </a:cubicBezTo>
                  <a:cubicBezTo>
                    <a:pt x="21" y="833"/>
                    <a:pt x="38" y="851"/>
                    <a:pt x="38" y="868"/>
                  </a:cubicBezTo>
                  <a:cubicBezTo>
                    <a:pt x="38" y="885"/>
                    <a:pt x="38" y="902"/>
                    <a:pt x="38" y="911"/>
                  </a:cubicBezTo>
                  <a:cubicBezTo>
                    <a:pt x="25" y="905"/>
                    <a:pt x="17" y="903"/>
                    <a:pt x="12" y="903"/>
                  </a:cubicBezTo>
                  <a:cubicBezTo>
                    <a:pt x="1" y="903"/>
                    <a:pt x="7" y="913"/>
                    <a:pt x="12" y="919"/>
                  </a:cubicBezTo>
                  <a:cubicBezTo>
                    <a:pt x="12" y="945"/>
                    <a:pt x="21" y="971"/>
                    <a:pt x="30" y="997"/>
                  </a:cubicBezTo>
                  <a:cubicBezTo>
                    <a:pt x="47" y="1040"/>
                    <a:pt x="55" y="1083"/>
                    <a:pt x="73" y="1134"/>
                  </a:cubicBezTo>
                  <a:cubicBezTo>
                    <a:pt x="81" y="1169"/>
                    <a:pt x="98" y="1194"/>
                    <a:pt x="116" y="1229"/>
                  </a:cubicBezTo>
                  <a:cubicBezTo>
                    <a:pt x="141" y="1272"/>
                    <a:pt x="159" y="1323"/>
                    <a:pt x="176" y="1375"/>
                  </a:cubicBezTo>
                  <a:cubicBezTo>
                    <a:pt x="184" y="1409"/>
                    <a:pt x="201" y="1435"/>
                    <a:pt x="219" y="1461"/>
                  </a:cubicBezTo>
                  <a:cubicBezTo>
                    <a:pt x="236" y="1486"/>
                    <a:pt x="262" y="1495"/>
                    <a:pt x="279" y="1521"/>
                  </a:cubicBezTo>
                  <a:cubicBezTo>
                    <a:pt x="305" y="1538"/>
                    <a:pt x="322" y="1572"/>
                    <a:pt x="348" y="1598"/>
                  </a:cubicBezTo>
                  <a:cubicBezTo>
                    <a:pt x="373" y="1632"/>
                    <a:pt x="390" y="1667"/>
                    <a:pt x="433" y="1693"/>
                  </a:cubicBezTo>
                  <a:cubicBezTo>
                    <a:pt x="468" y="1727"/>
                    <a:pt x="528" y="1761"/>
                    <a:pt x="545" y="1796"/>
                  </a:cubicBezTo>
                  <a:cubicBezTo>
                    <a:pt x="571" y="1830"/>
                    <a:pt x="588" y="1873"/>
                    <a:pt x="597" y="1907"/>
                  </a:cubicBezTo>
                  <a:cubicBezTo>
                    <a:pt x="597" y="1925"/>
                    <a:pt x="605" y="1942"/>
                    <a:pt x="614" y="1959"/>
                  </a:cubicBezTo>
                  <a:lnTo>
                    <a:pt x="631" y="2002"/>
                  </a:lnTo>
                  <a:lnTo>
                    <a:pt x="665" y="2028"/>
                  </a:lnTo>
                  <a:cubicBezTo>
                    <a:pt x="691" y="2045"/>
                    <a:pt x="708" y="2045"/>
                    <a:pt x="734" y="2062"/>
                  </a:cubicBezTo>
                  <a:cubicBezTo>
                    <a:pt x="769" y="2079"/>
                    <a:pt x="751" y="2114"/>
                    <a:pt x="777" y="2131"/>
                  </a:cubicBezTo>
                  <a:cubicBezTo>
                    <a:pt x="794" y="2139"/>
                    <a:pt x="803" y="2139"/>
                    <a:pt x="820" y="2139"/>
                  </a:cubicBezTo>
                  <a:lnTo>
                    <a:pt x="846" y="2157"/>
                  </a:lnTo>
                  <a:cubicBezTo>
                    <a:pt x="872" y="2174"/>
                    <a:pt x="906" y="2217"/>
                    <a:pt x="940" y="2225"/>
                  </a:cubicBezTo>
                  <a:cubicBezTo>
                    <a:pt x="975" y="2242"/>
                    <a:pt x="1026" y="2268"/>
                    <a:pt x="1061" y="2294"/>
                  </a:cubicBezTo>
                  <a:cubicBezTo>
                    <a:pt x="1064" y="2296"/>
                    <a:pt x="1070" y="2297"/>
                    <a:pt x="1076" y="2297"/>
                  </a:cubicBezTo>
                  <a:cubicBezTo>
                    <a:pt x="1095" y="2297"/>
                    <a:pt x="1121" y="2292"/>
                    <a:pt x="1139" y="2292"/>
                  </a:cubicBezTo>
                  <a:cubicBezTo>
                    <a:pt x="1146" y="2292"/>
                    <a:pt x="1151" y="2292"/>
                    <a:pt x="1155" y="2294"/>
                  </a:cubicBezTo>
                  <a:cubicBezTo>
                    <a:pt x="1172" y="2303"/>
                    <a:pt x="1189" y="2311"/>
                    <a:pt x="1198" y="2320"/>
                  </a:cubicBezTo>
                  <a:cubicBezTo>
                    <a:pt x="1216" y="2329"/>
                    <a:pt x="1235" y="2332"/>
                    <a:pt x="1253" y="2332"/>
                  </a:cubicBezTo>
                  <a:cubicBezTo>
                    <a:pt x="1279" y="2332"/>
                    <a:pt x="1306" y="2327"/>
                    <a:pt x="1334" y="2327"/>
                  </a:cubicBezTo>
                  <a:cubicBezTo>
                    <a:pt x="1343" y="2327"/>
                    <a:pt x="1352" y="2327"/>
                    <a:pt x="1361" y="2328"/>
                  </a:cubicBezTo>
                  <a:cubicBezTo>
                    <a:pt x="1404" y="2337"/>
                    <a:pt x="1439" y="2354"/>
                    <a:pt x="1482" y="2354"/>
                  </a:cubicBezTo>
                  <a:cubicBezTo>
                    <a:pt x="1487" y="2357"/>
                    <a:pt x="1492" y="2358"/>
                    <a:pt x="1497" y="2358"/>
                  </a:cubicBezTo>
                  <a:cubicBezTo>
                    <a:pt x="1509" y="2358"/>
                    <a:pt x="1521" y="2352"/>
                    <a:pt x="1533" y="2346"/>
                  </a:cubicBezTo>
                  <a:cubicBezTo>
                    <a:pt x="1568" y="2337"/>
                    <a:pt x="1593" y="2337"/>
                    <a:pt x="1619" y="2328"/>
                  </a:cubicBezTo>
                  <a:cubicBezTo>
                    <a:pt x="1636" y="2324"/>
                    <a:pt x="1651" y="2324"/>
                    <a:pt x="1665" y="2324"/>
                  </a:cubicBezTo>
                  <a:cubicBezTo>
                    <a:pt x="1679" y="2324"/>
                    <a:pt x="1692" y="2324"/>
                    <a:pt x="1705" y="2320"/>
                  </a:cubicBezTo>
                  <a:cubicBezTo>
                    <a:pt x="1731" y="2320"/>
                    <a:pt x="1817" y="2303"/>
                    <a:pt x="1817" y="2277"/>
                  </a:cubicBezTo>
                  <a:cubicBezTo>
                    <a:pt x="1774" y="2268"/>
                    <a:pt x="1722" y="2268"/>
                    <a:pt x="1679" y="2268"/>
                  </a:cubicBezTo>
                  <a:cubicBezTo>
                    <a:pt x="1645" y="2268"/>
                    <a:pt x="1621" y="2257"/>
                    <a:pt x="1591" y="2257"/>
                  </a:cubicBezTo>
                  <a:cubicBezTo>
                    <a:pt x="1584" y="2257"/>
                    <a:pt x="1576" y="2258"/>
                    <a:pt x="1568" y="2260"/>
                  </a:cubicBezTo>
                  <a:cubicBezTo>
                    <a:pt x="1547" y="2260"/>
                    <a:pt x="1532" y="2271"/>
                    <a:pt x="1513" y="2271"/>
                  </a:cubicBezTo>
                  <a:cubicBezTo>
                    <a:pt x="1509" y="2271"/>
                    <a:pt x="1504" y="2270"/>
                    <a:pt x="1499" y="2268"/>
                  </a:cubicBezTo>
                  <a:cubicBezTo>
                    <a:pt x="1482" y="2268"/>
                    <a:pt x="1464" y="2260"/>
                    <a:pt x="1447" y="2251"/>
                  </a:cubicBezTo>
                  <a:lnTo>
                    <a:pt x="1413" y="2251"/>
                  </a:lnTo>
                  <a:lnTo>
                    <a:pt x="1387" y="2242"/>
                  </a:lnTo>
                  <a:cubicBezTo>
                    <a:pt x="1361" y="2234"/>
                    <a:pt x="1353" y="2234"/>
                    <a:pt x="1336" y="2217"/>
                  </a:cubicBezTo>
                  <a:cubicBezTo>
                    <a:pt x="1310" y="2208"/>
                    <a:pt x="1275" y="2191"/>
                    <a:pt x="1241" y="2182"/>
                  </a:cubicBezTo>
                  <a:cubicBezTo>
                    <a:pt x="1207" y="2174"/>
                    <a:pt x="1172" y="2157"/>
                    <a:pt x="1138" y="2139"/>
                  </a:cubicBezTo>
                  <a:cubicBezTo>
                    <a:pt x="1104" y="2122"/>
                    <a:pt x="1069" y="2105"/>
                    <a:pt x="1035" y="2088"/>
                  </a:cubicBezTo>
                  <a:cubicBezTo>
                    <a:pt x="1000" y="2079"/>
                    <a:pt x="966" y="2053"/>
                    <a:pt x="932" y="2028"/>
                  </a:cubicBezTo>
                  <a:cubicBezTo>
                    <a:pt x="889" y="2011"/>
                    <a:pt x="863" y="1993"/>
                    <a:pt x="829" y="1968"/>
                  </a:cubicBezTo>
                  <a:cubicBezTo>
                    <a:pt x="811" y="1950"/>
                    <a:pt x="794" y="1942"/>
                    <a:pt x="786" y="1933"/>
                  </a:cubicBezTo>
                  <a:cubicBezTo>
                    <a:pt x="769" y="1907"/>
                    <a:pt x="760" y="1882"/>
                    <a:pt x="743" y="1856"/>
                  </a:cubicBezTo>
                  <a:cubicBezTo>
                    <a:pt x="717" y="1822"/>
                    <a:pt x="683" y="1787"/>
                    <a:pt x="657" y="1744"/>
                  </a:cubicBezTo>
                  <a:cubicBezTo>
                    <a:pt x="640" y="1718"/>
                    <a:pt x="605" y="1684"/>
                    <a:pt x="579" y="1658"/>
                  </a:cubicBezTo>
                  <a:cubicBezTo>
                    <a:pt x="554" y="1615"/>
                    <a:pt x="528" y="1572"/>
                    <a:pt x="511" y="1529"/>
                  </a:cubicBezTo>
                  <a:cubicBezTo>
                    <a:pt x="485" y="1486"/>
                    <a:pt x="476" y="1443"/>
                    <a:pt x="459" y="1401"/>
                  </a:cubicBezTo>
                  <a:cubicBezTo>
                    <a:pt x="442" y="1383"/>
                    <a:pt x="442" y="1375"/>
                    <a:pt x="433" y="1349"/>
                  </a:cubicBezTo>
                  <a:lnTo>
                    <a:pt x="433" y="1323"/>
                  </a:lnTo>
                  <a:lnTo>
                    <a:pt x="433" y="1289"/>
                  </a:lnTo>
                  <a:cubicBezTo>
                    <a:pt x="416" y="1220"/>
                    <a:pt x="390" y="1151"/>
                    <a:pt x="365" y="1083"/>
                  </a:cubicBezTo>
                  <a:cubicBezTo>
                    <a:pt x="356" y="1048"/>
                    <a:pt x="365" y="1023"/>
                    <a:pt x="356" y="997"/>
                  </a:cubicBezTo>
                  <a:cubicBezTo>
                    <a:pt x="356" y="971"/>
                    <a:pt x="348" y="945"/>
                    <a:pt x="348" y="919"/>
                  </a:cubicBezTo>
                  <a:cubicBezTo>
                    <a:pt x="339" y="851"/>
                    <a:pt x="322" y="782"/>
                    <a:pt x="287" y="722"/>
                  </a:cubicBezTo>
                  <a:cubicBezTo>
                    <a:pt x="270" y="696"/>
                    <a:pt x="253" y="679"/>
                    <a:pt x="253" y="644"/>
                  </a:cubicBezTo>
                  <a:cubicBezTo>
                    <a:pt x="244" y="584"/>
                    <a:pt x="253" y="524"/>
                    <a:pt x="253" y="464"/>
                  </a:cubicBezTo>
                  <a:cubicBezTo>
                    <a:pt x="253" y="413"/>
                    <a:pt x="262" y="370"/>
                    <a:pt x="279" y="327"/>
                  </a:cubicBezTo>
                  <a:cubicBezTo>
                    <a:pt x="296" y="292"/>
                    <a:pt x="322" y="258"/>
                    <a:pt x="330" y="224"/>
                  </a:cubicBezTo>
                  <a:cubicBezTo>
                    <a:pt x="348" y="172"/>
                    <a:pt x="348" y="129"/>
                    <a:pt x="365" y="77"/>
                  </a:cubicBezTo>
                  <a:cubicBezTo>
                    <a:pt x="373" y="52"/>
                    <a:pt x="373" y="17"/>
                    <a:pt x="39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2" name="Google Shape;1262;p17"/>
            <p:cNvSpPr/>
            <p:nvPr/>
          </p:nvSpPr>
          <p:spPr>
            <a:xfrm>
              <a:off x="5169150" y="1253900"/>
              <a:ext cx="42125" cy="24175"/>
            </a:xfrm>
            <a:custGeom>
              <a:avLst/>
              <a:gdLst/>
              <a:ahLst/>
              <a:cxnLst/>
              <a:rect l="l" t="t" r="r" b="b"/>
              <a:pathLst>
                <a:path w="1685" h="967" extrusionOk="0">
                  <a:moveTo>
                    <a:pt x="1002" y="1"/>
                  </a:moveTo>
                  <a:cubicBezTo>
                    <a:pt x="973" y="1"/>
                    <a:pt x="944" y="7"/>
                    <a:pt x="920" y="13"/>
                  </a:cubicBezTo>
                  <a:cubicBezTo>
                    <a:pt x="877" y="22"/>
                    <a:pt x="842" y="22"/>
                    <a:pt x="799" y="22"/>
                  </a:cubicBezTo>
                  <a:cubicBezTo>
                    <a:pt x="791" y="26"/>
                    <a:pt x="782" y="26"/>
                    <a:pt x="774" y="26"/>
                  </a:cubicBezTo>
                  <a:cubicBezTo>
                    <a:pt x="765" y="26"/>
                    <a:pt x="756" y="26"/>
                    <a:pt x="748" y="30"/>
                  </a:cubicBezTo>
                  <a:cubicBezTo>
                    <a:pt x="696" y="56"/>
                    <a:pt x="645" y="65"/>
                    <a:pt x="593" y="82"/>
                  </a:cubicBezTo>
                  <a:cubicBezTo>
                    <a:pt x="559" y="90"/>
                    <a:pt x="524" y="108"/>
                    <a:pt x="490" y="125"/>
                  </a:cubicBezTo>
                  <a:lnTo>
                    <a:pt x="464" y="133"/>
                  </a:lnTo>
                  <a:cubicBezTo>
                    <a:pt x="456" y="150"/>
                    <a:pt x="447" y="168"/>
                    <a:pt x="447" y="176"/>
                  </a:cubicBezTo>
                  <a:cubicBezTo>
                    <a:pt x="439" y="219"/>
                    <a:pt x="404" y="219"/>
                    <a:pt x="370" y="228"/>
                  </a:cubicBezTo>
                  <a:cubicBezTo>
                    <a:pt x="318" y="245"/>
                    <a:pt x="275" y="262"/>
                    <a:pt x="241" y="297"/>
                  </a:cubicBezTo>
                  <a:cubicBezTo>
                    <a:pt x="215" y="322"/>
                    <a:pt x="198" y="357"/>
                    <a:pt x="181" y="382"/>
                  </a:cubicBezTo>
                  <a:cubicBezTo>
                    <a:pt x="155" y="425"/>
                    <a:pt x="121" y="460"/>
                    <a:pt x="112" y="511"/>
                  </a:cubicBezTo>
                  <a:cubicBezTo>
                    <a:pt x="112" y="520"/>
                    <a:pt x="104" y="561"/>
                    <a:pt x="87" y="563"/>
                  </a:cubicBezTo>
                  <a:lnTo>
                    <a:pt x="87" y="563"/>
                  </a:lnTo>
                  <a:cubicBezTo>
                    <a:pt x="88" y="561"/>
                    <a:pt x="89" y="561"/>
                    <a:pt x="89" y="561"/>
                  </a:cubicBezTo>
                  <a:lnTo>
                    <a:pt x="89" y="561"/>
                  </a:lnTo>
                  <a:cubicBezTo>
                    <a:pt x="89" y="561"/>
                    <a:pt x="88" y="561"/>
                    <a:pt x="86" y="563"/>
                  </a:cubicBezTo>
                  <a:cubicBezTo>
                    <a:pt x="87" y="563"/>
                    <a:pt x="87" y="563"/>
                    <a:pt x="87" y="563"/>
                  </a:cubicBezTo>
                  <a:lnTo>
                    <a:pt x="87" y="563"/>
                  </a:lnTo>
                  <a:cubicBezTo>
                    <a:pt x="84" y="568"/>
                    <a:pt x="75" y="581"/>
                    <a:pt x="69" y="597"/>
                  </a:cubicBezTo>
                  <a:cubicBezTo>
                    <a:pt x="52" y="649"/>
                    <a:pt x="18" y="692"/>
                    <a:pt x="26" y="743"/>
                  </a:cubicBezTo>
                  <a:cubicBezTo>
                    <a:pt x="35" y="795"/>
                    <a:pt x="0" y="864"/>
                    <a:pt x="18" y="907"/>
                  </a:cubicBezTo>
                  <a:lnTo>
                    <a:pt x="35" y="932"/>
                  </a:lnTo>
                  <a:lnTo>
                    <a:pt x="43" y="967"/>
                  </a:lnTo>
                  <a:lnTo>
                    <a:pt x="43" y="924"/>
                  </a:lnTo>
                  <a:lnTo>
                    <a:pt x="78" y="812"/>
                  </a:lnTo>
                  <a:cubicBezTo>
                    <a:pt x="103" y="760"/>
                    <a:pt x="146" y="760"/>
                    <a:pt x="164" y="709"/>
                  </a:cubicBezTo>
                  <a:cubicBezTo>
                    <a:pt x="181" y="649"/>
                    <a:pt x="215" y="632"/>
                    <a:pt x="267" y="606"/>
                  </a:cubicBezTo>
                  <a:cubicBezTo>
                    <a:pt x="293" y="597"/>
                    <a:pt x="310" y="580"/>
                    <a:pt x="327" y="563"/>
                  </a:cubicBezTo>
                  <a:cubicBezTo>
                    <a:pt x="344" y="546"/>
                    <a:pt x="361" y="537"/>
                    <a:pt x="378" y="520"/>
                  </a:cubicBezTo>
                  <a:cubicBezTo>
                    <a:pt x="387" y="494"/>
                    <a:pt x="396" y="468"/>
                    <a:pt x="421" y="451"/>
                  </a:cubicBezTo>
                  <a:cubicBezTo>
                    <a:pt x="447" y="434"/>
                    <a:pt x="482" y="434"/>
                    <a:pt x="507" y="425"/>
                  </a:cubicBezTo>
                  <a:cubicBezTo>
                    <a:pt x="524" y="408"/>
                    <a:pt x="542" y="400"/>
                    <a:pt x="567" y="391"/>
                  </a:cubicBezTo>
                  <a:cubicBezTo>
                    <a:pt x="602" y="374"/>
                    <a:pt x="628" y="339"/>
                    <a:pt x="662" y="322"/>
                  </a:cubicBezTo>
                  <a:cubicBezTo>
                    <a:pt x="688" y="305"/>
                    <a:pt x="705" y="297"/>
                    <a:pt x="739" y="297"/>
                  </a:cubicBezTo>
                  <a:cubicBezTo>
                    <a:pt x="791" y="297"/>
                    <a:pt x="842" y="279"/>
                    <a:pt x="885" y="271"/>
                  </a:cubicBezTo>
                  <a:cubicBezTo>
                    <a:pt x="945" y="262"/>
                    <a:pt x="1006" y="262"/>
                    <a:pt x="1057" y="245"/>
                  </a:cubicBezTo>
                  <a:cubicBezTo>
                    <a:pt x="1081" y="239"/>
                    <a:pt x="1110" y="233"/>
                    <a:pt x="1134" y="233"/>
                  </a:cubicBezTo>
                  <a:cubicBezTo>
                    <a:pt x="1144" y="233"/>
                    <a:pt x="1153" y="234"/>
                    <a:pt x="1160" y="236"/>
                  </a:cubicBezTo>
                  <a:lnTo>
                    <a:pt x="1186" y="254"/>
                  </a:lnTo>
                  <a:cubicBezTo>
                    <a:pt x="1238" y="271"/>
                    <a:pt x="1298" y="271"/>
                    <a:pt x="1349" y="271"/>
                  </a:cubicBezTo>
                  <a:cubicBezTo>
                    <a:pt x="1384" y="271"/>
                    <a:pt x="1401" y="262"/>
                    <a:pt x="1435" y="254"/>
                  </a:cubicBezTo>
                  <a:cubicBezTo>
                    <a:pt x="1440" y="252"/>
                    <a:pt x="1445" y="251"/>
                    <a:pt x="1451" y="251"/>
                  </a:cubicBezTo>
                  <a:cubicBezTo>
                    <a:pt x="1472" y="251"/>
                    <a:pt x="1494" y="262"/>
                    <a:pt x="1521" y="262"/>
                  </a:cubicBezTo>
                  <a:cubicBezTo>
                    <a:pt x="1573" y="279"/>
                    <a:pt x="1633" y="279"/>
                    <a:pt x="1684" y="305"/>
                  </a:cubicBezTo>
                  <a:cubicBezTo>
                    <a:pt x="1659" y="271"/>
                    <a:pt x="1633" y="245"/>
                    <a:pt x="1598" y="228"/>
                  </a:cubicBezTo>
                  <a:cubicBezTo>
                    <a:pt x="1573" y="211"/>
                    <a:pt x="1547" y="193"/>
                    <a:pt x="1530" y="176"/>
                  </a:cubicBezTo>
                  <a:cubicBezTo>
                    <a:pt x="1495" y="150"/>
                    <a:pt x="1461" y="142"/>
                    <a:pt x="1435" y="125"/>
                  </a:cubicBezTo>
                  <a:cubicBezTo>
                    <a:pt x="1401" y="108"/>
                    <a:pt x="1375" y="99"/>
                    <a:pt x="1349" y="90"/>
                  </a:cubicBezTo>
                  <a:lnTo>
                    <a:pt x="1323" y="82"/>
                  </a:lnTo>
                  <a:lnTo>
                    <a:pt x="1298" y="90"/>
                  </a:lnTo>
                  <a:cubicBezTo>
                    <a:pt x="1293" y="93"/>
                    <a:pt x="1288" y="94"/>
                    <a:pt x="1284" y="94"/>
                  </a:cubicBezTo>
                  <a:cubicBezTo>
                    <a:pt x="1275" y="94"/>
                    <a:pt x="1267" y="88"/>
                    <a:pt x="1255" y="82"/>
                  </a:cubicBezTo>
                  <a:cubicBezTo>
                    <a:pt x="1246" y="82"/>
                    <a:pt x="1229" y="82"/>
                    <a:pt x="1220" y="73"/>
                  </a:cubicBezTo>
                  <a:cubicBezTo>
                    <a:pt x="1195" y="65"/>
                    <a:pt x="1186" y="56"/>
                    <a:pt x="1160" y="47"/>
                  </a:cubicBezTo>
                  <a:cubicBezTo>
                    <a:pt x="1126" y="30"/>
                    <a:pt x="1083" y="13"/>
                    <a:pt x="1040" y="4"/>
                  </a:cubicBezTo>
                  <a:cubicBezTo>
                    <a:pt x="1027" y="2"/>
                    <a:pt x="1015" y="1"/>
                    <a:pt x="1002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3" name="Google Shape;1263;p17"/>
            <p:cNvSpPr/>
            <p:nvPr/>
          </p:nvSpPr>
          <p:spPr>
            <a:xfrm>
              <a:off x="5179450" y="1272900"/>
              <a:ext cx="30950" cy="32325"/>
            </a:xfrm>
            <a:custGeom>
              <a:avLst/>
              <a:gdLst/>
              <a:ahLst/>
              <a:cxnLst/>
              <a:rect l="l" t="t" r="r" b="b"/>
              <a:pathLst>
                <a:path w="1238" h="1293" extrusionOk="0">
                  <a:moveTo>
                    <a:pt x="937" y="0"/>
                  </a:moveTo>
                  <a:lnTo>
                    <a:pt x="937" y="43"/>
                  </a:lnTo>
                  <a:cubicBezTo>
                    <a:pt x="937" y="52"/>
                    <a:pt x="946" y="69"/>
                    <a:pt x="954" y="86"/>
                  </a:cubicBezTo>
                  <a:lnTo>
                    <a:pt x="963" y="121"/>
                  </a:lnTo>
                  <a:cubicBezTo>
                    <a:pt x="972" y="129"/>
                    <a:pt x="980" y="147"/>
                    <a:pt x="989" y="155"/>
                  </a:cubicBezTo>
                  <a:cubicBezTo>
                    <a:pt x="989" y="164"/>
                    <a:pt x="1015" y="215"/>
                    <a:pt x="997" y="224"/>
                  </a:cubicBezTo>
                  <a:lnTo>
                    <a:pt x="989" y="215"/>
                  </a:lnTo>
                  <a:cubicBezTo>
                    <a:pt x="980" y="232"/>
                    <a:pt x="980" y="258"/>
                    <a:pt x="972" y="284"/>
                  </a:cubicBezTo>
                  <a:lnTo>
                    <a:pt x="954" y="318"/>
                  </a:lnTo>
                  <a:lnTo>
                    <a:pt x="937" y="327"/>
                  </a:lnTo>
                  <a:lnTo>
                    <a:pt x="920" y="310"/>
                  </a:lnTo>
                  <a:lnTo>
                    <a:pt x="920" y="310"/>
                  </a:lnTo>
                  <a:cubicBezTo>
                    <a:pt x="920" y="327"/>
                    <a:pt x="920" y="344"/>
                    <a:pt x="929" y="353"/>
                  </a:cubicBezTo>
                  <a:lnTo>
                    <a:pt x="929" y="396"/>
                  </a:lnTo>
                  <a:lnTo>
                    <a:pt x="946" y="421"/>
                  </a:lnTo>
                  <a:lnTo>
                    <a:pt x="946" y="456"/>
                  </a:lnTo>
                  <a:cubicBezTo>
                    <a:pt x="954" y="482"/>
                    <a:pt x="954" y="507"/>
                    <a:pt x="954" y="525"/>
                  </a:cubicBezTo>
                  <a:cubicBezTo>
                    <a:pt x="963" y="567"/>
                    <a:pt x="972" y="610"/>
                    <a:pt x="963" y="653"/>
                  </a:cubicBezTo>
                  <a:cubicBezTo>
                    <a:pt x="963" y="688"/>
                    <a:pt x="954" y="714"/>
                    <a:pt x="946" y="748"/>
                  </a:cubicBezTo>
                  <a:lnTo>
                    <a:pt x="929" y="791"/>
                  </a:lnTo>
                  <a:lnTo>
                    <a:pt x="920" y="774"/>
                  </a:lnTo>
                  <a:cubicBezTo>
                    <a:pt x="903" y="808"/>
                    <a:pt x="911" y="842"/>
                    <a:pt x="894" y="868"/>
                  </a:cubicBezTo>
                  <a:cubicBezTo>
                    <a:pt x="877" y="911"/>
                    <a:pt x="834" y="937"/>
                    <a:pt x="800" y="954"/>
                  </a:cubicBezTo>
                  <a:cubicBezTo>
                    <a:pt x="783" y="963"/>
                    <a:pt x="757" y="971"/>
                    <a:pt x="740" y="971"/>
                  </a:cubicBezTo>
                  <a:cubicBezTo>
                    <a:pt x="722" y="971"/>
                    <a:pt x="714" y="963"/>
                    <a:pt x="705" y="963"/>
                  </a:cubicBezTo>
                  <a:lnTo>
                    <a:pt x="680" y="946"/>
                  </a:lnTo>
                  <a:lnTo>
                    <a:pt x="671" y="937"/>
                  </a:lnTo>
                  <a:cubicBezTo>
                    <a:pt x="654" y="937"/>
                    <a:pt x="654" y="971"/>
                    <a:pt x="645" y="980"/>
                  </a:cubicBezTo>
                  <a:cubicBezTo>
                    <a:pt x="637" y="997"/>
                    <a:pt x="628" y="1014"/>
                    <a:pt x="619" y="1031"/>
                  </a:cubicBezTo>
                  <a:cubicBezTo>
                    <a:pt x="609" y="1041"/>
                    <a:pt x="605" y="1046"/>
                    <a:pt x="600" y="1046"/>
                  </a:cubicBezTo>
                  <a:cubicBezTo>
                    <a:pt x="596" y="1046"/>
                    <a:pt x="592" y="1044"/>
                    <a:pt x="585" y="1040"/>
                  </a:cubicBezTo>
                  <a:cubicBezTo>
                    <a:pt x="579" y="1037"/>
                    <a:pt x="574" y="1036"/>
                    <a:pt x="568" y="1036"/>
                  </a:cubicBezTo>
                  <a:cubicBezTo>
                    <a:pt x="556" y="1036"/>
                    <a:pt x="545" y="1040"/>
                    <a:pt x="533" y="1040"/>
                  </a:cubicBezTo>
                  <a:cubicBezTo>
                    <a:pt x="513" y="1047"/>
                    <a:pt x="497" y="1060"/>
                    <a:pt x="474" y="1060"/>
                  </a:cubicBezTo>
                  <a:cubicBezTo>
                    <a:pt x="469" y="1060"/>
                    <a:pt x="463" y="1059"/>
                    <a:pt x="456" y="1057"/>
                  </a:cubicBezTo>
                  <a:cubicBezTo>
                    <a:pt x="456" y="1040"/>
                    <a:pt x="473" y="1023"/>
                    <a:pt x="473" y="1006"/>
                  </a:cubicBezTo>
                  <a:lnTo>
                    <a:pt x="473" y="1006"/>
                  </a:lnTo>
                  <a:lnTo>
                    <a:pt x="456" y="1023"/>
                  </a:lnTo>
                  <a:lnTo>
                    <a:pt x="422" y="1040"/>
                  </a:lnTo>
                  <a:cubicBezTo>
                    <a:pt x="405" y="1049"/>
                    <a:pt x="379" y="1049"/>
                    <a:pt x="353" y="1057"/>
                  </a:cubicBezTo>
                  <a:cubicBezTo>
                    <a:pt x="336" y="1057"/>
                    <a:pt x="310" y="1057"/>
                    <a:pt x="284" y="1049"/>
                  </a:cubicBezTo>
                  <a:cubicBezTo>
                    <a:pt x="224" y="1040"/>
                    <a:pt x="173" y="1023"/>
                    <a:pt x="121" y="997"/>
                  </a:cubicBezTo>
                  <a:lnTo>
                    <a:pt x="87" y="980"/>
                  </a:lnTo>
                  <a:lnTo>
                    <a:pt x="61" y="963"/>
                  </a:lnTo>
                  <a:cubicBezTo>
                    <a:pt x="1" y="988"/>
                    <a:pt x="1" y="1023"/>
                    <a:pt x="18" y="1049"/>
                  </a:cubicBezTo>
                  <a:cubicBezTo>
                    <a:pt x="27" y="1066"/>
                    <a:pt x="44" y="1074"/>
                    <a:pt x="61" y="1092"/>
                  </a:cubicBezTo>
                  <a:cubicBezTo>
                    <a:pt x="78" y="1109"/>
                    <a:pt x="95" y="1126"/>
                    <a:pt x="104" y="1152"/>
                  </a:cubicBezTo>
                  <a:lnTo>
                    <a:pt x="121" y="1186"/>
                  </a:lnTo>
                  <a:lnTo>
                    <a:pt x="147" y="1195"/>
                  </a:lnTo>
                  <a:cubicBezTo>
                    <a:pt x="164" y="1203"/>
                    <a:pt x="181" y="1203"/>
                    <a:pt x="198" y="1212"/>
                  </a:cubicBezTo>
                  <a:cubicBezTo>
                    <a:pt x="207" y="1212"/>
                    <a:pt x="233" y="1220"/>
                    <a:pt x="250" y="1229"/>
                  </a:cubicBezTo>
                  <a:lnTo>
                    <a:pt x="267" y="1255"/>
                  </a:lnTo>
                  <a:cubicBezTo>
                    <a:pt x="284" y="1255"/>
                    <a:pt x="310" y="1255"/>
                    <a:pt x="327" y="1263"/>
                  </a:cubicBezTo>
                  <a:cubicBezTo>
                    <a:pt x="344" y="1263"/>
                    <a:pt x="370" y="1272"/>
                    <a:pt x="387" y="1272"/>
                  </a:cubicBezTo>
                  <a:cubicBezTo>
                    <a:pt x="405" y="1281"/>
                    <a:pt x="422" y="1281"/>
                    <a:pt x="430" y="1289"/>
                  </a:cubicBezTo>
                  <a:lnTo>
                    <a:pt x="465" y="1289"/>
                  </a:lnTo>
                  <a:cubicBezTo>
                    <a:pt x="476" y="1289"/>
                    <a:pt x="488" y="1293"/>
                    <a:pt x="499" y="1293"/>
                  </a:cubicBezTo>
                  <a:cubicBezTo>
                    <a:pt x="505" y="1293"/>
                    <a:pt x="511" y="1292"/>
                    <a:pt x="516" y="1289"/>
                  </a:cubicBezTo>
                  <a:lnTo>
                    <a:pt x="551" y="1272"/>
                  </a:lnTo>
                  <a:cubicBezTo>
                    <a:pt x="576" y="1255"/>
                    <a:pt x="602" y="1255"/>
                    <a:pt x="628" y="1255"/>
                  </a:cubicBezTo>
                  <a:cubicBezTo>
                    <a:pt x="680" y="1246"/>
                    <a:pt x="731" y="1238"/>
                    <a:pt x="774" y="1229"/>
                  </a:cubicBezTo>
                  <a:cubicBezTo>
                    <a:pt x="808" y="1229"/>
                    <a:pt x="834" y="1229"/>
                    <a:pt x="860" y="1220"/>
                  </a:cubicBezTo>
                  <a:cubicBezTo>
                    <a:pt x="894" y="1203"/>
                    <a:pt x="911" y="1186"/>
                    <a:pt x="929" y="1169"/>
                  </a:cubicBezTo>
                  <a:cubicBezTo>
                    <a:pt x="946" y="1152"/>
                    <a:pt x="963" y="1135"/>
                    <a:pt x="980" y="1117"/>
                  </a:cubicBezTo>
                  <a:lnTo>
                    <a:pt x="1006" y="1092"/>
                  </a:lnTo>
                  <a:cubicBezTo>
                    <a:pt x="1015" y="1074"/>
                    <a:pt x="1023" y="1049"/>
                    <a:pt x="1032" y="1031"/>
                  </a:cubicBezTo>
                  <a:cubicBezTo>
                    <a:pt x="1040" y="1023"/>
                    <a:pt x="1049" y="1006"/>
                    <a:pt x="1058" y="988"/>
                  </a:cubicBezTo>
                  <a:cubicBezTo>
                    <a:pt x="1075" y="963"/>
                    <a:pt x="1092" y="937"/>
                    <a:pt x="1118" y="920"/>
                  </a:cubicBezTo>
                  <a:cubicBezTo>
                    <a:pt x="1143" y="903"/>
                    <a:pt x="1161" y="885"/>
                    <a:pt x="1178" y="860"/>
                  </a:cubicBezTo>
                  <a:cubicBezTo>
                    <a:pt x="1204" y="808"/>
                    <a:pt x="1204" y="739"/>
                    <a:pt x="1221" y="688"/>
                  </a:cubicBezTo>
                  <a:cubicBezTo>
                    <a:pt x="1238" y="636"/>
                    <a:pt x="1212" y="602"/>
                    <a:pt x="1204" y="550"/>
                  </a:cubicBezTo>
                  <a:cubicBezTo>
                    <a:pt x="1186" y="507"/>
                    <a:pt x="1178" y="456"/>
                    <a:pt x="1169" y="413"/>
                  </a:cubicBezTo>
                  <a:cubicBezTo>
                    <a:pt x="1161" y="370"/>
                    <a:pt x="1135" y="336"/>
                    <a:pt x="1118" y="301"/>
                  </a:cubicBezTo>
                  <a:lnTo>
                    <a:pt x="1109" y="258"/>
                  </a:lnTo>
                  <a:lnTo>
                    <a:pt x="1092" y="232"/>
                  </a:lnTo>
                  <a:cubicBezTo>
                    <a:pt x="1075" y="215"/>
                    <a:pt x="1075" y="198"/>
                    <a:pt x="1066" y="181"/>
                  </a:cubicBezTo>
                  <a:lnTo>
                    <a:pt x="1040" y="155"/>
                  </a:lnTo>
                  <a:cubicBezTo>
                    <a:pt x="1023" y="121"/>
                    <a:pt x="1006" y="86"/>
                    <a:pt x="980" y="61"/>
                  </a:cubicBezTo>
                  <a:cubicBezTo>
                    <a:pt x="963" y="43"/>
                    <a:pt x="954" y="18"/>
                    <a:pt x="937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4" name="Google Shape;1264;p17"/>
            <p:cNvSpPr/>
            <p:nvPr/>
          </p:nvSpPr>
          <p:spPr>
            <a:xfrm>
              <a:off x="5173650" y="1267950"/>
              <a:ext cx="27750" cy="35225"/>
            </a:xfrm>
            <a:custGeom>
              <a:avLst/>
              <a:gdLst/>
              <a:ahLst/>
              <a:cxnLst/>
              <a:rect l="l" t="t" r="r" b="b"/>
              <a:pathLst>
                <a:path w="1110" h="1409" extrusionOk="0">
                  <a:moveTo>
                    <a:pt x="783" y="1"/>
                  </a:moveTo>
                  <a:cubicBezTo>
                    <a:pt x="748" y="9"/>
                    <a:pt x="705" y="18"/>
                    <a:pt x="662" y="18"/>
                  </a:cubicBezTo>
                  <a:cubicBezTo>
                    <a:pt x="637" y="27"/>
                    <a:pt x="619" y="35"/>
                    <a:pt x="594" y="52"/>
                  </a:cubicBezTo>
                  <a:cubicBezTo>
                    <a:pt x="568" y="61"/>
                    <a:pt x="559" y="70"/>
                    <a:pt x="533" y="78"/>
                  </a:cubicBezTo>
                  <a:cubicBezTo>
                    <a:pt x="516" y="87"/>
                    <a:pt x="499" y="87"/>
                    <a:pt x="482" y="95"/>
                  </a:cubicBezTo>
                  <a:cubicBezTo>
                    <a:pt x="396" y="130"/>
                    <a:pt x="319" y="181"/>
                    <a:pt x="250" y="241"/>
                  </a:cubicBezTo>
                  <a:cubicBezTo>
                    <a:pt x="233" y="259"/>
                    <a:pt x="207" y="276"/>
                    <a:pt x="190" y="293"/>
                  </a:cubicBezTo>
                  <a:cubicBezTo>
                    <a:pt x="173" y="310"/>
                    <a:pt x="164" y="327"/>
                    <a:pt x="155" y="336"/>
                  </a:cubicBezTo>
                  <a:cubicBezTo>
                    <a:pt x="113" y="379"/>
                    <a:pt x="87" y="422"/>
                    <a:pt x="52" y="473"/>
                  </a:cubicBezTo>
                  <a:cubicBezTo>
                    <a:pt x="44" y="482"/>
                    <a:pt x="35" y="499"/>
                    <a:pt x="27" y="508"/>
                  </a:cubicBezTo>
                  <a:cubicBezTo>
                    <a:pt x="18" y="534"/>
                    <a:pt x="18" y="559"/>
                    <a:pt x="18" y="585"/>
                  </a:cubicBezTo>
                  <a:cubicBezTo>
                    <a:pt x="18" y="611"/>
                    <a:pt x="18" y="637"/>
                    <a:pt x="18" y="662"/>
                  </a:cubicBezTo>
                  <a:cubicBezTo>
                    <a:pt x="9" y="688"/>
                    <a:pt x="1" y="714"/>
                    <a:pt x="1" y="740"/>
                  </a:cubicBezTo>
                  <a:cubicBezTo>
                    <a:pt x="1" y="757"/>
                    <a:pt x="1" y="791"/>
                    <a:pt x="9" y="808"/>
                  </a:cubicBezTo>
                  <a:cubicBezTo>
                    <a:pt x="27" y="860"/>
                    <a:pt x="44" y="903"/>
                    <a:pt x="52" y="955"/>
                  </a:cubicBezTo>
                  <a:cubicBezTo>
                    <a:pt x="70" y="989"/>
                    <a:pt x="70" y="1032"/>
                    <a:pt x="95" y="1075"/>
                  </a:cubicBezTo>
                  <a:cubicBezTo>
                    <a:pt x="104" y="1092"/>
                    <a:pt x="121" y="1118"/>
                    <a:pt x="138" y="1135"/>
                  </a:cubicBezTo>
                  <a:cubicBezTo>
                    <a:pt x="147" y="1152"/>
                    <a:pt x="155" y="1161"/>
                    <a:pt x="164" y="1178"/>
                  </a:cubicBezTo>
                  <a:cubicBezTo>
                    <a:pt x="198" y="1212"/>
                    <a:pt x="241" y="1247"/>
                    <a:pt x="276" y="1281"/>
                  </a:cubicBezTo>
                  <a:cubicBezTo>
                    <a:pt x="310" y="1315"/>
                    <a:pt x="353" y="1341"/>
                    <a:pt x="396" y="1358"/>
                  </a:cubicBezTo>
                  <a:cubicBezTo>
                    <a:pt x="413" y="1367"/>
                    <a:pt x="422" y="1375"/>
                    <a:pt x="439" y="1384"/>
                  </a:cubicBezTo>
                  <a:lnTo>
                    <a:pt x="465" y="1401"/>
                  </a:lnTo>
                  <a:cubicBezTo>
                    <a:pt x="470" y="1407"/>
                    <a:pt x="473" y="1409"/>
                    <a:pt x="474" y="1409"/>
                  </a:cubicBezTo>
                  <a:cubicBezTo>
                    <a:pt x="477" y="1409"/>
                    <a:pt x="471" y="1399"/>
                    <a:pt x="465" y="1393"/>
                  </a:cubicBezTo>
                  <a:lnTo>
                    <a:pt x="439" y="1375"/>
                  </a:lnTo>
                  <a:lnTo>
                    <a:pt x="413" y="1350"/>
                  </a:lnTo>
                  <a:lnTo>
                    <a:pt x="379" y="1315"/>
                  </a:lnTo>
                  <a:cubicBezTo>
                    <a:pt x="362" y="1298"/>
                    <a:pt x="353" y="1272"/>
                    <a:pt x="336" y="1255"/>
                  </a:cubicBezTo>
                  <a:cubicBezTo>
                    <a:pt x="319" y="1229"/>
                    <a:pt x="310" y="1221"/>
                    <a:pt x="310" y="1195"/>
                  </a:cubicBezTo>
                  <a:cubicBezTo>
                    <a:pt x="319" y="1161"/>
                    <a:pt x="293" y="1135"/>
                    <a:pt x="293" y="1101"/>
                  </a:cubicBezTo>
                  <a:lnTo>
                    <a:pt x="284" y="1075"/>
                  </a:lnTo>
                  <a:lnTo>
                    <a:pt x="293" y="1032"/>
                  </a:lnTo>
                  <a:cubicBezTo>
                    <a:pt x="284" y="1023"/>
                    <a:pt x="250" y="1023"/>
                    <a:pt x="241" y="1006"/>
                  </a:cubicBezTo>
                  <a:cubicBezTo>
                    <a:pt x="233" y="997"/>
                    <a:pt x="233" y="980"/>
                    <a:pt x="233" y="972"/>
                  </a:cubicBezTo>
                  <a:cubicBezTo>
                    <a:pt x="241" y="955"/>
                    <a:pt x="241" y="946"/>
                    <a:pt x="250" y="929"/>
                  </a:cubicBezTo>
                  <a:cubicBezTo>
                    <a:pt x="259" y="912"/>
                    <a:pt x="259" y="894"/>
                    <a:pt x="259" y="869"/>
                  </a:cubicBezTo>
                  <a:cubicBezTo>
                    <a:pt x="259" y="826"/>
                    <a:pt x="259" y="783"/>
                    <a:pt x="259" y="731"/>
                  </a:cubicBezTo>
                  <a:cubicBezTo>
                    <a:pt x="259" y="705"/>
                    <a:pt x="267" y="662"/>
                    <a:pt x="293" y="645"/>
                  </a:cubicBezTo>
                  <a:cubicBezTo>
                    <a:pt x="319" y="628"/>
                    <a:pt x="336" y="611"/>
                    <a:pt x="353" y="585"/>
                  </a:cubicBezTo>
                  <a:lnTo>
                    <a:pt x="370" y="559"/>
                  </a:lnTo>
                  <a:cubicBezTo>
                    <a:pt x="387" y="534"/>
                    <a:pt x="370" y="491"/>
                    <a:pt x="396" y="465"/>
                  </a:cubicBezTo>
                  <a:cubicBezTo>
                    <a:pt x="405" y="448"/>
                    <a:pt x="439" y="430"/>
                    <a:pt x="439" y="405"/>
                  </a:cubicBezTo>
                  <a:lnTo>
                    <a:pt x="430" y="370"/>
                  </a:lnTo>
                  <a:cubicBezTo>
                    <a:pt x="422" y="345"/>
                    <a:pt x="422" y="336"/>
                    <a:pt x="439" y="310"/>
                  </a:cubicBezTo>
                  <a:lnTo>
                    <a:pt x="473" y="284"/>
                  </a:lnTo>
                  <a:cubicBezTo>
                    <a:pt x="491" y="276"/>
                    <a:pt x="499" y="267"/>
                    <a:pt x="516" y="250"/>
                  </a:cubicBezTo>
                  <a:cubicBezTo>
                    <a:pt x="525" y="241"/>
                    <a:pt x="542" y="233"/>
                    <a:pt x="559" y="224"/>
                  </a:cubicBezTo>
                  <a:lnTo>
                    <a:pt x="637" y="224"/>
                  </a:lnTo>
                  <a:cubicBezTo>
                    <a:pt x="645" y="224"/>
                    <a:pt x="662" y="224"/>
                    <a:pt x="680" y="216"/>
                  </a:cubicBezTo>
                  <a:cubicBezTo>
                    <a:pt x="697" y="216"/>
                    <a:pt x="705" y="207"/>
                    <a:pt x="722" y="207"/>
                  </a:cubicBezTo>
                  <a:cubicBezTo>
                    <a:pt x="731" y="207"/>
                    <a:pt x="740" y="198"/>
                    <a:pt x="757" y="198"/>
                  </a:cubicBezTo>
                  <a:lnTo>
                    <a:pt x="791" y="190"/>
                  </a:lnTo>
                  <a:lnTo>
                    <a:pt x="826" y="190"/>
                  </a:lnTo>
                  <a:cubicBezTo>
                    <a:pt x="843" y="190"/>
                    <a:pt x="864" y="198"/>
                    <a:pt x="884" y="198"/>
                  </a:cubicBezTo>
                  <a:cubicBezTo>
                    <a:pt x="893" y="198"/>
                    <a:pt x="903" y="196"/>
                    <a:pt x="912" y="190"/>
                  </a:cubicBezTo>
                  <a:lnTo>
                    <a:pt x="946" y="173"/>
                  </a:lnTo>
                  <a:cubicBezTo>
                    <a:pt x="963" y="164"/>
                    <a:pt x="972" y="156"/>
                    <a:pt x="989" y="156"/>
                  </a:cubicBezTo>
                  <a:cubicBezTo>
                    <a:pt x="1015" y="156"/>
                    <a:pt x="1049" y="156"/>
                    <a:pt x="1066" y="164"/>
                  </a:cubicBezTo>
                  <a:lnTo>
                    <a:pt x="1109" y="181"/>
                  </a:lnTo>
                  <a:lnTo>
                    <a:pt x="1092" y="164"/>
                  </a:lnTo>
                  <a:lnTo>
                    <a:pt x="1075" y="147"/>
                  </a:lnTo>
                  <a:cubicBezTo>
                    <a:pt x="1066" y="130"/>
                    <a:pt x="1066" y="121"/>
                    <a:pt x="1058" y="121"/>
                  </a:cubicBezTo>
                  <a:cubicBezTo>
                    <a:pt x="1040" y="113"/>
                    <a:pt x="1032" y="113"/>
                    <a:pt x="1023" y="95"/>
                  </a:cubicBezTo>
                  <a:lnTo>
                    <a:pt x="1006" y="87"/>
                  </a:lnTo>
                  <a:cubicBezTo>
                    <a:pt x="989" y="70"/>
                    <a:pt x="972" y="61"/>
                    <a:pt x="954" y="52"/>
                  </a:cubicBezTo>
                  <a:lnTo>
                    <a:pt x="929" y="35"/>
                  </a:lnTo>
                  <a:cubicBezTo>
                    <a:pt x="903" y="27"/>
                    <a:pt x="886" y="18"/>
                    <a:pt x="860" y="18"/>
                  </a:cubicBezTo>
                  <a:cubicBezTo>
                    <a:pt x="834" y="9"/>
                    <a:pt x="808" y="1"/>
                    <a:pt x="78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5" name="Google Shape;1265;p17"/>
            <p:cNvSpPr/>
            <p:nvPr/>
          </p:nvSpPr>
          <p:spPr>
            <a:xfrm>
              <a:off x="5186550" y="1277800"/>
              <a:ext cx="13325" cy="16825"/>
            </a:xfrm>
            <a:custGeom>
              <a:avLst/>
              <a:gdLst/>
              <a:ahLst/>
              <a:cxnLst/>
              <a:rect l="l" t="t" r="r" b="b"/>
              <a:pathLst>
                <a:path w="533" h="673" extrusionOk="0">
                  <a:moveTo>
                    <a:pt x="311" y="0"/>
                  </a:moveTo>
                  <a:cubicBezTo>
                    <a:pt x="261" y="0"/>
                    <a:pt x="217" y="22"/>
                    <a:pt x="172" y="36"/>
                  </a:cubicBezTo>
                  <a:cubicBezTo>
                    <a:pt x="155" y="45"/>
                    <a:pt x="129" y="54"/>
                    <a:pt x="103" y="62"/>
                  </a:cubicBezTo>
                  <a:lnTo>
                    <a:pt x="78" y="71"/>
                  </a:lnTo>
                  <a:cubicBezTo>
                    <a:pt x="60" y="71"/>
                    <a:pt x="60" y="79"/>
                    <a:pt x="52" y="88"/>
                  </a:cubicBezTo>
                  <a:lnTo>
                    <a:pt x="26" y="122"/>
                  </a:lnTo>
                  <a:lnTo>
                    <a:pt x="9" y="140"/>
                  </a:lnTo>
                  <a:lnTo>
                    <a:pt x="0" y="157"/>
                  </a:lnTo>
                  <a:cubicBezTo>
                    <a:pt x="17" y="157"/>
                    <a:pt x="35" y="148"/>
                    <a:pt x="52" y="140"/>
                  </a:cubicBezTo>
                  <a:cubicBezTo>
                    <a:pt x="63" y="140"/>
                    <a:pt x="75" y="143"/>
                    <a:pt x="86" y="143"/>
                  </a:cubicBezTo>
                  <a:cubicBezTo>
                    <a:pt x="92" y="143"/>
                    <a:pt x="98" y="142"/>
                    <a:pt x="103" y="140"/>
                  </a:cubicBezTo>
                  <a:cubicBezTo>
                    <a:pt x="109" y="140"/>
                    <a:pt x="115" y="132"/>
                    <a:pt x="118" y="132"/>
                  </a:cubicBezTo>
                  <a:cubicBezTo>
                    <a:pt x="120" y="132"/>
                    <a:pt x="121" y="134"/>
                    <a:pt x="121" y="140"/>
                  </a:cubicBezTo>
                  <a:cubicBezTo>
                    <a:pt x="132" y="140"/>
                    <a:pt x="151" y="136"/>
                    <a:pt x="170" y="136"/>
                  </a:cubicBezTo>
                  <a:cubicBezTo>
                    <a:pt x="180" y="136"/>
                    <a:pt x="189" y="137"/>
                    <a:pt x="198" y="140"/>
                  </a:cubicBezTo>
                  <a:lnTo>
                    <a:pt x="224" y="157"/>
                  </a:lnTo>
                  <a:cubicBezTo>
                    <a:pt x="232" y="165"/>
                    <a:pt x="241" y="174"/>
                    <a:pt x="258" y="182"/>
                  </a:cubicBezTo>
                  <a:cubicBezTo>
                    <a:pt x="292" y="200"/>
                    <a:pt x="335" y="225"/>
                    <a:pt x="344" y="268"/>
                  </a:cubicBezTo>
                  <a:cubicBezTo>
                    <a:pt x="361" y="311"/>
                    <a:pt x="353" y="354"/>
                    <a:pt x="344" y="397"/>
                  </a:cubicBezTo>
                  <a:cubicBezTo>
                    <a:pt x="344" y="440"/>
                    <a:pt x="301" y="466"/>
                    <a:pt x="301" y="509"/>
                  </a:cubicBezTo>
                  <a:cubicBezTo>
                    <a:pt x="301" y="535"/>
                    <a:pt x="310" y="561"/>
                    <a:pt x="301" y="578"/>
                  </a:cubicBezTo>
                  <a:lnTo>
                    <a:pt x="292" y="595"/>
                  </a:lnTo>
                  <a:lnTo>
                    <a:pt x="267" y="621"/>
                  </a:lnTo>
                  <a:cubicBezTo>
                    <a:pt x="258" y="638"/>
                    <a:pt x="241" y="664"/>
                    <a:pt x="232" y="672"/>
                  </a:cubicBezTo>
                  <a:lnTo>
                    <a:pt x="267" y="655"/>
                  </a:lnTo>
                  <a:cubicBezTo>
                    <a:pt x="292" y="646"/>
                    <a:pt x="318" y="638"/>
                    <a:pt x="335" y="629"/>
                  </a:cubicBezTo>
                  <a:cubicBezTo>
                    <a:pt x="361" y="612"/>
                    <a:pt x="387" y="586"/>
                    <a:pt x="421" y="569"/>
                  </a:cubicBezTo>
                  <a:lnTo>
                    <a:pt x="438" y="552"/>
                  </a:lnTo>
                  <a:lnTo>
                    <a:pt x="456" y="526"/>
                  </a:lnTo>
                  <a:cubicBezTo>
                    <a:pt x="473" y="492"/>
                    <a:pt x="481" y="457"/>
                    <a:pt x="499" y="423"/>
                  </a:cubicBezTo>
                  <a:cubicBezTo>
                    <a:pt x="499" y="406"/>
                    <a:pt x="507" y="406"/>
                    <a:pt x="516" y="397"/>
                  </a:cubicBezTo>
                  <a:lnTo>
                    <a:pt x="516" y="371"/>
                  </a:lnTo>
                  <a:cubicBezTo>
                    <a:pt x="533" y="320"/>
                    <a:pt x="533" y="277"/>
                    <a:pt x="516" y="234"/>
                  </a:cubicBezTo>
                  <a:cubicBezTo>
                    <a:pt x="507" y="208"/>
                    <a:pt x="507" y="182"/>
                    <a:pt x="499" y="157"/>
                  </a:cubicBezTo>
                  <a:cubicBezTo>
                    <a:pt x="490" y="122"/>
                    <a:pt x="456" y="97"/>
                    <a:pt x="430" y="79"/>
                  </a:cubicBezTo>
                  <a:cubicBezTo>
                    <a:pt x="396" y="45"/>
                    <a:pt x="387" y="11"/>
                    <a:pt x="335" y="2"/>
                  </a:cubicBezTo>
                  <a:cubicBezTo>
                    <a:pt x="327" y="1"/>
                    <a:pt x="319" y="0"/>
                    <a:pt x="311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266" name="Google Shape;1266;p17"/>
          <p:cNvGrpSpPr/>
          <p:nvPr/>
        </p:nvGrpSpPr>
        <p:grpSpPr>
          <a:xfrm>
            <a:off x="1478870" y="4821532"/>
            <a:ext cx="339139" cy="239689"/>
            <a:chOff x="5658425" y="1270850"/>
            <a:chExt cx="179800" cy="127075"/>
          </a:xfrm>
        </p:grpSpPr>
        <p:sp>
          <p:nvSpPr>
            <p:cNvPr id="1267" name="Google Shape;1267;p17"/>
            <p:cNvSpPr/>
            <p:nvPr/>
          </p:nvSpPr>
          <p:spPr>
            <a:xfrm>
              <a:off x="5704400" y="1271825"/>
              <a:ext cx="133825" cy="126100"/>
            </a:xfrm>
            <a:custGeom>
              <a:avLst/>
              <a:gdLst/>
              <a:ahLst/>
              <a:cxnLst/>
              <a:rect l="l" t="t" r="r" b="b"/>
              <a:pathLst>
                <a:path w="5353" h="5044" extrusionOk="0">
                  <a:moveTo>
                    <a:pt x="713" y="9"/>
                  </a:moveTo>
                  <a:cubicBezTo>
                    <a:pt x="816" y="9"/>
                    <a:pt x="911" y="18"/>
                    <a:pt x="1014" y="18"/>
                  </a:cubicBezTo>
                  <a:cubicBezTo>
                    <a:pt x="1263" y="35"/>
                    <a:pt x="1486" y="138"/>
                    <a:pt x="1718" y="164"/>
                  </a:cubicBezTo>
                  <a:cubicBezTo>
                    <a:pt x="1968" y="198"/>
                    <a:pt x="2217" y="198"/>
                    <a:pt x="2466" y="215"/>
                  </a:cubicBezTo>
                  <a:cubicBezTo>
                    <a:pt x="2492" y="215"/>
                    <a:pt x="2517" y="224"/>
                    <a:pt x="2543" y="232"/>
                  </a:cubicBezTo>
                  <a:cubicBezTo>
                    <a:pt x="2578" y="250"/>
                    <a:pt x="2595" y="284"/>
                    <a:pt x="2629" y="301"/>
                  </a:cubicBezTo>
                  <a:cubicBezTo>
                    <a:pt x="2681" y="344"/>
                    <a:pt x="2758" y="336"/>
                    <a:pt x="2827" y="336"/>
                  </a:cubicBezTo>
                  <a:cubicBezTo>
                    <a:pt x="2981" y="336"/>
                    <a:pt x="3136" y="327"/>
                    <a:pt x="3282" y="327"/>
                  </a:cubicBezTo>
                  <a:cubicBezTo>
                    <a:pt x="3411" y="318"/>
                    <a:pt x="3548" y="318"/>
                    <a:pt x="3677" y="344"/>
                  </a:cubicBezTo>
                  <a:cubicBezTo>
                    <a:pt x="3780" y="361"/>
                    <a:pt x="3883" y="404"/>
                    <a:pt x="3987" y="421"/>
                  </a:cubicBezTo>
                  <a:cubicBezTo>
                    <a:pt x="4012" y="430"/>
                    <a:pt x="4055" y="430"/>
                    <a:pt x="4090" y="430"/>
                  </a:cubicBezTo>
                  <a:cubicBezTo>
                    <a:pt x="4158" y="430"/>
                    <a:pt x="4227" y="430"/>
                    <a:pt x="4262" y="447"/>
                  </a:cubicBezTo>
                  <a:cubicBezTo>
                    <a:pt x="4476" y="559"/>
                    <a:pt x="4579" y="774"/>
                    <a:pt x="4786" y="903"/>
                  </a:cubicBezTo>
                  <a:cubicBezTo>
                    <a:pt x="4820" y="920"/>
                    <a:pt x="4863" y="946"/>
                    <a:pt x="4871" y="989"/>
                  </a:cubicBezTo>
                  <a:cubicBezTo>
                    <a:pt x="4880" y="1083"/>
                    <a:pt x="4863" y="1100"/>
                    <a:pt x="4932" y="1195"/>
                  </a:cubicBezTo>
                  <a:cubicBezTo>
                    <a:pt x="4957" y="1229"/>
                    <a:pt x="4975" y="1272"/>
                    <a:pt x="5009" y="1306"/>
                  </a:cubicBezTo>
                  <a:cubicBezTo>
                    <a:pt x="5121" y="1444"/>
                    <a:pt x="5198" y="1547"/>
                    <a:pt x="5241" y="1719"/>
                  </a:cubicBezTo>
                  <a:cubicBezTo>
                    <a:pt x="5267" y="1830"/>
                    <a:pt x="5318" y="1934"/>
                    <a:pt x="5335" y="2045"/>
                  </a:cubicBezTo>
                  <a:cubicBezTo>
                    <a:pt x="5353" y="2166"/>
                    <a:pt x="5335" y="2294"/>
                    <a:pt x="5327" y="2415"/>
                  </a:cubicBezTo>
                  <a:cubicBezTo>
                    <a:pt x="5327" y="2458"/>
                    <a:pt x="5301" y="2475"/>
                    <a:pt x="5284" y="2518"/>
                  </a:cubicBezTo>
                  <a:cubicBezTo>
                    <a:pt x="5250" y="2621"/>
                    <a:pt x="5284" y="2724"/>
                    <a:pt x="5301" y="2844"/>
                  </a:cubicBezTo>
                  <a:cubicBezTo>
                    <a:pt x="5310" y="2939"/>
                    <a:pt x="5301" y="3119"/>
                    <a:pt x="5258" y="3205"/>
                  </a:cubicBezTo>
                  <a:cubicBezTo>
                    <a:pt x="5241" y="3257"/>
                    <a:pt x="5103" y="3557"/>
                    <a:pt x="5069" y="3635"/>
                  </a:cubicBezTo>
                  <a:cubicBezTo>
                    <a:pt x="5035" y="3703"/>
                    <a:pt x="4957" y="3815"/>
                    <a:pt x="4940" y="3884"/>
                  </a:cubicBezTo>
                  <a:cubicBezTo>
                    <a:pt x="4923" y="3927"/>
                    <a:pt x="4829" y="4159"/>
                    <a:pt x="4734" y="4262"/>
                  </a:cubicBezTo>
                  <a:cubicBezTo>
                    <a:pt x="4640" y="4382"/>
                    <a:pt x="4571" y="4451"/>
                    <a:pt x="4382" y="4477"/>
                  </a:cubicBezTo>
                  <a:cubicBezTo>
                    <a:pt x="4322" y="4485"/>
                    <a:pt x="4090" y="4614"/>
                    <a:pt x="4030" y="4605"/>
                  </a:cubicBezTo>
                  <a:cubicBezTo>
                    <a:pt x="3978" y="4605"/>
                    <a:pt x="3935" y="4623"/>
                    <a:pt x="3883" y="4631"/>
                  </a:cubicBezTo>
                  <a:cubicBezTo>
                    <a:pt x="3866" y="4631"/>
                    <a:pt x="3849" y="4631"/>
                    <a:pt x="3832" y="4631"/>
                  </a:cubicBezTo>
                  <a:cubicBezTo>
                    <a:pt x="3815" y="4631"/>
                    <a:pt x="3789" y="4631"/>
                    <a:pt x="3772" y="4640"/>
                  </a:cubicBezTo>
                  <a:cubicBezTo>
                    <a:pt x="3617" y="4666"/>
                    <a:pt x="3351" y="4709"/>
                    <a:pt x="3265" y="4734"/>
                  </a:cubicBezTo>
                  <a:cubicBezTo>
                    <a:pt x="3153" y="4769"/>
                    <a:pt x="2964" y="4769"/>
                    <a:pt x="2853" y="4752"/>
                  </a:cubicBezTo>
                  <a:cubicBezTo>
                    <a:pt x="2724" y="4743"/>
                    <a:pt x="2500" y="4863"/>
                    <a:pt x="2363" y="4872"/>
                  </a:cubicBezTo>
                  <a:cubicBezTo>
                    <a:pt x="2260" y="4872"/>
                    <a:pt x="2191" y="4872"/>
                    <a:pt x="2131" y="4872"/>
                  </a:cubicBezTo>
                  <a:cubicBezTo>
                    <a:pt x="2028" y="4863"/>
                    <a:pt x="1950" y="4863"/>
                    <a:pt x="1753" y="4906"/>
                  </a:cubicBezTo>
                  <a:cubicBezTo>
                    <a:pt x="1718" y="4923"/>
                    <a:pt x="1650" y="4915"/>
                    <a:pt x="1590" y="4915"/>
                  </a:cubicBezTo>
                  <a:cubicBezTo>
                    <a:pt x="1512" y="4915"/>
                    <a:pt x="1435" y="4915"/>
                    <a:pt x="1383" y="4932"/>
                  </a:cubicBezTo>
                  <a:cubicBezTo>
                    <a:pt x="1349" y="4941"/>
                    <a:pt x="1315" y="4949"/>
                    <a:pt x="1280" y="4966"/>
                  </a:cubicBezTo>
                  <a:cubicBezTo>
                    <a:pt x="1203" y="4984"/>
                    <a:pt x="1126" y="4992"/>
                    <a:pt x="1048" y="5018"/>
                  </a:cubicBezTo>
                  <a:cubicBezTo>
                    <a:pt x="980" y="5035"/>
                    <a:pt x="962" y="5044"/>
                    <a:pt x="894" y="5026"/>
                  </a:cubicBezTo>
                  <a:cubicBezTo>
                    <a:pt x="645" y="4975"/>
                    <a:pt x="395" y="4932"/>
                    <a:pt x="129" y="4984"/>
                  </a:cubicBezTo>
                  <a:cubicBezTo>
                    <a:pt x="95" y="4984"/>
                    <a:pt x="0" y="4597"/>
                    <a:pt x="9" y="4528"/>
                  </a:cubicBezTo>
                  <a:cubicBezTo>
                    <a:pt x="35" y="4331"/>
                    <a:pt x="60" y="4142"/>
                    <a:pt x="86" y="3944"/>
                  </a:cubicBezTo>
                  <a:cubicBezTo>
                    <a:pt x="129" y="3575"/>
                    <a:pt x="181" y="3205"/>
                    <a:pt x="241" y="2853"/>
                  </a:cubicBezTo>
                  <a:cubicBezTo>
                    <a:pt x="284" y="2535"/>
                    <a:pt x="335" y="2234"/>
                    <a:pt x="361" y="1934"/>
                  </a:cubicBezTo>
                  <a:cubicBezTo>
                    <a:pt x="387" y="1650"/>
                    <a:pt x="395" y="1375"/>
                    <a:pt x="438" y="1092"/>
                  </a:cubicBezTo>
                  <a:cubicBezTo>
                    <a:pt x="456" y="997"/>
                    <a:pt x="645" y="1"/>
                    <a:pt x="713" y="9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8" name="Google Shape;1268;p17"/>
            <p:cNvSpPr/>
            <p:nvPr/>
          </p:nvSpPr>
          <p:spPr>
            <a:xfrm>
              <a:off x="5695575" y="1270850"/>
              <a:ext cx="76925" cy="126875"/>
            </a:xfrm>
            <a:custGeom>
              <a:avLst/>
              <a:gdLst/>
              <a:ahLst/>
              <a:cxnLst/>
              <a:rect l="l" t="t" r="r" b="b"/>
              <a:pathLst>
                <a:path w="3077" h="5075" extrusionOk="0">
                  <a:moveTo>
                    <a:pt x="1047" y="1"/>
                  </a:moveTo>
                  <a:cubicBezTo>
                    <a:pt x="898" y="1"/>
                    <a:pt x="756" y="31"/>
                    <a:pt x="714" y="74"/>
                  </a:cubicBezTo>
                  <a:cubicBezTo>
                    <a:pt x="707" y="81"/>
                    <a:pt x="712" y="84"/>
                    <a:pt x="724" y="84"/>
                  </a:cubicBezTo>
                  <a:cubicBezTo>
                    <a:pt x="740" y="84"/>
                    <a:pt x="770" y="79"/>
                    <a:pt x="800" y="74"/>
                  </a:cubicBezTo>
                  <a:cubicBezTo>
                    <a:pt x="835" y="69"/>
                    <a:pt x="869" y="64"/>
                    <a:pt x="891" y="64"/>
                  </a:cubicBezTo>
                  <a:cubicBezTo>
                    <a:pt x="907" y="64"/>
                    <a:pt x="915" y="67"/>
                    <a:pt x="912" y="74"/>
                  </a:cubicBezTo>
                  <a:cubicBezTo>
                    <a:pt x="877" y="117"/>
                    <a:pt x="843" y="160"/>
                    <a:pt x="809" y="194"/>
                  </a:cubicBezTo>
                  <a:cubicBezTo>
                    <a:pt x="697" y="332"/>
                    <a:pt x="662" y="503"/>
                    <a:pt x="602" y="649"/>
                  </a:cubicBezTo>
                  <a:cubicBezTo>
                    <a:pt x="542" y="787"/>
                    <a:pt x="491" y="924"/>
                    <a:pt x="448" y="1053"/>
                  </a:cubicBezTo>
                  <a:cubicBezTo>
                    <a:pt x="413" y="1148"/>
                    <a:pt x="379" y="1259"/>
                    <a:pt x="362" y="1363"/>
                  </a:cubicBezTo>
                  <a:cubicBezTo>
                    <a:pt x="345" y="1474"/>
                    <a:pt x="370" y="1586"/>
                    <a:pt x="370" y="1698"/>
                  </a:cubicBezTo>
                  <a:cubicBezTo>
                    <a:pt x="370" y="1758"/>
                    <a:pt x="370" y="1809"/>
                    <a:pt x="370" y="1869"/>
                  </a:cubicBezTo>
                  <a:cubicBezTo>
                    <a:pt x="388" y="2136"/>
                    <a:pt x="396" y="2428"/>
                    <a:pt x="336" y="2703"/>
                  </a:cubicBezTo>
                  <a:cubicBezTo>
                    <a:pt x="302" y="2875"/>
                    <a:pt x="241" y="3046"/>
                    <a:pt x="207" y="3218"/>
                  </a:cubicBezTo>
                  <a:cubicBezTo>
                    <a:pt x="181" y="3364"/>
                    <a:pt x="156" y="3502"/>
                    <a:pt x="121" y="3648"/>
                  </a:cubicBezTo>
                  <a:cubicBezTo>
                    <a:pt x="44" y="3992"/>
                    <a:pt x="1" y="4309"/>
                    <a:pt x="121" y="4644"/>
                  </a:cubicBezTo>
                  <a:cubicBezTo>
                    <a:pt x="156" y="4739"/>
                    <a:pt x="190" y="4808"/>
                    <a:pt x="259" y="4876"/>
                  </a:cubicBezTo>
                  <a:cubicBezTo>
                    <a:pt x="310" y="4919"/>
                    <a:pt x="362" y="4980"/>
                    <a:pt x="422" y="5005"/>
                  </a:cubicBezTo>
                  <a:cubicBezTo>
                    <a:pt x="542" y="5065"/>
                    <a:pt x="705" y="5057"/>
                    <a:pt x="834" y="5074"/>
                  </a:cubicBezTo>
                  <a:cubicBezTo>
                    <a:pt x="877" y="5074"/>
                    <a:pt x="912" y="5065"/>
                    <a:pt x="955" y="5057"/>
                  </a:cubicBezTo>
                  <a:cubicBezTo>
                    <a:pt x="969" y="5054"/>
                    <a:pt x="980" y="5053"/>
                    <a:pt x="990" y="5053"/>
                  </a:cubicBezTo>
                  <a:cubicBezTo>
                    <a:pt x="1010" y="5053"/>
                    <a:pt x="1023" y="5057"/>
                    <a:pt x="1040" y="5057"/>
                  </a:cubicBezTo>
                  <a:cubicBezTo>
                    <a:pt x="1049" y="5061"/>
                    <a:pt x="1060" y="5063"/>
                    <a:pt x="1074" y="5063"/>
                  </a:cubicBezTo>
                  <a:cubicBezTo>
                    <a:pt x="1088" y="5063"/>
                    <a:pt x="1105" y="5061"/>
                    <a:pt x="1126" y="5057"/>
                  </a:cubicBezTo>
                  <a:cubicBezTo>
                    <a:pt x="1134" y="5054"/>
                    <a:pt x="1143" y="5053"/>
                    <a:pt x="1153" y="5053"/>
                  </a:cubicBezTo>
                  <a:cubicBezTo>
                    <a:pt x="1177" y="5053"/>
                    <a:pt x="1208" y="5059"/>
                    <a:pt x="1238" y="5065"/>
                  </a:cubicBezTo>
                  <a:cubicBezTo>
                    <a:pt x="1267" y="5069"/>
                    <a:pt x="1294" y="5071"/>
                    <a:pt x="1318" y="5071"/>
                  </a:cubicBezTo>
                  <a:cubicBezTo>
                    <a:pt x="1352" y="5071"/>
                    <a:pt x="1381" y="5067"/>
                    <a:pt x="1401" y="5057"/>
                  </a:cubicBezTo>
                  <a:cubicBezTo>
                    <a:pt x="1470" y="5005"/>
                    <a:pt x="1676" y="4997"/>
                    <a:pt x="1736" y="4945"/>
                  </a:cubicBezTo>
                  <a:cubicBezTo>
                    <a:pt x="1788" y="4911"/>
                    <a:pt x="1839" y="4876"/>
                    <a:pt x="1900" y="4842"/>
                  </a:cubicBezTo>
                  <a:cubicBezTo>
                    <a:pt x="1951" y="4816"/>
                    <a:pt x="1986" y="4808"/>
                    <a:pt x="2028" y="4773"/>
                  </a:cubicBezTo>
                  <a:cubicBezTo>
                    <a:pt x="2054" y="4756"/>
                    <a:pt x="2071" y="4739"/>
                    <a:pt x="2097" y="4722"/>
                  </a:cubicBezTo>
                  <a:cubicBezTo>
                    <a:pt x="2166" y="4662"/>
                    <a:pt x="2114" y="4541"/>
                    <a:pt x="2209" y="4507"/>
                  </a:cubicBezTo>
                  <a:cubicBezTo>
                    <a:pt x="2286" y="4481"/>
                    <a:pt x="2355" y="4464"/>
                    <a:pt x="2407" y="4404"/>
                  </a:cubicBezTo>
                  <a:cubicBezTo>
                    <a:pt x="2441" y="4370"/>
                    <a:pt x="2458" y="4352"/>
                    <a:pt x="2458" y="4309"/>
                  </a:cubicBezTo>
                  <a:cubicBezTo>
                    <a:pt x="2467" y="4284"/>
                    <a:pt x="2475" y="4249"/>
                    <a:pt x="2475" y="4215"/>
                  </a:cubicBezTo>
                  <a:cubicBezTo>
                    <a:pt x="2475" y="4181"/>
                    <a:pt x="2570" y="4181"/>
                    <a:pt x="2561" y="4146"/>
                  </a:cubicBezTo>
                  <a:cubicBezTo>
                    <a:pt x="2561" y="4138"/>
                    <a:pt x="2553" y="4120"/>
                    <a:pt x="2553" y="4103"/>
                  </a:cubicBezTo>
                  <a:cubicBezTo>
                    <a:pt x="2553" y="4077"/>
                    <a:pt x="2570" y="4077"/>
                    <a:pt x="2578" y="4060"/>
                  </a:cubicBezTo>
                  <a:cubicBezTo>
                    <a:pt x="2596" y="4009"/>
                    <a:pt x="2587" y="3940"/>
                    <a:pt x="2604" y="3888"/>
                  </a:cubicBezTo>
                  <a:cubicBezTo>
                    <a:pt x="2621" y="3820"/>
                    <a:pt x="2681" y="3760"/>
                    <a:pt x="2716" y="3691"/>
                  </a:cubicBezTo>
                  <a:cubicBezTo>
                    <a:pt x="2742" y="3656"/>
                    <a:pt x="2750" y="3614"/>
                    <a:pt x="2776" y="3579"/>
                  </a:cubicBezTo>
                  <a:cubicBezTo>
                    <a:pt x="2793" y="3562"/>
                    <a:pt x="2819" y="3536"/>
                    <a:pt x="2827" y="3519"/>
                  </a:cubicBezTo>
                  <a:cubicBezTo>
                    <a:pt x="2845" y="3485"/>
                    <a:pt x="2845" y="3450"/>
                    <a:pt x="2853" y="3416"/>
                  </a:cubicBezTo>
                  <a:cubicBezTo>
                    <a:pt x="2862" y="3364"/>
                    <a:pt x="2870" y="3313"/>
                    <a:pt x="2888" y="3261"/>
                  </a:cubicBezTo>
                  <a:cubicBezTo>
                    <a:pt x="2905" y="3210"/>
                    <a:pt x="2905" y="3150"/>
                    <a:pt x="2939" y="3107"/>
                  </a:cubicBezTo>
                  <a:cubicBezTo>
                    <a:pt x="2956" y="3081"/>
                    <a:pt x="2982" y="3072"/>
                    <a:pt x="2999" y="3055"/>
                  </a:cubicBezTo>
                  <a:cubicBezTo>
                    <a:pt x="3034" y="3012"/>
                    <a:pt x="3034" y="2952"/>
                    <a:pt x="3042" y="2900"/>
                  </a:cubicBezTo>
                  <a:cubicBezTo>
                    <a:pt x="3051" y="2857"/>
                    <a:pt x="3051" y="2806"/>
                    <a:pt x="3059" y="2763"/>
                  </a:cubicBezTo>
                  <a:cubicBezTo>
                    <a:pt x="3068" y="2720"/>
                    <a:pt x="3034" y="2668"/>
                    <a:pt x="3034" y="2634"/>
                  </a:cubicBezTo>
                  <a:cubicBezTo>
                    <a:pt x="3016" y="2574"/>
                    <a:pt x="3008" y="2565"/>
                    <a:pt x="3042" y="2514"/>
                  </a:cubicBezTo>
                  <a:cubicBezTo>
                    <a:pt x="3077" y="2462"/>
                    <a:pt x="2999" y="2437"/>
                    <a:pt x="2999" y="2385"/>
                  </a:cubicBezTo>
                  <a:cubicBezTo>
                    <a:pt x="2999" y="2342"/>
                    <a:pt x="2974" y="2308"/>
                    <a:pt x="2965" y="2265"/>
                  </a:cubicBezTo>
                  <a:cubicBezTo>
                    <a:pt x="2939" y="2205"/>
                    <a:pt x="2982" y="2136"/>
                    <a:pt x="2965" y="2058"/>
                  </a:cubicBezTo>
                  <a:cubicBezTo>
                    <a:pt x="2931" y="1955"/>
                    <a:pt x="2948" y="1827"/>
                    <a:pt x="2905" y="1732"/>
                  </a:cubicBezTo>
                  <a:cubicBezTo>
                    <a:pt x="2888" y="1672"/>
                    <a:pt x="2870" y="1620"/>
                    <a:pt x="2853" y="1560"/>
                  </a:cubicBezTo>
                  <a:cubicBezTo>
                    <a:pt x="2845" y="1517"/>
                    <a:pt x="2845" y="1466"/>
                    <a:pt x="2819" y="1431"/>
                  </a:cubicBezTo>
                  <a:cubicBezTo>
                    <a:pt x="2750" y="1311"/>
                    <a:pt x="2664" y="1191"/>
                    <a:pt x="2647" y="1062"/>
                  </a:cubicBezTo>
                  <a:cubicBezTo>
                    <a:pt x="2647" y="1002"/>
                    <a:pt x="2638" y="924"/>
                    <a:pt x="2587" y="864"/>
                  </a:cubicBezTo>
                  <a:cubicBezTo>
                    <a:pt x="2570" y="847"/>
                    <a:pt x="2553" y="847"/>
                    <a:pt x="2535" y="830"/>
                  </a:cubicBezTo>
                  <a:cubicBezTo>
                    <a:pt x="2510" y="813"/>
                    <a:pt x="2501" y="787"/>
                    <a:pt x="2475" y="770"/>
                  </a:cubicBezTo>
                  <a:cubicBezTo>
                    <a:pt x="2407" y="735"/>
                    <a:pt x="2398" y="710"/>
                    <a:pt x="2364" y="658"/>
                  </a:cubicBezTo>
                  <a:cubicBezTo>
                    <a:pt x="2329" y="607"/>
                    <a:pt x="2269" y="581"/>
                    <a:pt x="2235" y="538"/>
                  </a:cubicBezTo>
                  <a:cubicBezTo>
                    <a:pt x="2192" y="495"/>
                    <a:pt x="2149" y="460"/>
                    <a:pt x="2106" y="418"/>
                  </a:cubicBezTo>
                  <a:cubicBezTo>
                    <a:pt x="2071" y="383"/>
                    <a:pt x="2046" y="349"/>
                    <a:pt x="2003" y="323"/>
                  </a:cubicBezTo>
                  <a:cubicBezTo>
                    <a:pt x="1968" y="306"/>
                    <a:pt x="1943" y="280"/>
                    <a:pt x="1908" y="271"/>
                  </a:cubicBezTo>
                  <a:cubicBezTo>
                    <a:pt x="1874" y="271"/>
                    <a:pt x="1857" y="263"/>
                    <a:pt x="1831" y="254"/>
                  </a:cubicBezTo>
                  <a:cubicBezTo>
                    <a:pt x="1788" y="237"/>
                    <a:pt x="1788" y="237"/>
                    <a:pt x="1762" y="211"/>
                  </a:cubicBezTo>
                  <a:cubicBezTo>
                    <a:pt x="1745" y="194"/>
                    <a:pt x="1719" y="186"/>
                    <a:pt x="1693" y="168"/>
                  </a:cubicBezTo>
                  <a:cubicBezTo>
                    <a:pt x="1668" y="151"/>
                    <a:pt x="1650" y="125"/>
                    <a:pt x="1608" y="117"/>
                  </a:cubicBezTo>
                  <a:lnTo>
                    <a:pt x="1565" y="117"/>
                  </a:lnTo>
                  <a:cubicBezTo>
                    <a:pt x="1547" y="117"/>
                    <a:pt x="1539" y="117"/>
                    <a:pt x="1504" y="108"/>
                  </a:cubicBezTo>
                  <a:cubicBezTo>
                    <a:pt x="1453" y="82"/>
                    <a:pt x="1341" y="82"/>
                    <a:pt x="1272" y="65"/>
                  </a:cubicBezTo>
                  <a:cubicBezTo>
                    <a:pt x="1238" y="48"/>
                    <a:pt x="1178" y="22"/>
                    <a:pt x="1144" y="5"/>
                  </a:cubicBezTo>
                  <a:cubicBezTo>
                    <a:pt x="1112" y="2"/>
                    <a:pt x="1079" y="1"/>
                    <a:pt x="104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9" name="Google Shape;1269;p17"/>
            <p:cNvSpPr/>
            <p:nvPr/>
          </p:nvSpPr>
          <p:spPr>
            <a:xfrm>
              <a:off x="5658425" y="1335825"/>
              <a:ext cx="450" cy="25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" y="1"/>
                  </a:moveTo>
                  <a:lnTo>
                    <a:pt x="1" y="1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0" name="Google Shape;1270;p17"/>
            <p:cNvSpPr/>
            <p:nvPr/>
          </p:nvSpPr>
          <p:spPr>
            <a:xfrm>
              <a:off x="5658650" y="1271150"/>
              <a:ext cx="106325" cy="125900"/>
            </a:xfrm>
            <a:custGeom>
              <a:avLst/>
              <a:gdLst/>
              <a:ahLst/>
              <a:cxnLst/>
              <a:rect l="l" t="t" r="r" b="b"/>
              <a:pathLst>
                <a:path w="4253" h="5036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12" y="3619"/>
                    <a:pt x="163" y="3730"/>
                    <a:pt x="249" y="3799"/>
                  </a:cubicBezTo>
                  <a:cubicBezTo>
                    <a:pt x="284" y="3825"/>
                    <a:pt x="309" y="3851"/>
                    <a:pt x="335" y="3894"/>
                  </a:cubicBezTo>
                  <a:cubicBezTo>
                    <a:pt x="370" y="3962"/>
                    <a:pt x="395" y="3988"/>
                    <a:pt x="456" y="4040"/>
                  </a:cubicBezTo>
                  <a:cubicBezTo>
                    <a:pt x="550" y="4108"/>
                    <a:pt x="567" y="4229"/>
                    <a:pt x="627" y="4315"/>
                  </a:cubicBezTo>
                  <a:cubicBezTo>
                    <a:pt x="653" y="4349"/>
                    <a:pt x="679" y="4392"/>
                    <a:pt x="713" y="4409"/>
                  </a:cubicBezTo>
                  <a:cubicBezTo>
                    <a:pt x="782" y="4435"/>
                    <a:pt x="851" y="4418"/>
                    <a:pt x="919" y="4461"/>
                  </a:cubicBezTo>
                  <a:cubicBezTo>
                    <a:pt x="962" y="4486"/>
                    <a:pt x="1005" y="4521"/>
                    <a:pt x="1048" y="4547"/>
                  </a:cubicBezTo>
                  <a:cubicBezTo>
                    <a:pt x="1100" y="4581"/>
                    <a:pt x="1169" y="4624"/>
                    <a:pt x="1212" y="4675"/>
                  </a:cubicBezTo>
                  <a:cubicBezTo>
                    <a:pt x="1280" y="4779"/>
                    <a:pt x="1323" y="4839"/>
                    <a:pt x="1444" y="4890"/>
                  </a:cubicBezTo>
                  <a:cubicBezTo>
                    <a:pt x="1555" y="4942"/>
                    <a:pt x="1658" y="4968"/>
                    <a:pt x="1770" y="4976"/>
                  </a:cubicBezTo>
                  <a:cubicBezTo>
                    <a:pt x="1813" y="4985"/>
                    <a:pt x="1856" y="4985"/>
                    <a:pt x="1899" y="4993"/>
                  </a:cubicBezTo>
                  <a:cubicBezTo>
                    <a:pt x="1933" y="5002"/>
                    <a:pt x="1968" y="5019"/>
                    <a:pt x="2002" y="5028"/>
                  </a:cubicBezTo>
                  <a:cubicBezTo>
                    <a:pt x="2022" y="5033"/>
                    <a:pt x="2041" y="5035"/>
                    <a:pt x="2060" y="5035"/>
                  </a:cubicBezTo>
                  <a:cubicBezTo>
                    <a:pt x="2096" y="5035"/>
                    <a:pt x="2131" y="5028"/>
                    <a:pt x="2165" y="5028"/>
                  </a:cubicBezTo>
                  <a:lnTo>
                    <a:pt x="2234" y="5028"/>
                  </a:lnTo>
                  <a:cubicBezTo>
                    <a:pt x="2247" y="5032"/>
                    <a:pt x="2262" y="5034"/>
                    <a:pt x="2278" y="5034"/>
                  </a:cubicBezTo>
                  <a:cubicBezTo>
                    <a:pt x="2294" y="5034"/>
                    <a:pt x="2311" y="5032"/>
                    <a:pt x="2328" y="5028"/>
                  </a:cubicBezTo>
                  <a:cubicBezTo>
                    <a:pt x="2363" y="5011"/>
                    <a:pt x="2389" y="4993"/>
                    <a:pt x="2423" y="4968"/>
                  </a:cubicBezTo>
                  <a:cubicBezTo>
                    <a:pt x="2457" y="4942"/>
                    <a:pt x="2492" y="4933"/>
                    <a:pt x="2535" y="4925"/>
                  </a:cubicBezTo>
                  <a:cubicBezTo>
                    <a:pt x="2646" y="4899"/>
                    <a:pt x="2758" y="4890"/>
                    <a:pt x="2870" y="4847"/>
                  </a:cubicBezTo>
                  <a:cubicBezTo>
                    <a:pt x="2964" y="4813"/>
                    <a:pt x="3059" y="4770"/>
                    <a:pt x="3153" y="4744"/>
                  </a:cubicBezTo>
                  <a:cubicBezTo>
                    <a:pt x="3239" y="4718"/>
                    <a:pt x="3274" y="4632"/>
                    <a:pt x="3342" y="4581"/>
                  </a:cubicBezTo>
                  <a:cubicBezTo>
                    <a:pt x="3411" y="4521"/>
                    <a:pt x="3454" y="4512"/>
                    <a:pt x="3523" y="4461"/>
                  </a:cubicBezTo>
                  <a:cubicBezTo>
                    <a:pt x="3548" y="4435"/>
                    <a:pt x="3557" y="4435"/>
                    <a:pt x="3574" y="4401"/>
                  </a:cubicBezTo>
                  <a:cubicBezTo>
                    <a:pt x="3591" y="4366"/>
                    <a:pt x="3617" y="4332"/>
                    <a:pt x="3634" y="4297"/>
                  </a:cubicBezTo>
                  <a:cubicBezTo>
                    <a:pt x="3652" y="4254"/>
                    <a:pt x="3703" y="4254"/>
                    <a:pt x="3703" y="4212"/>
                  </a:cubicBezTo>
                  <a:cubicBezTo>
                    <a:pt x="3712" y="4169"/>
                    <a:pt x="3729" y="4143"/>
                    <a:pt x="3746" y="4100"/>
                  </a:cubicBezTo>
                  <a:cubicBezTo>
                    <a:pt x="3763" y="4040"/>
                    <a:pt x="3780" y="3971"/>
                    <a:pt x="3798" y="3902"/>
                  </a:cubicBezTo>
                  <a:cubicBezTo>
                    <a:pt x="3815" y="3868"/>
                    <a:pt x="3849" y="3816"/>
                    <a:pt x="3875" y="3773"/>
                  </a:cubicBezTo>
                  <a:cubicBezTo>
                    <a:pt x="3926" y="3687"/>
                    <a:pt x="3969" y="3593"/>
                    <a:pt x="4012" y="3507"/>
                  </a:cubicBezTo>
                  <a:cubicBezTo>
                    <a:pt x="4090" y="3344"/>
                    <a:pt x="4253" y="3146"/>
                    <a:pt x="4219" y="2957"/>
                  </a:cubicBezTo>
                  <a:cubicBezTo>
                    <a:pt x="4201" y="2837"/>
                    <a:pt x="4193" y="2691"/>
                    <a:pt x="4141" y="2579"/>
                  </a:cubicBezTo>
                  <a:cubicBezTo>
                    <a:pt x="4124" y="2545"/>
                    <a:pt x="4090" y="2493"/>
                    <a:pt x="4090" y="2459"/>
                  </a:cubicBezTo>
                  <a:cubicBezTo>
                    <a:pt x="4081" y="2373"/>
                    <a:pt x="4115" y="2261"/>
                    <a:pt x="4124" y="2184"/>
                  </a:cubicBezTo>
                  <a:cubicBezTo>
                    <a:pt x="4141" y="2081"/>
                    <a:pt x="4133" y="2012"/>
                    <a:pt x="4107" y="1909"/>
                  </a:cubicBezTo>
                  <a:cubicBezTo>
                    <a:pt x="4090" y="1832"/>
                    <a:pt x="4098" y="1754"/>
                    <a:pt x="4081" y="1668"/>
                  </a:cubicBezTo>
                  <a:cubicBezTo>
                    <a:pt x="4064" y="1531"/>
                    <a:pt x="4030" y="1368"/>
                    <a:pt x="3944" y="1256"/>
                  </a:cubicBezTo>
                  <a:cubicBezTo>
                    <a:pt x="3909" y="1213"/>
                    <a:pt x="3866" y="1205"/>
                    <a:pt x="3823" y="1170"/>
                  </a:cubicBezTo>
                  <a:cubicBezTo>
                    <a:pt x="3798" y="1153"/>
                    <a:pt x="3763" y="1101"/>
                    <a:pt x="3746" y="1067"/>
                  </a:cubicBezTo>
                  <a:cubicBezTo>
                    <a:pt x="3712" y="1016"/>
                    <a:pt x="3694" y="955"/>
                    <a:pt x="3694" y="895"/>
                  </a:cubicBezTo>
                  <a:cubicBezTo>
                    <a:pt x="3703" y="844"/>
                    <a:pt x="3712" y="775"/>
                    <a:pt x="3686" y="732"/>
                  </a:cubicBezTo>
                  <a:cubicBezTo>
                    <a:pt x="3652" y="680"/>
                    <a:pt x="3617" y="655"/>
                    <a:pt x="3591" y="603"/>
                  </a:cubicBezTo>
                  <a:cubicBezTo>
                    <a:pt x="3557" y="534"/>
                    <a:pt x="3531" y="509"/>
                    <a:pt x="3480" y="466"/>
                  </a:cubicBezTo>
                  <a:cubicBezTo>
                    <a:pt x="3385" y="397"/>
                    <a:pt x="3291" y="337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612" y="36"/>
                    <a:pt x="2578" y="36"/>
                    <a:pt x="2535" y="36"/>
                  </a:cubicBezTo>
                  <a:lnTo>
                    <a:pt x="2475" y="36"/>
                  </a:ln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1" name="Google Shape;1271;p17"/>
            <p:cNvSpPr/>
            <p:nvPr/>
          </p:nvSpPr>
          <p:spPr>
            <a:xfrm>
              <a:off x="5707400" y="1280200"/>
              <a:ext cx="1525" cy="450"/>
            </a:xfrm>
            <a:custGeom>
              <a:avLst/>
              <a:gdLst/>
              <a:ahLst/>
              <a:cxnLst/>
              <a:rect l="l" t="t" r="r" b="b"/>
              <a:pathLst>
                <a:path w="61" h="18" extrusionOk="0">
                  <a:moveTo>
                    <a:pt x="0" y="1"/>
                  </a:moveTo>
                  <a:cubicBezTo>
                    <a:pt x="35" y="9"/>
                    <a:pt x="43" y="18"/>
                    <a:pt x="52" y="18"/>
                  </a:cubicBezTo>
                  <a:cubicBezTo>
                    <a:pt x="61" y="18"/>
                    <a:pt x="61" y="9"/>
                    <a:pt x="52" y="9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rgbClr val="E4C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2" name="Google Shape;1272;p17"/>
            <p:cNvSpPr/>
            <p:nvPr/>
          </p:nvSpPr>
          <p:spPr>
            <a:xfrm>
              <a:off x="5709550" y="1391900"/>
              <a:ext cx="21925" cy="5175"/>
            </a:xfrm>
            <a:custGeom>
              <a:avLst/>
              <a:gdLst/>
              <a:ahLst/>
              <a:cxnLst/>
              <a:rect l="l" t="t" r="r" b="b"/>
              <a:pathLst>
                <a:path w="877" h="207" extrusionOk="0">
                  <a:moveTo>
                    <a:pt x="26" y="206"/>
                  </a:moveTo>
                  <a:cubicBezTo>
                    <a:pt x="18" y="206"/>
                    <a:pt x="9" y="206"/>
                    <a:pt x="0" y="206"/>
                  </a:cubicBezTo>
                  <a:lnTo>
                    <a:pt x="0" y="206"/>
                  </a:lnTo>
                  <a:cubicBezTo>
                    <a:pt x="9" y="206"/>
                    <a:pt x="18" y="206"/>
                    <a:pt x="26" y="206"/>
                  </a:cubicBezTo>
                  <a:cubicBezTo>
                    <a:pt x="60" y="206"/>
                    <a:pt x="95" y="198"/>
                    <a:pt x="129" y="198"/>
                  </a:cubicBezTo>
                  <a:cubicBezTo>
                    <a:pt x="138" y="198"/>
                    <a:pt x="146" y="198"/>
                    <a:pt x="146" y="198"/>
                  </a:cubicBezTo>
                  <a:cubicBezTo>
                    <a:pt x="164" y="198"/>
                    <a:pt x="181" y="198"/>
                    <a:pt x="198" y="198"/>
                  </a:cubicBezTo>
                  <a:cubicBezTo>
                    <a:pt x="207" y="198"/>
                    <a:pt x="224" y="206"/>
                    <a:pt x="241" y="206"/>
                  </a:cubicBezTo>
                  <a:cubicBezTo>
                    <a:pt x="258" y="206"/>
                    <a:pt x="275" y="198"/>
                    <a:pt x="292" y="198"/>
                  </a:cubicBezTo>
                  <a:cubicBezTo>
                    <a:pt x="327" y="181"/>
                    <a:pt x="353" y="163"/>
                    <a:pt x="387" y="138"/>
                  </a:cubicBezTo>
                  <a:cubicBezTo>
                    <a:pt x="421" y="112"/>
                    <a:pt x="456" y="103"/>
                    <a:pt x="499" y="95"/>
                  </a:cubicBezTo>
                  <a:cubicBezTo>
                    <a:pt x="610" y="69"/>
                    <a:pt x="722" y="60"/>
                    <a:pt x="834" y="17"/>
                  </a:cubicBezTo>
                  <a:cubicBezTo>
                    <a:pt x="842" y="17"/>
                    <a:pt x="859" y="9"/>
                    <a:pt x="877" y="0"/>
                  </a:cubicBezTo>
                  <a:cubicBezTo>
                    <a:pt x="859" y="9"/>
                    <a:pt x="842" y="17"/>
                    <a:pt x="834" y="17"/>
                  </a:cubicBezTo>
                  <a:cubicBezTo>
                    <a:pt x="722" y="60"/>
                    <a:pt x="610" y="69"/>
                    <a:pt x="499" y="95"/>
                  </a:cubicBezTo>
                  <a:cubicBezTo>
                    <a:pt x="456" y="103"/>
                    <a:pt x="421" y="112"/>
                    <a:pt x="387" y="138"/>
                  </a:cubicBezTo>
                  <a:cubicBezTo>
                    <a:pt x="353" y="163"/>
                    <a:pt x="327" y="181"/>
                    <a:pt x="292" y="198"/>
                  </a:cubicBezTo>
                  <a:cubicBezTo>
                    <a:pt x="275" y="198"/>
                    <a:pt x="258" y="206"/>
                    <a:pt x="241" y="206"/>
                  </a:cubicBezTo>
                  <a:cubicBezTo>
                    <a:pt x="224" y="206"/>
                    <a:pt x="207" y="198"/>
                    <a:pt x="198" y="198"/>
                  </a:cubicBezTo>
                  <a:cubicBezTo>
                    <a:pt x="181" y="198"/>
                    <a:pt x="164" y="198"/>
                    <a:pt x="146" y="198"/>
                  </a:cubicBezTo>
                  <a:cubicBezTo>
                    <a:pt x="146" y="198"/>
                    <a:pt x="138" y="198"/>
                    <a:pt x="129" y="198"/>
                  </a:cubicBezTo>
                  <a:cubicBezTo>
                    <a:pt x="95" y="198"/>
                    <a:pt x="60" y="206"/>
                    <a:pt x="26" y="206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3" name="Google Shape;1273;p17"/>
            <p:cNvSpPr/>
            <p:nvPr/>
          </p:nvSpPr>
          <p:spPr>
            <a:xfrm>
              <a:off x="5741975" y="1376200"/>
              <a:ext cx="9475" cy="9700"/>
            </a:xfrm>
            <a:custGeom>
              <a:avLst/>
              <a:gdLst/>
              <a:ahLst/>
              <a:cxnLst/>
              <a:rect l="l" t="t" r="r" b="b"/>
              <a:pathLst>
                <a:path w="379" h="388" extrusionOk="0">
                  <a:moveTo>
                    <a:pt x="1" y="388"/>
                  </a:moveTo>
                  <a:cubicBezTo>
                    <a:pt x="1" y="379"/>
                    <a:pt x="1" y="379"/>
                    <a:pt x="9" y="379"/>
                  </a:cubicBezTo>
                  <a:cubicBezTo>
                    <a:pt x="78" y="319"/>
                    <a:pt x="121" y="310"/>
                    <a:pt x="190" y="259"/>
                  </a:cubicBezTo>
                  <a:cubicBezTo>
                    <a:pt x="215" y="233"/>
                    <a:pt x="224" y="233"/>
                    <a:pt x="241" y="199"/>
                  </a:cubicBezTo>
                  <a:cubicBezTo>
                    <a:pt x="258" y="164"/>
                    <a:pt x="284" y="130"/>
                    <a:pt x="301" y="95"/>
                  </a:cubicBezTo>
                  <a:cubicBezTo>
                    <a:pt x="319" y="52"/>
                    <a:pt x="370" y="52"/>
                    <a:pt x="370" y="10"/>
                  </a:cubicBezTo>
                  <a:cubicBezTo>
                    <a:pt x="379" y="10"/>
                    <a:pt x="379" y="1"/>
                    <a:pt x="379" y="1"/>
                  </a:cubicBezTo>
                  <a:cubicBezTo>
                    <a:pt x="379" y="1"/>
                    <a:pt x="379" y="10"/>
                    <a:pt x="370" y="10"/>
                  </a:cubicBezTo>
                  <a:cubicBezTo>
                    <a:pt x="370" y="52"/>
                    <a:pt x="319" y="52"/>
                    <a:pt x="301" y="95"/>
                  </a:cubicBezTo>
                  <a:cubicBezTo>
                    <a:pt x="284" y="130"/>
                    <a:pt x="258" y="164"/>
                    <a:pt x="241" y="199"/>
                  </a:cubicBezTo>
                  <a:cubicBezTo>
                    <a:pt x="224" y="233"/>
                    <a:pt x="215" y="233"/>
                    <a:pt x="190" y="259"/>
                  </a:cubicBezTo>
                  <a:cubicBezTo>
                    <a:pt x="121" y="310"/>
                    <a:pt x="78" y="319"/>
                    <a:pt x="9" y="379"/>
                  </a:cubicBezTo>
                  <a:cubicBezTo>
                    <a:pt x="1" y="379"/>
                    <a:pt x="1" y="379"/>
                    <a:pt x="1" y="388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4" name="Google Shape;1274;p17"/>
            <p:cNvSpPr/>
            <p:nvPr/>
          </p:nvSpPr>
          <p:spPr>
            <a:xfrm>
              <a:off x="5748425" y="1286225"/>
              <a:ext cx="15475" cy="57575"/>
            </a:xfrm>
            <a:custGeom>
              <a:avLst/>
              <a:gdLst/>
              <a:ahLst/>
              <a:cxnLst/>
              <a:rect l="l" t="t" r="r" b="b"/>
              <a:pathLst>
                <a:path w="619" h="2303" extrusionOk="0">
                  <a:moveTo>
                    <a:pt x="619" y="2303"/>
                  </a:moveTo>
                  <a:cubicBezTo>
                    <a:pt x="610" y="2200"/>
                    <a:pt x="593" y="2071"/>
                    <a:pt x="550" y="1976"/>
                  </a:cubicBezTo>
                  <a:cubicBezTo>
                    <a:pt x="533" y="1942"/>
                    <a:pt x="507" y="1907"/>
                    <a:pt x="499" y="1873"/>
                  </a:cubicBezTo>
                  <a:cubicBezTo>
                    <a:pt x="507" y="1907"/>
                    <a:pt x="533" y="1942"/>
                    <a:pt x="550" y="1976"/>
                  </a:cubicBezTo>
                  <a:cubicBezTo>
                    <a:pt x="593" y="2071"/>
                    <a:pt x="610" y="2200"/>
                    <a:pt x="619" y="2303"/>
                  </a:cubicBezTo>
                  <a:close/>
                  <a:moveTo>
                    <a:pt x="95" y="129"/>
                  </a:moveTo>
                  <a:cubicBezTo>
                    <a:pt x="61" y="77"/>
                    <a:pt x="26" y="52"/>
                    <a:pt x="0" y="0"/>
                  </a:cubicBezTo>
                  <a:cubicBezTo>
                    <a:pt x="26" y="52"/>
                    <a:pt x="61" y="77"/>
                    <a:pt x="95" y="12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5" name="Google Shape;1275;p17"/>
            <p:cNvSpPr/>
            <p:nvPr/>
          </p:nvSpPr>
          <p:spPr>
            <a:xfrm>
              <a:off x="5718575" y="1271825"/>
              <a:ext cx="1950" cy="250"/>
            </a:xfrm>
            <a:custGeom>
              <a:avLst/>
              <a:gdLst/>
              <a:ahLst/>
              <a:cxnLst/>
              <a:rect l="l" t="t" r="r" b="b"/>
              <a:pathLst>
                <a:path w="78" h="10" extrusionOk="0">
                  <a:moveTo>
                    <a:pt x="78" y="9"/>
                  </a:moveTo>
                  <a:cubicBezTo>
                    <a:pt x="52" y="9"/>
                    <a:pt x="26" y="1"/>
                    <a:pt x="0" y="1"/>
                  </a:cubicBezTo>
                  <a:cubicBezTo>
                    <a:pt x="26" y="1"/>
                    <a:pt x="52" y="9"/>
                    <a:pt x="78" y="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6" name="Google Shape;1276;p17"/>
            <p:cNvSpPr/>
            <p:nvPr/>
          </p:nvSpPr>
          <p:spPr>
            <a:xfrm>
              <a:off x="5716850" y="1271400"/>
              <a:ext cx="1750" cy="450"/>
            </a:xfrm>
            <a:custGeom>
              <a:avLst/>
              <a:gdLst/>
              <a:ahLst/>
              <a:cxnLst/>
              <a:rect l="l" t="t" r="r" b="b"/>
              <a:pathLst>
                <a:path w="70" h="18" extrusionOk="0">
                  <a:moveTo>
                    <a:pt x="69" y="18"/>
                  </a:moveTo>
                  <a:lnTo>
                    <a:pt x="26" y="1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18"/>
                  </a:lnTo>
                  <a:lnTo>
                    <a:pt x="69" y="18"/>
                  </a:ln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7" name="Google Shape;1277;p17"/>
            <p:cNvSpPr/>
            <p:nvPr/>
          </p:nvSpPr>
          <p:spPr>
            <a:xfrm>
              <a:off x="5660350" y="1271175"/>
              <a:ext cx="104000" cy="125900"/>
            </a:xfrm>
            <a:custGeom>
              <a:avLst/>
              <a:gdLst/>
              <a:ahLst/>
              <a:cxnLst/>
              <a:rect l="l" t="t" r="r" b="b"/>
              <a:pathLst>
                <a:path w="4160" h="5036" extrusionOk="0">
                  <a:moveTo>
                    <a:pt x="2235" y="1"/>
                  </a:moveTo>
                  <a:cubicBezTo>
                    <a:pt x="2192" y="1"/>
                    <a:pt x="2123" y="52"/>
                    <a:pt x="2080" y="69"/>
                  </a:cubicBezTo>
                  <a:cubicBezTo>
                    <a:pt x="2028" y="87"/>
                    <a:pt x="1986" y="95"/>
                    <a:pt x="1943" y="95"/>
                  </a:cubicBezTo>
                  <a:cubicBezTo>
                    <a:pt x="1925" y="95"/>
                    <a:pt x="1908" y="95"/>
                    <a:pt x="1891" y="87"/>
                  </a:cubicBezTo>
                  <a:lnTo>
                    <a:pt x="1865" y="87"/>
                  </a:lnTo>
                  <a:cubicBezTo>
                    <a:pt x="1771" y="87"/>
                    <a:pt x="1685" y="130"/>
                    <a:pt x="1599" y="164"/>
                  </a:cubicBezTo>
                  <a:lnTo>
                    <a:pt x="1590" y="164"/>
                  </a:lnTo>
                  <a:cubicBezTo>
                    <a:pt x="1625" y="198"/>
                    <a:pt x="1659" y="224"/>
                    <a:pt x="1693" y="241"/>
                  </a:cubicBezTo>
                  <a:cubicBezTo>
                    <a:pt x="1719" y="241"/>
                    <a:pt x="1736" y="241"/>
                    <a:pt x="1754" y="258"/>
                  </a:cubicBezTo>
                  <a:cubicBezTo>
                    <a:pt x="1771" y="267"/>
                    <a:pt x="1779" y="293"/>
                    <a:pt x="1797" y="301"/>
                  </a:cubicBezTo>
                  <a:cubicBezTo>
                    <a:pt x="1831" y="327"/>
                    <a:pt x="1874" y="353"/>
                    <a:pt x="1908" y="362"/>
                  </a:cubicBezTo>
                  <a:cubicBezTo>
                    <a:pt x="1934" y="362"/>
                    <a:pt x="1951" y="353"/>
                    <a:pt x="1977" y="353"/>
                  </a:cubicBezTo>
                  <a:cubicBezTo>
                    <a:pt x="1994" y="353"/>
                    <a:pt x="2011" y="353"/>
                    <a:pt x="2028" y="362"/>
                  </a:cubicBezTo>
                  <a:cubicBezTo>
                    <a:pt x="2063" y="379"/>
                    <a:pt x="2089" y="405"/>
                    <a:pt x="2123" y="413"/>
                  </a:cubicBezTo>
                  <a:cubicBezTo>
                    <a:pt x="2157" y="430"/>
                    <a:pt x="2183" y="430"/>
                    <a:pt x="2209" y="447"/>
                  </a:cubicBezTo>
                  <a:cubicBezTo>
                    <a:pt x="2278" y="499"/>
                    <a:pt x="2338" y="559"/>
                    <a:pt x="2398" y="619"/>
                  </a:cubicBezTo>
                  <a:cubicBezTo>
                    <a:pt x="2458" y="671"/>
                    <a:pt x="2518" y="740"/>
                    <a:pt x="2587" y="783"/>
                  </a:cubicBezTo>
                  <a:cubicBezTo>
                    <a:pt x="2647" y="817"/>
                    <a:pt x="2707" y="843"/>
                    <a:pt x="2776" y="877"/>
                  </a:cubicBezTo>
                  <a:cubicBezTo>
                    <a:pt x="2827" y="903"/>
                    <a:pt x="2888" y="937"/>
                    <a:pt x="2939" y="980"/>
                  </a:cubicBezTo>
                  <a:cubicBezTo>
                    <a:pt x="2982" y="1006"/>
                    <a:pt x="3017" y="1040"/>
                    <a:pt x="3059" y="1075"/>
                  </a:cubicBezTo>
                  <a:cubicBezTo>
                    <a:pt x="3094" y="1109"/>
                    <a:pt x="3137" y="1135"/>
                    <a:pt x="3180" y="1161"/>
                  </a:cubicBezTo>
                  <a:cubicBezTo>
                    <a:pt x="3206" y="1186"/>
                    <a:pt x="3223" y="1229"/>
                    <a:pt x="3240" y="1264"/>
                  </a:cubicBezTo>
                  <a:cubicBezTo>
                    <a:pt x="3291" y="1367"/>
                    <a:pt x="3309" y="1470"/>
                    <a:pt x="3326" y="1582"/>
                  </a:cubicBezTo>
                  <a:cubicBezTo>
                    <a:pt x="3334" y="1633"/>
                    <a:pt x="3352" y="1676"/>
                    <a:pt x="3343" y="1728"/>
                  </a:cubicBezTo>
                  <a:cubicBezTo>
                    <a:pt x="3343" y="1745"/>
                    <a:pt x="3343" y="1762"/>
                    <a:pt x="3343" y="1779"/>
                  </a:cubicBezTo>
                  <a:cubicBezTo>
                    <a:pt x="3343" y="1822"/>
                    <a:pt x="3334" y="1831"/>
                    <a:pt x="3317" y="1865"/>
                  </a:cubicBezTo>
                  <a:cubicBezTo>
                    <a:pt x="3309" y="1908"/>
                    <a:pt x="3317" y="1960"/>
                    <a:pt x="3317" y="2003"/>
                  </a:cubicBezTo>
                  <a:cubicBezTo>
                    <a:pt x="3317" y="2020"/>
                    <a:pt x="3309" y="2045"/>
                    <a:pt x="3317" y="2071"/>
                  </a:cubicBezTo>
                  <a:cubicBezTo>
                    <a:pt x="3317" y="2097"/>
                    <a:pt x="3334" y="2123"/>
                    <a:pt x="3334" y="2149"/>
                  </a:cubicBezTo>
                  <a:cubicBezTo>
                    <a:pt x="3334" y="2166"/>
                    <a:pt x="3326" y="2183"/>
                    <a:pt x="3317" y="2200"/>
                  </a:cubicBezTo>
                  <a:cubicBezTo>
                    <a:pt x="3317" y="2226"/>
                    <a:pt x="3317" y="2243"/>
                    <a:pt x="3309" y="2269"/>
                  </a:cubicBezTo>
                  <a:cubicBezTo>
                    <a:pt x="3300" y="2286"/>
                    <a:pt x="3300" y="2295"/>
                    <a:pt x="3291" y="2303"/>
                  </a:cubicBezTo>
                  <a:cubicBezTo>
                    <a:pt x="3274" y="2338"/>
                    <a:pt x="3283" y="2381"/>
                    <a:pt x="3283" y="2415"/>
                  </a:cubicBezTo>
                  <a:cubicBezTo>
                    <a:pt x="3274" y="2441"/>
                    <a:pt x="3266" y="2458"/>
                    <a:pt x="3266" y="2484"/>
                  </a:cubicBezTo>
                  <a:cubicBezTo>
                    <a:pt x="3266" y="2518"/>
                    <a:pt x="3240" y="2561"/>
                    <a:pt x="3248" y="2604"/>
                  </a:cubicBezTo>
                  <a:cubicBezTo>
                    <a:pt x="3248" y="2655"/>
                    <a:pt x="3300" y="2716"/>
                    <a:pt x="3317" y="2767"/>
                  </a:cubicBezTo>
                  <a:cubicBezTo>
                    <a:pt x="3334" y="2802"/>
                    <a:pt x="3334" y="2819"/>
                    <a:pt x="3334" y="2853"/>
                  </a:cubicBezTo>
                  <a:cubicBezTo>
                    <a:pt x="3326" y="2887"/>
                    <a:pt x="3317" y="2905"/>
                    <a:pt x="3309" y="2939"/>
                  </a:cubicBezTo>
                  <a:cubicBezTo>
                    <a:pt x="3291" y="2991"/>
                    <a:pt x="3291" y="3051"/>
                    <a:pt x="3274" y="3102"/>
                  </a:cubicBezTo>
                  <a:cubicBezTo>
                    <a:pt x="3248" y="3154"/>
                    <a:pt x="3214" y="3197"/>
                    <a:pt x="3206" y="3248"/>
                  </a:cubicBezTo>
                  <a:cubicBezTo>
                    <a:pt x="3188" y="3291"/>
                    <a:pt x="3171" y="3343"/>
                    <a:pt x="3163" y="3386"/>
                  </a:cubicBezTo>
                  <a:cubicBezTo>
                    <a:pt x="3145" y="3429"/>
                    <a:pt x="3128" y="3480"/>
                    <a:pt x="3111" y="3523"/>
                  </a:cubicBezTo>
                  <a:cubicBezTo>
                    <a:pt x="3102" y="3601"/>
                    <a:pt x="3085" y="3669"/>
                    <a:pt x="3042" y="3729"/>
                  </a:cubicBezTo>
                  <a:cubicBezTo>
                    <a:pt x="3017" y="3772"/>
                    <a:pt x="2982" y="3824"/>
                    <a:pt x="2974" y="3875"/>
                  </a:cubicBezTo>
                  <a:cubicBezTo>
                    <a:pt x="2965" y="3970"/>
                    <a:pt x="2939" y="4064"/>
                    <a:pt x="2870" y="4133"/>
                  </a:cubicBezTo>
                  <a:cubicBezTo>
                    <a:pt x="2827" y="4176"/>
                    <a:pt x="2776" y="4211"/>
                    <a:pt x="2733" y="4262"/>
                  </a:cubicBezTo>
                  <a:cubicBezTo>
                    <a:pt x="2707" y="4288"/>
                    <a:pt x="2699" y="4322"/>
                    <a:pt x="2681" y="4357"/>
                  </a:cubicBezTo>
                  <a:cubicBezTo>
                    <a:pt x="2664" y="4382"/>
                    <a:pt x="2647" y="4408"/>
                    <a:pt x="2638" y="4425"/>
                  </a:cubicBezTo>
                  <a:cubicBezTo>
                    <a:pt x="2630" y="4442"/>
                    <a:pt x="2613" y="4451"/>
                    <a:pt x="2604" y="4468"/>
                  </a:cubicBezTo>
                  <a:cubicBezTo>
                    <a:pt x="2596" y="4477"/>
                    <a:pt x="2587" y="4477"/>
                    <a:pt x="2587" y="4477"/>
                  </a:cubicBezTo>
                  <a:cubicBezTo>
                    <a:pt x="2570" y="4477"/>
                    <a:pt x="2561" y="4468"/>
                    <a:pt x="2553" y="4468"/>
                  </a:cubicBezTo>
                  <a:cubicBezTo>
                    <a:pt x="2544" y="4468"/>
                    <a:pt x="2527" y="4460"/>
                    <a:pt x="2518" y="4460"/>
                  </a:cubicBezTo>
                  <a:cubicBezTo>
                    <a:pt x="2510" y="4460"/>
                    <a:pt x="2510" y="4460"/>
                    <a:pt x="2501" y="4468"/>
                  </a:cubicBezTo>
                  <a:cubicBezTo>
                    <a:pt x="2492" y="4477"/>
                    <a:pt x="2492" y="4477"/>
                    <a:pt x="2484" y="4477"/>
                  </a:cubicBezTo>
                  <a:cubicBezTo>
                    <a:pt x="2492" y="4494"/>
                    <a:pt x="2501" y="4503"/>
                    <a:pt x="2501" y="4520"/>
                  </a:cubicBezTo>
                  <a:cubicBezTo>
                    <a:pt x="2492" y="4546"/>
                    <a:pt x="2441" y="4554"/>
                    <a:pt x="2407" y="4554"/>
                  </a:cubicBezTo>
                  <a:lnTo>
                    <a:pt x="2398" y="4554"/>
                  </a:lnTo>
                  <a:cubicBezTo>
                    <a:pt x="2346" y="4546"/>
                    <a:pt x="2303" y="4537"/>
                    <a:pt x="2252" y="4528"/>
                  </a:cubicBezTo>
                  <a:lnTo>
                    <a:pt x="2235" y="4528"/>
                  </a:lnTo>
                  <a:cubicBezTo>
                    <a:pt x="2200" y="4528"/>
                    <a:pt x="2183" y="4537"/>
                    <a:pt x="2157" y="4554"/>
                  </a:cubicBezTo>
                  <a:cubicBezTo>
                    <a:pt x="2132" y="4563"/>
                    <a:pt x="2106" y="4580"/>
                    <a:pt x="2089" y="4589"/>
                  </a:cubicBezTo>
                  <a:cubicBezTo>
                    <a:pt x="2054" y="4614"/>
                    <a:pt x="2011" y="4614"/>
                    <a:pt x="1968" y="4631"/>
                  </a:cubicBezTo>
                  <a:cubicBezTo>
                    <a:pt x="1951" y="4640"/>
                    <a:pt x="1934" y="4649"/>
                    <a:pt x="1925" y="4649"/>
                  </a:cubicBezTo>
                  <a:cubicBezTo>
                    <a:pt x="1908" y="4649"/>
                    <a:pt x="1891" y="4640"/>
                    <a:pt x="1865" y="4631"/>
                  </a:cubicBezTo>
                  <a:cubicBezTo>
                    <a:pt x="1822" y="4623"/>
                    <a:pt x="1771" y="4623"/>
                    <a:pt x="1736" y="4606"/>
                  </a:cubicBezTo>
                  <a:cubicBezTo>
                    <a:pt x="1702" y="4597"/>
                    <a:pt x="1685" y="4571"/>
                    <a:pt x="1650" y="4563"/>
                  </a:cubicBezTo>
                  <a:cubicBezTo>
                    <a:pt x="1608" y="4537"/>
                    <a:pt x="1556" y="4520"/>
                    <a:pt x="1504" y="4494"/>
                  </a:cubicBezTo>
                  <a:cubicBezTo>
                    <a:pt x="1496" y="4503"/>
                    <a:pt x="1487" y="4503"/>
                    <a:pt x="1479" y="4503"/>
                  </a:cubicBezTo>
                  <a:cubicBezTo>
                    <a:pt x="1479" y="4503"/>
                    <a:pt x="1470" y="4503"/>
                    <a:pt x="1461" y="4494"/>
                  </a:cubicBezTo>
                  <a:lnTo>
                    <a:pt x="1436" y="4494"/>
                  </a:lnTo>
                  <a:cubicBezTo>
                    <a:pt x="1419" y="4494"/>
                    <a:pt x="1401" y="4494"/>
                    <a:pt x="1384" y="4503"/>
                  </a:cubicBezTo>
                  <a:lnTo>
                    <a:pt x="1341" y="4503"/>
                  </a:lnTo>
                  <a:cubicBezTo>
                    <a:pt x="1315" y="4503"/>
                    <a:pt x="1298" y="4503"/>
                    <a:pt x="1281" y="4485"/>
                  </a:cubicBezTo>
                  <a:lnTo>
                    <a:pt x="1169" y="4485"/>
                  </a:lnTo>
                  <a:cubicBezTo>
                    <a:pt x="1144" y="4485"/>
                    <a:pt x="1126" y="4485"/>
                    <a:pt x="1109" y="4468"/>
                  </a:cubicBezTo>
                  <a:cubicBezTo>
                    <a:pt x="1066" y="4434"/>
                    <a:pt x="1040" y="4408"/>
                    <a:pt x="980" y="4391"/>
                  </a:cubicBezTo>
                  <a:cubicBezTo>
                    <a:pt x="937" y="4382"/>
                    <a:pt x="912" y="4348"/>
                    <a:pt x="877" y="4314"/>
                  </a:cubicBezTo>
                  <a:cubicBezTo>
                    <a:pt x="851" y="4296"/>
                    <a:pt x="766" y="4305"/>
                    <a:pt x="748" y="4279"/>
                  </a:cubicBezTo>
                  <a:cubicBezTo>
                    <a:pt x="731" y="4262"/>
                    <a:pt x="577" y="4159"/>
                    <a:pt x="568" y="4142"/>
                  </a:cubicBezTo>
                  <a:cubicBezTo>
                    <a:pt x="551" y="4116"/>
                    <a:pt x="542" y="4090"/>
                    <a:pt x="525" y="4056"/>
                  </a:cubicBezTo>
                  <a:cubicBezTo>
                    <a:pt x="482" y="4004"/>
                    <a:pt x="430" y="3961"/>
                    <a:pt x="396" y="3910"/>
                  </a:cubicBezTo>
                  <a:cubicBezTo>
                    <a:pt x="353" y="3858"/>
                    <a:pt x="319" y="3815"/>
                    <a:pt x="267" y="3781"/>
                  </a:cubicBezTo>
                  <a:cubicBezTo>
                    <a:pt x="207" y="3729"/>
                    <a:pt x="259" y="3618"/>
                    <a:pt x="207" y="3558"/>
                  </a:cubicBezTo>
                  <a:lnTo>
                    <a:pt x="181" y="3523"/>
                  </a:lnTo>
                  <a:cubicBezTo>
                    <a:pt x="156" y="3506"/>
                    <a:pt x="138" y="3506"/>
                    <a:pt x="113" y="3497"/>
                  </a:cubicBezTo>
                  <a:cubicBezTo>
                    <a:pt x="78" y="3480"/>
                    <a:pt x="78" y="3480"/>
                    <a:pt x="52" y="3454"/>
                  </a:cubicBezTo>
                  <a:cubicBezTo>
                    <a:pt x="35" y="3437"/>
                    <a:pt x="18" y="3420"/>
                    <a:pt x="1" y="3412"/>
                  </a:cubicBezTo>
                  <a:lnTo>
                    <a:pt x="1" y="3412"/>
                  </a:lnTo>
                  <a:cubicBezTo>
                    <a:pt x="10" y="3446"/>
                    <a:pt x="10" y="3472"/>
                    <a:pt x="18" y="3506"/>
                  </a:cubicBezTo>
                  <a:cubicBezTo>
                    <a:pt x="44" y="3618"/>
                    <a:pt x="95" y="3729"/>
                    <a:pt x="181" y="3798"/>
                  </a:cubicBezTo>
                  <a:cubicBezTo>
                    <a:pt x="216" y="3824"/>
                    <a:pt x="241" y="3850"/>
                    <a:pt x="267" y="3893"/>
                  </a:cubicBezTo>
                  <a:cubicBezTo>
                    <a:pt x="302" y="3961"/>
                    <a:pt x="319" y="3987"/>
                    <a:pt x="379" y="4039"/>
                  </a:cubicBezTo>
                  <a:lnTo>
                    <a:pt x="388" y="4039"/>
                  </a:lnTo>
                  <a:cubicBezTo>
                    <a:pt x="482" y="4107"/>
                    <a:pt x="499" y="4228"/>
                    <a:pt x="559" y="4314"/>
                  </a:cubicBezTo>
                  <a:cubicBezTo>
                    <a:pt x="585" y="4348"/>
                    <a:pt x="611" y="4391"/>
                    <a:pt x="645" y="4408"/>
                  </a:cubicBezTo>
                  <a:cubicBezTo>
                    <a:pt x="714" y="4434"/>
                    <a:pt x="783" y="4417"/>
                    <a:pt x="851" y="4460"/>
                  </a:cubicBezTo>
                  <a:cubicBezTo>
                    <a:pt x="894" y="4485"/>
                    <a:pt x="937" y="4520"/>
                    <a:pt x="980" y="4546"/>
                  </a:cubicBezTo>
                  <a:cubicBezTo>
                    <a:pt x="1032" y="4580"/>
                    <a:pt x="1101" y="4623"/>
                    <a:pt x="1144" y="4674"/>
                  </a:cubicBezTo>
                  <a:cubicBezTo>
                    <a:pt x="1152" y="4683"/>
                    <a:pt x="1161" y="4700"/>
                    <a:pt x="1161" y="4709"/>
                  </a:cubicBezTo>
                  <a:cubicBezTo>
                    <a:pt x="1221" y="4786"/>
                    <a:pt x="1272" y="4846"/>
                    <a:pt x="1376" y="4889"/>
                  </a:cubicBezTo>
                  <a:cubicBezTo>
                    <a:pt x="1479" y="4932"/>
                    <a:pt x="1573" y="4958"/>
                    <a:pt x="1676" y="4975"/>
                  </a:cubicBezTo>
                  <a:lnTo>
                    <a:pt x="1702" y="4975"/>
                  </a:lnTo>
                  <a:cubicBezTo>
                    <a:pt x="1745" y="4984"/>
                    <a:pt x="1788" y="4984"/>
                    <a:pt x="1831" y="4992"/>
                  </a:cubicBezTo>
                  <a:cubicBezTo>
                    <a:pt x="1865" y="5001"/>
                    <a:pt x="1900" y="5018"/>
                    <a:pt x="1934" y="5027"/>
                  </a:cubicBezTo>
                  <a:cubicBezTo>
                    <a:pt x="1943" y="5027"/>
                    <a:pt x="1951" y="5035"/>
                    <a:pt x="1968" y="5035"/>
                  </a:cubicBezTo>
                  <a:lnTo>
                    <a:pt x="1994" y="5035"/>
                  </a:lnTo>
                  <a:cubicBezTo>
                    <a:pt x="2028" y="5035"/>
                    <a:pt x="2063" y="5027"/>
                    <a:pt x="2097" y="5027"/>
                  </a:cubicBezTo>
                  <a:lnTo>
                    <a:pt x="2166" y="5027"/>
                  </a:lnTo>
                  <a:cubicBezTo>
                    <a:pt x="2175" y="5027"/>
                    <a:pt x="2192" y="5035"/>
                    <a:pt x="2209" y="5035"/>
                  </a:cubicBezTo>
                  <a:cubicBezTo>
                    <a:pt x="2226" y="5035"/>
                    <a:pt x="2243" y="5027"/>
                    <a:pt x="2260" y="5027"/>
                  </a:cubicBezTo>
                  <a:cubicBezTo>
                    <a:pt x="2295" y="5010"/>
                    <a:pt x="2321" y="4992"/>
                    <a:pt x="2355" y="4967"/>
                  </a:cubicBezTo>
                  <a:cubicBezTo>
                    <a:pt x="2389" y="4941"/>
                    <a:pt x="2424" y="4932"/>
                    <a:pt x="2467" y="4924"/>
                  </a:cubicBezTo>
                  <a:cubicBezTo>
                    <a:pt x="2578" y="4898"/>
                    <a:pt x="2690" y="4889"/>
                    <a:pt x="2802" y="4846"/>
                  </a:cubicBezTo>
                  <a:cubicBezTo>
                    <a:pt x="2810" y="4846"/>
                    <a:pt x="2827" y="4838"/>
                    <a:pt x="2845" y="4829"/>
                  </a:cubicBezTo>
                  <a:cubicBezTo>
                    <a:pt x="2922" y="4803"/>
                    <a:pt x="2999" y="4769"/>
                    <a:pt x="3085" y="4743"/>
                  </a:cubicBezTo>
                  <a:cubicBezTo>
                    <a:pt x="3171" y="4726"/>
                    <a:pt x="3206" y="4640"/>
                    <a:pt x="3266" y="4589"/>
                  </a:cubicBezTo>
                  <a:cubicBezTo>
                    <a:pt x="3266" y="4580"/>
                    <a:pt x="3266" y="4580"/>
                    <a:pt x="3274" y="4580"/>
                  </a:cubicBezTo>
                  <a:cubicBezTo>
                    <a:pt x="3343" y="4520"/>
                    <a:pt x="3386" y="4511"/>
                    <a:pt x="3455" y="4460"/>
                  </a:cubicBezTo>
                  <a:cubicBezTo>
                    <a:pt x="3480" y="4434"/>
                    <a:pt x="3489" y="4434"/>
                    <a:pt x="3506" y="4400"/>
                  </a:cubicBezTo>
                  <a:cubicBezTo>
                    <a:pt x="3523" y="4365"/>
                    <a:pt x="3549" y="4331"/>
                    <a:pt x="3566" y="4296"/>
                  </a:cubicBezTo>
                  <a:cubicBezTo>
                    <a:pt x="3584" y="4253"/>
                    <a:pt x="3635" y="4253"/>
                    <a:pt x="3635" y="4211"/>
                  </a:cubicBezTo>
                  <a:cubicBezTo>
                    <a:pt x="3644" y="4211"/>
                    <a:pt x="3644" y="4202"/>
                    <a:pt x="3644" y="4202"/>
                  </a:cubicBezTo>
                  <a:cubicBezTo>
                    <a:pt x="3644" y="4168"/>
                    <a:pt x="3661" y="4142"/>
                    <a:pt x="3678" y="4099"/>
                  </a:cubicBezTo>
                  <a:cubicBezTo>
                    <a:pt x="3695" y="4039"/>
                    <a:pt x="3712" y="3970"/>
                    <a:pt x="3730" y="3901"/>
                  </a:cubicBezTo>
                  <a:cubicBezTo>
                    <a:pt x="3747" y="3867"/>
                    <a:pt x="3781" y="3815"/>
                    <a:pt x="3807" y="3772"/>
                  </a:cubicBezTo>
                  <a:cubicBezTo>
                    <a:pt x="3858" y="3686"/>
                    <a:pt x="3901" y="3592"/>
                    <a:pt x="3944" y="3506"/>
                  </a:cubicBezTo>
                  <a:cubicBezTo>
                    <a:pt x="4013" y="3360"/>
                    <a:pt x="4159" y="3180"/>
                    <a:pt x="4159" y="3008"/>
                  </a:cubicBezTo>
                  <a:cubicBezTo>
                    <a:pt x="4159" y="2991"/>
                    <a:pt x="4151" y="2973"/>
                    <a:pt x="4151" y="2956"/>
                  </a:cubicBezTo>
                  <a:cubicBezTo>
                    <a:pt x="4151" y="2939"/>
                    <a:pt x="4151" y="2922"/>
                    <a:pt x="4142" y="2905"/>
                  </a:cubicBezTo>
                  <a:cubicBezTo>
                    <a:pt x="4133" y="2802"/>
                    <a:pt x="4116" y="2673"/>
                    <a:pt x="4073" y="2578"/>
                  </a:cubicBezTo>
                  <a:cubicBezTo>
                    <a:pt x="4056" y="2544"/>
                    <a:pt x="4030" y="2509"/>
                    <a:pt x="4022" y="2475"/>
                  </a:cubicBezTo>
                  <a:cubicBezTo>
                    <a:pt x="4022" y="2466"/>
                    <a:pt x="4022" y="2458"/>
                    <a:pt x="4022" y="2458"/>
                  </a:cubicBezTo>
                  <a:cubicBezTo>
                    <a:pt x="4022" y="2449"/>
                    <a:pt x="4022" y="2441"/>
                    <a:pt x="4022" y="2424"/>
                  </a:cubicBezTo>
                  <a:lnTo>
                    <a:pt x="4022" y="2415"/>
                  </a:lnTo>
                  <a:cubicBezTo>
                    <a:pt x="4022" y="2338"/>
                    <a:pt x="4047" y="2252"/>
                    <a:pt x="4056" y="2183"/>
                  </a:cubicBezTo>
                  <a:cubicBezTo>
                    <a:pt x="4073" y="2080"/>
                    <a:pt x="4065" y="2011"/>
                    <a:pt x="4039" y="1908"/>
                  </a:cubicBezTo>
                  <a:cubicBezTo>
                    <a:pt x="4022" y="1831"/>
                    <a:pt x="4030" y="1753"/>
                    <a:pt x="4013" y="1667"/>
                  </a:cubicBezTo>
                  <a:cubicBezTo>
                    <a:pt x="3996" y="1530"/>
                    <a:pt x="3962" y="1367"/>
                    <a:pt x="3876" y="1255"/>
                  </a:cubicBezTo>
                  <a:cubicBezTo>
                    <a:pt x="3841" y="1212"/>
                    <a:pt x="3798" y="1204"/>
                    <a:pt x="3755" y="1169"/>
                  </a:cubicBezTo>
                  <a:cubicBezTo>
                    <a:pt x="3730" y="1152"/>
                    <a:pt x="3695" y="1100"/>
                    <a:pt x="3678" y="1066"/>
                  </a:cubicBezTo>
                  <a:cubicBezTo>
                    <a:pt x="3644" y="1023"/>
                    <a:pt x="3626" y="963"/>
                    <a:pt x="3626" y="911"/>
                  </a:cubicBezTo>
                  <a:cubicBezTo>
                    <a:pt x="3626" y="903"/>
                    <a:pt x="3626" y="894"/>
                    <a:pt x="3626" y="894"/>
                  </a:cubicBezTo>
                  <a:cubicBezTo>
                    <a:pt x="3626" y="860"/>
                    <a:pt x="3635" y="834"/>
                    <a:pt x="3635" y="800"/>
                  </a:cubicBezTo>
                  <a:cubicBezTo>
                    <a:pt x="3635" y="774"/>
                    <a:pt x="3635" y="748"/>
                    <a:pt x="3618" y="731"/>
                  </a:cubicBezTo>
                  <a:cubicBezTo>
                    <a:pt x="3584" y="679"/>
                    <a:pt x="3549" y="654"/>
                    <a:pt x="3523" y="602"/>
                  </a:cubicBezTo>
                  <a:cubicBezTo>
                    <a:pt x="3489" y="533"/>
                    <a:pt x="3463" y="508"/>
                    <a:pt x="3412" y="465"/>
                  </a:cubicBezTo>
                  <a:cubicBezTo>
                    <a:pt x="3317" y="396"/>
                    <a:pt x="3223" y="336"/>
                    <a:pt x="3120" y="276"/>
                  </a:cubicBezTo>
                  <a:cubicBezTo>
                    <a:pt x="3077" y="250"/>
                    <a:pt x="3034" y="258"/>
                    <a:pt x="2974" y="241"/>
                  </a:cubicBezTo>
                  <a:cubicBezTo>
                    <a:pt x="2939" y="224"/>
                    <a:pt x="2870" y="181"/>
                    <a:pt x="2853" y="181"/>
                  </a:cubicBezTo>
                  <a:lnTo>
                    <a:pt x="2810" y="181"/>
                  </a:lnTo>
                  <a:cubicBezTo>
                    <a:pt x="2767" y="181"/>
                    <a:pt x="2733" y="164"/>
                    <a:pt x="2690" y="121"/>
                  </a:cubicBezTo>
                  <a:cubicBezTo>
                    <a:pt x="2656" y="87"/>
                    <a:pt x="2630" y="52"/>
                    <a:pt x="2578" y="44"/>
                  </a:cubicBezTo>
                  <a:cubicBezTo>
                    <a:pt x="2544" y="35"/>
                    <a:pt x="2510" y="35"/>
                    <a:pt x="2467" y="35"/>
                  </a:cubicBezTo>
                  <a:lnTo>
                    <a:pt x="2407" y="35"/>
                  </a:lnTo>
                  <a:cubicBezTo>
                    <a:pt x="2381" y="35"/>
                    <a:pt x="2355" y="27"/>
                    <a:pt x="2329" y="27"/>
                  </a:cubicBezTo>
                  <a:lnTo>
                    <a:pt x="2286" y="27"/>
                  </a:lnTo>
                  <a:lnTo>
                    <a:pt x="2260" y="9"/>
                  </a:lnTo>
                  <a:lnTo>
                    <a:pt x="2243" y="1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8" name="Google Shape;1278;p17"/>
            <p:cNvSpPr/>
            <p:nvPr/>
          </p:nvSpPr>
          <p:spPr>
            <a:xfrm>
              <a:off x="5707825" y="1323600"/>
              <a:ext cx="40625" cy="50275"/>
            </a:xfrm>
            <a:custGeom>
              <a:avLst/>
              <a:gdLst/>
              <a:ahLst/>
              <a:cxnLst/>
              <a:rect l="l" t="t" r="r" b="b"/>
              <a:pathLst>
                <a:path w="1625" h="2011" extrusionOk="0">
                  <a:moveTo>
                    <a:pt x="1186" y="0"/>
                  </a:moveTo>
                  <a:lnTo>
                    <a:pt x="1178" y="34"/>
                  </a:lnTo>
                  <a:lnTo>
                    <a:pt x="1186" y="43"/>
                  </a:lnTo>
                  <a:cubicBezTo>
                    <a:pt x="1195" y="60"/>
                    <a:pt x="1203" y="69"/>
                    <a:pt x="1212" y="77"/>
                  </a:cubicBezTo>
                  <a:cubicBezTo>
                    <a:pt x="1229" y="95"/>
                    <a:pt x="1246" y="112"/>
                    <a:pt x="1272" y="137"/>
                  </a:cubicBezTo>
                  <a:cubicBezTo>
                    <a:pt x="1281" y="146"/>
                    <a:pt x="1289" y="163"/>
                    <a:pt x="1307" y="163"/>
                  </a:cubicBezTo>
                  <a:cubicBezTo>
                    <a:pt x="1324" y="180"/>
                    <a:pt x="1341" y="180"/>
                    <a:pt x="1367" y="189"/>
                  </a:cubicBezTo>
                  <a:cubicBezTo>
                    <a:pt x="1384" y="198"/>
                    <a:pt x="1401" y="206"/>
                    <a:pt x="1418" y="223"/>
                  </a:cubicBezTo>
                  <a:cubicBezTo>
                    <a:pt x="1427" y="241"/>
                    <a:pt x="1435" y="258"/>
                    <a:pt x="1435" y="275"/>
                  </a:cubicBezTo>
                  <a:cubicBezTo>
                    <a:pt x="1435" y="301"/>
                    <a:pt x="1427" y="327"/>
                    <a:pt x="1427" y="352"/>
                  </a:cubicBezTo>
                  <a:cubicBezTo>
                    <a:pt x="1418" y="378"/>
                    <a:pt x="1418" y="395"/>
                    <a:pt x="1418" y="421"/>
                  </a:cubicBezTo>
                  <a:cubicBezTo>
                    <a:pt x="1410" y="473"/>
                    <a:pt x="1401" y="524"/>
                    <a:pt x="1384" y="567"/>
                  </a:cubicBezTo>
                  <a:cubicBezTo>
                    <a:pt x="1375" y="593"/>
                    <a:pt x="1367" y="610"/>
                    <a:pt x="1358" y="636"/>
                  </a:cubicBezTo>
                  <a:cubicBezTo>
                    <a:pt x="1349" y="653"/>
                    <a:pt x="1341" y="670"/>
                    <a:pt x="1332" y="687"/>
                  </a:cubicBezTo>
                  <a:cubicBezTo>
                    <a:pt x="1315" y="730"/>
                    <a:pt x="1289" y="773"/>
                    <a:pt x="1307" y="825"/>
                  </a:cubicBezTo>
                  <a:cubicBezTo>
                    <a:pt x="1315" y="859"/>
                    <a:pt x="1332" y="885"/>
                    <a:pt x="1332" y="928"/>
                  </a:cubicBezTo>
                  <a:lnTo>
                    <a:pt x="1332" y="954"/>
                  </a:lnTo>
                  <a:lnTo>
                    <a:pt x="1341" y="979"/>
                  </a:lnTo>
                  <a:lnTo>
                    <a:pt x="1332" y="1005"/>
                  </a:lnTo>
                  <a:cubicBezTo>
                    <a:pt x="1324" y="1031"/>
                    <a:pt x="1307" y="1048"/>
                    <a:pt x="1298" y="1074"/>
                  </a:cubicBezTo>
                  <a:cubicBezTo>
                    <a:pt x="1298" y="1091"/>
                    <a:pt x="1281" y="1108"/>
                    <a:pt x="1272" y="1117"/>
                  </a:cubicBezTo>
                  <a:lnTo>
                    <a:pt x="1255" y="1134"/>
                  </a:lnTo>
                  <a:lnTo>
                    <a:pt x="1238" y="1151"/>
                  </a:lnTo>
                  <a:cubicBezTo>
                    <a:pt x="1221" y="1186"/>
                    <a:pt x="1212" y="1220"/>
                    <a:pt x="1178" y="1246"/>
                  </a:cubicBezTo>
                  <a:cubicBezTo>
                    <a:pt x="1152" y="1263"/>
                    <a:pt x="1118" y="1263"/>
                    <a:pt x="1083" y="1272"/>
                  </a:cubicBezTo>
                  <a:cubicBezTo>
                    <a:pt x="1040" y="1280"/>
                    <a:pt x="989" y="1315"/>
                    <a:pt x="954" y="1340"/>
                  </a:cubicBezTo>
                  <a:cubicBezTo>
                    <a:pt x="920" y="1357"/>
                    <a:pt x="886" y="1383"/>
                    <a:pt x="868" y="1409"/>
                  </a:cubicBezTo>
                  <a:cubicBezTo>
                    <a:pt x="860" y="1435"/>
                    <a:pt x="860" y="1461"/>
                    <a:pt x="851" y="1486"/>
                  </a:cubicBezTo>
                  <a:cubicBezTo>
                    <a:pt x="843" y="1521"/>
                    <a:pt x="834" y="1555"/>
                    <a:pt x="808" y="1589"/>
                  </a:cubicBezTo>
                  <a:cubicBezTo>
                    <a:pt x="791" y="1615"/>
                    <a:pt x="757" y="1641"/>
                    <a:pt x="722" y="1658"/>
                  </a:cubicBezTo>
                  <a:cubicBezTo>
                    <a:pt x="705" y="1675"/>
                    <a:pt x="671" y="1693"/>
                    <a:pt x="654" y="1710"/>
                  </a:cubicBezTo>
                  <a:cubicBezTo>
                    <a:pt x="636" y="1727"/>
                    <a:pt x="628" y="1727"/>
                    <a:pt x="611" y="1744"/>
                  </a:cubicBezTo>
                  <a:cubicBezTo>
                    <a:pt x="585" y="1753"/>
                    <a:pt x="568" y="1770"/>
                    <a:pt x="542" y="1778"/>
                  </a:cubicBezTo>
                  <a:cubicBezTo>
                    <a:pt x="516" y="1796"/>
                    <a:pt x="482" y="1804"/>
                    <a:pt x="447" y="1813"/>
                  </a:cubicBezTo>
                  <a:cubicBezTo>
                    <a:pt x="422" y="1821"/>
                    <a:pt x="396" y="1830"/>
                    <a:pt x="361" y="1830"/>
                  </a:cubicBezTo>
                  <a:cubicBezTo>
                    <a:pt x="350" y="1830"/>
                    <a:pt x="335" y="1826"/>
                    <a:pt x="321" y="1826"/>
                  </a:cubicBezTo>
                  <a:cubicBezTo>
                    <a:pt x="314" y="1826"/>
                    <a:pt x="307" y="1827"/>
                    <a:pt x="301" y="1830"/>
                  </a:cubicBezTo>
                  <a:cubicBezTo>
                    <a:pt x="276" y="1830"/>
                    <a:pt x="258" y="1839"/>
                    <a:pt x="233" y="1847"/>
                  </a:cubicBezTo>
                  <a:cubicBezTo>
                    <a:pt x="207" y="1856"/>
                    <a:pt x="172" y="1856"/>
                    <a:pt x="147" y="1873"/>
                  </a:cubicBezTo>
                  <a:cubicBezTo>
                    <a:pt x="121" y="1890"/>
                    <a:pt x="95" y="1907"/>
                    <a:pt x="52" y="1916"/>
                  </a:cubicBezTo>
                  <a:lnTo>
                    <a:pt x="9" y="1933"/>
                  </a:lnTo>
                  <a:cubicBezTo>
                    <a:pt x="1" y="1950"/>
                    <a:pt x="9" y="1950"/>
                    <a:pt x="26" y="1967"/>
                  </a:cubicBezTo>
                  <a:cubicBezTo>
                    <a:pt x="44" y="1985"/>
                    <a:pt x="61" y="1993"/>
                    <a:pt x="87" y="2002"/>
                  </a:cubicBezTo>
                  <a:cubicBezTo>
                    <a:pt x="93" y="2005"/>
                    <a:pt x="100" y="2007"/>
                    <a:pt x="107" y="2007"/>
                  </a:cubicBezTo>
                  <a:cubicBezTo>
                    <a:pt x="134" y="2007"/>
                    <a:pt x="160" y="1983"/>
                    <a:pt x="181" y="1976"/>
                  </a:cubicBezTo>
                  <a:cubicBezTo>
                    <a:pt x="202" y="1965"/>
                    <a:pt x="230" y="1958"/>
                    <a:pt x="256" y="1958"/>
                  </a:cubicBezTo>
                  <a:cubicBezTo>
                    <a:pt x="273" y="1958"/>
                    <a:pt x="288" y="1961"/>
                    <a:pt x="301" y="1967"/>
                  </a:cubicBezTo>
                  <a:lnTo>
                    <a:pt x="327" y="1985"/>
                  </a:lnTo>
                  <a:lnTo>
                    <a:pt x="361" y="1985"/>
                  </a:lnTo>
                  <a:cubicBezTo>
                    <a:pt x="383" y="1989"/>
                    <a:pt x="404" y="1989"/>
                    <a:pt x="426" y="1989"/>
                  </a:cubicBezTo>
                  <a:cubicBezTo>
                    <a:pt x="447" y="1989"/>
                    <a:pt x="469" y="1989"/>
                    <a:pt x="490" y="1993"/>
                  </a:cubicBezTo>
                  <a:cubicBezTo>
                    <a:pt x="516" y="2002"/>
                    <a:pt x="542" y="2002"/>
                    <a:pt x="576" y="2002"/>
                  </a:cubicBezTo>
                  <a:cubicBezTo>
                    <a:pt x="585" y="2010"/>
                    <a:pt x="593" y="2010"/>
                    <a:pt x="611" y="2010"/>
                  </a:cubicBezTo>
                  <a:cubicBezTo>
                    <a:pt x="654" y="2010"/>
                    <a:pt x="671" y="2002"/>
                    <a:pt x="697" y="1993"/>
                  </a:cubicBezTo>
                  <a:cubicBezTo>
                    <a:pt x="722" y="1985"/>
                    <a:pt x="757" y="1985"/>
                    <a:pt x="774" y="1967"/>
                  </a:cubicBezTo>
                  <a:lnTo>
                    <a:pt x="791" y="1942"/>
                  </a:lnTo>
                  <a:cubicBezTo>
                    <a:pt x="800" y="1937"/>
                    <a:pt x="813" y="1937"/>
                    <a:pt x="825" y="1937"/>
                  </a:cubicBezTo>
                  <a:cubicBezTo>
                    <a:pt x="838" y="1937"/>
                    <a:pt x="851" y="1937"/>
                    <a:pt x="860" y="1933"/>
                  </a:cubicBezTo>
                  <a:cubicBezTo>
                    <a:pt x="886" y="1925"/>
                    <a:pt x="928" y="1925"/>
                    <a:pt x="954" y="1916"/>
                  </a:cubicBezTo>
                  <a:cubicBezTo>
                    <a:pt x="980" y="1907"/>
                    <a:pt x="997" y="1882"/>
                    <a:pt x="1023" y="1882"/>
                  </a:cubicBezTo>
                  <a:cubicBezTo>
                    <a:pt x="1040" y="1873"/>
                    <a:pt x="1049" y="1882"/>
                    <a:pt x="1066" y="1864"/>
                  </a:cubicBezTo>
                  <a:lnTo>
                    <a:pt x="1075" y="1856"/>
                  </a:lnTo>
                  <a:cubicBezTo>
                    <a:pt x="1092" y="1839"/>
                    <a:pt x="1109" y="1830"/>
                    <a:pt x="1126" y="1813"/>
                  </a:cubicBezTo>
                  <a:cubicBezTo>
                    <a:pt x="1160" y="1787"/>
                    <a:pt x="1169" y="1744"/>
                    <a:pt x="1203" y="1710"/>
                  </a:cubicBezTo>
                  <a:lnTo>
                    <a:pt x="1221" y="1701"/>
                  </a:lnTo>
                  <a:lnTo>
                    <a:pt x="1238" y="1675"/>
                  </a:lnTo>
                  <a:cubicBezTo>
                    <a:pt x="1255" y="1650"/>
                    <a:pt x="1281" y="1632"/>
                    <a:pt x="1298" y="1615"/>
                  </a:cubicBezTo>
                  <a:cubicBezTo>
                    <a:pt x="1332" y="1589"/>
                    <a:pt x="1367" y="1555"/>
                    <a:pt x="1410" y="1538"/>
                  </a:cubicBezTo>
                  <a:cubicBezTo>
                    <a:pt x="1427" y="1529"/>
                    <a:pt x="1444" y="1521"/>
                    <a:pt x="1470" y="1521"/>
                  </a:cubicBezTo>
                  <a:cubicBezTo>
                    <a:pt x="1487" y="1512"/>
                    <a:pt x="1496" y="1512"/>
                    <a:pt x="1521" y="1504"/>
                  </a:cubicBezTo>
                  <a:cubicBezTo>
                    <a:pt x="1547" y="1486"/>
                    <a:pt x="1547" y="1469"/>
                    <a:pt x="1564" y="1443"/>
                  </a:cubicBezTo>
                  <a:cubicBezTo>
                    <a:pt x="1581" y="1418"/>
                    <a:pt x="1590" y="1375"/>
                    <a:pt x="1590" y="1332"/>
                  </a:cubicBezTo>
                  <a:cubicBezTo>
                    <a:pt x="1581" y="1306"/>
                    <a:pt x="1573" y="1280"/>
                    <a:pt x="1573" y="1254"/>
                  </a:cubicBezTo>
                  <a:cubicBezTo>
                    <a:pt x="1573" y="1237"/>
                    <a:pt x="1573" y="1229"/>
                    <a:pt x="1581" y="1211"/>
                  </a:cubicBezTo>
                  <a:cubicBezTo>
                    <a:pt x="1590" y="1177"/>
                    <a:pt x="1599" y="1151"/>
                    <a:pt x="1616" y="1117"/>
                  </a:cubicBezTo>
                  <a:cubicBezTo>
                    <a:pt x="1624" y="1091"/>
                    <a:pt x="1624" y="1057"/>
                    <a:pt x="1624" y="1022"/>
                  </a:cubicBezTo>
                  <a:cubicBezTo>
                    <a:pt x="1624" y="997"/>
                    <a:pt x="1607" y="962"/>
                    <a:pt x="1607" y="928"/>
                  </a:cubicBezTo>
                  <a:cubicBezTo>
                    <a:pt x="1607" y="885"/>
                    <a:pt x="1624" y="833"/>
                    <a:pt x="1607" y="790"/>
                  </a:cubicBezTo>
                  <a:cubicBezTo>
                    <a:pt x="1599" y="765"/>
                    <a:pt x="1581" y="739"/>
                    <a:pt x="1573" y="705"/>
                  </a:cubicBezTo>
                  <a:cubicBezTo>
                    <a:pt x="1564" y="679"/>
                    <a:pt x="1573" y="662"/>
                    <a:pt x="1573" y="636"/>
                  </a:cubicBezTo>
                  <a:cubicBezTo>
                    <a:pt x="1581" y="619"/>
                    <a:pt x="1573" y="593"/>
                    <a:pt x="1581" y="576"/>
                  </a:cubicBezTo>
                  <a:cubicBezTo>
                    <a:pt x="1590" y="550"/>
                    <a:pt x="1590" y="541"/>
                    <a:pt x="1590" y="516"/>
                  </a:cubicBezTo>
                  <a:cubicBezTo>
                    <a:pt x="1599" y="498"/>
                    <a:pt x="1607" y="481"/>
                    <a:pt x="1607" y="455"/>
                  </a:cubicBezTo>
                  <a:cubicBezTo>
                    <a:pt x="1607" y="438"/>
                    <a:pt x="1607" y="412"/>
                    <a:pt x="1599" y="387"/>
                  </a:cubicBezTo>
                  <a:lnTo>
                    <a:pt x="1590" y="369"/>
                  </a:lnTo>
                  <a:lnTo>
                    <a:pt x="1573" y="352"/>
                  </a:lnTo>
                  <a:cubicBezTo>
                    <a:pt x="1564" y="335"/>
                    <a:pt x="1564" y="309"/>
                    <a:pt x="1556" y="284"/>
                  </a:cubicBezTo>
                  <a:cubicBezTo>
                    <a:pt x="1547" y="258"/>
                    <a:pt x="1538" y="232"/>
                    <a:pt x="1521" y="206"/>
                  </a:cubicBezTo>
                  <a:cubicBezTo>
                    <a:pt x="1504" y="189"/>
                    <a:pt x="1496" y="163"/>
                    <a:pt x="1478" y="146"/>
                  </a:cubicBezTo>
                  <a:lnTo>
                    <a:pt x="1444" y="120"/>
                  </a:lnTo>
                  <a:cubicBezTo>
                    <a:pt x="1427" y="112"/>
                    <a:pt x="1418" y="95"/>
                    <a:pt x="1401" y="86"/>
                  </a:cubicBezTo>
                  <a:cubicBezTo>
                    <a:pt x="1375" y="77"/>
                    <a:pt x="1349" y="69"/>
                    <a:pt x="1324" y="60"/>
                  </a:cubicBezTo>
                  <a:cubicBezTo>
                    <a:pt x="1307" y="52"/>
                    <a:pt x="1289" y="43"/>
                    <a:pt x="1272" y="43"/>
                  </a:cubicBezTo>
                  <a:lnTo>
                    <a:pt x="1229" y="43"/>
                  </a:lnTo>
                  <a:cubicBezTo>
                    <a:pt x="1212" y="34"/>
                    <a:pt x="1186" y="34"/>
                    <a:pt x="1186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9" name="Google Shape;1279;p17"/>
            <p:cNvSpPr/>
            <p:nvPr/>
          </p:nvSpPr>
          <p:spPr>
            <a:xfrm>
              <a:off x="5658650" y="1271150"/>
              <a:ext cx="83775" cy="97775"/>
            </a:xfrm>
            <a:custGeom>
              <a:avLst/>
              <a:gdLst/>
              <a:ahLst/>
              <a:cxnLst/>
              <a:rect l="l" t="t" r="r" b="b"/>
              <a:pathLst>
                <a:path w="3351" h="3911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03" y="3602"/>
                    <a:pt x="146" y="3687"/>
                    <a:pt x="215" y="3756"/>
                  </a:cubicBezTo>
                  <a:cubicBezTo>
                    <a:pt x="267" y="3799"/>
                    <a:pt x="318" y="3868"/>
                    <a:pt x="370" y="3911"/>
                  </a:cubicBezTo>
                  <a:cubicBezTo>
                    <a:pt x="361" y="3885"/>
                    <a:pt x="352" y="3833"/>
                    <a:pt x="361" y="3816"/>
                  </a:cubicBezTo>
                  <a:cubicBezTo>
                    <a:pt x="370" y="3773"/>
                    <a:pt x="335" y="3748"/>
                    <a:pt x="335" y="3713"/>
                  </a:cubicBezTo>
                  <a:cubicBezTo>
                    <a:pt x="344" y="3679"/>
                    <a:pt x="232" y="3533"/>
                    <a:pt x="224" y="3370"/>
                  </a:cubicBezTo>
                  <a:cubicBezTo>
                    <a:pt x="206" y="3198"/>
                    <a:pt x="292" y="3146"/>
                    <a:pt x="292" y="3052"/>
                  </a:cubicBezTo>
                  <a:cubicBezTo>
                    <a:pt x="284" y="2992"/>
                    <a:pt x="267" y="2914"/>
                    <a:pt x="249" y="2863"/>
                  </a:cubicBezTo>
                  <a:cubicBezTo>
                    <a:pt x="232" y="2811"/>
                    <a:pt x="232" y="2768"/>
                    <a:pt x="249" y="2734"/>
                  </a:cubicBezTo>
                  <a:cubicBezTo>
                    <a:pt x="267" y="2699"/>
                    <a:pt x="284" y="2665"/>
                    <a:pt x="309" y="2631"/>
                  </a:cubicBezTo>
                  <a:cubicBezTo>
                    <a:pt x="344" y="2588"/>
                    <a:pt x="352" y="2553"/>
                    <a:pt x="352" y="2502"/>
                  </a:cubicBezTo>
                  <a:cubicBezTo>
                    <a:pt x="352" y="2416"/>
                    <a:pt x="309" y="2347"/>
                    <a:pt x="309" y="2270"/>
                  </a:cubicBezTo>
                  <a:cubicBezTo>
                    <a:pt x="309" y="2210"/>
                    <a:pt x="318" y="2150"/>
                    <a:pt x="309" y="2089"/>
                  </a:cubicBezTo>
                  <a:cubicBezTo>
                    <a:pt x="301" y="2029"/>
                    <a:pt x="335" y="2004"/>
                    <a:pt x="344" y="1952"/>
                  </a:cubicBezTo>
                  <a:cubicBezTo>
                    <a:pt x="352" y="1900"/>
                    <a:pt x="344" y="1849"/>
                    <a:pt x="361" y="1797"/>
                  </a:cubicBezTo>
                  <a:cubicBezTo>
                    <a:pt x="387" y="1746"/>
                    <a:pt x="430" y="1746"/>
                    <a:pt x="464" y="1703"/>
                  </a:cubicBezTo>
                  <a:cubicBezTo>
                    <a:pt x="498" y="1651"/>
                    <a:pt x="507" y="1617"/>
                    <a:pt x="559" y="1600"/>
                  </a:cubicBezTo>
                  <a:cubicBezTo>
                    <a:pt x="575" y="1594"/>
                    <a:pt x="590" y="1592"/>
                    <a:pt x="605" y="1592"/>
                  </a:cubicBezTo>
                  <a:cubicBezTo>
                    <a:pt x="638" y="1592"/>
                    <a:pt x="672" y="1602"/>
                    <a:pt x="713" y="1608"/>
                  </a:cubicBezTo>
                  <a:cubicBezTo>
                    <a:pt x="748" y="1617"/>
                    <a:pt x="773" y="1626"/>
                    <a:pt x="808" y="1634"/>
                  </a:cubicBezTo>
                  <a:cubicBezTo>
                    <a:pt x="832" y="1646"/>
                    <a:pt x="841" y="1652"/>
                    <a:pt x="845" y="1652"/>
                  </a:cubicBezTo>
                  <a:cubicBezTo>
                    <a:pt x="851" y="1652"/>
                    <a:pt x="850" y="1644"/>
                    <a:pt x="859" y="1626"/>
                  </a:cubicBezTo>
                  <a:cubicBezTo>
                    <a:pt x="919" y="1514"/>
                    <a:pt x="877" y="1368"/>
                    <a:pt x="885" y="1247"/>
                  </a:cubicBezTo>
                  <a:cubicBezTo>
                    <a:pt x="885" y="1213"/>
                    <a:pt x="885" y="1179"/>
                    <a:pt x="885" y="1144"/>
                  </a:cubicBezTo>
                  <a:cubicBezTo>
                    <a:pt x="885" y="1119"/>
                    <a:pt x="877" y="1119"/>
                    <a:pt x="894" y="1093"/>
                  </a:cubicBezTo>
                  <a:cubicBezTo>
                    <a:pt x="937" y="1033"/>
                    <a:pt x="988" y="1016"/>
                    <a:pt x="1048" y="990"/>
                  </a:cubicBezTo>
                  <a:cubicBezTo>
                    <a:pt x="1117" y="964"/>
                    <a:pt x="1143" y="955"/>
                    <a:pt x="1177" y="878"/>
                  </a:cubicBezTo>
                  <a:cubicBezTo>
                    <a:pt x="1212" y="792"/>
                    <a:pt x="1289" y="758"/>
                    <a:pt x="1366" y="706"/>
                  </a:cubicBezTo>
                  <a:cubicBezTo>
                    <a:pt x="1418" y="680"/>
                    <a:pt x="1478" y="655"/>
                    <a:pt x="1529" y="637"/>
                  </a:cubicBezTo>
                  <a:cubicBezTo>
                    <a:pt x="1572" y="620"/>
                    <a:pt x="1598" y="612"/>
                    <a:pt x="1633" y="577"/>
                  </a:cubicBezTo>
                  <a:cubicBezTo>
                    <a:pt x="1650" y="560"/>
                    <a:pt x="1658" y="543"/>
                    <a:pt x="1676" y="526"/>
                  </a:cubicBezTo>
                  <a:cubicBezTo>
                    <a:pt x="1700" y="508"/>
                    <a:pt x="1734" y="502"/>
                    <a:pt x="1770" y="502"/>
                  </a:cubicBezTo>
                  <a:cubicBezTo>
                    <a:pt x="1823" y="502"/>
                    <a:pt x="1880" y="516"/>
                    <a:pt x="1916" y="526"/>
                  </a:cubicBezTo>
                  <a:cubicBezTo>
                    <a:pt x="1934" y="531"/>
                    <a:pt x="1950" y="534"/>
                    <a:pt x="1965" y="534"/>
                  </a:cubicBezTo>
                  <a:cubicBezTo>
                    <a:pt x="1998" y="534"/>
                    <a:pt x="2024" y="519"/>
                    <a:pt x="2054" y="483"/>
                  </a:cubicBezTo>
                  <a:cubicBezTo>
                    <a:pt x="2062" y="466"/>
                    <a:pt x="2079" y="448"/>
                    <a:pt x="2088" y="431"/>
                  </a:cubicBezTo>
                  <a:cubicBezTo>
                    <a:pt x="2114" y="397"/>
                    <a:pt x="2131" y="371"/>
                    <a:pt x="2157" y="345"/>
                  </a:cubicBezTo>
                  <a:cubicBezTo>
                    <a:pt x="2208" y="294"/>
                    <a:pt x="2243" y="268"/>
                    <a:pt x="2311" y="251"/>
                  </a:cubicBezTo>
                  <a:cubicBezTo>
                    <a:pt x="2381" y="225"/>
                    <a:pt x="2432" y="195"/>
                    <a:pt x="2493" y="195"/>
                  </a:cubicBezTo>
                  <a:cubicBezTo>
                    <a:pt x="2514" y="195"/>
                    <a:pt x="2536" y="199"/>
                    <a:pt x="2560" y="208"/>
                  </a:cubicBezTo>
                  <a:cubicBezTo>
                    <a:pt x="2664" y="242"/>
                    <a:pt x="2758" y="285"/>
                    <a:pt x="2861" y="320"/>
                  </a:cubicBezTo>
                  <a:cubicBezTo>
                    <a:pt x="2904" y="337"/>
                    <a:pt x="2938" y="363"/>
                    <a:pt x="2981" y="371"/>
                  </a:cubicBezTo>
                  <a:cubicBezTo>
                    <a:pt x="3033" y="388"/>
                    <a:pt x="3067" y="406"/>
                    <a:pt x="3110" y="423"/>
                  </a:cubicBezTo>
                  <a:cubicBezTo>
                    <a:pt x="3148" y="444"/>
                    <a:pt x="3190" y="466"/>
                    <a:pt x="3230" y="466"/>
                  </a:cubicBezTo>
                  <a:cubicBezTo>
                    <a:pt x="3254" y="466"/>
                    <a:pt x="3277" y="459"/>
                    <a:pt x="3299" y="440"/>
                  </a:cubicBezTo>
                  <a:cubicBezTo>
                    <a:pt x="3316" y="423"/>
                    <a:pt x="3342" y="406"/>
                    <a:pt x="3351" y="380"/>
                  </a:cubicBezTo>
                  <a:cubicBezTo>
                    <a:pt x="3299" y="345"/>
                    <a:pt x="3248" y="311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595" y="36"/>
                    <a:pt x="2535" y="36"/>
                    <a:pt x="2475" y="36"/>
                  </a:cubicBez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0" name="Google Shape;1280;p17"/>
            <p:cNvSpPr/>
            <p:nvPr/>
          </p:nvSpPr>
          <p:spPr>
            <a:xfrm>
              <a:off x="5700100" y="1318450"/>
              <a:ext cx="44900" cy="53800"/>
            </a:xfrm>
            <a:custGeom>
              <a:avLst/>
              <a:gdLst/>
              <a:ahLst/>
              <a:cxnLst/>
              <a:rect l="l" t="t" r="r" b="b"/>
              <a:pathLst>
                <a:path w="1796" h="2152" extrusionOk="0">
                  <a:moveTo>
                    <a:pt x="1227" y="0"/>
                  </a:moveTo>
                  <a:cubicBezTo>
                    <a:pt x="1191" y="0"/>
                    <a:pt x="1180" y="104"/>
                    <a:pt x="1195" y="112"/>
                  </a:cubicBezTo>
                  <a:lnTo>
                    <a:pt x="1220" y="146"/>
                  </a:lnTo>
                  <a:cubicBezTo>
                    <a:pt x="1237" y="172"/>
                    <a:pt x="1272" y="197"/>
                    <a:pt x="1298" y="223"/>
                  </a:cubicBezTo>
                  <a:cubicBezTo>
                    <a:pt x="1341" y="258"/>
                    <a:pt x="1366" y="301"/>
                    <a:pt x="1401" y="335"/>
                  </a:cubicBezTo>
                  <a:cubicBezTo>
                    <a:pt x="1427" y="361"/>
                    <a:pt x="1435" y="369"/>
                    <a:pt x="1444" y="404"/>
                  </a:cubicBezTo>
                  <a:cubicBezTo>
                    <a:pt x="1452" y="421"/>
                    <a:pt x="1461" y="447"/>
                    <a:pt x="1461" y="464"/>
                  </a:cubicBezTo>
                  <a:cubicBezTo>
                    <a:pt x="1461" y="481"/>
                    <a:pt x="1461" y="490"/>
                    <a:pt x="1461" y="507"/>
                  </a:cubicBezTo>
                  <a:cubicBezTo>
                    <a:pt x="1478" y="558"/>
                    <a:pt x="1495" y="618"/>
                    <a:pt x="1495" y="670"/>
                  </a:cubicBezTo>
                  <a:cubicBezTo>
                    <a:pt x="1504" y="756"/>
                    <a:pt x="1495" y="842"/>
                    <a:pt x="1495" y="919"/>
                  </a:cubicBezTo>
                  <a:cubicBezTo>
                    <a:pt x="1495" y="971"/>
                    <a:pt x="1478" y="1014"/>
                    <a:pt x="1461" y="1065"/>
                  </a:cubicBezTo>
                  <a:cubicBezTo>
                    <a:pt x="1452" y="1100"/>
                    <a:pt x="1435" y="1125"/>
                    <a:pt x="1409" y="1151"/>
                  </a:cubicBezTo>
                  <a:cubicBezTo>
                    <a:pt x="1375" y="1194"/>
                    <a:pt x="1384" y="1246"/>
                    <a:pt x="1349" y="1289"/>
                  </a:cubicBezTo>
                  <a:cubicBezTo>
                    <a:pt x="1315" y="1332"/>
                    <a:pt x="1255" y="1374"/>
                    <a:pt x="1203" y="1392"/>
                  </a:cubicBezTo>
                  <a:cubicBezTo>
                    <a:pt x="1186" y="1400"/>
                    <a:pt x="1160" y="1400"/>
                    <a:pt x="1152" y="1409"/>
                  </a:cubicBezTo>
                  <a:lnTo>
                    <a:pt x="1143" y="1452"/>
                  </a:lnTo>
                  <a:cubicBezTo>
                    <a:pt x="1134" y="1503"/>
                    <a:pt x="1091" y="1546"/>
                    <a:pt x="1057" y="1589"/>
                  </a:cubicBezTo>
                  <a:cubicBezTo>
                    <a:pt x="1040" y="1606"/>
                    <a:pt x="1031" y="1632"/>
                    <a:pt x="1014" y="1649"/>
                  </a:cubicBezTo>
                  <a:cubicBezTo>
                    <a:pt x="1006" y="1667"/>
                    <a:pt x="997" y="1701"/>
                    <a:pt x="980" y="1718"/>
                  </a:cubicBezTo>
                  <a:cubicBezTo>
                    <a:pt x="954" y="1744"/>
                    <a:pt x="920" y="1761"/>
                    <a:pt x="877" y="1761"/>
                  </a:cubicBezTo>
                  <a:cubicBezTo>
                    <a:pt x="842" y="1761"/>
                    <a:pt x="799" y="1770"/>
                    <a:pt x="782" y="1795"/>
                  </a:cubicBezTo>
                  <a:cubicBezTo>
                    <a:pt x="765" y="1813"/>
                    <a:pt x="765" y="1838"/>
                    <a:pt x="756" y="1864"/>
                  </a:cubicBezTo>
                  <a:cubicBezTo>
                    <a:pt x="748" y="1873"/>
                    <a:pt x="739" y="1890"/>
                    <a:pt x="731" y="1899"/>
                  </a:cubicBezTo>
                  <a:cubicBezTo>
                    <a:pt x="705" y="1924"/>
                    <a:pt x="705" y="1933"/>
                    <a:pt x="670" y="1941"/>
                  </a:cubicBezTo>
                  <a:cubicBezTo>
                    <a:pt x="628" y="1950"/>
                    <a:pt x="593" y="1950"/>
                    <a:pt x="559" y="1959"/>
                  </a:cubicBezTo>
                  <a:cubicBezTo>
                    <a:pt x="499" y="1976"/>
                    <a:pt x="447" y="1984"/>
                    <a:pt x="387" y="1993"/>
                  </a:cubicBezTo>
                  <a:cubicBezTo>
                    <a:pt x="344" y="1993"/>
                    <a:pt x="310" y="1993"/>
                    <a:pt x="267" y="2002"/>
                  </a:cubicBezTo>
                  <a:cubicBezTo>
                    <a:pt x="232" y="2010"/>
                    <a:pt x="207" y="2019"/>
                    <a:pt x="172" y="2019"/>
                  </a:cubicBezTo>
                  <a:cubicBezTo>
                    <a:pt x="146" y="2010"/>
                    <a:pt x="129" y="2002"/>
                    <a:pt x="103" y="1993"/>
                  </a:cubicBezTo>
                  <a:cubicBezTo>
                    <a:pt x="86" y="1993"/>
                    <a:pt x="69" y="1993"/>
                    <a:pt x="52" y="1984"/>
                  </a:cubicBezTo>
                  <a:cubicBezTo>
                    <a:pt x="9" y="1984"/>
                    <a:pt x="0" y="2019"/>
                    <a:pt x="9" y="2036"/>
                  </a:cubicBezTo>
                  <a:cubicBezTo>
                    <a:pt x="18" y="2045"/>
                    <a:pt x="43" y="2070"/>
                    <a:pt x="60" y="2070"/>
                  </a:cubicBezTo>
                  <a:cubicBezTo>
                    <a:pt x="69" y="2079"/>
                    <a:pt x="86" y="2079"/>
                    <a:pt x="103" y="2088"/>
                  </a:cubicBezTo>
                  <a:lnTo>
                    <a:pt x="112" y="2096"/>
                  </a:lnTo>
                  <a:lnTo>
                    <a:pt x="146" y="2105"/>
                  </a:lnTo>
                  <a:lnTo>
                    <a:pt x="189" y="2122"/>
                  </a:lnTo>
                  <a:cubicBezTo>
                    <a:pt x="207" y="2131"/>
                    <a:pt x="232" y="2131"/>
                    <a:pt x="249" y="2139"/>
                  </a:cubicBezTo>
                  <a:cubicBezTo>
                    <a:pt x="267" y="2139"/>
                    <a:pt x="284" y="2148"/>
                    <a:pt x="301" y="2148"/>
                  </a:cubicBezTo>
                  <a:cubicBezTo>
                    <a:pt x="313" y="2150"/>
                    <a:pt x="325" y="2151"/>
                    <a:pt x="337" y="2151"/>
                  </a:cubicBezTo>
                  <a:cubicBezTo>
                    <a:pt x="370" y="2151"/>
                    <a:pt x="405" y="2143"/>
                    <a:pt x="430" y="2131"/>
                  </a:cubicBezTo>
                  <a:cubicBezTo>
                    <a:pt x="447" y="2113"/>
                    <a:pt x="456" y="2105"/>
                    <a:pt x="481" y="2096"/>
                  </a:cubicBezTo>
                  <a:cubicBezTo>
                    <a:pt x="516" y="2088"/>
                    <a:pt x="559" y="2079"/>
                    <a:pt x="593" y="2079"/>
                  </a:cubicBezTo>
                  <a:cubicBezTo>
                    <a:pt x="701" y="2079"/>
                    <a:pt x="798" y="2126"/>
                    <a:pt x="897" y="2126"/>
                  </a:cubicBezTo>
                  <a:cubicBezTo>
                    <a:pt x="924" y="2126"/>
                    <a:pt x="952" y="2123"/>
                    <a:pt x="980" y="2113"/>
                  </a:cubicBezTo>
                  <a:cubicBezTo>
                    <a:pt x="1014" y="2105"/>
                    <a:pt x="1023" y="2088"/>
                    <a:pt x="1048" y="2070"/>
                  </a:cubicBezTo>
                  <a:cubicBezTo>
                    <a:pt x="1074" y="2053"/>
                    <a:pt x="1091" y="2027"/>
                    <a:pt x="1109" y="2010"/>
                  </a:cubicBezTo>
                  <a:cubicBezTo>
                    <a:pt x="1143" y="1950"/>
                    <a:pt x="1177" y="1890"/>
                    <a:pt x="1203" y="1821"/>
                  </a:cubicBezTo>
                  <a:cubicBezTo>
                    <a:pt x="1220" y="1770"/>
                    <a:pt x="1246" y="1710"/>
                    <a:pt x="1272" y="1658"/>
                  </a:cubicBezTo>
                  <a:cubicBezTo>
                    <a:pt x="1298" y="1624"/>
                    <a:pt x="1323" y="1598"/>
                    <a:pt x="1375" y="1581"/>
                  </a:cubicBezTo>
                  <a:cubicBezTo>
                    <a:pt x="1427" y="1563"/>
                    <a:pt x="1469" y="1546"/>
                    <a:pt x="1512" y="1529"/>
                  </a:cubicBezTo>
                  <a:cubicBezTo>
                    <a:pt x="1573" y="1495"/>
                    <a:pt x="1624" y="1486"/>
                    <a:pt x="1650" y="1435"/>
                  </a:cubicBezTo>
                  <a:cubicBezTo>
                    <a:pt x="1684" y="1383"/>
                    <a:pt x="1684" y="1332"/>
                    <a:pt x="1693" y="1280"/>
                  </a:cubicBezTo>
                  <a:cubicBezTo>
                    <a:pt x="1710" y="1211"/>
                    <a:pt x="1744" y="1160"/>
                    <a:pt x="1744" y="1091"/>
                  </a:cubicBezTo>
                  <a:cubicBezTo>
                    <a:pt x="1736" y="1057"/>
                    <a:pt x="1736" y="1022"/>
                    <a:pt x="1727" y="988"/>
                  </a:cubicBezTo>
                  <a:cubicBezTo>
                    <a:pt x="1727" y="945"/>
                    <a:pt x="1701" y="902"/>
                    <a:pt x="1710" y="850"/>
                  </a:cubicBezTo>
                  <a:cubicBezTo>
                    <a:pt x="1710" y="833"/>
                    <a:pt x="1710" y="807"/>
                    <a:pt x="1719" y="799"/>
                  </a:cubicBezTo>
                  <a:lnTo>
                    <a:pt x="1727" y="782"/>
                  </a:lnTo>
                  <a:cubicBezTo>
                    <a:pt x="1744" y="756"/>
                    <a:pt x="1753" y="730"/>
                    <a:pt x="1762" y="696"/>
                  </a:cubicBezTo>
                  <a:cubicBezTo>
                    <a:pt x="1762" y="661"/>
                    <a:pt x="1779" y="636"/>
                    <a:pt x="1787" y="601"/>
                  </a:cubicBezTo>
                  <a:cubicBezTo>
                    <a:pt x="1796" y="567"/>
                    <a:pt x="1787" y="524"/>
                    <a:pt x="1779" y="498"/>
                  </a:cubicBezTo>
                  <a:cubicBezTo>
                    <a:pt x="1770" y="464"/>
                    <a:pt x="1753" y="438"/>
                    <a:pt x="1727" y="412"/>
                  </a:cubicBezTo>
                  <a:cubicBezTo>
                    <a:pt x="1693" y="386"/>
                    <a:pt x="1658" y="369"/>
                    <a:pt x="1633" y="343"/>
                  </a:cubicBezTo>
                  <a:cubicBezTo>
                    <a:pt x="1607" y="318"/>
                    <a:pt x="1590" y="292"/>
                    <a:pt x="1564" y="275"/>
                  </a:cubicBezTo>
                  <a:cubicBezTo>
                    <a:pt x="1521" y="249"/>
                    <a:pt x="1504" y="206"/>
                    <a:pt x="1469" y="180"/>
                  </a:cubicBezTo>
                  <a:cubicBezTo>
                    <a:pt x="1427" y="154"/>
                    <a:pt x="1384" y="137"/>
                    <a:pt x="1349" y="112"/>
                  </a:cubicBezTo>
                  <a:cubicBezTo>
                    <a:pt x="1306" y="86"/>
                    <a:pt x="1280" y="43"/>
                    <a:pt x="1246" y="8"/>
                  </a:cubicBezTo>
                  <a:cubicBezTo>
                    <a:pt x="1239" y="3"/>
                    <a:pt x="1233" y="0"/>
                    <a:pt x="122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1" name="Google Shape;1281;p17"/>
            <p:cNvSpPr/>
            <p:nvPr/>
          </p:nvSpPr>
          <p:spPr>
            <a:xfrm>
              <a:off x="5687200" y="1294325"/>
              <a:ext cx="60175" cy="26700"/>
            </a:xfrm>
            <a:custGeom>
              <a:avLst/>
              <a:gdLst/>
              <a:ahLst/>
              <a:cxnLst/>
              <a:rect l="l" t="t" r="r" b="b"/>
              <a:pathLst>
                <a:path w="2407" h="1068" extrusionOk="0">
                  <a:moveTo>
                    <a:pt x="1155" y="1"/>
                  </a:moveTo>
                  <a:cubicBezTo>
                    <a:pt x="1125" y="1"/>
                    <a:pt x="1096" y="21"/>
                    <a:pt x="1066" y="28"/>
                  </a:cubicBezTo>
                  <a:cubicBezTo>
                    <a:pt x="1023" y="37"/>
                    <a:pt x="989" y="37"/>
                    <a:pt x="946" y="54"/>
                  </a:cubicBezTo>
                  <a:cubicBezTo>
                    <a:pt x="912" y="63"/>
                    <a:pt x="877" y="80"/>
                    <a:pt x="851" y="89"/>
                  </a:cubicBezTo>
                  <a:cubicBezTo>
                    <a:pt x="842" y="90"/>
                    <a:pt x="832" y="91"/>
                    <a:pt x="823" y="91"/>
                  </a:cubicBezTo>
                  <a:cubicBezTo>
                    <a:pt x="781" y="91"/>
                    <a:pt x="740" y="77"/>
                    <a:pt x="705" y="63"/>
                  </a:cubicBezTo>
                  <a:cubicBezTo>
                    <a:pt x="673" y="52"/>
                    <a:pt x="633" y="41"/>
                    <a:pt x="596" y="41"/>
                  </a:cubicBezTo>
                  <a:cubicBezTo>
                    <a:pt x="574" y="41"/>
                    <a:pt x="552" y="45"/>
                    <a:pt x="534" y="54"/>
                  </a:cubicBezTo>
                  <a:cubicBezTo>
                    <a:pt x="491" y="71"/>
                    <a:pt x="448" y="106"/>
                    <a:pt x="405" y="131"/>
                  </a:cubicBezTo>
                  <a:cubicBezTo>
                    <a:pt x="336" y="166"/>
                    <a:pt x="276" y="183"/>
                    <a:pt x="233" y="260"/>
                  </a:cubicBezTo>
                  <a:cubicBezTo>
                    <a:pt x="207" y="312"/>
                    <a:pt x="190" y="389"/>
                    <a:pt x="155" y="424"/>
                  </a:cubicBezTo>
                  <a:cubicBezTo>
                    <a:pt x="113" y="467"/>
                    <a:pt x="78" y="501"/>
                    <a:pt x="52" y="544"/>
                  </a:cubicBezTo>
                  <a:cubicBezTo>
                    <a:pt x="27" y="578"/>
                    <a:pt x="1" y="621"/>
                    <a:pt x="27" y="664"/>
                  </a:cubicBezTo>
                  <a:cubicBezTo>
                    <a:pt x="35" y="699"/>
                    <a:pt x="52" y="690"/>
                    <a:pt x="35" y="724"/>
                  </a:cubicBezTo>
                  <a:cubicBezTo>
                    <a:pt x="30" y="735"/>
                    <a:pt x="15" y="752"/>
                    <a:pt x="24" y="752"/>
                  </a:cubicBezTo>
                  <a:cubicBezTo>
                    <a:pt x="29" y="752"/>
                    <a:pt x="44" y="745"/>
                    <a:pt x="78" y="724"/>
                  </a:cubicBezTo>
                  <a:cubicBezTo>
                    <a:pt x="78" y="699"/>
                    <a:pt x="121" y="656"/>
                    <a:pt x="138" y="647"/>
                  </a:cubicBezTo>
                  <a:cubicBezTo>
                    <a:pt x="164" y="630"/>
                    <a:pt x="190" y="613"/>
                    <a:pt x="207" y="587"/>
                  </a:cubicBezTo>
                  <a:cubicBezTo>
                    <a:pt x="250" y="544"/>
                    <a:pt x="310" y="492"/>
                    <a:pt x="370" y="475"/>
                  </a:cubicBezTo>
                  <a:cubicBezTo>
                    <a:pt x="396" y="467"/>
                    <a:pt x="422" y="458"/>
                    <a:pt x="448" y="458"/>
                  </a:cubicBezTo>
                  <a:cubicBezTo>
                    <a:pt x="465" y="449"/>
                    <a:pt x="482" y="432"/>
                    <a:pt x="508" y="432"/>
                  </a:cubicBezTo>
                  <a:cubicBezTo>
                    <a:pt x="516" y="428"/>
                    <a:pt x="525" y="428"/>
                    <a:pt x="534" y="428"/>
                  </a:cubicBezTo>
                  <a:cubicBezTo>
                    <a:pt x="542" y="428"/>
                    <a:pt x="551" y="428"/>
                    <a:pt x="559" y="424"/>
                  </a:cubicBezTo>
                  <a:cubicBezTo>
                    <a:pt x="584" y="418"/>
                    <a:pt x="599" y="411"/>
                    <a:pt x="619" y="411"/>
                  </a:cubicBezTo>
                  <a:cubicBezTo>
                    <a:pt x="627" y="411"/>
                    <a:pt x="635" y="412"/>
                    <a:pt x="645" y="415"/>
                  </a:cubicBezTo>
                  <a:cubicBezTo>
                    <a:pt x="680" y="424"/>
                    <a:pt x="714" y="441"/>
                    <a:pt x="748" y="449"/>
                  </a:cubicBezTo>
                  <a:cubicBezTo>
                    <a:pt x="774" y="458"/>
                    <a:pt x="817" y="475"/>
                    <a:pt x="834" y="475"/>
                  </a:cubicBezTo>
                  <a:lnTo>
                    <a:pt x="877" y="458"/>
                  </a:lnTo>
                  <a:cubicBezTo>
                    <a:pt x="903" y="449"/>
                    <a:pt x="920" y="449"/>
                    <a:pt x="946" y="441"/>
                  </a:cubicBezTo>
                  <a:cubicBezTo>
                    <a:pt x="980" y="432"/>
                    <a:pt x="1015" y="415"/>
                    <a:pt x="1049" y="415"/>
                  </a:cubicBezTo>
                  <a:cubicBezTo>
                    <a:pt x="1092" y="415"/>
                    <a:pt x="1135" y="415"/>
                    <a:pt x="1178" y="424"/>
                  </a:cubicBezTo>
                  <a:lnTo>
                    <a:pt x="1307" y="424"/>
                  </a:lnTo>
                  <a:cubicBezTo>
                    <a:pt x="1350" y="432"/>
                    <a:pt x="1375" y="458"/>
                    <a:pt x="1418" y="475"/>
                  </a:cubicBezTo>
                  <a:cubicBezTo>
                    <a:pt x="1436" y="484"/>
                    <a:pt x="1453" y="492"/>
                    <a:pt x="1470" y="501"/>
                  </a:cubicBezTo>
                  <a:cubicBezTo>
                    <a:pt x="1487" y="509"/>
                    <a:pt x="1513" y="518"/>
                    <a:pt x="1530" y="518"/>
                  </a:cubicBezTo>
                  <a:cubicBezTo>
                    <a:pt x="1542" y="523"/>
                    <a:pt x="1555" y="524"/>
                    <a:pt x="1569" y="524"/>
                  </a:cubicBezTo>
                  <a:cubicBezTo>
                    <a:pt x="1591" y="524"/>
                    <a:pt x="1615" y="520"/>
                    <a:pt x="1637" y="520"/>
                  </a:cubicBezTo>
                  <a:cubicBezTo>
                    <a:pt x="1651" y="520"/>
                    <a:pt x="1664" y="522"/>
                    <a:pt x="1676" y="527"/>
                  </a:cubicBezTo>
                  <a:cubicBezTo>
                    <a:pt x="1711" y="535"/>
                    <a:pt x="1745" y="570"/>
                    <a:pt x="1771" y="595"/>
                  </a:cubicBezTo>
                  <a:cubicBezTo>
                    <a:pt x="1814" y="621"/>
                    <a:pt x="1865" y="630"/>
                    <a:pt x="1908" y="656"/>
                  </a:cubicBezTo>
                  <a:cubicBezTo>
                    <a:pt x="1925" y="664"/>
                    <a:pt x="1943" y="681"/>
                    <a:pt x="1968" y="699"/>
                  </a:cubicBezTo>
                  <a:cubicBezTo>
                    <a:pt x="2003" y="716"/>
                    <a:pt x="2046" y="716"/>
                    <a:pt x="2080" y="750"/>
                  </a:cubicBezTo>
                  <a:cubicBezTo>
                    <a:pt x="2132" y="802"/>
                    <a:pt x="2192" y="845"/>
                    <a:pt x="2252" y="888"/>
                  </a:cubicBezTo>
                  <a:cubicBezTo>
                    <a:pt x="2278" y="913"/>
                    <a:pt x="2312" y="948"/>
                    <a:pt x="2338" y="982"/>
                  </a:cubicBezTo>
                  <a:cubicBezTo>
                    <a:pt x="2346" y="999"/>
                    <a:pt x="2398" y="1068"/>
                    <a:pt x="2406" y="1068"/>
                  </a:cubicBezTo>
                  <a:cubicBezTo>
                    <a:pt x="2406" y="1051"/>
                    <a:pt x="2398" y="1025"/>
                    <a:pt x="2398" y="999"/>
                  </a:cubicBezTo>
                  <a:cubicBezTo>
                    <a:pt x="2389" y="965"/>
                    <a:pt x="2398" y="939"/>
                    <a:pt x="2389" y="905"/>
                  </a:cubicBezTo>
                  <a:cubicBezTo>
                    <a:pt x="2363" y="853"/>
                    <a:pt x="2321" y="802"/>
                    <a:pt x="2286" y="767"/>
                  </a:cubicBezTo>
                  <a:cubicBezTo>
                    <a:pt x="2260" y="733"/>
                    <a:pt x="2226" y="699"/>
                    <a:pt x="2209" y="664"/>
                  </a:cubicBezTo>
                  <a:cubicBezTo>
                    <a:pt x="2209" y="647"/>
                    <a:pt x="2200" y="630"/>
                    <a:pt x="2200" y="613"/>
                  </a:cubicBezTo>
                  <a:cubicBezTo>
                    <a:pt x="2192" y="587"/>
                    <a:pt x="2174" y="570"/>
                    <a:pt x="2166" y="544"/>
                  </a:cubicBezTo>
                  <a:cubicBezTo>
                    <a:pt x="2149" y="509"/>
                    <a:pt x="2132" y="484"/>
                    <a:pt x="2106" y="449"/>
                  </a:cubicBezTo>
                  <a:cubicBezTo>
                    <a:pt x="2071" y="415"/>
                    <a:pt x="2054" y="372"/>
                    <a:pt x="2020" y="338"/>
                  </a:cubicBezTo>
                  <a:cubicBezTo>
                    <a:pt x="1977" y="303"/>
                    <a:pt x="1925" y="286"/>
                    <a:pt x="1874" y="269"/>
                  </a:cubicBezTo>
                  <a:cubicBezTo>
                    <a:pt x="1805" y="243"/>
                    <a:pt x="1745" y="200"/>
                    <a:pt x="1685" y="157"/>
                  </a:cubicBezTo>
                  <a:cubicBezTo>
                    <a:pt x="1642" y="123"/>
                    <a:pt x="1599" y="106"/>
                    <a:pt x="1539" y="97"/>
                  </a:cubicBezTo>
                  <a:lnTo>
                    <a:pt x="1479" y="97"/>
                  </a:lnTo>
                  <a:cubicBezTo>
                    <a:pt x="1444" y="97"/>
                    <a:pt x="1444" y="89"/>
                    <a:pt x="1418" y="80"/>
                  </a:cubicBezTo>
                  <a:cubicBezTo>
                    <a:pt x="1401" y="71"/>
                    <a:pt x="1384" y="71"/>
                    <a:pt x="1358" y="63"/>
                  </a:cubicBezTo>
                  <a:cubicBezTo>
                    <a:pt x="1341" y="54"/>
                    <a:pt x="1324" y="46"/>
                    <a:pt x="1307" y="37"/>
                  </a:cubicBezTo>
                  <a:cubicBezTo>
                    <a:pt x="1264" y="20"/>
                    <a:pt x="1212" y="3"/>
                    <a:pt x="1169" y="3"/>
                  </a:cubicBezTo>
                  <a:cubicBezTo>
                    <a:pt x="1164" y="1"/>
                    <a:pt x="1160" y="1"/>
                    <a:pt x="1155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2" name="Google Shape;1282;p17"/>
            <p:cNvSpPr/>
            <p:nvPr/>
          </p:nvSpPr>
          <p:spPr>
            <a:xfrm>
              <a:off x="5673675" y="1317775"/>
              <a:ext cx="24075" cy="55250"/>
            </a:xfrm>
            <a:custGeom>
              <a:avLst/>
              <a:gdLst/>
              <a:ahLst/>
              <a:cxnLst/>
              <a:rect l="l" t="t" r="r" b="b"/>
              <a:pathLst>
                <a:path w="963" h="2210" extrusionOk="0">
                  <a:moveTo>
                    <a:pt x="466" y="1"/>
                  </a:moveTo>
                  <a:cubicBezTo>
                    <a:pt x="431" y="1"/>
                    <a:pt x="374" y="46"/>
                    <a:pt x="361" y="53"/>
                  </a:cubicBezTo>
                  <a:cubicBezTo>
                    <a:pt x="337" y="72"/>
                    <a:pt x="311" y="83"/>
                    <a:pt x="296" y="85"/>
                  </a:cubicBezTo>
                  <a:lnTo>
                    <a:pt x="296" y="85"/>
                  </a:lnTo>
                  <a:cubicBezTo>
                    <a:pt x="296" y="80"/>
                    <a:pt x="296" y="75"/>
                    <a:pt x="293" y="70"/>
                  </a:cubicBezTo>
                  <a:lnTo>
                    <a:pt x="293" y="70"/>
                  </a:lnTo>
                  <a:cubicBezTo>
                    <a:pt x="283" y="80"/>
                    <a:pt x="284" y="85"/>
                    <a:pt x="293" y="85"/>
                  </a:cubicBezTo>
                  <a:cubicBezTo>
                    <a:pt x="294" y="85"/>
                    <a:pt x="295" y="85"/>
                    <a:pt x="296" y="85"/>
                  </a:cubicBezTo>
                  <a:lnTo>
                    <a:pt x="296" y="85"/>
                  </a:lnTo>
                  <a:cubicBezTo>
                    <a:pt x="296" y="94"/>
                    <a:pt x="290" y="101"/>
                    <a:pt x="284" y="113"/>
                  </a:cubicBezTo>
                  <a:cubicBezTo>
                    <a:pt x="284" y="121"/>
                    <a:pt x="241" y="164"/>
                    <a:pt x="241" y="164"/>
                  </a:cubicBezTo>
                  <a:cubicBezTo>
                    <a:pt x="224" y="190"/>
                    <a:pt x="207" y="224"/>
                    <a:pt x="190" y="250"/>
                  </a:cubicBezTo>
                  <a:cubicBezTo>
                    <a:pt x="164" y="302"/>
                    <a:pt x="129" y="345"/>
                    <a:pt x="95" y="388"/>
                  </a:cubicBezTo>
                  <a:lnTo>
                    <a:pt x="69" y="422"/>
                  </a:lnTo>
                  <a:cubicBezTo>
                    <a:pt x="52" y="448"/>
                    <a:pt x="44" y="491"/>
                    <a:pt x="35" y="525"/>
                  </a:cubicBezTo>
                  <a:cubicBezTo>
                    <a:pt x="26" y="585"/>
                    <a:pt x="18" y="637"/>
                    <a:pt x="9" y="697"/>
                  </a:cubicBezTo>
                  <a:cubicBezTo>
                    <a:pt x="1" y="706"/>
                    <a:pt x="9" y="723"/>
                    <a:pt x="9" y="740"/>
                  </a:cubicBezTo>
                  <a:cubicBezTo>
                    <a:pt x="9" y="757"/>
                    <a:pt x="1" y="774"/>
                    <a:pt x="1" y="791"/>
                  </a:cubicBezTo>
                  <a:cubicBezTo>
                    <a:pt x="1" y="860"/>
                    <a:pt x="44" y="920"/>
                    <a:pt x="69" y="980"/>
                  </a:cubicBezTo>
                  <a:cubicBezTo>
                    <a:pt x="121" y="1084"/>
                    <a:pt x="147" y="1195"/>
                    <a:pt x="198" y="1307"/>
                  </a:cubicBezTo>
                  <a:cubicBezTo>
                    <a:pt x="258" y="1436"/>
                    <a:pt x="276" y="1556"/>
                    <a:pt x="353" y="1676"/>
                  </a:cubicBezTo>
                  <a:cubicBezTo>
                    <a:pt x="361" y="1694"/>
                    <a:pt x="379" y="1711"/>
                    <a:pt x="396" y="1728"/>
                  </a:cubicBezTo>
                  <a:cubicBezTo>
                    <a:pt x="422" y="1754"/>
                    <a:pt x="447" y="1797"/>
                    <a:pt x="482" y="1831"/>
                  </a:cubicBezTo>
                  <a:cubicBezTo>
                    <a:pt x="525" y="1883"/>
                    <a:pt x="559" y="1934"/>
                    <a:pt x="602" y="1994"/>
                  </a:cubicBezTo>
                  <a:cubicBezTo>
                    <a:pt x="619" y="2020"/>
                    <a:pt x="645" y="2037"/>
                    <a:pt x="671" y="2054"/>
                  </a:cubicBezTo>
                  <a:cubicBezTo>
                    <a:pt x="679" y="2072"/>
                    <a:pt x="705" y="2089"/>
                    <a:pt x="722" y="2089"/>
                  </a:cubicBezTo>
                  <a:cubicBezTo>
                    <a:pt x="739" y="2097"/>
                    <a:pt x="757" y="2097"/>
                    <a:pt x="774" y="2106"/>
                  </a:cubicBezTo>
                  <a:cubicBezTo>
                    <a:pt x="800" y="2123"/>
                    <a:pt x="851" y="2140"/>
                    <a:pt x="877" y="2158"/>
                  </a:cubicBezTo>
                  <a:cubicBezTo>
                    <a:pt x="894" y="2166"/>
                    <a:pt x="937" y="2209"/>
                    <a:pt x="963" y="2209"/>
                  </a:cubicBezTo>
                  <a:cubicBezTo>
                    <a:pt x="963" y="2183"/>
                    <a:pt x="911" y="2158"/>
                    <a:pt x="894" y="2140"/>
                  </a:cubicBezTo>
                  <a:cubicBezTo>
                    <a:pt x="868" y="2115"/>
                    <a:pt x="817" y="2106"/>
                    <a:pt x="791" y="2080"/>
                  </a:cubicBezTo>
                  <a:cubicBezTo>
                    <a:pt x="739" y="2020"/>
                    <a:pt x="757" y="1943"/>
                    <a:pt x="722" y="1883"/>
                  </a:cubicBezTo>
                  <a:cubicBezTo>
                    <a:pt x="696" y="1840"/>
                    <a:pt x="688" y="1805"/>
                    <a:pt x="654" y="1779"/>
                  </a:cubicBezTo>
                  <a:cubicBezTo>
                    <a:pt x="611" y="1745"/>
                    <a:pt x="636" y="1711"/>
                    <a:pt x="611" y="1668"/>
                  </a:cubicBezTo>
                  <a:cubicBezTo>
                    <a:pt x="559" y="1573"/>
                    <a:pt x="473" y="1487"/>
                    <a:pt x="422" y="1384"/>
                  </a:cubicBezTo>
                  <a:cubicBezTo>
                    <a:pt x="396" y="1333"/>
                    <a:pt x="310" y="1290"/>
                    <a:pt x="301" y="1230"/>
                  </a:cubicBezTo>
                  <a:cubicBezTo>
                    <a:pt x="301" y="1212"/>
                    <a:pt x="301" y="1195"/>
                    <a:pt x="301" y="1187"/>
                  </a:cubicBezTo>
                  <a:cubicBezTo>
                    <a:pt x="301" y="1161"/>
                    <a:pt x="301" y="1161"/>
                    <a:pt x="318" y="1144"/>
                  </a:cubicBezTo>
                  <a:cubicBezTo>
                    <a:pt x="379" y="1041"/>
                    <a:pt x="404" y="886"/>
                    <a:pt x="344" y="774"/>
                  </a:cubicBezTo>
                  <a:cubicBezTo>
                    <a:pt x="336" y="766"/>
                    <a:pt x="336" y="749"/>
                    <a:pt x="327" y="731"/>
                  </a:cubicBezTo>
                  <a:cubicBezTo>
                    <a:pt x="310" y="706"/>
                    <a:pt x="301" y="688"/>
                    <a:pt x="301" y="663"/>
                  </a:cubicBezTo>
                  <a:cubicBezTo>
                    <a:pt x="293" y="611"/>
                    <a:pt x="318" y="585"/>
                    <a:pt x="327" y="542"/>
                  </a:cubicBezTo>
                  <a:cubicBezTo>
                    <a:pt x="327" y="517"/>
                    <a:pt x="336" y="499"/>
                    <a:pt x="336" y="474"/>
                  </a:cubicBezTo>
                  <a:lnTo>
                    <a:pt x="361" y="456"/>
                  </a:lnTo>
                  <a:cubicBezTo>
                    <a:pt x="370" y="439"/>
                    <a:pt x="370" y="422"/>
                    <a:pt x="379" y="405"/>
                  </a:cubicBezTo>
                  <a:cubicBezTo>
                    <a:pt x="396" y="353"/>
                    <a:pt x="413" y="310"/>
                    <a:pt x="439" y="259"/>
                  </a:cubicBezTo>
                  <a:cubicBezTo>
                    <a:pt x="456" y="242"/>
                    <a:pt x="465" y="224"/>
                    <a:pt x="465" y="199"/>
                  </a:cubicBezTo>
                  <a:cubicBezTo>
                    <a:pt x="473" y="181"/>
                    <a:pt x="482" y="164"/>
                    <a:pt x="482" y="147"/>
                  </a:cubicBezTo>
                  <a:cubicBezTo>
                    <a:pt x="482" y="130"/>
                    <a:pt x="473" y="104"/>
                    <a:pt x="473" y="78"/>
                  </a:cubicBezTo>
                  <a:cubicBezTo>
                    <a:pt x="473" y="61"/>
                    <a:pt x="490" y="35"/>
                    <a:pt x="490" y="18"/>
                  </a:cubicBezTo>
                  <a:cubicBezTo>
                    <a:pt x="486" y="6"/>
                    <a:pt x="477" y="1"/>
                    <a:pt x="466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3" name="Google Shape;1283;p17"/>
            <p:cNvSpPr/>
            <p:nvPr/>
          </p:nvSpPr>
          <p:spPr>
            <a:xfrm>
              <a:off x="5694950" y="1380075"/>
              <a:ext cx="27950" cy="7150"/>
            </a:xfrm>
            <a:custGeom>
              <a:avLst/>
              <a:gdLst/>
              <a:ahLst/>
              <a:cxnLst/>
              <a:rect l="l" t="t" r="r" b="b"/>
              <a:pathLst>
                <a:path w="1118" h="286" extrusionOk="0">
                  <a:moveTo>
                    <a:pt x="198" y="1"/>
                  </a:moveTo>
                  <a:cubicBezTo>
                    <a:pt x="175" y="23"/>
                    <a:pt x="152" y="27"/>
                    <a:pt x="129" y="27"/>
                  </a:cubicBezTo>
                  <a:cubicBezTo>
                    <a:pt x="118" y="27"/>
                    <a:pt x="106" y="26"/>
                    <a:pt x="95" y="26"/>
                  </a:cubicBezTo>
                  <a:cubicBezTo>
                    <a:pt x="77" y="18"/>
                    <a:pt x="69" y="18"/>
                    <a:pt x="60" y="18"/>
                  </a:cubicBezTo>
                  <a:cubicBezTo>
                    <a:pt x="26" y="18"/>
                    <a:pt x="26" y="52"/>
                    <a:pt x="0" y="61"/>
                  </a:cubicBezTo>
                  <a:cubicBezTo>
                    <a:pt x="17" y="95"/>
                    <a:pt x="35" y="112"/>
                    <a:pt x="69" y="121"/>
                  </a:cubicBezTo>
                  <a:cubicBezTo>
                    <a:pt x="138" y="147"/>
                    <a:pt x="206" y="172"/>
                    <a:pt x="266" y="207"/>
                  </a:cubicBezTo>
                  <a:cubicBezTo>
                    <a:pt x="301" y="215"/>
                    <a:pt x="318" y="241"/>
                    <a:pt x="352" y="250"/>
                  </a:cubicBezTo>
                  <a:cubicBezTo>
                    <a:pt x="387" y="267"/>
                    <a:pt x="438" y="267"/>
                    <a:pt x="481" y="275"/>
                  </a:cubicBezTo>
                  <a:cubicBezTo>
                    <a:pt x="511" y="280"/>
                    <a:pt x="524" y="285"/>
                    <a:pt x="539" y="285"/>
                  </a:cubicBezTo>
                  <a:cubicBezTo>
                    <a:pt x="550" y="285"/>
                    <a:pt x="563" y="283"/>
                    <a:pt x="584" y="275"/>
                  </a:cubicBezTo>
                  <a:cubicBezTo>
                    <a:pt x="627" y="258"/>
                    <a:pt x="670" y="258"/>
                    <a:pt x="705" y="233"/>
                  </a:cubicBezTo>
                  <a:cubicBezTo>
                    <a:pt x="722" y="224"/>
                    <a:pt x="748" y="207"/>
                    <a:pt x="773" y="198"/>
                  </a:cubicBezTo>
                  <a:cubicBezTo>
                    <a:pt x="801" y="184"/>
                    <a:pt x="818" y="170"/>
                    <a:pt x="847" y="170"/>
                  </a:cubicBezTo>
                  <a:cubicBezTo>
                    <a:pt x="853" y="170"/>
                    <a:pt x="860" y="171"/>
                    <a:pt x="868" y="172"/>
                  </a:cubicBezTo>
                  <a:cubicBezTo>
                    <a:pt x="919" y="181"/>
                    <a:pt x="962" y="190"/>
                    <a:pt x="1014" y="198"/>
                  </a:cubicBezTo>
                  <a:cubicBezTo>
                    <a:pt x="1048" y="198"/>
                    <a:pt x="1108" y="190"/>
                    <a:pt x="1117" y="164"/>
                  </a:cubicBezTo>
                  <a:cubicBezTo>
                    <a:pt x="1117" y="138"/>
                    <a:pt x="1083" y="104"/>
                    <a:pt x="1074" y="86"/>
                  </a:cubicBezTo>
                  <a:cubicBezTo>
                    <a:pt x="1057" y="61"/>
                    <a:pt x="1057" y="9"/>
                    <a:pt x="1014" y="9"/>
                  </a:cubicBezTo>
                  <a:cubicBezTo>
                    <a:pt x="997" y="9"/>
                    <a:pt x="988" y="26"/>
                    <a:pt x="980" y="35"/>
                  </a:cubicBezTo>
                  <a:cubicBezTo>
                    <a:pt x="962" y="44"/>
                    <a:pt x="954" y="44"/>
                    <a:pt x="928" y="52"/>
                  </a:cubicBezTo>
                  <a:cubicBezTo>
                    <a:pt x="902" y="52"/>
                    <a:pt x="876" y="52"/>
                    <a:pt x="851" y="61"/>
                  </a:cubicBezTo>
                  <a:cubicBezTo>
                    <a:pt x="816" y="61"/>
                    <a:pt x="773" y="44"/>
                    <a:pt x="739" y="35"/>
                  </a:cubicBezTo>
                  <a:cubicBezTo>
                    <a:pt x="705" y="35"/>
                    <a:pt x="670" y="26"/>
                    <a:pt x="636" y="26"/>
                  </a:cubicBezTo>
                  <a:cubicBezTo>
                    <a:pt x="610" y="26"/>
                    <a:pt x="593" y="35"/>
                    <a:pt x="567" y="44"/>
                  </a:cubicBezTo>
                  <a:cubicBezTo>
                    <a:pt x="533" y="52"/>
                    <a:pt x="481" y="52"/>
                    <a:pt x="438" y="61"/>
                  </a:cubicBezTo>
                  <a:cubicBezTo>
                    <a:pt x="370" y="61"/>
                    <a:pt x="258" y="52"/>
                    <a:pt x="19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4" name="Google Shape;1284;p17"/>
            <p:cNvSpPr/>
            <p:nvPr/>
          </p:nvSpPr>
          <p:spPr>
            <a:xfrm>
              <a:off x="5670250" y="1341625"/>
              <a:ext cx="22150" cy="38700"/>
            </a:xfrm>
            <a:custGeom>
              <a:avLst/>
              <a:gdLst/>
              <a:ahLst/>
              <a:cxnLst/>
              <a:rect l="l" t="t" r="r" b="b"/>
              <a:pathLst>
                <a:path w="886" h="1548" extrusionOk="0">
                  <a:moveTo>
                    <a:pt x="17" y="1"/>
                  </a:moveTo>
                  <a:cubicBezTo>
                    <a:pt x="0" y="9"/>
                    <a:pt x="0" y="52"/>
                    <a:pt x="0" y="61"/>
                  </a:cubicBezTo>
                  <a:cubicBezTo>
                    <a:pt x="0" y="78"/>
                    <a:pt x="0" y="104"/>
                    <a:pt x="0" y="121"/>
                  </a:cubicBezTo>
                  <a:cubicBezTo>
                    <a:pt x="0" y="138"/>
                    <a:pt x="9" y="155"/>
                    <a:pt x="0" y="181"/>
                  </a:cubicBezTo>
                  <a:cubicBezTo>
                    <a:pt x="0" y="198"/>
                    <a:pt x="0" y="224"/>
                    <a:pt x="9" y="241"/>
                  </a:cubicBezTo>
                  <a:lnTo>
                    <a:pt x="17" y="276"/>
                  </a:lnTo>
                  <a:cubicBezTo>
                    <a:pt x="17" y="310"/>
                    <a:pt x="26" y="336"/>
                    <a:pt x="26" y="362"/>
                  </a:cubicBezTo>
                  <a:cubicBezTo>
                    <a:pt x="26" y="379"/>
                    <a:pt x="26" y="396"/>
                    <a:pt x="34" y="413"/>
                  </a:cubicBezTo>
                  <a:cubicBezTo>
                    <a:pt x="34" y="439"/>
                    <a:pt x="34" y="465"/>
                    <a:pt x="43" y="490"/>
                  </a:cubicBezTo>
                  <a:cubicBezTo>
                    <a:pt x="43" y="499"/>
                    <a:pt x="52" y="516"/>
                    <a:pt x="52" y="525"/>
                  </a:cubicBezTo>
                  <a:cubicBezTo>
                    <a:pt x="52" y="542"/>
                    <a:pt x="60" y="551"/>
                    <a:pt x="60" y="568"/>
                  </a:cubicBezTo>
                  <a:cubicBezTo>
                    <a:pt x="69" y="585"/>
                    <a:pt x="69" y="594"/>
                    <a:pt x="69" y="611"/>
                  </a:cubicBezTo>
                  <a:cubicBezTo>
                    <a:pt x="69" y="628"/>
                    <a:pt x="77" y="645"/>
                    <a:pt x="77" y="662"/>
                  </a:cubicBezTo>
                  <a:cubicBezTo>
                    <a:pt x="95" y="722"/>
                    <a:pt x="95" y="783"/>
                    <a:pt x="103" y="843"/>
                  </a:cubicBezTo>
                  <a:cubicBezTo>
                    <a:pt x="112" y="877"/>
                    <a:pt x="129" y="894"/>
                    <a:pt x="146" y="929"/>
                  </a:cubicBezTo>
                  <a:cubicBezTo>
                    <a:pt x="163" y="946"/>
                    <a:pt x="172" y="963"/>
                    <a:pt x="181" y="980"/>
                  </a:cubicBezTo>
                  <a:cubicBezTo>
                    <a:pt x="198" y="1014"/>
                    <a:pt x="215" y="1032"/>
                    <a:pt x="241" y="1057"/>
                  </a:cubicBezTo>
                  <a:cubicBezTo>
                    <a:pt x="258" y="1075"/>
                    <a:pt x="284" y="1100"/>
                    <a:pt x="301" y="1118"/>
                  </a:cubicBezTo>
                  <a:cubicBezTo>
                    <a:pt x="309" y="1135"/>
                    <a:pt x="327" y="1143"/>
                    <a:pt x="335" y="1161"/>
                  </a:cubicBezTo>
                  <a:cubicBezTo>
                    <a:pt x="352" y="1169"/>
                    <a:pt x="361" y="1186"/>
                    <a:pt x="378" y="1195"/>
                  </a:cubicBezTo>
                  <a:cubicBezTo>
                    <a:pt x="387" y="1212"/>
                    <a:pt x="387" y="1229"/>
                    <a:pt x="395" y="1238"/>
                  </a:cubicBezTo>
                  <a:cubicBezTo>
                    <a:pt x="413" y="1264"/>
                    <a:pt x="430" y="1298"/>
                    <a:pt x="455" y="1315"/>
                  </a:cubicBezTo>
                  <a:cubicBezTo>
                    <a:pt x="464" y="1332"/>
                    <a:pt x="473" y="1341"/>
                    <a:pt x="481" y="1358"/>
                  </a:cubicBezTo>
                  <a:cubicBezTo>
                    <a:pt x="490" y="1367"/>
                    <a:pt x="498" y="1375"/>
                    <a:pt x="516" y="1384"/>
                  </a:cubicBezTo>
                  <a:cubicBezTo>
                    <a:pt x="541" y="1401"/>
                    <a:pt x="567" y="1418"/>
                    <a:pt x="593" y="1435"/>
                  </a:cubicBezTo>
                  <a:cubicBezTo>
                    <a:pt x="627" y="1453"/>
                    <a:pt x="653" y="1470"/>
                    <a:pt x="687" y="1478"/>
                  </a:cubicBezTo>
                  <a:cubicBezTo>
                    <a:pt x="705" y="1496"/>
                    <a:pt x="730" y="1513"/>
                    <a:pt x="748" y="1513"/>
                  </a:cubicBezTo>
                  <a:lnTo>
                    <a:pt x="756" y="1513"/>
                  </a:lnTo>
                  <a:cubicBezTo>
                    <a:pt x="773" y="1513"/>
                    <a:pt x="782" y="1504"/>
                    <a:pt x="799" y="1504"/>
                  </a:cubicBezTo>
                  <a:cubicBezTo>
                    <a:pt x="825" y="1504"/>
                    <a:pt x="842" y="1521"/>
                    <a:pt x="859" y="1530"/>
                  </a:cubicBezTo>
                  <a:lnTo>
                    <a:pt x="885" y="1547"/>
                  </a:lnTo>
                  <a:lnTo>
                    <a:pt x="868" y="1504"/>
                  </a:lnTo>
                  <a:cubicBezTo>
                    <a:pt x="859" y="1487"/>
                    <a:pt x="842" y="1478"/>
                    <a:pt x="825" y="1470"/>
                  </a:cubicBezTo>
                  <a:cubicBezTo>
                    <a:pt x="816" y="1461"/>
                    <a:pt x="808" y="1444"/>
                    <a:pt x="799" y="1435"/>
                  </a:cubicBezTo>
                  <a:lnTo>
                    <a:pt x="773" y="1410"/>
                  </a:lnTo>
                  <a:lnTo>
                    <a:pt x="739" y="1375"/>
                  </a:lnTo>
                  <a:lnTo>
                    <a:pt x="713" y="1350"/>
                  </a:lnTo>
                  <a:cubicBezTo>
                    <a:pt x="705" y="1341"/>
                    <a:pt x="696" y="1324"/>
                    <a:pt x="679" y="1315"/>
                  </a:cubicBezTo>
                  <a:lnTo>
                    <a:pt x="662" y="1298"/>
                  </a:lnTo>
                  <a:lnTo>
                    <a:pt x="636" y="1264"/>
                  </a:lnTo>
                  <a:cubicBezTo>
                    <a:pt x="619" y="1246"/>
                    <a:pt x="593" y="1221"/>
                    <a:pt x="584" y="1195"/>
                  </a:cubicBezTo>
                  <a:lnTo>
                    <a:pt x="567" y="1169"/>
                  </a:lnTo>
                  <a:cubicBezTo>
                    <a:pt x="550" y="1152"/>
                    <a:pt x="533" y="1135"/>
                    <a:pt x="516" y="1118"/>
                  </a:cubicBezTo>
                  <a:cubicBezTo>
                    <a:pt x="498" y="1100"/>
                    <a:pt x="490" y="1092"/>
                    <a:pt x="481" y="1083"/>
                  </a:cubicBezTo>
                  <a:cubicBezTo>
                    <a:pt x="464" y="1075"/>
                    <a:pt x="447" y="1049"/>
                    <a:pt x="430" y="1040"/>
                  </a:cubicBezTo>
                  <a:cubicBezTo>
                    <a:pt x="404" y="1006"/>
                    <a:pt x="370" y="980"/>
                    <a:pt x="344" y="946"/>
                  </a:cubicBezTo>
                  <a:cubicBezTo>
                    <a:pt x="327" y="929"/>
                    <a:pt x="309" y="903"/>
                    <a:pt x="301" y="886"/>
                  </a:cubicBezTo>
                  <a:lnTo>
                    <a:pt x="275" y="843"/>
                  </a:lnTo>
                  <a:lnTo>
                    <a:pt x="258" y="825"/>
                  </a:lnTo>
                  <a:lnTo>
                    <a:pt x="241" y="800"/>
                  </a:lnTo>
                  <a:cubicBezTo>
                    <a:pt x="224" y="774"/>
                    <a:pt x="215" y="748"/>
                    <a:pt x="206" y="714"/>
                  </a:cubicBezTo>
                  <a:cubicBezTo>
                    <a:pt x="198" y="688"/>
                    <a:pt x="181" y="671"/>
                    <a:pt x="172" y="636"/>
                  </a:cubicBezTo>
                  <a:cubicBezTo>
                    <a:pt x="163" y="619"/>
                    <a:pt x="163" y="594"/>
                    <a:pt x="155" y="568"/>
                  </a:cubicBezTo>
                  <a:cubicBezTo>
                    <a:pt x="155" y="542"/>
                    <a:pt x="120" y="447"/>
                    <a:pt x="120" y="439"/>
                  </a:cubicBezTo>
                  <a:cubicBezTo>
                    <a:pt x="112" y="422"/>
                    <a:pt x="112" y="413"/>
                    <a:pt x="103" y="405"/>
                  </a:cubicBezTo>
                  <a:cubicBezTo>
                    <a:pt x="95" y="387"/>
                    <a:pt x="95" y="370"/>
                    <a:pt x="95" y="353"/>
                  </a:cubicBezTo>
                  <a:cubicBezTo>
                    <a:pt x="77" y="310"/>
                    <a:pt x="69" y="267"/>
                    <a:pt x="60" y="215"/>
                  </a:cubicBezTo>
                  <a:cubicBezTo>
                    <a:pt x="60" y="190"/>
                    <a:pt x="60" y="155"/>
                    <a:pt x="52" y="121"/>
                  </a:cubicBezTo>
                  <a:cubicBezTo>
                    <a:pt x="43" y="104"/>
                    <a:pt x="34" y="87"/>
                    <a:pt x="26" y="61"/>
                  </a:cubicBezTo>
                  <a:cubicBezTo>
                    <a:pt x="26" y="52"/>
                    <a:pt x="17" y="35"/>
                    <a:pt x="17" y="18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DDBC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5" name="Google Shape;1285;p17"/>
            <p:cNvSpPr/>
            <p:nvPr/>
          </p:nvSpPr>
          <p:spPr>
            <a:xfrm>
              <a:off x="5693650" y="1362675"/>
              <a:ext cx="58450" cy="32275"/>
            </a:xfrm>
            <a:custGeom>
              <a:avLst/>
              <a:gdLst/>
              <a:ahLst/>
              <a:cxnLst/>
              <a:rect l="l" t="t" r="r" b="b"/>
              <a:pathLst>
                <a:path w="2338" h="1291" extrusionOk="0">
                  <a:moveTo>
                    <a:pt x="19" y="1156"/>
                  </a:moveTo>
                  <a:cubicBezTo>
                    <a:pt x="13" y="1156"/>
                    <a:pt x="7" y="1157"/>
                    <a:pt x="1" y="1161"/>
                  </a:cubicBezTo>
                  <a:cubicBezTo>
                    <a:pt x="1" y="1161"/>
                    <a:pt x="1" y="1161"/>
                    <a:pt x="19" y="1156"/>
                  </a:cubicBezTo>
                  <a:close/>
                  <a:moveTo>
                    <a:pt x="2303" y="1"/>
                  </a:moveTo>
                  <a:cubicBezTo>
                    <a:pt x="2286" y="18"/>
                    <a:pt x="2269" y="52"/>
                    <a:pt x="2260" y="69"/>
                  </a:cubicBezTo>
                  <a:cubicBezTo>
                    <a:pt x="2252" y="112"/>
                    <a:pt x="2234" y="155"/>
                    <a:pt x="2217" y="198"/>
                  </a:cubicBezTo>
                  <a:cubicBezTo>
                    <a:pt x="2200" y="241"/>
                    <a:pt x="2200" y="293"/>
                    <a:pt x="2174" y="336"/>
                  </a:cubicBezTo>
                  <a:cubicBezTo>
                    <a:pt x="2166" y="353"/>
                    <a:pt x="2140" y="370"/>
                    <a:pt x="2123" y="396"/>
                  </a:cubicBezTo>
                  <a:cubicBezTo>
                    <a:pt x="2080" y="465"/>
                    <a:pt x="2011" y="508"/>
                    <a:pt x="1951" y="568"/>
                  </a:cubicBezTo>
                  <a:cubicBezTo>
                    <a:pt x="1882" y="636"/>
                    <a:pt x="1822" y="679"/>
                    <a:pt x="1736" y="722"/>
                  </a:cubicBezTo>
                  <a:cubicBezTo>
                    <a:pt x="1710" y="731"/>
                    <a:pt x="1693" y="740"/>
                    <a:pt x="1667" y="748"/>
                  </a:cubicBezTo>
                  <a:cubicBezTo>
                    <a:pt x="1633" y="774"/>
                    <a:pt x="1599" y="791"/>
                    <a:pt x="1556" y="808"/>
                  </a:cubicBezTo>
                  <a:cubicBezTo>
                    <a:pt x="1530" y="817"/>
                    <a:pt x="1495" y="825"/>
                    <a:pt x="1461" y="843"/>
                  </a:cubicBezTo>
                  <a:cubicBezTo>
                    <a:pt x="1444" y="843"/>
                    <a:pt x="1427" y="851"/>
                    <a:pt x="1410" y="860"/>
                  </a:cubicBezTo>
                  <a:lnTo>
                    <a:pt x="1367" y="860"/>
                  </a:lnTo>
                  <a:cubicBezTo>
                    <a:pt x="1358" y="860"/>
                    <a:pt x="1341" y="877"/>
                    <a:pt x="1324" y="877"/>
                  </a:cubicBezTo>
                  <a:cubicBezTo>
                    <a:pt x="1298" y="894"/>
                    <a:pt x="1289" y="911"/>
                    <a:pt x="1264" y="929"/>
                  </a:cubicBezTo>
                  <a:cubicBezTo>
                    <a:pt x="1246" y="946"/>
                    <a:pt x="1229" y="954"/>
                    <a:pt x="1212" y="971"/>
                  </a:cubicBezTo>
                  <a:cubicBezTo>
                    <a:pt x="1169" y="997"/>
                    <a:pt x="1117" y="1032"/>
                    <a:pt x="1075" y="1057"/>
                  </a:cubicBezTo>
                  <a:cubicBezTo>
                    <a:pt x="1062" y="1070"/>
                    <a:pt x="1049" y="1078"/>
                    <a:pt x="1030" y="1078"/>
                  </a:cubicBezTo>
                  <a:cubicBezTo>
                    <a:pt x="1023" y="1078"/>
                    <a:pt x="1015" y="1077"/>
                    <a:pt x="1006" y="1075"/>
                  </a:cubicBezTo>
                  <a:cubicBezTo>
                    <a:pt x="971" y="1066"/>
                    <a:pt x="928" y="1057"/>
                    <a:pt x="886" y="1049"/>
                  </a:cubicBezTo>
                  <a:cubicBezTo>
                    <a:pt x="825" y="1049"/>
                    <a:pt x="757" y="1066"/>
                    <a:pt x="696" y="1083"/>
                  </a:cubicBezTo>
                  <a:cubicBezTo>
                    <a:pt x="671" y="1092"/>
                    <a:pt x="654" y="1109"/>
                    <a:pt x="628" y="1126"/>
                  </a:cubicBezTo>
                  <a:cubicBezTo>
                    <a:pt x="606" y="1135"/>
                    <a:pt x="583" y="1137"/>
                    <a:pt x="558" y="1137"/>
                  </a:cubicBezTo>
                  <a:cubicBezTo>
                    <a:pt x="533" y="1137"/>
                    <a:pt x="507" y="1135"/>
                    <a:pt x="482" y="1135"/>
                  </a:cubicBezTo>
                  <a:cubicBezTo>
                    <a:pt x="370" y="1135"/>
                    <a:pt x="250" y="1135"/>
                    <a:pt x="138" y="1126"/>
                  </a:cubicBezTo>
                  <a:cubicBezTo>
                    <a:pt x="71" y="1143"/>
                    <a:pt x="37" y="1151"/>
                    <a:pt x="19" y="1156"/>
                  </a:cubicBezTo>
                  <a:lnTo>
                    <a:pt x="19" y="1156"/>
                  </a:lnTo>
                  <a:cubicBezTo>
                    <a:pt x="20" y="1156"/>
                    <a:pt x="21" y="1156"/>
                    <a:pt x="22" y="1156"/>
                  </a:cubicBezTo>
                  <a:cubicBezTo>
                    <a:pt x="51" y="1156"/>
                    <a:pt x="85" y="1179"/>
                    <a:pt x="112" y="1186"/>
                  </a:cubicBezTo>
                  <a:cubicBezTo>
                    <a:pt x="164" y="1203"/>
                    <a:pt x="215" y="1221"/>
                    <a:pt x="267" y="1229"/>
                  </a:cubicBezTo>
                  <a:cubicBezTo>
                    <a:pt x="318" y="1246"/>
                    <a:pt x="361" y="1255"/>
                    <a:pt x="422" y="1255"/>
                  </a:cubicBezTo>
                  <a:cubicBezTo>
                    <a:pt x="482" y="1255"/>
                    <a:pt x="533" y="1264"/>
                    <a:pt x="593" y="1281"/>
                  </a:cubicBezTo>
                  <a:cubicBezTo>
                    <a:pt x="620" y="1287"/>
                    <a:pt x="647" y="1290"/>
                    <a:pt x="675" y="1290"/>
                  </a:cubicBezTo>
                  <a:cubicBezTo>
                    <a:pt x="720" y="1290"/>
                    <a:pt x="766" y="1283"/>
                    <a:pt x="808" y="1272"/>
                  </a:cubicBezTo>
                  <a:cubicBezTo>
                    <a:pt x="843" y="1272"/>
                    <a:pt x="868" y="1264"/>
                    <a:pt x="903" y="1255"/>
                  </a:cubicBezTo>
                  <a:cubicBezTo>
                    <a:pt x="928" y="1246"/>
                    <a:pt x="954" y="1229"/>
                    <a:pt x="980" y="1221"/>
                  </a:cubicBezTo>
                  <a:cubicBezTo>
                    <a:pt x="1014" y="1212"/>
                    <a:pt x="1040" y="1212"/>
                    <a:pt x="1075" y="1195"/>
                  </a:cubicBezTo>
                  <a:cubicBezTo>
                    <a:pt x="1092" y="1195"/>
                    <a:pt x="1109" y="1186"/>
                    <a:pt x="1126" y="1178"/>
                  </a:cubicBezTo>
                  <a:cubicBezTo>
                    <a:pt x="1160" y="1169"/>
                    <a:pt x="1203" y="1161"/>
                    <a:pt x="1238" y="1152"/>
                  </a:cubicBezTo>
                  <a:cubicBezTo>
                    <a:pt x="1264" y="1152"/>
                    <a:pt x="1281" y="1135"/>
                    <a:pt x="1298" y="1135"/>
                  </a:cubicBezTo>
                  <a:cubicBezTo>
                    <a:pt x="1324" y="1126"/>
                    <a:pt x="1358" y="1126"/>
                    <a:pt x="1384" y="1118"/>
                  </a:cubicBezTo>
                  <a:cubicBezTo>
                    <a:pt x="1418" y="1109"/>
                    <a:pt x="1444" y="1092"/>
                    <a:pt x="1478" y="1083"/>
                  </a:cubicBezTo>
                  <a:cubicBezTo>
                    <a:pt x="1538" y="1066"/>
                    <a:pt x="1590" y="1049"/>
                    <a:pt x="1650" y="1014"/>
                  </a:cubicBezTo>
                  <a:cubicBezTo>
                    <a:pt x="1676" y="989"/>
                    <a:pt x="1710" y="963"/>
                    <a:pt x="1745" y="937"/>
                  </a:cubicBezTo>
                  <a:cubicBezTo>
                    <a:pt x="1753" y="920"/>
                    <a:pt x="1753" y="894"/>
                    <a:pt x="1770" y="877"/>
                  </a:cubicBezTo>
                  <a:cubicBezTo>
                    <a:pt x="1788" y="860"/>
                    <a:pt x="1813" y="851"/>
                    <a:pt x="1831" y="825"/>
                  </a:cubicBezTo>
                  <a:cubicBezTo>
                    <a:pt x="1874" y="782"/>
                    <a:pt x="1865" y="705"/>
                    <a:pt x="1899" y="654"/>
                  </a:cubicBezTo>
                  <a:cubicBezTo>
                    <a:pt x="1916" y="628"/>
                    <a:pt x="1934" y="619"/>
                    <a:pt x="1951" y="602"/>
                  </a:cubicBezTo>
                  <a:cubicBezTo>
                    <a:pt x="1977" y="585"/>
                    <a:pt x="1994" y="568"/>
                    <a:pt x="2020" y="542"/>
                  </a:cubicBezTo>
                  <a:cubicBezTo>
                    <a:pt x="2080" y="490"/>
                    <a:pt x="2148" y="439"/>
                    <a:pt x="2191" y="362"/>
                  </a:cubicBezTo>
                  <a:cubicBezTo>
                    <a:pt x="2234" y="293"/>
                    <a:pt x="2294" y="215"/>
                    <a:pt x="2320" y="130"/>
                  </a:cubicBezTo>
                  <a:cubicBezTo>
                    <a:pt x="2329" y="87"/>
                    <a:pt x="2337" y="35"/>
                    <a:pt x="2303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6" name="Google Shape;1286;p17"/>
            <p:cNvSpPr/>
            <p:nvPr/>
          </p:nvSpPr>
          <p:spPr>
            <a:xfrm>
              <a:off x="5714475" y="1287050"/>
              <a:ext cx="42775" cy="42350"/>
            </a:xfrm>
            <a:custGeom>
              <a:avLst/>
              <a:gdLst/>
              <a:ahLst/>
              <a:cxnLst/>
              <a:rect l="l" t="t" r="r" b="b"/>
              <a:pathLst>
                <a:path w="1711" h="1694" extrusionOk="0">
                  <a:moveTo>
                    <a:pt x="391" y="0"/>
                  </a:moveTo>
                  <a:cubicBezTo>
                    <a:pt x="350" y="0"/>
                    <a:pt x="309" y="3"/>
                    <a:pt x="267" y="19"/>
                  </a:cubicBezTo>
                  <a:cubicBezTo>
                    <a:pt x="231" y="34"/>
                    <a:pt x="192" y="37"/>
                    <a:pt x="152" y="37"/>
                  </a:cubicBezTo>
                  <a:cubicBezTo>
                    <a:pt x="125" y="37"/>
                    <a:pt x="97" y="36"/>
                    <a:pt x="70" y="36"/>
                  </a:cubicBezTo>
                  <a:cubicBezTo>
                    <a:pt x="53" y="36"/>
                    <a:pt x="44" y="44"/>
                    <a:pt x="35" y="44"/>
                  </a:cubicBezTo>
                  <a:lnTo>
                    <a:pt x="1" y="44"/>
                  </a:lnTo>
                  <a:cubicBezTo>
                    <a:pt x="44" y="44"/>
                    <a:pt x="87" y="44"/>
                    <a:pt x="130" y="53"/>
                  </a:cubicBezTo>
                  <a:cubicBezTo>
                    <a:pt x="164" y="53"/>
                    <a:pt x="216" y="62"/>
                    <a:pt x="250" y="70"/>
                  </a:cubicBezTo>
                  <a:cubicBezTo>
                    <a:pt x="267" y="79"/>
                    <a:pt x="284" y="87"/>
                    <a:pt x="310" y="96"/>
                  </a:cubicBezTo>
                  <a:cubicBezTo>
                    <a:pt x="336" y="113"/>
                    <a:pt x="370" y="113"/>
                    <a:pt x="405" y="122"/>
                  </a:cubicBezTo>
                  <a:cubicBezTo>
                    <a:pt x="448" y="139"/>
                    <a:pt x="482" y="191"/>
                    <a:pt x="525" y="216"/>
                  </a:cubicBezTo>
                  <a:cubicBezTo>
                    <a:pt x="559" y="233"/>
                    <a:pt x="594" y="251"/>
                    <a:pt x="628" y="276"/>
                  </a:cubicBezTo>
                  <a:cubicBezTo>
                    <a:pt x="645" y="285"/>
                    <a:pt x="662" y="294"/>
                    <a:pt x="688" y="302"/>
                  </a:cubicBezTo>
                  <a:cubicBezTo>
                    <a:pt x="705" y="311"/>
                    <a:pt x="731" y="311"/>
                    <a:pt x="748" y="328"/>
                  </a:cubicBezTo>
                  <a:cubicBezTo>
                    <a:pt x="766" y="337"/>
                    <a:pt x="783" y="354"/>
                    <a:pt x="800" y="371"/>
                  </a:cubicBezTo>
                  <a:cubicBezTo>
                    <a:pt x="826" y="397"/>
                    <a:pt x="843" y="422"/>
                    <a:pt x="869" y="440"/>
                  </a:cubicBezTo>
                  <a:cubicBezTo>
                    <a:pt x="903" y="465"/>
                    <a:pt x="929" y="491"/>
                    <a:pt x="972" y="517"/>
                  </a:cubicBezTo>
                  <a:cubicBezTo>
                    <a:pt x="1006" y="534"/>
                    <a:pt x="1049" y="551"/>
                    <a:pt x="1075" y="577"/>
                  </a:cubicBezTo>
                  <a:cubicBezTo>
                    <a:pt x="1118" y="603"/>
                    <a:pt x="1144" y="646"/>
                    <a:pt x="1178" y="680"/>
                  </a:cubicBezTo>
                  <a:cubicBezTo>
                    <a:pt x="1212" y="715"/>
                    <a:pt x="1247" y="740"/>
                    <a:pt x="1272" y="775"/>
                  </a:cubicBezTo>
                  <a:cubicBezTo>
                    <a:pt x="1315" y="826"/>
                    <a:pt x="1341" y="869"/>
                    <a:pt x="1376" y="912"/>
                  </a:cubicBezTo>
                  <a:cubicBezTo>
                    <a:pt x="1410" y="955"/>
                    <a:pt x="1427" y="1015"/>
                    <a:pt x="1436" y="1067"/>
                  </a:cubicBezTo>
                  <a:cubicBezTo>
                    <a:pt x="1453" y="1118"/>
                    <a:pt x="1461" y="1170"/>
                    <a:pt x="1479" y="1221"/>
                  </a:cubicBezTo>
                  <a:lnTo>
                    <a:pt x="1479" y="1230"/>
                  </a:lnTo>
                  <a:cubicBezTo>
                    <a:pt x="1513" y="1316"/>
                    <a:pt x="1565" y="1333"/>
                    <a:pt x="1590" y="1419"/>
                  </a:cubicBezTo>
                  <a:cubicBezTo>
                    <a:pt x="1608" y="1462"/>
                    <a:pt x="1599" y="1574"/>
                    <a:pt x="1616" y="1617"/>
                  </a:cubicBezTo>
                  <a:cubicBezTo>
                    <a:pt x="1628" y="1635"/>
                    <a:pt x="1636" y="1653"/>
                    <a:pt x="1640" y="1670"/>
                  </a:cubicBezTo>
                  <a:lnTo>
                    <a:pt x="1640" y="1670"/>
                  </a:lnTo>
                  <a:cubicBezTo>
                    <a:pt x="1645" y="1661"/>
                    <a:pt x="1654" y="1652"/>
                    <a:pt x="1659" y="1642"/>
                  </a:cubicBezTo>
                  <a:cubicBezTo>
                    <a:pt x="1668" y="1617"/>
                    <a:pt x="1668" y="1591"/>
                    <a:pt x="1676" y="1565"/>
                  </a:cubicBezTo>
                  <a:cubicBezTo>
                    <a:pt x="1693" y="1531"/>
                    <a:pt x="1685" y="1505"/>
                    <a:pt x="1693" y="1471"/>
                  </a:cubicBezTo>
                  <a:cubicBezTo>
                    <a:pt x="1702" y="1445"/>
                    <a:pt x="1702" y="1410"/>
                    <a:pt x="1702" y="1376"/>
                  </a:cubicBezTo>
                  <a:cubicBezTo>
                    <a:pt x="1702" y="1350"/>
                    <a:pt x="1711" y="1333"/>
                    <a:pt x="1711" y="1307"/>
                  </a:cubicBezTo>
                  <a:cubicBezTo>
                    <a:pt x="1711" y="1282"/>
                    <a:pt x="1702" y="1256"/>
                    <a:pt x="1693" y="1230"/>
                  </a:cubicBezTo>
                  <a:cubicBezTo>
                    <a:pt x="1685" y="1161"/>
                    <a:pt x="1668" y="1101"/>
                    <a:pt x="1659" y="1041"/>
                  </a:cubicBezTo>
                  <a:cubicBezTo>
                    <a:pt x="1651" y="981"/>
                    <a:pt x="1659" y="921"/>
                    <a:pt x="1625" y="878"/>
                  </a:cubicBezTo>
                  <a:cubicBezTo>
                    <a:pt x="1599" y="843"/>
                    <a:pt x="1565" y="818"/>
                    <a:pt x="1539" y="792"/>
                  </a:cubicBezTo>
                  <a:cubicBezTo>
                    <a:pt x="1513" y="758"/>
                    <a:pt x="1513" y="723"/>
                    <a:pt x="1504" y="689"/>
                  </a:cubicBezTo>
                  <a:cubicBezTo>
                    <a:pt x="1487" y="663"/>
                    <a:pt x="1479" y="637"/>
                    <a:pt x="1461" y="620"/>
                  </a:cubicBezTo>
                  <a:cubicBezTo>
                    <a:pt x="1436" y="594"/>
                    <a:pt x="1419" y="569"/>
                    <a:pt x="1393" y="534"/>
                  </a:cubicBezTo>
                  <a:cubicBezTo>
                    <a:pt x="1350" y="491"/>
                    <a:pt x="1290" y="465"/>
                    <a:pt x="1255" y="405"/>
                  </a:cubicBezTo>
                  <a:lnTo>
                    <a:pt x="1238" y="380"/>
                  </a:lnTo>
                  <a:cubicBezTo>
                    <a:pt x="1230" y="362"/>
                    <a:pt x="1212" y="354"/>
                    <a:pt x="1195" y="337"/>
                  </a:cubicBezTo>
                  <a:cubicBezTo>
                    <a:pt x="1169" y="311"/>
                    <a:pt x="1144" y="285"/>
                    <a:pt x="1109" y="276"/>
                  </a:cubicBezTo>
                  <a:cubicBezTo>
                    <a:pt x="1083" y="268"/>
                    <a:pt x="1066" y="259"/>
                    <a:pt x="1041" y="251"/>
                  </a:cubicBezTo>
                  <a:cubicBezTo>
                    <a:pt x="1006" y="225"/>
                    <a:pt x="955" y="216"/>
                    <a:pt x="912" y="199"/>
                  </a:cubicBezTo>
                  <a:cubicBezTo>
                    <a:pt x="894" y="199"/>
                    <a:pt x="877" y="191"/>
                    <a:pt x="860" y="182"/>
                  </a:cubicBezTo>
                  <a:cubicBezTo>
                    <a:pt x="834" y="182"/>
                    <a:pt x="809" y="182"/>
                    <a:pt x="791" y="173"/>
                  </a:cubicBezTo>
                  <a:cubicBezTo>
                    <a:pt x="748" y="156"/>
                    <a:pt x="731" y="122"/>
                    <a:pt x="705" y="96"/>
                  </a:cubicBezTo>
                  <a:cubicBezTo>
                    <a:pt x="662" y="62"/>
                    <a:pt x="628" y="27"/>
                    <a:pt x="577" y="10"/>
                  </a:cubicBezTo>
                  <a:cubicBezTo>
                    <a:pt x="542" y="1"/>
                    <a:pt x="508" y="1"/>
                    <a:pt x="473" y="1"/>
                  </a:cubicBezTo>
                  <a:cubicBezTo>
                    <a:pt x="446" y="1"/>
                    <a:pt x="419" y="0"/>
                    <a:pt x="391" y="0"/>
                  </a:cubicBezTo>
                  <a:close/>
                  <a:moveTo>
                    <a:pt x="1640" y="1670"/>
                  </a:moveTo>
                  <a:cubicBezTo>
                    <a:pt x="1635" y="1678"/>
                    <a:pt x="1634" y="1686"/>
                    <a:pt x="1642" y="1694"/>
                  </a:cubicBezTo>
                  <a:cubicBezTo>
                    <a:pt x="1642" y="1686"/>
                    <a:pt x="1641" y="1678"/>
                    <a:pt x="1640" y="167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7" name="Google Shape;1287;p17"/>
            <p:cNvSpPr/>
            <p:nvPr/>
          </p:nvSpPr>
          <p:spPr>
            <a:xfrm>
              <a:off x="5752300" y="1334125"/>
              <a:ext cx="7525" cy="26000"/>
            </a:xfrm>
            <a:custGeom>
              <a:avLst/>
              <a:gdLst/>
              <a:ahLst/>
              <a:cxnLst/>
              <a:rect l="l" t="t" r="r" b="b"/>
              <a:pathLst>
                <a:path w="301" h="1040" extrusionOk="0">
                  <a:moveTo>
                    <a:pt x="103" y="0"/>
                  </a:moveTo>
                  <a:cubicBezTo>
                    <a:pt x="77" y="0"/>
                    <a:pt x="103" y="60"/>
                    <a:pt x="103" y="69"/>
                  </a:cubicBezTo>
                  <a:cubicBezTo>
                    <a:pt x="112" y="95"/>
                    <a:pt x="112" y="112"/>
                    <a:pt x="112" y="137"/>
                  </a:cubicBezTo>
                  <a:cubicBezTo>
                    <a:pt x="112" y="152"/>
                    <a:pt x="100" y="166"/>
                    <a:pt x="101" y="166"/>
                  </a:cubicBezTo>
                  <a:cubicBezTo>
                    <a:pt x="101" y="166"/>
                    <a:pt x="102" y="165"/>
                    <a:pt x="103" y="163"/>
                  </a:cubicBezTo>
                  <a:lnTo>
                    <a:pt x="103" y="180"/>
                  </a:lnTo>
                  <a:cubicBezTo>
                    <a:pt x="112" y="198"/>
                    <a:pt x="112" y="206"/>
                    <a:pt x="112" y="223"/>
                  </a:cubicBezTo>
                  <a:cubicBezTo>
                    <a:pt x="112" y="275"/>
                    <a:pt x="129" y="318"/>
                    <a:pt x="138" y="369"/>
                  </a:cubicBezTo>
                  <a:cubicBezTo>
                    <a:pt x="138" y="404"/>
                    <a:pt x="146" y="438"/>
                    <a:pt x="120" y="473"/>
                  </a:cubicBezTo>
                  <a:lnTo>
                    <a:pt x="103" y="498"/>
                  </a:lnTo>
                  <a:lnTo>
                    <a:pt x="95" y="533"/>
                  </a:lnTo>
                  <a:lnTo>
                    <a:pt x="86" y="558"/>
                  </a:lnTo>
                  <a:cubicBezTo>
                    <a:pt x="86" y="576"/>
                    <a:pt x="86" y="593"/>
                    <a:pt x="86" y="610"/>
                  </a:cubicBezTo>
                  <a:cubicBezTo>
                    <a:pt x="86" y="636"/>
                    <a:pt x="95" y="653"/>
                    <a:pt x="95" y="679"/>
                  </a:cubicBezTo>
                  <a:cubicBezTo>
                    <a:pt x="103" y="696"/>
                    <a:pt x="103" y="713"/>
                    <a:pt x="103" y="739"/>
                  </a:cubicBezTo>
                  <a:cubicBezTo>
                    <a:pt x="103" y="756"/>
                    <a:pt x="103" y="782"/>
                    <a:pt x="95" y="799"/>
                  </a:cubicBezTo>
                  <a:cubicBezTo>
                    <a:pt x="95" y="825"/>
                    <a:pt x="86" y="851"/>
                    <a:pt x="86" y="876"/>
                  </a:cubicBezTo>
                  <a:cubicBezTo>
                    <a:pt x="86" y="902"/>
                    <a:pt x="77" y="936"/>
                    <a:pt x="69" y="962"/>
                  </a:cubicBezTo>
                  <a:cubicBezTo>
                    <a:pt x="66" y="968"/>
                    <a:pt x="63" y="974"/>
                    <a:pt x="60" y="979"/>
                  </a:cubicBezTo>
                  <a:lnTo>
                    <a:pt x="60" y="979"/>
                  </a:lnTo>
                  <a:cubicBezTo>
                    <a:pt x="63" y="977"/>
                    <a:pt x="66" y="974"/>
                    <a:pt x="69" y="971"/>
                  </a:cubicBezTo>
                  <a:cubicBezTo>
                    <a:pt x="86" y="962"/>
                    <a:pt x="103" y="945"/>
                    <a:pt x="120" y="928"/>
                  </a:cubicBezTo>
                  <a:cubicBezTo>
                    <a:pt x="138" y="919"/>
                    <a:pt x="146" y="894"/>
                    <a:pt x="155" y="876"/>
                  </a:cubicBezTo>
                  <a:cubicBezTo>
                    <a:pt x="163" y="859"/>
                    <a:pt x="163" y="842"/>
                    <a:pt x="172" y="825"/>
                  </a:cubicBezTo>
                  <a:cubicBezTo>
                    <a:pt x="180" y="808"/>
                    <a:pt x="189" y="782"/>
                    <a:pt x="189" y="765"/>
                  </a:cubicBezTo>
                  <a:cubicBezTo>
                    <a:pt x="206" y="747"/>
                    <a:pt x="215" y="722"/>
                    <a:pt x="232" y="705"/>
                  </a:cubicBezTo>
                  <a:cubicBezTo>
                    <a:pt x="266" y="670"/>
                    <a:pt x="301" y="653"/>
                    <a:pt x="292" y="601"/>
                  </a:cubicBezTo>
                  <a:cubicBezTo>
                    <a:pt x="292" y="558"/>
                    <a:pt x="275" y="515"/>
                    <a:pt x="266" y="473"/>
                  </a:cubicBezTo>
                  <a:cubicBezTo>
                    <a:pt x="266" y="455"/>
                    <a:pt x="258" y="438"/>
                    <a:pt x="258" y="430"/>
                  </a:cubicBezTo>
                  <a:cubicBezTo>
                    <a:pt x="249" y="412"/>
                    <a:pt x="249" y="395"/>
                    <a:pt x="249" y="378"/>
                  </a:cubicBezTo>
                  <a:cubicBezTo>
                    <a:pt x="249" y="344"/>
                    <a:pt x="241" y="309"/>
                    <a:pt x="232" y="275"/>
                  </a:cubicBezTo>
                  <a:cubicBezTo>
                    <a:pt x="223" y="241"/>
                    <a:pt x="223" y="223"/>
                    <a:pt x="223" y="189"/>
                  </a:cubicBezTo>
                  <a:cubicBezTo>
                    <a:pt x="223" y="155"/>
                    <a:pt x="215" y="112"/>
                    <a:pt x="206" y="86"/>
                  </a:cubicBezTo>
                  <a:cubicBezTo>
                    <a:pt x="198" y="69"/>
                    <a:pt x="189" y="52"/>
                    <a:pt x="180" y="43"/>
                  </a:cubicBezTo>
                  <a:lnTo>
                    <a:pt x="163" y="17"/>
                  </a:lnTo>
                  <a:lnTo>
                    <a:pt x="138" y="17"/>
                  </a:lnTo>
                  <a:lnTo>
                    <a:pt x="120" y="9"/>
                  </a:lnTo>
                  <a:lnTo>
                    <a:pt x="103" y="0"/>
                  </a:lnTo>
                  <a:close/>
                  <a:moveTo>
                    <a:pt x="60" y="979"/>
                  </a:moveTo>
                  <a:lnTo>
                    <a:pt x="60" y="979"/>
                  </a:lnTo>
                  <a:cubicBezTo>
                    <a:pt x="46" y="993"/>
                    <a:pt x="32" y="1007"/>
                    <a:pt x="17" y="1014"/>
                  </a:cubicBezTo>
                  <a:lnTo>
                    <a:pt x="0" y="1040"/>
                  </a:lnTo>
                  <a:cubicBezTo>
                    <a:pt x="17" y="1031"/>
                    <a:pt x="34" y="1022"/>
                    <a:pt x="43" y="1014"/>
                  </a:cubicBezTo>
                  <a:cubicBezTo>
                    <a:pt x="49" y="1002"/>
                    <a:pt x="54" y="991"/>
                    <a:pt x="60" y="979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8" name="Google Shape;1288;p17"/>
            <p:cNvSpPr/>
            <p:nvPr/>
          </p:nvSpPr>
          <p:spPr>
            <a:xfrm>
              <a:off x="5697950" y="1327025"/>
              <a:ext cx="29875" cy="34925"/>
            </a:xfrm>
            <a:custGeom>
              <a:avLst/>
              <a:gdLst/>
              <a:ahLst/>
              <a:cxnLst/>
              <a:rect l="l" t="t" r="r" b="b"/>
              <a:pathLst>
                <a:path w="1195" h="1397" extrusionOk="0">
                  <a:moveTo>
                    <a:pt x="799" y="396"/>
                  </a:moveTo>
                  <a:lnTo>
                    <a:pt x="805" y="401"/>
                  </a:lnTo>
                  <a:lnTo>
                    <a:pt x="805" y="401"/>
                  </a:lnTo>
                  <a:cubicBezTo>
                    <a:pt x="804" y="398"/>
                    <a:pt x="802" y="396"/>
                    <a:pt x="799" y="396"/>
                  </a:cubicBezTo>
                  <a:close/>
                  <a:moveTo>
                    <a:pt x="1031" y="0"/>
                  </a:moveTo>
                  <a:cubicBezTo>
                    <a:pt x="1049" y="35"/>
                    <a:pt x="1049" y="78"/>
                    <a:pt x="1057" y="121"/>
                  </a:cubicBezTo>
                  <a:cubicBezTo>
                    <a:pt x="1066" y="172"/>
                    <a:pt x="1074" y="207"/>
                    <a:pt x="1066" y="258"/>
                  </a:cubicBezTo>
                  <a:cubicBezTo>
                    <a:pt x="1057" y="327"/>
                    <a:pt x="1031" y="404"/>
                    <a:pt x="1006" y="473"/>
                  </a:cubicBezTo>
                  <a:lnTo>
                    <a:pt x="980" y="430"/>
                  </a:lnTo>
                  <a:cubicBezTo>
                    <a:pt x="963" y="413"/>
                    <a:pt x="954" y="396"/>
                    <a:pt x="937" y="379"/>
                  </a:cubicBezTo>
                  <a:cubicBezTo>
                    <a:pt x="920" y="387"/>
                    <a:pt x="937" y="413"/>
                    <a:pt x="920" y="421"/>
                  </a:cubicBezTo>
                  <a:cubicBezTo>
                    <a:pt x="903" y="387"/>
                    <a:pt x="903" y="344"/>
                    <a:pt x="894" y="310"/>
                  </a:cubicBezTo>
                  <a:cubicBezTo>
                    <a:pt x="885" y="275"/>
                    <a:pt x="868" y="250"/>
                    <a:pt x="860" y="215"/>
                  </a:cubicBezTo>
                  <a:cubicBezTo>
                    <a:pt x="851" y="198"/>
                    <a:pt x="842" y="181"/>
                    <a:pt x="834" y="164"/>
                  </a:cubicBezTo>
                  <a:cubicBezTo>
                    <a:pt x="825" y="147"/>
                    <a:pt x="817" y="112"/>
                    <a:pt x="799" y="112"/>
                  </a:cubicBezTo>
                  <a:cubicBezTo>
                    <a:pt x="799" y="112"/>
                    <a:pt x="799" y="112"/>
                    <a:pt x="774" y="138"/>
                  </a:cubicBezTo>
                  <a:cubicBezTo>
                    <a:pt x="808" y="164"/>
                    <a:pt x="799" y="232"/>
                    <a:pt x="808" y="267"/>
                  </a:cubicBezTo>
                  <a:cubicBezTo>
                    <a:pt x="808" y="310"/>
                    <a:pt x="808" y="361"/>
                    <a:pt x="808" y="404"/>
                  </a:cubicBezTo>
                  <a:lnTo>
                    <a:pt x="805" y="401"/>
                  </a:lnTo>
                  <a:lnTo>
                    <a:pt x="805" y="401"/>
                  </a:lnTo>
                  <a:cubicBezTo>
                    <a:pt x="808" y="410"/>
                    <a:pt x="808" y="426"/>
                    <a:pt x="808" y="439"/>
                  </a:cubicBezTo>
                  <a:cubicBezTo>
                    <a:pt x="817" y="464"/>
                    <a:pt x="825" y="490"/>
                    <a:pt x="825" y="516"/>
                  </a:cubicBezTo>
                  <a:cubicBezTo>
                    <a:pt x="834" y="559"/>
                    <a:pt x="817" y="585"/>
                    <a:pt x="799" y="619"/>
                  </a:cubicBezTo>
                  <a:cubicBezTo>
                    <a:pt x="782" y="602"/>
                    <a:pt x="782" y="576"/>
                    <a:pt x="765" y="542"/>
                  </a:cubicBezTo>
                  <a:cubicBezTo>
                    <a:pt x="765" y="533"/>
                    <a:pt x="731" y="473"/>
                    <a:pt x="722" y="464"/>
                  </a:cubicBezTo>
                  <a:lnTo>
                    <a:pt x="705" y="516"/>
                  </a:lnTo>
                  <a:cubicBezTo>
                    <a:pt x="696" y="533"/>
                    <a:pt x="688" y="550"/>
                    <a:pt x="671" y="568"/>
                  </a:cubicBezTo>
                  <a:cubicBezTo>
                    <a:pt x="662" y="585"/>
                    <a:pt x="662" y="602"/>
                    <a:pt x="645" y="619"/>
                  </a:cubicBezTo>
                  <a:cubicBezTo>
                    <a:pt x="619" y="662"/>
                    <a:pt x="567" y="714"/>
                    <a:pt x="567" y="765"/>
                  </a:cubicBezTo>
                  <a:lnTo>
                    <a:pt x="576" y="739"/>
                  </a:lnTo>
                  <a:lnTo>
                    <a:pt x="585" y="774"/>
                  </a:lnTo>
                  <a:cubicBezTo>
                    <a:pt x="593" y="808"/>
                    <a:pt x="576" y="842"/>
                    <a:pt x="559" y="877"/>
                  </a:cubicBezTo>
                  <a:cubicBezTo>
                    <a:pt x="533" y="911"/>
                    <a:pt x="499" y="937"/>
                    <a:pt x="464" y="954"/>
                  </a:cubicBezTo>
                  <a:cubicBezTo>
                    <a:pt x="447" y="963"/>
                    <a:pt x="439" y="971"/>
                    <a:pt x="421" y="980"/>
                  </a:cubicBezTo>
                  <a:lnTo>
                    <a:pt x="413" y="989"/>
                  </a:lnTo>
                  <a:cubicBezTo>
                    <a:pt x="407" y="993"/>
                    <a:pt x="401" y="994"/>
                    <a:pt x="395" y="994"/>
                  </a:cubicBezTo>
                  <a:cubicBezTo>
                    <a:pt x="376" y="994"/>
                    <a:pt x="357" y="976"/>
                    <a:pt x="344" y="963"/>
                  </a:cubicBezTo>
                  <a:cubicBezTo>
                    <a:pt x="310" y="928"/>
                    <a:pt x="284" y="894"/>
                    <a:pt x="241" y="885"/>
                  </a:cubicBezTo>
                  <a:lnTo>
                    <a:pt x="224" y="920"/>
                  </a:lnTo>
                  <a:cubicBezTo>
                    <a:pt x="220" y="921"/>
                    <a:pt x="216" y="922"/>
                    <a:pt x="212" y="922"/>
                  </a:cubicBezTo>
                  <a:cubicBezTo>
                    <a:pt x="194" y="922"/>
                    <a:pt x="171" y="911"/>
                    <a:pt x="164" y="911"/>
                  </a:cubicBezTo>
                  <a:cubicBezTo>
                    <a:pt x="138" y="903"/>
                    <a:pt x="121" y="894"/>
                    <a:pt x="104" y="885"/>
                  </a:cubicBezTo>
                  <a:cubicBezTo>
                    <a:pt x="95" y="911"/>
                    <a:pt x="86" y="928"/>
                    <a:pt x="86" y="963"/>
                  </a:cubicBezTo>
                  <a:cubicBezTo>
                    <a:pt x="78" y="1006"/>
                    <a:pt x="69" y="1040"/>
                    <a:pt x="52" y="1074"/>
                  </a:cubicBezTo>
                  <a:cubicBezTo>
                    <a:pt x="43" y="1092"/>
                    <a:pt x="43" y="1109"/>
                    <a:pt x="43" y="1117"/>
                  </a:cubicBezTo>
                  <a:lnTo>
                    <a:pt x="18" y="1152"/>
                  </a:lnTo>
                  <a:cubicBezTo>
                    <a:pt x="0" y="1178"/>
                    <a:pt x="18" y="1195"/>
                    <a:pt x="35" y="1220"/>
                  </a:cubicBezTo>
                  <a:cubicBezTo>
                    <a:pt x="52" y="1272"/>
                    <a:pt x="78" y="1306"/>
                    <a:pt x="121" y="1332"/>
                  </a:cubicBezTo>
                  <a:cubicBezTo>
                    <a:pt x="172" y="1367"/>
                    <a:pt x="207" y="1392"/>
                    <a:pt x="267" y="1392"/>
                  </a:cubicBezTo>
                  <a:cubicBezTo>
                    <a:pt x="295" y="1392"/>
                    <a:pt x="324" y="1388"/>
                    <a:pt x="355" y="1388"/>
                  </a:cubicBezTo>
                  <a:cubicBezTo>
                    <a:pt x="371" y="1388"/>
                    <a:pt x="387" y="1389"/>
                    <a:pt x="404" y="1392"/>
                  </a:cubicBezTo>
                  <a:cubicBezTo>
                    <a:pt x="421" y="1392"/>
                    <a:pt x="435" y="1396"/>
                    <a:pt x="449" y="1396"/>
                  </a:cubicBezTo>
                  <a:cubicBezTo>
                    <a:pt x="457" y="1396"/>
                    <a:pt x="464" y="1395"/>
                    <a:pt x="473" y="1392"/>
                  </a:cubicBezTo>
                  <a:cubicBezTo>
                    <a:pt x="482" y="1384"/>
                    <a:pt x="499" y="1375"/>
                    <a:pt x="507" y="1367"/>
                  </a:cubicBezTo>
                  <a:cubicBezTo>
                    <a:pt x="533" y="1358"/>
                    <a:pt x="567" y="1349"/>
                    <a:pt x="593" y="1332"/>
                  </a:cubicBezTo>
                  <a:cubicBezTo>
                    <a:pt x="628" y="1315"/>
                    <a:pt x="645" y="1306"/>
                    <a:pt x="688" y="1306"/>
                  </a:cubicBezTo>
                  <a:cubicBezTo>
                    <a:pt x="705" y="1306"/>
                    <a:pt x="722" y="1306"/>
                    <a:pt x="739" y="1298"/>
                  </a:cubicBezTo>
                  <a:cubicBezTo>
                    <a:pt x="774" y="1281"/>
                    <a:pt x="799" y="1263"/>
                    <a:pt x="834" y="1238"/>
                  </a:cubicBezTo>
                  <a:cubicBezTo>
                    <a:pt x="851" y="1220"/>
                    <a:pt x="877" y="1212"/>
                    <a:pt x="894" y="1195"/>
                  </a:cubicBezTo>
                  <a:cubicBezTo>
                    <a:pt x="920" y="1178"/>
                    <a:pt x="928" y="1152"/>
                    <a:pt x="945" y="1117"/>
                  </a:cubicBezTo>
                  <a:cubicBezTo>
                    <a:pt x="954" y="1100"/>
                    <a:pt x="988" y="1066"/>
                    <a:pt x="1006" y="1057"/>
                  </a:cubicBezTo>
                  <a:cubicBezTo>
                    <a:pt x="1031" y="1040"/>
                    <a:pt x="1057" y="1040"/>
                    <a:pt x="1074" y="1014"/>
                  </a:cubicBezTo>
                  <a:cubicBezTo>
                    <a:pt x="1100" y="989"/>
                    <a:pt x="1100" y="963"/>
                    <a:pt x="1117" y="928"/>
                  </a:cubicBezTo>
                  <a:cubicBezTo>
                    <a:pt x="1143" y="868"/>
                    <a:pt x="1143" y="791"/>
                    <a:pt x="1143" y="722"/>
                  </a:cubicBezTo>
                  <a:cubicBezTo>
                    <a:pt x="1143" y="662"/>
                    <a:pt x="1152" y="602"/>
                    <a:pt x="1160" y="542"/>
                  </a:cubicBezTo>
                  <a:cubicBezTo>
                    <a:pt x="1177" y="490"/>
                    <a:pt x="1186" y="439"/>
                    <a:pt x="1195" y="387"/>
                  </a:cubicBezTo>
                  <a:cubicBezTo>
                    <a:pt x="1195" y="370"/>
                    <a:pt x="1186" y="344"/>
                    <a:pt x="1186" y="318"/>
                  </a:cubicBezTo>
                  <a:cubicBezTo>
                    <a:pt x="1177" y="301"/>
                    <a:pt x="1177" y="284"/>
                    <a:pt x="1177" y="267"/>
                  </a:cubicBezTo>
                  <a:cubicBezTo>
                    <a:pt x="1169" y="232"/>
                    <a:pt x="1160" y="198"/>
                    <a:pt x="1143" y="164"/>
                  </a:cubicBezTo>
                  <a:cubicBezTo>
                    <a:pt x="1126" y="95"/>
                    <a:pt x="1066" y="52"/>
                    <a:pt x="1031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9" name="Google Shape;1289;p17"/>
            <p:cNvSpPr/>
            <p:nvPr/>
          </p:nvSpPr>
          <p:spPr>
            <a:xfrm>
              <a:off x="5689775" y="1307950"/>
              <a:ext cx="27525" cy="21450"/>
            </a:xfrm>
            <a:custGeom>
              <a:avLst/>
              <a:gdLst/>
              <a:ahLst/>
              <a:cxnLst/>
              <a:rect l="l" t="t" r="r" b="b"/>
              <a:pathLst>
                <a:path w="1101" h="858" extrusionOk="0">
                  <a:moveTo>
                    <a:pt x="620" y="0"/>
                  </a:moveTo>
                  <a:cubicBezTo>
                    <a:pt x="611" y="0"/>
                    <a:pt x="602" y="2"/>
                    <a:pt x="594" y="7"/>
                  </a:cubicBezTo>
                  <a:cubicBezTo>
                    <a:pt x="577" y="16"/>
                    <a:pt x="559" y="33"/>
                    <a:pt x="551" y="42"/>
                  </a:cubicBezTo>
                  <a:cubicBezTo>
                    <a:pt x="534" y="59"/>
                    <a:pt x="534" y="59"/>
                    <a:pt x="516" y="68"/>
                  </a:cubicBezTo>
                  <a:lnTo>
                    <a:pt x="448" y="68"/>
                  </a:lnTo>
                  <a:cubicBezTo>
                    <a:pt x="431" y="76"/>
                    <a:pt x="413" y="102"/>
                    <a:pt x="396" y="102"/>
                  </a:cubicBezTo>
                  <a:lnTo>
                    <a:pt x="362" y="119"/>
                  </a:lnTo>
                  <a:lnTo>
                    <a:pt x="327" y="136"/>
                  </a:lnTo>
                  <a:cubicBezTo>
                    <a:pt x="310" y="145"/>
                    <a:pt x="310" y="162"/>
                    <a:pt x="293" y="179"/>
                  </a:cubicBezTo>
                  <a:cubicBezTo>
                    <a:pt x="276" y="205"/>
                    <a:pt x="242" y="214"/>
                    <a:pt x="224" y="222"/>
                  </a:cubicBezTo>
                  <a:cubicBezTo>
                    <a:pt x="199" y="231"/>
                    <a:pt x="181" y="239"/>
                    <a:pt x="173" y="257"/>
                  </a:cubicBezTo>
                  <a:cubicBezTo>
                    <a:pt x="138" y="291"/>
                    <a:pt x="113" y="343"/>
                    <a:pt x="95" y="394"/>
                  </a:cubicBezTo>
                  <a:cubicBezTo>
                    <a:pt x="95" y="420"/>
                    <a:pt x="87" y="446"/>
                    <a:pt x="78" y="471"/>
                  </a:cubicBezTo>
                  <a:cubicBezTo>
                    <a:pt x="70" y="489"/>
                    <a:pt x="61" y="506"/>
                    <a:pt x="52" y="523"/>
                  </a:cubicBezTo>
                  <a:cubicBezTo>
                    <a:pt x="52" y="540"/>
                    <a:pt x="52" y="557"/>
                    <a:pt x="52" y="566"/>
                  </a:cubicBezTo>
                  <a:cubicBezTo>
                    <a:pt x="48" y="538"/>
                    <a:pt x="43" y="530"/>
                    <a:pt x="40" y="530"/>
                  </a:cubicBezTo>
                  <a:cubicBezTo>
                    <a:pt x="37" y="530"/>
                    <a:pt x="35" y="536"/>
                    <a:pt x="35" y="540"/>
                  </a:cubicBezTo>
                  <a:lnTo>
                    <a:pt x="27" y="574"/>
                  </a:lnTo>
                  <a:cubicBezTo>
                    <a:pt x="27" y="600"/>
                    <a:pt x="10" y="609"/>
                    <a:pt x="1" y="635"/>
                  </a:cubicBezTo>
                  <a:lnTo>
                    <a:pt x="1" y="652"/>
                  </a:lnTo>
                  <a:cubicBezTo>
                    <a:pt x="1" y="669"/>
                    <a:pt x="1" y="695"/>
                    <a:pt x="1" y="721"/>
                  </a:cubicBezTo>
                  <a:cubicBezTo>
                    <a:pt x="1" y="738"/>
                    <a:pt x="1" y="755"/>
                    <a:pt x="1" y="781"/>
                  </a:cubicBezTo>
                  <a:cubicBezTo>
                    <a:pt x="10" y="806"/>
                    <a:pt x="18" y="832"/>
                    <a:pt x="18" y="858"/>
                  </a:cubicBezTo>
                  <a:lnTo>
                    <a:pt x="35" y="824"/>
                  </a:lnTo>
                  <a:cubicBezTo>
                    <a:pt x="52" y="806"/>
                    <a:pt x="52" y="789"/>
                    <a:pt x="52" y="772"/>
                  </a:cubicBezTo>
                  <a:cubicBezTo>
                    <a:pt x="61" y="738"/>
                    <a:pt x="61" y="712"/>
                    <a:pt x="70" y="686"/>
                  </a:cubicBezTo>
                  <a:cubicBezTo>
                    <a:pt x="87" y="660"/>
                    <a:pt x="95" y="643"/>
                    <a:pt x="113" y="635"/>
                  </a:cubicBezTo>
                  <a:cubicBezTo>
                    <a:pt x="130" y="626"/>
                    <a:pt x="138" y="609"/>
                    <a:pt x="147" y="592"/>
                  </a:cubicBezTo>
                  <a:cubicBezTo>
                    <a:pt x="173" y="549"/>
                    <a:pt x="199" y="506"/>
                    <a:pt x="233" y="463"/>
                  </a:cubicBezTo>
                  <a:cubicBezTo>
                    <a:pt x="267" y="420"/>
                    <a:pt x="302" y="394"/>
                    <a:pt x="327" y="351"/>
                  </a:cubicBezTo>
                  <a:cubicBezTo>
                    <a:pt x="362" y="282"/>
                    <a:pt x="422" y="248"/>
                    <a:pt x="482" y="248"/>
                  </a:cubicBezTo>
                  <a:cubicBezTo>
                    <a:pt x="516" y="248"/>
                    <a:pt x="551" y="257"/>
                    <a:pt x="577" y="257"/>
                  </a:cubicBezTo>
                  <a:cubicBezTo>
                    <a:pt x="602" y="248"/>
                    <a:pt x="620" y="239"/>
                    <a:pt x="628" y="222"/>
                  </a:cubicBezTo>
                  <a:lnTo>
                    <a:pt x="654" y="188"/>
                  </a:lnTo>
                  <a:lnTo>
                    <a:pt x="662" y="179"/>
                  </a:lnTo>
                  <a:lnTo>
                    <a:pt x="705" y="162"/>
                  </a:lnTo>
                  <a:cubicBezTo>
                    <a:pt x="723" y="154"/>
                    <a:pt x="731" y="145"/>
                    <a:pt x="748" y="136"/>
                  </a:cubicBezTo>
                  <a:lnTo>
                    <a:pt x="774" y="119"/>
                  </a:lnTo>
                  <a:lnTo>
                    <a:pt x="800" y="93"/>
                  </a:lnTo>
                  <a:cubicBezTo>
                    <a:pt x="817" y="76"/>
                    <a:pt x="851" y="76"/>
                    <a:pt x="869" y="76"/>
                  </a:cubicBezTo>
                  <a:cubicBezTo>
                    <a:pt x="920" y="76"/>
                    <a:pt x="972" y="93"/>
                    <a:pt x="1023" y="93"/>
                  </a:cubicBezTo>
                  <a:lnTo>
                    <a:pt x="1066" y="102"/>
                  </a:lnTo>
                  <a:lnTo>
                    <a:pt x="1101" y="102"/>
                  </a:lnTo>
                  <a:lnTo>
                    <a:pt x="1058" y="76"/>
                  </a:lnTo>
                  <a:cubicBezTo>
                    <a:pt x="1041" y="68"/>
                    <a:pt x="1023" y="59"/>
                    <a:pt x="1006" y="50"/>
                  </a:cubicBezTo>
                  <a:cubicBezTo>
                    <a:pt x="980" y="42"/>
                    <a:pt x="955" y="42"/>
                    <a:pt x="937" y="33"/>
                  </a:cubicBezTo>
                  <a:cubicBezTo>
                    <a:pt x="930" y="31"/>
                    <a:pt x="923" y="31"/>
                    <a:pt x="915" y="31"/>
                  </a:cubicBezTo>
                  <a:cubicBezTo>
                    <a:pt x="893" y="31"/>
                    <a:pt x="870" y="36"/>
                    <a:pt x="849" y="36"/>
                  </a:cubicBezTo>
                  <a:cubicBezTo>
                    <a:pt x="841" y="36"/>
                    <a:pt x="833" y="35"/>
                    <a:pt x="826" y="33"/>
                  </a:cubicBezTo>
                  <a:cubicBezTo>
                    <a:pt x="774" y="25"/>
                    <a:pt x="731" y="16"/>
                    <a:pt x="688" y="16"/>
                  </a:cubicBezTo>
                  <a:cubicBezTo>
                    <a:pt x="665" y="10"/>
                    <a:pt x="641" y="0"/>
                    <a:pt x="620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0" name="Google Shape;1290;p17"/>
            <p:cNvSpPr/>
            <p:nvPr/>
          </p:nvSpPr>
          <p:spPr>
            <a:xfrm>
              <a:off x="5693225" y="1318825"/>
              <a:ext cx="29225" cy="37875"/>
            </a:xfrm>
            <a:custGeom>
              <a:avLst/>
              <a:gdLst/>
              <a:ahLst/>
              <a:cxnLst/>
              <a:rect l="l" t="t" r="r" b="b"/>
              <a:pathLst>
                <a:path w="1169" h="1515" extrusionOk="0">
                  <a:moveTo>
                    <a:pt x="771" y="1"/>
                  </a:moveTo>
                  <a:cubicBezTo>
                    <a:pt x="747" y="1"/>
                    <a:pt x="725" y="6"/>
                    <a:pt x="705" y="11"/>
                  </a:cubicBezTo>
                  <a:cubicBezTo>
                    <a:pt x="662" y="19"/>
                    <a:pt x="628" y="36"/>
                    <a:pt x="593" y="62"/>
                  </a:cubicBezTo>
                  <a:cubicBezTo>
                    <a:pt x="550" y="88"/>
                    <a:pt x="490" y="88"/>
                    <a:pt x="447" y="122"/>
                  </a:cubicBezTo>
                  <a:cubicBezTo>
                    <a:pt x="421" y="139"/>
                    <a:pt x="396" y="165"/>
                    <a:pt x="370" y="182"/>
                  </a:cubicBezTo>
                  <a:cubicBezTo>
                    <a:pt x="335" y="200"/>
                    <a:pt x="301" y="217"/>
                    <a:pt x="275" y="251"/>
                  </a:cubicBezTo>
                  <a:cubicBezTo>
                    <a:pt x="232" y="294"/>
                    <a:pt x="172" y="311"/>
                    <a:pt x="129" y="346"/>
                  </a:cubicBezTo>
                  <a:cubicBezTo>
                    <a:pt x="104" y="363"/>
                    <a:pt x="78" y="397"/>
                    <a:pt x="61" y="423"/>
                  </a:cubicBezTo>
                  <a:cubicBezTo>
                    <a:pt x="35" y="449"/>
                    <a:pt x="18" y="509"/>
                    <a:pt x="9" y="543"/>
                  </a:cubicBezTo>
                  <a:cubicBezTo>
                    <a:pt x="9" y="595"/>
                    <a:pt x="18" y="655"/>
                    <a:pt x="18" y="707"/>
                  </a:cubicBezTo>
                  <a:cubicBezTo>
                    <a:pt x="9" y="749"/>
                    <a:pt x="0" y="784"/>
                    <a:pt x="0" y="835"/>
                  </a:cubicBezTo>
                  <a:cubicBezTo>
                    <a:pt x="0" y="853"/>
                    <a:pt x="18" y="870"/>
                    <a:pt x="18" y="896"/>
                  </a:cubicBezTo>
                  <a:lnTo>
                    <a:pt x="18" y="930"/>
                  </a:lnTo>
                  <a:cubicBezTo>
                    <a:pt x="18" y="947"/>
                    <a:pt x="26" y="956"/>
                    <a:pt x="35" y="973"/>
                  </a:cubicBezTo>
                  <a:cubicBezTo>
                    <a:pt x="35" y="999"/>
                    <a:pt x="35" y="1016"/>
                    <a:pt x="43" y="1042"/>
                  </a:cubicBezTo>
                  <a:cubicBezTo>
                    <a:pt x="61" y="1085"/>
                    <a:pt x="78" y="1136"/>
                    <a:pt x="95" y="1179"/>
                  </a:cubicBezTo>
                  <a:cubicBezTo>
                    <a:pt x="104" y="1222"/>
                    <a:pt x="138" y="1256"/>
                    <a:pt x="164" y="1299"/>
                  </a:cubicBezTo>
                  <a:cubicBezTo>
                    <a:pt x="189" y="1334"/>
                    <a:pt x="215" y="1368"/>
                    <a:pt x="241" y="1402"/>
                  </a:cubicBezTo>
                  <a:cubicBezTo>
                    <a:pt x="250" y="1420"/>
                    <a:pt x="267" y="1428"/>
                    <a:pt x="275" y="1445"/>
                  </a:cubicBezTo>
                  <a:cubicBezTo>
                    <a:pt x="279" y="1449"/>
                    <a:pt x="282" y="1453"/>
                    <a:pt x="285" y="1458"/>
                  </a:cubicBezTo>
                  <a:lnTo>
                    <a:pt x="285" y="1458"/>
                  </a:lnTo>
                  <a:cubicBezTo>
                    <a:pt x="284" y="1453"/>
                    <a:pt x="284" y="1448"/>
                    <a:pt x="284" y="1445"/>
                  </a:cubicBezTo>
                  <a:cubicBezTo>
                    <a:pt x="275" y="1428"/>
                    <a:pt x="284" y="1411"/>
                    <a:pt x="275" y="1402"/>
                  </a:cubicBezTo>
                  <a:cubicBezTo>
                    <a:pt x="275" y="1385"/>
                    <a:pt x="267" y="1377"/>
                    <a:pt x="267" y="1359"/>
                  </a:cubicBezTo>
                  <a:cubicBezTo>
                    <a:pt x="258" y="1325"/>
                    <a:pt x="258" y="1308"/>
                    <a:pt x="284" y="1291"/>
                  </a:cubicBezTo>
                  <a:cubicBezTo>
                    <a:pt x="301" y="1274"/>
                    <a:pt x="344" y="1256"/>
                    <a:pt x="353" y="1239"/>
                  </a:cubicBezTo>
                  <a:cubicBezTo>
                    <a:pt x="353" y="1213"/>
                    <a:pt x="327" y="1179"/>
                    <a:pt x="318" y="1162"/>
                  </a:cubicBezTo>
                  <a:cubicBezTo>
                    <a:pt x="301" y="1136"/>
                    <a:pt x="293" y="1110"/>
                    <a:pt x="284" y="1093"/>
                  </a:cubicBezTo>
                  <a:cubicBezTo>
                    <a:pt x="250" y="1024"/>
                    <a:pt x="250" y="947"/>
                    <a:pt x="267" y="887"/>
                  </a:cubicBezTo>
                  <a:cubicBezTo>
                    <a:pt x="284" y="853"/>
                    <a:pt x="284" y="818"/>
                    <a:pt x="284" y="784"/>
                  </a:cubicBezTo>
                  <a:cubicBezTo>
                    <a:pt x="284" y="749"/>
                    <a:pt x="301" y="715"/>
                    <a:pt x="318" y="681"/>
                  </a:cubicBezTo>
                  <a:cubicBezTo>
                    <a:pt x="353" y="612"/>
                    <a:pt x="370" y="518"/>
                    <a:pt x="413" y="449"/>
                  </a:cubicBezTo>
                  <a:cubicBezTo>
                    <a:pt x="422" y="431"/>
                    <a:pt x="433" y="426"/>
                    <a:pt x="445" y="426"/>
                  </a:cubicBezTo>
                  <a:cubicBezTo>
                    <a:pt x="457" y="426"/>
                    <a:pt x="470" y="431"/>
                    <a:pt x="483" y="431"/>
                  </a:cubicBezTo>
                  <a:cubicBezTo>
                    <a:pt x="494" y="431"/>
                    <a:pt x="505" y="428"/>
                    <a:pt x="516" y="414"/>
                  </a:cubicBezTo>
                  <a:cubicBezTo>
                    <a:pt x="550" y="371"/>
                    <a:pt x="585" y="346"/>
                    <a:pt x="628" y="337"/>
                  </a:cubicBezTo>
                  <a:cubicBezTo>
                    <a:pt x="671" y="320"/>
                    <a:pt x="696" y="320"/>
                    <a:pt x="731" y="311"/>
                  </a:cubicBezTo>
                  <a:cubicBezTo>
                    <a:pt x="752" y="300"/>
                    <a:pt x="778" y="290"/>
                    <a:pt x="800" y="290"/>
                  </a:cubicBezTo>
                  <a:cubicBezTo>
                    <a:pt x="813" y="290"/>
                    <a:pt x="824" y="293"/>
                    <a:pt x="834" y="303"/>
                  </a:cubicBezTo>
                  <a:cubicBezTo>
                    <a:pt x="851" y="320"/>
                    <a:pt x="868" y="346"/>
                    <a:pt x="885" y="354"/>
                  </a:cubicBezTo>
                  <a:cubicBezTo>
                    <a:pt x="892" y="358"/>
                    <a:pt x="899" y="359"/>
                    <a:pt x="906" y="359"/>
                  </a:cubicBezTo>
                  <a:cubicBezTo>
                    <a:pt x="937" y="359"/>
                    <a:pt x="973" y="335"/>
                    <a:pt x="1014" y="328"/>
                  </a:cubicBezTo>
                  <a:lnTo>
                    <a:pt x="1040" y="380"/>
                  </a:lnTo>
                  <a:lnTo>
                    <a:pt x="1057" y="397"/>
                  </a:lnTo>
                  <a:lnTo>
                    <a:pt x="1100" y="440"/>
                  </a:lnTo>
                  <a:cubicBezTo>
                    <a:pt x="1100" y="406"/>
                    <a:pt x="1134" y="380"/>
                    <a:pt x="1143" y="346"/>
                  </a:cubicBezTo>
                  <a:cubicBezTo>
                    <a:pt x="1169" y="303"/>
                    <a:pt x="1152" y="286"/>
                    <a:pt x="1134" y="243"/>
                  </a:cubicBezTo>
                  <a:cubicBezTo>
                    <a:pt x="1100" y="182"/>
                    <a:pt x="1040" y="122"/>
                    <a:pt x="988" y="71"/>
                  </a:cubicBezTo>
                  <a:cubicBezTo>
                    <a:pt x="963" y="54"/>
                    <a:pt x="954" y="45"/>
                    <a:pt x="920" y="45"/>
                  </a:cubicBezTo>
                  <a:cubicBezTo>
                    <a:pt x="885" y="36"/>
                    <a:pt x="860" y="19"/>
                    <a:pt x="825" y="11"/>
                  </a:cubicBezTo>
                  <a:cubicBezTo>
                    <a:pt x="807" y="3"/>
                    <a:pt x="789" y="1"/>
                    <a:pt x="771" y="1"/>
                  </a:cubicBezTo>
                  <a:close/>
                  <a:moveTo>
                    <a:pt x="285" y="1458"/>
                  </a:moveTo>
                  <a:cubicBezTo>
                    <a:pt x="288" y="1480"/>
                    <a:pt x="297" y="1514"/>
                    <a:pt x="318" y="1514"/>
                  </a:cubicBezTo>
                  <a:cubicBezTo>
                    <a:pt x="305" y="1500"/>
                    <a:pt x="296" y="1476"/>
                    <a:pt x="285" y="1458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291" name="Google Shape;1291;p17"/>
          <p:cNvGrpSpPr/>
          <p:nvPr/>
        </p:nvGrpSpPr>
        <p:grpSpPr>
          <a:xfrm>
            <a:off x="6741658" y="4508044"/>
            <a:ext cx="339139" cy="239689"/>
            <a:chOff x="5658425" y="1270850"/>
            <a:chExt cx="179800" cy="127075"/>
          </a:xfrm>
        </p:grpSpPr>
        <p:sp>
          <p:nvSpPr>
            <p:cNvPr id="1292" name="Google Shape;1292;p17"/>
            <p:cNvSpPr/>
            <p:nvPr/>
          </p:nvSpPr>
          <p:spPr>
            <a:xfrm>
              <a:off x="5704400" y="1271825"/>
              <a:ext cx="133825" cy="126100"/>
            </a:xfrm>
            <a:custGeom>
              <a:avLst/>
              <a:gdLst/>
              <a:ahLst/>
              <a:cxnLst/>
              <a:rect l="l" t="t" r="r" b="b"/>
              <a:pathLst>
                <a:path w="5353" h="5044" extrusionOk="0">
                  <a:moveTo>
                    <a:pt x="713" y="9"/>
                  </a:moveTo>
                  <a:cubicBezTo>
                    <a:pt x="816" y="9"/>
                    <a:pt x="911" y="18"/>
                    <a:pt x="1014" y="18"/>
                  </a:cubicBezTo>
                  <a:cubicBezTo>
                    <a:pt x="1263" y="35"/>
                    <a:pt x="1486" y="138"/>
                    <a:pt x="1718" y="164"/>
                  </a:cubicBezTo>
                  <a:cubicBezTo>
                    <a:pt x="1968" y="198"/>
                    <a:pt x="2217" y="198"/>
                    <a:pt x="2466" y="215"/>
                  </a:cubicBezTo>
                  <a:cubicBezTo>
                    <a:pt x="2492" y="215"/>
                    <a:pt x="2517" y="224"/>
                    <a:pt x="2543" y="232"/>
                  </a:cubicBezTo>
                  <a:cubicBezTo>
                    <a:pt x="2578" y="250"/>
                    <a:pt x="2595" y="284"/>
                    <a:pt x="2629" y="301"/>
                  </a:cubicBezTo>
                  <a:cubicBezTo>
                    <a:pt x="2681" y="344"/>
                    <a:pt x="2758" y="336"/>
                    <a:pt x="2827" y="336"/>
                  </a:cubicBezTo>
                  <a:cubicBezTo>
                    <a:pt x="2981" y="336"/>
                    <a:pt x="3136" y="327"/>
                    <a:pt x="3282" y="327"/>
                  </a:cubicBezTo>
                  <a:cubicBezTo>
                    <a:pt x="3411" y="318"/>
                    <a:pt x="3548" y="318"/>
                    <a:pt x="3677" y="344"/>
                  </a:cubicBezTo>
                  <a:cubicBezTo>
                    <a:pt x="3780" y="361"/>
                    <a:pt x="3883" y="404"/>
                    <a:pt x="3987" y="421"/>
                  </a:cubicBezTo>
                  <a:cubicBezTo>
                    <a:pt x="4012" y="430"/>
                    <a:pt x="4055" y="430"/>
                    <a:pt x="4090" y="430"/>
                  </a:cubicBezTo>
                  <a:cubicBezTo>
                    <a:pt x="4158" y="430"/>
                    <a:pt x="4227" y="430"/>
                    <a:pt x="4262" y="447"/>
                  </a:cubicBezTo>
                  <a:cubicBezTo>
                    <a:pt x="4476" y="559"/>
                    <a:pt x="4579" y="774"/>
                    <a:pt x="4786" y="903"/>
                  </a:cubicBezTo>
                  <a:cubicBezTo>
                    <a:pt x="4820" y="920"/>
                    <a:pt x="4863" y="946"/>
                    <a:pt x="4871" y="989"/>
                  </a:cubicBezTo>
                  <a:cubicBezTo>
                    <a:pt x="4880" y="1083"/>
                    <a:pt x="4863" y="1100"/>
                    <a:pt x="4932" y="1195"/>
                  </a:cubicBezTo>
                  <a:cubicBezTo>
                    <a:pt x="4957" y="1229"/>
                    <a:pt x="4975" y="1272"/>
                    <a:pt x="5009" y="1306"/>
                  </a:cubicBezTo>
                  <a:cubicBezTo>
                    <a:pt x="5121" y="1444"/>
                    <a:pt x="5198" y="1547"/>
                    <a:pt x="5241" y="1719"/>
                  </a:cubicBezTo>
                  <a:cubicBezTo>
                    <a:pt x="5267" y="1830"/>
                    <a:pt x="5318" y="1934"/>
                    <a:pt x="5335" y="2045"/>
                  </a:cubicBezTo>
                  <a:cubicBezTo>
                    <a:pt x="5353" y="2166"/>
                    <a:pt x="5335" y="2294"/>
                    <a:pt x="5327" y="2415"/>
                  </a:cubicBezTo>
                  <a:cubicBezTo>
                    <a:pt x="5327" y="2458"/>
                    <a:pt x="5301" y="2475"/>
                    <a:pt x="5284" y="2518"/>
                  </a:cubicBezTo>
                  <a:cubicBezTo>
                    <a:pt x="5250" y="2621"/>
                    <a:pt x="5284" y="2724"/>
                    <a:pt x="5301" y="2844"/>
                  </a:cubicBezTo>
                  <a:cubicBezTo>
                    <a:pt x="5310" y="2939"/>
                    <a:pt x="5301" y="3119"/>
                    <a:pt x="5258" y="3205"/>
                  </a:cubicBezTo>
                  <a:cubicBezTo>
                    <a:pt x="5241" y="3257"/>
                    <a:pt x="5103" y="3557"/>
                    <a:pt x="5069" y="3635"/>
                  </a:cubicBezTo>
                  <a:cubicBezTo>
                    <a:pt x="5035" y="3703"/>
                    <a:pt x="4957" y="3815"/>
                    <a:pt x="4940" y="3884"/>
                  </a:cubicBezTo>
                  <a:cubicBezTo>
                    <a:pt x="4923" y="3927"/>
                    <a:pt x="4829" y="4159"/>
                    <a:pt x="4734" y="4262"/>
                  </a:cubicBezTo>
                  <a:cubicBezTo>
                    <a:pt x="4640" y="4382"/>
                    <a:pt x="4571" y="4451"/>
                    <a:pt x="4382" y="4477"/>
                  </a:cubicBezTo>
                  <a:cubicBezTo>
                    <a:pt x="4322" y="4485"/>
                    <a:pt x="4090" y="4614"/>
                    <a:pt x="4030" y="4605"/>
                  </a:cubicBezTo>
                  <a:cubicBezTo>
                    <a:pt x="3978" y="4605"/>
                    <a:pt x="3935" y="4623"/>
                    <a:pt x="3883" y="4631"/>
                  </a:cubicBezTo>
                  <a:cubicBezTo>
                    <a:pt x="3866" y="4631"/>
                    <a:pt x="3849" y="4631"/>
                    <a:pt x="3832" y="4631"/>
                  </a:cubicBezTo>
                  <a:cubicBezTo>
                    <a:pt x="3815" y="4631"/>
                    <a:pt x="3789" y="4631"/>
                    <a:pt x="3772" y="4640"/>
                  </a:cubicBezTo>
                  <a:cubicBezTo>
                    <a:pt x="3617" y="4666"/>
                    <a:pt x="3351" y="4709"/>
                    <a:pt x="3265" y="4734"/>
                  </a:cubicBezTo>
                  <a:cubicBezTo>
                    <a:pt x="3153" y="4769"/>
                    <a:pt x="2964" y="4769"/>
                    <a:pt x="2853" y="4752"/>
                  </a:cubicBezTo>
                  <a:cubicBezTo>
                    <a:pt x="2724" y="4743"/>
                    <a:pt x="2500" y="4863"/>
                    <a:pt x="2363" y="4872"/>
                  </a:cubicBezTo>
                  <a:cubicBezTo>
                    <a:pt x="2260" y="4872"/>
                    <a:pt x="2191" y="4872"/>
                    <a:pt x="2131" y="4872"/>
                  </a:cubicBezTo>
                  <a:cubicBezTo>
                    <a:pt x="2028" y="4863"/>
                    <a:pt x="1950" y="4863"/>
                    <a:pt x="1753" y="4906"/>
                  </a:cubicBezTo>
                  <a:cubicBezTo>
                    <a:pt x="1718" y="4923"/>
                    <a:pt x="1650" y="4915"/>
                    <a:pt x="1590" y="4915"/>
                  </a:cubicBezTo>
                  <a:cubicBezTo>
                    <a:pt x="1512" y="4915"/>
                    <a:pt x="1435" y="4915"/>
                    <a:pt x="1383" y="4932"/>
                  </a:cubicBezTo>
                  <a:cubicBezTo>
                    <a:pt x="1349" y="4941"/>
                    <a:pt x="1315" y="4949"/>
                    <a:pt x="1280" y="4966"/>
                  </a:cubicBezTo>
                  <a:cubicBezTo>
                    <a:pt x="1203" y="4984"/>
                    <a:pt x="1126" y="4992"/>
                    <a:pt x="1048" y="5018"/>
                  </a:cubicBezTo>
                  <a:cubicBezTo>
                    <a:pt x="980" y="5035"/>
                    <a:pt x="962" y="5044"/>
                    <a:pt x="894" y="5026"/>
                  </a:cubicBezTo>
                  <a:cubicBezTo>
                    <a:pt x="645" y="4975"/>
                    <a:pt x="395" y="4932"/>
                    <a:pt x="129" y="4984"/>
                  </a:cubicBezTo>
                  <a:cubicBezTo>
                    <a:pt x="95" y="4984"/>
                    <a:pt x="0" y="4597"/>
                    <a:pt x="9" y="4528"/>
                  </a:cubicBezTo>
                  <a:cubicBezTo>
                    <a:pt x="35" y="4331"/>
                    <a:pt x="60" y="4142"/>
                    <a:pt x="86" y="3944"/>
                  </a:cubicBezTo>
                  <a:cubicBezTo>
                    <a:pt x="129" y="3575"/>
                    <a:pt x="181" y="3205"/>
                    <a:pt x="241" y="2853"/>
                  </a:cubicBezTo>
                  <a:cubicBezTo>
                    <a:pt x="284" y="2535"/>
                    <a:pt x="335" y="2234"/>
                    <a:pt x="361" y="1934"/>
                  </a:cubicBezTo>
                  <a:cubicBezTo>
                    <a:pt x="387" y="1650"/>
                    <a:pt x="395" y="1375"/>
                    <a:pt x="438" y="1092"/>
                  </a:cubicBezTo>
                  <a:cubicBezTo>
                    <a:pt x="456" y="997"/>
                    <a:pt x="645" y="1"/>
                    <a:pt x="713" y="9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3" name="Google Shape;1293;p17"/>
            <p:cNvSpPr/>
            <p:nvPr/>
          </p:nvSpPr>
          <p:spPr>
            <a:xfrm>
              <a:off x="5695575" y="1270850"/>
              <a:ext cx="76925" cy="126875"/>
            </a:xfrm>
            <a:custGeom>
              <a:avLst/>
              <a:gdLst/>
              <a:ahLst/>
              <a:cxnLst/>
              <a:rect l="l" t="t" r="r" b="b"/>
              <a:pathLst>
                <a:path w="3077" h="5075" extrusionOk="0">
                  <a:moveTo>
                    <a:pt x="1047" y="1"/>
                  </a:moveTo>
                  <a:cubicBezTo>
                    <a:pt x="898" y="1"/>
                    <a:pt x="756" y="31"/>
                    <a:pt x="714" y="74"/>
                  </a:cubicBezTo>
                  <a:cubicBezTo>
                    <a:pt x="707" y="81"/>
                    <a:pt x="712" y="84"/>
                    <a:pt x="724" y="84"/>
                  </a:cubicBezTo>
                  <a:cubicBezTo>
                    <a:pt x="740" y="84"/>
                    <a:pt x="770" y="79"/>
                    <a:pt x="800" y="74"/>
                  </a:cubicBezTo>
                  <a:cubicBezTo>
                    <a:pt x="835" y="69"/>
                    <a:pt x="869" y="64"/>
                    <a:pt x="891" y="64"/>
                  </a:cubicBezTo>
                  <a:cubicBezTo>
                    <a:pt x="907" y="64"/>
                    <a:pt x="915" y="67"/>
                    <a:pt x="912" y="74"/>
                  </a:cubicBezTo>
                  <a:cubicBezTo>
                    <a:pt x="877" y="117"/>
                    <a:pt x="843" y="160"/>
                    <a:pt x="809" y="194"/>
                  </a:cubicBezTo>
                  <a:cubicBezTo>
                    <a:pt x="697" y="332"/>
                    <a:pt x="662" y="503"/>
                    <a:pt x="602" y="649"/>
                  </a:cubicBezTo>
                  <a:cubicBezTo>
                    <a:pt x="542" y="787"/>
                    <a:pt x="491" y="924"/>
                    <a:pt x="448" y="1053"/>
                  </a:cubicBezTo>
                  <a:cubicBezTo>
                    <a:pt x="413" y="1148"/>
                    <a:pt x="379" y="1259"/>
                    <a:pt x="362" y="1363"/>
                  </a:cubicBezTo>
                  <a:cubicBezTo>
                    <a:pt x="345" y="1474"/>
                    <a:pt x="370" y="1586"/>
                    <a:pt x="370" y="1698"/>
                  </a:cubicBezTo>
                  <a:cubicBezTo>
                    <a:pt x="370" y="1758"/>
                    <a:pt x="370" y="1809"/>
                    <a:pt x="370" y="1869"/>
                  </a:cubicBezTo>
                  <a:cubicBezTo>
                    <a:pt x="388" y="2136"/>
                    <a:pt x="396" y="2428"/>
                    <a:pt x="336" y="2703"/>
                  </a:cubicBezTo>
                  <a:cubicBezTo>
                    <a:pt x="302" y="2875"/>
                    <a:pt x="241" y="3046"/>
                    <a:pt x="207" y="3218"/>
                  </a:cubicBezTo>
                  <a:cubicBezTo>
                    <a:pt x="181" y="3364"/>
                    <a:pt x="156" y="3502"/>
                    <a:pt x="121" y="3648"/>
                  </a:cubicBezTo>
                  <a:cubicBezTo>
                    <a:pt x="44" y="3992"/>
                    <a:pt x="1" y="4309"/>
                    <a:pt x="121" y="4644"/>
                  </a:cubicBezTo>
                  <a:cubicBezTo>
                    <a:pt x="156" y="4739"/>
                    <a:pt x="190" y="4808"/>
                    <a:pt x="259" y="4876"/>
                  </a:cubicBezTo>
                  <a:cubicBezTo>
                    <a:pt x="310" y="4919"/>
                    <a:pt x="362" y="4980"/>
                    <a:pt x="422" y="5005"/>
                  </a:cubicBezTo>
                  <a:cubicBezTo>
                    <a:pt x="542" y="5065"/>
                    <a:pt x="705" y="5057"/>
                    <a:pt x="834" y="5074"/>
                  </a:cubicBezTo>
                  <a:cubicBezTo>
                    <a:pt x="877" y="5074"/>
                    <a:pt x="912" y="5065"/>
                    <a:pt x="955" y="5057"/>
                  </a:cubicBezTo>
                  <a:cubicBezTo>
                    <a:pt x="969" y="5054"/>
                    <a:pt x="980" y="5053"/>
                    <a:pt x="990" y="5053"/>
                  </a:cubicBezTo>
                  <a:cubicBezTo>
                    <a:pt x="1010" y="5053"/>
                    <a:pt x="1023" y="5057"/>
                    <a:pt x="1040" y="5057"/>
                  </a:cubicBezTo>
                  <a:cubicBezTo>
                    <a:pt x="1049" y="5061"/>
                    <a:pt x="1060" y="5063"/>
                    <a:pt x="1074" y="5063"/>
                  </a:cubicBezTo>
                  <a:cubicBezTo>
                    <a:pt x="1088" y="5063"/>
                    <a:pt x="1105" y="5061"/>
                    <a:pt x="1126" y="5057"/>
                  </a:cubicBezTo>
                  <a:cubicBezTo>
                    <a:pt x="1134" y="5054"/>
                    <a:pt x="1143" y="5053"/>
                    <a:pt x="1153" y="5053"/>
                  </a:cubicBezTo>
                  <a:cubicBezTo>
                    <a:pt x="1177" y="5053"/>
                    <a:pt x="1208" y="5059"/>
                    <a:pt x="1238" y="5065"/>
                  </a:cubicBezTo>
                  <a:cubicBezTo>
                    <a:pt x="1267" y="5069"/>
                    <a:pt x="1294" y="5071"/>
                    <a:pt x="1318" y="5071"/>
                  </a:cubicBezTo>
                  <a:cubicBezTo>
                    <a:pt x="1352" y="5071"/>
                    <a:pt x="1381" y="5067"/>
                    <a:pt x="1401" y="5057"/>
                  </a:cubicBezTo>
                  <a:cubicBezTo>
                    <a:pt x="1470" y="5005"/>
                    <a:pt x="1676" y="4997"/>
                    <a:pt x="1736" y="4945"/>
                  </a:cubicBezTo>
                  <a:cubicBezTo>
                    <a:pt x="1788" y="4911"/>
                    <a:pt x="1839" y="4876"/>
                    <a:pt x="1900" y="4842"/>
                  </a:cubicBezTo>
                  <a:cubicBezTo>
                    <a:pt x="1951" y="4816"/>
                    <a:pt x="1986" y="4808"/>
                    <a:pt x="2028" y="4773"/>
                  </a:cubicBezTo>
                  <a:cubicBezTo>
                    <a:pt x="2054" y="4756"/>
                    <a:pt x="2071" y="4739"/>
                    <a:pt x="2097" y="4722"/>
                  </a:cubicBezTo>
                  <a:cubicBezTo>
                    <a:pt x="2166" y="4662"/>
                    <a:pt x="2114" y="4541"/>
                    <a:pt x="2209" y="4507"/>
                  </a:cubicBezTo>
                  <a:cubicBezTo>
                    <a:pt x="2286" y="4481"/>
                    <a:pt x="2355" y="4464"/>
                    <a:pt x="2407" y="4404"/>
                  </a:cubicBezTo>
                  <a:cubicBezTo>
                    <a:pt x="2441" y="4370"/>
                    <a:pt x="2458" y="4352"/>
                    <a:pt x="2458" y="4309"/>
                  </a:cubicBezTo>
                  <a:cubicBezTo>
                    <a:pt x="2467" y="4284"/>
                    <a:pt x="2475" y="4249"/>
                    <a:pt x="2475" y="4215"/>
                  </a:cubicBezTo>
                  <a:cubicBezTo>
                    <a:pt x="2475" y="4181"/>
                    <a:pt x="2570" y="4181"/>
                    <a:pt x="2561" y="4146"/>
                  </a:cubicBezTo>
                  <a:cubicBezTo>
                    <a:pt x="2561" y="4138"/>
                    <a:pt x="2553" y="4120"/>
                    <a:pt x="2553" y="4103"/>
                  </a:cubicBezTo>
                  <a:cubicBezTo>
                    <a:pt x="2553" y="4077"/>
                    <a:pt x="2570" y="4077"/>
                    <a:pt x="2578" y="4060"/>
                  </a:cubicBezTo>
                  <a:cubicBezTo>
                    <a:pt x="2596" y="4009"/>
                    <a:pt x="2587" y="3940"/>
                    <a:pt x="2604" y="3888"/>
                  </a:cubicBezTo>
                  <a:cubicBezTo>
                    <a:pt x="2621" y="3820"/>
                    <a:pt x="2681" y="3760"/>
                    <a:pt x="2716" y="3691"/>
                  </a:cubicBezTo>
                  <a:cubicBezTo>
                    <a:pt x="2742" y="3656"/>
                    <a:pt x="2750" y="3614"/>
                    <a:pt x="2776" y="3579"/>
                  </a:cubicBezTo>
                  <a:cubicBezTo>
                    <a:pt x="2793" y="3562"/>
                    <a:pt x="2819" y="3536"/>
                    <a:pt x="2827" y="3519"/>
                  </a:cubicBezTo>
                  <a:cubicBezTo>
                    <a:pt x="2845" y="3485"/>
                    <a:pt x="2845" y="3450"/>
                    <a:pt x="2853" y="3416"/>
                  </a:cubicBezTo>
                  <a:cubicBezTo>
                    <a:pt x="2862" y="3364"/>
                    <a:pt x="2870" y="3313"/>
                    <a:pt x="2888" y="3261"/>
                  </a:cubicBezTo>
                  <a:cubicBezTo>
                    <a:pt x="2905" y="3210"/>
                    <a:pt x="2905" y="3150"/>
                    <a:pt x="2939" y="3107"/>
                  </a:cubicBezTo>
                  <a:cubicBezTo>
                    <a:pt x="2956" y="3081"/>
                    <a:pt x="2982" y="3072"/>
                    <a:pt x="2999" y="3055"/>
                  </a:cubicBezTo>
                  <a:cubicBezTo>
                    <a:pt x="3034" y="3012"/>
                    <a:pt x="3034" y="2952"/>
                    <a:pt x="3042" y="2900"/>
                  </a:cubicBezTo>
                  <a:cubicBezTo>
                    <a:pt x="3051" y="2857"/>
                    <a:pt x="3051" y="2806"/>
                    <a:pt x="3059" y="2763"/>
                  </a:cubicBezTo>
                  <a:cubicBezTo>
                    <a:pt x="3068" y="2720"/>
                    <a:pt x="3034" y="2668"/>
                    <a:pt x="3034" y="2634"/>
                  </a:cubicBezTo>
                  <a:cubicBezTo>
                    <a:pt x="3016" y="2574"/>
                    <a:pt x="3008" y="2565"/>
                    <a:pt x="3042" y="2514"/>
                  </a:cubicBezTo>
                  <a:cubicBezTo>
                    <a:pt x="3077" y="2462"/>
                    <a:pt x="2999" y="2437"/>
                    <a:pt x="2999" y="2385"/>
                  </a:cubicBezTo>
                  <a:cubicBezTo>
                    <a:pt x="2999" y="2342"/>
                    <a:pt x="2974" y="2308"/>
                    <a:pt x="2965" y="2265"/>
                  </a:cubicBezTo>
                  <a:cubicBezTo>
                    <a:pt x="2939" y="2205"/>
                    <a:pt x="2982" y="2136"/>
                    <a:pt x="2965" y="2058"/>
                  </a:cubicBezTo>
                  <a:cubicBezTo>
                    <a:pt x="2931" y="1955"/>
                    <a:pt x="2948" y="1827"/>
                    <a:pt x="2905" y="1732"/>
                  </a:cubicBezTo>
                  <a:cubicBezTo>
                    <a:pt x="2888" y="1672"/>
                    <a:pt x="2870" y="1620"/>
                    <a:pt x="2853" y="1560"/>
                  </a:cubicBezTo>
                  <a:cubicBezTo>
                    <a:pt x="2845" y="1517"/>
                    <a:pt x="2845" y="1466"/>
                    <a:pt x="2819" y="1431"/>
                  </a:cubicBezTo>
                  <a:cubicBezTo>
                    <a:pt x="2750" y="1311"/>
                    <a:pt x="2664" y="1191"/>
                    <a:pt x="2647" y="1062"/>
                  </a:cubicBezTo>
                  <a:cubicBezTo>
                    <a:pt x="2647" y="1002"/>
                    <a:pt x="2638" y="924"/>
                    <a:pt x="2587" y="864"/>
                  </a:cubicBezTo>
                  <a:cubicBezTo>
                    <a:pt x="2570" y="847"/>
                    <a:pt x="2553" y="847"/>
                    <a:pt x="2535" y="830"/>
                  </a:cubicBezTo>
                  <a:cubicBezTo>
                    <a:pt x="2510" y="813"/>
                    <a:pt x="2501" y="787"/>
                    <a:pt x="2475" y="770"/>
                  </a:cubicBezTo>
                  <a:cubicBezTo>
                    <a:pt x="2407" y="735"/>
                    <a:pt x="2398" y="710"/>
                    <a:pt x="2364" y="658"/>
                  </a:cubicBezTo>
                  <a:cubicBezTo>
                    <a:pt x="2329" y="607"/>
                    <a:pt x="2269" y="581"/>
                    <a:pt x="2235" y="538"/>
                  </a:cubicBezTo>
                  <a:cubicBezTo>
                    <a:pt x="2192" y="495"/>
                    <a:pt x="2149" y="460"/>
                    <a:pt x="2106" y="418"/>
                  </a:cubicBezTo>
                  <a:cubicBezTo>
                    <a:pt x="2071" y="383"/>
                    <a:pt x="2046" y="349"/>
                    <a:pt x="2003" y="323"/>
                  </a:cubicBezTo>
                  <a:cubicBezTo>
                    <a:pt x="1968" y="306"/>
                    <a:pt x="1943" y="280"/>
                    <a:pt x="1908" y="271"/>
                  </a:cubicBezTo>
                  <a:cubicBezTo>
                    <a:pt x="1874" y="271"/>
                    <a:pt x="1857" y="263"/>
                    <a:pt x="1831" y="254"/>
                  </a:cubicBezTo>
                  <a:cubicBezTo>
                    <a:pt x="1788" y="237"/>
                    <a:pt x="1788" y="237"/>
                    <a:pt x="1762" y="211"/>
                  </a:cubicBezTo>
                  <a:cubicBezTo>
                    <a:pt x="1745" y="194"/>
                    <a:pt x="1719" y="186"/>
                    <a:pt x="1693" y="168"/>
                  </a:cubicBezTo>
                  <a:cubicBezTo>
                    <a:pt x="1668" y="151"/>
                    <a:pt x="1650" y="125"/>
                    <a:pt x="1608" y="117"/>
                  </a:cubicBezTo>
                  <a:lnTo>
                    <a:pt x="1565" y="117"/>
                  </a:lnTo>
                  <a:cubicBezTo>
                    <a:pt x="1547" y="117"/>
                    <a:pt x="1539" y="117"/>
                    <a:pt x="1504" y="108"/>
                  </a:cubicBezTo>
                  <a:cubicBezTo>
                    <a:pt x="1453" y="82"/>
                    <a:pt x="1341" y="82"/>
                    <a:pt x="1272" y="65"/>
                  </a:cubicBezTo>
                  <a:cubicBezTo>
                    <a:pt x="1238" y="48"/>
                    <a:pt x="1178" y="22"/>
                    <a:pt x="1144" y="5"/>
                  </a:cubicBezTo>
                  <a:cubicBezTo>
                    <a:pt x="1112" y="2"/>
                    <a:pt x="1079" y="1"/>
                    <a:pt x="104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4" name="Google Shape;1294;p17"/>
            <p:cNvSpPr/>
            <p:nvPr/>
          </p:nvSpPr>
          <p:spPr>
            <a:xfrm>
              <a:off x="5658425" y="1335825"/>
              <a:ext cx="450" cy="25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" y="1"/>
                  </a:moveTo>
                  <a:lnTo>
                    <a:pt x="1" y="1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5" name="Google Shape;1295;p17"/>
            <p:cNvSpPr/>
            <p:nvPr/>
          </p:nvSpPr>
          <p:spPr>
            <a:xfrm>
              <a:off x="5658650" y="1271150"/>
              <a:ext cx="106325" cy="125900"/>
            </a:xfrm>
            <a:custGeom>
              <a:avLst/>
              <a:gdLst/>
              <a:ahLst/>
              <a:cxnLst/>
              <a:rect l="l" t="t" r="r" b="b"/>
              <a:pathLst>
                <a:path w="4253" h="5036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12" y="3619"/>
                    <a:pt x="163" y="3730"/>
                    <a:pt x="249" y="3799"/>
                  </a:cubicBezTo>
                  <a:cubicBezTo>
                    <a:pt x="284" y="3825"/>
                    <a:pt x="309" y="3851"/>
                    <a:pt x="335" y="3894"/>
                  </a:cubicBezTo>
                  <a:cubicBezTo>
                    <a:pt x="370" y="3962"/>
                    <a:pt x="395" y="3988"/>
                    <a:pt x="456" y="4040"/>
                  </a:cubicBezTo>
                  <a:cubicBezTo>
                    <a:pt x="550" y="4108"/>
                    <a:pt x="567" y="4229"/>
                    <a:pt x="627" y="4315"/>
                  </a:cubicBezTo>
                  <a:cubicBezTo>
                    <a:pt x="653" y="4349"/>
                    <a:pt x="679" y="4392"/>
                    <a:pt x="713" y="4409"/>
                  </a:cubicBezTo>
                  <a:cubicBezTo>
                    <a:pt x="782" y="4435"/>
                    <a:pt x="851" y="4418"/>
                    <a:pt x="919" y="4461"/>
                  </a:cubicBezTo>
                  <a:cubicBezTo>
                    <a:pt x="962" y="4486"/>
                    <a:pt x="1005" y="4521"/>
                    <a:pt x="1048" y="4547"/>
                  </a:cubicBezTo>
                  <a:cubicBezTo>
                    <a:pt x="1100" y="4581"/>
                    <a:pt x="1169" y="4624"/>
                    <a:pt x="1212" y="4675"/>
                  </a:cubicBezTo>
                  <a:cubicBezTo>
                    <a:pt x="1280" y="4779"/>
                    <a:pt x="1323" y="4839"/>
                    <a:pt x="1444" y="4890"/>
                  </a:cubicBezTo>
                  <a:cubicBezTo>
                    <a:pt x="1555" y="4942"/>
                    <a:pt x="1658" y="4968"/>
                    <a:pt x="1770" y="4976"/>
                  </a:cubicBezTo>
                  <a:cubicBezTo>
                    <a:pt x="1813" y="4985"/>
                    <a:pt x="1856" y="4985"/>
                    <a:pt x="1899" y="4993"/>
                  </a:cubicBezTo>
                  <a:cubicBezTo>
                    <a:pt x="1933" y="5002"/>
                    <a:pt x="1968" y="5019"/>
                    <a:pt x="2002" y="5028"/>
                  </a:cubicBezTo>
                  <a:cubicBezTo>
                    <a:pt x="2022" y="5033"/>
                    <a:pt x="2041" y="5035"/>
                    <a:pt x="2060" y="5035"/>
                  </a:cubicBezTo>
                  <a:cubicBezTo>
                    <a:pt x="2096" y="5035"/>
                    <a:pt x="2131" y="5028"/>
                    <a:pt x="2165" y="5028"/>
                  </a:cubicBezTo>
                  <a:lnTo>
                    <a:pt x="2234" y="5028"/>
                  </a:lnTo>
                  <a:cubicBezTo>
                    <a:pt x="2247" y="5032"/>
                    <a:pt x="2262" y="5034"/>
                    <a:pt x="2278" y="5034"/>
                  </a:cubicBezTo>
                  <a:cubicBezTo>
                    <a:pt x="2294" y="5034"/>
                    <a:pt x="2311" y="5032"/>
                    <a:pt x="2328" y="5028"/>
                  </a:cubicBezTo>
                  <a:cubicBezTo>
                    <a:pt x="2363" y="5011"/>
                    <a:pt x="2389" y="4993"/>
                    <a:pt x="2423" y="4968"/>
                  </a:cubicBezTo>
                  <a:cubicBezTo>
                    <a:pt x="2457" y="4942"/>
                    <a:pt x="2492" y="4933"/>
                    <a:pt x="2535" y="4925"/>
                  </a:cubicBezTo>
                  <a:cubicBezTo>
                    <a:pt x="2646" y="4899"/>
                    <a:pt x="2758" y="4890"/>
                    <a:pt x="2870" y="4847"/>
                  </a:cubicBezTo>
                  <a:cubicBezTo>
                    <a:pt x="2964" y="4813"/>
                    <a:pt x="3059" y="4770"/>
                    <a:pt x="3153" y="4744"/>
                  </a:cubicBezTo>
                  <a:cubicBezTo>
                    <a:pt x="3239" y="4718"/>
                    <a:pt x="3274" y="4632"/>
                    <a:pt x="3342" y="4581"/>
                  </a:cubicBezTo>
                  <a:cubicBezTo>
                    <a:pt x="3411" y="4521"/>
                    <a:pt x="3454" y="4512"/>
                    <a:pt x="3523" y="4461"/>
                  </a:cubicBezTo>
                  <a:cubicBezTo>
                    <a:pt x="3548" y="4435"/>
                    <a:pt x="3557" y="4435"/>
                    <a:pt x="3574" y="4401"/>
                  </a:cubicBezTo>
                  <a:cubicBezTo>
                    <a:pt x="3591" y="4366"/>
                    <a:pt x="3617" y="4332"/>
                    <a:pt x="3634" y="4297"/>
                  </a:cubicBezTo>
                  <a:cubicBezTo>
                    <a:pt x="3652" y="4254"/>
                    <a:pt x="3703" y="4254"/>
                    <a:pt x="3703" y="4212"/>
                  </a:cubicBezTo>
                  <a:cubicBezTo>
                    <a:pt x="3712" y="4169"/>
                    <a:pt x="3729" y="4143"/>
                    <a:pt x="3746" y="4100"/>
                  </a:cubicBezTo>
                  <a:cubicBezTo>
                    <a:pt x="3763" y="4040"/>
                    <a:pt x="3780" y="3971"/>
                    <a:pt x="3798" y="3902"/>
                  </a:cubicBezTo>
                  <a:cubicBezTo>
                    <a:pt x="3815" y="3868"/>
                    <a:pt x="3849" y="3816"/>
                    <a:pt x="3875" y="3773"/>
                  </a:cubicBezTo>
                  <a:cubicBezTo>
                    <a:pt x="3926" y="3687"/>
                    <a:pt x="3969" y="3593"/>
                    <a:pt x="4012" y="3507"/>
                  </a:cubicBezTo>
                  <a:cubicBezTo>
                    <a:pt x="4090" y="3344"/>
                    <a:pt x="4253" y="3146"/>
                    <a:pt x="4219" y="2957"/>
                  </a:cubicBezTo>
                  <a:cubicBezTo>
                    <a:pt x="4201" y="2837"/>
                    <a:pt x="4193" y="2691"/>
                    <a:pt x="4141" y="2579"/>
                  </a:cubicBezTo>
                  <a:cubicBezTo>
                    <a:pt x="4124" y="2545"/>
                    <a:pt x="4090" y="2493"/>
                    <a:pt x="4090" y="2459"/>
                  </a:cubicBezTo>
                  <a:cubicBezTo>
                    <a:pt x="4081" y="2373"/>
                    <a:pt x="4115" y="2261"/>
                    <a:pt x="4124" y="2184"/>
                  </a:cubicBezTo>
                  <a:cubicBezTo>
                    <a:pt x="4141" y="2081"/>
                    <a:pt x="4133" y="2012"/>
                    <a:pt x="4107" y="1909"/>
                  </a:cubicBezTo>
                  <a:cubicBezTo>
                    <a:pt x="4090" y="1832"/>
                    <a:pt x="4098" y="1754"/>
                    <a:pt x="4081" y="1668"/>
                  </a:cubicBezTo>
                  <a:cubicBezTo>
                    <a:pt x="4064" y="1531"/>
                    <a:pt x="4030" y="1368"/>
                    <a:pt x="3944" y="1256"/>
                  </a:cubicBezTo>
                  <a:cubicBezTo>
                    <a:pt x="3909" y="1213"/>
                    <a:pt x="3866" y="1205"/>
                    <a:pt x="3823" y="1170"/>
                  </a:cubicBezTo>
                  <a:cubicBezTo>
                    <a:pt x="3798" y="1153"/>
                    <a:pt x="3763" y="1101"/>
                    <a:pt x="3746" y="1067"/>
                  </a:cubicBezTo>
                  <a:cubicBezTo>
                    <a:pt x="3712" y="1016"/>
                    <a:pt x="3694" y="955"/>
                    <a:pt x="3694" y="895"/>
                  </a:cubicBezTo>
                  <a:cubicBezTo>
                    <a:pt x="3703" y="844"/>
                    <a:pt x="3712" y="775"/>
                    <a:pt x="3686" y="732"/>
                  </a:cubicBezTo>
                  <a:cubicBezTo>
                    <a:pt x="3652" y="680"/>
                    <a:pt x="3617" y="655"/>
                    <a:pt x="3591" y="603"/>
                  </a:cubicBezTo>
                  <a:cubicBezTo>
                    <a:pt x="3557" y="534"/>
                    <a:pt x="3531" y="509"/>
                    <a:pt x="3480" y="466"/>
                  </a:cubicBezTo>
                  <a:cubicBezTo>
                    <a:pt x="3385" y="397"/>
                    <a:pt x="3291" y="337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612" y="36"/>
                    <a:pt x="2578" y="36"/>
                    <a:pt x="2535" y="36"/>
                  </a:cubicBezTo>
                  <a:lnTo>
                    <a:pt x="2475" y="36"/>
                  </a:ln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6" name="Google Shape;1296;p17"/>
            <p:cNvSpPr/>
            <p:nvPr/>
          </p:nvSpPr>
          <p:spPr>
            <a:xfrm>
              <a:off x="5707400" y="1280200"/>
              <a:ext cx="1525" cy="450"/>
            </a:xfrm>
            <a:custGeom>
              <a:avLst/>
              <a:gdLst/>
              <a:ahLst/>
              <a:cxnLst/>
              <a:rect l="l" t="t" r="r" b="b"/>
              <a:pathLst>
                <a:path w="61" h="18" extrusionOk="0">
                  <a:moveTo>
                    <a:pt x="0" y="1"/>
                  </a:moveTo>
                  <a:cubicBezTo>
                    <a:pt x="35" y="9"/>
                    <a:pt x="43" y="18"/>
                    <a:pt x="52" y="18"/>
                  </a:cubicBezTo>
                  <a:cubicBezTo>
                    <a:pt x="61" y="18"/>
                    <a:pt x="61" y="9"/>
                    <a:pt x="52" y="9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rgbClr val="E4C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7" name="Google Shape;1297;p17"/>
            <p:cNvSpPr/>
            <p:nvPr/>
          </p:nvSpPr>
          <p:spPr>
            <a:xfrm>
              <a:off x="5709550" y="1391900"/>
              <a:ext cx="21925" cy="5175"/>
            </a:xfrm>
            <a:custGeom>
              <a:avLst/>
              <a:gdLst/>
              <a:ahLst/>
              <a:cxnLst/>
              <a:rect l="l" t="t" r="r" b="b"/>
              <a:pathLst>
                <a:path w="877" h="207" extrusionOk="0">
                  <a:moveTo>
                    <a:pt x="26" y="206"/>
                  </a:moveTo>
                  <a:cubicBezTo>
                    <a:pt x="18" y="206"/>
                    <a:pt x="9" y="206"/>
                    <a:pt x="0" y="206"/>
                  </a:cubicBezTo>
                  <a:lnTo>
                    <a:pt x="0" y="206"/>
                  </a:lnTo>
                  <a:cubicBezTo>
                    <a:pt x="9" y="206"/>
                    <a:pt x="18" y="206"/>
                    <a:pt x="26" y="206"/>
                  </a:cubicBezTo>
                  <a:cubicBezTo>
                    <a:pt x="60" y="206"/>
                    <a:pt x="95" y="198"/>
                    <a:pt x="129" y="198"/>
                  </a:cubicBezTo>
                  <a:cubicBezTo>
                    <a:pt x="138" y="198"/>
                    <a:pt x="146" y="198"/>
                    <a:pt x="146" y="198"/>
                  </a:cubicBezTo>
                  <a:cubicBezTo>
                    <a:pt x="164" y="198"/>
                    <a:pt x="181" y="198"/>
                    <a:pt x="198" y="198"/>
                  </a:cubicBezTo>
                  <a:cubicBezTo>
                    <a:pt x="207" y="198"/>
                    <a:pt x="224" y="206"/>
                    <a:pt x="241" y="206"/>
                  </a:cubicBezTo>
                  <a:cubicBezTo>
                    <a:pt x="258" y="206"/>
                    <a:pt x="275" y="198"/>
                    <a:pt x="292" y="198"/>
                  </a:cubicBezTo>
                  <a:cubicBezTo>
                    <a:pt x="327" y="181"/>
                    <a:pt x="353" y="163"/>
                    <a:pt x="387" y="138"/>
                  </a:cubicBezTo>
                  <a:cubicBezTo>
                    <a:pt x="421" y="112"/>
                    <a:pt x="456" y="103"/>
                    <a:pt x="499" y="95"/>
                  </a:cubicBezTo>
                  <a:cubicBezTo>
                    <a:pt x="610" y="69"/>
                    <a:pt x="722" y="60"/>
                    <a:pt x="834" y="17"/>
                  </a:cubicBezTo>
                  <a:cubicBezTo>
                    <a:pt x="842" y="17"/>
                    <a:pt x="859" y="9"/>
                    <a:pt x="877" y="0"/>
                  </a:cubicBezTo>
                  <a:cubicBezTo>
                    <a:pt x="859" y="9"/>
                    <a:pt x="842" y="17"/>
                    <a:pt x="834" y="17"/>
                  </a:cubicBezTo>
                  <a:cubicBezTo>
                    <a:pt x="722" y="60"/>
                    <a:pt x="610" y="69"/>
                    <a:pt x="499" y="95"/>
                  </a:cubicBezTo>
                  <a:cubicBezTo>
                    <a:pt x="456" y="103"/>
                    <a:pt x="421" y="112"/>
                    <a:pt x="387" y="138"/>
                  </a:cubicBezTo>
                  <a:cubicBezTo>
                    <a:pt x="353" y="163"/>
                    <a:pt x="327" y="181"/>
                    <a:pt x="292" y="198"/>
                  </a:cubicBezTo>
                  <a:cubicBezTo>
                    <a:pt x="275" y="198"/>
                    <a:pt x="258" y="206"/>
                    <a:pt x="241" y="206"/>
                  </a:cubicBezTo>
                  <a:cubicBezTo>
                    <a:pt x="224" y="206"/>
                    <a:pt x="207" y="198"/>
                    <a:pt x="198" y="198"/>
                  </a:cubicBezTo>
                  <a:cubicBezTo>
                    <a:pt x="181" y="198"/>
                    <a:pt x="164" y="198"/>
                    <a:pt x="146" y="198"/>
                  </a:cubicBezTo>
                  <a:cubicBezTo>
                    <a:pt x="146" y="198"/>
                    <a:pt x="138" y="198"/>
                    <a:pt x="129" y="198"/>
                  </a:cubicBezTo>
                  <a:cubicBezTo>
                    <a:pt x="95" y="198"/>
                    <a:pt x="60" y="206"/>
                    <a:pt x="26" y="206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8" name="Google Shape;1298;p17"/>
            <p:cNvSpPr/>
            <p:nvPr/>
          </p:nvSpPr>
          <p:spPr>
            <a:xfrm>
              <a:off x="5741975" y="1376200"/>
              <a:ext cx="9475" cy="9700"/>
            </a:xfrm>
            <a:custGeom>
              <a:avLst/>
              <a:gdLst/>
              <a:ahLst/>
              <a:cxnLst/>
              <a:rect l="l" t="t" r="r" b="b"/>
              <a:pathLst>
                <a:path w="379" h="388" extrusionOk="0">
                  <a:moveTo>
                    <a:pt x="1" y="388"/>
                  </a:moveTo>
                  <a:cubicBezTo>
                    <a:pt x="1" y="379"/>
                    <a:pt x="1" y="379"/>
                    <a:pt x="9" y="379"/>
                  </a:cubicBezTo>
                  <a:cubicBezTo>
                    <a:pt x="78" y="319"/>
                    <a:pt x="121" y="310"/>
                    <a:pt x="190" y="259"/>
                  </a:cubicBezTo>
                  <a:cubicBezTo>
                    <a:pt x="215" y="233"/>
                    <a:pt x="224" y="233"/>
                    <a:pt x="241" y="199"/>
                  </a:cubicBezTo>
                  <a:cubicBezTo>
                    <a:pt x="258" y="164"/>
                    <a:pt x="284" y="130"/>
                    <a:pt x="301" y="95"/>
                  </a:cubicBezTo>
                  <a:cubicBezTo>
                    <a:pt x="319" y="52"/>
                    <a:pt x="370" y="52"/>
                    <a:pt x="370" y="10"/>
                  </a:cubicBezTo>
                  <a:cubicBezTo>
                    <a:pt x="379" y="10"/>
                    <a:pt x="379" y="1"/>
                    <a:pt x="379" y="1"/>
                  </a:cubicBezTo>
                  <a:cubicBezTo>
                    <a:pt x="379" y="1"/>
                    <a:pt x="379" y="10"/>
                    <a:pt x="370" y="10"/>
                  </a:cubicBezTo>
                  <a:cubicBezTo>
                    <a:pt x="370" y="52"/>
                    <a:pt x="319" y="52"/>
                    <a:pt x="301" y="95"/>
                  </a:cubicBezTo>
                  <a:cubicBezTo>
                    <a:pt x="284" y="130"/>
                    <a:pt x="258" y="164"/>
                    <a:pt x="241" y="199"/>
                  </a:cubicBezTo>
                  <a:cubicBezTo>
                    <a:pt x="224" y="233"/>
                    <a:pt x="215" y="233"/>
                    <a:pt x="190" y="259"/>
                  </a:cubicBezTo>
                  <a:cubicBezTo>
                    <a:pt x="121" y="310"/>
                    <a:pt x="78" y="319"/>
                    <a:pt x="9" y="379"/>
                  </a:cubicBezTo>
                  <a:cubicBezTo>
                    <a:pt x="1" y="379"/>
                    <a:pt x="1" y="379"/>
                    <a:pt x="1" y="388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9" name="Google Shape;1299;p17"/>
            <p:cNvSpPr/>
            <p:nvPr/>
          </p:nvSpPr>
          <p:spPr>
            <a:xfrm>
              <a:off x="5748425" y="1286225"/>
              <a:ext cx="15475" cy="57575"/>
            </a:xfrm>
            <a:custGeom>
              <a:avLst/>
              <a:gdLst/>
              <a:ahLst/>
              <a:cxnLst/>
              <a:rect l="l" t="t" r="r" b="b"/>
              <a:pathLst>
                <a:path w="619" h="2303" extrusionOk="0">
                  <a:moveTo>
                    <a:pt x="619" y="2303"/>
                  </a:moveTo>
                  <a:cubicBezTo>
                    <a:pt x="610" y="2200"/>
                    <a:pt x="593" y="2071"/>
                    <a:pt x="550" y="1976"/>
                  </a:cubicBezTo>
                  <a:cubicBezTo>
                    <a:pt x="533" y="1942"/>
                    <a:pt x="507" y="1907"/>
                    <a:pt x="499" y="1873"/>
                  </a:cubicBezTo>
                  <a:cubicBezTo>
                    <a:pt x="507" y="1907"/>
                    <a:pt x="533" y="1942"/>
                    <a:pt x="550" y="1976"/>
                  </a:cubicBezTo>
                  <a:cubicBezTo>
                    <a:pt x="593" y="2071"/>
                    <a:pt x="610" y="2200"/>
                    <a:pt x="619" y="2303"/>
                  </a:cubicBezTo>
                  <a:close/>
                  <a:moveTo>
                    <a:pt x="95" y="129"/>
                  </a:moveTo>
                  <a:cubicBezTo>
                    <a:pt x="61" y="77"/>
                    <a:pt x="26" y="52"/>
                    <a:pt x="0" y="0"/>
                  </a:cubicBezTo>
                  <a:cubicBezTo>
                    <a:pt x="26" y="52"/>
                    <a:pt x="61" y="77"/>
                    <a:pt x="95" y="12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0" name="Google Shape;1300;p17"/>
            <p:cNvSpPr/>
            <p:nvPr/>
          </p:nvSpPr>
          <p:spPr>
            <a:xfrm>
              <a:off x="5718575" y="1271825"/>
              <a:ext cx="1950" cy="250"/>
            </a:xfrm>
            <a:custGeom>
              <a:avLst/>
              <a:gdLst/>
              <a:ahLst/>
              <a:cxnLst/>
              <a:rect l="l" t="t" r="r" b="b"/>
              <a:pathLst>
                <a:path w="78" h="10" extrusionOk="0">
                  <a:moveTo>
                    <a:pt x="78" y="9"/>
                  </a:moveTo>
                  <a:cubicBezTo>
                    <a:pt x="52" y="9"/>
                    <a:pt x="26" y="1"/>
                    <a:pt x="0" y="1"/>
                  </a:cubicBezTo>
                  <a:cubicBezTo>
                    <a:pt x="26" y="1"/>
                    <a:pt x="52" y="9"/>
                    <a:pt x="78" y="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1" name="Google Shape;1301;p17"/>
            <p:cNvSpPr/>
            <p:nvPr/>
          </p:nvSpPr>
          <p:spPr>
            <a:xfrm>
              <a:off x="5716850" y="1271400"/>
              <a:ext cx="1750" cy="450"/>
            </a:xfrm>
            <a:custGeom>
              <a:avLst/>
              <a:gdLst/>
              <a:ahLst/>
              <a:cxnLst/>
              <a:rect l="l" t="t" r="r" b="b"/>
              <a:pathLst>
                <a:path w="70" h="18" extrusionOk="0">
                  <a:moveTo>
                    <a:pt x="69" y="18"/>
                  </a:moveTo>
                  <a:lnTo>
                    <a:pt x="26" y="1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18"/>
                  </a:lnTo>
                  <a:lnTo>
                    <a:pt x="69" y="18"/>
                  </a:ln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2" name="Google Shape;1302;p17"/>
            <p:cNvSpPr/>
            <p:nvPr/>
          </p:nvSpPr>
          <p:spPr>
            <a:xfrm>
              <a:off x="5660350" y="1271175"/>
              <a:ext cx="104000" cy="125900"/>
            </a:xfrm>
            <a:custGeom>
              <a:avLst/>
              <a:gdLst/>
              <a:ahLst/>
              <a:cxnLst/>
              <a:rect l="l" t="t" r="r" b="b"/>
              <a:pathLst>
                <a:path w="4160" h="5036" extrusionOk="0">
                  <a:moveTo>
                    <a:pt x="2235" y="1"/>
                  </a:moveTo>
                  <a:cubicBezTo>
                    <a:pt x="2192" y="1"/>
                    <a:pt x="2123" y="52"/>
                    <a:pt x="2080" y="69"/>
                  </a:cubicBezTo>
                  <a:cubicBezTo>
                    <a:pt x="2028" y="87"/>
                    <a:pt x="1986" y="95"/>
                    <a:pt x="1943" y="95"/>
                  </a:cubicBezTo>
                  <a:cubicBezTo>
                    <a:pt x="1925" y="95"/>
                    <a:pt x="1908" y="95"/>
                    <a:pt x="1891" y="87"/>
                  </a:cubicBezTo>
                  <a:lnTo>
                    <a:pt x="1865" y="87"/>
                  </a:lnTo>
                  <a:cubicBezTo>
                    <a:pt x="1771" y="87"/>
                    <a:pt x="1685" y="130"/>
                    <a:pt x="1599" y="164"/>
                  </a:cubicBezTo>
                  <a:lnTo>
                    <a:pt x="1590" y="164"/>
                  </a:lnTo>
                  <a:cubicBezTo>
                    <a:pt x="1625" y="198"/>
                    <a:pt x="1659" y="224"/>
                    <a:pt x="1693" y="241"/>
                  </a:cubicBezTo>
                  <a:cubicBezTo>
                    <a:pt x="1719" y="241"/>
                    <a:pt x="1736" y="241"/>
                    <a:pt x="1754" y="258"/>
                  </a:cubicBezTo>
                  <a:cubicBezTo>
                    <a:pt x="1771" y="267"/>
                    <a:pt x="1779" y="293"/>
                    <a:pt x="1797" y="301"/>
                  </a:cubicBezTo>
                  <a:cubicBezTo>
                    <a:pt x="1831" y="327"/>
                    <a:pt x="1874" y="353"/>
                    <a:pt x="1908" y="362"/>
                  </a:cubicBezTo>
                  <a:cubicBezTo>
                    <a:pt x="1934" y="362"/>
                    <a:pt x="1951" y="353"/>
                    <a:pt x="1977" y="353"/>
                  </a:cubicBezTo>
                  <a:cubicBezTo>
                    <a:pt x="1994" y="353"/>
                    <a:pt x="2011" y="353"/>
                    <a:pt x="2028" y="362"/>
                  </a:cubicBezTo>
                  <a:cubicBezTo>
                    <a:pt x="2063" y="379"/>
                    <a:pt x="2089" y="405"/>
                    <a:pt x="2123" y="413"/>
                  </a:cubicBezTo>
                  <a:cubicBezTo>
                    <a:pt x="2157" y="430"/>
                    <a:pt x="2183" y="430"/>
                    <a:pt x="2209" y="447"/>
                  </a:cubicBezTo>
                  <a:cubicBezTo>
                    <a:pt x="2278" y="499"/>
                    <a:pt x="2338" y="559"/>
                    <a:pt x="2398" y="619"/>
                  </a:cubicBezTo>
                  <a:cubicBezTo>
                    <a:pt x="2458" y="671"/>
                    <a:pt x="2518" y="740"/>
                    <a:pt x="2587" y="783"/>
                  </a:cubicBezTo>
                  <a:cubicBezTo>
                    <a:pt x="2647" y="817"/>
                    <a:pt x="2707" y="843"/>
                    <a:pt x="2776" y="877"/>
                  </a:cubicBezTo>
                  <a:cubicBezTo>
                    <a:pt x="2827" y="903"/>
                    <a:pt x="2888" y="937"/>
                    <a:pt x="2939" y="980"/>
                  </a:cubicBezTo>
                  <a:cubicBezTo>
                    <a:pt x="2982" y="1006"/>
                    <a:pt x="3017" y="1040"/>
                    <a:pt x="3059" y="1075"/>
                  </a:cubicBezTo>
                  <a:cubicBezTo>
                    <a:pt x="3094" y="1109"/>
                    <a:pt x="3137" y="1135"/>
                    <a:pt x="3180" y="1161"/>
                  </a:cubicBezTo>
                  <a:cubicBezTo>
                    <a:pt x="3206" y="1186"/>
                    <a:pt x="3223" y="1229"/>
                    <a:pt x="3240" y="1264"/>
                  </a:cubicBezTo>
                  <a:cubicBezTo>
                    <a:pt x="3291" y="1367"/>
                    <a:pt x="3309" y="1470"/>
                    <a:pt x="3326" y="1582"/>
                  </a:cubicBezTo>
                  <a:cubicBezTo>
                    <a:pt x="3334" y="1633"/>
                    <a:pt x="3352" y="1676"/>
                    <a:pt x="3343" y="1728"/>
                  </a:cubicBezTo>
                  <a:cubicBezTo>
                    <a:pt x="3343" y="1745"/>
                    <a:pt x="3343" y="1762"/>
                    <a:pt x="3343" y="1779"/>
                  </a:cubicBezTo>
                  <a:cubicBezTo>
                    <a:pt x="3343" y="1822"/>
                    <a:pt x="3334" y="1831"/>
                    <a:pt x="3317" y="1865"/>
                  </a:cubicBezTo>
                  <a:cubicBezTo>
                    <a:pt x="3309" y="1908"/>
                    <a:pt x="3317" y="1960"/>
                    <a:pt x="3317" y="2003"/>
                  </a:cubicBezTo>
                  <a:cubicBezTo>
                    <a:pt x="3317" y="2020"/>
                    <a:pt x="3309" y="2045"/>
                    <a:pt x="3317" y="2071"/>
                  </a:cubicBezTo>
                  <a:cubicBezTo>
                    <a:pt x="3317" y="2097"/>
                    <a:pt x="3334" y="2123"/>
                    <a:pt x="3334" y="2149"/>
                  </a:cubicBezTo>
                  <a:cubicBezTo>
                    <a:pt x="3334" y="2166"/>
                    <a:pt x="3326" y="2183"/>
                    <a:pt x="3317" y="2200"/>
                  </a:cubicBezTo>
                  <a:cubicBezTo>
                    <a:pt x="3317" y="2226"/>
                    <a:pt x="3317" y="2243"/>
                    <a:pt x="3309" y="2269"/>
                  </a:cubicBezTo>
                  <a:cubicBezTo>
                    <a:pt x="3300" y="2286"/>
                    <a:pt x="3300" y="2295"/>
                    <a:pt x="3291" y="2303"/>
                  </a:cubicBezTo>
                  <a:cubicBezTo>
                    <a:pt x="3274" y="2338"/>
                    <a:pt x="3283" y="2381"/>
                    <a:pt x="3283" y="2415"/>
                  </a:cubicBezTo>
                  <a:cubicBezTo>
                    <a:pt x="3274" y="2441"/>
                    <a:pt x="3266" y="2458"/>
                    <a:pt x="3266" y="2484"/>
                  </a:cubicBezTo>
                  <a:cubicBezTo>
                    <a:pt x="3266" y="2518"/>
                    <a:pt x="3240" y="2561"/>
                    <a:pt x="3248" y="2604"/>
                  </a:cubicBezTo>
                  <a:cubicBezTo>
                    <a:pt x="3248" y="2655"/>
                    <a:pt x="3300" y="2716"/>
                    <a:pt x="3317" y="2767"/>
                  </a:cubicBezTo>
                  <a:cubicBezTo>
                    <a:pt x="3334" y="2802"/>
                    <a:pt x="3334" y="2819"/>
                    <a:pt x="3334" y="2853"/>
                  </a:cubicBezTo>
                  <a:cubicBezTo>
                    <a:pt x="3326" y="2887"/>
                    <a:pt x="3317" y="2905"/>
                    <a:pt x="3309" y="2939"/>
                  </a:cubicBezTo>
                  <a:cubicBezTo>
                    <a:pt x="3291" y="2991"/>
                    <a:pt x="3291" y="3051"/>
                    <a:pt x="3274" y="3102"/>
                  </a:cubicBezTo>
                  <a:cubicBezTo>
                    <a:pt x="3248" y="3154"/>
                    <a:pt x="3214" y="3197"/>
                    <a:pt x="3206" y="3248"/>
                  </a:cubicBezTo>
                  <a:cubicBezTo>
                    <a:pt x="3188" y="3291"/>
                    <a:pt x="3171" y="3343"/>
                    <a:pt x="3163" y="3386"/>
                  </a:cubicBezTo>
                  <a:cubicBezTo>
                    <a:pt x="3145" y="3429"/>
                    <a:pt x="3128" y="3480"/>
                    <a:pt x="3111" y="3523"/>
                  </a:cubicBezTo>
                  <a:cubicBezTo>
                    <a:pt x="3102" y="3601"/>
                    <a:pt x="3085" y="3669"/>
                    <a:pt x="3042" y="3729"/>
                  </a:cubicBezTo>
                  <a:cubicBezTo>
                    <a:pt x="3017" y="3772"/>
                    <a:pt x="2982" y="3824"/>
                    <a:pt x="2974" y="3875"/>
                  </a:cubicBezTo>
                  <a:cubicBezTo>
                    <a:pt x="2965" y="3970"/>
                    <a:pt x="2939" y="4064"/>
                    <a:pt x="2870" y="4133"/>
                  </a:cubicBezTo>
                  <a:cubicBezTo>
                    <a:pt x="2827" y="4176"/>
                    <a:pt x="2776" y="4211"/>
                    <a:pt x="2733" y="4262"/>
                  </a:cubicBezTo>
                  <a:cubicBezTo>
                    <a:pt x="2707" y="4288"/>
                    <a:pt x="2699" y="4322"/>
                    <a:pt x="2681" y="4357"/>
                  </a:cubicBezTo>
                  <a:cubicBezTo>
                    <a:pt x="2664" y="4382"/>
                    <a:pt x="2647" y="4408"/>
                    <a:pt x="2638" y="4425"/>
                  </a:cubicBezTo>
                  <a:cubicBezTo>
                    <a:pt x="2630" y="4442"/>
                    <a:pt x="2613" y="4451"/>
                    <a:pt x="2604" y="4468"/>
                  </a:cubicBezTo>
                  <a:cubicBezTo>
                    <a:pt x="2596" y="4477"/>
                    <a:pt x="2587" y="4477"/>
                    <a:pt x="2587" y="4477"/>
                  </a:cubicBezTo>
                  <a:cubicBezTo>
                    <a:pt x="2570" y="4477"/>
                    <a:pt x="2561" y="4468"/>
                    <a:pt x="2553" y="4468"/>
                  </a:cubicBezTo>
                  <a:cubicBezTo>
                    <a:pt x="2544" y="4468"/>
                    <a:pt x="2527" y="4460"/>
                    <a:pt x="2518" y="4460"/>
                  </a:cubicBezTo>
                  <a:cubicBezTo>
                    <a:pt x="2510" y="4460"/>
                    <a:pt x="2510" y="4460"/>
                    <a:pt x="2501" y="4468"/>
                  </a:cubicBezTo>
                  <a:cubicBezTo>
                    <a:pt x="2492" y="4477"/>
                    <a:pt x="2492" y="4477"/>
                    <a:pt x="2484" y="4477"/>
                  </a:cubicBezTo>
                  <a:cubicBezTo>
                    <a:pt x="2492" y="4494"/>
                    <a:pt x="2501" y="4503"/>
                    <a:pt x="2501" y="4520"/>
                  </a:cubicBezTo>
                  <a:cubicBezTo>
                    <a:pt x="2492" y="4546"/>
                    <a:pt x="2441" y="4554"/>
                    <a:pt x="2407" y="4554"/>
                  </a:cubicBezTo>
                  <a:lnTo>
                    <a:pt x="2398" y="4554"/>
                  </a:lnTo>
                  <a:cubicBezTo>
                    <a:pt x="2346" y="4546"/>
                    <a:pt x="2303" y="4537"/>
                    <a:pt x="2252" y="4528"/>
                  </a:cubicBezTo>
                  <a:lnTo>
                    <a:pt x="2235" y="4528"/>
                  </a:lnTo>
                  <a:cubicBezTo>
                    <a:pt x="2200" y="4528"/>
                    <a:pt x="2183" y="4537"/>
                    <a:pt x="2157" y="4554"/>
                  </a:cubicBezTo>
                  <a:cubicBezTo>
                    <a:pt x="2132" y="4563"/>
                    <a:pt x="2106" y="4580"/>
                    <a:pt x="2089" y="4589"/>
                  </a:cubicBezTo>
                  <a:cubicBezTo>
                    <a:pt x="2054" y="4614"/>
                    <a:pt x="2011" y="4614"/>
                    <a:pt x="1968" y="4631"/>
                  </a:cubicBezTo>
                  <a:cubicBezTo>
                    <a:pt x="1951" y="4640"/>
                    <a:pt x="1934" y="4649"/>
                    <a:pt x="1925" y="4649"/>
                  </a:cubicBezTo>
                  <a:cubicBezTo>
                    <a:pt x="1908" y="4649"/>
                    <a:pt x="1891" y="4640"/>
                    <a:pt x="1865" y="4631"/>
                  </a:cubicBezTo>
                  <a:cubicBezTo>
                    <a:pt x="1822" y="4623"/>
                    <a:pt x="1771" y="4623"/>
                    <a:pt x="1736" y="4606"/>
                  </a:cubicBezTo>
                  <a:cubicBezTo>
                    <a:pt x="1702" y="4597"/>
                    <a:pt x="1685" y="4571"/>
                    <a:pt x="1650" y="4563"/>
                  </a:cubicBezTo>
                  <a:cubicBezTo>
                    <a:pt x="1608" y="4537"/>
                    <a:pt x="1556" y="4520"/>
                    <a:pt x="1504" y="4494"/>
                  </a:cubicBezTo>
                  <a:cubicBezTo>
                    <a:pt x="1496" y="4503"/>
                    <a:pt x="1487" y="4503"/>
                    <a:pt x="1479" y="4503"/>
                  </a:cubicBezTo>
                  <a:cubicBezTo>
                    <a:pt x="1479" y="4503"/>
                    <a:pt x="1470" y="4503"/>
                    <a:pt x="1461" y="4494"/>
                  </a:cubicBezTo>
                  <a:lnTo>
                    <a:pt x="1436" y="4494"/>
                  </a:lnTo>
                  <a:cubicBezTo>
                    <a:pt x="1419" y="4494"/>
                    <a:pt x="1401" y="4494"/>
                    <a:pt x="1384" y="4503"/>
                  </a:cubicBezTo>
                  <a:lnTo>
                    <a:pt x="1341" y="4503"/>
                  </a:lnTo>
                  <a:cubicBezTo>
                    <a:pt x="1315" y="4503"/>
                    <a:pt x="1298" y="4503"/>
                    <a:pt x="1281" y="4485"/>
                  </a:cubicBezTo>
                  <a:lnTo>
                    <a:pt x="1169" y="4485"/>
                  </a:lnTo>
                  <a:cubicBezTo>
                    <a:pt x="1144" y="4485"/>
                    <a:pt x="1126" y="4485"/>
                    <a:pt x="1109" y="4468"/>
                  </a:cubicBezTo>
                  <a:cubicBezTo>
                    <a:pt x="1066" y="4434"/>
                    <a:pt x="1040" y="4408"/>
                    <a:pt x="980" y="4391"/>
                  </a:cubicBezTo>
                  <a:cubicBezTo>
                    <a:pt x="937" y="4382"/>
                    <a:pt x="912" y="4348"/>
                    <a:pt x="877" y="4314"/>
                  </a:cubicBezTo>
                  <a:cubicBezTo>
                    <a:pt x="851" y="4296"/>
                    <a:pt x="766" y="4305"/>
                    <a:pt x="748" y="4279"/>
                  </a:cubicBezTo>
                  <a:cubicBezTo>
                    <a:pt x="731" y="4262"/>
                    <a:pt x="577" y="4159"/>
                    <a:pt x="568" y="4142"/>
                  </a:cubicBezTo>
                  <a:cubicBezTo>
                    <a:pt x="551" y="4116"/>
                    <a:pt x="542" y="4090"/>
                    <a:pt x="525" y="4056"/>
                  </a:cubicBezTo>
                  <a:cubicBezTo>
                    <a:pt x="482" y="4004"/>
                    <a:pt x="430" y="3961"/>
                    <a:pt x="396" y="3910"/>
                  </a:cubicBezTo>
                  <a:cubicBezTo>
                    <a:pt x="353" y="3858"/>
                    <a:pt x="319" y="3815"/>
                    <a:pt x="267" y="3781"/>
                  </a:cubicBezTo>
                  <a:cubicBezTo>
                    <a:pt x="207" y="3729"/>
                    <a:pt x="259" y="3618"/>
                    <a:pt x="207" y="3558"/>
                  </a:cubicBezTo>
                  <a:lnTo>
                    <a:pt x="181" y="3523"/>
                  </a:lnTo>
                  <a:cubicBezTo>
                    <a:pt x="156" y="3506"/>
                    <a:pt x="138" y="3506"/>
                    <a:pt x="113" y="3497"/>
                  </a:cubicBezTo>
                  <a:cubicBezTo>
                    <a:pt x="78" y="3480"/>
                    <a:pt x="78" y="3480"/>
                    <a:pt x="52" y="3454"/>
                  </a:cubicBezTo>
                  <a:cubicBezTo>
                    <a:pt x="35" y="3437"/>
                    <a:pt x="18" y="3420"/>
                    <a:pt x="1" y="3412"/>
                  </a:cubicBezTo>
                  <a:lnTo>
                    <a:pt x="1" y="3412"/>
                  </a:lnTo>
                  <a:cubicBezTo>
                    <a:pt x="10" y="3446"/>
                    <a:pt x="10" y="3472"/>
                    <a:pt x="18" y="3506"/>
                  </a:cubicBezTo>
                  <a:cubicBezTo>
                    <a:pt x="44" y="3618"/>
                    <a:pt x="95" y="3729"/>
                    <a:pt x="181" y="3798"/>
                  </a:cubicBezTo>
                  <a:cubicBezTo>
                    <a:pt x="216" y="3824"/>
                    <a:pt x="241" y="3850"/>
                    <a:pt x="267" y="3893"/>
                  </a:cubicBezTo>
                  <a:cubicBezTo>
                    <a:pt x="302" y="3961"/>
                    <a:pt x="319" y="3987"/>
                    <a:pt x="379" y="4039"/>
                  </a:cubicBezTo>
                  <a:lnTo>
                    <a:pt x="388" y="4039"/>
                  </a:lnTo>
                  <a:cubicBezTo>
                    <a:pt x="482" y="4107"/>
                    <a:pt x="499" y="4228"/>
                    <a:pt x="559" y="4314"/>
                  </a:cubicBezTo>
                  <a:cubicBezTo>
                    <a:pt x="585" y="4348"/>
                    <a:pt x="611" y="4391"/>
                    <a:pt x="645" y="4408"/>
                  </a:cubicBezTo>
                  <a:cubicBezTo>
                    <a:pt x="714" y="4434"/>
                    <a:pt x="783" y="4417"/>
                    <a:pt x="851" y="4460"/>
                  </a:cubicBezTo>
                  <a:cubicBezTo>
                    <a:pt x="894" y="4485"/>
                    <a:pt x="937" y="4520"/>
                    <a:pt x="980" y="4546"/>
                  </a:cubicBezTo>
                  <a:cubicBezTo>
                    <a:pt x="1032" y="4580"/>
                    <a:pt x="1101" y="4623"/>
                    <a:pt x="1144" y="4674"/>
                  </a:cubicBezTo>
                  <a:cubicBezTo>
                    <a:pt x="1152" y="4683"/>
                    <a:pt x="1161" y="4700"/>
                    <a:pt x="1161" y="4709"/>
                  </a:cubicBezTo>
                  <a:cubicBezTo>
                    <a:pt x="1221" y="4786"/>
                    <a:pt x="1272" y="4846"/>
                    <a:pt x="1376" y="4889"/>
                  </a:cubicBezTo>
                  <a:cubicBezTo>
                    <a:pt x="1479" y="4932"/>
                    <a:pt x="1573" y="4958"/>
                    <a:pt x="1676" y="4975"/>
                  </a:cubicBezTo>
                  <a:lnTo>
                    <a:pt x="1702" y="4975"/>
                  </a:lnTo>
                  <a:cubicBezTo>
                    <a:pt x="1745" y="4984"/>
                    <a:pt x="1788" y="4984"/>
                    <a:pt x="1831" y="4992"/>
                  </a:cubicBezTo>
                  <a:cubicBezTo>
                    <a:pt x="1865" y="5001"/>
                    <a:pt x="1900" y="5018"/>
                    <a:pt x="1934" y="5027"/>
                  </a:cubicBezTo>
                  <a:cubicBezTo>
                    <a:pt x="1943" y="5027"/>
                    <a:pt x="1951" y="5035"/>
                    <a:pt x="1968" y="5035"/>
                  </a:cubicBezTo>
                  <a:lnTo>
                    <a:pt x="1994" y="5035"/>
                  </a:lnTo>
                  <a:cubicBezTo>
                    <a:pt x="2028" y="5035"/>
                    <a:pt x="2063" y="5027"/>
                    <a:pt x="2097" y="5027"/>
                  </a:cubicBezTo>
                  <a:lnTo>
                    <a:pt x="2166" y="5027"/>
                  </a:lnTo>
                  <a:cubicBezTo>
                    <a:pt x="2175" y="5027"/>
                    <a:pt x="2192" y="5035"/>
                    <a:pt x="2209" y="5035"/>
                  </a:cubicBezTo>
                  <a:cubicBezTo>
                    <a:pt x="2226" y="5035"/>
                    <a:pt x="2243" y="5027"/>
                    <a:pt x="2260" y="5027"/>
                  </a:cubicBezTo>
                  <a:cubicBezTo>
                    <a:pt x="2295" y="5010"/>
                    <a:pt x="2321" y="4992"/>
                    <a:pt x="2355" y="4967"/>
                  </a:cubicBezTo>
                  <a:cubicBezTo>
                    <a:pt x="2389" y="4941"/>
                    <a:pt x="2424" y="4932"/>
                    <a:pt x="2467" y="4924"/>
                  </a:cubicBezTo>
                  <a:cubicBezTo>
                    <a:pt x="2578" y="4898"/>
                    <a:pt x="2690" y="4889"/>
                    <a:pt x="2802" y="4846"/>
                  </a:cubicBezTo>
                  <a:cubicBezTo>
                    <a:pt x="2810" y="4846"/>
                    <a:pt x="2827" y="4838"/>
                    <a:pt x="2845" y="4829"/>
                  </a:cubicBezTo>
                  <a:cubicBezTo>
                    <a:pt x="2922" y="4803"/>
                    <a:pt x="2999" y="4769"/>
                    <a:pt x="3085" y="4743"/>
                  </a:cubicBezTo>
                  <a:cubicBezTo>
                    <a:pt x="3171" y="4726"/>
                    <a:pt x="3206" y="4640"/>
                    <a:pt x="3266" y="4589"/>
                  </a:cubicBezTo>
                  <a:cubicBezTo>
                    <a:pt x="3266" y="4580"/>
                    <a:pt x="3266" y="4580"/>
                    <a:pt x="3274" y="4580"/>
                  </a:cubicBezTo>
                  <a:cubicBezTo>
                    <a:pt x="3343" y="4520"/>
                    <a:pt x="3386" y="4511"/>
                    <a:pt x="3455" y="4460"/>
                  </a:cubicBezTo>
                  <a:cubicBezTo>
                    <a:pt x="3480" y="4434"/>
                    <a:pt x="3489" y="4434"/>
                    <a:pt x="3506" y="4400"/>
                  </a:cubicBezTo>
                  <a:cubicBezTo>
                    <a:pt x="3523" y="4365"/>
                    <a:pt x="3549" y="4331"/>
                    <a:pt x="3566" y="4296"/>
                  </a:cubicBezTo>
                  <a:cubicBezTo>
                    <a:pt x="3584" y="4253"/>
                    <a:pt x="3635" y="4253"/>
                    <a:pt x="3635" y="4211"/>
                  </a:cubicBezTo>
                  <a:cubicBezTo>
                    <a:pt x="3644" y="4211"/>
                    <a:pt x="3644" y="4202"/>
                    <a:pt x="3644" y="4202"/>
                  </a:cubicBezTo>
                  <a:cubicBezTo>
                    <a:pt x="3644" y="4168"/>
                    <a:pt x="3661" y="4142"/>
                    <a:pt x="3678" y="4099"/>
                  </a:cubicBezTo>
                  <a:cubicBezTo>
                    <a:pt x="3695" y="4039"/>
                    <a:pt x="3712" y="3970"/>
                    <a:pt x="3730" y="3901"/>
                  </a:cubicBezTo>
                  <a:cubicBezTo>
                    <a:pt x="3747" y="3867"/>
                    <a:pt x="3781" y="3815"/>
                    <a:pt x="3807" y="3772"/>
                  </a:cubicBezTo>
                  <a:cubicBezTo>
                    <a:pt x="3858" y="3686"/>
                    <a:pt x="3901" y="3592"/>
                    <a:pt x="3944" y="3506"/>
                  </a:cubicBezTo>
                  <a:cubicBezTo>
                    <a:pt x="4013" y="3360"/>
                    <a:pt x="4159" y="3180"/>
                    <a:pt x="4159" y="3008"/>
                  </a:cubicBezTo>
                  <a:cubicBezTo>
                    <a:pt x="4159" y="2991"/>
                    <a:pt x="4151" y="2973"/>
                    <a:pt x="4151" y="2956"/>
                  </a:cubicBezTo>
                  <a:cubicBezTo>
                    <a:pt x="4151" y="2939"/>
                    <a:pt x="4151" y="2922"/>
                    <a:pt x="4142" y="2905"/>
                  </a:cubicBezTo>
                  <a:cubicBezTo>
                    <a:pt x="4133" y="2802"/>
                    <a:pt x="4116" y="2673"/>
                    <a:pt x="4073" y="2578"/>
                  </a:cubicBezTo>
                  <a:cubicBezTo>
                    <a:pt x="4056" y="2544"/>
                    <a:pt x="4030" y="2509"/>
                    <a:pt x="4022" y="2475"/>
                  </a:cubicBezTo>
                  <a:cubicBezTo>
                    <a:pt x="4022" y="2466"/>
                    <a:pt x="4022" y="2458"/>
                    <a:pt x="4022" y="2458"/>
                  </a:cubicBezTo>
                  <a:cubicBezTo>
                    <a:pt x="4022" y="2449"/>
                    <a:pt x="4022" y="2441"/>
                    <a:pt x="4022" y="2424"/>
                  </a:cubicBezTo>
                  <a:lnTo>
                    <a:pt x="4022" y="2415"/>
                  </a:lnTo>
                  <a:cubicBezTo>
                    <a:pt x="4022" y="2338"/>
                    <a:pt x="4047" y="2252"/>
                    <a:pt x="4056" y="2183"/>
                  </a:cubicBezTo>
                  <a:cubicBezTo>
                    <a:pt x="4073" y="2080"/>
                    <a:pt x="4065" y="2011"/>
                    <a:pt x="4039" y="1908"/>
                  </a:cubicBezTo>
                  <a:cubicBezTo>
                    <a:pt x="4022" y="1831"/>
                    <a:pt x="4030" y="1753"/>
                    <a:pt x="4013" y="1667"/>
                  </a:cubicBezTo>
                  <a:cubicBezTo>
                    <a:pt x="3996" y="1530"/>
                    <a:pt x="3962" y="1367"/>
                    <a:pt x="3876" y="1255"/>
                  </a:cubicBezTo>
                  <a:cubicBezTo>
                    <a:pt x="3841" y="1212"/>
                    <a:pt x="3798" y="1204"/>
                    <a:pt x="3755" y="1169"/>
                  </a:cubicBezTo>
                  <a:cubicBezTo>
                    <a:pt x="3730" y="1152"/>
                    <a:pt x="3695" y="1100"/>
                    <a:pt x="3678" y="1066"/>
                  </a:cubicBezTo>
                  <a:cubicBezTo>
                    <a:pt x="3644" y="1023"/>
                    <a:pt x="3626" y="963"/>
                    <a:pt x="3626" y="911"/>
                  </a:cubicBezTo>
                  <a:cubicBezTo>
                    <a:pt x="3626" y="903"/>
                    <a:pt x="3626" y="894"/>
                    <a:pt x="3626" y="894"/>
                  </a:cubicBezTo>
                  <a:cubicBezTo>
                    <a:pt x="3626" y="860"/>
                    <a:pt x="3635" y="834"/>
                    <a:pt x="3635" y="800"/>
                  </a:cubicBezTo>
                  <a:cubicBezTo>
                    <a:pt x="3635" y="774"/>
                    <a:pt x="3635" y="748"/>
                    <a:pt x="3618" y="731"/>
                  </a:cubicBezTo>
                  <a:cubicBezTo>
                    <a:pt x="3584" y="679"/>
                    <a:pt x="3549" y="654"/>
                    <a:pt x="3523" y="602"/>
                  </a:cubicBezTo>
                  <a:cubicBezTo>
                    <a:pt x="3489" y="533"/>
                    <a:pt x="3463" y="508"/>
                    <a:pt x="3412" y="465"/>
                  </a:cubicBezTo>
                  <a:cubicBezTo>
                    <a:pt x="3317" y="396"/>
                    <a:pt x="3223" y="336"/>
                    <a:pt x="3120" y="276"/>
                  </a:cubicBezTo>
                  <a:cubicBezTo>
                    <a:pt x="3077" y="250"/>
                    <a:pt x="3034" y="258"/>
                    <a:pt x="2974" y="241"/>
                  </a:cubicBezTo>
                  <a:cubicBezTo>
                    <a:pt x="2939" y="224"/>
                    <a:pt x="2870" y="181"/>
                    <a:pt x="2853" y="181"/>
                  </a:cubicBezTo>
                  <a:lnTo>
                    <a:pt x="2810" y="181"/>
                  </a:lnTo>
                  <a:cubicBezTo>
                    <a:pt x="2767" y="181"/>
                    <a:pt x="2733" y="164"/>
                    <a:pt x="2690" y="121"/>
                  </a:cubicBezTo>
                  <a:cubicBezTo>
                    <a:pt x="2656" y="87"/>
                    <a:pt x="2630" y="52"/>
                    <a:pt x="2578" y="44"/>
                  </a:cubicBezTo>
                  <a:cubicBezTo>
                    <a:pt x="2544" y="35"/>
                    <a:pt x="2510" y="35"/>
                    <a:pt x="2467" y="35"/>
                  </a:cubicBezTo>
                  <a:lnTo>
                    <a:pt x="2407" y="35"/>
                  </a:lnTo>
                  <a:cubicBezTo>
                    <a:pt x="2381" y="35"/>
                    <a:pt x="2355" y="27"/>
                    <a:pt x="2329" y="27"/>
                  </a:cubicBezTo>
                  <a:lnTo>
                    <a:pt x="2286" y="27"/>
                  </a:lnTo>
                  <a:lnTo>
                    <a:pt x="2260" y="9"/>
                  </a:lnTo>
                  <a:lnTo>
                    <a:pt x="2243" y="1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3" name="Google Shape;1303;p17"/>
            <p:cNvSpPr/>
            <p:nvPr/>
          </p:nvSpPr>
          <p:spPr>
            <a:xfrm>
              <a:off x="5707825" y="1323600"/>
              <a:ext cx="40625" cy="50275"/>
            </a:xfrm>
            <a:custGeom>
              <a:avLst/>
              <a:gdLst/>
              <a:ahLst/>
              <a:cxnLst/>
              <a:rect l="l" t="t" r="r" b="b"/>
              <a:pathLst>
                <a:path w="1625" h="2011" extrusionOk="0">
                  <a:moveTo>
                    <a:pt x="1186" y="0"/>
                  </a:moveTo>
                  <a:lnTo>
                    <a:pt x="1178" y="34"/>
                  </a:lnTo>
                  <a:lnTo>
                    <a:pt x="1186" y="43"/>
                  </a:lnTo>
                  <a:cubicBezTo>
                    <a:pt x="1195" y="60"/>
                    <a:pt x="1203" y="69"/>
                    <a:pt x="1212" y="77"/>
                  </a:cubicBezTo>
                  <a:cubicBezTo>
                    <a:pt x="1229" y="95"/>
                    <a:pt x="1246" y="112"/>
                    <a:pt x="1272" y="137"/>
                  </a:cubicBezTo>
                  <a:cubicBezTo>
                    <a:pt x="1281" y="146"/>
                    <a:pt x="1289" y="163"/>
                    <a:pt x="1307" y="163"/>
                  </a:cubicBezTo>
                  <a:cubicBezTo>
                    <a:pt x="1324" y="180"/>
                    <a:pt x="1341" y="180"/>
                    <a:pt x="1367" y="189"/>
                  </a:cubicBezTo>
                  <a:cubicBezTo>
                    <a:pt x="1384" y="198"/>
                    <a:pt x="1401" y="206"/>
                    <a:pt x="1418" y="223"/>
                  </a:cubicBezTo>
                  <a:cubicBezTo>
                    <a:pt x="1427" y="241"/>
                    <a:pt x="1435" y="258"/>
                    <a:pt x="1435" y="275"/>
                  </a:cubicBezTo>
                  <a:cubicBezTo>
                    <a:pt x="1435" y="301"/>
                    <a:pt x="1427" y="327"/>
                    <a:pt x="1427" y="352"/>
                  </a:cubicBezTo>
                  <a:cubicBezTo>
                    <a:pt x="1418" y="378"/>
                    <a:pt x="1418" y="395"/>
                    <a:pt x="1418" y="421"/>
                  </a:cubicBezTo>
                  <a:cubicBezTo>
                    <a:pt x="1410" y="473"/>
                    <a:pt x="1401" y="524"/>
                    <a:pt x="1384" y="567"/>
                  </a:cubicBezTo>
                  <a:cubicBezTo>
                    <a:pt x="1375" y="593"/>
                    <a:pt x="1367" y="610"/>
                    <a:pt x="1358" y="636"/>
                  </a:cubicBezTo>
                  <a:cubicBezTo>
                    <a:pt x="1349" y="653"/>
                    <a:pt x="1341" y="670"/>
                    <a:pt x="1332" y="687"/>
                  </a:cubicBezTo>
                  <a:cubicBezTo>
                    <a:pt x="1315" y="730"/>
                    <a:pt x="1289" y="773"/>
                    <a:pt x="1307" y="825"/>
                  </a:cubicBezTo>
                  <a:cubicBezTo>
                    <a:pt x="1315" y="859"/>
                    <a:pt x="1332" y="885"/>
                    <a:pt x="1332" y="928"/>
                  </a:cubicBezTo>
                  <a:lnTo>
                    <a:pt x="1332" y="954"/>
                  </a:lnTo>
                  <a:lnTo>
                    <a:pt x="1341" y="979"/>
                  </a:lnTo>
                  <a:lnTo>
                    <a:pt x="1332" y="1005"/>
                  </a:lnTo>
                  <a:cubicBezTo>
                    <a:pt x="1324" y="1031"/>
                    <a:pt x="1307" y="1048"/>
                    <a:pt x="1298" y="1074"/>
                  </a:cubicBezTo>
                  <a:cubicBezTo>
                    <a:pt x="1298" y="1091"/>
                    <a:pt x="1281" y="1108"/>
                    <a:pt x="1272" y="1117"/>
                  </a:cubicBezTo>
                  <a:lnTo>
                    <a:pt x="1255" y="1134"/>
                  </a:lnTo>
                  <a:lnTo>
                    <a:pt x="1238" y="1151"/>
                  </a:lnTo>
                  <a:cubicBezTo>
                    <a:pt x="1221" y="1186"/>
                    <a:pt x="1212" y="1220"/>
                    <a:pt x="1178" y="1246"/>
                  </a:cubicBezTo>
                  <a:cubicBezTo>
                    <a:pt x="1152" y="1263"/>
                    <a:pt x="1118" y="1263"/>
                    <a:pt x="1083" y="1272"/>
                  </a:cubicBezTo>
                  <a:cubicBezTo>
                    <a:pt x="1040" y="1280"/>
                    <a:pt x="989" y="1315"/>
                    <a:pt x="954" y="1340"/>
                  </a:cubicBezTo>
                  <a:cubicBezTo>
                    <a:pt x="920" y="1357"/>
                    <a:pt x="886" y="1383"/>
                    <a:pt x="868" y="1409"/>
                  </a:cubicBezTo>
                  <a:cubicBezTo>
                    <a:pt x="860" y="1435"/>
                    <a:pt x="860" y="1461"/>
                    <a:pt x="851" y="1486"/>
                  </a:cubicBezTo>
                  <a:cubicBezTo>
                    <a:pt x="843" y="1521"/>
                    <a:pt x="834" y="1555"/>
                    <a:pt x="808" y="1589"/>
                  </a:cubicBezTo>
                  <a:cubicBezTo>
                    <a:pt x="791" y="1615"/>
                    <a:pt x="757" y="1641"/>
                    <a:pt x="722" y="1658"/>
                  </a:cubicBezTo>
                  <a:cubicBezTo>
                    <a:pt x="705" y="1675"/>
                    <a:pt x="671" y="1693"/>
                    <a:pt x="654" y="1710"/>
                  </a:cubicBezTo>
                  <a:cubicBezTo>
                    <a:pt x="636" y="1727"/>
                    <a:pt x="628" y="1727"/>
                    <a:pt x="611" y="1744"/>
                  </a:cubicBezTo>
                  <a:cubicBezTo>
                    <a:pt x="585" y="1753"/>
                    <a:pt x="568" y="1770"/>
                    <a:pt x="542" y="1778"/>
                  </a:cubicBezTo>
                  <a:cubicBezTo>
                    <a:pt x="516" y="1796"/>
                    <a:pt x="482" y="1804"/>
                    <a:pt x="447" y="1813"/>
                  </a:cubicBezTo>
                  <a:cubicBezTo>
                    <a:pt x="422" y="1821"/>
                    <a:pt x="396" y="1830"/>
                    <a:pt x="361" y="1830"/>
                  </a:cubicBezTo>
                  <a:cubicBezTo>
                    <a:pt x="350" y="1830"/>
                    <a:pt x="335" y="1826"/>
                    <a:pt x="321" y="1826"/>
                  </a:cubicBezTo>
                  <a:cubicBezTo>
                    <a:pt x="314" y="1826"/>
                    <a:pt x="307" y="1827"/>
                    <a:pt x="301" y="1830"/>
                  </a:cubicBezTo>
                  <a:cubicBezTo>
                    <a:pt x="276" y="1830"/>
                    <a:pt x="258" y="1839"/>
                    <a:pt x="233" y="1847"/>
                  </a:cubicBezTo>
                  <a:cubicBezTo>
                    <a:pt x="207" y="1856"/>
                    <a:pt x="172" y="1856"/>
                    <a:pt x="147" y="1873"/>
                  </a:cubicBezTo>
                  <a:cubicBezTo>
                    <a:pt x="121" y="1890"/>
                    <a:pt x="95" y="1907"/>
                    <a:pt x="52" y="1916"/>
                  </a:cubicBezTo>
                  <a:lnTo>
                    <a:pt x="9" y="1933"/>
                  </a:lnTo>
                  <a:cubicBezTo>
                    <a:pt x="1" y="1950"/>
                    <a:pt x="9" y="1950"/>
                    <a:pt x="26" y="1967"/>
                  </a:cubicBezTo>
                  <a:cubicBezTo>
                    <a:pt x="44" y="1985"/>
                    <a:pt x="61" y="1993"/>
                    <a:pt x="87" y="2002"/>
                  </a:cubicBezTo>
                  <a:cubicBezTo>
                    <a:pt x="93" y="2005"/>
                    <a:pt x="100" y="2007"/>
                    <a:pt x="107" y="2007"/>
                  </a:cubicBezTo>
                  <a:cubicBezTo>
                    <a:pt x="134" y="2007"/>
                    <a:pt x="160" y="1983"/>
                    <a:pt x="181" y="1976"/>
                  </a:cubicBezTo>
                  <a:cubicBezTo>
                    <a:pt x="202" y="1965"/>
                    <a:pt x="230" y="1958"/>
                    <a:pt x="256" y="1958"/>
                  </a:cubicBezTo>
                  <a:cubicBezTo>
                    <a:pt x="273" y="1958"/>
                    <a:pt x="288" y="1961"/>
                    <a:pt x="301" y="1967"/>
                  </a:cubicBezTo>
                  <a:lnTo>
                    <a:pt x="327" y="1985"/>
                  </a:lnTo>
                  <a:lnTo>
                    <a:pt x="361" y="1985"/>
                  </a:lnTo>
                  <a:cubicBezTo>
                    <a:pt x="383" y="1989"/>
                    <a:pt x="404" y="1989"/>
                    <a:pt x="426" y="1989"/>
                  </a:cubicBezTo>
                  <a:cubicBezTo>
                    <a:pt x="447" y="1989"/>
                    <a:pt x="469" y="1989"/>
                    <a:pt x="490" y="1993"/>
                  </a:cubicBezTo>
                  <a:cubicBezTo>
                    <a:pt x="516" y="2002"/>
                    <a:pt x="542" y="2002"/>
                    <a:pt x="576" y="2002"/>
                  </a:cubicBezTo>
                  <a:cubicBezTo>
                    <a:pt x="585" y="2010"/>
                    <a:pt x="593" y="2010"/>
                    <a:pt x="611" y="2010"/>
                  </a:cubicBezTo>
                  <a:cubicBezTo>
                    <a:pt x="654" y="2010"/>
                    <a:pt x="671" y="2002"/>
                    <a:pt x="697" y="1993"/>
                  </a:cubicBezTo>
                  <a:cubicBezTo>
                    <a:pt x="722" y="1985"/>
                    <a:pt x="757" y="1985"/>
                    <a:pt x="774" y="1967"/>
                  </a:cubicBezTo>
                  <a:lnTo>
                    <a:pt x="791" y="1942"/>
                  </a:lnTo>
                  <a:cubicBezTo>
                    <a:pt x="800" y="1937"/>
                    <a:pt x="813" y="1937"/>
                    <a:pt x="825" y="1937"/>
                  </a:cubicBezTo>
                  <a:cubicBezTo>
                    <a:pt x="838" y="1937"/>
                    <a:pt x="851" y="1937"/>
                    <a:pt x="860" y="1933"/>
                  </a:cubicBezTo>
                  <a:cubicBezTo>
                    <a:pt x="886" y="1925"/>
                    <a:pt x="928" y="1925"/>
                    <a:pt x="954" y="1916"/>
                  </a:cubicBezTo>
                  <a:cubicBezTo>
                    <a:pt x="980" y="1907"/>
                    <a:pt x="997" y="1882"/>
                    <a:pt x="1023" y="1882"/>
                  </a:cubicBezTo>
                  <a:cubicBezTo>
                    <a:pt x="1040" y="1873"/>
                    <a:pt x="1049" y="1882"/>
                    <a:pt x="1066" y="1864"/>
                  </a:cubicBezTo>
                  <a:lnTo>
                    <a:pt x="1075" y="1856"/>
                  </a:lnTo>
                  <a:cubicBezTo>
                    <a:pt x="1092" y="1839"/>
                    <a:pt x="1109" y="1830"/>
                    <a:pt x="1126" y="1813"/>
                  </a:cubicBezTo>
                  <a:cubicBezTo>
                    <a:pt x="1160" y="1787"/>
                    <a:pt x="1169" y="1744"/>
                    <a:pt x="1203" y="1710"/>
                  </a:cubicBezTo>
                  <a:lnTo>
                    <a:pt x="1221" y="1701"/>
                  </a:lnTo>
                  <a:lnTo>
                    <a:pt x="1238" y="1675"/>
                  </a:lnTo>
                  <a:cubicBezTo>
                    <a:pt x="1255" y="1650"/>
                    <a:pt x="1281" y="1632"/>
                    <a:pt x="1298" y="1615"/>
                  </a:cubicBezTo>
                  <a:cubicBezTo>
                    <a:pt x="1332" y="1589"/>
                    <a:pt x="1367" y="1555"/>
                    <a:pt x="1410" y="1538"/>
                  </a:cubicBezTo>
                  <a:cubicBezTo>
                    <a:pt x="1427" y="1529"/>
                    <a:pt x="1444" y="1521"/>
                    <a:pt x="1470" y="1521"/>
                  </a:cubicBezTo>
                  <a:cubicBezTo>
                    <a:pt x="1487" y="1512"/>
                    <a:pt x="1496" y="1512"/>
                    <a:pt x="1521" y="1504"/>
                  </a:cubicBezTo>
                  <a:cubicBezTo>
                    <a:pt x="1547" y="1486"/>
                    <a:pt x="1547" y="1469"/>
                    <a:pt x="1564" y="1443"/>
                  </a:cubicBezTo>
                  <a:cubicBezTo>
                    <a:pt x="1581" y="1418"/>
                    <a:pt x="1590" y="1375"/>
                    <a:pt x="1590" y="1332"/>
                  </a:cubicBezTo>
                  <a:cubicBezTo>
                    <a:pt x="1581" y="1306"/>
                    <a:pt x="1573" y="1280"/>
                    <a:pt x="1573" y="1254"/>
                  </a:cubicBezTo>
                  <a:cubicBezTo>
                    <a:pt x="1573" y="1237"/>
                    <a:pt x="1573" y="1229"/>
                    <a:pt x="1581" y="1211"/>
                  </a:cubicBezTo>
                  <a:cubicBezTo>
                    <a:pt x="1590" y="1177"/>
                    <a:pt x="1599" y="1151"/>
                    <a:pt x="1616" y="1117"/>
                  </a:cubicBezTo>
                  <a:cubicBezTo>
                    <a:pt x="1624" y="1091"/>
                    <a:pt x="1624" y="1057"/>
                    <a:pt x="1624" y="1022"/>
                  </a:cubicBezTo>
                  <a:cubicBezTo>
                    <a:pt x="1624" y="997"/>
                    <a:pt x="1607" y="962"/>
                    <a:pt x="1607" y="928"/>
                  </a:cubicBezTo>
                  <a:cubicBezTo>
                    <a:pt x="1607" y="885"/>
                    <a:pt x="1624" y="833"/>
                    <a:pt x="1607" y="790"/>
                  </a:cubicBezTo>
                  <a:cubicBezTo>
                    <a:pt x="1599" y="765"/>
                    <a:pt x="1581" y="739"/>
                    <a:pt x="1573" y="705"/>
                  </a:cubicBezTo>
                  <a:cubicBezTo>
                    <a:pt x="1564" y="679"/>
                    <a:pt x="1573" y="662"/>
                    <a:pt x="1573" y="636"/>
                  </a:cubicBezTo>
                  <a:cubicBezTo>
                    <a:pt x="1581" y="619"/>
                    <a:pt x="1573" y="593"/>
                    <a:pt x="1581" y="576"/>
                  </a:cubicBezTo>
                  <a:cubicBezTo>
                    <a:pt x="1590" y="550"/>
                    <a:pt x="1590" y="541"/>
                    <a:pt x="1590" y="516"/>
                  </a:cubicBezTo>
                  <a:cubicBezTo>
                    <a:pt x="1599" y="498"/>
                    <a:pt x="1607" y="481"/>
                    <a:pt x="1607" y="455"/>
                  </a:cubicBezTo>
                  <a:cubicBezTo>
                    <a:pt x="1607" y="438"/>
                    <a:pt x="1607" y="412"/>
                    <a:pt x="1599" y="387"/>
                  </a:cubicBezTo>
                  <a:lnTo>
                    <a:pt x="1590" y="369"/>
                  </a:lnTo>
                  <a:lnTo>
                    <a:pt x="1573" y="352"/>
                  </a:lnTo>
                  <a:cubicBezTo>
                    <a:pt x="1564" y="335"/>
                    <a:pt x="1564" y="309"/>
                    <a:pt x="1556" y="284"/>
                  </a:cubicBezTo>
                  <a:cubicBezTo>
                    <a:pt x="1547" y="258"/>
                    <a:pt x="1538" y="232"/>
                    <a:pt x="1521" y="206"/>
                  </a:cubicBezTo>
                  <a:cubicBezTo>
                    <a:pt x="1504" y="189"/>
                    <a:pt x="1496" y="163"/>
                    <a:pt x="1478" y="146"/>
                  </a:cubicBezTo>
                  <a:lnTo>
                    <a:pt x="1444" y="120"/>
                  </a:lnTo>
                  <a:cubicBezTo>
                    <a:pt x="1427" y="112"/>
                    <a:pt x="1418" y="95"/>
                    <a:pt x="1401" y="86"/>
                  </a:cubicBezTo>
                  <a:cubicBezTo>
                    <a:pt x="1375" y="77"/>
                    <a:pt x="1349" y="69"/>
                    <a:pt x="1324" y="60"/>
                  </a:cubicBezTo>
                  <a:cubicBezTo>
                    <a:pt x="1307" y="52"/>
                    <a:pt x="1289" y="43"/>
                    <a:pt x="1272" y="43"/>
                  </a:cubicBezTo>
                  <a:lnTo>
                    <a:pt x="1229" y="43"/>
                  </a:lnTo>
                  <a:cubicBezTo>
                    <a:pt x="1212" y="34"/>
                    <a:pt x="1186" y="34"/>
                    <a:pt x="1186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4" name="Google Shape;1304;p17"/>
            <p:cNvSpPr/>
            <p:nvPr/>
          </p:nvSpPr>
          <p:spPr>
            <a:xfrm>
              <a:off x="5658650" y="1271150"/>
              <a:ext cx="83775" cy="97775"/>
            </a:xfrm>
            <a:custGeom>
              <a:avLst/>
              <a:gdLst/>
              <a:ahLst/>
              <a:cxnLst/>
              <a:rect l="l" t="t" r="r" b="b"/>
              <a:pathLst>
                <a:path w="3351" h="3911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03" y="3602"/>
                    <a:pt x="146" y="3687"/>
                    <a:pt x="215" y="3756"/>
                  </a:cubicBezTo>
                  <a:cubicBezTo>
                    <a:pt x="267" y="3799"/>
                    <a:pt x="318" y="3868"/>
                    <a:pt x="370" y="3911"/>
                  </a:cubicBezTo>
                  <a:cubicBezTo>
                    <a:pt x="361" y="3885"/>
                    <a:pt x="352" y="3833"/>
                    <a:pt x="361" y="3816"/>
                  </a:cubicBezTo>
                  <a:cubicBezTo>
                    <a:pt x="370" y="3773"/>
                    <a:pt x="335" y="3748"/>
                    <a:pt x="335" y="3713"/>
                  </a:cubicBezTo>
                  <a:cubicBezTo>
                    <a:pt x="344" y="3679"/>
                    <a:pt x="232" y="3533"/>
                    <a:pt x="224" y="3370"/>
                  </a:cubicBezTo>
                  <a:cubicBezTo>
                    <a:pt x="206" y="3198"/>
                    <a:pt x="292" y="3146"/>
                    <a:pt x="292" y="3052"/>
                  </a:cubicBezTo>
                  <a:cubicBezTo>
                    <a:pt x="284" y="2992"/>
                    <a:pt x="267" y="2914"/>
                    <a:pt x="249" y="2863"/>
                  </a:cubicBezTo>
                  <a:cubicBezTo>
                    <a:pt x="232" y="2811"/>
                    <a:pt x="232" y="2768"/>
                    <a:pt x="249" y="2734"/>
                  </a:cubicBezTo>
                  <a:cubicBezTo>
                    <a:pt x="267" y="2699"/>
                    <a:pt x="284" y="2665"/>
                    <a:pt x="309" y="2631"/>
                  </a:cubicBezTo>
                  <a:cubicBezTo>
                    <a:pt x="344" y="2588"/>
                    <a:pt x="352" y="2553"/>
                    <a:pt x="352" y="2502"/>
                  </a:cubicBezTo>
                  <a:cubicBezTo>
                    <a:pt x="352" y="2416"/>
                    <a:pt x="309" y="2347"/>
                    <a:pt x="309" y="2270"/>
                  </a:cubicBezTo>
                  <a:cubicBezTo>
                    <a:pt x="309" y="2210"/>
                    <a:pt x="318" y="2150"/>
                    <a:pt x="309" y="2089"/>
                  </a:cubicBezTo>
                  <a:cubicBezTo>
                    <a:pt x="301" y="2029"/>
                    <a:pt x="335" y="2004"/>
                    <a:pt x="344" y="1952"/>
                  </a:cubicBezTo>
                  <a:cubicBezTo>
                    <a:pt x="352" y="1900"/>
                    <a:pt x="344" y="1849"/>
                    <a:pt x="361" y="1797"/>
                  </a:cubicBezTo>
                  <a:cubicBezTo>
                    <a:pt x="387" y="1746"/>
                    <a:pt x="430" y="1746"/>
                    <a:pt x="464" y="1703"/>
                  </a:cubicBezTo>
                  <a:cubicBezTo>
                    <a:pt x="498" y="1651"/>
                    <a:pt x="507" y="1617"/>
                    <a:pt x="559" y="1600"/>
                  </a:cubicBezTo>
                  <a:cubicBezTo>
                    <a:pt x="575" y="1594"/>
                    <a:pt x="590" y="1592"/>
                    <a:pt x="605" y="1592"/>
                  </a:cubicBezTo>
                  <a:cubicBezTo>
                    <a:pt x="638" y="1592"/>
                    <a:pt x="672" y="1602"/>
                    <a:pt x="713" y="1608"/>
                  </a:cubicBezTo>
                  <a:cubicBezTo>
                    <a:pt x="748" y="1617"/>
                    <a:pt x="773" y="1626"/>
                    <a:pt x="808" y="1634"/>
                  </a:cubicBezTo>
                  <a:cubicBezTo>
                    <a:pt x="832" y="1646"/>
                    <a:pt x="841" y="1652"/>
                    <a:pt x="845" y="1652"/>
                  </a:cubicBezTo>
                  <a:cubicBezTo>
                    <a:pt x="851" y="1652"/>
                    <a:pt x="850" y="1644"/>
                    <a:pt x="859" y="1626"/>
                  </a:cubicBezTo>
                  <a:cubicBezTo>
                    <a:pt x="919" y="1514"/>
                    <a:pt x="877" y="1368"/>
                    <a:pt x="885" y="1247"/>
                  </a:cubicBezTo>
                  <a:cubicBezTo>
                    <a:pt x="885" y="1213"/>
                    <a:pt x="885" y="1179"/>
                    <a:pt x="885" y="1144"/>
                  </a:cubicBezTo>
                  <a:cubicBezTo>
                    <a:pt x="885" y="1119"/>
                    <a:pt x="877" y="1119"/>
                    <a:pt x="894" y="1093"/>
                  </a:cubicBezTo>
                  <a:cubicBezTo>
                    <a:pt x="937" y="1033"/>
                    <a:pt x="988" y="1016"/>
                    <a:pt x="1048" y="990"/>
                  </a:cubicBezTo>
                  <a:cubicBezTo>
                    <a:pt x="1117" y="964"/>
                    <a:pt x="1143" y="955"/>
                    <a:pt x="1177" y="878"/>
                  </a:cubicBezTo>
                  <a:cubicBezTo>
                    <a:pt x="1212" y="792"/>
                    <a:pt x="1289" y="758"/>
                    <a:pt x="1366" y="706"/>
                  </a:cubicBezTo>
                  <a:cubicBezTo>
                    <a:pt x="1418" y="680"/>
                    <a:pt x="1478" y="655"/>
                    <a:pt x="1529" y="637"/>
                  </a:cubicBezTo>
                  <a:cubicBezTo>
                    <a:pt x="1572" y="620"/>
                    <a:pt x="1598" y="612"/>
                    <a:pt x="1633" y="577"/>
                  </a:cubicBezTo>
                  <a:cubicBezTo>
                    <a:pt x="1650" y="560"/>
                    <a:pt x="1658" y="543"/>
                    <a:pt x="1676" y="526"/>
                  </a:cubicBezTo>
                  <a:cubicBezTo>
                    <a:pt x="1700" y="508"/>
                    <a:pt x="1734" y="502"/>
                    <a:pt x="1770" y="502"/>
                  </a:cubicBezTo>
                  <a:cubicBezTo>
                    <a:pt x="1823" y="502"/>
                    <a:pt x="1880" y="516"/>
                    <a:pt x="1916" y="526"/>
                  </a:cubicBezTo>
                  <a:cubicBezTo>
                    <a:pt x="1934" y="531"/>
                    <a:pt x="1950" y="534"/>
                    <a:pt x="1965" y="534"/>
                  </a:cubicBezTo>
                  <a:cubicBezTo>
                    <a:pt x="1998" y="534"/>
                    <a:pt x="2024" y="519"/>
                    <a:pt x="2054" y="483"/>
                  </a:cubicBezTo>
                  <a:cubicBezTo>
                    <a:pt x="2062" y="466"/>
                    <a:pt x="2079" y="448"/>
                    <a:pt x="2088" y="431"/>
                  </a:cubicBezTo>
                  <a:cubicBezTo>
                    <a:pt x="2114" y="397"/>
                    <a:pt x="2131" y="371"/>
                    <a:pt x="2157" y="345"/>
                  </a:cubicBezTo>
                  <a:cubicBezTo>
                    <a:pt x="2208" y="294"/>
                    <a:pt x="2243" y="268"/>
                    <a:pt x="2311" y="251"/>
                  </a:cubicBezTo>
                  <a:cubicBezTo>
                    <a:pt x="2381" y="225"/>
                    <a:pt x="2432" y="195"/>
                    <a:pt x="2493" y="195"/>
                  </a:cubicBezTo>
                  <a:cubicBezTo>
                    <a:pt x="2514" y="195"/>
                    <a:pt x="2536" y="199"/>
                    <a:pt x="2560" y="208"/>
                  </a:cubicBezTo>
                  <a:cubicBezTo>
                    <a:pt x="2664" y="242"/>
                    <a:pt x="2758" y="285"/>
                    <a:pt x="2861" y="320"/>
                  </a:cubicBezTo>
                  <a:cubicBezTo>
                    <a:pt x="2904" y="337"/>
                    <a:pt x="2938" y="363"/>
                    <a:pt x="2981" y="371"/>
                  </a:cubicBezTo>
                  <a:cubicBezTo>
                    <a:pt x="3033" y="388"/>
                    <a:pt x="3067" y="406"/>
                    <a:pt x="3110" y="423"/>
                  </a:cubicBezTo>
                  <a:cubicBezTo>
                    <a:pt x="3148" y="444"/>
                    <a:pt x="3190" y="466"/>
                    <a:pt x="3230" y="466"/>
                  </a:cubicBezTo>
                  <a:cubicBezTo>
                    <a:pt x="3254" y="466"/>
                    <a:pt x="3277" y="459"/>
                    <a:pt x="3299" y="440"/>
                  </a:cubicBezTo>
                  <a:cubicBezTo>
                    <a:pt x="3316" y="423"/>
                    <a:pt x="3342" y="406"/>
                    <a:pt x="3351" y="380"/>
                  </a:cubicBezTo>
                  <a:cubicBezTo>
                    <a:pt x="3299" y="345"/>
                    <a:pt x="3248" y="311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595" y="36"/>
                    <a:pt x="2535" y="36"/>
                    <a:pt x="2475" y="36"/>
                  </a:cubicBez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5" name="Google Shape;1305;p17"/>
            <p:cNvSpPr/>
            <p:nvPr/>
          </p:nvSpPr>
          <p:spPr>
            <a:xfrm>
              <a:off x="5700100" y="1318450"/>
              <a:ext cx="44900" cy="53800"/>
            </a:xfrm>
            <a:custGeom>
              <a:avLst/>
              <a:gdLst/>
              <a:ahLst/>
              <a:cxnLst/>
              <a:rect l="l" t="t" r="r" b="b"/>
              <a:pathLst>
                <a:path w="1796" h="2152" extrusionOk="0">
                  <a:moveTo>
                    <a:pt x="1227" y="0"/>
                  </a:moveTo>
                  <a:cubicBezTo>
                    <a:pt x="1191" y="0"/>
                    <a:pt x="1180" y="104"/>
                    <a:pt x="1195" y="112"/>
                  </a:cubicBezTo>
                  <a:lnTo>
                    <a:pt x="1220" y="146"/>
                  </a:lnTo>
                  <a:cubicBezTo>
                    <a:pt x="1237" y="172"/>
                    <a:pt x="1272" y="197"/>
                    <a:pt x="1298" y="223"/>
                  </a:cubicBezTo>
                  <a:cubicBezTo>
                    <a:pt x="1341" y="258"/>
                    <a:pt x="1366" y="301"/>
                    <a:pt x="1401" y="335"/>
                  </a:cubicBezTo>
                  <a:cubicBezTo>
                    <a:pt x="1427" y="361"/>
                    <a:pt x="1435" y="369"/>
                    <a:pt x="1444" y="404"/>
                  </a:cubicBezTo>
                  <a:cubicBezTo>
                    <a:pt x="1452" y="421"/>
                    <a:pt x="1461" y="447"/>
                    <a:pt x="1461" y="464"/>
                  </a:cubicBezTo>
                  <a:cubicBezTo>
                    <a:pt x="1461" y="481"/>
                    <a:pt x="1461" y="490"/>
                    <a:pt x="1461" y="507"/>
                  </a:cubicBezTo>
                  <a:cubicBezTo>
                    <a:pt x="1478" y="558"/>
                    <a:pt x="1495" y="618"/>
                    <a:pt x="1495" y="670"/>
                  </a:cubicBezTo>
                  <a:cubicBezTo>
                    <a:pt x="1504" y="756"/>
                    <a:pt x="1495" y="842"/>
                    <a:pt x="1495" y="919"/>
                  </a:cubicBezTo>
                  <a:cubicBezTo>
                    <a:pt x="1495" y="971"/>
                    <a:pt x="1478" y="1014"/>
                    <a:pt x="1461" y="1065"/>
                  </a:cubicBezTo>
                  <a:cubicBezTo>
                    <a:pt x="1452" y="1100"/>
                    <a:pt x="1435" y="1125"/>
                    <a:pt x="1409" y="1151"/>
                  </a:cubicBezTo>
                  <a:cubicBezTo>
                    <a:pt x="1375" y="1194"/>
                    <a:pt x="1384" y="1246"/>
                    <a:pt x="1349" y="1289"/>
                  </a:cubicBezTo>
                  <a:cubicBezTo>
                    <a:pt x="1315" y="1332"/>
                    <a:pt x="1255" y="1374"/>
                    <a:pt x="1203" y="1392"/>
                  </a:cubicBezTo>
                  <a:cubicBezTo>
                    <a:pt x="1186" y="1400"/>
                    <a:pt x="1160" y="1400"/>
                    <a:pt x="1152" y="1409"/>
                  </a:cubicBezTo>
                  <a:lnTo>
                    <a:pt x="1143" y="1452"/>
                  </a:lnTo>
                  <a:cubicBezTo>
                    <a:pt x="1134" y="1503"/>
                    <a:pt x="1091" y="1546"/>
                    <a:pt x="1057" y="1589"/>
                  </a:cubicBezTo>
                  <a:cubicBezTo>
                    <a:pt x="1040" y="1606"/>
                    <a:pt x="1031" y="1632"/>
                    <a:pt x="1014" y="1649"/>
                  </a:cubicBezTo>
                  <a:cubicBezTo>
                    <a:pt x="1006" y="1667"/>
                    <a:pt x="997" y="1701"/>
                    <a:pt x="980" y="1718"/>
                  </a:cubicBezTo>
                  <a:cubicBezTo>
                    <a:pt x="954" y="1744"/>
                    <a:pt x="920" y="1761"/>
                    <a:pt x="877" y="1761"/>
                  </a:cubicBezTo>
                  <a:cubicBezTo>
                    <a:pt x="842" y="1761"/>
                    <a:pt x="799" y="1770"/>
                    <a:pt x="782" y="1795"/>
                  </a:cubicBezTo>
                  <a:cubicBezTo>
                    <a:pt x="765" y="1813"/>
                    <a:pt x="765" y="1838"/>
                    <a:pt x="756" y="1864"/>
                  </a:cubicBezTo>
                  <a:cubicBezTo>
                    <a:pt x="748" y="1873"/>
                    <a:pt x="739" y="1890"/>
                    <a:pt x="731" y="1899"/>
                  </a:cubicBezTo>
                  <a:cubicBezTo>
                    <a:pt x="705" y="1924"/>
                    <a:pt x="705" y="1933"/>
                    <a:pt x="670" y="1941"/>
                  </a:cubicBezTo>
                  <a:cubicBezTo>
                    <a:pt x="628" y="1950"/>
                    <a:pt x="593" y="1950"/>
                    <a:pt x="559" y="1959"/>
                  </a:cubicBezTo>
                  <a:cubicBezTo>
                    <a:pt x="499" y="1976"/>
                    <a:pt x="447" y="1984"/>
                    <a:pt x="387" y="1993"/>
                  </a:cubicBezTo>
                  <a:cubicBezTo>
                    <a:pt x="344" y="1993"/>
                    <a:pt x="310" y="1993"/>
                    <a:pt x="267" y="2002"/>
                  </a:cubicBezTo>
                  <a:cubicBezTo>
                    <a:pt x="232" y="2010"/>
                    <a:pt x="207" y="2019"/>
                    <a:pt x="172" y="2019"/>
                  </a:cubicBezTo>
                  <a:cubicBezTo>
                    <a:pt x="146" y="2010"/>
                    <a:pt x="129" y="2002"/>
                    <a:pt x="103" y="1993"/>
                  </a:cubicBezTo>
                  <a:cubicBezTo>
                    <a:pt x="86" y="1993"/>
                    <a:pt x="69" y="1993"/>
                    <a:pt x="52" y="1984"/>
                  </a:cubicBezTo>
                  <a:cubicBezTo>
                    <a:pt x="9" y="1984"/>
                    <a:pt x="0" y="2019"/>
                    <a:pt x="9" y="2036"/>
                  </a:cubicBezTo>
                  <a:cubicBezTo>
                    <a:pt x="18" y="2045"/>
                    <a:pt x="43" y="2070"/>
                    <a:pt x="60" y="2070"/>
                  </a:cubicBezTo>
                  <a:cubicBezTo>
                    <a:pt x="69" y="2079"/>
                    <a:pt x="86" y="2079"/>
                    <a:pt x="103" y="2088"/>
                  </a:cubicBezTo>
                  <a:lnTo>
                    <a:pt x="112" y="2096"/>
                  </a:lnTo>
                  <a:lnTo>
                    <a:pt x="146" y="2105"/>
                  </a:lnTo>
                  <a:lnTo>
                    <a:pt x="189" y="2122"/>
                  </a:lnTo>
                  <a:cubicBezTo>
                    <a:pt x="207" y="2131"/>
                    <a:pt x="232" y="2131"/>
                    <a:pt x="249" y="2139"/>
                  </a:cubicBezTo>
                  <a:cubicBezTo>
                    <a:pt x="267" y="2139"/>
                    <a:pt x="284" y="2148"/>
                    <a:pt x="301" y="2148"/>
                  </a:cubicBezTo>
                  <a:cubicBezTo>
                    <a:pt x="313" y="2150"/>
                    <a:pt x="325" y="2151"/>
                    <a:pt x="337" y="2151"/>
                  </a:cubicBezTo>
                  <a:cubicBezTo>
                    <a:pt x="370" y="2151"/>
                    <a:pt x="405" y="2143"/>
                    <a:pt x="430" y="2131"/>
                  </a:cubicBezTo>
                  <a:cubicBezTo>
                    <a:pt x="447" y="2113"/>
                    <a:pt x="456" y="2105"/>
                    <a:pt x="481" y="2096"/>
                  </a:cubicBezTo>
                  <a:cubicBezTo>
                    <a:pt x="516" y="2088"/>
                    <a:pt x="559" y="2079"/>
                    <a:pt x="593" y="2079"/>
                  </a:cubicBezTo>
                  <a:cubicBezTo>
                    <a:pt x="701" y="2079"/>
                    <a:pt x="798" y="2126"/>
                    <a:pt x="897" y="2126"/>
                  </a:cubicBezTo>
                  <a:cubicBezTo>
                    <a:pt x="924" y="2126"/>
                    <a:pt x="952" y="2123"/>
                    <a:pt x="980" y="2113"/>
                  </a:cubicBezTo>
                  <a:cubicBezTo>
                    <a:pt x="1014" y="2105"/>
                    <a:pt x="1023" y="2088"/>
                    <a:pt x="1048" y="2070"/>
                  </a:cubicBezTo>
                  <a:cubicBezTo>
                    <a:pt x="1074" y="2053"/>
                    <a:pt x="1091" y="2027"/>
                    <a:pt x="1109" y="2010"/>
                  </a:cubicBezTo>
                  <a:cubicBezTo>
                    <a:pt x="1143" y="1950"/>
                    <a:pt x="1177" y="1890"/>
                    <a:pt x="1203" y="1821"/>
                  </a:cubicBezTo>
                  <a:cubicBezTo>
                    <a:pt x="1220" y="1770"/>
                    <a:pt x="1246" y="1710"/>
                    <a:pt x="1272" y="1658"/>
                  </a:cubicBezTo>
                  <a:cubicBezTo>
                    <a:pt x="1298" y="1624"/>
                    <a:pt x="1323" y="1598"/>
                    <a:pt x="1375" y="1581"/>
                  </a:cubicBezTo>
                  <a:cubicBezTo>
                    <a:pt x="1427" y="1563"/>
                    <a:pt x="1469" y="1546"/>
                    <a:pt x="1512" y="1529"/>
                  </a:cubicBezTo>
                  <a:cubicBezTo>
                    <a:pt x="1573" y="1495"/>
                    <a:pt x="1624" y="1486"/>
                    <a:pt x="1650" y="1435"/>
                  </a:cubicBezTo>
                  <a:cubicBezTo>
                    <a:pt x="1684" y="1383"/>
                    <a:pt x="1684" y="1332"/>
                    <a:pt x="1693" y="1280"/>
                  </a:cubicBezTo>
                  <a:cubicBezTo>
                    <a:pt x="1710" y="1211"/>
                    <a:pt x="1744" y="1160"/>
                    <a:pt x="1744" y="1091"/>
                  </a:cubicBezTo>
                  <a:cubicBezTo>
                    <a:pt x="1736" y="1057"/>
                    <a:pt x="1736" y="1022"/>
                    <a:pt x="1727" y="988"/>
                  </a:cubicBezTo>
                  <a:cubicBezTo>
                    <a:pt x="1727" y="945"/>
                    <a:pt x="1701" y="902"/>
                    <a:pt x="1710" y="850"/>
                  </a:cubicBezTo>
                  <a:cubicBezTo>
                    <a:pt x="1710" y="833"/>
                    <a:pt x="1710" y="807"/>
                    <a:pt x="1719" y="799"/>
                  </a:cubicBezTo>
                  <a:lnTo>
                    <a:pt x="1727" y="782"/>
                  </a:lnTo>
                  <a:cubicBezTo>
                    <a:pt x="1744" y="756"/>
                    <a:pt x="1753" y="730"/>
                    <a:pt x="1762" y="696"/>
                  </a:cubicBezTo>
                  <a:cubicBezTo>
                    <a:pt x="1762" y="661"/>
                    <a:pt x="1779" y="636"/>
                    <a:pt x="1787" y="601"/>
                  </a:cubicBezTo>
                  <a:cubicBezTo>
                    <a:pt x="1796" y="567"/>
                    <a:pt x="1787" y="524"/>
                    <a:pt x="1779" y="498"/>
                  </a:cubicBezTo>
                  <a:cubicBezTo>
                    <a:pt x="1770" y="464"/>
                    <a:pt x="1753" y="438"/>
                    <a:pt x="1727" y="412"/>
                  </a:cubicBezTo>
                  <a:cubicBezTo>
                    <a:pt x="1693" y="386"/>
                    <a:pt x="1658" y="369"/>
                    <a:pt x="1633" y="343"/>
                  </a:cubicBezTo>
                  <a:cubicBezTo>
                    <a:pt x="1607" y="318"/>
                    <a:pt x="1590" y="292"/>
                    <a:pt x="1564" y="275"/>
                  </a:cubicBezTo>
                  <a:cubicBezTo>
                    <a:pt x="1521" y="249"/>
                    <a:pt x="1504" y="206"/>
                    <a:pt x="1469" y="180"/>
                  </a:cubicBezTo>
                  <a:cubicBezTo>
                    <a:pt x="1427" y="154"/>
                    <a:pt x="1384" y="137"/>
                    <a:pt x="1349" y="112"/>
                  </a:cubicBezTo>
                  <a:cubicBezTo>
                    <a:pt x="1306" y="86"/>
                    <a:pt x="1280" y="43"/>
                    <a:pt x="1246" y="8"/>
                  </a:cubicBezTo>
                  <a:cubicBezTo>
                    <a:pt x="1239" y="3"/>
                    <a:pt x="1233" y="0"/>
                    <a:pt x="122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6" name="Google Shape;1306;p17"/>
            <p:cNvSpPr/>
            <p:nvPr/>
          </p:nvSpPr>
          <p:spPr>
            <a:xfrm>
              <a:off x="5687200" y="1294325"/>
              <a:ext cx="60175" cy="26700"/>
            </a:xfrm>
            <a:custGeom>
              <a:avLst/>
              <a:gdLst/>
              <a:ahLst/>
              <a:cxnLst/>
              <a:rect l="l" t="t" r="r" b="b"/>
              <a:pathLst>
                <a:path w="2407" h="1068" extrusionOk="0">
                  <a:moveTo>
                    <a:pt x="1155" y="1"/>
                  </a:moveTo>
                  <a:cubicBezTo>
                    <a:pt x="1125" y="1"/>
                    <a:pt x="1096" y="21"/>
                    <a:pt x="1066" y="28"/>
                  </a:cubicBezTo>
                  <a:cubicBezTo>
                    <a:pt x="1023" y="37"/>
                    <a:pt x="989" y="37"/>
                    <a:pt x="946" y="54"/>
                  </a:cubicBezTo>
                  <a:cubicBezTo>
                    <a:pt x="912" y="63"/>
                    <a:pt x="877" y="80"/>
                    <a:pt x="851" y="89"/>
                  </a:cubicBezTo>
                  <a:cubicBezTo>
                    <a:pt x="842" y="90"/>
                    <a:pt x="832" y="91"/>
                    <a:pt x="823" y="91"/>
                  </a:cubicBezTo>
                  <a:cubicBezTo>
                    <a:pt x="781" y="91"/>
                    <a:pt x="740" y="77"/>
                    <a:pt x="705" y="63"/>
                  </a:cubicBezTo>
                  <a:cubicBezTo>
                    <a:pt x="673" y="52"/>
                    <a:pt x="633" y="41"/>
                    <a:pt x="596" y="41"/>
                  </a:cubicBezTo>
                  <a:cubicBezTo>
                    <a:pt x="574" y="41"/>
                    <a:pt x="552" y="45"/>
                    <a:pt x="534" y="54"/>
                  </a:cubicBezTo>
                  <a:cubicBezTo>
                    <a:pt x="491" y="71"/>
                    <a:pt x="448" y="106"/>
                    <a:pt x="405" y="131"/>
                  </a:cubicBezTo>
                  <a:cubicBezTo>
                    <a:pt x="336" y="166"/>
                    <a:pt x="276" y="183"/>
                    <a:pt x="233" y="260"/>
                  </a:cubicBezTo>
                  <a:cubicBezTo>
                    <a:pt x="207" y="312"/>
                    <a:pt x="190" y="389"/>
                    <a:pt x="155" y="424"/>
                  </a:cubicBezTo>
                  <a:cubicBezTo>
                    <a:pt x="113" y="467"/>
                    <a:pt x="78" y="501"/>
                    <a:pt x="52" y="544"/>
                  </a:cubicBezTo>
                  <a:cubicBezTo>
                    <a:pt x="27" y="578"/>
                    <a:pt x="1" y="621"/>
                    <a:pt x="27" y="664"/>
                  </a:cubicBezTo>
                  <a:cubicBezTo>
                    <a:pt x="35" y="699"/>
                    <a:pt x="52" y="690"/>
                    <a:pt x="35" y="724"/>
                  </a:cubicBezTo>
                  <a:cubicBezTo>
                    <a:pt x="30" y="735"/>
                    <a:pt x="15" y="752"/>
                    <a:pt x="24" y="752"/>
                  </a:cubicBezTo>
                  <a:cubicBezTo>
                    <a:pt x="29" y="752"/>
                    <a:pt x="44" y="745"/>
                    <a:pt x="78" y="724"/>
                  </a:cubicBezTo>
                  <a:cubicBezTo>
                    <a:pt x="78" y="699"/>
                    <a:pt x="121" y="656"/>
                    <a:pt x="138" y="647"/>
                  </a:cubicBezTo>
                  <a:cubicBezTo>
                    <a:pt x="164" y="630"/>
                    <a:pt x="190" y="613"/>
                    <a:pt x="207" y="587"/>
                  </a:cubicBezTo>
                  <a:cubicBezTo>
                    <a:pt x="250" y="544"/>
                    <a:pt x="310" y="492"/>
                    <a:pt x="370" y="475"/>
                  </a:cubicBezTo>
                  <a:cubicBezTo>
                    <a:pt x="396" y="467"/>
                    <a:pt x="422" y="458"/>
                    <a:pt x="448" y="458"/>
                  </a:cubicBezTo>
                  <a:cubicBezTo>
                    <a:pt x="465" y="449"/>
                    <a:pt x="482" y="432"/>
                    <a:pt x="508" y="432"/>
                  </a:cubicBezTo>
                  <a:cubicBezTo>
                    <a:pt x="516" y="428"/>
                    <a:pt x="525" y="428"/>
                    <a:pt x="534" y="428"/>
                  </a:cubicBezTo>
                  <a:cubicBezTo>
                    <a:pt x="542" y="428"/>
                    <a:pt x="551" y="428"/>
                    <a:pt x="559" y="424"/>
                  </a:cubicBezTo>
                  <a:cubicBezTo>
                    <a:pt x="584" y="418"/>
                    <a:pt x="599" y="411"/>
                    <a:pt x="619" y="411"/>
                  </a:cubicBezTo>
                  <a:cubicBezTo>
                    <a:pt x="627" y="411"/>
                    <a:pt x="635" y="412"/>
                    <a:pt x="645" y="415"/>
                  </a:cubicBezTo>
                  <a:cubicBezTo>
                    <a:pt x="680" y="424"/>
                    <a:pt x="714" y="441"/>
                    <a:pt x="748" y="449"/>
                  </a:cubicBezTo>
                  <a:cubicBezTo>
                    <a:pt x="774" y="458"/>
                    <a:pt x="817" y="475"/>
                    <a:pt x="834" y="475"/>
                  </a:cubicBezTo>
                  <a:lnTo>
                    <a:pt x="877" y="458"/>
                  </a:lnTo>
                  <a:cubicBezTo>
                    <a:pt x="903" y="449"/>
                    <a:pt x="920" y="449"/>
                    <a:pt x="946" y="441"/>
                  </a:cubicBezTo>
                  <a:cubicBezTo>
                    <a:pt x="980" y="432"/>
                    <a:pt x="1015" y="415"/>
                    <a:pt x="1049" y="415"/>
                  </a:cubicBezTo>
                  <a:cubicBezTo>
                    <a:pt x="1092" y="415"/>
                    <a:pt x="1135" y="415"/>
                    <a:pt x="1178" y="424"/>
                  </a:cubicBezTo>
                  <a:lnTo>
                    <a:pt x="1307" y="424"/>
                  </a:lnTo>
                  <a:cubicBezTo>
                    <a:pt x="1350" y="432"/>
                    <a:pt x="1375" y="458"/>
                    <a:pt x="1418" y="475"/>
                  </a:cubicBezTo>
                  <a:cubicBezTo>
                    <a:pt x="1436" y="484"/>
                    <a:pt x="1453" y="492"/>
                    <a:pt x="1470" y="501"/>
                  </a:cubicBezTo>
                  <a:cubicBezTo>
                    <a:pt x="1487" y="509"/>
                    <a:pt x="1513" y="518"/>
                    <a:pt x="1530" y="518"/>
                  </a:cubicBezTo>
                  <a:cubicBezTo>
                    <a:pt x="1542" y="523"/>
                    <a:pt x="1555" y="524"/>
                    <a:pt x="1569" y="524"/>
                  </a:cubicBezTo>
                  <a:cubicBezTo>
                    <a:pt x="1591" y="524"/>
                    <a:pt x="1615" y="520"/>
                    <a:pt x="1637" y="520"/>
                  </a:cubicBezTo>
                  <a:cubicBezTo>
                    <a:pt x="1651" y="520"/>
                    <a:pt x="1664" y="522"/>
                    <a:pt x="1676" y="527"/>
                  </a:cubicBezTo>
                  <a:cubicBezTo>
                    <a:pt x="1711" y="535"/>
                    <a:pt x="1745" y="570"/>
                    <a:pt x="1771" y="595"/>
                  </a:cubicBezTo>
                  <a:cubicBezTo>
                    <a:pt x="1814" y="621"/>
                    <a:pt x="1865" y="630"/>
                    <a:pt x="1908" y="656"/>
                  </a:cubicBezTo>
                  <a:cubicBezTo>
                    <a:pt x="1925" y="664"/>
                    <a:pt x="1943" y="681"/>
                    <a:pt x="1968" y="699"/>
                  </a:cubicBezTo>
                  <a:cubicBezTo>
                    <a:pt x="2003" y="716"/>
                    <a:pt x="2046" y="716"/>
                    <a:pt x="2080" y="750"/>
                  </a:cubicBezTo>
                  <a:cubicBezTo>
                    <a:pt x="2132" y="802"/>
                    <a:pt x="2192" y="845"/>
                    <a:pt x="2252" y="888"/>
                  </a:cubicBezTo>
                  <a:cubicBezTo>
                    <a:pt x="2278" y="913"/>
                    <a:pt x="2312" y="948"/>
                    <a:pt x="2338" y="982"/>
                  </a:cubicBezTo>
                  <a:cubicBezTo>
                    <a:pt x="2346" y="999"/>
                    <a:pt x="2398" y="1068"/>
                    <a:pt x="2406" y="1068"/>
                  </a:cubicBezTo>
                  <a:cubicBezTo>
                    <a:pt x="2406" y="1051"/>
                    <a:pt x="2398" y="1025"/>
                    <a:pt x="2398" y="999"/>
                  </a:cubicBezTo>
                  <a:cubicBezTo>
                    <a:pt x="2389" y="965"/>
                    <a:pt x="2398" y="939"/>
                    <a:pt x="2389" y="905"/>
                  </a:cubicBezTo>
                  <a:cubicBezTo>
                    <a:pt x="2363" y="853"/>
                    <a:pt x="2321" y="802"/>
                    <a:pt x="2286" y="767"/>
                  </a:cubicBezTo>
                  <a:cubicBezTo>
                    <a:pt x="2260" y="733"/>
                    <a:pt x="2226" y="699"/>
                    <a:pt x="2209" y="664"/>
                  </a:cubicBezTo>
                  <a:cubicBezTo>
                    <a:pt x="2209" y="647"/>
                    <a:pt x="2200" y="630"/>
                    <a:pt x="2200" y="613"/>
                  </a:cubicBezTo>
                  <a:cubicBezTo>
                    <a:pt x="2192" y="587"/>
                    <a:pt x="2174" y="570"/>
                    <a:pt x="2166" y="544"/>
                  </a:cubicBezTo>
                  <a:cubicBezTo>
                    <a:pt x="2149" y="509"/>
                    <a:pt x="2132" y="484"/>
                    <a:pt x="2106" y="449"/>
                  </a:cubicBezTo>
                  <a:cubicBezTo>
                    <a:pt x="2071" y="415"/>
                    <a:pt x="2054" y="372"/>
                    <a:pt x="2020" y="338"/>
                  </a:cubicBezTo>
                  <a:cubicBezTo>
                    <a:pt x="1977" y="303"/>
                    <a:pt x="1925" y="286"/>
                    <a:pt x="1874" y="269"/>
                  </a:cubicBezTo>
                  <a:cubicBezTo>
                    <a:pt x="1805" y="243"/>
                    <a:pt x="1745" y="200"/>
                    <a:pt x="1685" y="157"/>
                  </a:cubicBezTo>
                  <a:cubicBezTo>
                    <a:pt x="1642" y="123"/>
                    <a:pt x="1599" y="106"/>
                    <a:pt x="1539" y="97"/>
                  </a:cubicBezTo>
                  <a:lnTo>
                    <a:pt x="1479" y="97"/>
                  </a:lnTo>
                  <a:cubicBezTo>
                    <a:pt x="1444" y="97"/>
                    <a:pt x="1444" y="89"/>
                    <a:pt x="1418" y="80"/>
                  </a:cubicBezTo>
                  <a:cubicBezTo>
                    <a:pt x="1401" y="71"/>
                    <a:pt x="1384" y="71"/>
                    <a:pt x="1358" y="63"/>
                  </a:cubicBezTo>
                  <a:cubicBezTo>
                    <a:pt x="1341" y="54"/>
                    <a:pt x="1324" y="46"/>
                    <a:pt x="1307" y="37"/>
                  </a:cubicBezTo>
                  <a:cubicBezTo>
                    <a:pt x="1264" y="20"/>
                    <a:pt x="1212" y="3"/>
                    <a:pt x="1169" y="3"/>
                  </a:cubicBezTo>
                  <a:cubicBezTo>
                    <a:pt x="1164" y="1"/>
                    <a:pt x="1160" y="1"/>
                    <a:pt x="1155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7" name="Google Shape;1307;p17"/>
            <p:cNvSpPr/>
            <p:nvPr/>
          </p:nvSpPr>
          <p:spPr>
            <a:xfrm>
              <a:off x="5673675" y="1317775"/>
              <a:ext cx="24075" cy="55250"/>
            </a:xfrm>
            <a:custGeom>
              <a:avLst/>
              <a:gdLst/>
              <a:ahLst/>
              <a:cxnLst/>
              <a:rect l="l" t="t" r="r" b="b"/>
              <a:pathLst>
                <a:path w="963" h="2210" extrusionOk="0">
                  <a:moveTo>
                    <a:pt x="466" y="1"/>
                  </a:moveTo>
                  <a:cubicBezTo>
                    <a:pt x="431" y="1"/>
                    <a:pt x="374" y="46"/>
                    <a:pt x="361" y="53"/>
                  </a:cubicBezTo>
                  <a:cubicBezTo>
                    <a:pt x="337" y="72"/>
                    <a:pt x="311" y="83"/>
                    <a:pt x="296" y="85"/>
                  </a:cubicBezTo>
                  <a:lnTo>
                    <a:pt x="296" y="85"/>
                  </a:lnTo>
                  <a:cubicBezTo>
                    <a:pt x="296" y="80"/>
                    <a:pt x="296" y="75"/>
                    <a:pt x="293" y="70"/>
                  </a:cubicBezTo>
                  <a:lnTo>
                    <a:pt x="293" y="70"/>
                  </a:lnTo>
                  <a:cubicBezTo>
                    <a:pt x="283" y="80"/>
                    <a:pt x="284" y="85"/>
                    <a:pt x="293" y="85"/>
                  </a:cubicBezTo>
                  <a:cubicBezTo>
                    <a:pt x="294" y="85"/>
                    <a:pt x="295" y="85"/>
                    <a:pt x="296" y="85"/>
                  </a:cubicBezTo>
                  <a:lnTo>
                    <a:pt x="296" y="85"/>
                  </a:lnTo>
                  <a:cubicBezTo>
                    <a:pt x="296" y="94"/>
                    <a:pt x="290" y="101"/>
                    <a:pt x="284" y="113"/>
                  </a:cubicBezTo>
                  <a:cubicBezTo>
                    <a:pt x="284" y="121"/>
                    <a:pt x="241" y="164"/>
                    <a:pt x="241" y="164"/>
                  </a:cubicBezTo>
                  <a:cubicBezTo>
                    <a:pt x="224" y="190"/>
                    <a:pt x="207" y="224"/>
                    <a:pt x="190" y="250"/>
                  </a:cubicBezTo>
                  <a:cubicBezTo>
                    <a:pt x="164" y="302"/>
                    <a:pt x="129" y="345"/>
                    <a:pt x="95" y="388"/>
                  </a:cubicBezTo>
                  <a:lnTo>
                    <a:pt x="69" y="422"/>
                  </a:lnTo>
                  <a:cubicBezTo>
                    <a:pt x="52" y="448"/>
                    <a:pt x="44" y="491"/>
                    <a:pt x="35" y="525"/>
                  </a:cubicBezTo>
                  <a:cubicBezTo>
                    <a:pt x="26" y="585"/>
                    <a:pt x="18" y="637"/>
                    <a:pt x="9" y="697"/>
                  </a:cubicBezTo>
                  <a:cubicBezTo>
                    <a:pt x="1" y="706"/>
                    <a:pt x="9" y="723"/>
                    <a:pt x="9" y="740"/>
                  </a:cubicBezTo>
                  <a:cubicBezTo>
                    <a:pt x="9" y="757"/>
                    <a:pt x="1" y="774"/>
                    <a:pt x="1" y="791"/>
                  </a:cubicBezTo>
                  <a:cubicBezTo>
                    <a:pt x="1" y="860"/>
                    <a:pt x="44" y="920"/>
                    <a:pt x="69" y="980"/>
                  </a:cubicBezTo>
                  <a:cubicBezTo>
                    <a:pt x="121" y="1084"/>
                    <a:pt x="147" y="1195"/>
                    <a:pt x="198" y="1307"/>
                  </a:cubicBezTo>
                  <a:cubicBezTo>
                    <a:pt x="258" y="1436"/>
                    <a:pt x="276" y="1556"/>
                    <a:pt x="353" y="1676"/>
                  </a:cubicBezTo>
                  <a:cubicBezTo>
                    <a:pt x="361" y="1694"/>
                    <a:pt x="379" y="1711"/>
                    <a:pt x="396" y="1728"/>
                  </a:cubicBezTo>
                  <a:cubicBezTo>
                    <a:pt x="422" y="1754"/>
                    <a:pt x="447" y="1797"/>
                    <a:pt x="482" y="1831"/>
                  </a:cubicBezTo>
                  <a:cubicBezTo>
                    <a:pt x="525" y="1883"/>
                    <a:pt x="559" y="1934"/>
                    <a:pt x="602" y="1994"/>
                  </a:cubicBezTo>
                  <a:cubicBezTo>
                    <a:pt x="619" y="2020"/>
                    <a:pt x="645" y="2037"/>
                    <a:pt x="671" y="2054"/>
                  </a:cubicBezTo>
                  <a:cubicBezTo>
                    <a:pt x="679" y="2072"/>
                    <a:pt x="705" y="2089"/>
                    <a:pt x="722" y="2089"/>
                  </a:cubicBezTo>
                  <a:cubicBezTo>
                    <a:pt x="739" y="2097"/>
                    <a:pt x="757" y="2097"/>
                    <a:pt x="774" y="2106"/>
                  </a:cubicBezTo>
                  <a:cubicBezTo>
                    <a:pt x="800" y="2123"/>
                    <a:pt x="851" y="2140"/>
                    <a:pt x="877" y="2158"/>
                  </a:cubicBezTo>
                  <a:cubicBezTo>
                    <a:pt x="894" y="2166"/>
                    <a:pt x="937" y="2209"/>
                    <a:pt x="963" y="2209"/>
                  </a:cubicBezTo>
                  <a:cubicBezTo>
                    <a:pt x="963" y="2183"/>
                    <a:pt x="911" y="2158"/>
                    <a:pt x="894" y="2140"/>
                  </a:cubicBezTo>
                  <a:cubicBezTo>
                    <a:pt x="868" y="2115"/>
                    <a:pt x="817" y="2106"/>
                    <a:pt x="791" y="2080"/>
                  </a:cubicBezTo>
                  <a:cubicBezTo>
                    <a:pt x="739" y="2020"/>
                    <a:pt x="757" y="1943"/>
                    <a:pt x="722" y="1883"/>
                  </a:cubicBezTo>
                  <a:cubicBezTo>
                    <a:pt x="696" y="1840"/>
                    <a:pt x="688" y="1805"/>
                    <a:pt x="654" y="1779"/>
                  </a:cubicBezTo>
                  <a:cubicBezTo>
                    <a:pt x="611" y="1745"/>
                    <a:pt x="636" y="1711"/>
                    <a:pt x="611" y="1668"/>
                  </a:cubicBezTo>
                  <a:cubicBezTo>
                    <a:pt x="559" y="1573"/>
                    <a:pt x="473" y="1487"/>
                    <a:pt x="422" y="1384"/>
                  </a:cubicBezTo>
                  <a:cubicBezTo>
                    <a:pt x="396" y="1333"/>
                    <a:pt x="310" y="1290"/>
                    <a:pt x="301" y="1230"/>
                  </a:cubicBezTo>
                  <a:cubicBezTo>
                    <a:pt x="301" y="1212"/>
                    <a:pt x="301" y="1195"/>
                    <a:pt x="301" y="1187"/>
                  </a:cubicBezTo>
                  <a:cubicBezTo>
                    <a:pt x="301" y="1161"/>
                    <a:pt x="301" y="1161"/>
                    <a:pt x="318" y="1144"/>
                  </a:cubicBezTo>
                  <a:cubicBezTo>
                    <a:pt x="379" y="1041"/>
                    <a:pt x="404" y="886"/>
                    <a:pt x="344" y="774"/>
                  </a:cubicBezTo>
                  <a:cubicBezTo>
                    <a:pt x="336" y="766"/>
                    <a:pt x="336" y="749"/>
                    <a:pt x="327" y="731"/>
                  </a:cubicBezTo>
                  <a:cubicBezTo>
                    <a:pt x="310" y="706"/>
                    <a:pt x="301" y="688"/>
                    <a:pt x="301" y="663"/>
                  </a:cubicBezTo>
                  <a:cubicBezTo>
                    <a:pt x="293" y="611"/>
                    <a:pt x="318" y="585"/>
                    <a:pt x="327" y="542"/>
                  </a:cubicBezTo>
                  <a:cubicBezTo>
                    <a:pt x="327" y="517"/>
                    <a:pt x="336" y="499"/>
                    <a:pt x="336" y="474"/>
                  </a:cubicBezTo>
                  <a:lnTo>
                    <a:pt x="361" y="456"/>
                  </a:lnTo>
                  <a:cubicBezTo>
                    <a:pt x="370" y="439"/>
                    <a:pt x="370" y="422"/>
                    <a:pt x="379" y="405"/>
                  </a:cubicBezTo>
                  <a:cubicBezTo>
                    <a:pt x="396" y="353"/>
                    <a:pt x="413" y="310"/>
                    <a:pt x="439" y="259"/>
                  </a:cubicBezTo>
                  <a:cubicBezTo>
                    <a:pt x="456" y="242"/>
                    <a:pt x="465" y="224"/>
                    <a:pt x="465" y="199"/>
                  </a:cubicBezTo>
                  <a:cubicBezTo>
                    <a:pt x="473" y="181"/>
                    <a:pt x="482" y="164"/>
                    <a:pt x="482" y="147"/>
                  </a:cubicBezTo>
                  <a:cubicBezTo>
                    <a:pt x="482" y="130"/>
                    <a:pt x="473" y="104"/>
                    <a:pt x="473" y="78"/>
                  </a:cubicBezTo>
                  <a:cubicBezTo>
                    <a:pt x="473" y="61"/>
                    <a:pt x="490" y="35"/>
                    <a:pt x="490" y="18"/>
                  </a:cubicBezTo>
                  <a:cubicBezTo>
                    <a:pt x="486" y="6"/>
                    <a:pt x="477" y="1"/>
                    <a:pt x="466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8" name="Google Shape;1308;p17"/>
            <p:cNvSpPr/>
            <p:nvPr/>
          </p:nvSpPr>
          <p:spPr>
            <a:xfrm>
              <a:off x="5694950" y="1380075"/>
              <a:ext cx="27950" cy="7150"/>
            </a:xfrm>
            <a:custGeom>
              <a:avLst/>
              <a:gdLst/>
              <a:ahLst/>
              <a:cxnLst/>
              <a:rect l="l" t="t" r="r" b="b"/>
              <a:pathLst>
                <a:path w="1118" h="286" extrusionOk="0">
                  <a:moveTo>
                    <a:pt x="198" y="1"/>
                  </a:moveTo>
                  <a:cubicBezTo>
                    <a:pt x="175" y="23"/>
                    <a:pt x="152" y="27"/>
                    <a:pt x="129" y="27"/>
                  </a:cubicBezTo>
                  <a:cubicBezTo>
                    <a:pt x="118" y="27"/>
                    <a:pt x="106" y="26"/>
                    <a:pt x="95" y="26"/>
                  </a:cubicBezTo>
                  <a:cubicBezTo>
                    <a:pt x="77" y="18"/>
                    <a:pt x="69" y="18"/>
                    <a:pt x="60" y="18"/>
                  </a:cubicBezTo>
                  <a:cubicBezTo>
                    <a:pt x="26" y="18"/>
                    <a:pt x="26" y="52"/>
                    <a:pt x="0" y="61"/>
                  </a:cubicBezTo>
                  <a:cubicBezTo>
                    <a:pt x="17" y="95"/>
                    <a:pt x="35" y="112"/>
                    <a:pt x="69" y="121"/>
                  </a:cubicBezTo>
                  <a:cubicBezTo>
                    <a:pt x="138" y="147"/>
                    <a:pt x="206" y="172"/>
                    <a:pt x="266" y="207"/>
                  </a:cubicBezTo>
                  <a:cubicBezTo>
                    <a:pt x="301" y="215"/>
                    <a:pt x="318" y="241"/>
                    <a:pt x="352" y="250"/>
                  </a:cubicBezTo>
                  <a:cubicBezTo>
                    <a:pt x="387" y="267"/>
                    <a:pt x="438" y="267"/>
                    <a:pt x="481" y="275"/>
                  </a:cubicBezTo>
                  <a:cubicBezTo>
                    <a:pt x="511" y="280"/>
                    <a:pt x="524" y="285"/>
                    <a:pt x="539" y="285"/>
                  </a:cubicBezTo>
                  <a:cubicBezTo>
                    <a:pt x="550" y="285"/>
                    <a:pt x="563" y="283"/>
                    <a:pt x="584" y="275"/>
                  </a:cubicBezTo>
                  <a:cubicBezTo>
                    <a:pt x="627" y="258"/>
                    <a:pt x="670" y="258"/>
                    <a:pt x="705" y="233"/>
                  </a:cubicBezTo>
                  <a:cubicBezTo>
                    <a:pt x="722" y="224"/>
                    <a:pt x="748" y="207"/>
                    <a:pt x="773" y="198"/>
                  </a:cubicBezTo>
                  <a:cubicBezTo>
                    <a:pt x="801" y="184"/>
                    <a:pt x="818" y="170"/>
                    <a:pt x="847" y="170"/>
                  </a:cubicBezTo>
                  <a:cubicBezTo>
                    <a:pt x="853" y="170"/>
                    <a:pt x="860" y="171"/>
                    <a:pt x="868" y="172"/>
                  </a:cubicBezTo>
                  <a:cubicBezTo>
                    <a:pt x="919" y="181"/>
                    <a:pt x="962" y="190"/>
                    <a:pt x="1014" y="198"/>
                  </a:cubicBezTo>
                  <a:cubicBezTo>
                    <a:pt x="1048" y="198"/>
                    <a:pt x="1108" y="190"/>
                    <a:pt x="1117" y="164"/>
                  </a:cubicBezTo>
                  <a:cubicBezTo>
                    <a:pt x="1117" y="138"/>
                    <a:pt x="1083" y="104"/>
                    <a:pt x="1074" y="86"/>
                  </a:cubicBezTo>
                  <a:cubicBezTo>
                    <a:pt x="1057" y="61"/>
                    <a:pt x="1057" y="9"/>
                    <a:pt x="1014" y="9"/>
                  </a:cubicBezTo>
                  <a:cubicBezTo>
                    <a:pt x="997" y="9"/>
                    <a:pt x="988" y="26"/>
                    <a:pt x="980" y="35"/>
                  </a:cubicBezTo>
                  <a:cubicBezTo>
                    <a:pt x="962" y="44"/>
                    <a:pt x="954" y="44"/>
                    <a:pt x="928" y="52"/>
                  </a:cubicBezTo>
                  <a:cubicBezTo>
                    <a:pt x="902" y="52"/>
                    <a:pt x="876" y="52"/>
                    <a:pt x="851" y="61"/>
                  </a:cubicBezTo>
                  <a:cubicBezTo>
                    <a:pt x="816" y="61"/>
                    <a:pt x="773" y="44"/>
                    <a:pt x="739" y="35"/>
                  </a:cubicBezTo>
                  <a:cubicBezTo>
                    <a:pt x="705" y="35"/>
                    <a:pt x="670" y="26"/>
                    <a:pt x="636" y="26"/>
                  </a:cubicBezTo>
                  <a:cubicBezTo>
                    <a:pt x="610" y="26"/>
                    <a:pt x="593" y="35"/>
                    <a:pt x="567" y="44"/>
                  </a:cubicBezTo>
                  <a:cubicBezTo>
                    <a:pt x="533" y="52"/>
                    <a:pt x="481" y="52"/>
                    <a:pt x="438" y="61"/>
                  </a:cubicBezTo>
                  <a:cubicBezTo>
                    <a:pt x="370" y="61"/>
                    <a:pt x="258" y="52"/>
                    <a:pt x="19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9" name="Google Shape;1309;p17"/>
            <p:cNvSpPr/>
            <p:nvPr/>
          </p:nvSpPr>
          <p:spPr>
            <a:xfrm>
              <a:off x="5670250" y="1341625"/>
              <a:ext cx="22150" cy="38700"/>
            </a:xfrm>
            <a:custGeom>
              <a:avLst/>
              <a:gdLst/>
              <a:ahLst/>
              <a:cxnLst/>
              <a:rect l="l" t="t" r="r" b="b"/>
              <a:pathLst>
                <a:path w="886" h="1548" extrusionOk="0">
                  <a:moveTo>
                    <a:pt x="17" y="1"/>
                  </a:moveTo>
                  <a:cubicBezTo>
                    <a:pt x="0" y="9"/>
                    <a:pt x="0" y="52"/>
                    <a:pt x="0" y="61"/>
                  </a:cubicBezTo>
                  <a:cubicBezTo>
                    <a:pt x="0" y="78"/>
                    <a:pt x="0" y="104"/>
                    <a:pt x="0" y="121"/>
                  </a:cubicBezTo>
                  <a:cubicBezTo>
                    <a:pt x="0" y="138"/>
                    <a:pt x="9" y="155"/>
                    <a:pt x="0" y="181"/>
                  </a:cubicBezTo>
                  <a:cubicBezTo>
                    <a:pt x="0" y="198"/>
                    <a:pt x="0" y="224"/>
                    <a:pt x="9" y="241"/>
                  </a:cubicBezTo>
                  <a:lnTo>
                    <a:pt x="17" y="276"/>
                  </a:lnTo>
                  <a:cubicBezTo>
                    <a:pt x="17" y="310"/>
                    <a:pt x="26" y="336"/>
                    <a:pt x="26" y="362"/>
                  </a:cubicBezTo>
                  <a:cubicBezTo>
                    <a:pt x="26" y="379"/>
                    <a:pt x="26" y="396"/>
                    <a:pt x="34" y="413"/>
                  </a:cubicBezTo>
                  <a:cubicBezTo>
                    <a:pt x="34" y="439"/>
                    <a:pt x="34" y="465"/>
                    <a:pt x="43" y="490"/>
                  </a:cubicBezTo>
                  <a:cubicBezTo>
                    <a:pt x="43" y="499"/>
                    <a:pt x="52" y="516"/>
                    <a:pt x="52" y="525"/>
                  </a:cubicBezTo>
                  <a:cubicBezTo>
                    <a:pt x="52" y="542"/>
                    <a:pt x="60" y="551"/>
                    <a:pt x="60" y="568"/>
                  </a:cubicBezTo>
                  <a:cubicBezTo>
                    <a:pt x="69" y="585"/>
                    <a:pt x="69" y="594"/>
                    <a:pt x="69" y="611"/>
                  </a:cubicBezTo>
                  <a:cubicBezTo>
                    <a:pt x="69" y="628"/>
                    <a:pt x="77" y="645"/>
                    <a:pt x="77" y="662"/>
                  </a:cubicBezTo>
                  <a:cubicBezTo>
                    <a:pt x="95" y="722"/>
                    <a:pt x="95" y="783"/>
                    <a:pt x="103" y="843"/>
                  </a:cubicBezTo>
                  <a:cubicBezTo>
                    <a:pt x="112" y="877"/>
                    <a:pt x="129" y="894"/>
                    <a:pt x="146" y="929"/>
                  </a:cubicBezTo>
                  <a:cubicBezTo>
                    <a:pt x="163" y="946"/>
                    <a:pt x="172" y="963"/>
                    <a:pt x="181" y="980"/>
                  </a:cubicBezTo>
                  <a:cubicBezTo>
                    <a:pt x="198" y="1014"/>
                    <a:pt x="215" y="1032"/>
                    <a:pt x="241" y="1057"/>
                  </a:cubicBezTo>
                  <a:cubicBezTo>
                    <a:pt x="258" y="1075"/>
                    <a:pt x="284" y="1100"/>
                    <a:pt x="301" y="1118"/>
                  </a:cubicBezTo>
                  <a:cubicBezTo>
                    <a:pt x="309" y="1135"/>
                    <a:pt x="327" y="1143"/>
                    <a:pt x="335" y="1161"/>
                  </a:cubicBezTo>
                  <a:cubicBezTo>
                    <a:pt x="352" y="1169"/>
                    <a:pt x="361" y="1186"/>
                    <a:pt x="378" y="1195"/>
                  </a:cubicBezTo>
                  <a:cubicBezTo>
                    <a:pt x="387" y="1212"/>
                    <a:pt x="387" y="1229"/>
                    <a:pt x="395" y="1238"/>
                  </a:cubicBezTo>
                  <a:cubicBezTo>
                    <a:pt x="413" y="1264"/>
                    <a:pt x="430" y="1298"/>
                    <a:pt x="455" y="1315"/>
                  </a:cubicBezTo>
                  <a:cubicBezTo>
                    <a:pt x="464" y="1332"/>
                    <a:pt x="473" y="1341"/>
                    <a:pt x="481" y="1358"/>
                  </a:cubicBezTo>
                  <a:cubicBezTo>
                    <a:pt x="490" y="1367"/>
                    <a:pt x="498" y="1375"/>
                    <a:pt x="516" y="1384"/>
                  </a:cubicBezTo>
                  <a:cubicBezTo>
                    <a:pt x="541" y="1401"/>
                    <a:pt x="567" y="1418"/>
                    <a:pt x="593" y="1435"/>
                  </a:cubicBezTo>
                  <a:cubicBezTo>
                    <a:pt x="627" y="1453"/>
                    <a:pt x="653" y="1470"/>
                    <a:pt x="687" y="1478"/>
                  </a:cubicBezTo>
                  <a:cubicBezTo>
                    <a:pt x="705" y="1496"/>
                    <a:pt x="730" y="1513"/>
                    <a:pt x="748" y="1513"/>
                  </a:cubicBezTo>
                  <a:lnTo>
                    <a:pt x="756" y="1513"/>
                  </a:lnTo>
                  <a:cubicBezTo>
                    <a:pt x="773" y="1513"/>
                    <a:pt x="782" y="1504"/>
                    <a:pt x="799" y="1504"/>
                  </a:cubicBezTo>
                  <a:cubicBezTo>
                    <a:pt x="825" y="1504"/>
                    <a:pt x="842" y="1521"/>
                    <a:pt x="859" y="1530"/>
                  </a:cubicBezTo>
                  <a:lnTo>
                    <a:pt x="885" y="1547"/>
                  </a:lnTo>
                  <a:lnTo>
                    <a:pt x="868" y="1504"/>
                  </a:lnTo>
                  <a:cubicBezTo>
                    <a:pt x="859" y="1487"/>
                    <a:pt x="842" y="1478"/>
                    <a:pt x="825" y="1470"/>
                  </a:cubicBezTo>
                  <a:cubicBezTo>
                    <a:pt x="816" y="1461"/>
                    <a:pt x="808" y="1444"/>
                    <a:pt x="799" y="1435"/>
                  </a:cubicBezTo>
                  <a:lnTo>
                    <a:pt x="773" y="1410"/>
                  </a:lnTo>
                  <a:lnTo>
                    <a:pt x="739" y="1375"/>
                  </a:lnTo>
                  <a:lnTo>
                    <a:pt x="713" y="1350"/>
                  </a:lnTo>
                  <a:cubicBezTo>
                    <a:pt x="705" y="1341"/>
                    <a:pt x="696" y="1324"/>
                    <a:pt x="679" y="1315"/>
                  </a:cubicBezTo>
                  <a:lnTo>
                    <a:pt x="662" y="1298"/>
                  </a:lnTo>
                  <a:lnTo>
                    <a:pt x="636" y="1264"/>
                  </a:lnTo>
                  <a:cubicBezTo>
                    <a:pt x="619" y="1246"/>
                    <a:pt x="593" y="1221"/>
                    <a:pt x="584" y="1195"/>
                  </a:cubicBezTo>
                  <a:lnTo>
                    <a:pt x="567" y="1169"/>
                  </a:lnTo>
                  <a:cubicBezTo>
                    <a:pt x="550" y="1152"/>
                    <a:pt x="533" y="1135"/>
                    <a:pt x="516" y="1118"/>
                  </a:cubicBezTo>
                  <a:cubicBezTo>
                    <a:pt x="498" y="1100"/>
                    <a:pt x="490" y="1092"/>
                    <a:pt x="481" y="1083"/>
                  </a:cubicBezTo>
                  <a:cubicBezTo>
                    <a:pt x="464" y="1075"/>
                    <a:pt x="447" y="1049"/>
                    <a:pt x="430" y="1040"/>
                  </a:cubicBezTo>
                  <a:cubicBezTo>
                    <a:pt x="404" y="1006"/>
                    <a:pt x="370" y="980"/>
                    <a:pt x="344" y="946"/>
                  </a:cubicBezTo>
                  <a:cubicBezTo>
                    <a:pt x="327" y="929"/>
                    <a:pt x="309" y="903"/>
                    <a:pt x="301" y="886"/>
                  </a:cubicBezTo>
                  <a:lnTo>
                    <a:pt x="275" y="843"/>
                  </a:lnTo>
                  <a:lnTo>
                    <a:pt x="258" y="825"/>
                  </a:lnTo>
                  <a:lnTo>
                    <a:pt x="241" y="800"/>
                  </a:lnTo>
                  <a:cubicBezTo>
                    <a:pt x="224" y="774"/>
                    <a:pt x="215" y="748"/>
                    <a:pt x="206" y="714"/>
                  </a:cubicBezTo>
                  <a:cubicBezTo>
                    <a:pt x="198" y="688"/>
                    <a:pt x="181" y="671"/>
                    <a:pt x="172" y="636"/>
                  </a:cubicBezTo>
                  <a:cubicBezTo>
                    <a:pt x="163" y="619"/>
                    <a:pt x="163" y="594"/>
                    <a:pt x="155" y="568"/>
                  </a:cubicBezTo>
                  <a:cubicBezTo>
                    <a:pt x="155" y="542"/>
                    <a:pt x="120" y="447"/>
                    <a:pt x="120" y="439"/>
                  </a:cubicBezTo>
                  <a:cubicBezTo>
                    <a:pt x="112" y="422"/>
                    <a:pt x="112" y="413"/>
                    <a:pt x="103" y="405"/>
                  </a:cubicBezTo>
                  <a:cubicBezTo>
                    <a:pt x="95" y="387"/>
                    <a:pt x="95" y="370"/>
                    <a:pt x="95" y="353"/>
                  </a:cubicBezTo>
                  <a:cubicBezTo>
                    <a:pt x="77" y="310"/>
                    <a:pt x="69" y="267"/>
                    <a:pt x="60" y="215"/>
                  </a:cubicBezTo>
                  <a:cubicBezTo>
                    <a:pt x="60" y="190"/>
                    <a:pt x="60" y="155"/>
                    <a:pt x="52" y="121"/>
                  </a:cubicBezTo>
                  <a:cubicBezTo>
                    <a:pt x="43" y="104"/>
                    <a:pt x="34" y="87"/>
                    <a:pt x="26" y="61"/>
                  </a:cubicBezTo>
                  <a:cubicBezTo>
                    <a:pt x="26" y="52"/>
                    <a:pt x="17" y="35"/>
                    <a:pt x="17" y="18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DDBC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0" name="Google Shape;1310;p17"/>
            <p:cNvSpPr/>
            <p:nvPr/>
          </p:nvSpPr>
          <p:spPr>
            <a:xfrm>
              <a:off x="5693650" y="1362675"/>
              <a:ext cx="58450" cy="32275"/>
            </a:xfrm>
            <a:custGeom>
              <a:avLst/>
              <a:gdLst/>
              <a:ahLst/>
              <a:cxnLst/>
              <a:rect l="l" t="t" r="r" b="b"/>
              <a:pathLst>
                <a:path w="2338" h="1291" extrusionOk="0">
                  <a:moveTo>
                    <a:pt x="19" y="1156"/>
                  </a:moveTo>
                  <a:cubicBezTo>
                    <a:pt x="13" y="1156"/>
                    <a:pt x="7" y="1157"/>
                    <a:pt x="1" y="1161"/>
                  </a:cubicBezTo>
                  <a:cubicBezTo>
                    <a:pt x="1" y="1161"/>
                    <a:pt x="1" y="1161"/>
                    <a:pt x="19" y="1156"/>
                  </a:cubicBezTo>
                  <a:close/>
                  <a:moveTo>
                    <a:pt x="2303" y="1"/>
                  </a:moveTo>
                  <a:cubicBezTo>
                    <a:pt x="2286" y="18"/>
                    <a:pt x="2269" y="52"/>
                    <a:pt x="2260" y="69"/>
                  </a:cubicBezTo>
                  <a:cubicBezTo>
                    <a:pt x="2252" y="112"/>
                    <a:pt x="2234" y="155"/>
                    <a:pt x="2217" y="198"/>
                  </a:cubicBezTo>
                  <a:cubicBezTo>
                    <a:pt x="2200" y="241"/>
                    <a:pt x="2200" y="293"/>
                    <a:pt x="2174" y="336"/>
                  </a:cubicBezTo>
                  <a:cubicBezTo>
                    <a:pt x="2166" y="353"/>
                    <a:pt x="2140" y="370"/>
                    <a:pt x="2123" y="396"/>
                  </a:cubicBezTo>
                  <a:cubicBezTo>
                    <a:pt x="2080" y="465"/>
                    <a:pt x="2011" y="508"/>
                    <a:pt x="1951" y="568"/>
                  </a:cubicBezTo>
                  <a:cubicBezTo>
                    <a:pt x="1882" y="636"/>
                    <a:pt x="1822" y="679"/>
                    <a:pt x="1736" y="722"/>
                  </a:cubicBezTo>
                  <a:cubicBezTo>
                    <a:pt x="1710" y="731"/>
                    <a:pt x="1693" y="740"/>
                    <a:pt x="1667" y="748"/>
                  </a:cubicBezTo>
                  <a:cubicBezTo>
                    <a:pt x="1633" y="774"/>
                    <a:pt x="1599" y="791"/>
                    <a:pt x="1556" y="808"/>
                  </a:cubicBezTo>
                  <a:cubicBezTo>
                    <a:pt x="1530" y="817"/>
                    <a:pt x="1495" y="825"/>
                    <a:pt x="1461" y="843"/>
                  </a:cubicBezTo>
                  <a:cubicBezTo>
                    <a:pt x="1444" y="843"/>
                    <a:pt x="1427" y="851"/>
                    <a:pt x="1410" y="860"/>
                  </a:cubicBezTo>
                  <a:lnTo>
                    <a:pt x="1367" y="860"/>
                  </a:lnTo>
                  <a:cubicBezTo>
                    <a:pt x="1358" y="860"/>
                    <a:pt x="1341" y="877"/>
                    <a:pt x="1324" y="877"/>
                  </a:cubicBezTo>
                  <a:cubicBezTo>
                    <a:pt x="1298" y="894"/>
                    <a:pt x="1289" y="911"/>
                    <a:pt x="1264" y="929"/>
                  </a:cubicBezTo>
                  <a:cubicBezTo>
                    <a:pt x="1246" y="946"/>
                    <a:pt x="1229" y="954"/>
                    <a:pt x="1212" y="971"/>
                  </a:cubicBezTo>
                  <a:cubicBezTo>
                    <a:pt x="1169" y="997"/>
                    <a:pt x="1117" y="1032"/>
                    <a:pt x="1075" y="1057"/>
                  </a:cubicBezTo>
                  <a:cubicBezTo>
                    <a:pt x="1062" y="1070"/>
                    <a:pt x="1049" y="1078"/>
                    <a:pt x="1030" y="1078"/>
                  </a:cubicBezTo>
                  <a:cubicBezTo>
                    <a:pt x="1023" y="1078"/>
                    <a:pt x="1015" y="1077"/>
                    <a:pt x="1006" y="1075"/>
                  </a:cubicBezTo>
                  <a:cubicBezTo>
                    <a:pt x="971" y="1066"/>
                    <a:pt x="928" y="1057"/>
                    <a:pt x="886" y="1049"/>
                  </a:cubicBezTo>
                  <a:cubicBezTo>
                    <a:pt x="825" y="1049"/>
                    <a:pt x="757" y="1066"/>
                    <a:pt x="696" y="1083"/>
                  </a:cubicBezTo>
                  <a:cubicBezTo>
                    <a:pt x="671" y="1092"/>
                    <a:pt x="654" y="1109"/>
                    <a:pt x="628" y="1126"/>
                  </a:cubicBezTo>
                  <a:cubicBezTo>
                    <a:pt x="606" y="1135"/>
                    <a:pt x="583" y="1137"/>
                    <a:pt x="558" y="1137"/>
                  </a:cubicBezTo>
                  <a:cubicBezTo>
                    <a:pt x="533" y="1137"/>
                    <a:pt x="507" y="1135"/>
                    <a:pt x="482" y="1135"/>
                  </a:cubicBezTo>
                  <a:cubicBezTo>
                    <a:pt x="370" y="1135"/>
                    <a:pt x="250" y="1135"/>
                    <a:pt x="138" y="1126"/>
                  </a:cubicBezTo>
                  <a:cubicBezTo>
                    <a:pt x="71" y="1143"/>
                    <a:pt x="37" y="1151"/>
                    <a:pt x="19" y="1156"/>
                  </a:cubicBezTo>
                  <a:lnTo>
                    <a:pt x="19" y="1156"/>
                  </a:lnTo>
                  <a:cubicBezTo>
                    <a:pt x="20" y="1156"/>
                    <a:pt x="21" y="1156"/>
                    <a:pt x="22" y="1156"/>
                  </a:cubicBezTo>
                  <a:cubicBezTo>
                    <a:pt x="51" y="1156"/>
                    <a:pt x="85" y="1179"/>
                    <a:pt x="112" y="1186"/>
                  </a:cubicBezTo>
                  <a:cubicBezTo>
                    <a:pt x="164" y="1203"/>
                    <a:pt x="215" y="1221"/>
                    <a:pt x="267" y="1229"/>
                  </a:cubicBezTo>
                  <a:cubicBezTo>
                    <a:pt x="318" y="1246"/>
                    <a:pt x="361" y="1255"/>
                    <a:pt x="422" y="1255"/>
                  </a:cubicBezTo>
                  <a:cubicBezTo>
                    <a:pt x="482" y="1255"/>
                    <a:pt x="533" y="1264"/>
                    <a:pt x="593" y="1281"/>
                  </a:cubicBezTo>
                  <a:cubicBezTo>
                    <a:pt x="620" y="1287"/>
                    <a:pt x="647" y="1290"/>
                    <a:pt x="675" y="1290"/>
                  </a:cubicBezTo>
                  <a:cubicBezTo>
                    <a:pt x="720" y="1290"/>
                    <a:pt x="766" y="1283"/>
                    <a:pt x="808" y="1272"/>
                  </a:cubicBezTo>
                  <a:cubicBezTo>
                    <a:pt x="843" y="1272"/>
                    <a:pt x="868" y="1264"/>
                    <a:pt x="903" y="1255"/>
                  </a:cubicBezTo>
                  <a:cubicBezTo>
                    <a:pt x="928" y="1246"/>
                    <a:pt x="954" y="1229"/>
                    <a:pt x="980" y="1221"/>
                  </a:cubicBezTo>
                  <a:cubicBezTo>
                    <a:pt x="1014" y="1212"/>
                    <a:pt x="1040" y="1212"/>
                    <a:pt x="1075" y="1195"/>
                  </a:cubicBezTo>
                  <a:cubicBezTo>
                    <a:pt x="1092" y="1195"/>
                    <a:pt x="1109" y="1186"/>
                    <a:pt x="1126" y="1178"/>
                  </a:cubicBezTo>
                  <a:cubicBezTo>
                    <a:pt x="1160" y="1169"/>
                    <a:pt x="1203" y="1161"/>
                    <a:pt x="1238" y="1152"/>
                  </a:cubicBezTo>
                  <a:cubicBezTo>
                    <a:pt x="1264" y="1152"/>
                    <a:pt x="1281" y="1135"/>
                    <a:pt x="1298" y="1135"/>
                  </a:cubicBezTo>
                  <a:cubicBezTo>
                    <a:pt x="1324" y="1126"/>
                    <a:pt x="1358" y="1126"/>
                    <a:pt x="1384" y="1118"/>
                  </a:cubicBezTo>
                  <a:cubicBezTo>
                    <a:pt x="1418" y="1109"/>
                    <a:pt x="1444" y="1092"/>
                    <a:pt x="1478" y="1083"/>
                  </a:cubicBezTo>
                  <a:cubicBezTo>
                    <a:pt x="1538" y="1066"/>
                    <a:pt x="1590" y="1049"/>
                    <a:pt x="1650" y="1014"/>
                  </a:cubicBezTo>
                  <a:cubicBezTo>
                    <a:pt x="1676" y="989"/>
                    <a:pt x="1710" y="963"/>
                    <a:pt x="1745" y="937"/>
                  </a:cubicBezTo>
                  <a:cubicBezTo>
                    <a:pt x="1753" y="920"/>
                    <a:pt x="1753" y="894"/>
                    <a:pt x="1770" y="877"/>
                  </a:cubicBezTo>
                  <a:cubicBezTo>
                    <a:pt x="1788" y="860"/>
                    <a:pt x="1813" y="851"/>
                    <a:pt x="1831" y="825"/>
                  </a:cubicBezTo>
                  <a:cubicBezTo>
                    <a:pt x="1874" y="782"/>
                    <a:pt x="1865" y="705"/>
                    <a:pt x="1899" y="654"/>
                  </a:cubicBezTo>
                  <a:cubicBezTo>
                    <a:pt x="1916" y="628"/>
                    <a:pt x="1934" y="619"/>
                    <a:pt x="1951" y="602"/>
                  </a:cubicBezTo>
                  <a:cubicBezTo>
                    <a:pt x="1977" y="585"/>
                    <a:pt x="1994" y="568"/>
                    <a:pt x="2020" y="542"/>
                  </a:cubicBezTo>
                  <a:cubicBezTo>
                    <a:pt x="2080" y="490"/>
                    <a:pt x="2148" y="439"/>
                    <a:pt x="2191" y="362"/>
                  </a:cubicBezTo>
                  <a:cubicBezTo>
                    <a:pt x="2234" y="293"/>
                    <a:pt x="2294" y="215"/>
                    <a:pt x="2320" y="130"/>
                  </a:cubicBezTo>
                  <a:cubicBezTo>
                    <a:pt x="2329" y="87"/>
                    <a:pt x="2337" y="35"/>
                    <a:pt x="2303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1" name="Google Shape;1311;p17"/>
            <p:cNvSpPr/>
            <p:nvPr/>
          </p:nvSpPr>
          <p:spPr>
            <a:xfrm>
              <a:off x="5714475" y="1287050"/>
              <a:ext cx="42775" cy="42350"/>
            </a:xfrm>
            <a:custGeom>
              <a:avLst/>
              <a:gdLst/>
              <a:ahLst/>
              <a:cxnLst/>
              <a:rect l="l" t="t" r="r" b="b"/>
              <a:pathLst>
                <a:path w="1711" h="1694" extrusionOk="0">
                  <a:moveTo>
                    <a:pt x="391" y="0"/>
                  </a:moveTo>
                  <a:cubicBezTo>
                    <a:pt x="350" y="0"/>
                    <a:pt x="309" y="3"/>
                    <a:pt x="267" y="19"/>
                  </a:cubicBezTo>
                  <a:cubicBezTo>
                    <a:pt x="231" y="34"/>
                    <a:pt x="192" y="37"/>
                    <a:pt x="152" y="37"/>
                  </a:cubicBezTo>
                  <a:cubicBezTo>
                    <a:pt x="125" y="37"/>
                    <a:pt x="97" y="36"/>
                    <a:pt x="70" y="36"/>
                  </a:cubicBezTo>
                  <a:cubicBezTo>
                    <a:pt x="53" y="36"/>
                    <a:pt x="44" y="44"/>
                    <a:pt x="35" y="44"/>
                  </a:cubicBezTo>
                  <a:lnTo>
                    <a:pt x="1" y="44"/>
                  </a:lnTo>
                  <a:cubicBezTo>
                    <a:pt x="44" y="44"/>
                    <a:pt x="87" y="44"/>
                    <a:pt x="130" y="53"/>
                  </a:cubicBezTo>
                  <a:cubicBezTo>
                    <a:pt x="164" y="53"/>
                    <a:pt x="216" y="62"/>
                    <a:pt x="250" y="70"/>
                  </a:cubicBezTo>
                  <a:cubicBezTo>
                    <a:pt x="267" y="79"/>
                    <a:pt x="284" y="87"/>
                    <a:pt x="310" y="96"/>
                  </a:cubicBezTo>
                  <a:cubicBezTo>
                    <a:pt x="336" y="113"/>
                    <a:pt x="370" y="113"/>
                    <a:pt x="405" y="122"/>
                  </a:cubicBezTo>
                  <a:cubicBezTo>
                    <a:pt x="448" y="139"/>
                    <a:pt x="482" y="191"/>
                    <a:pt x="525" y="216"/>
                  </a:cubicBezTo>
                  <a:cubicBezTo>
                    <a:pt x="559" y="233"/>
                    <a:pt x="594" y="251"/>
                    <a:pt x="628" y="276"/>
                  </a:cubicBezTo>
                  <a:cubicBezTo>
                    <a:pt x="645" y="285"/>
                    <a:pt x="662" y="294"/>
                    <a:pt x="688" y="302"/>
                  </a:cubicBezTo>
                  <a:cubicBezTo>
                    <a:pt x="705" y="311"/>
                    <a:pt x="731" y="311"/>
                    <a:pt x="748" y="328"/>
                  </a:cubicBezTo>
                  <a:cubicBezTo>
                    <a:pt x="766" y="337"/>
                    <a:pt x="783" y="354"/>
                    <a:pt x="800" y="371"/>
                  </a:cubicBezTo>
                  <a:cubicBezTo>
                    <a:pt x="826" y="397"/>
                    <a:pt x="843" y="422"/>
                    <a:pt x="869" y="440"/>
                  </a:cubicBezTo>
                  <a:cubicBezTo>
                    <a:pt x="903" y="465"/>
                    <a:pt x="929" y="491"/>
                    <a:pt x="972" y="517"/>
                  </a:cubicBezTo>
                  <a:cubicBezTo>
                    <a:pt x="1006" y="534"/>
                    <a:pt x="1049" y="551"/>
                    <a:pt x="1075" y="577"/>
                  </a:cubicBezTo>
                  <a:cubicBezTo>
                    <a:pt x="1118" y="603"/>
                    <a:pt x="1144" y="646"/>
                    <a:pt x="1178" y="680"/>
                  </a:cubicBezTo>
                  <a:cubicBezTo>
                    <a:pt x="1212" y="715"/>
                    <a:pt x="1247" y="740"/>
                    <a:pt x="1272" y="775"/>
                  </a:cubicBezTo>
                  <a:cubicBezTo>
                    <a:pt x="1315" y="826"/>
                    <a:pt x="1341" y="869"/>
                    <a:pt x="1376" y="912"/>
                  </a:cubicBezTo>
                  <a:cubicBezTo>
                    <a:pt x="1410" y="955"/>
                    <a:pt x="1427" y="1015"/>
                    <a:pt x="1436" y="1067"/>
                  </a:cubicBezTo>
                  <a:cubicBezTo>
                    <a:pt x="1453" y="1118"/>
                    <a:pt x="1461" y="1170"/>
                    <a:pt x="1479" y="1221"/>
                  </a:cubicBezTo>
                  <a:lnTo>
                    <a:pt x="1479" y="1230"/>
                  </a:lnTo>
                  <a:cubicBezTo>
                    <a:pt x="1513" y="1316"/>
                    <a:pt x="1565" y="1333"/>
                    <a:pt x="1590" y="1419"/>
                  </a:cubicBezTo>
                  <a:cubicBezTo>
                    <a:pt x="1608" y="1462"/>
                    <a:pt x="1599" y="1574"/>
                    <a:pt x="1616" y="1617"/>
                  </a:cubicBezTo>
                  <a:cubicBezTo>
                    <a:pt x="1628" y="1635"/>
                    <a:pt x="1636" y="1653"/>
                    <a:pt x="1640" y="1670"/>
                  </a:cubicBezTo>
                  <a:lnTo>
                    <a:pt x="1640" y="1670"/>
                  </a:lnTo>
                  <a:cubicBezTo>
                    <a:pt x="1645" y="1661"/>
                    <a:pt x="1654" y="1652"/>
                    <a:pt x="1659" y="1642"/>
                  </a:cubicBezTo>
                  <a:cubicBezTo>
                    <a:pt x="1668" y="1617"/>
                    <a:pt x="1668" y="1591"/>
                    <a:pt x="1676" y="1565"/>
                  </a:cubicBezTo>
                  <a:cubicBezTo>
                    <a:pt x="1693" y="1531"/>
                    <a:pt x="1685" y="1505"/>
                    <a:pt x="1693" y="1471"/>
                  </a:cubicBezTo>
                  <a:cubicBezTo>
                    <a:pt x="1702" y="1445"/>
                    <a:pt x="1702" y="1410"/>
                    <a:pt x="1702" y="1376"/>
                  </a:cubicBezTo>
                  <a:cubicBezTo>
                    <a:pt x="1702" y="1350"/>
                    <a:pt x="1711" y="1333"/>
                    <a:pt x="1711" y="1307"/>
                  </a:cubicBezTo>
                  <a:cubicBezTo>
                    <a:pt x="1711" y="1282"/>
                    <a:pt x="1702" y="1256"/>
                    <a:pt x="1693" y="1230"/>
                  </a:cubicBezTo>
                  <a:cubicBezTo>
                    <a:pt x="1685" y="1161"/>
                    <a:pt x="1668" y="1101"/>
                    <a:pt x="1659" y="1041"/>
                  </a:cubicBezTo>
                  <a:cubicBezTo>
                    <a:pt x="1651" y="981"/>
                    <a:pt x="1659" y="921"/>
                    <a:pt x="1625" y="878"/>
                  </a:cubicBezTo>
                  <a:cubicBezTo>
                    <a:pt x="1599" y="843"/>
                    <a:pt x="1565" y="818"/>
                    <a:pt x="1539" y="792"/>
                  </a:cubicBezTo>
                  <a:cubicBezTo>
                    <a:pt x="1513" y="758"/>
                    <a:pt x="1513" y="723"/>
                    <a:pt x="1504" y="689"/>
                  </a:cubicBezTo>
                  <a:cubicBezTo>
                    <a:pt x="1487" y="663"/>
                    <a:pt x="1479" y="637"/>
                    <a:pt x="1461" y="620"/>
                  </a:cubicBezTo>
                  <a:cubicBezTo>
                    <a:pt x="1436" y="594"/>
                    <a:pt x="1419" y="569"/>
                    <a:pt x="1393" y="534"/>
                  </a:cubicBezTo>
                  <a:cubicBezTo>
                    <a:pt x="1350" y="491"/>
                    <a:pt x="1290" y="465"/>
                    <a:pt x="1255" y="405"/>
                  </a:cubicBezTo>
                  <a:lnTo>
                    <a:pt x="1238" y="380"/>
                  </a:lnTo>
                  <a:cubicBezTo>
                    <a:pt x="1230" y="362"/>
                    <a:pt x="1212" y="354"/>
                    <a:pt x="1195" y="337"/>
                  </a:cubicBezTo>
                  <a:cubicBezTo>
                    <a:pt x="1169" y="311"/>
                    <a:pt x="1144" y="285"/>
                    <a:pt x="1109" y="276"/>
                  </a:cubicBezTo>
                  <a:cubicBezTo>
                    <a:pt x="1083" y="268"/>
                    <a:pt x="1066" y="259"/>
                    <a:pt x="1041" y="251"/>
                  </a:cubicBezTo>
                  <a:cubicBezTo>
                    <a:pt x="1006" y="225"/>
                    <a:pt x="955" y="216"/>
                    <a:pt x="912" y="199"/>
                  </a:cubicBezTo>
                  <a:cubicBezTo>
                    <a:pt x="894" y="199"/>
                    <a:pt x="877" y="191"/>
                    <a:pt x="860" y="182"/>
                  </a:cubicBezTo>
                  <a:cubicBezTo>
                    <a:pt x="834" y="182"/>
                    <a:pt x="809" y="182"/>
                    <a:pt x="791" y="173"/>
                  </a:cubicBezTo>
                  <a:cubicBezTo>
                    <a:pt x="748" y="156"/>
                    <a:pt x="731" y="122"/>
                    <a:pt x="705" y="96"/>
                  </a:cubicBezTo>
                  <a:cubicBezTo>
                    <a:pt x="662" y="62"/>
                    <a:pt x="628" y="27"/>
                    <a:pt x="577" y="10"/>
                  </a:cubicBezTo>
                  <a:cubicBezTo>
                    <a:pt x="542" y="1"/>
                    <a:pt x="508" y="1"/>
                    <a:pt x="473" y="1"/>
                  </a:cubicBezTo>
                  <a:cubicBezTo>
                    <a:pt x="446" y="1"/>
                    <a:pt x="419" y="0"/>
                    <a:pt x="391" y="0"/>
                  </a:cubicBezTo>
                  <a:close/>
                  <a:moveTo>
                    <a:pt x="1640" y="1670"/>
                  </a:moveTo>
                  <a:cubicBezTo>
                    <a:pt x="1635" y="1678"/>
                    <a:pt x="1634" y="1686"/>
                    <a:pt x="1642" y="1694"/>
                  </a:cubicBezTo>
                  <a:cubicBezTo>
                    <a:pt x="1642" y="1686"/>
                    <a:pt x="1641" y="1678"/>
                    <a:pt x="1640" y="167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2" name="Google Shape;1312;p17"/>
            <p:cNvSpPr/>
            <p:nvPr/>
          </p:nvSpPr>
          <p:spPr>
            <a:xfrm>
              <a:off x="5752300" y="1334125"/>
              <a:ext cx="7525" cy="26000"/>
            </a:xfrm>
            <a:custGeom>
              <a:avLst/>
              <a:gdLst/>
              <a:ahLst/>
              <a:cxnLst/>
              <a:rect l="l" t="t" r="r" b="b"/>
              <a:pathLst>
                <a:path w="301" h="1040" extrusionOk="0">
                  <a:moveTo>
                    <a:pt x="103" y="0"/>
                  </a:moveTo>
                  <a:cubicBezTo>
                    <a:pt x="77" y="0"/>
                    <a:pt x="103" y="60"/>
                    <a:pt x="103" y="69"/>
                  </a:cubicBezTo>
                  <a:cubicBezTo>
                    <a:pt x="112" y="95"/>
                    <a:pt x="112" y="112"/>
                    <a:pt x="112" y="137"/>
                  </a:cubicBezTo>
                  <a:cubicBezTo>
                    <a:pt x="112" y="152"/>
                    <a:pt x="100" y="166"/>
                    <a:pt x="101" y="166"/>
                  </a:cubicBezTo>
                  <a:cubicBezTo>
                    <a:pt x="101" y="166"/>
                    <a:pt x="102" y="165"/>
                    <a:pt x="103" y="163"/>
                  </a:cubicBezTo>
                  <a:lnTo>
                    <a:pt x="103" y="180"/>
                  </a:lnTo>
                  <a:cubicBezTo>
                    <a:pt x="112" y="198"/>
                    <a:pt x="112" y="206"/>
                    <a:pt x="112" y="223"/>
                  </a:cubicBezTo>
                  <a:cubicBezTo>
                    <a:pt x="112" y="275"/>
                    <a:pt x="129" y="318"/>
                    <a:pt x="138" y="369"/>
                  </a:cubicBezTo>
                  <a:cubicBezTo>
                    <a:pt x="138" y="404"/>
                    <a:pt x="146" y="438"/>
                    <a:pt x="120" y="473"/>
                  </a:cubicBezTo>
                  <a:lnTo>
                    <a:pt x="103" y="498"/>
                  </a:lnTo>
                  <a:lnTo>
                    <a:pt x="95" y="533"/>
                  </a:lnTo>
                  <a:lnTo>
                    <a:pt x="86" y="558"/>
                  </a:lnTo>
                  <a:cubicBezTo>
                    <a:pt x="86" y="576"/>
                    <a:pt x="86" y="593"/>
                    <a:pt x="86" y="610"/>
                  </a:cubicBezTo>
                  <a:cubicBezTo>
                    <a:pt x="86" y="636"/>
                    <a:pt x="95" y="653"/>
                    <a:pt x="95" y="679"/>
                  </a:cubicBezTo>
                  <a:cubicBezTo>
                    <a:pt x="103" y="696"/>
                    <a:pt x="103" y="713"/>
                    <a:pt x="103" y="739"/>
                  </a:cubicBezTo>
                  <a:cubicBezTo>
                    <a:pt x="103" y="756"/>
                    <a:pt x="103" y="782"/>
                    <a:pt x="95" y="799"/>
                  </a:cubicBezTo>
                  <a:cubicBezTo>
                    <a:pt x="95" y="825"/>
                    <a:pt x="86" y="851"/>
                    <a:pt x="86" y="876"/>
                  </a:cubicBezTo>
                  <a:cubicBezTo>
                    <a:pt x="86" y="902"/>
                    <a:pt x="77" y="936"/>
                    <a:pt x="69" y="962"/>
                  </a:cubicBezTo>
                  <a:cubicBezTo>
                    <a:pt x="66" y="968"/>
                    <a:pt x="63" y="974"/>
                    <a:pt x="60" y="979"/>
                  </a:cubicBezTo>
                  <a:lnTo>
                    <a:pt x="60" y="979"/>
                  </a:lnTo>
                  <a:cubicBezTo>
                    <a:pt x="63" y="977"/>
                    <a:pt x="66" y="974"/>
                    <a:pt x="69" y="971"/>
                  </a:cubicBezTo>
                  <a:cubicBezTo>
                    <a:pt x="86" y="962"/>
                    <a:pt x="103" y="945"/>
                    <a:pt x="120" y="928"/>
                  </a:cubicBezTo>
                  <a:cubicBezTo>
                    <a:pt x="138" y="919"/>
                    <a:pt x="146" y="894"/>
                    <a:pt x="155" y="876"/>
                  </a:cubicBezTo>
                  <a:cubicBezTo>
                    <a:pt x="163" y="859"/>
                    <a:pt x="163" y="842"/>
                    <a:pt x="172" y="825"/>
                  </a:cubicBezTo>
                  <a:cubicBezTo>
                    <a:pt x="180" y="808"/>
                    <a:pt x="189" y="782"/>
                    <a:pt x="189" y="765"/>
                  </a:cubicBezTo>
                  <a:cubicBezTo>
                    <a:pt x="206" y="747"/>
                    <a:pt x="215" y="722"/>
                    <a:pt x="232" y="705"/>
                  </a:cubicBezTo>
                  <a:cubicBezTo>
                    <a:pt x="266" y="670"/>
                    <a:pt x="301" y="653"/>
                    <a:pt x="292" y="601"/>
                  </a:cubicBezTo>
                  <a:cubicBezTo>
                    <a:pt x="292" y="558"/>
                    <a:pt x="275" y="515"/>
                    <a:pt x="266" y="473"/>
                  </a:cubicBezTo>
                  <a:cubicBezTo>
                    <a:pt x="266" y="455"/>
                    <a:pt x="258" y="438"/>
                    <a:pt x="258" y="430"/>
                  </a:cubicBezTo>
                  <a:cubicBezTo>
                    <a:pt x="249" y="412"/>
                    <a:pt x="249" y="395"/>
                    <a:pt x="249" y="378"/>
                  </a:cubicBezTo>
                  <a:cubicBezTo>
                    <a:pt x="249" y="344"/>
                    <a:pt x="241" y="309"/>
                    <a:pt x="232" y="275"/>
                  </a:cubicBezTo>
                  <a:cubicBezTo>
                    <a:pt x="223" y="241"/>
                    <a:pt x="223" y="223"/>
                    <a:pt x="223" y="189"/>
                  </a:cubicBezTo>
                  <a:cubicBezTo>
                    <a:pt x="223" y="155"/>
                    <a:pt x="215" y="112"/>
                    <a:pt x="206" y="86"/>
                  </a:cubicBezTo>
                  <a:cubicBezTo>
                    <a:pt x="198" y="69"/>
                    <a:pt x="189" y="52"/>
                    <a:pt x="180" y="43"/>
                  </a:cubicBezTo>
                  <a:lnTo>
                    <a:pt x="163" y="17"/>
                  </a:lnTo>
                  <a:lnTo>
                    <a:pt x="138" y="17"/>
                  </a:lnTo>
                  <a:lnTo>
                    <a:pt x="120" y="9"/>
                  </a:lnTo>
                  <a:lnTo>
                    <a:pt x="103" y="0"/>
                  </a:lnTo>
                  <a:close/>
                  <a:moveTo>
                    <a:pt x="60" y="979"/>
                  </a:moveTo>
                  <a:lnTo>
                    <a:pt x="60" y="979"/>
                  </a:lnTo>
                  <a:cubicBezTo>
                    <a:pt x="46" y="993"/>
                    <a:pt x="32" y="1007"/>
                    <a:pt x="17" y="1014"/>
                  </a:cubicBezTo>
                  <a:lnTo>
                    <a:pt x="0" y="1040"/>
                  </a:lnTo>
                  <a:cubicBezTo>
                    <a:pt x="17" y="1031"/>
                    <a:pt x="34" y="1022"/>
                    <a:pt x="43" y="1014"/>
                  </a:cubicBezTo>
                  <a:cubicBezTo>
                    <a:pt x="49" y="1002"/>
                    <a:pt x="54" y="991"/>
                    <a:pt x="60" y="979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3" name="Google Shape;1313;p17"/>
            <p:cNvSpPr/>
            <p:nvPr/>
          </p:nvSpPr>
          <p:spPr>
            <a:xfrm>
              <a:off x="5697950" y="1327025"/>
              <a:ext cx="29875" cy="34925"/>
            </a:xfrm>
            <a:custGeom>
              <a:avLst/>
              <a:gdLst/>
              <a:ahLst/>
              <a:cxnLst/>
              <a:rect l="l" t="t" r="r" b="b"/>
              <a:pathLst>
                <a:path w="1195" h="1397" extrusionOk="0">
                  <a:moveTo>
                    <a:pt x="799" y="396"/>
                  </a:moveTo>
                  <a:lnTo>
                    <a:pt x="805" y="401"/>
                  </a:lnTo>
                  <a:lnTo>
                    <a:pt x="805" y="401"/>
                  </a:lnTo>
                  <a:cubicBezTo>
                    <a:pt x="804" y="398"/>
                    <a:pt x="802" y="396"/>
                    <a:pt x="799" y="396"/>
                  </a:cubicBezTo>
                  <a:close/>
                  <a:moveTo>
                    <a:pt x="1031" y="0"/>
                  </a:moveTo>
                  <a:cubicBezTo>
                    <a:pt x="1049" y="35"/>
                    <a:pt x="1049" y="78"/>
                    <a:pt x="1057" y="121"/>
                  </a:cubicBezTo>
                  <a:cubicBezTo>
                    <a:pt x="1066" y="172"/>
                    <a:pt x="1074" y="207"/>
                    <a:pt x="1066" y="258"/>
                  </a:cubicBezTo>
                  <a:cubicBezTo>
                    <a:pt x="1057" y="327"/>
                    <a:pt x="1031" y="404"/>
                    <a:pt x="1006" y="473"/>
                  </a:cubicBezTo>
                  <a:lnTo>
                    <a:pt x="980" y="430"/>
                  </a:lnTo>
                  <a:cubicBezTo>
                    <a:pt x="963" y="413"/>
                    <a:pt x="954" y="396"/>
                    <a:pt x="937" y="379"/>
                  </a:cubicBezTo>
                  <a:cubicBezTo>
                    <a:pt x="920" y="387"/>
                    <a:pt x="937" y="413"/>
                    <a:pt x="920" y="421"/>
                  </a:cubicBezTo>
                  <a:cubicBezTo>
                    <a:pt x="903" y="387"/>
                    <a:pt x="903" y="344"/>
                    <a:pt x="894" y="310"/>
                  </a:cubicBezTo>
                  <a:cubicBezTo>
                    <a:pt x="885" y="275"/>
                    <a:pt x="868" y="250"/>
                    <a:pt x="860" y="215"/>
                  </a:cubicBezTo>
                  <a:cubicBezTo>
                    <a:pt x="851" y="198"/>
                    <a:pt x="842" y="181"/>
                    <a:pt x="834" y="164"/>
                  </a:cubicBezTo>
                  <a:cubicBezTo>
                    <a:pt x="825" y="147"/>
                    <a:pt x="817" y="112"/>
                    <a:pt x="799" y="112"/>
                  </a:cubicBezTo>
                  <a:cubicBezTo>
                    <a:pt x="799" y="112"/>
                    <a:pt x="799" y="112"/>
                    <a:pt x="774" y="138"/>
                  </a:cubicBezTo>
                  <a:cubicBezTo>
                    <a:pt x="808" y="164"/>
                    <a:pt x="799" y="232"/>
                    <a:pt x="808" y="267"/>
                  </a:cubicBezTo>
                  <a:cubicBezTo>
                    <a:pt x="808" y="310"/>
                    <a:pt x="808" y="361"/>
                    <a:pt x="808" y="404"/>
                  </a:cubicBezTo>
                  <a:lnTo>
                    <a:pt x="805" y="401"/>
                  </a:lnTo>
                  <a:lnTo>
                    <a:pt x="805" y="401"/>
                  </a:lnTo>
                  <a:cubicBezTo>
                    <a:pt x="808" y="410"/>
                    <a:pt x="808" y="426"/>
                    <a:pt x="808" y="439"/>
                  </a:cubicBezTo>
                  <a:cubicBezTo>
                    <a:pt x="817" y="464"/>
                    <a:pt x="825" y="490"/>
                    <a:pt x="825" y="516"/>
                  </a:cubicBezTo>
                  <a:cubicBezTo>
                    <a:pt x="834" y="559"/>
                    <a:pt x="817" y="585"/>
                    <a:pt x="799" y="619"/>
                  </a:cubicBezTo>
                  <a:cubicBezTo>
                    <a:pt x="782" y="602"/>
                    <a:pt x="782" y="576"/>
                    <a:pt x="765" y="542"/>
                  </a:cubicBezTo>
                  <a:cubicBezTo>
                    <a:pt x="765" y="533"/>
                    <a:pt x="731" y="473"/>
                    <a:pt x="722" y="464"/>
                  </a:cubicBezTo>
                  <a:lnTo>
                    <a:pt x="705" y="516"/>
                  </a:lnTo>
                  <a:cubicBezTo>
                    <a:pt x="696" y="533"/>
                    <a:pt x="688" y="550"/>
                    <a:pt x="671" y="568"/>
                  </a:cubicBezTo>
                  <a:cubicBezTo>
                    <a:pt x="662" y="585"/>
                    <a:pt x="662" y="602"/>
                    <a:pt x="645" y="619"/>
                  </a:cubicBezTo>
                  <a:cubicBezTo>
                    <a:pt x="619" y="662"/>
                    <a:pt x="567" y="714"/>
                    <a:pt x="567" y="765"/>
                  </a:cubicBezTo>
                  <a:lnTo>
                    <a:pt x="576" y="739"/>
                  </a:lnTo>
                  <a:lnTo>
                    <a:pt x="585" y="774"/>
                  </a:lnTo>
                  <a:cubicBezTo>
                    <a:pt x="593" y="808"/>
                    <a:pt x="576" y="842"/>
                    <a:pt x="559" y="877"/>
                  </a:cubicBezTo>
                  <a:cubicBezTo>
                    <a:pt x="533" y="911"/>
                    <a:pt x="499" y="937"/>
                    <a:pt x="464" y="954"/>
                  </a:cubicBezTo>
                  <a:cubicBezTo>
                    <a:pt x="447" y="963"/>
                    <a:pt x="439" y="971"/>
                    <a:pt x="421" y="980"/>
                  </a:cubicBezTo>
                  <a:lnTo>
                    <a:pt x="413" y="989"/>
                  </a:lnTo>
                  <a:cubicBezTo>
                    <a:pt x="407" y="993"/>
                    <a:pt x="401" y="994"/>
                    <a:pt x="395" y="994"/>
                  </a:cubicBezTo>
                  <a:cubicBezTo>
                    <a:pt x="376" y="994"/>
                    <a:pt x="357" y="976"/>
                    <a:pt x="344" y="963"/>
                  </a:cubicBezTo>
                  <a:cubicBezTo>
                    <a:pt x="310" y="928"/>
                    <a:pt x="284" y="894"/>
                    <a:pt x="241" y="885"/>
                  </a:cubicBezTo>
                  <a:lnTo>
                    <a:pt x="224" y="920"/>
                  </a:lnTo>
                  <a:cubicBezTo>
                    <a:pt x="220" y="921"/>
                    <a:pt x="216" y="922"/>
                    <a:pt x="212" y="922"/>
                  </a:cubicBezTo>
                  <a:cubicBezTo>
                    <a:pt x="194" y="922"/>
                    <a:pt x="171" y="911"/>
                    <a:pt x="164" y="911"/>
                  </a:cubicBezTo>
                  <a:cubicBezTo>
                    <a:pt x="138" y="903"/>
                    <a:pt x="121" y="894"/>
                    <a:pt x="104" y="885"/>
                  </a:cubicBezTo>
                  <a:cubicBezTo>
                    <a:pt x="95" y="911"/>
                    <a:pt x="86" y="928"/>
                    <a:pt x="86" y="963"/>
                  </a:cubicBezTo>
                  <a:cubicBezTo>
                    <a:pt x="78" y="1006"/>
                    <a:pt x="69" y="1040"/>
                    <a:pt x="52" y="1074"/>
                  </a:cubicBezTo>
                  <a:cubicBezTo>
                    <a:pt x="43" y="1092"/>
                    <a:pt x="43" y="1109"/>
                    <a:pt x="43" y="1117"/>
                  </a:cubicBezTo>
                  <a:lnTo>
                    <a:pt x="18" y="1152"/>
                  </a:lnTo>
                  <a:cubicBezTo>
                    <a:pt x="0" y="1178"/>
                    <a:pt x="18" y="1195"/>
                    <a:pt x="35" y="1220"/>
                  </a:cubicBezTo>
                  <a:cubicBezTo>
                    <a:pt x="52" y="1272"/>
                    <a:pt x="78" y="1306"/>
                    <a:pt x="121" y="1332"/>
                  </a:cubicBezTo>
                  <a:cubicBezTo>
                    <a:pt x="172" y="1367"/>
                    <a:pt x="207" y="1392"/>
                    <a:pt x="267" y="1392"/>
                  </a:cubicBezTo>
                  <a:cubicBezTo>
                    <a:pt x="295" y="1392"/>
                    <a:pt x="324" y="1388"/>
                    <a:pt x="355" y="1388"/>
                  </a:cubicBezTo>
                  <a:cubicBezTo>
                    <a:pt x="371" y="1388"/>
                    <a:pt x="387" y="1389"/>
                    <a:pt x="404" y="1392"/>
                  </a:cubicBezTo>
                  <a:cubicBezTo>
                    <a:pt x="421" y="1392"/>
                    <a:pt x="435" y="1396"/>
                    <a:pt x="449" y="1396"/>
                  </a:cubicBezTo>
                  <a:cubicBezTo>
                    <a:pt x="457" y="1396"/>
                    <a:pt x="464" y="1395"/>
                    <a:pt x="473" y="1392"/>
                  </a:cubicBezTo>
                  <a:cubicBezTo>
                    <a:pt x="482" y="1384"/>
                    <a:pt x="499" y="1375"/>
                    <a:pt x="507" y="1367"/>
                  </a:cubicBezTo>
                  <a:cubicBezTo>
                    <a:pt x="533" y="1358"/>
                    <a:pt x="567" y="1349"/>
                    <a:pt x="593" y="1332"/>
                  </a:cubicBezTo>
                  <a:cubicBezTo>
                    <a:pt x="628" y="1315"/>
                    <a:pt x="645" y="1306"/>
                    <a:pt x="688" y="1306"/>
                  </a:cubicBezTo>
                  <a:cubicBezTo>
                    <a:pt x="705" y="1306"/>
                    <a:pt x="722" y="1306"/>
                    <a:pt x="739" y="1298"/>
                  </a:cubicBezTo>
                  <a:cubicBezTo>
                    <a:pt x="774" y="1281"/>
                    <a:pt x="799" y="1263"/>
                    <a:pt x="834" y="1238"/>
                  </a:cubicBezTo>
                  <a:cubicBezTo>
                    <a:pt x="851" y="1220"/>
                    <a:pt x="877" y="1212"/>
                    <a:pt x="894" y="1195"/>
                  </a:cubicBezTo>
                  <a:cubicBezTo>
                    <a:pt x="920" y="1178"/>
                    <a:pt x="928" y="1152"/>
                    <a:pt x="945" y="1117"/>
                  </a:cubicBezTo>
                  <a:cubicBezTo>
                    <a:pt x="954" y="1100"/>
                    <a:pt x="988" y="1066"/>
                    <a:pt x="1006" y="1057"/>
                  </a:cubicBezTo>
                  <a:cubicBezTo>
                    <a:pt x="1031" y="1040"/>
                    <a:pt x="1057" y="1040"/>
                    <a:pt x="1074" y="1014"/>
                  </a:cubicBezTo>
                  <a:cubicBezTo>
                    <a:pt x="1100" y="989"/>
                    <a:pt x="1100" y="963"/>
                    <a:pt x="1117" y="928"/>
                  </a:cubicBezTo>
                  <a:cubicBezTo>
                    <a:pt x="1143" y="868"/>
                    <a:pt x="1143" y="791"/>
                    <a:pt x="1143" y="722"/>
                  </a:cubicBezTo>
                  <a:cubicBezTo>
                    <a:pt x="1143" y="662"/>
                    <a:pt x="1152" y="602"/>
                    <a:pt x="1160" y="542"/>
                  </a:cubicBezTo>
                  <a:cubicBezTo>
                    <a:pt x="1177" y="490"/>
                    <a:pt x="1186" y="439"/>
                    <a:pt x="1195" y="387"/>
                  </a:cubicBezTo>
                  <a:cubicBezTo>
                    <a:pt x="1195" y="370"/>
                    <a:pt x="1186" y="344"/>
                    <a:pt x="1186" y="318"/>
                  </a:cubicBezTo>
                  <a:cubicBezTo>
                    <a:pt x="1177" y="301"/>
                    <a:pt x="1177" y="284"/>
                    <a:pt x="1177" y="267"/>
                  </a:cubicBezTo>
                  <a:cubicBezTo>
                    <a:pt x="1169" y="232"/>
                    <a:pt x="1160" y="198"/>
                    <a:pt x="1143" y="164"/>
                  </a:cubicBezTo>
                  <a:cubicBezTo>
                    <a:pt x="1126" y="95"/>
                    <a:pt x="1066" y="52"/>
                    <a:pt x="1031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4" name="Google Shape;1314;p17"/>
            <p:cNvSpPr/>
            <p:nvPr/>
          </p:nvSpPr>
          <p:spPr>
            <a:xfrm>
              <a:off x="5689775" y="1307950"/>
              <a:ext cx="27525" cy="21450"/>
            </a:xfrm>
            <a:custGeom>
              <a:avLst/>
              <a:gdLst/>
              <a:ahLst/>
              <a:cxnLst/>
              <a:rect l="l" t="t" r="r" b="b"/>
              <a:pathLst>
                <a:path w="1101" h="858" extrusionOk="0">
                  <a:moveTo>
                    <a:pt x="620" y="0"/>
                  </a:moveTo>
                  <a:cubicBezTo>
                    <a:pt x="611" y="0"/>
                    <a:pt x="602" y="2"/>
                    <a:pt x="594" y="7"/>
                  </a:cubicBezTo>
                  <a:cubicBezTo>
                    <a:pt x="577" y="16"/>
                    <a:pt x="559" y="33"/>
                    <a:pt x="551" y="42"/>
                  </a:cubicBezTo>
                  <a:cubicBezTo>
                    <a:pt x="534" y="59"/>
                    <a:pt x="534" y="59"/>
                    <a:pt x="516" y="68"/>
                  </a:cubicBezTo>
                  <a:lnTo>
                    <a:pt x="448" y="68"/>
                  </a:lnTo>
                  <a:cubicBezTo>
                    <a:pt x="431" y="76"/>
                    <a:pt x="413" y="102"/>
                    <a:pt x="396" y="102"/>
                  </a:cubicBezTo>
                  <a:lnTo>
                    <a:pt x="362" y="119"/>
                  </a:lnTo>
                  <a:lnTo>
                    <a:pt x="327" y="136"/>
                  </a:lnTo>
                  <a:cubicBezTo>
                    <a:pt x="310" y="145"/>
                    <a:pt x="310" y="162"/>
                    <a:pt x="293" y="179"/>
                  </a:cubicBezTo>
                  <a:cubicBezTo>
                    <a:pt x="276" y="205"/>
                    <a:pt x="242" y="214"/>
                    <a:pt x="224" y="222"/>
                  </a:cubicBezTo>
                  <a:cubicBezTo>
                    <a:pt x="199" y="231"/>
                    <a:pt x="181" y="239"/>
                    <a:pt x="173" y="257"/>
                  </a:cubicBezTo>
                  <a:cubicBezTo>
                    <a:pt x="138" y="291"/>
                    <a:pt x="113" y="343"/>
                    <a:pt x="95" y="394"/>
                  </a:cubicBezTo>
                  <a:cubicBezTo>
                    <a:pt x="95" y="420"/>
                    <a:pt x="87" y="446"/>
                    <a:pt x="78" y="471"/>
                  </a:cubicBezTo>
                  <a:cubicBezTo>
                    <a:pt x="70" y="489"/>
                    <a:pt x="61" y="506"/>
                    <a:pt x="52" y="523"/>
                  </a:cubicBezTo>
                  <a:cubicBezTo>
                    <a:pt x="52" y="540"/>
                    <a:pt x="52" y="557"/>
                    <a:pt x="52" y="566"/>
                  </a:cubicBezTo>
                  <a:cubicBezTo>
                    <a:pt x="48" y="538"/>
                    <a:pt x="43" y="530"/>
                    <a:pt x="40" y="530"/>
                  </a:cubicBezTo>
                  <a:cubicBezTo>
                    <a:pt x="37" y="530"/>
                    <a:pt x="35" y="536"/>
                    <a:pt x="35" y="540"/>
                  </a:cubicBezTo>
                  <a:lnTo>
                    <a:pt x="27" y="574"/>
                  </a:lnTo>
                  <a:cubicBezTo>
                    <a:pt x="27" y="600"/>
                    <a:pt x="10" y="609"/>
                    <a:pt x="1" y="635"/>
                  </a:cubicBezTo>
                  <a:lnTo>
                    <a:pt x="1" y="652"/>
                  </a:lnTo>
                  <a:cubicBezTo>
                    <a:pt x="1" y="669"/>
                    <a:pt x="1" y="695"/>
                    <a:pt x="1" y="721"/>
                  </a:cubicBezTo>
                  <a:cubicBezTo>
                    <a:pt x="1" y="738"/>
                    <a:pt x="1" y="755"/>
                    <a:pt x="1" y="781"/>
                  </a:cubicBezTo>
                  <a:cubicBezTo>
                    <a:pt x="10" y="806"/>
                    <a:pt x="18" y="832"/>
                    <a:pt x="18" y="858"/>
                  </a:cubicBezTo>
                  <a:lnTo>
                    <a:pt x="35" y="824"/>
                  </a:lnTo>
                  <a:cubicBezTo>
                    <a:pt x="52" y="806"/>
                    <a:pt x="52" y="789"/>
                    <a:pt x="52" y="772"/>
                  </a:cubicBezTo>
                  <a:cubicBezTo>
                    <a:pt x="61" y="738"/>
                    <a:pt x="61" y="712"/>
                    <a:pt x="70" y="686"/>
                  </a:cubicBezTo>
                  <a:cubicBezTo>
                    <a:pt x="87" y="660"/>
                    <a:pt x="95" y="643"/>
                    <a:pt x="113" y="635"/>
                  </a:cubicBezTo>
                  <a:cubicBezTo>
                    <a:pt x="130" y="626"/>
                    <a:pt x="138" y="609"/>
                    <a:pt x="147" y="592"/>
                  </a:cubicBezTo>
                  <a:cubicBezTo>
                    <a:pt x="173" y="549"/>
                    <a:pt x="199" y="506"/>
                    <a:pt x="233" y="463"/>
                  </a:cubicBezTo>
                  <a:cubicBezTo>
                    <a:pt x="267" y="420"/>
                    <a:pt x="302" y="394"/>
                    <a:pt x="327" y="351"/>
                  </a:cubicBezTo>
                  <a:cubicBezTo>
                    <a:pt x="362" y="282"/>
                    <a:pt x="422" y="248"/>
                    <a:pt x="482" y="248"/>
                  </a:cubicBezTo>
                  <a:cubicBezTo>
                    <a:pt x="516" y="248"/>
                    <a:pt x="551" y="257"/>
                    <a:pt x="577" y="257"/>
                  </a:cubicBezTo>
                  <a:cubicBezTo>
                    <a:pt x="602" y="248"/>
                    <a:pt x="620" y="239"/>
                    <a:pt x="628" y="222"/>
                  </a:cubicBezTo>
                  <a:lnTo>
                    <a:pt x="654" y="188"/>
                  </a:lnTo>
                  <a:lnTo>
                    <a:pt x="662" y="179"/>
                  </a:lnTo>
                  <a:lnTo>
                    <a:pt x="705" y="162"/>
                  </a:lnTo>
                  <a:cubicBezTo>
                    <a:pt x="723" y="154"/>
                    <a:pt x="731" y="145"/>
                    <a:pt x="748" y="136"/>
                  </a:cubicBezTo>
                  <a:lnTo>
                    <a:pt x="774" y="119"/>
                  </a:lnTo>
                  <a:lnTo>
                    <a:pt x="800" y="93"/>
                  </a:lnTo>
                  <a:cubicBezTo>
                    <a:pt x="817" y="76"/>
                    <a:pt x="851" y="76"/>
                    <a:pt x="869" y="76"/>
                  </a:cubicBezTo>
                  <a:cubicBezTo>
                    <a:pt x="920" y="76"/>
                    <a:pt x="972" y="93"/>
                    <a:pt x="1023" y="93"/>
                  </a:cubicBezTo>
                  <a:lnTo>
                    <a:pt x="1066" y="102"/>
                  </a:lnTo>
                  <a:lnTo>
                    <a:pt x="1101" y="102"/>
                  </a:lnTo>
                  <a:lnTo>
                    <a:pt x="1058" y="76"/>
                  </a:lnTo>
                  <a:cubicBezTo>
                    <a:pt x="1041" y="68"/>
                    <a:pt x="1023" y="59"/>
                    <a:pt x="1006" y="50"/>
                  </a:cubicBezTo>
                  <a:cubicBezTo>
                    <a:pt x="980" y="42"/>
                    <a:pt x="955" y="42"/>
                    <a:pt x="937" y="33"/>
                  </a:cubicBezTo>
                  <a:cubicBezTo>
                    <a:pt x="930" y="31"/>
                    <a:pt x="923" y="31"/>
                    <a:pt x="915" y="31"/>
                  </a:cubicBezTo>
                  <a:cubicBezTo>
                    <a:pt x="893" y="31"/>
                    <a:pt x="870" y="36"/>
                    <a:pt x="849" y="36"/>
                  </a:cubicBezTo>
                  <a:cubicBezTo>
                    <a:pt x="841" y="36"/>
                    <a:pt x="833" y="35"/>
                    <a:pt x="826" y="33"/>
                  </a:cubicBezTo>
                  <a:cubicBezTo>
                    <a:pt x="774" y="25"/>
                    <a:pt x="731" y="16"/>
                    <a:pt x="688" y="16"/>
                  </a:cubicBezTo>
                  <a:cubicBezTo>
                    <a:pt x="665" y="10"/>
                    <a:pt x="641" y="0"/>
                    <a:pt x="620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5" name="Google Shape;1315;p17"/>
            <p:cNvSpPr/>
            <p:nvPr/>
          </p:nvSpPr>
          <p:spPr>
            <a:xfrm>
              <a:off x="5693225" y="1318825"/>
              <a:ext cx="29225" cy="37875"/>
            </a:xfrm>
            <a:custGeom>
              <a:avLst/>
              <a:gdLst/>
              <a:ahLst/>
              <a:cxnLst/>
              <a:rect l="l" t="t" r="r" b="b"/>
              <a:pathLst>
                <a:path w="1169" h="1515" extrusionOk="0">
                  <a:moveTo>
                    <a:pt x="771" y="1"/>
                  </a:moveTo>
                  <a:cubicBezTo>
                    <a:pt x="747" y="1"/>
                    <a:pt x="725" y="6"/>
                    <a:pt x="705" y="11"/>
                  </a:cubicBezTo>
                  <a:cubicBezTo>
                    <a:pt x="662" y="19"/>
                    <a:pt x="628" y="36"/>
                    <a:pt x="593" y="62"/>
                  </a:cubicBezTo>
                  <a:cubicBezTo>
                    <a:pt x="550" y="88"/>
                    <a:pt x="490" y="88"/>
                    <a:pt x="447" y="122"/>
                  </a:cubicBezTo>
                  <a:cubicBezTo>
                    <a:pt x="421" y="139"/>
                    <a:pt x="396" y="165"/>
                    <a:pt x="370" y="182"/>
                  </a:cubicBezTo>
                  <a:cubicBezTo>
                    <a:pt x="335" y="200"/>
                    <a:pt x="301" y="217"/>
                    <a:pt x="275" y="251"/>
                  </a:cubicBezTo>
                  <a:cubicBezTo>
                    <a:pt x="232" y="294"/>
                    <a:pt x="172" y="311"/>
                    <a:pt x="129" y="346"/>
                  </a:cubicBezTo>
                  <a:cubicBezTo>
                    <a:pt x="104" y="363"/>
                    <a:pt x="78" y="397"/>
                    <a:pt x="61" y="423"/>
                  </a:cubicBezTo>
                  <a:cubicBezTo>
                    <a:pt x="35" y="449"/>
                    <a:pt x="18" y="509"/>
                    <a:pt x="9" y="543"/>
                  </a:cubicBezTo>
                  <a:cubicBezTo>
                    <a:pt x="9" y="595"/>
                    <a:pt x="18" y="655"/>
                    <a:pt x="18" y="707"/>
                  </a:cubicBezTo>
                  <a:cubicBezTo>
                    <a:pt x="9" y="749"/>
                    <a:pt x="0" y="784"/>
                    <a:pt x="0" y="835"/>
                  </a:cubicBezTo>
                  <a:cubicBezTo>
                    <a:pt x="0" y="853"/>
                    <a:pt x="18" y="870"/>
                    <a:pt x="18" y="896"/>
                  </a:cubicBezTo>
                  <a:lnTo>
                    <a:pt x="18" y="930"/>
                  </a:lnTo>
                  <a:cubicBezTo>
                    <a:pt x="18" y="947"/>
                    <a:pt x="26" y="956"/>
                    <a:pt x="35" y="973"/>
                  </a:cubicBezTo>
                  <a:cubicBezTo>
                    <a:pt x="35" y="999"/>
                    <a:pt x="35" y="1016"/>
                    <a:pt x="43" y="1042"/>
                  </a:cubicBezTo>
                  <a:cubicBezTo>
                    <a:pt x="61" y="1085"/>
                    <a:pt x="78" y="1136"/>
                    <a:pt x="95" y="1179"/>
                  </a:cubicBezTo>
                  <a:cubicBezTo>
                    <a:pt x="104" y="1222"/>
                    <a:pt x="138" y="1256"/>
                    <a:pt x="164" y="1299"/>
                  </a:cubicBezTo>
                  <a:cubicBezTo>
                    <a:pt x="189" y="1334"/>
                    <a:pt x="215" y="1368"/>
                    <a:pt x="241" y="1402"/>
                  </a:cubicBezTo>
                  <a:cubicBezTo>
                    <a:pt x="250" y="1420"/>
                    <a:pt x="267" y="1428"/>
                    <a:pt x="275" y="1445"/>
                  </a:cubicBezTo>
                  <a:cubicBezTo>
                    <a:pt x="279" y="1449"/>
                    <a:pt x="282" y="1453"/>
                    <a:pt x="285" y="1458"/>
                  </a:cubicBezTo>
                  <a:lnTo>
                    <a:pt x="285" y="1458"/>
                  </a:lnTo>
                  <a:cubicBezTo>
                    <a:pt x="284" y="1453"/>
                    <a:pt x="284" y="1448"/>
                    <a:pt x="284" y="1445"/>
                  </a:cubicBezTo>
                  <a:cubicBezTo>
                    <a:pt x="275" y="1428"/>
                    <a:pt x="284" y="1411"/>
                    <a:pt x="275" y="1402"/>
                  </a:cubicBezTo>
                  <a:cubicBezTo>
                    <a:pt x="275" y="1385"/>
                    <a:pt x="267" y="1377"/>
                    <a:pt x="267" y="1359"/>
                  </a:cubicBezTo>
                  <a:cubicBezTo>
                    <a:pt x="258" y="1325"/>
                    <a:pt x="258" y="1308"/>
                    <a:pt x="284" y="1291"/>
                  </a:cubicBezTo>
                  <a:cubicBezTo>
                    <a:pt x="301" y="1274"/>
                    <a:pt x="344" y="1256"/>
                    <a:pt x="353" y="1239"/>
                  </a:cubicBezTo>
                  <a:cubicBezTo>
                    <a:pt x="353" y="1213"/>
                    <a:pt x="327" y="1179"/>
                    <a:pt x="318" y="1162"/>
                  </a:cubicBezTo>
                  <a:cubicBezTo>
                    <a:pt x="301" y="1136"/>
                    <a:pt x="293" y="1110"/>
                    <a:pt x="284" y="1093"/>
                  </a:cubicBezTo>
                  <a:cubicBezTo>
                    <a:pt x="250" y="1024"/>
                    <a:pt x="250" y="947"/>
                    <a:pt x="267" y="887"/>
                  </a:cubicBezTo>
                  <a:cubicBezTo>
                    <a:pt x="284" y="853"/>
                    <a:pt x="284" y="818"/>
                    <a:pt x="284" y="784"/>
                  </a:cubicBezTo>
                  <a:cubicBezTo>
                    <a:pt x="284" y="749"/>
                    <a:pt x="301" y="715"/>
                    <a:pt x="318" y="681"/>
                  </a:cubicBezTo>
                  <a:cubicBezTo>
                    <a:pt x="353" y="612"/>
                    <a:pt x="370" y="518"/>
                    <a:pt x="413" y="449"/>
                  </a:cubicBezTo>
                  <a:cubicBezTo>
                    <a:pt x="422" y="431"/>
                    <a:pt x="433" y="426"/>
                    <a:pt x="445" y="426"/>
                  </a:cubicBezTo>
                  <a:cubicBezTo>
                    <a:pt x="457" y="426"/>
                    <a:pt x="470" y="431"/>
                    <a:pt x="483" y="431"/>
                  </a:cubicBezTo>
                  <a:cubicBezTo>
                    <a:pt x="494" y="431"/>
                    <a:pt x="505" y="428"/>
                    <a:pt x="516" y="414"/>
                  </a:cubicBezTo>
                  <a:cubicBezTo>
                    <a:pt x="550" y="371"/>
                    <a:pt x="585" y="346"/>
                    <a:pt x="628" y="337"/>
                  </a:cubicBezTo>
                  <a:cubicBezTo>
                    <a:pt x="671" y="320"/>
                    <a:pt x="696" y="320"/>
                    <a:pt x="731" y="311"/>
                  </a:cubicBezTo>
                  <a:cubicBezTo>
                    <a:pt x="752" y="300"/>
                    <a:pt x="778" y="290"/>
                    <a:pt x="800" y="290"/>
                  </a:cubicBezTo>
                  <a:cubicBezTo>
                    <a:pt x="813" y="290"/>
                    <a:pt x="824" y="293"/>
                    <a:pt x="834" y="303"/>
                  </a:cubicBezTo>
                  <a:cubicBezTo>
                    <a:pt x="851" y="320"/>
                    <a:pt x="868" y="346"/>
                    <a:pt x="885" y="354"/>
                  </a:cubicBezTo>
                  <a:cubicBezTo>
                    <a:pt x="892" y="358"/>
                    <a:pt x="899" y="359"/>
                    <a:pt x="906" y="359"/>
                  </a:cubicBezTo>
                  <a:cubicBezTo>
                    <a:pt x="937" y="359"/>
                    <a:pt x="973" y="335"/>
                    <a:pt x="1014" y="328"/>
                  </a:cubicBezTo>
                  <a:lnTo>
                    <a:pt x="1040" y="380"/>
                  </a:lnTo>
                  <a:lnTo>
                    <a:pt x="1057" y="397"/>
                  </a:lnTo>
                  <a:lnTo>
                    <a:pt x="1100" y="440"/>
                  </a:lnTo>
                  <a:cubicBezTo>
                    <a:pt x="1100" y="406"/>
                    <a:pt x="1134" y="380"/>
                    <a:pt x="1143" y="346"/>
                  </a:cubicBezTo>
                  <a:cubicBezTo>
                    <a:pt x="1169" y="303"/>
                    <a:pt x="1152" y="286"/>
                    <a:pt x="1134" y="243"/>
                  </a:cubicBezTo>
                  <a:cubicBezTo>
                    <a:pt x="1100" y="182"/>
                    <a:pt x="1040" y="122"/>
                    <a:pt x="988" y="71"/>
                  </a:cubicBezTo>
                  <a:cubicBezTo>
                    <a:pt x="963" y="54"/>
                    <a:pt x="954" y="45"/>
                    <a:pt x="920" y="45"/>
                  </a:cubicBezTo>
                  <a:cubicBezTo>
                    <a:pt x="885" y="36"/>
                    <a:pt x="860" y="19"/>
                    <a:pt x="825" y="11"/>
                  </a:cubicBezTo>
                  <a:cubicBezTo>
                    <a:pt x="807" y="3"/>
                    <a:pt x="789" y="1"/>
                    <a:pt x="771" y="1"/>
                  </a:cubicBezTo>
                  <a:close/>
                  <a:moveTo>
                    <a:pt x="285" y="1458"/>
                  </a:moveTo>
                  <a:cubicBezTo>
                    <a:pt x="288" y="1480"/>
                    <a:pt x="297" y="1514"/>
                    <a:pt x="318" y="1514"/>
                  </a:cubicBezTo>
                  <a:cubicBezTo>
                    <a:pt x="305" y="1500"/>
                    <a:pt x="296" y="1476"/>
                    <a:pt x="285" y="1458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316" name="Google Shape;1316;p17"/>
          <p:cNvGrpSpPr/>
          <p:nvPr/>
        </p:nvGrpSpPr>
        <p:grpSpPr>
          <a:xfrm>
            <a:off x="2700361" y="5192693"/>
            <a:ext cx="286467" cy="197579"/>
            <a:chOff x="5146375" y="1229175"/>
            <a:chExt cx="151875" cy="104750"/>
          </a:xfrm>
        </p:grpSpPr>
        <p:sp>
          <p:nvSpPr>
            <p:cNvPr id="1317" name="Google Shape;1317;p17"/>
            <p:cNvSpPr/>
            <p:nvPr/>
          </p:nvSpPr>
          <p:spPr>
            <a:xfrm>
              <a:off x="5185250" y="1229950"/>
              <a:ext cx="113000" cy="103975"/>
            </a:xfrm>
            <a:custGeom>
              <a:avLst/>
              <a:gdLst/>
              <a:ahLst/>
              <a:cxnLst/>
              <a:rect l="l" t="t" r="r" b="b"/>
              <a:pathLst>
                <a:path w="4520" h="4159" extrusionOk="0">
                  <a:moveTo>
                    <a:pt x="594" y="0"/>
                  </a:moveTo>
                  <a:cubicBezTo>
                    <a:pt x="679" y="9"/>
                    <a:pt x="765" y="9"/>
                    <a:pt x="851" y="17"/>
                  </a:cubicBezTo>
                  <a:cubicBezTo>
                    <a:pt x="1057" y="26"/>
                    <a:pt x="1247" y="112"/>
                    <a:pt x="1453" y="138"/>
                  </a:cubicBezTo>
                  <a:cubicBezTo>
                    <a:pt x="1659" y="163"/>
                    <a:pt x="1865" y="163"/>
                    <a:pt x="2080" y="181"/>
                  </a:cubicBezTo>
                  <a:cubicBezTo>
                    <a:pt x="2097" y="181"/>
                    <a:pt x="2123" y="181"/>
                    <a:pt x="2149" y="189"/>
                  </a:cubicBezTo>
                  <a:cubicBezTo>
                    <a:pt x="2174" y="206"/>
                    <a:pt x="2192" y="232"/>
                    <a:pt x="2217" y="249"/>
                  </a:cubicBezTo>
                  <a:cubicBezTo>
                    <a:pt x="2260" y="284"/>
                    <a:pt x="2329" y="284"/>
                    <a:pt x="2389" y="275"/>
                  </a:cubicBezTo>
                  <a:cubicBezTo>
                    <a:pt x="2518" y="275"/>
                    <a:pt x="2647" y="267"/>
                    <a:pt x="2767" y="267"/>
                  </a:cubicBezTo>
                  <a:cubicBezTo>
                    <a:pt x="2879" y="267"/>
                    <a:pt x="2999" y="258"/>
                    <a:pt x="3102" y="284"/>
                  </a:cubicBezTo>
                  <a:cubicBezTo>
                    <a:pt x="3197" y="301"/>
                    <a:pt x="3283" y="335"/>
                    <a:pt x="3369" y="352"/>
                  </a:cubicBezTo>
                  <a:cubicBezTo>
                    <a:pt x="3394" y="352"/>
                    <a:pt x="3420" y="352"/>
                    <a:pt x="3454" y="352"/>
                  </a:cubicBezTo>
                  <a:cubicBezTo>
                    <a:pt x="3515" y="352"/>
                    <a:pt x="3566" y="352"/>
                    <a:pt x="3601" y="370"/>
                  </a:cubicBezTo>
                  <a:cubicBezTo>
                    <a:pt x="3781" y="464"/>
                    <a:pt x="3867" y="645"/>
                    <a:pt x="4039" y="748"/>
                  </a:cubicBezTo>
                  <a:cubicBezTo>
                    <a:pt x="4073" y="765"/>
                    <a:pt x="4107" y="782"/>
                    <a:pt x="4116" y="816"/>
                  </a:cubicBezTo>
                  <a:cubicBezTo>
                    <a:pt x="4125" y="894"/>
                    <a:pt x="4107" y="911"/>
                    <a:pt x="4168" y="988"/>
                  </a:cubicBezTo>
                  <a:cubicBezTo>
                    <a:pt x="4193" y="1014"/>
                    <a:pt x="4202" y="1048"/>
                    <a:pt x="4228" y="1083"/>
                  </a:cubicBezTo>
                  <a:cubicBezTo>
                    <a:pt x="4331" y="1194"/>
                    <a:pt x="4391" y="1280"/>
                    <a:pt x="4425" y="1426"/>
                  </a:cubicBezTo>
                  <a:cubicBezTo>
                    <a:pt x="4451" y="1512"/>
                    <a:pt x="4494" y="1598"/>
                    <a:pt x="4511" y="1684"/>
                  </a:cubicBezTo>
                  <a:cubicBezTo>
                    <a:pt x="4520" y="1787"/>
                    <a:pt x="4511" y="1890"/>
                    <a:pt x="4503" y="1993"/>
                  </a:cubicBezTo>
                  <a:cubicBezTo>
                    <a:pt x="4503" y="2028"/>
                    <a:pt x="4477" y="2045"/>
                    <a:pt x="4468" y="2079"/>
                  </a:cubicBezTo>
                  <a:cubicBezTo>
                    <a:pt x="4443" y="2165"/>
                    <a:pt x="4468" y="2251"/>
                    <a:pt x="4477" y="2346"/>
                  </a:cubicBezTo>
                  <a:cubicBezTo>
                    <a:pt x="4485" y="2432"/>
                    <a:pt x="4477" y="2578"/>
                    <a:pt x="4451" y="2646"/>
                  </a:cubicBezTo>
                  <a:cubicBezTo>
                    <a:pt x="4425" y="2689"/>
                    <a:pt x="4314" y="2938"/>
                    <a:pt x="4288" y="3007"/>
                  </a:cubicBezTo>
                  <a:cubicBezTo>
                    <a:pt x="4262" y="3059"/>
                    <a:pt x="4193" y="3145"/>
                    <a:pt x="4176" y="3205"/>
                  </a:cubicBezTo>
                  <a:cubicBezTo>
                    <a:pt x="4168" y="3239"/>
                    <a:pt x="4082" y="3428"/>
                    <a:pt x="4004" y="3523"/>
                  </a:cubicBezTo>
                  <a:cubicBezTo>
                    <a:pt x="3927" y="3617"/>
                    <a:pt x="3867" y="3677"/>
                    <a:pt x="3704" y="3694"/>
                  </a:cubicBezTo>
                  <a:cubicBezTo>
                    <a:pt x="3652" y="3703"/>
                    <a:pt x="3463" y="3806"/>
                    <a:pt x="3403" y="3806"/>
                  </a:cubicBezTo>
                  <a:cubicBezTo>
                    <a:pt x="3360" y="3798"/>
                    <a:pt x="3326" y="3815"/>
                    <a:pt x="3291" y="3823"/>
                  </a:cubicBezTo>
                  <a:cubicBezTo>
                    <a:pt x="3274" y="3823"/>
                    <a:pt x="3257" y="3823"/>
                    <a:pt x="3240" y="3823"/>
                  </a:cubicBezTo>
                  <a:cubicBezTo>
                    <a:pt x="3223" y="3823"/>
                    <a:pt x="3205" y="3823"/>
                    <a:pt x="3188" y="3832"/>
                  </a:cubicBezTo>
                  <a:cubicBezTo>
                    <a:pt x="3059" y="3849"/>
                    <a:pt x="2836" y="3883"/>
                    <a:pt x="2759" y="3909"/>
                  </a:cubicBezTo>
                  <a:cubicBezTo>
                    <a:pt x="2664" y="3935"/>
                    <a:pt x="2501" y="3935"/>
                    <a:pt x="2415" y="3926"/>
                  </a:cubicBezTo>
                  <a:cubicBezTo>
                    <a:pt x="2303" y="3909"/>
                    <a:pt x="2106" y="4012"/>
                    <a:pt x="1994" y="4021"/>
                  </a:cubicBezTo>
                  <a:cubicBezTo>
                    <a:pt x="1908" y="4021"/>
                    <a:pt x="1848" y="4021"/>
                    <a:pt x="1805" y="4021"/>
                  </a:cubicBezTo>
                  <a:cubicBezTo>
                    <a:pt x="1710" y="4012"/>
                    <a:pt x="1650" y="4012"/>
                    <a:pt x="1487" y="4055"/>
                  </a:cubicBezTo>
                  <a:cubicBezTo>
                    <a:pt x="1453" y="4055"/>
                    <a:pt x="1393" y="4055"/>
                    <a:pt x="1341" y="4055"/>
                  </a:cubicBezTo>
                  <a:cubicBezTo>
                    <a:pt x="1281" y="4055"/>
                    <a:pt x="1212" y="4055"/>
                    <a:pt x="1169" y="4064"/>
                  </a:cubicBezTo>
                  <a:cubicBezTo>
                    <a:pt x="1143" y="4081"/>
                    <a:pt x="1109" y="4090"/>
                    <a:pt x="1083" y="4098"/>
                  </a:cubicBezTo>
                  <a:cubicBezTo>
                    <a:pt x="1015" y="4115"/>
                    <a:pt x="954" y="4115"/>
                    <a:pt x="886" y="4133"/>
                  </a:cubicBezTo>
                  <a:cubicBezTo>
                    <a:pt x="826" y="4150"/>
                    <a:pt x="808" y="4158"/>
                    <a:pt x="757" y="4150"/>
                  </a:cubicBezTo>
                  <a:cubicBezTo>
                    <a:pt x="542" y="4107"/>
                    <a:pt x="336" y="4064"/>
                    <a:pt x="104" y="4107"/>
                  </a:cubicBezTo>
                  <a:cubicBezTo>
                    <a:pt x="78" y="4115"/>
                    <a:pt x="1" y="3789"/>
                    <a:pt x="1" y="3737"/>
                  </a:cubicBezTo>
                  <a:cubicBezTo>
                    <a:pt x="27" y="3574"/>
                    <a:pt x="44" y="3411"/>
                    <a:pt x="69" y="3256"/>
                  </a:cubicBezTo>
                  <a:cubicBezTo>
                    <a:pt x="104" y="2947"/>
                    <a:pt x="147" y="2646"/>
                    <a:pt x="198" y="2346"/>
                  </a:cubicBezTo>
                  <a:cubicBezTo>
                    <a:pt x="233" y="2096"/>
                    <a:pt x="276" y="1839"/>
                    <a:pt x="301" y="1598"/>
                  </a:cubicBezTo>
                  <a:cubicBezTo>
                    <a:pt x="327" y="1358"/>
                    <a:pt x="327" y="1126"/>
                    <a:pt x="370" y="902"/>
                  </a:cubicBezTo>
                  <a:cubicBezTo>
                    <a:pt x="379" y="816"/>
                    <a:pt x="542" y="0"/>
                    <a:pt x="594" y="0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8" name="Google Shape;1318;p17"/>
            <p:cNvSpPr/>
            <p:nvPr/>
          </p:nvSpPr>
          <p:spPr>
            <a:xfrm>
              <a:off x="5177750" y="1229175"/>
              <a:ext cx="64875" cy="104625"/>
            </a:xfrm>
            <a:custGeom>
              <a:avLst/>
              <a:gdLst/>
              <a:ahLst/>
              <a:cxnLst/>
              <a:rect l="l" t="t" r="r" b="b"/>
              <a:pathLst>
                <a:path w="2595" h="4185" extrusionOk="0">
                  <a:moveTo>
                    <a:pt x="877" y="1"/>
                  </a:moveTo>
                  <a:cubicBezTo>
                    <a:pt x="752" y="1"/>
                    <a:pt x="637" y="29"/>
                    <a:pt x="601" y="57"/>
                  </a:cubicBezTo>
                  <a:cubicBezTo>
                    <a:pt x="593" y="61"/>
                    <a:pt x="599" y="63"/>
                    <a:pt x="613" y="63"/>
                  </a:cubicBezTo>
                  <a:cubicBezTo>
                    <a:pt x="627" y="63"/>
                    <a:pt x="649" y="61"/>
                    <a:pt x="670" y="57"/>
                  </a:cubicBezTo>
                  <a:cubicBezTo>
                    <a:pt x="700" y="52"/>
                    <a:pt x="730" y="47"/>
                    <a:pt x="748" y="47"/>
                  </a:cubicBezTo>
                  <a:cubicBezTo>
                    <a:pt x="761" y="47"/>
                    <a:pt x="768" y="50"/>
                    <a:pt x="765" y="57"/>
                  </a:cubicBezTo>
                  <a:cubicBezTo>
                    <a:pt x="739" y="91"/>
                    <a:pt x="705" y="126"/>
                    <a:pt x="679" y="160"/>
                  </a:cubicBezTo>
                  <a:cubicBezTo>
                    <a:pt x="584" y="272"/>
                    <a:pt x="558" y="409"/>
                    <a:pt x="498" y="538"/>
                  </a:cubicBezTo>
                  <a:cubicBezTo>
                    <a:pt x="455" y="641"/>
                    <a:pt x="412" y="761"/>
                    <a:pt x="369" y="865"/>
                  </a:cubicBezTo>
                  <a:cubicBezTo>
                    <a:pt x="344" y="942"/>
                    <a:pt x="318" y="1036"/>
                    <a:pt x="301" y="1122"/>
                  </a:cubicBezTo>
                  <a:cubicBezTo>
                    <a:pt x="292" y="1208"/>
                    <a:pt x="309" y="1303"/>
                    <a:pt x="309" y="1397"/>
                  </a:cubicBezTo>
                  <a:cubicBezTo>
                    <a:pt x="309" y="1440"/>
                    <a:pt x="309" y="1492"/>
                    <a:pt x="309" y="1535"/>
                  </a:cubicBezTo>
                  <a:cubicBezTo>
                    <a:pt x="327" y="1758"/>
                    <a:pt x="335" y="1999"/>
                    <a:pt x="284" y="2222"/>
                  </a:cubicBezTo>
                  <a:cubicBezTo>
                    <a:pt x="249" y="2368"/>
                    <a:pt x="206" y="2506"/>
                    <a:pt x="172" y="2652"/>
                  </a:cubicBezTo>
                  <a:cubicBezTo>
                    <a:pt x="146" y="2772"/>
                    <a:pt x="129" y="2892"/>
                    <a:pt x="103" y="3012"/>
                  </a:cubicBezTo>
                  <a:cubicBezTo>
                    <a:pt x="34" y="3296"/>
                    <a:pt x="0" y="3554"/>
                    <a:pt x="103" y="3829"/>
                  </a:cubicBezTo>
                  <a:cubicBezTo>
                    <a:pt x="129" y="3906"/>
                    <a:pt x="155" y="3966"/>
                    <a:pt x="223" y="4018"/>
                  </a:cubicBezTo>
                  <a:cubicBezTo>
                    <a:pt x="258" y="4052"/>
                    <a:pt x="309" y="4104"/>
                    <a:pt x="352" y="4129"/>
                  </a:cubicBezTo>
                  <a:cubicBezTo>
                    <a:pt x="455" y="4172"/>
                    <a:pt x="593" y="4172"/>
                    <a:pt x="705" y="4181"/>
                  </a:cubicBezTo>
                  <a:cubicBezTo>
                    <a:pt x="717" y="4183"/>
                    <a:pt x="727" y="4184"/>
                    <a:pt x="737" y="4184"/>
                  </a:cubicBezTo>
                  <a:cubicBezTo>
                    <a:pt x="760" y="4184"/>
                    <a:pt x="777" y="4178"/>
                    <a:pt x="808" y="4172"/>
                  </a:cubicBezTo>
                  <a:cubicBezTo>
                    <a:pt x="819" y="4169"/>
                    <a:pt x="829" y="4168"/>
                    <a:pt x="837" y="4168"/>
                  </a:cubicBezTo>
                  <a:cubicBezTo>
                    <a:pt x="853" y="4168"/>
                    <a:pt x="865" y="4172"/>
                    <a:pt x="876" y="4172"/>
                  </a:cubicBezTo>
                  <a:cubicBezTo>
                    <a:pt x="888" y="4172"/>
                    <a:pt x="899" y="4176"/>
                    <a:pt x="916" y="4176"/>
                  </a:cubicBezTo>
                  <a:cubicBezTo>
                    <a:pt x="924" y="4176"/>
                    <a:pt x="934" y="4175"/>
                    <a:pt x="945" y="4172"/>
                  </a:cubicBezTo>
                  <a:cubicBezTo>
                    <a:pt x="957" y="4169"/>
                    <a:pt x="968" y="4168"/>
                    <a:pt x="979" y="4168"/>
                  </a:cubicBezTo>
                  <a:cubicBezTo>
                    <a:pt x="1002" y="4168"/>
                    <a:pt x="1025" y="4172"/>
                    <a:pt x="1048" y="4172"/>
                  </a:cubicBezTo>
                  <a:cubicBezTo>
                    <a:pt x="1074" y="4177"/>
                    <a:pt x="1100" y="4181"/>
                    <a:pt x="1123" y="4181"/>
                  </a:cubicBezTo>
                  <a:cubicBezTo>
                    <a:pt x="1147" y="4181"/>
                    <a:pt x="1168" y="4177"/>
                    <a:pt x="1186" y="4164"/>
                  </a:cubicBezTo>
                  <a:cubicBezTo>
                    <a:pt x="1237" y="4129"/>
                    <a:pt x="1418" y="4121"/>
                    <a:pt x="1469" y="4078"/>
                  </a:cubicBezTo>
                  <a:cubicBezTo>
                    <a:pt x="1512" y="4052"/>
                    <a:pt x="1555" y="4018"/>
                    <a:pt x="1607" y="4000"/>
                  </a:cubicBezTo>
                  <a:cubicBezTo>
                    <a:pt x="1650" y="3975"/>
                    <a:pt x="1684" y="3966"/>
                    <a:pt x="1718" y="3940"/>
                  </a:cubicBezTo>
                  <a:cubicBezTo>
                    <a:pt x="1736" y="3923"/>
                    <a:pt x="1753" y="3914"/>
                    <a:pt x="1770" y="3897"/>
                  </a:cubicBezTo>
                  <a:cubicBezTo>
                    <a:pt x="1830" y="3846"/>
                    <a:pt x="1787" y="3743"/>
                    <a:pt x="1873" y="3717"/>
                  </a:cubicBezTo>
                  <a:cubicBezTo>
                    <a:pt x="1933" y="3700"/>
                    <a:pt x="1993" y="3683"/>
                    <a:pt x="2036" y="3631"/>
                  </a:cubicBezTo>
                  <a:cubicBezTo>
                    <a:pt x="2062" y="3605"/>
                    <a:pt x="2071" y="3597"/>
                    <a:pt x="2079" y="3554"/>
                  </a:cubicBezTo>
                  <a:cubicBezTo>
                    <a:pt x="2088" y="3528"/>
                    <a:pt x="2088" y="3502"/>
                    <a:pt x="2096" y="3476"/>
                  </a:cubicBezTo>
                  <a:cubicBezTo>
                    <a:pt x="2096" y="3451"/>
                    <a:pt x="2174" y="3451"/>
                    <a:pt x="2165" y="3416"/>
                  </a:cubicBezTo>
                  <a:lnTo>
                    <a:pt x="2156" y="3382"/>
                  </a:lnTo>
                  <a:cubicBezTo>
                    <a:pt x="2156" y="3365"/>
                    <a:pt x="2174" y="3365"/>
                    <a:pt x="2174" y="3347"/>
                  </a:cubicBezTo>
                  <a:cubicBezTo>
                    <a:pt x="2199" y="3305"/>
                    <a:pt x="2182" y="3253"/>
                    <a:pt x="2199" y="3210"/>
                  </a:cubicBezTo>
                  <a:cubicBezTo>
                    <a:pt x="2217" y="3150"/>
                    <a:pt x="2268" y="3098"/>
                    <a:pt x="2294" y="3047"/>
                  </a:cubicBezTo>
                  <a:cubicBezTo>
                    <a:pt x="2311" y="3012"/>
                    <a:pt x="2320" y="2978"/>
                    <a:pt x="2346" y="2952"/>
                  </a:cubicBezTo>
                  <a:cubicBezTo>
                    <a:pt x="2363" y="2935"/>
                    <a:pt x="2388" y="2918"/>
                    <a:pt x="2397" y="2901"/>
                  </a:cubicBezTo>
                  <a:cubicBezTo>
                    <a:pt x="2406" y="2875"/>
                    <a:pt x="2406" y="2849"/>
                    <a:pt x="2406" y="2823"/>
                  </a:cubicBezTo>
                  <a:cubicBezTo>
                    <a:pt x="2414" y="2772"/>
                    <a:pt x="2431" y="2737"/>
                    <a:pt x="2440" y="2695"/>
                  </a:cubicBezTo>
                  <a:cubicBezTo>
                    <a:pt x="2457" y="2652"/>
                    <a:pt x="2457" y="2600"/>
                    <a:pt x="2483" y="2557"/>
                  </a:cubicBezTo>
                  <a:cubicBezTo>
                    <a:pt x="2500" y="2540"/>
                    <a:pt x="2517" y="2531"/>
                    <a:pt x="2535" y="2514"/>
                  </a:cubicBezTo>
                  <a:cubicBezTo>
                    <a:pt x="2560" y="2488"/>
                    <a:pt x="2560" y="2437"/>
                    <a:pt x="2569" y="2394"/>
                  </a:cubicBezTo>
                  <a:cubicBezTo>
                    <a:pt x="2577" y="2359"/>
                    <a:pt x="2577" y="2316"/>
                    <a:pt x="2586" y="2282"/>
                  </a:cubicBezTo>
                  <a:cubicBezTo>
                    <a:pt x="2595" y="2248"/>
                    <a:pt x="2560" y="2205"/>
                    <a:pt x="2560" y="2170"/>
                  </a:cubicBezTo>
                  <a:cubicBezTo>
                    <a:pt x="2552" y="2119"/>
                    <a:pt x="2543" y="2110"/>
                    <a:pt x="2569" y="2067"/>
                  </a:cubicBezTo>
                  <a:cubicBezTo>
                    <a:pt x="2595" y="2033"/>
                    <a:pt x="2535" y="2016"/>
                    <a:pt x="2535" y="1964"/>
                  </a:cubicBezTo>
                  <a:cubicBezTo>
                    <a:pt x="2535" y="1930"/>
                    <a:pt x="2517" y="1904"/>
                    <a:pt x="2500" y="1870"/>
                  </a:cubicBezTo>
                  <a:cubicBezTo>
                    <a:pt x="2483" y="1818"/>
                    <a:pt x="2517" y="1758"/>
                    <a:pt x="2500" y="1698"/>
                  </a:cubicBezTo>
                  <a:cubicBezTo>
                    <a:pt x="2474" y="1612"/>
                    <a:pt x="2492" y="1509"/>
                    <a:pt x="2457" y="1423"/>
                  </a:cubicBezTo>
                  <a:cubicBezTo>
                    <a:pt x="2440" y="1371"/>
                    <a:pt x="2423" y="1337"/>
                    <a:pt x="2414" y="1286"/>
                  </a:cubicBezTo>
                  <a:cubicBezTo>
                    <a:pt x="2406" y="1251"/>
                    <a:pt x="2397" y="1208"/>
                    <a:pt x="2380" y="1174"/>
                  </a:cubicBezTo>
                  <a:cubicBezTo>
                    <a:pt x="2320" y="1079"/>
                    <a:pt x="2242" y="985"/>
                    <a:pt x="2234" y="873"/>
                  </a:cubicBezTo>
                  <a:cubicBezTo>
                    <a:pt x="2234" y="822"/>
                    <a:pt x="2225" y="761"/>
                    <a:pt x="2182" y="710"/>
                  </a:cubicBezTo>
                  <a:cubicBezTo>
                    <a:pt x="2174" y="701"/>
                    <a:pt x="2156" y="693"/>
                    <a:pt x="2139" y="684"/>
                  </a:cubicBezTo>
                  <a:cubicBezTo>
                    <a:pt x="2122" y="667"/>
                    <a:pt x="2114" y="650"/>
                    <a:pt x="2088" y="633"/>
                  </a:cubicBezTo>
                  <a:cubicBezTo>
                    <a:pt x="2028" y="607"/>
                    <a:pt x="2019" y="590"/>
                    <a:pt x="1993" y="538"/>
                  </a:cubicBezTo>
                  <a:cubicBezTo>
                    <a:pt x="1967" y="504"/>
                    <a:pt x="1916" y="478"/>
                    <a:pt x="1882" y="444"/>
                  </a:cubicBezTo>
                  <a:cubicBezTo>
                    <a:pt x="1847" y="409"/>
                    <a:pt x="1813" y="383"/>
                    <a:pt x="1778" y="349"/>
                  </a:cubicBezTo>
                  <a:cubicBezTo>
                    <a:pt x="1753" y="315"/>
                    <a:pt x="1718" y="289"/>
                    <a:pt x="1684" y="263"/>
                  </a:cubicBezTo>
                  <a:cubicBezTo>
                    <a:pt x="1658" y="246"/>
                    <a:pt x="1641" y="229"/>
                    <a:pt x="1607" y="220"/>
                  </a:cubicBezTo>
                  <a:cubicBezTo>
                    <a:pt x="1581" y="220"/>
                    <a:pt x="1564" y="212"/>
                    <a:pt x="1547" y="203"/>
                  </a:cubicBezTo>
                  <a:cubicBezTo>
                    <a:pt x="1512" y="194"/>
                    <a:pt x="1512" y="194"/>
                    <a:pt x="1486" y="169"/>
                  </a:cubicBezTo>
                  <a:cubicBezTo>
                    <a:pt x="1469" y="151"/>
                    <a:pt x="1452" y="151"/>
                    <a:pt x="1426" y="134"/>
                  </a:cubicBezTo>
                  <a:cubicBezTo>
                    <a:pt x="1409" y="117"/>
                    <a:pt x="1392" y="100"/>
                    <a:pt x="1357" y="100"/>
                  </a:cubicBezTo>
                  <a:cubicBezTo>
                    <a:pt x="1340" y="91"/>
                    <a:pt x="1323" y="91"/>
                    <a:pt x="1315" y="91"/>
                  </a:cubicBezTo>
                  <a:cubicBezTo>
                    <a:pt x="1306" y="91"/>
                    <a:pt x="1297" y="91"/>
                    <a:pt x="1272" y="83"/>
                  </a:cubicBezTo>
                  <a:cubicBezTo>
                    <a:pt x="1220" y="66"/>
                    <a:pt x="1126" y="66"/>
                    <a:pt x="1074" y="48"/>
                  </a:cubicBezTo>
                  <a:cubicBezTo>
                    <a:pt x="1040" y="40"/>
                    <a:pt x="988" y="23"/>
                    <a:pt x="962" y="5"/>
                  </a:cubicBezTo>
                  <a:cubicBezTo>
                    <a:pt x="934" y="2"/>
                    <a:pt x="905" y="1"/>
                    <a:pt x="87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9" name="Google Shape;1319;p17"/>
            <p:cNvSpPr/>
            <p:nvPr/>
          </p:nvSpPr>
          <p:spPr>
            <a:xfrm>
              <a:off x="5146375" y="1281500"/>
              <a:ext cx="250" cy="25"/>
            </a:xfrm>
            <a:custGeom>
              <a:avLst/>
              <a:gdLst/>
              <a:ahLst/>
              <a:cxnLst/>
              <a:rect l="l" t="t" r="r" b="b"/>
              <a:pathLst>
                <a:path w="10" h="1" extrusionOk="0">
                  <a:moveTo>
                    <a:pt x="1" y="0"/>
                  </a:moveTo>
                  <a:lnTo>
                    <a:pt x="1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0" name="Google Shape;1320;p17"/>
            <p:cNvSpPr/>
            <p:nvPr/>
          </p:nvSpPr>
          <p:spPr>
            <a:xfrm>
              <a:off x="5146375" y="1229300"/>
              <a:ext cx="90025" cy="103925"/>
            </a:xfrm>
            <a:custGeom>
              <a:avLst/>
              <a:gdLst/>
              <a:ahLst/>
              <a:cxnLst/>
              <a:rect l="l" t="t" r="r" b="b"/>
              <a:pathLst>
                <a:path w="3601" h="4157" extrusionOk="0">
                  <a:moveTo>
                    <a:pt x="1960" y="0"/>
                  </a:moveTo>
                  <a:cubicBezTo>
                    <a:pt x="1917" y="0"/>
                    <a:pt x="1856" y="43"/>
                    <a:pt x="1813" y="61"/>
                  </a:cubicBezTo>
                  <a:cubicBezTo>
                    <a:pt x="1753" y="78"/>
                    <a:pt x="1710" y="78"/>
                    <a:pt x="1659" y="78"/>
                  </a:cubicBezTo>
                  <a:cubicBezTo>
                    <a:pt x="1650" y="77"/>
                    <a:pt x="1641" y="76"/>
                    <a:pt x="1632" y="76"/>
                  </a:cubicBezTo>
                  <a:cubicBezTo>
                    <a:pt x="1555" y="76"/>
                    <a:pt x="1479" y="107"/>
                    <a:pt x="1410" y="138"/>
                  </a:cubicBezTo>
                  <a:cubicBezTo>
                    <a:pt x="1375" y="155"/>
                    <a:pt x="1332" y="155"/>
                    <a:pt x="1289" y="172"/>
                  </a:cubicBezTo>
                  <a:cubicBezTo>
                    <a:pt x="1229" y="189"/>
                    <a:pt x="1212" y="215"/>
                    <a:pt x="1169" y="250"/>
                  </a:cubicBezTo>
                  <a:cubicBezTo>
                    <a:pt x="1109" y="301"/>
                    <a:pt x="1057" y="353"/>
                    <a:pt x="997" y="413"/>
                  </a:cubicBezTo>
                  <a:cubicBezTo>
                    <a:pt x="946" y="464"/>
                    <a:pt x="894" y="533"/>
                    <a:pt x="808" y="533"/>
                  </a:cubicBezTo>
                  <a:cubicBezTo>
                    <a:pt x="748" y="533"/>
                    <a:pt x="645" y="602"/>
                    <a:pt x="636" y="671"/>
                  </a:cubicBezTo>
                  <a:cubicBezTo>
                    <a:pt x="611" y="765"/>
                    <a:pt x="645" y="782"/>
                    <a:pt x="559" y="868"/>
                  </a:cubicBezTo>
                  <a:cubicBezTo>
                    <a:pt x="533" y="903"/>
                    <a:pt x="508" y="937"/>
                    <a:pt x="473" y="954"/>
                  </a:cubicBezTo>
                  <a:cubicBezTo>
                    <a:pt x="447" y="971"/>
                    <a:pt x="439" y="1057"/>
                    <a:pt x="413" y="1066"/>
                  </a:cubicBezTo>
                  <a:cubicBezTo>
                    <a:pt x="396" y="1083"/>
                    <a:pt x="387" y="1100"/>
                    <a:pt x="370" y="1109"/>
                  </a:cubicBezTo>
                  <a:lnTo>
                    <a:pt x="344" y="1109"/>
                  </a:lnTo>
                  <a:lnTo>
                    <a:pt x="319" y="1152"/>
                  </a:lnTo>
                  <a:cubicBezTo>
                    <a:pt x="293" y="1169"/>
                    <a:pt x="267" y="1177"/>
                    <a:pt x="241" y="1186"/>
                  </a:cubicBezTo>
                  <a:cubicBezTo>
                    <a:pt x="173" y="1238"/>
                    <a:pt x="147" y="1306"/>
                    <a:pt x="121" y="1392"/>
                  </a:cubicBezTo>
                  <a:cubicBezTo>
                    <a:pt x="104" y="1427"/>
                    <a:pt x="78" y="1444"/>
                    <a:pt x="78" y="1487"/>
                  </a:cubicBezTo>
                  <a:cubicBezTo>
                    <a:pt x="69" y="1547"/>
                    <a:pt x="78" y="1590"/>
                    <a:pt x="87" y="1641"/>
                  </a:cubicBezTo>
                  <a:cubicBezTo>
                    <a:pt x="104" y="1744"/>
                    <a:pt x="26" y="1805"/>
                    <a:pt x="18" y="1899"/>
                  </a:cubicBezTo>
                  <a:cubicBezTo>
                    <a:pt x="18" y="1942"/>
                    <a:pt x="44" y="1968"/>
                    <a:pt x="52" y="2002"/>
                  </a:cubicBezTo>
                  <a:cubicBezTo>
                    <a:pt x="61" y="2037"/>
                    <a:pt x="52" y="2097"/>
                    <a:pt x="44" y="2131"/>
                  </a:cubicBezTo>
                  <a:cubicBezTo>
                    <a:pt x="35" y="2174"/>
                    <a:pt x="9" y="2226"/>
                    <a:pt x="1" y="2286"/>
                  </a:cubicBezTo>
                  <a:cubicBezTo>
                    <a:pt x="1" y="2320"/>
                    <a:pt x="9" y="2354"/>
                    <a:pt x="9" y="2397"/>
                  </a:cubicBezTo>
                  <a:cubicBezTo>
                    <a:pt x="26" y="2458"/>
                    <a:pt x="52" y="2501"/>
                    <a:pt x="78" y="2552"/>
                  </a:cubicBezTo>
                  <a:cubicBezTo>
                    <a:pt x="104" y="2612"/>
                    <a:pt x="69" y="2647"/>
                    <a:pt x="61" y="2707"/>
                  </a:cubicBezTo>
                  <a:cubicBezTo>
                    <a:pt x="52" y="2767"/>
                    <a:pt x="61" y="2836"/>
                    <a:pt x="69" y="2887"/>
                  </a:cubicBezTo>
                  <a:cubicBezTo>
                    <a:pt x="95" y="2982"/>
                    <a:pt x="138" y="3076"/>
                    <a:pt x="215" y="3136"/>
                  </a:cubicBezTo>
                  <a:cubicBezTo>
                    <a:pt x="241" y="3153"/>
                    <a:pt x="267" y="3179"/>
                    <a:pt x="284" y="3214"/>
                  </a:cubicBezTo>
                  <a:cubicBezTo>
                    <a:pt x="319" y="3265"/>
                    <a:pt x="336" y="3291"/>
                    <a:pt x="387" y="3334"/>
                  </a:cubicBezTo>
                  <a:cubicBezTo>
                    <a:pt x="473" y="3394"/>
                    <a:pt x="482" y="3489"/>
                    <a:pt x="533" y="3566"/>
                  </a:cubicBezTo>
                  <a:cubicBezTo>
                    <a:pt x="551" y="3592"/>
                    <a:pt x="576" y="3626"/>
                    <a:pt x="611" y="3643"/>
                  </a:cubicBezTo>
                  <a:cubicBezTo>
                    <a:pt x="662" y="3660"/>
                    <a:pt x="722" y="3643"/>
                    <a:pt x="783" y="3678"/>
                  </a:cubicBezTo>
                  <a:cubicBezTo>
                    <a:pt x="817" y="3703"/>
                    <a:pt x="851" y="3729"/>
                    <a:pt x="886" y="3755"/>
                  </a:cubicBezTo>
                  <a:cubicBezTo>
                    <a:pt x="937" y="3781"/>
                    <a:pt x="989" y="3815"/>
                    <a:pt x="1023" y="3858"/>
                  </a:cubicBezTo>
                  <a:cubicBezTo>
                    <a:pt x="1092" y="3944"/>
                    <a:pt x="1126" y="3995"/>
                    <a:pt x="1229" y="4038"/>
                  </a:cubicBezTo>
                  <a:cubicBezTo>
                    <a:pt x="1315" y="4081"/>
                    <a:pt x="1410" y="4099"/>
                    <a:pt x="1504" y="4107"/>
                  </a:cubicBezTo>
                  <a:cubicBezTo>
                    <a:pt x="1539" y="4116"/>
                    <a:pt x="1573" y="4116"/>
                    <a:pt x="1607" y="4124"/>
                  </a:cubicBezTo>
                  <a:cubicBezTo>
                    <a:pt x="1642" y="4124"/>
                    <a:pt x="1667" y="4150"/>
                    <a:pt x="1702" y="4150"/>
                  </a:cubicBezTo>
                  <a:cubicBezTo>
                    <a:pt x="1719" y="4153"/>
                    <a:pt x="1734" y="4154"/>
                    <a:pt x="1749" y="4154"/>
                  </a:cubicBezTo>
                  <a:cubicBezTo>
                    <a:pt x="1778" y="4154"/>
                    <a:pt x="1805" y="4150"/>
                    <a:pt x="1839" y="4150"/>
                  </a:cubicBezTo>
                  <a:lnTo>
                    <a:pt x="1891" y="4150"/>
                  </a:lnTo>
                  <a:cubicBezTo>
                    <a:pt x="1904" y="4154"/>
                    <a:pt x="1917" y="4156"/>
                    <a:pt x="1931" y="4156"/>
                  </a:cubicBezTo>
                  <a:cubicBezTo>
                    <a:pt x="1945" y="4156"/>
                    <a:pt x="1960" y="4154"/>
                    <a:pt x="1977" y="4150"/>
                  </a:cubicBezTo>
                  <a:cubicBezTo>
                    <a:pt x="2003" y="4133"/>
                    <a:pt x="2020" y="4124"/>
                    <a:pt x="2054" y="4099"/>
                  </a:cubicBezTo>
                  <a:cubicBezTo>
                    <a:pt x="2088" y="4081"/>
                    <a:pt x="2114" y="4073"/>
                    <a:pt x="2149" y="4064"/>
                  </a:cubicBezTo>
                  <a:cubicBezTo>
                    <a:pt x="2243" y="4038"/>
                    <a:pt x="2338" y="4038"/>
                    <a:pt x="2432" y="4004"/>
                  </a:cubicBezTo>
                  <a:cubicBezTo>
                    <a:pt x="2509" y="3978"/>
                    <a:pt x="2587" y="3944"/>
                    <a:pt x="2673" y="3918"/>
                  </a:cubicBezTo>
                  <a:cubicBezTo>
                    <a:pt x="2750" y="3901"/>
                    <a:pt x="2776" y="3824"/>
                    <a:pt x="2827" y="3781"/>
                  </a:cubicBezTo>
                  <a:cubicBezTo>
                    <a:pt x="2887" y="3738"/>
                    <a:pt x="2930" y="3729"/>
                    <a:pt x="2982" y="3678"/>
                  </a:cubicBezTo>
                  <a:cubicBezTo>
                    <a:pt x="3008" y="3660"/>
                    <a:pt x="3016" y="3660"/>
                    <a:pt x="3033" y="3635"/>
                  </a:cubicBezTo>
                  <a:cubicBezTo>
                    <a:pt x="3042" y="3609"/>
                    <a:pt x="3068" y="3574"/>
                    <a:pt x="3076" y="3549"/>
                  </a:cubicBezTo>
                  <a:cubicBezTo>
                    <a:pt x="3094" y="3514"/>
                    <a:pt x="3137" y="3514"/>
                    <a:pt x="3137" y="3480"/>
                  </a:cubicBezTo>
                  <a:cubicBezTo>
                    <a:pt x="3145" y="3446"/>
                    <a:pt x="3162" y="3420"/>
                    <a:pt x="3171" y="3385"/>
                  </a:cubicBezTo>
                  <a:cubicBezTo>
                    <a:pt x="3188" y="3334"/>
                    <a:pt x="3197" y="3282"/>
                    <a:pt x="3222" y="3231"/>
                  </a:cubicBezTo>
                  <a:cubicBezTo>
                    <a:pt x="3231" y="3196"/>
                    <a:pt x="3257" y="3153"/>
                    <a:pt x="3283" y="3119"/>
                  </a:cubicBezTo>
                  <a:cubicBezTo>
                    <a:pt x="3326" y="3050"/>
                    <a:pt x="3360" y="2964"/>
                    <a:pt x="3394" y="2896"/>
                  </a:cubicBezTo>
                  <a:cubicBezTo>
                    <a:pt x="3463" y="2767"/>
                    <a:pt x="3601" y="2604"/>
                    <a:pt x="3575" y="2449"/>
                  </a:cubicBezTo>
                  <a:cubicBezTo>
                    <a:pt x="3558" y="2346"/>
                    <a:pt x="3549" y="2226"/>
                    <a:pt x="3506" y="2131"/>
                  </a:cubicBezTo>
                  <a:cubicBezTo>
                    <a:pt x="3489" y="2097"/>
                    <a:pt x="3463" y="2062"/>
                    <a:pt x="3463" y="2028"/>
                  </a:cubicBezTo>
                  <a:cubicBezTo>
                    <a:pt x="3454" y="1959"/>
                    <a:pt x="3480" y="1873"/>
                    <a:pt x="3489" y="1805"/>
                  </a:cubicBezTo>
                  <a:cubicBezTo>
                    <a:pt x="3506" y="1719"/>
                    <a:pt x="3497" y="1659"/>
                    <a:pt x="3480" y="1573"/>
                  </a:cubicBezTo>
                  <a:cubicBezTo>
                    <a:pt x="3463" y="1512"/>
                    <a:pt x="3463" y="1444"/>
                    <a:pt x="3454" y="1384"/>
                  </a:cubicBezTo>
                  <a:cubicBezTo>
                    <a:pt x="3437" y="1272"/>
                    <a:pt x="3403" y="1134"/>
                    <a:pt x="3334" y="1040"/>
                  </a:cubicBezTo>
                  <a:cubicBezTo>
                    <a:pt x="3308" y="1006"/>
                    <a:pt x="3274" y="997"/>
                    <a:pt x="3240" y="971"/>
                  </a:cubicBezTo>
                  <a:cubicBezTo>
                    <a:pt x="3214" y="954"/>
                    <a:pt x="3188" y="911"/>
                    <a:pt x="3171" y="885"/>
                  </a:cubicBezTo>
                  <a:cubicBezTo>
                    <a:pt x="3145" y="842"/>
                    <a:pt x="3128" y="791"/>
                    <a:pt x="3128" y="739"/>
                  </a:cubicBezTo>
                  <a:cubicBezTo>
                    <a:pt x="3128" y="696"/>
                    <a:pt x="3145" y="645"/>
                    <a:pt x="3119" y="602"/>
                  </a:cubicBezTo>
                  <a:cubicBezTo>
                    <a:pt x="3094" y="567"/>
                    <a:pt x="3059" y="542"/>
                    <a:pt x="3033" y="499"/>
                  </a:cubicBezTo>
                  <a:cubicBezTo>
                    <a:pt x="3016" y="447"/>
                    <a:pt x="2991" y="421"/>
                    <a:pt x="2948" y="387"/>
                  </a:cubicBezTo>
                  <a:cubicBezTo>
                    <a:pt x="2862" y="335"/>
                    <a:pt x="2784" y="284"/>
                    <a:pt x="2698" y="232"/>
                  </a:cubicBezTo>
                  <a:cubicBezTo>
                    <a:pt x="2655" y="207"/>
                    <a:pt x="2621" y="215"/>
                    <a:pt x="2578" y="198"/>
                  </a:cubicBezTo>
                  <a:cubicBezTo>
                    <a:pt x="2544" y="189"/>
                    <a:pt x="2484" y="146"/>
                    <a:pt x="2466" y="146"/>
                  </a:cubicBezTo>
                  <a:cubicBezTo>
                    <a:pt x="2453" y="151"/>
                    <a:pt x="2440" y="153"/>
                    <a:pt x="2428" y="153"/>
                  </a:cubicBezTo>
                  <a:cubicBezTo>
                    <a:pt x="2393" y="153"/>
                    <a:pt x="2363" y="135"/>
                    <a:pt x="2338" y="104"/>
                  </a:cubicBezTo>
                  <a:cubicBezTo>
                    <a:pt x="2303" y="78"/>
                    <a:pt x="2286" y="52"/>
                    <a:pt x="2243" y="35"/>
                  </a:cubicBezTo>
                  <a:cubicBezTo>
                    <a:pt x="2229" y="32"/>
                    <a:pt x="2213" y="31"/>
                    <a:pt x="2196" y="31"/>
                  </a:cubicBezTo>
                  <a:cubicBezTo>
                    <a:pt x="2162" y="31"/>
                    <a:pt x="2126" y="35"/>
                    <a:pt x="2097" y="35"/>
                  </a:cubicBezTo>
                  <a:cubicBezTo>
                    <a:pt x="2071" y="26"/>
                    <a:pt x="2054" y="26"/>
                    <a:pt x="2028" y="26"/>
                  </a:cubicBezTo>
                  <a:lnTo>
                    <a:pt x="1994" y="2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1" name="Google Shape;1321;p17"/>
            <p:cNvSpPr/>
            <p:nvPr/>
          </p:nvSpPr>
          <p:spPr>
            <a:xfrm>
              <a:off x="5186325" y="1332175"/>
              <a:ext cx="1975" cy="900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78" y="35"/>
                  </a:moveTo>
                  <a:lnTo>
                    <a:pt x="78" y="35"/>
                  </a:lnTo>
                  <a:cubicBezTo>
                    <a:pt x="52" y="26"/>
                    <a:pt x="35" y="9"/>
                    <a:pt x="9" y="9"/>
                  </a:cubicBezTo>
                  <a:cubicBezTo>
                    <a:pt x="9" y="9"/>
                    <a:pt x="9" y="1"/>
                    <a:pt x="1" y="1"/>
                  </a:cubicBezTo>
                  <a:lnTo>
                    <a:pt x="1" y="1"/>
                  </a:lnTo>
                  <a:cubicBezTo>
                    <a:pt x="9" y="1"/>
                    <a:pt x="9" y="9"/>
                    <a:pt x="9" y="9"/>
                  </a:cubicBezTo>
                  <a:cubicBezTo>
                    <a:pt x="35" y="9"/>
                    <a:pt x="52" y="26"/>
                    <a:pt x="78" y="35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2" name="Google Shape;1322;p17"/>
            <p:cNvSpPr/>
            <p:nvPr/>
          </p:nvSpPr>
          <p:spPr>
            <a:xfrm>
              <a:off x="5220050" y="1239175"/>
              <a:ext cx="13775" cy="40825"/>
            </a:xfrm>
            <a:custGeom>
              <a:avLst/>
              <a:gdLst/>
              <a:ahLst/>
              <a:cxnLst/>
              <a:rect l="l" t="t" r="r" b="b"/>
              <a:pathLst>
                <a:path w="551" h="1633" extrusionOk="0">
                  <a:moveTo>
                    <a:pt x="516" y="1633"/>
                  </a:moveTo>
                  <a:cubicBezTo>
                    <a:pt x="507" y="1564"/>
                    <a:pt x="533" y="1478"/>
                    <a:pt x="542" y="1410"/>
                  </a:cubicBezTo>
                  <a:cubicBezTo>
                    <a:pt x="550" y="1384"/>
                    <a:pt x="550" y="1358"/>
                    <a:pt x="550" y="1332"/>
                  </a:cubicBezTo>
                  <a:cubicBezTo>
                    <a:pt x="550" y="1358"/>
                    <a:pt x="550" y="1384"/>
                    <a:pt x="542" y="1410"/>
                  </a:cubicBezTo>
                  <a:cubicBezTo>
                    <a:pt x="533" y="1478"/>
                    <a:pt x="507" y="1564"/>
                    <a:pt x="516" y="1633"/>
                  </a:cubicBezTo>
                  <a:close/>
                  <a:moveTo>
                    <a:pt x="86" y="104"/>
                  </a:moveTo>
                  <a:cubicBezTo>
                    <a:pt x="69" y="52"/>
                    <a:pt x="44" y="26"/>
                    <a:pt x="1" y="1"/>
                  </a:cubicBezTo>
                  <a:cubicBezTo>
                    <a:pt x="44" y="26"/>
                    <a:pt x="69" y="52"/>
                    <a:pt x="86" y="104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3" name="Google Shape;1323;p17"/>
            <p:cNvSpPr/>
            <p:nvPr/>
          </p:nvSpPr>
          <p:spPr>
            <a:xfrm>
              <a:off x="5147875" y="1229300"/>
              <a:ext cx="87875" cy="103975"/>
            </a:xfrm>
            <a:custGeom>
              <a:avLst/>
              <a:gdLst/>
              <a:ahLst/>
              <a:cxnLst/>
              <a:rect l="l" t="t" r="r" b="b"/>
              <a:pathLst>
                <a:path w="3515" h="4159" extrusionOk="0">
                  <a:moveTo>
                    <a:pt x="1891" y="0"/>
                  </a:moveTo>
                  <a:cubicBezTo>
                    <a:pt x="1848" y="0"/>
                    <a:pt x="1788" y="43"/>
                    <a:pt x="1753" y="61"/>
                  </a:cubicBezTo>
                  <a:cubicBezTo>
                    <a:pt x="1711" y="69"/>
                    <a:pt x="1676" y="78"/>
                    <a:pt x="1642" y="78"/>
                  </a:cubicBezTo>
                  <a:lnTo>
                    <a:pt x="1573" y="78"/>
                  </a:lnTo>
                  <a:cubicBezTo>
                    <a:pt x="1496" y="78"/>
                    <a:pt x="1418" y="104"/>
                    <a:pt x="1350" y="138"/>
                  </a:cubicBezTo>
                  <a:lnTo>
                    <a:pt x="1341" y="138"/>
                  </a:lnTo>
                  <a:cubicBezTo>
                    <a:pt x="1367" y="164"/>
                    <a:pt x="1401" y="189"/>
                    <a:pt x="1436" y="198"/>
                  </a:cubicBezTo>
                  <a:cubicBezTo>
                    <a:pt x="1444" y="207"/>
                    <a:pt x="1461" y="207"/>
                    <a:pt x="1479" y="215"/>
                  </a:cubicBezTo>
                  <a:cubicBezTo>
                    <a:pt x="1496" y="224"/>
                    <a:pt x="1504" y="241"/>
                    <a:pt x="1522" y="258"/>
                  </a:cubicBezTo>
                  <a:cubicBezTo>
                    <a:pt x="1547" y="275"/>
                    <a:pt x="1582" y="293"/>
                    <a:pt x="1607" y="301"/>
                  </a:cubicBezTo>
                  <a:cubicBezTo>
                    <a:pt x="1633" y="301"/>
                    <a:pt x="1650" y="293"/>
                    <a:pt x="1676" y="293"/>
                  </a:cubicBezTo>
                  <a:cubicBezTo>
                    <a:pt x="1685" y="293"/>
                    <a:pt x="1693" y="293"/>
                    <a:pt x="1711" y="301"/>
                  </a:cubicBezTo>
                  <a:cubicBezTo>
                    <a:pt x="1745" y="310"/>
                    <a:pt x="1762" y="335"/>
                    <a:pt x="1796" y="344"/>
                  </a:cubicBezTo>
                  <a:cubicBezTo>
                    <a:pt x="1822" y="353"/>
                    <a:pt x="1839" y="353"/>
                    <a:pt x="1865" y="370"/>
                  </a:cubicBezTo>
                  <a:cubicBezTo>
                    <a:pt x="1925" y="413"/>
                    <a:pt x="1977" y="464"/>
                    <a:pt x="2028" y="507"/>
                  </a:cubicBezTo>
                  <a:cubicBezTo>
                    <a:pt x="2080" y="559"/>
                    <a:pt x="2123" y="610"/>
                    <a:pt x="2183" y="645"/>
                  </a:cubicBezTo>
                  <a:cubicBezTo>
                    <a:pt x="2235" y="679"/>
                    <a:pt x="2295" y="696"/>
                    <a:pt x="2346" y="722"/>
                  </a:cubicBezTo>
                  <a:cubicBezTo>
                    <a:pt x="2389" y="748"/>
                    <a:pt x="2441" y="774"/>
                    <a:pt x="2484" y="808"/>
                  </a:cubicBezTo>
                  <a:cubicBezTo>
                    <a:pt x="2518" y="834"/>
                    <a:pt x="2552" y="860"/>
                    <a:pt x="2587" y="894"/>
                  </a:cubicBezTo>
                  <a:cubicBezTo>
                    <a:pt x="2613" y="920"/>
                    <a:pt x="2656" y="937"/>
                    <a:pt x="2681" y="963"/>
                  </a:cubicBezTo>
                  <a:cubicBezTo>
                    <a:pt x="2716" y="980"/>
                    <a:pt x="2724" y="1014"/>
                    <a:pt x="2742" y="1049"/>
                  </a:cubicBezTo>
                  <a:cubicBezTo>
                    <a:pt x="2784" y="1134"/>
                    <a:pt x="2802" y="1220"/>
                    <a:pt x="2819" y="1306"/>
                  </a:cubicBezTo>
                  <a:cubicBezTo>
                    <a:pt x="2827" y="1349"/>
                    <a:pt x="2827" y="1384"/>
                    <a:pt x="2827" y="1427"/>
                  </a:cubicBezTo>
                  <a:cubicBezTo>
                    <a:pt x="2827" y="1444"/>
                    <a:pt x="2827" y="1461"/>
                    <a:pt x="2827" y="1470"/>
                  </a:cubicBezTo>
                  <a:cubicBezTo>
                    <a:pt x="2827" y="1504"/>
                    <a:pt x="2819" y="1512"/>
                    <a:pt x="2810" y="1538"/>
                  </a:cubicBezTo>
                  <a:cubicBezTo>
                    <a:pt x="2793" y="1573"/>
                    <a:pt x="2802" y="1616"/>
                    <a:pt x="2802" y="1659"/>
                  </a:cubicBezTo>
                  <a:cubicBezTo>
                    <a:pt x="2802" y="1676"/>
                    <a:pt x="2802" y="1693"/>
                    <a:pt x="2802" y="1710"/>
                  </a:cubicBezTo>
                  <a:cubicBezTo>
                    <a:pt x="2810" y="1736"/>
                    <a:pt x="2819" y="1753"/>
                    <a:pt x="2819" y="1779"/>
                  </a:cubicBezTo>
                  <a:cubicBezTo>
                    <a:pt x="2819" y="1787"/>
                    <a:pt x="2810" y="1805"/>
                    <a:pt x="2810" y="1822"/>
                  </a:cubicBezTo>
                  <a:cubicBezTo>
                    <a:pt x="2810" y="1839"/>
                    <a:pt x="2802" y="1856"/>
                    <a:pt x="2802" y="1873"/>
                  </a:cubicBezTo>
                  <a:lnTo>
                    <a:pt x="2784" y="1908"/>
                  </a:lnTo>
                  <a:cubicBezTo>
                    <a:pt x="2776" y="1933"/>
                    <a:pt x="2776" y="1968"/>
                    <a:pt x="2776" y="1994"/>
                  </a:cubicBezTo>
                  <a:cubicBezTo>
                    <a:pt x="2767" y="2019"/>
                    <a:pt x="2767" y="2028"/>
                    <a:pt x="2759" y="2054"/>
                  </a:cubicBezTo>
                  <a:cubicBezTo>
                    <a:pt x="2759" y="2088"/>
                    <a:pt x="2742" y="2122"/>
                    <a:pt x="2750" y="2148"/>
                  </a:cubicBezTo>
                  <a:cubicBezTo>
                    <a:pt x="2750" y="2191"/>
                    <a:pt x="2793" y="2243"/>
                    <a:pt x="2810" y="2286"/>
                  </a:cubicBezTo>
                  <a:cubicBezTo>
                    <a:pt x="2819" y="2311"/>
                    <a:pt x="2827" y="2329"/>
                    <a:pt x="2819" y="2363"/>
                  </a:cubicBezTo>
                  <a:cubicBezTo>
                    <a:pt x="2819" y="2380"/>
                    <a:pt x="2802" y="2406"/>
                    <a:pt x="2802" y="2423"/>
                  </a:cubicBezTo>
                  <a:cubicBezTo>
                    <a:pt x="2784" y="2475"/>
                    <a:pt x="2784" y="2518"/>
                    <a:pt x="2767" y="2569"/>
                  </a:cubicBezTo>
                  <a:cubicBezTo>
                    <a:pt x="2750" y="2604"/>
                    <a:pt x="2724" y="2647"/>
                    <a:pt x="2707" y="2690"/>
                  </a:cubicBezTo>
                  <a:cubicBezTo>
                    <a:pt x="2699" y="2724"/>
                    <a:pt x="2681" y="2758"/>
                    <a:pt x="2673" y="2793"/>
                  </a:cubicBezTo>
                  <a:cubicBezTo>
                    <a:pt x="2664" y="2836"/>
                    <a:pt x="2647" y="2870"/>
                    <a:pt x="2638" y="2913"/>
                  </a:cubicBezTo>
                  <a:cubicBezTo>
                    <a:pt x="2621" y="2973"/>
                    <a:pt x="2613" y="3025"/>
                    <a:pt x="2578" y="3076"/>
                  </a:cubicBezTo>
                  <a:cubicBezTo>
                    <a:pt x="2552" y="3119"/>
                    <a:pt x="2527" y="3153"/>
                    <a:pt x="2518" y="3196"/>
                  </a:cubicBezTo>
                  <a:cubicBezTo>
                    <a:pt x="2510" y="3282"/>
                    <a:pt x="2492" y="3360"/>
                    <a:pt x="2432" y="3411"/>
                  </a:cubicBezTo>
                  <a:cubicBezTo>
                    <a:pt x="2389" y="3454"/>
                    <a:pt x="2346" y="3480"/>
                    <a:pt x="2312" y="3523"/>
                  </a:cubicBezTo>
                  <a:cubicBezTo>
                    <a:pt x="2295" y="3540"/>
                    <a:pt x="2286" y="3566"/>
                    <a:pt x="2269" y="3600"/>
                  </a:cubicBezTo>
                  <a:cubicBezTo>
                    <a:pt x="2260" y="3617"/>
                    <a:pt x="2243" y="3635"/>
                    <a:pt x="2235" y="3660"/>
                  </a:cubicBezTo>
                  <a:lnTo>
                    <a:pt x="2200" y="3686"/>
                  </a:lnTo>
                  <a:cubicBezTo>
                    <a:pt x="2200" y="3695"/>
                    <a:pt x="2192" y="3695"/>
                    <a:pt x="2183" y="3695"/>
                  </a:cubicBezTo>
                  <a:lnTo>
                    <a:pt x="2157" y="3695"/>
                  </a:lnTo>
                  <a:cubicBezTo>
                    <a:pt x="2149" y="3686"/>
                    <a:pt x="2140" y="3686"/>
                    <a:pt x="2132" y="3686"/>
                  </a:cubicBezTo>
                  <a:lnTo>
                    <a:pt x="2114" y="3686"/>
                  </a:lnTo>
                  <a:cubicBezTo>
                    <a:pt x="2106" y="3703"/>
                    <a:pt x="2080" y="3703"/>
                    <a:pt x="2063" y="3703"/>
                  </a:cubicBezTo>
                  <a:lnTo>
                    <a:pt x="1900" y="3703"/>
                  </a:lnTo>
                  <a:cubicBezTo>
                    <a:pt x="1865" y="3703"/>
                    <a:pt x="1831" y="3703"/>
                    <a:pt x="1796" y="3712"/>
                  </a:cubicBezTo>
                  <a:cubicBezTo>
                    <a:pt x="1762" y="3720"/>
                    <a:pt x="1736" y="3729"/>
                    <a:pt x="1702" y="3729"/>
                  </a:cubicBezTo>
                  <a:lnTo>
                    <a:pt x="1685" y="3729"/>
                  </a:lnTo>
                  <a:cubicBezTo>
                    <a:pt x="1668" y="3729"/>
                    <a:pt x="1659" y="3738"/>
                    <a:pt x="1650" y="3746"/>
                  </a:cubicBezTo>
                  <a:cubicBezTo>
                    <a:pt x="1642" y="3755"/>
                    <a:pt x="1633" y="3763"/>
                    <a:pt x="1616" y="3763"/>
                  </a:cubicBezTo>
                  <a:lnTo>
                    <a:pt x="1607" y="3763"/>
                  </a:lnTo>
                  <a:cubicBezTo>
                    <a:pt x="1564" y="3755"/>
                    <a:pt x="1522" y="3746"/>
                    <a:pt x="1470" y="3738"/>
                  </a:cubicBezTo>
                  <a:cubicBezTo>
                    <a:pt x="1427" y="3729"/>
                    <a:pt x="1367" y="3720"/>
                    <a:pt x="1324" y="3712"/>
                  </a:cubicBezTo>
                  <a:lnTo>
                    <a:pt x="1169" y="3712"/>
                  </a:lnTo>
                  <a:cubicBezTo>
                    <a:pt x="1161" y="3712"/>
                    <a:pt x="1144" y="3720"/>
                    <a:pt x="1135" y="3720"/>
                  </a:cubicBezTo>
                  <a:cubicBezTo>
                    <a:pt x="1118" y="3720"/>
                    <a:pt x="1101" y="3712"/>
                    <a:pt x="1083" y="3703"/>
                  </a:cubicBezTo>
                  <a:lnTo>
                    <a:pt x="989" y="3703"/>
                  </a:lnTo>
                  <a:cubicBezTo>
                    <a:pt x="972" y="3703"/>
                    <a:pt x="954" y="3703"/>
                    <a:pt x="946" y="3695"/>
                  </a:cubicBezTo>
                  <a:cubicBezTo>
                    <a:pt x="903" y="3660"/>
                    <a:pt x="877" y="3635"/>
                    <a:pt x="834" y="3626"/>
                  </a:cubicBezTo>
                  <a:cubicBezTo>
                    <a:pt x="791" y="3617"/>
                    <a:pt x="774" y="3592"/>
                    <a:pt x="740" y="3566"/>
                  </a:cubicBezTo>
                  <a:cubicBezTo>
                    <a:pt x="723" y="3549"/>
                    <a:pt x="654" y="3549"/>
                    <a:pt x="637" y="3531"/>
                  </a:cubicBezTo>
                  <a:cubicBezTo>
                    <a:pt x="619" y="3514"/>
                    <a:pt x="491" y="3437"/>
                    <a:pt x="482" y="3420"/>
                  </a:cubicBezTo>
                  <a:cubicBezTo>
                    <a:pt x="465" y="3394"/>
                    <a:pt x="456" y="3377"/>
                    <a:pt x="439" y="3351"/>
                  </a:cubicBezTo>
                  <a:cubicBezTo>
                    <a:pt x="413" y="3308"/>
                    <a:pt x="370" y="3274"/>
                    <a:pt x="336" y="3231"/>
                  </a:cubicBezTo>
                  <a:cubicBezTo>
                    <a:pt x="302" y="3188"/>
                    <a:pt x="267" y="3153"/>
                    <a:pt x="224" y="3119"/>
                  </a:cubicBezTo>
                  <a:cubicBezTo>
                    <a:pt x="173" y="3076"/>
                    <a:pt x="216" y="2990"/>
                    <a:pt x="173" y="2939"/>
                  </a:cubicBezTo>
                  <a:lnTo>
                    <a:pt x="147" y="2904"/>
                  </a:lnTo>
                  <a:cubicBezTo>
                    <a:pt x="138" y="2896"/>
                    <a:pt x="113" y="2896"/>
                    <a:pt x="95" y="2887"/>
                  </a:cubicBezTo>
                  <a:cubicBezTo>
                    <a:pt x="70" y="2879"/>
                    <a:pt x="61" y="2870"/>
                    <a:pt x="44" y="2853"/>
                  </a:cubicBezTo>
                  <a:cubicBezTo>
                    <a:pt x="35" y="2836"/>
                    <a:pt x="18" y="2827"/>
                    <a:pt x="1" y="2818"/>
                  </a:cubicBezTo>
                  <a:lnTo>
                    <a:pt x="1" y="2818"/>
                  </a:lnTo>
                  <a:cubicBezTo>
                    <a:pt x="1" y="2844"/>
                    <a:pt x="9" y="2861"/>
                    <a:pt x="9" y="2887"/>
                  </a:cubicBezTo>
                  <a:cubicBezTo>
                    <a:pt x="35" y="2982"/>
                    <a:pt x="78" y="3076"/>
                    <a:pt x="155" y="3136"/>
                  </a:cubicBezTo>
                  <a:lnTo>
                    <a:pt x="164" y="3136"/>
                  </a:lnTo>
                  <a:cubicBezTo>
                    <a:pt x="190" y="3162"/>
                    <a:pt x="207" y="3179"/>
                    <a:pt x="224" y="3214"/>
                  </a:cubicBezTo>
                  <a:cubicBezTo>
                    <a:pt x="250" y="3265"/>
                    <a:pt x="267" y="3291"/>
                    <a:pt x="319" y="3325"/>
                  </a:cubicBezTo>
                  <a:cubicBezTo>
                    <a:pt x="319" y="3325"/>
                    <a:pt x="327" y="3334"/>
                    <a:pt x="327" y="3334"/>
                  </a:cubicBezTo>
                  <a:cubicBezTo>
                    <a:pt x="396" y="3385"/>
                    <a:pt x="413" y="3454"/>
                    <a:pt x="448" y="3514"/>
                  </a:cubicBezTo>
                  <a:cubicBezTo>
                    <a:pt x="456" y="3531"/>
                    <a:pt x="465" y="3549"/>
                    <a:pt x="473" y="3566"/>
                  </a:cubicBezTo>
                  <a:cubicBezTo>
                    <a:pt x="491" y="3592"/>
                    <a:pt x="516" y="3626"/>
                    <a:pt x="542" y="3635"/>
                  </a:cubicBezTo>
                  <a:cubicBezTo>
                    <a:pt x="542" y="3635"/>
                    <a:pt x="542" y="3635"/>
                    <a:pt x="551" y="3643"/>
                  </a:cubicBezTo>
                  <a:cubicBezTo>
                    <a:pt x="602" y="3660"/>
                    <a:pt x="662" y="3643"/>
                    <a:pt x="723" y="3678"/>
                  </a:cubicBezTo>
                  <a:cubicBezTo>
                    <a:pt x="757" y="3703"/>
                    <a:pt x="791" y="3729"/>
                    <a:pt x="826" y="3755"/>
                  </a:cubicBezTo>
                  <a:lnTo>
                    <a:pt x="834" y="3755"/>
                  </a:lnTo>
                  <a:cubicBezTo>
                    <a:pt x="877" y="3789"/>
                    <a:pt x="937" y="3815"/>
                    <a:pt x="963" y="3858"/>
                  </a:cubicBezTo>
                  <a:cubicBezTo>
                    <a:pt x="1032" y="3944"/>
                    <a:pt x="1066" y="3995"/>
                    <a:pt x="1169" y="4038"/>
                  </a:cubicBezTo>
                  <a:cubicBezTo>
                    <a:pt x="1255" y="4081"/>
                    <a:pt x="1350" y="4099"/>
                    <a:pt x="1444" y="4107"/>
                  </a:cubicBezTo>
                  <a:cubicBezTo>
                    <a:pt x="1479" y="4116"/>
                    <a:pt x="1513" y="4116"/>
                    <a:pt x="1539" y="4116"/>
                  </a:cubicBezTo>
                  <a:cubicBezTo>
                    <a:pt x="1547" y="4116"/>
                    <a:pt x="1547" y="4124"/>
                    <a:pt x="1547" y="4124"/>
                  </a:cubicBezTo>
                  <a:cubicBezTo>
                    <a:pt x="1573" y="4124"/>
                    <a:pt x="1590" y="4141"/>
                    <a:pt x="1616" y="4150"/>
                  </a:cubicBezTo>
                  <a:lnTo>
                    <a:pt x="1642" y="4150"/>
                  </a:lnTo>
                  <a:cubicBezTo>
                    <a:pt x="1659" y="4159"/>
                    <a:pt x="1676" y="4159"/>
                    <a:pt x="1693" y="4159"/>
                  </a:cubicBezTo>
                  <a:cubicBezTo>
                    <a:pt x="1719" y="4159"/>
                    <a:pt x="1745" y="4150"/>
                    <a:pt x="1779" y="4150"/>
                  </a:cubicBezTo>
                  <a:lnTo>
                    <a:pt x="1831" y="4150"/>
                  </a:lnTo>
                  <a:cubicBezTo>
                    <a:pt x="1848" y="4150"/>
                    <a:pt x="1857" y="4159"/>
                    <a:pt x="1865" y="4159"/>
                  </a:cubicBezTo>
                  <a:cubicBezTo>
                    <a:pt x="1882" y="4159"/>
                    <a:pt x="1900" y="4150"/>
                    <a:pt x="1917" y="4150"/>
                  </a:cubicBezTo>
                  <a:cubicBezTo>
                    <a:pt x="1943" y="4133"/>
                    <a:pt x="1960" y="4124"/>
                    <a:pt x="1994" y="4099"/>
                  </a:cubicBezTo>
                  <a:cubicBezTo>
                    <a:pt x="2028" y="4081"/>
                    <a:pt x="2054" y="4073"/>
                    <a:pt x="2089" y="4064"/>
                  </a:cubicBezTo>
                  <a:cubicBezTo>
                    <a:pt x="2183" y="4047"/>
                    <a:pt x="2278" y="4038"/>
                    <a:pt x="2363" y="4004"/>
                  </a:cubicBezTo>
                  <a:lnTo>
                    <a:pt x="2372" y="4004"/>
                  </a:lnTo>
                  <a:cubicBezTo>
                    <a:pt x="2449" y="3978"/>
                    <a:pt x="2527" y="3944"/>
                    <a:pt x="2613" y="3918"/>
                  </a:cubicBezTo>
                  <a:cubicBezTo>
                    <a:pt x="2690" y="3901"/>
                    <a:pt x="2716" y="3824"/>
                    <a:pt x="2767" y="3781"/>
                  </a:cubicBezTo>
                  <a:cubicBezTo>
                    <a:pt x="2827" y="3738"/>
                    <a:pt x="2870" y="3729"/>
                    <a:pt x="2922" y="3678"/>
                  </a:cubicBezTo>
                  <a:cubicBezTo>
                    <a:pt x="2948" y="3660"/>
                    <a:pt x="2956" y="3660"/>
                    <a:pt x="2973" y="3635"/>
                  </a:cubicBezTo>
                  <a:cubicBezTo>
                    <a:pt x="2982" y="3609"/>
                    <a:pt x="3008" y="3574"/>
                    <a:pt x="3016" y="3549"/>
                  </a:cubicBezTo>
                  <a:cubicBezTo>
                    <a:pt x="3034" y="3514"/>
                    <a:pt x="3077" y="3514"/>
                    <a:pt x="3077" y="3480"/>
                  </a:cubicBezTo>
                  <a:cubicBezTo>
                    <a:pt x="3085" y="3446"/>
                    <a:pt x="3102" y="3420"/>
                    <a:pt x="3111" y="3385"/>
                  </a:cubicBezTo>
                  <a:cubicBezTo>
                    <a:pt x="3128" y="3334"/>
                    <a:pt x="3137" y="3282"/>
                    <a:pt x="3162" y="3231"/>
                  </a:cubicBezTo>
                  <a:cubicBezTo>
                    <a:pt x="3171" y="3196"/>
                    <a:pt x="3197" y="3153"/>
                    <a:pt x="3223" y="3119"/>
                  </a:cubicBezTo>
                  <a:cubicBezTo>
                    <a:pt x="3266" y="3050"/>
                    <a:pt x="3300" y="2964"/>
                    <a:pt x="3334" y="2896"/>
                  </a:cubicBezTo>
                  <a:cubicBezTo>
                    <a:pt x="3403" y="2775"/>
                    <a:pt x="3515" y="2629"/>
                    <a:pt x="3515" y="2483"/>
                  </a:cubicBezTo>
                  <a:cubicBezTo>
                    <a:pt x="3515" y="2475"/>
                    <a:pt x="3515" y="2458"/>
                    <a:pt x="3515" y="2449"/>
                  </a:cubicBezTo>
                  <a:cubicBezTo>
                    <a:pt x="3498" y="2346"/>
                    <a:pt x="3489" y="2226"/>
                    <a:pt x="3446" y="2131"/>
                  </a:cubicBezTo>
                  <a:cubicBezTo>
                    <a:pt x="3429" y="2097"/>
                    <a:pt x="3403" y="2062"/>
                    <a:pt x="3403" y="2028"/>
                  </a:cubicBezTo>
                  <a:cubicBezTo>
                    <a:pt x="3394" y="1959"/>
                    <a:pt x="3420" y="1873"/>
                    <a:pt x="3429" y="1805"/>
                  </a:cubicBezTo>
                  <a:cubicBezTo>
                    <a:pt x="3437" y="1779"/>
                    <a:pt x="3437" y="1753"/>
                    <a:pt x="3437" y="1727"/>
                  </a:cubicBezTo>
                  <a:cubicBezTo>
                    <a:pt x="3437" y="1676"/>
                    <a:pt x="3429" y="1633"/>
                    <a:pt x="3420" y="1573"/>
                  </a:cubicBezTo>
                  <a:cubicBezTo>
                    <a:pt x="3403" y="1512"/>
                    <a:pt x="3403" y="1444"/>
                    <a:pt x="3394" y="1384"/>
                  </a:cubicBezTo>
                  <a:cubicBezTo>
                    <a:pt x="3377" y="1272"/>
                    <a:pt x="3343" y="1134"/>
                    <a:pt x="3274" y="1040"/>
                  </a:cubicBezTo>
                  <a:cubicBezTo>
                    <a:pt x="3248" y="1006"/>
                    <a:pt x="3214" y="997"/>
                    <a:pt x="3180" y="971"/>
                  </a:cubicBezTo>
                  <a:cubicBezTo>
                    <a:pt x="3154" y="954"/>
                    <a:pt x="3128" y="911"/>
                    <a:pt x="3111" y="885"/>
                  </a:cubicBezTo>
                  <a:cubicBezTo>
                    <a:pt x="3085" y="851"/>
                    <a:pt x="3068" y="799"/>
                    <a:pt x="3068" y="756"/>
                  </a:cubicBezTo>
                  <a:lnTo>
                    <a:pt x="3068" y="739"/>
                  </a:lnTo>
                  <a:cubicBezTo>
                    <a:pt x="3068" y="713"/>
                    <a:pt x="3077" y="688"/>
                    <a:pt x="3077" y="662"/>
                  </a:cubicBezTo>
                  <a:cubicBezTo>
                    <a:pt x="3077" y="645"/>
                    <a:pt x="3068" y="619"/>
                    <a:pt x="3059" y="602"/>
                  </a:cubicBezTo>
                  <a:cubicBezTo>
                    <a:pt x="3034" y="567"/>
                    <a:pt x="2999" y="542"/>
                    <a:pt x="2973" y="499"/>
                  </a:cubicBezTo>
                  <a:cubicBezTo>
                    <a:pt x="2956" y="447"/>
                    <a:pt x="2931" y="421"/>
                    <a:pt x="2888" y="396"/>
                  </a:cubicBezTo>
                  <a:cubicBezTo>
                    <a:pt x="2888" y="387"/>
                    <a:pt x="2888" y="387"/>
                    <a:pt x="2888" y="387"/>
                  </a:cubicBezTo>
                  <a:cubicBezTo>
                    <a:pt x="2802" y="335"/>
                    <a:pt x="2724" y="284"/>
                    <a:pt x="2638" y="232"/>
                  </a:cubicBezTo>
                  <a:cubicBezTo>
                    <a:pt x="2595" y="207"/>
                    <a:pt x="2561" y="215"/>
                    <a:pt x="2518" y="198"/>
                  </a:cubicBezTo>
                  <a:cubicBezTo>
                    <a:pt x="2484" y="189"/>
                    <a:pt x="2424" y="146"/>
                    <a:pt x="2406" y="146"/>
                  </a:cubicBezTo>
                  <a:cubicBezTo>
                    <a:pt x="2398" y="155"/>
                    <a:pt x="2381" y="155"/>
                    <a:pt x="2372" y="155"/>
                  </a:cubicBezTo>
                  <a:cubicBezTo>
                    <a:pt x="2338" y="155"/>
                    <a:pt x="2303" y="138"/>
                    <a:pt x="2278" y="104"/>
                  </a:cubicBezTo>
                  <a:cubicBezTo>
                    <a:pt x="2243" y="78"/>
                    <a:pt x="2226" y="52"/>
                    <a:pt x="2183" y="35"/>
                  </a:cubicBezTo>
                  <a:cubicBezTo>
                    <a:pt x="2169" y="32"/>
                    <a:pt x="2153" y="31"/>
                    <a:pt x="2136" y="31"/>
                  </a:cubicBezTo>
                  <a:cubicBezTo>
                    <a:pt x="2102" y="31"/>
                    <a:pt x="2066" y="35"/>
                    <a:pt x="2037" y="35"/>
                  </a:cubicBezTo>
                  <a:cubicBezTo>
                    <a:pt x="2011" y="26"/>
                    <a:pt x="1994" y="26"/>
                    <a:pt x="1968" y="26"/>
                  </a:cubicBezTo>
                  <a:lnTo>
                    <a:pt x="1934" y="26"/>
                  </a:lnTo>
                  <a:lnTo>
                    <a:pt x="1900" y="0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4" name="Google Shape;1324;p17"/>
            <p:cNvSpPr/>
            <p:nvPr/>
          </p:nvSpPr>
          <p:spPr>
            <a:xfrm>
              <a:off x="5155825" y="1284075"/>
              <a:ext cx="56100" cy="42825"/>
            </a:xfrm>
            <a:custGeom>
              <a:avLst/>
              <a:gdLst/>
              <a:ahLst/>
              <a:cxnLst/>
              <a:rect l="l" t="t" r="r" b="b"/>
              <a:pathLst>
                <a:path w="2244" h="1713" extrusionOk="0">
                  <a:moveTo>
                    <a:pt x="69" y="0"/>
                  </a:moveTo>
                  <a:lnTo>
                    <a:pt x="35" y="78"/>
                  </a:lnTo>
                  <a:cubicBezTo>
                    <a:pt x="35" y="95"/>
                    <a:pt x="52" y="120"/>
                    <a:pt x="52" y="146"/>
                  </a:cubicBezTo>
                  <a:cubicBezTo>
                    <a:pt x="69" y="189"/>
                    <a:pt x="52" y="215"/>
                    <a:pt x="44" y="258"/>
                  </a:cubicBezTo>
                  <a:cubicBezTo>
                    <a:pt x="27" y="301"/>
                    <a:pt x="1" y="352"/>
                    <a:pt x="27" y="404"/>
                  </a:cubicBezTo>
                  <a:cubicBezTo>
                    <a:pt x="44" y="447"/>
                    <a:pt x="87" y="490"/>
                    <a:pt x="95" y="541"/>
                  </a:cubicBezTo>
                  <a:cubicBezTo>
                    <a:pt x="104" y="576"/>
                    <a:pt x="112" y="610"/>
                    <a:pt x="121" y="636"/>
                  </a:cubicBezTo>
                  <a:cubicBezTo>
                    <a:pt x="130" y="679"/>
                    <a:pt x="138" y="705"/>
                    <a:pt x="164" y="748"/>
                  </a:cubicBezTo>
                  <a:cubicBezTo>
                    <a:pt x="173" y="765"/>
                    <a:pt x="190" y="799"/>
                    <a:pt x="190" y="816"/>
                  </a:cubicBezTo>
                  <a:lnTo>
                    <a:pt x="198" y="851"/>
                  </a:lnTo>
                  <a:lnTo>
                    <a:pt x="198" y="859"/>
                  </a:lnTo>
                  <a:lnTo>
                    <a:pt x="198" y="894"/>
                  </a:lnTo>
                  <a:cubicBezTo>
                    <a:pt x="207" y="911"/>
                    <a:pt x="224" y="937"/>
                    <a:pt x="241" y="954"/>
                  </a:cubicBezTo>
                  <a:lnTo>
                    <a:pt x="258" y="988"/>
                  </a:lnTo>
                  <a:lnTo>
                    <a:pt x="267" y="1014"/>
                  </a:lnTo>
                  <a:cubicBezTo>
                    <a:pt x="284" y="1031"/>
                    <a:pt x="301" y="1048"/>
                    <a:pt x="310" y="1074"/>
                  </a:cubicBezTo>
                  <a:cubicBezTo>
                    <a:pt x="319" y="1091"/>
                    <a:pt x="319" y="1109"/>
                    <a:pt x="319" y="1126"/>
                  </a:cubicBezTo>
                  <a:cubicBezTo>
                    <a:pt x="319" y="1143"/>
                    <a:pt x="301" y="1160"/>
                    <a:pt x="301" y="1169"/>
                  </a:cubicBezTo>
                  <a:cubicBezTo>
                    <a:pt x="301" y="1203"/>
                    <a:pt x="327" y="1203"/>
                    <a:pt x="353" y="1212"/>
                  </a:cubicBezTo>
                  <a:cubicBezTo>
                    <a:pt x="370" y="1220"/>
                    <a:pt x="396" y="1237"/>
                    <a:pt x="413" y="1237"/>
                  </a:cubicBezTo>
                  <a:cubicBezTo>
                    <a:pt x="439" y="1246"/>
                    <a:pt x="456" y="1255"/>
                    <a:pt x="473" y="1263"/>
                  </a:cubicBezTo>
                  <a:lnTo>
                    <a:pt x="508" y="1306"/>
                  </a:lnTo>
                  <a:lnTo>
                    <a:pt x="516" y="1332"/>
                  </a:lnTo>
                  <a:lnTo>
                    <a:pt x="525" y="1358"/>
                  </a:lnTo>
                  <a:lnTo>
                    <a:pt x="525" y="1392"/>
                  </a:lnTo>
                  <a:cubicBezTo>
                    <a:pt x="533" y="1401"/>
                    <a:pt x="551" y="1418"/>
                    <a:pt x="568" y="1426"/>
                  </a:cubicBezTo>
                  <a:cubicBezTo>
                    <a:pt x="585" y="1435"/>
                    <a:pt x="602" y="1444"/>
                    <a:pt x="619" y="1452"/>
                  </a:cubicBezTo>
                  <a:lnTo>
                    <a:pt x="645" y="1487"/>
                  </a:lnTo>
                  <a:cubicBezTo>
                    <a:pt x="671" y="1504"/>
                    <a:pt x="705" y="1521"/>
                    <a:pt x="740" y="1538"/>
                  </a:cubicBezTo>
                  <a:cubicBezTo>
                    <a:pt x="765" y="1547"/>
                    <a:pt x="783" y="1555"/>
                    <a:pt x="808" y="1572"/>
                  </a:cubicBezTo>
                  <a:cubicBezTo>
                    <a:pt x="817" y="1581"/>
                    <a:pt x="826" y="1581"/>
                    <a:pt x="843" y="1590"/>
                  </a:cubicBezTo>
                  <a:cubicBezTo>
                    <a:pt x="851" y="1590"/>
                    <a:pt x="860" y="1598"/>
                    <a:pt x="877" y="1598"/>
                  </a:cubicBezTo>
                  <a:cubicBezTo>
                    <a:pt x="903" y="1615"/>
                    <a:pt x="929" y="1624"/>
                    <a:pt x="954" y="1641"/>
                  </a:cubicBezTo>
                  <a:cubicBezTo>
                    <a:pt x="972" y="1658"/>
                    <a:pt x="997" y="1658"/>
                    <a:pt x="1032" y="1658"/>
                  </a:cubicBezTo>
                  <a:lnTo>
                    <a:pt x="1109" y="1658"/>
                  </a:lnTo>
                  <a:cubicBezTo>
                    <a:pt x="1118" y="1661"/>
                    <a:pt x="1125" y="1662"/>
                    <a:pt x="1132" y="1662"/>
                  </a:cubicBezTo>
                  <a:cubicBezTo>
                    <a:pt x="1146" y="1662"/>
                    <a:pt x="1158" y="1658"/>
                    <a:pt x="1169" y="1658"/>
                  </a:cubicBezTo>
                  <a:cubicBezTo>
                    <a:pt x="1186" y="1658"/>
                    <a:pt x="1229" y="1676"/>
                    <a:pt x="1246" y="1684"/>
                  </a:cubicBezTo>
                  <a:lnTo>
                    <a:pt x="1281" y="1701"/>
                  </a:lnTo>
                  <a:cubicBezTo>
                    <a:pt x="1289" y="1710"/>
                    <a:pt x="1315" y="1710"/>
                    <a:pt x="1332" y="1710"/>
                  </a:cubicBezTo>
                  <a:cubicBezTo>
                    <a:pt x="1367" y="1710"/>
                    <a:pt x="1401" y="1710"/>
                    <a:pt x="1444" y="1701"/>
                  </a:cubicBezTo>
                  <a:cubicBezTo>
                    <a:pt x="1465" y="1701"/>
                    <a:pt x="1480" y="1712"/>
                    <a:pt x="1498" y="1712"/>
                  </a:cubicBezTo>
                  <a:cubicBezTo>
                    <a:pt x="1503" y="1712"/>
                    <a:pt x="1508" y="1712"/>
                    <a:pt x="1513" y="1710"/>
                  </a:cubicBezTo>
                  <a:lnTo>
                    <a:pt x="1547" y="1701"/>
                  </a:lnTo>
                  <a:cubicBezTo>
                    <a:pt x="1550" y="1698"/>
                    <a:pt x="1554" y="1697"/>
                    <a:pt x="1558" y="1697"/>
                  </a:cubicBezTo>
                  <a:cubicBezTo>
                    <a:pt x="1567" y="1697"/>
                    <a:pt x="1579" y="1701"/>
                    <a:pt x="1590" y="1701"/>
                  </a:cubicBezTo>
                  <a:cubicBezTo>
                    <a:pt x="1642" y="1693"/>
                    <a:pt x="1676" y="1684"/>
                    <a:pt x="1719" y="1684"/>
                  </a:cubicBezTo>
                  <a:cubicBezTo>
                    <a:pt x="1736" y="1687"/>
                    <a:pt x="1751" y="1688"/>
                    <a:pt x="1766" y="1688"/>
                  </a:cubicBezTo>
                  <a:cubicBezTo>
                    <a:pt x="1795" y="1688"/>
                    <a:pt x="1822" y="1684"/>
                    <a:pt x="1856" y="1684"/>
                  </a:cubicBezTo>
                  <a:cubicBezTo>
                    <a:pt x="1882" y="1684"/>
                    <a:pt x="1899" y="1667"/>
                    <a:pt x="1925" y="1650"/>
                  </a:cubicBezTo>
                  <a:cubicBezTo>
                    <a:pt x="1951" y="1633"/>
                    <a:pt x="1977" y="1624"/>
                    <a:pt x="1994" y="1615"/>
                  </a:cubicBezTo>
                  <a:cubicBezTo>
                    <a:pt x="2028" y="1590"/>
                    <a:pt x="2071" y="1598"/>
                    <a:pt x="2106" y="1581"/>
                  </a:cubicBezTo>
                  <a:cubicBezTo>
                    <a:pt x="2149" y="1564"/>
                    <a:pt x="2192" y="1512"/>
                    <a:pt x="2243" y="1504"/>
                  </a:cubicBezTo>
                  <a:cubicBezTo>
                    <a:pt x="2240" y="1494"/>
                    <a:pt x="2222" y="1490"/>
                    <a:pt x="2201" y="1490"/>
                  </a:cubicBezTo>
                  <a:cubicBezTo>
                    <a:pt x="2168" y="1490"/>
                    <a:pt x="2128" y="1498"/>
                    <a:pt x="2123" y="1504"/>
                  </a:cubicBezTo>
                  <a:cubicBezTo>
                    <a:pt x="2080" y="1512"/>
                    <a:pt x="2054" y="1529"/>
                    <a:pt x="2011" y="1538"/>
                  </a:cubicBezTo>
                  <a:cubicBezTo>
                    <a:pt x="1977" y="1538"/>
                    <a:pt x="1951" y="1547"/>
                    <a:pt x="1917" y="1555"/>
                  </a:cubicBezTo>
                  <a:cubicBezTo>
                    <a:pt x="1891" y="1564"/>
                    <a:pt x="1865" y="1581"/>
                    <a:pt x="1831" y="1590"/>
                  </a:cubicBezTo>
                  <a:cubicBezTo>
                    <a:pt x="1823" y="1592"/>
                    <a:pt x="1814" y="1593"/>
                    <a:pt x="1804" y="1593"/>
                  </a:cubicBezTo>
                  <a:cubicBezTo>
                    <a:pt x="1780" y="1593"/>
                    <a:pt x="1752" y="1587"/>
                    <a:pt x="1728" y="1581"/>
                  </a:cubicBezTo>
                  <a:lnTo>
                    <a:pt x="1590" y="1581"/>
                  </a:lnTo>
                  <a:cubicBezTo>
                    <a:pt x="1573" y="1581"/>
                    <a:pt x="1564" y="1572"/>
                    <a:pt x="1539" y="1564"/>
                  </a:cubicBezTo>
                  <a:lnTo>
                    <a:pt x="1470" y="1564"/>
                  </a:lnTo>
                  <a:cubicBezTo>
                    <a:pt x="1453" y="1564"/>
                    <a:pt x="1444" y="1555"/>
                    <a:pt x="1427" y="1555"/>
                  </a:cubicBezTo>
                  <a:cubicBezTo>
                    <a:pt x="1418" y="1552"/>
                    <a:pt x="1410" y="1551"/>
                    <a:pt x="1401" y="1551"/>
                  </a:cubicBezTo>
                  <a:cubicBezTo>
                    <a:pt x="1385" y="1551"/>
                    <a:pt x="1370" y="1555"/>
                    <a:pt x="1358" y="1555"/>
                  </a:cubicBezTo>
                  <a:cubicBezTo>
                    <a:pt x="1341" y="1547"/>
                    <a:pt x="1315" y="1547"/>
                    <a:pt x="1298" y="1538"/>
                  </a:cubicBezTo>
                  <a:cubicBezTo>
                    <a:pt x="1281" y="1529"/>
                    <a:pt x="1264" y="1521"/>
                    <a:pt x="1238" y="1512"/>
                  </a:cubicBezTo>
                  <a:cubicBezTo>
                    <a:pt x="1212" y="1504"/>
                    <a:pt x="1178" y="1504"/>
                    <a:pt x="1152" y="1487"/>
                  </a:cubicBezTo>
                  <a:cubicBezTo>
                    <a:pt x="1083" y="1452"/>
                    <a:pt x="1032" y="1418"/>
                    <a:pt x="963" y="1392"/>
                  </a:cubicBezTo>
                  <a:cubicBezTo>
                    <a:pt x="929" y="1383"/>
                    <a:pt x="911" y="1383"/>
                    <a:pt x="886" y="1366"/>
                  </a:cubicBezTo>
                  <a:lnTo>
                    <a:pt x="860" y="1340"/>
                  </a:lnTo>
                  <a:cubicBezTo>
                    <a:pt x="834" y="1315"/>
                    <a:pt x="808" y="1289"/>
                    <a:pt x="783" y="1255"/>
                  </a:cubicBezTo>
                  <a:cubicBezTo>
                    <a:pt x="765" y="1229"/>
                    <a:pt x="740" y="1212"/>
                    <a:pt x="714" y="1186"/>
                  </a:cubicBezTo>
                  <a:cubicBezTo>
                    <a:pt x="688" y="1169"/>
                    <a:pt x="688" y="1151"/>
                    <a:pt x="671" y="1134"/>
                  </a:cubicBezTo>
                  <a:cubicBezTo>
                    <a:pt x="654" y="1100"/>
                    <a:pt x="628" y="1074"/>
                    <a:pt x="611" y="1048"/>
                  </a:cubicBezTo>
                  <a:cubicBezTo>
                    <a:pt x="602" y="1031"/>
                    <a:pt x="594" y="1014"/>
                    <a:pt x="576" y="997"/>
                  </a:cubicBezTo>
                  <a:cubicBezTo>
                    <a:pt x="551" y="962"/>
                    <a:pt x="516" y="937"/>
                    <a:pt x="490" y="902"/>
                  </a:cubicBezTo>
                  <a:cubicBezTo>
                    <a:pt x="447" y="851"/>
                    <a:pt x="422" y="791"/>
                    <a:pt x="387" y="739"/>
                  </a:cubicBezTo>
                  <a:cubicBezTo>
                    <a:pt x="336" y="662"/>
                    <a:pt x="293" y="584"/>
                    <a:pt x="258" y="499"/>
                  </a:cubicBezTo>
                  <a:cubicBezTo>
                    <a:pt x="233" y="447"/>
                    <a:pt x="198" y="404"/>
                    <a:pt x="173" y="352"/>
                  </a:cubicBezTo>
                  <a:cubicBezTo>
                    <a:pt x="155" y="310"/>
                    <a:pt x="138" y="275"/>
                    <a:pt x="112" y="241"/>
                  </a:cubicBezTo>
                  <a:lnTo>
                    <a:pt x="95" y="224"/>
                  </a:lnTo>
                  <a:lnTo>
                    <a:pt x="87" y="198"/>
                  </a:lnTo>
                  <a:cubicBezTo>
                    <a:pt x="78" y="172"/>
                    <a:pt x="87" y="163"/>
                    <a:pt x="147" y="138"/>
                  </a:cubicBezTo>
                  <a:lnTo>
                    <a:pt x="112" y="103"/>
                  </a:lnTo>
                  <a:cubicBezTo>
                    <a:pt x="87" y="78"/>
                    <a:pt x="78" y="35"/>
                    <a:pt x="69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5" name="Google Shape;1325;p17"/>
            <p:cNvSpPr/>
            <p:nvPr/>
          </p:nvSpPr>
          <p:spPr>
            <a:xfrm>
              <a:off x="5195775" y="1270325"/>
              <a:ext cx="33525" cy="47100"/>
            </a:xfrm>
            <a:custGeom>
              <a:avLst/>
              <a:gdLst/>
              <a:ahLst/>
              <a:cxnLst/>
              <a:rect l="l" t="t" r="r" b="b"/>
              <a:pathLst>
                <a:path w="1341" h="1884" extrusionOk="0">
                  <a:moveTo>
                    <a:pt x="929" y="0"/>
                  </a:moveTo>
                  <a:lnTo>
                    <a:pt x="929" y="26"/>
                  </a:lnTo>
                  <a:lnTo>
                    <a:pt x="929" y="35"/>
                  </a:lnTo>
                  <a:cubicBezTo>
                    <a:pt x="937" y="52"/>
                    <a:pt x="946" y="61"/>
                    <a:pt x="954" y="69"/>
                  </a:cubicBezTo>
                  <a:cubicBezTo>
                    <a:pt x="972" y="86"/>
                    <a:pt x="989" y="103"/>
                    <a:pt x="1006" y="121"/>
                  </a:cubicBezTo>
                  <a:cubicBezTo>
                    <a:pt x="1015" y="129"/>
                    <a:pt x="1023" y="138"/>
                    <a:pt x="1032" y="146"/>
                  </a:cubicBezTo>
                  <a:cubicBezTo>
                    <a:pt x="1049" y="155"/>
                    <a:pt x="1075" y="155"/>
                    <a:pt x="1083" y="164"/>
                  </a:cubicBezTo>
                  <a:cubicBezTo>
                    <a:pt x="1100" y="172"/>
                    <a:pt x="1118" y="181"/>
                    <a:pt x="1135" y="189"/>
                  </a:cubicBezTo>
                  <a:cubicBezTo>
                    <a:pt x="1143" y="207"/>
                    <a:pt x="1152" y="224"/>
                    <a:pt x="1152" y="241"/>
                  </a:cubicBezTo>
                  <a:cubicBezTo>
                    <a:pt x="1152" y="267"/>
                    <a:pt x="1152" y="284"/>
                    <a:pt x="1143" y="310"/>
                  </a:cubicBezTo>
                  <a:cubicBezTo>
                    <a:pt x="1143" y="335"/>
                    <a:pt x="1143" y="353"/>
                    <a:pt x="1143" y="378"/>
                  </a:cubicBezTo>
                  <a:cubicBezTo>
                    <a:pt x="1135" y="421"/>
                    <a:pt x="1135" y="464"/>
                    <a:pt x="1118" y="507"/>
                  </a:cubicBezTo>
                  <a:cubicBezTo>
                    <a:pt x="1109" y="533"/>
                    <a:pt x="1100" y="550"/>
                    <a:pt x="1100" y="567"/>
                  </a:cubicBezTo>
                  <a:cubicBezTo>
                    <a:pt x="1092" y="585"/>
                    <a:pt x="1083" y="602"/>
                    <a:pt x="1083" y="619"/>
                  </a:cubicBezTo>
                  <a:cubicBezTo>
                    <a:pt x="1066" y="662"/>
                    <a:pt x="1049" y="705"/>
                    <a:pt x="1066" y="748"/>
                  </a:cubicBezTo>
                  <a:cubicBezTo>
                    <a:pt x="1075" y="774"/>
                    <a:pt x="1083" y="808"/>
                    <a:pt x="1083" y="842"/>
                  </a:cubicBezTo>
                  <a:lnTo>
                    <a:pt x="1083" y="868"/>
                  </a:lnTo>
                  <a:lnTo>
                    <a:pt x="1100" y="885"/>
                  </a:lnTo>
                  <a:lnTo>
                    <a:pt x="1092" y="911"/>
                  </a:lnTo>
                  <a:cubicBezTo>
                    <a:pt x="1083" y="937"/>
                    <a:pt x="1075" y="954"/>
                    <a:pt x="1066" y="980"/>
                  </a:cubicBezTo>
                  <a:lnTo>
                    <a:pt x="1049" y="1014"/>
                  </a:lnTo>
                  <a:lnTo>
                    <a:pt x="1032" y="1031"/>
                  </a:lnTo>
                  <a:lnTo>
                    <a:pt x="1023" y="1049"/>
                  </a:lnTo>
                  <a:cubicBezTo>
                    <a:pt x="997" y="1083"/>
                    <a:pt x="997" y="1117"/>
                    <a:pt x="963" y="1134"/>
                  </a:cubicBezTo>
                  <a:cubicBezTo>
                    <a:pt x="946" y="1152"/>
                    <a:pt x="920" y="1152"/>
                    <a:pt x="894" y="1160"/>
                  </a:cubicBezTo>
                  <a:cubicBezTo>
                    <a:pt x="851" y="1177"/>
                    <a:pt x="817" y="1203"/>
                    <a:pt x="783" y="1238"/>
                  </a:cubicBezTo>
                  <a:cubicBezTo>
                    <a:pt x="757" y="1255"/>
                    <a:pt x="731" y="1272"/>
                    <a:pt x="722" y="1298"/>
                  </a:cubicBezTo>
                  <a:cubicBezTo>
                    <a:pt x="705" y="1323"/>
                    <a:pt x="705" y="1349"/>
                    <a:pt x="705" y="1375"/>
                  </a:cubicBezTo>
                  <a:cubicBezTo>
                    <a:pt x="697" y="1409"/>
                    <a:pt x="697" y="1444"/>
                    <a:pt x="671" y="1469"/>
                  </a:cubicBezTo>
                  <a:cubicBezTo>
                    <a:pt x="654" y="1495"/>
                    <a:pt x="628" y="1512"/>
                    <a:pt x="602" y="1538"/>
                  </a:cubicBezTo>
                  <a:cubicBezTo>
                    <a:pt x="585" y="1555"/>
                    <a:pt x="559" y="1564"/>
                    <a:pt x="542" y="1590"/>
                  </a:cubicBezTo>
                  <a:cubicBezTo>
                    <a:pt x="533" y="1598"/>
                    <a:pt x="525" y="1607"/>
                    <a:pt x="508" y="1616"/>
                  </a:cubicBezTo>
                  <a:cubicBezTo>
                    <a:pt x="490" y="1633"/>
                    <a:pt x="473" y="1641"/>
                    <a:pt x="456" y="1659"/>
                  </a:cubicBezTo>
                  <a:cubicBezTo>
                    <a:pt x="430" y="1676"/>
                    <a:pt x="405" y="1676"/>
                    <a:pt x="379" y="1693"/>
                  </a:cubicBezTo>
                  <a:cubicBezTo>
                    <a:pt x="353" y="1701"/>
                    <a:pt x="327" y="1710"/>
                    <a:pt x="301" y="1710"/>
                  </a:cubicBezTo>
                  <a:cubicBezTo>
                    <a:pt x="290" y="1710"/>
                    <a:pt x="279" y="1706"/>
                    <a:pt x="267" y="1706"/>
                  </a:cubicBezTo>
                  <a:cubicBezTo>
                    <a:pt x="261" y="1706"/>
                    <a:pt x="256" y="1707"/>
                    <a:pt x="250" y="1710"/>
                  </a:cubicBezTo>
                  <a:cubicBezTo>
                    <a:pt x="233" y="1710"/>
                    <a:pt x="216" y="1727"/>
                    <a:pt x="198" y="1727"/>
                  </a:cubicBezTo>
                  <a:cubicBezTo>
                    <a:pt x="173" y="1736"/>
                    <a:pt x="147" y="1744"/>
                    <a:pt x="130" y="1762"/>
                  </a:cubicBezTo>
                  <a:cubicBezTo>
                    <a:pt x="95" y="1779"/>
                    <a:pt x="78" y="1787"/>
                    <a:pt x="44" y="1796"/>
                  </a:cubicBezTo>
                  <a:lnTo>
                    <a:pt x="9" y="1822"/>
                  </a:lnTo>
                  <a:cubicBezTo>
                    <a:pt x="1" y="1830"/>
                    <a:pt x="9" y="1839"/>
                    <a:pt x="27" y="1856"/>
                  </a:cubicBezTo>
                  <a:cubicBezTo>
                    <a:pt x="44" y="1865"/>
                    <a:pt x="61" y="1873"/>
                    <a:pt x="78" y="1882"/>
                  </a:cubicBezTo>
                  <a:cubicBezTo>
                    <a:pt x="82" y="1883"/>
                    <a:pt x="85" y="1884"/>
                    <a:pt x="89" y="1884"/>
                  </a:cubicBezTo>
                  <a:cubicBezTo>
                    <a:pt x="111" y="1884"/>
                    <a:pt x="133" y="1862"/>
                    <a:pt x="155" y="1848"/>
                  </a:cubicBezTo>
                  <a:cubicBezTo>
                    <a:pt x="173" y="1842"/>
                    <a:pt x="203" y="1832"/>
                    <a:pt x="229" y="1832"/>
                  </a:cubicBezTo>
                  <a:cubicBezTo>
                    <a:pt x="240" y="1832"/>
                    <a:pt x="250" y="1834"/>
                    <a:pt x="258" y="1839"/>
                  </a:cubicBezTo>
                  <a:lnTo>
                    <a:pt x="284" y="1848"/>
                  </a:lnTo>
                  <a:lnTo>
                    <a:pt x="310" y="1848"/>
                  </a:lnTo>
                  <a:cubicBezTo>
                    <a:pt x="327" y="1852"/>
                    <a:pt x="344" y="1852"/>
                    <a:pt x="362" y="1852"/>
                  </a:cubicBezTo>
                  <a:cubicBezTo>
                    <a:pt x="379" y="1852"/>
                    <a:pt x="396" y="1852"/>
                    <a:pt x="413" y="1856"/>
                  </a:cubicBezTo>
                  <a:lnTo>
                    <a:pt x="490" y="1856"/>
                  </a:lnTo>
                  <a:cubicBezTo>
                    <a:pt x="499" y="1865"/>
                    <a:pt x="508" y="1865"/>
                    <a:pt x="525" y="1865"/>
                  </a:cubicBezTo>
                  <a:cubicBezTo>
                    <a:pt x="551" y="1865"/>
                    <a:pt x="568" y="1856"/>
                    <a:pt x="594" y="1848"/>
                  </a:cubicBezTo>
                  <a:cubicBezTo>
                    <a:pt x="611" y="1830"/>
                    <a:pt x="645" y="1830"/>
                    <a:pt x="662" y="1813"/>
                  </a:cubicBezTo>
                  <a:lnTo>
                    <a:pt x="671" y="1796"/>
                  </a:lnTo>
                  <a:cubicBezTo>
                    <a:pt x="688" y="1787"/>
                    <a:pt x="714" y="1787"/>
                    <a:pt x="722" y="1779"/>
                  </a:cubicBezTo>
                  <a:cubicBezTo>
                    <a:pt x="757" y="1770"/>
                    <a:pt x="783" y="1770"/>
                    <a:pt x="808" y="1762"/>
                  </a:cubicBezTo>
                  <a:cubicBezTo>
                    <a:pt x="826" y="1753"/>
                    <a:pt x="843" y="1727"/>
                    <a:pt x="860" y="1727"/>
                  </a:cubicBezTo>
                  <a:cubicBezTo>
                    <a:pt x="877" y="1719"/>
                    <a:pt x="886" y="1719"/>
                    <a:pt x="894" y="1710"/>
                  </a:cubicBezTo>
                  <a:lnTo>
                    <a:pt x="911" y="1701"/>
                  </a:lnTo>
                  <a:cubicBezTo>
                    <a:pt x="920" y="1684"/>
                    <a:pt x="937" y="1676"/>
                    <a:pt x="946" y="1659"/>
                  </a:cubicBezTo>
                  <a:cubicBezTo>
                    <a:pt x="972" y="1633"/>
                    <a:pt x="989" y="1598"/>
                    <a:pt x="1006" y="1564"/>
                  </a:cubicBezTo>
                  <a:lnTo>
                    <a:pt x="1023" y="1547"/>
                  </a:lnTo>
                  <a:lnTo>
                    <a:pt x="1040" y="1530"/>
                  </a:lnTo>
                  <a:cubicBezTo>
                    <a:pt x="1049" y="1504"/>
                    <a:pt x="1075" y="1495"/>
                    <a:pt x="1092" y="1478"/>
                  </a:cubicBezTo>
                  <a:cubicBezTo>
                    <a:pt x="1118" y="1444"/>
                    <a:pt x="1143" y="1418"/>
                    <a:pt x="1178" y="1401"/>
                  </a:cubicBezTo>
                  <a:cubicBezTo>
                    <a:pt x="1195" y="1392"/>
                    <a:pt x="1212" y="1384"/>
                    <a:pt x="1221" y="1375"/>
                  </a:cubicBezTo>
                  <a:cubicBezTo>
                    <a:pt x="1238" y="1366"/>
                    <a:pt x="1255" y="1366"/>
                    <a:pt x="1272" y="1358"/>
                  </a:cubicBezTo>
                  <a:cubicBezTo>
                    <a:pt x="1289" y="1349"/>
                    <a:pt x="1298" y="1332"/>
                    <a:pt x="1307" y="1306"/>
                  </a:cubicBezTo>
                  <a:cubicBezTo>
                    <a:pt x="1315" y="1272"/>
                    <a:pt x="1324" y="1238"/>
                    <a:pt x="1315" y="1203"/>
                  </a:cubicBezTo>
                  <a:cubicBezTo>
                    <a:pt x="1315" y="1177"/>
                    <a:pt x="1307" y="1152"/>
                    <a:pt x="1307" y="1134"/>
                  </a:cubicBezTo>
                  <a:cubicBezTo>
                    <a:pt x="1307" y="1117"/>
                    <a:pt x="1307" y="1109"/>
                    <a:pt x="1307" y="1091"/>
                  </a:cubicBezTo>
                  <a:cubicBezTo>
                    <a:pt x="1315" y="1066"/>
                    <a:pt x="1324" y="1031"/>
                    <a:pt x="1332" y="1006"/>
                  </a:cubicBezTo>
                  <a:cubicBezTo>
                    <a:pt x="1341" y="971"/>
                    <a:pt x="1341" y="945"/>
                    <a:pt x="1341" y="920"/>
                  </a:cubicBezTo>
                  <a:cubicBezTo>
                    <a:pt x="1341" y="885"/>
                    <a:pt x="1324" y="860"/>
                    <a:pt x="1324" y="825"/>
                  </a:cubicBezTo>
                  <a:cubicBezTo>
                    <a:pt x="1315" y="791"/>
                    <a:pt x="1332" y="748"/>
                    <a:pt x="1315" y="705"/>
                  </a:cubicBezTo>
                  <a:cubicBezTo>
                    <a:pt x="1307" y="679"/>
                    <a:pt x="1289" y="653"/>
                    <a:pt x="1281" y="628"/>
                  </a:cubicBezTo>
                  <a:cubicBezTo>
                    <a:pt x="1281" y="602"/>
                    <a:pt x="1281" y="585"/>
                    <a:pt x="1281" y="567"/>
                  </a:cubicBezTo>
                  <a:cubicBezTo>
                    <a:pt x="1289" y="542"/>
                    <a:pt x="1281" y="524"/>
                    <a:pt x="1289" y="507"/>
                  </a:cubicBezTo>
                  <a:cubicBezTo>
                    <a:pt x="1298" y="490"/>
                    <a:pt x="1289" y="473"/>
                    <a:pt x="1289" y="456"/>
                  </a:cubicBezTo>
                  <a:cubicBezTo>
                    <a:pt x="1298" y="439"/>
                    <a:pt x="1307" y="421"/>
                    <a:pt x="1307" y="396"/>
                  </a:cubicBezTo>
                  <a:cubicBezTo>
                    <a:pt x="1307" y="378"/>
                    <a:pt x="1298" y="361"/>
                    <a:pt x="1298" y="335"/>
                  </a:cubicBezTo>
                  <a:lnTo>
                    <a:pt x="1289" y="318"/>
                  </a:lnTo>
                  <a:lnTo>
                    <a:pt x="1272" y="301"/>
                  </a:lnTo>
                  <a:cubicBezTo>
                    <a:pt x="1264" y="292"/>
                    <a:pt x="1264" y="267"/>
                    <a:pt x="1255" y="241"/>
                  </a:cubicBezTo>
                  <a:cubicBezTo>
                    <a:pt x="1246" y="215"/>
                    <a:pt x="1238" y="198"/>
                    <a:pt x="1221" y="172"/>
                  </a:cubicBezTo>
                  <a:cubicBezTo>
                    <a:pt x="1212" y="155"/>
                    <a:pt x="1195" y="129"/>
                    <a:pt x="1178" y="121"/>
                  </a:cubicBezTo>
                  <a:lnTo>
                    <a:pt x="1152" y="103"/>
                  </a:lnTo>
                  <a:cubicBezTo>
                    <a:pt x="1135" y="86"/>
                    <a:pt x="1126" y="78"/>
                    <a:pt x="1118" y="69"/>
                  </a:cubicBezTo>
                  <a:cubicBezTo>
                    <a:pt x="1092" y="61"/>
                    <a:pt x="1075" y="52"/>
                    <a:pt x="1049" y="43"/>
                  </a:cubicBezTo>
                  <a:cubicBezTo>
                    <a:pt x="1032" y="43"/>
                    <a:pt x="1023" y="35"/>
                    <a:pt x="1006" y="35"/>
                  </a:cubicBezTo>
                  <a:lnTo>
                    <a:pt x="972" y="35"/>
                  </a:lnTo>
                  <a:cubicBezTo>
                    <a:pt x="954" y="26"/>
                    <a:pt x="929" y="26"/>
                    <a:pt x="929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6" name="Google Shape;1326;p17"/>
            <p:cNvSpPr/>
            <p:nvPr/>
          </p:nvSpPr>
          <p:spPr>
            <a:xfrm>
              <a:off x="5189125" y="1265875"/>
              <a:ext cx="36525" cy="50225"/>
            </a:xfrm>
            <a:custGeom>
              <a:avLst/>
              <a:gdLst/>
              <a:ahLst/>
              <a:cxnLst/>
              <a:rect l="l" t="t" r="r" b="b"/>
              <a:pathLst>
                <a:path w="1461" h="2009" extrusionOk="0">
                  <a:moveTo>
                    <a:pt x="960" y="0"/>
                  </a:moveTo>
                  <a:cubicBezTo>
                    <a:pt x="935" y="0"/>
                    <a:pt x="929" y="94"/>
                    <a:pt x="937" y="101"/>
                  </a:cubicBezTo>
                  <a:lnTo>
                    <a:pt x="963" y="135"/>
                  </a:lnTo>
                  <a:cubicBezTo>
                    <a:pt x="980" y="161"/>
                    <a:pt x="1006" y="178"/>
                    <a:pt x="1031" y="204"/>
                  </a:cubicBezTo>
                  <a:cubicBezTo>
                    <a:pt x="1066" y="230"/>
                    <a:pt x="1092" y="273"/>
                    <a:pt x="1117" y="299"/>
                  </a:cubicBezTo>
                  <a:cubicBezTo>
                    <a:pt x="1143" y="324"/>
                    <a:pt x="1152" y="324"/>
                    <a:pt x="1160" y="359"/>
                  </a:cubicBezTo>
                  <a:cubicBezTo>
                    <a:pt x="1169" y="376"/>
                    <a:pt x="1177" y="393"/>
                    <a:pt x="1177" y="419"/>
                  </a:cubicBezTo>
                  <a:cubicBezTo>
                    <a:pt x="1177" y="436"/>
                    <a:pt x="1177" y="436"/>
                    <a:pt x="1177" y="453"/>
                  </a:cubicBezTo>
                  <a:cubicBezTo>
                    <a:pt x="1195" y="505"/>
                    <a:pt x="1212" y="556"/>
                    <a:pt x="1212" y="608"/>
                  </a:cubicBezTo>
                  <a:cubicBezTo>
                    <a:pt x="1220" y="677"/>
                    <a:pt x="1220" y="754"/>
                    <a:pt x="1220" y="831"/>
                  </a:cubicBezTo>
                  <a:cubicBezTo>
                    <a:pt x="1229" y="874"/>
                    <a:pt x="1212" y="917"/>
                    <a:pt x="1203" y="969"/>
                  </a:cubicBezTo>
                  <a:cubicBezTo>
                    <a:pt x="1195" y="995"/>
                    <a:pt x="1177" y="1020"/>
                    <a:pt x="1160" y="1046"/>
                  </a:cubicBezTo>
                  <a:cubicBezTo>
                    <a:pt x="1134" y="1089"/>
                    <a:pt x="1143" y="1132"/>
                    <a:pt x="1117" y="1175"/>
                  </a:cubicBezTo>
                  <a:cubicBezTo>
                    <a:pt x="1092" y="1209"/>
                    <a:pt x="1040" y="1252"/>
                    <a:pt x="997" y="1278"/>
                  </a:cubicBezTo>
                  <a:lnTo>
                    <a:pt x="945" y="1287"/>
                  </a:lnTo>
                  <a:lnTo>
                    <a:pt x="945" y="1330"/>
                  </a:lnTo>
                  <a:cubicBezTo>
                    <a:pt x="937" y="1381"/>
                    <a:pt x="902" y="1424"/>
                    <a:pt x="877" y="1458"/>
                  </a:cubicBezTo>
                  <a:cubicBezTo>
                    <a:pt x="868" y="1476"/>
                    <a:pt x="860" y="1501"/>
                    <a:pt x="851" y="1519"/>
                  </a:cubicBezTo>
                  <a:cubicBezTo>
                    <a:pt x="834" y="1536"/>
                    <a:pt x="834" y="1570"/>
                    <a:pt x="817" y="1587"/>
                  </a:cubicBezTo>
                  <a:cubicBezTo>
                    <a:pt x="799" y="1613"/>
                    <a:pt x="765" y="1622"/>
                    <a:pt x="731" y="1630"/>
                  </a:cubicBezTo>
                  <a:cubicBezTo>
                    <a:pt x="705" y="1630"/>
                    <a:pt x="671" y="1639"/>
                    <a:pt x="653" y="1665"/>
                  </a:cubicBezTo>
                  <a:cubicBezTo>
                    <a:pt x="645" y="1682"/>
                    <a:pt x="636" y="1699"/>
                    <a:pt x="636" y="1725"/>
                  </a:cubicBezTo>
                  <a:cubicBezTo>
                    <a:pt x="628" y="1733"/>
                    <a:pt x="619" y="1751"/>
                    <a:pt x="610" y="1759"/>
                  </a:cubicBezTo>
                  <a:cubicBezTo>
                    <a:pt x="593" y="1785"/>
                    <a:pt x="593" y="1794"/>
                    <a:pt x="559" y="1802"/>
                  </a:cubicBezTo>
                  <a:cubicBezTo>
                    <a:pt x="533" y="1811"/>
                    <a:pt x="499" y="1819"/>
                    <a:pt x="473" y="1828"/>
                  </a:cubicBezTo>
                  <a:cubicBezTo>
                    <a:pt x="421" y="1837"/>
                    <a:pt x="378" y="1854"/>
                    <a:pt x="327" y="1854"/>
                  </a:cubicBezTo>
                  <a:cubicBezTo>
                    <a:pt x="293" y="1862"/>
                    <a:pt x="258" y="1871"/>
                    <a:pt x="232" y="1879"/>
                  </a:cubicBezTo>
                  <a:cubicBezTo>
                    <a:pt x="208" y="1886"/>
                    <a:pt x="192" y="1892"/>
                    <a:pt x="173" y="1892"/>
                  </a:cubicBezTo>
                  <a:cubicBezTo>
                    <a:pt x="165" y="1892"/>
                    <a:pt x="157" y="1891"/>
                    <a:pt x="146" y="1888"/>
                  </a:cubicBezTo>
                  <a:cubicBezTo>
                    <a:pt x="129" y="1888"/>
                    <a:pt x="112" y="1879"/>
                    <a:pt x="86" y="1871"/>
                  </a:cubicBezTo>
                  <a:lnTo>
                    <a:pt x="43" y="1871"/>
                  </a:lnTo>
                  <a:cubicBezTo>
                    <a:pt x="0" y="1871"/>
                    <a:pt x="0" y="1897"/>
                    <a:pt x="9" y="1914"/>
                  </a:cubicBezTo>
                  <a:cubicBezTo>
                    <a:pt x="18" y="1922"/>
                    <a:pt x="35" y="1940"/>
                    <a:pt x="52" y="1948"/>
                  </a:cubicBezTo>
                  <a:lnTo>
                    <a:pt x="86" y="1957"/>
                  </a:lnTo>
                  <a:lnTo>
                    <a:pt x="103" y="1965"/>
                  </a:lnTo>
                  <a:lnTo>
                    <a:pt x="129" y="1974"/>
                  </a:lnTo>
                  <a:lnTo>
                    <a:pt x="164" y="1991"/>
                  </a:lnTo>
                  <a:cubicBezTo>
                    <a:pt x="172" y="1995"/>
                    <a:pt x="181" y="1995"/>
                    <a:pt x="189" y="1995"/>
                  </a:cubicBezTo>
                  <a:cubicBezTo>
                    <a:pt x="198" y="1995"/>
                    <a:pt x="207" y="1995"/>
                    <a:pt x="215" y="2000"/>
                  </a:cubicBezTo>
                  <a:cubicBezTo>
                    <a:pt x="232" y="2000"/>
                    <a:pt x="250" y="2008"/>
                    <a:pt x="258" y="2008"/>
                  </a:cubicBezTo>
                  <a:cubicBezTo>
                    <a:pt x="293" y="2008"/>
                    <a:pt x="344" y="2000"/>
                    <a:pt x="370" y="1983"/>
                  </a:cubicBezTo>
                  <a:cubicBezTo>
                    <a:pt x="378" y="1974"/>
                    <a:pt x="396" y="1957"/>
                    <a:pt x="413" y="1948"/>
                  </a:cubicBezTo>
                  <a:cubicBezTo>
                    <a:pt x="439" y="1940"/>
                    <a:pt x="482" y="1931"/>
                    <a:pt x="507" y="1931"/>
                  </a:cubicBezTo>
                  <a:cubicBezTo>
                    <a:pt x="514" y="1930"/>
                    <a:pt x="521" y="1930"/>
                    <a:pt x="527" y="1930"/>
                  </a:cubicBezTo>
                  <a:cubicBezTo>
                    <a:pt x="605" y="1930"/>
                    <a:pt x="678" y="1962"/>
                    <a:pt x="754" y="1962"/>
                  </a:cubicBezTo>
                  <a:cubicBezTo>
                    <a:pt x="780" y="1962"/>
                    <a:pt x="807" y="1959"/>
                    <a:pt x="834" y="1948"/>
                  </a:cubicBezTo>
                  <a:cubicBezTo>
                    <a:pt x="860" y="1940"/>
                    <a:pt x="868" y="1914"/>
                    <a:pt x="894" y="1897"/>
                  </a:cubicBezTo>
                  <a:cubicBezTo>
                    <a:pt x="911" y="1879"/>
                    <a:pt x="928" y="1862"/>
                    <a:pt x="937" y="1845"/>
                  </a:cubicBezTo>
                  <a:cubicBezTo>
                    <a:pt x="971" y="1794"/>
                    <a:pt x="988" y="1725"/>
                    <a:pt x="1014" y="1673"/>
                  </a:cubicBezTo>
                  <a:cubicBezTo>
                    <a:pt x="1023" y="1622"/>
                    <a:pt x="1040" y="1562"/>
                    <a:pt x="1066" y="1510"/>
                  </a:cubicBezTo>
                  <a:cubicBezTo>
                    <a:pt x="1083" y="1476"/>
                    <a:pt x="1109" y="1458"/>
                    <a:pt x="1143" y="1441"/>
                  </a:cubicBezTo>
                  <a:cubicBezTo>
                    <a:pt x="1186" y="1424"/>
                    <a:pt x="1220" y="1407"/>
                    <a:pt x="1263" y="1381"/>
                  </a:cubicBezTo>
                  <a:cubicBezTo>
                    <a:pt x="1306" y="1355"/>
                    <a:pt x="1349" y="1338"/>
                    <a:pt x="1375" y="1295"/>
                  </a:cubicBezTo>
                  <a:cubicBezTo>
                    <a:pt x="1401" y="1244"/>
                    <a:pt x="1401" y="1192"/>
                    <a:pt x="1409" y="1149"/>
                  </a:cubicBezTo>
                  <a:cubicBezTo>
                    <a:pt x="1418" y="1089"/>
                    <a:pt x="1444" y="1038"/>
                    <a:pt x="1435" y="977"/>
                  </a:cubicBezTo>
                  <a:cubicBezTo>
                    <a:pt x="1435" y="943"/>
                    <a:pt x="1427" y="909"/>
                    <a:pt x="1427" y="883"/>
                  </a:cubicBezTo>
                  <a:cubicBezTo>
                    <a:pt x="1418" y="840"/>
                    <a:pt x="1392" y="806"/>
                    <a:pt x="1401" y="763"/>
                  </a:cubicBezTo>
                  <a:cubicBezTo>
                    <a:pt x="1401" y="745"/>
                    <a:pt x="1401" y="720"/>
                    <a:pt x="1409" y="711"/>
                  </a:cubicBezTo>
                  <a:lnTo>
                    <a:pt x="1418" y="694"/>
                  </a:lnTo>
                  <a:cubicBezTo>
                    <a:pt x="1427" y="668"/>
                    <a:pt x="1435" y="642"/>
                    <a:pt x="1435" y="617"/>
                  </a:cubicBezTo>
                  <a:cubicBezTo>
                    <a:pt x="1444" y="582"/>
                    <a:pt x="1452" y="556"/>
                    <a:pt x="1461" y="522"/>
                  </a:cubicBezTo>
                  <a:cubicBezTo>
                    <a:pt x="1461" y="496"/>
                    <a:pt x="1452" y="453"/>
                    <a:pt x="1444" y="428"/>
                  </a:cubicBezTo>
                  <a:cubicBezTo>
                    <a:pt x="1435" y="402"/>
                    <a:pt x="1427" y="376"/>
                    <a:pt x="1401" y="359"/>
                  </a:cubicBezTo>
                  <a:cubicBezTo>
                    <a:pt x="1375" y="333"/>
                    <a:pt x="1341" y="316"/>
                    <a:pt x="1315" y="299"/>
                  </a:cubicBezTo>
                  <a:cubicBezTo>
                    <a:pt x="1298" y="273"/>
                    <a:pt x="1281" y="256"/>
                    <a:pt x="1255" y="239"/>
                  </a:cubicBezTo>
                  <a:cubicBezTo>
                    <a:pt x="1220" y="213"/>
                    <a:pt x="1203" y="178"/>
                    <a:pt x="1169" y="153"/>
                  </a:cubicBezTo>
                  <a:cubicBezTo>
                    <a:pt x="1134" y="135"/>
                    <a:pt x="1100" y="118"/>
                    <a:pt x="1066" y="92"/>
                  </a:cubicBezTo>
                  <a:cubicBezTo>
                    <a:pt x="1031" y="75"/>
                    <a:pt x="1006" y="32"/>
                    <a:pt x="971" y="7"/>
                  </a:cubicBezTo>
                  <a:cubicBezTo>
                    <a:pt x="967" y="2"/>
                    <a:pt x="963" y="0"/>
                    <a:pt x="96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7" name="Google Shape;1327;p17"/>
            <p:cNvSpPr/>
            <p:nvPr/>
          </p:nvSpPr>
          <p:spPr>
            <a:xfrm>
              <a:off x="5146375" y="1229300"/>
              <a:ext cx="78425" cy="79700"/>
            </a:xfrm>
            <a:custGeom>
              <a:avLst/>
              <a:gdLst/>
              <a:ahLst/>
              <a:cxnLst/>
              <a:rect l="l" t="t" r="r" b="b"/>
              <a:pathLst>
                <a:path w="3137" h="3188" extrusionOk="0">
                  <a:moveTo>
                    <a:pt x="1960" y="0"/>
                  </a:moveTo>
                  <a:cubicBezTo>
                    <a:pt x="1917" y="0"/>
                    <a:pt x="1856" y="43"/>
                    <a:pt x="1813" y="61"/>
                  </a:cubicBezTo>
                  <a:cubicBezTo>
                    <a:pt x="1753" y="78"/>
                    <a:pt x="1710" y="78"/>
                    <a:pt x="1659" y="78"/>
                  </a:cubicBezTo>
                  <a:cubicBezTo>
                    <a:pt x="1650" y="77"/>
                    <a:pt x="1641" y="76"/>
                    <a:pt x="1632" y="76"/>
                  </a:cubicBezTo>
                  <a:cubicBezTo>
                    <a:pt x="1555" y="76"/>
                    <a:pt x="1479" y="107"/>
                    <a:pt x="1410" y="138"/>
                  </a:cubicBezTo>
                  <a:cubicBezTo>
                    <a:pt x="1375" y="155"/>
                    <a:pt x="1332" y="155"/>
                    <a:pt x="1289" y="172"/>
                  </a:cubicBezTo>
                  <a:cubicBezTo>
                    <a:pt x="1229" y="189"/>
                    <a:pt x="1212" y="215"/>
                    <a:pt x="1169" y="250"/>
                  </a:cubicBezTo>
                  <a:cubicBezTo>
                    <a:pt x="1109" y="301"/>
                    <a:pt x="1057" y="353"/>
                    <a:pt x="997" y="413"/>
                  </a:cubicBezTo>
                  <a:cubicBezTo>
                    <a:pt x="946" y="464"/>
                    <a:pt x="894" y="533"/>
                    <a:pt x="808" y="533"/>
                  </a:cubicBezTo>
                  <a:cubicBezTo>
                    <a:pt x="748" y="533"/>
                    <a:pt x="645" y="602"/>
                    <a:pt x="636" y="671"/>
                  </a:cubicBezTo>
                  <a:cubicBezTo>
                    <a:pt x="611" y="765"/>
                    <a:pt x="645" y="782"/>
                    <a:pt x="559" y="868"/>
                  </a:cubicBezTo>
                  <a:cubicBezTo>
                    <a:pt x="533" y="903"/>
                    <a:pt x="508" y="937"/>
                    <a:pt x="473" y="954"/>
                  </a:cubicBezTo>
                  <a:cubicBezTo>
                    <a:pt x="447" y="971"/>
                    <a:pt x="439" y="1057"/>
                    <a:pt x="413" y="1066"/>
                  </a:cubicBezTo>
                  <a:cubicBezTo>
                    <a:pt x="396" y="1083"/>
                    <a:pt x="387" y="1100"/>
                    <a:pt x="370" y="1109"/>
                  </a:cubicBezTo>
                  <a:lnTo>
                    <a:pt x="344" y="1109"/>
                  </a:lnTo>
                  <a:lnTo>
                    <a:pt x="319" y="1152"/>
                  </a:lnTo>
                  <a:cubicBezTo>
                    <a:pt x="293" y="1169"/>
                    <a:pt x="267" y="1177"/>
                    <a:pt x="241" y="1186"/>
                  </a:cubicBezTo>
                  <a:cubicBezTo>
                    <a:pt x="173" y="1238"/>
                    <a:pt x="147" y="1306"/>
                    <a:pt x="121" y="1392"/>
                  </a:cubicBezTo>
                  <a:cubicBezTo>
                    <a:pt x="104" y="1427"/>
                    <a:pt x="78" y="1444"/>
                    <a:pt x="78" y="1487"/>
                  </a:cubicBezTo>
                  <a:cubicBezTo>
                    <a:pt x="69" y="1547"/>
                    <a:pt x="78" y="1590"/>
                    <a:pt x="87" y="1641"/>
                  </a:cubicBezTo>
                  <a:cubicBezTo>
                    <a:pt x="104" y="1744"/>
                    <a:pt x="26" y="1805"/>
                    <a:pt x="18" y="1899"/>
                  </a:cubicBezTo>
                  <a:cubicBezTo>
                    <a:pt x="18" y="1942"/>
                    <a:pt x="44" y="1968"/>
                    <a:pt x="52" y="2002"/>
                  </a:cubicBezTo>
                  <a:cubicBezTo>
                    <a:pt x="61" y="2037"/>
                    <a:pt x="52" y="2097"/>
                    <a:pt x="44" y="2131"/>
                  </a:cubicBezTo>
                  <a:cubicBezTo>
                    <a:pt x="35" y="2174"/>
                    <a:pt x="9" y="2226"/>
                    <a:pt x="1" y="2286"/>
                  </a:cubicBezTo>
                  <a:cubicBezTo>
                    <a:pt x="1" y="2320"/>
                    <a:pt x="9" y="2354"/>
                    <a:pt x="9" y="2397"/>
                  </a:cubicBezTo>
                  <a:cubicBezTo>
                    <a:pt x="26" y="2458"/>
                    <a:pt x="52" y="2501"/>
                    <a:pt x="78" y="2552"/>
                  </a:cubicBezTo>
                  <a:cubicBezTo>
                    <a:pt x="104" y="2612"/>
                    <a:pt x="69" y="2647"/>
                    <a:pt x="61" y="2707"/>
                  </a:cubicBezTo>
                  <a:cubicBezTo>
                    <a:pt x="52" y="2767"/>
                    <a:pt x="61" y="2836"/>
                    <a:pt x="69" y="2887"/>
                  </a:cubicBezTo>
                  <a:cubicBezTo>
                    <a:pt x="95" y="2982"/>
                    <a:pt x="138" y="3076"/>
                    <a:pt x="215" y="3136"/>
                  </a:cubicBezTo>
                  <a:cubicBezTo>
                    <a:pt x="233" y="3153"/>
                    <a:pt x="250" y="3171"/>
                    <a:pt x="267" y="3188"/>
                  </a:cubicBezTo>
                  <a:cubicBezTo>
                    <a:pt x="258" y="3171"/>
                    <a:pt x="258" y="3162"/>
                    <a:pt x="250" y="3145"/>
                  </a:cubicBezTo>
                  <a:cubicBezTo>
                    <a:pt x="241" y="3110"/>
                    <a:pt x="224" y="3076"/>
                    <a:pt x="215" y="3042"/>
                  </a:cubicBezTo>
                  <a:cubicBezTo>
                    <a:pt x="207" y="3016"/>
                    <a:pt x="207" y="2990"/>
                    <a:pt x="198" y="2964"/>
                  </a:cubicBezTo>
                  <a:cubicBezTo>
                    <a:pt x="198" y="2956"/>
                    <a:pt x="181" y="2939"/>
                    <a:pt x="181" y="2921"/>
                  </a:cubicBezTo>
                  <a:lnTo>
                    <a:pt x="198" y="2879"/>
                  </a:lnTo>
                  <a:cubicBezTo>
                    <a:pt x="250" y="2732"/>
                    <a:pt x="181" y="2586"/>
                    <a:pt x="181" y="2440"/>
                  </a:cubicBezTo>
                  <a:cubicBezTo>
                    <a:pt x="181" y="2354"/>
                    <a:pt x="198" y="2277"/>
                    <a:pt x="207" y="2200"/>
                  </a:cubicBezTo>
                  <a:cubicBezTo>
                    <a:pt x="207" y="2183"/>
                    <a:pt x="207" y="2157"/>
                    <a:pt x="207" y="2148"/>
                  </a:cubicBezTo>
                  <a:cubicBezTo>
                    <a:pt x="207" y="2140"/>
                    <a:pt x="215" y="2140"/>
                    <a:pt x="215" y="2122"/>
                  </a:cubicBezTo>
                  <a:lnTo>
                    <a:pt x="198" y="2114"/>
                  </a:lnTo>
                  <a:cubicBezTo>
                    <a:pt x="181" y="2071"/>
                    <a:pt x="181" y="2019"/>
                    <a:pt x="181" y="1976"/>
                  </a:cubicBezTo>
                  <a:cubicBezTo>
                    <a:pt x="164" y="1891"/>
                    <a:pt x="173" y="1796"/>
                    <a:pt x="233" y="1727"/>
                  </a:cubicBezTo>
                  <a:cubicBezTo>
                    <a:pt x="241" y="1710"/>
                    <a:pt x="250" y="1702"/>
                    <a:pt x="258" y="1684"/>
                  </a:cubicBezTo>
                  <a:cubicBezTo>
                    <a:pt x="258" y="1659"/>
                    <a:pt x="250" y="1641"/>
                    <a:pt x="250" y="1616"/>
                  </a:cubicBezTo>
                  <a:cubicBezTo>
                    <a:pt x="250" y="1598"/>
                    <a:pt x="250" y="1573"/>
                    <a:pt x="250" y="1547"/>
                  </a:cubicBezTo>
                  <a:cubicBezTo>
                    <a:pt x="258" y="1521"/>
                    <a:pt x="293" y="1495"/>
                    <a:pt x="301" y="1470"/>
                  </a:cubicBezTo>
                  <a:cubicBezTo>
                    <a:pt x="344" y="1418"/>
                    <a:pt x="405" y="1392"/>
                    <a:pt x="456" y="1349"/>
                  </a:cubicBezTo>
                  <a:cubicBezTo>
                    <a:pt x="465" y="1332"/>
                    <a:pt x="473" y="1323"/>
                    <a:pt x="482" y="1306"/>
                  </a:cubicBezTo>
                  <a:cubicBezTo>
                    <a:pt x="499" y="1289"/>
                    <a:pt x="490" y="1281"/>
                    <a:pt x="499" y="1255"/>
                  </a:cubicBezTo>
                  <a:cubicBezTo>
                    <a:pt x="499" y="1220"/>
                    <a:pt x="533" y="1195"/>
                    <a:pt x="559" y="1169"/>
                  </a:cubicBezTo>
                  <a:cubicBezTo>
                    <a:pt x="602" y="1134"/>
                    <a:pt x="636" y="1126"/>
                    <a:pt x="688" y="1126"/>
                  </a:cubicBezTo>
                  <a:cubicBezTo>
                    <a:pt x="697" y="1057"/>
                    <a:pt x="731" y="988"/>
                    <a:pt x="765" y="928"/>
                  </a:cubicBezTo>
                  <a:cubicBezTo>
                    <a:pt x="791" y="868"/>
                    <a:pt x="808" y="808"/>
                    <a:pt x="817" y="739"/>
                  </a:cubicBezTo>
                  <a:cubicBezTo>
                    <a:pt x="817" y="713"/>
                    <a:pt x="808" y="688"/>
                    <a:pt x="825" y="662"/>
                  </a:cubicBezTo>
                  <a:lnTo>
                    <a:pt x="825" y="645"/>
                  </a:lnTo>
                  <a:cubicBezTo>
                    <a:pt x="843" y="636"/>
                    <a:pt x="860" y="628"/>
                    <a:pt x="877" y="628"/>
                  </a:cubicBezTo>
                  <a:cubicBezTo>
                    <a:pt x="894" y="619"/>
                    <a:pt x="911" y="610"/>
                    <a:pt x="929" y="602"/>
                  </a:cubicBezTo>
                  <a:cubicBezTo>
                    <a:pt x="940" y="602"/>
                    <a:pt x="955" y="606"/>
                    <a:pt x="969" y="606"/>
                  </a:cubicBezTo>
                  <a:cubicBezTo>
                    <a:pt x="976" y="606"/>
                    <a:pt x="983" y="605"/>
                    <a:pt x="989" y="602"/>
                  </a:cubicBezTo>
                  <a:cubicBezTo>
                    <a:pt x="1006" y="593"/>
                    <a:pt x="1014" y="585"/>
                    <a:pt x="1023" y="576"/>
                  </a:cubicBezTo>
                  <a:cubicBezTo>
                    <a:pt x="1049" y="550"/>
                    <a:pt x="1075" y="542"/>
                    <a:pt x="1092" y="516"/>
                  </a:cubicBezTo>
                  <a:cubicBezTo>
                    <a:pt x="1118" y="490"/>
                    <a:pt x="1143" y="456"/>
                    <a:pt x="1161" y="430"/>
                  </a:cubicBezTo>
                  <a:cubicBezTo>
                    <a:pt x="1169" y="404"/>
                    <a:pt x="1178" y="387"/>
                    <a:pt x="1195" y="378"/>
                  </a:cubicBezTo>
                  <a:cubicBezTo>
                    <a:pt x="1212" y="361"/>
                    <a:pt x="1246" y="353"/>
                    <a:pt x="1272" y="353"/>
                  </a:cubicBezTo>
                  <a:cubicBezTo>
                    <a:pt x="1307" y="344"/>
                    <a:pt x="1332" y="335"/>
                    <a:pt x="1367" y="327"/>
                  </a:cubicBezTo>
                  <a:cubicBezTo>
                    <a:pt x="1410" y="310"/>
                    <a:pt x="1470" y="310"/>
                    <a:pt x="1496" y="267"/>
                  </a:cubicBezTo>
                  <a:cubicBezTo>
                    <a:pt x="1503" y="263"/>
                    <a:pt x="1516" y="261"/>
                    <a:pt x="1538" y="261"/>
                  </a:cubicBezTo>
                  <a:cubicBezTo>
                    <a:pt x="1570" y="261"/>
                    <a:pt x="1621" y="265"/>
                    <a:pt x="1702" y="275"/>
                  </a:cubicBezTo>
                  <a:cubicBezTo>
                    <a:pt x="1736" y="275"/>
                    <a:pt x="1994" y="301"/>
                    <a:pt x="2028" y="301"/>
                  </a:cubicBezTo>
                  <a:lnTo>
                    <a:pt x="2071" y="301"/>
                  </a:lnTo>
                  <a:cubicBezTo>
                    <a:pt x="2088" y="301"/>
                    <a:pt x="2106" y="293"/>
                    <a:pt x="2114" y="293"/>
                  </a:cubicBezTo>
                  <a:cubicBezTo>
                    <a:pt x="2131" y="301"/>
                    <a:pt x="2140" y="310"/>
                    <a:pt x="2149" y="318"/>
                  </a:cubicBezTo>
                  <a:cubicBezTo>
                    <a:pt x="2174" y="344"/>
                    <a:pt x="2200" y="378"/>
                    <a:pt x="2234" y="387"/>
                  </a:cubicBezTo>
                  <a:cubicBezTo>
                    <a:pt x="2277" y="404"/>
                    <a:pt x="2329" y="421"/>
                    <a:pt x="2372" y="421"/>
                  </a:cubicBezTo>
                  <a:cubicBezTo>
                    <a:pt x="2406" y="421"/>
                    <a:pt x="2441" y="396"/>
                    <a:pt x="2466" y="378"/>
                  </a:cubicBezTo>
                  <a:cubicBezTo>
                    <a:pt x="2484" y="370"/>
                    <a:pt x="2501" y="353"/>
                    <a:pt x="2518" y="353"/>
                  </a:cubicBezTo>
                  <a:lnTo>
                    <a:pt x="2544" y="370"/>
                  </a:lnTo>
                  <a:cubicBezTo>
                    <a:pt x="2561" y="387"/>
                    <a:pt x="2570" y="387"/>
                    <a:pt x="2587" y="396"/>
                  </a:cubicBezTo>
                  <a:cubicBezTo>
                    <a:pt x="2621" y="413"/>
                    <a:pt x="2655" y="430"/>
                    <a:pt x="2690" y="439"/>
                  </a:cubicBezTo>
                  <a:cubicBezTo>
                    <a:pt x="2724" y="447"/>
                    <a:pt x="2767" y="447"/>
                    <a:pt x="2793" y="464"/>
                  </a:cubicBezTo>
                  <a:lnTo>
                    <a:pt x="2819" y="490"/>
                  </a:lnTo>
                  <a:cubicBezTo>
                    <a:pt x="2836" y="499"/>
                    <a:pt x="2853" y="499"/>
                    <a:pt x="2870" y="507"/>
                  </a:cubicBezTo>
                  <a:cubicBezTo>
                    <a:pt x="2896" y="516"/>
                    <a:pt x="2913" y="524"/>
                    <a:pt x="2930" y="542"/>
                  </a:cubicBezTo>
                  <a:cubicBezTo>
                    <a:pt x="2956" y="550"/>
                    <a:pt x="2991" y="559"/>
                    <a:pt x="3008" y="567"/>
                  </a:cubicBezTo>
                  <a:cubicBezTo>
                    <a:pt x="3042" y="585"/>
                    <a:pt x="3068" y="610"/>
                    <a:pt x="3085" y="636"/>
                  </a:cubicBezTo>
                  <a:cubicBezTo>
                    <a:pt x="3102" y="653"/>
                    <a:pt x="3119" y="662"/>
                    <a:pt x="3137" y="679"/>
                  </a:cubicBezTo>
                  <a:cubicBezTo>
                    <a:pt x="3137" y="653"/>
                    <a:pt x="3137" y="628"/>
                    <a:pt x="3119" y="602"/>
                  </a:cubicBezTo>
                  <a:cubicBezTo>
                    <a:pt x="3094" y="567"/>
                    <a:pt x="3059" y="542"/>
                    <a:pt x="3033" y="499"/>
                  </a:cubicBezTo>
                  <a:cubicBezTo>
                    <a:pt x="3016" y="447"/>
                    <a:pt x="2991" y="421"/>
                    <a:pt x="2948" y="387"/>
                  </a:cubicBezTo>
                  <a:cubicBezTo>
                    <a:pt x="2862" y="335"/>
                    <a:pt x="2784" y="284"/>
                    <a:pt x="2698" y="232"/>
                  </a:cubicBezTo>
                  <a:cubicBezTo>
                    <a:pt x="2655" y="207"/>
                    <a:pt x="2621" y="215"/>
                    <a:pt x="2578" y="198"/>
                  </a:cubicBezTo>
                  <a:cubicBezTo>
                    <a:pt x="2544" y="189"/>
                    <a:pt x="2484" y="146"/>
                    <a:pt x="2466" y="146"/>
                  </a:cubicBezTo>
                  <a:cubicBezTo>
                    <a:pt x="2453" y="151"/>
                    <a:pt x="2440" y="153"/>
                    <a:pt x="2428" y="153"/>
                  </a:cubicBezTo>
                  <a:cubicBezTo>
                    <a:pt x="2393" y="153"/>
                    <a:pt x="2363" y="135"/>
                    <a:pt x="2338" y="104"/>
                  </a:cubicBezTo>
                  <a:cubicBezTo>
                    <a:pt x="2303" y="78"/>
                    <a:pt x="2286" y="52"/>
                    <a:pt x="2243" y="35"/>
                  </a:cubicBezTo>
                  <a:cubicBezTo>
                    <a:pt x="2229" y="32"/>
                    <a:pt x="2213" y="31"/>
                    <a:pt x="2196" y="31"/>
                  </a:cubicBezTo>
                  <a:cubicBezTo>
                    <a:pt x="2162" y="31"/>
                    <a:pt x="2126" y="35"/>
                    <a:pt x="2097" y="35"/>
                  </a:cubicBezTo>
                  <a:cubicBezTo>
                    <a:pt x="2071" y="26"/>
                    <a:pt x="2054" y="26"/>
                    <a:pt x="2028" y="26"/>
                  </a:cubicBezTo>
                  <a:lnTo>
                    <a:pt x="1994" y="2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8" name="Google Shape;1328;p17"/>
            <p:cNvSpPr/>
            <p:nvPr/>
          </p:nvSpPr>
          <p:spPr>
            <a:xfrm>
              <a:off x="5169575" y="1242175"/>
              <a:ext cx="56300" cy="26450"/>
            </a:xfrm>
            <a:custGeom>
              <a:avLst/>
              <a:gdLst/>
              <a:ahLst/>
              <a:cxnLst/>
              <a:rect l="l" t="t" r="r" b="b"/>
              <a:pathLst>
                <a:path w="2252" h="1058" extrusionOk="0">
                  <a:moveTo>
                    <a:pt x="66" y="502"/>
                  </a:moveTo>
                  <a:cubicBezTo>
                    <a:pt x="56" y="513"/>
                    <a:pt x="49" y="526"/>
                    <a:pt x="45" y="539"/>
                  </a:cubicBezTo>
                  <a:lnTo>
                    <a:pt x="45" y="539"/>
                  </a:lnTo>
                  <a:cubicBezTo>
                    <a:pt x="52" y="528"/>
                    <a:pt x="58" y="516"/>
                    <a:pt x="66" y="502"/>
                  </a:cubicBezTo>
                  <a:close/>
                  <a:moveTo>
                    <a:pt x="45" y="539"/>
                  </a:moveTo>
                  <a:cubicBezTo>
                    <a:pt x="42" y="543"/>
                    <a:pt x="38" y="547"/>
                    <a:pt x="35" y="551"/>
                  </a:cubicBezTo>
                  <a:cubicBezTo>
                    <a:pt x="35" y="551"/>
                    <a:pt x="35" y="551"/>
                    <a:pt x="35" y="551"/>
                  </a:cubicBezTo>
                  <a:lnTo>
                    <a:pt x="35" y="551"/>
                  </a:lnTo>
                  <a:cubicBezTo>
                    <a:pt x="38" y="548"/>
                    <a:pt x="41" y="545"/>
                    <a:pt x="44" y="542"/>
                  </a:cubicBezTo>
                  <a:cubicBezTo>
                    <a:pt x="44" y="541"/>
                    <a:pt x="44" y="540"/>
                    <a:pt x="45" y="539"/>
                  </a:cubicBezTo>
                  <a:close/>
                  <a:moveTo>
                    <a:pt x="35" y="551"/>
                  </a:moveTo>
                  <a:lnTo>
                    <a:pt x="35" y="551"/>
                  </a:lnTo>
                  <a:cubicBezTo>
                    <a:pt x="19" y="568"/>
                    <a:pt x="1" y="589"/>
                    <a:pt x="1" y="611"/>
                  </a:cubicBezTo>
                  <a:cubicBezTo>
                    <a:pt x="1" y="594"/>
                    <a:pt x="26" y="568"/>
                    <a:pt x="35" y="551"/>
                  </a:cubicBezTo>
                  <a:close/>
                  <a:moveTo>
                    <a:pt x="1066" y="1"/>
                  </a:moveTo>
                  <a:cubicBezTo>
                    <a:pt x="1040" y="1"/>
                    <a:pt x="1014" y="9"/>
                    <a:pt x="997" y="9"/>
                  </a:cubicBezTo>
                  <a:cubicBezTo>
                    <a:pt x="980" y="14"/>
                    <a:pt x="965" y="14"/>
                    <a:pt x="951" y="14"/>
                  </a:cubicBezTo>
                  <a:cubicBezTo>
                    <a:pt x="937" y="14"/>
                    <a:pt x="924" y="14"/>
                    <a:pt x="911" y="18"/>
                  </a:cubicBezTo>
                  <a:cubicBezTo>
                    <a:pt x="894" y="18"/>
                    <a:pt x="868" y="18"/>
                    <a:pt x="860" y="27"/>
                  </a:cubicBezTo>
                  <a:cubicBezTo>
                    <a:pt x="825" y="44"/>
                    <a:pt x="817" y="61"/>
                    <a:pt x="782" y="70"/>
                  </a:cubicBezTo>
                  <a:cubicBezTo>
                    <a:pt x="714" y="87"/>
                    <a:pt x="654" y="95"/>
                    <a:pt x="585" y="104"/>
                  </a:cubicBezTo>
                  <a:cubicBezTo>
                    <a:pt x="559" y="104"/>
                    <a:pt x="525" y="121"/>
                    <a:pt x="499" y="138"/>
                  </a:cubicBezTo>
                  <a:cubicBezTo>
                    <a:pt x="482" y="147"/>
                    <a:pt x="490" y="164"/>
                    <a:pt x="482" y="173"/>
                  </a:cubicBezTo>
                  <a:cubicBezTo>
                    <a:pt x="473" y="216"/>
                    <a:pt x="430" y="233"/>
                    <a:pt x="396" y="259"/>
                  </a:cubicBezTo>
                  <a:cubicBezTo>
                    <a:pt x="353" y="284"/>
                    <a:pt x="310" y="319"/>
                    <a:pt x="258" y="345"/>
                  </a:cubicBezTo>
                  <a:cubicBezTo>
                    <a:pt x="190" y="370"/>
                    <a:pt x="112" y="422"/>
                    <a:pt x="78" y="482"/>
                  </a:cubicBezTo>
                  <a:cubicBezTo>
                    <a:pt x="73" y="489"/>
                    <a:pt x="70" y="495"/>
                    <a:pt x="66" y="502"/>
                  </a:cubicBezTo>
                  <a:lnTo>
                    <a:pt x="66" y="502"/>
                  </a:lnTo>
                  <a:cubicBezTo>
                    <a:pt x="74" y="493"/>
                    <a:pt x="84" y="486"/>
                    <a:pt x="95" y="482"/>
                  </a:cubicBezTo>
                  <a:cubicBezTo>
                    <a:pt x="104" y="473"/>
                    <a:pt x="121" y="465"/>
                    <a:pt x="138" y="456"/>
                  </a:cubicBezTo>
                  <a:cubicBezTo>
                    <a:pt x="172" y="448"/>
                    <a:pt x="207" y="448"/>
                    <a:pt x="233" y="439"/>
                  </a:cubicBezTo>
                  <a:cubicBezTo>
                    <a:pt x="276" y="422"/>
                    <a:pt x="310" y="405"/>
                    <a:pt x="336" y="388"/>
                  </a:cubicBezTo>
                  <a:cubicBezTo>
                    <a:pt x="344" y="379"/>
                    <a:pt x="355" y="377"/>
                    <a:pt x="366" y="377"/>
                  </a:cubicBezTo>
                  <a:cubicBezTo>
                    <a:pt x="376" y="377"/>
                    <a:pt x="387" y="379"/>
                    <a:pt x="396" y="379"/>
                  </a:cubicBezTo>
                  <a:cubicBezTo>
                    <a:pt x="422" y="379"/>
                    <a:pt x="439" y="379"/>
                    <a:pt x="465" y="370"/>
                  </a:cubicBezTo>
                  <a:cubicBezTo>
                    <a:pt x="482" y="362"/>
                    <a:pt x="507" y="362"/>
                    <a:pt x="525" y="353"/>
                  </a:cubicBezTo>
                  <a:cubicBezTo>
                    <a:pt x="533" y="345"/>
                    <a:pt x="542" y="336"/>
                    <a:pt x="559" y="336"/>
                  </a:cubicBezTo>
                  <a:lnTo>
                    <a:pt x="593" y="336"/>
                  </a:lnTo>
                  <a:cubicBezTo>
                    <a:pt x="611" y="327"/>
                    <a:pt x="619" y="319"/>
                    <a:pt x="628" y="319"/>
                  </a:cubicBezTo>
                  <a:cubicBezTo>
                    <a:pt x="645" y="310"/>
                    <a:pt x="662" y="310"/>
                    <a:pt x="679" y="302"/>
                  </a:cubicBezTo>
                  <a:lnTo>
                    <a:pt x="705" y="293"/>
                  </a:lnTo>
                  <a:cubicBezTo>
                    <a:pt x="731" y="284"/>
                    <a:pt x="757" y="284"/>
                    <a:pt x="782" y="276"/>
                  </a:cubicBezTo>
                  <a:cubicBezTo>
                    <a:pt x="800" y="267"/>
                    <a:pt x="817" y="267"/>
                    <a:pt x="834" y="267"/>
                  </a:cubicBezTo>
                  <a:cubicBezTo>
                    <a:pt x="843" y="267"/>
                    <a:pt x="860" y="259"/>
                    <a:pt x="868" y="250"/>
                  </a:cubicBezTo>
                  <a:lnTo>
                    <a:pt x="911" y="259"/>
                  </a:lnTo>
                  <a:lnTo>
                    <a:pt x="937" y="276"/>
                  </a:lnTo>
                  <a:cubicBezTo>
                    <a:pt x="963" y="293"/>
                    <a:pt x="989" y="302"/>
                    <a:pt x="1014" y="310"/>
                  </a:cubicBezTo>
                  <a:cubicBezTo>
                    <a:pt x="1032" y="310"/>
                    <a:pt x="1057" y="327"/>
                    <a:pt x="1075" y="327"/>
                  </a:cubicBezTo>
                  <a:lnTo>
                    <a:pt x="1117" y="319"/>
                  </a:lnTo>
                  <a:lnTo>
                    <a:pt x="1169" y="302"/>
                  </a:lnTo>
                  <a:lnTo>
                    <a:pt x="1186" y="293"/>
                  </a:lnTo>
                  <a:cubicBezTo>
                    <a:pt x="1190" y="291"/>
                    <a:pt x="1193" y="291"/>
                    <a:pt x="1197" y="291"/>
                  </a:cubicBezTo>
                  <a:cubicBezTo>
                    <a:pt x="1214" y="291"/>
                    <a:pt x="1234" y="302"/>
                    <a:pt x="1255" y="302"/>
                  </a:cubicBezTo>
                  <a:cubicBezTo>
                    <a:pt x="1315" y="310"/>
                    <a:pt x="1375" y="336"/>
                    <a:pt x="1444" y="353"/>
                  </a:cubicBezTo>
                  <a:cubicBezTo>
                    <a:pt x="1504" y="362"/>
                    <a:pt x="1573" y="396"/>
                    <a:pt x="1616" y="430"/>
                  </a:cubicBezTo>
                  <a:cubicBezTo>
                    <a:pt x="1650" y="448"/>
                    <a:pt x="1676" y="482"/>
                    <a:pt x="1710" y="499"/>
                  </a:cubicBezTo>
                  <a:cubicBezTo>
                    <a:pt x="1727" y="508"/>
                    <a:pt x="1745" y="516"/>
                    <a:pt x="1762" y="525"/>
                  </a:cubicBezTo>
                  <a:cubicBezTo>
                    <a:pt x="1796" y="534"/>
                    <a:pt x="1831" y="559"/>
                    <a:pt x="1856" y="585"/>
                  </a:cubicBezTo>
                  <a:cubicBezTo>
                    <a:pt x="1891" y="611"/>
                    <a:pt x="1908" y="637"/>
                    <a:pt x="1925" y="671"/>
                  </a:cubicBezTo>
                  <a:cubicBezTo>
                    <a:pt x="1934" y="688"/>
                    <a:pt x="1934" y="714"/>
                    <a:pt x="1942" y="723"/>
                  </a:cubicBezTo>
                  <a:cubicBezTo>
                    <a:pt x="1968" y="748"/>
                    <a:pt x="2002" y="766"/>
                    <a:pt x="2020" y="791"/>
                  </a:cubicBezTo>
                  <a:cubicBezTo>
                    <a:pt x="2045" y="808"/>
                    <a:pt x="2071" y="834"/>
                    <a:pt x="2088" y="869"/>
                  </a:cubicBezTo>
                  <a:cubicBezTo>
                    <a:pt x="2114" y="894"/>
                    <a:pt x="2123" y="937"/>
                    <a:pt x="2157" y="955"/>
                  </a:cubicBezTo>
                  <a:cubicBezTo>
                    <a:pt x="2183" y="972"/>
                    <a:pt x="2217" y="997"/>
                    <a:pt x="2234" y="1023"/>
                  </a:cubicBezTo>
                  <a:lnTo>
                    <a:pt x="2252" y="1058"/>
                  </a:lnTo>
                  <a:cubicBezTo>
                    <a:pt x="2252" y="1032"/>
                    <a:pt x="2234" y="1015"/>
                    <a:pt x="2226" y="997"/>
                  </a:cubicBezTo>
                  <a:cubicBezTo>
                    <a:pt x="2217" y="980"/>
                    <a:pt x="2209" y="972"/>
                    <a:pt x="2209" y="963"/>
                  </a:cubicBezTo>
                  <a:cubicBezTo>
                    <a:pt x="2209" y="937"/>
                    <a:pt x="2217" y="920"/>
                    <a:pt x="2209" y="903"/>
                  </a:cubicBezTo>
                  <a:cubicBezTo>
                    <a:pt x="2200" y="877"/>
                    <a:pt x="2191" y="860"/>
                    <a:pt x="2183" y="834"/>
                  </a:cubicBezTo>
                  <a:cubicBezTo>
                    <a:pt x="2174" y="817"/>
                    <a:pt x="2166" y="791"/>
                    <a:pt x="2157" y="774"/>
                  </a:cubicBezTo>
                  <a:cubicBezTo>
                    <a:pt x="2148" y="757"/>
                    <a:pt x="2140" y="731"/>
                    <a:pt x="2131" y="714"/>
                  </a:cubicBezTo>
                  <a:cubicBezTo>
                    <a:pt x="2114" y="680"/>
                    <a:pt x="2114" y="654"/>
                    <a:pt x="2097" y="619"/>
                  </a:cubicBezTo>
                  <a:cubicBezTo>
                    <a:pt x="2088" y="602"/>
                    <a:pt x="2063" y="568"/>
                    <a:pt x="2045" y="542"/>
                  </a:cubicBezTo>
                  <a:cubicBezTo>
                    <a:pt x="2037" y="534"/>
                    <a:pt x="2020" y="525"/>
                    <a:pt x="2002" y="516"/>
                  </a:cubicBezTo>
                  <a:cubicBezTo>
                    <a:pt x="1977" y="499"/>
                    <a:pt x="1959" y="473"/>
                    <a:pt x="1942" y="456"/>
                  </a:cubicBezTo>
                  <a:lnTo>
                    <a:pt x="1934" y="422"/>
                  </a:lnTo>
                  <a:cubicBezTo>
                    <a:pt x="1925" y="405"/>
                    <a:pt x="1908" y="396"/>
                    <a:pt x="1891" y="388"/>
                  </a:cubicBezTo>
                  <a:cubicBezTo>
                    <a:pt x="1874" y="370"/>
                    <a:pt x="1874" y="353"/>
                    <a:pt x="1856" y="327"/>
                  </a:cubicBezTo>
                  <a:cubicBezTo>
                    <a:pt x="1839" y="293"/>
                    <a:pt x="1822" y="250"/>
                    <a:pt x="1788" y="216"/>
                  </a:cubicBezTo>
                  <a:cubicBezTo>
                    <a:pt x="1770" y="198"/>
                    <a:pt x="1745" y="190"/>
                    <a:pt x="1727" y="181"/>
                  </a:cubicBezTo>
                  <a:cubicBezTo>
                    <a:pt x="1710" y="173"/>
                    <a:pt x="1693" y="164"/>
                    <a:pt x="1684" y="156"/>
                  </a:cubicBezTo>
                  <a:lnTo>
                    <a:pt x="1650" y="156"/>
                  </a:lnTo>
                  <a:lnTo>
                    <a:pt x="1616" y="147"/>
                  </a:lnTo>
                  <a:cubicBezTo>
                    <a:pt x="1581" y="147"/>
                    <a:pt x="1547" y="147"/>
                    <a:pt x="1521" y="138"/>
                  </a:cubicBezTo>
                  <a:cubicBezTo>
                    <a:pt x="1487" y="130"/>
                    <a:pt x="1453" y="130"/>
                    <a:pt x="1427" y="104"/>
                  </a:cubicBezTo>
                  <a:cubicBezTo>
                    <a:pt x="1410" y="87"/>
                    <a:pt x="1401" y="78"/>
                    <a:pt x="1375" y="70"/>
                  </a:cubicBezTo>
                  <a:cubicBezTo>
                    <a:pt x="1349" y="52"/>
                    <a:pt x="1324" y="35"/>
                    <a:pt x="1298" y="27"/>
                  </a:cubicBezTo>
                  <a:cubicBezTo>
                    <a:pt x="1264" y="9"/>
                    <a:pt x="1221" y="9"/>
                    <a:pt x="117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9" name="Google Shape;1329;p17"/>
            <p:cNvSpPr/>
            <p:nvPr/>
          </p:nvSpPr>
          <p:spPr>
            <a:xfrm>
              <a:off x="5157250" y="1266250"/>
              <a:ext cx="45425" cy="58950"/>
            </a:xfrm>
            <a:custGeom>
              <a:avLst/>
              <a:gdLst/>
              <a:ahLst/>
              <a:cxnLst/>
              <a:rect l="l" t="t" r="r" b="b"/>
              <a:pathLst>
                <a:path w="1817" h="2358" extrusionOk="0">
                  <a:moveTo>
                    <a:pt x="390" y="0"/>
                  </a:moveTo>
                  <a:cubicBezTo>
                    <a:pt x="373" y="17"/>
                    <a:pt x="356" y="43"/>
                    <a:pt x="348" y="69"/>
                  </a:cubicBezTo>
                  <a:cubicBezTo>
                    <a:pt x="339" y="95"/>
                    <a:pt x="322" y="129"/>
                    <a:pt x="305" y="155"/>
                  </a:cubicBezTo>
                  <a:cubicBezTo>
                    <a:pt x="270" y="206"/>
                    <a:pt x="201" y="258"/>
                    <a:pt x="150" y="301"/>
                  </a:cubicBezTo>
                  <a:cubicBezTo>
                    <a:pt x="98" y="344"/>
                    <a:pt x="64" y="395"/>
                    <a:pt x="47" y="455"/>
                  </a:cubicBezTo>
                  <a:cubicBezTo>
                    <a:pt x="38" y="498"/>
                    <a:pt x="12" y="541"/>
                    <a:pt x="12" y="584"/>
                  </a:cubicBezTo>
                  <a:cubicBezTo>
                    <a:pt x="12" y="619"/>
                    <a:pt x="21" y="644"/>
                    <a:pt x="21" y="670"/>
                  </a:cubicBezTo>
                  <a:cubicBezTo>
                    <a:pt x="12" y="687"/>
                    <a:pt x="12" y="713"/>
                    <a:pt x="12" y="730"/>
                  </a:cubicBezTo>
                  <a:cubicBezTo>
                    <a:pt x="12" y="756"/>
                    <a:pt x="4" y="791"/>
                    <a:pt x="21" y="816"/>
                  </a:cubicBezTo>
                  <a:cubicBezTo>
                    <a:pt x="21" y="833"/>
                    <a:pt x="38" y="851"/>
                    <a:pt x="38" y="868"/>
                  </a:cubicBezTo>
                  <a:cubicBezTo>
                    <a:pt x="38" y="885"/>
                    <a:pt x="38" y="902"/>
                    <a:pt x="38" y="911"/>
                  </a:cubicBezTo>
                  <a:cubicBezTo>
                    <a:pt x="25" y="905"/>
                    <a:pt x="17" y="903"/>
                    <a:pt x="12" y="903"/>
                  </a:cubicBezTo>
                  <a:cubicBezTo>
                    <a:pt x="1" y="903"/>
                    <a:pt x="7" y="913"/>
                    <a:pt x="12" y="919"/>
                  </a:cubicBezTo>
                  <a:cubicBezTo>
                    <a:pt x="12" y="945"/>
                    <a:pt x="21" y="971"/>
                    <a:pt x="30" y="997"/>
                  </a:cubicBezTo>
                  <a:cubicBezTo>
                    <a:pt x="47" y="1040"/>
                    <a:pt x="55" y="1083"/>
                    <a:pt x="73" y="1134"/>
                  </a:cubicBezTo>
                  <a:cubicBezTo>
                    <a:pt x="81" y="1169"/>
                    <a:pt x="98" y="1194"/>
                    <a:pt x="116" y="1229"/>
                  </a:cubicBezTo>
                  <a:cubicBezTo>
                    <a:pt x="141" y="1272"/>
                    <a:pt x="159" y="1323"/>
                    <a:pt x="176" y="1375"/>
                  </a:cubicBezTo>
                  <a:cubicBezTo>
                    <a:pt x="184" y="1409"/>
                    <a:pt x="201" y="1435"/>
                    <a:pt x="219" y="1461"/>
                  </a:cubicBezTo>
                  <a:cubicBezTo>
                    <a:pt x="236" y="1486"/>
                    <a:pt x="262" y="1495"/>
                    <a:pt x="279" y="1521"/>
                  </a:cubicBezTo>
                  <a:cubicBezTo>
                    <a:pt x="305" y="1538"/>
                    <a:pt x="322" y="1572"/>
                    <a:pt x="348" y="1598"/>
                  </a:cubicBezTo>
                  <a:cubicBezTo>
                    <a:pt x="373" y="1632"/>
                    <a:pt x="390" y="1667"/>
                    <a:pt x="433" y="1693"/>
                  </a:cubicBezTo>
                  <a:cubicBezTo>
                    <a:pt x="468" y="1727"/>
                    <a:pt x="528" y="1761"/>
                    <a:pt x="545" y="1796"/>
                  </a:cubicBezTo>
                  <a:cubicBezTo>
                    <a:pt x="571" y="1830"/>
                    <a:pt x="588" y="1873"/>
                    <a:pt x="597" y="1907"/>
                  </a:cubicBezTo>
                  <a:cubicBezTo>
                    <a:pt x="597" y="1925"/>
                    <a:pt x="605" y="1942"/>
                    <a:pt x="614" y="1959"/>
                  </a:cubicBezTo>
                  <a:lnTo>
                    <a:pt x="631" y="2002"/>
                  </a:lnTo>
                  <a:lnTo>
                    <a:pt x="665" y="2028"/>
                  </a:lnTo>
                  <a:cubicBezTo>
                    <a:pt x="691" y="2045"/>
                    <a:pt x="708" y="2045"/>
                    <a:pt x="734" y="2062"/>
                  </a:cubicBezTo>
                  <a:cubicBezTo>
                    <a:pt x="769" y="2079"/>
                    <a:pt x="751" y="2114"/>
                    <a:pt x="777" y="2131"/>
                  </a:cubicBezTo>
                  <a:cubicBezTo>
                    <a:pt x="794" y="2139"/>
                    <a:pt x="803" y="2139"/>
                    <a:pt x="820" y="2139"/>
                  </a:cubicBezTo>
                  <a:lnTo>
                    <a:pt x="846" y="2157"/>
                  </a:lnTo>
                  <a:cubicBezTo>
                    <a:pt x="872" y="2174"/>
                    <a:pt x="906" y="2217"/>
                    <a:pt x="940" y="2225"/>
                  </a:cubicBezTo>
                  <a:cubicBezTo>
                    <a:pt x="975" y="2242"/>
                    <a:pt x="1026" y="2268"/>
                    <a:pt x="1061" y="2294"/>
                  </a:cubicBezTo>
                  <a:cubicBezTo>
                    <a:pt x="1064" y="2296"/>
                    <a:pt x="1070" y="2297"/>
                    <a:pt x="1076" y="2297"/>
                  </a:cubicBezTo>
                  <a:cubicBezTo>
                    <a:pt x="1095" y="2297"/>
                    <a:pt x="1121" y="2292"/>
                    <a:pt x="1139" y="2292"/>
                  </a:cubicBezTo>
                  <a:cubicBezTo>
                    <a:pt x="1146" y="2292"/>
                    <a:pt x="1151" y="2292"/>
                    <a:pt x="1155" y="2294"/>
                  </a:cubicBezTo>
                  <a:cubicBezTo>
                    <a:pt x="1172" y="2303"/>
                    <a:pt x="1189" y="2311"/>
                    <a:pt x="1198" y="2320"/>
                  </a:cubicBezTo>
                  <a:cubicBezTo>
                    <a:pt x="1216" y="2329"/>
                    <a:pt x="1235" y="2332"/>
                    <a:pt x="1253" y="2332"/>
                  </a:cubicBezTo>
                  <a:cubicBezTo>
                    <a:pt x="1279" y="2332"/>
                    <a:pt x="1306" y="2327"/>
                    <a:pt x="1334" y="2327"/>
                  </a:cubicBezTo>
                  <a:cubicBezTo>
                    <a:pt x="1343" y="2327"/>
                    <a:pt x="1352" y="2327"/>
                    <a:pt x="1361" y="2328"/>
                  </a:cubicBezTo>
                  <a:cubicBezTo>
                    <a:pt x="1404" y="2337"/>
                    <a:pt x="1439" y="2354"/>
                    <a:pt x="1482" y="2354"/>
                  </a:cubicBezTo>
                  <a:cubicBezTo>
                    <a:pt x="1487" y="2357"/>
                    <a:pt x="1492" y="2358"/>
                    <a:pt x="1497" y="2358"/>
                  </a:cubicBezTo>
                  <a:cubicBezTo>
                    <a:pt x="1509" y="2358"/>
                    <a:pt x="1521" y="2352"/>
                    <a:pt x="1533" y="2346"/>
                  </a:cubicBezTo>
                  <a:cubicBezTo>
                    <a:pt x="1568" y="2337"/>
                    <a:pt x="1593" y="2337"/>
                    <a:pt x="1619" y="2328"/>
                  </a:cubicBezTo>
                  <a:cubicBezTo>
                    <a:pt x="1636" y="2324"/>
                    <a:pt x="1651" y="2324"/>
                    <a:pt x="1665" y="2324"/>
                  </a:cubicBezTo>
                  <a:cubicBezTo>
                    <a:pt x="1679" y="2324"/>
                    <a:pt x="1692" y="2324"/>
                    <a:pt x="1705" y="2320"/>
                  </a:cubicBezTo>
                  <a:cubicBezTo>
                    <a:pt x="1731" y="2320"/>
                    <a:pt x="1817" y="2303"/>
                    <a:pt x="1817" y="2277"/>
                  </a:cubicBezTo>
                  <a:cubicBezTo>
                    <a:pt x="1774" y="2268"/>
                    <a:pt x="1722" y="2268"/>
                    <a:pt x="1679" y="2268"/>
                  </a:cubicBezTo>
                  <a:cubicBezTo>
                    <a:pt x="1645" y="2268"/>
                    <a:pt x="1621" y="2257"/>
                    <a:pt x="1591" y="2257"/>
                  </a:cubicBezTo>
                  <a:cubicBezTo>
                    <a:pt x="1584" y="2257"/>
                    <a:pt x="1576" y="2258"/>
                    <a:pt x="1568" y="2260"/>
                  </a:cubicBezTo>
                  <a:cubicBezTo>
                    <a:pt x="1547" y="2260"/>
                    <a:pt x="1532" y="2271"/>
                    <a:pt x="1513" y="2271"/>
                  </a:cubicBezTo>
                  <a:cubicBezTo>
                    <a:pt x="1509" y="2271"/>
                    <a:pt x="1504" y="2270"/>
                    <a:pt x="1499" y="2268"/>
                  </a:cubicBezTo>
                  <a:cubicBezTo>
                    <a:pt x="1482" y="2268"/>
                    <a:pt x="1464" y="2260"/>
                    <a:pt x="1447" y="2251"/>
                  </a:cubicBezTo>
                  <a:lnTo>
                    <a:pt x="1413" y="2251"/>
                  </a:lnTo>
                  <a:lnTo>
                    <a:pt x="1387" y="2242"/>
                  </a:lnTo>
                  <a:cubicBezTo>
                    <a:pt x="1361" y="2234"/>
                    <a:pt x="1353" y="2234"/>
                    <a:pt x="1336" y="2217"/>
                  </a:cubicBezTo>
                  <a:cubicBezTo>
                    <a:pt x="1310" y="2208"/>
                    <a:pt x="1275" y="2191"/>
                    <a:pt x="1241" y="2182"/>
                  </a:cubicBezTo>
                  <a:cubicBezTo>
                    <a:pt x="1207" y="2174"/>
                    <a:pt x="1172" y="2157"/>
                    <a:pt x="1138" y="2139"/>
                  </a:cubicBezTo>
                  <a:cubicBezTo>
                    <a:pt x="1104" y="2122"/>
                    <a:pt x="1069" y="2105"/>
                    <a:pt x="1035" y="2088"/>
                  </a:cubicBezTo>
                  <a:cubicBezTo>
                    <a:pt x="1000" y="2079"/>
                    <a:pt x="966" y="2053"/>
                    <a:pt x="932" y="2028"/>
                  </a:cubicBezTo>
                  <a:cubicBezTo>
                    <a:pt x="889" y="2011"/>
                    <a:pt x="863" y="1993"/>
                    <a:pt x="829" y="1968"/>
                  </a:cubicBezTo>
                  <a:cubicBezTo>
                    <a:pt x="811" y="1950"/>
                    <a:pt x="794" y="1942"/>
                    <a:pt x="786" y="1933"/>
                  </a:cubicBezTo>
                  <a:cubicBezTo>
                    <a:pt x="769" y="1907"/>
                    <a:pt x="760" y="1882"/>
                    <a:pt x="743" y="1856"/>
                  </a:cubicBezTo>
                  <a:cubicBezTo>
                    <a:pt x="717" y="1822"/>
                    <a:pt x="683" y="1787"/>
                    <a:pt x="657" y="1744"/>
                  </a:cubicBezTo>
                  <a:cubicBezTo>
                    <a:pt x="640" y="1718"/>
                    <a:pt x="605" y="1684"/>
                    <a:pt x="579" y="1658"/>
                  </a:cubicBezTo>
                  <a:cubicBezTo>
                    <a:pt x="554" y="1615"/>
                    <a:pt x="528" y="1572"/>
                    <a:pt x="511" y="1529"/>
                  </a:cubicBezTo>
                  <a:cubicBezTo>
                    <a:pt x="485" y="1486"/>
                    <a:pt x="476" y="1443"/>
                    <a:pt x="459" y="1401"/>
                  </a:cubicBezTo>
                  <a:cubicBezTo>
                    <a:pt x="442" y="1383"/>
                    <a:pt x="442" y="1375"/>
                    <a:pt x="433" y="1349"/>
                  </a:cubicBezTo>
                  <a:lnTo>
                    <a:pt x="433" y="1323"/>
                  </a:lnTo>
                  <a:lnTo>
                    <a:pt x="433" y="1289"/>
                  </a:lnTo>
                  <a:cubicBezTo>
                    <a:pt x="416" y="1220"/>
                    <a:pt x="390" y="1151"/>
                    <a:pt x="365" y="1083"/>
                  </a:cubicBezTo>
                  <a:cubicBezTo>
                    <a:pt x="356" y="1048"/>
                    <a:pt x="365" y="1023"/>
                    <a:pt x="356" y="997"/>
                  </a:cubicBezTo>
                  <a:cubicBezTo>
                    <a:pt x="356" y="971"/>
                    <a:pt x="348" y="945"/>
                    <a:pt x="348" y="919"/>
                  </a:cubicBezTo>
                  <a:cubicBezTo>
                    <a:pt x="339" y="851"/>
                    <a:pt x="322" y="782"/>
                    <a:pt x="287" y="722"/>
                  </a:cubicBezTo>
                  <a:cubicBezTo>
                    <a:pt x="270" y="696"/>
                    <a:pt x="253" y="679"/>
                    <a:pt x="253" y="644"/>
                  </a:cubicBezTo>
                  <a:cubicBezTo>
                    <a:pt x="244" y="584"/>
                    <a:pt x="253" y="524"/>
                    <a:pt x="253" y="464"/>
                  </a:cubicBezTo>
                  <a:cubicBezTo>
                    <a:pt x="253" y="413"/>
                    <a:pt x="262" y="370"/>
                    <a:pt x="279" y="327"/>
                  </a:cubicBezTo>
                  <a:cubicBezTo>
                    <a:pt x="296" y="292"/>
                    <a:pt x="322" y="258"/>
                    <a:pt x="330" y="224"/>
                  </a:cubicBezTo>
                  <a:cubicBezTo>
                    <a:pt x="348" y="172"/>
                    <a:pt x="348" y="129"/>
                    <a:pt x="365" y="77"/>
                  </a:cubicBezTo>
                  <a:cubicBezTo>
                    <a:pt x="373" y="52"/>
                    <a:pt x="373" y="17"/>
                    <a:pt x="39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0" name="Google Shape;1330;p17"/>
            <p:cNvSpPr/>
            <p:nvPr/>
          </p:nvSpPr>
          <p:spPr>
            <a:xfrm>
              <a:off x="5169150" y="1253900"/>
              <a:ext cx="42125" cy="24175"/>
            </a:xfrm>
            <a:custGeom>
              <a:avLst/>
              <a:gdLst/>
              <a:ahLst/>
              <a:cxnLst/>
              <a:rect l="l" t="t" r="r" b="b"/>
              <a:pathLst>
                <a:path w="1685" h="967" extrusionOk="0">
                  <a:moveTo>
                    <a:pt x="1002" y="1"/>
                  </a:moveTo>
                  <a:cubicBezTo>
                    <a:pt x="973" y="1"/>
                    <a:pt x="944" y="7"/>
                    <a:pt x="920" y="13"/>
                  </a:cubicBezTo>
                  <a:cubicBezTo>
                    <a:pt x="877" y="22"/>
                    <a:pt x="842" y="22"/>
                    <a:pt x="799" y="22"/>
                  </a:cubicBezTo>
                  <a:cubicBezTo>
                    <a:pt x="791" y="26"/>
                    <a:pt x="782" y="26"/>
                    <a:pt x="774" y="26"/>
                  </a:cubicBezTo>
                  <a:cubicBezTo>
                    <a:pt x="765" y="26"/>
                    <a:pt x="756" y="26"/>
                    <a:pt x="748" y="30"/>
                  </a:cubicBezTo>
                  <a:cubicBezTo>
                    <a:pt x="696" y="56"/>
                    <a:pt x="645" y="65"/>
                    <a:pt x="593" y="82"/>
                  </a:cubicBezTo>
                  <a:cubicBezTo>
                    <a:pt x="559" y="90"/>
                    <a:pt x="524" y="108"/>
                    <a:pt x="490" y="125"/>
                  </a:cubicBezTo>
                  <a:lnTo>
                    <a:pt x="464" y="133"/>
                  </a:lnTo>
                  <a:cubicBezTo>
                    <a:pt x="456" y="150"/>
                    <a:pt x="447" y="168"/>
                    <a:pt x="447" y="176"/>
                  </a:cubicBezTo>
                  <a:cubicBezTo>
                    <a:pt x="439" y="219"/>
                    <a:pt x="404" y="219"/>
                    <a:pt x="370" y="228"/>
                  </a:cubicBezTo>
                  <a:cubicBezTo>
                    <a:pt x="318" y="245"/>
                    <a:pt x="275" y="262"/>
                    <a:pt x="241" y="297"/>
                  </a:cubicBezTo>
                  <a:cubicBezTo>
                    <a:pt x="215" y="322"/>
                    <a:pt x="198" y="357"/>
                    <a:pt x="181" y="382"/>
                  </a:cubicBezTo>
                  <a:cubicBezTo>
                    <a:pt x="155" y="425"/>
                    <a:pt x="121" y="460"/>
                    <a:pt x="112" y="511"/>
                  </a:cubicBezTo>
                  <a:cubicBezTo>
                    <a:pt x="112" y="520"/>
                    <a:pt x="104" y="561"/>
                    <a:pt x="87" y="563"/>
                  </a:cubicBezTo>
                  <a:lnTo>
                    <a:pt x="87" y="563"/>
                  </a:lnTo>
                  <a:cubicBezTo>
                    <a:pt x="88" y="561"/>
                    <a:pt x="89" y="561"/>
                    <a:pt x="89" y="561"/>
                  </a:cubicBezTo>
                  <a:lnTo>
                    <a:pt x="89" y="561"/>
                  </a:lnTo>
                  <a:cubicBezTo>
                    <a:pt x="89" y="561"/>
                    <a:pt x="88" y="561"/>
                    <a:pt x="86" y="563"/>
                  </a:cubicBezTo>
                  <a:cubicBezTo>
                    <a:pt x="87" y="563"/>
                    <a:pt x="87" y="563"/>
                    <a:pt x="87" y="563"/>
                  </a:cubicBezTo>
                  <a:lnTo>
                    <a:pt x="87" y="563"/>
                  </a:lnTo>
                  <a:cubicBezTo>
                    <a:pt x="84" y="568"/>
                    <a:pt x="75" y="581"/>
                    <a:pt x="69" y="597"/>
                  </a:cubicBezTo>
                  <a:cubicBezTo>
                    <a:pt x="52" y="649"/>
                    <a:pt x="18" y="692"/>
                    <a:pt x="26" y="743"/>
                  </a:cubicBezTo>
                  <a:cubicBezTo>
                    <a:pt x="35" y="795"/>
                    <a:pt x="0" y="864"/>
                    <a:pt x="18" y="907"/>
                  </a:cubicBezTo>
                  <a:lnTo>
                    <a:pt x="35" y="932"/>
                  </a:lnTo>
                  <a:lnTo>
                    <a:pt x="43" y="967"/>
                  </a:lnTo>
                  <a:lnTo>
                    <a:pt x="43" y="924"/>
                  </a:lnTo>
                  <a:lnTo>
                    <a:pt x="78" y="812"/>
                  </a:lnTo>
                  <a:cubicBezTo>
                    <a:pt x="103" y="760"/>
                    <a:pt x="146" y="760"/>
                    <a:pt x="164" y="709"/>
                  </a:cubicBezTo>
                  <a:cubicBezTo>
                    <a:pt x="181" y="649"/>
                    <a:pt x="215" y="632"/>
                    <a:pt x="267" y="606"/>
                  </a:cubicBezTo>
                  <a:cubicBezTo>
                    <a:pt x="293" y="597"/>
                    <a:pt x="310" y="580"/>
                    <a:pt x="327" y="563"/>
                  </a:cubicBezTo>
                  <a:cubicBezTo>
                    <a:pt x="344" y="546"/>
                    <a:pt x="361" y="537"/>
                    <a:pt x="378" y="520"/>
                  </a:cubicBezTo>
                  <a:cubicBezTo>
                    <a:pt x="387" y="494"/>
                    <a:pt x="396" y="468"/>
                    <a:pt x="421" y="451"/>
                  </a:cubicBezTo>
                  <a:cubicBezTo>
                    <a:pt x="447" y="434"/>
                    <a:pt x="482" y="434"/>
                    <a:pt x="507" y="425"/>
                  </a:cubicBezTo>
                  <a:cubicBezTo>
                    <a:pt x="524" y="408"/>
                    <a:pt x="542" y="400"/>
                    <a:pt x="567" y="391"/>
                  </a:cubicBezTo>
                  <a:cubicBezTo>
                    <a:pt x="602" y="374"/>
                    <a:pt x="628" y="339"/>
                    <a:pt x="662" y="322"/>
                  </a:cubicBezTo>
                  <a:cubicBezTo>
                    <a:pt x="688" y="305"/>
                    <a:pt x="705" y="297"/>
                    <a:pt x="739" y="297"/>
                  </a:cubicBezTo>
                  <a:cubicBezTo>
                    <a:pt x="791" y="297"/>
                    <a:pt x="842" y="279"/>
                    <a:pt x="885" y="271"/>
                  </a:cubicBezTo>
                  <a:cubicBezTo>
                    <a:pt x="945" y="262"/>
                    <a:pt x="1006" y="262"/>
                    <a:pt x="1057" y="245"/>
                  </a:cubicBezTo>
                  <a:cubicBezTo>
                    <a:pt x="1081" y="239"/>
                    <a:pt x="1110" y="233"/>
                    <a:pt x="1134" y="233"/>
                  </a:cubicBezTo>
                  <a:cubicBezTo>
                    <a:pt x="1144" y="233"/>
                    <a:pt x="1153" y="234"/>
                    <a:pt x="1160" y="236"/>
                  </a:cubicBezTo>
                  <a:lnTo>
                    <a:pt x="1186" y="254"/>
                  </a:lnTo>
                  <a:cubicBezTo>
                    <a:pt x="1238" y="271"/>
                    <a:pt x="1298" y="271"/>
                    <a:pt x="1349" y="271"/>
                  </a:cubicBezTo>
                  <a:cubicBezTo>
                    <a:pt x="1384" y="271"/>
                    <a:pt x="1401" y="262"/>
                    <a:pt x="1435" y="254"/>
                  </a:cubicBezTo>
                  <a:cubicBezTo>
                    <a:pt x="1440" y="252"/>
                    <a:pt x="1445" y="251"/>
                    <a:pt x="1451" y="251"/>
                  </a:cubicBezTo>
                  <a:cubicBezTo>
                    <a:pt x="1472" y="251"/>
                    <a:pt x="1494" y="262"/>
                    <a:pt x="1521" y="262"/>
                  </a:cubicBezTo>
                  <a:cubicBezTo>
                    <a:pt x="1573" y="279"/>
                    <a:pt x="1633" y="279"/>
                    <a:pt x="1684" y="305"/>
                  </a:cubicBezTo>
                  <a:cubicBezTo>
                    <a:pt x="1659" y="271"/>
                    <a:pt x="1633" y="245"/>
                    <a:pt x="1598" y="228"/>
                  </a:cubicBezTo>
                  <a:cubicBezTo>
                    <a:pt x="1573" y="211"/>
                    <a:pt x="1547" y="193"/>
                    <a:pt x="1530" y="176"/>
                  </a:cubicBezTo>
                  <a:cubicBezTo>
                    <a:pt x="1495" y="150"/>
                    <a:pt x="1461" y="142"/>
                    <a:pt x="1435" y="125"/>
                  </a:cubicBezTo>
                  <a:cubicBezTo>
                    <a:pt x="1401" y="108"/>
                    <a:pt x="1375" y="99"/>
                    <a:pt x="1349" y="90"/>
                  </a:cubicBezTo>
                  <a:lnTo>
                    <a:pt x="1323" y="82"/>
                  </a:lnTo>
                  <a:lnTo>
                    <a:pt x="1298" y="90"/>
                  </a:lnTo>
                  <a:cubicBezTo>
                    <a:pt x="1293" y="93"/>
                    <a:pt x="1288" y="94"/>
                    <a:pt x="1284" y="94"/>
                  </a:cubicBezTo>
                  <a:cubicBezTo>
                    <a:pt x="1275" y="94"/>
                    <a:pt x="1267" y="88"/>
                    <a:pt x="1255" y="82"/>
                  </a:cubicBezTo>
                  <a:cubicBezTo>
                    <a:pt x="1246" y="82"/>
                    <a:pt x="1229" y="82"/>
                    <a:pt x="1220" y="73"/>
                  </a:cubicBezTo>
                  <a:cubicBezTo>
                    <a:pt x="1195" y="65"/>
                    <a:pt x="1186" y="56"/>
                    <a:pt x="1160" y="47"/>
                  </a:cubicBezTo>
                  <a:cubicBezTo>
                    <a:pt x="1126" y="30"/>
                    <a:pt x="1083" y="13"/>
                    <a:pt x="1040" y="4"/>
                  </a:cubicBezTo>
                  <a:cubicBezTo>
                    <a:pt x="1027" y="2"/>
                    <a:pt x="1015" y="1"/>
                    <a:pt x="1002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1" name="Google Shape;1331;p17"/>
            <p:cNvSpPr/>
            <p:nvPr/>
          </p:nvSpPr>
          <p:spPr>
            <a:xfrm>
              <a:off x="5179450" y="1272900"/>
              <a:ext cx="30950" cy="32325"/>
            </a:xfrm>
            <a:custGeom>
              <a:avLst/>
              <a:gdLst/>
              <a:ahLst/>
              <a:cxnLst/>
              <a:rect l="l" t="t" r="r" b="b"/>
              <a:pathLst>
                <a:path w="1238" h="1293" extrusionOk="0">
                  <a:moveTo>
                    <a:pt x="937" y="0"/>
                  </a:moveTo>
                  <a:lnTo>
                    <a:pt x="937" y="43"/>
                  </a:lnTo>
                  <a:cubicBezTo>
                    <a:pt x="937" y="52"/>
                    <a:pt x="946" y="69"/>
                    <a:pt x="954" y="86"/>
                  </a:cubicBezTo>
                  <a:lnTo>
                    <a:pt x="963" y="121"/>
                  </a:lnTo>
                  <a:cubicBezTo>
                    <a:pt x="972" y="129"/>
                    <a:pt x="980" y="147"/>
                    <a:pt x="989" y="155"/>
                  </a:cubicBezTo>
                  <a:cubicBezTo>
                    <a:pt x="989" y="164"/>
                    <a:pt x="1015" y="215"/>
                    <a:pt x="997" y="224"/>
                  </a:cubicBezTo>
                  <a:lnTo>
                    <a:pt x="989" y="215"/>
                  </a:lnTo>
                  <a:cubicBezTo>
                    <a:pt x="980" y="232"/>
                    <a:pt x="980" y="258"/>
                    <a:pt x="972" y="284"/>
                  </a:cubicBezTo>
                  <a:lnTo>
                    <a:pt x="954" y="318"/>
                  </a:lnTo>
                  <a:lnTo>
                    <a:pt x="937" y="327"/>
                  </a:lnTo>
                  <a:lnTo>
                    <a:pt x="920" y="310"/>
                  </a:lnTo>
                  <a:lnTo>
                    <a:pt x="920" y="310"/>
                  </a:lnTo>
                  <a:cubicBezTo>
                    <a:pt x="920" y="327"/>
                    <a:pt x="920" y="344"/>
                    <a:pt x="929" y="353"/>
                  </a:cubicBezTo>
                  <a:lnTo>
                    <a:pt x="929" y="396"/>
                  </a:lnTo>
                  <a:lnTo>
                    <a:pt x="946" y="421"/>
                  </a:lnTo>
                  <a:lnTo>
                    <a:pt x="946" y="456"/>
                  </a:lnTo>
                  <a:cubicBezTo>
                    <a:pt x="954" y="482"/>
                    <a:pt x="954" y="507"/>
                    <a:pt x="954" y="525"/>
                  </a:cubicBezTo>
                  <a:cubicBezTo>
                    <a:pt x="963" y="567"/>
                    <a:pt x="972" y="610"/>
                    <a:pt x="963" y="653"/>
                  </a:cubicBezTo>
                  <a:cubicBezTo>
                    <a:pt x="963" y="688"/>
                    <a:pt x="954" y="714"/>
                    <a:pt x="946" y="748"/>
                  </a:cubicBezTo>
                  <a:lnTo>
                    <a:pt x="929" y="791"/>
                  </a:lnTo>
                  <a:lnTo>
                    <a:pt x="920" y="774"/>
                  </a:lnTo>
                  <a:cubicBezTo>
                    <a:pt x="903" y="808"/>
                    <a:pt x="911" y="842"/>
                    <a:pt x="894" y="868"/>
                  </a:cubicBezTo>
                  <a:cubicBezTo>
                    <a:pt x="877" y="911"/>
                    <a:pt x="834" y="937"/>
                    <a:pt x="800" y="954"/>
                  </a:cubicBezTo>
                  <a:cubicBezTo>
                    <a:pt x="783" y="963"/>
                    <a:pt x="757" y="971"/>
                    <a:pt x="740" y="971"/>
                  </a:cubicBezTo>
                  <a:cubicBezTo>
                    <a:pt x="722" y="971"/>
                    <a:pt x="714" y="963"/>
                    <a:pt x="705" y="963"/>
                  </a:cubicBezTo>
                  <a:lnTo>
                    <a:pt x="680" y="946"/>
                  </a:lnTo>
                  <a:lnTo>
                    <a:pt x="671" y="937"/>
                  </a:lnTo>
                  <a:cubicBezTo>
                    <a:pt x="654" y="937"/>
                    <a:pt x="654" y="971"/>
                    <a:pt x="645" y="980"/>
                  </a:cubicBezTo>
                  <a:cubicBezTo>
                    <a:pt x="637" y="997"/>
                    <a:pt x="628" y="1014"/>
                    <a:pt x="619" y="1031"/>
                  </a:cubicBezTo>
                  <a:cubicBezTo>
                    <a:pt x="609" y="1041"/>
                    <a:pt x="605" y="1046"/>
                    <a:pt x="600" y="1046"/>
                  </a:cubicBezTo>
                  <a:cubicBezTo>
                    <a:pt x="596" y="1046"/>
                    <a:pt x="592" y="1044"/>
                    <a:pt x="585" y="1040"/>
                  </a:cubicBezTo>
                  <a:cubicBezTo>
                    <a:pt x="579" y="1037"/>
                    <a:pt x="574" y="1036"/>
                    <a:pt x="568" y="1036"/>
                  </a:cubicBezTo>
                  <a:cubicBezTo>
                    <a:pt x="556" y="1036"/>
                    <a:pt x="545" y="1040"/>
                    <a:pt x="533" y="1040"/>
                  </a:cubicBezTo>
                  <a:cubicBezTo>
                    <a:pt x="513" y="1047"/>
                    <a:pt x="497" y="1060"/>
                    <a:pt x="474" y="1060"/>
                  </a:cubicBezTo>
                  <a:cubicBezTo>
                    <a:pt x="469" y="1060"/>
                    <a:pt x="463" y="1059"/>
                    <a:pt x="456" y="1057"/>
                  </a:cubicBezTo>
                  <a:cubicBezTo>
                    <a:pt x="456" y="1040"/>
                    <a:pt x="473" y="1023"/>
                    <a:pt x="473" y="1006"/>
                  </a:cubicBezTo>
                  <a:lnTo>
                    <a:pt x="473" y="1006"/>
                  </a:lnTo>
                  <a:lnTo>
                    <a:pt x="456" y="1023"/>
                  </a:lnTo>
                  <a:lnTo>
                    <a:pt x="422" y="1040"/>
                  </a:lnTo>
                  <a:cubicBezTo>
                    <a:pt x="405" y="1049"/>
                    <a:pt x="379" y="1049"/>
                    <a:pt x="353" y="1057"/>
                  </a:cubicBezTo>
                  <a:cubicBezTo>
                    <a:pt x="336" y="1057"/>
                    <a:pt x="310" y="1057"/>
                    <a:pt x="284" y="1049"/>
                  </a:cubicBezTo>
                  <a:cubicBezTo>
                    <a:pt x="224" y="1040"/>
                    <a:pt x="173" y="1023"/>
                    <a:pt x="121" y="997"/>
                  </a:cubicBezTo>
                  <a:lnTo>
                    <a:pt x="87" y="980"/>
                  </a:lnTo>
                  <a:lnTo>
                    <a:pt x="61" y="963"/>
                  </a:lnTo>
                  <a:cubicBezTo>
                    <a:pt x="1" y="988"/>
                    <a:pt x="1" y="1023"/>
                    <a:pt x="18" y="1049"/>
                  </a:cubicBezTo>
                  <a:cubicBezTo>
                    <a:pt x="27" y="1066"/>
                    <a:pt x="44" y="1074"/>
                    <a:pt x="61" y="1092"/>
                  </a:cubicBezTo>
                  <a:cubicBezTo>
                    <a:pt x="78" y="1109"/>
                    <a:pt x="95" y="1126"/>
                    <a:pt x="104" y="1152"/>
                  </a:cubicBezTo>
                  <a:lnTo>
                    <a:pt x="121" y="1186"/>
                  </a:lnTo>
                  <a:lnTo>
                    <a:pt x="147" y="1195"/>
                  </a:lnTo>
                  <a:cubicBezTo>
                    <a:pt x="164" y="1203"/>
                    <a:pt x="181" y="1203"/>
                    <a:pt x="198" y="1212"/>
                  </a:cubicBezTo>
                  <a:cubicBezTo>
                    <a:pt x="207" y="1212"/>
                    <a:pt x="233" y="1220"/>
                    <a:pt x="250" y="1229"/>
                  </a:cubicBezTo>
                  <a:lnTo>
                    <a:pt x="267" y="1255"/>
                  </a:lnTo>
                  <a:cubicBezTo>
                    <a:pt x="284" y="1255"/>
                    <a:pt x="310" y="1255"/>
                    <a:pt x="327" y="1263"/>
                  </a:cubicBezTo>
                  <a:cubicBezTo>
                    <a:pt x="344" y="1263"/>
                    <a:pt x="370" y="1272"/>
                    <a:pt x="387" y="1272"/>
                  </a:cubicBezTo>
                  <a:cubicBezTo>
                    <a:pt x="405" y="1281"/>
                    <a:pt x="422" y="1281"/>
                    <a:pt x="430" y="1289"/>
                  </a:cubicBezTo>
                  <a:lnTo>
                    <a:pt x="465" y="1289"/>
                  </a:lnTo>
                  <a:cubicBezTo>
                    <a:pt x="476" y="1289"/>
                    <a:pt x="488" y="1293"/>
                    <a:pt x="499" y="1293"/>
                  </a:cubicBezTo>
                  <a:cubicBezTo>
                    <a:pt x="505" y="1293"/>
                    <a:pt x="511" y="1292"/>
                    <a:pt x="516" y="1289"/>
                  </a:cubicBezTo>
                  <a:lnTo>
                    <a:pt x="551" y="1272"/>
                  </a:lnTo>
                  <a:cubicBezTo>
                    <a:pt x="576" y="1255"/>
                    <a:pt x="602" y="1255"/>
                    <a:pt x="628" y="1255"/>
                  </a:cubicBezTo>
                  <a:cubicBezTo>
                    <a:pt x="680" y="1246"/>
                    <a:pt x="731" y="1238"/>
                    <a:pt x="774" y="1229"/>
                  </a:cubicBezTo>
                  <a:cubicBezTo>
                    <a:pt x="808" y="1229"/>
                    <a:pt x="834" y="1229"/>
                    <a:pt x="860" y="1220"/>
                  </a:cubicBezTo>
                  <a:cubicBezTo>
                    <a:pt x="894" y="1203"/>
                    <a:pt x="911" y="1186"/>
                    <a:pt x="929" y="1169"/>
                  </a:cubicBezTo>
                  <a:cubicBezTo>
                    <a:pt x="946" y="1152"/>
                    <a:pt x="963" y="1135"/>
                    <a:pt x="980" y="1117"/>
                  </a:cubicBezTo>
                  <a:lnTo>
                    <a:pt x="1006" y="1092"/>
                  </a:lnTo>
                  <a:cubicBezTo>
                    <a:pt x="1015" y="1074"/>
                    <a:pt x="1023" y="1049"/>
                    <a:pt x="1032" y="1031"/>
                  </a:cubicBezTo>
                  <a:cubicBezTo>
                    <a:pt x="1040" y="1023"/>
                    <a:pt x="1049" y="1006"/>
                    <a:pt x="1058" y="988"/>
                  </a:cubicBezTo>
                  <a:cubicBezTo>
                    <a:pt x="1075" y="963"/>
                    <a:pt x="1092" y="937"/>
                    <a:pt x="1118" y="920"/>
                  </a:cubicBezTo>
                  <a:cubicBezTo>
                    <a:pt x="1143" y="903"/>
                    <a:pt x="1161" y="885"/>
                    <a:pt x="1178" y="860"/>
                  </a:cubicBezTo>
                  <a:cubicBezTo>
                    <a:pt x="1204" y="808"/>
                    <a:pt x="1204" y="739"/>
                    <a:pt x="1221" y="688"/>
                  </a:cubicBezTo>
                  <a:cubicBezTo>
                    <a:pt x="1238" y="636"/>
                    <a:pt x="1212" y="602"/>
                    <a:pt x="1204" y="550"/>
                  </a:cubicBezTo>
                  <a:cubicBezTo>
                    <a:pt x="1186" y="507"/>
                    <a:pt x="1178" y="456"/>
                    <a:pt x="1169" y="413"/>
                  </a:cubicBezTo>
                  <a:cubicBezTo>
                    <a:pt x="1161" y="370"/>
                    <a:pt x="1135" y="336"/>
                    <a:pt x="1118" y="301"/>
                  </a:cubicBezTo>
                  <a:lnTo>
                    <a:pt x="1109" y="258"/>
                  </a:lnTo>
                  <a:lnTo>
                    <a:pt x="1092" y="232"/>
                  </a:lnTo>
                  <a:cubicBezTo>
                    <a:pt x="1075" y="215"/>
                    <a:pt x="1075" y="198"/>
                    <a:pt x="1066" y="181"/>
                  </a:cubicBezTo>
                  <a:lnTo>
                    <a:pt x="1040" y="155"/>
                  </a:lnTo>
                  <a:cubicBezTo>
                    <a:pt x="1023" y="121"/>
                    <a:pt x="1006" y="86"/>
                    <a:pt x="980" y="61"/>
                  </a:cubicBezTo>
                  <a:cubicBezTo>
                    <a:pt x="963" y="43"/>
                    <a:pt x="954" y="18"/>
                    <a:pt x="937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2" name="Google Shape;1332;p17"/>
            <p:cNvSpPr/>
            <p:nvPr/>
          </p:nvSpPr>
          <p:spPr>
            <a:xfrm>
              <a:off x="5173650" y="1267950"/>
              <a:ext cx="27750" cy="35225"/>
            </a:xfrm>
            <a:custGeom>
              <a:avLst/>
              <a:gdLst/>
              <a:ahLst/>
              <a:cxnLst/>
              <a:rect l="l" t="t" r="r" b="b"/>
              <a:pathLst>
                <a:path w="1110" h="1409" extrusionOk="0">
                  <a:moveTo>
                    <a:pt x="783" y="1"/>
                  </a:moveTo>
                  <a:cubicBezTo>
                    <a:pt x="748" y="9"/>
                    <a:pt x="705" y="18"/>
                    <a:pt x="662" y="18"/>
                  </a:cubicBezTo>
                  <a:cubicBezTo>
                    <a:pt x="637" y="27"/>
                    <a:pt x="619" y="35"/>
                    <a:pt x="594" y="52"/>
                  </a:cubicBezTo>
                  <a:cubicBezTo>
                    <a:pt x="568" y="61"/>
                    <a:pt x="559" y="70"/>
                    <a:pt x="533" y="78"/>
                  </a:cubicBezTo>
                  <a:cubicBezTo>
                    <a:pt x="516" y="87"/>
                    <a:pt x="499" y="87"/>
                    <a:pt x="482" y="95"/>
                  </a:cubicBezTo>
                  <a:cubicBezTo>
                    <a:pt x="396" y="130"/>
                    <a:pt x="319" y="181"/>
                    <a:pt x="250" y="241"/>
                  </a:cubicBezTo>
                  <a:cubicBezTo>
                    <a:pt x="233" y="259"/>
                    <a:pt x="207" y="276"/>
                    <a:pt x="190" y="293"/>
                  </a:cubicBezTo>
                  <a:cubicBezTo>
                    <a:pt x="173" y="310"/>
                    <a:pt x="164" y="327"/>
                    <a:pt x="155" y="336"/>
                  </a:cubicBezTo>
                  <a:cubicBezTo>
                    <a:pt x="113" y="379"/>
                    <a:pt x="87" y="422"/>
                    <a:pt x="52" y="473"/>
                  </a:cubicBezTo>
                  <a:cubicBezTo>
                    <a:pt x="44" y="482"/>
                    <a:pt x="35" y="499"/>
                    <a:pt x="27" y="508"/>
                  </a:cubicBezTo>
                  <a:cubicBezTo>
                    <a:pt x="18" y="534"/>
                    <a:pt x="18" y="559"/>
                    <a:pt x="18" y="585"/>
                  </a:cubicBezTo>
                  <a:cubicBezTo>
                    <a:pt x="18" y="611"/>
                    <a:pt x="18" y="637"/>
                    <a:pt x="18" y="662"/>
                  </a:cubicBezTo>
                  <a:cubicBezTo>
                    <a:pt x="9" y="688"/>
                    <a:pt x="1" y="714"/>
                    <a:pt x="1" y="740"/>
                  </a:cubicBezTo>
                  <a:cubicBezTo>
                    <a:pt x="1" y="757"/>
                    <a:pt x="1" y="791"/>
                    <a:pt x="9" y="808"/>
                  </a:cubicBezTo>
                  <a:cubicBezTo>
                    <a:pt x="27" y="860"/>
                    <a:pt x="44" y="903"/>
                    <a:pt x="52" y="955"/>
                  </a:cubicBezTo>
                  <a:cubicBezTo>
                    <a:pt x="70" y="989"/>
                    <a:pt x="70" y="1032"/>
                    <a:pt x="95" y="1075"/>
                  </a:cubicBezTo>
                  <a:cubicBezTo>
                    <a:pt x="104" y="1092"/>
                    <a:pt x="121" y="1118"/>
                    <a:pt x="138" y="1135"/>
                  </a:cubicBezTo>
                  <a:cubicBezTo>
                    <a:pt x="147" y="1152"/>
                    <a:pt x="155" y="1161"/>
                    <a:pt x="164" y="1178"/>
                  </a:cubicBezTo>
                  <a:cubicBezTo>
                    <a:pt x="198" y="1212"/>
                    <a:pt x="241" y="1247"/>
                    <a:pt x="276" y="1281"/>
                  </a:cubicBezTo>
                  <a:cubicBezTo>
                    <a:pt x="310" y="1315"/>
                    <a:pt x="353" y="1341"/>
                    <a:pt x="396" y="1358"/>
                  </a:cubicBezTo>
                  <a:cubicBezTo>
                    <a:pt x="413" y="1367"/>
                    <a:pt x="422" y="1375"/>
                    <a:pt x="439" y="1384"/>
                  </a:cubicBezTo>
                  <a:lnTo>
                    <a:pt x="465" y="1401"/>
                  </a:lnTo>
                  <a:cubicBezTo>
                    <a:pt x="470" y="1407"/>
                    <a:pt x="473" y="1409"/>
                    <a:pt x="474" y="1409"/>
                  </a:cubicBezTo>
                  <a:cubicBezTo>
                    <a:pt x="477" y="1409"/>
                    <a:pt x="471" y="1399"/>
                    <a:pt x="465" y="1393"/>
                  </a:cubicBezTo>
                  <a:lnTo>
                    <a:pt x="439" y="1375"/>
                  </a:lnTo>
                  <a:lnTo>
                    <a:pt x="413" y="1350"/>
                  </a:lnTo>
                  <a:lnTo>
                    <a:pt x="379" y="1315"/>
                  </a:lnTo>
                  <a:cubicBezTo>
                    <a:pt x="362" y="1298"/>
                    <a:pt x="353" y="1272"/>
                    <a:pt x="336" y="1255"/>
                  </a:cubicBezTo>
                  <a:cubicBezTo>
                    <a:pt x="319" y="1229"/>
                    <a:pt x="310" y="1221"/>
                    <a:pt x="310" y="1195"/>
                  </a:cubicBezTo>
                  <a:cubicBezTo>
                    <a:pt x="319" y="1161"/>
                    <a:pt x="293" y="1135"/>
                    <a:pt x="293" y="1101"/>
                  </a:cubicBezTo>
                  <a:lnTo>
                    <a:pt x="284" y="1075"/>
                  </a:lnTo>
                  <a:lnTo>
                    <a:pt x="293" y="1032"/>
                  </a:lnTo>
                  <a:cubicBezTo>
                    <a:pt x="284" y="1023"/>
                    <a:pt x="250" y="1023"/>
                    <a:pt x="241" y="1006"/>
                  </a:cubicBezTo>
                  <a:cubicBezTo>
                    <a:pt x="233" y="997"/>
                    <a:pt x="233" y="980"/>
                    <a:pt x="233" y="972"/>
                  </a:cubicBezTo>
                  <a:cubicBezTo>
                    <a:pt x="241" y="955"/>
                    <a:pt x="241" y="946"/>
                    <a:pt x="250" y="929"/>
                  </a:cubicBezTo>
                  <a:cubicBezTo>
                    <a:pt x="259" y="912"/>
                    <a:pt x="259" y="894"/>
                    <a:pt x="259" y="869"/>
                  </a:cubicBezTo>
                  <a:cubicBezTo>
                    <a:pt x="259" y="826"/>
                    <a:pt x="259" y="783"/>
                    <a:pt x="259" y="731"/>
                  </a:cubicBezTo>
                  <a:cubicBezTo>
                    <a:pt x="259" y="705"/>
                    <a:pt x="267" y="662"/>
                    <a:pt x="293" y="645"/>
                  </a:cubicBezTo>
                  <a:cubicBezTo>
                    <a:pt x="319" y="628"/>
                    <a:pt x="336" y="611"/>
                    <a:pt x="353" y="585"/>
                  </a:cubicBezTo>
                  <a:lnTo>
                    <a:pt x="370" y="559"/>
                  </a:lnTo>
                  <a:cubicBezTo>
                    <a:pt x="387" y="534"/>
                    <a:pt x="370" y="491"/>
                    <a:pt x="396" y="465"/>
                  </a:cubicBezTo>
                  <a:cubicBezTo>
                    <a:pt x="405" y="448"/>
                    <a:pt x="439" y="430"/>
                    <a:pt x="439" y="405"/>
                  </a:cubicBezTo>
                  <a:lnTo>
                    <a:pt x="430" y="370"/>
                  </a:lnTo>
                  <a:cubicBezTo>
                    <a:pt x="422" y="345"/>
                    <a:pt x="422" y="336"/>
                    <a:pt x="439" y="310"/>
                  </a:cubicBezTo>
                  <a:lnTo>
                    <a:pt x="473" y="284"/>
                  </a:lnTo>
                  <a:cubicBezTo>
                    <a:pt x="491" y="276"/>
                    <a:pt x="499" y="267"/>
                    <a:pt x="516" y="250"/>
                  </a:cubicBezTo>
                  <a:cubicBezTo>
                    <a:pt x="525" y="241"/>
                    <a:pt x="542" y="233"/>
                    <a:pt x="559" y="224"/>
                  </a:cubicBezTo>
                  <a:lnTo>
                    <a:pt x="637" y="224"/>
                  </a:lnTo>
                  <a:cubicBezTo>
                    <a:pt x="645" y="224"/>
                    <a:pt x="662" y="224"/>
                    <a:pt x="680" y="216"/>
                  </a:cubicBezTo>
                  <a:cubicBezTo>
                    <a:pt x="697" y="216"/>
                    <a:pt x="705" y="207"/>
                    <a:pt x="722" y="207"/>
                  </a:cubicBezTo>
                  <a:cubicBezTo>
                    <a:pt x="731" y="207"/>
                    <a:pt x="740" y="198"/>
                    <a:pt x="757" y="198"/>
                  </a:cubicBezTo>
                  <a:lnTo>
                    <a:pt x="791" y="190"/>
                  </a:lnTo>
                  <a:lnTo>
                    <a:pt x="826" y="190"/>
                  </a:lnTo>
                  <a:cubicBezTo>
                    <a:pt x="843" y="190"/>
                    <a:pt x="864" y="198"/>
                    <a:pt x="884" y="198"/>
                  </a:cubicBezTo>
                  <a:cubicBezTo>
                    <a:pt x="893" y="198"/>
                    <a:pt x="903" y="196"/>
                    <a:pt x="912" y="190"/>
                  </a:cubicBezTo>
                  <a:lnTo>
                    <a:pt x="946" y="173"/>
                  </a:lnTo>
                  <a:cubicBezTo>
                    <a:pt x="963" y="164"/>
                    <a:pt x="972" y="156"/>
                    <a:pt x="989" y="156"/>
                  </a:cubicBezTo>
                  <a:cubicBezTo>
                    <a:pt x="1015" y="156"/>
                    <a:pt x="1049" y="156"/>
                    <a:pt x="1066" y="164"/>
                  </a:cubicBezTo>
                  <a:lnTo>
                    <a:pt x="1109" y="181"/>
                  </a:lnTo>
                  <a:lnTo>
                    <a:pt x="1092" y="164"/>
                  </a:lnTo>
                  <a:lnTo>
                    <a:pt x="1075" y="147"/>
                  </a:lnTo>
                  <a:cubicBezTo>
                    <a:pt x="1066" y="130"/>
                    <a:pt x="1066" y="121"/>
                    <a:pt x="1058" y="121"/>
                  </a:cubicBezTo>
                  <a:cubicBezTo>
                    <a:pt x="1040" y="113"/>
                    <a:pt x="1032" y="113"/>
                    <a:pt x="1023" y="95"/>
                  </a:cubicBezTo>
                  <a:lnTo>
                    <a:pt x="1006" y="87"/>
                  </a:lnTo>
                  <a:cubicBezTo>
                    <a:pt x="989" y="70"/>
                    <a:pt x="972" y="61"/>
                    <a:pt x="954" y="52"/>
                  </a:cubicBezTo>
                  <a:lnTo>
                    <a:pt x="929" y="35"/>
                  </a:lnTo>
                  <a:cubicBezTo>
                    <a:pt x="903" y="27"/>
                    <a:pt x="886" y="18"/>
                    <a:pt x="860" y="18"/>
                  </a:cubicBezTo>
                  <a:cubicBezTo>
                    <a:pt x="834" y="9"/>
                    <a:pt x="808" y="1"/>
                    <a:pt x="78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3" name="Google Shape;1333;p17"/>
            <p:cNvSpPr/>
            <p:nvPr/>
          </p:nvSpPr>
          <p:spPr>
            <a:xfrm>
              <a:off x="5186550" y="1277800"/>
              <a:ext cx="13325" cy="16825"/>
            </a:xfrm>
            <a:custGeom>
              <a:avLst/>
              <a:gdLst/>
              <a:ahLst/>
              <a:cxnLst/>
              <a:rect l="l" t="t" r="r" b="b"/>
              <a:pathLst>
                <a:path w="533" h="673" extrusionOk="0">
                  <a:moveTo>
                    <a:pt x="311" y="0"/>
                  </a:moveTo>
                  <a:cubicBezTo>
                    <a:pt x="261" y="0"/>
                    <a:pt x="217" y="22"/>
                    <a:pt x="172" y="36"/>
                  </a:cubicBezTo>
                  <a:cubicBezTo>
                    <a:pt x="155" y="45"/>
                    <a:pt x="129" y="54"/>
                    <a:pt x="103" y="62"/>
                  </a:cubicBezTo>
                  <a:lnTo>
                    <a:pt x="78" y="71"/>
                  </a:lnTo>
                  <a:cubicBezTo>
                    <a:pt x="60" y="71"/>
                    <a:pt x="60" y="79"/>
                    <a:pt x="52" y="88"/>
                  </a:cubicBezTo>
                  <a:lnTo>
                    <a:pt x="26" y="122"/>
                  </a:lnTo>
                  <a:lnTo>
                    <a:pt x="9" y="140"/>
                  </a:lnTo>
                  <a:lnTo>
                    <a:pt x="0" y="157"/>
                  </a:lnTo>
                  <a:cubicBezTo>
                    <a:pt x="17" y="157"/>
                    <a:pt x="35" y="148"/>
                    <a:pt x="52" y="140"/>
                  </a:cubicBezTo>
                  <a:cubicBezTo>
                    <a:pt x="63" y="140"/>
                    <a:pt x="75" y="143"/>
                    <a:pt x="86" y="143"/>
                  </a:cubicBezTo>
                  <a:cubicBezTo>
                    <a:pt x="92" y="143"/>
                    <a:pt x="98" y="142"/>
                    <a:pt x="103" y="140"/>
                  </a:cubicBezTo>
                  <a:cubicBezTo>
                    <a:pt x="109" y="140"/>
                    <a:pt x="115" y="132"/>
                    <a:pt x="118" y="132"/>
                  </a:cubicBezTo>
                  <a:cubicBezTo>
                    <a:pt x="120" y="132"/>
                    <a:pt x="121" y="134"/>
                    <a:pt x="121" y="140"/>
                  </a:cubicBezTo>
                  <a:cubicBezTo>
                    <a:pt x="132" y="140"/>
                    <a:pt x="151" y="136"/>
                    <a:pt x="170" y="136"/>
                  </a:cubicBezTo>
                  <a:cubicBezTo>
                    <a:pt x="180" y="136"/>
                    <a:pt x="189" y="137"/>
                    <a:pt x="198" y="140"/>
                  </a:cubicBezTo>
                  <a:lnTo>
                    <a:pt x="224" y="157"/>
                  </a:lnTo>
                  <a:cubicBezTo>
                    <a:pt x="232" y="165"/>
                    <a:pt x="241" y="174"/>
                    <a:pt x="258" y="182"/>
                  </a:cubicBezTo>
                  <a:cubicBezTo>
                    <a:pt x="292" y="200"/>
                    <a:pt x="335" y="225"/>
                    <a:pt x="344" y="268"/>
                  </a:cubicBezTo>
                  <a:cubicBezTo>
                    <a:pt x="361" y="311"/>
                    <a:pt x="353" y="354"/>
                    <a:pt x="344" y="397"/>
                  </a:cubicBezTo>
                  <a:cubicBezTo>
                    <a:pt x="344" y="440"/>
                    <a:pt x="301" y="466"/>
                    <a:pt x="301" y="509"/>
                  </a:cubicBezTo>
                  <a:cubicBezTo>
                    <a:pt x="301" y="535"/>
                    <a:pt x="310" y="561"/>
                    <a:pt x="301" y="578"/>
                  </a:cubicBezTo>
                  <a:lnTo>
                    <a:pt x="292" y="595"/>
                  </a:lnTo>
                  <a:lnTo>
                    <a:pt x="267" y="621"/>
                  </a:lnTo>
                  <a:cubicBezTo>
                    <a:pt x="258" y="638"/>
                    <a:pt x="241" y="664"/>
                    <a:pt x="232" y="672"/>
                  </a:cubicBezTo>
                  <a:lnTo>
                    <a:pt x="267" y="655"/>
                  </a:lnTo>
                  <a:cubicBezTo>
                    <a:pt x="292" y="646"/>
                    <a:pt x="318" y="638"/>
                    <a:pt x="335" y="629"/>
                  </a:cubicBezTo>
                  <a:cubicBezTo>
                    <a:pt x="361" y="612"/>
                    <a:pt x="387" y="586"/>
                    <a:pt x="421" y="569"/>
                  </a:cubicBezTo>
                  <a:lnTo>
                    <a:pt x="438" y="552"/>
                  </a:lnTo>
                  <a:lnTo>
                    <a:pt x="456" y="526"/>
                  </a:lnTo>
                  <a:cubicBezTo>
                    <a:pt x="473" y="492"/>
                    <a:pt x="481" y="457"/>
                    <a:pt x="499" y="423"/>
                  </a:cubicBezTo>
                  <a:cubicBezTo>
                    <a:pt x="499" y="406"/>
                    <a:pt x="507" y="406"/>
                    <a:pt x="516" y="397"/>
                  </a:cubicBezTo>
                  <a:lnTo>
                    <a:pt x="516" y="371"/>
                  </a:lnTo>
                  <a:cubicBezTo>
                    <a:pt x="533" y="320"/>
                    <a:pt x="533" y="277"/>
                    <a:pt x="516" y="234"/>
                  </a:cubicBezTo>
                  <a:cubicBezTo>
                    <a:pt x="507" y="208"/>
                    <a:pt x="507" y="182"/>
                    <a:pt x="499" y="157"/>
                  </a:cubicBezTo>
                  <a:cubicBezTo>
                    <a:pt x="490" y="122"/>
                    <a:pt x="456" y="97"/>
                    <a:pt x="430" y="79"/>
                  </a:cubicBezTo>
                  <a:cubicBezTo>
                    <a:pt x="396" y="45"/>
                    <a:pt x="387" y="11"/>
                    <a:pt x="335" y="2"/>
                  </a:cubicBezTo>
                  <a:cubicBezTo>
                    <a:pt x="327" y="1"/>
                    <a:pt x="319" y="0"/>
                    <a:pt x="311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04" name="Google Shape;1804;p19"/>
          <p:cNvGrpSpPr/>
          <p:nvPr/>
        </p:nvGrpSpPr>
        <p:grpSpPr>
          <a:xfrm>
            <a:off x="5788620" y="4057269"/>
            <a:ext cx="5155547" cy="2106696"/>
            <a:chOff x="4189695" y="287694"/>
            <a:chExt cx="5155547" cy="2106696"/>
          </a:xfrm>
        </p:grpSpPr>
        <p:sp>
          <p:nvSpPr>
            <p:cNvPr id="1805" name="Google Shape;1805;p19"/>
            <p:cNvSpPr/>
            <p:nvPr/>
          </p:nvSpPr>
          <p:spPr>
            <a:xfrm>
              <a:off x="4189695" y="287694"/>
              <a:ext cx="5155547" cy="2098315"/>
            </a:xfrm>
            <a:custGeom>
              <a:avLst/>
              <a:gdLst/>
              <a:ahLst/>
              <a:cxnLst/>
              <a:rect l="l" t="t" r="r" b="b"/>
              <a:pathLst>
                <a:path w="62130" h="25287" extrusionOk="0">
                  <a:moveTo>
                    <a:pt x="59522" y="0"/>
                  </a:moveTo>
                  <a:cubicBezTo>
                    <a:pt x="58960" y="381"/>
                    <a:pt x="58509" y="652"/>
                    <a:pt x="58178" y="903"/>
                  </a:cubicBezTo>
                  <a:cubicBezTo>
                    <a:pt x="57847" y="1164"/>
                    <a:pt x="56734" y="2046"/>
                    <a:pt x="56734" y="2046"/>
                  </a:cubicBezTo>
                  <a:cubicBezTo>
                    <a:pt x="56734" y="2046"/>
                    <a:pt x="56784" y="2508"/>
                    <a:pt x="56453" y="2758"/>
                  </a:cubicBezTo>
                  <a:cubicBezTo>
                    <a:pt x="56122" y="3019"/>
                    <a:pt x="55771" y="3160"/>
                    <a:pt x="55660" y="3280"/>
                  </a:cubicBezTo>
                  <a:cubicBezTo>
                    <a:pt x="55560" y="3400"/>
                    <a:pt x="54597" y="3481"/>
                    <a:pt x="54266" y="3731"/>
                  </a:cubicBezTo>
                  <a:cubicBezTo>
                    <a:pt x="54155" y="3818"/>
                    <a:pt x="53991" y="3843"/>
                    <a:pt x="53807" y="3843"/>
                  </a:cubicBezTo>
                  <a:cubicBezTo>
                    <a:pt x="53691" y="3843"/>
                    <a:pt x="53567" y="3833"/>
                    <a:pt x="53444" y="3822"/>
                  </a:cubicBezTo>
                  <a:cubicBezTo>
                    <a:pt x="53330" y="3813"/>
                    <a:pt x="53217" y="3806"/>
                    <a:pt x="53108" y="3806"/>
                  </a:cubicBezTo>
                  <a:cubicBezTo>
                    <a:pt x="52966" y="3806"/>
                    <a:pt x="52830" y="3818"/>
                    <a:pt x="52711" y="3852"/>
                  </a:cubicBezTo>
                  <a:cubicBezTo>
                    <a:pt x="52250" y="4002"/>
                    <a:pt x="51738" y="3812"/>
                    <a:pt x="51407" y="4072"/>
                  </a:cubicBezTo>
                  <a:cubicBezTo>
                    <a:pt x="51076" y="4323"/>
                    <a:pt x="50033" y="4755"/>
                    <a:pt x="50033" y="4755"/>
                  </a:cubicBezTo>
                  <a:cubicBezTo>
                    <a:pt x="50033" y="4755"/>
                    <a:pt x="50005" y="4752"/>
                    <a:pt x="49956" y="4752"/>
                  </a:cubicBezTo>
                  <a:cubicBezTo>
                    <a:pt x="49757" y="4752"/>
                    <a:pt x="49218" y="4791"/>
                    <a:pt x="48880" y="5186"/>
                  </a:cubicBezTo>
                  <a:cubicBezTo>
                    <a:pt x="48537" y="5576"/>
                    <a:pt x="48473" y="5726"/>
                    <a:pt x="48335" y="5726"/>
                  </a:cubicBezTo>
                  <a:cubicBezTo>
                    <a:pt x="48300" y="5726"/>
                    <a:pt x="48259" y="5716"/>
                    <a:pt x="48208" y="5697"/>
                  </a:cubicBezTo>
                  <a:cubicBezTo>
                    <a:pt x="47957" y="5597"/>
                    <a:pt x="47134" y="4744"/>
                    <a:pt x="46884" y="4654"/>
                  </a:cubicBezTo>
                  <a:cubicBezTo>
                    <a:pt x="46677" y="4571"/>
                    <a:pt x="46224" y="4516"/>
                    <a:pt x="45875" y="4516"/>
                  </a:cubicBezTo>
                  <a:cubicBezTo>
                    <a:pt x="45801" y="4516"/>
                    <a:pt x="45731" y="4519"/>
                    <a:pt x="45670" y="4524"/>
                  </a:cubicBezTo>
                  <a:cubicBezTo>
                    <a:pt x="45381" y="4540"/>
                    <a:pt x="45130" y="4929"/>
                    <a:pt x="44779" y="4929"/>
                  </a:cubicBezTo>
                  <a:cubicBezTo>
                    <a:pt x="44692" y="4929"/>
                    <a:pt x="44598" y="4905"/>
                    <a:pt x="44496" y="4845"/>
                  </a:cubicBezTo>
                  <a:cubicBezTo>
                    <a:pt x="43975" y="4534"/>
                    <a:pt x="43804" y="4093"/>
                    <a:pt x="43082" y="4032"/>
                  </a:cubicBezTo>
                  <a:cubicBezTo>
                    <a:pt x="42350" y="3972"/>
                    <a:pt x="42590" y="3962"/>
                    <a:pt x="41969" y="3782"/>
                  </a:cubicBezTo>
                  <a:cubicBezTo>
                    <a:pt x="41337" y="3601"/>
                    <a:pt x="41186" y="3270"/>
                    <a:pt x="40665" y="2959"/>
                  </a:cubicBezTo>
                  <a:cubicBezTo>
                    <a:pt x="40153" y="2658"/>
                    <a:pt x="39621" y="2237"/>
                    <a:pt x="39351" y="1916"/>
                  </a:cubicBezTo>
                  <a:cubicBezTo>
                    <a:pt x="39070" y="1595"/>
                    <a:pt x="38819" y="1505"/>
                    <a:pt x="38418" y="1194"/>
                  </a:cubicBezTo>
                  <a:cubicBezTo>
                    <a:pt x="38027" y="873"/>
                    <a:pt x="37786" y="893"/>
                    <a:pt x="37405" y="692"/>
                  </a:cubicBezTo>
                  <a:cubicBezTo>
                    <a:pt x="37090" y="539"/>
                    <a:pt x="36710" y="457"/>
                    <a:pt x="36265" y="457"/>
                  </a:cubicBezTo>
                  <a:cubicBezTo>
                    <a:pt x="36157" y="457"/>
                    <a:pt x="36046" y="462"/>
                    <a:pt x="35930" y="471"/>
                  </a:cubicBezTo>
                  <a:cubicBezTo>
                    <a:pt x="35869" y="476"/>
                    <a:pt x="35805" y="478"/>
                    <a:pt x="35741" y="478"/>
                  </a:cubicBezTo>
                  <a:cubicBezTo>
                    <a:pt x="35181" y="478"/>
                    <a:pt x="34560" y="332"/>
                    <a:pt x="34335" y="251"/>
                  </a:cubicBezTo>
                  <a:cubicBezTo>
                    <a:pt x="34313" y="243"/>
                    <a:pt x="34287" y="239"/>
                    <a:pt x="34258" y="239"/>
                  </a:cubicBezTo>
                  <a:cubicBezTo>
                    <a:pt x="34143" y="239"/>
                    <a:pt x="33978" y="295"/>
                    <a:pt x="33794" y="351"/>
                  </a:cubicBezTo>
                  <a:cubicBezTo>
                    <a:pt x="33609" y="405"/>
                    <a:pt x="33411" y="462"/>
                    <a:pt x="33232" y="462"/>
                  </a:cubicBezTo>
                  <a:cubicBezTo>
                    <a:pt x="33109" y="462"/>
                    <a:pt x="32995" y="435"/>
                    <a:pt x="32901" y="361"/>
                  </a:cubicBezTo>
                  <a:cubicBezTo>
                    <a:pt x="32794" y="278"/>
                    <a:pt x="32719" y="242"/>
                    <a:pt x="32659" y="242"/>
                  </a:cubicBezTo>
                  <a:cubicBezTo>
                    <a:pt x="32496" y="242"/>
                    <a:pt x="32457" y="519"/>
                    <a:pt x="32229" y="873"/>
                  </a:cubicBezTo>
                  <a:cubicBezTo>
                    <a:pt x="31928" y="1354"/>
                    <a:pt x="31266" y="1976"/>
                    <a:pt x="30935" y="2237"/>
                  </a:cubicBezTo>
                  <a:cubicBezTo>
                    <a:pt x="30604" y="2488"/>
                    <a:pt x="30624" y="2718"/>
                    <a:pt x="30303" y="3089"/>
                  </a:cubicBezTo>
                  <a:cubicBezTo>
                    <a:pt x="29982" y="3451"/>
                    <a:pt x="29992" y="3571"/>
                    <a:pt x="29661" y="3822"/>
                  </a:cubicBezTo>
                  <a:cubicBezTo>
                    <a:pt x="29608" y="3863"/>
                    <a:pt x="29536" y="3880"/>
                    <a:pt x="29449" y="3880"/>
                  </a:cubicBezTo>
                  <a:cubicBezTo>
                    <a:pt x="29241" y="3880"/>
                    <a:pt x="28955" y="3781"/>
                    <a:pt x="28678" y="3681"/>
                  </a:cubicBezTo>
                  <a:cubicBezTo>
                    <a:pt x="28399" y="3586"/>
                    <a:pt x="28120" y="3490"/>
                    <a:pt x="27937" y="3490"/>
                  </a:cubicBezTo>
                  <a:cubicBezTo>
                    <a:pt x="27889" y="3490"/>
                    <a:pt x="27848" y="3496"/>
                    <a:pt x="27815" y="3511"/>
                  </a:cubicBezTo>
                  <a:cubicBezTo>
                    <a:pt x="27766" y="3531"/>
                    <a:pt x="27719" y="3540"/>
                    <a:pt x="27671" y="3540"/>
                  </a:cubicBezTo>
                  <a:cubicBezTo>
                    <a:pt x="27535" y="3540"/>
                    <a:pt x="27400" y="3467"/>
                    <a:pt x="27244" y="3400"/>
                  </a:cubicBezTo>
                  <a:cubicBezTo>
                    <a:pt x="27082" y="3329"/>
                    <a:pt x="26897" y="3257"/>
                    <a:pt x="26666" y="3257"/>
                  </a:cubicBezTo>
                  <a:cubicBezTo>
                    <a:pt x="26638" y="3257"/>
                    <a:pt x="26610" y="3258"/>
                    <a:pt x="26582" y="3260"/>
                  </a:cubicBezTo>
                  <a:cubicBezTo>
                    <a:pt x="26491" y="3269"/>
                    <a:pt x="26390" y="3272"/>
                    <a:pt x="26284" y="3272"/>
                  </a:cubicBezTo>
                  <a:cubicBezTo>
                    <a:pt x="26027" y="3272"/>
                    <a:pt x="25738" y="3251"/>
                    <a:pt x="25468" y="3230"/>
                  </a:cubicBezTo>
                  <a:cubicBezTo>
                    <a:pt x="25173" y="3204"/>
                    <a:pt x="24900" y="3178"/>
                    <a:pt x="24722" y="3178"/>
                  </a:cubicBezTo>
                  <a:cubicBezTo>
                    <a:pt x="24694" y="3178"/>
                    <a:pt x="24669" y="3178"/>
                    <a:pt x="24646" y="3180"/>
                  </a:cubicBezTo>
                  <a:cubicBezTo>
                    <a:pt x="24285" y="3210"/>
                    <a:pt x="23803" y="3250"/>
                    <a:pt x="23472" y="3501"/>
                  </a:cubicBezTo>
                  <a:cubicBezTo>
                    <a:pt x="23141" y="3762"/>
                    <a:pt x="22188" y="4985"/>
                    <a:pt x="21737" y="5246"/>
                  </a:cubicBezTo>
                  <a:cubicBezTo>
                    <a:pt x="21286" y="5507"/>
                    <a:pt x="21055" y="5647"/>
                    <a:pt x="20614" y="6018"/>
                  </a:cubicBezTo>
                  <a:cubicBezTo>
                    <a:pt x="20172" y="6400"/>
                    <a:pt x="19952" y="6530"/>
                    <a:pt x="19490" y="6801"/>
                  </a:cubicBezTo>
                  <a:cubicBezTo>
                    <a:pt x="19039" y="7062"/>
                    <a:pt x="18698" y="7202"/>
                    <a:pt x="18357" y="7463"/>
                  </a:cubicBezTo>
                  <a:cubicBezTo>
                    <a:pt x="18026" y="7714"/>
                    <a:pt x="16942" y="7683"/>
                    <a:pt x="16601" y="7944"/>
                  </a:cubicBezTo>
                  <a:cubicBezTo>
                    <a:pt x="16336" y="8145"/>
                    <a:pt x="15987" y="8282"/>
                    <a:pt x="15725" y="8282"/>
                  </a:cubicBezTo>
                  <a:cubicBezTo>
                    <a:pt x="15660" y="8282"/>
                    <a:pt x="15600" y="8273"/>
                    <a:pt x="15548" y="8255"/>
                  </a:cubicBezTo>
                  <a:cubicBezTo>
                    <a:pt x="15297" y="8155"/>
                    <a:pt x="14525" y="7643"/>
                    <a:pt x="14385" y="7543"/>
                  </a:cubicBezTo>
                  <a:cubicBezTo>
                    <a:pt x="14254" y="7433"/>
                    <a:pt x="13773" y="7473"/>
                    <a:pt x="13512" y="7262"/>
                  </a:cubicBezTo>
                  <a:cubicBezTo>
                    <a:pt x="13251" y="7052"/>
                    <a:pt x="12880" y="6971"/>
                    <a:pt x="12389" y="6891"/>
                  </a:cubicBezTo>
                  <a:cubicBezTo>
                    <a:pt x="11897" y="6821"/>
                    <a:pt x="11044" y="6771"/>
                    <a:pt x="10673" y="6680"/>
                  </a:cubicBezTo>
                  <a:cubicBezTo>
                    <a:pt x="10659" y="6677"/>
                    <a:pt x="10643" y="6676"/>
                    <a:pt x="10627" y="6676"/>
                  </a:cubicBezTo>
                  <a:cubicBezTo>
                    <a:pt x="10236" y="6676"/>
                    <a:pt x="9435" y="7584"/>
                    <a:pt x="9088" y="7613"/>
                  </a:cubicBezTo>
                  <a:cubicBezTo>
                    <a:pt x="8727" y="7643"/>
                    <a:pt x="8075" y="8265"/>
                    <a:pt x="7845" y="8396"/>
                  </a:cubicBezTo>
                  <a:cubicBezTo>
                    <a:pt x="7624" y="8526"/>
                    <a:pt x="7263" y="8556"/>
                    <a:pt x="7062" y="8917"/>
                  </a:cubicBezTo>
                  <a:cubicBezTo>
                    <a:pt x="6936" y="9144"/>
                    <a:pt x="6869" y="9217"/>
                    <a:pt x="6745" y="9217"/>
                  </a:cubicBezTo>
                  <a:cubicBezTo>
                    <a:pt x="6672" y="9217"/>
                    <a:pt x="6578" y="9191"/>
                    <a:pt x="6440" y="9158"/>
                  </a:cubicBezTo>
                  <a:cubicBezTo>
                    <a:pt x="6180" y="9094"/>
                    <a:pt x="5854" y="8927"/>
                    <a:pt x="5528" y="8927"/>
                  </a:cubicBezTo>
                  <a:cubicBezTo>
                    <a:pt x="5389" y="8927"/>
                    <a:pt x="5251" y="8957"/>
                    <a:pt x="5116" y="9038"/>
                  </a:cubicBezTo>
                  <a:cubicBezTo>
                    <a:pt x="4665" y="9298"/>
                    <a:pt x="3602" y="10331"/>
                    <a:pt x="3271" y="10703"/>
                  </a:cubicBezTo>
                  <a:cubicBezTo>
                    <a:pt x="2950" y="11074"/>
                    <a:pt x="2027" y="11375"/>
                    <a:pt x="1846" y="11956"/>
                  </a:cubicBezTo>
                  <a:cubicBezTo>
                    <a:pt x="1666" y="12548"/>
                    <a:pt x="1576" y="12779"/>
                    <a:pt x="1124" y="13050"/>
                  </a:cubicBezTo>
                  <a:cubicBezTo>
                    <a:pt x="673" y="13311"/>
                    <a:pt x="1" y="13822"/>
                    <a:pt x="1" y="13822"/>
                  </a:cubicBezTo>
                  <a:cubicBezTo>
                    <a:pt x="1" y="13822"/>
                    <a:pt x="14074" y="17764"/>
                    <a:pt x="22780" y="20181"/>
                  </a:cubicBezTo>
                  <a:cubicBezTo>
                    <a:pt x="31497" y="22589"/>
                    <a:pt x="39521" y="25287"/>
                    <a:pt x="39521" y="25287"/>
                  </a:cubicBezTo>
                  <a:lnTo>
                    <a:pt x="62130" y="23522"/>
                  </a:lnTo>
                  <a:lnTo>
                    <a:pt x="595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6" name="Google Shape;1806;p19"/>
            <p:cNvSpPr/>
            <p:nvPr/>
          </p:nvSpPr>
          <p:spPr>
            <a:xfrm>
              <a:off x="7177805" y="799514"/>
              <a:ext cx="183220" cy="89203"/>
            </a:xfrm>
            <a:custGeom>
              <a:avLst/>
              <a:gdLst/>
              <a:ahLst/>
              <a:cxnLst/>
              <a:rect l="l" t="t" r="r" b="b"/>
              <a:pathLst>
                <a:path w="2208" h="1075" extrusionOk="0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lnTo>
                    <a:pt x="2" y="2"/>
                  </a:lnTo>
                  <a:cubicBezTo>
                    <a:pt x="1" y="2"/>
                    <a:pt x="1" y="1"/>
                    <a:pt x="0" y="1"/>
                  </a:cubicBezTo>
                  <a:close/>
                  <a:moveTo>
                    <a:pt x="2" y="2"/>
                  </a:moveTo>
                  <a:cubicBezTo>
                    <a:pt x="152" y="182"/>
                    <a:pt x="332" y="322"/>
                    <a:pt x="542" y="432"/>
                  </a:cubicBezTo>
                  <a:cubicBezTo>
                    <a:pt x="662" y="492"/>
                    <a:pt x="793" y="542"/>
                    <a:pt x="923" y="593"/>
                  </a:cubicBezTo>
                  <a:cubicBezTo>
                    <a:pt x="1034" y="633"/>
                    <a:pt x="1154" y="683"/>
                    <a:pt x="1264" y="723"/>
                  </a:cubicBezTo>
                  <a:cubicBezTo>
                    <a:pt x="1575" y="833"/>
                    <a:pt x="1886" y="954"/>
                    <a:pt x="2207" y="1074"/>
                  </a:cubicBezTo>
                  <a:cubicBezTo>
                    <a:pt x="1876" y="753"/>
                    <a:pt x="1545" y="452"/>
                    <a:pt x="1124" y="282"/>
                  </a:cubicBezTo>
                  <a:cubicBezTo>
                    <a:pt x="983" y="221"/>
                    <a:pt x="843" y="191"/>
                    <a:pt x="693" y="161"/>
                  </a:cubicBezTo>
                  <a:cubicBezTo>
                    <a:pt x="553" y="131"/>
                    <a:pt x="94" y="111"/>
                    <a:pt x="2" y="2"/>
                  </a:cubicBezTo>
                  <a:close/>
                </a:path>
              </a:pathLst>
            </a:custGeom>
            <a:solidFill>
              <a:srgbClr val="92DB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7" name="Google Shape;1807;p19"/>
            <p:cNvSpPr/>
            <p:nvPr/>
          </p:nvSpPr>
          <p:spPr>
            <a:xfrm>
              <a:off x="8897399" y="457471"/>
              <a:ext cx="913" cy="13360"/>
            </a:xfrm>
            <a:custGeom>
              <a:avLst/>
              <a:gdLst/>
              <a:ahLst/>
              <a:cxnLst/>
              <a:rect l="l" t="t" r="r" b="b"/>
              <a:pathLst>
                <a:path w="11" h="161" extrusionOk="0">
                  <a:moveTo>
                    <a:pt x="1" y="161"/>
                  </a:moveTo>
                  <a:cubicBezTo>
                    <a:pt x="11" y="71"/>
                    <a:pt x="1" y="10"/>
                    <a:pt x="1" y="0"/>
                  </a:cubicBezTo>
                  <a:cubicBezTo>
                    <a:pt x="1" y="10"/>
                    <a:pt x="1" y="30"/>
                    <a:pt x="1" y="71"/>
                  </a:cubicBezTo>
                  <a:cubicBezTo>
                    <a:pt x="1" y="91"/>
                    <a:pt x="1" y="131"/>
                    <a:pt x="1" y="161"/>
                  </a:cubicBezTo>
                  <a:lnTo>
                    <a:pt x="1" y="161"/>
                  </a:lnTo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D6E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8" name="Google Shape;1808;p19"/>
            <p:cNvSpPr/>
            <p:nvPr/>
          </p:nvSpPr>
          <p:spPr>
            <a:xfrm>
              <a:off x="9128831" y="287694"/>
              <a:ext cx="913" cy="4232"/>
            </a:xfrm>
            <a:custGeom>
              <a:avLst/>
              <a:gdLst/>
              <a:ahLst/>
              <a:cxnLst/>
              <a:rect l="l" t="t" r="r" b="b"/>
              <a:pathLst>
                <a:path w="11" h="51" extrusionOk="0">
                  <a:moveTo>
                    <a:pt x="0" y="0"/>
                  </a:moveTo>
                  <a:cubicBezTo>
                    <a:pt x="0" y="3"/>
                    <a:pt x="1" y="8"/>
                    <a:pt x="3" y="13"/>
                  </a:cubicBezTo>
                  <a:lnTo>
                    <a:pt x="3" y="13"/>
                  </a:lnTo>
                  <a:lnTo>
                    <a:pt x="0" y="0"/>
                  </a:lnTo>
                  <a:close/>
                  <a:moveTo>
                    <a:pt x="3" y="13"/>
                  </a:moveTo>
                  <a:lnTo>
                    <a:pt x="10" y="50"/>
                  </a:lnTo>
                  <a:cubicBezTo>
                    <a:pt x="10" y="37"/>
                    <a:pt x="6" y="23"/>
                    <a:pt x="3" y="13"/>
                  </a:cubicBezTo>
                  <a:close/>
                </a:path>
              </a:pathLst>
            </a:custGeom>
            <a:solidFill>
              <a:srgbClr val="B1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9" name="Google Shape;1809;p19"/>
            <p:cNvSpPr/>
            <p:nvPr/>
          </p:nvSpPr>
          <p:spPr>
            <a:xfrm>
              <a:off x="6913928" y="313500"/>
              <a:ext cx="644340" cy="216412"/>
            </a:xfrm>
            <a:custGeom>
              <a:avLst/>
              <a:gdLst/>
              <a:ahLst/>
              <a:cxnLst/>
              <a:rect l="l" t="t" r="r" b="b"/>
              <a:pathLst>
                <a:path w="7765" h="2608" extrusionOk="0">
                  <a:moveTo>
                    <a:pt x="7764" y="2608"/>
                  </a:moveTo>
                  <a:cubicBezTo>
                    <a:pt x="7333" y="2347"/>
                    <a:pt x="6912" y="2016"/>
                    <a:pt x="6631" y="1735"/>
                  </a:cubicBezTo>
                  <a:cubicBezTo>
                    <a:pt x="6912" y="2016"/>
                    <a:pt x="7333" y="2347"/>
                    <a:pt x="7764" y="2608"/>
                  </a:cubicBezTo>
                  <a:cubicBezTo>
                    <a:pt x="7764" y="2608"/>
                    <a:pt x="7764" y="2608"/>
                    <a:pt x="7764" y="2608"/>
                  </a:cubicBezTo>
                  <a:moveTo>
                    <a:pt x="6631" y="1725"/>
                  </a:moveTo>
                  <a:cubicBezTo>
                    <a:pt x="6631" y="1725"/>
                    <a:pt x="6631" y="1725"/>
                    <a:pt x="6631" y="1725"/>
                  </a:cubicBezTo>
                  <a:cubicBezTo>
                    <a:pt x="6631" y="1725"/>
                    <a:pt x="6631" y="1725"/>
                    <a:pt x="6631" y="1725"/>
                  </a:cubicBezTo>
                  <a:close/>
                  <a:moveTo>
                    <a:pt x="71" y="50"/>
                  </a:moveTo>
                  <a:cubicBezTo>
                    <a:pt x="41" y="30"/>
                    <a:pt x="21" y="10"/>
                    <a:pt x="1" y="0"/>
                  </a:cubicBezTo>
                  <a:cubicBezTo>
                    <a:pt x="21" y="10"/>
                    <a:pt x="41" y="30"/>
                    <a:pt x="71" y="50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0" name="Google Shape;1810;p19"/>
            <p:cNvSpPr/>
            <p:nvPr/>
          </p:nvSpPr>
          <p:spPr>
            <a:xfrm>
              <a:off x="6884802" y="307609"/>
              <a:ext cx="908963" cy="386272"/>
            </a:xfrm>
            <a:custGeom>
              <a:avLst/>
              <a:gdLst/>
              <a:ahLst/>
              <a:cxnLst/>
              <a:rect l="l" t="t" r="r" b="b"/>
              <a:pathLst>
                <a:path w="10954" h="4655" extrusionOk="0">
                  <a:moveTo>
                    <a:pt x="181" y="1"/>
                  </a:moveTo>
                  <a:cubicBezTo>
                    <a:pt x="111" y="1"/>
                    <a:pt x="61" y="61"/>
                    <a:pt x="1" y="161"/>
                  </a:cubicBezTo>
                  <a:cubicBezTo>
                    <a:pt x="41" y="111"/>
                    <a:pt x="81" y="91"/>
                    <a:pt x="121" y="91"/>
                  </a:cubicBezTo>
                  <a:cubicBezTo>
                    <a:pt x="181" y="91"/>
                    <a:pt x="261" y="131"/>
                    <a:pt x="362" y="211"/>
                  </a:cubicBezTo>
                  <a:cubicBezTo>
                    <a:pt x="452" y="282"/>
                    <a:pt x="572" y="312"/>
                    <a:pt x="693" y="312"/>
                  </a:cubicBezTo>
                  <a:cubicBezTo>
                    <a:pt x="723" y="312"/>
                    <a:pt x="753" y="312"/>
                    <a:pt x="783" y="302"/>
                  </a:cubicBezTo>
                  <a:cubicBezTo>
                    <a:pt x="903" y="402"/>
                    <a:pt x="1505" y="522"/>
                    <a:pt x="1636" y="522"/>
                  </a:cubicBezTo>
                  <a:lnTo>
                    <a:pt x="1656" y="522"/>
                  </a:lnTo>
                  <a:cubicBezTo>
                    <a:pt x="1666" y="512"/>
                    <a:pt x="1676" y="512"/>
                    <a:pt x="1686" y="512"/>
                  </a:cubicBezTo>
                  <a:cubicBezTo>
                    <a:pt x="1846" y="512"/>
                    <a:pt x="2288" y="813"/>
                    <a:pt x="2809" y="1214"/>
                  </a:cubicBezTo>
                  <a:cubicBezTo>
                    <a:pt x="2960" y="1255"/>
                    <a:pt x="3170" y="1335"/>
                    <a:pt x="3491" y="1495"/>
                  </a:cubicBezTo>
                  <a:cubicBezTo>
                    <a:pt x="4053" y="1786"/>
                    <a:pt x="4906" y="2328"/>
                    <a:pt x="5497" y="2559"/>
                  </a:cubicBezTo>
                  <a:cubicBezTo>
                    <a:pt x="5507" y="2569"/>
                    <a:pt x="5517" y="2569"/>
                    <a:pt x="5517" y="2569"/>
                  </a:cubicBezTo>
                  <a:cubicBezTo>
                    <a:pt x="5568" y="2569"/>
                    <a:pt x="5317" y="2368"/>
                    <a:pt x="5066" y="2167"/>
                  </a:cubicBezTo>
                  <a:cubicBezTo>
                    <a:pt x="4805" y="1957"/>
                    <a:pt x="4555" y="1756"/>
                    <a:pt x="4595" y="1756"/>
                  </a:cubicBezTo>
                  <a:lnTo>
                    <a:pt x="4595" y="1756"/>
                  </a:lnTo>
                  <a:cubicBezTo>
                    <a:pt x="4595" y="1756"/>
                    <a:pt x="4605" y="1766"/>
                    <a:pt x="4615" y="1766"/>
                  </a:cubicBezTo>
                  <a:cubicBezTo>
                    <a:pt x="4976" y="1937"/>
                    <a:pt x="6621" y="2890"/>
                    <a:pt x="6922" y="3140"/>
                  </a:cubicBezTo>
                  <a:cubicBezTo>
                    <a:pt x="7142" y="3321"/>
                    <a:pt x="7343" y="3542"/>
                    <a:pt x="7594" y="3682"/>
                  </a:cubicBezTo>
                  <a:cubicBezTo>
                    <a:pt x="7804" y="3792"/>
                    <a:pt x="8025" y="3853"/>
                    <a:pt x="8256" y="3903"/>
                  </a:cubicBezTo>
                  <a:cubicBezTo>
                    <a:pt x="9199" y="4133"/>
                    <a:pt x="10001" y="4424"/>
                    <a:pt x="10954" y="4655"/>
                  </a:cubicBezTo>
                  <a:cubicBezTo>
                    <a:pt x="10773" y="4444"/>
                    <a:pt x="10332" y="4284"/>
                    <a:pt x="10111" y="4123"/>
                  </a:cubicBezTo>
                  <a:cubicBezTo>
                    <a:pt x="9981" y="4013"/>
                    <a:pt x="8928" y="3752"/>
                    <a:pt x="8787" y="3652"/>
                  </a:cubicBezTo>
                  <a:cubicBezTo>
                    <a:pt x="8216" y="3281"/>
                    <a:pt x="8416" y="3060"/>
                    <a:pt x="8115" y="2679"/>
                  </a:cubicBezTo>
                  <a:cubicBezTo>
                    <a:pt x="7684" y="2418"/>
                    <a:pt x="7263" y="2087"/>
                    <a:pt x="6982" y="1806"/>
                  </a:cubicBezTo>
                  <a:lnTo>
                    <a:pt x="6982" y="1796"/>
                  </a:lnTo>
                  <a:cubicBezTo>
                    <a:pt x="6942" y="1756"/>
                    <a:pt x="6902" y="1716"/>
                    <a:pt x="6872" y="1676"/>
                  </a:cubicBezTo>
                  <a:cubicBezTo>
                    <a:pt x="6591" y="1355"/>
                    <a:pt x="6340" y="1265"/>
                    <a:pt x="5939" y="954"/>
                  </a:cubicBezTo>
                  <a:cubicBezTo>
                    <a:pt x="5548" y="633"/>
                    <a:pt x="5307" y="653"/>
                    <a:pt x="4926" y="452"/>
                  </a:cubicBezTo>
                  <a:cubicBezTo>
                    <a:pt x="4615" y="292"/>
                    <a:pt x="4234" y="211"/>
                    <a:pt x="3782" y="211"/>
                  </a:cubicBezTo>
                  <a:cubicBezTo>
                    <a:pt x="3672" y="211"/>
                    <a:pt x="3562" y="221"/>
                    <a:pt x="3451" y="231"/>
                  </a:cubicBezTo>
                  <a:lnTo>
                    <a:pt x="3231" y="231"/>
                  </a:lnTo>
                  <a:cubicBezTo>
                    <a:pt x="2689" y="231"/>
                    <a:pt x="2077" y="91"/>
                    <a:pt x="1856" y="11"/>
                  </a:cubicBezTo>
                  <a:cubicBezTo>
                    <a:pt x="1836" y="1"/>
                    <a:pt x="1806" y="1"/>
                    <a:pt x="1776" y="1"/>
                  </a:cubicBezTo>
                  <a:cubicBezTo>
                    <a:pt x="1666" y="1"/>
                    <a:pt x="1495" y="51"/>
                    <a:pt x="1315" y="111"/>
                  </a:cubicBezTo>
                  <a:cubicBezTo>
                    <a:pt x="1134" y="161"/>
                    <a:pt x="934" y="221"/>
                    <a:pt x="753" y="221"/>
                  </a:cubicBezTo>
                  <a:cubicBezTo>
                    <a:pt x="633" y="221"/>
                    <a:pt x="512" y="191"/>
                    <a:pt x="422" y="121"/>
                  </a:cubicBezTo>
                  <a:cubicBezTo>
                    <a:pt x="392" y="101"/>
                    <a:pt x="372" y="81"/>
                    <a:pt x="352" y="71"/>
                  </a:cubicBezTo>
                  <a:cubicBezTo>
                    <a:pt x="282" y="21"/>
                    <a:pt x="221" y="1"/>
                    <a:pt x="181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1" name="Google Shape;1811;p19"/>
            <p:cNvSpPr/>
            <p:nvPr/>
          </p:nvSpPr>
          <p:spPr>
            <a:xfrm>
              <a:off x="6701666" y="362542"/>
              <a:ext cx="1434226" cy="576877"/>
            </a:xfrm>
            <a:custGeom>
              <a:avLst/>
              <a:gdLst/>
              <a:ahLst/>
              <a:cxnLst/>
              <a:rect l="l" t="t" r="r" b="b"/>
              <a:pathLst>
                <a:path w="17284" h="6952" extrusionOk="0">
                  <a:moveTo>
                    <a:pt x="1937" y="1"/>
                  </a:moveTo>
                  <a:cubicBezTo>
                    <a:pt x="1616" y="482"/>
                    <a:pt x="984" y="1084"/>
                    <a:pt x="663" y="1335"/>
                  </a:cubicBezTo>
                  <a:cubicBezTo>
                    <a:pt x="513" y="1445"/>
                    <a:pt x="442" y="1546"/>
                    <a:pt x="372" y="1666"/>
                  </a:cubicBezTo>
                  <a:cubicBezTo>
                    <a:pt x="432" y="1586"/>
                    <a:pt x="502" y="1505"/>
                    <a:pt x="603" y="1425"/>
                  </a:cubicBezTo>
                  <a:cubicBezTo>
                    <a:pt x="944" y="1164"/>
                    <a:pt x="1596" y="542"/>
                    <a:pt x="1907" y="61"/>
                  </a:cubicBezTo>
                  <a:cubicBezTo>
                    <a:pt x="1917" y="41"/>
                    <a:pt x="1927" y="21"/>
                    <a:pt x="1937" y="1"/>
                  </a:cubicBezTo>
                  <a:close/>
                  <a:moveTo>
                    <a:pt x="182" y="1997"/>
                  </a:moveTo>
                  <a:cubicBezTo>
                    <a:pt x="173" y="2009"/>
                    <a:pt x="164" y="2022"/>
                    <a:pt x="154" y="2036"/>
                  </a:cubicBezTo>
                  <a:lnTo>
                    <a:pt x="154" y="2036"/>
                  </a:lnTo>
                  <a:cubicBezTo>
                    <a:pt x="164" y="2023"/>
                    <a:pt x="173" y="2010"/>
                    <a:pt x="182" y="1997"/>
                  </a:cubicBezTo>
                  <a:close/>
                  <a:moveTo>
                    <a:pt x="154" y="2036"/>
                  </a:moveTo>
                  <a:lnTo>
                    <a:pt x="154" y="2036"/>
                  </a:lnTo>
                  <a:cubicBezTo>
                    <a:pt x="120" y="2083"/>
                    <a:pt x="78" y="2132"/>
                    <a:pt x="31" y="2187"/>
                  </a:cubicBezTo>
                  <a:lnTo>
                    <a:pt x="1" y="2218"/>
                  </a:lnTo>
                  <a:cubicBezTo>
                    <a:pt x="11" y="2218"/>
                    <a:pt x="11" y="2228"/>
                    <a:pt x="11" y="2228"/>
                  </a:cubicBezTo>
                  <a:cubicBezTo>
                    <a:pt x="69" y="2162"/>
                    <a:pt x="113" y="2096"/>
                    <a:pt x="154" y="2036"/>
                  </a:cubicBezTo>
                  <a:close/>
                  <a:moveTo>
                    <a:pt x="7062" y="3341"/>
                  </a:moveTo>
                  <a:cubicBezTo>
                    <a:pt x="6932" y="3341"/>
                    <a:pt x="6882" y="3371"/>
                    <a:pt x="7002" y="3451"/>
                  </a:cubicBezTo>
                  <a:cubicBezTo>
                    <a:pt x="7514" y="3903"/>
                    <a:pt x="7755" y="3822"/>
                    <a:pt x="8156" y="4444"/>
                  </a:cubicBezTo>
                  <a:cubicBezTo>
                    <a:pt x="8206" y="4525"/>
                    <a:pt x="8256" y="4615"/>
                    <a:pt x="8336" y="4675"/>
                  </a:cubicBezTo>
                  <a:cubicBezTo>
                    <a:pt x="8507" y="4825"/>
                    <a:pt x="8748" y="4825"/>
                    <a:pt x="8968" y="4866"/>
                  </a:cubicBezTo>
                  <a:cubicBezTo>
                    <a:pt x="9359" y="4946"/>
                    <a:pt x="10433" y="5578"/>
                    <a:pt x="10934" y="5738"/>
                  </a:cubicBezTo>
                  <a:cubicBezTo>
                    <a:pt x="10994" y="5748"/>
                    <a:pt x="11035" y="5758"/>
                    <a:pt x="11075" y="5758"/>
                  </a:cubicBezTo>
                  <a:cubicBezTo>
                    <a:pt x="11145" y="5758"/>
                    <a:pt x="11195" y="5738"/>
                    <a:pt x="11245" y="5728"/>
                  </a:cubicBezTo>
                  <a:cubicBezTo>
                    <a:pt x="11295" y="5708"/>
                    <a:pt x="11346" y="5698"/>
                    <a:pt x="11416" y="5698"/>
                  </a:cubicBezTo>
                  <a:cubicBezTo>
                    <a:pt x="11466" y="5698"/>
                    <a:pt x="11526" y="5708"/>
                    <a:pt x="11596" y="5738"/>
                  </a:cubicBezTo>
                  <a:lnTo>
                    <a:pt x="11646" y="5738"/>
                  </a:lnTo>
                  <a:cubicBezTo>
                    <a:pt x="11867" y="5738"/>
                    <a:pt x="12088" y="5768"/>
                    <a:pt x="12308" y="5798"/>
                  </a:cubicBezTo>
                  <a:cubicBezTo>
                    <a:pt x="13562" y="5969"/>
                    <a:pt x="14806" y="6460"/>
                    <a:pt x="16050" y="6641"/>
                  </a:cubicBezTo>
                  <a:cubicBezTo>
                    <a:pt x="16311" y="6671"/>
                    <a:pt x="17053" y="6952"/>
                    <a:pt x="17213" y="6952"/>
                  </a:cubicBezTo>
                  <a:cubicBezTo>
                    <a:pt x="17284" y="6952"/>
                    <a:pt x="17253" y="6912"/>
                    <a:pt x="17063" y="6781"/>
                  </a:cubicBezTo>
                  <a:cubicBezTo>
                    <a:pt x="16993" y="6741"/>
                    <a:pt x="16150" y="6340"/>
                    <a:pt x="15970" y="6290"/>
                  </a:cubicBezTo>
                  <a:cubicBezTo>
                    <a:pt x="15478" y="6150"/>
                    <a:pt x="15027" y="5859"/>
                    <a:pt x="14525" y="5728"/>
                  </a:cubicBezTo>
                  <a:cubicBezTo>
                    <a:pt x="13482" y="5457"/>
                    <a:pt x="11927" y="4795"/>
                    <a:pt x="10954" y="4334"/>
                  </a:cubicBezTo>
                  <a:lnTo>
                    <a:pt x="10954" y="4334"/>
                  </a:lnTo>
                  <a:cubicBezTo>
                    <a:pt x="11366" y="4745"/>
                    <a:pt x="11717" y="4946"/>
                    <a:pt x="12198" y="5227"/>
                  </a:cubicBezTo>
                  <a:cubicBezTo>
                    <a:pt x="11496" y="4876"/>
                    <a:pt x="10784" y="4535"/>
                    <a:pt x="10062" y="4194"/>
                  </a:cubicBezTo>
                  <a:cubicBezTo>
                    <a:pt x="9961" y="4153"/>
                    <a:pt x="9901" y="4133"/>
                    <a:pt x="9871" y="4133"/>
                  </a:cubicBezTo>
                  <a:cubicBezTo>
                    <a:pt x="9821" y="4133"/>
                    <a:pt x="9821" y="4173"/>
                    <a:pt x="9821" y="4204"/>
                  </a:cubicBezTo>
                  <a:cubicBezTo>
                    <a:pt x="9831" y="4244"/>
                    <a:pt x="9831" y="4274"/>
                    <a:pt x="9791" y="4274"/>
                  </a:cubicBezTo>
                  <a:cubicBezTo>
                    <a:pt x="9751" y="4274"/>
                    <a:pt x="9700" y="4254"/>
                    <a:pt x="9590" y="4204"/>
                  </a:cubicBezTo>
                  <a:cubicBezTo>
                    <a:pt x="9249" y="4033"/>
                    <a:pt x="8778" y="3782"/>
                    <a:pt x="8276" y="3522"/>
                  </a:cubicBezTo>
                  <a:cubicBezTo>
                    <a:pt x="8176" y="3501"/>
                    <a:pt x="8066" y="3481"/>
                    <a:pt x="7945" y="3461"/>
                  </a:cubicBezTo>
                  <a:cubicBezTo>
                    <a:pt x="7624" y="3401"/>
                    <a:pt x="7253" y="3341"/>
                    <a:pt x="7062" y="3341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2" name="Google Shape;1812;p19"/>
            <p:cNvSpPr/>
            <p:nvPr/>
          </p:nvSpPr>
          <p:spPr>
            <a:xfrm>
              <a:off x="6507741" y="577294"/>
              <a:ext cx="93352" cy="26720"/>
            </a:xfrm>
            <a:custGeom>
              <a:avLst/>
              <a:gdLst/>
              <a:ahLst/>
              <a:cxnLst/>
              <a:rect l="l" t="t" r="r" b="b"/>
              <a:pathLst>
                <a:path w="1125" h="322" extrusionOk="0">
                  <a:moveTo>
                    <a:pt x="1" y="1"/>
                  </a:moveTo>
                  <a:cubicBezTo>
                    <a:pt x="17" y="1"/>
                    <a:pt x="34" y="1"/>
                    <a:pt x="52" y="3"/>
                  </a:cubicBezTo>
                  <a:lnTo>
                    <a:pt x="52" y="3"/>
                  </a:lnTo>
                  <a:cubicBezTo>
                    <a:pt x="34" y="1"/>
                    <a:pt x="17" y="1"/>
                    <a:pt x="1" y="1"/>
                  </a:cubicBezTo>
                  <a:close/>
                  <a:moveTo>
                    <a:pt x="52" y="3"/>
                  </a:moveTo>
                  <a:cubicBezTo>
                    <a:pt x="132" y="10"/>
                    <a:pt x="225" y="32"/>
                    <a:pt x="328" y="61"/>
                  </a:cubicBezTo>
                  <a:lnTo>
                    <a:pt x="328" y="61"/>
                  </a:lnTo>
                  <a:cubicBezTo>
                    <a:pt x="225" y="32"/>
                    <a:pt x="131" y="10"/>
                    <a:pt x="52" y="3"/>
                  </a:cubicBezTo>
                  <a:close/>
                  <a:moveTo>
                    <a:pt x="328" y="61"/>
                  </a:moveTo>
                  <a:lnTo>
                    <a:pt x="328" y="61"/>
                  </a:lnTo>
                  <a:cubicBezTo>
                    <a:pt x="572" y="132"/>
                    <a:pt x="866" y="249"/>
                    <a:pt x="1124" y="322"/>
                  </a:cubicBezTo>
                  <a:cubicBezTo>
                    <a:pt x="1004" y="282"/>
                    <a:pt x="873" y="241"/>
                    <a:pt x="743" y="191"/>
                  </a:cubicBezTo>
                  <a:cubicBezTo>
                    <a:pt x="597" y="146"/>
                    <a:pt x="455" y="98"/>
                    <a:pt x="328" y="61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3" name="Google Shape;1813;p19"/>
            <p:cNvSpPr/>
            <p:nvPr/>
          </p:nvSpPr>
          <p:spPr>
            <a:xfrm>
              <a:off x="6038323" y="551487"/>
              <a:ext cx="598535" cy="160732"/>
            </a:xfrm>
            <a:custGeom>
              <a:avLst/>
              <a:gdLst/>
              <a:ahLst/>
              <a:cxnLst/>
              <a:rect l="l" t="t" r="r" b="b"/>
              <a:pathLst>
                <a:path w="7213" h="1937" extrusionOk="0">
                  <a:moveTo>
                    <a:pt x="2368" y="1"/>
                  </a:moveTo>
                  <a:cubicBezTo>
                    <a:pt x="2017" y="31"/>
                    <a:pt x="1565" y="71"/>
                    <a:pt x="1234" y="302"/>
                  </a:cubicBezTo>
                  <a:cubicBezTo>
                    <a:pt x="1224" y="312"/>
                    <a:pt x="1204" y="322"/>
                    <a:pt x="1194" y="322"/>
                  </a:cubicBezTo>
                  <a:cubicBezTo>
                    <a:pt x="1194" y="322"/>
                    <a:pt x="1194" y="332"/>
                    <a:pt x="1194" y="332"/>
                  </a:cubicBezTo>
                  <a:lnTo>
                    <a:pt x="1184" y="332"/>
                  </a:lnTo>
                  <a:cubicBezTo>
                    <a:pt x="1184" y="342"/>
                    <a:pt x="1184" y="342"/>
                    <a:pt x="1184" y="342"/>
                  </a:cubicBezTo>
                  <a:lnTo>
                    <a:pt x="1174" y="342"/>
                  </a:lnTo>
                  <a:cubicBezTo>
                    <a:pt x="1174" y="342"/>
                    <a:pt x="1164" y="352"/>
                    <a:pt x="1164" y="352"/>
                  </a:cubicBezTo>
                  <a:lnTo>
                    <a:pt x="1154" y="352"/>
                  </a:lnTo>
                  <a:cubicBezTo>
                    <a:pt x="1154" y="352"/>
                    <a:pt x="1154" y="362"/>
                    <a:pt x="1154" y="362"/>
                  </a:cubicBezTo>
                  <a:lnTo>
                    <a:pt x="1144" y="362"/>
                  </a:lnTo>
                  <a:cubicBezTo>
                    <a:pt x="1144" y="362"/>
                    <a:pt x="1144" y="372"/>
                    <a:pt x="1144" y="372"/>
                  </a:cubicBezTo>
                  <a:lnTo>
                    <a:pt x="1134" y="372"/>
                  </a:lnTo>
                  <a:cubicBezTo>
                    <a:pt x="893" y="593"/>
                    <a:pt x="422" y="1164"/>
                    <a:pt x="1" y="1586"/>
                  </a:cubicBezTo>
                  <a:cubicBezTo>
                    <a:pt x="11" y="1586"/>
                    <a:pt x="21" y="1596"/>
                    <a:pt x="31" y="1596"/>
                  </a:cubicBezTo>
                  <a:cubicBezTo>
                    <a:pt x="452" y="1144"/>
                    <a:pt x="923" y="583"/>
                    <a:pt x="1134" y="412"/>
                  </a:cubicBezTo>
                  <a:cubicBezTo>
                    <a:pt x="1204" y="362"/>
                    <a:pt x="1285" y="322"/>
                    <a:pt x="1365" y="282"/>
                  </a:cubicBezTo>
                  <a:cubicBezTo>
                    <a:pt x="1425" y="332"/>
                    <a:pt x="1485" y="392"/>
                    <a:pt x="1545" y="422"/>
                  </a:cubicBezTo>
                  <a:cubicBezTo>
                    <a:pt x="1937" y="643"/>
                    <a:pt x="2508" y="532"/>
                    <a:pt x="3000" y="763"/>
                  </a:cubicBezTo>
                  <a:cubicBezTo>
                    <a:pt x="3481" y="994"/>
                    <a:pt x="4765" y="1806"/>
                    <a:pt x="5026" y="1806"/>
                  </a:cubicBezTo>
                  <a:cubicBezTo>
                    <a:pt x="5036" y="1806"/>
                    <a:pt x="5046" y="1806"/>
                    <a:pt x="5046" y="1796"/>
                  </a:cubicBezTo>
                  <a:cubicBezTo>
                    <a:pt x="5076" y="1796"/>
                    <a:pt x="5096" y="1786"/>
                    <a:pt x="5116" y="1786"/>
                  </a:cubicBezTo>
                  <a:cubicBezTo>
                    <a:pt x="5206" y="1786"/>
                    <a:pt x="5237" y="1876"/>
                    <a:pt x="5367" y="1917"/>
                  </a:cubicBezTo>
                  <a:cubicBezTo>
                    <a:pt x="5407" y="1927"/>
                    <a:pt x="5457" y="1937"/>
                    <a:pt x="5497" y="1937"/>
                  </a:cubicBezTo>
                  <a:cubicBezTo>
                    <a:pt x="5537" y="1937"/>
                    <a:pt x="5568" y="1937"/>
                    <a:pt x="5608" y="1927"/>
                  </a:cubicBezTo>
                  <a:cubicBezTo>
                    <a:pt x="5287" y="1636"/>
                    <a:pt x="5016" y="1385"/>
                    <a:pt x="5106" y="1385"/>
                  </a:cubicBezTo>
                  <a:cubicBezTo>
                    <a:pt x="5116" y="1385"/>
                    <a:pt x="5136" y="1395"/>
                    <a:pt x="5166" y="1405"/>
                  </a:cubicBezTo>
                  <a:cubicBezTo>
                    <a:pt x="5287" y="1455"/>
                    <a:pt x="5588" y="1596"/>
                    <a:pt x="5969" y="1776"/>
                  </a:cubicBezTo>
                  <a:cubicBezTo>
                    <a:pt x="6069" y="1736"/>
                    <a:pt x="6169" y="1696"/>
                    <a:pt x="6280" y="1686"/>
                  </a:cubicBezTo>
                  <a:cubicBezTo>
                    <a:pt x="6280" y="1686"/>
                    <a:pt x="6290" y="1676"/>
                    <a:pt x="6300" y="1676"/>
                  </a:cubicBezTo>
                  <a:cubicBezTo>
                    <a:pt x="6360" y="1676"/>
                    <a:pt x="6460" y="1696"/>
                    <a:pt x="6551" y="1706"/>
                  </a:cubicBezTo>
                  <a:cubicBezTo>
                    <a:pt x="6651" y="1716"/>
                    <a:pt x="6761" y="1726"/>
                    <a:pt x="6851" y="1726"/>
                  </a:cubicBezTo>
                  <a:cubicBezTo>
                    <a:pt x="6942" y="1726"/>
                    <a:pt x="7022" y="1716"/>
                    <a:pt x="7062" y="1686"/>
                  </a:cubicBezTo>
                  <a:cubicBezTo>
                    <a:pt x="7132" y="1636"/>
                    <a:pt x="7182" y="1535"/>
                    <a:pt x="7213" y="1425"/>
                  </a:cubicBezTo>
                  <a:cubicBezTo>
                    <a:pt x="6821" y="1124"/>
                    <a:pt x="6430" y="823"/>
                    <a:pt x="6340" y="783"/>
                  </a:cubicBezTo>
                  <a:cubicBezTo>
                    <a:pt x="6099" y="663"/>
                    <a:pt x="6430" y="663"/>
                    <a:pt x="6781" y="633"/>
                  </a:cubicBezTo>
                  <a:cubicBezTo>
                    <a:pt x="6661" y="593"/>
                    <a:pt x="6530" y="552"/>
                    <a:pt x="6400" y="502"/>
                  </a:cubicBezTo>
                  <a:cubicBezTo>
                    <a:pt x="6109" y="412"/>
                    <a:pt x="5838" y="312"/>
                    <a:pt x="5658" y="312"/>
                  </a:cubicBezTo>
                  <a:lnTo>
                    <a:pt x="5618" y="312"/>
                  </a:lnTo>
                  <a:cubicBezTo>
                    <a:pt x="5588" y="312"/>
                    <a:pt x="5568" y="322"/>
                    <a:pt x="5537" y="332"/>
                  </a:cubicBezTo>
                  <a:cubicBezTo>
                    <a:pt x="5487" y="352"/>
                    <a:pt x="5447" y="362"/>
                    <a:pt x="5397" y="362"/>
                  </a:cubicBezTo>
                  <a:cubicBezTo>
                    <a:pt x="5257" y="362"/>
                    <a:pt x="5126" y="292"/>
                    <a:pt x="4966" y="221"/>
                  </a:cubicBezTo>
                  <a:cubicBezTo>
                    <a:pt x="4805" y="151"/>
                    <a:pt x="4625" y="81"/>
                    <a:pt x="4394" y="81"/>
                  </a:cubicBezTo>
                  <a:lnTo>
                    <a:pt x="4304" y="81"/>
                  </a:lnTo>
                  <a:cubicBezTo>
                    <a:pt x="4223" y="91"/>
                    <a:pt x="4133" y="91"/>
                    <a:pt x="4043" y="91"/>
                  </a:cubicBezTo>
                  <a:cubicBezTo>
                    <a:pt x="3782" y="91"/>
                    <a:pt x="3471" y="71"/>
                    <a:pt x="3190" y="51"/>
                  </a:cubicBezTo>
                  <a:cubicBezTo>
                    <a:pt x="2909" y="21"/>
                    <a:pt x="2649" y="1"/>
                    <a:pt x="2468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4" name="Google Shape;1814;p19"/>
            <p:cNvSpPr/>
            <p:nvPr/>
          </p:nvSpPr>
          <p:spPr>
            <a:xfrm>
              <a:off x="5812784" y="787067"/>
              <a:ext cx="87461" cy="61654"/>
            </a:xfrm>
            <a:custGeom>
              <a:avLst/>
              <a:gdLst/>
              <a:ahLst/>
              <a:cxnLst/>
              <a:rect l="l" t="t" r="r" b="b"/>
              <a:pathLst>
                <a:path w="1054" h="743" extrusionOk="0">
                  <a:moveTo>
                    <a:pt x="0" y="743"/>
                  </a:moveTo>
                  <a:cubicBezTo>
                    <a:pt x="412" y="502"/>
                    <a:pt x="632" y="361"/>
                    <a:pt x="1054" y="0"/>
                  </a:cubicBezTo>
                  <a:cubicBezTo>
                    <a:pt x="632" y="361"/>
                    <a:pt x="412" y="502"/>
                    <a:pt x="0" y="743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5" name="Google Shape;1815;p19"/>
            <p:cNvSpPr/>
            <p:nvPr/>
          </p:nvSpPr>
          <p:spPr>
            <a:xfrm>
              <a:off x="5703748" y="783748"/>
              <a:ext cx="201475" cy="133266"/>
            </a:xfrm>
            <a:custGeom>
              <a:avLst/>
              <a:gdLst/>
              <a:ahLst/>
              <a:cxnLst/>
              <a:rect l="l" t="t" r="r" b="b"/>
              <a:pathLst>
                <a:path w="2428" h="1606" extrusionOk="0">
                  <a:moveTo>
                    <a:pt x="2428" y="0"/>
                  </a:moveTo>
                  <a:cubicBezTo>
                    <a:pt x="2408" y="10"/>
                    <a:pt x="2388" y="30"/>
                    <a:pt x="2368" y="40"/>
                  </a:cubicBezTo>
                  <a:cubicBezTo>
                    <a:pt x="1946" y="401"/>
                    <a:pt x="1726" y="542"/>
                    <a:pt x="1314" y="783"/>
                  </a:cubicBezTo>
                  <a:cubicBezTo>
                    <a:pt x="1294" y="793"/>
                    <a:pt x="1274" y="803"/>
                    <a:pt x="1244" y="823"/>
                  </a:cubicBezTo>
                  <a:cubicBezTo>
                    <a:pt x="793" y="1084"/>
                    <a:pt x="452" y="1224"/>
                    <a:pt x="111" y="1485"/>
                  </a:cubicBezTo>
                  <a:cubicBezTo>
                    <a:pt x="71" y="1525"/>
                    <a:pt x="30" y="1565"/>
                    <a:pt x="0" y="1605"/>
                  </a:cubicBezTo>
                  <a:cubicBezTo>
                    <a:pt x="20" y="1595"/>
                    <a:pt x="40" y="1585"/>
                    <a:pt x="61" y="1575"/>
                  </a:cubicBezTo>
                  <a:cubicBezTo>
                    <a:pt x="392" y="1314"/>
                    <a:pt x="743" y="1174"/>
                    <a:pt x="1194" y="913"/>
                  </a:cubicBezTo>
                  <a:cubicBezTo>
                    <a:pt x="1645" y="642"/>
                    <a:pt x="1876" y="512"/>
                    <a:pt x="2307" y="131"/>
                  </a:cubicBezTo>
                  <a:cubicBezTo>
                    <a:pt x="2327" y="121"/>
                    <a:pt x="2347" y="111"/>
                    <a:pt x="2358" y="91"/>
                  </a:cubicBezTo>
                  <a:cubicBezTo>
                    <a:pt x="2378" y="60"/>
                    <a:pt x="2398" y="30"/>
                    <a:pt x="2428" y="0"/>
                  </a:cubicBezTo>
                  <a:close/>
                </a:path>
              </a:pathLst>
            </a:custGeom>
            <a:solidFill>
              <a:srgbClr val="93D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6" name="Google Shape;1816;p19"/>
            <p:cNvSpPr/>
            <p:nvPr/>
          </p:nvSpPr>
          <p:spPr>
            <a:xfrm>
              <a:off x="8189912" y="760431"/>
              <a:ext cx="10870" cy="2572"/>
            </a:xfrm>
            <a:custGeom>
              <a:avLst/>
              <a:gdLst/>
              <a:ahLst/>
              <a:cxnLst/>
              <a:rect l="l" t="t" r="r" b="b"/>
              <a:pathLst>
                <a:path w="131" h="31" extrusionOk="0">
                  <a:moveTo>
                    <a:pt x="1" y="0"/>
                  </a:moveTo>
                  <a:cubicBezTo>
                    <a:pt x="51" y="20"/>
                    <a:pt x="91" y="30"/>
                    <a:pt x="131" y="30"/>
                  </a:cubicBezTo>
                  <a:cubicBezTo>
                    <a:pt x="101" y="30"/>
                    <a:pt x="51" y="20"/>
                    <a:pt x="1" y="0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7" name="Google Shape;1817;p19"/>
            <p:cNvSpPr/>
            <p:nvPr/>
          </p:nvSpPr>
          <p:spPr>
            <a:xfrm>
              <a:off x="7913588" y="662182"/>
              <a:ext cx="731718" cy="348848"/>
            </a:xfrm>
            <a:custGeom>
              <a:avLst/>
              <a:gdLst/>
              <a:ahLst/>
              <a:cxnLst/>
              <a:rect l="l" t="t" r="r" b="b"/>
              <a:pathLst>
                <a:path w="8818" h="4204" extrusionOk="0">
                  <a:moveTo>
                    <a:pt x="973" y="1"/>
                  </a:moveTo>
                  <a:cubicBezTo>
                    <a:pt x="903" y="1"/>
                    <a:pt x="843" y="1"/>
                    <a:pt x="793" y="11"/>
                  </a:cubicBezTo>
                  <a:lnTo>
                    <a:pt x="733" y="11"/>
                  </a:lnTo>
                  <a:cubicBezTo>
                    <a:pt x="733" y="11"/>
                    <a:pt x="733" y="11"/>
                    <a:pt x="733" y="21"/>
                  </a:cubicBezTo>
                  <a:lnTo>
                    <a:pt x="713" y="21"/>
                  </a:lnTo>
                  <a:cubicBezTo>
                    <a:pt x="502" y="81"/>
                    <a:pt x="301" y="322"/>
                    <a:pt x="51" y="392"/>
                  </a:cubicBezTo>
                  <a:cubicBezTo>
                    <a:pt x="0" y="532"/>
                    <a:pt x="31" y="633"/>
                    <a:pt x="201" y="633"/>
                  </a:cubicBezTo>
                  <a:lnTo>
                    <a:pt x="211" y="633"/>
                  </a:lnTo>
                  <a:cubicBezTo>
                    <a:pt x="452" y="623"/>
                    <a:pt x="632" y="593"/>
                    <a:pt x="793" y="593"/>
                  </a:cubicBezTo>
                  <a:cubicBezTo>
                    <a:pt x="993" y="593"/>
                    <a:pt x="1154" y="643"/>
                    <a:pt x="1324" y="833"/>
                  </a:cubicBezTo>
                  <a:cubicBezTo>
                    <a:pt x="1565" y="1124"/>
                    <a:pt x="2267" y="1746"/>
                    <a:pt x="2438" y="1746"/>
                  </a:cubicBezTo>
                  <a:cubicBezTo>
                    <a:pt x="2488" y="1746"/>
                    <a:pt x="2498" y="1716"/>
                    <a:pt x="2468" y="1626"/>
                  </a:cubicBezTo>
                  <a:cubicBezTo>
                    <a:pt x="2448" y="1586"/>
                    <a:pt x="2468" y="1576"/>
                    <a:pt x="2498" y="1576"/>
                  </a:cubicBezTo>
                  <a:cubicBezTo>
                    <a:pt x="2659" y="1576"/>
                    <a:pt x="3311" y="1967"/>
                    <a:pt x="3983" y="2348"/>
                  </a:cubicBezTo>
                  <a:cubicBezTo>
                    <a:pt x="4665" y="2739"/>
                    <a:pt x="5357" y="3130"/>
                    <a:pt x="5607" y="3130"/>
                  </a:cubicBezTo>
                  <a:cubicBezTo>
                    <a:pt x="5648" y="3130"/>
                    <a:pt x="5668" y="3130"/>
                    <a:pt x="5688" y="3110"/>
                  </a:cubicBezTo>
                  <a:cubicBezTo>
                    <a:pt x="5718" y="3080"/>
                    <a:pt x="5768" y="3070"/>
                    <a:pt x="5818" y="3070"/>
                  </a:cubicBezTo>
                  <a:cubicBezTo>
                    <a:pt x="6249" y="3070"/>
                    <a:pt x="7363" y="3953"/>
                    <a:pt x="8506" y="4163"/>
                  </a:cubicBezTo>
                  <a:cubicBezTo>
                    <a:pt x="8637" y="4184"/>
                    <a:pt x="8717" y="4204"/>
                    <a:pt x="8747" y="4204"/>
                  </a:cubicBezTo>
                  <a:cubicBezTo>
                    <a:pt x="8817" y="4204"/>
                    <a:pt x="8727" y="4143"/>
                    <a:pt x="8486" y="3983"/>
                  </a:cubicBezTo>
                  <a:cubicBezTo>
                    <a:pt x="8326" y="3873"/>
                    <a:pt x="8105" y="3732"/>
                    <a:pt x="7854" y="3582"/>
                  </a:cubicBezTo>
                  <a:cubicBezTo>
                    <a:pt x="7714" y="3542"/>
                    <a:pt x="7584" y="3461"/>
                    <a:pt x="7463" y="3381"/>
                  </a:cubicBezTo>
                  <a:cubicBezTo>
                    <a:pt x="7222" y="3221"/>
                    <a:pt x="6540" y="2829"/>
                    <a:pt x="5818" y="2428"/>
                  </a:cubicBezTo>
                  <a:cubicBezTo>
                    <a:pt x="5136" y="2057"/>
                    <a:pt x="4514" y="1716"/>
                    <a:pt x="4133" y="1495"/>
                  </a:cubicBezTo>
                  <a:cubicBezTo>
                    <a:pt x="3892" y="1355"/>
                    <a:pt x="3732" y="1275"/>
                    <a:pt x="3722" y="1265"/>
                  </a:cubicBezTo>
                  <a:cubicBezTo>
                    <a:pt x="3692" y="1255"/>
                    <a:pt x="3621" y="1214"/>
                    <a:pt x="3601" y="1194"/>
                  </a:cubicBezTo>
                  <a:lnTo>
                    <a:pt x="3581" y="1164"/>
                  </a:lnTo>
                  <a:cubicBezTo>
                    <a:pt x="3541" y="1194"/>
                    <a:pt x="3501" y="1214"/>
                    <a:pt x="3461" y="1214"/>
                  </a:cubicBezTo>
                  <a:cubicBezTo>
                    <a:pt x="3431" y="1214"/>
                    <a:pt x="3381" y="1204"/>
                    <a:pt x="3331" y="1184"/>
                  </a:cubicBezTo>
                  <a:cubicBezTo>
                    <a:pt x="3080" y="1084"/>
                    <a:pt x="2257" y="231"/>
                    <a:pt x="2007" y="141"/>
                  </a:cubicBezTo>
                  <a:cubicBezTo>
                    <a:pt x="1796" y="61"/>
                    <a:pt x="1334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8" name="Google Shape;1818;p19"/>
            <p:cNvSpPr/>
            <p:nvPr/>
          </p:nvSpPr>
          <p:spPr>
            <a:xfrm>
              <a:off x="7782065" y="722094"/>
              <a:ext cx="184050" cy="65056"/>
            </a:xfrm>
            <a:custGeom>
              <a:avLst/>
              <a:gdLst/>
              <a:ahLst/>
              <a:cxnLst/>
              <a:rect l="l" t="t" r="r" b="b"/>
              <a:pathLst>
                <a:path w="2218" h="784" extrusionOk="0">
                  <a:moveTo>
                    <a:pt x="1254" y="1"/>
                  </a:moveTo>
                  <a:cubicBezTo>
                    <a:pt x="1204" y="1"/>
                    <a:pt x="1144" y="21"/>
                    <a:pt x="1054" y="71"/>
                  </a:cubicBezTo>
                  <a:cubicBezTo>
                    <a:pt x="643" y="312"/>
                    <a:pt x="1" y="603"/>
                    <a:pt x="402" y="683"/>
                  </a:cubicBezTo>
                  <a:cubicBezTo>
                    <a:pt x="643" y="733"/>
                    <a:pt x="923" y="783"/>
                    <a:pt x="1204" y="783"/>
                  </a:cubicBezTo>
                  <a:cubicBezTo>
                    <a:pt x="1405" y="783"/>
                    <a:pt x="1595" y="763"/>
                    <a:pt x="1776" y="713"/>
                  </a:cubicBezTo>
                  <a:cubicBezTo>
                    <a:pt x="2217" y="583"/>
                    <a:pt x="1906" y="352"/>
                    <a:pt x="1626" y="202"/>
                  </a:cubicBezTo>
                  <a:cubicBezTo>
                    <a:pt x="1445" y="101"/>
                    <a:pt x="1375" y="1"/>
                    <a:pt x="12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9" name="Google Shape;1819;p19"/>
            <p:cNvSpPr/>
            <p:nvPr/>
          </p:nvSpPr>
          <p:spPr>
            <a:xfrm>
              <a:off x="6665901" y="2137069"/>
              <a:ext cx="5062" cy="5145"/>
            </a:xfrm>
            <a:custGeom>
              <a:avLst/>
              <a:gdLst/>
              <a:ahLst/>
              <a:cxnLst/>
              <a:rect l="l" t="t" r="r" b="b"/>
              <a:pathLst>
                <a:path w="61" h="62" extrusionOk="0">
                  <a:moveTo>
                    <a:pt x="51" y="1"/>
                  </a:moveTo>
                  <a:cubicBezTo>
                    <a:pt x="31" y="11"/>
                    <a:pt x="11" y="21"/>
                    <a:pt x="1" y="51"/>
                  </a:cubicBezTo>
                  <a:cubicBezTo>
                    <a:pt x="21" y="51"/>
                    <a:pt x="41" y="61"/>
                    <a:pt x="61" y="61"/>
                  </a:cubicBezTo>
                  <a:cubicBezTo>
                    <a:pt x="61" y="41"/>
                    <a:pt x="61" y="21"/>
                    <a:pt x="51" y="1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0" name="Google Shape;1820;p19"/>
            <p:cNvSpPr/>
            <p:nvPr/>
          </p:nvSpPr>
          <p:spPr>
            <a:xfrm>
              <a:off x="4769061" y="320969"/>
              <a:ext cx="4571202" cy="2073421"/>
            </a:xfrm>
            <a:custGeom>
              <a:avLst/>
              <a:gdLst/>
              <a:ahLst/>
              <a:cxnLst/>
              <a:rect l="l" t="t" r="r" b="b"/>
              <a:pathLst>
                <a:path w="55088" h="24987" extrusionOk="0">
                  <a:moveTo>
                    <a:pt x="25498" y="0"/>
                  </a:moveTo>
                  <a:lnTo>
                    <a:pt x="25498" y="0"/>
                  </a:lnTo>
                  <a:cubicBezTo>
                    <a:pt x="25427" y="91"/>
                    <a:pt x="25357" y="281"/>
                    <a:pt x="25227" y="502"/>
                  </a:cubicBezTo>
                  <a:cubicBezTo>
                    <a:pt x="25237" y="492"/>
                    <a:pt x="25247" y="482"/>
                    <a:pt x="25247" y="472"/>
                  </a:cubicBezTo>
                  <a:cubicBezTo>
                    <a:pt x="25377" y="281"/>
                    <a:pt x="25437" y="111"/>
                    <a:pt x="25498" y="0"/>
                  </a:cubicBezTo>
                  <a:close/>
                  <a:moveTo>
                    <a:pt x="23662" y="2167"/>
                  </a:moveTo>
                  <a:cubicBezTo>
                    <a:pt x="23592" y="2267"/>
                    <a:pt x="23542" y="2378"/>
                    <a:pt x="23472" y="2498"/>
                  </a:cubicBezTo>
                  <a:cubicBezTo>
                    <a:pt x="23552" y="2378"/>
                    <a:pt x="23602" y="2267"/>
                    <a:pt x="23662" y="2167"/>
                  </a:cubicBezTo>
                  <a:close/>
                  <a:moveTo>
                    <a:pt x="80" y="8506"/>
                  </a:moveTo>
                  <a:cubicBezTo>
                    <a:pt x="70" y="8526"/>
                    <a:pt x="60" y="8536"/>
                    <a:pt x="50" y="8556"/>
                  </a:cubicBezTo>
                  <a:cubicBezTo>
                    <a:pt x="39" y="8574"/>
                    <a:pt x="30" y="8591"/>
                    <a:pt x="22" y="8608"/>
                  </a:cubicBezTo>
                  <a:lnTo>
                    <a:pt x="22" y="8608"/>
                  </a:lnTo>
                  <a:cubicBezTo>
                    <a:pt x="39" y="8580"/>
                    <a:pt x="60" y="8551"/>
                    <a:pt x="80" y="8516"/>
                  </a:cubicBezTo>
                  <a:cubicBezTo>
                    <a:pt x="80" y="8516"/>
                    <a:pt x="80" y="8506"/>
                    <a:pt x="80" y="8506"/>
                  </a:cubicBezTo>
                  <a:close/>
                  <a:moveTo>
                    <a:pt x="22" y="8608"/>
                  </a:moveTo>
                  <a:lnTo>
                    <a:pt x="22" y="8608"/>
                  </a:lnTo>
                  <a:cubicBezTo>
                    <a:pt x="14" y="8621"/>
                    <a:pt x="6" y="8634"/>
                    <a:pt x="0" y="8647"/>
                  </a:cubicBezTo>
                  <a:cubicBezTo>
                    <a:pt x="9" y="8634"/>
                    <a:pt x="15" y="8621"/>
                    <a:pt x="22" y="8608"/>
                  </a:cubicBezTo>
                  <a:close/>
                  <a:moveTo>
                    <a:pt x="23010" y="21867"/>
                  </a:moveTo>
                  <a:cubicBezTo>
                    <a:pt x="22990" y="21897"/>
                    <a:pt x="22970" y="21927"/>
                    <a:pt x="22960" y="21957"/>
                  </a:cubicBezTo>
                  <a:cubicBezTo>
                    <a:pt x="25207" y="22739"/>
                    <a:pt x="27534" y="23371"/>
                    <a:pt x="29801" y="24104"/>
                  </a:cubicBezTo>
                  <a:cubicBezTo>
                    <a:pt x="30463" y="24314"/>
                    <a:pt x="31646" y="24986"/>
                    <a:pt x="32389" y="24986"/>
                  </a:cubicBezTo>
                  <a:cubicBezTo>
                    <a:pt x="32419" y="24986"/>
                    <a:pt x="32449" y="24976"/>
                    <a:pt x="32479" y="24976"/>
                  </a:cubicBezTo>
                  <a:cubicBezTo>
                    <a:pt x="32690" y="24966"/>
                    <a:pt x="55088" y="23211"/>
                    <a:pt x="55088" y="23211"/>
                  </a:cubicBezTo>
                  <a:lnTo>
                    <a:pt x="55078" y="23131"/>
                  </a:lnTo>
                  <a:lnTo>
                    <a:pt x="32539" y="24886"/>
                  </a:lnTo>
                  <a:cubicBezTo>
                    <a:pt x="32539" y="24886"/>
                    <a:pt x="28477" y="23522"/>
                    <a:pt x="23010" y="21867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1" name="Google Shape;1821;p19"/>
            <p:cNvSpPr/>
            <p:nvPr/>
          </p:nvSpPr>
          <p:spPr>
            <a:xfrm>
              <a:off x="4751553" y="320969"/>
              <a:ext cx="4587881" cy="2065040"/>
            </a:xfrm>
            <a:custGeom>
              <a:avLst/>
              <a:gdLst/>
              <a:ahLst/>
              <a:cxnLst/>
              <a:rect l="l" t="t" r="r" b="b"/>
              <a:pathLst>
                <a:path w="55289" h="24886" extrusionOk="0">
                  <a:moveTo>
                    <a:pt x="25709" y="0"/>
                  </a:moveTo>
                  <a:cubicBezTo>
                    <a:pt x="25648" y="111"/>
                    <a:pt x="25588" y="281"/>
                    <a:pt x="25458" y="472"/>
                  </a:cubicBezTo>
                  <a:cubicBezTo>
                    <a:pt x="26130" y="1074"/>
                    <a:pt x="27093" y="2057"/>
                    <a:pt x="27444" y="2297"/>
                  </a:cubicBezTo>
                  <a:cubicBezTo>
                    <a:pt x="28577" y="3050"/>
                    <a:pt x="28587" y="2468"/>
                    <a:pt x="29731" y="3170"/>
                  </a:cubicBezTo>
                  <a:cubicBezTo>
                    <a:pt x="29590" y="2959"/>
                    <a:pt x="29540" y="2819"/>
                    <a:pt x="29410" y="2618"/>
                  </a:cubicBezTo>
                  <a:lnTo>
                    <a:pt x="29410" y="2618"/>
                  </a:lnTo>
                  <a:cubicBezTo>
                    <a:pt x="29962" y="3009"/>
                    <a:pt x="30915" y="3551"/>
                    <a:pt x="31777" y="4023"/>
                  </a:cubicBezTo>
                  <a:cubicBezTo>
                    <a:pt x="31958" y="4053"/>
                    <a:pt x="32078" y="4073"/>
                    <a:pt x="32108" y="4073"/>
                  </a:cubicBezTo>
                  <a:cubicBezTo>
                    <a:pt x="31877" y="3692"/>
                    <a:pt x="31306" y="3581"/>
                    <a:pt x="31175" y="3160"/>
                  </a:cubicBezTo>
                  <a:cubicBezTo>
                    <a:pt x="31075" y="2849"/>
                    <a:pt x="29380" y="1726"/>
                    <a:pt x="29129" y="1525"/>
                  </a:cubicBezTo>
                  <a:cubicBezTo>
                    <a:pt x="28918" y="1364"/>
                    <a:pt x="28708" y="1204"/>
                    <a:pt x="28517" y="1053"/>
                  </a:cubicBezTo>
                  <a:cubicBezTo>
                    <a:pt x="28447" y="1033"/>
                    <a:pt x="28397" y="1033"/>
                    <a:pt x="28357" y="1033"/>
                  </a:cubicBezTo>
                  <a:cubicBezTo>
                    <a:pt x="28246" y="1033"/>
                    <a:pt x="28196" y="1074"/>
                    <a:pt x="28146" y="1114"/>
                  </a:cubicBezTo>
                  <a:cubicBezTo>
                    <a:pt x="28106" y="1164"/>
                    <a:pt x="28076" y="1204"/>
                    <a:pt x="27986" y="1204"/>
                  </a:cubicBezTo>
                  <a:cubicBezTo>
                    <a:pt x="27956" y="1204"/>
                    <a:pt x="27915" y="1194"/>
                    <a:pt x="27855" y="1174"/>
                  </a:cubicBezTo>
                  <a:cubicBezTo>
                    <a:pt x="27253" y="973"/>
                    <a:pt x="26371" y="652"/>
                    <a:pt x="25699" y="20"/>
                  </a:cubicBezTo>
                  <a:cubicBezTo>
                    <a:pt x="25709" y="10"/>
                    <a:pt x="25709" y="0"/>
                    <a:pt x="25709" y="0"/>
                  </a:cubicBezTo>
                  <a:close/>
                  <a:moveTo>
                    <a:pt x="29280" y="5116"/>
                  </a:moveTo>
                  <a:cubicBezTo>
                    <a:pt x="29560" y="5116"/>
                    <a:pt x="30373" y="5437"/>
                    <a:pt x="30373" y="5437"/>
                  </a:cubicBezTo>
                  <a:cubicBezTo>
                    <a:pt x="30854" y="5597"/>
                    <a:pt x="31476" y="5988"/>
                    <a:pt x="31496" y="6179"/>
                  </a:cubicBezTo>
                  <a:cubicBezTo>
                    <a:pt x="31506" y="6229"/>
                    <a:pt x="31466" y="6249"/>
                    <a:pt x="31406" y="6249"/>
                  </a:cubicBezTo>
                  <a:cubicBezTo>
                    <a:pt x="31236" y="6249"/>
                    <a:pt x="30864" y="6109"/>
                    <a:pt x="30513" y="6059"/>
                  </a:cubicBezTo>
                  <a:cubicBezTo>
                    <a:pt x="30032" y="5988"/>
                    <a:pt x="29069" y="5246"/>
                    <a:pt x="29199" y="5136"/>
                  </a:cubicBezTo>
                  <a:cubicBezTo>
                    <a:pt x="29209" y="5126"/>
                    <a:pt x="29239" y="5116"/>
                    <a:pt x="29280" y="5116"/>
                  </a:cubicBezTo>
                  <a:close/>
                  <a:moveTo>
                    <a:pt x="16872" y="4564"/>
                  </a:moveTo>
                  <a:cubicBezTo>
                    <a:pt x="17022" y="4564"/>
                    <a:pt x="17193" y="4624"/>
                    <a:pt x="17363" y="4685"/>
                  </a:cubicBezTo>
                  <a:cubicBezTo>
                    <a:pt x="17524" y="4745"/>
                    <a:pt x="17674" y="4795"/>
                    <a:pt x="17775" y="4795"/>
                  </a:cubicBezTo>
                  <a:cubicBezTo>
                    <a:pt x="17795" y="4795"/>
                    <a:pt x="17825" y="4795"/>
                    <a:pt x="17845" y="4785"/>
                  </a:cubicBezTo>
                  <a:cubicBezTo>
                    <a:pt x="17845" y="4775"/>
                    <a:pt x="17855" y="4775"/>
                    <a:pt x="17865" y="4775"/>
                  </a:cubicBezTo>
                  <a:cubicBezTo>
                    <a:pt x="17995" y="4775"/>
                    <a:pt x="18386" y="5006"/>
                    <a:pt x="18778" y="5236"/>
                  </a:cubicBezTo>
                  <a:cubicBezTo>
                    <a:pt x="19159" y="5467"/>
                    <a:pt x="19540" y="5698"/>
                    <a:pt x="19650" y="5698"/>
                  </a:cubicBezTo>
                  <a:cubicBezTo>
                    <a:pt x="19670" y="5698"/>
                    <a:pt x="19680" y="5688"/>
                    <a:pt x="19670" y="5657"/>
                  </a:cubicBezTo>
                  <a:cubicBezTo>
                    <a:pt x="19660" y="5617"/>
                    <a:pt x="19680" y="5607"/>
                    <a:pt x="19710" y="5607"/>
                  </a:cubicBezTo>
                  <a:cubicBezTo>
                    <a:pt x="19961" y="5607"/>
                    <a:pt x="21195" y="6350"/>
                    <a:pt x="21656" y="6610"/>
                  </a:cubicBezTo>
                  <a:cubicBezTo>
                    <a:pt x="22168" y="6911"/>
                    <a:pt x="22268" y="7012"/>
                    <a:pt x="22148" y="7012"/>
                  </a:cubicBezTo>
                  <a:cubicBezTo>
                    <a:pt x="21957" y="7012"/>
                    <a:pt x="21175" y="6731"/>
                    <a:pt x="20844" y="6640"/>
                  </a:cubicBezTo>
                  <a:cubicBezTo>
                    <a:pt x="20663" y="6590"/>
                    <a:pt x="20513" y="6560"/>
                    <a:pt x="20392" y="6560"/>
                  </a:cubicBezTo>
                  <a:cubicBezTo>
                    <a:pt x="20152" y="6560"/>
                    <a:pt x="20031" y="6661"/>
                    <a:pt x="20122" y="6831"/>
                  </a:cubicBezTo>
                  <a:cubicBezTo>
                    <a:pt x="20132" y="6861"/>
                    <a:pt x="20102" y="6871"/>
                    <a:pt x="20031" y="6871"/>
                  </a:cubicBezTo>
                  <a:cubicBezTo>
                    <a:pt x="19540" y="6871"/>
                    <a:pt x="17323" y="6219"/>
                    <a:pt x="17163" y="5978"/>
                  </a:cubicBezTo>
                  <a:cubicBezTo>
                    <a:pt x="17113" y="5908"/>
                    <a:pt x="17183" y="5888"/>
                    <a:pt x="17293" y="5888"/>
                  </a:cubicBezTo>
                  <a:cubicBezTo>
                    <a:pt x="17423" y="5888"/>
                    <a:pt x="17604" y="5918"/>
                    <a:pt x="17785" y="5938"/>
                  </a:cubicBezTo>
                  <a:cubicBezTo>
                    <a:pt x="17955" y="5968"/>
                    <a:pt x="18116" y="5988"/>
                    <a:pt x="18196" y="5988"/>
                  </a:cubicBezTo>
                  <a:cubicBezTo>
                    <a:pt x="18286" y="5988"/>
                    <a:pt x="18276" y="5958"/>
                    <a:pt x="18075" y="5868"/>
                  </a:cubicBezTo>
                  <a:cubicBezTo>
                    <a:pt x="17333" y="5527"/>
                    <a:pt x="16390" y="4805"/>
                    <a:pt x="16691" y="4614"/>
                  </a:cubicBezTo>
                  <a:cubicBezTo>
                    <a:pt x="16741" y="4574"/>
                    <a:pt x="16802" y="4564"/>
                    <a:pt x="16872" y="4564"/>
                  </a:cubicBezTo>
                  <a:close/>
                  <a:moveTo>
                    <a:pt x="23352" y="6480"/>
                  </a:moveTo>
                  <a:cubicBezTo>
                    <a:pt x="23412" y="6480"/>
                    <a:pt x="23512" y="6510"/>
                    <a:pt x="23683" y="6580"/>
                  </a:cubicBezTo>
                  <a:cubicBezTo>
                    <a:pt x="24826" y="7082"/>
                    <a:pt x="25879" y="7914"/>
                    <a:pt x="25528" y="7914"/>
                  </a:cubicBezTo>
                  <a:cubicBezTo>
                    <a:pt x="25478" y="7914"/>
                    <a:pt x="25408" y="7904"/>
                    <a:pt x="25297" y="7864"/>
                  </a:cubicBezTo>
                  <a:cubicBezTo>
                    <a:pt x="24435" y="7573"/>
                    <a:pt x="23913" y="7473"/>
                    <a:pt x="23121" y="7072"/>
                  </a:cubicBezTo>
                  <a:cubicBezTo>
                    <a:pt x="22629" y="6821"/>
                    <a:pt x="23221" y="6971"/>
                    <a:pt x="23422" y="6861"/>
                  </a:cubicBezTo>
                  <a:cubicBezTo>
                    <a:pt x="23522" y="6811"/>
                    <a:pt x="23181" y="6480"/>
                    <a:pt x="23352" y="6480"/>
                  </a:cubicBezTo>
                  <a:close/>
                  <a:moveTo>
                    <a:pt x="29241" y="5769"/>
                  </a:moveTo>
                  <a:lnTo>
                    <a:pt x="29241" y="5769"/>
                  </a:lnTo>
                  <a:cubicBezTo>
                    <a:pt x="29333" y="5878"/>
                    <a:pt x="29792" y="5898"/>
                    <a:pt x="29932" y="5928"/>
                  </a:cubicBezTo>
                  <a:cubicBezTo>
                    <a:pt x="30082" y="5958"/>
                    <a:pt x="30222" y="5988"/>
                    <a:pt x="30363" y="6049"/>
                  </a:cubicBezTo>
                  <a:cubicBezTo>
                    <a:pt x="30764" y="6209"/>
                    <a:pt x="31095" y="6500"/>
                    <a:pt x="31396" y="6801"/>
                  </a:cubicBezTo>
                  <a:cubicBezTo>
                    <a:pt x="31847" y="6871"/>
                    <a:pt x="32560" y="7082"/>
                    <a:pt x="33171" y="7242"/>
                  </a:cubicBezTo>
                  <a:cubicBezTo>
                    <a:pt x="33553" y="7343"/>
                    <a:pt x="34746" y="7613"/>
                    <a:pt x="35208" y="7654"/>
                  </a:cubicBezTo>
                  <a:cubicBezTo>
                    <a:pt x="35669" y="7684"/>
                    <a:pt x="37234" y="8135"/>
                    <a:pt x="37475" y="8356"/>
                  </a:cubicBezTo>
                  <a:cubicBezTo>
                    <a:pt x="37505" y="8386"/>
                    <a:pt x="37485" y="8406"/>
                    <a:pt x="37424" y="8406"/>
                  </a:cubicBezTo>
                  <a:cubicBezTo>
                    <a:pt x="37254" y="8406"/>
                    <a:pt x="36823" y="8316"/>
                    <a:pt x="36341" y="8225"/>
                  </a:cubicBezTo>
                  <a:cubicBezTo>
                    <a:pt x="35860" y="8135"/>
                    <a:pt x="35338" y="8045"/>
                    <a:pt x="34997" y="8045"/>
                  </a:cubicBezTo>
                  <a:cubicBezTo>
                    <a:pt x="34937" y="8045"/>
                    <a:pt x="34887" y="8055"/>
                    <a:pt x="34836" y="8055"/>
                  </a:cubicBezTo>
                  <a:cubicBezTo>
                    <a:pt x="34726" y="8075"/>
                    <a:pt x="34606" y="8085"/>
                    <a:pt x="34485" y="8085"/>
                  </a:cubicBezTo>
                  <a:cubicBezTo>
                    <a:pt x="33853" y="8085"/>
                    <a:pt x="33101" y="7894"/>
                    <a:pt x="32560" y="7654"/>
                  </a:cubicBezTo>
                  <a:cubicBezTo>
                    <a:pt x="31928" y="7363"/>
                    <a:pt x="30945" y="6781"/>
                    <a:pt x="31256" y="6781"/>
                  </a:cubicBezTo>
                  <a:lnTo>
                    <a:pt x="31296" y="6781"/>
                  </a:lnTo>
                  <a:cubicBezTo>
                    <a:pt x="31035" y="6681"/>
                    <a:pt x="30774" y="6590"/>
                    <a:pt x="30503" y="6490"/>
                  </a:cubicBezTo>
                  <a:cubicBezTo>
                    <a:pt x="30393" y="6450"/>
                    <a:pt x="30273" y="6400"/>
                    <a:pt x="30162" y="6360"/>
                  </a:cubicBezTo>
                  <a:cubicBezTo>
                    <a:pt x="30032" y="6309"/>
                    <a:pt x="29901" y="6259"/>
                    <a:pt x="29781" y="6199"/>
                  </a:cubicBezTo>
                  <a:cubicBezTo>
                    <a:pt x="29571" y="6089"/>
                    <a:pt x="29391" y="5949"/>
                    <a:pt x="29241" y="5769"/>
                  </a:cubicBezTo>
                  <a:close/>
                  <a:moveTo>
                    <a:pt x="2949" y="8616"/>
                  </a:moveTo>
                  <a:cubicBezTo>
                    <a:pt x="3080" y="8616"/>
                    <a:pt x="3220" y="8647"/>
                    <a:pt x="3371" y="8717"/>
                  </a:cubicBezTo>
                  <a:cubicBezTo>
                    <a:pt x="4314" y="9178"/>
                    <a:pt x="6390" y="9941"/>
                    <a:pt x="5808" y="9941"/>
                  </a:cubicBezTo>
                  <a:cubicBezTo>
                    <a:pt x="5778" y="9941"/>
                    <a:pt x="5738" y="9941"/>
                    <a:pt x="5698" y="9930"/>
                  </a:cubicBezTo>
                  <a:cubicBezTo>
                    <a:pt x="4915" y="9860"/>
                    <a:pt x="4203" y="9620"/>
                    <a:pt x="3652" y="9620"/>
                  </a:cubicBezTo>
                  <a:cubicBezTo>
                    <a:pt x="3551" y="9620"/>
                    <a:pt x="3451" y="9630"/>
                    <a:pt x="3371" y="9640"/>
                  </a:cubicBezTo>
                  <a:cubicBezTo>
                    <a:pt x="3321" y="9650"/>
                    <a:pt x="3270" y="9660"/>
                    <a:pt x="3230" y="9660"/>
                  </a:cubicBezTo>
                  <a:cubicBezTo>
                    <a:pt x="3070" y="9660"/>
                    <a:pt x="3020" y="9569"/>
                    <a:pt x="2969" y="9479"/>
                  </a:cubicBezTo>
                  <a:cubicBezTo>
                    <a:pt x="2919" y="9389"/>
                    <a:pt x="2869" y="9299"/>
                    <a:pt x="2679" y="9299"/>
                  </a:cubicBezTo>
                  <a:cubicBezTo>
                    <a:pt x="2618" y="9299"/>
                    <a:pt x="2548" y="9309"/>
                    <a:pt x="2458" y="9329"/>
                  </a:cubicBezTo>
                  <a:cubicBezTo>
                    <a:pt x="2097" y="9419"/>
                    <a:pt x="1716" y="9479"/>
                    <a:pt x="1515" y="9479"/>
                  </a:cubicBezTo>
                  <a:cubicBezTo>
                    <a:pt x="1314" y="9479"/>
                    <a:pt x="1284" y="9419"/>
                    <a:pt x="1565" y="9268"/>
                  </a:cubicBezTo>
                  <a:cubicBezTo>
                    <a:pt x="2147" y="8958"/>
                    <a:pt x="1956" y="9098"/>
                    <a:pt x="2247" y="8887"/>
                  </a:cubicBezTo>
                  <a:cubicBezTo>
                    <a:pt x="2438" y="8747"/>
                    <a:pt x="2679" y="8616"/>
                    <a:pt x="2949" y="8616"/>
                  </a:cubicBezTo>
                  <a:close/>
                  <a:moveTo>
                    <a:pt x="23512" y="2729"/>
                  </a:moveTo>
                  <a:cubicBezTo>
                    <a:pt x="23512" y="2729"/>
                    <a:pt x="23502" y="2739"/>
                    <a:pt x="23502" y="2739"/>
                  </a:cubicBezTo>
                  <a:cubicBezTo>
                    <a:pt x="23482" y="2779"/>
                    <a:pt x="23452" y="2819"/>
                    <a:pt x="23412" y="2859"/>
                  </a:cubicBezTo>
                  <a:cubicBezTo>
                    <a:pt x="23191" y="3120"/>
                    <a:pt x="23151" y="3240"/>
                    <a:pt x="22940" y="3421"/>
                  </a:cubicBezTo>
                  <a:cubicBezTo>
                    <a:pt x="22820" y="3601"/>
                    <a:pt x="22800" y="3952"/>
                    <a:pt x="22720" y="4203"/>
                  </a:cubicBezTo>
                  <a:cubicBezTo>
                    <a:pt x="23151" y="4534"/>
                    <a:pt x="23592" y="4875"/>
                    <a:pt x="23693" y="4935"/>
                  </a:cubicBezTo>
                  <a:cubicBezTo>
                    <a:pt x="23703" y="4945"/>
                    <a:pt x="23713" y="4945"/>
                    <a:pt x="23713" y="4945"/>
                  </a:cubicBezTo>
                  <a:cubicBezTo>
                    <a:pt x="23753" y="4945"/>
                    <a:pt x="23582" y="4725"/>
                    <a:pt x="23402" y="4504"/>
                  </a:cubicBezTo>
                  <a:cubicBezTo>
                    <a:pt x="23231" y="4293"/>
                    <a:pt x="23051" y="4073"/>
                    <a:pt x="23091" y="4073"/>
                  </a:cubicBezTo>
                  <a:lnTo>
                    <a:pt x="23091" y="4073"/>
                  </a:lnTo>
                  <a:cubicBezTo>
                    <a:pt x="23091" y="4073"/>
                    <a:pt x="23101" y="4073"/>
                    <a:pt x="23111" y="4083"/>
                  </a:cubicBezTo>
                  <a:cubicBezTo>
                    <a:pt x="24475" y="5036"/>
                    <a:pt x="26150" y="6249"/>
                    <a:pt x="27554" y="7423"/>
                  </a:cubicBezTo>
                  <a:cubicBezTo>
                    <a:pt x="26250" y="7022"/>
                    <a:pt x="25277" y="6179"/>
                    <a:pt x="23993" y="5708"/>
                  </a:cubicBezTo>
                  <a:cubicBezTo>
                    <a:pt x="23713" y="5607"/>
                    <a:pt x="22379" y="4975"/>
                    <a:pt x="21476" y="4554"/>
                  </a:cubicBezTo>
                  <a:cubicBezTo>
                    <a:pt x="21355" y="4614"/>
                    <a:pt x="21235" y="4685"/>
                    <a:pt x="21115" y="4705"/>
                  </a:cubicBezTo>
                  <a:cubicBezTo>
                    <a:pt x="21175" y="4755"/>
                    <a:pt x="21235" y="4815"/>
                    <a:pt x="21295" y="4865"/>
                  </a:cubicBezTo>
                  <a:cubicBezTo>
                    <a:pt x="21686" y="5216"/>
                    <a:pt x="22078" y="5557"/>
                    <a:pt x="22007" y="5557"/>
                  </a:cubicBezTo>
                  <a:cubicBezTo>
                    <a:pt x="21977" y="5557"/>
                    <a:pt x="21897" y="5517"/>
                    <a:pt x="21737" y="5427"/>
                  </a:cubicBezTo>
                  <a:cubicBezTo>
                    <a:pt x="21626" y="5357"/>
                    <a:pt x="19891" y="4584"/>
                    <a:pt x="19761" y="4524"/>
                  </a:cubicBezTo>
                  <a:cubicBezTo>
                    <a:pt x="19660" y="4484"/>
                    <a:pt x="19590" y="4464"/>
                    <a:pt x="19540" y="4464"/>
                  </a:cubicBezTo>
                  <a:cubicBezTo>
                    <a:pt x="19460" y="4464"/>
                    <a:pt x="19450" y="4514"/>
                    <a:pt x="19460" y="4574"/>
                  </a:cubicBezTo>
                  <a:cubicBezTo>
                    <a:pt x="19460" y="4634"/>
                    <a:pt x="19470" y="4695"/>
                    <a:pt x="19420" y="4695"/>
                  </a:cubicBezTo>
                  <a:cubicBezTo>
                    <a:pt x="19389" y="4695"/>
                    <a:pt x="19339" y="4674"/>
                    <a:pt x="19259" y="4624"/>
                  </a:cubicBezTo>
                  <a:cubicBezTo>
                    <a:pt x="18838" y="4384"/>
                    <a:pt x="18095" y="4063"/>
                    <a:pt x="17373" y="3692"/>
                  </a:cubicBezTo>
                  <a:cubicBezTo>
                    <a:pt x="17293" y="3661"/>
                    <a:pt x="17223" y="3641"/>
                    <a:pt x="17153" y="3641"/>
                  </a:cubicBezTo>
                  <a:cubicBezTo>
                    <a:pt x="16922" y="3641"/>
                    <a:pt x="16711" y="3832"/>
                    <a:pt x="16491" y="4023"/>
                  </a:cubicBezTo>
                  <a:cubicBezTo>
                    <a:pt x="16270" y="4213"/>
                    <a:pt x="16039" y="4404"/>
                    <a:pt x="15738" y="4404"/>
                  </a:cubicBezTo>
                  <a:cubicBezTo>
                    <a:pt x="15678" y="4404"/>
                    <a:pt x="15608" y="4394"/>
                    <a:pt x="15538" y="4374"/>
                  </a:cubicBezTo>
                  <a:cubicBezTo>
                    <a:pt x="15297" y="4624"/>
                    <a:pt x="15066" y="4835"/>
                    <a:pt x="14906" y="4935"/>
                  </a:cubicBezTo>
                  <a:cubicBezTo>
                    <a:pt x="14474" y="5186"/>
                    <a:pt x="14244" y="5326"/>
                    <a:pt x="13833" y="5668"/>
                  </a:cubicBezTo>
                  <a:cubicBezTo>
                    <a:pt x="13742" y="5808"/>
                    <a:pt x="13742" y="5878"/>
                    <a:pt x="13822" y="5878"/>
                  </a:cubicBezTo>
                  <a:cubicBezTo>
                    <a:pt x="13913" y="5878"/>
                    <a:pt x="14133" y="5768"/>
                    <a:pt x="14454" y="5527"/>
                  </a:cubicBezTo>
                  <a:cubicBezTo>
                    <a:pt x="15016" y="5106"/>
                    <a:pt x="15417" y="4845"/>
                    <a:pt x="15558" y="4845"/>
                  </a:cubicBezTo>
                  <a:cubicBezTo>
                    <a:pt x="15638" y="4845"/>
                    <a:pt x="15628" y="4925"/>
                    <a:pt x="15538" y="5106"/>
                  </a:cubicBezTo>
                  <a:cubicBezTo>
                    <a:pt x="15257" y="5587"/>
                    <a:pt x="14264" y="6390"/>
                    <a:pt x="14103" y="6831"/>
                  </a:cubicBezTo>
                  <a:cubicBezTo>
                    <a:pt x="14023" y="7057"/>
                    <a:pt x="13790" y="7059"/>
                    <a:pt x="13470" y="7059"/>
                  </a:cubicBezTo>
                  <a:cubicBezTo>
                    <a:pt x="13463" y="7059"/>
                    <a:pt x="13456" y="7059"/>
                    <a:pt x="13448" y="7059"/>
                  </a:cubicBezTo>
                  <a:cubicBezTo>
                    <a:pt x="13132" y="7059"/>
                    <a:pt x="12735" y="7062"/>
                    <a:pt x="12318" y="7272"/>
                  </a:cubicBezTo>
                  <a:cubicBezTo>
                    <a:pt x="11917" y="7473"/>
                    <a:pt x="11566" y="7613"/>
                    <a:pt x="11385" y="7613"/>
                  </a:cubicBezTo>
                  <a:cubicBezTo>
                    <a:pt x="11225" y="7613"/>
                    <a:pt x="11215" y="7483"/>
                    <a:pt x="11475" y="7182"/>
                  </a:cubicBezTo>
                  <a:lnTo>
                    <a:pt x="11475" y="7182"/>
                  </a:lnTo>
                  <a:cubicBezTo>
                    <a:pt x="11084" y="7403"/>
                    <a:pt x="10091" y="7383"/>
                    <a:pt x="9780" y="7623"/>
                  </a:cubicBezTo>
                  <a:cubicBezTo>
                    <a:pt x="9600" y="7764"/>
                    <a:pt x="9379" y="7874"/>
                    <a:pt x="9178" y="7924"/>
                  </a:cubicBezTo>
                  <a:cubicBezTo>
                    <a:pt x="10001" y="8386"/>
                    <a:pt x="11335" y="8958"/>
                    <a:pt x="12819" y="9670"/>
                  </a:cubicBezTo>
                  <a:cubicBezTo>
                    <a:pt x="13913" y="10121"/>
                    <a:pt x="14926" y="10512"/>
                    <a:pt x="15317" y="10623"/>
                  </a:cubicBezTo>
                  <a:cubicBezTo>
                    <a:pt x="15467" y="10663"/>
                    <a:pt x="15628" y="10723"/>
                    <a:pt x="15768" y="10803"/>
                  </a:cubicBezTo>
                  <a:cubicBezTo>
                    <a:pt x="16220" y="11084"/>
                    <a:pt x="14234" y="11375"/>
                    <a:pt x="12819" y="11375"/>
                  </a:cubicBezTo>
                  <a:cubicBezTo>
                    <a:pt x="12188" y="11375"/>
                    <a:pt x="11676" y="11315"/>
                    <a:pt x="11536" y="11174"/>
                  </a:cubicBezTo>
                  <a:cubicBezTo>
                    <a:pt x="11465" y="11104"/>
                    <a:pt x="11405" y="11014"/>
                    <a:pt x="11325" y="10974"/>
                  </a:cubicBezTo>
                  <a:cubicBezTo>
                    <a:pt x="11265" y="10944"/>
                    <a:pt x="11205" y="10924"/>
                    <a:pt x="11144" y="10924"/>
                  </a:cubicBezTo>
                  <a:cubicBezTo>
                    <a:pt x="11014" y="10924"/>
                    <a:pt x="10884" y="10984"/>
                    <a:pt x="10753" y="11014"/>
                  </a:cubicBezTo>
                  <a:cubicBezTo>
                    <a:pt x="10623" y="11044"/>
                    <a:pt x="10502" y="11054"/>
                    <a:pt x="10392" y="11054"/>
                  </a:cubicBezTo>
                  <a:cubicBezTo>
                    <a:pt x="10011" y="11054"/>
                    <a:pt x="9680" y="10893"/>
                    <a:pt x="9369" y="10623"/>
                  </a:cubicBezTo>
                  <a:cubicBezTo>
                    <a:pt x="8687" y="10001"/>
                    <a:pt x="6891" y="9870"/>
                    <a:pt x="6831" y="9830"/>
                  </a:cubicBezTo>
                  <a:cubicBezTo>
                    <a:pt x="6651" y="9690"/>
                    <a:pt x="5628" y="8556"/>
                    <a:pt x="5427" y="8456"/>
                  </a:cubicBezTo>
                  <a:cubicBezTo>
                    <a:pt x="5317" y="8396"/>
                    <a:pt x="5196" y="8346"/>
                    <a:pt x="5066" y="8346"/>
                  </a:cubicBezTo>
                  <a:lnTo>
                    <a:pt x="5036" y="8346"/>
                  </a:lnTo>
                  <a:cubicBezTo>
                    <a:pt x="4925" y="8346"/>
                    <a:pt x="4003" y="7854"/>
                    <a:pt x="3451" y="7583"/>
                  </a:cubicBezTo>
                  <a:cubicBezTo>
                    <a:pt x="3341" y="7523"/>
                    <a:pt x="3290" y="7503"/>
                    <a:pt x="3270" y="7503"/>
                  </a:cubicBezTo>
                  <a:cubicBezTo>
                    <a:pt x="3190" y="7503"/>
                    <a:pt x="3521" y="7774"/>
                    <a:pt x="3310" y="7824"/>
                  </a:cubicBezTo>
                  <a:lnTo>
                    <a:pt x="3300" y="7824"/>
                  </a:lnTo>
                  <a:cubicBezTo>
                    <a:pt x="3230" y="7824"/>
                    <a:pt x="2990" y="7694"/>
                    <a:pt x="2759" y="7563"/>
                  </a:cubicBezTo>
                  <a:cubicBezTo>
                    <a:pt x="2729" y="7543"/>
                    <a:pt x="2699" y="7523"/>
                    <a:pt x="2669" y="7513"/>
                  </a:cubicBezTo>
                  <a:cubicBezTo>
                    <a:pt x="2638" y="7523"/>
                    <a:pt x="2598" y="7533"/>
                    <a:pt x="2558" y="7553"/>
                  </a:cubicBezTo>
                  <a:cubicBezTo>
                    <a:pt x="2478" y="7573"/>
                    <a:pt x="1655" y="7774"/>
                    <a:pt x="1385" y="7804"/>
                  </a:cubicBezTo>
                  <a:cubicBezTo>
                    <a:pt x="1304" y="7874"/>
                    <a:pt x="1204" y="7954"/>
                    <a:pt x="1144" y="7995"/>
                  </a:cubicBezTo>
                  <a:cubicBezTo>
                    <a:pt x="1064" y="8065"/>
                    <a:pt x="1064" y="8065"/>
                    <a:pt x="1254" y="8125"/>
                  </a:cubicBezTo>
                  <a:cubicBezTo>
                    <a:pt x="1415" y="8185"/>
                    <a:pt x="1114" y="8406"/>
                    <a:pt x="933" y="8406"/>
                  </a:cubicBezTo>
                  <a:lnTo>
                    <a:pt x="883" y="8406"/>
                  </a:lnTo>
                  <a:cubicBezTo>
                    <a:pt x="793" y="8376"/>
                    <a:pt x="693" y="8356"/>
                    <a:pt x="602" y="8356"/>
                  </a:cubicBezTo>
                  <a:cubicBezTo>
                    <a:pt x="502" y="8356"/>
                    <a:pt x="412" y="8376"/>
                    <a:pt x="362" y="8436"/>
                  </a:cubicBezTo>
                  <a:cubicBezTo>
                    <a:pt x="331" y="8466"/>
                    <a:pt x="311" y="8486"/>
                    <a:pt x="291" y="8506"/>
                  </a:cubicBezTo>
                  <a:cubicBezTo>
                    <a:pt x="291" y="8506"/>
                    <a:pt x="291" y="8516"/>
                    <a:pt x="291" y="8516"/>
                  </a:cubicBezTo>
                  <a:cubicBezTo>
                    <a:pt x="261" y="8566"/>
                    <a:pt x="231" y="8606"/>
                    <a:pt x="211" y="8647"/>
                  </a:cubicBezTo>
                  <a:cubicBezTo>
                    <a:pt x="121" y="8787"/>
                    <a:pt x="61" y="8857"/>
                    <a:pt x="0" y="8887"/>
                  </a:cubicBezTo>
                  <a:cubicBezTo>
                    <a:pt x="422" y="9118"/>
                    <a:pt x="592" y="9208"/>
                    <a:pt x="472" y="9208"/>
                  </a:cubicBezTo>
                  <a:cubicBezTo>
                    <a:pt x="442" y="9208"/>
                    <a:pt x="392" y="9198"/>
                    <a:pt x="321" y="9188"/>
                  </a:cubicBezTo>
                  <a:lnTo>
                    <a:pt x="321" y="9188"/>
                  </a:lnTo>
                  <a:cubicBezTo>
                    <a:pt x="351" y="9208"/>
                    <a:pt x="372" y="9218"/>
                    <a:pt x="392" y="9228"/>
                  </a:cubicBezTo>
                  <a:cubicBezTo>
                    <a:pt x="442" y="9258"/>
                    <a:pt x="1013" y="9620"/>
                    <a:pt x="1204" y="9720"/>
                  </a:cubicBezTo>
                  <a:cubicBezTo>
                    <a:pt x="1385" y="9820"/>
                    <a:pt x="2177" y="10051"/>
                    <a:pt x="2388" y="10171"/>
                  </a:cubicBezTo>
                  <a:cubicBezTo>
                    <a:pt x="2458" y="10211"/>
                    <a:pt x="2508" y="10221"/>
                    <a:pt x="2538" y="10221"/>
                  </a:cubicBezTo>
                  <a:cubicBezTo>
                    <a:pt x="2578" y="10221"/>
                    <a:pt x="2578" y="10181"/>
                    <a:pt x="2568" y="10141"/>
                  </a:cubicBezTo>
                  <a:cubicBezTo>
                    <a:pt x="2558" y="10091"/>
                    <a:pt x="2548" y="10051"/>
                    <a:pt x="2578" y="10051"/>
                  </a:cubicBezTo>
                  <a:lnTo>
                    <a:pt x="2598" y="10051"/>
                  </a:lnTo>
                  <a:cubicBezTo>
                    <a:pt x="3331" y="10402"/>
                    <a:pt x="3020" y="10211"/>
                    <a:pt x="3652" y="10733"/>
                  </a:cubicBezTo>
                  <a:cubicBezTo>
                    <a:pt x="5407" y="12197"/>
                    <a:pt x="6570" y="14695"/>
                    <a:pt x="6510" y="14765"/>
                  </a:cubicBezTo>
                  <a:cubicBezTo>
                    <a:pt x="6420" y="14855"/>
                    <a:pt x="6290" y="14886"/>
                    <a:pt x="6179" y="14936"/>
                  </a:cubicBezTo>
                  <a:cubicBezTo>
                    <a:pt x="5938" y="15046"/>
                    <a:pt x="5758" y="15257"/>
                    <a:pt x="5597" y="15467"/>
                  </a:cubicBezTo>
                  <a:cubicBezTo>
                    <a:pt x="5387" y="15718"/>
                    <a:pt x="5176" y="16049"/>
                    <a:pt x="5297" y="16350"/>
                  </a:cubicBezTo>
                  <a:cubicBezTo>
                    <a:pt x="5367" y="16531"/>
                    <a:pt x="5537" y="16641"/>
                    <a:pt x="5718" y="16731"/>
                  </a:cubicBezTo>
                  <a:cubicBezTo>
                    <a:pt x="6370" y="17052"/>
                    <a:pt x="7102" y="17032"/>
                    <a:pt x="7744" y="17353"/>
                  </a:cubicBezTo>
                  <a:cubicBezTo>
                    <a:pt x="7914" y="17443"/>
                    <a:pt x="8105" y="17473"/>
                    <a:pt x="8296" y="17473"/>
                  </a:cubicBezTo>
                  <a:cubicBezTo>
                    <a:pt x="8577" y="17473"/>
                    <a:pt x="8857" y="17413"/>
                    <a:pt x="9118" y="17403"/>
                  </a:cubicBezTo>
                  <a:cubicBezTo>
                    <a:pt x="9700" y="17363"/>
                    <a:pt x="10332" y="16862"/>
                    <a:pt x="10863" y="16641"/>
                  </a:cubicBezTo>
                  <a:cubicBezTo>
                    <a:pt x="11596" y="16330"/>
                    <a:pt x="12328" y="16029"/>
                    <a:pt x="13070" y="15718"/>
                  </a:cubicBezTo>
                  <a:lnTo>
                    <a:pt x="17363" y="13933"/>
                  </a:lnTo>
                  <a:cubicBezTo>
                    <a:pt x="18065" y="13642"/>
                    <a:pt x="18768" y="13351"/>
                    <a:pt x="19480" y="13070"/>
                  </a:cubicBezTo>
                  <a:cubicBezTo>
                    <a:pt x="19831" y="12940"/>
                    <a:pt x="20413" y="12589"/>
                    <a:pt x="20844" y="12589"/>
                  </a:cubicBezTo>
                  <a:cubicBezTo>
                    <a:pt x="20924" y="12589"/>
                    <a:pt x="21004" y="12609"/>
                    <a:pt x="21075" y="12639"/>
                  </a:cubicBezTo>
                  <a:cubicBezTo>
                    <a:pt x="20884" y="12759"/>
                    <a:pt x="20663" y="12869"/>
                    <a:pt x="20453" y="12970"/>
                  </a:cubicBezTo>
                  <a:cubicBezTo>
                    <a:pt x="19590" y="13371"/>
                    <a:pt x="18758" y="13682"/>
                    <a:pt x="17925" y="14173"/>
                  </a:cubicBezTo>
                  <a:cubicBezTo>
                    <a:pt x="17002" y="14725"/>
                    <a:pt x="16099" y="15287"/>
                    <a:pt x="15207" y="15879"/>
                  </a:cubicBezTo>
                  <a:cubicBezTo>
                    <a:pt x="14826" y="16139"/>
                    <a:pt x="14444" y="16390"/>
                    <a:pt x="14013" y="16541"/>
                  </a:cubicBezTo>
                  <a:cubicBezTo>
                    <a:pt x="13833" y="16611"/>
                    <a:pt x="13632" y="16651"/>
                    <a:pt x="13471" y="16761"/>
                  </a:cubicBezTo>
                  <a:cubicBezTo>
                    <a:pt x="13181" y="16952"/>
                    <a:pt x="13030" y="17303"/>
                    <a:pt x="12729" y="17493"/>
                  </a:cubicBezTo>
                  <a:cubicBezTo>
                    <a:pt x="12458" y="17674"/>
                    <a:pt x="12097" y="17684"/>
                    <a:pt x="11846" y="17915"/>
                  </a:cubicBezTo>
                  <a:cubicBezTo>
                    <a:pt x="11766" y="17985"/>
                    <a:pt x="11656" y="18065"/>
                    <a:pt x="11626" y="18166"/>
                  </a:cubicBezTo>
                  <a:cubicBezTo>
                    <a:pt x="11756" y="18166"/>
                    <a:pt x="11796" y="18266"/>
                    <a:pt x="11887" y="18336"/>
                  </a:cubicBezTo>
                  <a:cubicBezTo>
                    <a:pt x="11997" y="18426"/>
                    <a:pt x="12198" y="18426"/>
                    <a:pt x="12338" y="18446"/>
                  </a:cubicBezTo>
                  <a:cubicBezTo>
                    <a:pt x="12980" y="18527"/>
                    <a:pt x="13592" y="18647"/>
                    <a:pt x="14174" y="18958"/>
                  </a:cubicBezTo>
                  <a:cubicBezTo>
                    <a:pt x="14294" y="19018"/>
                    <a:pt x="14414" y="19088"/>
                    <a:pt x="14545" y="19108"/>
                  </a:cubicBezTo>
                  <a:lnTo>
                    <a:pt x="14555" y="19118"/>
                  </a:lnTo>
                  <a:lnTo>
                    <a:pt x="14645" y="19118"/>
                  </a:lnTo>
                  <a:cubicBezTo>
                    <a:pt x="14705" y="19118"/>
                    <a:pt x="14765" y="19108"/>
                    <a:pt x="14836" y="19098"/>
                  </a:cubicBezTo>
                  <a:cubicBezTo>
                    <a:pt x="15929" y="18928"/>
                    <a:pt x="16912" y="18246"/>
                    <a:pt x="17955" y="17895"/>
                  </a:cubicBezTo>
                  <a:cubicBezTo>
                    <a:pt x="20182" y="17142"/>
                    <a:pt x="22479" y="16852"/>
                    <a:pt x="24796" y="16420"/>
                  </a:cubicBezTo>
                  <a:cubicBezTo>
                    <a:pt x="25237" y="16340"/>
                    <a:pt x="25689" y="16250"/>
                    <a:pt x="26100" y="16049"/>
                  </a:cubicBezTo>
                  <a:cubicBezTo>
                    <a:pt x="26531" y="15838"/>
                    <a:pt x="26892" y="15517"/>
                    <a:pt x="27294" y="15257"/>
                  </a:cubicBezTo>
                  <a:cubicBezTo>
                    <a:pt x="28036" y="14775"/>
                    <a:pt x="29009" y="14364"/>
                    <a:pt x="29881" y="14244"/>
                  </a:cubicBezTo>
                  <a:lnTo>
                    <a:pt x="29881" y="14244"/>
                  </a:lnTo>
                  <a:cubicBezTo>
                    <a:pt x="29711" y="14565"/>
                    <a:pt x="29370" y="14876"/>
                    <a:pt x="29069" y="15106"/>
                  </a:cubicBezTo>
                  <a:cubicBezTo>
                    <a:pt x="28517" y="15517"/>
                    <a:pt x="28096" y="15879"/>
                    <a:pt x="27594" y="16360"/>
                  </a:cubicBezTo>
                  <a:cubicBezTo>
                    <a:pt x="27454" y="16480"/>
                    <a:pt x="27304" y="16591"/>
                    <a:pt x="27213" y="16751"/>
                  </a:cubicBezTo>
                  <a:cubicBezTo>
                    <a:pt x="27133" y="16892"/>
                    <a:pt x="27123" y="17062"/>
                    <a:pt x="27043" y="17203"/>
                  </a:cubicBezTo>
                  <a:cubicBezTo>
                    <a:pt x="26752" y="17764"/>
                    <a:pt x="25097" y="18326"/>
                    <a:pt x="24525" y="18527"/>
                  </a:cubicBezTo>
                  <a:cubicBezTo>
                    <a:pt x="24184" y="18637"/>
                    <a:pt x="23843" y="18747"/>
                    <a:pt x="23502" y="18858"/>
                  </a:cubicBezTo>
                  <a:cubicBezTo>
                    <a:pt x="23432" y="18888"/>
                    <a:pt x="22248" y="19329"/>
                    <a:pt x="22449" y="19550"/>
                  </a:cubicBezTo>
                  <a:cubicBezTo>
                    <a:pt x="22539" y="19560"/>
                    <a:pt x="22639" y="19560"/>
                    <a:pt x="22730" y="19560"/>
                  </a:cubicBezTo>
                  <a:cubicBezTo>
                    <a:pt x="22860" y="19560"/>
                    <a:pt x="22990" y="19560"/>
                    <a:pt x="23111" y="19540"/>
                  </a:cubicBezTo>
                  <a:cubicBezTo>
                    <a:pt x="24214" y="19419"/>
                    <a:pt x="25578" y="18707"/>
                    <a:pt x="26601" y="18276"/>
                  </a:cubicBezTo>
                  <a:cubicBezTo>
                    <a:pt x="27494" y="17895"/>
                    <a:pt x="28437" y="17193"/>
                    <a:pt x="29350" y="16962"/>
                  </a:cubicBezTo>
                  <a:lnTo>
                    <a:pt x="29350" y="16962"/>
                  </a:lnTo>
                  <a:cubicBezTo>
                    <a:pt x="29049" y="17483"/>
                    <a:pt x="28497" y="17604"/>
                    <a:pt x="28026" y="17915"/>
                  </a:cubicBezTo>
                  <a:cubicBezTo>
                    <a:pt x="27544" y="18246"/>
                    <a:pt x="27143" y="18667"/>
                    <a:pt x="26742" y="19078"/>
                  </a:cubicBezTo>
                  <a:cubicBezTo>
                    <a:pt x="26160" y="19660"/>
                    <a:pt x="25558" y="20232"/>
                    <a:pt x="24876" y="20693"/>
                  </a:cubicBezTo>
                  <a:cubicBezTo>
                    <a:pt x="24375" y="21014"/>
                    <a:pt x="23542" y="21335"/>
                    <a:pt x="23221" y="21867"/>
                  </a:cubicBezTo>
                  <a:cubicBezTo>
                    <a:pt x="28688" y="23522"/>
                    <a:pt x="32750" y="24886"/>
                    <a:pt x="32750" y="24886"/>
                  </a:cubicBezTo>
                  <a:lnTo>
                    <a:pt x="55289" y="23131"/>
                  </a:lnTo>
                  <a:lnTo>
                    <a:pt x="54306" y="14244"/>
                  </a:lnTo>
                  <a:cubicBezTo>
                    <a:pt x="54276" y="14224"/>
                    <a:pt x="54256" y="14214"/>
                    <a:pt x="54226" y="14193"/>
                  </a:cubicBezTo>
                  <a:cubicBezTo>
                    <a:pt x="54015" y="14073"/>
                    <a:pt x="53634" y="14203"/>
                    <a:pt x="53453" y="14053"/>
                  </a:cubicBezTo>
                  <a:cubicBezTo>
                    <a:pt x="52270" y="13120"/>
                    <a:pt x="51718" y="11636"/>
                    <a:pt x="49973" y="11495"/>
                  </a:cubicBezTo>
                  <a:cubicBezTo>
                    <a:pt x="49822" y="11485"/>
                    <a:pt x="49672" y="11485"/>
                    <a:pt x="49541" y="11415"/>
                  </a:cubicBezTo>
                  <a:cubicBezTo>
                    <a:pt x="49451" y="11355"/>
                    <a:pt x="49381" y="11275"/>
                    <a:pt x="49311" y="11194"/>
                  </a:cubicBezTo>
                  <a:cubicBezTo>
                    <a:pt x="48618" y="10382"/>
                    <a:pt x="47676" y="9790"/>
                    <a:pt x="46642" y="9519"/>
                  </a:cubicBezTo>
                  <a:cubicBezTo>
                    <a:pt x="46231" y="9409"/>
                    <a:pt x="45589" y="9208"/>
                    <a:pt x="45178" y="9078"/>
                  </a:cubicBezTo>
                  <a:cubicBezTo>
                    <a:pt x="44225" y="8807"/>
                    <a:pt x="43433" y="8376"/>
                    <a:pt x="42680" y="7814"/>
                  </a:cubicBezTo>
                  <a:cubicBezTo>
                    <a:pt x="42610" y="7764"/>
                    <a:pt x="42620" y="7744"/>
                    <a:pt x="42680" y="7744"/>
                  </a:cubicBezTo>
                  <a:cubicBezTo>
                    <a:pt x="42891" y="7744"/>
                    <a:pt x="43683" y="7975"/>
                    <a:pt x="43944" y="8085"/>
                  </a:cubicBezTo>
                  <a:cubicBezTo>
                    <a:pt x="44095" y="8145"/>
                    <a:pt x="44175" y="8165"/>
                    <a:pt x="44215" y="8165"/>
                  </a:cubicBezTo>
                  <a:cubicBezTo>
                    <a:pt x="44335" y="8165"/>
                    <a:pt x="43653" y="7764"/>
                    <a:pt x="42821" y="7353"/>
                  </a:cubicBezTo>
                  <a:cubicBezTo>
                    <a:pt x="41988" y="6951"/>
                    <a:pt x="41005" y="6540"/>
                    <a:pt x="40544" y="6540"/>
                  </a:cubicBezTo>
                  <a:cubicBezTo>
                    <a:pt x="40464" y="6540"/>
                    <a:pt x="40403" y="6550"/>
                    <a:pt x="40353" y="6580"/>
                  </a:cubicBezTo>
                  <a:cubicBezTo>
                    <a:pt x="40133" y="6721"/>
                    <a:pt x="40724" y="7092"/>
                    <a:pt x="40925" y="7262"/>
                  </a:cubicBezTo>
                  <a:cubicBezTo>
                    <a:pt x="41487" y="7754"/>
                    <a:pt x="41487" y="8045"/>
                    <a:pt x="41176" y="8045"/>
                  </a:cubicBezTo>
                  <a:cubicBezTo>
                    <a:pt x="41075" y="8045"/>
                    <a:pt x="40955" y="8015"/>
                    <a:pt x="40815" y="7965"/>
                  </a:cubicBezTo>
                  <a:cubicBezTo>
                    <a:pt x="40484" y="7844"/>
                    <a:pt x="39350" y="7433"/>
                    <a:pt x="38869" y="7433"/>
                  </a:cubicBezTo>
                  <a:lnTo>
                    <a:pt x="38789" y="7433"/>
                  </a:lnTo>
                  <a:cubicBezTo>
                    <a:pt x="38768" y="7443"/>
                    <a:pt x="38748" y="7443"/>
                    <a:pt x="38718" y="7443"/>
                  </a:cubicBezTo>
                  <a:cubicBezTo>
                    <a:pt x="38648" y="7443"/>
                    <a:pt x="38538" y="7433"/>
                    <a:pt x="38417" y="7423"/>
                  </a:cubicBezTo>
                  <a:cubicBezTo>
                    <a:pt x="38307" y="7413"/>
                    <a:pt x="38177" y="7403"/>
                    <a:pt x="38076" y="7403"/>
                  </a:cubicBezTo>
                  <a:cubicBezTo>
                    <a:pt x="37976" y="7403"/>
                    <a:pt x="37896" y="7413"/>
                    <a:pt x="37856" y="7433"/>
                  </a:cubicBezTo>
                  <a:cubicBezTo>
                    <a:pt x="37826" y="7463"/>
                    <a:pt x="37785" y="7473"/>
                    <a:pt x="37725" y="7473"/>
                  </a:cubicBezTo>
                  <a:cubicBezTo>
                    <a:pt x="37194" y="7473"/>
                    <a:pt x="35649" y="6490"/>
                    <a:pt x="35167" y="6259"/>
                  </a:cubicBezTo>
                  <a:cubicBezTo>
                    <a:pt x="35137" y="6249"/>
                    <a:pt x="35117" y="6239"/>
                    <a:pt x="35097" y="6239"/>
                  </a:cubicBezTo>
                  <a:cubicBezTo>
                    <a:pt x="34997" y="6239"/>
                    <a:pt x="34887" y="6249"/>
                    <a:pt x="34776" y="6269"/>
                  </a:cubicBezTo>
                  <a:cubicBezTo>
                    <a:pt x="34676" y="6289"/>
                    <a:pt x="34576" y="6320"/>
                    <a:pt x="34485" y="6370"/>
                  </a:cubicBezTo>
                  <a:cubicBezTo>
                    <a:pt x="34245" y="6480"/>
                    <a:pt x="33984" y="6540"/>
                    <a:pt x="33713" y="6540"/>
                  </a:cubicBezTo>
                  <a:cubicBezTo>
                    <a:pt x="33392" y="6540"/>
                    <a:pt x="33071" y="6460"/>
                    <a:pt x="32780" y="6299"/>
                  </a:cubicBezTo>
                  <a:cubicBezTo>
                    <a:pt x="31336" y="5547"/>
                    <a:pt x="29952" y="4604"/>
                    <a:pt x="28347" y="4494"/>
                  </a:cubicBezTo>
                  <a:lnTo>
                    <a:pt x="28297" y="4494"/>
                  </a:lnTo>
                  <a:cubicBezTo>
                    <a:pt x="28246" y="4494"/>
                    <a:pt x="28196" y="4504"/>
                    <a:pt x="28166" y="4534"/>
                  </a:cubicBezTo>
                  <a:cubicBezTo>
                    <a:pt x="28126" y="4584"/>
                    <a:pt x="28136" y="4644"/>
                    <a:pt x="28146" y="4695"/>
                  </a:cubicBezTo>
                  <a:cubicBezTo>
                    <a:pt x="28216" y="5066"/>
                    <a:pt x="28467" y="5387"/>
                    <a:pt x="28567" y="5748"/>
                  </a:cubicBezTo>
                  <a:cubicBezTo>
                    <a:pt x="28678" y="6149"/>
                    <a:pt x="29861" y="6761"/>
                    <a:pt x="29601" y="7082"/>
                  </a:cubicBezTo>
                  <a:cubicBezTo>
                    <a:pt x="29219" y="6610"/>
                    <a:pt x="27915" y="6019"/>
                    <a:pt x="26742" y="5086"/>
                  </a:cubicBezTo>
                  <a:cubicBezTo>
                    <a:pt x="26040" y="4524"/>
                    <a:pt x="25448" y="3551"/>
                    <a:pt x="24946" y="3200"/>
                  </a:cubicBezTo>
                  <a:cubicBezTo>
                    <a:pt x="24866" y="3140"/>
                    <a:pt x="24816" y="3120"/>
                    <a:pt x="24776" y="3120"/>
                  </a:cubicBezTo>
                  <a:cubicBezTo>
                    <a:pt x="24655" y="3120"/>
                    <a:pt x="24746" y="3381"/>
                    <a:pt x="24836" y="3651"/>
                  </a:cubicBezTo>
                  <a:cubicBezTo>
                    <a:pt x="24926" y="3912"/>
                    <a:pt x="25017" y="4183"/>
                    <a:pt x="24896" y="4183"/>
                  </a:cubicBezTo>
                  <a:cubicBezTo>
                    <a:pt x="24866" y="4183"/>
                    <a:pt x="24826" y="4163"/>
                    <a:pt x="24766" y="4123"/>
                  </a:cubicBezTo>
                  <a:cubicBezTo>
                    <a:pt x="24405" y="3892"/>
                    <a:pt x="23923" y="3230"/>
                    <a:pt x="23512" y="2729"/>
                  </a:cubicBezTo>
                  <a:close/>
                </a:path>
              </a:pathLst>
            </a:custGeom>
            <a:gradFill>
              <a:gsLst>
                <a:gs pos="0">
                  <a:schemeClr val="dk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2" name="Google Shape;1822;p19"/>
            <p:cNvSpPr/>
            <p:nvPr/>
          </p:nvSpPr>
          <p:spPr>
            <a:xfrm>
              <a:off x="7177805" y="799514"/>
              <a:ext cx="178988" cy="85801"/>
            </a:xfrm>
            <a:custGeom>
              <a:avLst/>
              <a:gdLst/>
              <a:ahLst/>
              <a:cxnLst/>
              <a:rect l="l" t="t" r="r" b="b"/>
              <a:pathLst>
                <a:path w="2157" h="1034" extrusionOk="0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lnTo>
                    <a:pt x="2" y="2"/>
                  </a:lnTo>
                  <a:cubicBezTo>
                    <a:pt x="1" y="2"/>
                    <a:pt x="1" y="1"/>
                    <a:pt x="0" y="1"/>
                  </a:cubicBezTo>
                  <a:close/>
                  <a:moveTo>
                    <a:pt x="2" y="2"/>
                  </a:moveTo>
                  <a:cubicBezTo>
                    <a:pt x="152" y="182"/>
                    <a:pt x="332" y="322"/>
                    <a:pt x="542" y="432"/>
                  </a:cubicBezTo>
                  <a:cubicBezTo>
                    <a:pt x="662" y="492"/>
                    <a:pt x="793" y="542"/>
                    <a:pt x="923" y="593"/>
                  </a:cubicBezTo>
                  <a:cubicBezTo>
                    <a:pt x="1034" y="633"/>
                    <a:pt x="1154" y="683"/>
                    <a:pt x="1264" y="723"/>
                  </a:cubicBezTo>
                  <a:cubicBezTo>
                    <a:pt x="1535" y="823"/>
                    <a:pt x="1796" y="914"/>
                    <a:pt x="2057" y="1014"/>
                  </a:cubicBezTo>
                  <a:cubicBezTo>
                    <a:pt x="2087" y="1024"/>
                    <a:pt x="2127" y="1024"/>
                    <a:pt x="2157" y="1034"/>
                  </a:cubicBezTo>
                  <a:cubicBezTo>
                    <a:pt x="1856" y="733"/>
                    <a:pt x="1525" y="442"/>
                    <a:pt x="1124" y="282"/>
                  </a:cubicBezTo>
                  <a:cubicBezTo>
                    <a:pt x="983" y="221"/>
                    <a:pt x="843" y="191"/>
                    <a:pt x="693" y="161"/>
                  </a:cubicBezTo>
                  <a:cubicBezTo>
                    <a:pt x="553" y="131"/>
                    <a:pt x="94" y="111"/>
                    <a:pt x="2" y="2"/>
                  </a:cubicBezTo>
                  <a:close/>
                </a:path>
              </a:pathLst>
            </a:custGeom>
            <a:solidFill>
              <a:srgbClr val="CC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3" name="Google Shape;1823;p19"/>
            <p:cNvSpPr/>
            <p:nvPr/>
          </p:nvSpPr>
          <p:spPr>
            <a:xfrm>
              <a:off x="6883973" y="315160"/>
              <a:ext cx="234004" cy="105717"/>
            </a:xfrm>
            <a:custGeom>
              <a:avLst/>
              <a:gdLst/>
              <a:ahLst/>
              <a:cxnLst/>
              <a:rect l="l" t="t" r="r" b="b"/>
              <a:pathLst>
                <a:path w="2820" h="1274" extrusionOk="0">
                  <a:moveTo>
                    <a:pt x="2288" y="1274"/>
                  </a:moveTo>
                  <a:cubicBezTo>
                    <a:pt x="2258" y="1274"/>
                    <a:pt x="2217" y="1264"/>
                    <a:pt x="2157" y="1244"/>
                  </a:cubicBezTo>
                  <a:cubicBezTo>
                    <a:pt x="1555" y="1043"/>
                    <a:pt x="673" y="722"/>
                    <a:pt x="1" y="90"/>
                  </a:cubicBezTo>
                  <a:cubicBezTo>
                    <a:pt x="11" y="80"/>
                    <a:pt x="11" y="70"/>
                    <a:pt x="11" y="70"/>
                  </a:cubicBezTo>
                  <a:cubicBezTo>
                    <a:pt x="51" y="20"/>
                    <a:pt x="91" y="0"/>
                    <a:pt x="131" y="0"/>
                  </a:cubicBezTo>
                  <a:cubicBezTo>
                    <a:pt x="191" y="0"/>
                    <a:pt x="271" y="40"/>
                    <a:pt x="372" y="120"/>
                  </a:cubicBezTo>
                  <a:cubicBezTo>
                    <a:pt x="462" y="191"/>
                    <a:pt x="582" y="221"/>
                    <a:pt x="703" y="221"/>
                  </a:cubicBezTo>
                  <a:cubicBezTo>
                    <a:pt x="733" y="221"/>
                    <a:pt x="763" y="221"/>
                    <a:pt x="793" y="211"/>
                  </a:cubicBezTo>
                  <a:cubicBezTo>
                    <a:pt x="913" y="311"/>
                    <a:pt x="1515" y="431"/>
                    <a:pt x="1646" y="431"/>
                  </a:cubicBezTo>
                  <a:cubicBezTo>
                    <a:pt x="1656" y="431"/>
                    <a:pt x="1656" y="431"/>
                    <a:pt x="1666" y="431"/>
                  </a:cubicBezTo>
                  <a:cubicBezTo>
                    <a:pt x="1676" y="421"/>
                    <a:pt x="1686" y="421"/>
                    <a:pt x="1696" y="421"/>
                  </a:cubicBezTo>
                  <a:cubicBezTo>
                    <a:pt x="1856" y="421"/>
                    <a:pt x="2298" y="722"/>
                    <a:pt x="2819" y="1123"/>
                  </a:cubicBezTo>
                  <a:cubicBezTo>
                    <a:pt x="2749" y="1103"/>
                    <a:pt x="2699" y="1103"/>
                    <a:pt x="2659" y="1103"/>
                  </a:cubicBezTo>
                  <a:cubicBezTo>
                    <a:pt x="2548" y="1103"/>
                    <a:pt x="2498" y="1144"/>
                    <a:pt x="2448" y="1184"/>
                  </a:cubicBezTo>
                  <a:cubicBezTo>
                    <a:pt x="2408" y="1234"/>
                    <a:pt x="2378" y="1274"/>
                    <a:pt x="2288" y="1274"/>
                  </a:cubicBezTo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4" name="Google Shape;1824;p19"/>
            <p:cNvSpPr/>
            <p:nvPr/>
          </p:nvSpPr>
          <p:spPr>
            <a:xfrm>
              <a:off x="6863974" y="360052"/>
              <a:ext cx="83" cy="8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C46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5" name="Google Shape;1825;p19"/>
            <p:cNvSpPr/>
            <p:nvPr/>
          </p:nvSpPr>
          <p:spPr>
            <a:xfrm>
              <a:off x="6702495" y="360052"/>
              <a:ext cx="961489" cy="548581"/>
            </a:xfrm>
            <a:custGeom>
              <a:avLst/>
              <a:gdLst/>
              <a:ahLst/>
              <a:cxnLst/>
              <a:rect l="l" t="t" r="r" b="b"/>
              <a:pathLst>
                <a:path w="11587" h="6611" extrusionOk="0">
                  <a:moveTo>
                    <a:pt x="1947" y="1"/>
                  </a:moveTo>
                  <a:cubicBezTo>
                    <a:pt x="1947" y="11"/>
                    <a:pt x="1937" y="21"/>
                    <a:pt x="1927" y="31"/>
                  </a:cubicBezTo>
                  <a:cubicBezTo>
                    <a:pt x="1917" y="51"/>
                    <a:pt x="1907" y="71"/>
                    <a:pt x="1897" y="91"/>
                  </a:cubicBezTo>
                  <a:cubicBezTo>
                    <a:pt x="1586" y="572"/>
                    <a:pt x="934" y="1194"/>
                    <a:pt x="593" y="1455"/>
                  </a:cubicBezTo>
                  <a:cubicBezTo>
                    <a:pt x="492" y="1535"/>
                    <a:pt x="422" y="1616"/>
                    <a:pt x="362" y="1696"/>
                  </a:cubicBezTo>
                  <a:cubicBezTo>
                    <a:pt x="302" y="1796"/>
                    <a:pt x="252" y="1907"/>
                    <a:pt x="172" y="2027"/>
                  </a:cubicBezTo>
                  <a:cubicBezTo>
                    <a:pt x="121" y="2097"/>
                    <a:pt x="71" y="2177"/>
                    <a:pt x="1" y="2258"/>
                  </a:cubicBezTo>
                  <a:cubicBezTo>
                    <a:pt x="412" y="2759"/>
                    <a:pt x="894" y="3421"/>
                    <a:pt x="1255" y="3652"/>
                  </a:cubicBezTo>
                  <a:cubicBezTo>
                    <a:pt x="1315" y="3692"/>
                    <a:pt x="1355" y="3712"/>
                    <a:pt x="1385" y="3712"/>
                  </a:cubicBezTo>
                  <a:cubicBezTo>
                    <a:pt x="1506" y="3712"/>
                    <a:pt x="1415" y="3441"/>
                    <a:pt x="1325" y="3180"/>
                  </a:cubicBezTo>
                  <a:cubicBezTo>
                    <a:pt x="1235" y="2910"/>
                    <a:pt x="1144" y="2649"/>
                    <a:pt x="1265" y="2649"/>
                  </a:cubicBezTo>
                  <a:cubicBezTo>
                    <a:pt x="1305" y="2649"/>
                    <a:pt x="1355" y="2669"/>
                    <a:pt x="1435" y="2729"/>
                  </a:cubicBezTo>
                  <a:cubicBezTo>
                    <a:pt x="1937" y="3080"/>
                    <a:pt x="2529" y="4053"/>
                    <a:pt x="3231" y="4615"/>
                  </a:cubicBezTo>
                  <a:cubicBezTo>
                    <a:pt x="4404" y="5548"/>
                    <a:pt x="5708" y="6139"/>
                    <a:pt x="6090" y="6611"/>
                  </a:cubicBezTo>
                  <a:cubicBezTo>
                    <a:pt x="6350" y="6290"/>
                    <a:pt x="5167" y="5678"/>
                    <a:pt x="5056" y="5277"/>
                  </a:cubicBezTo>
                  <a:cubicBezTo>
                    <a:pt x="4956" y="4916"/>
                    <a:pt x="4705" y="4595"/>
                    <a:pt x="4635" y="4224"/>
                  </a:cubicBezTo>
                  <a:cubicBezTo>
                    <a:pt x="4625" y="4173"/>
                    <a:pt x="4615" y="4113"/>
                    <a:pt x="4655" y="4063"/>
                  </a:cubicBezTo>
                  <a:cubicBezTo>
                    <a:pt x="4685" y="4033"/>
                    <a:pt x="4735" y="4023"/>
                    <a:pt x="4786" y="4023"/>
                  </a:cubicBezTo>
                  <a:lnTo>
                    <a:pt x="4836" y="4023"/>
                  </a:lnTo>
                  <a:cubicBezTo>
                    <a:pt x="6441" y="4133"/>
                    <a:pt x="7825" y="5076"/>
                    <a:pt x="9269" y="5828"/>
                  </a:cubicBezTo>
                  <a:cubicBezTo>
                    <a:pt x="9560" y="5989"/>
                    <a:pt x="9881" y="6069"/>
                    <a:pt x="10202" y="6069"/>
                  </a:cubicBezTo>
                  <a:cubicBezTo>
                    <a:pt x="10473" y="6069"/>
                    <a:pt x="10734" y="6009"/>
                    <a:pt x="10974" y="5899"/>
                  </a:cubicBezTo>
                  <a:cubicBezTo>
                    <a:pt x="11065" y="5849"/>
                    <a:pt x="11165" y="5818"/>
                    <a:pt x="11265" y="5798"/>
                  </a:cubicBezTo>
                  <a:cubicBezTo>
                    <a:pt x="11376" y="5778"/>
                    <a:pt x="11486" y="5768"/>
                    <a:pt x="11586" y="5768"/>
                  </a:cubicBezTo>
                  <a:cubicBezTo>
                    <a:pt x="11516" y="5738"/>
                    <a:pt x="11456" y="5728"/>
                    <a:pt x="11406" y="5728"/>
                  </a:cubicBezTo>
                  <a:cubicBezTo>
                    <a:pt x="11336" y="5728"/>
                    <a:pt x="11285" y="5738"/>
                    <a:pt x="11235" y="5758"/>
                  </a:cubicBezTo>
                  <a:cubicBezTo>
                    <a:pt x="11185" y="5768"/>
                    <a:pt x="11135" y="5788"/>
                    <a:pt x="11065" y="5788"/>
                  </a:cubicBezTo>
                  <a:cubicBezTo>
                    <a:pt x="11025" y="5788"/>
                    <a:pt x="10984" y="5778"/>
                    <a:pt x="10924" y="5768"/>
                  </a:cubicBezTo>
                  <a:cubicBezTo>
                    <a:pt x="10423" y="5608"/>
                    <a:pt x="9349" y="4976"/>
                    <a:pt x="8958" y="4896"/>
                  </a:cubicBezTo>
                  <a:cubicBezTo>
                    <a:pt x="8738" y="4855"/>
                    <a:pt x="8497" y="4855"/>
                    <a:pt x="8326" y="4705"/>
                  </a:cubicBezTo>
                  <a:cubicBezTo>
                    <a:pt x="8246" y="4645"/>
                    <a:pt x="8196" y="4555"/>
                    <a:pt x="8146" y="4474"/>
                  </a:cubicBezTo>
                  <a:cubicBezTo>
                    <a:pt x="7745" y="3852"/>
                    <a:pt x="7504" y="3933"/>
                    <a:pt x="6992" y="3481"/>
                  </a:cubicBezTo>
                  <a:cubicBezTo>
                    <a:pt x="6872" y="3401"/>
                    <a:pt x="6922" y="3371"/>
                    <a:pt x="7052" y="3371"/>
                  </a:cubicBezTo>
                  <a:cubicBezTo>
                    <a:pt x="7243" y="3371"/>
                    <a:pt x="7614" y="3431"/>
                    <a:pt x="7935" y="3491"/>
                  </a:cubicBezTo>
                  <a:cubicBezTo>
                    <a:pt x="8056" y="3511"/>
                    <a:pt x="8166" y="3531"/>
                    <a:pt x="8266" y="3552"/>
                  </a:cubicBezTo>
                  <a:cubicBezTo>
                    <a:pt x="7404" y="3080"/>
                    <a:pt x="6451" y="2538"/>
                    <a:pt x="5899" y="2147"/>
                  </a:cubicBezTo>
                  <a:lnTo>
                    <a:pt x="5899" y="2147"/>
                  </a:lnTo>
                  <a:cubicBezTo>
                    <a:pt x="6029" y="2348"/>
                    <a:pt x="6079" y="2488"/>
                    <a:pt x="6220" y="2699"/>
                  </a:cubicBezTo>
                  <a:cubicBezTo>
                    <a:pt x="5076" y="1997"/>
                    <a:pt x="5066" y="2579"/>
                    <a:pt x="3933" y="1826"/>
                  </a:cubicBezTo>
                  <a:cubicBezTo>
                    <a:pt x="3582" y="1586"/>
                    <a:pt x="2619" y="603"/>
                    <a:pt x="1947" y="1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6" name="Google Shape;1826;p19"/>
            <p:cNvSpPr/>
            <p:nvPr/>
          </p:nvSpPr>
          <p:spPr>
            <a:xfrm>
              <a:off x="6040813" y="574804"/>
              <a:ext cx="997254" cy="362125"/>
            </a:xfrm>
            <a:custGeom>
              <a:avLst/>
              <a:gdLst/>
              <a:ahLst/>
              <a:cxnLst/>
              <a:rect l="l" t="t" r="r" b="b"/>
              <a:pathLst>
                <a:path w="12018" h="4364" extrusionOk="0">
                  <a:moveTo>
                    <a:pt x="1335" y="1"/>
                  </a:moveTo>
                  <a:cubicBezTo>
                    <a:pt x="1255" y="41"/>
                    <a:pt x="1174" y="81"/>
                    <a:pt x="1104" y="131"/>
                  </a:cubicBezTo>
                  <a:cubicBezTo>
                    <a:pt x="893" y="302"/>
                    <a:pt x="422" y="863"/>
                    <a:pt x="1" y="1315"/>
                  </a:cubicBezTo>
                  <a:cubicBezTo>
                    <a:pt x="71" y="1335"/>
                    <a:pt x="141" y="1345"/>
                    <a:pt x="201" y="1345"/>
                  </a:cubicBezTo>
                  <a:cubicBezTo>
                    <a:pt x="502" y="1345"/>
                    <a:pt x="733" y="1154"/>
                    <a:pt x="954" y="964"/>
                  </a:cubicBezTo>
                  <a:cubicBezTo>
                    <a:pt x="1174" y="773"/>
                    <a:pt x="1385" y="582"/>
                    <a:pt x="1616" y="582"/>
                  </a:cubicBezTo>
                  <a:cubicBezTo>
                    <a:pt x="1686" y="582"/>
                    <a:pt x="1756" y="602"/>
                    <a:pt x="1836" y="633"/>
                  </a:cubicBezTo>
                  <a:cubicBezTo>
                    <a:pt x="2558" y="1004"/>
                    <a:pt x="3301" y="1325"/>
                    <a:pt x="3722" y="1565"/>
                  </a:cubicBezTo>
                  <a:cubicBezTo>
                    <a:pt x="3802" y="1615"/>
                    <a:pt x="3852" y="1636"/>
                    <a:pt x="3883" y="1636"/>
                  </a:cubicBezTo>
                  <a:cubicBezTo>
                    <a:pt x="3933" y="1636"/>
                    <a:pt x="3923" y="1575"/>
                    <a:pt x="3923" y="1515"/>
                  </a:cubicBezTo>
                  <a:cubicBezTo>
                    <a:pt x="3913" y="1455"/>
                    <a:pt x="3923" y="1405"/>
                    <a:pt x="4003" y="1405"/>
                  </a:cubicBezTo>
                  <a:cubicBezTo>
                    <a:pt x="4053" y="1405"/>
                    <a:pt x="4123" y="1425"/>
                    <a:pt x="4224" y="1465"/>
                  </a:cubicBezTo>
                  <a:cubicBezTo>
                    <a:pt x="4354" y="1525"/>
                    <a:pt x="6089" y="2298"/>
                    <a:pt x="6200" y="2368"/>
                  </a:cubicBezTo>
                  <a:cubicBezTo>
                    <a:pt x="6360" y="2458"/>
                    <a:pt x="6440" y="2498"/>
                    <a:pt x="6470" y="2498"/>
                  </a:cubicBezTo>
                  <a:cubicBezTo>
                    <a:pt x="6541" y="2498"/>
                    <a:pt x="6149" y="2157"/>
                    <a:pt x="5758" y="1806"/>
                  </a:cubicBezTo>
                  <a:cubicBezTo>
                    <a:pt x="5698" y="1756"/>
                    <a:pt x="5638" y="1696"/>
                    <a:pt x="5578" y="1646"/>
                  </a:cubicBezTo>
                  <a:cubicBezTo>
                    <a:pt x="5538" y="1656"/>
                    <a:pt x="5507" y="1656"/>
                    <a:pt x="5467" y="1656"/>
                  </a:cubicBezTo>
                  <a:cubicBezTo>
                    <a:pt x="5427" y="1656"/>
                    <a:pt x="5377" y="1646"/>
                    <a:pt x="5337" y="1636"/>
                  </a:cubicBezTo>
                  <a:cubicBezTo>
                    <a:pt x="5207" y="1595"/>
                    <a:pt x="5176" y="1505"/>
                    <a:pt x="5086" y="1505"/>
                  </a:cubicBezTo>
                  <a:cubicBezTo>
                    <a:pt x="5066" y="1505"/>
                    <a:pt x="5046" y="1515"/>
                    <a:pt x="5016" y="1515"/>
                  </a:cubicBezTo>
                  <a:cubicBezTo>
                    <a:pt x="5016" y="1525"/>
                    <a:pt x="5006" y="1525"/>
                    <a:pt x="4996" y="1525"/>
                  </a:cubicBezTo>
                  <a:cubicBezTo>
                    <a:pt x="4735" y="1525"/>
                    <a:pt x="3451" y="713"/>
                    <a:pt x="2970" y="482"/>
                  </a:cubicBezTo>
                  <a:cubicBezTo>
                    <a:pt x="2478" y="251"/>
                    <a:pt x="1907" y="362"/>
                    <a:pt x="1515" y="141"/>
                  </a:cubicBezTo>
                  <a:cubicBezTo>
                    <a:pt x="1455" y="111"/>
                    <a:pt x="1395" y="51"/>
                    <a:pt x="1335" y="1"/>
                  </a:cubicBezTo>
                  <a:close/>
                  <a:moveTo>
                    <a:pt x="7554" y="1014"/>
                  </a:moveTo>
                  <a:lnTo>
                    <a:pt x="7554" y="1014"/>
                  </a:lnTo>
                  <a:cubicBezTo>
                    <a:pt x="7514" y="1014"/>
                    <a:pt x="7694" y="1234"/>
                    <a:pt x="7865" y="1445"/>
                  </a:cubicBezTo>
                  <a:cubicBezTo>
                    <a:pt x="8045" y="1666"/>
                    <a:pt x="8216" y="1886"/>
                    <a:pt x="8176" y="1886"/>
                  </a:cubicBezTo>
                  <a:cubicBezTo>
                    <a:pt x="8176" y="1886"/>
                    <a:pt x="8166" y="1886"/>
                    <a:pt x="8156" y="1876"/>
                  </a:cubicBezTo>
                  <a:cubicBezTo>
                    <a:pt x="8055" y="1816"/>
                    <a:pt x="7614" y="1475"/>
                    <a:pt x="7183" y="1144"/>
                  </a:cubicBezTo>
                  <a:cubicBezTo>
                    <a:pt x="7152" y="1254"/>
                    <a:pt x="7102" y="1355"/>
                    <a:pt x="7032" y="1405"/>
                  </a:cubicBezTo>
                  <a:cubicBezTo>
                    <a:pt x="6992" y="1435"/>
                    <a:pt x="6912" y="1445"/>
                    <a:pt x="6821" y="1445"/>
                  </a:cubicBezTo>
                  <a:cubicBezTo>
                    <a:pt x="6731" y="1445"/>
                    <a:pt x="6621" y="1435"/>
                    <a:pt x="6521" y="1425"/>
                  </a:cubicBezTo>
                  <a:cubicBezTo>
                    <a:pt x="6430" y="1415"/>
                    <a:pt x="6330" y="1395"/>
                    <a:pt x="6270" y="1395"/>
                  </a:cubicBezTo>
                  <a:cubicBezTo>
                    <a:pt x="6260" y="1395"/>
                    <a:pt x="6250" y="1405"/>
                    <a:pt x="6250" y="1405"/>
                  </a:cubicBezTo>
                  <a:cubicBezTo>
                    <a:pt x="6139" y="1415"/>
                    <a:pt x="6039" y="1455"/>
                    <a:pt x="5939" y="1495"/>
                  </a:cubicBezTo>
                  <a:cubicBezTo>
                    <a:pt x="6842" y="1916"/>
                    <a:pt x="8176" y="2548"/>
                    <a:pt x="8456" y="2649"/>
                  </a:cubicBezTo>
                  <a:cubicBezTo>
                    <a:pt x="9740" y="3120"/>
                    <a:pt x="10713" y="3963"/>
                    <a:pt x="12017" y="4364"/>
                  </a:cubicBezTo>
                  <a:cubicBezTo>
                    <a:pt x="10613" y="3190"/>
                    <a:pt x="8938" y="1977"/>
                    <a:pt x="7574" y="1024"/>
                  </a:cubicBezTo>
                  <a:cubicBezTo>
                    <a:pt x="7564" y="1014"/>
                    <a:pt x="7554" y="1014"/>
                    <a:pt x="7554" y="10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7" name="Google Shape;1827;p19"/>
            <p:cNvSpPr/>
            <p:nvPr/>
          </p:nvSpPr>
          <p:spPr>
            <a:xfrm>
              <a:off x="7319286" y="883573"/>
              <a:ext cx="544432" cy="134925"/>
            </a:xfrm>
            <a:custGeom>
              <a:avLst/>
              <a:gdLst/>
              <a:ahLst/>
              <a:cxnLst/>
              <a:rect l="l" t="t" r="r" b="b"/>
              <a:pathLst>
                <a:path w="6561" h="1626" extrusionOk="0">
                  <a:moveTo>
                    <a:pt x="312" y="1"/>
                  </a:moveTo>
                  <a:cubicBezTo>
                    <a:pt x="1" y="1"/>
                    <a:pt x="984" y="583"/>
                    <a:pt x="1616" y="874"/>
                  </a:cubicBezTo>
                  <a:cubicBezTo>
                    <a:pt x="2157" y="1114"/>
                    <a:pt x="2909" y="1305"/>
                    <a:pt x="3541" y="1305"/>
                  </a:cubicBezTo>
                  <a:cubicBezTo>
                    <a:pt x="3662" y="1305"/>
                    <a:pt x="3782" y="1295"/>
                    <a:pt x="3892" y="1275"/>
                  </a:cubicBezTo>
                  <a:cubicBezTo>
                    <a:pt x="3943" y="1275"/>
                    <a:pt x="3993" y="1265"/>
                    <a:pt x="4053" y="1265"/>
                  </a:cubicBezTo>
                  <a:cubicBezTo>
                    <a:pt x="4394" y="1265"/>
                    <a:pt x="4916" y="1355"/>
                    <a:pt x="5397" y="1445"/>
                  </a:cubicBezTo>
                  <a:cubicBezTo>
                    <a:pt x="5879" y="1536"/>
                    <a:pt x="6310" y="1626"/>
                    <a:pt x="6480" y="1626"/>
                  </a:cubicBezTo>
                  <a:cubicBezTo>
                    <a:pt x="6541" y="1626"/>
                    <a:pt x="6561" y="1606"/>
                    <a:pt x="6531" y="1576"/>
                  </a:cubicBezTo>
                  <a:cubicBezTo>
                    <a:pt x="6290" y="1355"/>
                    <a:pt x="4725" y="904"/>
                    <a:pt x="4264" y="874"/>
                  </a:cubicBezTo>
                  <a:cubicBezTo>
                    <a:pt x="3802" y="833"/>
                    <a:pt x="2609" y="563"/>
                    <a:pt x="2227" y="462"/>
                  </a:cubicBezTo>
                  <a:cubicBezTo>
                    <a:pt x="1616" y="302"/>
                    <a:pt x="903" y="91"/>
                    <a:pt x="452" y="21"/>
                  </a:cubicBezTo>
                  <a:lnTo>
                    <a:pt x="452" y="21"/>
                  </a:lnTo>
                  <a:cubicBezTo>
                    <a:pt x="472" y="31"/>
                    <a:pt x="482" y="41"/>
                    <a:pt x="502" y="61"/>
                  </a:cubicBezTo>
                  <a:cubicBezTo>
                    <a:pt x="452" y="41"/>
                    <a:pt x="402" y="21"/>
                    <a:pt x="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8" name="Google Shape;1828;p19"/>
            <p:cNvSpPr/>
            <p:nvPr/>
          </p:nvSpPr>
          <p:spPr>
            <a:xfrm>
              <a:off x="7348412" y="883573"/>
              <a:ext cx="12613" cy="5145"/>
            </a:xfrm>
            <a:custGeom>
              <a:avLst/>
              <a:gdLst/>
              <a:ahLst/>
              <a:cxnLst/>
              <a:rect l="l" t="t" r="r" b="b"/>
              <a:pathLst>
                <a:path w="152" h="62" extrusionOk="0">
                  <a:moveTo>
                    <a:pt x="1" y="1"/>
                  </a:moveTo>
                  <a:lnTo>
                    <a:pt x="1" y="1"/>
                  </a:lnTo>
                  <a:cubicBezTo>
                    <a:pt x="51" y="21"/>
                    <a:pt x="101" y="41"/>
                    <a:pt x="151" y="61"/>
                  </a:cubicBezTo>
                  <a:cubicBezTo>
                    <a:pt x="131" y="41"/>
                    <a:pt x="121" y="31"/>
                    <a:pt x="101" y="21"/>
                  </a:cubicBezTo>
                  <a:cubicBezTo>
                    <a:pt x="71" y="11"/>
                    <a:pt x="31" y="11"/>
                    <a:pt x="1" y="1"/>
                  </a:cubicBezTo>
                  <a:close/>
                </a:path>
              </a:pathLst>
            </a:custGeom>
            <a:solidFill>
              <a:srgbClr val="7ECD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9" name="Google Shape;1829;p19"/>
            <p:cNvSpPr/>
            <p:nvPr/>
          </p:nvSpPr>
          <p:spPr>
            <a:xfrm>
              <a:off x="7163615" y="745411"/>
              <a:ext cx="202388" cy="94182"/>
            </a:xfrm>
            <a:custGeom>
              <a:avLst/>
              <a:gdLst/>
              <a:ahLst/>
              <a:cxnLst/>
              <a:rect l="l" t="t" r="r" b="b"/>
              <a:pathLst>
                <a:path w="2439" h="1135" extrusionOk="0">
                  <a:moveTo>
                    <a:pt x="212" y="1"/>
                  </a:moveTo>
                  <a:cubicBezTo>
                    <a:pt x="171" y="1"/>
                    <a:pt x="141" y="11"/>
                    <a:pt x="131" y="21"/>
                  </a:cubicBezTo>
                  <a:cubicBezTo>
                    <a:pt x="1" y="131"/>
                    <a:pt x="964" y="873"/>
                    <a:pt x="1445" y="944"/>
                  </a:cubicBezTo>
                  <a:cubicBezTo>
                    <a:pt x="1796" y="994"/>
                    <a:pt x="2168" y="1134"/>
                    <a:pt x="2338" y="1134"/>
                  </a:cubicBezTo>
                  <a:cubicBezTo>
                    <a:pt x="2398" y="1134"/>
                    <a:pt x="2438" y="1114"/>
                    <a:pt x="2428" y="1064"/>
                  </a:cubicBezTo>
                  <a:cubicBezTo>
                    <a:pt x="2408" y="873"/>
                    <a:pt x="1786" y="482"/>
                    <a:pt x="1305" y="322"/>
                  </a:cubicBezTo>
                  <a:cubicBezTo>
                    <a:pt x="1305" y="322"/>
                    <a:pt x="492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0" name="Google Shape;1830;p19"/>
            <p:cNvSpPr/>
            <p:nvPr/>
          </p:nvSpPr>
          <p:spPr>
            <a:xfrm>
              <a:off x="5682090" y="723007"/>
              <a:ext cx="367104" cy="229772"/>
            </a:xfrm>
            <a:custGeom>
              <a:avLst/>
              <a:gdLst/>
              <a:ahLst/>
              <a:cxnLst/>
              <a:rect l="l" t="t" r="r" b="b"/>
              <a:pathLst>
                <a:path w="4424" h="2769" extrusionOk="0">
                  <a:moveTo>
                    <a:pt x="2619" y="823"/>
                  </a:moveTo>
                  <a:cubicBezTo>
                    <a:pt x="2616" y="826"/>
                    <a:pt x="2614" y="829"/>
                    <a:pt x="2612" y="832"/>
                  </a:cubicBezTo>
                  <a:lnTo>
                    <a:pt x="2612" y="832"/>
                  </a:lnTo>
                  <a:cubicBezTo>
                    <a:pt x="2615" y="829"/>
                    <a:pt x="2617" y="826"/>
                    <a:pt x="2619" y="823"/>
                  </a:cubicBezTo>
                  <a:close/>
                  <a:moveTo>
                    <a:pt x="4344" y="0"/>
                  </a:moveTo>
                  <a:cubicBezTo>
                    <a:pt x="4203" y="0"/>
                    <a:pt x="3802" y="261"/>
                    <a:pt x="3240" y="682"/>
                  </a:cubicBezTo>
                  <a:cubicBezTo>
                    <a:pt x="2919" y="923"/>
                    <a:pt x="2699" y="1033"/>
                    <a:pt x="2608" y="1033"/>
                  </a:cubicBezTo>
                  <a:cubicBezTo>
                    <a:pt x="2530" y="1033"/>
                    <a:pt x="2528" y="966"/>
                    <a:pt x="2612" y="832"/>
                  </a:cubicBezTo>
                  <a:lnTo>
                    <a:pt x="2612" y="832"/>
                  </a:lnTo>
                  <a:cubicBezTo>
                    <a:pt x="2601" y="846"/>
                    <a:pt x="2585" y="854"/>
                    <a:pt x="2568" y="863"/>
                  </a:cubicBezTo>
                  <a:cubicBezTo>
                    <a:pt x="2137" y="1244"/>
                    <a:pt x="1906" y="1374"/>
                    <a:pt x="1455" y="1645"/>
                  </a:cubicBezTo>
                  <a:cubicBezTo>
                    <a:pt x="1004" y="1906"/>
                    <a:pt x="653" y="2046"/>
                    <a:pt x="322" y="2307"/>
                  </a:cubicBezTo>
                  <a:cubicBezTo>
                    <a:pt x="301" y="2317"/>
                    <a:pt x="281" y="2327"/>
                    <a:pt x="261" y="2337"/>
                  </a:cubicBezTo>
                  <a:cubicBezTo>
                    <a:pt x="1" y="2638"/>
                    <a:pt x="11" y="2768"/>
                    <a:pt x="171" y="2768"/>
                  </a:cubicBezTo>
                  <a:cubicBezTo>
                    <a:pt x="352" y="2768"/>
                    <a:pt x="703" y="2628"/>
                    <a:pt x="1104" y="2427"/>
                  </a:cubicBezTo>
                  <a:cubicBezTo>
                    <a:pt x="1521" y="2217"/>
                    <a:pt x="1918" y="2214"/>
                    <a:pt x="2234" y="2214"/>
                  </a:cubicBezTo>
                  <a:cubicBezTo>
                    <a:pt x="2242" y="2214"/>
                    <a:pt x="2249" y="2214"/>
                    <a:pt x="2256" y="2214"/>
                  </a:cubicBezTo>
                  <a:cubicBezTo>
                    <a:pt x="2576" y="2214"/>
                    <a:pt x="2809" y="2212"/>
                    <a:pt x="2889" y="1986"/>
                  </a:cubicBezTo>
                  <a:cubicBezTo>
                    <a:pt x="3050" y="1545"/>
                    <a:pt x="4043" y="742"/>
                    <a:pt x="4324" y="261"/>
                  </a:cubicBezTo>
                  <a:cubicBezTo>
                    <a:pt x="4414" y="80"/>
                    <a:pt x="4424" y="0"/>
                    <a:pt x="4344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1" name="Google Shape;1831;p19"/>
            <p:cNvSpPr/>
            <p:nvPr/>
          </p:nvSpPr>
          <p:spPr>
            <a:xfrm>
              <a:off x="6111595" y="699689"/>
              <a:ext cx="487839" cy="203135"/>
            </a:xfrm>
            <a:custGeom>
              <a:avLst/>
              <a:gdLst/>
              <a:ahLst/>
              <a:cxnLst/>
              <a:rect l="l" t="t" r="r" b="b"/>
              <a:pathLst>
                <a:path w="5879" h="2448" extrusionOk="0">
                  <a:moveTo>
                    <a:pt x="482" y="0"/>
                  </a:moveTo>
                  <a:cubicBezTo>
                    <a:pt x="412" y="0"/>
                    <a:pt x="351" y="10"/>
                    <a:pt x="301" y="50"/>
                  </a:cubicBezTo>
                  <a:cubicBezTo>
                    <a:pt x="0" y="241"/>
                    <a:pt x="943" y="963"/>
                    <a:pt x="1685" y="1304"/>
                  </a:cubicBezTo>
                  <a:cubicBezTo>
                    <a:pt x="1886" y="1394"/>
                    <a:pt x="1896" y="1424"/>
                    <a:pt x="1806" y="1424"/>
                  </a:cubicBezTo>
                  <a:cubicBezTo>
                    <a:pt x="1726" y="1424"/>
                    <a:pt x="1565" y="1404"/>
                    <a:pt x="1395" y="1374"/>
                  </a:cubicBezTo>
                  <a:cubicBezTo>
                    <a:pt x="1214" y="1354"/>
                    <a:pt x="1033" y="1324"/>
                    <a:pt x="903" y="1324"/>
                  </a:cubicBezTo>
                  <a:cubicBezTo>
                    <a:pt x="793" y="1324"/>
                    <a:pt x="723" y="1344"/>
                    <a:pt x="773" y="1414"/>
                  </a:cubicBezTo>
                  <a:cubicBezTo>
                    <a:pt x="933" y="1655"/>
                    <a:pt x="3150" y="2307"/>
                    <a:pt x="3641" y="2307"/>
                  </a:cubicBezTo>
                  <a:cubicBezTo>
                    <a:pt x="3712" y="2307"/>
                    <a:pt x="3742" y="2297"/>
                    <a:pt x="3732" y="2267"/>
                  </a:cubicBezTo>
                  <a:cubicBezTo>
                    <a:pt x="3641" y="2097"/>
                    <a:pt x="3762" y="1996"/>
                    <a:pt x="4002" y="1996"/>
                  </a:cubicBezTo>
                  <a:cubicBezTo>
                    <a:pt x="4123" y="1996"/>
                    <a:pt x="4273" y="2026"/>
                    <a:pt x="4454" y="2076"/>
                  </a:cubicBezTo>
                  <a:cubicBezTo>
                    <a:pt x="4785" y="2167"/>
                    <a:pt x="5567" y="2448"/>
                    <a:pt x="5758" y="2448"/>
                  </a:cubicBezTo>
                  <a:cubicBezTo>
                    <a:pt x="5878" y="2448"/>
                    <a:pt x="5778" y="2347"/>
                    <a:pt x="5266" y="2046"/>
                  </a:cubicBezTo>
                  <a:cubicBezTo>
                    <a:pt x="4805" y="1786"/>
                    <a:pt x="3571" y="1043"/>
                    <a:pt x="3320" y="1043"/>
                  </a:cubicBezTo>
                  <a:cubicBezTo>
                    <a:pt x="3290" y="1043"/>
                    <a:pt x="3270" y="1053"/>
                    <a:pt x="3280" y="1093"/>
                  </a:cubicBezTo>
                  <a:cubicBezTo>
                    <a:pt x="3290" y="1124"/>
                    <a:pt x="3280" y="1134"/>
                    <a:pt x="3260" y="1134"/>
                  </a:cubicBezTo>
                  <a:cubicBezTo>
                    <a:pt x="3150" y="1134"/>
                    <a:pt x="2769" y="903"/>
                    <a:pt x="2388" y="672"/>
                  </a:cubicBezTo>
                  <a:cubicBezTo>
                    <a:pt x="1996" y="442"/>
                    <a:pt x="1605" y="211"/>
                    <a:pt x="1475" y="211"/>
                  </a:cubicBezTo>
                  <a:cubicBezTo>
                    <a:pt x="1465" y="211"/>
                    <a:pt x="1455" y="211"/>
                    <a:pt x="1455" y="221"/>
                  </a:cubicBezTo>
                  <a:cubicBezTo>
                    <a:pt x="1435" y="231"/>
                    <a:pt x="1405" y="231"/>
                    <a:pt x="1385" y="231"/>
                  </a:cubicBezTo>
                  <a:cubicBezTo>
                    <a:pt x="1284" y="231"/>
                    <a:pt x="1134" y="181"/>
                    <a:pt x="973" y="121"/>
                  </a:cubicBezTo>
                  <a:cubicBezTo>
                    <a:pt x="803" y="60"/>
                    <a:pt x="632" y="0"/>
                    <a:pt x="482" y="0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2" name="Google Shape;1832;p19"/>
            <p:cNvSpPr/>
            <p:nvPr/>
          </p:nvSpPr>
          <p:spPr>
            <a:xfrm>
              <a:off x="6629307" y="858596"/>
              <a:ext cx="269768" cy="119159"/>
            </a:xfrm>
            <a:custGeom>
              <a:avLst/>
              <a:gdLst/>
              <a:ahLst/>
              <a:cxnLst/>
              <a:rect l="l" t="t" r="r" b="b"/>
              <a:pathLst>
                <a:path w="3251" h="1436" extrusionOk="0">
                  <a:moveTo>
                    <a:pt x="723" y="1"/>
                  </a:moveTo>
                  <a:cubicBezTo>
                    <a:pt x="552" y="1"/>
                    <a:pt x="893" y="332"/>
                    <a:pt x="793" y="382"/>
                  </a:cubicBezTo>
                  <a:cubicBezTo>
                    <a:pt x="592" y="492"/>
                    <a:pt x="0" y="342"/>
                    <a:pt x="492" y="593"/>
                  </a:cubicBezTo>
                  <a:cubicBezTo>
                    <a:pt x="1284" y="994"/>
                    <a:pt x="1806" y="1094"/>
                    <a:pt x="2668" y="1385"/>
                  </a:cubicBezTo>
                  <a:cubicBezTo>
                    <a:pt x="2779" y="1425"/>
                    <a:pt x="2849" y="1435"/>
                    <a:pt x="2899" y="1435"/>
                  </a:cubicBezTo>
                  <a:cubicBezTo>
                    <a:pt x="3250" y="1435"/>
                    <a:pt x="2197" y="603"/>
                    <a:pt x="1054" y="101"/>
                  </a:cubicBezTo>
                  <a:cubicBezTo>
                    <a:pt x="883" y="31"/>
                    <a:pt x="783" y="1"/>
                    <a:pt x="723" y="1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3" name="Google Shape;1833;p19"/>
            <p:cNvSpPr/>
            <p:nvPr/>
          </p:nvSpPr>
          <p:spPr>
            <a:xfrm>
              <a:off x="8210740" y="291843"/>
              <a:ext cx="985553" cy="605173"/>
            </a:xfrm>
            <a:custGeom>
              <a:avLst/>
              <a:gdLst/>
              <a:ahLst/>
              <a:cxnLst/>
              <a:rect l="l" t="t" r="r" b="b"/>
              <a:pathLst>
                <a:path w="11877" h="7293" extrusionOk="0">
                  <a:moveTo>
                    <a:pt x="191" y="5417"/>
                  </a:moveTo>
                  <a:cubicBezTo>
                    <a:pt x="121" y="5495"/>
                    <a:pt x="75" y="5554"/>
                    <a:pt x="34" y="5596"/>
                  </a:cubicBezTo>
                  <a:lnTo>
                    <a:pt x="34" y="5596"/>
                  </a:lnTo>
                  <a:cubicBezTo>
                    <a:pt x="77" y="5554"/>
                    <a:pt x="123" y="5493"/>
                    <a:pt x="191" y="5417"/>
                  </a:cubicBezTo>
                  <a:close/>
                  <a:moveTo>
                    <a:pt x="34" y="5596"/>
                  </a:moveTo>
                  <a:cubicBezTo>
                    <a:pt x="26" y="5604"/>
                    <a:pt x="18" y="5611"/>
                    <a:pt x="10" y="5617"/>
                  </a:cubicBezTo>
                  <a:cubicBezTo>
                    <a:pt x="10" y="5617"/>
                    <a:pt x="0" y="5627"/>
                    <a:pt x="0" y="5627"/>
                  </a:cubicBezTo>
                  <a:cubicBezTo>
                    <a:pt x="12" y="5618"/>
                    <a:pt x="23" y="5608"/>
                    <a:pt x="34" y="5596"/>
                  </a:cubicBezTo>
                  <a:close/>
                  <a:moveTo>
                    <a:pt x="11074" y="0"/>
                  </a:moveTo>
                  <a:lnTo>
                    <a:pt x="11876" y="7292"/>
                  </a:lnTo>
                  <a:cubicBezTo>
                    <a:pt x="11656" y="4855"/>
                    <a:pt x="11345" y="2428"/>
                    <a:pt x="11074" y="0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4" name="Google Shape;1834;p19"/>
            <p:cNvSpPr/>
            <p:nvPr/>
          </p:nvSpPr>
          <p:spPr>
            <a:xfrm>
              <a:off x="8211570" y="291843"/>
              <a:ext cx="989702" cy="670063"/>
            </a:xfrm>
            <a:custGeom>
              <a:avLst/>
              <a:gdLst/>
              <a:ahLst/>
              <a:cxnLst/>
              <a:rect l="l" t="t" r="r" b="b"/>
              <a:pathLst>
                <a:path w="11927" h="8075" extrusionOk="0">
                  <a:moveTo>
                    <a:pt x="11064" y="0"/>
                  </a:moveTo>
                  <a:lnTo>
                    <a:pt x="11435" y="3391"/>
                  </a:lnTo>
                  <a:cubicBezTo>
                    <a:pt x="11094" y="3581"/>
                    <a:pt x="10693" y="3782"/>
                    <a:pt x="10141" y="4043"/>
                  </a:cubicBezTo>
                  <a:cubicBezTo>
                    <a:pt x="9439" y="4384"/>
                    <a:pt x="8396" y="5005"/>
                    <a:pt x="7353" y="5326"/>
                  </a:cubicBezTo>
                  <a:cubicBezTo>
                    <a:pt x="7252" y="5357"/>
                    <a:pt x="7192" y="5367"/>
                    <a:pt x="7162" y="5367"/>
                  </a:cubicBezTo>
                  <a:cubicBezTo>
                    <a:pt x="6972" y="5367"/>
                    <a:pt x="7995" y="4815"/>
                    <a:pt x="8436" y="4414"/>
                  </a:cubicBezTo>
                  <a:cubicBezTo>
                    <a:pt x="8496" y="4353"/>
                    <a:pt x="8506" y="4333"/>
                    <a:pt x="8476" y="4333"/>
                  </a:cubicBezTo>
                  <a:cubicBezTo>
                    <a:pt x="8306" y="4333"/>
                    <a:pt x="6721" y="5176"/>
                    <a:pt x="5286" y="5497"/>
                  </a:cubicBezTo>
                  <a:cubicBezTo>
                    <a:pt x="5196" y="5517"/>
                    <a:pt x="5136" y="5527"/>
                    <a:pt x="5096" y="5527"/>
                  </a:cubicBezTo>
                  <a:cubicBezTo>
                    <a:pt x="4755" y="5527"/>
                    <a:pt x="6631" y="4694"/>
                    <a:pt x="7874" y="3802"/>
                  </a:cubicBezTo>
                  <a:cubicBezTo>
                    <a:pt x="8536" y="3330"/>
                    <a:pt x="8907" y="2909"/>
                    <a:pt x="8877" y="2448"/>
                  </a:cubicBezTo>
                  <a:cubicBezTo>
                    <a:pt x="8857" y="2227"/>
                    <a:pt x="8667" y="2157"/>
                    <a:pt x="8396" y="2157"/>
                  </a:cubicBezTo>
                  <a:lnTo>
                    <a:pt x="8266" y="2157"/>
                  </a:lnTo>
                  <a:cubicBezTo>
                    <a:pt x="8245" y="2317"/>
                    <a:pt x="8185" y="2548"/>
                    <a:pt x="7985" y="2708"/>
                  </a:cubicBezTo>
                  <a:cubicBezTo>
                    <a:pt x="7654" y="2969"/>
                    <a:pt x="7303" y="3110"/>
                    <a:pt x="7192" y="3230"/>
                  </a:cubicBezTo>
                  <a:cubicBezTo>
                    <a:pt x="7022" y="3431"/>
                    <a:pt x="6570" y="3370"/>
                    <a:pt x="6350" y="3541"/>
                  </a:cubicBezTo>
                  <a:cubicBezTo>
                    <a:pt x="6039" y="3772"/>
                    <a:pt x="5969" y="4123"/>
                    <a:pt x="5537" y="4263"/>
                  </a:cubicBezTo>
                  <a:cubicBezTo>
                    <a:pt x="5327" y="4333"/>
                    <a:pt x="5106" y="4343"/>
                    <a:pt x="4895" y="4424"/>
                  </a:cubicBezTo>
                  <a:cubicBezTo>
                    <a:pt x="4624" y="4534"/>
                    <a:pt x="4414" y="4725"/>
                    <a:pt x="4173" y="4895"/>
                  </a:cubicBezTo>
                  <a:cubicBezTo>
                    <a:pt x="3942" y="5056"/>
                    <a:pt x="1936" y="5387"/>
                    <a:pt x="1816" y="5387"/>
                  </a:cubicBezTo>
                  <a:lnTo>
                    <a:pt x="1806" y="5387"/>
                  </a:lnTo>
                  <a:cubicBezTo>
                    <a:pt x="1736" y="5377"/>
                    <a:pt x="2257" y="5015"/>
                    <a:pt x="1856" y="5015"/>
                  </a:cubicBezTo>
                  <a:cubicBezTo>
                    <a:pt x="1776" y="5015"/>
                    <a:pt x="1655" y="5036"/>
                    <a:pt x="1495" y="5066"/>
                  </a:cubicBezTo>
                  <a:cubicBezTo>
                    <a:pt x="1054" y="5156"/>
                    <a:pt x="231" y="5367"/>
                    <a:pt x="221" y="5367"/>
                  </a:cubicBezTo>
                  <a:lnTo>
                    <a:pt x="211" y="5367"/>
                  </a:lnTo>
                  <a:cubicBezTo>
                    <a:pt x="201" y="5387"/>
                    <a:pt x="191" y="5397"/>
                    <a:pt x="181" y="5417"/>
                  </a:cubicBezTo>
                  <a:cubicBezTo>
                    <a:pt x="101" y="5507"/>
                    <a:pt x="51" y="5577"/>
                    <a:pt x="0" y="5617"/>
                  </a:cubicBezTo>
                  <a:cubicBezTo>
                    <a:pt x="161" y="5728"/>
                    <a:pt x="341" y="5838"/>
                    <a:pt x="542" y="5958"/>
                  </a:cubicBezTo>
                  <a:cubicBezTo>
                    <a:pt x="953" y="6179"/>
                    <a:pt x="1605" y="6540"/>
                    <a:pt x="2227" y="6891"/>
                  </a:cubicBezTo>
                  <a:cubicBezTo>
                    <a:pt x="2929" y="7282"/>
                    <a:pt x="3682" y="7694"/>
                    <a:pt x="4263" y="8045"/>
                  </a:cubicBezTo>
                  <a:cubicBezTo>
                    <a:pt x="4324" y="8065"/>
                    <a:pt x="4384" y="8075"/>
                    <a:pt x="4444" y="8075"/>
                  </a:cubicBezTo>
                  <a:cubicBezTo>
                    <a:pt x="4504" y="8075"/>
                    <a:pt x="4554" y="8065"/>
                    <a:pt x="4604" y="8045"/>
                  </a:cubicBezTo>
                  <a:cubicBezTo>
                    <a:pt x="4986" y="7904"/>
                    <a:pt x="5266" y="7613"/>
                    <a:pt x="5678" y="7473"/>
                  </a:cubicBezTo>
                  <a:cubicBezTo>
                    <a:pt x="5738" y="7453"/>
                    <a:pt x="5808" y="7433"/>
                    <a:pt x="5878" y="7433"/>
                  </a:cubicBezTo>
                  <a:lnTo>
                    <a:pt x="5898" y="7433"/>
                  </a:lnTo>
                  <a:cubicBezTo>
                    <a:pt x="6049" y="7443"/>
                    <a:pt x="6189" y="7533"/>
                    <a:pt x="6340" y="7533"/>
                  </a:cubicBezTo>
                  <a:cubicBezTo>
                    <a:pt x="6390" y="7543"/>
                    <a:pt x="6430" y="7543"/>
                    <a:pt x="6470" y="7543"/>
                  </a:cubicBezTo>
                  <a:cubicBezTo>
                    <a:pt x="6701" y="7543"/>
                    <a:pt x="6921" y="7513"/>
                    <a:pt x="7142" y="7493"/>
                  </a:cubicBezTo>
                  <a:cubicBezTo>
                    <a:pt x="7363" y="7463"/>
                    <a:pt x="7593" y="7443"/>
                    <a:pt x="7824" y="7443"/>
                  </a:cubicBezTo>
                  <a:lnTo>
                    <a:pt x="8115" y="7443"/>
                  </a:lnTo>
                  <a:cubicBezTo>
                    <a:pt x="8346" y="7443"/>
                    <a:pt x="8576" y="7403"/>
                    <a:pt x="8807" y="7393"/>
                  </a:cubicBezTo>
                  <a:lnTo>
                    <a:pt x="8867" y="7393"/>
                  </a:lnTo>
                  <a:cubicBezTo>
                    <a:pt x="9148" y="7393"/>
                    <a:pt x="9419" y="7453"/>
                    <a:pt x="9680" y="7533"/>
                  </a:cubicBezTo>
                  <a:cubicBezTo>
                    <a:pt x="10081" y="7674"/>
                    <a:pt x="10472" y="7884"/>
                    <a:pt x="10894" y="7884"/>
                  </a:cubicBezTo>
                  <a:cubicBezTo>
                    <a:pt x="10994" y="7884"/>
                    <a:pt x="11104" y="7874"/>
                    <a:pt x="11215" y="7864"/>
                  </a:cubicBezTo>
                  <a:cubicBezTo>
                    <a:pt x="11315" y="7854"/>
                    <a:pt x="11425" y="7844"/>
                    <a:pt x="11525" y="7844"/>
                  </a:cubicBezTo>
                  <a:cubicBezTo>
                    <a:pt x="11666" y="7844"/>
                    <a:pt x="11806" y="7864"/>
                    <a:pt x="11927" y="7944"/>
                  </a:cubicBezTo>
                  <a:cubicBezTo>
                    <a:pt x="11907" y="7724"/>
                    <a:pt x="11887" y="7513"/>
                    <a:pt x="11866" y="7292"/>
                  </a:cubicBezTo>
                  <a:lnTo>
                    <a:pt x="1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5" name="Google Shape;1835;p19"/>
            <p:cNvSpPr/>
            <p:nvPr/>
          </p:nvSpPr>
          <p:spPr>
            <a:xfrm>
              <a:off x="8606057" y="287694"/>
              <a:ext cx="554472" cy="462862"/>
            </a:xfrm>
            <a:custGeom>
              <a:avLst/>
              <a:gdLst/>
              <a:ahLst/>
              <a:cxnLst/>
              <a:rect l="l" t="t" r="r" b="b"/>
              <a:pathLst>
                <a:path w="6682" h="5578" extrusionOk="0">
                  <a:moveTo>
                    <a:pt x="342" y="5577"/>
                  </a:moveTo>
                  <a:cubicBezTo>
                    <a:pt x="1" y="5577"/>
                    <a:pt x="1877" y="4744"/>
                    <a:pt x="3120" y="3852"/>
                  </a:cubicBezTo>
                  <a:cubicBezTo>
                    <a:pt x="3782" y="3380"/>
                    <a:pt x="4153" y="2959"/>
                    <a:pt x="4123" y="2498"/>
                  </a:cubicBezTo>
                  <a:cubicBezTo>
                    <a:pt x="4103" y="2277"/>
                    <a:pt x="3913" y="2207"/>
                    <a:pt x="3642" y="2207"/>
                  </a:cubicBezTo>
                  <a:cubicBezTo>
                    <a:pt x="3602" y="2207"/>
                    <a:pt x="3552" y="2207"/>
                    <a:pt x="3512" y="2207"/>
                  </a:cubicBezTo>
                  <a:cubicBezTo>
                    <a:pt x="3512" y="2177"/>
                    <a:pt x="3512" y="2137"/>
                    <a:pt x="3512" y="2117"/>
                  </a:cubicBezTo>
                  <a:cubicBezTo>
                    <a:pt x="3512" y="2076"/>
                    <a:pt x="3512" y="2056"/>
                    <a:pt x="3512" y="2046"/>
                  </a:cubicBezTo>
                  <a:lnTo>
                    <a:pt x="3512" y="2046"/>
                  </a:lnTo>
                  <a:lnTo>
                    <a:pt x="3512" y="2046"/>
                  </a:lnTo>
                  <a:lnTo>
                    <a:pt x="3512" y="2046"/>
                  </a:lnTo>
                  <a:lnTo>
                    <a:pt x="3512" y="2046"/>
                  </a:lnTo>
                  <a:cubicBezTo>
                    <a:pt x="3512" y="2046"/>
                    <a:pt x="4625" y="1164"/>
                    <a:pt x="4956" y="903"/>
                  </a:cubicBezTo>
                  <a:cubicBezTo>
                    <a:pt x="5287" y="652"/>
                    <a:pt x="5738" y="381"/>
                    <a:pt x="6300" y="0"/>
                  </a:cubicBezTo>
                  <a:cubicBezTo>
                    <a:pt x="6300" y="10"/>
                    <a:pt x="6310" y="30"/>
                    <a:pt x="6310" y="50"/>
                  </a:cubicBezTo>
                  <a:lnTo>
                    <a:pt x="6681" y="3441"/>
                  </a:lnTo>
                  <a:cubicBezTo>
                    <a:pt x="6340" y="3631"/>
                    <a:pt x="5939" y="3832"/>
                    <a:pt x="5387" y="4093"/>
                  </a:cubicBezTo>
                  <a:cubicBezTo>
                    <a:pt x="4685" y="4434"/>
                    <a:pt x="3642" y="5055"/>
                    <a:pt x="2599" y="5376"/>
                  </a:cubicBezTo>
                  <a:cubicBezTo>
                    <a:pt x="2498" y="5407"/>
                    <a:pt x="2438" y="5417"/>
                    <a:pt x="2408" y="5417"/>
                  </a:cubicBezTo>
                  <a:cubicBezTo>
                    <a:pt x="2218" y="5417"/>
                    <a:pt x="3241" y="4865"/>
                    <a:pt x="3682" y="4464"/>
                  </a:cubicBezTo>
                  <a:cubicBezTo>
                    <a:pt x="3742" y="4403"/>
                    <a:pt x="3752" y="4383"/>
                    <a:pt x="3722" y="4383"/>
                  </a:cubicBezTo>
                  <a:cubicBezTo>
                    <a:pt x="3552" y="4383"/>
                    <a:pt x="1967" y="5226"/>
                    <a:pt x="532" y="5547"/>
                  </a:cubicBezTo>
                  <a:cubicBezTo>
                    <a:pt x="442" y="5567"/>
                    <a:pt x="382" y="5577"/>
                    <a:pt x="342" y="5577"/>
                  </a:cubicBezTo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6" name="Google Shape;1836;p19"/>
            <p:cNvSpPr/>
            <p:nvPr/>
          </p:nvSpPr>
          <p:spPr>
            <a:xfrm>
              <a:off x="8396366" y="863658"/>
              <a:ext cx="169030" cy="95759"/>
            </a:xfrm>
            <a:custGeom>
              <a:avLst/>
              <a:gdLst/>
              <a:ahLst/>
              <a:cxnLst/>
              <a:rect l="l" t="t" r="r" b="b"/>
              <a:pathLst>
                <a:path w="2037" h="1154" extrusionOk="0">
                  <a:moveTo>
                    <a:pt x="0" y="0"/>
                  </a:moveTo>
                  <a:cubicBezTo>
                    <a:pt x="42" y="23"/>
                    <a:pt x="84" y="47"/>
                    <a:pt x="126" y="70"/>
                  </a:cubicBezTo>
                  <a:lnTo>
                    <a:pt x="126" y="70"/>
                  </a:lnTo>
                  <a:cubicBezTo>
                    <a:pt x="84" y="47"/>
                    <a:pt x="42" y="24"/>
                    <a:pt x="0" y="0"/>
                  </a:cubicBezTo>
                  <a:close/>
                  <a:moveTo>
                    <a:pt x="126" y="70"/>
                  </a:moveTo>
                  <a:cubicBezTo>
                    <a:pt x="800" y="446"/>
                    <a:pt x="1418" y="802"/>
                    <a:pt x="1645" y="953"/>
                  </a:cubicBezTo>
                  <a:cubicBezTo>
                    <a:pt x="1766" y="1033"/>
                    <a:pt x="1896" y="1114"/>
                    <a:pt x="2036" y="1154"/>
                  </a:cubicBezTo>
                  <a:cubicBezTo>
                    <a:pt x="1489" y="823"/>
                    <a:pt x="791" y="440"/>
                    <a:pt x="126" y="70"/>
                  </a:cubicBezTo>
                  <a:close/>
                </a:path>
              </a:pathLst>
            </a:custGeom>
            <a:solidFill>
              <a:srgbClr val="70BB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7" name="Google Shape;1837;p19"/>
            <p:cNvSpPr/>
            <p:nvPr/>
          </p:nvSpPr>
          <p:spPr>
            <a:xfrm>
              <a:off x="8210740" y="757941"/>
              <a:ext cx="913" cy="913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0"/>
                  </a:moveTo>
                  <a:lnTo>
                    <a:pt x="0" y="10"/>
                  </a:lnTo>
                  <a:cubicBezTo>
                    <a:pt x="0" y="10"/>
                    <a:pt x="10" y="0"/>
                    <a:pt x="10" y="0"/>
                  </a:cubicBezTo>
                  <a:lnTo>
                    <a:pt x="10" y="0"/>
                  </a:lnTo>
                  <a:cubicBezTo>
                    <a:pt x="10" y="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2C46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8" name="Google Shape;1838;p19"/>
            <p:cNvSpPr/>
            <p:nvPr/>
          </p:nvSpPr>
          <p:spPr>
            <a:xfrm>
              <a:off x="8210740" y="757941"/>
              <a:ext cx="45805" cy="28379"/>
            </a:xfrm>
            <a:custGeom>
              <a:avLst/>
              <a:gdLst/>
              <a:ahLst/>
              <a:cxnLst/>
              <a:rect l="l" t="t" r="r" b="b"/>
              <a:pathLst>
                <a:path w="552" h="342" extrusionOk="0">
                  <a:moveTo>
                    <a:pt x="10" y="0"/>
                  </a:moveTo>
                  <a:cubicBezTo>
                    <a:pt x="10" y="0"/>
                    <a:pt x="0" y="10"/>
                    <a:pt x="0" y="10"/>
                  </a:cubicBezTo>
                  <a:lnTo>
                    <a:pt x="20" y="40"/>
                  </a:lnTo>
                  <a:cubicBezTo>
                    <a:pt x="40" y="60"/>
                    <a:pt x="111" y="101"/>
                    <a:pt x="141" y="111"/>
                  </a:cubicBezTo>
                  <a:cubicBezTo>
                    <a:pt x="151" y="121"/>
                    <a:pt x="311" y="201"/>
                    <a:pt x="552" y="341"/>
                  </a:cubicBezTo>
                  <a:cubicBezTo>
                    <a:pt x="351" y="221"/>
                    <a:pt x="171" y="111"/>
                    <a:pt x="10" y="0"/>
                  </a:cubicBezTo>
                  <a:close/>
                </a:path>
              </a:pathLst>
            </a:custGeom>
            <a:solidFill>
              <a:srgbClr val="70BB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9" name="Google Shape;1839;p19"/>
            <p:cNvSpPr/>
            <p:nvPr/>
          </p:nvSpPr>
          <p:spPr>
            <a:xfrm>
              <a:off x="8339774" y="603930"/>
              <a:ext cx="267196" cy="83312"/>
            </a:xfrm>
            <a:custGeom>
              <a:avLst/>
              <a:gdLst/>
              <a:ahLst/>
              <a:cxnLst/>
              <a:rect l="l" t="t" r="r" b="b"/>
              <a:pathLst>
                <a:path w="3220" h="1004" extrusionOk="0">
                  <a:moveTo>
                    <a:pt x="3069" y="1"/>
                  </a:moveTo>
                  <a:cubicBezTo>
                    <a:pt x="2929" y="1"/>
                    <a:pt x="2809" y="11"/>
                    <a:pt x="2698" y="41"/>
                  </a:cubicBezTo>
                  <a:cubicBezTo>
                    <a:pt x="2237" y="191"/>
                    <a:pt x="1725" y="1"/>
                    <a:pt x="1394" y="261"/>
                  </a:cubicBezTo>
                  <a:cubicBezTo>
                    <a:pt x="1063" y="512"/>
                    <a:pt x="20" y="944"/>
                    <a:pt x="20" y="944"/>
                  </a:cubicBezTo>
                  <a:lnTo>
                    <a:pt x="0" y="944"/>
                  </a:lnTo>
                  <a:cubicBezTo>
                    <a:pt x="10" y="964"/>
                    <a:pt x="30" y="974"/>
                    <a:pt x="60" y="984"/>
                  </a:cubicBezTo>
                  <a:cubicBezTo>
                    <a:pt x="80" y="994"/>
                    <a:pt x="100" y="1004"/>
                    <a:pt x="130" y="1004"/>
                  </a:cubicBezTo>
                  <a:cubicBezTo>
                    <a:pt x="151" y="1004"/>
                    <a:pt x="181" y="994"/>
                    <a:pt x="211" y="994"/>
                  </a:cubicBezTo>
                  <a:cubicBezTo>
                    <a:pt x="782" y="903"/>
                    <a:pt x="1364" y="823"/>
                    <a:pt x="1906" y="613"/>
                  </a:cubicBezTo>
                  <a:cubicBezTo>
                    <a:pt x="2076" y="542"/>
                    <a:pt x="2247" y="462"/>
                    <a:pt x="2427" y="442"/>
                  </a:cubicBezTo>
                  <a:cubicBezTo>
                    <a:pt x="2628" y="412"/>
                    <a:pt x="3180" y="221"/>
                    <a:pt x="3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0" name="Google Shape;1840;p19"/>
            <p:cNvSpPr/>
            <p:nvPr/>
          </p:nvSpPr>
          <p:spPr>
            <a:xfrm>
              <a:off x="8680988" y="1046712"/>
              <a:ext cx="571898" cy="270598"/>
            </a:xfrm>
            <a:custGeom>
              <a:avLst/>
              <a:gdLst/>
              <a:ahLst/>
              <a:cxnLst/>
              <a:rect l="l" t="t" r="r" b="b"/>
              <a:pathLst>
                <a:path w="6892" h="3261" extrusionOk="0">
                  <a:moveTo>
                    <a:pt x="271" y="1"/>
                  </a:moveTo>
                  <a:cubicBezTo>
                    <a:pt x="1" y="1"/>
                    <a:pt x="833" y="723"/>
                    <a:pt x="1395" y="1084"/>
                  </a:cubicBezTo>
                  <a:cubicBezTo>
                    <a:pt x="2087" y="1546"/>
                    <a:pt x="1846" y="1024"/>
                    <a:pt x="3471" y="2027"/>
                  </a:cubicBezTo>
                  <a:cubicBezTo>
                    <a:pt x="4173" y="2468"/>
                    <a:pt x="4464" y="2609"/>
                    <a:pt x="4544" y="2609"/>
                  </a:cubicBezTo>
                  <a:cubicBezTo>
                    <a:pt x="4665" y="2609"/>
                    <a:pt x="4444" y="2368"/>
                    <a:pt x="4374" y="2228"/>
                  </a:cubicBezTo>
                  <a:cubicBezTo>
                    <a:pt x="4354" y="2208"/>
                    <a:pt x="4364" y="2198"/>
                    <a:pt x="4384" y="2198"/>
                  </a:cubicBezTo>
                  <a:cubicBezTo>
                    <a:pt x="4564" y="2198"/>
                    <a:pt x="6139" y="3181"/>
                    <a:pt x="6540" y="3261"/>
                  </a:cubicBezTo>
                  <a:lnTo>
                    <a:pt x="6601" y="3261"/>
                  </a:lnTo>
                  <a:cubicBezTo>
                    <a:pt x="6892" y="3261"/>
                    <a:pt x="6179" y="2639"/>
                    <a:pt x="5066" y="1836"/>
                  </a:cubicBezTo>
                  <a:cubicBezTo>
                    <a:pt x="4123" y="1154"/>
                    <a:pt x="3892" y="944"/>
                    <a:pt x="3521" y="944"/>
                  </a:cubicBezTo>
                  <a:cubicBezTo>
                    <a:pt x="3431" y="944"/>
                    <a:pt x="3331" y="954"/>
                    <a:pt x="3210" y="974"/>
                  </a:cubicBezTo>
                  <a:cubicBezTo>
                    <a:pt x="3140" y="994"/>
                    <a:pt x="3070" y="994"/>
                    <a:pt x="3000" y="994"/>
                  </a:cubicBezTo>
                  <a:cubicBezTo>
                    <a:pt x="2418" y="994"/>
                    <a:pt x="1696" y="623"/>
                    <a:pt x="733" y="171"/>
                  </a:cubicBezTo>
                  <a:cubicBezTo>
                    <a:pt x="492" y="51"/>
                    <a:pt x="342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1" name="Google Shape;1841;p19"/>
            <p:cNvSpPr/>
            <p:nvPr/>
          </p:nvSpPr>
          <p:spPr>
            <a:xfrm>
              <a:off x="4251349" y="1370500"/>
              <a:ext cx="30869" cy="20081"/>
            </a:xfrm>
            <a:custGeom>
              <a:avLst/>
              <a:gdLst/>
              <a:ahLst/>
              <a:cxnLst/>
              <a:rect l="l" t="t" r="r" b="b"/>
              <a:pathLst>
                <a:path w="372" h="242" extrusionOk="0">
                  <a:moveTo>
                    <a:pt x="0" y="241"/>
                  </a:moveTo>
                  <a:cubicBezTo>
                    <a:pt x="0" y="241"/>
                    <a:pt x="0" y="241"/>
                    <a:pt x="0" y="241"/>
                  </a:cubicBezTo>
                  <a:cubicBezTo>
                    <a:pt x="0" y="241"/>
                    <a:pt x="0" y="241"/>
                    <a:pt x="0" y="241"/>
                  </a:cubicBezTo>
                  <a:close/>
                  <a:moveTo>
                    <a:pt x="0" y="241"/>
                  </a:moveTo>
                  <a:cubicBezTo>
                    <a:pt x="130" y="151"/>
                    <a:pt x="251" y="71"/>
                    <a:pt x="361" y="11"/>
                  </a:cubicBezTo>
                  <a:cubicBezTo>
                    <a:pt x="251" y="71"/>
                    <a:pt x="130" y="151"/>
                    <a:pt x="0" y="241"/>
                  </a:cubicBezTo>
                  <a:close/>
                  <a:moveTo>
                    <a:pt x="361" y="11"/>
                  </a:moveTo>
                  <a:cubicBezTo>
                    <a:pt x="361" y="11"/>
                    <a:pt x="371" y="11"/>
                    <a:pt x="371" y="1"/>
                  </a:cubicBezTo>
                  <a:cubicBezTo>
                    <a:pt x="371" y="11"/>
                    <a:pt x="361" y="11"/>
                    <a:pt x="361" y="11"/>
                  </a:cubicBezTo>
                  <a:close/>
                  <a:moveTo>
                    <a:pt x="371" y="1"/>
                  </a:moveTo>
                  <a:cubicBezTo>
                    <a:pt x="371" y="1"/>
                    <a:pt x="371" y="1"/>
                    <a:pt x="371" y="1"/>
                  </a:cubicBezTo>
                  <a:cubicBezTo>
                    <a:pt x="371" y="1"/>
                    <a:pt x="371" y="1"/>
                    <a:pt x="371" y="1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2" name="Google Shape;1842;p19"/>
            <p:cNvSpPr/>
            <p:nvPr/>
          </p:nvSpPr>
          <p:spPr>
            <a:xfrm>
              <a:off x="4214672" y="1035095"/>
              <a:ext cx="840753" cy="398802"/>
            </a:xfrm>
            <a:custGeom>
              <a:avLst/>
              <a:gdLst/>
              <a:ahLst/>
              <a:cxnLst/>
              <a:rect l="l" t="t" r="r" b="b"/>
              <a:pathLst>
                <a:path w="10132" h="4806" extrusionOk="0">
                  <a:moveTo>
                    <a:pt x="4855" y="0"/>
                  </a:moveTo>
                  <a:cubicBezTo>
                    <a:pt x="4845" y="10"/>
                    <a:pt x="4825" y="21"/>
                    <a:pt x="4815" y="31"/>
                  </a:cubicBezTo>
                  <a:cubicBezTo>
                    <a:pt x="4364" y="291"/>
                    <a:pt x="3301" y="1324"/>
                    <a:pt x="2970" y="1696"/>
                  </a:cubicBezTo>
                  <a:cubicBezTo>
                    <a:pt x="2649" y="2067"/>
                    <a:pt x="1726" y="2368"/>
                    <a:pt x="1545" y="2949"/>
                  </a:cubicBezTo>
                  <a:cubicBezTo>
                    <a:pt x="1365" y="3541"/>
                    <a:pt x="1275" y="3772"/>
                    <a:pt x="823" y="4043"/>
                  </a:cubicBezTo>
                  <a:lnTo>
                    <a:pt x="813" y="4043"/>
                  </a:lnTo>
                  <a:cubicBezTo>
                    <a:pt x="813" y="4053"/>
                    <a:pt x="803" y="4053"/>
                    <a:pt x="803" y="4053"/>
                  </a:cubicBezTo>
                  <a:cubicBezTo>
                    <a:pt x="693" y="4113"/>
                    <a:pt x="572" y="4193"/>
                    <a:pt x="442" y="4283"/>
                  </a:cubicBezTo>
                  <a:cubicBezTo>
                    <a:pt x="282" y="4394"/>
                    <a:pt x="121" y="4504"/>
                    <a:pt x="1" y="4594"/>
                  </a:cubicBezTo>
                  <a:cubicBezTo>
                    <a:pt x="91" y="4775"/>
                    <a:pt x="352" y="4805"/>
                    <a:pt x="572" y="4805"/>
                  </a:cubicBezTo>
                  <a:lnTo>
                    <a:pt x="593" y="4805"/>
                  </a:lnTo>
                  <a:cubicBezTo>
                    <a:pt x="2518" y="4795"/>
                    <a:pt x="4444" y="4775"/>
                    <a:pt x="6360" y="4765"/>
                  </a:cubicBezTo>
                  <a:cubicBezTo>
                    <a:pt x="6511" y="4765"/>
                    <a:pt x="6651" y="4765"/>
                    <a:pt x="6791" y="4715"/>
                  </a:cubicBezTo>
                  <a:cubicBezTo>
                    <a:pt x="6982" y="4655"/>
                    <a:pt x="7132" y="4494"/>
                    <a:pt x="7313" y="4404"/>
                  </a:cubicBezTo>
                  <a:cubicBezTo>
                    <a:pt x="7403" y="4364"/>
                    <a:pt x="7634" y="4354"/>
                    <a:pt x="7935" y="4354"/>
                  </a:cubicBezTo>
                  <a:lnTo>
                    <a:pt x="8446" y="4354"/>
                  </a:lnTo>
                  <a:cubicBezTo>
                    <a:pt x="8627" y="4364"/>
                    <a:pt x="8808" y="4364"/>
                    <a:pt x="8988" y="4364"/>
                  </a:cubicBezTo>
                  <a:cubicBezTo>
                    <a:pt x="9600" y="4364"/>
                    <a:pt x="10132" y="4324"/>
                    <a:pt x="10091" y="4113"/>
                  </a:cubicBezTo>
                  <a:cubicBezTo>
                    <a:pt x="10061" y="3912"/>
                    <a:pt x="9700" y="3571"/>
                    <a:pt x="9580" y="3401"/>
                  </a:cubicBezTo>
                  <a:cubicBezTo>
                    <a:pt x="9399" y="3160"/>
                    <a:pt x="8456" y="2829"/>
                    <a:pt x="8276" y="2588"/>
                  </a:cubicBezTo>
                  <a:cubicBezTo>
                    <a:pt x="8035" y="2257"/>
                    <a:pt x="7193" y="2257"/>
                    <a:pt x="6781" y="2167"/>
                  </a:cubicBezTo>
                  <a:cubicBezTo>
                    <a:pt x="6671" y="2137"/>
                    <a:pt x="6139" y="1846"/>
                    <a:pt x="6059" y="1776"/>
                  </a:cubicBezTo>
                  <a:cubicBezTo>
                    <a:pt x="5979" y="1696"/>
                    <a:pt x="5337" y="1365"/>
                    <a:pt x="5317" y="1264"/>
                  </a:cubicBezTo>
                  <a:cubicBezTo>
                    <a:pt x="5156" y="703"/>
                    <a:pt x="5086" y="542"/>
                    <a:pt x="4896" y="61"/>
                  </a:cubicBezTo>
                  <a:cubicBezTo>
                    <a:pt x="4886" y="41"/>
                    <a:pt x="4876" y="21"/>
                    <a:pt x="48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3" name="Google Shape;1843;p19"/>
            <p:cNvSpPr/>
            <p:nvPr/>
          </p:nvSpPr>
          <p:spPr>
            <a:xfrm>
              <a:off x="4861418" y="842000"/>
              <a:ext cx="643510" cy="132436"/>
            </a:xfrm>
            <a:custGeom>
              <a:avLst/>
              <a:gdLst/>
              <a:ahLst/>
              <a:cxnLst/>
              <a:rect l="l" t="t" r="r" b="b"/>
              <a:pathLst>
                <a:path w="7755" h="1596" extrusionOk="0">
                  <a:moveTo>
                    <a:pt x="7634" y="1595"/>
                  </a:moveTo>
                  <a:cubicBezTo>
                    <a:pt x="7573" y="1595"/>
                    <a:pt x="7523" y="1595"/>
                    <a:pt x="7473" y="1575"/>
                  </a:cubicBezTo>
                  <a:cubicBezTo>
                    <a:pt x="7523" y="1595"/>
                    <a:pt x="7573" y="1595"/>
                    <a:pt x="7634" y="1595"/>
                  </a:cubicBezTo>
                  <a:cubicBezTo>
                    <a:pt x="7674" y="1595"/>
                    <a:pt x="7714" y="1595"/>
                    <a:pt x="7754" y="1595"/>
                  </a:cubicBezTo>
                  <a:lnTo>
                    <a:pt x="7754" y="1595"/>
                  </a:lnTo>
                  <a:cubicBezTo>
                    <a:pt x="7714" y="1595"/>
                    <a:pt x="7674" y="1595"/>
                    <a:pt x="7634" y="1595"/>
                  </a:cubicBezTo>
                  <a:close/>
                  <a:moveTo>
                    <a:pt x="0" y="1535"/>
                  </a:moveTo>
                  <a:lnTo>
                    <a:pt x="0" y="1535"/>
                  </a:lnTo>
                  <a:cubicBezTo>
                    <a:pt x="171" y="1405"/>
                    <a:pt x="372" y="1234"/>
                    <a:pt x="572" y="1114"/>
                  </a:cubicBezTo>
                  <a:cubicBezTo>
                    <a:pt x="372" y="1234"/>
                    <a:pt x="171" y="1405"/>
                    <a:pt x="0" y="1535"/>
                  </a:cubicBezTo>
                  <a:close/>
                  <a:moveTo>
                    <a:pt x="572" y="1114"/>
                  </a:moveTo>
                  <a:lnTo>
                    <a:pt x="572" y="1114"/>
                  </a:lnTo>
                  <a:lnTo>
                    <a:pt x="572" y="1114"/>
                  </a:lnTo>
                  <a:close/>
                  <a:moveTo>
                    <a:pt x="572" y="1104"/>
                  </a:moveTo>
                  <a:cubicBezTo>
                    <a:pt x="572" y="1104"/>
                    <a:pt x="582" y="1104"/>
                    <a:pt x="582" y="1104"/>
                  </a:cubicBezTo>
                  <a:cubicBezTo>
                    <a:pt x="582" y="1104"/>
                    <a:pt x="572" y="1104"/>
                    <a:pt x="572" y="1104"/>
                  </a:cubicBezTo>
                  <a:close/>
                  <a:moveTo>
                    <a:pt x="582" y="1104"/>
                  </a:moveTo>
                  <a:lnTo>
                    <a:pt x="582" y="1104"/>
                  </a:lnTo>
                  <a:lnTo>
                    <a:pt x="582" y="1104"/>
                  </a:lnTo>
                  <a:close/>
                  <a:moveTo>
                    <a:pt x="582" y="1104"/>
                  </a:moveTo>
                  <a:lnTo>
                    <a:pt x="592" y="1094"/>
                  </a:lnTo>
                  <a:lnTo>
                    <a:pt x="582" y="1104"/>
                  </a:lnTo>
                  <a:close/>
                  <a:moveTo>
                    <a:pt x="602" y="1094"/>
                  </a:moveTo>
                  <a:cubicBezTo>
                    <a:pt x="602" y="1094"/>
                    <a:pt x="602" y="1094"/>
                    <a:pt x="602" y="1094"/>
                  </a:cubicBezTo>
                  <a:cubicBezTo>
                    <a:pt x="602" y="1094"/>
                    <a:pt x="602" y="1094"/>
                    <a:pt x="602" y="1094"/>
                  </a:cubicBezTo>
                  <a:close/>
                  <a:moveTo>
                    <a:pt x="602" y="1094"/>
                  </a:moveTo>
                  <a:cubicBezTo>
                    <a:pt x="602" y="1094"/>
                    <a:pt x="602" y="1094"/>
                    <a:pt x="602" y="1084"/>
                  </a:cubicBezTo>
                  <a:cubicBezTo>
                    <a:pt x="602" y="1094"/>
                    <a:pt x="602" y="1094"/>
                    <a:pt x="602" y="1094"/>
                  </a:cubicBezTo>
                  <a:close/>
                  <a:moveTo>
                    <a:pt x="612" y="1084"/>
                  </a:moveTo>
                  <a:cubicBezTo>
                    <a:pt x="612" y="1084"/>
                    <a:pt x="612" y="1084"/>
                    <a:pt x="612" y="1084"/>
                  </a:cubicBezTo>
                  <a:cubicBezTo>
                    <a:pt x="612" y="1084"/>
                    <a:pt x="612" y="1084"/>
                    <a:pt x="612" y="1084"/>
                  </a:cubicBezTo>
                  <a:close/>
                  <a:moveTo>
                    <a:pt x="612" y="1084"/>
                  </a:moveTo>
                  <a:cubicBezTo>
                    <a:pt x="612" y="1084"/>
                    <a:pt x="612" y="1084"/>
                    <a:pt x="622" y="1084"/>
                  </a:cubicBezTo>
                  <a:cubicBezTo>
                    <a:pt x="612" y="1084"/>
                    <a:pt x="612" y="1084"/>
                    <a:pt x="612" y="1084"/>
                  </a:cubicBezTo>
                  <a:close/>
                  <a:moveTo>
                    <a:pt x="622" y="1084"/>
                  </a:moveTo>
                  <a:lnTo>
                    <a:pt x="622" y="1074"/>
                  </a:lnTo>
                  <a:lnTo>
                    <a:pt x="622" y="1084"/>
                  </a:lnTo>
                  <a:close/>
                  <a:moveTo>
                    <a:pt x="622" y="1074"/>
                  </a:moveTo>
                  <a:cubicBezTo>
                    <a:pt x="622" y="1074"/>
                    <a:pt x="632" y="1074"/>
                    <a:pt x="632" y="1074"/>
                  </a:cubicBezTo>
                  <a:cubicBezTo>
                    <a:pt x="632" y="1074"/>
                    <a:pt x="622" y="1074"/>
                    <a:pt x="622" y="1074"/>
                  </a:cubicBezTo>
                  <a:close/>
                  <a:moveTo>
                    <a:pt x="632" y="1074"/>
                  </a:moveTo>
                  <a:cubicBezTo>
                    <a:pt x="632" y="1074"/>
                    <a:pt x="632" y="1074"/>
                    <a:pt x="632" y="1074"/>
                  </a:cubicBezTo>
                  <a:cubicBezTo>
                    <a:pt x="632" y="1074"/>
                    <a:pt x="632" y="1074"/>
                    <a:pt x="632" y="1074"/>
                  </a:cubicBezTo>
                  <a:close/>
                  <a:moveTo>
                    <a:pt x="632" y="1074"/>
                  </a:moveTo>
                  <a:cubicBezTo>
                    <a:pt x="632" y="1074"/>
                    <a:pt x="642" y="1074"/>
                    <a:pt x="642" y="1074"/>
                  </a:cubicBezTo>
                  <a:cubicBezTo>
                    <a:pt x="642" y="1074"/>
                    <a:pt x="632" y="1074"/>
                    <a:pt x="632" y="1074"/>
                  </a:cubicBezTo>
                  <a:close/>
                  <a:moveTo>
                    <a:pt x="642" y="1064"/>
                  </a:moveTo>
                  <a:cubicBezTo>
                    <a:pt x="642" y="1064"/>
                    <a:pt x="642" y="1064"/>
                    <a:pt x="642" y="1064"/>
                  </a:cubicBezTo>
                  <a:cubicBezTo>
                    <a:pt x="642" y="1064"/>
                    <a:pt x="642" y="1064"/>
                    <a:pt x="642" y="1064"/>
                  </a:cubicBezTo>
                  <a:close/>
                  <a:moveTo>
                    <a:pt x="652" y="1064"/>
                  </a:moveTo>
                  <a:cubicBezTo>
                    <a:pt x="652" y="1064"/>
                    <a:pt x="652" y="1064"/>
                    <a:pt x="652" y="1064"/>
                  </a:cubicBezTo>
                  <a:cubicBezTo>
                    <a:pt x="652" y="1064"/>
                    <a:pt x="652" y="1064"/>
                    <a:pt x="652" y="1064"/>
                  </a:cubicBezTo>
                  <a:close/>
                  <a:moveTo>
                    <a:pt x="662" y="1054"/>
                  </a:moveTo>
                  <a:cubicBezTo>
                    <a:pt x="662" y="1054"/>
                    <a:pt x="662" y="1054"/>
                    <a:pt x="662" y="1054"/>
                  </a:cubicBezTo>
                  <a:cubicBezTo>
                    <a:pt x="662" y="1054"/>
                    <a:pt x="662" y="1054"/>
                    <a:pt x="662" y="1054"/>
                  </a:cubicBezTo>
                  <a:close/>
                  <a:moveTo>
                    <a:pt x="662" y="1054"/>
                  </a:moveTo>
                  <a:cubicBezTo>
                    <a:pt x="662" y="1054"/>
                    <a:pt x="662" y="1054"/>
                    <a:pt x="662" y="1054"/>
                  </a:cubicBezTo>
                  <a:cubicBezTo>
                    <a:pt x="662" y="1054"/>
                    <a:pt x="662" y="1054"/>
                    <a:pt x="662" y="1054"/>
                  </a:cubicBezTo>
                  <a:close/>
                  <a:moveTo>
                    <a:pt x="672" y="1054"/>
                  </a:moveTo>
                  <a:cubicBezTo>
                    <a:pt x="672" y="1054"/>
                    <a:pt x="672" y="1054"/>
                    <a:pt x="672" y="1054"/>
                  </a:cubicBezTo>
                  <a:cubicBezTo>
                    <a:pt x="672" y="1054"/>
                    <a:pt x="672" y="1054"/>
                    <a:pt x="672" y="1054"/>
                  </a:cubicBezTo>
                  <a:close/>
                  <a:moveTo>
                    <a:pt x="672" y="1044"/>
                  </a:moveTo>
                  <a:cubicBezTo>
                    <a:pt x="672" y="1044"/>
                    <a:pt x="672" y="1044"/>
                    <a:pt x="683" y="1044"/>
                  </a:cubicBezTo>
                  <a:cubicBezTo>
                    <a:pt x="672" y="1044"/>
                    <a:pt x="672" y="1044"/>
                    <a:pt x="672" y="1044"/>
                  </a:cubicBezTo>
                  <a:close/>
                  <a:moveTo>
                    <a:pt x="683" y="1044"/>
                  </a:moveTo>
                  <a:cubicBezTo>
                    <a:pt x="683" y="1044"/>
                    <a:pt x="683" y="1044"/>
                    <a:pt x="683" y="1044"/>
                  </a:cubicBezTo>
                  <a:cubicBezTo>
                    <a:pt x="683" y="1044"/>
                    <a:pt x="683" y="1044"/>
                    <a:pt x="683" y="1044"/>
                  </a:cubicBezTo>
                  <a:close/>
                  <a:moveTo>
                    <a:pt x="693" y="1044"/>
                  </a:moveTo>
                  <a:cubicBezTo>
                    <a:pt x="693" y="1044"/>
                    <a:pt x="693" y="1044"/>
                    <a:pt x="693" y="1034"/>
                  </a:cubicBezTo>
                  <a:cubicBezTo>
                    <a:pt x="693" y="1044"/>
                    <a:pt x="693" y="1044"/>
                    <a:pt x="693" y="1044"/>
                  </a:cubicBezTo>
                  <a:close/>
                  <a:moveTo>
                    <a:pt x="693" y="1034"/>
                  </a:moveTo>
                  <a:cubicBezTo>
                    <a:pt x="693" y="1034"/>
                    <a:pt x="693" y="1034"/>
                    <a:pt x="703" y="1034"/>
                  </a:cubicBezTo>
                  <a:cubicBezTo>
                    <a:pt x="693" y="1034"/>
                    <a:pt x="693" y="1034"/>
                    <a:pt x="693" y="1034"/>
                  </a:cubicBezTo>
                  <a:close/>
                  <a:moveTo>
                    <a:pt x="713" y="1034"/>
                  </a:moveTo>
                  <a:lnTo>
                    <a:pt x="713" y="1034"/>
                  </a:lnTo>
                  <a:lnTo>
                    <a:pt x="713" y="1034"/>
                  </a:lnTo>
                  <a:close/>
                  <a:moveTo>
                    <a:pt x="713" y="1023"/>
                  </a:moveTo>
                  <a:cubicBezTo>
                    <a:pt x="713" y="1023"/>
                    <a:pt x="713" y="1023"/>
                    <a:pt x="713" y="1023"/>
                  </a:cubicBezTo>
                  <a:cubicBezTo>
                    <a:pt x="713" y="1023"/>
                    <a:pt x="713" y="1023"/>
                    <a:pt x="713" y="1023"/>
                  </a:cubicBezTo>
                  <a:close/>
                  <a:moveTo>
                    <a:pt x="723" y="1023"/>
                  </a:moveTo>
                  <a:lnTo>
                    <a:pt x="723" y="1023"/>
                  </a:lnTo>
                  <a:lnTo>
                    <a:pt x="723" y="1023"/>
                  </a:lnTo>
                  <a:close/>
                  <a:moveTo>
                    <a:pt x="723" y="1023"/>
                  </a:moveTo>
                  <a:cubicBezTo>
                    <a:pt x="723" y="1023"/>
                    <a:pt x="723" y="1023"/>
                    <a:pt x="723" y="1023"/>
                  </a:cubicBezTo>
                  <a:cubicBezTo>
                    <a:pt x="723" y="1023"/>
                    <a:pt x="723" y="1023"/>
                    <a:pt x="723" y="1023"/>
                  </a:cubicBezTo>
                  <a:close/>
                  <a:moveTo>
                    <a:pt x="743" y="1013"/>
                  </a:moveTo>
                  <a:lnTo>
                    <a:pt x="743" y="1013"/>
                  </a:lnTo>
                  <a:lnTo>
                    <a:pt x="743" y="1013"/>
                  </a:lnTo>
                  <a:close/>
                  <a:moveTo>
                    <a:pt x="753" y="1003"/>
                  </a:moveTo>
                  <a:lnTo>
                    <a:pt x="753" y="1003"/>
                  </a:lnTo>
                  <a:lnTo>
                    <a:pt x="753" y="1003"/>
                  </a:lnTo>
                  <a:close/>
                  <a:moveTo>
                    <a:pt x="763" y="1003"/>
                  </a:moveTo>
                  <a:lnTo>
                    <a:pt x="763" y="1003"/>
                  </a:lnTo>
                  <a:lnTo>
                    <a:pt x="763" y="1003"/>
                  </a:lnTo>
                  <a:close/>
                  <a:moveTo>
                    <a:pt x="773" y="1003"/>
                  </a:moveTo>
                  <a:lnTo>
                    <a:pt x="773" y="1003"/>
                  </a:lnTo>
                  <a:lnTo>
                    <a:pt x="773" y="1003"/>
                  </a:lnTo>
                  <a:close/>
                  <a:moveTo>
                    <a:pt x="783" y="993"/>
                  </a:moveTo>
                  <a:lnTo>
                    <a:pt x="783" y="993"/>
                  </a:lnTo>
                  <a:lnTo>
                    <a:pt x="783" y="993"/>
                  </a:lnTo>
                  <a:close/>
                  <a:moveTo>
                    <a:pt x="783" y="993"/>
                  </a:moveTo>
                  <a:cubicBezTo>
                    <a:pt x="783" y="993"/>
                    <a:pt x="783" y="993"/>
                    <a:pt x="783" y="993"/>
                  </a:cubicBezTo>
                  <a:cubicBezTo>
                    <a:pt x="783" y="993"/>
                    <a:pt x="783" y="993"/>
                    <a:pt x="783" y="993"/>
                  </a:cubicBezTo>
                  <a:close/>
                  <a:moveTo>
                    <a:pt x="793" y="983"/>
                  </a:moveTo>
                  <a:cubicBezTo>
                    <a:pt x="793" y="983"/>
                    <a:pt x="793" y="983"/>
                    <a:pt x="803" y="983"/>
                  </a:cubicBezTo>
                  <a:cubicBezTo>
                    <a:pt x="793" y="983"/>
                    <a:pt x="793" y="983"/>
                    <a:pt x="793" y="983"/>
                  </a:cubicBezTo>
                  <a:close/>
                  <a:moveTo>
                    <a:pt x="803" y="983"/>
                  </a:moveTo>
                  <a:lnTo>
                    <a:pt x="803" y="983"/>
                  </a:lnTo>
                  <a:lnTo>
                    <a:pt x="803" y="983"/>
                  </a:lnTo>
                  <a:close/>
                  <a:moveTo>
                    <a:pt x="813" y="983"/>
                  </a:moveTo>
                  <a:lnTo>
                    <a:pt x="813" y="983"/>
                  </a:lnTo>
                  <a:lnTo>
                    <a:pt x="813" y="983"/>
                  </a:lnTo>
                  <a:close/>
                  <a:moveTo>
                    <a:pt x="813" y="983"/>
                  </a:moveTo>
                  <a:cubicBezTo>
                    <a:pt x="813" y="983"/>
                    <a:pt x="813" y="983"/>
                    <a:pt x="813" y="983"/>
                  </a:cubicBezTo>
                  <a:cubicBezTo>
                    <a:pt x="813" y="983"/>
                    <a:pt x="813" y="983"/>
                    <a:pt x="813" y="983"/>
                  </a:cubicBezTo>
                  <a:close/>
                  <a:moveTo>
                    <a:pt x="813" y="973"/>
                  </a:moveTo>
                  <a:lnTo>
                    <a:pt x="813" y="973"/>
                  </a:lnTo>
                  <a:lnTo>
                    <a:pt x="813" y="973"/>
                  </a:lnTo>
                  <a:close/>
                  <a:moveTo>
                    <a:pt x="823" y="973"/>
                  </a:moveTo>
                  <a:lnTo>
                    <a:pt x="823" y="973"/>
                  </a:lnTo>
                  <a:lnTo>
                    <a:pt x="823" y="973"/>
                  </a:lnTo>
                  <a:close/>
                  <a:moveTo>
                    <a:pt x="823" y="973"/>
                  </a:moveTo>
                  <a:cubicBezTo>
                    <a:pt x="823" y="973"/>
                    <a:pt x="823" y="973"/>
                    <a:pt x="833" y="973"/>
                  </a:cubicBezTo>
                  <a:cubicBezTo>
                    <a:pt x="823" y="973"/>
                    <a:pt x="823" y="973"/>
                    <a:pt x="823" y="973"/>
                  </a:cubicBezTo>
                  <a:close/>
                  <a:moveTo>
                    <a:pt x="833" y="973"/>
                  </a:moveTo>
                  <a:lnTo>
                    <a:pt x="833" y="973"/>
                  </a:lnTo>
                  <a:lnTo>
                    <a:pt x="833" y="973"/>
                  </a:lnTo>
                  <a:close/>
                  <a:moveTo>
                    <a:pt x="833" y="973"/>
                  </a:moveTo>
                  <a:cubicBezTo>
                    <a:pt x="843" y="973"/>
                    <a:pt x="843" y="973"/>
                    <a:pt x="843" y="973"/>
                  </a:cubicBezTo>
                  <a:cubicBezTo>
                    <a:pt x="843" y="973"/>
                    <a:pt x="843" y="973"/>
                    <a:pt x="833" y="973"/>
                  </a:cubicBezTo>
                  <a:close/>
                  <a:moveTo>
                    <a:pt x="843" y="963"/>
                  </a:moveTo>
                  <a:cubicBezTo>
                    <a:pt x="843" y="963"/>
                    <a:pt x="843" y="963"/>
                    <a:pt x="843" y="963"/>
                  </a:cubicBezTo>
                  <a:cubicBezTo>
                    <a:pt x="843" y="963"/>
                    <a:pt x="843" y="963"/>
                    <a:pt x="843" y="963"/>
                  </a:cubicBezTo>
                  <a:close/>
                  <a:moveTo>
                    <a:pt x="843" y="963"/>
                  </a:moveTo>
                  <a:cubicBezTo>
                    <a:pt x="843" y="963"/>
                    <a:pt x="843" y="963"/>
                    <a:pt x="853" y="963"/>
                  </a:cubicBezTo>
                  <a:cubicBezTo>
                    <a:pt x="843" y="963"/>
                    <a:pt x="843" y="963"/>
                    <a:pt x="843" y="963"/>
                  </a:cubicBezTo>
                  <a:close/>
                  <a:moveTo>
                    <a:pt x="853" y="963"/>
                  </a:moveTo>
                  <a:cubicBezTo>
                    <a:pt x="853" y="963"/>
                    <a:pt x="853" y="963"/>
                    <a:pt x="853" y="963"/>
                  </a:cubicBezTo>
                  <a:cubicBezTo>
                    <a:pt x="853" y="963"/>
                    <a:pt x="853" y="963"/>
                    <a:pt x="853" y="963"/>
                  </a:cubicBezTo>
                  <a:close/>
                  <a:moveTo>
                    <a:pt x="853" y="963"/>
                  </a:moveTo>
                  <a:cubicBezTo>
                    <a:pt x="853" y="963"/>
                    <a:pt x="853" y="963"/>
                    <a:pt x="863" y="963"/>
                  </a:cubicBezTo>
                  <a:cubicBezTo>
                    <a:pt x="853" y="963"/>
                    <a:pt x="853" y="963"/>
                    <a:pt x="853" y="963"/>
                  </a:cubicBezTo>
                  <a:close/>
                  <a:moveTo>
                    <a:pt x="863" y="963"/>
                  </a:moveTo>
                  <a:cubicBezTo>
                    <a:pt x="863" y="963"/>
                    <a:pt x="863" y="963"/>
                    <a:pt x="863" y="963"/>
                  </a:cubicBezTo>
                  <a:cubicBezTo>
                    <a:pt x="863" y="963"/>
                    <a:pt x="863" y="963"/>
                    <a:pt x="863" y="963"/>
                  </a:cubicBezTo>
                  <a:close/>
                  <a:moveTo>
                    <a:pt x="863" y="963"/>
                  </a:moveTo>
                  <a:cubicBezTo>
                    <a:pt x="863" y="963"/>
                    <a:pt x="863" y="963"/>
                    <a:pt x="873" y="963"/>
                  </a:cubicBezTo>
                  <a:cubicBezTo>
                    <a:pt x="863" y="963"/>
                    <a:pt x="863" y="963"/>
                    <a:pt x="863" y="963"/>
                  </a:cubicBezTo>
                  <a:close/>
                  <a:moveTo>
                    <a:pt x="873" y="953"/>
                  </a:moveTo>
                  <a:cubicBezTo>
                    <a:pt x="873" y="953"/>
                    <a:pt x="873" y="953"/>
                    <a:pt x="873" y="953"/>
                  </a:cubicBezTo>
                  <a:cubicBezTo>
                    <a:pt x="873" y="953"/>
                    <a:pt x="873" y="953"/>
                    <a:pt x="873" y="953"/>
                  </a:cubicBezTo>
                  <a:close/>
                  <a:moveTo>
                    <a:pt x="873" y="953"/>
                  </a:moveTo>
                  <a:cubicBezTo>
                    <a:pt x="873" y="953"/>
                    <a:pt x="873" y="953"/>
                    <a:pt x="883" y="953"/>
                  </a:cubicBezTo>
                  <a:cubicBezTo>
                    <a:pt x="873" y="953"/>
                    <a:pt x="873" y="953"/>
                    <a:pt x="873" y="953"/>
                  </a:cubicBezTo>
                  <a:close/>
                  <a:moveTo>
                    <a:pt x="883" y="953"/>
                  </a:moveTo>
                  <a:cubicBezTo>
                    <a:pt x="883" y="953"/>
                    <a:pt x="883" y="953"/>
                    <a:pt x="883" y="953"/>
                  </a:cubicBezTo>
                  <a:cubicBezTo>
                    <a:pt x="883" y="953"/>
                    <a:pt x="883" y="953"/>
                    <a:pt x="883" y="953"/>
                  </a:cubicBezTo>
                  <a:close/>
                  <a:moveTo>
                    <a:pt x="883" y="953"/>
                  </a:moveTo>
                  <a:cubicBezTo>
                    <a:pt x="883" y="953"/>
                    <a:pt x="883" y="953"/>
                    <a:pt x="883" y="953"/>
                  </a:cubicBezTo>
                  <a:cubicBezTo>
                    <a:pt x="883" y="953"/>
                    <a:pt x="883" y="953"/>
                    <a:pt x="883" y="953"/>
                  </a:cubicBezTo>
                  <a:close/>
                  <a:moveTo>
                    <a:pt x="893" y="953"/>
                  </a:moveTo>
                  <a:cubicBezTo>
                    <a:pt x="893" y="953"/>
                    <a:pt x="893" y="953"/>
                    <a:pt x="893" y="953"/>
                  </a:cubicBezTo>
                  <a:cubicBezTo>
                    <a:pt x="893" y="953"/>
                    <a:pt x="893" y="953"/>
                    <a:pt x="893" y="953"/>
                  </a:cubicBezTo>
                  <a:close/>
                  <a:moveTo>
                    <a:pt x="893" y="953"/>
                  </a:moveTo>
                  <a:cubicBezTo>
                    <a:pt x="893" y="953"/>
                    <a:pt x="893" y="953"/>
                    <a:pt x="893" y="953"/>
                  </a:cubicBezTo>
                  <a:cubicBezTo>
                    <a:pt x="893" y="953"/>
                    <a:pt x="893" y="953"/>
                    <a:pt x="893" y="953"/>
                  </a:cubicBezTo>
                  <a:close/>
                  <a:moveTo>
                    <a:pt x="903" y="953"/>
                  </a:moveTo>
                  <a:cubicBezTo>
                    <a:pt x="903" y="943"/>
                    <a:pt x="903" y="943"/>
                    <a:pt x="903" y="943"/>
                  </a:cubicBezTo>
                  <a:cubicBezTo>
                    <a:pt x="903" y="943"/>
                    <a:pt x="903" y="943"/>
                    <a:pt x="903" y="953"/>
                  </a:cubicBezTo>
                  <a:close/>
                  <a:moveTo>
                    <a:pt x="903" y="943"/>
                  </a:moveTo>
                  <a:cubicBezTo>
                    <a:pt x="903" y="943"/>
                    <a:pt x="903" y="943"/>
                    <a:pt x="903" y="943"/>
                  </a:cubicBezTo>
                  <a:cubicBezTo>
                    <a:pt x="903" y="943"/>
                    <a:pt x="903" y="943"/>
                    <a:pt x="903" y="943"/>
                  </a:cubicBezTo>
                  <a:close/>
                  <a:moveTo>
                    <a:pt x="913" y="943"/>
                  </a:moveTo>
                  <a:cubicBezTo>
                    <a:pt x="913" y="943"/>
                    <a:pt x="913" y="943"/>
                    <a:pt x="913" y="943"/>
                  </a:cubicBezTo>
                  <a:cubicBezTo>
                    <a:pt x="913" y="943"/>
                    <a:pt x="913" y="943"/>
                    <a:pt x="913" y="943"/>
                  </a:cubicBezTo>
                  <a:close/>
                  <a:moveTo>
                    <a:pt x="913" y="943"/>
                  </a:moveTo>
                  <a:lnTo>
                    <a:pt x="913" y="943"/>
                  </a:lnTo>
                  <a:lnTo>
                    <a:pt x="913" y="943"/>
                  </a:lnTo>
                  <a:close/>
                  <a:moveTo>
                    <a:pt x="913" y="943"/>
                  </a:moveTo>
                  <a:cubicBezTo>
                    <a:pt x="923" y="943"/>
                    <a:pt x="923" y="943"/>
                    <a:pt x="923" y="943"/>
                  </a:cubicBezTo>
                  <a:cubicBezTo>
                    <a:pt x="923" y="943"/>
                    <a:pt x="923" y="943"/>
                    <a:pt x="913" y="943"/>
                  </a:cubicBezTo>
                  <a:close/>
                  <a:moveTo>
                    <a:pt x="923" y="943"/>
                  </a:moveTo>
                  <a:cubicBezTo>
                    <a:pt x="923" y="943"/>
                    <a:pt x="923" y="943"/>
                    <a:pt x="923" y="943"/>
                  </a:cubicBezTo>
                  <a:cubicBezTo>
                    <a:pt x="923" y="943"/>
                    <a:pt x="923" y="943"/>
                    <a:pt x="923" y="943"/>
                  </a:cubicBezTo>
                  <a:close/>
                  <a:moveTo>
                    <a:pt x="923" y="943"/>
                  </a:moveTo>
                  <a:cubicBezTo>
                    <a:pt x="923" y="943"/>
                    <a:pt x="933" y="943"/>
                    <a:pt x="933" y="943"/>
                  </a:cubicBezTo>
                  <a:cubicBezTo>
                    <a:pt x="933" y="943"/>
                    <a:pt x="923" y="943"/>
                    <a:pt x="923" y="943"/>
                  </a:cubicBezTo>
                  <a:close/>
                  <a:moveTo>
                    <a:pt x="933" y="943"/>
                  </a:moveTo>
                  <a:cubicBezTo>
                    <a:pt x="933" y="943"/>
                    <a:pt x="933" y="943"/>
                    <a:pt x="933" y="943"/>
                  </a:cubicBezTo>
                  <a:cubicBezTo>
                    <a:pt x="933" y="943"/>
                    <a:pt x="933" y="943"/>
                    <a:pt x="933" y="943"/>
                  </a:cubicBezTo>
                  <a:close/>
                  <a:moveTo>
                    <a:pt x="933" y="943"/>
                  </a:moveTo>
                  <a:cubicBezTo>
                    <a:pt x="933" y="943"/>
                    <a:pt x="933" y="943"/>
                    <a:pt x="943" y="943"/>
                  </a:cubicBezTo>
                  <a:cubicBezTo>
                    <a:pt x="933" y="943"/>
                    <a:pt x="933" y="943"/>
                    <a:pt x="933" y="943"/>
                  </a:cubicBezTo>
                  <a:close/>
                  <a:moveTo>
                    <a:pt x="943" y="933"/>
                  </a:moveTo>
                  <a:cubicBezTo>
                    <a:pt x="943" y="933"/>
                    <a:pt x="943" y="933"/>
                    <a:pt x="943" y="933"/>
                  </a:cubicBezTo>
                  <a:cubicBezTo>
                    <a:pt x="943" y="933"/>
                    <a:pt x="943" y="933"/>
                    <a:pt x="943" y="933"/>
                  </a:cubicBezTo>
                  <a:close/>
                  <a:moveTo>
                    <a:pt x="943" y="933"/>
                  </a:moveTo>
                  <a:cubicBezTo>
                    <a:pt x="943" y="933"/>
                    <a:pt x="943" y="933"/>
                    <a:pt x="943" y="933"/>
                  </a:cubicBezTo>
                  <a:cubicBezTo>
                    <a:pt x="943" y="933"/>
                    <a:pt x="943" y="933"/>
                    <a:pt x="943" y="933"/>
                  </a:cubicBezTo>
                  <a:close/>
                  <a:moveTo>
                    <a:pt x="953" y="933"/>
                  </a:moveTo>
                  <a:cubicBezTo>
                    <a:pt x="953" y="933"/>
                    <a:pt x="953" y="933"/>
                    <a:pt x="953" y="933"/>
                  </a:cubicBezTo>
                  <a:cubicBezTo>
                    <a:pt x="953" y="933"/>
                    <a:pt x="953" y="933"/>
                    <a:pt x="953" y="933"/>
                  </a:cubicBezTo>
                  <a:close/>
                  <a:moveTo>
                    <a:pt x="953" y="933"/>
                  </a:moveTo>
                  <a:cubicBezTo>
                    <a:pt x="953" y="933"/>
                    <a:pt x="953" y="933"/>
                    <a:pt x="953" y="933"/>
                  </a:cubicBezTo>
                  <a:cubicBezTo>
                    <a:pt x="953" y="933"/>
                    <a:pt x="953" y="933"/>
                    <a:pt x="953" y="933"/>
                  </a:cubicBezTo>
                  <a:close/>
                  <a:moveTo>
                    <a:pt x="963" y="933"/>
                  </a:moveTo>
                  <a:cubicBezTo>
                    <a:pt x="963" y="933"/>
                    <a:pt x="963" y="933"/>
                    <a:pt x="963" y="933"/>
                  </a:cubicBezTo>
                  <a:cubicBezTo>
                    <a:pt x="963" y="933"/>
                    <a:pt x="963" y="933"/>
                    <a:pt x="963" y="933"/>
                  </a:cubicBezTo>
                  <a:close/>
                  <a:moveTo>
                    <a:pt x="963" y="933"/>
                  </a:moveTo>
                  <a:cubicBezTo>
                    <a:pt x="963" y="933"/>
                    <a:pt x="963" y="933"/>
                    <a:pt x="963" y="933"/>
                  </a:cubicBezTo>
                  <a:cubicBezTo>
                    <a:pt x="963" y="933"/>
                    <a:pt x="963" y="933"/>
                    <a:pt x="963" y="933"/>
                  </a:cubicBezTo>
                  <a:close/>
                  <a:moveTo>
                    <a:pt x="963" y="933"/>
                  </a:moveTo>
                  <a:cubicBezTo>
                    <a:pt x="963" y="933"/>
                    <a:pt x="973" y="933"/>
                    <a:pt x="973" y="933"/>
                  </a:cubicBezTo>
                  <a:cubicBezTo>
                    <a:pt x="973" y="933"/>
                    <a:pt x="963" y="933"/>
                    <a:pt x="963" y="933"/>
                  </a:cubicBezTo>
                  <a:close/>
                  <a:moveTo>
                    <a:pt x="973" y="933"/>
                  </a:moveTo>
                  <a:lnTo>
                    <a:pt x="973" y="933"/>
                  </a:lnTo>
                  <a:lnTo>
                    <a:pt x="973" y="933"/>
                  </a:lnTo>
                  <a:close/>
                  <a:moveTo>
                    <a:pt x="973" y="933"/>
                  </a:moveTo>
                  <a:cubicBezTo>
                    <a:pt x="973" y="933"/>
                    <a:pt x="973" y="933"/>
                    <a:pt x="983" y="933"/>
                  </a:cubicBezTo>
                  <a:cubicBezTo>
                    <a:pt x="973" y="933"/>
                    <a:pt x="973" y="933"/>
                    <a:pt x="973" y="933"/>
                  </a:cubicBezTo>
                  <a:close/>
                  <a:moveTo>
                    <a:pt x="983" y="933"/>
                  </a:moveTo>
                  <a:lnTo>
                    <a:pt x="983" y="933"/>
                  </a:lnTo>
                  <a:lnTo>
                    <a:pt x="983" y="933"/>
                  </a:lnTo>
                  <a:close/>
                  <a:moveTo>
                    <a:pt x="983" y="933"/>
                  </a:moveTo>
                  <a:lnTo>
                    <a:pt x="983" y="933"/>
                  </a:lnTo>
                  <a:lnTo>
                    <a:pt x="983" y="933"/>
                  </a:lnTo>
                  <a:close/>
                  <a:moveTo>
                    <a:pt x="993" y="933"/>
                  </a:moveTo>
                  <a:cubicBezTo>
                    <a:pt x="993" y="933"/>
                    <a:pt x="993" y="933"/>
                    <a:pt x="993" y="933"/>
                  </a:cubicBezTo>
                  <a:cubicBezTo>
                    <a:pt x="993" y="933"/>
                    <a:pt x="993" y="933"/>
                    <a:pt x="993" y="933"/>
                  </a:cubicBezTo>
                  <a:close/>
                  <a:moveTo>
                    <a:pt x="993" y="933"/>
                  </a:moveTo>
                  <a:cubicBezTo>
                    <a:pt x="993" y="933"/>
                    <a:pt x="993" y="933"/>
                    <a:pt x="993" y="933"/>
                  </a:cubicBezTo>
                  <a:cubicBezTo>
                    <a:pt x="993" y="933"/>
                    <a:pt x="993" y="933"/>
                    <a:pt x="993" y="933"/>
                  </a:cubicBezTo>
                  <a:close/>
                  <a:moveTo>
                    <a:pt x="1024" y="923"/>
                  </a:moveTo>
                  <a:cubicBezTo>
                    <a:pt x="1365" y="863"/>
                    <a:pt x="2107" y="51"/>
                    <a:pt x="2498" y="0"/>
                  </a:cubicBezTo>
                  <a:cubicBezTo>
                    <a:pt x="2107" y="51"/>
                    <a:pt x="1365" y="863"/>
                    <a:pt x="1024" y="923"/>
                  </a:cubicBezTo>
                  <a:close/>
                  <a:moveTo>
                    <a:pt x="2578" y="0"/>
                  </a:moveTo>
                  <a:cubicBezTo>
                    <a:pt x="2568" y="0"/>
                    <a:pt x="2548" y="0"/>
                    <a:pt x="2528" y="0"/>
                  </a:cubicBezTo>
                  <a:cubicBezTo>
                    <a:pt x="2548" y="0"/>
                    <a:pt x="2568" y="0"/>
                    <a:pt x="2578" y="0"/>
                  </a:cubicBezTo>
                  <a:close/>
                  <a:moveTo>
                    <a:pt x="2498" y="0"/>
                  </a:moveTo>
                  <a:cubicBezTo>
                    <a:pt x="2508" y="0"/>
                    <a:pt x="2518" y="0"/>
                    <a:pt x="2528" y="0"/>
                  </a:cubicBezTo>
                  <a:lnTo>
                    <a:pt x="2528" y="0"/>
                  </a:lnTo>
                  <a:cubicBezTo>
                    <a:pt x="2518" y="0"/>
                    <a:pt x="2508" y="0"/>
                    <a:pt x="2498" y="0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4" name="Google Shape;1844;p19"/>
            <p:cNvSpPr/>
            <p:nvPr/>
          </p:nvSpPr>
          <p:spPr>
            <a:xfrm>
              <a:off x="4861418" y="842000"/>
              <a:ext cx="1059655" cy="334658"/>
            </a:xfrm>
            <a:custGeom>
              <a:avLst/>
              <a:gdLst/>
              <a:ahLst/>
              <a:cxnLst/>
              <a:rect l="l" t="t" r="r" b="b"/>
              <a:pathLst>
                <a:path w="12770" h="4033" extrusionOk="0">
                  <a:moveTo>
                    <a:pt x="2498" y="0"/>
                  </a:moveTo>
                  <a:cubicBezTo>
                    <a:pt x="2107" y="51"/>
                    <a:pt x="1365" y="863"/>
                    <a:pt x="1024" y="923"/>
                  </a:cubicBezTo>
                  <a:cubicBezTo>
                    <a:pt x="1014" y="923"/>
                    <a:pt x="1003" y="933"/>
                    <a:pt x="993" y="933"/>
                  </a:cubicBezTo>
                  <a:lnTo>
                    <a:pt x="943" y="933"/>
                  </a:lnTo>
                  <a:cubicBezTo>
                    <a:pt x="943" y="933"/>
                    <a:pt x="943" y="943"/>
                    <a:pt x="943" y="943"/>
                  </a:cubicBezTo>
                  <a:lnTo>
                    <a:pt x="903" y="943"/>
                  </a:lnTo>
                  <a:cubicBezTo>
                    <a:pt x="903" y="943"/>
                    <a:pt x="903" y="943"/>
                    <a:pt x="903" y="953"/>
                  </a:cubicBezTo>
                  <a:lnTo>
                    <a:pt x="873" y="953"/>
                  </a:lnTo>
                  <a:cubicBezTo>
                    <a:pt x="873" y="953"/>
                    <a:pt x="873" y="953"/>
                    <a:pt x="873" y="963"/>
                  </a:cubicBezTo>
                  <a:lnTo>
                    <a:pt x="843" y="963"/>
                  </a:lnTo>
                  <a:cubicBezTo>
                    <a:pt x="843" y="973"/>
                    <a:pt x="843" y="973"/>
                    <a:pt x="843" y="973"/>
                  </a:cubicBezTo>
                  <a:lnTo>
                    <a:pt x="813" y="973"/>
                  </a:lnTo>
                  <a:cubicBezTo>
                    <a:pt x="813" y="983"/>
                    <a:pt x="813" y="983"/>
                    <a:pt x="813" y="983"/>
                  </a:cubicBezTo>
                  <a:lnTo>
                    <a:pt x="793" y="983"/>
                  </a:lnTo>
                  <a:cubicBezTo>
                    <a:pt x="793" y="983"/>
                    <a:pt x="793" y="993"/>
                    <a:pt x="783" y="993"/>
                  </a:cubicBezTo>
                  <a:cubicBezTo>
                    <a:pt x="783" y="993"/>
                    <a:pt x="773" y="993"/>
                    <a:pt x="773" y="1003"/>
                  </a:cubicBezTo>
                  <a:lnTo>
                    <a:pt x="753" y="1003"/>
                  </a:lnTo>
                  <a:cubicBezTo>
                    <a:pt x="753" y="1013"/>
                    <a:pt x="743" y="1013"/>
                    <a:pt x="743" y="1013"/>
                  </a:cubicBezTo>
                  <a:cubicBezTo>
                    <a:pt x="733" y="1013"/>
                    <a:pt x="733" y="1023"/>
                    <a:pt x="723" y="1023"/>
                  </a:cubicBezTo>
                  <a:lnTo>
                    <a:pt x="713" y="1023"/>
                  </a:lnTo>
                  <a:cubicBezTo>
                    <a:pt x="713" y="1034"/>
                    <a:pt x="713" y="1034"/>
                    <a:pt x="713" y="1034"/>
                  </a:cubicBezTo>
                  <a:lnTo>
                    <a:pt x="693" y="1034"/>
                  </a:lnTo>
                  <a:cubicBezTo>
                    <a:pt x="693" y="1044"/>
                    <a:pt x="693" y="1044"/>
                    <a:pt x="693" y="1044"/>
                  </a:cubicBezTo>
                  <a:lnTo>
                    <a:pt x="672" y="1044"/>
                  </a:lnTo>
                  <a:cubicBezTo>
                    <a:pt x="672" y="1054"/>
                    <a:pt x="672" y="1054"/>
                    <a:pt x="672" y="1054"/>
                  </a:cubicBezTo>
                  <a:lnTo>
                    <a:pt x="662" y="1054"/>
                  </a:lnTo>
                  <a:lnTo>
                    <a:pt x="652" y="1064"/>
                  </a:lnTo>
                  <a:lnTo>
                    <a:pt x="642" y="1064"/>
                  </a:lnTo>
                  <a:cubicBezTo>
                    <a:pt x="642" y="1064"/>
                    <a:pt x="642" y="1064"/>
                    <a:pt x="642" y="1074"/>
                  </a:cubicBezTo>
                  <a:lnTo>
                    <a:pt x="622" y="1074"/>
                  </a:lnTo>
                  <a:lnTo>
                    <a:pt x="622" y="1084"/>
                  </a:lnTo>
                  <a:lnTo>
                    <a:pt x="602" y="1084"/>
                  </a:lnTo>
                  <a:cubicBezTo>
                    <a:pt x="602" y="1094"/>
                    <a:pt x="602" y="1094"/>
                    <a:pt x="602" y="1094"/>
                  </a:cubicBezTo>
                  <a:lnTo>
                    <a:pt x="592" y="1094"/>
                  </a:lnTo>
                  <a:lnTo>
                    <a:pt x="582" y="1104"/>
                  </a:lnTo>
                  <a:lnTo>
                    <a:pt x="572" y="1104"/>
                  </a:lnTo>
                  <a:lnTo>
                    <a:pt x="572" y="1114"/>
                  </a:lnTo>
                  <a:cubicBezTo>
                    <a:pt x="372" y="1234"/>
                    <a:pt x="171" y="1405"/>
                    <a:pt x="0" y="1535"/>
                  </a:cubicBezTo>
                  <a:lnTo>
                    <a:pt x="10" y="1535"/>
                  </a:lnTo>
                  <a:cubicBezTo>
                    <a:pt x="20" y="1535"/>
                    <a:pt x="41" y="1535"/>
                    <a:pt x="61" y="1525"/>
                  </a:cubicBezTo>
                  <a:cubicBezTo>
                    <a:pt x="101" y="1505"/>
                    <a:pt x="131" y="1475"/>
                    <a:pt x="161" y="1455"/>
                  </a:cubicBezTo>
                  <a:cubicBezTo>
                    <a:pt x="372" y="1284"/>
                    <a:pt x="783" y="1023"/>
                    <a:pt x="933" y="1023"/>
                  </a:cubicBezTo>
                  <a:cubicBezTo>
                    <a:pt x="973" y="1023"/>
                    <a:pt x="1144" y="1124"/>
                    <a:pt x="1345" y="1234"/>
                  </a:cubicBezTo>
                  <a:cubicBezTo>
                    <a:pt x="1686" y="1104"/>
                    <a:pt x="1696" y="1003"/>
                    <a:pt x="2107" y="863"/>
                  </a:cubicBezTo>
                  <a:cubicBezTo>
                    <a:pt x="2227" y="823"/>
                    <a:pt x="2348" y="783"/>
                    <a:pt x="2478" y="783"/>
                  </a:cubicBezTo>
                  <a:lnTo>
                    <a:pt x="2488" y="783"/>
                  </a:lnTo>
                  <a:cubicBezTo>
                    <a:pt x="2739" y="783"/>
                    <a:pt x="3170" y="913"/>
                    <a:pt x="3381" y="1054"/>
                  </a:cubicBezTo>
                  <a:cubicBezTo>
                    <a:pt x="3832" y="1375"/>
                    <a:pt x="4645" y="1655"/>
                    <a:pt x="5186" y="1696"/>
                  </a:cubicBezTo>
                  <a:cubicBezTo>
                    <a:pt x="5196" y="1706"/>
                    <a:pt x="5196" y="1706"/>
                    <a:pt x="5196" y="1706"/>
                  </a:cubicBezTo>
                  <a:cubicBezTo>
                    <a:pt x="5297" y="1706"/>
                    <a:pt x="5066" y="1545"/>
                    <a:pt x="4835" y="1385"/>
                  </a:cubicBezTo>
                  <a:cubicBezTo>
                    <a:pt x="4594" y="1234"/>
                    <a:pt x="4354" y="1074"/>
                    <a:pt x="4414" y="1074"/>
                  </a:cubicBezTo>
                  <a:cubicBezTo>
                    <a:pt x="4424" y="1074"/>
                    <a:pt x="4424" y="1074"/>
                    <a:pt x="4434" y="1084"/>
                  </a:cubicBezTo>
                  <a:cubicBezTo>
                    <a:pt x="4825" y="1174"/>
                    <a:pt x="5337" y="1365"/>
                    <a:pt x="5908" y="1605"/>
                  </a:cubicBezTo>
                  <a:cubicBezTo>
                    <a:pt x="6621" y="1906"/>
                    <a:pt x="8607" y="2979"/>
                    <a:pt x="9389" y="3351"/>
                  </a:cubicBezTo>
                  <a:cubicBezTo>
                    <a:pt x="9439" y="3371"/>
                    <a:pt x="9469" y="3381"/>
                    <a:pt x="9479" y="3381"/>
                  </a:cubicBezTo>
                  <a:cubicBezTo>
                    <a:pt x="9550" y="3381"/>
                    <a:pt x="9289" y="3170"/>
                    <a:pt x="9028" y="2949"/>
                  </a:cubicBezTo>
                  <a:cubicBezTo>
                    <a:pt x="8767" y="2739"/>
                    <a:pt x="8506" y="2518"/>
                    <a:pt x="8577" y="2518"/>
                  </a:cubicBezTo>
                  <a:cubicBezTo>
                    <a:pt x="8587" y="2518"/>
                    <a:pt x="8607" y="2528"/>
                    <a:pt x="8647" y="2548"/>
                  </a:cubicBezTo>
                  <a:cubicBezTo>
                    <a:pt x="9229" y="2809"/>
                    <a:pt x="10894" y="3601"/>
                    <a:pt x="11265" y="3722"/>
                  </a:cubicBezTo>
                  <a:cubicBezTo>
                    <a:pt x="11576" y="3822"/>
                    <a:pt x="12468" y="4033"/>
                    <a:pt x="12689" y="4033"/>
                  </a:cubicBezTo>
                  <a:cubicBezTo>
                    <a:pt x="12759" y="4033"/>
                    <a:pt x="12769" y="4013"/>
                    <a:pt x="12679" y="3962"/>
                  </a:cubicBezTo>
                  <a:cubicBezTo>
                    <a:pt x="12278" y="3762"/>
                    <a:pt x="11877" y="3571"/>
                    <a:pt x="11495" y="3391"/>
                  </a:cubicBezTo>
                  <a:cubicBezTo>
                    <a:pt x="9710" y="2658"/>
                    <a:pt x="7684" y="1766"/>
                    <a:pt x="7694" y="1675"/>
                  </a:cubicBezTo>
                  <a:cubicBezTo>
                    <a:pt x="7744" y="1675"/>
                    <a:pt x="7794" y="1665"/>
                    <a:pt x="7854" y="1645"/>
                  </a:cubicBezTo>
                  <a:cubicBezTo>
                    <a:pt x="7814" y="1625"/>
                    <a:pt x="7784" y="1605"/>
                    <a:pt x="7754" y="1595"/>
                  </a:cubicBezTo>
                  <a:lnTo>
                    <a:pt x="7634" y="1595"/>
                  </a:lnTo>
                  <a:cubicBezTo>
                    <a:pt x="7573" y="1595"/>
                    <a:pt x="7523" y="1595"/>
                    <a:pt x="7473" y="1575"/>
                  </a:cubicBezTo>
                  <a:lnTo>
                    <a:pt x="7453" y="1575"/>
                  </a:lnTo>
                  <a:cubicBezTo>
                    <a:pt x="7202" y="1475"/>
                    <a:pt x="6430" y="963"/>
                    <a:pt x="6290" y="863"/>
                  </a:cubicBezTo>
                  <a:cubicBezTo>
                    <a:pt x="6159" y="753"/>
                    <a:pt x="5678" y="793"/>
                    <a:pt x="5417" y="582"/>
                  </a:cubicBezTo>
                  <a:cubicBezTo>
                    <a:pt x="5156" y="372"/>
                    <a:pt x="4785" y="291"/>
                    <a:pt x="4294" y="211"/>
                  </a:cubicBezTo>
                  <a:cubicBezTo>
                    <a:pt x="3802" y="141"/>
                    <a:pt x="2949" y="91"/>
                    <a:pt x="2578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5" name="Google Shape;1845;p19"/>
            <p:cNvSpPr/>
            <p:nvPr/>
          </p:nvSpPr>
          <p:spPr>
            <a:xfrm>
              <a:off x="4866397" y="926889"/>
              <a:ext cx="948959" cy="196497"/>
            </a:xfrm>
            <a:custGeom>
              <a:avLst/>
              <a:gdLst/>
              <a:ahLst/>
              <a:cxnLst/>
              <a:rect l="l" t="t" r="r" b="b"/>
              <a:pathLst>
                <a:path w="11436" h="2368" extrusionOk="0">
                  <a:moveTo>
                    <a:pt x="873" y="0"/>
                  </a:moveTo>
                  <a:cubicBezTo>
                    <a:pt x="723" y="0"/>
                    <a:pt x="312" y="261"/>
                    <a:pt x="101" y="432"/>
                  </a:cubicBezTo>
                  <a:cubicBezTo>
                    <a:pt x="71" y="452"/>
                    <a:pt x="41" y="482"/>
                    <a:pt x="1" y="502"/>
                  </a:cubicBezTo>
                  <a:cubicBezTo>
                    <a:pt x="271" y="472"/>
                    <a:pt x="1094" y="271"/>
                    <a:pt x="1174" y="251"/>
                  </a:cubicBezTo>
                  <a:cubicBezTo>
                    <a:pt x="1214" y="231"/>
                    <a:pt x="1254" y="221"/>
                    <a:pt x="1285" y="211"/>
                  </a:cubicBezTo>
                  <a:cubicBezTo>
                    <a:pt x="1084" y="101"/>
                    <a:pt x="913" y="0"/>
                    <a:pt x="873" y="0"/>
                  </a:cubicBezTo>
                  <a:close/>
                  <a:moveTo>
                    <a:pt x="7794" y="622"/>
                  </a:moveTo>
                  <a:cubicBezTo>
                    <a:pt x="7734" y="642"/>
                    <a:pt x="7684" y="652"/>
                    <a:pt x="7634" y="652"/>
                  </a:cubicBezTo>
                  <a:cubicBezTo>
                    <a:pt x="7624" y="743"/>
                    <a:pt x="9650" y="1635"/>
                    <a:pt x="11435" y="2368"/>
                  </a:cubicBezTo>
                  <a:cubicBezTo>
                    <a:pt x="9951" y="1656"/>
                    <a:pt x="8617" y="1084"/>
                    <a:pt x="7794" y="62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6" name="Google Shape;1846;p19"/>
            <p:cNvSpPr/>
            <p:nvPr/>
          </p:nvSpPr>
          <p:spPr>
            <a:xfrm>
              <a:off x="4858099" y="1035924"/>
              <a:ext cx="423696" cy="109949"/>
            </a:xfrm>
            <a:custGeom>
              <a:avLst/>
              <a:gdLst/>
              <a:ahLst/>
              <a:cxnLst/>
              <a:rect l="l" t="t" r="r" b="b"/>
              <a:pathLst>
                <a:path w="5106" h="1325" extrusionOk="0">
                  <a:moveTo>
                    <a:pt x="1665" y="0"/>
                  </a:moveTo>
                  <a:cubicBezTo>
                    <a:pt x="1395" y="0"/>
                    <a:pt x="1154" y="131"/>
                    <a:pt x="963" y="271"/>
                  </a:cubicBezTo>
                  <a:cubicBezTo>
                    <a:pt x="672" y="482"/>
                    <a:pt x="863" y="342"/>
                    <a:pt x="281" y="652"/>
                  </a:cubicBezTo>
                  <a:cubicBezTo>
                    <a:pt x="0" y="803"/>
                    <a:pt x="30" y="863"/>
                    <a:pt x="231" y="863"/>
                  </a:cubicBezTo>
                  <a:cubicBezTo>
                    <a:pt x="432" y="863"/>
                    <a:pt x="813" y="803"/>
                    <a:pt x="1174" y="713"/>
                  </a:cubicBezTo>
                  <a:cubicBezTo>
                    <a:pt x="1264" y="693"/>
                    <a:pt x="1334" y="683"/>
                    <a:pt x="1395" y="683"/>
                  </a:cubicBezTo>
                  <a:cubicBezTo>
                    <a:pt x="1585" y="683"/>
                    <a:pt x="1635" y="773"/>
                    <a:pt x="1685" y="863"/>
                  </a:cubicBezTo>
                  <a:cubicBezTo>
                    <a:pt x="1736" y="953"/>
                    <a:pt x="1786" y="1044"/>
                    <a:pt x="1946" y="1044"/>
                  </a:cubicBezTo>
                  <a:cubicBezTo>
                    <a:pt x="1986" y="1044"/>
                    <a:pt x="2037" y="1034"/>
                    <a:pt x="2087" y="1024"/>
                  </a:cubicBezTo>
                  <a:cubicBezTo>
                    <a:pt x="2167" y="1014"/>
                    <a:pt x="2267" y="1004"/>
                    <a:pt x="2368" y="1004"/>
                  </a:cubicBezTo>
                  <a:cubicBezTo>
                    <a:pt x="2919" y="1004"/>
                    <a:pt x="3631" y="1244"/>
                    <a:pt x="4414" y="1314"/>
                  </a:cubicBezTo>
                  <a:cubicBezTo>
                    <a:pt x="4454" y="1325"/>
                    <a:pt x="4494" y="1325"/>
                    <a:pt x="4524" y="1325"/>
                  </a:cubicBezTo>
                  <a:cubicBezTo>
                    <a:pt x="5106" y="1325"/>
                    <a:pt x="3030" y="562"/>
                    <a:pt x="2087" y="101"/>
                  </a:cubicBezTo>
                  <a:cubicBezTo>
                    <a:pt x="1936" y="31"/>
                    <a:pt x="1796" y="0"/>
                    <a:pt x="1665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7" name="Google Shape;1847;p19"/>
            <p:cNvSpPr/>
            <p:nvPr/>
          </p:nvSpPr>
          <p:spPr>
            <a:xfrm>
              <a:off x="4722427" y="1047542"/>
              <a:ext cx="16679" cy="3485"/>
            </a:xfrm>
            <a:custGeom>
              <a:avLst/>
              <a:gdLst/>
              <a:ahLst/>
              <a:cxnLst/>
              <a:rect l="l" t="t" r="r" b="b"/>
              <a:pathLst>
                <a:path w="201" h="42" extrusionOk="0">
                  <a:moveTo>
                    <a:pt x="201" y="41"/>
                  </a:moveTo>
                  <a:cubicBezTo>
                    <a:pt x="171" y="31"/>
                    <a:pt x="131" y="31"/>
                    <a:pt x="91" y="21"/>
                  </a:cubicBezTo>
                  <a:cubicBezTo>
                    <a:pt x="131" y="31"/>
                    <a:pt x="171" y="31"/>
                    <a:pt x="201" y="41"/>
                  </a:cubicBezTo>
                  <a:lnTo>
                    <a:pt x="201" y="41"/>
                  </a:lnTo>
                  <a:close/>
                  <a:moveTo>
                    <a:pt x="20" y="1"/>
                  </a:moveTo>
                  <a:cubicBezTo>
                    <a:pt x="10" y="1"/>
                    <a:pt x="10" y="1"/>
                    <a:pt x="0" y="1"/>
                  </a:cubicBezTo>
                  <a:cubicBezTo>
                    <a:pt x="10" y="1"/>
                    <a:pt x="10" y="1"/>
                    <a:pt x="20" y="1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8" name="Google Shape;1848;p19"/>
            <p:cNvSpPr/>
            <p:nvPr/>
          </p:nvSpPr>
          <p:spPr>
            <a:xfrm>
              <a:off x="4617540" y="1028456"/>
              <a:ext cx="160732" cy="55016"/>
            </a:xfrm>
            <a:custGeom>
              <a:avLst/>
              <a:gdLst/>
              <a:ahLst/>
              <a:cxnLst/>
              <a:rect l="l" t="t" r="r" b="b"/>
              <a:pathLst>
                <a:path w="1937" h="663" extrusionOk="0">
                  <a:moveTo>
                    <a:pt x="362" y="0"/>
                  </a:moveTo>
                  <a:cubicBezTo>
                    <a:pt x="241" y="0"/>
                    <a:pt x="121" y="20"/>
                    <a:pt x="0" y="80"/>
                  </a:cubicBezTo>
                  <a:lnTo>
                    <a:pt x="21" y="80"/>
                  </a:lnTo>
                  <a:cubicBezTo>
                    <a:pt x="21" y="101"/>
                    <a:pt x="31" y="121"/>
                    <a:pt x="41" y="141"/>
                  </a:cubicBezTo>
                  <a:cubicBezTo>
                    <a:pt x="191" y="351"/>
                    <a:pt x="492" y="562"/>
                    <a:pt x="683" y="562"/>
                  </a:cubicBezTo>
                  <a:lnTo>
                    <a:pt x="713" y="562"/>
                  </a:lnTo>
                  <a:cubicBezTo>
                    <a:pt x="783" y="552"/>
                    <a:pt x="863" y="552"/>
                    <a:pt x="943" y="552"/>
                  </a:cubicBezTo>
                  <a:cubicBezTo>
                    <a:pt x="1164" y="552"/>
                    <a:pt x="1445" y="582"/>
                    <a:pt x="1846" y="652"/>
                  </a:cubicBezTo>
                  <a:cubicBezTo>
                    <a:pt x="1876" y="652"/>
                    <a:pt x="1906" y="662"/>
                    <a:pt x="1936" y="662"/>
                  </a:cubicBezTo>
                  <a:cubicBezTo>
                    <a:pt x="1836" y="602"/>
                    <a:pt x="1746" y="542"/>
                    <a:pt x="1676" y="502"/>
                  </a:cubicBezTo>
                  <a:cubicBezTo>
                    <a:pt x="1485" y="401"/>
                    <a:pt x="1405" y="361"/>
                    <a:pt x="1435" y="361"/>
                  </a:cubicBezTo>
                  <a:cubicBezTo>
                    <a:pt x="1445" y="361"/>
                    <a:pt x="1465" y="371"/>
                    <a:pt x="1505" y="371"/>
                  </a:cubicBezTo>
                  <a:cubicBezTo>
                    <a:pt x="1515" y="381"/>
                    <a:pt x="1525" y="381"/>
                    <a:pt x="1545" y="381"/>
                  </a:cubicBezTo>
                  <a:cubicBezTo>
                    <a:pt x="1565" y="381"/>
                    <a:pt x="1595" y="371"/>
                    <a:pt x="1615" y="361"/>
                  </a:cubicBezTo>
                  <a:cubicBezTo>
                    <a:pt x="1575" y="331"/>
                    <a:pt x="1515" y="301"/>
                    <a:pt x="1465" y="271"/>
                  </a:cubicBezTo>
                  <a:cubicBezTo>
                    <a:pt x="1435" y="261"/>
                    <a:pt x="1395" y="261"/>
                    <a:pt x="1355" y="251"/>
                  </a:cubicBezTo>
                  <a:cubicBezTo>
                    <a:pt x="1335" y="241"/>
                    <a:pt x="1314" y="241"/>
                    <a:pt x="1284" y="231"/>
                  </a:cubicBezTo>
                  <a:lnTo>
                    <a:pt x="1264" y="231"/>
                  </a:lnTo>
                  <a:cubicBezTo>
                    <a:pt x="1004" y="161"/>
                    <a:pt x="683" y="0"/>
                    <a:pt x="362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9" name="Google Shape;1849;p19"/>
            <p:cNvSpPr/>
            <p:nvPr/>
          </p:nvSpPr>
          <p:spPr>
            <a:xfrm>
              <a:off x="4734044" y="1058412"/>
              <a:ext cx="66716" cy="26720"/>
            </a:xfrm>
            <a:custGeom>
              <a:avLst/>
              <a:gdLst/>
              <a:ahLst/>
              <a:cxnLst/>
              <a:rect l="l" t="t" r="r" b="b"/>
              <a:pathLst>
                <a:path w="804" h="322" extrusionOk="0">
                  <a:moveTo>
                    <a:pt x="31" y="0"/>
                  </a:moveTo>
                  <a:cubicBezTo>
                    <a:pt x="1" y="0"/>
                    <a:pt x="81" y="40"/>
                    <a:pt x="272" y="141"/>
                  </a:cubicBezTo>
                  <a:cubicBezTo>
                    <a:pt x="342" y="181"/>
                    <a:pt x="432" y="241"/>
                    <a:pt x="532" y="301"/>
                  </a:cubicBezTo>
                  <a:cubicBezTo>
                    <a:pt x="603" y="311"/>
                    <a:pt x="653" y="321"/>
                    <a:pt x="683" y="321"/>
                  </a:cubicBezTo>
                  <a:cubicBezTo>
                    <a:pt x="803" y="321"/>
                    <a:pt x="633" y="231"/>
                    <a:pt x="211" y="0"/>
                  </a:cubicBezTo>
                  <a:cubicBezTo>
                    <a:pt x="191" y="10"/>
                    <a:pt x="161" y="20"/>
                    <a:pt x="141" y="20"/>
                  </a:cubicBezTo>
                  <a:cubicBezTo>
                    <a:pt x="121" y="20"/>
                    <a:pt x="111" y="20"/>
                    <a:pt x="101" y="10"/>
                  </a:cubicBezTo>
                  <a:cubicBezTo>
                    <a:pt x="61" y="10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7EC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0" name="Google Shape;1850;p19"/>
            <p:cNvSpPr/>
            <p:nvPr/>
          </p:nvSpPr>
          <p:spPr>
            <a:xfrm>
              <a:off x="4617540" y="1035095"/>
              <a:ext cx="3402" cy="5062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0" y="0"/>
                  </a:moveTo>
                  <a:cubicBezTo>
                    <a:pt x="21" y="21"/>
                    <a:pt x="31" y="41"/>
                    <a:pt x="41" y="61"/>
                  </a:cubicBezTo>
                  <a:cubicBezTo>
                    <a:pt x="31" y="41"/>
                    <a:pt x="21" y="21"/>
                    <a:pt x="21" y="0"/>
                  </a:cubicBezTo>
                  <a:close/>
                </a:path>
              </a:pathLst>
            </a:custGeom>
            <a:solidFill>
              <a:srgbClr val="7EC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851" name="Google Shape;1851;p19"/>
          <p:cNvGrpSpPr/>
          <p:nvPr/>
        </p:nvGrpSpPr>
        <p:grpSpPr>
          <a:xfrm>
            <a:off x="-517323" y="4023375"/>
            <a:ext cx="4138865" cy="1588333"/>
            <a:chOff x="-111323" y="734400"/>
            <a:chExt cx="4138865" cy="1588333"/>
          </a:xfrm>
        </p:grpSpPr>
        <p:sp>
          <p:nvSpPr>
            <p:cNvPr id="1852" name="Google Shape;1852;p19"/>
            <p:cNvSpPr/>
            <p:nvPr/>
          </p:nvSpPr>
          <p:spPr>
            <a:xfrm>
              <a:off x="328393" y="1724964"/>
              <a:ext cx="169640" cy="76574"/>
            </a:xfrm>
            <a:custGeom>
              <a:avLst/>
              <a:gdLst/>
              <a:ahLst/>
              <a:cxnLst/>
              <a:rect l="l" t="t" r="r" b="b"/>
              <a:pathLst>
                <a:path w="2047" h="924" extrusionOk="0">
                  <a:moveTo>
                    <a:pt x="40" y="0"/>
                  </a:moveTo>
                  <a:lnTo>
                    <a:pt x="0" y="10"/>
                  </a:lnTo>
                  <a:cubicBezTo>
                    <a:pt x="171" y="111"/>
                    <a:pt x="341" y="221"/>
                    <a:pt x="522" y="311"/>
                  </a:cubicBezTo>
                  <a:cubicBezTo>
                    <a:pt x="933" y="542"/>
                    <a:pt x="1374" y="743"/>
                    <a:pt x="1826" y="923"/>
                  </a:cubicBezTo>
                  <a:cubicBezTo>
                    <a:pt x="1906" y="873"/>
                    <a:pt x="1976" y="823"/>
                    <a:pt x="2046" y="763"/>
                  </a:cubicBezTo>
                  <a:cubicBezTo>
                    <a:pt x="1384" y="512"/>
                    <a:pt x="712" y="251"/>
                    <a:pt x="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3" name="Google Shape;1853;p19"/>
            <p:cNvSpPr/>
            <p:nvPr/>
          </p:nvSpPr>
          <p:spPr>
            <a:xfrm>
              <a:off x="331708" y="1503200"/>
              <a:ext cx="895354" cy="284999"/>
            </a:xfrm>
            <a:custGeom>
              <a:avLst/>
              <a:gdLst/>
              <a:ahLst/>
              <a:cxnLst/>
              <a:rect l="l" t="t" r="r" b="b"/>
              <a:pathLst>
                <a:path w="10804" h="3439" extrusionOk="0">
                  <a:moveTo>
                    <a:pt x="10380" y="0"/>
                  </a:moveTo>
                  <a:cubicBezTo>
                    <a:pt x="10188" y="0"/>
                    <a:pt x="9986" y="48"/>
                    <a:pt x="9800" y="99"/>
                  </a:cubicBezTo>
                  <a:cubicBezTo>
                    <a:pt x="6530" y="961"/>
                    <a:pt x="3270" y="1814"/>
                    <a:pt x="0" y="2676"/>
                  </a:cubicBezTo>
                  <a:cubicBezTo>
                    <a:pt x="672" y="2927"/>
                    <a:pt x="1344" y="3188"/>
                    <a:pt x="2006" y="3439"/>
                  </a:cubicBezTo>
                  <a:lnTo>
                    <a:pt x="2016" y="3429"/>
                  </a:lnTo>
                  <a:cubicBezTo>
                    <a:pt x="2498" y="2977"/>
                    <a:pt x="3320" y="2877"/>
                    <a:pt x="3952" y="2626"/>
                  </a:cubicBezTo>
                  <a:cubicBezTo>
                    <a:pt x="6229" y="1724"/>
                    <a:pt x="8426" y="751"/>
                    <a:pt x="10803" y="109"/>
                  </a:cubicBezTo>
                  <a:cubicBezTo>
                    <a:pt x="10676" y="29"/>
                    <a:pt x="10531" y="0"/>
                    <a:pt x="103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4" name="Google Shape;1854;p19"/>
            <p:cNvSpPr/>
            <p:nvPr/>
          </p:nvSpPr>
          <p:spPr>
            <a:xfrm>
              <a:off x="67348" y="852161"/>
              <a:ext cx="653450" cy="297678"/>
            </a:xfrm>
            <a:custGeom>
              <a:avLst/>
              <a:gdLst/>
              <a:ahLst/>
              <a:cxnLst/>
              <a:rect l="l" t="t" r="r" b="b"/>
              <a:pathLst>
                <a:path w="7885" h="3592" extrusionOk="0">
                  <a:moveTo>
                    <a:pt x="6589" y="0"/>
                  </a:moveTo>
                  <a:cubicBezTo>
                    <a:pt x="6253" y="0"/>
                    <a:pt x="5295" y="296"/>
                    <a:pt x="4314" y="592"/>
                  </a:cubicBezTo>
                  <a:cubicBezTo>
                    <a:pt x="3325" y="891"/>
                    <a:pt x="2310" y="1189"/>
                    <a:pt x="1858" y="1189"/>
                  </a:cubicBezTo>
                  <a:cubicBezTo>
                    <a:pt x="1824" y="1189"/>
                    <a:pt x="1793" y="1188"/>
                    <a:pt x="1766" y="1184"/>
                  </a:cubicBezTo>
                  <a:cubicBezTo>
                    <a:pt x="1164" y="1435"/>
                    <a:pt x="572" y="1706"/>
                    <a:pt x="1" y="1986"/>
                  </a:cubicBezTo>
                  <a:cubicBezTo>
                    <a:pt x="612" y="2247"/>
                    <a:pt x="1806" y="2769"/>
                    <a:pt x="2318" y="2869"/>
                  </a:cubicBezTo>
                  <a:cubicBezTo>
                    <a:pt x="2498" y="2909"/>
                    <a:pt x="2689" y="2939"/>
                    <a:pt x="2839" y="3050"/>
                  </a:cubicBezTo>
                  <a:cubicBezTo>
                    <a:pt x="2950" y="3130"/>
                    <a:pt x="3040" y="3250"/>
                    <a:pt x="3150" y="3331"/>
                  </a:cubicBezTo>
                  <a:cubicBezTo>
                    <a:pt x="3369" y="3500"/>
                    <a:pt x="4195" y="3592"/>
                    <a:pt x="4830" y="3592"/>
                  </a:cubicBezTo>
                  <a:cubicBezTo>
                    <a:pt x="5361" y="3592"/>
                    <a:pt x="5758" y="3528"/>
                    <a:pt x="5557" y="3391"/>
                  </a:cubicBezTo>
                  <a:cubicBezTo>
                    <a:pt x="5216" y="3160"/>
                    <a:pt x="2318" y="2869"/>
                    <a:pt x="5608" y="2227"/>
                  </a:cubicBezTo>
                  <a:cubicBezTo>
                    <a:pt x="6009" y="2147"/>
                    <a:pt x="6300" y="1786"/>
                    <a:pt x="6962" y="1665"/>
                  </a:cubicBezTo>
                  <a:cubicBezTo>
                    <a:pt x="7885" y="1505"/>
                    <a:pt x="4574" y="1104"/>
                    <a:pt x="5507" y="963"/>
                  </a:cubicBezTo>
                  <a:cubicBezTo>
                    <a:pt x="6390" y="833"/>
                    <a:pt x="7112" y="602"/>
                    <a:pt x="7744" y="321"/>
                  </a:cubicBezTo>
                  <a:lnTo>
                    <a:pt x="7744" y="321"/>
                  </a:lnTo>
                  <a:cubicBezTo>
                    <a:pt x="7565" y="327"/>
                    <a:pt x="7399" y="333"/>
                    <a:pt x="7254" y="333"/>
                  </a:cubicBezTo>
                  <a:cubicBezTo>
                    <a:pt x="6878" y="333"/>
                    <a:pt x="6646" y="291"/>
                    <a:pt x="6711" y="81"/>
                  </a:cubicBezTo>
                  <a:cubicBezTo>
                    <a:pt x="6731" y="25"/>
                    <a:pt x="6686" y="0"/>
                    <a:pt x="6589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5" name="Google Shape;1855;p19"/>
            <p:cNvSpPr/>
            <p:nvPr/>
          </p:nvSpPr>
          <p:spPr>
            <a:xfrm>
              <a:off x="849573" y="1734080"/>
              <a:ext cx="1109000" cy="313507"/>
            </a:xfrm>
            <a:custGeom>
              <a:avLst/>
              <a:gdLst/>
              <a:ahLst/>
              <a:cxnLst/>
              <a:rect l="l" t="t" r="r" b="b"/>
              <a:pathLst>
                <a:path w="13382" h="3783" extrusionOk="0">
                  <a:moveTo>
                    <a:pt x="13381" y="1"/>
                  </a:moveTo>
                  <a:lnTo>
                    <a:pt x="13381" y="1"/>
                  </a:lnTo>
                  <a:cubicBezTo>
                    <a:pt x="13380" y="2"/>
                    <a:pt x="13380" y="2"/>
                    <a:pt x="13379" y="3"/>
                  </a:cubicBezTo>
                  <a:lnTo>
                    <a:pt x="13379" y="3"/>
                  </a:lnTo>
                  <a:cubicBezTo>
                    <a:pt x="13380" y="2"/>
                    <a:pt x="13380" y="2"/>
                    <a:pt x="13381" y="1"/>
                  </a:cubicBezTo>
                  <a:close/>
                  <a:moveTo>
                    <a:pt x="13379" y="3"/>
                  </a:moveTo>
                  <a:cubicBezTo>
                    <a:pt x="13173" y="222"/>
                    <a:pt x="12116" y="272"/>
                    <a:pt x="11796" y="362"/>
                  </a:cubicBezTo>
                  <a:cubicBezTo>
                    <a:pt x="11265" y="512"/>
                    <a:pt x="10783" y="743"/>
                    <a:pt x="10262" y="924"/>
                  </a:cubicBezTo>
                  <a:cubicBezTo>
                    <a:pt x="9088" y="1345"/>
                    <a:pt x="7844" y="1495"/>
                    <a:pt x="6610" y="1576"/>
                  </a:cubicBezTo>
                  <a:cubicBezTo>
                    <a:pt x="4414" y="1716"/>
                    <a:pt x="2147" y="1586"/>
                    <a:pt x="0" y="2127"/>
                  </a:cubicBezTo>
                  <a:cubicBezTo>
                    <a:pt x="582" y="2268"/>
                    <a:pt x="1174" y="2408"/>
                    <a:pt x="1756" y="2549"/>
                  </a:cubicBezTo>
                  <a:cubicBezTo>
                    <a:pt x="3230" y="2920"/>
                    <a:pt x="4685" y="3341"/>
                    <a:pt x="6139" y="3782"/>
                  </a:cubicBezTo>
                  <a:cubicBezTo>
                    <a:pt x="6510" y="3692"/>
                    <a:pt x="6881" y="3622"/>
                    <a:pt x="7132" y="3542"/>
                  </a:cubicBezTo>
                  <a:cubicBezTo>
                    <a:pt x="7934" y="3311"/>
                    <a:pt x="8938" y="3211"/>
                    <a:pt x="9640" y="2729"/>
                  </a:cubicBezTo>
                  <a:cubicBezTo>
                    <a:pt x="10011" y="2468"/>
                    <a:pt x="10272" y="2077"/>
                    <a:pt x="10613" y="1766"/>
                  </a:cubicBezTo>
                  <a:cubicBezTo>
                    <a:pt x="11424" y="1025"/>
                    <a:pt x="12636" y="804"/>
                    <a:pt x="13379" y="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6" name="Google Shape;1856;p19"/>
            <p:cNvSpPr/>
            <p:nvPr/>
          </p:nvSpPr>
          <p:spPr>
            <a:xfrm>
              <a:off x="1046227" y="883735"/>
              <a:ext cx="122651" cy="106077"/>
            </a:xfrm>
            <a:custGeom>
              <a:avLst/>
              <a:gdLst/>
              <a:ahLst/>
              <a:cxnLst/>
              <a:rect l="l" t="t" r="r" b="b"/>
              <a:pathLst>
                <a:path w="1480" h="1280" extrusionOk="0">
                  <a:moveTo>
                    <a:pt x="927" y="1"/>
                  </a:moveTo>
                  <a:cubicBezTo>
                    <a:pt x="687" y="161"/>
                    <a:pt x="476" y="322"/>
                    <a:pt x="396" y="582"/>
                  </a:cubicBezTo>
                  <a:cubicBezTo>
                    <a:pt x="278" y="943"/>
                    <a:pt x="1" y="1279"/>
                    <a:pt x="260" y="1279"/>
                  </a:cubicBezTo>
                  <a:cubicBezTo>
                    <a:pt x="332" y="1279"/>
                    <a:pt x="446" y="1253"/>
                    <a:pt x="616" y="1194"/>
                  </a:cubicBezTo>
                  <a:cubicBezTo>
                    <a:pt x="787" y="1134"/>
                    <a:pt x="1108" y="933"/>
                    <a:pt x="1479" y="693"/>
                  </a:cubicBezTo>
                  <a:cubicBezTo>
                    <a:pt x="1469" y="432"/>
                    <a:pt x="1459" y="191"/>
                    <a:pt x="1309" y="81"/>
                  </a:cubicBezTo>
                  <a:cubicBezTo>
                    <a:pt x="1218" y="21"/>
                    <a:pt x="1078" y="1"/>
                    <a:pt x="9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7" name="Google Shape;1857;p19"/>
            <p:cNvSpPr/>
            <p:nvPr/>
          </p:nvSpPr>
          <p:spPr>
            <a:xfrm>
              <a:off x="3197823" y="1250607"/>
              <a:ext cx="829719" cy="741295"/>
            </a:xfrm>
            <a:custGeom>
              <a:avLst/>
              <a:gdLst/>
              <a:ahLst/>
              <a:cxnLst/>
              <a:rect l="l" t="t" r="r" b="b"/>
              <a:pathLst>
                <a:path w="10012" h="8945" extrusionOk="0">
                  <a:moveTo>
                    <a:pt x="3162" y="2492"/>
                  </a:moveTo>
                  <a:cubicBezTo>
                    <a:pt x="3273" y="2492"/>
                    <a:pt x="3730" y="2742"/>
                    <a:pt x="4233" y="2986"/>
                  </a:cubicBezTo>
                  <a:cubicBezTo>
                    <a:pt x="4741" y="3236"/>
                    <a:pt x="5288" y="3486"/>
                    <a:pt x="5566" y="3486"/>
                  </a:cubicBezTo>
                  <a:cubicBezTo>
                    <a:pt x="5634" y="3486"/>
                    <a:pt x="5686" y="3471"/>
                    <a:pt x="5718" y="3437"/>
                  </a:cubicBezTo>
                  <a:cubicBezTo>
                    <a:pt x="5779" y="3377"/>
                    <a:pt x="5849" y="3350"/>
                    <a:pt x="5931" y="3350"/>
                  </a:cubicBezTo>
                  <a:cubicBezTo>
                    <a:pt x="6324" y="3350"/>
                    <a:pt x="6999" y="3967"/>
                    <a:pt x="8326" y="4481"/>
                  </a:cubicBezTo>
                  <a:cubicBezTo>
                    <a:pt x="8326" y="4481"/>
                    <a:pt x="9438" y="5156"/>
                    <a:pt x="8679" y="5156"/>
                  </a:cubicBezTo>
                  <a:cubicBezTo>
                    <a:pt x="8585" y="5156"/>
                    <a:pt x="8462" y="5146"/>
                    <a:pt x="8306" y="5123"/>
                  </a:cubicBezTo>
                  <a:cubicBezTo>
                    <a:pt x="6882" y="4922"/>
                    <a:pt x="3511" y="3046"/>
                    <a:pt x="3170" y="2575"/>
                  </a:cubicBezTo>
                  <a:cubicBezTo>
                    <a:pt x="3127" y="2517"/>
                    <a:pt x="3127" y="2492"/>
                    <a:pt x="3162" y="2492"/>
                  </a:cubicBezTo>
                  <a:close/>
                  <a:moveTo>
                    <a:pt x="136" y="1"/>
                  </a:moveTo>
                  <a:cubicBezTo>
                    <a:pt x="53" y="1"/>
                    <a:pt x="1" y="34"/>
                    <a:pt x="1" y="117"/>
                  </a:cubicBezTo>
                  <a:cubicBezTo>
                    <a:pt x="201" y="228"/>
                    <a:pt x="1656" y="1090"/>
                    <a:pt x="1435" y="1120"/>
                  </a:cubicBezTo>
                  <a:cubicBezTo>
                    <a:pt x="1392" y="1127"/>
                    <a:pt x="1342" y="1130"/>
                    <a:pt x="1285" y="1130"/>
                  </a:cubicBezTo>
                  <a:cubicBezTo>
                    <a:pt x="1076" y="1130"/>
                    <a:pt x="782" y="1092"/>
                    <a:pt x="482" y="1060"/>
                  </a:cubicBezTo>
                  <a:lnTo>
                    <a:pt x="482" y="1060"/>
                  </a:lnTo>
                  <a:cubicBezTo>
                    <a:pt x="1502" y="1500"/>
                    <a:pt x="2592" y="2001"/>
                    <a:pt x="2204" y="2001"/>
                  </a:cubicBezTo>
                  <a:cubicBezTo>
                    <a:pt x="2176" y="2001"/>
                    <a:pt x="2141" y="1998"/>
                    <a:pt x="2097" y="1993"/>
                  </a:cubicBezTo>
                  <a:cubicBezTo>
                    <a:pt x="1355" y="1903"/>
                    <a:pt x="994" y="1883"/>
                    <a:pt x="251" y="1853"/>
                  </a:cubicBezTo>
                  <a:lnTo>
                    <a:pt x="251" y="1853"/>
                  </a:lnTo>
                  <a:cubicBezTo>
                    <a:pt x="773" y="2093"/>
                    <a:pt x="1395" y="2344"/>
                    <a:pt x="1766" y="2545"/>
                  </a:cubicBezTo>
                  <a:cubicBezTo>
                    <a:pt x="3110" y="3277"/>
                    <a:pt x="4865" y="3588"/>
                    <a:pt x="5557" y="4942"/>
                  </a:cubicBezTo>
                  <a:cubicBezTo>
                    <a:pt x="5838" y="5474"/>
                    <a:pt x="6059" y="5494"/>
                    <a:pt x="6621" y="5684"/>
                  </a:cubicBezTo>
                  <a:cubicBezTo>
                    <a:pt x="8185" y="6216"/>
                    <a:pt x="7965" y="7741"/>
                    <a:pt x="8988" y="8804"/>
                  </a:cubicBezTo>
                  <a:cubicBezTo>
                    <a:pt x="9088" y="8904"/>
                    <a:pt x="9269" y="8924"/>
                    <a:pt x="9439" y="8944"/>
                  </a:cubicBezTo>
                  <a:cubicBezTo>
                    <a:pt x="9469" y="8744"/>
                    <a:pt x="9479" y="8533"/>
                    <a:pt x="9499" y="8322"/>
                  </a:cubicBezTo>
                  <a:cubicBezTo>
                    <a:pt x="9640" y="7600"/>
                    <a:pt x="9580" y="6828"/>
                    <a:pt x="9620" y="6096"/>
                  </a:cubicBezTo>
                  <a:cubicBezTo>
                    <a:pt x="9650" y="5484"/>
                    <a:pt x="10011" y="4380"/>
                    <a:pt x="9730" y="3809"/>
                  </a:cubicBezTo>
                  <a:cubicBezTo>
                    <a:pt x="9499" y="3367"/>
                    <a:pt x="8466" y="3066"/>
                    <a:pt x="7945" y="2836"/>
                  </a:cubicBezTo>
                  <a:cubicBezTo>
                    <a:pt x="7824" y="2836"/>
                    <a:pt x="7624" y="2806"/>
                    <a:pt x="7303" y="2745"/>
                  </a:cubicBezTo>
                  <a:cubicBezTo>
                    <a:pt x="5755" y="2469"/>
                    <a:pt x="3979" y="1364"/>
                    <a:pt x="3762" y="1364"/>
                  </a:cubicBezTo>
                  <a:cubicBezTo>
                    <a:pt x="3742" y="1364"/>
                    <a:pt x="3735" y="1372"/>
                    <a:pt x="3742" y="1391"/>
                  </a:cubicBezTo>
                  <a:cubicBezTo>
                    <a:pt x="3802" y="1598"/>
                    <a:pt x="5036" y="2437"/>
                    <a:pt x="4747" y="2437"/>
                  </a:cubicBezTo>
                  <a:cubicBezTo>
                    <a:pt x="4700" y="2437"/>
                    <a:pt x="4613" y="2415"/>
                    <a:pt x="4474" y="2364"/>
                  </a:cubicBezTo>
                  <a:cubicBezTo>
                    <a:pt x="3561" y="2041"/>
                    <a:pt x="1300" y="337"/>
                    <a:pt x="1214" y="337"/>
                  </a:cubicBezTo>
                  <a:cubicBezTo>
                    <a:pt x="1207" y="337"/>
                    <a:pt x="1216" y="350"/>
                    <a:pt x="1244" y="378"/>
                  </a:cubicBezTo>
                  <a:cubicBezTo>
                    <a:pt x="1296" y="430"/>
                    <a:pt x="1306" y="451"/>
                    <a:pt x="1286" y="451"/>
                  </a:cubicBezTo>
                  <a:cubicBezTo>
                    <a:pt x="1240" y="451"/>
                    <a:pt x="1034" y="339"/>
                    <a:pt x="803" y="228"/>
                  </a:cubicBezTo>
                  <a:cubicBezTo>
                    <a:pt x="561" y="116"/>
                    <a:pt x="29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8" name="Google Shape;1858;p19"/>
            <p:cNvSpPr/>
            <p:nvPr/>
          </p:nvSpPr>
          <p:spPr>
            <a:xfrm>
              <a:off x="2154635" y="1028594"/>
              <a:ext cx="974332" cy="499473"/>
            </a:xfrm>
            <a:custGeom>
              <a:avLst/>
              <a:gdLst/>
              <a:ahLst/>
              <a:cxnLst/>
              <a:rect l="l" t="t" r="r" b="b"/>
              <a:pathLst>
                <a:path w="11757" h="6027" extrusionOk="0">
                  <a:moveTo>
                    <a:pt x="851" y="0"/>
                  </a:moveTo>
                  <a:cubicBezTo>
                    <a:pt x="603" y="0"/>
                    <a:pt x="461" y="180"/>
                    <a:pt x="0" y="359"/>
                  </a:cubicBezTo>
                  <a:cubicBezTo>
                    <a:pt x="181" y="509"/>
                    <a:pt x="401" y="630"/>
                    <a:pt x="592" y="750"/>
                  </a:cubicBezTo>
                  <a:cubicBezTo>
                    <a:pt x="712" y="810"/>
                    <a:pt x="1304" y="1432"/>
                    <a:pt x="1425" y="1472"/>
                  </a:cubicBezTo>
                  <a:cubicBezTo>
                    <a:pt x="2217" y="1683"/>
                    <a:pt x="2929" y="2596"/>
                    <a:pt x="3852" y="3087"/>
                  </a:cubicBezTo>
                  <a:cubicBezTo>
                    <a:pt x="3915" y="3122"/>
                    <a:pt x="4311" y="3192"/>
                    <a:pt x="4632" y="3192"/>
                  </a:cubicBezTo>
                  <a:cubicBezTo>
                    <a:pt x="4874" y="3192"/>
                    <a:pt x="5073" y="3152"/>
                    <a:pt x="5056" y="3027"/>
                  </a:cubicBezTo>
                  <a:cubicBezTo>
                    <a:pt x="5040" y="2918"/>
                    <a:pt x="5080" y="2870"/>
                    <a:pt x="5159" y="2870"/>
                  </a:cubicBezTo>
                  <a:cubicBezTo>
                    <a:pt x="5606" y="2870"/>
                    <a:pt x="7327" y="4352"/>
                    <a:pt x="7914" y="4692"/>
                  </a:cubicBezTo>
                  <a:cubicBezTo>
                    <a:pt x="9360" y="5528"/>
                    <a:pt x="11028" y="6027"/>
                    <a:pt x="11395" y="6027"/>
                  </a:cubicBezTo>
                  <a:cubicBezTo>
                    <a:pt x="11402" y="6027"/>
                    <a:pt x="11409" y="6027"/>
                    <a:pt x="11415" y="6026"/>
                  </a:cubicBezTo>
                  <a:cubicBezTo>
                    <a:pt x="11756" y="6016"/>
                    <a:pt x="9008" y="4361"/>
                    <a:pt x="8195" y="3438"/>
                  </a:cubicBezTo>
                  <a:cubicBezTo>
                    <a:pt x="7844" y="3037"/>
                    <a:pt x="7914" y="2576"/>
                    <a:pt x="7834" y="2265"/>
                  </a:cubicBezTo>
                  <a:cubicBezTo>
                    <a:pt x="7764" y="2245"/>
                    <a:pt x="7694" y="2235"/>
                    <a:pt x="7633" y="2205"/>
                  </a:cubicBezTo>
                  <a:cubicBezTo>
                    <a:pt x="7533" y="2205"/>
                    <a:pt x="7383" y="2164"/>
                    <a:pt x="7172" y="2104"/>
                  </a:cubicBezTo>
                  <a:cubicBezTo>
                    <a:pt x="6791" y="1990"/>
                    <a:pt x="6558" y="1948"/>
                    <a:pt x="6419" y="1948"/>
                  </a:cubicBezTo>
                  <a:cubicBezTo>
                    <a:pt x="6130" y="1948"/>
                    <a:pt x="6249" y="2130"/>
                    <a:pt x="6289" y="2225"/>
                  </a:cubicBezTo>
                  <a:cubicBezTo>
                    <a:pt x="6292" y="2231"/>
                    <a:pt x="6290" y="2234"/>
                    <a:pt x="6285" y="2234"/>
                  </a:cubicBezTo>
                  <a:cubicBezTo>
                    <a:pt x="6227" y="2234"/>
                    <a:pt x="5769" y="1933"/>
                    <a:pt x="5286" y="1633"/>
                  </a:cubicBezTo>
                  <a:cubicBezTo>
                    <a:pt x="4807" y="1333"/>
                    <a:pt x="4305" y="1033"/>
                    <a:pt x="4156" y="1033"/>
                  </a:cubicBezTo>
                  <a:cubicBezTo>
                    <a:pt x="4131" y="1033"/>
                    <a:pt x="4116" y="1042"/>
                    <a:pt x="4113" y="1061"/>
                  </a:cubicBezTo>
                  <a:cubicBezTo>
                    <a:pt x="4107" y="1098"/>
                    <a:pt x="4072" y="1113"/>
                    <a:pt x="4016" y="1113"/>
                  </a:cubicBezTo>
                  <a:cubicBezTo>
                    <a:pt x="3892" y="1113"/>
                    <a:pt x="3663" y="1037"/>
                    <a:pt x="3421" y="961"/>
                  </a:cubicBezTo>
                  <a:cubicBezTo>
                    <a:pt x="3179" y="889"/>
                    <a:pt x="2921" y="817"/>
                    <a:pt x="2742" y="817"/>
                  </a:cubicBezTo>
                  <a:cubicBezTo>
                    <a:pt x="2646" y="817"/>
                    <a:pt x="2573" y="838"/>
                    <a:pt x="2538" y="891"/>
                  </a:cubicBezTo>
                  <a:cubicBezTo>
                    <a:pt x="2512" y="929"/>
                    <a:pt x="2476" y="946"/>
                    <a:pt x="2432" y="946"/>
                  </a:cubicBezTo>
                  <a:cubicBezTo>
                    <a:pt x="2125" y="946"/>
                    <a:pt x="1432" y="106"/>
                    <a:pt x="993" y="18"/>
                  </a:cubicBezTo>
                  <a:cubicBezTo>
                    <a:pt x="941" y="6"/>
                    <a:pt x="894" y="0"/>
                    <a:pt x="851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9" name="Google Shape;1859;p19"/>
            <p:cNvSpPr/>
            <p:nvPr/>
          </p:nvSpPr>
          <p:spPr>
            <a:xfrm>
              <a:off x="1438873" y="1956010"/>
              <a:ext cx="425716" cy="163010"/>
            </a:xfrm>
            <a:custGeom>
              <a:avLst/>
              <a:gdLst/>
              <a:ahLst/>
              <a:cxnLst/>
              <a:rect l="l" t="t" r="r" b="b"/>
              <a:pathLst>
                <a:path w="5137" h="1967" extrusionOk="0">
                  <a:moveTo>
                    <a:pt x="5137" y="1"/>
                  </a:moveTo>
                  <a:cubicBezTo>
                    <a:pt x="5076" y="81"/>
                    <a:pt x="4134" y="312"/>
                    <a:pt x="4013" y="362"/>
                  </a:cubicBezTo>
                  <a:cubicBezTo>
                    <a:pt x="3512" y="543"/>
                    <a:pt x="3000" y="703"/>
                    <a:pt x="2489" y="843"/>
                  </a:cubicBezTo>
                  <a:cubicBezTo>
                    <a:pt x="1666" y="1064"/>
                    <a:pt x="833" y="1235"/>
                    <a:pt x="1" y="1395"/>
                  </a:cubicBezTo>
                  <a:cubicBezTo>
                    <a:pt x="623" y="1586"/>
                    <a:pt x="1245" y="1776"/>
                    <a:pt x="1867" y="1967"/>
                  </a:cubicBezTo>
                  <a:cubicBezTo>
                    <a:pt x="2017" y="1867"/>
                    <a:pt x="2158" y="1756"/>
                    <a:pt x="2298" y="1646"/>
                  </a:cubicBezTo>
                  <a:cubicBezTo>
                    <a:pt x="2539" y="1445"/>
                    <a:pt x="2769" y="1235"/>
                    <a:pt x="3030" y="1064"/>
                  </a:cubicBezTo>
                  <a:cubicBezTo>
                    <a:pt x="3662" y="673"/>
                    <a:pt x="4685" y="613"/>
                    <a:pt x="5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0" name="Google Shape;1860;p19"/>
            <p:cNvSpPr/>
            <p:nvPr/>
          </p:nvSpPr>
          <p:spPr>
            <a:xfrm>
              <a:off x="3145448" y="1136907"/>
              <a:ext cx="710797" cy="348727"/>
            </a:xfrm>
            <a:custGeom>
              <a:avLst/>
              <a:gdLst/>
              <a:ahLst/>
              <a:cxnLst/>
              <a:rect l="l" t="t" r="r" b="b"/>
              <a:pathLst>
                <a:path w="8577" h="4208" extrusionOk="0">
                  <a:moveTo>
                    <a:pt x="255" y="0"/>
                  </a:moveTo>
                  <a:cubicBezTo>
                    <a:pt x="167" y="0"/>
                    <a:pt x="82" y="8"/>
                    <a:pt x="1" y="25"/>
                  </a:cubicBezTo>
                  <a:cubicBezTo>
                    <a:pt x="141" y="256"/>
                    <a:pt x="251" y="1289"/>
                    <a:pt x="633" y="1489"/>
                  </a:cubicBezTo>
                  <a:cubicBezTo>
                    <a:pt x="633" y="1406"/>
                    <a:pt x="685" y="1373"/>
                    <a:pt x="768" y="1373"/>
                  </a:cubicBezTo>
                  <a:cubicBezTo>
                    <a:pt x="925" y="1373"/>
                    <a:pt x="1193" y="1488"/>
                    <a:pt x="1435" y="1600"/>
                  </a:cubicBezTo>
                  <a:cubicBezTo>
                    <a:pt x="1666" y="1711"/>
                    <a:pt x="1872" y="1823"/>
                    <a:pt x="1918" y="1823"/>
                  </a:cubicBezTo>
                  <a:cubicBezTo>
                    <a:pt x="1938" y="1823"/>
                    <a:pt x="1928" y="1802"/>
                    <a:pt x="1876" y="1750"/>
                  </a:cubicBezTo>
                  <a:cubicBezTo>
                    <a:pt x="1848" y="1722"/>
                    <a:pt x="1839" y="1709"/>
                    <a:pt x="1846" y="1709"/>
                  </a:cubicBezTo>
                  <a:cubicBezTo>
                    <a:pt x="1932" y="1709"/>
                    <a:pt x="4193" y="3413"/>
                    <a:pt x="5106" y="3736"/>
                  </a:cubicBezTo>
                  <a:cubicBezTo>
                    <a:pt x="5245" y="3787"/>
                    <a:pt x="5332" y="3809"/>
                    <a:pt x="5379" y="3809"/>
                  </a:cubicBezTo>
                  <a:cubicBezTo>
                    <a:pt x="5668" y="3809"/>
                    <a:pt x="4434" y="2970"/>
                    <a:pt x="4374" y="2763"/>
                  </a:cubicBezTo>
                  <a:cubicBezTo>
                    <a:pt x="4367" y="2744"/>
                    <a:pt x="4374" y="2736"/>
                    <a:pt x="4394" y="2736"/>
                  </a:cubicBezTo>
                  <a:cubicBezTo>
                    <a:pt x="4611" y="2736"/>
                    <a:pt x="6387" y="3841"/>
                    <a:pt x="7935" y="4117"/>
                  </a:cubicBezTo>
                  <a:cubicBezTo>
                    <a:pt x="8256" y="4178"/>
                    <a:pt x="8456" y="4208"/>
                    <a:pt x="8577" y="4208"/>
                  </a:cubicBezTo>
                  <a:cubicBezTo>
                    <a:pt x="7684" y="3806"/>
                    <a:pt x="6781" y="3425"/>
                    <a:pt x="5869" y="3064"/>
                  </a:cubicBezTo>
                  <a:cubicBezTo>
                    <a:pt x="4685" y="1780"/>
                    <a:pt x="3000" y="757"/>
                    <a:pt x="1064" y="155"/>
                  </a:cubicBezTo>
                  <a:cubicBezTo>
                    <a:pt x="814" y="72"/>
                    <a:pt x="524" y="0"/>
                    <a:pt x="255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1" name="Google Shape;1861;p19"/>
            <p:cNvSpPr/>
            <p:nvPr/>
          </p:nvSpPr>
          <p:spPr>
            <a:xfrm>
              <a:off x="3145448" y="1137239"/>
              <a:ext cx="710797" cy="348396"/>
            </a:xfrm>
            <a:custGeom>
              <a:avLst/>
              <a:gdLst/>
              <a:ahLst/>
              <a:cxnLst/>
              <a:rect l="l" t="t" r="r" b="b"/>
              <a:pathLst>
                <a:path w="8577" h="4204" extrusionOk="0">
                  <a:moveTo>
                    <a:pt x="261" y="1"/>
                  </a:moveTo>
                  <a:cubicBezTo>
                    <a:pt x="171" y="1"/>
                    <a:pt x="81" y="11"/>
                    <a:pt x="1" y="21"/>
                  </a:cubicBezTo>
                  <a:cubicBezTo>
                    <a:pt x="141" y="252"/>
                    <a:pt x="251" y="1285"/>
                    <a:pt x="633" y="1485"/>
                  </a:cubicBezTo>
                  <a:cubicBezTo>
                    <a:pt x="633" y="1425"/>
                    <a:pt x="663" y="1395"/>
                    <a:pt x="713" y="1375"/>
                  </a:cubicBezTo>
                  <a:lnTo>
                    <a:pt x="773" y="1375"/>
                  </a:lnTo>
                  <a:cubicBezTo>
                    <a:pt x="933" y="1375"/>
                    <a:pt x="1194" y="1485"/>
                    <a:pt x="1435" y="1596"/>
                  </a:cubicBezTo>
                  <a:cubicBezTo>
                    <a:pt x="1435" y="1606"/>
                    <a:pt x="1445" y="1606"/>
                    <a:pt x="1455" y="1606"/>
                  </a:cubicBezTo>
                  <a:cubicBezTo>
                    <a:pt x="1676" y="1716"/>
                    <a:pt x="1876" y="1826"/>
                    <a:pt x="1916" y="1826"/>
                  </a:cubicBezTo>
                  <a:cubicBezTo>
                    <a:pt x="1927" y="1826"/>
                    <a:pt x="1927" y="1816"/>
                    <a:pt x="1927" y="1816"/>
                  </a:cubicBezTo>
                  <a:cubicBezTo>
                    <a:pt x="1927" y="1806"/>
                    <a:pt x="1916" y="1786"/>
                    <a:pt x="1876" y="1746"/>
                  </a:cubicBezTo>
                  <a:cubicBezTo>
                    <a:pt x="1856" y="1726"/>
                    <a:pt x="1846" y="1716"/>
                    <a:pt x="1846" y="1706"/>
                  </a:cubicBezTo>
                  <a:cubicBezTo>
                    <a:pt x="1937" y="1706"/>
                    <a:pt x="4163" y="3381"/>
                    <a:pt x="5086" y="3722"/>
                  </a:cubicBezTo>
                  <a:cubicBezTo>
                    <a:pt x="5086" y="3722"/>
                    <a:pt x="5096" y="3732"/>
                    <a:pt x="5096" y="3732"/>
                  </a:cubicBezTo>
                  <a:lnTo>
                    <a:pt x="5116" y="3732"/>
                  </a:lnTo>
                  <a:cubicBezTo>
                    <a:pt x="5116" y="3732"/>
                    <a:pt x="5116" y="3732"/>
                    <a:pt x="5116" y="3742"/>
                  </a:cubicBezTo>
                  <a:lnTo>
                    <a:pt x="5146" y="3742"/>
                  </a:lnTo>
                  <a:cubicBezTo>
                    <a:pt x="5146" y="3752"/>
                    <a:pt x="5156" y="3752"/>
                    <a:pt x="5156" y="3752"/>
                  </a:cubicBezTo>
                  <a:lnTo>
                    <a:pt x="5166" y="3752"/>
                  </a:lnTo>
                  <a:cubicBezTo>
                    <a:pt x="5257" y="3782"/>
                    <a:pt x="5317" y="3802"/>
                    <a:pt x="5367" y="3802"/>
                  </a:cubicBezTo>
                  <a:lnTo>
                    <a:pt x="5377" y="3802"/>
                  </a:lnTo>
                  <a:cubicBezTo>
                    <a:pt x="5407" y="3802"/>
                    <a:pt x="5427" y="3792"/>
                    <a:pt x="5427" y="3782"/>
                  </a:cubicBezTo>
                  <a:cubicBezTo>
                    <a:pt x="5427" y="3632"/>
                    <a:pt x="4434" y="2940"/>
                    <a:pt x="4374" y="2759"/>
                  </a:cubicBezTo>
                  <a:cubicBezTo>
                    <a:pt x="4374" y="2759"/>
                    <a:pt x="4364" y="2759"/>
                    <a:pt x="4364" y="2749"/>
                  </a:cubicBezTo>
                  <a:cubicBezTo>
                    <a:pt x="4364" y="2739"/>
                    <a:pt x="4374" y="2739"/>
                    <a:pt x="4394" y="2739"/>
                  </a:cubicBezTo>
                  <a:cubicBezTo>
                    <a:pt x="4615" y="2739"/>
                    <a:pt x="6390" y="3833"/>
                    <a:pt x="7935" y="4113"/>
                  </a:cubicBezTo>
                  <a:cubicBezTo>
                    <a:pt x="8256" y="4174"/>
                    <a:pt x="8456" y="4204"/>
                    <a:pt x="8577" y="4204"/>
                  </a:cubicBezTo>
                  <a:cubicBezTo>
                    <a:pt x="7684" y="3802"/>
                    <a:pt x="6781" y="3421"/>
                    <a:pt x="5869" y="3060"/>
                  </a:cubicBezTo>
                  <a:cubicBezTo>
                    <a:pt x="4685" y="1776"/>
                    <a:pt x="3000" y="753"/>
                    <a:pt x="1064" y="151"/>
                  </a:cubicBezTo>
                  <a:cubicBezTo>
                    <a:pt x="813" y="71"/>
                    <a:pt x="532" y="1"/>
                    <a:pt x="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2" name="Google Shape;1862;p19"/>
            <p:cNvSpPr/>
            <p:nvPr/>
          </p:nvSpPr>
          <p:spPr>
            <a:xfrm>
              <a:off x="3456879" y="1457123"/>
              <a:ext cx="523174" cy="220855"/>
            </a:xfrm>
            <a:custGeom>
              <a:avLst/>
              <a:gdLst/>
              <a:ahLst/>
              <a:cxnLst/>
              <a:rect l="l" t="t" r="r" b="b"/>
              <a:pathLst>
                <a:path w="6313" h="2665" extrusionOk="0">
                  <a:moveTo>
                    <a:pt x="36" y="0"/>
                  </a:moveTo>
                  <a:cubicBezTo>
                    <a:pt x="1" y="0"/>
                    <a:pt x="1" y="25"/>
                    <a:pt x="44" y="83"/>
                  </a:cubicBezTo>
                  <a:cubicBezTo>
                    <a:pt x="385" y="554"/>
                    <a:pt x="3756" y="2430"/>
                    <a:pt x="5180" y="2631"/>
                  </a:cubicBezTo>
                  <a:cubicBezTo>
                    <a:pt x="5336" y="2654"/>
                    <a:pt x="5459" y="2664"/>
                    <a:pt x="5553" y="2664"/>
                  </a:cubicBezTo>
                  <a:cubicBezTo>
                    <a:pt x="6312" y="2664"/>
                    <a:pt x="5200" y="1989"/>
                    <a:pt x="5200" y="1989"/>
                  </a:cubicBezTo>
                  <a:cubicBezTo>
                    <a:pt x="3873" y="1475"/>
                    <a:pt x="3198" y="858"/>
                    <a:pt x="2805" y="858"/>
                  </a:cubicBezTo>
                  <a:cubicBezTo>
                    <a:pt x="2723" y="858"/>
                    <a:pt x="2653" y="885"/>
                    <a:pt x="2592" y="945"/>
                  </a:cubicBezTo>
                  <a:cubicBezTo>
                    <a:pt x="2560" y="979"/>
                    <a:pt x="2508" y="994"/>
                    <a:pt x="2440" y="994"/>
                  </a:cubicBezTo>
                  <a:cubicBezTo>
                    <a:pt x="2162" y="994"/>
                    <a:pt x="1615" y="744"/>
                    <a:pt x="1107" y="494"/>
                  </a:cubicBezTo>
                  <a:cubicBezTo>
                    <a:pt x="604" y="250"/>
                    <a:pt x="147" y="0"/>
                    <a:pt x="36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3" name="Google Shape;1863;p19"/>
            <p:cNvSpPr/>
            <p:nvPr/>
          </p:nvSpPr>
          <p:spPr>
            <a:xfrm>
              <a:off x="3457211" y="1457289"/>
              <a:ext cx="482152" cy="221187"/>
            </a:xfrm>
            <a:custGeom>
              <a:avLst/>
              <a:gdLst/>
              <a:ahLst/>
              <a:cxnLst/>
              <a:rect l="l" t="t" r="r" b="b"/>
              <a:pathLst>
                <a:path w="5818" h="2669" extrusionOk="0">
                  <a:moveTo>
                    <a:pt x="30" y="1"/>
                  </a:moveTo>
                  <a:cubicBezTo>
                    <a:pt x="10" y="1"/>
                    <a:pt x="0" y="11"/>
                    <a:pt x="0" y="21"/>
                  </a:cubicBezTo>
                  <a:cubicBezTo>
                    <a:pt x="0" y="31"/>
                    <a:pt x="10" y="51"/>
                    <a:pt x="40" y="81"/>
                  </a:cubicBezTo>
                  <a:cubicBezTo>
                    <a:pt x="381" y="552"/>
                    <a:pt x="3752" y="2428"/>
                    <a:pt x="5176" y="2629"/>
                  </a:cubicBezTo>
                  <a:cubicBezTo>
                    <a:pt x="5326" y="2659"/>
                    <a:pt x="5447" y="2669"/>
                    <a:pt x="5547" y="2669"/>
                  </a:cubicBezTo>
                  <a:cubicBezTo>
                    <a:pt x="5738" y="2669"/>
                    <a:pt x="5818" y="2619"/>
                    <a:pt x="5818" y="2558"/>
                  </a:cubicBezTo>
                  <a:cubicBezTo>
                    <a:pt x="5808" y="2368"/>
                    <a:pt x="5196" y="1987"/>
                    <a:pt x="5196" y="1987"/>
                  </a:cubicBezTo>
                  <a:cubicBezTo>
                    <a:pt x="3872" y="1475"/>
                    <a:pt x="3200" y="853"/>
                    <a:pt x="2809" y="853"/>
                  </a:cubicBezTo>
                  <a:cubicBezTo>
                    <a:pt x="2718" y="853"/>
                    <a:pt x="2648" y="883"/>
                    <a:pt x="2588" y="943"/>
                  </a:cubicBezTo>
                  <a:cubicBezTo>
                    <a:pt x="2558" y="974"/>
                    <a:pt x="2508" y="994"/>
                    <a:pt x="2438" y="994"/>
                  </a:cubicBezTo>
                  <a:cubicBezTo>
                    <a:pt x="2157" y="994"/>
                    <a:pt x="1605" y="743"/>
                    <a:pt x="1103" y="492"/>
                  </a:cubicBezTo>
                  <a:cubicBezTo>
                    <a:pt x="602" y="251"/>
                    <a:pt x="141" y="1"/>
                    <a:pt x="30" y="1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4" name="Google Shape;1864;p19"/>
            <p:cNvSpPr/>
            <p:nvPr/>
          </p:nvSpPr>
          <p:spPr>
            <a:xfrm>
              <a:off x="3134674" y="1334473"/>
              <a:ext cx="278037" cy="82044"/>
            </a:xfrm>
            <a:custGeom>
              <a:avLst/>
              <a:gdLst/>
              <a:ahLst/>
              <a:cxnLst/>
              <a:rect l="l" t="t" r="r" b="b"/>
              <a:pathLst>
                <a:path w="3355" h="990" extrusionOk="0">
                  <a:moveTo>
                    <a:pt x="576" y="0"/>
                  </a:moveTo>
                  <a:cubicBezTo>
                    <a:pt x="314" y="0"/>
                    <a:pt x="116" y="39"/>
                    <a:pt x="70" y="159"/>
                  </a:cubicBezTo>
                  <a:cubicBezTo>
                    <a:pt x="0" y="349"/>
                    <a:pt x="452" y="590"/>
                    <a:pt x="1013" y="841"/>
                  </a:cubicBezTo>
                  <a:cubicBezTo>
                    <a:pt x="1756" y="871"/>
                    <a:pt x="2117" y="891"/>
                    <a:pt x="2859" y="981"/>
                  </a:cubicBezTo>
                  <a:cubicBezTo>
                    <a:pt x="2903" y="986"/>
                    <a:pt x="2938" y="989"/>
                    <a:pt x="2966" y="989"/>
                  </a:cubicBezTo>
                  <a:cubicBezTo>
                    <a:pt x="3354" y="989"/>
                    <a:pt x="2264" y="488"/>
                    <a:pt x="1244" y="48"/>
                  </a:cubicBezTo>
                  <a:cubicBezTo>
                    <a:pt x="1011" y="22"/>
                    <a:pt x="775" y="0"/>
                    <a:pt x="576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5" name="Google Shape;1865;p19"/>
            <p:cNvSpPr/>
            <p:nvPr/>
          </p:nvSpPr>
          <p:spPr>
            <a:xfrm>
              <a:off x="3139647" y="1334308"/>
              <a:ext cx="247789" cy="82375"/>
            </a:xfrm>
            <a:custGeom>
              <a:avLst/>
              <a:gdLst/>
              <a:ahLst/>
              <a:cxnLst/>
              <a:rect l="l" t="t" r="r" b="b"/>
              <a:pathLst>
                <a:path w="2990" h="994" extrusionOk="0">
                  <a:moveTo>
                    <a:pt x="512" y="0"/>
                  </a:moveTo>
                  <a:cubicBezTo>
                    <a:pt x="261" y="0"/>
                    <a:pt x="71" y="40"/>
                    <a:pt x="21" y="151"/>
                  </a:cubicBezTo>
                  <a:cubicBezTo>
                    <a:pt x="21" y="151"/>
                    <a:pt x="10" y="161"/>
                    <a:pt x="10" y="161"/>
                  </a:cubicBezTo>
                  <a:cubicBezTo>
                    <a:pt x="10" y="171"/>
                    <a:pt x="10" y="191"/>
                    <a:pt x="10" y="201"/>
                  </a:cubicBezTo>
                  <a:cubicBezTo>
                    <a:pt x="0" y="381"/>
                    <a:pt x="432" y="612"/>
                    <a:pt x="953" y="843"/>
                  </a:cubicBezTo>
                  <a:cubicBezTo>
                    <a:pt x="1696" y="873"/>
                    <a:pt x="2057" y="893"/>
                    <a:pt x="2799" y="983"/>
                  </a:cubicBezTo>
                  <a:cubicBezTo>
                    <a:pt x="2839" y="993"/>
                    <a:pt x="2879" y="993"/>
                    <a:pt x="2909" y="993"/>
                  </a:cubicBezTo>
                  <a:cubicBezTo>
                    <a:pt x="2959" y="993"/>
                    <a:pt x="2990" y="983"/>
                    <a:pt x="2990" y="963"/>
                  </a:cubicBezTo>
                  <a:cubicBezTo>
                    <a:pt x="2990" y="853"/>
                    <a:pt x="2057" y="431"/>
                    <a:pt x="1184" y="50"/>
                  </a:cubicBezTo>
                  <a:lnTo>
                    <a:pt x="1124" y="50"/>
                  </a:lnTo>
                  <a:lnTo>
                    <a:pt x="1114" y="40"/>
                  </a:lnTo>
                  <a:lnTo>
                    <a:pt x="1104" y="40"/>
                  </a:lnTo>
                  <a:cubicBezTo>
                    <a:pt x="903" y="20"/>
                    <a:pt x="693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6" name="Google Shape;1866;p19"/>
            <p:cNvSpPr/>
            <p:nvPr/>
          </p:nvSpPr>
          <p:spPr>
            <a:xfrm>
              <a:off x="1974223" y="937850"/>
              <a:ext cx="813062" cy="275965"/>
            </a:xfrm>
            <a:custGeom>
              <a:avLst/>
              <a:gdLst/>
              <a:ahLst/>
              <a:cxnLst/>
              <a:rect l="l" t="t" r="r" b="b"/>
              <a:pathLst>
                <a:path w="9811" h="3330" extrusionOk="0">
                  <a:moveTo>
                    <a:pt x="3297" y="1"/>
                  </a:moveTo>
                  <a:cubicBezTo>
                    <a:pt x="3197" y="1"/>
                    <a:pt x="3110" y="16"/>
                    <a:pt x="3040" y="50"/>
                  </a:cubicBezTo>
                  <a:cubicBezTo>
                    <a:pt x="1977" y="772"/>
                    <a:pt x="1184" y="682"/>
                    <a:pt x="1" y="942"/>
                  </a:cubicBezTo>
                  <a:cubicBezTo>
                    <a:pt x="141" y="996"/>
                    <a:pt x="335" y="1009"/>
                    <a:pt x="547" y="1009"/>
                  </a:cubicBezTo>
                  <a:cubicBezTo>
                    <a:pt x="653" y="1009"/>
                    <a:pt x="763" y="1006"/>
                    <a:pt x="873" y="1003"/>
                  </a:cubicBezTo>
                  <a:cubicBezTo>
                    <a:pt x="986" y="1000"/>
                    <a:pt x="1099" y="997"/>
                    <a:pt x="1206" y="997"/>
                  </a:cubicBezTo>
                  <a:cubicBezTo>
                    <a:pt x="1517" y="997"/>
                    <a:pt x="1785" y="1024"/>
                    <a:pt x="1896" y="1173"/>
                  </a:cubicBezTo>
                  <a:cubicBezTo>
                    <a:pt x="1967" y="1273"/>
                    <a:pt x="2067" y="1374"/>
                    <a:pt x="2177" y="1454"/>
                  </a:cubicBezTo>
                  <a:cubicBezTo>
                    <a:pt x="2638" y="1275"/>
                    <a:pt x="2780" y="1095"/>
                    <a:pt x="3028" y="1095"/>
                  </a:cubicBezTo>
                  <a:cubicBezTo>
                    <a:pt x="3071" y="1095"/>
                    <a:pt x="3118" y="1101"/>
                    <a:pt x="3170" y="1113"/>
                  </a:cubicBezTo>
                  <a:cubicBezTo>
                    <a:pt x="3609" y="1201"/>
                    <a:pt x="4302" y="2041"/>
                    <a:pt x="4609" y="2041"/>
                  </a:cubicBezTo>
                  <a:cubicBezTo>
                    <a:pt x="4653" y="2041"/>
                    <a:pt x="4689" y="2024"/>
                    <a:pt x="4715" y="1986"/>
                  </a:cubicBezTo>
                  <a:cubicBezTo>
                    <a:pt x="4750" y="1933"/>
                    <a:pt x="4823" y="1912"/>
                    <a:pt x="4919" y="1912"/>
                  </a:cubicBezTo>
                  <a:cubicBezTo>
                    <a:pt x="5098" y="1912"/>
                    <a:pt x="5356" y="1984"/>
                    <a:pt x="5598" y="2056"/>
                  </a:cubicBezTo>
                  <a:cubicBezTo>
                    <a:pt x="5840" y="2132"/>
                    <a:pt x="6069" y="2208"/>
                    <a:pt x="6193" y="2208"/>
                  </a:cubicBezTo>
                  <a:cubicBezTo>
                    <a:pt x="6249" y="2208"/>
                    <a:pt x="6284" y="2193"/>
                    <a:pt x="6290" y="2156"/>
                  </a:cubicBezTo>
                  <a:cubicBezTo>
                    <a:pt x="6293" y="2137"/>
                    <a:pt x="6308" y="2128"/>
                    <a:pt x="6333" y="2128"/>
                  </a:cubicBezTo>
                  <a:cubicBezTo>
                    <a:pt x="6482" y="2128"/>
                    <a:pt x="6984" y="2428"/>
                    <a:pt x="7463" y="2728"/>
                  </a:cubicBezTo>
                  <a:cubicBezTo>
                    <a:pt x="7946" y="3028"/>
                    <a:pt x="8404" y="3329"/>
                    <a:pt x="8462" y="3329"/>
                  </a:cubicBezTo>
                  <a:cubicBezTo>
                    <a:pt x="8467" y="3329"/>
                    <a:pt x="8469" y="3326"/>
                    <a:pt x="8466" y="3320"/>
                  </a:cubicBezTo>
                  <a:cubicBezTo>
                    <a:pt x="8426" y="3225"/>
                    <a:pt x="8307" y="3043"/>
                    <a:pt x="8596" y="3043"/>
                  </a:cubicBezTo>
                  <a:cubicBezTo>
                    <a:pt x="8735" y="3043"/>
                    <a:pt x="8968" y="3085"/>
                    <a:pt x="9349" y="3199"/>
                  </a:cubicBezTo>
                  <a:cubicBezTo>
                    <a:pt x="9560" y="3259"/>
                    <a:pt x="9710" y="3300"/>
                    <a:pt x="9810" y="3300"/>
                  </a:cubicBezTo>
                  <a:cubicBezTo>
                    <a:pt x="9600" y="3229"/>
                    <a:pt x="9419" y="3119"/>
                    <a:pt x="9289" y="2959"/>
                  </a:cubicBezTo>
                  <a:cubicBezTo>
                    <a:pt x="9058" y="2678"/>
                    <a:pt x="7263" y="1594"/>
                    <a:pt x="6892" y="1414"/>
                  </a:cubicBezTo>
                  <a:cubicBezTo>
                    <a:pt x="6661" y="1293"/>
                    <a:pt x="6380" y="1223"/>
                    <a:pt x="6139" y="1113"/>
                  </a:cubicBezTo>
                  <a:cubicBezTo>
                    <a:pt x="5266" y="694"/>
                    <a:pt x="3974" y="1"/>
                    <a:pt x="3297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7" name="Google Shape;1867;p19"/>
            <p:cNvSpPr/>
            <p:nvPr/>
          </p:nvSpPr>
          <p:spPr>
            <a:xfrm>
              <a:off x="1974223" y="937767"/>
              <a:ext cx="813062" cy="276048"/>
            </a:xfrm>
            <a:custGeom>
              <a:avLst/>
              <a:gdLst/>
              <a:ahLst/>
              <a:cxnLst/>
              <a:rect l="l" t="t" r="r" b="b"/>
              <a:pathLst>
                <a:path w="9811" h="3331" extrusionOk="0">
                  <a:moveTo>
                    <a:pt x="3291" y="1"/>
                  </a:moveTo>
                  <a:cubicBezTo>
                    <a:pt x="3190" y="1"/>
                    <a:pt x="3110" y="21"/>
                    <a:pt x="3040" y="51"/>
                  </a:cubicBezTo>
                  <a:cubicBezTo>
                    <a:pt x="1977" y="773"/>
                    <a:pt x="1184" y="683"/>
                    <a:pt x="1" y="943"/>
                  </a:cubicBezTo>
                  <a:cubicBezTo>
                    <a:pt x="11" y="943"/>
                    <a:pt x="21" y="943"/>
                    <a:pt x="21" y="953"/>
                  </a:cubicBezTo>
                  <a:cubicBezTo>
                    <a:pt x="151" y="994"/>
                    <a:pt x="322" y="1004"/>
                    <a:pt x="512" y="1014"/>
                  </a:cubicBezTo>
                  <a:lnTo>
                    <a:pt x="542" y="1014"/>
                  </a:lnTo>
                  <a:cubicBezTo>
                    <a:pt x="653" y="1014"/>
                    <a:pt x="763" y="1004"/>
                    <a:pt x="873" y="1004"/>
                  </a:cubicBezTo>
                  <a:cubicBezTo>
                    <a:pt x="984" y="1004"/>
                    <a:pt x="1094" y="994"/>
                    <a:pt x="1204" y="994"/>
                  </a:cubicBezTo>
                  <a:lnTo>
                    <a:pt x="1295" y="994"/>
                  </a:lnTo>
                  <a:cubicBezTo>
                    <a:pt x="1565" y="1004"/>
                    <a:pt x="1786" y="1044"/>
                    <a:pt x="1886" y="1164"/>
                  </a:cubicBezTo>
                  <a:cubicBezTo>
                    <a:pt x="1886" y="1164"/>
                    <a:pt x="1886" y="1174"/>
                    <a:pt x="1896" y="1174"/>
                  </a:cubicBezTo>
                  <a:cubicBezTo>
                    <a:pt x="1967" y="1274"/>
                    <a:pt x="2067" y="1375"/>
                    <a:pt x="2177" y="1455"/>
                  </a:cubicBezTo>
                  <a:lnTo>
                    <a:pt x="2187" y="1455"/>
                  </a:lnTo>
                  <a:cubicBezTo>
                    <a:pt x="2197" y="1445"/>
                    <a:pt x="2207" y="1445"/>
                    <a:pt x="2217" y="1445"/>
                  </a:cubicBezTo>
                  <a:cubicBezTo>
                    <a:pt x="2217" y="1435"/>
                    <a:pt x="2227" y="1435"/>
                    <a:pt x="2227" y="1435"/>
                  </a:cubicBezTo>
                  <a:lnTo>
                    <a:pt x="2237" y="1435"/>
                  </a:lnTo>
                  <a:cubicBezTo>
                    <a:pt x="2237" y="1435"/>
                    <a:pt x="2237" y="1425"/>
                    <a:pt x="2247" y="1425"/>
                  </a:cubicBezTo>
                  <a:cubicBezTo>
                    <a:pt x="2268" y="1415"/>
                    <a:pt x="2288" y="1405"/>
                    <a:pt x="2308" y="1405"/>
                  </a:cubicBezTo>
                  <a:cubicBezTo>
                    <a:pt x="2308" y="1395"/>
                    <a:pt x="2318" y="1395"/>
                    <a:pt x="2318" y="1395"/>
                  </a:cubicBezTo>
                  <a:lnTo>
                    <a:pt x="2328" y="1395"/>
                  </a:lnTo>
                  <a:cubicBezTo>
                    <a:pt x="2669" y="1234"/>
                    <a:pt x="2809" y="1094"/>
                    <a:pt x="3030" y="1094"/>
                  </a:cubicBezTo>
                  <a:lnTo>
                    <a:pt x="3040" y="1094"/>
                  </a:lnTo>
                  <a:cubicBezTo>
                    <a:pt x="3070" y="1094"/>
                    <a:pt x="3110" y="1094"/>
                    <a:pt x="3160" y="1104"/>
                  </a:cubicBezTo>
                  <a:lnTo>
                    <a:pt x="3170" y="1104"/>
                  </a:lnTo>
                  <a:lnTo>
                    <a:pt x="3170" y="1114"/>
                  </a:lnTo>
                  <a:lnTo>
                    <a:pt x="3200" y="1114"/>
                  </a:lnTo>
                  <a:cubicBezTo>
                    <a:pt x="3632" y="1224"/>
                    <a:pt x="4314" y="2047"/>
                    <a:pt x="4615" y="2047"/>
                  </a:cubicBezTo>
                  <a:cubicBezTo>
                    <a:pt x="4655" y="2047"/>
                    <a:pt x="4685" y="2027"/>
                    <a:pt x="4715" y="1997"/>
                  </a:cubicBezTo>
                  <a:cubicBezTo>
                    <a:pt x="4715" y="1997"/>
                    <a:pt x="4715" y="1997"/>
                    <a:pt x="4715" y="1987"/>
                  </a:cubicBezTo>
                  <a:cubicBezTo>
                    <a:pt x="4755" y="1936"/>
                    <a:pt x="4825" y="1916"/>
                    <a:pt x="4926" y="1916"/>
                  </a:cubicBezTo>
                  <a:lnTo>
                    <a:pt x="4976" y="1916"/>
                  </a:lnTo>
                  <a:cubicBezTo>
                    <a:pt x="5006" y="1916"/>
                    <a:pt x="5026" y="1916"/>
                    <a:pt x="5056" y="1926"/>
                  </a:cubicBezTo>
                  <a:cubicBezTo>
                    <a:pt x="5186" y="1946"/>
                    <a:pt x="5337" y="1987"/>
                    <a:pt x="5497" y="2027"/>
                  </a:cubicBezTo>
                  <a:cubicBezTo>
                    <a:pt x="5497" y="2027"/>
                    <a:pt x="5497" y="2027"/>
                    <a:pt x="5507" y="2037"/>
                  </a:cubicBezTo>
                  <a:lnTo>
                    <a:pt x="5537" y="2037"/>
                  </a:lnTo>
                  <a:cubicBezTo>
                    <a:pt x="5537" y="2047"/>
                    <a:pt x="5548" y="2047"/>
                    <a:pt x="5548" y="2047"/>
                  </a:cubicBezTo>
                  <a:lnTo>
                    <a:pt x="5568" y="2047"/>
                  </a:lnTo>
                  <a:lnTo>
                    <a:pt x="5598" y="2057"/>
                  </a:lnTo>
                  <a:cubicBezTo>
                    <a:pt x="5628" y="2067"/>
                    <a:pt x="5648" y="2077"/>
                    <a:pt x="5678" y="2087"/>
                  </a:cubicBezTo>
                  <a:cubicBezTo>
                    <a:pt x="5828" y="2127"/>
                    <a:pt x="5959" y="2167"/>
                    <a:pt x="6069" y="2197"/>
                  </a:cubicBezTo>
                  <a:lnTo>
                    <a:pt x="6109" y="2197"/>
                  </a:lnTo>
                  <a:cubicBezTo>
                    <a:pt x="6119" y="2197"/>
                    <a:pt x="6139" y="2207"/>
                    <a:pt x="6149" y="2207"/>
                  </a:cubicBezTo>
                  <a:lnTo>
                    <a:pt x="6199" y="2207"/>
                  </a:lnTo>
                  <a:cubicBezTo>
                    <a:pt x="6250" y="2207"/>
                    <a:pt x="6290" y="2187"/>
                    <a:pt x="6290" y="2157"/>
                  </a:cubicBezTo>
                  <a:cubicBezTo>
                    <a:pt x="6290" y="2157"/>
                    <a:pt x="6290" y="2157"/>
                    <a:pt x="6290" y="2147"/>
                  </a:cubicBezTo>
                  <a:cubicBezTo>
                    <a:pt x="6300" y="2137"/>
                    <a:pt x="6310" y="2127"/>
                    <a:pt x="6330" y="2127"/>
                  </a:cubicBezTo>
                  <a:lnTo>
                    <a:pt x="6340" y="2127"/>
                  </a:lnTo>
                  <a:cubicBezTo>
                    <a:pt x="6470" y="2127"/>
                    <a:pt x="6892" y="2378"/>
                    <a:pt x="7323" y="2639"/>
                  </a:cubicBezTo>
                  <a:cubicBezTo>
                    <a:pt x="7363" y="2669"/>
                    <a:pt x="7393" y="2689"/>
                    <a:pt x="7433" y="2709"/>
                  </a:cubicBezTo>
                  <a:cubicBezTo>
                    <a:pt x="7433" y="2709"/>
                    <a:pt x="7433" y="2709"/>
                    <a:pt x="7443" y="2719"/>
                  </a:cubicBezTo>
                  <a:cubicBezTo>
                    <a:pt x="7443" y="2719"/>
                    <a:pt x="7453" y="2719"/>
                    <a:pt x="7463" y="2729"/>
                  </a:cubicBezTo>
                  <a:cubicBezTo>
                    <a:pt x="7473" y="2729"/>
                    <a:pt x="7473" y="2739"/>
                    <a:pt x="7473" y="2739"/>
                  </a:cubicBezTo>
                  <a:cubicBezTo>
                    <a:pt x="7483" y="2739"/>
                    <a:pt x="7483" y="2739"/>
                    <a:pt x="7483" y="2749"/>
                  </a:cubicBezTo>
                  <a:cubicBezTo>
                    <a:pt x="7493" y="2749"/>
                    <a:pt x="7503" y="2749"/>
                    <a:pt x="7503" y="2759"/>
                  </a:cubicBezTo>
                  <a:cubicBezTo>
                    <a:pt x="7524" y="2769"/>
                    <a:pt x="7544" y="2779"/>
                    <a:pt x="7554" y="2789"/>
                  </a:cubicBezTo>
                  <a:cubicBezTo>
                    <a:pt x="8005" y="3070"/>
                    <a:pt x="8406" y="3331"/>
                    <a:pt x="8466" y="3331"/>
                  </a:cubicBezTo>
                  <a:cubicBezTo>
                    <a:pt x="8466" y="3331"/>
                    <a:pt x="8466" y="3331"/>
                    <a:pt x="8466" y="3321"/>
                  </a:cubicBezTo>
                  <a:cubicBezTo>
                    <a:pt x="8446" y="3281"/>
                    <a:pt x="8406" y="3210"/>
                    <a:pt x="8406" y="3150"/>
                  </a:cubicBezTo>
                  <a:cubicBezTo>
                    <a:pt x="8406" y="3090"/>
                    <a:pt x="8446" y="3050"/>
                    <a:pt x="8597" y="3050"/>
                  </a:cubicBezTo>
                  <a:lnTo>
                    <a:pt x="8617" y="3050"/>
                  </a:lnTo>
                  <a:cubicBezTo>
                    <a:pt x="8757" y="3050"/>
                    <a:pt x="8988" y="3090"/>
                    <a:pt x="9349" y="3200"/>
                  </a:cubicBezTo>
                  <a:cubicBezTo>
                    <a:pt x="9560" y="3260"/>
                    <a:pt x="9710" y="3301"/>
                    <a:pt x="9810" y="3301"/>
                  </a:cubicBezTo>
                  <a:cubicBezTo>
                    <a:pt x="9600" y="3230"/>
                    <a:pt x="9419" y="3120"/>
                    <a:pt x="9289" y="2960"/>
                  </a:cubicBezTo>
                  <a:cubicBezTo>
                    <a:pt x="9058" y="2679"/>
                    <a:pt x="7263" y="1595"/>
                    <a:pt x="6892" y="1415"/>
                  </a:cubicBezTo>
                  <a:cubicBezTo>
                    <a:pt x="6661" y="1294"/>
                    <a:pt x="6380" y="1224"/>
                    <a:pt x="6139" y="1114"/>
                  </a:cubicBezTo>
                  <a:cubicBezTo>
                    <a:pt x="5267" y="693"/>
                    <a:pt x="3973" y="1"/>
                    <a:pt x="32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8" name="Google Shape;1868;p19"/>
            <p:cNvSpPr/>
            <p:nvPr/>
          </p:nvSpPr>
          <p:spPr>
            <a:xfrm>
              <a:off x="213616" y="734980"/>
              <a:ext cx="711709" cy="215800"/>
            </a:xfrm>
            <a:custGeom>
              <a:avLst/>
              <a:gdLst/>
              <a:ahLst/>
              <a:cxnLst/>
              <a:rect l="l" t="t" r="r" b="b"/>
              <a:pathLst>
                <a:path w="8588" h="2604" extrusionOk="0">
                  <a:moveTo>
                    <a:pt x="8587" y="0"/>
                  </a:moveTo>
                  <a:cubicBezTo>
                    <a:pt x="8336" y="20"/>
                    <a:pt x="8086" y="90"/>
                    <a:pt x="7775" y="211"/>
                  </a:cubicBezTo>
                  <a:cubicBezTo>
                    <a:pt x="6721" y="662"/>
                    <a:pt x="5528" y="883"/>
                    <a:pt x="4374" y="1174"/>
                  </a:cubicBezTo>
                  <a:cubicBezTo>
                    <a:pt x="2860" y="1545"/>
                    <a:pt x="1395" y="2026"/>
                    <a:pt x="1" y="2598"/>
                  </a:cubicBezTo>
                  <a:cubicBezTo>
                    <a:pt x="28" y="2602"/>
                    <a:pt x="59" y="2603"/>
                    <a:pt x="93" y="2603"/>
                  </a:cubicBezTo>
                  <a:cubicBezTo>
                    <a:pt x="545" y="2603"/>
                    <a:pt x="1560" y="2305"/>
                    <a:pt x="2549" y="2006"/>
                  </a:cubicBezTo>
                  <a:cubicBezTo>
                    <a:pt x="3530" y="1710"/>
                    <a:pt x="4488" y="1414"/>
                    <a:pt x="4824" y="1414"/>
                  </a:cubicBezTo>
                  <a:cubicBezTo>
                    <a:pt x="4921" y="1414"/>
                    <a:pt x="4966" y="1439"/>
                    <a:pt x="4946" y="1495"/>
                  </a:cubicBezTo>
                  <a:cubicBezTo>
                    <a:pt x="4881" y="1705"/>
                    <a:pt x="5113" y="1747"/>
                    <a:pt x="5489" y="1747"/>
                  </a:cubicBezTo>
                  <a:cubicBezTo>
                    <a:pt x="5634" y="1747"/>
                    <a:pt x="5800" y="1741"/>
                    <a:pt x="5979" y="1735"/>
                  </a:cubicBezTo>
                  <a:cubicBezTo>
                    <a:pt x="7062" y="1254"/>
                    <a:pt x="7835" y="602"/>
                    <a:pt x="8587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9" name="Google Shape;1869;p19"/>
            <p:cNvSpPr/>
            <p:nvPr/>
          </p:nvSpPr>
          <p:spPr>
            <a:xfrm>
              <a:off x="213616" y="734980"/>
              <a:ext cx="711709" cy="216214"/>
            </a:xfrm>
            <a:custGeom>
              <a:avLst/>
              <a:gdLst/>
              <a:ahLst/>
              <a:cxnLst/>
              <a:rect l="l" t="t" r="r" b="b"/>
              <a:pathLst>
                <a:path w="8588" h="2609" extrusionOk="0">
                  <a:moveTo>
                    <a:pt x="8587" y="0"/>
                  </a:moveTo>
                  <a:cubicBezTo>
                    <a:pt x="8336" y="20"/>
                    <a:pt x="8086" y="90"/>
                    <a:pt x="7775" y="211"/>
                  </a:cubicBezTo>
                  <a:cubicBezTo>
                    <a:pt x="6721" y="662"/>
                    <a:pt x="5528" y="883"/>
                    <a:pt x="4374" y="1174"/>
                  </a:cubicBezTo>
                  <a:cubicBezTo>
                    <a:pt x="2860" y="1545"/>
                    <a:pt x="1395" y="2026"/>
                    <a:pt x="1" y="2598"/>
                  </a:cubicBezTo>
                  <a:lnTo>
                    <a:pt x="11" y="2598"/>
                  </a:lnTo>
                  <a:cubicBezTo>
                    <a:pt x="31" y="2598"/>
                    <a:pt x="51" y="2608"/>
                    <a:pt x="81" y="2608"/>
                  </a:cubicBezTo>
                  <a:lnTo>
                    <a:pt x="101" y="2608"/>
                  </a:lnTo>
                  <a:cubicBezTo>
                    <a:pt x="543" y="2608"/>
                    <a:pt x="1556" y="2307"/>
                    <a:pt x="2549" y="2006"/>
                  </a:cubicBezTo>
                  <a:cubicBezTo>
                    <a:pt x="3532" y="1715"/>
                    <a:pt x="4485" y="1414"/>
                    <a:pt x="4826" y="1414"/>
                  </a:cubicBezTo>
                  <a:lnTo>
                    <a:pt x="4836" y="1414"/>
                  </a:lnTo>
                  <a:cubicBezTo>
                    <a:pt x="4916" y="1414"/>
                    <a:pt x="4956" y="1434"/>
                    <a:pt x="4956" y="1475"/>
                  </a:cubicBezTo>
                  <a:cubicBezTo>
                    <a:pt x="4956" y="1485"/>
                    <a:pt x="4956" y="1485"/>
                    <a:pt x="4946" y="1495"/>
                  </a:cubicBezTo>
                  <a:cubicBezTo>
                    <a:pt x="4936" y="1525"/>
                    <a:pt x="4936" y="1545"/>
                    <a:pt x="4936" y="1565"/>
                  </a:cubicBezTo>
                  <a:cubicBezTo>
                    <a:pt x="4936" y="1715"/>
                    <a:pt x="5167" y="1745"/>
                    <a:pt x="5508" y="1745"/>
                  </a:cubicBezTo>
                  <a:lnTo>
                    <a:pt x="5889" y="1745"/>
                  </a:lnTo>
                  <a:cubicBezTo>
                    <a:pt x="5919" y="1735"/>
                    <a:pt x="5939" y="1735"/>
                    <a:pt x="5959" y="1735"/>
                  </a:cubicBezTo>
                  <a:lnTo>
                    <a:pt x="5979" y="1735"/>
                  </a:lnTo>
                  <a:cubicBezTo>
                    <a:pt x="7062" y="1254"/>
                    <a:pt x="7835" y="602"/>
                    <a:pt x="85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0" name="Google Shape;1870;p19"/>
            <p:cNvSpPr/>
            <p:nvPr/>
          </p:nvSpPr>
          <p:spPr>
            <a:xfrm>
              <a:off x="1123049" y="826387"/>
              <a:ext cx="193756" cy="114778"/>
            </a:xfrm>
            <a:custGeom>
              <a:avLst/>
              <a:gdLst/>
              <a:ahLst/>
              <a:cxnLst/>
              <a:rect l="l" t="t" r="r" b="b"/>
              <a:pathLst>
                <a:path w="2338" h="1385" extrusionOk="0">
                  <a:moveTo>
                    <a:pt x="833" y="0"/>
                  </a:moveTo>
                  <a:cubicBezTo>
                    <a:pt x="632" y="321"/>
                    <a:pt x="291" y="502"/>
                    <a:pt x="0" y="693"/>
                  </a:cubicBezTo>
                  <a:cubicBezTo>
                    <a:pt x="151" y="693"/>
                    <a:pt x="291" y="713"/>
                    <a:pt x="382" y="773"/>
                  </a:cubicBezTo>
                  <a:cubicBezTo>
                    <a:pt x="532" y="883"/>
                    <a:pt x="542" y="1124"/>
                    <a:pt x="552" y="1385"/>
                  </a:cubicBezTo>
                  <a:cubicBezTo>
                    <a:pt x="1224" y="943"/>
                    <a:pt x="2037" y="392"/>
                    <a:pt x="2337" y="311"/>
                  </a:cubicBezTo>
                  <a:cubicBezTo>
                    <a:pt x="1846" y="201"/>
                    <a:pt x="1244" y="261"/>
                    <a:pt x="833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1" name="Google Shape;1871;p19"/>
            <p:cNvSpPr/>
            <p:nvPr/>
          </p:nvSpPr>
          <p:spPr>
            <a:xfrm>
              <a:off x="1123049" y="826387"/>
              <a:ext cx="193756" cy="114778"/>
            </a:xfrm>
            <a:custGeom>
              <a:avLst/>
              <a:gdLst/>
              <a:ahLst/>
              <a:cxnLst/>
              <a:rect l="l" t="t" r="r" b="b"/>
              <a:pathLst>
                <a:path w="2338" h="1385" extrusionOk="0">
                  <a:moveTo>
                    <a:pt x="833" y="0"/>
                  </a:moveTo>
                  <a:cubicBezTo>
                    <a:pt x="632" y="321"/>
                    <a:pt x="291" y="502"/>
                    <a:pt x="0" y="693"/>
                  </a:cubicBezTo>
                  <a:lnTo>
                    <a:pt x="30" y="693"/>
                  </a:lnTo>
                  <a:cubicBezTo>
                    <a:pt x="171" y="693"/>
                    <a:pt x="291" y="713"/>
                    <a:pt x="382" y="773"/>
                  </a:cubicBezTo>
                  <a:cubicBezTo>
                    <a:pt x="532" y="883"/>
                    <a:pt x="542" y="1124"/>
                    <a:pt x="552" y="1385"/>
                  </a:cubicBezTo>
                  <a:cubicBezTo>
                    <a:pt x="1224" y="943"/>
                    <a:pt x="2037" y="392"/>
                    <a:pt x="2337" y="311"/>
                  </a:cubicBezTo>
                  <a:cubicBezTo>
                    <a:pt x="1846" y="201"/>
                    <a:pt x="1244" y="261"/>
                    <a:pt x="833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2" name="Google Shape;1872;p19"/>
            <p:cNvSpPr/>
            <p:nvPr/>
          </p:nvSpPr>
          <p:spPr>
            <a:xfrm>
              <a:off x="321681" y="1721649"/>
              <a:ext cx="10110" cy="4226"/>
            </a:xfrm>
            <a:custGeom>
              <a:avLst/>
              <a:gdLst/>
              <a:ahLst/>
              <a:cxnLst/>
              <a:rect l="l" t="t" r="r" b="b"/>
              <a:pathLst>
                <a:path w="122" h="51" extrusionOk="0">
                  <a:moveTo>
                    <a:pt x="1" y="0"/>
                  </a:moveTo>
                  <a:cubicBezTo>
                    <a:pt x="31" y="10"/>
                    <a:pt x="51" y="30"/>
                    <a:pt x="81" y="50"/>
                  </a:cubicBezTo>
                  <a:lnTo>
                    <a:pt x="121" y="40"/>
                  </a:lnTo>
                  <a:cubicBezTo>
                    <a:pt x="81" y="30"/>
                    <a:pt x="41" y="10"/>
                    <a:pt x="1" y="0"/>
                  </a:cubicBezTo>
                  <a:close/>
                </a:path>
              </a:pathLst>
            </a:custGeom>
            <a:solidFill>
              <a:srgbClr val="C4EA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3" name="Google Shape;1873;p19"/>
            <p:cNvSpPr/>
            <p:nvPr/>
          </p:nvSpPr>
          <p:spPr>
            <a:xfrm>
              <a:off x="479634" y="1788112"/>
              <a:ext cx="279363" cy="100690"/>
            </a:xfrm>
            <a:custGeom>
              <a:avLst/>
              <a:gdLst/>
              <a:ahLst/>
              <a:cxnLst/>
              <a:rect l="l" t="t" r="r" b="b"/>
              <a:pathLst>
                <a:path w="3371" h="1215" extrusionOk="0">
                  <a:moveTo>
                    <a:pt x="221" y="1"/>
                  </a:moveTo>
                  <a:cubicBezTo>
                    <a:pt x="151" y="61"/>
                    <a:pt x="81" y="111"/>
                    <a:pt x="1" y="161"/>
                  </a:cubicBezTo>
                  <a:cubicBezTo>
                    <a:pt x="1064" y="593"/>
                    <a:pt x="2207" y="924"/>
                    <a:pt x="3371" y="1214"/>
                  </a:cubicBezTo>
                  <a:cubicBezTo>
                    <a:pt x="2348" y="813"/>
                    <a:pt x="1295" y="412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4" name="Google Shape;1874;p19"/>
            <p:cNvSpPr/>
            <p:nvPr/>
          </p:nvSpPr>
          <p:spPr>
            <a:xfrm>
              <a:off x="2028256" y="1258646"/>
              <a:ext cx="184640" cy="10856"/>
            </a:xfrm>
            <a:custGeom>
              <a:avLst/>
              <a:gdLst/>
              <a:ahLst/>
              <a:cxnLst/>
              <a:rect l="l" t="t" r="r" b="b"/>
              <a:pathLst>
                <a:path w="2228" h="131" extrusionOk="0">
                  <a:moveTo>
                    <a:pt x="2177" y="131"/>
                  </a:moveTo>
                  <a:lnTo>
                    <a:pt x="2177" y="131"/>
                  </a:lnTo>
                  <a:cubicBezTo>
                    <a:pt x="2197" y="131"/>
                    <a:pt x="2217" y="131"/>
                    <a:pt x="2227" y="131"/>
                  </a:cubicBezTo>
                  <a:cubicBezTo>
                    <a:pt x="2217" y="131"/>
                    <a:pt x="2197" y="131"/>
                    <a:pt x="2177" y="131"/>
                  </a:cubicBezTo>
                  <a:close/>
                  <a:moveTo>
                    <a:pt x="2227" y="131"/>
                  </a:moveTo>
                  <a:lnTo>
                    <a:pt x="2227" y="131"/>
                  </a:lnTo>
                  <a:lnTo>
                    <a:pt x="2227" y="131"/>
                  </a:lnTo>
                  <a:close/>
                  <a:moveTo>
                    <a:pt x="1285" y="20"/>
                  </a:moveTo>
                  <a:cubicBezTo>
                    <a:pt x="1285" y="20"/>
                    <a:pt x="1285" y="20"/>
                    <a:pt x="1274" y="20"/>
                  </a:cubicBezTo>
                  <a:lnTo>
                    <a:pt x="1274" y="20"/>
                  </a:lnTo>
                  <a:lnTo>
                    <a:pt x="1274" y="20"/>
                  </a:lnTo>
                  <a:cubicBezTo>
                    <a:pt x="1285" y="20"/>
                    <a:pt x="1285" y="20"/>
                    <a:pt x="1285" y="20"/>
                  </a:cubicBezTo>
                  <a:close/>
                  <a:moveTo>
                    <a:pt x="1244" y="20"/>
                  </a:moveTo>
                  <a:cubicBezTo>
                    <a:pt x="1244" y="10"/>
                    <a:pt x="1244" y="10"/>
                    <a:pt x="1234" y="10"/>
                  </a:cubicBezTo>
                  <a:cubicBezTo>
                    <a:pt x="1244" y="10"/>
                    <a:pt x="1244" y="10"/>
                    <a:pt x="1244" y="20"/>
                  </a:cubicBezTo>
                  <a:close/>
                  <a:moveTo>
                    <a:pt x="1164" y="0"/>
                  </a:moveTo>
                  <a:cubicBezTo>
                    <a:pt x="1164" y="0"/>
                    <a:pt x="1164" y="0"/>
                    <a:pt x="1164" y="0"/>
                  </a:cubicBezTo>
                  <a:cubicBezTo>
                    <a:pt x="1164" y="0"/>
                    <a:pt x="1164" y="0"/>
                    <a:pt x="1164" y="0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5" name="Google Shape;1875;p19"/>
            <p:cNvSpPr/>
            <p:nvPr/>
          </p:nvSpPr>
          <p:spPr>
            <a:xfrm>
              <a:off x="2070686" y="1252845"/>
              <a:ext cx="127209" cy="5884"/>
            </a:xfrm>
            <a:custGeom>
              <a:avLst/>
              <a:gdLst/>
              <a:ahLst/>
              <a:cxnLst/>
              <a:rect l="l" t="t" r="r" b="b"/>
              <a:pathLst>
                <a:path w="1535" h="71" extrusionOk="0">
                  <a:moveTo>
                    <a:pt x="592" y="70"/>
                  </a:moveTo>
                  <a:cubicBezTo>
                    <a:pt x="592" y="60"/>
                    <a:pt x="582" y="60"/>
                    <a:pt x="572" y="60"/>
                  </a:cubicBezTo>
                  <a:cubicBezTo>
                    <a:pt x="582" y="60"/>
                    <a:pt x="592" y="60"/>
                    <a:pt x="592" y="70"/>
                  </a:cubicBezTo>
                  <a:close/>
                  <a:moveTo>
                    <a:pt x="542" y="60"/>
                  </a:moveTo>
                  <a:cubicBezTo>
                    <a:pt x="522" y="60"/>
                    <a:pt x="492" y="50"/>
                    <a:pt x="472" y="50"/>
                  </a:cubicBezTo>
                  <a:cubicBezTo>
                    <a:pt x="492" y="50"/>
                    <a:pt x="522" y="60"/>
                    <a:pt x="542" y="60"/>
                  </a:cubicBezTo>
                  <a:close/>
                  <a:moveTo>
                    <a:pt x="472" y="50"/>
                  </a:moveTo>
                  <a:cubicBezTo>
                    <a:pt x="361" y="30"/>
                    <a:pt x="251" y="20"/>
                    <a:pt x="151" y="10"/>
                  </a:cubicBezTo>
                  <a:cubicBezTo>
                    <a:pt x="251" y="20"/>
                    <a:pt x="361" y="30"/>
                    <a:pt x="472" y="50"/>
                  </a:cubicBezTo>
                  <a:close/>
                  <a:moveTo>
                    <a:pt x="131" y="10"/>
                  </a:moveTo>
                  <a:cubicBezTo>
                    <a:pt x="90" y="0"/>
                    <a:pt x="50" y="0"/>
                    <a:pt x="0" y="0"/>
                  </a:cubicBezTo>
                  <a:cubicBezTo>
                    <a:pt x="50" y="0"/>
                    <a:pt x="90" y="0"/>
                    <a:pt x="131" y="10"/>
                  </a:cubicBezTo>
                  <a:close/>
                  <a:moveTo>
                    <a:pt x="1535" y="10"/>
                  </a:moveTo>
                  <a:cubicBezTo>
                    <a:pt x="1535" y="10"/>
                    <a:pt x="1535" y="0"/>
                    <a:pt x="1535" y="0"/>
                  </a:cubicBezTo>
                  <a:cubicBezTo>
                    <a:pt x="1535" y="0"/>
                    <a:pt x="1535" y="10"/>
                    <a:pt x="1535" y="10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6" name="Google Shape;1876;p19"/>
            <p:cNvSpPr/>
            <p:nvPr/>
          </p:nvSpPr>
          <p:spPr>
            <a:xfrm>
              <a:off x="2054857" y="1251187"/>
              <a:ext cx="140552" cy="912"/>
            </a:xfrm>
            <a:custGeom>
              <a:avLst/>
              <a:gdLst/>
              <a:ahLst/>
              <a:cxnLst/>
              <a:rect l="l" t="t" r="r" b="b"/>
              <a:pathLst>
                <a:path w="1696" h="11" extrusionOk="0">
                  <a:moveTo>
                    <a:pt x="161" y="10"/>
                  </a:moveTo>
                  <a:cubicBezTo>
                    <a:pt x="101" y="10"/>
                    <a:pt x="51" y="10"/>
                    <a:pt x="1" y="0"/>
                  </a:cubicBezTo>
                  <a:cubicBezTo>
                    <a:pt x="51" y="10"/>
                    <a:pt x="101" y="10"/>
                    <a:pt x="161" y="10"/>
                  </a:cubicBezTo>
                  <a:close/>
                  <a:moveTo>
                    <a:pt x="1696" y="10"/>
                  </a:moveTo>
                  <a:cubicBezTo>
                    <a:pt x="1686" y="10"/>
                    <a:pt x="1686" y="0"/>
                    <a:pt x="1676" y="0"/>
                  </a:cubicBezTo>
                  <a:cubicBezTo>
                    <a:pt x="1686" y="0"/>
                    <a:pt x="1686" y="10"/>
                    <a:pt x="1696" y="10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7" name="Google Shape;1877;p19"/>
            <p:cNvSpPr/>
            <p:nvPr/>
          </p:nvSpPr>
          <p:spPr>
            <a:xfrm>
              <a:off x="1943478" y="1133924"/>
              <a:ext cx="315993" cy="117347"/>
            </a:xfrm>
            <a:custGeom>
              <a:avLst/>
              <a:gdLst/>
              <a:ahLst/>
              <a:cxnLst/>
              <a:rect l="l" t="t" r="r" b="b"/>
              <a:pathLst>
                <a:path w="3813" h="1416" extrusionOk="0">
                  <a:moveTo>
                    <a:pt x="1284" y="1415"/>
                  </a:moveTo>
                  <a:lnTo>
                    <a:pt x="1284" y="1415"/>
                  </a:lnTo>
                  <a:lnTo>
                    <a:pt x="1284" y="1415"/>
                  </a:lnTo>
                  <a:lnTo>
                    <a:pt x="1284" y="1415"/>
                  </a:lnTo>
                  <a:close/>
                  <a:moveTo>
                    <a:pt x="3752" y="994"/>
                  </a:moveTo>
                  <a:lnTo>
                    <a:pt x="3752" y="994"/>
                  </a:lnTo>
                  <a:lnTo>
                    <a:pt x="3752" y="994"/>
                  </a:lnTo>
                  <a:lnTo>
                    <a:pt x="3752" y="994"/>
                  </a:lnTo>
                  <a:close/>
                  <a:moveTo>
                    <a:pt x="3812" y="994"/>
                  </a:moveTo>
                  <a:lnTo>
                    <a:pt x="3812" y="994"/>
                  </a:lnTo>
                  <a:lnTo>
                    <a:pt x="3812" y="994"/>
                  </a:lnTo>
                  <a:lnTo>
                    <a:pt x="3812" y="994"/>
                  </a:lnTo>
                  <a:close/>
                  <a:moveTo>
                    <a:pt x="3692" y="994"/>
                  </a:moveTo>
                  <a:cubicBezTo>
                    <a:pt x="3682" y="984"/>
                    <a:pt x="3672" y="984"/>
                    <a:pt x="3652" y="984"/>
                  </a:cubicBezTo>
                  <a:cubicBezTo>
                    <a:pt x="3672" y="984"/>
                    <a:pt x="3682" y="984"/>
                    <a:pt x="3692" y="994"/>
                  </a:cubicBezTo>
                  <a:close/>
                  <a:moveTo>
                    <a:pt x="3632" y="984"/>
                  </a:moveTo>
                  <a:lnTo>
                    <a:pt x="3622" y="974"/>
                  </a:lnTo>
                  <a:lnTo>
                    <a:pt x="3632" y="984"/>
                  </a:lnTo>
                  <a:close/>
                  <a:moveTo>
                    <a:pt x="3611" y="974"/>
                  </a:moveTo>
                  <a:cubicBezTo>
                    <a:pt x="3581" y="974"/>
                    <a:pt x="3561" y="964"/>
                    <a:pt x="3531" y="954"/>
                  </a:cubicBezTo>
                  <a:cubicBezTo>
                    <a:pt x="3561" y="964"/>
                    <a:pt x="3581" y="974"/>
                    <a:pt x="3611" y="974"/>
                  </a:cubicBezTo>
                  <a:close/>
                  <a:moveTo>
                    <a:pt x="2558" y="562"/>
                  </a:moveTo>
                  <a:cubicBezTo>
                    <a:pt x="2217" y="412"/>
                    <a:pt x="1886" y="282"/>
                    <a:pt x="1625" y="282"/>
                  </a:cubicBezTo>
                  <a:cubicBezTo>
                    <a:pt x="1605" y="282"/>
                    <a:pt x="1585" y="282"/>
                    <a:pt x="1565" y="282"/>
                  </a:cubicBezTo>
                  <a:cubicBezTo>
                    <a:pt x="1585" y="282"/>
                    <a:pt x="1605" y="282"/>
                    <a:pt x="1625" y="282"/>
                  </a:cubicBezTo>
                  <a:cubicBezTo>
                    <a:pt x="1886" y="282"/>
                    <a:pt x="2217" y="412"/>
                    <a:pt x="2558" y="562"/>
                  </a:cubicBezTo>
                  <a:close/>
                  <a:moveTo>
                    <a:pt x="1405" y="302"/>
                  </a:moveTo>
                  <a:lnTo>
                    <a:pt x="1405" y="302"/>
                  </a:lnTo>
                  <a:lnTo>
                    <a:pt x="1405" y="302"/>
                  </a:lnTo>
                  <a:lnTo>
                    <a:pt x="1405" y="302"/>
                  </a:lnTo>
                  <a:close/>
                  <a:moveTo>
                    <a:pt x="1395" y="302"/>
                  </a:moveTo>
                  <a:cubicBezTo>
                    <a:pt x="1174" y="302"/>
                    <a:pt x="873" y="191"/>
                    <a:pt x="592" y="71"/>
                  </a:cubicBezTo>
                  <a:cubicBezTo>
                    <a:pt x="873" y="191"/>
                    <a:pt x="1174" y="302"/>
                    <a:pt x="1395" y="302"/>
                  </a:cubicBezTo>
                  <a:close/>
                  <a:moveTo>
                    <a:pt x="1495" y="302"/>
                  </a:moveTo>
                  <a:cubicBezTo>
                    <a:pt x="1495" y="292"/>
                    <a:pt x="1505" y="292"/>
                    <a:pt x="1505" y="292"/>
                  </a:cubicBezTo>
                  <a:cubicBezTo>
                    <a:pt x="1505" y="292"/>
                    <a:pt x="1505" y="292"/>
                    <a:pt x="1505" y="292"/>
                  </a:cubicBezTo>
                  <a:cubicBezTo>
                    <a:pt x="1505" y="292"/>
                    <a:pt x="1505" y="292"/>
                    <a:pt x="1505" y="292"/>
                  </a:cubicBezTo>
                  <a:cubicBezTo>
                    <a:pt x="1505" y="292"/>
                    <a:pt x="1495" y="292"/>
                    <a:pt x="1495" y="302"/>
                  </a:cubicBezTo>
                  <a:close/>
                  <a:moveTo>
                    <a:pt x="1515" y="292"/>
                  </a:moveTo>
                  <a:cubicBezTo>
                    <a:pt x="1515" y="292"/>
                    <a:pt x="1515" y="292"/>
                    <a:pt x="1515" y="292"/>
                  </a:cubicBezTo>
                  <a:cubicBezTo>
                    <a:pt x="1515" y="292"/>
                    <a:pt x="1515" y="292"/>
                    <a:pt x="1515" y="292"/>
                  </a:cubicBezTo>
                  <a:close/>
                  <a:moveTo>
                    <a:pt x="592" y="71"/>
                  </a:moveTo>
                  <a:lnTo>
                    <a:pt x="582" y="61"/>
                  </a:lnTo>
                  <a:lnTo>
                    <a:pt x="592" y="71"/>
                  </a:lnTo>
                  <a:close/>
                  <a:moveTo>
                    <a:pt x="562" y="61"/>
                  </a:moveTo>
                  <a:cubicBezTo>
                    <a:pt x="562" y="51"/>
                    <a:pt x="552" y="51"/>
                    <a:pt x="542" y="51"/>
                  </a:cubicBezTo>
                  <a:lnTo>
                    <a:pt x="542" y="51"/>
                  </a:lnTo>
                  <a:lnTo>
                    <a:pt x="542" y="51"/>
                  </a:lnTo>
                  <a:cubicBezTo>
                    <a:pt x="552" y="51"/>
                    <a:pt x="562" y="51"/>
                    <a:pt x="562" y="61"/>
                  </a:cubicBezTo>
                  <a:close/>
                  <a:moveTo>
                    <a:pt x="522" y="41"/>
                  </a:moveTo>
                  <a:cubicBezTo>
                    <a:pt x="522" y="41"/>
                    <a:pt x="512" y="31"/>
                    <a:pt x="512" y="31"/>
                  </a:cubicBezTo>
                  <a:cubicBezTo>
                    <a:pt x="512" y="31"/>
                    <a:pt x="522" y="41"/>
                    <a:pt x="522" y="41"/>
                  </a:cubicBezTo>
                  <a:close/>
                  <a:moveTo>
                    <a:pt x="482" y="21"/>
                  </a:moveTo>
                  <a:cubicBezTo>
                    <a:pt x="482" y="21"/>
                    <a:pt x="472" y="21"/>
                    <a:pt x="472" y="11"/>
                  </a:cubicBezTo>
                  <a:cubicBezTo>
                    <a:pt x="472" y="21"/>
                    <a:pt x="482" y="21"/>
                    <a:pt x="482" y="21"/>
                  </a:cubicBezTo>
                  <a:close/>
                  <a:moveTo>
                    <a:pt x="452" y="11"/>
                  </a:moveTo>
                  <a:cubicBezTo>
                    <a:pt x="452" y="11"/>
                    <a:pt x="452" y="11"/>
                    <a:pt x="452" y="11"/>
                  </a:cubicBezTo>
                  <a:cubicBezTo>
                    <a:pt x="452" y="11"/>
                    <a:pt x="452" y="11"/>
                    <a:pt x="452" y="11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8" name="Google Shape;1878;p19"/>
            <p:cNvSpPr/>
            <p:nvPr/>
          </p:nvSpPr>
          <p:spPr>
            <a:xfrm>
              <a:off x="790568" y="949369"/>
              <a:ext cx="443119" cy="207927"/>
            </a:xfrm>
            <a:custGeom>
              <a:avLst/>
              <a:gdLst/>
              <a:ahLst/>
              <a:cxnLst/>
              <a:rect l="l" t="t" r="r" b="b"/>
              <a:pathLst>
                <a:path w="5347" h="2509" extrusionOk="0">
                  <a:moveTo>
                    <a:pt x="5346" y="2509"/>
                  </a:moveTo>
                  <a:cubicBezTo>
                    <a:pt x="5346" y="2509"/>
                    <a:pt x="5346" y="2509"/>
                    <a:pt x="5346" y="2509"/>
                  </a:cubicBezTo>
                  <a:cubicBezTo>
                    <a:pt x="5346" y="2509"/>
                    <a:pt x="5346" y="2509"/>
                    <a:pt x="5346" y="2509"/>
                  </a:cubicBezTo>
                  <a:close/>
                  <a:moveTo>
                    <a:pt x="5306" y="2479"/>
                  </a:moveTo>
                  <a:cubicBezTo>
                    <a:pt x="4915" y="2087"/>
                    <a:pt x="4594" y="1827"/>
                    <a:pt x="4323" y="1827"/>
                  </a:cubicBezTo>
                  <a:cubicBezTo>
                    <a:pt x="4594" y="1827"/>
                    <a:pt x="4915" y="2087"/>
                    <a:pt x="5306" y="2479"/>
                  </a:cubicBezTo>
                  <a:close/>
                  <a:moveTo>
                    <a:pt x="3902" y="1927"/>
                  </a:moveTo>
                  <a:lnTo>
                    <a:pt x="3902" y="1927"/>
                  </a:lnTo>
                  <a:lnTo>
                    <a:pt x="3902" y="1927"/>
                  </a:lnTo>
                  <a:lnTo>
                    <a:pt x="3902" y="1927"/>
                  </a:lnTo>
                  <a:close/>
                  <a:moveTo>
                    <a:pt x="3862" y="1927"/>
                  </a:moveTo>
                  <a:cubicBezTo>
                    <a:pt x="3721" y="1917"/>
                    <a:pt x="3551" y="1857"/>
                    <a:pt x="3390" y="1776"/>
                  </a:cubicBezTo>
                  <a:cubicBezTo>
                    <a:pt x="3551" y="1857"/>
                    <a:pt x="3721" y="1917"/>
                    <a:pt x="3862" y="1927"/>
                  </a:cubicBezTo>
                  <a:close/>
                  <a:moveTo>
                    <a:pt x="4113" y="1877"/>
                  </a:moveTo>
                  <a:cubicBezTo>
                    <a:pt x="4113" y="1877"/>
                    <a:pt x="4113" y="1877"/>
                    <a:pt x="4113" y="1877"/>
                  </a:cubicBezTo>
                  <a:cubicBezTo>
                    <a:pt x="4113" y="1877"/>
                    <a:pt x="4113" y="1877"/>
                    <a:pt x="4113" y="1877"/>
                  </a:cubicBezTo>
                  <a:close/>
                  <a:moveTo>
                    <a:pt x="4123" y="1877"/>
                  </a:moveTo>
                  <a:cubicBezTo>
                    <a:pt x="4123" y="1877"/>
                    <a:pt x="4123" y="1877"/>
                    <a:pt x="4123" y="1877"/>
                  </a:cubicBezTo>
                  <a:cubicBezTo>
                    <a:pt x="4133" y="1877"/>
                    <a:pt x="4133" y="1867"/>
                    <a:pt x="4133" y="1867"/>
                  </a:cubicBezTo>
                  <a:cubicBezTo>
                    <a:pt x="4133" y="1867"/>
                    <a:pt x="4133" y="1877"/>
                    <a:pt x="4123" y="1877"/>
                  </a:cubicBezTo>
                  <a:cubicBezTo>
                    <a:pt x="4123" y="1877"/>
                    <a:pt x="4123" y="1877"/>
                    <a:pt x="4123" y="1877"/>
                  </a:cubicBezTo>
                  <a:close/>
                  <a:moveTo>
                    <a:pt x="4313" y="1827"/>
                  </a:moveTo>
                  <a:lnTo>
                    <a:pt x="4313" y="1827"/>
                  </a:lnTo>
                  <a:lnTo>
                    <a:pt x="4313" y="1827"/>
                  </a:lnTo>
                  <a:lnTo>
                    <a:pt x="4313" y="1827"/>
                  </a:lnTo>
                  <a:close/>
                  <a:moveTo>
                    <a:pt x="3380" y="1776"/>
                  </a:moveTo>
                  <a:cubicBezTo>
                    <a:pt x="3360" y="1766"/>
                    <a:pt x="3340" y="1746"/>
                    <a:pt x="3320" y="1736"/>
                  </a:cubicBezTo>
                  <a:cubicBezTo>
                    <a:pt x="3340" y="1746"/>
                    <a:pt x="3360" y="1766"/>
                    <a:pt x="3380" y="1776"/>
                  </a:cubicBezTo>
                  <a:close/>
                  <a:moveTo>
                    <a:pt x="1976" y="914"/>
                  </a:moveTo>
                  <a:cubicBezTo>
                    <a:pt x="1976" y="914"/>
                    <a:pt x="1976" y="914"/>
                    <a:pt x="1976" y="914"/>
                  </a:cubicBezTo>
                  <a:cubicBezTo>
                    <a:pt x="1976" y="914"/>
                    <a:pt x="1976" y="914"/>
                    <a:pt x="1976" y="914"/>
                  </a:cubicBezTo>
                  <a:close/>
                  <a:moveTo>
                    <a:pt x="1966" y="914"/>
                  </a:moveTo>
                  <a:lnTo>
                    <a:pt x="1966" y="914"/>
                  </a:lnTo>
                  <a:cubicBezTo>
                    <a:pt x="1956" y="914"/>
                    <a:pt x="1956" y="914"/>
                    <a:pt x="1946" y="904"/>
                  </a:cubicBezTo>
                  <a:cubicBezTo>
                    <a:pt x="1956" y="914"/>
                    <a:pt x="1956" y="914"/>
                    <a:pt x="1966" y="914"/>
                  </a:cubicBezTo>
                  <a:lnTo>
                    <a:pt x="1966" y="914"/>
                  </a:lnTo>
                  <a:close/>
                  <a:moveTo>
                    <a:pt x="1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0" y="1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9" name="Google Shape;1879;p19"/>
            <p:cNvSpPr/>
            <p:nvPr/>
          </p:nvSpPr>
          <p:spPr>
            <a:xfrm>
              <a:off x="1505419" y="1031660"/>
              <a:ext cx="83" cy="8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0" name="Google Shape;1880;p19"/>
            <p:cNvSpPr/>
            <p:nvPr/>
          </p:nvSpPr>
          <p:spPr>
            <a:xfrm>
              <a:off x="1505419" y="1031660"/>
              <a:ext cx="83" cy="8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4EA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1" name="Google Shape;1881;p19"/>
            <p:cNvSpPr/>
            <p:nvPr/>
          </p:nvSpPr>
          <p:spPr>
            <a:xfrm>
              <a:off x="1931793" y="1116687"/>
              <a:ext cx="956349" cy="447926"/>
            </a:xfrm>
            <a:custGeom>
              <a:avLst/>
              <a:gdLst/>
              <a:ahLst/>
              <a:cxnLst/>
              <a:rect l="l" t="t" r="r" b="b"/>
              <a:pathLst>
                <a:path w="11540" h="5405" extrusionOk="0">
                  <a:moveTo>
                    <a:pt x="60" y="0"/>
                  </a:moveTo>
                  <a:cubicBezTo>
                    <a:pt x="0" y="0"/>
                    <a:pt x="17" y="60"/>
                    <a:pt x="152" y="219"/>
                  </a:cubicBezTo>
                  <a:cubicBezTo>
                    <a:pt x="703" y="881"/>
                    <a:pt x="1847" y="1021"/>
                    <a:pt x="3151" y="1623"/>
                  </a:cubicBezTo>
                  <a:cubicBezTo>
                    <a:pt x="3507" y="1789"/>
                    <a:pt x="3517" y="1844"/>
                    <a:pt x="3344" y="1844"/>
                  </a:cubicBezTo>
                  <a:cubicBezTo>
                    <a:pt x="3171" y="1844"/>
                    <a:pt x="2815" y="1789"/>
                    <a:pt x="2438" y="1733"/>
                  </a:cubicBezTo>
                  <a:cubicBezTo>
                    <a:pt x="2065" y="1679"/>
                    <a:pt x="1674" y="1625"/>
                    <a:pt x="1425" y="1625"/>
                  </a:cubicBezTo>
                  <a:cubicBezTo>
                    <a:pt x="1259" y="1625"/>
                    <a:pt x="1157" y="1649"/>
                    <a:pt x="1165" y="1713"/>
                  </a:cubicBezTo>
                  <a:cubicBezTo>
                    <a:pt x="1215" y="2064"/>
                    <a:pt x="2910" y="2486"/>
                    <a:pt x="5478" y="3639"/>
                  </a:cubicBezTo>
                  <a:cubicBezTo>
                    <a:pt x="7440" y="4513"/>
                    <a:pt x="10680" y="5405"/>
                    <a:pt x="11337" y="5405"/>
                  </a:cubicBezTo>
                  <a:cubicBezTo>
                    <a:pt x="11540" y="5405"/>
                    <a:pt x="11497" y="5320"/>
                    <a:pt x="11095" y="5124"/>
                  </a:cubicBezTo>
                  <a:cubicBezTo>
                    <a:pt x="9380" y="4291"/>
                    <a:pt x="8828" y="4000"/>
                    <a:pt x="8828" y="4000"/>
                  </a:cubicBezTo>
                  <a:cubicBezTo>
                    <a:pt x="7043" y="3286"/>
                    <a:pt x="4504" y="1201"/>
                    <a:pt x="3952" y="1201"/>
                  </a:cubicBezTo>
                  <a:cubicBezTo>
                    <a:pt x="3945" y="1201"/>
                    <a:pt x="3939" y="1201"/>
                    <a:pt x="3933" y="1202"/>
                  </a:cubicBezTo>
                  <a:cubicBezTo>
                    <a:pt x="3921" y="1203"/>
                    <a:pt x="3909" y="1203"/>
                    <a:pt x="3897" y="1203"/>
                  </a:cubicBezTo>
                  <a:cubicBezTo>
                    <a:pt x="3653" y="1203"/>
                    <a:pt x="3271" y="1022"/>
                    <a:pt x="2870" y="841"/>
                  </a:cubicBezTo>
                  <a:cubicBezTo>
                    <a:pt x="2474" y="665"/>
                    <a:pt x="2070" y="489"/>
                    <a:pt x="1767" y="489"/>
                  </a:cubicBezTo>
                  <a:cubicBezTo>
                    <a:pt x="1725" y="489"/>
                    <a:pt x="1684" y="492"/>
                    <a:pt x="1646" y="500"/>
                  </a:cubicBezTo>
                  <a:cubicBezTo>
                    <a:pt x="1612" y="507"/>
                    <a:pt x="1575" y="510"/>
                    <a:pt x="1536" y="510"/>
                  </a:cubicBezTo>
                  <a:cubicBezTo>
                    <a:pt x="1299" y="510"/>
                    <a:pt x="976" y="388"/>
                    <a:pt x="683" y="259"/>
                  </a:cubicBezTo>
                  <a:cubicBezTo>
                    <a:pt x="397" y="128"/>
                    <a:pt x="147" y="0"/>
                    <a:pt x="60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2" name="Google Shape;1882;p19"/>
            <p:cNvSpPr/>
            <p:nvPr/>
          </p:nvSpPr>
          <p:spPr>
            <a:xfrm>
              <a:off x="1934362" y="1116521"/>
              <a:ext cx="946818" cy="448092"/>
            </a:xfrm>
            <a:custGeom>
              <a:avLst/>
              <a:gdLst/>
              <a:ahLst/>
              <a:cxnLst/>
              <a:rect l="l" t="t" r="r" b="b"/>
              <a:pathLst>
                <a:path w="11425" h="5407" extrusionOk="0">
                  <a:moveTo>
                    <a:pt x="30" y="0"/>
                  </a:moveTo>
                  <a:cubicBezTo>
                    <a:pt x="10" y="0"/>
                    <a:pt x="0" y="10"/>
                    <a:pt x="0" y="30"/>
                  </a:cubicBezTo>
                  <a:cubicBezTo>
                    <a:pt x="0" y="60"/>
                    <a:pt x="30" y="120"/>
                    <a:pt x="110" y="211"/>
                  </a:cubicBezTo>
                  <a:cubicBezTo>
                    <a:pt x="110" y="211"/>
                    <a:pt x="110" y="221"/>
                    <a:pt x="121" y="221"/>
                  </a:cubicBezTo>
                  <a:cubicBezTo>
                    <a:pt x="672" y="883"/>
                    <a:pt x="1816" y="1023"/>
                    <a:pt x="3120" y="1625"/>
                  </a:cubicBezTo>
                  <a:lnTo>
                    <a:pt x="3130" y="1625"/>
                  </a:lnTo>
                  <a:cubicBezTo>
                    <a:pt x="3140" y="1635"/>
                    <a:pt x="3150" y="1635"/>
                    <a:pt x="3150" y="1635"/>
                  </a:cubicBezTo>
                  <a:cubicBezTo>
                    <a:pt x="3160" y="1645"/>
                    <a:pt x="3170" y="1645"/>
                    <a:pt x="3180" y="1645"/>
                  </a:cubicBezTo>
                  <a:cubicBezTo>
                    <a:pt x="3350" y="1735"/>
                    <a:pt x="3421" y="1786"/>
                    <a:pt x="3421" y="1816"/>
                  </a:cubicBezTo>
                  <a:cubicBezTo>
                    <a:pt x="3421" y="1836"/>
                    <a:pt x="3380" y="1846"/>
                    <a:pt x="3310" y="1846"/>
                  </a:cubicBezTo>
                  <a:cubicBezTo>
                    <a:pt x="3140" y="1846"/>
                    <a:pt x="2779" y="1786"/>
                    <a:pt x="2407" y="1735"/>
                  </a:cubicBezTo>
                  <a:cubicBezTo>
                    <a:pt x="2036" y="1685"/>
                    <a:pt x="1645" y="1625"/>
                    <a:pt x="1394" y="1625"/>
                  </a:cubicBezTo>
                  <a:cubicBezTo>
                    <a:pt x="1234" y="1625"/>
                    <a:pt x="1134" y="1655"/>
                    <a:pt x="1134" y="1705"/>
                  </a:cubicBezTo>
                  <a:cubicBezTo>
                    <a:pt x="1134" y="1715"/>
                    <a:pt x="1134" y="1715"/>
                    <a:pt x="1134" y="1715"/>
                  </a:cubicBezTo>
                  <a:cubicBezTo>
                    <a:pt x="1184" y="2066"/>
                    <a:pt x="2879" y="2488"/>
                    <a:pt x="5447" y="3641"/>
                  </a:cubicBezTo>
                  <a:cubicBezTo>
                    <a:pt x="5457" y="3641"/>
                    <a:pt x="5467" y="3641"/>
                    <a:pt x="5467" y="3651"/>
                  </a:cubicBezTo>
                  <a:cubicBezTo>
                    <a:pt x="5487" y="3651"/>
                    <a:pt x="5497" y="3661"/>
                    <a:pt x="5507" y="3661"/>
                  </a:cubicBezTo>
                  <a:cubicBezTo>
                    <a:pt x="5517" y="3671"/>
                    <a:pt x="5527" y="3671"/>
                    <a:pt x="5537" y="3671"/>
                  </a:cubicBezTo>
                  <a:cubicBezTo>
                    <a:pt x="5547" y="3681"/>
                    <a:pt x="5557" y="3681"/>
                    <a:pt x="5567" y="3691"/>
                  </a:cubicBezTo>
                  <a:cubicBezTo>
                    <a:pt x="7533" y="4554"/>
                    <a:pt x="10663" y="5407"/>
                    <a:pt x="11305" y="5407"/>
                  </a:cubicBezTo>
                  <a:cubicBezTo>
                    <a:pt x="11385" y="5407"/>
                    <a:pt x="11425" y="5397"/>
                    <a:pt x="11425" y="5366"/>
                  </a:cubicBezTo>
                  <a:cubicBezTo>
                    <a:pt x="11425" y="5326"/>
                    <a:pt x="11315" y="5246"/>
                    <a:pt x="11064" y="5126"/>
                  </a:cubicBezTo>
                  <a:cubicBezTo>
                    <a:pt x="9349" y="4293"/>
                    <a:pt x="8797" y="4002"/>
                    <a:pt x="8797" y="4002"/>
                  </a:cubicBezTo>
                  <a:cubicBezTo>
                    <a:pt x="7012" y="3280"/>
                    <a:pt x="4464" y="1204"/>
                    <a:pt x="3922" y="1204"/>
                  </a:cubicBezTo>
                  <a:lnTo>
                    <a:pt x="3862" y="1204"/>
                  </a:lnTo>
                  <a:cubicBezTo>
                    <a:pt x="3611" y="1204"/>
                    <a:pt x="3240" y="1023"/>
                    <a:pt x="2839" y="843"/>
                  </a:cubicBezTo>
                  <a:cubicBezTo>
                    <a:pt x="2448" y="672"/>
                    <a:pt x="2036" y="492"/>
                    <a:pt x="1735" y="492"/>
                  </a:cubicBezTo>
                  <a:cubicBezTo>
                    <a:pt x="1695" y="492"/>
                    <a:pt x="1655" y="502"/>
                    <a:pt x="1615" y="502"/>
                  </a:cubicBezTo>
                  <a:cubicBezTo>
                    <a:pt x="1585" y="512"/>
                    <a:pt x="1545" y="512"/>
                    <a:pt x="1515" y="512"/>
                  </a:cubicBezTo>
                  <a:cubicBezTo>
                    <a:pt x="1274" y="512"/>
                    <a:pt x="943" y="391"/>
                    <a:pt x="652" y="261"/>
                  </a:cubicBezTo>
                  <a:cubicBezTo>
                    <a:pt x="371" y="131"/>
                    <a:pt x="121" y="0"/>
                    <a:pt x="30" y="0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3" name="Google Shape;1883;p19"/>
            <p:cNvSpPr/>
            <p:nvPr/>
          </p:nvSpPr>
          <p:spPr>
            <a:xfrm>
              <a:off x="789159" y="943154"/>
              <a:ext cx="638118" cy="393230"/>
            </a:xfrm>
            <a:custGeom>
              <a:avLst/>
              <a:gdLst/>
              <a:ahLst/>
              <a:cxnLst/>
              <a:rect l="l" t="t" r="r" b="b"/>
              <a:pathLst>
                <a:path w="7700" h="4745" extrusionOk="0">
                  <a:moveTo>
                    <a:pt x="45" y="1"/>
                  </a:moveTo>
                  <a:cubicBezTo>
                    <a:pt x="9" y="1"/>
                    <a:pt x="1" y="23"/>
                    <a:pt x="27" y="76"/>
                  </a:cubicBezTo>
                  <a:cubicBezTo>
                    <a:pt x="208" y="457"/>
                    <a:pt x="1823" y="1932"/>
                    <a:pt x="2475" y="2453"/>
                  </a:cubicBezTo>
                  <a:cubicBezTo>
                    <a:pt x="3127" y="2965"/>
                    <a:pt x="4039" y="2744"/>
                    <a:pt x="4782" y="3346"/>
                  </a:cubicBezTo>
                  <a:cubicBezTo>
                    <a:pt x="5310" y="3776"/>
                    <a:pt x="7165" y="4745"/>
                    <a:pt x="7541" y="4745"/>
                  </a:cubicBezTo>
                  <a:cubicBezTo>
                    <a:pt x="7700" y="4745"/>
                    <a:pt x="7593" y="4571"/>
                    <a:pt x="7008" y="4108"/>
                  </a:cubicBezTo>
                  <a:cubicBezTo>
                    <a:pt x="5676" y="3055"/>
                    <a:pt x="4917" y="1905"/>
                    <a:pt x="4334" y="1905"/>
                  </a:cubicBezTo>
                  <a:cubicBezTo>
                    <a:pt x="4267" y="1905"/>
                    <a:pt x="4202" y="1920"/>
                    <a:pt x="4140" y="1952"/>
                  </a:cubicBezTo>
                  <a:cubicBezTo>
                    <a:pt x="4069" y="1986"/>
                    <a:pt x="3994" y="2002"/>
                    <a:pt x="3913" y="2002"/>
                  </a:cubicBezTo>
                  <a:cubicBezTo>
                    <a:pt x="3296" y="2002"/>
                    <a:pt x="2427" y="1086"/>
                    <a:pt x="1983" y="989"/>
                  </a:cubicBezTo>
                  <a:cubicBezTo>
                    <a:pt x="1551" y="894"/>
                    <a:pt x="268" y="1"/>
                    <a:pt x="45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4" name="Google Shape;1884;p19"/>
            <p:cNvSpPr/>
            <p:nvPr/>
          </p:nvSpPr>
          <p:spPr>
            <a:xfrm>
              <a:off x="789740" y="943568"/>
              <a:ext cx="629334" cy="392484"/>
            </a:xfrm>
            <a:custGeom>
              <a:avLst/>
              <a:gdLst/>
              <a:ahLst/>
              <a:cxnLst/>
              <a:rect l="l" t="t" r="r" b="b"/>
              <a:pathLst>
                <a:path w="7594" h="4736" extrusionOk="0">
                  <a:moveTo>
                    <a:pt x="40" y="1"/>
                  </a:moveTo>
                  <a:cubicBezTo>
                    <a:pt x="10" y="1"/>
                    <a:pt x="0" y="11"/>
                    <a:pt x="0" y="31"/>
                  </a:cubicBezTo>
                  <a:cubicBezTo>
                    <a:pt x="0" y="41"/>
                    <a:pt x="0" y="51"/>
                    <a:pt x="10" y="71"/>
                  </a:cubicBezTo>
                  <a:lnTo>
                    <a:pt x="20" y="71"/>
                  </a:lnTo>
                  <a:cubicBezTo>
                    <a:pt x="201" y="452"/>
                    <a:pt x="1816" y="1927"/>
                    <a:pt x="2468" y="2448"/>
                  </a:cubicBezTo>
                  <a:cubicBezTo>
                    <a:pt x="3120" y="2960"/>
                    <a:pt x="4032" y="2739"/>
                    <a:pt x="4775" y="3341"/>
                  </a:cubicBezTo>
                  <a:cubicBezTo>
                    <a:pt x="4785" y="3351"/>
                    <a:pt x="4785" y="3351"/>
                    <a:pt x="4785" y="3351"/>
                  </a:cubicBezTo>
                  <a:cubicBezTo>
                    <a:pt x="5316" y="3782"/>
                    <a:pt x="7152" y="4735"/>
                    <a:pt x="7533" y="4735"/>
                  </a:cubicBezTo>
                  <a:cubicBezTo>
                    <a:pt x="7573" y="4735"/>
                    <a:pt x="7593" y="4725"/>
                    <a:pt x="7593" y="4695"/>
                  </a:cubicBezTo>
                  <a:cubicBezTo>
                    <a:pt x="7593" y="4625"/>
                    <a:pt x="7423" y="4444"/>
                    <a:pt x="7001" y="4103"/>
                  </a:cubicBezTo>
                  <a:cubicBezTo>
                    <a:pt x="5667" y="3050"/>
                    <a:pt x="4915" y="1897"/>
                    <a:pt x="4323" y="1897"/>
                  </a:cubicBezTo>
                  <a:cubicBezTo>
                    <a:pt x="4263" y="1897"/>
                    <a:pt x="4193" y="1917"/>
                    <a:pt x="4133" y="1947"/>
                  </a:cubicBezTo>
                  <a:cubicBezTo>
                    <a:pt x="4062" y="1977"/>
                    <a:pt x="3992" y="1997"/>
                    <a:pt x="3912" y="1997"/>
                  </a:cubicBezTo>
                  <a:cubicBezTo>
                    <a:pt x="3290" y="1997"/>
                    <a:pt x="2417" y="1074"/>
                    <a:pt x="1976" y="984"/>
                  </a:cubicBezTo>
                  <a:cubicBezTo>
                    <a:pt x="1535" y="883"/>
                    <a:pt x="261" y="1"/>
                    <a:pt x="40" y="1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5" name="Google Shape;1885;p19"/>
            <p:cNvSpPr/>
            <p:nvPr/>
          </p:nvSpPr>
          <p:spPr>
            <a:xfrm>
              <a:off x="2934291" y="1138896"/>
              <a:ext cx="263617" cy="130110"/>
            </a:xfrm>
            <a:custGeom>
              <a:avLst/>
              <a:gdLst/>
              <a:ahLst/>
              <a:cxnLst/>
              <a:rect l="l" t="t" r="r" b="b"/>
              <a:pathLst>
                <a:path w="3181" h="1570" extrusionOk="0">
                  <a:moveTo>
                    <a:pt x="2549" y="1"/>
                  </a:moveTo>
                  <a:cubicBezTo>
                    <a:pt x="2488" y="21"/>
                    <a:pt x="2428" y="31"/>
                    <a:pt x="2368" y="61"/>
                  </a:cubicBezTo>
                  <a:cubicBezTo>
                    <a:pt x="2218" y="121"/>
                    <a:pt x="1124" y="613"/>
                    <a:pt x="1" y="854"/>
                  </a:cubicBezTo>
                  <a:cubicBezTo>
                    <a:pt x="377" y="887"/>
                    <a:pt x="811" y="997"/>
                    <a:pt x="1252" y="997"/>
                  </a:cubicBezTo>
                  <a:cubicBezTo>
                    <a:pt x="1471" y="997"/>
                    <a:pt x="1691" y="970"/>
                    <a:pt x="1907" y="894"/>
                  </a:cubicBezTo>
                  <a:cubicBezTo>
                    <a:pt x="1973" y="870"/>
                    <a:pt x="2038" y="860"/>
                    <a:pt x="2101" y="860"/>
                  </a:cubicBezTo>
                  <a:cubicBezTo>
                    <a:pt x="2359" y="860"/>
                    <a:pt x="2584" y="1037"/>
                    <a:pt x="2769" y="1215"/>
                  </a:cubicBezTo>
                  <a:cubicBezTo>
                    <a:pt x="2947" y="1392"/>
                    <a:pt x="3079" y="1569"/>
                    <a:pt x="3141" y="1569"/>
                  </a:cubicBezTo>
                  <a:cubicBezTo>
                    <a:pt x="3167" y="1569"/>
                    <a:pt x="3181" y="1539"/>
                    <a:pt x="3181" y="1465"/>
                  </a:cubicBezTo>
                  <a:cubicBezTo>
                    <a:pt x="2799" y="1265"/>
                    <a:pt x="2689" y="232"/>
                    <a:pt x="2549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6" name="Google Shape;1886;p19"/>
            <p:cNvSpPr/>
            <p:nvPr/>
          </p:nvSpPr>
          <p:spPr>
            <a:xfrm>
              <a:off x="2934291" y="1138896"/>
              <a:ext cx="263617" cy="129778"/>
            </a:xfrm>
            <a:custGeom>
              <a:avLst/>
              <a:gdLst/>
              <a:ahLst/>
              <a:cxnLst/>
              <a:rect l="l" t="t" r="r" b="b"/>
              <a:pathLst>
                <a:path w="3181" h="1566" extrusionOk="0">
                  <a:moveTo>
                    <a:pt x="2549" y="1"/>
                  </a:moveTo>
                  <a:cubicBezTo>
                    <a:pt x="2488" y="21"/>
                    <a:pt x="2428" y="31"/>
                    <a:pt x="2368" y="61"/>
                  </a:cubicBezTo>
                  <a:cubicBezTo>
                    <a:pt x="2218" y="121"/>
                    <a:pt x="1124" y="613"/>
                    <a:pt x="1" y="854"/>
                  </a:cubicBezTo>
                  <a:cubicBezTo>
                    <a:pt x="31" y="854"/>
                    <a:pt x="61" y="864"/>
                    <a:pt x="101" y="864"/>
                  </a:cubicBezTo>
                  <a:lnTo>
                    <a:pt x="111" y="864"/>
                  </a:lnTo>
                  <a:cubicBezTo>
                    <a:pt x="121" y="864"/>
                    <a:pt x="141" y="864"/>
                    <a:pt x="151" y="874"/>
                  </a:cubicBezTo>
                  <a:cubicBezTo>
                    <a:pt x="482" y="914"/>
                    <a:pt x="864" y="994"/>
                    <a:pt x="1245" y="994"/>
                  </a:cubicBezTo>
                  <a:cubicBezTo>
                    <a:pt x="1465" y="994"/>
                    <a:pt x="1686" y="974"/>
                    <a:pt x="1907" y="894"/>
                  </a:cubicBezTo>
                  <a:cubicBezTo>
                    <a:pt x="1917" y="894"/>
                    <a:pt x="1917" y="894"/>
                    <a:pt x="1917" y="884"/>
                  </a:cubicBezTo>
                  <a:lnTo>
                    <a:pt x="1927" y="884"/>
                  </a:lnTo>
                  <a:cubicBezTo>
                    <a:pt x="1987" y="864"/>
                    <a:pt x="2047" y="854"/>
                    <a:pt x="2097" y="854"/>
                  </a:cubicBezTo>
                  <a:lnTo>
                    <a:pt x="2107" y="854"/>
                  </a:lnTo>
                  <a:cubicBezTo>
                    <a:pt x="2358" y="864"/>
                    <a:pt x="2589" y="1034"/>
                    <a:pt x="2769" y="1215"/>
                  </a:cubicBezTo>
                  <a:cubicBezTo>
                    <a:pt x="2769" y="1215"/>
                    <a:pt x="2779" y="1225"/>
                    <a:pt x="2789" y="1235"/>
                  </a:cubicBezTo>
                  <a:cubicBezTo>
                    <a:pt x="2940" y="1385"/>
                    <a:pt x="3060" y="1546"/>
                    <a:pt x="3130" y="1566"/>
                  </a:cubicBezTo>
                  <a:lnTo>
                    <a:pt x="3140" y="1566"/>
                  </a:lnTo>
                  <a:cubicBezTo>
                    <a:pt x="3171" y="1566"/>
                    <a:pt x="3181" y="1536"/>
                    <a:pt x="3181" y="1465"/>
                  </a:cubicBezTo>
                  <a:cubicBezTo>
                    <a:pt x="2799" y="1265"/>
                    <a:pt x="2689" y="232"/>
                    <a:pt x="2549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7" name="Google Shape;1887;p19"/>
            <p:cNvSpPr/>
            <p:nvPr/>
          </p:nvSpPr>
          <p:spPr>
            <a:xfrm>
              <a:off x="2907523" y="1283922"/>
              <a:ext cx="330330" cy="120248"/>
            </a:xfrm>
            <a:custGeom>
              <a:avLst/>
              <a:gdLst/>
              <a:ahLst/>
              <a:cxnLst/>
              <a:rect l="l" t="t" r="r" b="b"/>
              <a:pathLst>
                <a:path w="3986" h="1451" extrusionOk="0">
                  <a:moveTo>
                    <a:pt x="2401" y="1"/>
                  </a:moveTo>
                  <a:cubicBezTo>
                    <a:pt x="2335" y="1"/>
                    <a:pt x="2288" y="27"/>
                    <a:pt x="2260" y="87"/>
                  </a:cubicBezTo>
                  <a:cubicBezTo>
                    <a:pt x="2190" y="220"/>
                    <a:pt x="2035" y="307"/>
                    <a:pt x="1690" y="307"/>
                  </a:cubicBezTo>
                  <a:cubicBezTo>
                    <a:pt x="1441" y="307"/>
                    <a:pt x="1093" y="262"/>
                    <a:pt x="605" y="157"/>
                  </a:cubicBezTo>
                  <a:cubicBezTo>
                    <a:pt x="448" y="122"/>
                    <a:pt x="331" y="107"/>
                    <a:pt x="249" y="107"/>
                  </a:cubicBezTo>
                  <a:cubicBezTo>
                    <a:pt x="1" y="107"/>
                    <a:pt x="63" y="244"/>
                    <a:pt x="244" y="387"/>
                  </a:cubicBezTo>
                  <a:cubicBezTo>
                    <a:pt x="437" y="525"/>
                    <a:pt x="748" y="672"/>
                    <a:pt x="984" y="672"/>
                  </a:cubicBezTo>
                  <a:cubicBezTo>
                    <a:pt x="1006" y="672"/>
                    <a:pt x="1026" y="671"/>
                    <a:pt x="1046" y="668"/>
                  </a:cubicBezTo>
                  <a:cubicBezTo>
                    <a:pt x="1072" y="665"/>
                    <a:pt x="1099" y="663"/>
                    <a:pt x="1127" y="663"/>
                  </a:cubicBezTo>
                  <a:cubicBezTo>
                    <a:pt x="1342" y="663"/>
                    <a:pt x="1595" y="762"/>
                    <a:pt x="1808" y="869"/>
                  </a:cubicBezTo>
                  <a:cubicBezTo>
                    <a:pt x="2031" y="970"/>
                    <a:pt x="2227" y="1076"/>
                    <a:pt x="2325" y="1076"/>
                  </a:cubicBezTo>
                  <a:cubicBezTo>
                    <a:pt x="2372" y="1076"/>
                    <a:pt x="2397" y="1051"/>
                    <a:pt x="2390" y="989"/>
                  </a:cubicBezTo>
                  <a:cubicBezTo>
                    <a:pt x="2387" y="934"/>
                    <a:pt x="2403" y="910"/>
                    <a:pt x="2436" y="910"/>
                  </a:cubicBezTo>
                  <a:cubicBezTo>
                    <a:pt x="2593" y="910"/>
                    <a:pt x="3131" y="1434"/>
                    <a:pt x="3744" y="1451"/>
                  </a:cubicBezTo>
                  <a:lnTo>
                    <a:pt x="3754" y="1451"/>
                  </a:lnTo>
                  <a:cubicBezTo>
                    <a:pt x="3193" y="1200"/>
                    <a:pt x="2741" y="959"/>
                    <a:pt x="2811" y="769"/>
                  </a:cubicBezTo>
                  <a:cubicBezTo>
                    <a:pt x="2857" y="649"/>
                    <a:pt x="3055" y="610"/>
                    <a:pt x="3317" y="610"/>
                  </a:cubicBezTo>
                  <a:cubicBezTo>
                    <a:pt x="3516" y="610"/>
                    <a:pt x="3752" y="632"/>
                    <a:pt x="3985" y="658"/>
                  </a:cubicBezTo>
                  <a:cubicBezTo>
                    <a:pt x="3825" y="588"/>
                    <a:pt x="3664" y="518"/>
                    <a:pt x="3514" y="458"/>
                  </a:cubicBezTo>
                  <a:cubicBezTo>
                    <a:pt x="2942" y="213"/>
                    <a:pt x="2590" y="1"/>
                    <a:pt x="2401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8" name="Google Shape;1888;p19"/>
            <p:cNvSpPr/>
            <p:nvPr/>
          </p:nvSpPr>
          <p:spPr>
            <a:xfrm>
              <a:off x="2914402" y="1283590"/>
              <a:ext cx="323451" cy="120579"/>
            </a:xfrm>
            <a:custGeom>
              <a:avLst/>
              <a:gdLst/>
              <a:ahLst/>
              <a:cxnLst/>
              <a:rect l="l" t="t" r="r" b="b"/>
              <a:pathLst>
                <a:path w="3903" h="1455" extrusionOk="0">
                  <a:moveTo>
                    <a:pt x="2317" y="0"/>
                  </a:moveTo>
                  <a:cubicBezTo>
                    <a:pt x="2247" y="0"/>
                    <a:pt x="2197" y="30"/>
                    <a:pt x="2177" y="91"/>
                  </a:cubicBezTo>
                  <a:cubicBezTo>
                    <a:pt x="2107" y="221"/>
                    <a:pt x="1946" y="311"/>
                    <a:pt x="1605" y="311"/>
                  </a:cubicBezTo>
                  <a:cubicBezTo>
                    <a:pt x="1354" y="311"/>
                    <a:pt x="1013" y="261"/>
                    <a:pt x="522" y="161"/>
                  </a:cubicBezTo>
                  <a:cubicBezTo>
                    <a:pt x="371" y="121"/>
                    <a:pt x="251" y="111"/>
                    <a:pt x="171" y="111"/>
                  </a:cubicBezTo>
                  <a:cubicBezTo>
                    <a:pt x="50" y="111"/>
                    <a:pt x="0" y="141"/>
                    <a:pt x="0" y="191"/>
                  </a:cubicBezTo>
                  <a:cubicBezTo>
                    <a:pt x="0" y="241"/>
                    <a:pt x="60" y="311"/>
                    <a:pt x="141" y="381"/>
                  </a:cubicBezTo>
                  <a:lnTo>
                    <a:pt x="151" y="381"/>
                  </a:lnTo>
                  <a:cubicBezTo>
                    <a:pt x="161" y="381"/>
                    <a:pt x="161" y="391"/>
                    <a:pt x="161" y="391"/>
                  </a:cubicBezTo>
                  <a:cubicBezTo>
                    <a:pt x="171" y="391"/>
                    <a:pt x="171" y="401"/>
                    <a:pt x="181" y="401"/>
                  </a:cubicBezTo>
                  <a:cubicBezTo>
                    <a:pt x="191" y="411"/>
                    <a:pt x="191" y="411"/>
                    <a:pt x="191" y="411"/>
                  </a:cubicBezTo>
                  <a:cubicBezTo>
                    <a:pt x="201" y="411"/>
                    <a:pt x="201" y="422"/>
                    <a:pt x="211" y="422"/>
                  </a:cubicBezTo>
                  <a:cubicBezTo>
                    <a:pt x="401" y="552"/>
                    <a:pt x="682" y="672"/>
                    <a:pt x="893" y="672"/>
                  </a:cubicBezTo>
                  <a:lnTo>
                    <a:pt x="963" y="672"/>
                  </a:lnTo>
                  <a:cubicBezTo>
                    <a:pt x="993" y="662"/>
                    <a:pt x="1013" y="662"/>
                    <a:pt x="1043" y="662"/>
                  </a:cubicBezTo>
                  <a:cubicBezTo>
                    <a:pt x="1254" y="662"/>
                    <a:pt x="1505" y="773"/>
                    <a:pt x="1725" y="873"/>
                  </a:cubicBezTo>
                  <a:cubicBezTo>
                    <a:pt x="1735" y="873"/>
                    <a:pt x="1735" y="873"/>
                    <a:pt x="1745" y="883"/>
                  </a:cubicBezTo>
                  <a:lnTo>
                    <a:pt x="1756" y="883"/>
                  </a:lnTo>
                  <a:cubicBezTo>
                    <a:pt x="1756" y="883"/>
                    <a:pt x="1766" y="883"/>
                    <a:pt x="1766" y="893"/>
                  </a:cubicBezTo>
                  <a:cubicBezTo>
                    <a:pt x="1776" y="893"/>
                    <a:pt x="1786" y="893"/>
                    <a:pt x="1796" y="903"/>
                  </a:cubicBezTo>
                  <a:lnTo>
                    <a:pt x="1806" y="903"/>
                  </a:lnTo>
                  <a:cubicBezTo>
                    <a:pt x="1966" y="983"/>
                    <a:pt x="2117" y="1063"/>
                    <a:pt x="2207" y="1074"/>
                  </a:cubicBezTo>
                  <a:cubicBezTo>
                    <a:pt x="2217" y="1074"/>
                    <a:pt x="2217" y="1084"/>
                    <a:pt x="2217" y="1084"/>
                  </a:cubicBezTo>
                  <a:lnTo>
                    <a:pt x="2247" y="1084"/>
                  </a:lnTo>
                  <a:cubicBezTo>
                    <a:pt x="2287" y="1084"/>
                    <a:pt x="2307" y="1063"/>
                    <a:pt x="2307" y="1013"/>
                  </a:cubicBezTo>
                  <a:cubicBezTo>
                    <a:pt x="2307" y="1003"/>
                    <a:pt x="2307" y="1003"/>
                    <a:pt x="2307" y="993"/>
                  </a:cubicBezTo>
                  <a:cubicBezTo>
                    <a:pt x="2307" y="993"/>
                    <a:pt x="2307" y="983"/>
                    <a:pt x="2307" y="983"/>
                  </a:cubicBezTo>
                  <a:cubicBezTo>
                    <a:pt x="2307" y="933"/>
                    <a:pt x="2327" y="913"/>
                    <a:pt x="2357" y="913"/>
                  </a:cubicBezTo>
                  <a:cubicBezTo>
                    <a:pt x="2508" y="913"/>
                    <a:pt x="3049" y="1445"/>
                    <a:pt x="3661" y="1455"/>
                  </a:cubicBezTo>
                  <a:lnTo>
                    <a:pt x="3671" y="1455"/>
                  </a:lnTo>
                  <a:cubicBezTo>
                    <a:pt x="3150" y="1224"/>
                    <a:pt x="2718" y="993"/>
                    <a:pt x="2728" y="813"/>
                  </a:cubicBezTo>
                  <a:cubicBezTo>
                    <a:pt x="2728" y="803"/>
                    <a:pt x="2728" y="783"/>
                    <a:pt x="2728" y="773"/>
                  </a:cubicBezTo>
                  <a:cubicBezTo>
                    <a:pt x="2728" y="773"/>
                    <a:pt x="2739" y="763"/>
                    <a:pt x="2739" y="763"/>
                  </a:cubicBezTo>
                  <a:cubicBezTo>
                    <a:pt x="2789" y="652"/>
                    <a:pt x="2979" y="612"/>
                    <a:pt x="3230" y="612"/>
                  </a:cubicBezTo>
                  <a:cubicBezTo>
                    <a:pt x="3411" y="612"/>
                    <a:pt x="3621" y="632"/>
                    <a:pt x="3822" y="652"/>
                  </a:cubicBezTo>
                  <a:lnTo>
                    <a:pt x="3832" y="652"/>
                  </a:lnTo>
                  <a:lnTo>
                    <a:pt x="3842" y="662"/>
                  </a:lnTo>
                  <a:lnTo>
                    <a:pt x="3902" y="662"/>
                  </a:lnTo>
                  <a:cubicBezTo>
                    <a:pt x="3742" y="592"/>
                    <a:pt x="3581" y="522"/>
                    <a:pt x="3431" y="462"/>
                  </a:cubicBezTo>
                  <a:cubicBezTo>
                    <a:pt x="2859" y="221"/>
                    <a:pt x="2508" y="0"/>
                    <a:pt x="23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9" name="Google Shape;1889;p19"/>
            <p:cNvSpPr/>
            <p:nvPr/>
          </p:nvSpPr>
          <p:spPr>
            <a:xfrm>
              <a:off x="1792154" y="1015915"/>
              <a:ext cx="362567" cy="69033"/>
            </a:xfrm>
            <a:custGeom>
              <a:avLst/>
              <a:gdLst/>
              <a:ahLst/>
              <a:cxnLst/>
              <a:rect l="l" t="t" r="r" b="b"/>
              <a:pathLst>
                <a:path w="4375" h="833" extrusionOk="0">
                  <a:moveTo>
                    <a:pt x="2198" y="0"/>
                  </a:moveTo>
                  <a:cubicBezTo>
                    <a:pt x="1997" y="41"/>
                    <a:pt x="1786" y="101"/>
                    <a:pt x="1556" y="171"/>
                  </a:cubicBezTo>
                  <a:cubicBezTo>
                    <a:pt x="934" y="362"/>
                    <a:pt x="512" y="672"/>
                    <a:pt x="1" y="833"/>
                  </a:cubicBezTo>
                  <a:cubicBezTo>
                    <a:pt x="362" y="833"/>
                    <a:pt x="884" y="753"/>
                    <a:pt x="1455" y="622"/>
                  </a:cubicBezTo>
                  <a:cubicBezTo>
                    <a:pt x="1680" y="567"/>
                    <a:pt x="1847" y="546"/>
                    <a:pt x="1978" y="546"/>
                  </a:cubicBezTo>
                  <a:cubicBezTo>
                    <a:pt x="2204" y="546"/>
                    <a:pt x="2325" y="609"/>
                    <a:pt x="2458" y="672"/>
                  </a:cubicBezTo>
                  <a:cubicBezTo>
                    <a:pt x="2600" y="733"/>
                    <a:pt x="2750" y="798"/>
                    <a:pt x="3030" y="798"/>
                  </a:cubicBezTo>
                  <a:cubicBezTo>
                    <a:pt x="3168" y="798"/>
                    <a:pt x="3337" y="782"/>
                    <a:pt x="3552" y="743"/>
                  </a:cubicBezTo>
                  <a:cubicBezTo>
                    <a:pt x="3913" y="672"/>
                    <a:pt x="4174" y="592"/>
                    <a:pt x="4374" y="512"/>
                  </a:cubicBezTo>
                  <a:cubicBezTo>
                    <a:pt x="4264" y="432"/>
                    <a:pt x="4164" y="331"/>
                    <a:pt x="4093" y="231"/>
                  </a:cubicBezTo>
                  <a:cubicBezTo>
                    <a:pt x="3982" y="82"/>
                    <a:pt x="3714" y="55"/>
                    <a:pt x="3403" y="55"/>
                  </a:cubicBezTo>
                  <a:cubicBezTo>
                    <a:pt x="3296" y="55"/>
                    <a:pt x="3183" y="58"/>
                    <a:pt x="3070" y="61"/>
                  </a:cubicBezTo>
                  <a:cubicBezTo>
                    <a:pt x="2960" y="64"/>
                    <a:pt x="2850" y="67"/>
                    <a:pt x="2744" y="67"/>
                  </a:cubicBezTo>
                  <a:cubicBezTo>
                    <a:pt x="2532" y="67"/>
                    <a:pt x="2338" y="54"/>
                    <a:pt x="2198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0" name="Google Shape;1890;p19"/>
            <p:cNvSpPr/>
            <p:nvPr/>
          </p:nvSpPr>
          <p:spPr>
            <a:xfrm>
              <a:off x="1792154" y="1015915"/>
              <a:ext cx="362567" cy="69033"/>
            </a:xfrm>
            <a:custGeom>
              <a:avLst/>
              <a:gdLst/>
              <a:ahLst/>
              <a:cxnLst/>
              <a:rect l="l" t="t" r="r" b="b"/>
              <a:pathLst>
                <a:path w="4375" h="833" extrusionOk="0">
                  <a:moveTo>
                    <a:pt x="2198" y="0"/>
                  </a:moveTo>
                  <a:cubicBezTo>
                    <a:pt x="1997" y="41"/>
                    <a:pt x="1786" y="101"/>
                    <a:pt x="1556" y="171"/>
                  </a:cubicBezTo>
                  <a:cubicBezTo>
                    <a:pt x="934" y="362"/>
                    <a:pt x="512" y="672"/>
                    <a:pt x="1" y="833"/>
                  </a:cubicBezTo>
                  <a:lnTo>
                    <a:pt x="121" y="833"/>
                  </a:lnTo>
                  <a:cubicBezTo>
                    <a:pt x="442" y="823"/>
                    <a:pt x="854" y="753"/>
                    <a:pt x="1305" y="652"/>
                  </a:cubicBezTo>
                  <a:lnTo>
                    <a:pt x="1315" y="652"/>
                  </a:lnTo>
                  <a:cubicBezTo>
                    <a:pt x="1345" y="642"/>
                    <a:pt x="1375" y="632"/>
                    <a:pt x="1415" y="632"/>
                  </a:cubicBezTo>
                  <a:cubicBezTo>
                    <a:pt x="1425" y="622"/>
                    <a:pt x="1445" y="622"/>
                    <a:pt x="1455" y="622"/>
                  </a:cubicBezTo>
                  <a:lnTo>
                    <a:pt x="1465" y="612"/>
                  </a:lnTo>
                  <a:lnTo>
                    <a:pt x="1495" y="612"/>
                  </a:lnTo>
                  <a:cubicBezTo>
                    <a:pt x="1506" y="602"/>
                    <a:pt x="1516" y="602"/>
                    <a:pt x="1526" y="602"/>
                  </a:cubicBezTo>
                  <a:cubicBezTo>
                    <a:pt x="1706" y="562"/>
                    <a:pt x="1847" y="542"/>
                    <a:pt x="1967" y="542"/>
                  </a:cubicBezTo>
                  <a:lnTo>
                    <a:pt x="1977" y="542"/>
                  </a:lnTo>
                  <a:cubicBezTo>
                    <a:pt x="2198" y="542"/>
                    <a:pt x="2328" y="602"/>
                    <a:pt x="2458" y="672"/>
                  </a:cubicBezTo>
                  <a:cubicBezTo>
                    <a:pt x="2468" y="672"/>
                    <a:pt x="2468" y="672"/>
                    <a:pt x="2478" y="682"/>
                  </a:cubicBezTo>
                  <a:lnTo>
                    <a:pt x="2489" y="682"/>
                  </a:lnTo>
                  <a:cubicBezTo>
                    <a:pt x="2609" y="743"/>
                    <a:pt x="2759" y="793"/>
                    <a:pt x="3020" y="793"/>
                  </a:cubicBezTo>
                  <a:cubicBezTo>
                    <a:pt x="3161" y="793"/>
                    <a:pt x="3321" y="783"/>
                    <a:pt x="3532" y="743"/>
                  </a:cubicBezTo>
                  <a:lnTo>
                    <a:pt x="3552" y="743"/>
                  </a:lnTo>
                  <a:cubicBezTo>
                    <a:pt x="3913" y="672"/>
                    <a:pt x="4174" y="592"/>
                    <a:pt x="4374" y="512"/>
                  </a:cubicBezTo>
                  <a:cubicBezTo>
                    <a:pt x="4264" y="432"/>
                    <a:pt x="4164" y="331"/>
                    <a:pt x="4093" y="231"/>
                  </a:cubicBezTo>
                  <a:cubicBezTo>
                    <a:pt x="3983" y="81"/>
                    <a:pt x="3712" y="51"/>
                    <a:pt x="3401" y="51"/>
                  </a:cubicBezTo>
                  <a:cubicBezTo>
                    <a:pt x="3291" y="51"/>
                    <a:pt x="3181" y="61"/>
                    <a:pt x="3070" y="61"/>
                  </a:cubicBezTo>
                  <a:cubicBezTo>
                    <a:pt x="2960" y="61"/>
                    <a:pt x="2850" y="71"/>
                    <a:pt x="2739" y="71"/>
                  </a:cubicBezTo>
                  <a:cubicBezTo>
                    <a:pt x="2529" y="71"/>
                    <a:pt x="2338" y="51"/>
                    <a:pt x="2198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1" name="Google Shape;1891;p19"/>
            <p:cNvSpPr/>
            <p:nvPr/>
          </p:nvSpPr>
          <p:spPr>
            <a:xfrm>
              <a:off x="709105" y="734400"/>
              <a:ext cx="482981" cy="162181"/>
            </a:xfrm>
            <a:custGeom>
              <a:avLst/>
              <a:gdLst/>
              <a:ahLst/>
              <a:cxnLst/>
              <a:rect l="l" t="t" r="r" b="b"/>
              <a:pathLst>
                <a:path w="5828" h="1957" extrusionOk="0">
                  <a:moveTo>
                    <a:pt x="2775" y="1"/>
                  </a:moveTo>
                  <a:cubicBezTo>
                    <a:pt x="2720" y="1"/>
                    <a:pt x="2664" y="3"/>
                    <a:pt x="2608" y="7"/>
                  </a:cubicBezTo>
                  <a:cubicBezTo>
                    <a:pt x="1856" y="609"/>
                    <a:pt x="1083" y="1261"/>
                    <a:pt x="0" y="1742"/>
                  </a:cubicBezTo>
                  <a:cubicBezTo>
                    <a:pt x="97" y="1740"/>
                    <a:pt x="197" y="1739"/>
                    <a:pt x="300" y="1739"/>
                  </a:cubicBezTo>
                  <a:cubicBezTo>
                    <a:pt x="698" y="1739"/>
                    <a:pt x="1128" y="1763"/>
                    <a:pt x="1495" y="1883"/>
                  </a:cubicBezTo>
                  <a:cubicBezTo>
                    <a:pt x="1656" y="1935"/>
                    <a:pt x="1787" y="1957"/>
                    <a:pt x="1898" y="1957"/>
                  </a:cubicBezTo>
                  <a:cubicBezTo>
                    <a:pt x="2125" y="1957"/>
                    <a:pt x="2269" y="1867"/>
                    <a:pt x="2418" y="1772"/>
                  </a:cubicBezTo>
                  <a:cubicBezTo>
                    <a:pt x="2566" y="1679"/>
                    <a:pt x="2711" y="1589"/>
                    <a:pt x="2941" y="1589"/>
                  </a:cubicBezTo>
                  <a:cubicBezTo>
                    <a:pt x="3131" y="1589"/>
                    <a:pt x="3378" y="1650"/>
                    <a:pt x="3732" y="1823"/>
                  </a:cubicBezTo>
                  <a:cubicBezTo>
                    <a:pt x="3827" y="1870"/>
                    <a:pt x="3947" y="1887"/>
                    <a:pt x="4080" y="1887"/>
                  </a:cubicBezTo>
                  <a:cubicBezTo>
                    <a:pt x="4367" y="1887"/>
                    <a:pt x="4714" y="1809"/>
                    <a:pt x="4995" y="1803"/>
                  </a:cubicBezTo>
                  <a:cubicBezTo>
                    <a:pt x="5286" y="1612"/>
                    <a:pt x="5627" y="1431"/>
                    <a:pt x="5828" y="1110"/>
                  </a:cubicBezTo>
                  <a:cubicBezTo>
                    <a:pt x="5798" y="1090"/>
                    <a:pt x="5768" y="1070"/>
                    <a:pt x="5728" y="1040"/>
                  </a:cubicBezTo>
                  <a:cubicBezTo>
                    <a:pt x="5346" y="719"/>
                    <a:pt x="4915" y="408"/>
                    <a:pt x="4363" y="288"/>
                  </a:cubicBezTo>
                  <a:cubicBezTo>
                    <a:pt x="3691" y="144"/>
                    <a:pt x="3242" y="1"/>
                    <a:pt x="2775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2" name="Google Shape;1892;p19"/>
            <p:cNvSpPr/>
            <p:nvPr/>
          </p:nvSpPr>
          <p:spPr>
            <a:xfrm>
              <a:off x="709105" y="734980"/>
              <a:ext cx="482981" cy="161353"/>
            </a:xfrm>
            <a:custGeom>
              <a:avLst/>
              <a:gdLst/>
              <a:ahLst/>
              <a:cxnLst/>
              <a:rect l="l" t="t" r="r" b="b"/>
              <a:pathLst>
                <a:path w="5828" h="1947" extrusionOk="0">
                  <a:moveTo>
                    <a:pt x="2608" y="0"/>
                  </a:moveTo>
                  <a:cubicBezTo>
                    <a:pt x="1856" y="602"/>
                    <a:pt x="1083" y="1254"/>
                    <a:pt x="0" y="1735"/>
                  </a:cubicBezTo>
                  <a:lnTo>
                    <a:pt x="311" y="1735"/>
                  </a:lnTo>
                  <a:cubicBezTo>
                    <a:pt x="702" y="1735"/>
                    <a:pt x="1114" y="1755"/>
                    <a:pt x="1475" y="1876"/>
                  </a:cubicBezTo>
                  <a:lnTo>
                    <a:pt x="1495" y="1876"/>
                  </a:lnTo>
                  <a:cubicBezTo>
                    <a:pt x="1505" y="1876"/>
                    <a:pt x="1505" y="1886"/>
                    <a:pt x="1515" y="1886"/>
                  </a:cubicBezTo>
                  <a:cubicBezTo>
                    <a:pt x="1665" y="1926"/>
                    <a:pt x="1786" y="1946"/>
                    <a:pt x="1896" y="1946"/>
                  </a:cubicBezTo>
                  <a:cubicBezTo>
                    <a:pt x="2117" y="1946"/>
                    <a:pt x="2267" y="1866"/>
                    <a:pt x="2407" y="1776"/>
                  </a:cubicBezTo>
                  <a:cubicBezTo>
                    <a:pt x="2407" y="1765"/>
                    <a:pt x="2418" y="1765"/>
                    <a:pt x="2418" y="1765"/>
                  </a:cubicBezTo>
                  <a:cubicBezTo>
                    <a:pt x="2418" y="1765"/>
                    <a:pt x="2428" y="1765"/>
                    <a:pt x="2428" y="1755"/>
                  </a:cubicBezTo>
                  <a:lnTo>
                    <a:pt x="2438" y="1755"/>
                  </a:lnTo>
                  <a:cubicBezTo>
                    <a:pt x="2438" y="1755"/>
                    <a:pt x="2448" y="1745"/>
                    <a:pt x="2448" y="1745"/>
                  </a:cubicBezTo>
                  <a:cubicBezTo>
                    <a:pt x="2588" y="1665"/>
                    <a:pt x="2728" y="1585"/>
                    <a:pt x="2939" y="1585"/>
                  </a:cubicBezTo>
                  <a:lnTo>
                    <a:pt x="2949" y="1585"/>
                  </a:lnTo>
                  <a:cubicBezTo>
                    <a:pt x="3140" y="1585"/>
                    <a:pt x="3380" y="1645"/>
                    <a:pt x="3732" y="1816"/>
                  </a:cubicBezTo>
                  <a:cubicBezTo>
                    <a:pt x="3822" y="1866"/>
                    <a:pt x="3942" y="1886"/>
                    <a:pt x="4073" y="1886"/>
                  </a:cubicBezTo>
                  <a:lnTo>
                    <a:pt x="4083" y="1886"/>
                  </a:lnTo>
                  <a:cubicBezTo>
                    <a:pt x="4183" y="1886"/>
                    <a:pt x="4283" y="1876"/>
                    <a:pt x="4394" y="1856"/>
                  </a:cubicBezTo>
                  <a:cubicBezTo>
                    <a:pt x="4594" y="1836"/>
                    <a:pt x="4805" y="1796"/>
                    <a:pt x="4995" y="1796"/>
                  </a:cubicBezTo>
                  <a:cubicBezTo>
                    <a:pt x="5286" y="1605"/>
                    <a:pt x="5627" y="1424"/>
                    <a:pt x="5828" y="1103"/>
                  </a:cubicBezTo>
                  <a:cubicBezTo>
                    <a:pt x="5798" y="1083"/>
                    <a:pt x="5768" y="1063"/>
                    <a:pt x="5728" y="1033"/>
                  </a:cubicBezTo>
                  <a:cubicBezTo>
                    <a:pt x="5346" y="712"/>
                    <a:pt x="4915" y="401"/>
                    <a:pt x="4363" y="281"/>
                  </a:cubicBezTo>
                  <a:cubicBezTo>
                    <a:pt x="3701" y="141"/>
                    <a:pt x="3250" y="0"/>
                    <a:pt x="2789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3" name="Google Shape;1893;p19"/>
            <p:cNvSpPr/>
            <p:nvPr/>
          </p:nvSpPr>
          <p:spPr>
            <a:xfrm>
              <a:off x="1168794" y="852161"/>
              <a:ext cx="1331015" cy="815134"/>
            </a:xfrm>
            <a:custGeom>
              <a:avLst/>
              <a:gdLst/>
              <a:ahLst/>
              <a:cxnLst/>
              <a:rect l="l" t="t" r="r" b="b"/>
              <a:pathLst>
                <a:path w="16061" h="9836" extrusionOk="0">
                  <a:moveTo>
                    <a:pt x="1785" y="0"/>
                  </a:moveTo>
                  <a:cubicBezTo>
                    <a:pt x="1485" y="81"/>
                    <a:pt x="672" y="632"/>
                    <a:pt x="0" y="1074"/>
                  </a:cubicBezTo>
                  <a:cubicBezTo>
                    <a:pt x="10" y="1344"/>
                    <a:pt x="10" y="1615"/>
                    <a:pt x="140" y="1716"/>
                  </a:cubicBezTo>
                  <a:cubicBezTo>
                    <a:pt x="622" y="2067"/>
                    <a:pt x="1043" y="2327"/>
                    <a:pt x="1454" y="2378"/>
                  </a:cubicBezTo>
                  <a:cubicBezTo>
                    <a:pt x="2273" y="2461"/>
                    <a:pt x="5689" y="6273"/>
                    <a:pt x="6420" y="6273"/>
                  </a:cubicBezTo>
                  <a:cubicBezTo>
                    <a:pt x="6477" y="6273"/>
                    <a:pt x="6518" y="6249"/>
                    <a:pt x="6540" y="6199"/>
                  </a:cubicBezTo>
                  <a:cubicBezTo>
                    <a:pt x="6616" y="6031"/>
                    <a:pt x="6750" y="5958"/>
                    <a:pt x="6928" y="5958"/>
                  </a:cubicBezTo>
                  <a:cubicBezTo>
                    <a:pt x="7965" y="5958"/>
                    <a:pt x="10469" y="8453"/>
                    <a:pt x="11274" y="8847"/>
                  </a:cubicBezTo>
                  <a:cubicBezTo>
                    <a:pt x="11657" y="9041"/>
                    <a:pt x="11864" y="9109"/>
                    <a:pt x="11982" y="9109"/>
                  </a:cubicBezTo>
                  <a:cubicBezTo>
                    <a:pt x="12125" y="9109"/>
                    <a:pt x="12134" y="9007"/>
                    <a:pt x="12167" y="8907"/>
                  </a:cubicBezTo>
                  <a:cubicBezTo>
                    <a:pt x="12197" y="8804"/>
                    <a:pt x="12250" y="8701"/>
                    <a:pt x="12482" y="8701"/>
                  </a:cubicBezTo>
                  <a:cubicBezTo>
                    <a:pt x="12787" y="8701"/>
                    <a:pt x="13403" y="8878"/>
                    <a:pt x="14685" y="9459"/>
                  </a:cubicBezTo>
                  <a:cubicBezTo>
                    <a:pt x="15271" y="9727"/>
                    <a:pt x="15600" y="9836"/>
                    <a:pt x="15732" y="9836"/>
                  </a:cubicBezTo>
                  <a:cubicBezTo>
                    <a:pt x="16060" y="9836"/>
                    <a:pt x="15172" y="9160"/>
                    <a:pt x="14013" y="8566"/>
                  </a:cubicBezTo>
                  <a:cubicBezTo>
                    <a:pt x="12378" y="7724"/>
                    <a:pt x="11274" y="6861"/>
                    <a:pt x="10201" y="6771"/>
                  </a:cubicBezTo>
                  <a:cubicBezTo>
                    <a:pt x="9298" y="6701"/>
                    <a:pt x="6971" y="4875"/>
                    <a:pt x="5075" y="3130"/>
                  </a:cubicBezTo>
                  <a:cubicBezTo>
                    <a:pt x="4734" y="2939"/>
                    <a:pt x="4393" y="2568"/>
                    <a:pt x="4062" y="2167"/>
                  </a:cubicBezTo>
                  <a:cubicBezTo>
                    <a:pt x="3701" y="1726"/>
                    <a:pt x="3360" y="1254"/>
                    <a:pt x="3099" y="1003"/>
                  </a:cubicBezTo>
                  <a:lnTo>
                    <a:pt x="2347" y="261"/>
                  </a:lnTo>
                  <a:cubicBezTo>
                    <a:pt x="2197" y="121"/>
                    <a:pt x="1996" y="41"/>
                    <a:pt x="1785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4" name="Google Shape;1894;p19"/>
            <p:cNvSpPr/>
            <p:nvPr/>
          </p:nvSpPr>
          <p:spPr>
            <a:xfrm>
              <a:off x="1168794" y="852161"/>
              <a:ext cx="1309303" cy="815548"/>
            </a:xfrm>
            <a:custGeom>
              <a:avLst/>
              <a:gdLst/>
              <a:ahLst/>
              <a:cxnLst/>
              <a:rect l="l" t="t" r="r" b="b"/>
              <a:pathLst>
                <a:path w="15799" h="9841" extrusionOk="0">
                  <a:moveTo>
                    <a:pt x="1785" y="0"/>
                  </a:moveTo>
                  <a:cubicBezTo>
                    <a:pt x="1485" y="81"/>
                    <a:pt x="672" y="632"/>
                    <a:pt x="0" y="1074"/>
                  </a:cubicBezTo>
                  <a:cubicBezTo>
                    <a:pt x="10" y="1344"/>
                    <a:pt x="10" y="1615"/>
                    <a:pt x="140" y="1716"/>
                  </a:cubicBezTo>
                  <a:cubicBezTo>
                    <a:pt x="622" y="2067"/>
                    <a:pt x="1043" y="2327"/>
                    <a:pt x="1454" y="2378"/>
                  </a:cubicBezTo>
                  <a:cubicBezTo>
                    <a:pt x="2277" y="2458"/>
                    <a:pt x="5697" y="6280"/>
                    <a:pt x="6420" y="6280"/>
                  </a:cubicBezTo>
                  <a:cubicBezTo>
                    <a:pt x="6480" y="6280"/>
                    <a:pt x="6520" y="6249"/>
                    <a:pt x="6540" y="6199"/>
                  </a:cubicBezTo>
                  <a:cubicBezTo>
                    <a:pt x="6620" y="6039"/>
                    <a:pt x="6751" y="5959"/>
                    <a:pt x="6931" y="5959"/>
                  </a:cubicBezTo>
                  <a:cubicBezTo>
                    <a:pt x="7954" y="5959"/>
                    <a:pt x="10402" y="8386"/>
                    <a:pt x="11234" y="8837"/>
                  </a:cubicBezTo>
                  <a:lnTo>
                    <a:pt x="11244" y="8837"/>
                  </a:lnTo>
                  <a:cubicBezTo>
                    <a:pt x="11254" y="8837"/>
                    <a:pt x="11264" y="8847"/>
                    <a:pt x="11274" y="8847"/>
                  </a:cubicBezTo>
                  <a:cubicBezTo>
                    <a:pt x="11274" y="8857"/>
                    <a:pt x="11284" y="8857"/>
                    <a:pt x="11284" y="8857"/>
                  </a:cubicBezTo>
                  <a:cubicBezTo>
                    <a:pt x="11294" y="8867"/>
                    <a:pt x="11304" y="8867"/>
                    <a:pt x="11314" y="8867"/>
                  </a:cubicBezTo>
                  <a:cubicBezTo>
                    <a:pt x="11314" y="8877"/>
                    <a:pt x="11325" y="8877"/>
                    <a:pt x="11325" y="8877"/>
                  </a:cubicBezTo>
                  <a:lnTo>
                    <a:pt x="11335" y="8877"/>
                  </a:lnTo>
                  <a:cubicBezTo>
                    <a:pt x="11335" y="8877"/>
                    <a:pt x="11335" y="8877"/>
                    <a:pt x="11335" y="8887"/>
                  </a:cubicBezTo>
                  <a:cubicBezTo>
                    <a:pt x="11676" y="9048"/>
                    <a:pt x="11866" y="9108"/>
                    <a:pt x="11976" y="9108"/>
                  </a:cubicBezTo>
                  <a:cubicBezTo>
                    <a:pt x="12117" y="9108"/>
                    <a:pt x="12137" y="9018"/>
                    <a:pt x="12157" y="8918"/>
                  </a:cubicBezTo>
                  <a:cubicBezTo>
                    <a:pt x="12167" y="8918"/>
                    <a:pt x="12167" y="8907"/>
                    <a:pt x="12167" y="8907"/>
                  </a:cubicBezTo>
                  <a:cubicBezTo>
                    <a:pt x="12197" y="8807"/>
                    <a:pt x="12247" y="8707"/>
                    <a:pt x="12488" y="8707"/>
                  </a:cubicBezTo>
                  <a:cubicBezTo>
                    <a:pt x="12779" y="8707"/>
                    <a:pt x="13371" y="8867"/>
                    <a:pt x="14564" y="9409"/>
                  </a:cubicBezTo>
                  <a:lnTo>
                    <a:pt x="14574" y="9409"/>
                  </a:lnTo>
                  <a:cubicBezTo>
                    <a:pt x="14604" y="9419"/>
                    <a:pt x="14625" y="9439"/>
                    <a:pt x="14655" y="9449"/>
                  </a:cubicBezTo>
                  <a:cubicBezTo>
                    <a:pt x="14665" y="9449"/>
                    <a:pt x="14675" y="9459"/>
                    <a:pt x="14685" y="9459"/>
                  </a:cubicBezTo>
                  <a:cubicBezTo>
                    <a:pt x="14695" y="9469"/>
                    <a:pt x="14705" y="9469"/>
                    <a:pt x="14715" y="9479"/>
                  </a:cubicBezTo>
                  <a:lnTo>
                    <a:pt x="14725" y="9479"/>
                  </a:lnTo>
                  <a:cubicBezTo>
                    <a:pt x="14725" y="9479"/>
                    <a:pt x="14735" y="9479"/>
                    <a:pt x="14735" y="9489"/>
                  </a:cubicBezTo>
                  <a:lnTo>
                    <a:pt x="14755" y="9489"/>
                  </a:lnTo>
                  <a:cubicBezTo>
                    <a:pt x="14815" y="9519"/>
                    <a:pt x="14875" y="9549"/>
                    <a:pt x="14925" y="9570"/>
                  </a:cubicBezTo>
                  <a:cubicBezTo>
                    <a:pt x="15367" y="9760"/>
                    <a:pt x="15618" y="9840"/>
                    <a:pt x="15728" y="9840"/>
                  </a:cubicBezTo>
                  <a:cubicBezTo>
                    <a:pt x="15778" y="9840"/>
                    <a:pt x="15798" y="9820"/>
                    <a:pt x="15798" y="9800"/>
                  </a:cubicBezTo>
                  <a:cubicBezTo>
                    <a:pt x="15798" y="9650"/>
                    <a:pt x="15006" y="9078"/>
                    <a:pt x="14013" y="8566"/>
                  </a:cubicBezTo>
                  <a:cubicBezTo>
                    <a:pt x="12378" y="7724"/>
                    <a:pt x="11274" y="6861"/>
                    <a:pt x="10201" y="6771"/>
                  </a:cubicBezTo>
                  <a:cubicBezTo>
                    <a:pt x="9298" y="6701"/>
                    <a:pt x="6971" y="4875"/>
                    <a:pt x="5075" y="3130"/>
                  </a:cubicBezTo>
                  <a:cubicBezTo>
                    <a:pt x="4734" y="2939"/>
                    <a:pt x="4393" y="2568"/>
                    <a:pt x="4062" y="2167"/>
                  </a:cubicBezTo>
                  <a:cubicBezTo>
                    <a:pt x="3701" y="1726"/>
                    <a:pt x="3360" y="1254"/>
                    <a:pt x="3099" y="1003"/>
                  </a:cubicBezTo>
                  <a:lnTo>
                    <a:pt x="2347" y="261"/>
                  </a:lnTo>
                  <a:cubicBezTo>
                    <a:pt x="2197" y="121"/>
                    <a:pt x="1996" y="41"/>
                    <a:pt x="1785" y="0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5" name="Google Shape;1895;p19"/>
            <p:cNvSpPr/>
            <p:nvPr/>
          </p:nvSpPr>
          <p:spPr>
            <a:xfrm>
              <a:off x="-111323" y="866249"/>
              <a:ext cx="4091498" cy="1456484"/>
            </a:xfrm>
            <a:custGeom>
              <a:avLst/>
              <a:gdLst/>
              <a:ahLst/>
              <a:cxnLst/>
              <a:rect l="l" t="t" r="r" b="b"/>
              <a:pathLst>
                <a:path w="49371" h="17575" extrusionOk="0">
                  <a:moveTo>
                    <a:pt x="10913" y="934"/>
                  </a:moveTo>
                  <a:cubicBezTo>
                    <a:pt x="11134" y="934"/>
                    <a:pt x="12388" y="1796"/>
                    <a:pt x="12829" y="1907"/>
                  </a:cubicBezTo>
                  <a:cubicBezTo>
                    <a:pt x="12839" y="1917"/>
                    <a:pt x="12839" y="1917"/>
                    <a:pt x="12849" y="1917"/>
                  </a:cubicBezTo>
                  <a:lnTo>
                    <a:pt x="12859" y="1917"/>
                  </a:lnTo>
                  <a:cubicBezTo>
                    <a:pt x="13180" y="1997"/>
                    <a:pt x="13702" y="2468"/>
                    <a:pt x="14203" y="2739"/>
                  </a:cubicBezTo>
                  <a:cubicBezTo>
                    <a:pt x="14223" y="2749"/>
                    <a:pt x="14243" y="2769"/>
                    <a:pt x="14263" y="2779"/>
                  </a:cubicBezTo>
                  <a:lnTo>
                    <a:pt x="14273" y="2779"/>
                  </a:lnTo>
                  <a:cubicBezTo>
                    <a:pt x="14434" y="2860"/>
                    <a:pt x="14604" y="2920"/>
                    <a:pt x="14745" y="2930"/>
                  </a:cubicBezTo>
                  <a:lnTo>
                    <a:pt x="14785" y="2930"/>
                  </a:lnTo>
                  <a:cubicBezTo>
                    <a:pt x="14855" y="2930"/>
                    <a:pt x="14935" y="2910"/>
                    <a:pt x="14996" y="2880"/>
                  </a:cubicBezTo>
                  <a:lnTo>
                    <a:pt x="15006" y="2880"/>
                  </a:lnTo>
                  <a:cubicBezTo>
                    <a:pt x="15016" y="2880"/>
                    <a:pt x="15016" y="2870"/>
                    <a:pt x="15016" y="2870"/>
                  </a:cubicBezTo>
                  <a:cubicBezTo>
                    <a:pt x="15076" y="2850"/>
                    <a:pt x="15136" y="2830"/>
                    <a:pt x="15196" y="2830"/>
                  </a:cubicBezTo>
                  <a:lnTo>
                    <a:pt x="15206" y="2830"/>
                  </a:lnTo>
                  <a:cubicBezTo>
                    <a:pt x="15477" y="2830"/>
                    <a:pt x="15798" y="3090"/>
                    <a:pt x="16189" y="3482"/>
                  </a:cubicBezTo>
                  <a:cubicBezTo>
                    <a:pt x="16199" y="3492"/>
                    <a:pt x="16219" y="3502"/>
                    <a:pt x="16229" y="3512"/>
                  </a:cubicBezTo>
                  <a:cubicBezTo>
                    <a:pt x="16621" y="3893"/>
                    <a:pt x="17092" y="4394"/>
                    <a:pt x="17674" y="4876"/>
                  </a:cubicBezTo>
                  <a:cubicBezTo>
                    <a:pt x="17674" y="4876"/>
                    <a:pt x="17684" y="4876"/>
                    <a:pt x="17684" y="4886"/>
                  </a:cubicBezTo>
                  <a:cubicBezTo>
                    <a:pt x="17704" y="4896"/>
                    <a:pt x="17724" y="4916"/>
                    <a:pt x="17744" y="4936"/>
                  </a:cubicBezTo>
                  <a:cubicBezTo>
                    <a:pt x="17754" y="4936"/>
                    <a:pt x="17754" y="4936"/>
                    <a:pt x="17754" y="4946"/>
                  </a:cubicBezTo>
                  <a:cubicBezTo>
                    <a:pt x="17774" y="4956"/>
                    <a:pt x="17794" y="4976"/>
                    <a:pt x="17814" y="4996"/>
                  </a:cubicBezTo>
                  <a:cubicBezTo>
                    <a:pt x="17834" y="5006"/>
                    <a:pt x="17854" y="5016"/>
                    <a:pt x="17874" y="5036"/>
                  </a:cubicBezTo>
                  <a:cubicBezTo>
                    <a:pt x="18296" y="5377"/>
                    <a:pt x="18466" y="5558"/>
                    <a:pt x="18466" y="5628"/>
                  </a:cubicBezTo>
                  <a:cubicBezTo>
                    <a:pt x="18466" y="5658"/>
                    <a:pt x="18446" y="5668"/>
                    <a:pt x="18406" y="5668"/>
                  </a:cubicBezTo>
                  <a:cubicBezTo>
                    <a:pt x="18035" y="5668"/>
                    <a:pt x="16199" y="4715"/>
                    <a:pt x="15668" y="4284"/>
                  </a:cubicBezTo>
                  <a:lnTo>
                    <a:pt x="15658" y="4284"/>
                  </a:lnTo>
                  <a:cubicBezTo>
                    <a:pt x="15658" y="4284"/>
                    <a:pt x="15648" y="4284"/>
                    <a:pt x="15648" y="4274"/>
                  </a:cubicBezTo>
                  <a:cubicBezTo>
                    <a:pt x="14905" y="3672"/>
                    <a:pt x="13993" y="3893"/>
                    <a:pt x="13341" y="3381"/>
                  </a:cubicBezTo>
                  <a:cubicBezTo>
                    <a:pt x="12689" y="2860"/>
                    <a:pt x="11074" y="1385"/>
                    <a:pt x="10893" y="1004"/>
                  </a:cubicBezTo>
                  <a:lnTo>
                    <a:pt x="10883" y="1004"/>
                  </a:lnTo>
                  <a:cubicBezTo>
                    <a:pt x="10873" y="984"/>
                    <a:pt x="10873" y="974"/>
                    <a:pt x="10873" y="964"/>
                  </a:cubicBezTo>
                  <a:cubicBezTo>
                    <a:pt x="10873" y="944"/>
                    <a:pt x="10883" y="934"/>
                    <a:pt x="10913" y="934"/>
                  </a:cubicBezTo>
                  <a:close/>
                  <a:moveTo>
                    <a:pt x="24715" y="3020"/>
                  </a:moveTo>
                  <a:cubicBezTo>
                    <a:pt x="24795" y="3020"/>
                    <a:pt x="24996" y="3120"/>
                    <a:pt x="25247" y="3241"/>
                  </a:cubicBezTo>
                  <a:lnTo>
                    <a:pt x="25267" y="3241"/>
                  </a:lnTo>
                  <a:cubicBezTo>
                    <a:pt x="25267" y="3251"/>
                    <a:pt x="25277" y="3251"/>
                    <a:pt x="25277" y="3251"/>
                  </a:cubicBezTo>
                  <a:cubicBezTo>
                    <a:pt x="25287" y="3251"/>
                    <a:pt x="25297" y="3261"/>
                    <a:pt x="25307" y="3261"/>
                  </a:cubicBezTo>
                  <a:cubicBezTo>
                    <a:pt x="25307" y="3261"/>
                    <a:pt x="25317" y="3271"/>
                    <a:pt x="25317" y="3271"/>
                  </a:cubicBezTo>
                  <a:cubicBezTo>
                    <a:pt x="25327" y="3271"/>
                    <a:pt x="25337" y="3271"/>
                    <a:pt x="25337" y="3281"/>
                  </a:cubicBezTo>
                  <a:cubicBezTo>
                    <a:pt x="25347" y="3281"/>
                    <a:pt x="25357" y="3281"/>
                    <a:pt x="25357" y="3291"/>
                  </a:cubicBezTo>
                  <a:lnTo>
                    <a:pt x="25377" y="3291"/>
                  </a:lnTo>
                  <a:lnTo>
                    <a:pt x="25387" y="3301"/>
                  </a:lnTo>
                  <a:cubicBezTo>
                    <a:pt x="25668" y="3421"/>
                    <a:pt x="25969" y="3532"/>
                    <a:pt x="26190" y="3532"/>
                  </a:cubicBezTo>
                  <a:lnTo>
                    <a:pt x="26290" y="3532"/>
                  </a:lnTo>
                  <a:cubicBezTo>
                    <a:pt x="26290" y="3522"/>
                    <a:pt x="26300" y="3522"/>
                    <a:pt x="26300" y="3522"/>
                  </a:cubicBezTo>
                  <a:lnTo>
                    <a:pt x="26310" y="3522"/>
                  </a:lnTo>
                  <a:cubicBezTo>
                    <a:pt x="26330" y="3522"/>
                    <a:pt x="26350" y="3522"/>
                    <a:pt x="26360" y="3512"/>
                  </a:cubicBezTo>
                  <a:lnTo>
                    <a:pt x="26420" y="3512"/>
                  </a:lnTo>
                  <a:cubicBezTo>
                    <a:pt x="26681" y="3512"/>
                    <a:pt x="27012" y="3642"/>
                    <a:pt x="27353" y="3792"/>
                  </a:cubicBezTo>
                  <a:cubicBezTo>
                    <a:pt x="27413" y="3813"/>
                    <a:pt x="27464" y="3843"/>
                    <a:pt x="27524" y="3863"/>
                  </a:cubicBezTo>
                  <a:cubicBezTo>
                    <a:pt x="27815" y="3993"/>
                    <a:pt x="28096" y="4123"/>
                    <a:pt x="28326" y="4184"/>
                  </a:cubicBezTo>
                  <a:cubicBezTo>
                    <a:pt x="28356" y="4194"/>
                    <a:pt x="28376" y="4204"/>
                    <a:pt x="28406" y="4204"/>
                  </a:cubicBezTo>
                  <a:lnTo>
                    <a:pt x="28417" y="4204"/>
                  </a:lnTo>
                  <a:lnTo>
                    <a:pt x="28427" y="4214"/>
                  </a:lnTo>
                  <a:lnTo>
                    <a:pt x="28447" y="4214"/>
                  </a:lnTo>
                  <a:cubicBezTo>
                    <a:pt x="28467" y="4214"/>
                    <a:pt x="28477" y="4214"/>
                    <a:pt x="28487" y="4224"/>
                  </a:cubicBezTo>
                  <a:lnTo>
                    <a:pt x="28607" y="4224"/>
                  </a:lnTo>
                  <a:cubicBezTo>
                    <a:pt x="29139" y="4224"/>
                    <a:pt x="31646" y="6260"/>
                    <a:pt x="33432" y="7002"/>
                  </a:cubicBezTo>
                  <a:cubicBezTo>
                    <a:pt x="33452" y="7002"/>
                    <a:pt x="33462" y="7012"/>
                    <a:pt x="33482" y="7022"/>
                  </a:cubicBezTo>
                  <a:cubicBezTo>
                    <a:pt x="33482" y="7022"/>
                    <a:pt x="34034" y="7313"/>
                    <a:pt x="35749" y="8146"/>
                  </a:cubicBezTo>
                  <a:cubicBezTo>
                    <a:pt x="35759" y="8156"/>
                    <a:pt x="35759" y="8156"/>
                    <a:pt x="35769" y="8156"/>
                  </a:cubicBezTo>
                  <a:cubicBezTo>
                    <a:pt x="35779" y="8166"/>
                    <a:pt x="35779" y="8166"/>
                    <a:pt x="35789" y="8166"/>
                  </a:cubicBezTo>
                  <a:cubicBezTo>
                    <a:pt x="36010" y="8276"/>
                    <a:pt x="36110" y="8346"/>
                    <a:pt x="36110" y="8386"/>
                  </a:cubicBezTo>
                  <a:cubicBezTo>
                    <a:pt x="36110" y="8417"/>
                    <a:pt x="36070" y="8427"/>
                    <a:pt x="35990" y="8427"/>
                  </a:cubicBezTo>
                  <a:cubicBezTo>
                    <a:pt x="35348" y="8427"/>
                    <a:pt x="32218" y="7574"/>
                    <a:pt x="30252" y="6711"/>
                  </a:cubicBezTo>
                  <a:cubicBezTo>
                    <a:pt x="30242" y="6701"/>
                    <a:pt x="30232" y="6701"/>
                    <a:pt x="30222" y="6691"/>
                  </a:cubicBezTo>
                  <a:lnTo>
                    <a:pt x="30212" y="6691"/>
                  </a:lnTo>
                  <a:cubicBezTo>
                    <a:pt x="30202" y="6691"/>
                    <a:pt x="30202" y="6681"/>
                    <a:pt x="30192" y="6681"/>
                  </a:cubicBezTo>
                  <a:lnTo>
                    <a:pt x="30182" y="6681"/>
                  </a:lnTo>
                  <a:cubicBezTo>
                    <a:pt x="30172" y="6681"/>
                    <a:pt x="30162" y="6671"/>
                    <a:pt x="30152" y="6671"/>
                  </a:cubicBezTo>
                  <a:cubicBezTo>
                    <a:pt x="30152" y="6671"/>
                    <a:pt x="30152" y="6671"/>
                    <a:pt x="30152" y="6661"/>
                  </a:cubicBezTo>
                  <a:lnTo>
                    <a:pt x="30132" y="6661"/>
                  </a:lnTo>
                  <a:cubicBezTo>
                    <a:pt x="27564" y="5508"/>
                    <a:pt x="25869" y="5086"/>
                    <a:pt x="25819" y="4735"/>
                  </a:cubicBezTo>
                  <a:cubicBezTo>
                    <a:pt x="25819" y="4735"/>
                    <a:pt x="25819" y="4735"/>
                    <a:pt x="25819" y="4725"/>
                  </a:cubicBezTo>
                  <a:cubicBezTo>
                    <a:pt x="25819" y="4675"/>
                    <a:pt x="25919" y="4645"/>
                    <a:pt x="26079" y="4645"/>
                  </a:cubicBezTo>
                  <a:lnTo>
                    <a:pt x="26140" y="4645"/>
                  </a:lnTo>
                  <a:cubicBezTo>
                    <a:pt x="26190" y="4655"/>
                    <a:pt x="26240" y="4655"/>
                    <a:pt x="26300" y="4655"/>
                  </a:cubicBezTo>
                  <a:cubicBezTo>
                    <a:pt x="26310" y="4655"/>
                    <a:pt x="26320" y="4655"/>
                    <a:pt x="26330" y="4665"/>
                  </a:cubicBezTo>
                  <a:cubicBezTo>
                    <a:pt x="26380" y="4665"/>
                    <a:pt x="26420" y="4665"/>
                    <a:pt x="26461" y="4675"/>
                  </a:cubicBezTo>
                  <a:lnTo>
                    <a:pt x="26481" y="4675"/>
                  </a:lnTo>
                  <a:cubicBezTo>
                    <a:pt x="26581" y="4685"/>
                    <a:pt x="26691" y="4695"/>
                    <a:pt x="26802" y="4715"/>
                  </a:cubicBezTo>
                  <a:cubicBezTo>
                    <a:pt x="26822" y="4715"/>
                    <a:pt x="26852" y="4725"/>
                    <a:pt x="26872" y="4725"/>
                  </a:cubicBezTo>
                  <a:lnTo>
                    <a:pt x="26902" y="4725"/>
                  </a:lnTo>
                  <a:cubicBezTo>
                    <a:pt x="26912" y="4725"/>
                    <a:pt x="26922" y="4725"/>
                    <a:pt x="26922" y="4735"/>
                  </a:cubicBezTo>
                  <a:lnTo>
                    <a:pt x="26982" y="4735"/>
                  </a:lnTo>
                  <a:cubicBezTo>
                    <a:pt x="27012" y="4745"/>
                    <a:pt x="27032" y="4745"/>
                    <a:pt x="27052" y="4745"/>
                  </a:cubicBezTo>
                  <a:cubicBezTo>
                    <a:pt x="27062" y="4745"/>
                    <a:pt x="27062" y="4745"/>
                    <a:pt x="27062" y="4755"/>
                  </a:cubicBezTo>
                  <a:lnTo>
                    <a:pt x="27103" y="4755"/>
                  </a:lnTo>
                  <a:cubicBezTo>
                    <a:pt x="27474" y="4806"/>
                    <a:pt x="27825" y="4866"/>
                    <a:pt x="27995" y="4866"/>
                  </a:cubicBezTo>
                  <a:lnTo>
                    <a:pt x="28045" y="4866"/>
                  </a:lnTo>
                  <a:cubicBezTo>
                    <a:pt x="28086" y="4856"/>
                    <a:pt x="28106" y="4846"/>
                    <a:pt x="28106" y="4836"/>
                  </a:cubicBezTo>
                  <a:cubicBezTo>
                    <a:pt x="28106" y="4806"/>
                    <a:pt x="28035" y="4755"/>
                    <a:pt x="27865" y="4675"/>
                  </a:cubicBezTo>
                  <a:cubicBezTo>
                    <a:pt x="27865" y="4675"/>
                    <a:pt x="27865" y="4665"/>
                    <a:pt x="27865" y="4665"/>
                  </a:cubicBezTo>
                  <a:lnTo>
                    <a:pt x="27845" y="4665"/>
                  </a:lnTo>
                  <a:cubicBezTo>
                    <a:pt x="27845" y="4655"/>
                    <a:pt x="27845" y="4655"/>
                    <a:pt x="27835" y="4655"/>
                  </a:cubicBezTo>
                  <a:cubicBezTo>
                    <a:pt x="27825" y="4655"/>
                    <a:pt x="27825" y="4645"/>
                    <a:pt x="27815" y="4645"/>
                  </a:cubicBezTo>
                  <a:lnTo>
                    <a:pt x="27805" y="4645"/>
                  </a:lnTo>
                  <a:cubicBezTo>
                    <a:pt x="26501" y="4043"/>
                    <a:pt x="25357" y="3903"/>
                    <a:pt x="24806" y="3241"/>
                  </a:cubicBezTo>
                  <a:cubicBezTo>
                    <a:pt x="24806" y="3241"/>
                    <a:pt x="24795" y="3241"/>
                    <a:pt x="24795" y="3231"/>
                  </a:cubicBezTo>
                  <a:cubicBezTo>
                    <a:pt x="24715" y="3140"/>
                    <a:pt x="24685" y="3080"/>
                    <a:pt x="24685" y="3050"/>
                  </a:cubicBezTo>
                  <a:cubicBezTo>
                    <a:pt x="24685" y="3030"/>
                    <a:pt x="24695" y="3020"/>
                    <a:pt x="24715" y="3020"/>
                  </a:cubicBezTo>
                  <a:close/>
                  <a:moveTo>
                    <a:pt x="12839" y="1"/>
                  </a:moveTo>
                  <a:cubicBezTo>
                    <a:pt x="12628" y="1"/>
                    <a:pt x="12488" y="81"/>
                    <a:pt x="12348" y="161"/>
                  </a:cubicBezTo>
                  <a:cubicBezTo>
                    <a:pt x="12348" y="161"/>
                    <a:pt x="12338" y="171"/>
                    <a:pt x="12338" y="171"/>
                  </a:cubicBezTo>
                  <a:lnTo>
                    <a:pt x="12328" y="171"/>
                  </a:lnTo>
                  <a:cubicBezTo>
                    <a:pt x="12328" y="181"/>
                    <a:pt x="12318" y="181"/>
                    <a:pt x="12318" y="181"/>
                  </a:cubicBezTo>
                  <a:cubicBezTo>
                    <a:pt x="12318" y="181"/>
                    <a:pt x="12307" y="181"/>
                    <a:pt x="12307" y="192"/>
                  </a:cubicBezTo>
                  <a:cubicBezTo>
                    <a:pt x="12167" y="282"/>
                    <a:pt x="12017" y="362"/>
                    <a:pt x="11796" y="362"/>
                  </a:cubicBezTo>
                  <a:lnTo>
                    <a:pt x="11786" y="362"/>
                  </a:lnTo>
                  <a:cubicBezTo>
                    <a:pt x="11686" y="362"/>
                    <a:pt x="11555" y="342"/>
                    <a:pt x="11415" y="302"/>
                  </a:cubicBezTo>
                  <a:cubicBezTo>
                    <a:pt x="11405" y="302"/>
                    <a:pt x="11405" y="292"/>
                    <a:pt x="11395" y="292"/>
                  </a:cubicBezTo>
                  <a:lnTo>
                    <a:pt x="11375" y="292"/>
                  </a:lnTo>
                  <a:cubicBezTo>
                    <a:pt x="11014" y="171"/>
                    <a:pt x="10602" y="151"/>
                    <a:pt x="10211" y="151"/>
                  </a:cubicBezTo>
                  <a:lnTo>
                    <a:pt x="9900" y="151"/>
                  </a:lnTo>
                  <a:cubicBezTo>
                    <a:pt x="9268" y="432"/>
                    <a:pt x="8546" y="663"/>
                    <a:pt x="7663" y="793"/>
                  </a:cubicBezTo>
                  <a:cubicBezTo>
                    <a:pt x="7553" y="813"/>
                    <a:pt x="7503" y="833"/>
                    <a:pt x="7503" y="864"/>
                  </a:cubicBezTo>
                  <a:cubicBezTo>
                    <a:pt x="7493" y="1004"/>
                    <a:pt x="9288" y="1265"/>
                    <a:pt x="9288" y="1425"/>
                  </a:cubicBezTo>
                  <a:cubicBezTo>
                    <a:pt x="9288" y="1455"/>
                    <a:pt x="9238" y="1475"/>
                    <a:pt x="9118" y="1495"/>
                  </a:cubicBezTo>
                  <a:cubicBezTo>
                    <a:pt x="8456" y="1616"/>
                    <a:pt x="8165" y="1977"/>
                    <a:pt x="7764" y="2057"/>
                  </a:cubicBezTo>
                  <a:cubicBezTo>
                    <a:pt x="6600" y="2278"/>
                    <a:pt x="6209" y="2468"/>
                    <a:pt x="6209" y="2619"/>
                  </a:cubicBezTo>
                  <a:cubicBezTo>
                    <a:pt x="6209" y="2900"/>
                    <a:pt x="7493" y="3070"/>
                    <a:pt x="7713" y="3221"/>
                  </a:cubicBezTo>
                  <a:cubicBezTo>
                    <a:pt x="7744" y="3251"/>
                    <a:pt x="7764" y="3271"/>
                    <a:pt x="7764" y="3291"/>
                  </a:cubicBezTo>
                  <a:cubicBezTo>
                    <a:pt x="7764" y="3381"/>
                    <a:pt x="7413" y="3421"/>
                    <a:pt x="6981" y="3421"/>
                  </a:cubicBezTo>
                  <a:cubicBezTo>
                    <a:pt x="6339" y="3421"/>
                    <a:pt x="5517" y="3331"/>
                    <a:pt x="5306" y="3161"/>
                  </a:cubicBezTo>
                  <a:cubicBezTo>
                    <a:pt x="5196" y="3080"/>
                    <a:pt x="5106" y="2960"/>
                    <a:pt x="4995" y="2880"/>
                  </a:cubicBezTo>
                  <a:cubicBezTo>
                    <a:pt x="4845" y="2769"/>
                    <a:pt x="4654" y="2739"/>
                    <a:pt x="4474" y="2699"/>
                  </a:cubicBezTo>
                  <a:cubicBezTo>
                    <a:pt x="3962" y="2599"/>
                    <a:pt x="2768" y="2077"/>
                    <a:pt x="2157" y="1816"/>
                  </a:cubicBezTo>
                  <a:cubicBezTo>
                    <a:pt x="2116" y="1837"/>
                    <a:pt x="2066" y="1857"/>
                    <a:pt x="2026" y="1877"/>
                  </a:cubicBezTo>
                  <a:cubicBezTo>
                    <a:pt x="1454" y="2168"/>
                    <a:pt x="883" y="2478"/>
                    <a:pt x="512" y="2910"/>
                  </a:cubicBezTo>
                  <a:cubicBezTo>
                    <a:pt x="150" y="3311"/>
                    <a:pt x="0" y="3792"/>
                    <a:pt x="0" y="4274"/>
                  </a:cubicBezTo>
                  <a:cubicBezTo>
                    <a:pt x="0" y="4665"/>
                    <a:pt x="100" y="5056"/>
                    <a:pt x="261" y="5417"/>
                  </a:cubicBezTo>
                  <a:cubicBezTo>
                    <a:pt x="642" y="6240"/>
                    <a:pt x="1354" y="6972"/>
                    <a:pt x="2056" y="7674"/>
                  </a:cubicBezTo>
                  <a:cubicBezTo>
                    <a:pt x="3019" y="8617"/>
                    <a:pt x="4012" y="9560"/>
                    <a:pt x="5226" y="10322"/>
                  </a:cubicBezTo>
                  <a:cubicBezTo>
                    <a:pt x="5266" y="10332"/>
                    <a:pt x="5306" y="10352"/>
                    <a:pt x="5346" y="10362"/>
                  </a:cubicBezTo>
                  <a:cubicBezTo>
                    <a:pt x="8616" y="9500"/>
                    <a:pt x="11876" y="8647"/>
                    <a:pt x="15146" y="7785"/>
                  </a:cubicBezTo>
                  <a:lnTo>
                    <a:pt x="15166" y="7785"/>
                  </a:lnTo>
                  <a:cubicBezTo>
                    <a:pt x="15176" y="7775"/>
                    <a:pt x="15176" y="7775"/>
                    <a:pt x="15186" y="7775"/>
                  </a:cubicBezTo>
                  <a:cubicBezTo>
                    <a:pt x="15357" y="7734"/>
                    <a:pt x="15547" y="7694"/>
                    <a:pt x="15728" y="7684"/>
                  </a:cubicBezTo>
                  <a:cubicBezTo>
                    <a:pt x="15878" y="7694"/>
                    <a:pt x="16019" y="7714"/>
                    <a:pt x="16149" y="7795"/>
                  </a:cubicBezTo>
                  <a:cubicBezTo>
                    <a:pt x="13772" y="8437"/>
                    <a:pt x="11575" y="9410"/>
                    <a:pt x="9298" y="10312"/>
                  </a:cubicBezTo>
                  <a:cubicBezTo>
                    <a:pt x="8666" y="10563"/>
                    <a:pt x="7844" y="10663"/>
                    <a:pt x="7362" y="11115"/>
                  </a:cubicBezTo>
                  <a:lnTo>
                    <a:pt x="7352" y="11125"/>
                  </a:lnTo>
                  <a:cubicBezTo>
                    <a:pt x="8426" y="11536"/>
                    <a:pt x="9479" y="11937"/>
                    <a:pt x="10502" y="12338"/>
                  </a:cubicBezTo>
                  <a:cubicBezTo>
                    <a:pt x="10863" y="12429"/>
                    <a:pt x="11224" y="12519"/>
                    <a:pt x="11595" y="12599"/>
                  </a:cubicBezTo>
                  <a:cubicBezTo>
                    <a:pt x="13742" y="12058"/>
                    <a:pt x="16009" y="12188"/>
                    <a:pt x="18205" y="12048"/>
                  </a:cubicBezTo>
                  <a:cubicBezTo>
                    <a:pt x="19439" y="11967"/>
                    <a:pt x="20683" y="11817"/>
                    <a:pt x="21857" y="11396"/>
                  </a:cubicBezTo>
                  <a:cubicBezTo>
                    <a:pt x="22378" y="11215"/>
                    <a:pt x="22860" y="10984"/>
                    <a:pt x="23391" y="10834"/>
                  </a:cubicBezTo>
                  <a:cubicBezTo>
                    <a:pt x="23711" y="10744"/>
                    <a:pt x="24768" y="10694"/>
                    <a:pt x="24974" y="10475"/>
                  </a:cubicBezTo>
                  <a:lnTo>
                    <a:pt x="24974" y="10475"/>
                  </a:lnTo>
                  <a:cubicBezTo>
                    <a:pt x="24231" y="11276"/>
                    <a:pt x="23019" y="11497"/>
                    <a:pt x="22208" y="12238"/>
                  </a:cubicBezTo>
                  <a:cubicBezTo>
                    <a:pt x="21867" y="12549"/>
                    <a:pt x="21606" y="12940"/>
                    <a:pt x="21235" y="13201"/>
                  </a:cubicBezTo>
                  <a:cubicBezTo>
                    <a:pt x="20533" y="13683"/>
                    <a:pt x="19529" y="13783"/>
                    <a:pt x="18727" y="14014"/>
                  </a:cubicBezTo>
                  <a:cubicBezTo>
                    <a:pt x="18476" y="14094"/>
                    <a:pt x="18105" y="14164"/>
                    <a:pt x="17734" y="14254"/>
                  </a:cubicBezTo>
                  <a:cubicBezTo>
                    <a:pt x="18055" y="14355"/>
                    <a:pt x="18376" y="14445"/>
                    <a:pt x="18707" y="14545"/>
                  </a:cubicBezTo>
                  <a:cubicBezTo>
                    <a:pt x="19539" y="14385"/>
                    <a:pt x="20372" y="14214"/>
                    <a:pt x="21195" y="13993"/>
                  </a:cubicBezTo>
                  <a:cubicBezTo>
                    <a:pt x="21706" y="13853"/>
                    <a:pt x="22218" y="13693"/>
                    <a:pt x="22719" y="13512"/>
                  </a:cubicBezTo>
                  <a:cubicBezTo>
                    <a:pt x="22840" y="13462"/>
                    <a:pt x="23782" y="13231"/>
                    <a:pt x="23843" y="13151"/>
                  </a:cubicBezTo>
                  <a:lnTo>
                    <a:pt x="23843" y="13151"/>
                  </a:lnTo>
                  <a:cubicBezTo>
                    <a:pt x="23391" y="13763"/>
                    <a:pt x="22368" y="13823"/>
                    <a:pt x="21736" y="14214"/>
                  </a:cubicBezTo>
                  <a:cubicBezTo>
                    <a:pt x="21475" y="14385"/>
                    <a:pt x="21245" y="14595"/>
                    <a:pt x="21004" y="14796"/>
                  </a:cubicBezTo>
                  <a:cubicBezTo>
                    <a:pt x="20864" y="14906"/>
                    <a:pt x="20723" y="15017"/>
                    <a:pt x="20573" y="15117"/>
                  </a:cubicBezTo>
                  <a:cubicBezTo>
                    <a:pt x="21686" y="15448"/>
                    <a:pt x="22789" y="15779"/>
                    <a:pt x="23913" y="16080"/>
                  </a:cubicBezTo>
                  <a:cubicBezTo>
                    <a:pt x="27082" y="16922"/>
                    <a:pt x="30413" y="17574"/>
                    <a:pt x="33763" y="17574"/>
                  </a:cubicBezTo>
                  <a:cubicBezTo>
                    <a:pt x="34164" y="17574"/>
                    <a:pt x="34565" y="17564"/>
                    <a:pt x="34966" y="17544"/>
                  </a:cubicBezTo>
                  <a:cubicBezTo>
                    <a:pt x="36521" y="17474"/>
                    <a:pt x="38056" y="17243"/>
                    <a:pt x="39581" y="17013"/>
                  </a:cubicBezTo>
                  <a:cubicBezTo>
                    <a:pt x="41557" y="16722"/>
                    <a:pt x="43523" y="16431"/>
                    <a:pt x="45488" y="16140"/>
                  </a:cubicBezTo>
                  <a:cubicBezTo>
                    <a:pt x="46732" y="15949"/>
                    <a:pt x="48076" y="15719"/>
                    <a:pt x="48799" y="14956"/>
                  </a:cubicBezTo>
                  <a:cubicBezTo>
                    <a:pt x="49170" y="14565"/>
                    <a:pt x="49310" y="14074"/>
                    <a:pt x="49370" y="13582"/>
                  </a:cubicBezTo>
                  <a:cubicBezTo>
                    <a:pt x="49200" y="13562"/>
                    <a:pt x="49019" y="13542"/>
                    <a:pt x="48919" y="13442"/>
                  </a:cubicBezTo>
                  <a:cubicBezTo>
                    <a:pt x="47896" y="12379"/>
                    <a:pt x="48116" y="10854"/>
                    <a:pt x="46552" y="10322"/>
                  </a:cubicBezTo>
                  <a:cubicBezTo>
                    <a:pt x="45990" y="10132"/>
                    <a:pt x="45769" y="10112"/>
                    <a:pt x="45488" y="9580"/>
                  </a:cubicBezTo>
                  <a:cubicBezTo>
                    <a:pt x="44796" y="8226"/>
                    <a:pt x="43041" y="7915"/>
                    <a:pt x="41697" y="7183"/>
                  </a:cubicBezTo>
                  <a:cubicBezTo>
                    <a:pt x="41326" y="6982"/>
                    <a:pt x="40704" y="6731"/>
                    <a:pt x="40182" y="6491"/>
                  </a:cubicBezTo>
                  <a:lnTo>
                    <a:pt x="40172" y="6491"/>
                  </a:lnTo>
                  <a:cubicBezTo>
                    <a:pt x="39560" y="6481"/>
                    <a:pt x="39019" y="5949"/>
                    <a:pt x="38868" y="5949"/>
                  </a:cubicBezTo>
                  <a:cubicBezTo>
                    <a:pt x="38838" y="5959"/>
                    <a:pt x="38818" y="5969"/>
                    <a:pt x="38818" y="6019"/>
                  </a:cubicBezTo>
                  <a:cubicBezTo>
                    <a:pt x="38818" y="6019"/>
                    <a:pt x="38818" y="6029"/>
                    <a:pt x="38818" y="6029"/>
                  </a:cubicBezTo>
                  <a:cubicBezTo>
                    <a:pt x="38818" y="6039"/>
                    <a:pt x="38818" y="6039"/>
                    <a:pt x="38818" y="6039"/>
                  </a:cubicBezTo>
                  <a:cubicBezTo>
                    <a:pt x="38818" y="6039"/>
                    <a:pt x="38818" y="6049"/>
                    <a:pt x="38818" y="6049"/>
                  </a:cubicBezTo>
                  <a:cubicBezTo>
                    <a:pt x="38818" y="6099"/>
                    <a:pt x="38798" y="6120"/>
                    <a:pt x="38758" y="6120"/>
                  </a:cubicBezTo>
                  <a:lnTo>
                    <a:pt x="38728" y="6120"/>
                  </a:lnTo>
                  <a:cubicBezTo>
                    <a:pt x="38728" y="6120"/>
                    <a:pt x="38728" y="6110"/>
                    <a:pt x="38718" y="6110"/>
                  </a:cubicBezTo>
                  <a:cubicBezTo>
                    <a:pt x="38628" y="6099"/>
                    <a:pt x="38477" y="6019"/>
                    <a:pt x="38317" y="5939"/>
                  </a:cubicBezTo>
                  <a:lnTo>
                    <a:pt x="38307" y="5939"/>
                  </a:lnTo>
                  <a:cubicBezTo>
                    <a:pt x="38297" y="5929"/>
                    <a:pt x="38287" y="5929"/>
                    <a:pt x="38277" y="5929"/>
                  </a:cubicBezTo>
                  <a:cubicBezTo>
                    <a:pt x="38277" y="5919"/>
                    <a:pt x="38267" y="5919"/>
                    <a:pt x="38267" y="5919"/>
                  </a:cubicBezTo>
                  <a:lnTo>
                    <a:pt x="38256" y="5919"/>
                  </a:lnTo>
                  <a:cubicBezTo>
                    <a:pt x="38246" y="5909"/>
                    <a:pt x="38246" y="5909"/>
                    <a:pt x="38236" y="5909"/>
                  </a:cubicBezTo>
                  <a:cubicBezTo>
                    <a:pt x="38016" y="5809"/>
                    <a:pt x="37765" y="5698"/>
                    <a:pt x="37554" y="5698"/>
                  </a:cubicBezTo>
                  <a:cubicBezTo>
                    <a:pt x="37524" y="5698"/>
                    <a:pt x="37504" y="5698"/>
                    <a:pt x="37474" y="5708"/>
                  </a:cubicBezTo>
                  <a:lnTo>
                    <a:pt x="37384" y="5708"/>
                  </a:lnTo>
                  <a:cubicBezTo>
                    <a:pt x="37173" y="5698"/>
                    <a:pt x="36902" y="5588"/>
                    <a:pt x="36722" y="5458"/>
                  </a:cubicBezTo>
                  <a:cubicBezTo>
                    <a:pt x="36712" y="5458"/>
                    <a:pt x="36712" y="5447"/>
                    <a:pt x="36702" y="5447"/>
                  </a:cubicBezTo>
                  <a:cubicBezTo>
                    <a:pt x="36702" y="5447"/>
                    <a:pt x="36702" y="5447"/>
                    <a:pt x="36692" y="5437"/>
                  </a:cubicBezTo>
                  <a:cubicBezTo>
                    <a:pt x="36682" y="5437"/>
                    <a:pt x="36682" y="5427"/>
                    <a:pt x="36672" y="5427"/>
                  </a:cubicBezTo>
                  <a:cubicBezTo>
                    <a:pt x="36672" y="5427"/>
                    <a:pt x="36672" y="5417"/>
                    <a:pt x="36662" y="5417"/>
                  </a:cubicBezTo>
                  <a:lnTo>
                    <a:pt x="36652" y="5417"/>
                  </a:lnTo>
                  <a:cubicBezTo>
                    <a:pt x="36571" y="5347"/>
                    <a:pt x="36511" y="5277"/>
                    <a:pt x="36511" y="5227"/>
                  </a:cubicBezTo>
                  <a:cubicBezTo>
                    <a:pt x="36511" y="5177"/>
                    <a:pt x="36561" y="5147"/>
                    <a:pt x="36682" y="5147"/>
                  </a:cubicBezTo>
                  <a:lnTo>
                    <a:pt x="36702" y="5147"/>
                  </a:lnTo>
                  <a:cubicBezTo>
                    <a:pt x="36782" y="5147"/>
                    <a:pt x="36872" y="5157"/>
                    <a:pt x="37003" y="5187"/>
                  </a:cubicBezTo>
                  <a:cubicBezTo>
                    <a:pt x="37013" y="5187"/>
                    <a:pt x="37023" y="5197"/>
                    <a:pt x="37033" y="5197"/>
                  </a:cubicBezTo>
                  <a:cubicBezTo>
                    <a:pt x="37043" y="5197"/>
                    <a:pt x="37063" y="5197"/>
                    <a:pt x="37073" y="5207"/>
                  </a:cubicBezTo>
                  <a:cubicBezTo>
                    <a:pt x="37534" y="5307"/>
                    <a:pt x="37865" y="5347"/>
                    <a:pt x="38106" y="5347"/>
                  </a:cubicBezTo>
                  <a:lnTo>
                    <a:pt x="38116" y="5347"/>
                  </a:lnTo>
                  <a:cubicBezTo>
                    <a:pt x="38457" y="5347"/>
                    <a:pt x="38608" y="5267"/>
                    <a:pt x="38678" y="5137"/>
                  </a:cubicBezTo>
                  <a:cubicBezTo>
                    <a:pt x="38678" y="5137"/>
                    <a:pt x="38678" y="5127"/>
                    <a:pt x="38678" y="5127"/>
                  </a:cubicBezTo>
                  <a:lnTo>
                    <a:pt x="38688" y="5127"/>
                  </a:lnTo>
                  <a:cubicBezTo>
                    <a:pt x="38708" y="5066"/>
                    <a:pt x="38758" y="5036"/>
                    <a:pt x="38828" y="5036"/>
                  </a:cubicBezTo>
                  <a:cubicBezTo>
                    <a:pt x="38838" y="5036"/>
                    <a:pt x="38858" y="5036"/>
                    <a:pt x="38878" y="5046"/>
                  </a:cubicBezTo>
                  <a:cubicBezTo>
                    <a:pt x="39069" y="5076"/>
                    <a:pt x="39380" y="5247"/>
                    <a:pt x="39841" y="5458"/>
                  </a:cubicBezTo>
                  <a:cubicBezTo>
                    <a:pt x="39851" y="5458"/>
                    <a:pt x="39861" y="5468"/>
                    <a:pt x="39871" y="5468"/>
                  </a:cubicBezTo>
                  <a:lnTo>
                    <a:pt x="39881" y="5468"/>
                  </a:lnTo>
                  <a:cubicBezTo>
                    <a:pt x="39891" y="5478"/>
                    <a:pt x="39891" y="5478"/>
                    <a:pt x="39901" y="5478"/>
                  </a:cubicBezTo>
                  <a:cubicBezTo>
                    <a:pt x="39901" y="5488"/>
                    <a:pt x="39912" y="5488"/>
                    <a:pt x="39912" y="5488"/>
                  </a:cubicBezTo>
                  <a:lnTo>
                    <a:pt x="39922" y="5488"/>
                  </a:lnTo>
                  <a:cubicBezTo>
                    <a:pt x="39932" y="5498"/>
                    <a:pt x="39932" y="5498"/>
                    <a:pt x="39942" y="5498"/>
                  </a:cubicBezTo>
                  <a:cubicBezTo>
                    <a:pt x="40092" y="5558"/>
                    <a:pt x="40253" y="5628"/>
                    <a:pt x="40413" y="5698"/>
                  </a:cubicBezTo>
                  <a:lnTo>
                    <a:pt x="40423" y="5698"/>
                  </a:lnTo>
                  <a:cubicBezTo>
                    <a:pt x="40433" y="5698"/>
                    <a:pt x="40443" y="5708"/>
                    <a:pt x="40453" y="5708"/>
                  </a:cubicBezTo>
                  <a:lnTo>
                    <a:pt x="40493" y="5708"/>
                  </a:lnTo>
                  <a:lnTo>
                    <a:pt x="40543" y="5718"/>
                  </a:lnTo>
                  <a:lnTo>
                    <a:pt x="40553" y="5718"/>
                  </a:lnTo>
                  <a:cubicBezTo>
                    <a:pt x="40644" y="5728"/>
                    <a:pt x="40734" y="5738"/>
                    <a:pt x="40814" y="5748"/>
                  </a:cubicBezTo>
                  <a:cubicBezTo>
                    <a:pt x="40965" y="5758"/>
                    <a:pt x="41105" y="5768"/>
                    <a:pt x="41226" y="5768"/>
                  </a:cubicBezTo>
                  <a:cubicBezTo>
                    <a:pt x="41276" y="5768"/>
                    <a:pt x="41326" y="5768"/>
                    <a:pt x="41366" y="5758"/>
                  </a:cubicBezTo>
                  <a:cubicBezTo>
                    <a:pt x="41386" y="5758"/>
                    <a:pt x="41386" y="5758"/>
                    <a:pt x="41386" y="5748"/>
                  </a:cubicBezTo>
                  <a:cubicBezTo>
                    <a:pt x="41396" y="5618"/>
                    <a:pt x="40112" y="4856"/>
                    <a:pt x="39932" y="4755"/>
                  </a:cubicBezTo>
                  <a:cubicBezTo>
                    <a:pt x="39932" y="4826"/>
                    <a:pt x="39922" y="4856"/>
                    <a:pt x="39891" y="4856"/>
                  </a:cubicBezTo>
                  <a:lnTo>
                    <a:pt x="39881" y="4856"/>
                  </a:lnTo>
                  <a:cubicBezTo>
                    <a:pt x="39811" y="4836"/>
                    <a:pt x="39691" y="4675"/>
                    <a:pt x="39540" y="4525"/>
                  </a:cubicBezTo>
                  <a:cubicBezTo>
                    <a:pt x="39530" y="4515"/>
                    <a:pt x="39520" y="4505"/>
                    <a:pt x="39520" y="4505"/>
                  </a:cubicBezTo>
                  <a:cubicBezTo>
                    <a:pt x="39340" y="4324"/>
                    <a:pt x="39109" y="4154"/>
                    <a:pt x="38858" y="4144"/>
                  </a:cubicBezTo>
                  <a:lnTo>
                    <a:pt x="38848" y="4144"/>
                  </a:lnTo>
                  <a:cubicBezTo>
                    <a:pt x="38798" y="4144"/>
                    <a:pt x="38738" y="4154"/>
                    <a:pt x="38678" y="4174"/>
                  </a:cubicBezTo>
                  <a:lnTo>
                    <a:pt x="38668" y="4174"/>
                  </a:lnTo>
                  <a:cubicBezTo>
                    <a:pt x="38668" y="4184"/>
                    <a:pt x="38668" y="4184"/>
                    <a:pt x="38658" y="4184"/>
                  </a:cubicBezTo>
                  <a:cubicBezTo>
                    <a:pt x="38437" y="4264"/>
                    <a:pt x="38216" y="4284"/>
                    <a:pt x="37996" y="4284"/>
                  </a:cubicBezTo>
                  <a:cubicBezTo>
                    <a:pt x="37615" y="4284"/>
                    <a:pt x="37233" y="4204"/>
                    <a:pt x="36902" y="4164"/>
                  </a:cubicBezTo>
                  <a:cubicBezTo>
                    <a:pt x="36892" y="4154"/>
                    <a:pt x="36872" y="4154"/>
                    <a:pt x="36862" y="4154"/>
                  </a:cubicBezTo>
                  <a:lnTo>
                    <a:pt x="36852" y="4154"/>
                  </a:lnTo>
                  <a:cubicBezTo>
                    <a:pt x="36812" y="4154"/>
                    <a:pt x="36782" y="4144"/>
                    <a:pt x="36752" y="4144"/>
                  </a:cubicBezTo>
                  <a:cubicBezTo>
                    <a:pt x="36391" y="4214"/>
                    <a:pt x="36020" y="4264"/>
                    <a:pt x="35689" y="4264"/>
                  </a:cubicBezTo>
                  <a:cubicBezTo>
                    <a:pt x="35508" y="4264"/>
                    <a:pt x="35338" y="4254"/>
                    <a:pt x="35177" y="4224"/>
                  </a:cubicBezTo>
                  <a:lnTo>
                    <a:pt x="35177" y="4224"/>
                  </a:lnTo>
                  <a:cubicBezTo>
                    <a:pt x="35257" y="4535"/>
                    <a:pt x="35187" y="4996"/>
                    <a:pt x="35538" y="5397"/>
                  </a:cubicBezTo>
                  <a:cubicBezTo>
                    <a:pt x="36301" y="6260"/>
                    <a:pt x="38778" y="7775"/>
                    <a:pt x="38788" y="7965"/>
                  </a:cubicBezTo>
                  <a:cubicBezTo>
                    <a:pt x="38788" y="7975"/>
                    <a:pt x="38778" y="7985"/>
                    <a:pt x="38758" y="7985"/>
                  </a:cubicBezTo>
                  <a:lnTo>
                    <a:pt x="38738" y="7985"/>
                  </a:lnTo>
                  <a:cubicBezTo>
                    <a:pt x="38387" y="7985"/>
                    <a:pt x="36702" y="7484"/>
                    <a:pt x="35257" y="6651"/>
                  </a:cubicBezTo>
                  <a:cubicBezTo>
                    <a:pt x="34676" y="6310"/>
                    <a:pt x="32950" y="4836"/>
                    <a:pt x="32509" y="4836"/>
                  </a:cubicBezTo>
                  <a:cubicBezTo>
                    <a:pt x="32439" y="4836"/>
                    <a:pt x="32399" y="4866"/>
                    <a:pt x="32399" y="4946"/>
                  </a:cubicBezTo>
                  <a:cubicBezTo>
                    <a:pt x="32399" y="4956"/>
                    <a:pt x="32399" y="4966"/>
                    <a:pt x="32399" y="4976"/>
                  </a:cubicBezTo>
                  <a:cubicBezTo>
                    <a:pt x="32399" y="4976"/>
                    <a:pt x="32399" y="4976"/>
                    <a:pt x="32399" y="4986"/>
                  </a:cubicBezTo>
                  <a:cubicBezTo>
                    <a:pt x="32399" y="4996"/>
                    <a:pt x="32399" y="4996"/>
                    <a:pt x="32399" y="5006"/>
                  </a:cubicBezTo>
                  <a:cubicBezTo>
                    <a:pt x="32409" y="5116"/>
                    <a:pt x="32208" y="5147"/>
                    <a:pt x="31977" y="5147"/>
                  </a:cubicBezTo>
                  <a:cubicBezTo>
                    <a:pt x="31646" y="5147"/>
                    <a:pt x="31255" y="5086"/>
                    <a:pt x="31195" y="5046"/>
                  </a:cubicBezTo>
                  <a:cubicBezTo>
                    <a:pt x="30272" y="4555"/>
                    <a:pt x="29560" y="3642"/>
                    <a:pt x="28768" y="3431"/>
                  </a:cubicBezTo>
                  <a:cubicBezTo>
                    <a:pt x="28647" y="3391"/>
                    <a:pt x="28055" y="2769"/>
                    <a:pt x="27935" y="2709"/>
                  </a:cubicBezTo>
                  <a:cubicBezTo>
                    <a:pt x="27744" y="2589"/>
                    <a:pt x="27524" y="2468"/>
                    <a:pt x="27343" y="2318"/>
                  </a:cubicBezTo>
                  <a:cubicBezTo>
                    <a:pt x="27143" y="2398"/>
                    <a:pt x="26882" y="2478"/>
                    <a:pt x="26521" y="2549"/>
                  </a:cubicBezTo>
                  <a:lnTo>
                    <a:pt x="26501" y="2549"/>
                  </a:lnTo>
                  <a:cubicBezTo>
                    <a:pt x="26290" y="2589"/>
                    <a:pt x="26130" y="2599"/>
                    <a:pt x="25989" y="2599"/>
                  </a:cubicBezTo>
                  <a:cubicBezTo>
                    <a:pt x="25728" y="2599"/>
                    <a:pt x="25578" y="2549"/>
                    <a:pt x="25458" y="2488"/>
                  </a:cubicBezTo>
                  <a:lnTo>
                    <a:pt x="25447" y="2488"/>
                  </a:lnTo>
                  <a:cubicBezTo>
                    <a:pt x="25437" y="2478"/>
                    <a:pt x="25437" y="2478"/>
                    <a:pt x="25427" y="2478"/>
                  </a:cubicBezTo>
                  <a:cubicBezTo>
                    <a:pt x="25297" y="2408"/>
                    <a:pt x="25167" y="2348"/>
                    <a:pt x="24946" y="2348"/>
                  </a:cubicBezTo>
                  <a:lnTo>
                    <a:pt x="24936" y="2348"/>
                  </a:lnTo>
                  <a:cubicBezTo>
                    <a:pt x="24816" y="2348"/>
                    <a:pt x="24675" y="2368"/>
                    <a:pt x="24495" y="2408"/>
                  </a:cubicBezTo>
                  <a:cubicBezTo>
                    <a:pt x="24485" y="2408"/>
                    <a:pt x="24475" y="2408"/>
                    <a:pt x="24464" y="2418"/>
                  </a:cubicBezTo>
                  <a:lnTo>
                    <a:pt x="24434" y="2418"/>
                  </a:lnTo>
                  <a:lnTo>
                    <a:pt x="24424" y="2428"/>
                  </a:lnTo>
                  <a:cubicBezTo>
                    <a:pt x="24414" y="2428"/>
                    <a:pt x="24394" y="2428"/>
                    <a:pt x="24384" y="2438"/>
                  </a:cubicBezTo>
                  <a:cubicBezTo>
                    <a:pt x="24344" y="2438"/>
                    <a:pt x="24314" y="2448"/>
                    <a:pt x="24284" y="2458"/>
                  </a:cubicBezTo>
                  <a:lnTo>
                    <a:pt x="24274" y="2458"/>
                  </a:lnTo>
                  <a:cubicBezTo>
                    <a:pt x="23823" y="2559"/>
                    <a:pt x="23411" y="2629"/>
                    <a:pt x="23090" y="2639"/>
                  </a:cubicBezTo>
                  <a:lnTo>
                    <a:pt x="22970" y="2639"/>
                  </a:lnTo>
                  <a:cubicBezTo>
                    <a:pt x="22769" y="2699"/>
                    <a:pt x="22549" y="2739"/>
                    <a:pt x="22298" y="2739"/>
                  </a:cubicBezTo>
                  <a:cubicBezTo>
                    <a:pt x="22238" y="2739"/>
                    <a:pt x="22167" y="2739"/>
                    <a:pt x="22097" y="2729"/>
                  </a:cubicBezTo>
                  <a:lnTo>
                    <a:pt x="22047" y="2729"/>
                  </a:lnTo>
                  <a:cubicBezTo>
                    <a:pt x="21867" y="2729"/>
                    <a:pt x="21646" y="2809"/>
                    <a:pt x="21425" y="2890"/>
                  </a:cubicBezTo>
                  <a:cubicBezTo>
                    <a:pt x="21215" y="2970"/>
                    <a:pt x="20994" y="3050"/>
                    <a:pt x="20813" y="3050"/>
                  </a:cubicBezTo>
                  <a:cubicBezTo>
                    <a:pt x="20743" y="3050"/>
                    <a:pt x="20683" y="3040"/>
                    <a:pt x="20623" y="3010"/>
                  </a:cubicBezTo>
                  <a:cubicBezTo>
                    <a:pt x="20593" y="3000"/>
                    <a:pt x="20553" y="2980"/>
                    <a:pt x="20522" y="2960"/>
                  </a:cubicBezTo>
                  <a:lnTo>
                    <a:pt x="20522" y="2960"/>
                  </a:lnTo>
                  <a:cubicBezTo>
                    <a:pt x="22418" y="4705"/>
                    <a:pt x="24745" y="6531"/>
                    <a:pt x="25648" y="6601"/>
                  </a:cubicBezTo>
                  <a:cubicBezTo>
                    <a:pt x="26721" y="6691"/>
                    <a:pt x="27825" y="7554"/>
                    <a:pt x="29460" y="8396"/>
                  </a:cubicBezTo>
                  <a:cubicBezTo>
                    <a:pt x="29460" y="8396"/>
                    <a:pt x="29470" y="8396"/>
                    <a:pt x="29470" y="8406"/>
                  </a:cubicBezTo>
                  <a:lnTo>
                    <a:pt x="29480" y="8406"/>
                  </a:lnTo>
                  <a:cubicBezTo>
                    <a:pt x="29490" y="8406"/>
                    <a:pt x="29500" y="8417"/>
                    <a:pt x="29510" y="8417"/>
                  </a:cubicBezTo>
                  <a:cubicBezTo>
                    <a:pt x="30483" y="8928"/>
                    <a:pt x="31245" y="9480"/>
                    <a:pt x="31245" y="9630"/>
                  </a:cubicBezTo>
                  <a:cubicBezTo>
                    <a:pt x="31245" y="9650"/>
                    <a:pt x="31225" y="9670"/>
                    <a:pt x="31175" y="9670"/>
                  </a:cubicBezTo>
                  <a:cubicBezTo>
                    <a:pt x="31065" y="9670"/>
                    <a:pt x="30814" y="9590"/>
                    <a:pt x="30383" y="9400"/>
                  </a:cubicBezTo>
                  <a:lnTo>
                    <a:pt x="30372" y="9400"/>
                  </a:lnTo>
                  <a:cubicBezTo>
                    <a:pt x="30322" y="9379"/>
                    <a:pt x="30262" y="9349"/>
                    <a:pt x="30202" y="9319"/>
                  </a:cubicBezTo>
                  <a:lnTo>
                    <a:pt x="30182" y="9319"/>
                  </a:lnTo>
                  <a:cubicBezTo>
                    <a:pt x="30182" y="9309"/>
                    <a:pt x="30172" y="9309"/>
                    <a:pt x="30172" y="9309"/>
                  </a:cubicBezTo>
                  <a:lnTo>
                    <a:pt x="30162" y="9309"/>
                  </a:lnTo>
                  <a:cubicBezTo>
                    <a:pt x="30152" y="9299"/>
                    <a:pt x="30142" y="9299"/>
                    <a:pt x="30132" y="9289"/>
                  </a:cubicBezTo>
                  <a:cubicBezTo>
                    <a:pt x="30122" y="9289"/>
                    <a:pt x="30112" y="9279"/>
                    <a:pt x="30102" y="9279"/>
                  </a:cubicBezTo>
                  <a:cubicBezTo>
                    <a:pt x="30072" y="9269"/>
                    <a:pt x="30051" y="9249"/>
                    <a:pt x="30021" y="9239"/>
                  </a:cubicBezTo>
                  <a:lnTo>
                    <a:pt x="30011" y="9239"/>
                  </a:lnTo>
                  <a:cubicBezTo>
                    <a:pt x="28818" y="8697"/>
                    <a:pt x="28226" y="8537"/>
                    <a:pt x="27935" y="8537"/>
                  </a:cubicBezTo>
                  <a:cubicBezTo>
                    <a:pt x="27694" y="8537"/>
                    <a:pt x="27644" y="8637"/>
                    <a:pt x="27614" y="8737"/>
                  </a:cubicBezTo>
                  <a:cubicBezTo>
                    <a:pt x="27614" y="8737"/>
                    <a:pt x="27614" y="8748"/>
                    <a:pt x="27604" y="8748"/>
                  </a:cubicBezTo>
                  <a:cubicBezTo>
                    <a:pt x="27584" y="8848"/>
                    <a:pt x="27564" y="8938"/>
                    <a:pt x="27423" y="8938"/>
                  </a:cubicBezTo>
                  <a:lnTo>
                    <a:pt x="27403" y="8938"/>
                  </a:lnTo>
                  <a:cubicBezTo>
                    <a:pt x="27293" y="8938"/>
                    <a:pt x="27103" y="8868"/>
                    <a:pt x="26782" y="8717"/>
                  </a:cubicBezTo>
                  <a:cubicBezTo>
                    <a:pt x="26782" y="8707"/>
                    <a:pt x="26782" y="8707"/>
                    <a:pt x="26782" y="8707"/>
                  </a:cubicBezTo>
                  <a:lnTo>
                    <a:pt x="26772" y="8707"/>
                  </a:lnTo>
                  <a:cubicBezTo>
                    <a:pt x="26772" y="8707"/>
                    <a:pt x="26761" y="8707"/>
                    <a:pt x="26761" y="8697"/>
                  </a:cubicBezTo>
                  <a:cubicBezTo>
                    <a:pt x="26751" y="8697"/>
                    <a:pt x="26741" y="8697"/>
                    <a:pt x="26731" y="8687"/>
                  </a:cubicBezTo>
                  <a:cubicBezTo>
                    <a:pt x="26731" y="8687"/>
                    <a:pt x="26721" y="8687"/>
                    <a:pt x="26721" y="8677"/>
                  </a:cubicBezTo>
                  <a:cubicBezTo>
                    <a:pt x="26711" y="8677"/>
                    <a:pt x="26701" y="8667"/>
                    <a:pt x="26691" y="8667"/>
                  </a:cubicBezTo>
                  <a:lnTo>
                    <a:pt x="26681" y="8667"/>
                  </a:lnTo>
                  <a:cubicBezTo>
                    <a:pt x="25849" y="8216"/>
                    <a:pt x="23401" y="5789"/>
                    <a:pt x="22378" y="5789"/>
                  </a:cubicBezTo>
                  <a:cubicBezTo>
                    <a:pt x="22198" y="5789"/>
                    <a:pt x="22067" y="5869"/>
                    <a:pt x="21987" y="6029"/>
                  </a:cubicBezTo>
                  <a:cubicBezTo>
                    <a:pt x="21967" y="6079"/>
                    <a:pt x="21927" y="6110"/>
                    <a:pt x="21867" y="6110"/>
                  </a:cubicBezTo>
                  <a:cubicBezTo>
                    <a:pt x="21144" y="6110"/>
                    <a:pt x="17784" y="2368"/>
                    <a:pt x="16922" y="2208"/>
                  </a:cubicBezTo>
                  <a:lnTo>
                    <a:pt x="16901" y="2208"/>
                  </a:lnTo>
                  <a:cubicBezTo>
                    <a:pt x="16490" y="2157"/>
                    <a:pt x="16069" y="1897"/>
                    <a:pt x="15587" y="1546"/>
                  </a:cubicBezTo>
                  <a:cubicBezTo>
                    <a:pt x="15457" y="1445"/>
                    <a:pt x="15457" y="1174"/>
                    <a:pt x="15447" y="904"/>
                  </a:cubicBezTo>
                  <a:cubicBezTo>
                    <a:pt x="15076" y="1144"/>
                    <a:pt x="14755" y="1345"/>
                    <a:pt x="14584" y="1405"/>
                  </a:cubicBezTo>
                  <a:cubicBezTo>
                    <a:pt x="14414" y="1465"/>
                    <a:pt x="14294" y="1485"/>
                    <a:pt x="14223" y="1485"/>
                  </a:cubicBezTo>
                  <a:cubicBezTo>
                    <a:pt x="14153" y="1485"/>
                    <a:pt x="14123" y="1455"/>
                    <a:pt x="14123" y="1405"/>
                  </a:cubicBezTo>
                  <a:cubicBezTo>
                    <a:pt x="14123" y="1285"/>
                    <a:pt x="14283" y="1044"/>
                    <a:pt x="14364" y="793"/>
                  </a:cubicBezTo>
                  <a:cubicBezTo>
                    <a:pt x="14444" y="533"/>
                    <a:pt x="14655" y="372"/>
                    <a:pt x="14895" y="212"/>
                  </a:cubicBezTo>
                  <a:cubicBezTo>
                    <a:pt x="14705" y="212"/>
                    <a:pt x="14494" y="252"/>
                    <a:pt x="14294" y="272"/>
                  </a:cubicBezTo>
                  <a:cubicBezTo>
                    <a:pt x="14183" y="292"/>
                    <a:pt x="14083" y="302"/>
                    <a:pt x="13983" y="302"/>
                  </a:cubicBezTo>
                  <a:lnTo>
                    <a:pt x="13973" y="302"/>
                  </a:lnTo>
                  <a:cubicBezTo>
                    <a:pt x="13842" y="302"/>
                    <a:pt x="13722" y="282"/>
                    <a:pt x="13632" y="232"/>
                  </a:cubicBezTo>
                  <a:cubicBezTo>
                    <a:pt x="13280" y="61"/>
                    <a:pt x="13040" y="1"/>
                    <a:pt x="128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896" name="Google Shape;1896;p19"/>
          <p:cNvSpPr txBox="1">
            <a:spLocks noGrp="1"/>
          </p:cNvSpPr>
          <p:nvPr>
            <p:ph type="body" idx="1"/>
          </p:nvPr>
        </p:nvSpPr>
        <p:spPr>
          <a:xfrm>
            <a:off x="720000" y="1498825"/>
            <a:ext cx="4911300" cy="220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5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897" name="Google Shape;1897;p19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3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898" name="Google Shape;1898;p19"/>
          <p:cNvGrpSpPr/>
          <p:nvPr/>
        </p:nvGrpSpPr>
        <p:grpSpPr>
          <a:xfrm rot="-198574">
            <a:off x="5007292" y="4364232"/>
            <a:ext cx="4319765" cy="935864"/>
            <a:chOff x="4963752" y="4000536"/>
            <a:chExt cx="2501340" cy="541907"/>
          </a:xfrm>
        </p:grpSpPr>
        <p:sp>
          <p:nvSpPr>
            <p:cNvPr id="1899" name="Google Shape;1899;p19"/>
            <p:cNvSpPr/>
            <p:nvPr/>
          </p:nvSpPr>
          <p:spPr>
            <a:xfrm>
              <a:off x="5654130" y="4242777"/>
              <a:ext cx="302221" cy="80900"/>
            </a:xfrm>
            <a:custGeom>
              <a:avLst/>
              <a:gdLst/>
              <a:ahLst/>
              <a:cxnLst/>
              <a:rect l="l" t="t" r="r" b="b"/>
              <a:pathLst>
                <a:path w="6743" h="1805" extrusionOk="0">
                  <a:moveTo>
                    <a:pt x="3531" y="1"/>
                  </a:moveTo>
                  <a:cubicBezTo>
                    <a:pt x="3435" y="1"/>
                    <a:pt x="3356" y="63"/>
                    <a:pt x="3341" y="228"/>
                  </a:cubicBezTo>
                  <a:cubicBezTo>
                    <a:pt x="3310" y="178"/>
                    <a:pt x="3270" y="97"/>
                    <a:pt x="3210" y="77"/>
                  </a:cubicBezTo>
                  <a:cubicBezTo>
                    <a:pt x="3189" y="66"/>
                    <a:pt x="3168" y="60"/>
                    <a:pt x="3146" y="60"/>
                  </a:cubicBezTo>
                  <a:cubicBezTo>
                    <a:pt x="2960" y="60"/>
                    <a:pt x="2757" y="455"/>
                    <a:pt x="2739" y="689"/>
                  </a:cubicBezTo>
                  <a:cubicBezTo>
                    <a:pt x="2679" y="639"/>
                    <a:pt x="2608" y="649"/>
                    <a:pt x="2548" y="629"/>
                  </a:cubicBezTo>
                  <a:cubicBezTo>
                    <a:pt x="2548" y="689"/>
                    <a:pt x="2518" y="739"/>
                    <a:pt x="2528" y="799"/>
                  </a:cubicBezTo>
                  <a:cubicBezTo>
                    <a:pt x="2433" y="745"/>
                    <a:pt x="2320" y="618"/>
                    <a:pt x="2226" y="618"/>
                  </a:cubicBezTo>
                  <a:cubicBezTo>
                    <a:pt x="2181" y="618"/>
                    <a:pt x="2139" y="648"/>
                    <a:pt x="2107" y="729"/>
                  </a:cubicBezTo>
                  <a:cubicBezTo>
                    <a:pt x="2028" y="662"/>
                    <a:pt x="1946" y="607"/>
                    <a:pt x="1872" y="607"/>
                  </a:cubicBezTo>
                  <a:cubicBezTo>
                    <a:pt x="1814" y="607"/>
                    <a:pt x="1760" y="641"/>
                    <a:pt x="1716" y="729"/>
                  </a:cubicBezTo>
                  <a:cubicBezTo>
                    <a:pt x="1655" y="654"/>
                    <a:pt x="1520" y="470"/>
                    <a:pt x="1428" y="470"/>
                  </a:cubicBezTo>
                  <a:cubicBezTo>
                    <a:pt x="1398" y="470"/>
                    <a:pt x="1372" y="489"/>
                    <a:pt x="1354" y="539"/>
                  </a:cubicBezTo>
                  <a:cubicBezTo>
                    <a:pt x="1320" y="445"/>
                    <a:pt x="1273" y="407"/>
                    <a:pt x="1220" y="407"/>
                  </a:cubicBezTo>
                  <a:cubicBezTo>
                    <a:pt x="1166" y="407"/>
                    <a:pt x="1105" y="447"/>
                    <a:pt x="1044" y="509"/>
                  </a:cubicBezTo>
                  <a:cubicBezTo>
                    <a:pt x="953" y="408"/>
                    <a:pt x="893" y="278"/>
                    <a:pt x="763" y="258"/>
                  </a:cubicBezTo>
                  <a:cubicBezTo>
                    <a:pt x="760" y="257"/>
                    <a:pt x="757" y="257"/>
                    <a:pt x="754" y="257"/>
                  </a:cubicBezTo>
                  <a:cubicBezTo>
                    <a:pt x="678" y="257"/>
                    <a:pt x="620" y="381"/>
                    <a:pt x="562" y="448"/>
                  </a:cubicBezTo>
                  <a:cubicBezTo>
                    <a:pt x="527" y="421"/>
                    <a:pt x="494" y="409"/>
                    <a:pt x="463" y="409"/>
                  </a:cubicBezTo>
                  <a:cubicBezTo>
                    <a:pt x="335" y="409"/>
                    <a:pt x="245" y="612"/>
                    <a:pt x="221" y="749"/>
                  </a:cubicBezTo>
                  <a:cubicBezTo>
                    <a:pt x="0" y="890"/>
                    <a:pt x="161" y="1221"/>
                    <a:pt x="341" y="1361"/>
                  </a:cubicBezTo>
                  <a:cubicBezTo>
                    <a:pt x="552" y="1522"/>
                    <a:pt x="893" y="1522"/>
                    <a:pt x="1134" y="1532"/>
                  </a:cubicBezTo>
                  <a:cubicBezTo>
                    <a:pt x="1675" y="1572"/>
                    <a:pt x="2207" y="1702"/>
                    <a:pt x="2749" y="1772"/>
                  </a:cubicBezTo>
                  <a:cubicBezTo>
                    <a:pt x="2920" y="1795"/>
                    <a:pt x="3090" y="1805"/>
                    <a:pt x="3261" y="1805"/>
                  </a:cubicBezTo>
                  <a:cubicBezTo>
                    <a:pt x="3983" y="1805"/>
                    <a:pt x="4707" y="1636"/>
                    <a:pt x="5437" y="1612"/>
                  </a:cubicBezTo>
                  <a:cubicBezTo>
                    <a:pt x="5668" y="1602"/>
                    <a:pt x="6671" y="1652"/>
                    <a:pt x="6711" y="1211"/>
                  </a:cubicBezTo>
                  <a:cubicBezTo>
                    <a:pt x="6742" y="951"/>
                    <a:pt x="6421" y="684"/>
                    <a:pt x="6180" y="684"/>
                  </a:cubicBezTo>
                  <a:cubicBezTo>
                    <a:pt x="6114" y="684"/>
                    <a:pt x="6054" y="704"/>
                    <a:pt x="6009" y="749"/>
                  </a:cubicBezTo>
                  <a:cubicBezTo>
                    <a:pt x="5967" y="642"/>
                    <a:pt x="5872" y="602"/>
                    <a:pt x="5763" y="602"/>
                  </a:cubicBezTo>
                  <a:cubicBezTo>
                    <a:pt x="5586" y="602"/>
                    <a:pt x="5373" y="706"/>
                    <a:pt x="5286" y="799"/>
                  </a:cubicBezTo>
                  <a:cubicBezTo>
                    <a:pt x="5216" y="736"/>
                    <a:pt x="5127" y="693"/>
                    <a:pt x="5042" y="693"/>
                  </a:cubicBezTo>
                  <a:cubicBezTo>
                    <a:pt x="5005" y="693"/>
                    <a:pt x="4969" y="701"/>
                    <a:pt x="4935" y="719"/>
                  </a:cubicBezTo>
                  <a:cubicBezTo>
                    <a:pt x="4888" y="636"/>
                    <a:pt x="4792" y="557"/>
                    <a:pt x="4715" y="557"/>
                  </a:cubicBezTo>
                  <a:cubicBezTo>
                    <a:pt x="4661" y="557"/>
                    <a:pt x="4617" y="596"/>
                    <a:pt x="4604" y="699"/>
                  </a:cubicBezTo>
                  <a:cubicBezTo>
                    <a:pt x="4566" y="544"/>
                    <a:pt x="4454" y="485"/>
                    <a:pt x="4327" y="485"/>
                  </a:cubicBezTo>
                  <a:cubicBezTo>
                    <a:pt x="4290" y="485"/>
                    <a:pt x="4252" y="489"/>
                    <a:pt x="4213" y="498"/>
                  </a:cubicBezTo>
                  <a:cubicBezTo>
                    <a:pt x="4223" y="353"/>
                    <a:pt x="4046" y="227"/>
                    <a:pt x="3926" y="227"/>
                  </a:cubicBezTo>
                  <a:cubicBezTo>
                    <a:pt x="3921" y="227"/>
                    <a:pt x="3917" y="227"/>
                    <a:pt x="3912" y="228"/>
                  </a:cubicBezTo>
                  <a:lnTo>
                    <a:pt x="3932" y="298"/>
                  </a:lnTo>
                  <a:cubicBezTo>
                    <a:pt x="3871" y="151"/>
                    <a:pt x="3680" y="1"/>
                    <a:pt x="35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900" name="Google Shape;1900;p19"/>
            <p:cNvGrpSpPr/>
            <p:nvPr/>
          </p:nvGrpSpPr>
          <p:grpSpPr>
            <a:xfrm rot="-278360">
              <a:off x="6533282" y="4037668"/>
              <a:ext cx="925757" cy="187175"/>
              <a:chOff x="1255200" y="4115196"/>
              <a:chExt cx="828298" cy="167470"/>
            </a:xfrm>
          </p:grpSpPr>
          <p:sp>
            <p:nvSpPr>
              <p:cNvPr id="1901" name="Google Shape;1901;p19"/>
              <p:cNvSpPr/>
              <p:nvPr/>
            </p:nvSpPr>
            <p:spPr>
              <a:xfrm>
                <a:off x="1806305" y="4141304"/>
                <a:ext cx="203600" cy="110522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2756" extrusionOk="0">
                    <a:moveTo>
                      <a:pt x="4069" y="1"/>
                    </a:moveTo>
                    <a:cubicBezTo>
                      <a:pt x="3971" y="1"/>
                      <a:pt x="3853" y="67"/>
                      <a:pt x="3762" y="224"/>
                    </a:cubicBezTo>
                    <a:cubicBezTo>
                      <a:pt x="3742" y="204"/>
                      <a:pt x="3732" y="174"/>
                      <a:pt x="3712" y="154"/>
                    </a:cubicBezTo>
                    <a:cubicBezTo>
                      <a:pt x="3632" y="224"/>
                      <a:pt x="3562" y="324"/>
                      <a:pt x="3511" y="425"/>
                    </a:cubicBezTo>
                    <a:cubicBezTo>
                      <a:pt x="3478" y="387"/>
                      <a:pt x="3447" y="371"/>
                      <a:pt x="3417" y="371"/>
                    </a:cubicBezTo>
                    <a:cubicBezTo>
                      <a:pt x="3240" y="371"/>
                      <a:pt x="3124" y="949"/>
                      <a:pt x="3090" y="1087"/>
                    </a:cubicBezTo>
                    <a:cubicBezTo>
                      <a:pt x="3054" y="997"/>
                      <a:pt x="2994" y="923"/>
                      <a:pt x="2910" y="923"/>
                    </a:cubicBezTo>
                    <a:cubicBezTo>
                      <a:pt x="2900" y="923"/>
                      <a:pt x="2890" y="924"/>
                      <a:pt x="2879" y="926"/>
                    </a:cubicBezTo>
                    <a:cubicBezTo>
                      <a:pt x="2739" y="966"/>
                      <a:pt x="2719" y="1137"/>
                      <a:pt x="2719" y="1368"/>
                    </a:cubicBezTo>
                    <a:cubicBezTo>
                      <a:pt x="2729" y="1608"/>
                      <a:pt x="2849" y="1699"/>
                      <a:pt x="2859" y="1939"/>
                    </a:cubicBezTo>
                    <a:cubicBezTo>
                      <a:pt x="2830" y="1916"/>
                      <a:pt x="2808" y="1906"/>
                      <a:pt x="2784" y="1906"/>
                    </a:cubicBezTo>
                    <a:cubicBezTo>
                      <a:pt x="2767" y="1906"/>
                      <a:pt x="2750" y="1911"/>
                      <a:pt x="2729" y="1919"/>
                    </a:cubicBezTo>
                    <a:cubicBezTo>
                      <a:pt x="2619" y="1959"/>
                      <a:pt x="2669" y="2030"/>
                      <a:pt x="2639" y="2090"/>
                    </a:cubicBezTo>
                    <a:cubicBezTo>
                      <a:pt x="2619" y="2058"/>
                      <a:pt x="2573" y="2045"/>
                      <a:pt x="2523" y="2045"/>
                    </a:cubicBezTo>
                    <a:cubicBezTo>
                      <a:pt x="2447" y="2045"/>
                      <a:pt x="2362" y="2074"/>
                      <a:pt x="2338" y="2110"/>
                    </a:cubicBezTo>
                    <a:cubicBezTo>
                      <a:pt x="2299" y="1983"/>
                      <a:pt x="2317" y="1829"/>
                      <a:pt x="2208" y="1829"/>
                    </a:cubicBezTo>
                    <a:cubicBezTo>
                      <a:pt x="2204" y="1829"/>
                      <a:pt x="2201" y="1829"/>
                      <a:pt x="2197" y="1829"/>
                    </a:cubicBezTo>
                    <a:cubicBezTo>
                      <a:pt x="2188" y="1829"/>
                      <a:pt x="2179" y="1830"/>
                      <a:pt x="2170" y="1830"/>
                    </a:cubicBezTo>
                    <a:cubicBezTo>
                      <a:pt x="2060" y="1830"/>
                      <a:pt x="1957" y="1804"/>
                      <a:pt x="1870" y="1804"/>
                    </a:cubicBezTo>
                    <a:cubicBezTo>
                      <a:pt x="1776" y="1804"/>
                      <a:pt x="1701" y="1834"/>
                      <a:pt x="1656" y="1959"/>
                    </a:cubicBezTo>
                    <a:cubicBezTo>
                      <a:pt x="1568" y="1928"/>
                      <a:pt x="1454" y="1882"/>
                      <a:pt x="1357" y="1882"/>
                    </a:cubicBezTo>
                    <a:cubicBezTo>
                      <a:pt x="1265" y="1882"/>
                      <a:pt x="1189" y="1923"/>
                      <a:pt x="1164" y="2060"/>
                    </a:cubicBezTo>
                    <a:cubicBezTo>
                      <a:pt x="1023" y="1978"/>
                      <a:pt x="942" y="1929"/>
                      <a:pt x="868" y="1929"/>
                    </a:cubicBezTo>
                    <a:cubicBezTo>
                      <a:pt x="779" y="1929"/>
                      <a:pt x="701" y="2000"/>
                      <a:pt x="542" y="2170"/>
                    </a:cubicBezTo>
                    <a:cubicBezTo>
                      <a:pt x="468" y="2111"/>
                      <a:pt x="401" y="2086"/>
                      <a:pt x="341" y="2086"/>
                    </a:cubicBezTo>
                    <a:cubicBezTo>
                      <a:pt x="167" y="2086"/>
                      <a:pt x="53" y="2299"/>
                      <a:pt x="1" y="2501"/>
                    </a:cubicBezTo>
                    <a:cubicBezTo>
                      <a:pt x="161" y="2601"/>
                      <a:pt x="282" y="2672"/>
                      <a:pt x="582" y="2712"/>
                    </a:cubicBezTo>
                    <a:cubicBezTo>
                      <a:pt x="738" y="2732"/>
                      <a:pt x="893" y="2739"/>
                      <a:pt x="1050" y="2739"/>
                    </a:cubicBezTo>
                    <a:cubicBezTo>
                      <a:pt x="1207" y="2739"/>
                      <a:pt x="1365" y="2732"/>
                      <a:pt x="1525" y="2722"/>
                    </a:cubicBezTo>
                    <a:cubicBezTo>
                      <a:pt x="1556" y="2721"/>
                      <a:pt x="1586" y="2721"/>
                      <a:pt x="1617" y="2721"/>
                    </a:cubicBezTo>
                    <a:cubicBezTo>
                      <a:pt x="1920" y="2721"/>
                      <a:pt x="2218" y="2756"/>
                      <a:pt x="2520" y="2756"/>
                    </a:cubicBezTo>
                    <a:cubicBezTo>
                      <a:pt x="2576" y="2756"/>
                      <a:pt x="2632" y="2755"/>
                      <a:pt x="2689" y="2752"/>
                    </a:cubicBezTo>
                    <a:cubicBezTo>
                      <a:pt x="3221" y="2732"/>
                      <a:pt x="3722" y="2531"/>
                      <a:pt x="4244" y="2501"/>
                    </a:cubicBezTo>
                    <a:cubicBezTo>
                      <a:pt x="4424" y="2491"/>
                      <a:pt x="5076" y="2491"/>
                      <a:pt x="4916" y="2150"/>
                    </a:cubicBezTo>
                    <a:cubicBezTo>
                      <a:pt x="4956" y="2140"/>
                      <a:pt x="4996" y="2090"/>
                      <a:pt x="5036" y="2080"/>
                    </a:cubicBezTo>
                    <a:cubicBezTo>
                      <a:pt x="4956" y="1969"/>
                      <a:pt x="4815" y="1849"/>
                      <a:pt x="4765" y="1759"/>
                    </a:cubicBezTo>
                    <a:cubicBezTo>
                      <a:pt x="4765" y="1759"/>
                      <a:pt x="4795" y="1659"/>
                      <a:pt x="4775" y="1628"/>
                    </a:cubicBezTo>
                    <a:cubicBezTo>
                      <a:pt x="4765" y="1598"/>
                      <a:pt x="4615" y="1508"/>
                      <a:pt x="4575" y="1478"/>
                    </a:cubicBezTo>
                    <a:lnTo>
                      <a:pt x="4575" y="1478"/>
                    </a:lnTo>
                    <a:cubicBezTo>
                      <a:pt x="4588" y="1480"/>
                      <a:pt x="4600" y="1480"/>
                      <a:pt x="4611" y="1480"/>
                    </a:cubicBezTo>
                    <a:cubicBezTo>
                      <a:pt x="4803" y="1480"/>
                      <a:pt x="4697" y="1244"/>
                      <a:pt x="4555" y="1187"/>
                    </a:cubicBezTo>
                    <a:cubicBezTo>
                      <a:pt x="4728" y="1007"/>
                      <a:pt x="4534" y="916"/>
                      <a:pt x="4363" y="916"/>
                    </a:cubicBezTo>
                    <a:cubicBezTo>
                      <a:pt x="4306" y="916"/>
                      <a:pt x="4251" y="926"/>
                      <a:pt x="4214" y="946"/>
                    </a:cubicBezTo>
                    <a:cubicBezTo>
                      <a:pt x="4314" y="816"/>
                      <a:pt x="4234" y="615"/>
                      <a:pt x="4123" y="525"/>
                    </a:cubicBezTo>
                    <a:cubicBezTo>
                      <a:pt x="4372" y="231"/>
                      <a:pt x="4254" y="1"/>
                      <a:pt x="4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2" name="Google Shape;1902;p19"/>
              <p:cNvSpPr/>
              <p:nvPr/>
            </p:nvSpPr>
            <p:spPr>
              <a:xfrm>
                <a:off x="1807508" y="4214252"/>
                <a:ext cx="79684" cy="22538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62" extrusionOk="0">
                    <a:moveTo>
                      <a:pt x="1987" y="0"/>
                    </a:moveTo>
                    <a:cubicBezTo>
                      <a:pt x="1956" y="7"/>
                      <a:pt x="1924" y="8"/>
                      <a:pt x="1893" y="8"/>
                    </a:cubicBezTo>
                    <a:cubicBezTo>
                      <a:pt x="1873" y="8"/>
                      <a:pt x="1853" y="7"/>
                      <a:pt x="1833" y="7"/>
                    </a:cubicBezTo>
                    <a:cubicBezTo>
                      <a:pt x="1744" y="7"/>
                      <a:pt x="1664" y="18"/>
                      <a:pt x="1626" y="140"/>
                    </a:cubicBezTo>
                    <a:cubicBezTo>
                      <a:pt x="1538" y="109"/>
                      <a:pt x="1424" y="63"/>
                      <a:pt x="1327" y="63"/>
                    </a:cubicBezTo>
                    <a:cubicBezTo>
                      <a:pt x="1235" y="63"/>
                      <a:pt x="1159" y="104"/>
                      <a:pt x="1134" y="241"/>
                    </a:cubicBezTo>
                    <a:cubicBezTo>
                      <a:pt x="993" y="159"/>
                      <a:pt x="912" y="110"/>
                      <a:pt x="838" y="110"/>
                    </a:cubicBezTo>
                    <a:cubicBezTo>
                      <a:pt x="749" y="110"/>
                      <a:pt x="671" y="181"/>
                      <a:pt x="512" y="351"/>
                    </a:cubicBezTo>
                    <a:cubicBezTo>
                      <a:pt x="436" y="290"/>
                      <a:pt x="368" y="265"/>
                      <a:pt x="306" y="265"/>
                    </a:cubicBezTo>
                    <a:cubicBezTo>
                      <a:pt x="166" y="265"/>
                      <a:pt x="64" y="401"/>
                      <a:pt x="1" y="562"/>
                    </a:cubicBezTo>
                    <a:cubicBezTo>
                      <a:pt x="50" y="477"/>
                      <a:pt x="120" y="421"/>
                      <a:pt x="203" y="421"/>
                    </a:cubicBezTo>
                    <a:cubicBezTo>
                      <a:pt x="237" y="421"/>
                      <a:pt x="274" y="431"/>
                      <a:pt x="312" y="451"/>
                    </a:cubicBezTo>
                    <a:cubicBezTo>
                      <a:pt x="352" y="472"/>
                      <a:pt x="368" y="480"/>
                      <a:pt x="379" y="480"/>
                    </a:cubicBezTo>
                    <a:cubicBezTo>
                      <a:pt x="394" y="480"/>
                      <a:pt x="398" y="461"/>
                      <a:pt x="452" y="431"/>
                    </a:cubicBezTo>
                    <a:cubicBezTo>
                      <a:pt x="477" y="416"/>
                      <a:pt x="507" y="406"/>
                      <a:pt x="534" y="406"/>
                    </a:cubicBezTo>
                    <a:cubicBezTo>
                      <a:pt x="560" y="406"/>
                      <a:pt x="583" y="416"/>
                      <a:pt x="593" y="441"/>
                    </a:cubicBezTo>
                    <a:cubicBezTo>
                      <a:pt x="625" y="344"/>
                      <a:pt x="707" y="293"/>
                      <a:pt x="788" y="293"/>
                    </a:cubicBezTo>
                    <a:cubicBezTo>
                      <a:pt x="833" y="293"/>
                      <a:pt x="878" y="309"/>
                      <a:pt x="914" y="341"/>
                    </a:cubicBezTo>
                    <a:cubicBezTo>
                      <a:pt x="931" y="303"/>
                      <a:pt x="953" y="290"/>
                      <a:pt x="978" y="290"/>
                    </a:cubicBezTo>
                    <a:cubicBezTo>
                      <a:pt x="1011" y="290"/>
                      <a:pt x="1049" y="314"/>
                      <a:pt x="1084" y="331"/>
                    </a:cubicBezTo>
                    <a:cubicBezTo>
                      <a:pt x="1106" y="348"/>
                      <a:pt x="1122" y="358"/>
                      <a:pt x="1137" y="358"/>
                    </a:cubicBezTo>
                    <a:cubicBezTo>
                      <a:pt x="1157" y="358"/>
                      <a:pt x="1176" y="341"/>
                      <a:pt x="1204" y="301"/>
                    </a:cubicBezTo>
                    <a:cubicBezTo>
                      <a:pt x="1245" y="241"/>
                      <a:pt x="1245" y="201"/>
                      <a:pt x="1315" y="181"/>
                    </a:cubicBezTo>
                    <a:cubicBezTo>
                      <a:pt x="1328" y="178"/>
                      <a:pt x="1341" y="176"/>
                      <a:pt x="1352" y="176"/>
                    </a:cubicBezTo>
                    <a:cubicBezTo>
                      <a:pt x="1417" y="176"/>
                      <a:pt x="1451" y="223"/>
                      <a:pt x="1485" y="291"/>
                    </a:cubicBezTo>
                    <a:cubicBezTo>
                      <a:pt x="1498" y="276"/>
                      <a:pt x="1511" y="270"/>
                      <a:pt x="1525" y="270"/>
                    </a:cubicBezTo>
                    <a:cubicBezTo>
                      <a:pt x="1562" y="270"/>
                      <a:pt x="1602" y="312"/>
                      <a:pt x="1638" y="312"/>
                    </a:cubicBezTo>
                    <a:cubicBezTo>
                      <a:pt x="1640" y="312"/>
                      <a:pt x="1643" y="312"/>
                      <a:pt x="1646" y="311"/>
                    </a:cubicBezTo>
                    <a:cubicBezTo>
                      <a:pt x="1706" y="301"/>
                      <a:pt x="1706" y="261"/>
                      <a:pt x="1716" y="211"/>
                    </a:cubicBezTo>
                    <a:cubicBezTo>
                      <a:pt x="1746" y="140"/>
                      <a:pt x="1776" y="40"/>
                      <a:pt x="1856" y="40"/>
                    </a:cubicBezTo>
                    <a:cubicBezTo>
                      <a:pt x="1861" y="39"/>
                      <a:pt x="1865" y="39"/>
                      <a:pt x="1869" y="39"/>
                    </a:cubicBezTo>
                    <a:cubicBezTo>
                      <a:pt x="1895" y="39"/>
                      <a:pt x="1907" y="62"/>
                      <a:pt x="1927" y="62"/>
                    </a:cubicBezTo>
                    <a:cubicBezTo>
                      <a:pt x="1930" y="62"/>
                      <a:pt x="1933" y="61"/>
                      <a:pt x="1937" y="60"/>
                    </a:cubicBezTo>
                    <a:cubicBezTo>
                      <a:pt x="1967" y="50"/>
                      <a:pt x="1977" y="20"/>
                      <a:pt x="19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3" name="Google Shape;1903;p19"/>
              <p:cNvSpPr/>
              <p:nvPr/>
            </p:nvSpPr>
            <p:spPr>
              <a:xfrm>
                <a:off x="1915306" y="4141344"/>
                <a:ext cx="63202" cy="59231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1477" extrusionOk="0">
                    <a:moveTo>
                      <a:pt x="1352" y="0"/>
                    </a:moveTo>
                    <a:cubicBezTo>
                      <a:pt x="1253" y="0"/>
                      <a:pt x="1136" y="67"/>
                      <a:pt x="1044" y="223"/>
                    </a:cubicBezTo>
                    <a:cubicBezTo>
                      <a:pt x="1024" y="203"/>
                      <a:pt x="1014" y="173"/>
                      <a:pt x="994" y="153"/>
                    </a:cubicBezTo>
                    <a:cubicBezTo>
                      <a:pt x="914" y="223"/>
                      <a:pt x="844" y="323"/>
                      <a:pt x="793" y="424"/>
                    </a:cubicBezTo>
                    <a:cubicBezTo>
                      <a:pt x="760" y="386"/>
                      <a:pt x="729" y="370"/>
                      <a:pt x="699" y="370"/>
                    </a:cubicBezTo>
                    <a:cubicBezTo>
                      <a:pt x="522" y="370"/>
                      <a:pt x="406" y="948"/>
                      <a:pt x="372" y="1086"/>
                    </a:cubicBezTo>
                    <a:cubicBezTo>
                      <a:pt x="336" y="996"/>
                      <a:pt x="276" y="922"/>
                      <a:pt x="192" y="922"/>
                    </a:cubicBezTo>
                    <a:cubicBezTo>
                      <a:pt x="182" y="922"/>
                      <a:pt x="172" y="923"/>
                      <a:pt x="161" y="925"/>
                    </a:cubicBezTo>
                    <a:cubicBezTo>
                      <a:pt x="21" y="965"/>
                      <a:pt x="1" y="1136"/>
                      <a:pt x="1" y="1367"/>
                    </a:cubicBezTo>
                    <a:cubicBezTo>
                      <a:pt x="1" y="1407"/>
                      <a:pt x="11" y="1437"/>
                      <a:pt x="21" y="1477"/>
                    </a:cubicBezTo>
                    <a:cubicBezTo>
                      <a:pt x="21" y="1377"/>
                      <a:pt x="31" y="1276"/>
                      <a:pt x="81" y="1216"/>
                    </a:cubicBezTo>
                    <a:cubicBezTo>
                      <a:pt x="119" y="1161"/>
                      <a:pt x="148" y="1140"/>
                      <a:pt x="174" y="1140"/>
                    </a:cubicBezTo>
                    <a:cubicBezTo>
                      <a:pt x="235" y="1140"/>
                      <a:pt x="271" y="1264"/>
                      <a:pt x="342" y="1306"/>
                    </a:cubicBezTo>
                    <a:cubicBezTo>
                      <a:pt x="352" y="1276"/>
                      <a:pt x="352" y="1246"/>
                      <a:pt x="362" y="1216"/>
                    </a:cubicBezTo>
                    <a:lnTo>
                      <a:pt x="392" y="1226"/>
                    </a:lnTo>
                    <a:cubicBezTo>
                      <a:pt x="402" y="1196"/>
                      <a:pt x="402" y="1156"/>
                      <a:pt x="432" y="1126"/>
                    </a:cubicBezTo>
                    <a:cubicBezTo>
                      <a:pt x="434" y="1122"/>
                      <a:pt x="437" y="1120"/>
                      <a:pt x="441" y="1120"/>
                    </a:cubicBezTo>
                    <a:cubicBezTo>
                      <a:pt x="451" y="1120"/>
                      <a:pt x="464" y="1132"/>
                      <a:pt x="474" y="1132"/>
                    </a:cubicBezTo>
                    <a:cubicBezTo>
                      <a:pt x="477" y="1132"/>
                      <a:pt x="480" y="1130"/>
                      <a:pt x="482" y="1126"/>
                    </a:cubicBezTo>
                    <a:cubicBezTo>
                      <a:pt x="513" y="1096"/>
                      <a:pt x="492" y="955"/>
                      <a:pt x="492" y="925"/>
                    </a:cubicBezTo>
                    <a:cubicBezTo>
                      <a:pt x="482" y="795"/>
                      <a:pt x="482" y="725"/>
                      <a:pt x="553" y="604"/>
                    </a:cubicBezTo>
                    <a:cubicBezTo>
                      <a:pt x="596" y="534"/>
                      <a:pt x="643" y="498"/>
                      <a:pt x="692" y="498"/>
                    </a:cubicBezTo>
                    <a:cubicBezTo>
                      <a:pt x="734" y="498"/>
                      <a:pt x="778" y="524"/>
                      <a:pt x="823" y="574"/>
                    </a:cubicBezTo>
                    <a:cubicBezTo>
                      <a:pt x="841" y="530"/>
                      <a:pt x="891" y="397"/>
                      <a:pt x="944" y="397"/>
                    </a:cubicBezTo>
                    <a:cubicBezTo>
                      <a:pt x="951" y="397"/>
                      <a:pt x="957" y="399"/>
                      <a:pt x="964" y="404"/>
                    </a:cubicBezTo>
                    <a:cubicBezTo>
                      <a:pt x="1019" y="365"/>
                      <a:pt x="1055" y="265"/>
                      <a:pt x="1111" y="265"/>
                    </a:cubicBezTo>
                    <a:cubicBezTo>
                      <a:pt x="1127" y="265"/>
                      <a:pt x="1144" y="273"/>
                      <a:pt x="1165" y="293"/>
                    </a:cubicBezTo>
                    <a:cubicBezTo>
                      <a:pt x="1205" y="223"/>
                      <a:pt x="1315" y="83"/>
                      <a:pt x="1405" y="83"/>
                    </a:cubicBezTo>
                    <a:cubicBezTo>
                      <a:pt x="1475" y="93"/>
                      <a:pt x="1516" y="193"/>
                      <a:pt x="1536" y="283"/>
                    </a:cubicBezTo>
                    <a:cubicBezTo>
                      <a:pt x="1575" y="113"/>
                      <a:pt x="1480" y="0"/>
                      <a:pt x="13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4" name="Google Shape;1904;p19"/>
              <p:cNvSpPr/>
              <p:nvPr/>
            </p:nvSpPr>
            <p:spPr>
              <a:xfrm>
                <a:off x="1984004" y="4115196"/>
                <a:ext cx="99494" cy="134263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3348" extrusionOk="0">
                    <a:moveTo>
                      <a:pt x="1197" y="0"/>
                    </a:moveTo>
                    <a:cubicBezTo>
                      <a:pt x="1129" y="0"/>
                      <a:pt x="1083" y="158"/>
                      <a:pt x="1046" y="273"/>
                    </a:cubicBezTo>
                    <a:lnTo>
                      <a:pt x="1076" y="364"/>
                    </a:lnTo>
                    <a:cubicBezTo>
                      <a:pt x="896" y="474"/>
                      <a:pt x="886" y="534"/>
                      <a:pt x="956" y="695"/>
                    </a:cubicBezTo>
                    <a:cubicBezTo>
                      <a:pt x="976" y="745"/>
                      <a:pt x="866" y="725"/>
                      <a:pt x="826" y="785"/>
                    </a:cubicBezTo>
                    <a:cubicBezTo>
                      <a:pt x="776" y="845"/>
                      <a:pt x="776" y="996"/>
                      <a:pt x="786" y="1076"/>
                    </a:cubicBezTo>
                    <a:cubicBezTo>
                      <a:pt x="485" y="1126"/>
                      <a:pt x="505" y="1407"/>
                      <a:pt x="575" y="1587"/>
                    </a:cubicBezTo>
                    <a:cubicBezTo>
                      <a:pt x="344" y="1688"/>
                      <a:pt x="625" y="2209"/>
                      <a:pt x="625" y="2410"/>
                    </a:cubicBezTo>
                    <a:cubicBezTo>
                      <a:pt x="224" y="2430"/>
                      <a:pt x="364" y="2691"/>
                      <a:pt x="364" y="2891"/>
                    </a:cubicBezTo>
                    <a:cubicBezTo>
                      <a:pt x="347" y="2889"/>
                      <a:pt x="330" y="2888"/>
                      <a:pt x="314" y="2888"/>
                    </a:cubicBezTo>
                    <a:cubicBezTo>
                      <a:pt x="0" y="2888"/>
                      <a:pt x="79" y="3253"/>
                      <a:pt x="394" y="3262"/>
                    </a:cubicBezTo>
                    <a:cubicBezTo>
                      <a:pt x="394" y="3262"/>
                      <a:pt x="1065" y="3348"/>
                      <a:pt x="1599" y="3348"/>
                    </a:cubicBezTo>
                    <a:cubicBezTo>
                      <a:pt x="1904" y="3348"/>
                      <a:pt x="2164" y="3320"/>
                      <a:pt x="2230" y="3232"/>
                    </a:cubicBezTo>
                    <a:cubicBezTo>
                      <a:pt x="2250" y="3212"/>
                      <a:pt x="2481" y="3112"/>
                      <a:pt x="2300" y="2841"/>
                    </a:cubicBezTo>
                    <a:cubicBezTo>
                      <a:pt x="2260" y="2771"/>
                      <a:pt x="2120" y="2801"/>
                      <a:pt x="2080" y="2721"/>
                    </a:cubicBezTo>
                    <a:cubicBezTo>
                      <a:pt x="2039" y="2620"/>
                      <a:pt x="1989" y="2530"/>
                      <a:pt x="1929" y="2460"/>
                    </a:cubicBezTo>
                    <a:cubicBezTo>
                      <a:pt x="1889" y="2410"/>
                      <a:pt x="1749" y="2420"/>
                      <a:pt x="1749" y="2360"/>
                    </a:cubicBezTo>
                    <a:cubicBezTo>
                      <a:pt x="1738" y="2320"/>
                      <a:pt x="1799" y="2229"/>
                      <a:pt x="1799" y="2189"/>
                    </a:cubicBezTo>
                    <a:cubicBezTo>
                      <a:pt x="1819" y="1908"/>
                      <a:pt x="1688" y="1958"/>
                      <a:pt x="1648" y="1868"/>
                    </a:cubicBezTo>
                    <a:cubicBezTo>
                      <a:pt x="1588" y="1768"/>
                      <a:pt x="1708" y="1768"/>
                      <a:pt x="1618" y="1507"/>
                    </a:cubicBezTo>
                    <a:cubicBezTo>
                      <a:pt x="1608" y="1467"/>
                      <a:pt x="1608" y="1357"/>
                      <a:pt x="1618" y="1236"/>
                    </a:cubicBezTo>
                    <a:cubicBezTo>
                      <a:pt x="1658" y="1016"/>
                      <a:pt x="1518" y="1026"/>
                      <a:pt x="1528" y="945"/>
                    </a:cubicBezTo>
                    <a:cubicBezTo>
                      <a:pt x="1548" y="835"/>
                      <a:pt x="1588" y="775"/>
                      <a:pt x="1458" y="655"/>
                    </a:cubicBezTo>
                    <a:lnTo>
                      <a:pt x="1458" y="655"/>
                    </a:lnTo>
                    <a:cubicBezTo>
                      <a:pt x="1463" y="655"/>
                      <a:pt x="1468" y="655"/>
                      <a:pt x="1473" y="655"/>
                    </a:cubicBezTo>
                    <a:cubicBezTo>
                      <a:pt x="1576" y="655"/>
                      <a:pt x="1449" y="552"/>
                      <a:pt x="1488" y="514"/>
                    </a:cubicBezTo>
                    <a:cubicBezTo>
                      <a:pt x="1461" y="451"/>
                      <a:pt x="1458" y="381"/>
                      <a:pt x="1386" y="381"/>
                    </a:cubicBezTo>
                    <a:cubicBezTo>
                      <a:pt x="1378" y="381"/>
                      <a:pt x="1368" y="382"/>
                      <a:pt x="1357" y="384"/>
                    </a:cubicBezTo>
                    <a:cubicBezTo>
                      <a:pt x="1397" y="344"/>
                      <a:pt x="1317" y="123"/>
                      <a:pt x="1287" y="83"/>
                    </a:cubicBezTo>
                    <a:cubicBezTo>
                      <a:pt x="1254" y="24"/>
                      <a:pt x="1224" y="0"/>
                      <a:pt x="11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5" name="Google Shape;1905;p19"/>
              <p:cNvSpPr/>
              <p:nvPr/>
            </p:nvSpPr>
            <p:spPr>
              <a:xfrm>
                <a:off x="2003815" y="4141023"/>
                <a:ext cx="20974" cy="37857"/>
              </a:xfrm>
              <a:custGeom>
                <a:avLst/>
                <a:gdLst/>
                <a:ahLst/>
                <a:cxnLst/>
                <a:rect l="l" t="t" r="r" b="b"/>
                <a:pathLst>
                  <a:path w="523" h="944" extrusionOk="0">
                    <a:moveTo>
                      <a:pt x="442" y="0"/>
                    </a:moveTo>
                    <a:lnTo>
                      <a:pt x="442" y="0"/>
                    </a:lnTo>
                    <a:cubicBezTo>
                      <a:pt x="452" y="21"/>
                      <a:pt x="452" y="41"/>
                      <a:pt x="462" y="51"/>
                    </a:cubicBezTo>
                    <a:cubicBezTo>
                      <a:pt x="482" y="101"/>
                      <a:pt x="372" y="81"/>
                      <a:pt x="332" y="141"/>
                    </a:cubicBezTo>
                    <a:cubicBezTo>
                      <a:pt x="282" y="201"/>
                      <a:pt x="282" y="352"/>
                      <a:pt x="292" y="432"/>
                    </a:cubicBezTo>
                    <a:cubicBezTo>
                      <a:pt x="1" y="482"/>
                      <a:pt x="11" y="763"/>
                      <a:pt x="81" y="943"/>
                    </a:cubicBezTo>
                    <a:cubicBezTo>
                      <a:pt x="71" y="853"/>
                      <a:pt x="41" y="713"/>
                      <a:pt x="151" y="673"/>
                    </a:cubicBezTo>
                    <a:lnTo>
                      <a:pt x="171" y="683"/>
                    </a:lnTo>
                    <a:cubicBezTo>
                      <a:pt x="171" y="662"/>
                      <a:pt x="151" y="612"/>
                      <a:pt x="181" y="592"/>
                    </a:cubicBezTo>
                    <a:cubicBezTo>
                      <a:pt x="191" y="586"/>
                      <a:pt x="205" y="583"/>
                      <a:pt x="220" y="583"/>
                    </a:cubicBezTo>
                    <a:cubicBezTo>
                      <a:pt x="249" y="583"/>
                      <a:pt x="285" y="592"/>
                      <a:pt x="312" y="592"/>
                    </a:cubicBezTo>
                    <a:cubicBezTo>
                      <a:pt x="312" y="576"/>
                      <a:pt x="333" y="468"/>
                      <a:pt x="369" y="468"/>
                    </a:cubicBezTo>
                    <a:cubicBezTo>
                      <a:pt x="376" y="468"/>
                      <a:pt x="384" y="472"/>
                      <a:pt x="392" y="482"/>
                    </a:cubicBezTo>
                    <a:cubicBezTo>
                      <a:pt x="392" y="455"/>
                      <a:pt x="400" y="306"/>
                      <a:pt x="460" y="306"/>
                    </a:cubicBezTo>
                    <a:cubicBezTo>
                      <a:pt x="467" y="306"/>
                      <a:pt x="474" y="307"/>
                      <a:pt x="482" y="311"/>
                    </a:cubicBezTo>
                    <a:cubicBezTo>
                      <a:pt x="482" y="281"/>
                      <a:pt x="472" y="241"/>
                      <a:pt x="482" y="221"/>
                    </a:cubicBezTo>
                    <a:cubicBezTo>
                      <a:pt x="482" y="201"/>
                      <a:pt x="512" y="191"/>
                      <a:pt x="512" y="181"/>
                    </a:cubicBezTo>
                    <a:cubicBezTo>
                      <a:pt x="522" y="151"/>
                      <a:pt x="512" y="81"/>
                      <a:pt x="502" y="61"/>
                    </a:cubicBezTo>
                    <a:cubicBezTo>
                      <a:pt x="492" y="41"/>
                      <a:pt x="472" y="21"/>
                      <a:pt x="4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6" name="Google Shape;1906;p19"/>
              <p:cNvSpPr/>
              <p:nvPr/>
            </p:nvSpPr>
            <p:spPr>
              <a:xfrm>
                <a:off x="2006622" y="4178841"/>
                <a:ext cx="842" cy="842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1" y="0"/>
                    </a:moveTo>
                    <a:lnTo>
                      <a:pt x="1" y="1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7" name="Google Shape;1907;p19"/>
              <p:cNvSpPr/>
              <p:nvPr/>
            </p:nvSpPr>
            <p:spPr>
              <a:xfrm>
                <a:off x="2024348" y="4115276"/>
                <a:ext cx="7660" cy="1652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412" extrusionOk="0">
                    <a:moveTo>
                      <a:pt x="191" y="1"/>
                    </a:moveTo>
                    <a:cubicBezTo>
                      <a:pt x="121" y="1"/>
                      <a:pt x="81" y="151"/>
                      <a:pt x="40" y="271"/>
                    </a:cubicBezTo>
                    <a:lnTo>
                      <a:pt x="70" y="362"/>
                    </a:lnTo>
                    <a:cubicBezTo>
                      <a:pt x="40" y="382"/>
                      <a:pt x="20" y="392"/>
                      <a:pt x="0" y="412"/>
                    </a:cubicBezTo>
                    <a:lnTo>
                      <a:pt x="10" y="412"/>
                    </a:lnTo>
                    <a:cubicBezTo>
                      <a:pt x="40" y="412"/>
                      <a:pt x="91" y="412"/>
                      <a:pt x="121" y="392"/>
                    </a:cubicBezTo>
                    <a:cubicBezTo>
                      <a:pt x="111" y="372"/>
                      <a:pt x="91" y="362"/>
                      <a:pt x="81" y="342"/>
                    </a:cubicBezTo>
                    <a:cubicBezTo>
                      <a:pt x="70" y="281"/>
                      <a:pt x="141" y="281"/>
                      <a:pt x="191" y="241"/>
                    </a:cubicBezTo>
                    <a:cubicBezTo>
                      <a:pt x="171" y="201"/>
                      <a:pt x="161" y="171"/>
                      <a:pt x="191" y="141"/>
                    </a:cubicBezTo>
                    <a:cubicBezTo>
                      <a:pt x="181" y="121"/>
                      <a:pt x="151" y="101"/>
                      <a:pt x="151" y="81"/>
                    </a:cubicBezTo>
                    <a:cubicBezTo>
                      <a:pt x="141" y="51"/>
                      <a:pt x="161" y="2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8" name="Google Shape;1908;p19"/>
              <p:cNvSpPr/>
              <p:nvPr/>
            </p:nvSpPr>
            <p:spPr>
              <a:xfrm>
                <a:off x="1471238" y="4158708"/>
                <a:ext cx="44233" cy="75433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881" extrusionOk="0">
                    <a:moveTo>
                      <a:pt x="261" y="1"/>
                    </a:moveTo>
                    <a:cubicBezTo>
                      <a:pt x="201" y="61"/>
                      <a:pt x="281" y="111"/>
                      <a:pt x="211" y="171"/>
                    </a:cubicBezTo>
                    <a:lnTo>
                      <a:pt x="171" y="252"/>
                    </a:lnTo>
                    <a:cubicBezTo>
                      <a:pt x="101" y="312"/>
                      <a:pt x="161" y="382"/>
                      <a:pt x="161" y="462"/>
                    </a:cubicBezTo>
                    <a:cubicBezTo>
                      <a:pt x="161" y="552"/>
                      <a:pt x="60" y="643"/>
                      <a:pt x="40" y="723"/>
                    </a:cubicBezTo>
                    <a:cubicBezTo>
                      <a:pt x="20" y="823"/>
                      <a:pt x="40" y="853"/>
                      <a:pt x="70" y="944"/>
                    </a:cubicBezTo>
                    <a:cubicBezTo>
                      <a:pt x="111" y="1054"/>
                      <a:pt x="81" y="1134"/>
                      <a:pt x="40" y="1235"/>
                    </a:cubicBezTo>
                    <a:cubicBezTo>
                      <a:pt x="0" y="1305"/>
                      <a:pt x="20" y="1345"/>
                      <a:pt x="40" y="1425"/>
                    </a:cubicBezTo>
                    <a:cubicBezTo>
                      <a:pt x="60" y="1525"/>
                      <a:pt x="81" y="1576"/>
                      <a:pt x="161" y="1666"/>
                    </a:cubicBezTo>
                    <a:cubicBezTo>
                      <a:pt x="271" y="1716"/>
                      <a:pt x="331" y="1746"/>
                      <a:pt x="422" y="1786"/>
                    </a:cubicBezTo>
                    <a:cubicBezTo>
                      <a:pt x="542" y="1836"/>
                      <a:pt x="702" y="1856"/>
                      <a:pt x="843" y="1877"/>
                    </a:cubicBezTo>
                    <a:cubicBezTo>
                      <a:pt x="867" y="1879"/>
                      <a:pt x="889" y="1881"/>
                      <a:pt x="910" y="1881"/>
                    </a:cubicBezTo>
                    <a:cubicBezTo>
                      <a:pt x="1037" y="1881"/>
                      <a:pt x="1102" y="1827"/>
                      <a:pt x="1094" y="1706"/>
                    </a:cubicBezTo>
                    <a:cubicBezTo>
                      <a:pt x="1084" y="1556"/>
                      <a:pt x="933" y="1415"/>
                      <a:pt x="853" y="1295"/>
                    </a:cubicBezTo>
                    <a:cubicBezTo>
                      <a:pt x="783" y="1194"/>
                      <a:pt x="793" y="1144"/>
                      <a:pt x="763" y="1044"/>
                    </a:cubicBezTo>
                    <a:cubicBezTo>
                      <a:pt x="732" y="944"/>
                      <a:pt x="632" y="934"/>
                      <a:pt x="582" y="843"/>
                    </a:cubicBezTo>
                    <a:cubicBezTo>
                      <a:pt x="542" y="763"/>
                      <a:pt x="542" y="713"/>
                      <a:pt x="472" y="643"/>
                    </a:cubicBezTo>
                    <a:cubicBezTo>
                      <a:pt x="422" y="593"/>
                      <a:pt x="482" y="573"/>
                      <a:pt x="472" y="522"/>
                    </a:cubicBezTo>
                    <a:cubicBezTo>
                      <a:pt x="452" y="482"/>
                      <a:pt x="472" y="452"/>
                      <a:pt x="442" y="422"/>
                    </a:cubicBezTo>
                    <a:cubicBezTo>
                      <a:pt x="432" y="402"/>
                      <a:pt x="391" y="392"/>
                      <a:pt x="371" y="372"/>
                    </a:cubicBezTo>
                    <a:cubicBezTo>
                      <a:pt x="351" y="342"/>
                      <a:pt x="351" y="322"/>
                      <a:pt x="341" y="282"/>
                    </a:cubicBezTo>
                    <a:cubicBezTo>
                      <a:pt x="331" y="242"/>
                      <a:pt x="331" y="171"/>
                      <a:pt x="321" y="121"/>
                    </a:cubicBezTo>
                    <a:cubicBezTo>
                      <a:pt x="311" y="71"/>
                      <a:pt x="271" y="41"/>
                      <a:pt x="2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9" name="Google Shape;1909;p19"/>
              <p:cNvSpPr/>
              <p:nvPr/>
            </p:nvSpPr>
            <p:spPr>
              <a:xfrm>
                <a:off x="1399613" y="4139018"/>
                <a:ext cx="60394" cy="97569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433" extrusionOk="0">
                    <a:moveTo>
                      <a:pt x="573" y="0"/>
                    </a:moveTo>
                    <a:cubicBezTo>
                      <a:pt x="512" y="61"/>
                      <a:pt x="502" y="121"/>
                      <a:pt x="472" y="191"/>
                    </a:cubicBezTo>
                    <a:cubicBezTo>
                      <a:pt x="442" y="251"/>
                      <a:pt x="392" y="331"/>
                      <a:pt x="382" y="412"/>
                    </a:cubicBezTo>
                    <a:cubicBezTo>
                      <a:pt x="372" y="502"/>
                      <a:pt x="382" y="552"/>
                      <a:pt x="352" y="642"/>
                    </a:cubicBezTo>
                    <a:cubicBezTo>
                      <a:pt x="332" y="723"/>
                      <a:pt x="282" y="803"/>
                      <a:pt x="252" y="873"/>
                    </a:cubicBezTo>
                    <a:cubicBezTo>
                      <a:pt x="222" y="973"/>
                      <a:pt x="302" y="1084"/>
                      <a:pt x="252" y="1184"/>
                    </a:cubicBezTo>
                    <a:cubicBezTo>
                      <a:pt x="242" y="1204"/>
                      <a:pt x="191" y="1224"/>
                      <a:pt x="181" y="1254"/>
                    </a:cubicBezTo>
                    <a:cubicBezTo>
                      <a:pt x="161" y="1314"/>
                      <a:pt x="211" y="1364"/>
                      <a:pt x="222" y="1415"/>
                    </a:cubicBezTo>
                    <a:cubicBezTo>
                      <a:pt x="232" y="1495"/>
                      <a:pt x="322" y="1786"/>
                      <a:pt x="211" y="1786"/>
                    </a:cubicBezTo>
                    <a:cubicBezTo>
                      <a:pt x="191" y="1856"/>
                      <a:pt x="211" y="1946"/>
                      <a:pt x="171" y="2016"/>
                    </a:cubicBezTo>
                    <a:cubicBezTo>
                      <a:pt x="156" y="2011"/>
                      <a:pt x="139" y="2011"/>
                      <a:pt x="121" y="2011"/>
                    </a:cubicBezTo>
                    <a:cubicBezTo>
                      <a:pt x="104" y="2011"/>
                      <a:pt x="86" y="2011"/>
                      <a:pt x="71" y="2006"/>
                    </a:cubicBezTo>
                    <a:lnTo>
                      <a:pt x="71" y="2006"/>
                    </a:lnTo>
                    <a:cubicBezTo>
                      <a:pt x="1" y="2077"/>
                      <a:pt x="91" y="2217"/>
                      <a:pt x="151" y="2277"/>
                    </a:cubicBezTo>
                    <a:cubicBezTo>
                      <a:pt x="201" y="2297"/>
                      <a:pt x="292" y="2357"/>
                      <a:pt x="382" y="2368"/>
                    </a:cubicBezTo>
                    <a:cubicBezTo>
                      <a:pt x="492" y="2388"/>
                      <a:pt x="623" y="2388"/>
                      <a:pt x="733" y="2398"/>
                    </a:cubicBezTo>
                    <a:cubicBezTo>
                      <a:pt x="833" y="2407"/>
                      <a:pt x="989" y="2432"/>
                      <a:pt x="1133" y="2432"/>
                    </a:cubicBezTo>
                    <a:cubicBezTo>
                      <a:pt x="1307" y="2432"/>
                      <a:pt x="1463" y="2395"/>
                      <a:pt x="1485" y="2247"/>
                    </a:cubicBezTo>
                    <a:cubicBezTo>
                      <a:pt x="1505" y="2127"/>
                      <a:pt x="1465" y="1956"/>
                      <a:pt x="1395" y="1846"/>
                    </a:cubicBezTo>
                    <a:cubicBezTo>
                      <a:pt x="1345" y="1776"/>
                      <a:pt x="1174" y="1615"/>
                      <a:pt x="1154" y="1535"/>
                    </a:cubicBezTo>
                    <a:cubicBezTo>
                      <a:pt x="1134" y="1475"/>
                      <a:pt x="1204" y="1425"/>
                      <a:pt x="1184" y="1364"/>
                    </a:cubicBezTo>
                    <a:lnTo>
                      <a:pt x="1134" y="1314"/>
                    </a:lnTo>
                    <a:cubicBezTo>
                      <a:pt x="1084" y="1254"/>
                      <a:pt x="994" y="1204"/>
                      <a:pt x="964" y="1134"/>
                    </a:cubicBezTo>
                    <a:cubicBezTo>
                      <a:pt x="914" y="1033"/>
                      <a:pt x="1004" y="1064"/>
                      <a:pt x="1024" y="963"/>
                    </a:cubicBezTo>
                    <a:cubicBezTo>
                      <a:pt x="1034" y="933"/>
                      <a:pt x="984" y="873"/>
                      <a:pt x="984" y="833"/>
                    </a:cubicBezTo>
                    <a:cubicBezTo>
                      <a:pt x="974" y="813"/>
                      <a:pt x="1004" y="793"/>
                      <a:pt x="984" y="753"/>
                    </a:cubicBezTo>
                    <a:cubicBezTo>
                      <a:pt x="964" y="682"/>
                      <a:pt x="914" y="662"/>
                      <a:pt x="904" y="592"/>
                    </a:cubicBezTo>
                    <a:cubicBezTo>
                      <a:pt x="904" y="512"/>
                      <a:pt x="954" y="512"/>
                      <a:pt x="853" y="452"/>
                    </a:cubicBezTo>
                    <a:cubicBezTo>
                      <a:pt x="813" y="422"/>
                      <a:pt x="763" y="432"/>
                      <a:pt x="733" y="392"/>
                    </a:cubicBezTo>
                    <a:cubicBezTo>
                      <a:pt x="693" y="341"/>
                      <a:pt x="753" y="261"/>
                      <a:pt x="643" y="231"/>
                    </a:cubicBezTo>
                    <a:cubicBezTo>
                      <a:pt x="663" y="131"/>
                      <a:pt x="703" y="71"/>
                      <a:pt x="5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0" name="Google Shape;1910;p19"/>
              <p:cNvSpPr/>
              <p:nvPr/>
            </p:nvSpPr>
            <p:spPr>
              <a:xfrm>
                <a:off x="1618459" y="4185498"/>
                <a:ext cx="222489" cy="84656"/>
              </a:xfrm>
              <a:custGeom>
                <a:avLst/>
                <a:gdLst/>
                <a:ahLst/>
                <a:cxnLst/>
                <a:rect l="l" t="t" r="r" b="b"/>
                <a:pathLst>
                  <a:path w="5548" h="2111" extrusionOk="0">
                    <a:moveTo>
                      <a:pt x="2379" y="1"/>
                    </a:moveTo>
                    <a:cubicBezTo>
                      <a:pt x="2247" y="1"/>
                      <a:pt x="2147" y="156"/>
                      <a:pt x="2147" y="316"/>
                    </a:cubicBezTo>
                    <a:cubicBezTo>
                      <a:pt x="2047" y="225"/>
                      <a:pt x="1951" y="171"/>
                      <a:pt x="1870" y="171"/>
                    </a:cubicBezTo>
                    <a:cubicBezTo>
                      <a:pt x="1771" y="171"/>
                      <a:pt x="1694" y="250"/>
                      <a:pt x="1655" y="436"/>
                    </a:cubicBezTo>
                    <a:cubicBezTo>
                      <a:pt x="1655" y="429"/>
                      <a:pt x="1641" y="424"/>
                      <a:pt x="1618" y="424"/>
                    </a:cubicBezTo>
                    <a:cubicBezTo>
                      <a:pt x="1521" y="424"/>
                      <a:pt x="1266" y="505"/>
                      <a:pt x="1314" y="757"/>
                    </a:cubicBezTo>
                    <a:cubicBezTo>
                      <a:pt x="1268" y="746"/>
                      <a:pt x="1229" y="741"/>
                      <a:pt x="1194" y="741"/>
                    </a:cubicBezTo>
                    <a:cubicBezTo>
                      <a:pt x="1101" y="741"/>
                      <a:pt x="1038" y="776"/>
                      <a:pt x="943" y="827"/>
                    </a:cubicBezTo>
                    <a:cubicBezTo>
                      <a:pt x="930" y="831"/>
                      <a:pt x="919" y="832"/>
                      <a:pt x="909" y="832"/>
                    </a:cubicBezTo>
                    <a:cubicBezTo>
                      <a:pt x="884" y="832"/>
                      <a:pt x="865" y="824"/>
                      <a:pt x="844" y="824"/>
                    </a:cubicBezTo>
                    <a:cubicBezTo>
                      <a:pt x="827" y="824"/>
                      <a:pt x="808" y="829"/>
                      <a:pt x="783" y="847"/>
                    </a:cubicBezTo>
                    <a:cubicBezTo>
                      <a:pt x="733" y="878"/>
                      <a:pt x="743" y="1008"/>
                      <a:pt x="662" y="1058"/>
                    </a:cubicBezTo>
                    <a:cubicBezTo>
                      <a:pt x="636" y="1025"/>
                      <a:pt x="607" y="1013"/>
                      <a:pt x="580" y="1013"/>
                    </a:cubicBezTo>
                    <a:cubicBezTo>
                      <a:pt x="515" y="1013"/>
                      <a:pt x="456" y="1083"/>
                      <a:pt x="442" y="1118"/>
                    </a:cubicBezTo>
                    <a:cubicBezTo>
                      <a:pt x="383" y="1087"/>
                      <a:pt x="321" y="1071"/>
                      <a:pt x="262" y="1071"/>
                    </a:cubicBezTo>
                    <a:cubicBezTo>
                      <a:pt x="171" y="1071"/>
                      <a:pt x="89" y="1109"/>
                      <a:pt x="41" y="1188"/>
                    </a:cubicBezTo>
                    <a:cubicBezTo>
                      <a:pt x="0" y="1269"/>
                      <a:pt x="31" y="1289"/>
                      <a:pt x="71" y="1379"/>
                    </a:cubicBezTo>
                    <a:cubicBezTo>
                      <a:pt x="191" y="1600"/>
                      <a:pt x="462" y="1800"/>
                      <a:pt x="652" y="1891"/>
                    </a:cubicBezTo>
                    <a:cubicBezTo>
                      <a:pt x="942" y="2018"/>
                      <a:pt x="1413" y="2110"/>
                      <a:pt x="1776" y="2110"/>
                    </a:cubicBezTo>
                    <a:cubicBezTo>
                      <a:pt x="1840" y="2110"/>
                      <a:pt x="1901" y="2107"/>
                      <a:pt x="1956" y="2101"/>
                    </a:cubicBezTo>
                    <a:cubicBezTo>
                      <a:pt x="2348" y="2051"/>
                      <a:pt x="2719" y="1901"/>
                      <a:pt x="3120" y="1861"/>
                    </a:cubicBezTo>
                    <a:cubicBezTo>
                      <a:pt x="3410" y="1823"/>
                      <a:pt x="3689" y="1803"/>
                      <a:pt x="3974" y="1803"/>
                    </a:cubicBezTo>
                    <a:cubicBezTo>
                      <a:pt x="4073" y="1803"/>
                      <a:pt x="4172" y="1805"/>
                      <a:pt x="4273" y="1810"/>
                    </a:cubicBezTo>
                    <a:cubicBezTo>
                      <a:pt x="4306" y="1811"/>
                      <a:pt x="4342" y="1812"/>
                      <a:pt x="4383" y="1812"/>
                    </a:cubicBezTo>
                    <a:cubicBezTo>
                      <a:pt x="4748" y="1812"/>
                      <a:pt x="5407" y="1755"/>
                      <a:pt x="5497" y="1349"/>
                    </a:cubicBezTo>
                    <a:cubicBezTo>
                      <a:pt x="5547" y="1158"/>
                      <a:pt x="5447" y="1219"/>
                      <a:pt x="5347" y="1098"/>
                    </a:cubicBezTo>
                    <a:cubicBezTo>
                      <a:pt x="5246" y="988"/>
                      <a:pt x="5256" y="737"/>
                      <a:pt x="5116" y="697"/>
                    </a:cubicBezTo>
                    <a:cubicBezTo>
                      <a:pt x="5107" y="694"/>
                      <a:pt x="5097" y="692"/>
                      <a:pt x="5087" y="692"/>
                    </a:cubicBezTo>
                    <a:cubicBezTo>
                      <a:pt x="5034" y="692"/>
                      <a:pt x="4976" y="733"/>
                      <a:pt x="4925" y="767"/>
                    </a:cubicBezTo>
                    <a:cubicBezTo>
                      <a:pt x="4915" y="737"/>
                      <a:pt x="4905" y="687"/>
                      <a:pt x="4915" y="657"/>
                    </a:cubicBezTo>
                    <a:lnTo>
                      <a:pt x="4845" y="657"/>
                    </a:lnTo>
                    <a:cubicBezTo>
                      <a:pt x="4875" y="557"/>
                      <a:pt x="4855" y="547"/>
                      <a:pt x="4805" y="476"/>
                    </a:cubicBezTo>
                    <a:lnTo>
                      <a:pt x="4765" y="516"/>
                    </a:lnTo>
                    <a:cubicBezTo>
                      <a:pt x="4727" y="462"/>
                      <a:pt x="4690" y="440"/>
                      <a:pt x="4657" y="440"/>
                    </a:cubicBezTo>
                    <a:cubicBezTo>
                      <a:pt x="4567" y="440"/>
                      <a:pt x="4501" y="597"/>
                      <a:pt x="4494" y="707"/>
                    </a:cubicBezTo>
                    <a:cubicBezTo>
                      <a:pt x="4414" y="677"/>
                      <a:pt x="4354" y="607"/>
                      <a:pt x="4304" y="536"/>
                    </a:cubicBezTo>
                    <a:lnTo>
                      <a:pt x="4304" y="536"/>
                    </a:lnTo>
                    <a:cubicBezTo>
                      <a:pt x="4307" y="548"/>
                      <a:pt x="4311" y="558"/>
                      <a:pt x="4315" y="567"/>
                    </a:cubicBezTo>
                    <a:lnTo>
                      <a:pt x="4315" y="567"/>
                    </a:lnTo>
                    <a:cubicBezTo>
                      <a:pt x="4283" y="505"/>
                      <a:pt x="4232" y="481"/>
                      <a:pt x="4174" y="481"/>
                    </a:cubicBezTo>
                    <a:cubicBezTo>
                      <a:pt x="4086" y="481"/>
                      <a:pt x="3984" y="536"/>
                      <a:pt x="3912" y="597"/>
                    </a:cubicBezTo>
                    <a:cubicBezTo>
                      <a:pt x="3909" y="504"/>
                      <a:pt x="3863" y="471"/>
                      <a:pt x="3803" y="471"/>
                    </a:cubicBezTo>
                    <a:cubicBezTo>
                      <a:pt x="3700" y="471"/>
                      <a:pt x="3556" y="571"/>
                      <a:pt x="3511" y="647"/>
                    </a:cubicBezTo>
                    <a:cubicBezTo>
                      <a:pt x="3495" y="549"/>
                      <a:pt x="3419" y="498"/>
                      <a:pt x="3338" y="498"/>
                    </a:cubicBezTo>
                    <a:cubicBezTo>
                      <a:pt x="3319" y="498"/>
                      <a:pt x="3299" y="501"/>
                      <a:pt x="3280" y="506"/>
                    </a:cubicBezTo>
                    <a:cubicBezTo>
                      <a:pt x="3369" y="360"/>
                      <a:pt x="3221" y="299"/>
                      <a:pt x="3062" y="299"/>
                    </a:cubicBezTo>
                    <a:cubicBezTo>
                      <a:pt x="2970" y="299"/>
                      <a:pt x="2874" y="319"/>
                      <a:pt x="2819" y="356"/>
                    </a:cubicBezTo>
                    <a:cubicBezTo>
                      <a:pt x="2827" y="248"/>
                      <a:pt x="2713" y="45"/>
                      <a:pt x="2605" y="45"/>
                    </a:cubicBezTo>
                    <a:cubicBezTo>
                      <a:pt x="2582" y="45"/>
                      <a:pt x="2559" y="54"/>
                      <a:pt x="2538" y="75"/>
                    </a:cubicBezTo>
                    <a:cubicBezTo>
                      <a:pt x="2483" y="23"/>
                      <a:pt x="2429" y="1"/>
                      <a:pt x="23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1" name="Google Shape;1911;p19"/>
              <p:cNvSpPr/>
              <p:nvPr/>
            </p:nvSpPr>
            <p:spPr>
              <a:xfrm>
                <a:off x="1439436" y="4198531"/>
                <a:ext cx="71262" cy="43632"/>
              </a:xfrm>
              <a:custGeom>
                <a:avLst/>
                <a:gdLst/>
                <a:ahLst/>
                <a:cxnLst/>
                <a:rect l="l" t="t" r="r" b="b"/>
                <a:pathLst>
                  <a:path w="1777" h="1088" extrusionOk="0">
                    <a:moveTo>
                      <a:pt x="853" y="1"/>
                    </a:moveTo>
                    <a:cubicBezTo>
                      <a:pt x="753" y="1"/>
                      <a:pt x="633" y="171"/>
                      <a:pt x="583" y="232"/>
                    </a:cubicBezTo>
                    <a:cubicBezTo>
                      <a:pt x="522" y="302"/>
                      <a:pt x="472" y="382"/>
                      <a:pt x="402" y="422"/>
                    </a:cubicBezTo>
                    <a:cubicBezTo>
                      <a:pt x="392" y="402"/>
                      <a:pt x="372" y="382"/>
                      <a:pt x="372" y="362"/>
                    </a:cubicBezTo>
                    <a:cubicBezTo>
                      <a:pt x="302" y="402"/>
                      <a:pt x="222" y="452"/>
                      <a:pt x="181" y="512"/>
                    </a:cubicBezTo>
                    <a:cubicBezTo>
                      <a:pt x="171" y="502"/>
                      <a:pt x="161" y="492"/>
                      <a:pt x="151" y="472"/>
                    </a:cubicBezTo>
                    <a:cubicBezTo>
                      <a:pt x="81" y="532"/>
                      <a:pt x="1" y="603"/>
                      <a:pt x="1" y="713"/>
                    </a:cubicBezTo>
                    <a:cubicBezTo>
                      <a:pt x="11" y="753"/>
                      <a:pt x="51" y="884"/>
                      <a:pt x="81" y="984"/>
                    </a:cubicBezTo>
                    <a:cubicBezTo>
                      <a:pt x="129" y="991"/>
                      <a:pt x="176" y="993"/>
                      <a:pt x="223" y="993"/>
                    </a:cubicBezTo>
                    <a:cubicBezTo>
                      <a:pt x="273" y="993"/>
                      <a:pt x="324" y="991"/>
                      <a:pt x="375" y="991"/>
                    </a:cubicBezTo>
                    <a:cubicBezTo>
                      <a:pt x="404" y="991"/>
                      <a:pt x="433" y="992"/>
                      <a:pt x="462" y="994"/>
                    </a:cubicBezTo>
                    <a:cubicBezTo>
                      <a:pt x="621" y="1003"/>
                      <a:pt x="754" y="1065"/>
                      <a:pt x="918" y="1065"/>
                    </a:cubicBezTo>
                    <a:cubicBezTo>
                      <a:pt x="930" y="1065"/>
                      <a:pt x="942" y="1065"/>
                      <a:pt x="954" y="1064"/>
                    </a:cubicBezTo>
                    <a:cubicBezTo>
                      <a:pt x="1104" y="1064"/>
                      <a:pt x="1255" y="1064"/>
                      <a:pt x="1415" y="1074"/>
                    </a:cubicBezTo>
                    <a:cubicBezTo>
                      <a:pt x="1461" y="1074"/>
                      <a:pt x="1536" y="1087"/>
                      <a:pt x="1606" y="1087"/>
                    </a:cubicBezTo>
                    <a:cubicBezTo>
                      <a:pt x="1658" y="1087"/>
                      <a:pt x="1706" y="1080"/>
                      <a:pt x="1736" y="1054"/>
                    </a:cubicBezTo>
                    <a:cubicBezTo>
                      <a:pt x="1776" y="1024"/>
                      <a:pt x="1776" y="994"/>
                      <a:pt x="1776" y="954"/>
                    </a:cubicBezTo>
                    <a:cubicBezTo>
                      <a:pt x="1776" y="894"/>
                      <a:pt x="1756" y="823"/>
                      <a:pt x="1736" y="763"/>
                    </a:cubicBezTo>
                    <a:cubicBezTo>
                      <a:pt x="1712" y="706"/>
                      <a:pt x="1588" y="470"/>
                      <a:pt x="1499" y="470"/>
                    </a:cubicBezTo>
                    <a:cubicBezTo>
                      <a:pt x="1481" y="470"/>
                      <a:pt x="1464" y="480"/>
                      <a:pt x="1450" y="503"/>
                    </a:cubicBezTo>
                    <a:lnTo>
                      <a:pt x="1450" y="503"/>
                    </a:lnTo>
                    <a:cubicBezTo>
                      <a:pt x="1496" y="403"/>
                      <a:pt x="1173" y="412"/>
                      <a:pt x="1114" y="392"/>
                    </a:cubicBezTo>
                    <a:cubicBezTo>
                      <a:pt x="1136" y="348"/>
                      <a:pt x="1105" y="299"/>
                      <a:pt x="1071" y="299"/>
                    </a:cubicBezTo>
                    <a:cubicBezTo>
                      <a:pt x="1061" y="299"/>
                      <a:pt x="1052" y="302"/>
                      <a:pt x="1044" y="310"/>
                    </a:cubicBezTo>
                    <a:lnTo>
                      <a:pt x="1044" y="310"/>
                    </a:lnTo>
                    <a:cubicBezTo>
                      <a:pt x="1110" y="214"/>
                      <a:pt x="940" y="10"/>
                      <a:pt x="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2" name="Google Shape;1912;p19"/>
              <p:cNvSpPr/>
              <p:nvPr/>
            </p:nvSpPr>
            <p:spPr>
              <a:xfrm>
                <a:off x="1307495" y="4187583"/>
                <a:ext cx="87744" cy="42709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1065" extrusionOk="0">
                    <a:moveTo>
                      <a:pt x="979" y="1"/>
                    </a:moveTo>
                    <a:cubicBezTo>
                      <a:pt x="883" y="1"/>
                      <a:pt x="768" y="197"/>
                      <a:pt x="723" y="364"/>
                    </a:cubicBezTo>
                    <a:cubicBezTo>
                      <a:pt x="663" y="344"/>
                      <a:pt x="583" y="284"/>
                      <a:pt x="532" y="234"/>
                    </a:cubicBezTo>
                    <a:cubicBezTo>
                      <a:pt x="502" y="274"/>
                      <a:pt x="482" y="314"/>
                      <a:pt x="442" y="344"/>
                    </a:cubicBezTo>
                    <a:cubicBezTo>
                      <a:pt x="442" y="304"/>
                      <a:pt x="412" y="284"/>
                      <a:pt x="402" y="254"/>
                    </a:cubicBezTo>
                    <a:cubicBezTo>
                      <a:pt x="352" y="274"/>
                      <a:pt x="292" y="294"/>
                      <a:pt x="232" y="294"/>
                    </a:cubicBezTo>
                    <a:cubicBezTo>
                      <a:pt x="229" y="295"/>
                      <a:pt x="226" y="295"/>
                      <a:pt x="224" y="295"/>
                    </a:cubicBezTo>
                    <a:cubicBezTo>
                      <a:pt x="205" y="295"/>
                      <a:pt x="199" y="269"/>
                      <a:pt x="173" y="269"/>
                    </a:cubicBezTo>
                    <a:cubicBezTo>
                      <a:pt x="167" y="269"/>
                      <a:pt x="160" y="270"/>
                      <a:pt x="151" y="274"/>
                    </a:cubicBezTo>
                    <a:cubicBezTo>
                      <a:pt x="51" y="314"/>
                      <a:pt x="1" y="474"/>
                      <a:pt x="51" y="575"/>
                    </a:cubicBezTo>
                    <a:cubicBezTo>
                      <a:pt x="71" y="605"/>
                      <a:pt x="51" y="675"/>
                      <a:pt x="81" y="735"/>
                    </a:cubicBezTo>
                    <a:cubicBezTo>
                      <a:pt x="141" y="846"/>
                      <a:pt x="272" y="846"/>
                      <a:pt x="362" y="866"/>
                    </a:cubicBezTo>
                    <a:cubicBezTo>
                      <a:pt x="700" y="948"/>
                      <a:pt x="1071" y="1064"/>
                      <a:pt x="1427" y="1064"/>
                    </a:cubicBezTo>
                    <a:cubicBezTo>
                      <a:pt x="1504" y="1064"/>
                      <a:pt x="1581" y="1059"/>
                      <a:pt x="1656" y="1046"/>
                    </a:cubicBezTo>
                    <a:cubicBezTo>
                      <a:pt x="1947" y="996"/>
                      <a:pt x="2187" y="755"/>
                      <a:pt x="1856" y="535"/>
                    </a:cubicBezTo>
                    <a:cubicBezTo>
                      <a:pt x="1806" y="505"/>
                      <a:pt x="1696" y="464"/>
                      <a:pt x="1646" y="444"/>
                    </a:cubicBezTo>
                    <a:cubicBezTo>
                      <a:pt x="1606" y="434"/>
                      <a:pt x="1536" y="414"/>
                      <a:pt x="1485" y="384"/>
                    </a:cubicBezTo>
                    <a:cubicBezTo>
                      <a:pt x="1525" y="240"/>
                      <a:pt x="1398" y="207"/>
                      <a:pt x="1274" y="207"/>
                    </a:cubicBezTo>
                    <a:cubicBezTo>
                      <a:pt x="1208" y="207"/>
                      <a:pt x="1143" y="217"/>
                      <a:pt x="1104" y="224"/>
                    </a:cubicBezTo>
                    <a:cubicBezTo>
                      <a:pt x="1079" y="62"/>
                      <a:pt x="1032" y="1"/>
                      <a:pt x="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3" name="Google Shape;1913;p19"/>
              <p:cNvSpPr/>
              <p:nvPr/>
            </p:nvSpPr>
            <p:spPr>
              <a:xfrm>
                <a:off x="1330033" y="4187703"/>
                <a:ext cx="347007" cy="94963"/>
              </a:xfrm>
              <a:custGeom>
                <a:avLst/>
                <a:gdLst/>
                <a:ahLst/>
                <a:cxnLst/>
                <a:rect l="l" t="t" r="r" b="b"/>
                <a:pathLst>
                  <a:path w="8653" h="2368" extrusionOk="0">
                    <a:moveTo>
                      <a:pt x="6049" y="0"/>
                    </a:moveTo>
                    <a:cubicBezTo>
                      <a:pt x="5858" y="90"/>
                      <a:pt x="5598" y="60"/>
                      <a:pt x="5598" y="341"/>
                    </a:cubicBezTo>
                    <a:cubicBezTo>
                      <a:pt x="5578" y="331"/>
                      <a:pt x="5567" y="301"/>
                      <a:pt x="5547" y="291"/>
                    </a:cubicBezTo>
                    <a:cubicBezTo>
                      <a:pt x="5267" y="421"/>
                      <a:pt x="5156" y="502"/>
                      <a:pt x="5126" y="843"/>
                    </a:cubicBezTo>
                    <a:cubicBezTo>
                      <a:pt x="5060" y="722"/>
                      <a:pt x="4954" y="667"/>
                      <a:pt x="4856" y="667"/>
                    </a:cubicBezTo>
                    <a:cubicBezTo>
                      <a:pt x="4716" y="667"/>
                      <a:pt x="4591" y="779"/>
                      <a:pt x="4615" y="973"/>
                    </a:cubicBezTo>
                    <a:cubicBezTo>
                      <a:pt x="4585" y="943"/>
                      <a:pt x="4554" y="913"/>
                      <a:pt x="4534" y="883"/>
                    </a:cubicBezTo>
                    <a:cubicBezTo>
                      <a:pt x="4534" y="953"/>
                      <a:pt x="4484" y="1023"/>
                      <a:pt x="4504" y="1123"/>
                    </a:cubicBezTo>
                    <a:cubicBezTo>
                      <a:pt x="4392" y="1080"/>
                      <a:pt x="4223" y="990"/>
                      <a:pt x="4098" y="990"/>
                    </a:cubicBezTo>
                    <a:cubicBezTo>
                      <a:pt x="4021" y="990"/>
                      <a:pt x="3962" y="1024"/>
                      <a:pt x="3943" y="1123"/>
                    </a:cubicBezTo>
                    <a:cubicBezTo>
                      <a:pt x="3863" y="1038"/>
                      <a:pt x="3710" y="953"/>
                      <a:pt x="3596" y="953"/>
                    </a:cubicBezTo>
                    <a:cubicBezTo>
                      <a:pt x="3521" y="953"/>
                      <a:pt x="3463" y="989"/>
                      <a:pt x="3451" y="1083"/>
                    </a:cubicBezTo>
                    <a:cubicBezTo>
                      <a:pt x="3421" y="973"/>
                      <a:pt x="3381" y="873"/>
                      <a:pt x="3341" y="782"/>
                    </a:cubicBezTo>
                    <a:cubicBezTo>
                      <a:pt x="3180" y="792"/>
                      <a:pt x="3030" y="873"/>
                      <a:pt x="2909" y="983"/>
                    </a:cubicBezTo>
                    <a:cubicBezTo>
                      <a:pt x="2899" y="923"/>
                      <a:pt x="2859" y="893"/>
                      <a:pt x="2849" y="833"/>
                    </a:cubicBezTo>
                    <a:cubicBezTo>
                      <a:pt x="2830" y="839"/>
                      <a:pt x="2811" y="842"/>
                      <a:pt x="2792" y="842"/>
                    </a:cubicBezTo>
                    <a:cubicBezTo>
                      <a:pt x="2706" y="842"/>
                      <a:pt x="2619" y="785"/>
                      <a:pt x="2546" y="785"/>
                    </a:cubicBezTo>
                    <a:cubicBezTo>
                      <a:pt x="2490" y="785"/>
                      <a:pt x="2442" y="818"/>
                      <a:pt x="2408" y="933"/>
                    </a:cubicBezTo>
                    <a:cubicBezTo>
                      <a:pt x="2324" y="789"/>
                      <a:pt x="2180" y="731"/>
                      <a:pt x="2036" y="731"/>
                    </a:cubicBezTo>
                    <a:cubicBezTo>
                      <a:pt x="1939" y="731"/>
                      <a:pt x="1843" y="758"/>
                      <a:pt x="1766" y="802"/>
                    </a:cubicBezTo>
                    <a:cubicBezTo>
                      <a:pt x="1736" y="722"/>
                      <a:pt x="1666" y="672"/>
                      <a:pt x="1636" y="592"/>
                    </a:cubicBezTo>
                    <a:cubicBezTo>
                      <a:pt x="1515" y="602"/>
                      <a:pt x="1445" y="592"/>
                      <a:pt x="1355" y="682"/>
                    </a:cubicBezTo>
                    <a:lnTo>
                      <a:pt x="1274" y="602"/>
                    </a:lnTo>
                    <a:cubicBezTo>
                      <a:pt x="1254" y="612"/>
                      <a:pt x="1234" y="632"/>
                      <a:pt x="1224" y="652"/>
                    </a:cubicBezTo>
                    <a:cubicBezTo>
                      <a:pt x="1194" y="602"/>
                      <a:pt x="1124" y="552"/>
                      <a:pt x="1094" y="512"/>
                    </a:cubicBezTo>
                    <a:cubicBezTo>
                      <a:pt x="1064" y="542"/>
                      <a:pt x="984" y="582"/>
                      <a:pt x="953" y="612"/>
                    </a:cubicBezTo>
                    <a:cubicBezTo>
                      <a:pt x="833" y="431"/>
                      <a:pt x="763" y="351"/>
                      <a:pt x="552" y="351"/>
                    </a:cubicBezTo>
                    <a:cubicBezTo>
                      <a:pt x="492" y="391"/>
                      <a:pt x="452" y="401"/>
                      <a:pt x="402" y="431"/>
                    </a:cubicBezTo>
                    <a:cubicBezTo>
                      <a:pt x="392" y="431"/>
                      <a:pt x="362" y="371"/>
                      <a:pt x="352" y="361"/>
                    </a:cubicBezTo>
                    <a:cubicBezTo>
                      <a:pt x="332" y="411"/>
                      <a:pt x="291" y="461"/>
                      <a:pt x="281" y="512"/>
                    </a:cubicBezTo>
                    <a:cubicBezTo>
                      <a:pt x="221" y="451"/>
                      <a:pt x="151" y="451"/>
                      <a:pt x="111" y="411"/>
                    </a:cubicBezTo>
                    <a:cubicBezTo>
                      <a:pt x="31" y="542"/>
                      <a:pt x="1" y="702"/>
                      <a:pt x="21" y="863"/>
                    </a:cubicBezTo>
                    <a:cubicBezTo>
                      <a:pt x="41" y="1224"/>
                      <a:pt x="1" y="1685"/>
                      <a:pt x="322" y="2006"/>
                    </a:cubicBezTo>
                    <a:cubicBezTo>
                      <a:pt x="582" y="2247"/>
                      <a:pt x="1102" y="2368"/>
                      <a:pt x="1445" y="2368"/>
                    </a:cubicBezTo>
                    <a:cubicBezTo>
                      <a:pt x="1459" y="2368"/>
                      <a:pt x="1472" y="2368"/>
                      <a:pt x="1485" y="2367"/>
                    </a:cubicBezTo>
                    <a:cubicBezTo>
                      <a:pt x="1866" y="2347"/>
                      <a:pt x="2247" y="2277"/>
                      <a:pt x="2639" y="2277"/>
                    </a:cubicBezTo>
                    <a:cubicBezTo>
                      <a:pt x="3086" y="2277"/>
                      <a:pt x="3539" y="2324"/>
                      <a:pt x="3990" y="2324"/>
                    </a:cubicBezTo>
                    <a:cubicBezTo>
                      <a:pt x="4165" y="2324"/>
                      <a:pt x="4340" y="2317"/>
                      <a:pt x="4514" y="2297"/>
                    </a:cubicBezTo>
                    <a:cubicBezTo>
                      <a:pt x="5527" y="2187"/>
                      <a:pt x="6561" y="1816"/>
                      <a:pt x="7564" y="1585"/>
                    </a:cubicBezTo>
                    <a:cubicBezTo>
                      <a:pt x="7864" y="1525"/>
                      <a:pt x="8376" y="1545"/>
                      <a:pt x="8527" y="1254"/>
                    </a:cubicBezTo>
                    <a:cubicBezTo>
                      <a:pt x="8653" y="1025"/>
                      <a:pt x="8537" y="771"/>
                      <a:pt x="8325" y="771"/>
                    </a:cubicBezTo>
                    <a:cubicBezTo>
                      <a:pt x="8268" y="771"/>
                      <a:pt x="8204" y="790"/>
                      <a:pt x="8135" y="833"/>
                    </a:cubicBezTo>
                    <a:cubicBezTo>
                      <a:pt x="8115" y="752"/>
                      <a:pt x="8045" y="722"/>
                      <a:pt x="8015" y="672"/>
                    </a:cubicBezTo>
                    <a:cubicBezTo>
                      <a:pt x="7975" y="692"/>
                      <a:pt x="7955" y="722"/>
                      <a:pt x="7925" y="752"/>
                    </a:cubicBezTo>
                    <a:cubicBezTo>
                      <a:pt x="7925" y="732"/>
                      <a:pt x="7925" y="672"/>
                      <a:pt x="7905" y="652"/>
                    </a:cubicBezTo>
                    <a:cubicBezTo>
                      <a:pt x="7764" y="672"/>
                      <a:pt x="7624" y="722"/>
                      <a:pt x="7503" y="792"/>
                    </a:cubicBezTo>
                    <a:cubicBezTo>
                      <a:pt x="7473" y="772"/>
                      <a:pt x="7373" y="692"/>
                      <a:pt x="7353" y="672"/>
                    </a:cubicBezTo>
                    <a:cubicBezTo>
                      <a:pt x="7403" y="582"/>
                      <a:pt x="7393" y="461"/>
                      <a:pt x="7413" y="361"/>
                    </a:cubicBezTo>
                    <a:lnTo>
                      <a:pt x="7413" y="361"/>
                    </a:lnTo>
                    <a:cubicBezTo>
                      <a:pt x="7182" y="381"/>
                      <a:pt x="6962" y="512"/>
                      <a:pt x="6751" y="562"/>
                    </a:cubicBezTo>
                    <a:cubicBezTo>
                      <a:pt x="6721" y="542"/>
                      <a:pt x="6631" y="481"/>
                      <a:pt x="6611" y="451"/>
                    </a:cubicBezTo>
                    <a:cubicBezTo>
                      <a:pt x="6591" y="471"/>
                      <a:pt x="6581" y="502"/>
                      <a:pt x="6550" y="522"/>
                    </a:cubicBezTo>
                    <a:cubicBezTo>
                      <a:pt x="6664" y="296"/>
                      <a:pt x="6553" y="84"/>
                      <a:pt x="6404" y="84"/>
                    </a:cubicBezTo>
                    <a:cubicBezTo>
                      <a:pt x="6341" y="84"/>
                      <a:pt x="6272" y="122"/>
                      <a:pt x="6209" y="211"/>
                    </a:cubicBezTo>
                    <a:cubicBezTo>
                      <a:pt x="6139" y="70"/>
                      <a:pt x="6169" y="171"/>
                      <a:pt x="6069" y="90"/>
                    </a:cubicBezTo>
                    <a:cubicBezTo>
                      <a:pt x="6059" y="70"/>
                      <a:pt x="6059" y="10"/>
                      <a:pt x="60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4" name="Google Shape;1914;p19"/>
              <p:cNvSpPr/>
              <p:nvPr/>
            </p:nvSpPr>
            <p:spPr>
              <a:xfrm>
                <a:off x="1509858" y="4187703"/>
                <a:ext cx="110242" cy="67452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1682" extrusionOk="0">
                    <a:moveTo>
                      <a:pt x="1565" y="0"/>
                    </a:moveTo>
                    <a:cubicBezTo>
                      <a:pt x="1374" y="90"/>
                      <a:pt x="1114" y="60"/>
                      <a:pt x="1114" y="341"/>
                    </a:cubicBezTo>
                    <a:cubicBezTo>
                      <a:pt x="1094" y="331"/>
                      <a:pt x="1083" y="301"/>
                      <a:pt x="1063" y="291"/>
                    </a:cubicBezTo>
                    <a:cubicBezTo>
                      <a:pt x="783" y="421"/>
                      <a:pt x="672" y="502"/>
                      <a:pt x="642" y="843"/>
                    </a:cubicBezTo>
                    <a:cubicBezTo>
                      <a:pt x="576" y="722"/>
                      <a:pt x="470" y="667"/>
                      <a:pt x="372" y="667"/>
                    </a:cubicBezTo>
                    <a:cubicBezTo>
                      <a:pt x="232" y="667"/>
                      <a:pt x="107" y="779"/>
                      <a:pt x="131" y="973"/>
                    </a:cubicBezTo>
                    <a:cubicBezTo>
                      <a:pt x="101" y="943"/>
                      <a:pt x="70" y="913"/>
                      <a:pt x="50" y="883"/>
                    </a:cubicBezTo>
                    <a:cubicBezTo>
                      <a:pt x="50" y="953"/>
                      <a:pt x="0" y="1023"/>
                      <a:pt x="20" y="1123"/>
                    </a:cubicBezTo>
                    <a:cubicBezTo>
                      <a:pt x="30" y="1194"/>
                      <a:pt x="0" y="1254"/>
                      <a:pt x="10" y="1304"/>
                    </a:cubicBezTo>
                    <a:cubicBezTo>
                      <a:pt x="40" y="1384"/>
                      <a:pt x="60" y="1354"/>
                      <a:pt x="111" y="1414"/>
                    </a:cubicBezTo>
                    <a:cubicBezTo>
                      <a:pt x="161" y="1454"/>
                      <a:pt x="151" y="1515"/>
                      <a:pt x="221" y="1545"/>
                    </a:cubicBezTo>
                    <a:cubicBezTo>
                      <a:pt x="251" y="1560"/>
                      <a:pt x="291" y="1563"/>
                      <a:pt x="336" y="1563"/>
                    </a:cubicBezTo>
                    <a:cubicBezTo>
                      <a:pt x="384" y="1563"/>
                      <a:pt x="437" y="1559"/>
                      <a:pt x="486" y="1559"/>
                    </a:cubicBezTo>
                    <a:cubicBezTo>
                      <a:pt x="513" y="1559"/>
                      <a:pt x="539" y="1560"/>
                      <a:pt x="562" y="1565"/>
                    </a:cubicBezTo>
                    <a:cubicBezTo>
                      <a:pt x="831" y="1626"/>
                      <a:pt x="1153" y="1682"/>
                      <a:pt x="1452" y="1682"/>
                    </a:cubicBezTo>
                    <a:cubicBezTo>
                      <a:pt x="1543" y="1682"/>
                      <a:pt x="1631" y="1677"/>
                      <a:pt x="1715" y="1665"/>
                    </a:cubicBezTo>
                    <a:cubicBezTo>
                      <a:pt x="1796" y="1655"/>
                      <a:pt x="1866" y="1605"/>
                      <a:pt x="1946" y="1595"/>
                    </a:cubicBezTo>
                    <a:cubicBezTo>
                      <a:pt x="1961" y="1593"/>
                      <a:pt x="1977" y="1592"/>
                      <a:pt x="1993" y="1592"/>
                    </a:cubicBezTo>
                    <a:cubicBezTo>
                      <a:pt x="2061" y="1592"/>
                      <a:pt x="2134" y="1607"/>
                      <a:pt x="2207" y="1615"/>
                    </a:cubicBezTo>
                    <a:cubicBezTo>
                      <a:pt x="2387" y="1615"/>
                      <a:pt x="2528" y="1595"/>
                      <a:pt x="2648" y="1454"/>
                    </a:cubicBezTo>
                    <a:cubicBezTo>
                      <a:pt x="2688" y="1404"/>
                      <a:pt x="2749" y="1334"/>
                      <a:pt x="2729" y="1284"/>
                    </a:cubicBezTo>
                    <a:cubicBezTo>
                      <a:pt x="2718" y="1229"/>
                      <a:pt x="2696" y="1219"/>
                      <a:pt x="2668" y="1219"/>
                    </a:cubicBezTo>
                    <a:cubicBezTo>
                      <a:pt x="2653" y="1219"/>
                      <a:pt x="2635" y="1222"/>
                      <a:pt x="2618" y="1222"/>
                    </a:cubicBezTo>
                    <a:cubicBezTo>
                      <a:pt x="2604" y="1222"/>
                      <a:pt x="2591" y="1220"/>
                      <a:pt x="2578" y="1214"/>
                    </a:cubicBezTo>
                    <a:cubicBezTo>
                      <a:pt x="2594" y="1173"/>
                      <a:pt x="2557" y="1138"/>
                      <a:pt x="2521" y="1138"/>
                    </a:cubicBezTo>
                    <a:cubicBezTo>
                      <a:pt x="2513" y="1138"/>
                      <a:pt x="2505" y="1140"/>
                      <a:pt x="2498" y="1143"/>
                    </a:cubicBezTo>
                    <a:cubicBezTo>
                      <a:pt x="2468" y="1103"/>
                      <a:pt x="2448" y="1043"/>
                      <a:pt x="2468" y="993"/>
                    </a:cubicBezTo>
                    <a:cubicBezTo>
                      <a:pt x="2439" y="979"/>
                      <a:pt x="2421" y="965"/>
                      <a:pt x="2399" y="965"/>
                    </a:cubicBezTo>
                    <a:cubicBezTo>
                      <a:pt x="2389" y="965"/>
                      <a:pt x="2379" y="967"/>
                      <a:pt x="2367" y="973"/>
                    </a:cubicBezTo>
                    <a:lnTo>
                      <a:pt x="2387" y="953"/>
                    </a:lnTo>
                    <a:cubicBezTo>
                      <a:pt x="2365" y="927"/>
                      <a:pt x="2344" y="918"/>
                      <a:pt x="2324" y="918"/>
                    </a:cubicBezTo>
                    <a:cubicBezTo>
                      <a:pt x="2283" y="918"/>
                      <a:pt x="2247" y="956"/>
                      <a:pt x="2207" y="963"/>
                    </a:cubicBezTo>
                    <a:cubicBezTo>
                      <a:pt x="2187" y="973"/>
                      <a:pt x="2177" y="993"/>
                      <a:pt x="2157" y="993"/>
                    </a:cubicBezTo>
                    <a:cubicBezTo>
                      <a:pt x="2137" y="993"/>
                      <a:pt x="2087" y="963"/>
                      <a:pt x="2056" y="963"/>
                    </a:cubicBezTo>
                    <a:cubicBezTo>
                      <a:pt x="2117" y="933"/>
                      <a:pt x="2247" y="742"/>
                      <a:pt x="2107" y="732"/>
                    </a:cubicBezTo>
                    <a:cubicBezTo>
                      <a:pt x="2127" y="702"/>
                      <a:pt x="2127" y="682"/>
                      <a:pt x="2157" y="652"/>
                    </a:cubicBezTo>
                    <a:cubicBezTo>
                      <a:pt x="2137" y="612"/>
                      <a:pt x="2087" y="602"/>
                      <a:pt x="2056" y="592"/>
                    </a:cubicBezTo>
                    <a:cubicBezTo>
                      <a:pt x="2077" y="542"/>
                      <a:pt x="2107" y="502"/>
                      <a:pt x="2127" y="461"/>
                    </a:cubicBezTo>
                    <a:lnTo>
                      <a:pt x="2127" y="451"/>
                    </a:lnTo>
                    <a:cubicBezTo>
                      <a:pt x="2107" y="471"/>
                      <a:pt x="2097" y="502"/>
                      <a:pt x="2066" y="522"/>
                    </a:cubicBezTo>
                    <a:cubicBezTo>
                      <a:pt x="2180" y="296"/>
                      <a:pt x="2069" y="84"/>
                      <a:pt x="1920" y="84"/>
                    </a:cubicBezTo>
                    <a:cubicBezTo>
                      <a:pt x="1857" y="84"/>
                      <a:pt x="1788" y="122"/>
                      <a:pt x="1725" y="211"/>
                    </a:cubicBezTo>
                    <a:cubicBezTo>
                      <a:pt x="1655" y="70"/>
                      <a:pt x="1685" y="171"/>
                      <a:pt x="1585" y="90"/>
                    </a:cubicBezTo>
                    <a:cubicBezTo>
                      <a:pt x="1575" y="70"/>
                      <a:pt x="1575" y="10"/>
                      <a:pt x="15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5" name="Google Shape;1915;p19"/>
              <p:cNvSpPr/>
              <p:nvPr/>
            </p:nvSpPr>
            <p:spPr>
              <a:xfrm>
                <a:off x="1255200" y="4198531"/>
                <a:ext cx="110282" cy="67493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683" extrusionOk="0">
                    <a:moveTo>
                      <a:pt x="1566" y="1"/>
                    </a:moveTo>
                    <a:cubicBezTo>
                      <a:pt x="1385" y="101"/>
                      <a:pt x="1124" y="61"/>
                      <a:pt x="1124" y="342"/>
                    </a:cubicBezTo>
                    <a:cubicBezTo>
                      <a:pt x="1104" y="332"/>
                      <a:pt x="1094" y="302"/>
                      <a:pt x="1074" y="302"/>
                    </a:cubicBezTo>
                    <a:cubicBezTo>
                      <a:pt x="793" y="432"/>
                      <a:pt x="683" y="502"/>
                      <a:pt x="643" y="843"/>
                    </a:cubicBezTo>
                    <a:cubicBezTo>
                      <a:pt x="581" y="725"/>
                      <a:pt x="478" y="671"/>
                      <a:pt x="380" y="671"/>
                    </a:cubicBezTo>
                    <a:cubicBezTo>
                      <a:pt x="238" y="671"/>
                      <a:pt x="108" y="784"/>
                      <a:pt x="131" y="974"/>
                    </a:cubicBezTo>
                    <a:cubicBezTo>
                      <a:pt x="111" y="954"/>
                      <a:pt x="81" y="914"/>
                      <a:pt x="61" y="894"/>
                    </a:cubicBezTo>
                    <a:cubicBezTo>
                      <a:pt x="61" y="954"/>
                      <a:pt x="1" y="1034"/>
                      <a:pt x="21" y="1134"/>
                    </a:cubicBezTo>
                    <a:lnTo>
                      <a:pt x="21" y="1124"/>
                    </a:lnTo>
                    <a:lnTo>
                      <a:pt x="21" y="1124"/>
                    </a:lnTo>
                    <a:cubicBezTo>
                      <a:pt x="31" y="1194"/>
                      <a:pt x="11" y="1255"/>
                      <a:pt x="21" y="1305"/>
                    </a:cubicBezTo>
                    <a:cubicBezTo>
                      <a:pt x="51" y="1385"/>
                      <a:pt x="71" y="1355"/>
                      <a:pt x="121" y="1415"/>
                    </a:cubicBezTo>
                    <a:cubicBezTo>
                      <a:pt x="161" y="1455"/>
                      <a:pt x="161" y="1515"/>
                      <a:pt x="222" y="1546"/>
                    </a:cubicBezTo>
                    <a:cubicBezTo>
                      <a:pt x="255" y="1560"/>
                      <a:pt x="298" y="1564"/>
                      <a:pt x="344" y="1564"/>
                    </a:cubicBezTo>
                    <a:cubicBezTo>
                      <a:pt x="394" y="1564"/>
                      <a:pt x="448" y="1560"/>
                      <a:pt x="497" y="1560"/>
                    </a:cubicBezTo>
                    <a:cubicBezTo>
                      <a:pt x="524" y="1560"/>
                      <a:pt x="550" y="1561"/>
                      <a:pt x="573" y="1566"/>
                    </a:cubicBezTo>
                    <a:cubicBezTo>
                      <a:pt x="842" y="1627"/>
                      <a:pt x="1164" y="1683"/>
                      <a:pt x="1462" y="1683"/>
                    </a:cubicBezTo>
                    <a:cubicBezTo>
                      <a:pt x="1553" y="1683"/>
                      <a:pt x="1642" y="1678"/>
                      <a:pt x="1726" y="1666"/>
                    </a:cubicBezTo>
                    <a:cubicBezTo>
                      <a:pt x="1806" y="1656"/>
                      <a:pt x="1877" y="1616"/>
                      <a:pt x="1947" y="1596"/>
                    </a:cubicBezTo>
                    <a:cubicBezTo>
                      <a:pt x="1964" y="1594"/>
                      <a:pt x="1981" y="1593"/>
                      <a:pt x="1998" y="1593"/>
                    </a:cubicBezTo>
                    <a:cubicBezTo>
                      <a:pt x="2071" y="1593"/>
                      <a:pt x="2143" y="1608"/>
                      <a:pt x="2208" y="1616"/>
                    </a:cubicBezTo>
                    <a:cubicBezTo>
                      <a:pt x="2229" y="1617"/>
                      <a:pt x="2250" y="1618"/>
                      <a:pt x="2271" y="1618"/>
                    </a:cubicBezTo>
                    <a:cubicBezTo>
                      <a:pt x="2430" y="1618"/>
                      <a:pt x="2551" y="1580"/>
                      <a:pt x="2649" y="1455"/>
                    </a:cubicBezTo>
                    <a:cubicBezTo>
                      <a:pt x="2689" y="1405"/>
                      <a:pt x="2749" y="1345"/>
                      <a:pt x="2739" y="1285"/>
                    </a:cubicBezTo>
                    <a:cubicBezTo>
                      <a:pt x="2730" y="1232"/>
                      <a:pt x="2709" y="1221"/>
                      <a:pt x="2682" y="1221"/>
                    </a:cubicBezTo>
                    <a:cubicBezTo>
                      <a:pt x="2660" y="1221"/>
                      <a:pt x="2635" y="1228"/>
                      <a:pt x="2608" y="1228"/>
                    </a:cubicBezTo>
                    <a:cubicBezTo>
                      <a:pt x="2599" y="1228"/>
                      <a:pt x="2589" y="1227"/>
                      <a:pt x="2579" y="1225"/>
                    </a:cubicBezTo>
                    <a:cubicBezTo>
                      <a:pt x="2603" y="1175"/>
                      <a:pt x="2567" y="1139"/>
                      <a:pt x="2526" y="1139"/>
                    </a:cubicBezTo>
                    <a:cubicBezTo>
                      <a:pt x="2517" y="1139"/>
                      <a:pt x="2507" y="1141"/>
                      <a:pt x="2498" y="1144"/>
                    </a:cubicBezTo>
                    <a:cubicBezTo>
                      <a:pt x="2468" y="1104"/>
                      <a:pt x="2458" y="1044"/>
                      <a:pt x="2468" y="994"/>
                    </a:cubicBezTo>
                    <a:cubicBezTo>
                      <a:pt x="2449" y="981"/>
                      <a:pt x="2434" y="968"/>
                      <a:pt x="2416" y="968"/>
                    </a:cubicBezTo>
                    <a:cubicBezTo>
                      <a:pt x="2405" y="968"/>
                      <a:pt x="2393" y="973"/>
                      <a:pt x="2378" y="984"/>
                    </a:cubicBezTo>
                    <a:lnTo>
                      <a:pt x="2388" y="954"/>
                    </a:lnTo>
                    <a:cubicBezTo>
                      <a:pt x="2369" y="928"/>
                      <a:pt x="2351" y="919"/>
                      <a:pt x="2333" y="919"/>
                    </a:cubicBezTo>
                    <a:cubicBezTo>
                      <a:pt x="2295" y="919"/>
                      <a:pt x="2258" y="960"/>
                      <a:pt x="2218" y="974"/>
                    </a:cubicBezTo>
                    <a:cubicBezTo>
                      <a:pt x="2198" y="974"/>
                      <a:pt x="2188" y="994"/>
                      <a:pt x="2167" y="994"/>
                    </a:cubicBezTo>
                    <a:cubicBezTo>
                      <a:pt x="2147" y="994"/>
                      <a:pt x="2097" y="964"/>
                      <a:pt x="2067" y="964"/>
                    </a:cubicBezTo>
                    <a:cubicBezTo>
                      <a:pt x="2127" y="934"/>
                      <a:pt x="2258" y="743"/>
                      <a:pt x="2117" y="733"/>
                    </a:cubicBezTo>
                    <a:cubicBezTo>
                      <a:pt x="2137" y="703"/>
                      <a:pt x="2137" y="683"/>
                      <a:pt x="2167" y="653"/>
                    </a:cubicBezTo>
                    <a:cubicBezTo>
                      <a:pt x="2147" y="613"/>
                      <a:pt x="2097" y="603"/>
                      <a:pt x="2057" y="593"/>
                    </a:cubicBezTo>
                    <a:cubicBezTo>
                      <a:pt x="2087" y="542"/>
                      <a:pt x="2107" y="502"/>
                      <a:pt x="2137" y="462"/>
                    </a:cubicBezTo>
                    <a:lnTo>
                      <a:pt x="2127" y="462"/>
                    </a:lnTo>
                    <a:cubicBezTo>
                      <a:pt x="2107" y="482"/>
                      <a:pt x="2107" y="512"/>
                      <a:pt x="2077" y="522"/>
                    </a:cubicBezTo>
                    <a:cubicBezTo>
                      <a:pt x="2189" y="298"/>
                      <a:pt x="2076" y="89"/>
                      <a:pt x="1930" y="89"/>
                    </a:cubicBezTo>
                    <a:cubicBezTo>
                      <a:pt x="1866" y="89"/>
                      <a:pt x="1797" y="128"/>
                      <a:pt x="1736" y="222"/>
                    </a:cubicBezTo>
                    <a:cubicBezTo>
                      <a:pt x="1656" y="71"/>
                      <a:pt x="1696" y="171"/>
                      <a:pt x="1586" y="91"/>
                    </a:cubicBezTo>
                    <a:cubicBezTo>
                      <a:pt x="1586" y="71"/>
                      <a:pt x="1586" y="21"/>
                      <a:pt x="15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6" name="Google Shape;1916;p19"/>
              <p:cNvSpPr/>
              <p:nvPr/>
            </p:nvSpPr>
            <p:spPr>
              <a:xfrm>
                <a:off x="1510259" y="4187703"/>
                <a:ext cx="70019" cy="44273"/>
              </a:xfrm>
              <a:custGeom>
                <a:avLst/>
                <a:gdLst/>
                <a:ahLst/>
                <a:cxnLst/>
                <a:rect l="l" t="t" r="r" b="b"/>
                <a:pathLst>
                  <a:path w="1746" h="1104" extrusionOk="0">
                    <a:moveTo>
                      <a:pt x="1555" y="0"/>
                    </a:moveTo>
                    <a:cubicBezTo>
                      <a:pt x="1364" y="90"/>
                      <a:pt x="1104" y="60"/>
                      <a:pt x="1104" y="341"/>
                    </a:cubicBezTo>
                    <a:cubicBezTo>
                      <a:pt x="1084" y="331"/>
                      <a:pt x="1073" y="301"/>
                      <a:pt x="1053" y="291"/>
                    </a:cubicBezTo>
                    <a:cubicBezTo>
                      <a:pt x="773" y="421"/>
                      <a:pt x="662" y="502"/>
                      <a:pt x="632" y="843"/>
                    </a:cubicBezTo>
                    <a:cubicBezTo>
                      <a:pt x="566" y="722"/>
                      <a:pt x="460" y="667"/>
                      <a:pt x="362" y="667"/>
                    </a:cubicBezTo>
                    <a:cubicBezTo>
                      <a:pt x="222" y="667"/>
                      <a:pt x="97" y="779"/>
                      <a:pt x="121" y="973"/>
                    </a:cubicBezTo>
                    <a:cubicBezTo>
                      <a:pt x="91" y="943"/>
                      <a:pt x="60" y="913"/>
                      <a:pt x="40" y="883"/>
                    </a:cubicBezTo>
                    <a:cubicBezTo>
                      <a:pt x="40" y="943"/>
                      <a:pt x="0" y="1013"/>
                      <a:pt x="0" y="1103"/>
                    </a:cubicBezTo>
                    <a:cubicBezTo>
                      <a:pt x="20" y="1073"/>
                      <a:pt x="50" y="1043"/>
                      <a:pt x="80" y="1023"/>
                    </a:cubicBezTo>
                    <a:cubicBezTo>
                      <a:pt x="103" y="1012"/>
                      <a:pt x="122" y="1007"/>
                      <a:pt x="138" y="1007"/>
                    </a:cubicBezTo>
                    <a:cubicBezTo>
                      <a:pt x="208" y="1007"/>
                      <a:pt x="232" y="1093"/>
                      <a:pt x="321" y="1093"/>
                    </a:cubicBezTo>
                    <a:cubicBezTo>
                      <a:pt x="321" y="993"/>
                      <a:pt x="331" y="933"/>
                      <a:pt x="422" y="893"/>
                    </a:cubicBezTo>
                    <a:cubicBezTo>
                      <a:pt x="432" y="893"/>
                      <a:pt x="452" y="913"/>
                      <a:pt x="472" y="913"/>
                    </a:cubicBezTo>
                    <a:cubicBezTo>
                      <a:pt x="499" y="904"/>
                      <a:pt x="526" y="861"/>
                      <a:pt x="554" y="861"/>
                    </a:cubicBezTo>
                    <a:cubicBezTo>
                      <a:pt x="557" y="861"/>
                      <a:pt x="559" y="862"/>
                      <a:pt x="562" y="863"/>
                    </a:cubicBezTo>
                    <a:cubicBezTo>
                      <a:pt x="599" y="863"/>
                      <a:pt x="593" y="924"/>
                      <a:pt x="633" y="924"/>
                    </a:cubicBezTo>
                    <a:cubicBezTo>
                      <a:pt x="636" y="924"/>
                      <a:pt x="639" y="923"/>
                      <a:pt x="642" y="923"/>
                    </a:cubicBezTo>
                    <a:cubicBezTo>
                      <a:pt x="682" y="913"/>
                      <a:pt x="672" y="802"/>
                      <a:pt x="692" y="762"/>
                    </a:cubicBezTo>
                    <a:cubicBezTo>
                      <a:pt x="742" y="672"/>
                      <a:pt x="853" y="652"/>
                      <a:pt x="923" y="612"/>
                    </a:cubicBezTo>
                    <a:cubicBezTo>
                      <a:pt x="973" y="592"/>
                      <a:pt x="1003" y="542"/>
                      <a:pt x="1073" y="522"/>
                    </a:cubicBezTo>
                    <a:cubicBezTo>
                      <a:pt x="1174" y="502"/>
                      <a:pt x="1174" y="532"/>
                      <a:pt x="1244" y="421"/>
                    </a:cubicBezTo>
                    <a:cubicBezTo>
                      <a:pt x="1267" y="375"/>
                      <a:pt x="1255" y="328"/>
                      <a:pt x="1299" y="328"/>
                    </a:cubicBezTo>
                    <a:cubicBezTo>
                      <a:pt x="1312" y="328"/>
                      <a:pt x="1329" y="332"/>
                      <a:pt x="1354" y="341"/>
                    </a:cubicBezTo>
                    <a:cubicBezTo>
                      <a:pt x="1330" y="242"/>
                      <a:pt x="1386" y="157"/>
                      <a:pt x="1479" y="157"/>
                    </a:cubicBezTo>
                    <a:cubicBezTo>
                      <a:pt x="1499" y="157"/>
                      <a:pt x="1521" y="161"/>
                      <a:pt x="1545" y="171"/>
                    </a:cubicBezTo>
                    <a:cubicBezTo>
                      <a:pt x="1575" y="181"/>
                      <a:pt x="1595" y="221"/>
                      <a:pt x="1635" y="231"/>
                    </a:cubicBezTo>
                    <a:cubicBezTo>
                      <a:pt x="1639" y="233"/>
                      <a:pt x="1645" y="234"/>
                      <a:pt x="1652" y="234"/>
                    </a:cubicBezTo>
                    <a:cubicBezTo>
                      <a:pt x="1669" y="234"/>
                      <a:pt x="1695" y="228"/>
                      <a:pt x="1719" y="228"/>
                    </a:cubicBezTo>
                    <a:cubicBezTo>
                      <a:pt x="1728" y="228"/>
                      <a:pt x="1737" y="229"/>
                      <a:pt x="1746" y="231"/>
                    </a:cubicBezTo>
                    <a:lnTo>
                      <a:pt x="1736" y="191"/>
                    </a:lnTo>
                    <a:lnTo>
                      <a:pt x="1715" y="211"/>
                    </a:lnTo>
                    <a:cubicBezTo>
                      <a:pt x="1645" y="70"/>
                      <a:pt x="1675" y="171"/>
                      <a:pt x="1575" y="90"/>
                    </a:cubicBezTo>
                    <a:cubicBezTo>
                      <a:pt x="1565" y="70"/>
                      <a:pt x="1565" y="10"/>
                      <a:pt x="155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917" name="Google Shape;1917;p19"/>
            <p:cNvGrpSpPr/>
            <p:nvPr/>
          </p:nvGrpSpPr>
          <p:grpSpPr>
            <a:xfrm rot="-575426">
              <a:off x="4977464" y="4241675"/>
              <a:ext cx="824216" cy="233743"/>
              <a:chOff x="2436564" y="2774658"/>
              <a:chExt cx="737475" cy="209143"/>
            </a:xfrm>
          </p:grpSpPr>
          <p:sp>
            <p:nvSpPr>
              <p:cNvPr id="1918" name="Google Shape;1918;p19"/>
              <p:cNvSpPr/>
              <p:nvPr/>
            </p:nvSpPr>
            <p:spPr>
              <a:xfrm>
                <a:off x="2436564" y="2775028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9" name="Google Shape;1919;p19"/>
              <p:cNvSpPr/>
              <p:nvPr/>
            </p:nvSpPr>
            <p:spPr>
              <a:xfrm rot="-293525">
                <a:off x="2946011" y="2783857"/>
                <a:ext cx="222094" cy="148664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0" name="Google Shape;1920;p19"/>
              <p:cNvSpPr/>
              <p:nvPr/>
            </p:nvSpPr>
            <p:spPr>
              <a:xfrm>
                <a:off x="2530687" y="2788623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1" name="Google Shape;1921;p19"/>
              <p:cNvSpPr/>
              <p:nvPr/>
            </p:nvSpPr>
            <p:spPr>
              <a:xfrm>
                <a:off x="2874784" y="2820106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2" name="Google Shape;1922;p19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923" name="Google Shape;1923;p19"/>
            <p:cNvGrpSpPr/>
            <p:nvPr/>
          </p:nvGrpSpPr>
          <p:grpSpPr>
            <a:xfrm rot="-263875">
              <a:off x="5836717" y="4098665"/>
              <a:ext cx="813287" cy="233323"/>
              <a:chOff x="2447923" y="2707800"/>
              <a:chExt cx="727715" cy="208774"/>
            </a:xfrm>
          </p:grpSpPr>
          <p:sp>
            <p:nvSpPr>
              <p:cNvPr id="1924" name="Google Shape;1924;p19"/>
              <p:cNvSpPr/>
              <p:nvPr/>
            </p:nvSpPr>
            <p:spPr>
              <a:xfrm>
                <a:off x="2447923" y="2707800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5" name="Google Shape;1925;p19"/>
              <p:cNvSpPr/>
              <p:nvPr/>
            </p:nvSpPr>
            <p:spPr>
              <a:xfrm>
                <a:off x="2953550" y="2749147"/>
                <a:ext cx="222088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6" name="Google Shape;1926;p19"/>
              <p:cNvSpPr/>
              <p:nvPr/>
            </p:nvSpPr>
            <p:spPr>
              <a:xfrm>
                <a:off x="2542046" y="2721395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7" name="Google Shape;1927;p19"/>
              <p:cNvSpPr/>
              <p:nvPr/>
            </p:nvSpPr>
            <p:spPr>
              <a:xfrm>
                <a:off x="2871498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8" name="Google Shape;1928;p19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929" name="Google Shape;1929;p19"/>
          <p:cNvGrpSpPr/>
          <p:nvPr/>
        </p:nvGrpSpPr>
        <p:grpSpPr>
          <a:xfrm flipH="1">
            <a:off x="-32263" y="4349571"/>
            <a:ext cx="4320064" cy="935928"/>
            <a:chOff x="4963752" y="4000536"/>
            <a:chExt cx="2501340" cy="541907"/>
          </a:xfrm>
        </p:grpSpPr>
        <p:sp>
          <p:nvSpPr>
            <p:cNvPr id="1930" name="Google Shape;1930;p19"/>
            <p:cNvSpPr/>
            <p:nvPr/>
          </p:nvSpPr>
          <p:spPr>
            <a:xfrm>
              <a:off x="5654130" y="4242777"/>
              <a:ext cx="302221" cy="80900"/>
            </a:xfrm>
            <a:custGeom>
              <a:avLst/>
              <a:gdLst/>
              <a:ahLst/>
              <a:cxnLst/>
              <a:rect l="l" t="t" r="r" b="b"/>
              <a:pathLst>
                <a:path w="6743" h="1805" extrusionOk="0">
                  <a:moveTo>
                    <a:pt x="3531" y="1"/>
                  </a:moveTo>
                  <a:cubicBezTo>
                    <a:pt x="3435" y="1"/>
                    <a:pt x="3356" y="63"/>
                    <a:pt x="3341" y="228"/>
                  </a:cubicBezTo>
                  <a:cubicBezTo>
                    <a:pt x="3310" y="178"/>
                    <a:pt x="3270" y="97"/>
                    <a:pt x="3210" y="77"/>
                  </a:cubicBezTo>
                  <a:cubicBezTo>
                    <a:pt x="3189" y="66"/>
                    <a:pt x="3168" y="60"/>
                    <a:pt x="3146" y="60"/>
                  </a:cubicBezTo>
                  <a:cubicBezTo>
                    <a:pt x="2960" y="60"/>
                    <a:pt x="2757" y="455"/>
                    <a:pt x="2739" y="689"/>
                  </a:cubicBezTo>
                  <a:cubicBezTo>
                    <a:pt x="2679" y="639"/>
                    <a:pt x="2608" y="649"/>
                    <a:pt x="2548" y="629"/>
                  </a:cubicBezTo>
                  <a:cubicBezTo>
                    <a:pt x="2548" y="689"/>
                    <a:pt x="2518" y="739"/>
                    <a:pt x="2528" y="799"/>
                  </a:cubicBezTo>
                  <a:cubicBezTo>
                    <a:pt x="2433" y="745"/>
                    <a:pt x="2320" y="618"/>
                    <a:pt x="2226" y="618"/>
                  </a:cubicBezTo>
                  <a:cubicBezTo>
                    <a:pt x="2181" y="618"/>
                    <a:pt x="2139" y="648"/>
                    <a:pt x="2107" y="729"/>
                  </a:cubicBezTo>
                  <a:cubicBezTo>
                    <a:pt x="2028" y="662"/>
                    <a:pt x="1946" y="607"/>
                    <a:pt x="1872" y="607"/>
                  </a:cubicBezTo>
                  <a:cubicBezTo>
                    <a:pt x="1814" y="607"/>
                    <a:pt x="1760" y="641"/>
                    <a:pt x="1716" y="729"/>
                  </a:cubicBezTo>
                  <a:cubicBezTo>
                    <a:pt x="1655" y="654"/>
                    <a:pt x="1520" y="470"/>
                    <a:pt x="1428" y="470"/>
                  </a:cubicBezTo>
                  <a:cubicBezTo>
                    <a:pt x="1398" y="470"/>
                    <a:pt x="1372" y="489"/>
                    <a:pt x="1354" y="539"/>
                  </a:cubicBezTo>
                  <a:cubicBezTo>
                    <a:pt x="1320" y="445"/>
                    <a:pt x="1273" y="407"/>
                    <a:pt x="1220" y="407"/>
                  </a:cubicBezTo>
                  <a:cubicBezTo>
                    <a:pt x="1166" y="407"/>
                    <a:pt x="1105" y="447"/>
                    <a:pt x="1044" y="509"/>
                  </a:cubicBezTo>
                  <a:cubicBezTo>
                    <a:pt x="953" y="408"/>
                    <a:pt x="893" y="278"/>
                    <a:pt x="763" y="258"/>
                  </a:cubicBezTo>
                  <a:cubicBezTo>
                    <a:pt x="760" y="257"/>
                    <a:pt x="757" y="257"/>
                    <a:pt x="754" y="257"/>
                  </a:cubicBezTo>
                  <a:cubicBezTo>
                    <a:pt x="678" y="257"/>
                    <a:pt x="620" y="381"/>
                    <a:pt x="562" y="448"/>
                  </a:cubicBezTo>
                  <a:cubicBezTo>
                    <a:pt x="527" y="421"/>
                    <a:pt x="494" y="409"/>
                    <a:pt x="463" y="409"/>
                  </a:cubicBezTo>
                  <a:cubicBezTo>
                    <a:pt x="335" y="409"/>
                    <a:pt x="245" y="612"/>
                    <a:pt x="221" y="749"/>
                  </a:cubicBezTo>
                  <a:cubicBezTo>
                    <a:pt x="0" y="890"/>
                    <a:pt x="161" y="1221"/>
                    <a:pt x="341" y="1361"/>
                  </a:cubicBezTo>
                  <a:cubicBezTo>
                    <a:pt x="552" y="1522"/>
                    <a:pt x="893" y="1522"/>
                    <a:pt x="1134" y="1532"/>
                  </a:cubicBezTo>
                  <a:cubicBezTo>
                    <a:pt x="1675" y="1572"/>
                    <a:pt x="2207" y="1702"/>
                    <a:pt x="2749" y="1772"/>
                  </a:cubicBezTo>
                  <a:cubicBezTo>
                    <a:pt x="2920" y="1795"/>
                    <a:pt x="3090" y="1805"/>
                    <a:pt x="3261" y="1805"/>
                  </a:cubicBezTo>
                  <a:cubicBezTo>
                    <a:pt x="3983" y="1805"/>
                    <a:pt x="4707" y="1636"/>
                    <a:pt x="5437" y="1612"/>
                  </a:cubicBezTo>
                  <a:cubicBezTo>
                    <a:pt x="5668" y="1602"/>
                    <a:pt x="6671" y="1652"/>
                    <a:pt x="6711" y="1211"/>
                  </a:cubicBezTo>
                  <a:cubicBezTo>
                    <a:pt x="6742" y="951"/>
                    <a:pt x="6421" y="684"/>
                    <a:pt x="6180" y="684"/>
                  </a:cubicBezTo>
                  <a:cubicBezTo>
                    <a:pt x="6114" y="684"/>
                    <a:pt x="6054" y="704"/>
                    <a:pt x="6009" y="749"/>
                  </a:cubicBezTo>
                  <a:cubicBezTo>
                    <a:pt x="5967" y="642"/>
                    <a:pt x="5872" y="602"/>
                    <a:pt x="5763" y="602"/>
                  </a:cubicBezTo>
                  <a:cubicBezTo>
                    <a:pt x="5586" y="602"/>
                    <a:pt x="5373" y="706"/>
                    <a:pt x="5286" y="799"/>
                  </a:cubicBezTo>
                  <a:cubicBezTo>
                    <a:pt x="5216" y="736"/>
                    <a:pt x="5127" y="693"/>
                    <a:pt x="5042" y="693"/>
                  </a:cubicBezTo>
                  <a:cubicBezTo>
                    <a:pt x="5005" y="693"/>
                    <a:pt x="4969" y="701"/>
                    <a:pt x="4935" y="719"/>
                  </a:cubicBezTo>
                  <a:cubicBezTo>
                    <a:pt x="4888" y="636"/>
                    <a:pt x="4792" y="557"/>
                    <a:pt x="4715" y="557"/>
                  </a:cubicBezTo>
                  <a:cubicBezTo>
                    <a:pt x="4661" y="557"/>
                    <a:pt x="4617" y="596"/>
                    <a:pt x="4604" y="699"/>
                  </a:cubicBezTo>
                  <a:cubicBezTo>
                    <a:pt x="4566" y="544"/>
                    <a:pt x="4454" y="485"/>
                    <a:pt x="4327" y="485"/>
                  </a:cubicBezTo>
                  <a:cubicBezTo>
                    <a:pt x="4290" y="485"/>
                    <a:pt x="4252" y="489"/>
                    <a:pt x="4213" y="498"/>
                  </a:cubicBezTo>
                  <a:cubicBezTo>
                    <a:pt x="4223" y="353"/>
                    <a:pt x="4046" y="227"/>
                    <a:pt x="3926" y="227"/>
                  </a:cubicBezTo>
                  <a:cubicBezTo>
                    <a:pt x="3921" y="227"/>
                    <a:pt x="3917" y="227"/>
                    <a:pt x="3912" y="228"/>
                  </a:cubicBezTo>
                  <a:lnTo>
                    <a:pt x="3932" y="298"/>
                  </a:lnTo>
                  <a:cubicBezTo>
                    <a:pt x="3871" y="151"/>
                    <a:pt x="3680" y="1"/>
                    <a:pt x="35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931" name="Google Shape;1931;p19"/>
            <p:cNvGrpSpPr/>
            <p:nvPr/>
          </p:nvGrpSpPr>
          <p:grpSpPr>
            <a:xfrm rot="-278360">
              <a:off x="6533282" y="4037668"/>
              <a:ext cx="925757" cy="187175"/>
              <a:chOff x="1255200" y="4115196"/>
              <a:chExt cx="828298" cy="167470"/>
            </a:xfrm>
          </p:grpSpPr>
          <p:sp>
            <p:nvSpPr>
              <p:cNvPr id="1932" name="Google Shape;1932;p19"/>
              <p:cNvSpPr/>
              <p:nvPr/>
            </p:nvSpPr>
            <p:spPr>
              <a:xfrm>
                <a:off x="1806305" y="4141304"/>
                <a:ext cx="203600" cy="110522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2756" extrusionOk="0">
                    <a:moveTo>
                      <a:pt x="4069" y="1"/>
                    </a:moveTo>
                    <a:cubicBezTo>
                      <a:pt x="3971" y="1"/>
                      <a:pt x="3853" y="67"/>
                      <a:pt x="3762" y="224"/>
                    </a:cubicBezTo>
                    <a:cubicBezTo>
                      <a:pt x="3742" y="204"/>
                      <a:pt x="3732" y="174"/>
                      <a:pt x="3712" y="154"/>
                    </a:cubicBezTo>
                    <a:cubicBezTo>
                      <a:pt x="3632" y="224"/>
                      <a:pt x="3562" y="324"/>
                      <a:pt x="3511" y="425"/>
                    </a:cubicBezTo>
                    <a:cubicBezTo>
                      <a:pt x="3478" y="387"/>
                      <a:pt x="3447" y="371"/>
                      <a:pt x="3417" y="371"/>
                    </a:cubicBezTo>
                    <a:cubicBezTo>
                      <a:pt x="3240" y="371"/>
                      <a:pt x="3124" y="949"/>
                      <a:pt x="3090" y="1087"/>
                    </a:cubicBezTo>
                    <a:cubicBezTo>
                      <a:pt x="3054" y="997"/>
                      <a:pt x="2994" y="923"/>
                      <a:pt x="2910" y="923"/>
                    </a:cubicBezTo>
                    <a:cubicBezTo>
                      <a:pt x="2900" y="923"/>
                      <a:pt x="2890" y="924"/>
                      <a:pt x="2879" y="926"/>
                    </a:cubicBezTo>
                    <a:cubicBezTo>
                      <a:pt x="2739" y="966"/>
                      <a:pt x="2719" y="1137"/>
                      <a:pt x="2719" y="1368"/>
                    </a:cubicBezTo>
                    <a:cubicBezTo>
                      <a:pt x="2729" y="1608"/>
                      <a:pt x="2849" y="1699"/>
                      <a:pt x="2859" y="1939"/>
                    </a:cubicBezTo>
                    <a:cubicBezTo>
                      <a:pt x="2830" y="1916"/>
                      <a:pt x="2808" y="1906"/>
                      <a:pt x="2784" y="1906"/>
                    </a:cubicBezTo>
                    <a:cubicBezTo>
                      <a:pt x="2767" y="1906"/>
                      <a:pt x="2750" y="1911"/>
                      <a:pt x="2729" y="1919"/>
                    </a:cubicBezTo>
                    <a:cubicBezTo>
                      <a:pt x="2619" y="1959"/>
                      <a:pt x="2669" y="2030"/>
                      <a:pt x="2639" y="2090"/>
                    </a:cubicBezTo>
                    <a:cubicBezTo>
                      <a:pt x="2619" y="2058"/>
                      <a:pt x="2573" y="2045"/>
                      <a:pt x="2523" y="2045"/>
                    </a:cubicBezTo>
                    <a:cubicBezTo>
                      <a:pt x="2447" y="2045"/>
                      <a:pt x="2362" y="2074"/>
                      <a:pt x="2338" y="2110"/>
                    </a:cubicBezTo>
                    <a:cubicBezTo>
                      <a:pt x="2299" y="1983"/>
                      <a:pt x="2317" y="1829"/>
                      <a:pt x="2208" y="1829"/>
                    </a:cubicBezTo>
                    <a:cubicBezTo>
                      <a:pt x="2204" y="1829"/>
                      <a:pt x="2201" y="1829"/>
                      <a:pt x="2197" y="1829"/>
                    </a:cubicBezTo>
                    <a:cubicBezTo>
                      <a:pt x="2188" y="1829"/>
                      <a:pt x="2179" y="1830"/>
                      <a:pt x="2170" y="1830"/>
                    </a:cubicBezTo>
                    <a:cubicBezTo>
                      <a:pt x="2060" y="1830"/>
                      <a:pt x="1957" y="1804"/>
                      <a:pt x="1870" y="1804"/>
                    </a:cubicBezTo>
                    <a:cubicBezTo>
                      <a:pt x="1776" y="1804"/>
                      <a:pt x="1701" y="1834"/>
                      <a:pt x="1656" y="1959"/>
                    </a:cubicBezTo>
                    <a:cubicBezTo>
                      <a:pt x="1568" y="1928"/>
                      <a:pt x="1454" y="1882"/>
                      <a:pt x="1357" y="1882"/>
                    </a:cubicBezTo>
                    <a:cubicBezTo>
                      <a:pt x="1265" y="1882"/>
                      <a:pt x="1189" y="1923"/>
                      <a:pt x="1164" y="2060"/>
                    </a:cubicBezTo>
                    <a:cubicBezTo>
                      <a:pt x="1023" y="1978"/>
                      <a:pt x="942" y="1929"/>
                      <a:pt x="868" y="1929"/>
                    </a:cubicBezTo>
                    <a:cubicBezTo>
                      <a:pt x="779" y="1929"/>
                      <a:pt x="701" y="2000"/>
                      <a:pt x="542" y="2170"/>
                    </a:cubicBezTo>
                    <a:cubicBezTo>
                      <a:pt x="468" y="2111"/>
                      <a:pt x="401" y="2086"/>
                      <a:pt x="341" y="2086"/>
                    </a:cubicBezTo>
                    <a:cubicBezTo>
                      <a:pt x="167" y="2086"/>
                      <a:pt x="53" y="2299"/>
                      <a:pt x="1" y="2501"/>
                    </a:cubicBezTo>
                    <a:cubicBezTo>
                      <a:pt x="161" y="2601"/>
                      <a:pt x="282" y="2672"/>
                      <a:pt x="582" y="2712"/>
                    </a:cubicBezTo>
                    <a:cubicBezTo>
                      <a:pt x="738" y="2732"/>
                      <a:pt x="893" y="2739"/>
                      <a:pt x="1050" y="2739"/>
                    </a:cubicBezTo>
                    <a:cubicBezTo>
                      <a:pt x="1207" y="2739"/>
                      <a:pt x="1365" y="2732"/>
                      <a:pt x="1525" y="2722"/>
                    </a:cubicBezTo>
                    <a:cubicBezTo>
                      <a:pt x="1556" y="2721"/>
                      <a:pt x="1586" y="2721"/>
                      <a:pt x="1617" y="2721"/>
                    </a:cubicBezTo>
                    <a:cubicBezTo>
                      <a:pt x="1920" y="2721"/>
                      <a:pt x="2218" y="2756"/>
                      <a:pt x="2520" y="2756"/>
                    </a:cubicBezTo>
                    <a:cubicBezTo>
                      <a:pt x="2576" y="2756"/>
                      <a:pt x="2632" y="2755"/>
                      <a:pt x="2689" y="2752"/>
                    </a:cubicBezTo>
                    <a:cubicBezTo>
                      <a:pt x="3221" y="2732"/>
                      <a:pt x="3722" y="2531"/>
                      <a:pt x="4244" y="2501"/>
                    </a:cubicBezTo>
                    <a:cubicBezTo>
                      <a:pt x="4424" y="2491"/>
                      <a:pt x="5076" y="2491"/>
                      <a:pt x="4916" y="2150"/>
                    </a:cubicBezTo>
                    <a:cubicBezTo>
                      <a:pt x="4956" y="2140"/>
                      <a:pt x="4996" y="2090"/>
                      <a:pt x="5036" y="2080"/>
                    </a:cubicBezTo>
                    <a:cubicBezTo>
                      <a:pt x="4956" y="1969"/>
                      <a:pt x="4815" y="1849"/>
                      <a:pt x="4765" y="1759"/>
                    </a:cubicBezTo>
                    <a:cubicBezTo>
                      <a:pt x="4765" y="1759"/>
                      <a:pt x="4795" y="1659"/>
                      <a:pt x="4775" y="1628"/>
                    </a:cubicBezTo>
                    <a:cubicBezTo>
                      <a:pt x="4765" y="1598"/>
                      <a:pt x="4615" y="1508"/>
                      <a:pt x="4575" y="1478"/>
                    </a:cubicBezTo>
                    <a:lnTo>
                      <a:pt x="4575" y="1478"/>
                    </a:lnTo>
                    <a:cubicBezTo>
                      <a:pt x="4588" y="1480"/>
                      <a:pt x="4600" y="1480"/>
                      <a:pt x="4611" y="1480"/>
                    </a:cubicBezTo>
                    <a:cubicBezTo>
                      <a:pt x="4803" y="1480"/>
                      <a:pt x="4697" y="1244"/>
                      <a:pt x="4555" y="1187"/>
                    </a:cubicBezTo>
                    <a:cubicBezTo>
                      <a:pt x="4728" y="1007"/>
                      <a:pt x="4534" y="916"/>
                      <a:pt x="4363" y="916"/>
                    </a:cubicBezTo>
                    <a:cubicBezTo>
                      <a:pt x="4306" y="916"/>
                      <a:pt x="4251" y="926"/>
                      <a:pt x="4214" y="946"/>
                    </a:cubicBezTo>
                    <a:cubicBezTo>
                      <a:pt x="4314" y="816"/>
                      <a:pt x="4234" y="615"/>
                      <a:pt x="4123" y="525"/>
                    </a:cubicBezTo>
                    <a:cubicBezTo>
                      <a:pt x="4372" y="231"/>
                      <a:pt x="4254" y="1"/>
                      <a:pt x="4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3" name="Google Shape;1933;p19"/>
              <p:cNvSpPr/>
              <p:nvPr/>
            </p:nvSpPr>
            <p:spPr>
              <a:xfrm>
                <a:off x="1807508" y="4214252"/>
                <a:ext cx="79684" cy="22538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62" extrusionOk="0">
                    <a:moveTo>
                      <a:pt x="1987" y="0"/>
                    </a:moveTo>
                    <a:cubicBezTo>
                      <a:pt x="1956" y="7"/>
                      <a:pt x="1924" y="8"/>
                      <a:pt x="1893" y="8"/>
                    </a:cubicBezTo>
                    <a:cubicBezTo>
                      <a:pt x="1873" y="8"/>
                      <a:pt x="1853" y="7"/>
                      <a:pt x="1833" y="7"/>
                    </a:cubicBezTo>
                    <a:cubicBezTo>
                      <a:pt x="1744" y="7"/>
                      <a:pt x="1664" y="18"/>
                      <a:pt x="1626" y="140"/>
                    </a:cubicBezTo>
                    <a:cubicBezTo>
                      <a:pt x="1538" y="109"/>
                      <a:pt x="1424" y="63"/>
                      <a:pt x="1327" y="63"/>
                    </a:cubicBezTo>
                    <a:cubicBezTo>
                      <a:pt x="1235" y="63"/>
                      <a:pt x="1159" y="104"/>
                      <a:pt x="1134" y="241"/>
                    </a:cubicBezTo>
                    <a:cubicBezTo>
                      <a:pt x="993" y="159"/>
                      <a:pt x="912" y="110"/>
                      <a:pt x="838" y="110"/>
                    </a:cubicBezTo>
                    <a:cubicBezTo>
                      <a:pt x="749" y="110"/>
                      <a:pt x="671" y="181"/>
                      <a:pt x="512" y="351"/>
                    </a:cubicBezTo>
                    <a:cubicBezTo>
                      <a:pt x="436" y="290"/>
                      <a:pt x="368" y="265"/>
                      <a:pt x="306" y="265"/>
                    </a:cubicBezTo>
                    <a:cubicBezTo>
                      <a:pt x="166" y="265"/>
                      <a:pt x="64" y="401"/>
                      <a:pt x="1" y="562"/>
                    </a:cubicBezTo>
                    <a:cubicBezTo>
                      <a:pt x="50" y="477"/>
                      <a:pt x="120" y="421"/>
                      <a:pt x="203" y="421"/>
                    </a:cubicBezTo>
                    <a:cubicBezTo>
                      <a:pt x="237" y="421"/>
                      <a:pt x="274" y="431"/>
                      <a:pt x="312" y="451"/>
                    </a:cubicBezTo>
                    <a:cubicBezTo>
                      <a:pt x="352" y="472"/>
                      <a:pt x="368" y="480"/>
                      <a:pt x="379" y="480"/>
                    </a:cubicBezTo>
                    <a:cubicBezTo>
                      <a:pt x="394" y="480"/>
                      <a:pt x="398" y="461"/>
                      <a:pt x="452" y="431"/>
                    </a:cubicBezTo>
                    <a:cubicBezTo>
                      <a:pt x="477" y="416"/>
                      <a:pt x="507" y="406"/>
                      <a:pt x="534" y="406"/>
                    </a:cubicBezTo>
                    <a:cubicBezTo>
                      <a:pt x="560" y="406"/>
                      <a:pt x="583" y="416"/>
                      <a:pt x="593" y="441"/>
                    </a:cubicBezTo>
                    <a:cubicBezTo>
                      <a:pt x="625" y="344"/>
                      <a:pt x="707" y="293"/>
                      <a:pt x="788" y="293"/>
                    </a:cubicBezTo>
                    <a:cubicBezTo>
                      <a:pt x="833" y="293"/>
                      <a:pt x="878" y="309"/>
                      <a:pt x="914" y="341"/>
                    </a:cubicBezTo>
                    <a:cubicBezTo>
                      <a:pt x="931" y="303"/>
                      <a:pt x="953" y="290"/>
                      <a:pt x="978" y="290"/>
                    </a:cubicBezTo>
                    <a:cubicBezTo>
                      <a:pt x="1011" y="290"/>
                      <a:pt x="1049" y="314"/>
                      <a:pt x="1084" y="331"/>
                    </a:cubicBezTo>
                    <a:cubicBezTo>
                      <a:pt x="1106" y="348"/>
                      <a:pt x="1122" y="358"/>
                      <a:pt x="1137" y="358"/>
                    </a:cubicBezTo>
                    <a:cubicBezTo>
                      <a:pt x="1157" y="358"/>
                      <a:pt x="1176" y="341"/>
                      <a:pt x="1204" y="301"/>
                    </a:cubicBezTo>
                    <a:cubicBezTo>
                      <a:pt x="1245" y="241"/>
                      <a:pt x="1245" y="201"/>
                      <a:pt x="1315" y="181"/>
                    </a:cubicBezTo>
                    <a:cubicBezTo>
                      <a:pt x="1328" y="178"/>
                      <a:pt x="1341" y="176"/>
                      <a:pt x="1352" y="176"/>
                    </a:cubicBezTo>
                    <a:cubicBezTo>
                      <a:pt x="1417" y="176"/>
                      <a:pt x="1451" y="223"/>
                      <a:pt x="1485" y="291"/>
                    </a:cubicBezTo>
                    <a:cubicBezTo>
                      <a:pt x="1498" y="276"/>
                      <a:pt x="1511" y="270"/>
                      <a:pt x="1525" y="270"/>
                    </a:cubicBezTo>
                    <a:cubicBezTo>
                      <a:pt x="1562" y="270"/>
                      <a:pt x="1602" y="312"/>
                      <a:pt x="1638" y="312"/>
                    </a:cubicBezTo>
                    <a:cubicBezTo>
                      <a:pt x="1640" y="312"/>
                      <a:pt x="1643" y="312"/>
                      <a:pt x="1646" y="311"/>
                    </a:cubicBezTo>
                    <a:cubicBezTo>
                      <a:pt x="1706" y="301"/>
                      <a:pt x="1706" y="261"/>
                      <a:pt x="1716" y="211"/>
                    </a:cubicBezTo>
                    <a:cubicBezTo>
                      <a:pt x="1746" y="140"/>
                      <a:pt x="1776" y="40"/>
                      <a:pt x="1856" y="40"/>
                    </a:cubicBezTo>
                    <a:cubicBezTo>
                      <a:pt x="1861" y="39"/>
                      <a:pt x="1865" y="39"/>
                      <a:pt x="1869" y="39"/>
                    </a:cubicBezTo>
                    <a:cubicBezTo>
                      <a:pt x="1895" y="39"/>
                      <a:pt x="1907" y="62"/>
                      <a:pt x="1927" y="62"/>
                    </a:cubicBezTo>
                    <a:cubicBezTo>
                      <a:pt x="1930" y="62"/>
                      <a:pt x="1933" y="61"/>
                      <a:pt x="1937" y="60"/>
                    </a:cubicBezTo>
                    <a:cubicBezTo>
                      <a:pt x="1967" y="50"/>
                      <a:pt x="1977" y="20"/>
                      <a:pt x="19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4" name="Google Shape;1934;p19"/>
              <p:cNvSpPr/>
              <p:nvPr/>
            </p:nvSpPr>
            <p:spPr>
              <a:xfrm>
                <a:off x="1915306" y="4141344"/>
                <a:ext cx="63202" cy="59231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1477" extrusionOk="0">
                    <a:moveTo>
                      <a:pt x="1352" y="0"/>
                    </a:moveTo>
                    <a:cubicBezTo>
                      <a:pt x="1253" y="0"/>
                      <a:pt x="1136" y="67"/>
                      <a:pt x="1044" y="223"/>
                    </a:cubicBezTo>
                    <a:cubicBezTo>
                      <a:pt x="1024" y="203"/>
                      <a:pt x="1014" y="173"/>
                      <a:pt x="994" y="153"/>
                    </a:cubicBezTo>
                    <a:cubicBezTo>
                      <a:pt x="914" y="223"/>
                      <a:pt x="844" y="323"/>
                      <a:pt x="793" y="424"/>
                    </a:cubicBezTo>
                    <a:cubicBezTo>
                      <a:pt x="760" y="386"/>
                      <a:pt x="729" y="370"/>
                      <a:pt x="699" y="370"/>
                    </a:cubicBezTo>
                    <a:cubicBezTo>
                      <a:pt x="522" y="370"/>
                      <a:pt x="406" y="948"/>
                      <a:pt x="372" y="1086"/>
                    </a:cubicBezTo>
                    <a:cubicBezTo>
                      <a:pt x="336" y="996"/>
                      <a:pt x="276" y="922"/>
                      <a:pt x="192" y="922"/>
                    </a:cubicBezTo>
                    <a:cubicBezTo>
                      <a:pt x="182" y="922"/>
                      <a:pt x="172" y="923"/>
                      <a:pt x="161" y="925"/>
                    </a:cubicBezTo>
                    <a:cubicBezTo>
                      <a:pt x="21" y="965"/>
                      <a:pt x="1" y="1136"/>
                      <a:pt x="1" y="1367"/>
                    </a:cubicBezTo>
                    <a:cubicBezTo>
                      <a:pt x="1" y="1407"/>
                      <a:pt x="11" y="1437"/>
                      <a:pt x="21" y="1477"/>
                    </a:cubicBezTo>
                    <a:cubicBezTo>
                      <a:pt x="21" y="1377"/>
                      <a:pt x="31" y="1276"/>
                      <a:pt x="81" y="1216"/>
                    </a:cubicBezTo>
                    <a:cubicBezTo>
                      <a:pt x="119" y="1161"/>
                      <a:pt x="148" y="1140"/>
                      <a:pt x="174" y="1140"/>
                    </a:cubicBezTo>
                    <a:cubicBezTo>
                      <a:pt x="235" y="1140"/>
                      <a:pt x="271" y="1264"/>
                      <a:pt x="342" y="1306"/>
                    </a:cubicBezTo>
                    <a:cubicBezTo>
                      <a:pt x="352" y="1276"/>
                      <a:pt x="352" y="1246"/>
                      <a:pt x="362" y="1216"/>
                    </a:cubicBezTo>
                    <a:lnTo>
                      <a:pt x="392" y="1226"/>
                    </a:lnTo>
                    <a:cubicBezTo>
                      <a:pt x="402" y="1196"/>
                      <a:pt x="402" y="1156"/>
                      <a:pt x="432" y="1126"/>
                    </a:cubicBezTo>
                    <a:cubicBezTo>
                      <a:pt x="434" y="1122"/>
                      <a:pt x="437" y="1120"/>
                      <a:pt x="441" y="1120"/>
                    </a:cubicBezTo>
                    <a:cubicBezTo>
                      <a:pt x="451" y="1120"/>
                      <a:pt x="464" y="1132"/>
                      <a:pt x="474" y="1132"/>
                    </a:cubicBezTo>
                    <a:cubicBezTo>
                      <a:pt x="477" y="1132"/>
                      <a:pt x="480" y="1130"/>
                      <a:pt x="482" y="1126"/>
                    </a:cubicBezTo>
                    <a:cubicBezTo>
                      <a:pt x="513" y="1096"/>
                      <a:pt x="492" y="955"/>
                      <a:pt x="492" y="925"/>
                    </a:cubicBezTo>
                    <a:cubicBezTo>
                      <a:pt x="482" y="795"/>
                      <a:pt x="482" y="725"/>
                      <a:pt x="553" y="604"/>
                    </a:cubicBezTo>
                    <a:cubicBezTo>
                      <a:pt x="596" y="534"/>
                      <a:pt x="643" y="498"/>
                      <a:pt x="692" y="498"/>
                    </a:cubicBezTo>
                    <a:cubicBezTo>
                      <a:pt x="734" y="498"/>
                      <a:pt x="778" y="524"/>
                      <a:pt x="823" y="574"/>
                    </a:cubicBezTo>
                    <a:cubicBezTo>
                      <a:pt x="841" y="530"/>
                      <a:pt x="891" y="397"/>
                      <a:pt x="944" y="397"/>
                    </a:cubicBezTo>
                    <a:cubicBezTo>
                      <a:pt x="951" y="397"/>
                      <a:pt x="957" y="399"/>
                      <a:pt x="964" y="404"/>
                    </a:cubicBezTo>
                    <a:cubicBezTo>
                      <a:pt x="1019" y="365"/>
                      <a:pt x="1055" y="265"/>
                      <a:pt x="1111" y="265"/>
                    </a:cubicBezTo>
                    <a:cubicBezTo>
                      <a:pt x="1127" y="265"/>
                      <a:pt x="1144" y="273"/>
                      <a:pt x="1165" y="293"/>
                    </a:cubicBezTo>
                    <a:cubicBezTo>
                      <a:pt x="1205" y="223"/>
                      <a:pt x="1315" y="83"/>
                      <a:pt x="1405" y="83"/>
                    </a:cubicBezTo>
                    <a:cubicBezTo>
                      <a:pt x="1475" y="93"/>
                      <a:pt x="1516" y="193"/>
                      <a:pt x="1536" y="283"/>
                    </a:cubicBezTo>
                    <a:cubicBezTo>
                      <a:pt x="1575" y="113"/>
                      <a:pt x="1480" y="0"/>
                      <a:pt x="13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5" name="Google Shape;1935;p19"/>
              <p:cNvSpPr/>
              <p:nvPr/>
            </p:nvSpPr>
            <p:spPr>
              <a:xfrm>
                <a:off x="1984004" y="4115196"/>
                <a:ext cx="99494" cy="134263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3348" extrusionOk="0">
                    <a:moveTo>
                      <a:pt x="1197" y="0"/>
                    </a:moveTo>
                    <a:cubicBezTo>
                      <a:pt x="1129" y="0"/>
                      <a:pt x="1083" y="158"/>
                      <a:pt x="1046" y="273"/>
                    </a:cubicBezTo>
                    <a:lnTo>
                      <a:pt x="1076" y="364"/>
                    </a:lnTo>
                    <a:cubicBezTo>
                      <a:pt x="896" y="474"/>
                      <a:pt x="886" y="534"/>
                      <a:pt x="956" y="695"/>
                    </a:cubicBezTo>
                    <a:cubicBezTo>
                      <a:pt x="976" y="745"/>
                      <a:pt x="866" y="725"/>
                      <a:pt x="826" y="785"/>
                    </a:cubicBezTo>
                    <a:cubicBezTo>
                      <a:pt x="776" y="845"/>
                      <a:pt x="776" y="996"/>
                      <a:pt x="786" y="1076"/>
                    </a:cubicBezTo>
                    <a:cubicBezTo>
                      <a:pt x="485" y="1126"/>
                      <a:pt x="505" y="1407"/>
                      <a:pt x="575" y="1587"/>
                    </a:cubicBezTo>
                    <a:cubicBezTo>
                      <a:pt x="344" y="1688"/>
                      <a:pt x="625" y="2209"/>
                      <a:pt x="625" y="2410"/>
                    </a:cubicBezTo>
                    <a:cubicBezTo>
                      <a:pt x="224" y="2430"/>
                      <a:pt x="364" y="2691"/>
                      <a:pt x="364" y="2891"/>
                    </a:cubicBezTo>
                    <a:cubicBezTo>
                      <a:pt x="347" y="2889"/>
                      <a:pt x="330" y="2888"/>
                      <a:pt x="314" y="2888"/>
                    </a:cubicBezTo>
                    <a:cubicBezTo>
                      <a:pt x="0" y="2888"/>
                      <a:pt x="79" y="3253"/>
                      <a:pt x="394" y="3262"/>
                    </a:cubicBezTo>
                    <a:cubicBezTo>
                      <a:pt x="394" y="3262"/>
                      <a:pt x="1065" y="3348"/>
                      <a:pt x="1599" y="3348"/>
                    </a:cubicBezTo>
                    <a:cubicBezTo>
                      <a:pt x="1904" y="3348"/>
                      <a:pt x="2164" y="3320"/>
                      <a:pt x="2230" y="3232"/>
                    </a:cubicBezTo>
                    <a:cubicBezTo>
                      <a:pt x="2250" y="3212"/>
                      <a:pt x="2481" y="3112"/>
                      <a:pt x="2300" y="2841"/>
                    </a:cubicBezTo>
                    <a:cubicBezTo>
                      <a:pt x="2260" y="2771"/>
                      <a:pt x="2120" y="2801"/>
                      <a:pt x="2080" y="2721"/>
                    </a:cubicBezTo>
                    <a:cubicBezTo>
                      <a:pt x="2039" y="2620"/>
                      <a:pt x="1989" y="2530"/>
                      <a:pt x="1929" y="2460"/>
                    </a:cubicBezTo>
                    <a:cubicBezTo>
                      <a:pt x="1889" y="2410"/>
                      <a:pt x="1749" y="2420"/>
                      <a:pt x="1749" y="2360"/>
                    </a:cubicBezTo>
                    <a:cubicBezTo>
                      <a:pt x="1738" y="2320"/>
                      <a:pt x="1799" y="2229"/>
                      <a:pt x="1799" y="2189"/>
                    </a:cubicBezTo>
                    <a:cubicBezTo>
                      <a:pt x="1819" y="1908"/>
                      <a:pt x="1688" y="1958"/>
                      <a:pt x="1648" y="1868"/>
                    </a:cubicBezTo>
                    <a:cubicBezTo>
                      <a:pt x="1588" y="1768"/>
                      <a:pt x="1708" y="1768"/>
                      <a:pt x="1618" y="1507"/>
                    </a:cubicBezTo>
                    <a:cubicBezTo>
                      <a:pt x="1608" y="1467"/>
                      <a:pt x="1608" y="1357"/>
                      <a:pt x="1618" y="1236"/>
                    </a:cubicBezTo>
                    <a:cubicBezTo>
                      <a:pt x="1658" y="1016"/>
                      <a:pt x="1518" y="1026"/>
                      <a:pt x="1528" y="945"/>
                    </a:cubicBezTo>
                    <a:cubicBezTo>
                      <a:pt x="1548" y="835"/>
                      <a:pt x="1588" y="775"/>
                      <a:pt x="1458" y="655"/>
                    </a:cubicBezTo>
                    <a:lnTo>
                      <a:pt x="1458" y="655"/>
                    </a:lnTo>
                    <a:cubicBezTo>
                      <a:pt x="1463" y="655"/>
                      <a:pt x="1468" y="655"/>
                      <a:pt x="1473" y="655"/>
                    </a:cubicBezTo>
                    <a:cubicBezTo>
                      <a:pt x="1576" y="655"/>
                      <a:pt x="1449" y="552"/>
                      <a:pt x="1488" y="514"/>
                    </a:cubicBezTo>
                    <a:cubicBezTo>
                      <a:pt x="1461" y="451"/>
                      <a:pt x="1458" y="381"/>
                      <a:pt x="1386" y="381"/>
                    </a:cubicBezTo>
                    <a:cubicBezTo>
                      <a:pt x="1378" y="381"/>
                      <a:pt x="1368" y="382"/>
                      <a:pt x="1357" y="384"/>
                    </a:cubicBezTo>
                    <a:cubicBezTo>
                      <a:pt x="1397" y="344"/>
                      <a:pt x="1317" y="123"/>
                      <a:pt x="1287" y="83"/>
                    </a:cubicBezTo>
                    <a:cubicBezTo>
                      <a:pt x="1254" y="24"/>
                      <a:pt x="1224" y="0"/>
                      <a:pt x="11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6" name="Google Shape;1936;p19"/>
              <p:cNvSpPr/>
              <p:nvPr/>
            </p:nvSpPr>
            <p:spPr>
              <a:xfrm>
                <a:off x="2003815" y="4141023"/>
                <a:ext cx="20974" cy="37857"/>
              </a:xfrm>
              <a:custGeom>
                <a:avLst/>
                <a:gdLst/>
                <a:ahLst/>
                <a:cxnLst/>
                <a:rect l="l" t="t" r="r" b="b"/>
                <a:pathLst>
                  <a:path w="523" h="944" extrusionOk="0">
                    <a:moveTo>
                      <a:pt x="442" y="0"/>
                    </a:moveTo>
                    <a:lnTo>
                      <a:pt x="442" y="0"/>
                    </a:lnTo>
                    <a:cubicBezTo>
                      <a:pt x="452" y="21"/>
                      <a:pt x="452" y="41"/>
                      <a:pt x="462" y="51"/>
                    </a:cubicBezTo>
                    <a:cubicBezTo>
                      <a:pt x="482" y="101"/>
                      <a:pt x="372" y="81"/>
                      <a:pt x="332" y="141"/>
                    </a:cubicBezTo>
                    <a:cubicBezTo>
                      <a:pt x="282" y="201"/>
                      <a:pt x="282" y="352"/>
                      <a:pt x="292" y="432"/>
                    </a:cubicBezTo>
                    <a:cubicBezTo>
                      <a:pt x="1" y="482"/>
                      <a:pt x="11" y="763"/>
                      <a:pt x="81" y="943"/>
                    </a:cubicBezTo>
                    <a:cubicBezTo>
                      <a:pt x="71" y="853"/>
                      <a:pt x="41" y="713"/>
                      <a:pt x="151" y="673"/>
                    </a:cubicBezTo>
                    <a:lnTo>
                      <a:pt x="171" y="683"/>
                    </a:lnTo>
                    <a:cubicBezTo>
                      <a:pt x="171" y="662"/>
                      <a:pt x="151" y="612"/>
                      <a:pt x="181" y="592"/>
                    </a:cubicBezTo>
                    <a:cubicBezTo>
                      <a:pt x="191" y="586"/>
                      <a:pt x="205" y="583"/>
                      <a:pt x="220" y="583"/>
                    </a:cubicBezTo>
                    <a:cubicBezTo>
                      <a:pt x="249" y="583"/>
                      <a:pt x="285" y="592"/>
                      <a:pt x="312" y="592"/>
                    </a:cubicBezTo>
                    <a:cubicBezTo>
                      <a:pt x="312" y="576"/>
                      <a:pt x="333" y="468"/>
                      <a:pt x="369" y="468"/>
                    </a:cubicBezTo>
                    <a:cubicBezTo>
                      <a:pt x="376" y="468"/>
                      <a:pt x="384" y="472"/>
                      <a:pt x="392" y="482"/>
                    </a:cubicBezTo>
                    <a:cubicBezTo>
                      <a:pt x="392" y="455"/>
                      <a:pt x="400" y="306"/>
                      <a:pt x="460" y="306"/>
                    </a:cubicBezTo>
                    <a:cubicBezTo>
                      <a:pt x="467" y="306"/>
                      <a:pt x="474" y="307"/>
                      <a:pt x="482" y="311"/>
                    </a:cubicBezTo>
                    <a:cubicBezTo>
                      <a:pt x="482" y="281"/>
                      <a:pt x="472" y="241"/>
                      <a:pt x="482" y="221"/>
                    </a:cubicBezTo>
                    <a:cubicBezTo>
                      <a:pt x="482" y="201"/>
                      <a:pt x="512" y="191"/>
                      <a:pt x="512" y="181"/>
                    </a:cubicBezTo>
                    <a:cubicBezTo>
                      <a:pt x="522" y="151"/>
                      <a:pt x="512" y="81"/>
                      <a:pt x="502" y="61"/>
                    </a:cubicBezTo>
                    <a:cubicBezTo>
                      <a:pt x="492" y="41"/>
                      <a:pt x="472" y="21"/>
                      <a:pt x="4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7" name="Google Shape;1937;p19"/>
              <p:cNvSpPr/>
              <p:nvPr/>
            </p:nvSpPr>
            <p:spPr>
              <a:xfrm>
                <a:off x="2006622" y="4178841"/>
                <a:ext cx="842" cy="842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1" y="0"/>
                    </a:moveTo>
                    <a:lnTo>
                      <a:pt x="1" y="1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8" name="Google Shape;1938;p19"/>
              <p:cNvSpPr/>
              <p:nvPr/>
            </p:nvSpPr>
            <p:spPr>
              <a:xfrm>
                <a:off x="2024348" y="4115276"/>
                <a:ext cx="7660" cy="1652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412" extrusionOk="0">
                    <a:moveTo>
                      <a:pt x="191" y="1"/>
                    </a:moveTo>
                    <a:cubicBezTo>
                      <a:pt x="121" y="1"/>
                      <a:pt x="81" y="151"/>
                      <a:pt x="40" y="271"/>
                    </a:cubicBezTo>
                    <a:lnTo>
                      <a:pt x="70" y="362"/>
                    </a:lnTo>
                    <a:cubicBezTo>
                      <a:pt x="40" y="382"/>
                      <a:pt x="20" y="392"/>
                      <a:pt x="0" y="412"/>
                    </a:cubicBezTo>
                    <a:lnTo>
                      <a:pt x="10" y="412"/>
                    </a:lnTo>
                    <a:cubicBezTo>
                      <a:pt x="40" y="412"/>
                      <a:pt x="91" y="412"/>
                      <a:pt x="121" y="392"/>
                    </a:cubicBezTo>
                    <a:cubicBezTo>
                      <a:pt x="111" y="372"/>
                      <a:pt x="91" y="362"/>
                      <a:pt x="81" y="342"/>
                    </a:cubicBezTo>
                    <a:cubicBezTo>
                      <a:pt x="70" y="281"/>
                      <a:pt x="141" y="281"/>
                      <a:pt x="191" y="241"/>
                    </a:cubicBezTo>
                    <a:cubicBezTo>
                      <a:pt x="171" y="201"/>
                      <a:pt x="161" y="171"/>
                      <a:pt x="191" y="141"/>
                    </a:cubicBezTo>
                    <a:cubicBezTo>
                      <a:pt x="181" y="121"/>
                      <a:pt x="151" y="101"/>
                      <a:pt x="151" y="81"/>
                    </a:cubicBezTo>
                    <a:cubicBezTo>
                      <a:pt x="141" y="51"/>
                      <a:pt x="161" y="2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9" name="Google Shape;1939;p19"/>
              <p:cNvSpPr/>
              <p:nvPr/>
            </p:nvSpPr>
            <p:spPr>
              <a:xfrm>
                <a:off x="1471238" y="4158708"/>
                <a:ext cx="44233" cy="75433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881" extrusionOk="0">
                    <a:moveTo>
                      <a:pt x="261" y="1"/>
                    </a:moveTo>
                    <a:cubicBezTo>
                      <a:pt x="201" y="61"/>
                      <a:pt x="281" y="111"/>
                      <a:pt x="211" y="171"/>
                    </a:cubicBezTo>
                    <a:lnTo>
                      <a:pt x="171" y="252"/>
                    </a:lnTo>
                    <a:cubicBezTo>
                      <a:pt x="101" y="312"/>
                      <a:pt x="161" y="382"/>
                      <a:pt x="161" y="462"/>
                    </a:cubicBezTo>
                    <a:cubicBezTo>
                      <a:pt x="161" y="552"/>
                      <a:pt x="60" y="643"/>
                      <a:pt x="40" y="723"/>
                    </a:cubicBezTo>
                    <a:cubicBezTo>
                      <a:pt x="20" y="823"/>
                      <a:pt x="40" y="853"/>
                      <a:pt x="70" y="944"/>
                    </a:cubicBezTo>
                    <a:cubicBezTo>
                      <a:pt x="111" y="1054"/>
                      <a:pt x="81" y="1134"/>
                      <a:pt x="40" y="1235"/>
                    </a:cubicBezTo>
                    <a:cubicBezTo>
                      <a:pt x="0" y="1305"/>
                      <a:pt x="20" y="1345"/>
                      <a:pt x="40" y="1425"/>
                    </a:cubicBezTo>
                    <a:cubicBezTo>
                      <a:pt x="60" y="1525"/>
                      <a:pt x="81" y="1576"/>
                      <a:pt x="161" y="1666"/>
                    </a:cubicBezTo>
                    <a:cubicBezTo>
                      <a:pt x="271" y="1716"/>
                      <a:pt x="331" y="1746"/>
                      <a:pt x="422" y="1786"/>
                    </a:cubicBezTo>
                    <a:cubicBezTo>
                      <a:pt x="542" y="1836"/>
                      <a:pt x="702" y="1856"/>
                      <a:pt x="843" y="1877"/>
                    </a:cubicBezTo>
                    <a:cubicBezTo>
                      <a:pt x="867" y="1879"/>
                      <a:pt x="889" y="1881"/>
                      <a:pt x="910" y="1881"/>
                    </a:cubicBezTo>
                    <a:cubicBezTo>
                      <a:pt x="1037" y="1881"/>
                      <a:pt x="1102" y="1827"/>
                      <a:pt x="1094" y="1706"/>
                    </a:cubicBezTo>
                    <a:cubicBezTo>
                      <a:pt x="1084" y="1556"/>
                      <a:pt x="933" y="1415"/>
                      <a:pt x="853" y="1295"/>
                    </a:cubicBezTo>
                    <a:cubicBezTo>
                      <a:pt x="783" y="1194"/>
                      <a:pt x="793" y="1144"/>
                      <a:pt x="763" y="1044"/>
                    </a:cubicBezTo>
                    <a:cubicBezTo>
                      <a:pt x="732" y="944"/>
                      <a:pt x="632" y="934"/>
                      <a:pt x="582" y="843"/>
                    </a:cubicBezTo>
                    <a:cubicBezTo>
                      <a:pt x="542" y="763"/>
                      <a:pt x="542" y="713"/>
                      <a:pt x="472" y="643"/>
                    </a:cubicBezTo>
                    <a:cubicBezTo>
                      <a:pt x="422" y="593"/>
                      <a:pt x="482" y="573"/>
                      <a:pt x="472" y="522"/>
                    </a:cubicBezTo>
                    <a:cubicBezTo>
                      <a:pt x="452" y="482"/>
                      <a:pt x="472" y="452"/>
                      <a:pt x="442" y="422"/>
                    </a:cubicBezTo>
                    <a:cubicBezTo>
                      <a:pt x="432" y="402"/>
                      <a:pt x="391" y="392"/>
                      <a:pt x="371" y="372"/>
                    </a:cubicBezTo>
                    <a:cubicBezTo>
                      <a:pt x="351" y="342"/>
                      <a:pt x="351" y="322"/>
                      <a:pt x="341" y="282"/>
                    </a:cubicBezTo>
                    <a:cubicBezTo>
                      <a:pt x="331" y="242"/>
                      <a:pt x="331" y="171"/>
                      <a:pt x="321" y="121"/>
                    </a:cubicBezTo>
                    <a:cubicBezTo>
                      <a:pt x="311" y="71"/>
                      <a:pt x="271" y="41"/>
                      <a:pt x="2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0" name="Google Shape;1940;p19"/>
              <p:cNvSpPr/>
              <p:nvPr/>
            </p:nvSpPr>
            <p:spPr>
              <a:xfrm>
                <a:off x="1399613" y="4139018"/>
                <a:ext cx="60394" cy="97569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433" extrusionOk="0">
                    <a:moveTo>
                      <a:pt x="573" y="0"/>
                    </a:moveTo>
                    <a:cubicBezTo>
                      <a:pt x="512" y="61"/>
                      <a:pt x="502" y="121"/>
                      <a:pt x="472" y="191"/>
                    </a:cubicBezTo>
                    <a:cubicBezTo>
                      <a:pt x="442" y="251"/>
                      <a:pt x="392" y="331"/>
                      <a:pt x="382" y="412"/>
                    </a:cubicBezTo>
                    <a:cubicBezTo>
                      <a:pt x="372" y="502"/>
                      <a:pt x="382" y="552"/>
                      <a:pt x="352" y="642"/>
                    </a:cubicBezTo>
                    <a:cubicBezTo>
                      <a:pt x="332" y="723"/>
                      <a:pt x="282" y="803"/>
                      <a:pt x="252" y="873"/>
                    </a:cubicBezTo>
                    <a:cubicBezTo>
                      <a:pt x="222" y="973"/>
                      <a:pt x="302" y="1084"/>
                      <a:pt x="252" y="1184"/>
                    </a:cubicBezTo>
                    <a:cubicBezTo>
                      <a:pt x="242" y="1204"/>
                      <a:pt x="191" y="1224"/>
                      <a:pt x="181" y="1254"/>
                    </a:cubicBezTo>
                    <a:cubicBezTo>
                      <a:pt x="161" y="1314"/>
                      <a:pt x="211" y="1364"/>
                      <a:pt x="222" y="1415"/>
                    </a:cubicBezTo>
                    <a:cubicBezTo>
                      <a:pt x="232" y="1495"/>
                      <a:pt x="322" y="1786"/>
                      <a:pt x="211" y="1786"/>
                    </a:cubicBezTo>
                    <a:cubicBezTo>
                      <a:pt x="191" y="1856"/>
                      <a:pt x="211" y="1946"/>
                      <a:pt x="171" y="2016"/>
                    </a:cubicBezTo>
                    <a:cubicBezTo>
                      <a:pt x="156" y="2011"/>
                      <a:pt x="139" y="2011"/>
                      <a:pt x="121" y="2011"/>
                    </a:cubicBezTo>
                    <a:cubicBezTo>
                      <a:pt x="104" y="2011"/>
                      <a:pt x="86" y="2011"/>
                      <a:pt x="71" y="2006"/>
                    </a:cubicBezTo>
                    <a:lnTo>
                      <a:pt x="71" y="2006"/>
                    </a:lnTo>
                    <a:cubicBezTo>
                      <a:pt x="1" y="2077"/>
                      <a:pt x="91" y="2217"/>
                      <a:pt x="151" y="2277"/>
                    </a:cubicBezTo>
                    <a:cubicBezTo>
                      <a:pt x="201" y="2297"/>
                      <a:pt x="292" y="2357"/>
                      <a:pt x="382" y="2368"/>
                    </a:cubicBezTo>
                    <a:cubicBezTo>
                      <a:pt x="492" y="2388"/>
                      <a:pt x="623" y="2388"/>
                      <a:pt x="733" y="2398"/>
                    </a:cubicBezTo>
                    <a:cubicBezTo>
                      <a:pt x="833" y="2407"/>
                      <a:pt x="989" y="2432"/>
                      <a:pt x="1133" y="2432"/>
                    </a:cubicBezTo>
                    <a:cubicBezTo>
                      <a:pt x="1307" y="2432"/>
                      <a:pt x="1463" y="2395"/>
                      <a:pt x="1485" y="2247"/>
                    </a:cubicBezTo>
                    <a:cubicBezTo>
                      <a:pt x="1505" y="2127"/>
                      <a:pt x="1465" y="1956"/>
                      <a:pt x="1395" y="1846"/>
                    </a:cubicBezTo>
                    <a:cubicBezTo>
                      <a:pt x="1345" y="1776"/>
                      <a:pt x="1174" y="1615"/>
                      <a:pt x="1154" y="1535"/>
                    </a:cubicBezTo>
                    <a:cubicBezTo>
                      <a:pt x="1134" y="1475"/>
                      <a:pt x="1204" y="1425"/>
                      <a:pt x="1184" y="1364"/>
                    </a:cubicBezTo>
                    <a:lnTo>
                      <a:pt x="1134" y="1314"/>
                    </a:lnTo>
                    <a:cubicBezTo>
                      <a:pt x="1084" y="1254"/>
                      <a:pt x="994" y="1204"/>
                      <a:pt x="964" y="1134"/>
                    </a:cubicBezTo>
                    <a:cubicBezTo>
                      <a:pt x="914" y="1033"/>
                      <a:pt x="1004" y="1064"/>
                      <a:pt x="1024" y="963"/>
                    </a:cubicBezTo>
                    <a:cubicBezTo>
                      <a:pt x="1034" y="933"/>
                      <a:pt x="984" y="873"/>
                      <a:pt x="984" y="833"/>
                    </a:cubicBezTo>
                    <a:cubicBezTo>
                      <a:pt x="974" y="813"/>
                      <a:pt x="1004" y="793"/>
                      <a:pt x="984" y="753"/>
                    </a:cubicBezTo>
                    <a:cubicBezTo>
                      <a:pt x="964" y="682"/>
                      <a:pt x="914" y="662"/>
                      <a:pt x="904" y="592"/>
                    </a:cubicBezTo>
                    <a:cubicBezTo>
                      <a:pt x="904" y="512"/>
                      <a:pt x="954" y="512"/>
                      <a:pt x="853" y="452"/>
                    </a:cubicBezTo>
                    <a:cubicBezTo>
                      <a:pt x="813" y="422"/>
                      <a:pt x="763" y="432"/>
                      <a:pt x="733" y="392"/>
                    </a:cubicBezTo>
                    <a:cubicBezTo>
                      <a:pt x="693" y="341"/>
                      <a:pt x="753" y="261"/>
                      <a:pt x="643" y="231"/>
                    </a:cubicBezTo>
                    <a:cubicBezTo>
                      <a:pt x="663" y="131"/>
                      <a:pt x="703" y="71"/>
                      <a:pt x="5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1" name="Google Shape;1941;p19"/>
              <p:cNvSpPr/>
              <p:nvPr/>
            </p:nvSpPr>
            <p:spPr>
              <a:xfrm>
                <a:off x="1618459" y="4185498"/>
                <a:ext cx="222489" cy="84656"/>
              </a:xfrm>
              <a:custGeom>
                <a:avLst/>
                <a:gdLst/>
                <a:ahLst/>
                <a:cxnLst/>
                <a:rect l="l" t="t" r="r" b="b"/>
                <a:pathLst>
                  <a:path w="5548" h="2111" extrusionOk="0">
                    <a:moveTo>
                      <a:pt x="2379" y="1"/>
                    </a:moveTo>
                    <a:cubicBezTo>
                      <a:pt x="2247" y="1"/>
                      <a:pt x="2147" y="156"/>
                      <a:pt x="2147" y="316"/>
                    </a:cubicBezTo>
                    <a:cubicBezTo>
                      <a:pt x="2047" y="225"/>
                      <a:pt x="1951" y="171"/>
                      <a:pt x="1870" y="171"/>
                    </a:cubicBezTo>
                    <a:cubicBezTo>
                      <a:pt x="1771" y="171"/>
                      <a:pt x="1694" y="250"/>
                      <a:pt x="1655" y="436"/>
                    </a:cubicBezTo>
                    <a:cubicBezTo>
                      <a:pt x="1655" y="429"/>
                      <a:pt x="1641" y="424"/>
                      <a:pt x="1618" y="424"/>
                    </a:cubicBezTo>
                    <a:cubicBezTo>
                      <a:pt x="1521" y="424"/>
                      <a:pt x="1266" y="505"/>
                      <a:pt x="1314" y="757"/>
                    </a:cubicBezTo>
                    <a:cubicBezTo>
                      <a:pt x="1268" y="746"/>
                      <a:pt x="1229" y="741"/>
                      <a:pt x="1194" y="741"/>
                    </a:cubicBezTo>
                    <a:cubicBezTo>
                      <a:pt x="1101" y="741"/>
                      <a:pt x="1038" y="776"/>
                      <a:pt x="943" y="827"/>
                    </a:cubicBezTo>
                    <a:cubicBezTo>
                      <a:pt x="930" y="831"/>
                      <a:pt x="919" y="832"/>
                      <a:pt x="909" y="832"/>
                    </a:cubicBezTo>
                    <a:cubicBezTo>
                      <a:pt x="884" y="832"/>
                      <a:pt x="865" y="824"/>
                      <a:pt x="844" y="824"/>
                    </a:cubicBezTo>
                    <a:cubicBezTo>
                      <a:pt x="827" y="824"/>
                      <a:pt x="808" y="829"/>
                      <a:pt x="783" y="847"/>
                    </a:cubicBezTo>
                    <a:cubicBezTo>
                      <a:pt x="733" y="878"/>
                      <a:pt x="743" y="1008"/>
                      <a:pt x="662" y="1058"/>
                    </a:cubicBezTo>
                    <a:cubicBezTo>
                      <a:pt x="636" y="1025"/>
                      <a:pt x="607" y="1013"/>
                      <a:pt x="580" y="1013"/>
                    </a:cubicBezTo>
                    <a:cubicBezTo>
                      <a:pt x="515" y="1013"/>
                      <a:pt x="456" y="1083"/>
                      <a:pt x="442" y="1118"/>
                    </a:cubicBezTo>
                    <a:cubicBezTo>
                      <a:pt x="383" y="1087"/>
                      <a:pt x="321" y="1071"/>
                      <a:pt x="262" y="1071"/>
                    </a:cubicBezTo>
                    <a:cubicBezTo>
                      <a:pt x="171" y="1071"/>
                      <a:pt x="89" y="1109"/>
                      <a:pt x="41" y="1188"/>
                    </a:cubicBezTo>
                    <a:cubicBezTo>
                      <a:pt x="0" y="1269"/>
                      <a:pt x="31" y="1289"/>
                      <a:pt x="71" y="1379"/>
                    </a:cubicBezTo>
                    <a:cubicBezTo>
                      <a:pt x="191" y="1600"/>
                      <a:pt x="462" y="1800"/>
                      <a:pt x="652" y="1891"/>
                    </a:cubicBezTo>
                    <a:cubicBezTo>
                      <a:pt x="942" y="2018"/>
                      <a:pt x="1413" y="2110"/>
                      <a:pt x="1776" y="2110"/>
                    </a:cubicBezTo>
                    <a:cubicBezTo>
                      <a:pt x="1840" y="2110"/>
                      <a:pt x="1901" y="2107"/>
                      <a:pt x="1956" y="2101"/>
                    </a:cubicBezTo>
                    <a:cubicBezTo>
                      <a:pt x="2348" y="2051"/>
                      <a:pt x="2719" y="1901"/>
                      <a:pt x="3120" y="1861"/>
                    </a:cubicBezTo>
                    <a:cubicBezTo>
                      <a:pt x="3410" y="1823"/>
                      <a:pt x="3689" y="1803"/>
                      <a:pt x="3974" y="1803"/>
                    </a:cubicBezTo>
                    <a:cubicBezTo>
                      <a:pt x="4073" y="1803"/>
                      <a:pt x="4172" y="1805"/>
                      <a:pt x="4273" y="1810"/>
                    </a:cubicBezTo>
                    <a:cubicBezTo>
                      <a:pt x="4306" y="1811"/>
                      <a:pt x="4342" y="1812"/>
                      <a:pt x="4383" y="1812"/>
                    </a:cubicBezTo>
                    <a:cubicBezTo>
                      <a:pt x="4748" y="1812"/>
                      <a:pt x="5407" y="1755"/>
                      <a:pt x="5497" y="1349"/>
                    </a:cubicBezTo>
                    <a:cubicBezTo>
                      <a:pt x="5547" y="1158"/>
                      <a:pt x="5447" y="1219"/>
                      <a:pt x="5347" y="1098"/>
                    </a:cubicBezTo>
                    <a:cubicBezTo>
                      <a:pt x="5246" y="988"/>
                      <a:pt x="5256" y="737"/>
                      <a:pt x="5116" y="697"/>
                    </a:cubicBezTo>
                    <a:cubicBezTo>
                      <a:pt x="5107" y="694"/>
                      <a:pt x="5097" y="692"/>
                      <a:pt x="5087" y="692"/>
                    </a:cubicBezTo>
                    <a:cubicBezTo>
                      <a:pt x="5034" y="692"/>
                      <a:pt x="4976" y="733"/>
                      <a:pt x="4925" y="767"/>
                    </a:cubicBezTo>
                    <a:cubicBezTo>
                      <a:pt x="4915" y="737"/>
                      <a:pt x="4905" y="687"/>
                      <a:pt x="4915" y="657"/>
                    </a:cubicBezTo>
                    <a:lnTo>
                      <a:pt x="4845" y="657"/>
                    </a:lnTo>
                    <a:cubicBezTo>
                      <a:pt x="4875" y="557"/>
                      <a:pt x="4855" y="547"/>
                      <a:pt x="4805" y="476"/>
                    </a:cubicBezTo>
                    <a:lnTo>
                      <a:pt x="4765" y="516"/>
                    </a:lnTo>
                    <a:cubicBezTo>
                      <a:pt x="4727" y="462"/>
                      <a:pt x="4690" y="440"/>
                      <a:pt x="4657" y="440"/>
                    </a:cubicBezTo>
                    <a:cubicBezTo>
                      <a:pt x="4567" y="440"/>
                      <a:pt x="4501" y="597"/>
                      <a:pt x="4494" y="707"/>
                    </a:cubicBezTo>
                    <a:cubicBezTo>
                      <a:pt x="4414" y="677"/>
                      <a:pt x="4354" y="607"/>
                      <a:pt x="4304" y="536"/>
                    </a:cubicBezTo>
                    <a:lnTo>
                      <a:pt x="4304" y="536"/>
                    </a:lnTo>
                    <a:cubicBezTo>
                      <a:pt x="4307" y="548"/>
                      <a:pt x="4311" y="558"/>
                      <a:pt x="4315" y="567"/>
                    </a:cubicBezTo>
                    <a:lnTo>
                      <a:pt x="4315" y="567"/>
                    </a:lnTo>
                    <a:cubicBezTo>
                      <a:pt x="4283" y="505"/>
                      <a:pt x="4232" y="481"/>
                      <a:pt x="4174" y="481"/>
                    </a:cubicBezTo>
                    <a:cubicBezTo>
                      <a:pt x="4086" y="481"/>
                      <a:pt x="3984" y="536"/>
                      <a:pt x="3912" y="597"/>
                    </a:cubicBezTo>
                    <a:cubicBezTo>
                      <a:pt x="3909" y="504"/>
                      <a:pt x="3863" y="471"/>
                      <a:pt x="3803" y="471"/>
                    </a:cubicBezTo>
                    <a:cubicBezTo>
                      <a:pt x="3700" y="471"/>
                      <a:pt x="3556" y="571"/>
                      <a:pt x="3511" y="647"/>
                    </a:cubicBezTo>
                    <a:cubicBezTo>
                      <a:pt x="3495" y="549"/>
                      <a:pt x="3419" y="498"/>
                      <a:pt x="3338" y="498"/>
                    </a:cubicBezTo>
                    <a:cubicBezTo>
                      <a:pt x="3319" y="498"/>
                      <a:pt x="3299" y="501"/>
                      <a:pt x="3280" y="506"/>
                    </a:cubicBezTo>
                    <a:cubicBezTo>
                      <a:pt x="3369" y="360"/>
                      <a:pt x="3221" y="299"/>
                      <a:pt x="3062" y="299"/>
                    </a:cubicBezTo>
                    <a:cubicBezTo>
                      <a:pt x="2970" y="299"/>
                      <a:pt x="2874" y="319"/>
                      <a:pt x="2819" y="356"/>
                    </a:cubicBezTo>
                    <a:cubicBezTo>
                      <a:pt x="2827" y="248"/>
                      <a:pt x="2713" y="45"/>
                      <a:pt x="2605" y="45"/>
                    </a:cubicBezTo>
                    <a:cubicBezTo>
                      <a:pt x="2582" y="45"/>
                      <a:pt x="2559" y="54"/>
                      <a:pt x="2538" y="75"/>
                    </a:cubicBezTo>
                    <a:cubicBezTo>
                      <a:pt x="2483" y="23"/>
                      <a:pt x="2429" y="1"/>
                      <a:pt x="23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2" name="Google Shape;1942;p19"/>
              <p:cNvSpPr/>
              <p:nvPr/>
            </p:nvSpPr>
            <p:spPr>
              <a:xfrm>
                <a:off x="1439436" y="4198531"/>
                <a:ext cx="71262" cy="43632"/>
              </a:xfrm>
              <a:custGeom>
                <a:avLst/>
                <a:gdLst/>
                <a:ahLst/>
                <a:cxnLst/>
                <a:rect l="l" t="t" r="r" b="b"/>
                <a:pathLst>
                  <a:path w="1777" h="1088" extrusionOk="0">
                    <a:moveTo>
                      <a:pt x="853" y="1"/>
                    </a:moveTo>
                    <a:cubicBezTo>
                      <a:pt x="753" y="1"/>
                      <a:pt x="633" y="171"/>
                      <a:pt x="583" y="232"/>
                    </a:cubicBezTo>
                    <a:cubicBezTo>
                      <a:pt x="522" y="302"/>
                      <a:pt x="472" y="382"/>
                      <a:pt x="402" y="422"/>
                    </a:cubicBezTo>
                    <a:cubicBezTo>
                      <a:pt x="392" y="402"/>
                      <a:pt x="372" y="382"/>
                      <a:pt x="372" y="362"/>
                    </a:cubicBezTo>
                    <a:cubicBezTo>
                      <a:pt x="302" y="402"/>
                      <a:pt x="222" y="452"/>
                      <a:pt x="181" y="512"/>
                    </a:cubicBezTo>
                    <a:cubicBezTo>
                      <a:pt x="171" y="502"/>
                      <a:pt x="161" y="492"/>
                      <a:pt x="151" y="472"/>
                    </a:cubicBezTo>
                    <a:cubicBezTo>
                      <a:pt x="81" y="532"/>
                      <a:pt x="1" y="603"/>
                      <a:pt x="1" y="713"/>
                    </a:cubicBezTo>
                    <a:cubicBezTo>
                      <a:pt x="11" y="753"/>
                      <a:pt x="51" y="884"/>
                      <a:pt x="81" y="984"/>
                    </a:cubicBezTo>
                    <a:cubicBezTo>
                      <a:pt x="129" y="991"/>
                      <a:pt x="176" y="993"/>
                      <a:pt x="223" y="993"/>
                    </a:cubicBezTo>
                    <a:cubicBezTo>
                      <a:pt x="273" y="993"/>
                      <a:pt x="324" y="991"/>
                      <a:pt x="375" y="991"/>
                    </a:cubicBezTo>
                    <a:cubicBezTo>
                      <a:pt x="404" y="991"/>
                      <a:pt x="433" y="992"/>
                      <a:pt x="462" y="994"/>
                    </a:cubicBezTo>
                    <a:cubicBezTo>
                      <a:pt x="621" y="1003"/>
                      <a:pt x="754" y="1065"/>
                      <a:pt x="918" y="1065"/>
                    </a:cubicBezTo>
                    <a:cubicBezTo>
                      <a:pt x="930" y="1065"/>
                      <a:pt x="942" y="1065"/>
                      <a:pt x="954" y="1064"/>
                    </a:cubicBezTo>
                    <a:cubicBezTo>
                      <a:pt x="1104" y="1064"/>
                      <a:pt x="1255" y="1064"/>
                      <a:pt x="1415" y="1074"/>
                    </a:cubicBezTo>
                    <a:cubicBezTo>
                      <a:pt x="1461" y="1074"/>
                      <a:pt x="1536" y="1087"/>
                      <a:pt x="1606" y="1087"/>
                    </a:cubicBezTo>
                    <a:cubicBezTo>
                      <a:pt x="1658" y="1087"/>
                      <a:pt x="1706" y="1080"/>
                      <a:pt x="1736" y="1054"/>
                    </a:cubicBezTo>
                    <a:cubicBezTo>
                      <a:pt x="1776" y="1024"/>
                      <a:pt x="1776" y="994"/>
                      <a:pt x="1776" y="954"/>
                    </a:cubicBezTo>
                    <a:cubicBezTo>
                      <a:pt x="1776" y="894"/>
                      <a:pt x="1756" y="823"/>
                      <a:pt x="1736" y="763"/>
                    </a:cubicBezTo>
                    <a:cubicBezTo>
                      <a:pt x="1712" y="706"/>
                      <a:pt x="1588" y="470"/>
                      <a:pt x="1499" y="470"/>
                    </a:cubicBezTo>
                    <a:cubicBezTo>
                      <a:pt x="1481" y="470"/>
                      <a:pt x="1464" y="480"/>
                      <a:pt x="1450" y="503"/>
                    </a:cubicBezTo>
                    <a:lnTo>
                      <a:pt x="1450" y="503"/>
                    </a:lnTo>
                    <a:cubicBezTo>
                      <a:pt x="1496" y="403"/>
                      <a:pt x="1173" y="412"/>
                      <a:pt x="1114" y="392"/>
                    </a:cubicBezTo>
                    <a:cubicBezTo>
                      <a:pt x="1136" y="348"/>
                      <a:pt x="1105" y="299"/>
                      <a:pt x="1071" y="299"/>
                    </a:cubicBezTo>
                    <a:cubicBezTo>
                      <a:pt x="1061" y="299"/>
                      <a:pt x="1052" y="302"/>
                      <a:pt x="1044" y="310"/>
                    </a:cubicBezTo>
                    <a:lnTo>
                      <a:pt x="1044" y="310"/>
                    </a:lnTo>
                    <a:cubicBezTo>
                      <a:pt x="1110" y="214"/>
                      <a:pt x="940" y="10"/>
                      <a:pt x="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3" name="Google Shape;1943;p19"/>
              <p:cNvSpPr/>
              <p:nvPr/>
            </p:nvSpPr>
            <p:spPr>
              <a:xfrm>
                <a:off x="1307495" y="4187583"/>
                <a:ext cx="87744" cy="42709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1065" extrusionOk="0">
                    <a:moveTo>
                      <a:pt x="979" y="1"/>
                    </a:moveTo>
                    <a:cubicBezTo>
                      <a:pt x="883" y="1"/>
                      <a:pt x="768" y="197"/>
                      <a:pt x="723" y="364"/>
                    </a:cubicBezTo>
                    <a:cubicBezTo>
                      <a:pt x="663" y="344"/>
                      <a:pt x="583" y="284"/>
                      <a:pt x="532" y="234"/>
                    </a:cubicBezTo>
                    <a:cubicBezTo>
                      <a:pt x="502" y="274"/>
                      <a:pt x="482" y="314"/>
                      <a:pt x="442" y="344"/>
                    </a:cubicBezTo>
                    <a:cubicBezTo>
                      <a:pt x="442" y="304"/>
                      <a:pt x="412" y="284"/>
                      <a:pt x="402" y="254"/>
                    </a:cubicBezTo>
                    <a:cubicBezTo>
                      <a:pt x="352" y="274"/>
                      <a:pt x="292" y="294"/>
                      <a:pt x="232" y="294"/>
                    </a:cubicBezTo>
                    <a:cubicBezTo>
                      <a:pt x="229" y="295"/>
                      <a:pt x="226" y="295"/>
                      <a:pt x="224" y="295"/>
                    </a:cubicBezTo>
                    <a:cubicBezTo>
                      <a:pt x="205" y="295"/>
                      <a:pt x="199" y="269"/>
                      <a:pt x="173" y="269"/>
                    </a:cubicBezTo>
                    <a:cubicBezTo>
                      <a:pt x="167" y="269"/>
                      <a:pt x="160" y="270"/>
                      <a:pt x="151" y="274"/>
                    </a:cubicBezTo>
                    <a:cubicBezTo>
                      <a:pt x="51" y="314"/>
                      <a:pt x="1" y="474"/>
                      <a:pt x="51" y="575"/>
                    </a:cubicBezTo>
                    <a:cubicBezTo>
                      <a:pt x="71" y="605"/>
                      <a:pt x="51" y="675"/>
                      <a:pt x="81" y="735"/>
                    </a:cubicBezTo>
                    <a:cubicBezTo>
                      <a:pt x="141" y="846"/>
                      <a:pt x="272" y="846"/>
                      <a:pt x="362" y="866"/>
                    </a:cubicBezTo>
                    <a:cubicBezTo>
                      <a:pt x="700" y="948"/>
                      <a:pt x="1071" y="1064"/>
                      <a:pt x="1427" y="1064"/>
                    </a:cubicBezTo>
                    <a:cubicBezTo>
                      <a:pt x="1504" y="1064"/>
                      <a:pt x="1581" y="1059"/>
                      <a:pt x="1656" y="1046"/>
                    </a:cubicBezTo>
                    <a:cubicBezTo>
                      <a:pt x="1947" y="996"/>
                      <a:pt x="2187" y="755"/>
                      <a:pt x="1856" y="535"/>
                    </a:cubicBezTo>
                    <a:cubicBezTo>
                      <a:pt x="1806" y="505"/>
                      <a:pt x="1696" y="464"/>
                      <a:pt x="1646" y="444"/>
                    </a:cubicBezTo>
                    <a:cubicBezTo>
                      <a:pt x="1606" y="434"/>
                      <a:pt x="1536" y="414"/>
                      <a:pt x="1485" y="384"/>
                    </a:cubicBezTo>
                    <a:cubicBezTo>
                      <a:pt x="1525" y="240"/>
                      <a:pt x="1398" y="207"/>
                      <a:pt x="1274" y="207"/>
                    </a:cubicBezTo>
                    <a:cubicBezTo>
                      <a:pt x="1208" y="207"/>
                      <a:pt x="1143" y="217"/>
                      <a:pt x="1104" y="224"/>
                    </a:cubicBezTo>
                    <a:cubicBezTo>
                      <a:pt x="1079" y="62"/>
                      <a:pt x="1032" y="1"/>
                      <a:pt x="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4" name="Google Shape;1944;p19"/>
              <p:cNvSpPr/>
              <p:nvPr/>
            </p:nvSpPr>
            <p:spPr>
              <a:xfrm>
                <a:off x="1330033" y="4187703"/>
                <a:ext cx="347007" cy="94963"/>
              </a:xfrm>
              <a:custGeom>
                <a:avLst/>
                <a:gdLst/>
                <a:ahLst/>
                <a:cxnLst/>
                <a:rect l="l" t="t" r="r" b="b"/>
                <a:pathLst>
                  <a:path w="8653" h="2368" extrusionOk="0">
                    <a:moveTo>
                      <a:pt x="6049" y="0"/>
                    </a:moveTo>
                    <a:cubicBezTo>
                      <a:pt x="5858" y="90"/>
                      <a:pt x="5598" y="60"/>
                      <a:pt x="5598" y="341"/>
                    </a:cubicBezTo>
                    <a:cubicBezTo>
                      <a:pt x="5578" y="331"/>
                      <a:pt x="5567" y="301"/>
                      <a:pt x="5547" y="291"/>
                    </a:cubicBezTo>
                    <a:cubicBezTo>
                      <a:pt x="5267" y="421"/>
                      <a:pt x="5156" y="502"/>
                      <a:pt x="5126" y="843"/>
                    </a:cubicBezTo>
                    <a:cubicBezTo>
                      <a:pt x="5060" y="722"/>
                      <a:pt x="4954" y="667"/>
                      <a:pt x="4856" y="667"/>
                    </a:cubicBezTo>
                    <a:cubicBezTo>
                      <a:pt x="4716" y="667"/>
                      <a:pt x="4591" y="779"/>
                      <a:pt x="4615" y="973"/>
                    </a:cubicBezTo>
                    <a:cubicBezTo>
                      <a:pt x="4585" y="943"/>
                      <a:pt x="4554" y="913"/>
                      <a:pt x="4534" y="883"/>
                    </a:cubicBezTo>
                    <a:cubicBezTo>
                      <a:pt x="4534" y="953"/>
                      <a:pt x="4484" y="1023"/>
                      <a:pt x="4504" y="1123"/>
                    </a:cubicBezTo>
                    <a:cubicBezTo>
                      <a:pt x="4392" y="1080"/>
                      <a:pt x="4223" y="990"/>
                      <a:pt x="4098" y="990"/>
                    </a:cubicBezTo>
                    <a:cubicBezTo>
                      <a:pt x="4021" y="990"/>
                      <a:pt x="3962" y="1024"/>
                      <a:pt x="3943" y="1123"/>
                    </a:cubicBezTo>
                    <a:cubicBezTo>
                      <a:pt x="3863" y="1038"/>
                      <a:pt x="3710" y="953"/>
                      <a:pt x="3596" y="953"/>
                    </a:cubicBezTo>
                    <a:cubicBezTo>
                      <a:pt x="3521" y="953"/>
                      <a:pt x="3463" y="989"/>
                      <a:pt x="3451" y="1083"/>
                    </a:cubicBezTo>
                    <a:cubicBezTo>
                      <a:pt x="3421" y="973"/>
                      <a:pt x="3381" y="873"/>
                      <a:pt x="3341" y="782"/>
                    </a:cubicBezTo>
                    <a:cubicBezTo>
                      <a:pt x="3180" y="792"/>
                      <a:pt x="3030" y="873"/>
                      <a:pt x="2909" y="983"/>
                    </a:cubicBezTo>
                    <a:cubicBezTo>
                      <a:pt x="2899" y="923"/>
                      <a:pt x="2859" y="893"/>
                      <a:pt x="2849" y="833"/>
                    </a:cubicBezTo>
                    <a:cubicBezTo>
                      <a:pt x="2830" y="839"/>
                      <a:pt x="2811" y="842"/>
                      <a:pt x="2792" y="842"/>
                    </a:cubicBezTo>
                    <a:cubicBezTo>
                      <a:pt x="2706" y="842"/>
                      <a:pt x="2619" y="785"/>
                      <a:pt x="2546" y="785"/>
                    </a:cubicBezTo>
                    <a:cubicBezTo>
                      <a:pt x="2490" y="785"/>
                      <a:pt x="2442" y="818"/>
                      <a:pt x="2408" y="933"/>
                    </a:cubicBezTo>
                    <a:cubicBezTo>
                      <a:pt x="2324" y="789"/>
                      <a:pt x="2180" y="731"/>
                      <a:pt x="2036" y="731"/>
                    </a:cubicBezTo>
                    <a:cubicBezTo>
                      <a:pt x="1939" y="731"/>
                      <a:pt x="1843" y="758"/>
                      <a:pt x="1766" y="802"/>
                    </a:cubicBezTo>
                    <a:cubicBezTo>
                      <a:pt x="1736" y="722"/>
                      <a:pt x="1666" y="672"/>
                      <a:pt x="1636" y="592"/>
                    </a:cubicBezTo>
                    <a:cubicBezTo>
                      <a:pt x="1515" y="602"/>
                      <a:pt x="1445" y="592"/>
                      <a:pt x="1355" y="682"/>
                    </a:cubicBezTo>
                    <a:lnTo>
                      <a:pt x="1274" y="602"/>
                    </a:lnTo>
                    <a:cubicBezTo>
                      <a:pt x="1254" y="612"/>
                      <a:pt x="1234" y="632"/>
                      <a:pt x="1224" y="652"/>
                    </a:cubicBezTo>
                    <a:cubicBezTo>
                      <a:pt x="1194" y="602"/>
                      <a:pt x="1124" y="552"/>
                      <a:pt x="1094" y="512"/>
                    </a:cubicBezTo>
                    <a:cubicBezTo>
                      <a:pt x="1064" y="542"/>
                      <a:pt x="984" y="582"/>
                      <a:pt x="953" y="612"/>
                    </a:cubicBezTo>
                    <a:cubicBezTo>
                      <a:pt x="833" y="431"/>
                      <a:pt x="763" y="351"/>
                      <a:pt x="552" y="351"/>
                    </a:cubicBezTo>
                    <a:cubicBezTo>
                      <a:pt x="492" y="391"/>
                      <a:pt x="452" y="401"/>
                      <a:pt x="402" y="431"/>
                    </a:cubicBezTo>
                    <a:cubicBezTo>
                      <a:pt x="392" y="431"/>
                      <a:pt x="362" y="371"/>
                      <a:pt x="352" y="361"/>
                    </a:cubicBezTo>
                    <a:cubicBezTo>
                      <a:pt x="332" y="411"/>
                      <a:pt x="291" y="461"/>
                      <a:pt x="281" y="512"/>
                    </a:cubicBezTo>
                    <a:cubicBezTo>
                      <a:pt x="221" y="451"/>
                      <a:pt x="151" y="451"/>
                      <a:pt x="111" y="411"/>
                    </a:cubicBezTo>
                    <a:cubicBezTo>
                      <a:pt x="31" y="542"/>
                      <a:pt x="1" y="702"/>
                      <a:pt x="21" y="863"/>
                    </a:cubicBezTo>
                    <a:cubicBezTo>
                      <a:pt x="41" y="1224"/>
                      <a:pt x="1" y="1685"/>
                      <a:pt x="322" y="2006"/>
                    </a:cubicBezTo>
                    <a:cubicBezTo>
                      <a:pt x="582" y="2247"/>
                      <a:pt x="1102" y="2368"/>
                      <a:pt x="1445" y="2368"/>
                    </a:cubicBezTo>
                    <a:cubicBezTo>
                      <a:pt x="1459" y="2368"/>
                      <a:pt x="1472" y="2368"/>
                      <a:pt x="1485" y="2367"/>
                    </a:cubicBezTo>
                    <a:cubicBezTo>
                      <a:pt x="1866" y="2347"/>
                      <a:pt x="2247" y="2277"/>
                      <a:pt x="2639" y="2277"/>
                    </a:cubicBezTo>
                    <a:cubicBezTo>
                      <a:pt x="3086" y="2277"/>
                      <a:pt x="3539" y="2324"/>
                      <a:pt x="3990" y="2324"/>
                    </a:cubicBezTo>
                    <a:cubicBezTo>
                      <a:pt x="4165" y="2324"/>
                      <a:pt x="4340" y="2317"/>
                      <a:pt x="4514" y="2297"/>
                    </a:cubicBezTo>
                    <a:cubicBezTo>
                      <a:pt x="5527" y="2187"/>
                      <a:pt x="6561" y="1816"/>
                      <a:pt x="7564" y="1585"/>
                    </a:cubicBezTo>
                    <a:cubicBezTo>
                      <a:pt x="7864" y="1525"/>
                      <a:pt x="8376" y="1545"/>
                      <a:pt x="8527" y="1254"/>
                    </a:cubicBezTo>
                    <a:cubicBezTo>
                      <a:pt x="8653" y="1025"/>
                      <a:pt x="8537" y="771"/>
                      <a:pt x="8325" y="771"/>
                    </a:cubicBezTo>
                    <a:cubicBezTo>
                      <a:pt x="8268" y="771"/>
                      <a:pt x="8204" y="790"/>
                      <a:pt x="8135" y="833"/>
                    </a:cubicBezTo>
                    <a:cubicBezTo>
                      <a:pt x="8115" y="752"/>
                      <a:pt x="8045" y="722"/>
                      <a:pt x="8015" y="672"/>
                    </a:cubicBezTo>
                    <a:cubicBezTo>
                      <a:pt x="7975" y="692"/>
                      <a:pt x="7955" y="722"/>
                      <a:pt x="7925" y="752"/>
                    </a:cubicBezTo>
                    <a:cubicBezTo>
                      <a:pt x="7925" y="732"/>
                      <a:pt x="7925" y="672"/>
                      <a:pt x="7905" y="652"/>
                    </a:cubicBezTo>
                    <a:cubicBezTo>
                      <a:pt x="7764" y="672"/>
                      <a:pt x="7624" y="722"/>
                      <a:pt x="7503" y="792"/>
                    </a:cubicBezTo>
                    <a:cubicBezTo>
                      <a:pt x="7473" y="772"/>
                      <a:pt x="7373" y="692"/>
                      <a:pt x="7353" y="672"/>
                    </a:cubicBezTo>
                    <a:cubicBezTo>
                      <a:pt x="7403" y="582"/>
                      <a:pt x="7393" y="461"/>
                      <a:pt x="7413" y="361"/>
                    </a:cubicBezTo>
                    <a:lnTo>
                      <a:pt x="7413" y="361"/>
                    </a:lnTo>
                    <a:cubicBezTo>
                      <a:pt x="7182" y="381"/>
                      <a:pt x="6962" y="512"/>
                      <a:pt x="6751" y="562"/>
                    </a:cubicBezTo>
                    <a:cubicBezTo>
                      <a:pt x="6721" y="542"/>
                      <a:pt x="6631" y="481"/>
                      <a:pt x="6611" y="451"/>
                    </a:cubicBezTo>
                    <a:cubicBezTo>
                      <a:pt x="6591" y="471"/>
                      <a:pt x="6581" y="502"/>
                      <a:pt x="6550" y="522"/>
                    </a:cubicBezTo>
                    <a:cubicBezTo>
                      <a:pt x="6664" y="296"/>
                      <a:pt x="6553" y="84"/>
                      <a:pt x="6404" y="84"/>
                    </a:cubicBezTo>
                    <a:cubicBezTo>
                      <a:pt x="6341" y="84"/>
                      <a:pt x="6272" y="122"/>
                      <a:pt x="6209" y="211"/>
                    </a:cubicBezTo>
                    <a:cubicBezTo>
                      <a:pt x="6139" y="70"/>
                      <a:pt x="6169" y="171"/>
                      <a:pt x="6069" y="90"/>
                    </a:cubicBezTo>
                    <a:cubicBezTo>
                      <a:pt x="6059" y="70"/>
                      <a:pt x="6059" y="10"/>
                      <a:pt x="60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5" name="Google Shape;1945;p19"/>
              <p:cNvSpPr/>
              <p:nvPr/>
            </p:nvSpPr>
            <p:spPr>
              <a:xfrm>
                <a:off x="1509858" y="4187703"/>
                <a:ext cx="110242" cy="67452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1682" extrusionOk="0">
                    <a:moveTo>
                      <a:pt x="1565" y="0"/>
                    </a:moveTo>
                    <a:cubicBezTo>
                      <a:pt x="1374" y="90"/>
                      <a:pt x="1114" y="60"/>
                      <a:pt x="1114" y="341"/>
                    </a:cubicBezTo>
                    <a:cubicBezTo>
                      <a:pt x="1094" y="331"/>
                      <a:pt x="1083" y="301"/>
                      <a:pt x="1063" y="291"/>
                    </a:cubicBezTo>
                    <a:cubicBezTo>
                      <a:pt x="783" y="421"/>
                      <a:pt x="672" y="502"/>
                      <a:pt x="642" y="843"/>
                    </a:cubicBezTo>
                    <a:cubicBezTo>
                      <a:pt x="576" y="722"/>
                      <a:pt x="470" y="667"/>
                      <a:pt x="372" y="667"/>
                    </a:cubicBezTo>
                    <a:cubicBezTo>
                      <a:pt x="232" y="667"/>
                      <a:pt x="107" y="779"/>
                      <a:pt x="131" y="973"/>
                    </a:cubicBezTo>
                    <a:cubicBezTo>
                      <a:pt x="101" y="943"/>
                      <a:pt x="70" y="913"/>
                      <a:pt x="50" y="883"/>
                    </a:cubicBezTo>
                    <a:cubicBezTo>
                      <a:pt x="50" y="953"/>
                      <a:pt x="0" y="1023"/>
                      <a:pt x="20" y="1123"/>
                    </a:cubicBezTo>
                    <a:cubicBezTo>
                      <a:pt x="30" y="1194"/>
                      <a:pt x="0" y="1254"/>
                      <a:pt x="10" y="1304"/>
                    </a:cubicBezTo>
                    <a:cubicBezTo>
                      <a:pt x="40" y="1384"/>
                      <a:pt x="60" y="1354"/>
                      <a:pt x="111" y="1414"/>
                    </a:cubicBezTo>
                    <a:cubicBezTo>
                      <a:pt x="161" y="1454"/>
                      <a:pt x="151" y="1515"/>
                      <a:pt x="221" y="1545"/>
                    </a:cubicBezTo>
                    <a:cubicBezTo>
                      <a:pt x="251" y="1560"/>
                      <a:pt x="291" y="1563"/>
                      <a:pt x="336" y="1563"/>
                    </a:cubicBezTo>
                    <a:cubicBezTo>
                      <a:pt x="384" y="1563"/>
                      <a:pt x="437" y="1559"/>
                      <a:pt x="486" y="1559"/>
                    </a:cubicBezTo>
                    <a:cubicBezTo>
                      <a:pt x="513" y="1559"/>
                      <a:pt x="539" y="1560"/>
                      <a:pt x="562" y="1565"/>
                    </a:cubicBezTo>
                    <a:cubicBezTo>
                      <a:pt x="831" y="1626"/>
                      <a:pt x="1153" y="1682"/>
                      <a:pt x="1452" y="1682"/>
                    </a:cubicBezTo>
                    <a:cubicBezTo>
                      <a:pt x="1543" y="1682"/>
                      <a:pt x="1631" y="1677"/>
                      <a:pt x="1715" y="1665"/>
                    </a:cubicBezTo>
                    <a:cubicBezTo>
                      <a:pt x="1796" y="1655"/>
                      <a:pt x="1866" y="1605"/>
                      <a:pt x="1946" y="1595"/>
                    </a:cubicBezTo>
                    <a:cubicBezTo>
                      <a:pt x="1961" y="1593"/>
                      <a:pt x="1977" y="1592"/>
                      <a:pt x="1993" y="1592"/>
                    </a:cubicBezTo>
                    <a:cubicBezTo>
                      <a:pt x="2061" y="1592"/>
                      <a:pt x="2134" y="1607"/>
                      <a:pt x="2207" y="1615"/>
                    </a:cubicBezTo>
                    <a:cubicBezTo>
                      <a:pt x="2387" y="1615"/>
                      <a:pt x="2528" y="1595"/>
                      <a:pt x="2648" y="1454"/>
                    </a:cubicBezTo>
                    <a:cubicBezTo>
                      <a:pt x="2688" y="1404"/>
                      <a:pt x="2749" y="1334"/>
                      <a:pt x="2729" y="1284"/>
                    </a:cubicBezTo>
                    <a:cubicBezTo>
                      <a:pt x="2718" y="1229"/>
                      <a:pt x="2696" y="1219"/>
                      <a:pt x="2668" y="1219"/>
                    </a:cubicBezTo>
                    <a:cubicBezTo>
                      <a:pt x="2653" y="1219"/>
                      <a:pt x="2635" y="1222"/>
                      <a:pt x="2618" y="1222"/>
                    </a:cubicBezTo>
                    <a:cubicBezTo>
                      <a:pt x="2604" y="1222"/>
                      <a:pt x="2591" y="1220"/>
                      <a:pt x="2578" y="1214"/>
                    </a:cubicBezTo>
                    <a:cubicBezTo>
                      <a:pt x="2594" y="1173"/>
                      <a:pt x="2557" y="1138"/>
                      <a:pt x="2521" y="1138"/>
                    </a:cubicBezTo>
                    <a:cubicBezTo>
                      <a:pt x="2513" y="1138"/>
                      <a:pt x="2505" y="1140"/>
                      <a:pt x="2498" y="1143"/>
                    </a:cubicBezTo>
                    <a:cubicBezTo>
                      <a:pt x="2468" y="1103"/>
                      <a:pt x="2448" y="1043"/>
                      <a:pt x="2468" y="993"/>
                    </a:cubicBezTo>
                    <a:cubicBezTo>
                      <a:pt x="2439" y="979"/>
                      <a:pt x="2421" y="965"/>
                      <a:pt x="2399" y="965"/>
                    </a:cubicBezTo>
                    <a:cubicBezTo>
                      <a:pt x="2389" y="965"/>
                      <a:pt x="2379" y="967"/>
                      <a:pt x="2367" y="973"/>
                    </a:cubicBezTo>
                    <a:lnTo>
                      <a:pt x="2387" y="953"/>
                    </a:lnTo>
                    <a:cubicBezTo>
                      <a:pt x="2365" y="927"/>
                      <a:pt x="2344" y="918"/>
                      <a:pt x="2324" y="918"/>
                    </a:cubicBezTo>
                    <a:cubicBezTo>
                      <a:pt x="2283" y="918"/>
                      <a:pt x="2247" y="956"/>
                      <a:pt x="2207" y="963"/>
                    </a:cubicBezTo>
                    <a:cubicBezTo>
                      <a:pt x="2187" y="973"/>
                      <a:pt x="2177" y="993"/>
                      <a:pt x="2157" y="993"/>
                    </a:cubicBezTo>
                    <a:cubicBezTo>
                      <a:pt x="2137" y="993"/>
                      <a:pt x="2087" y="963"/>
                      <a:pt x="2056" y="963"/>
                    </a:cubicBezTo>
                    <a:cubicBezTo>
                      <a:pt x="2117" y="933"/>
                      <a:pt x="2247" y="742"/>
                      <a:pt x="2107" y="732"/>
                    </a:cubicBezTo>
                    <a:cubicBezTo>
                      <a:pt x="2127" y="702"/>
                      <a:pt x="2127" y="682"/>
                      <a:pt x="2157" y="652"/>
                    </a:cubicBezTo>
                    <a:cubicBezTo>
                      <a:pt x="2137" y="612"/>
                      <a:pt x="2087" y="602"/>
                      <a:pt x="2056" y="592"/>
                    </a:cubicBezTo>
                    <a:cubicBezTo>
                      <a:pt x="2077" y="542"/>
                      <a:pt x="2107" y="502"/>
                      <a:pt x="2127" y="461"/>
                    </a:cubicBezTo>
                    <a:lnTo>
                      <a:pt x="2127" y="451"/>
                    </a:lnTo>
                    <a:cubicBezTo>
                      <a:pt x="2107" y="471"/>
                      <a:pt x="2097" y="502"/>
                      <a:pt x="2066" y="522"/>
                    </a:cubicBezTo>
                    <a:cubicBezTo>
                      <a:pt x="2180" y="296"/>
                      <a:pt x="2069" y="84"/>
                      <a:pt x="1920" y="84"/>
                    </a:cubicBezTo>
                    <a:cubicBezTo>
                      <a:pt x="1857" y="84"/>
                      <a:pt x="1788" y="122"/>
                      <a:pt x="1725" y="211"/>
                    </a:cubicBezTo>
                    <a:cubicBezTo>
                      <a:pt x="1655" y="70"/>
                      <a:pt x="1685" y="171"/>
                      <a:pt x="1585" y="90"/>
                    </a:cubicBezTo>
                    <a:cubicBezTo>
                      <a:pt x="1575" y="70"/>
                      <a:pt x="1575" y="10"/>
                      <a:pt x="15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6" name="Google Shape;1946;p19"/>
              <p:cNvSpPr/>
              <p:nvPr/>
            </p:nvSpPr>
            <p:spPr>
              <a:xfrm>
                <a:off x="1255200" y="4198531"/>
                <a:ext cx="110282" cy="67493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683" extrusionOk="0">
                    <a:moveTo>
                      <a:pt x="1566" y="1"/>
                    </a:moveTo>
                    <a:cubicBezTo>
                      <a:pt x="1385" y="101"/>
                      <a:pt x="1124" y="61"/>
                      <a:pt x="1124" y="342"/>
                    </a:cubicBezTo>
                    <a:cubicBezTo>
                      <a:pt x="1104" y="332"/>
                      <a:pt x="1094" y="302"/>
                      <a:pt x="1074" y="302"/>
                    </a:cubicBezTo>
                    <a:cubicBezTo>
                      <a:pt x="793" y="432"/>
                      <a:pt x="683" y="502"/>
                      <a:pt x="643" y="843"/>
                    </a:cubicBezTo>
                    <a:cubicBezTo>
                      <a:pt x="581" y="725"/>
                      <a:pt x="478" y="671"/>
                      <a:pt x="380" y="671"/>
                    </a:cubicBezTo>
                    <a:cubicBezTo>
                      <a:pt x="238" y="671"/>
                      <a:pt x="108" y="784"/>
                      <a:pt x="131" y="974"/>
                    </a:cubicBezTo>
                    <a:cubicBezTo>
                      <a:pt x="111" y="954"/>
                      <a:pt x="81" y="914"/>
                      <a:pt x="61" y="894"/>
                    </a:cubicBezTo>
                    <a:cubicBezTo>
                      <a:pt x="61" y="954"/>
                      <a:pt x="1" y="1034"/>
                      <a:pt x="21" y="1134"/>
                    </a:cubicBezTo>
                    <a:lnTo>
                      <a:pt x="21" y="1124"/>
                    </a:lnTo>
                    <a:lnTo>
                      <a:pt x="21" y="1124"/>
                    </a:lnTo>
                    <a:cubicBezTo>
                      <a:pt x="31" y="1194"/>
                      <a:pt x="11" y="1255"/>
                      <a:pt x="21" y="1305"/>
                    </a:cubicBezTo>
                    <a:cubicBezTo>
                      <a:pt x="51" y="1385"/>
                      <a:pt x="71" y="1355"/>
                      <a:pt x="121" y="1415"/>
                    </a:cubicBezTo>
                    <a:cubicBezTo>
                      <a:pt x="161" y="1455"/>
                      <a:pt x="161" y="1515"/>
                      <a:pt x="222" y="1546"/>
                    </a:cubicBezTo>
                    <a:cubicBezTo>
                      <a:pt x="255" y="1560"/>
                      <a:pt x="298" y="1564"/>
                      <a:pt x="344" y="1564"/>
                    </a:cubicBezTo>
                    <a:cubicBezTo>
                      <a:pt x="394" y="1564"/>
                      <a:pt x="448" y="1560"/>
                      <a:pt x="497" y="1560"/>
                    </a:cubicBezTo>
                    <a:cubicBezTo>
                      <a:pt x="524" y="1560"/>
                      <a:pt x="550" y="1561"/>
                      <a:pt x="573" y="1566"/>
                    </a:cubicBezTo>
                    <a:cubicBezTo>
                      <a:pt x="842" y="1627"/>
                      <a:pt x="1164" y="1683"/>
                      <a:pt x="1462" y="1683"/>
                    </a:cubicBezTo>
                    <a:cubicBezTo>
                      <a:pt x="1553" y="1683"/>
                      <a:pt x="1642" y="1678"/>
                      <a:pt x="1726" y="1666"/>
                    </a:cubicBezTo>
                    <a:cubicBezTo>
                      <a:pt x="1806" y="1656"/>
                      <a:pt x="1877" y="1616"/>
                      <a:pt x="1947" y="1596"/>
                    </a:cubicBezTo>
                    <a:cubicBezTo>
                      <a:pt x="1964" y="1594"/>
                      <a:pt x="1981" y="1593"/>
                      <a:pt x="1998" y="1593"/>
                    </a:cubicBezTo>
                    <a:cubicBezTo>
                      <a:pt x="2071" y="1593"/>
                      <a:pt x="2143" y="1608"/>
                      <a:pt x="2208" y="1616"/>
                    </a:cubicBezTo>
                    <a:cubicBezTo>
                      <a:pt x="2229" y="1617"/>
                      <a:pt x="2250" y="1618"/>
                      <a:pt x="2271" y="1618"/>
                    </a:cubicBezTo>
                    <a:cubicBezTo>
                      <a:pt x="2430" y="1618"/>
                      <a:pt x="2551" y="1580"/>
                      <a:pt x="2649" y="1455"/>
                    </a:cubicBezTo>
                    <a:cubicBezTo>
                      <a:pt x="2689" y="1405"/>
                      <a:pt x="2749" y="1345"/>
                      <a:pt x="2739" y="1285"/>
                    </a:cubicBezTo>
                    <a:cubicBezTo>
                      <a:pt x="2730" y="1232"/>
                      <a:pt x="2709" y="1221"/>
                      <a:pt x="2682" y="1221"/>
                    </a:cubicBezTo>
                    <a:cubicBezTo>
                      <a:pt x="2660" y="1221"/>
                      <a:pt x="2635" y="1228"/>
                      <a:pt x="2608" y="1228"/>
                    </a:cubicBezTo>
                    <a:cubicBezTo>
                      <a:pt x="2599" y="1228"/>
                      <a:pt x="2589" y="1227"/>
                      <a:pt x="2579" y="1225"/>
                    </a:cubicBezTo>
                    <a:cubicBezTo>
                      <a:pt x="2603" y="1175"/>
                      <a:pt x="2567" y="1139"/>
                      <a:pt x="2526" y="1139"/>
                    </a:cubicBezTo>
                    <a:cubicBezTo>
                      <a:pt x="2517" y="1139"/>
                      <a:pt x="2507" y="1141"/>
                      <a:pt x="2498" y="1144"/>
                    </a:cubicBezTo>
                    <a:cubicBezTo>
                      <a:pt x="2468" y="1104"/>
                      <a:pt x="2458" y="1044"/>
                      <a:pt x="2468" y="994"/>
                    </a:cubicBezTo>
                    <a:cubicBezTo>
                      <a:pt x="2449" y="981"/>
                      <a:pt x="2434" y="968"/>
                      <a:pt x="2416" y="968"/>
                    </a:cubicBezTo>
                    <a:cubicBezTo>
                      <a:pt x="2405" y="968"/>
                      <a:pt x="2393" y="973"/>
                      <a:pt x="2378" y="984"/>
                    </a:cubicBezTo>
                    <a:lnTo>
                      <a:pt x="2388" y="954"/>
                    </a:lnTo>
                    <a:cubicBezTo>
                      <a:pt x="2369" y="928"/>
                      <a:pt x="2351" y="919"/>
                      <a:pt x="2333" y="919"/>
                    </a:cubicBezTo>
                    <a:cubicBezTo>
                      <a:pt x="2295" y="919"/>
                      <a:pt x="2258" y="960"/>
                      <a:pt x="2218" y="974"/>
                    </a:cubicBezTo>
                    <a:cubicBezTo>
                      <a:pt x="2198" y="974"/>
                      <a:pt x="2188" y="994"/>
                      <a:pt x="2167" y="994"/>
                    </a:cubicBezTo>
                    <a:cubicBezTo>
                      <a:pt x="2147" y="994"/>
                      <a:pt x="2097" y="964"/>
                      <a:pt x="2067" y="964"/>
                    </a:cubicBezTo>
                    <a:cubicBezTo>
                      <a:pt x="2127" y="934"/>
                      <a:pt x="2258" y="743"/>
                      <a:pt x="2117" y="733"/>
                    </a:cubicBezTo>
                    <a:cubicBezTo>
                      <a:pt x="2137" y="703"/>
                      <a:pt x="2137" y="683"/>
                      <a:pt x="2167" y="653"/>
                    </a:cubicBezTo>
                    <a:cubicBezTo>
                      <a:pt x="2147" y="613"/>
                      <a:pt x="2097" y="603"/>
                      <a:pt x="2057" y="593"/>
                    </a:cubicBezTo>
                    <a:cubicBezTo>
                      <a:pt x="2087" y="542"/>
                      <a:pt x="2107" y="502"/>
                      <a:pt x="2137" y="462"/>
                    </a:cubicBezTo>
                    <a:lnTo>
                      <a:pt x="2127" y="462"/>
                    </a:lnTo>
                    <a:cubicBezTo>
                      <a:pt x="2107" y="482"/>
                      <a:pt x="2107" y="512"/>
                      <a:pt x="2077" y="522"/>
                    </a:cubicBezTo>
                    <a:cubicBezTo>
                      <a:pt x="2189" y="298"/>
                      <a:pt x="2076" y="89"/>
                      <a:pt x="1930" y="89"/>
                    </a:cubicBezTo>
                    <a:cubicBezTo>
                      <a:pt x="1866" y="89"/>
                      <a:pt x="1797" y="128"/>
                      <a:pt x="1736" y="222"/>
                    </a:cubicBezTo>
                    <a:cubicBezTo>
                      <a:pt x="1656" y="71"/>
                      <a:pt x="1696" y="171"/>
                      <a:pt x="1586" y="91"/>
                    </a:cubicBezTo>
                    <a:cubicBezTo>
                      <a:pt x="1586" y="71"/>
                      <a:pt x="1586" y="21"/>
                      <a:pt x="15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7" name="Google Shape;1947;p19"/>
              <p:cNvSpPr/>
              <p:nvPr/>
            </p:nvSpPr>
            <p:spPr>
              <a:xfrm>
                <a:off x="1510259" y="4187703"/>
                <a:ext cx="70019" cy="44273"/>
              </a:xfrm>
              <a:custGeom>
                <a:avLst/>
                <a:gdLst/>
                <a:ahLst/>
                <a:cxnLst/>
                <a:rect l="l" t="t" r="r" b="b"/>
                <a:pathLst>
                  <a:path w="1746" h="1104" extrusionOk="0">
                    <a:moveTo>
                      <a:pt x="1555" y="0"/>
                    </a:moveTo>
                    <a:cubicBezTo>
                      <a:pt x="1364" y="90"/>
                      <a:pt x="1104" y="60"/>
                      <a:pt x="1104" y="341"/>
                    </a:cubicBezTo>
                    <a:cubicBezTo>
                      <a:pt x="1084" y="331"/>
                      <a:pt x="1073" y="301"/>
                      <a:pt x="1053" y="291"/>
                    </a:cubicBezTo>
                    <a:cubicBezTo>
                      <a:pt x="773" y="421"/>
                      <a:pt x="662" y="502"/>
                      <a:pt x="632" y="843"/>
                    </a:cubicBezTo>
                    <a:cubicBezTo>
                      <a:pt x="566" y="722"/>
                      <a:pt x="460" y="667"/>
                      <a:pt x="362" y="667"/>
                    </a:cubicBezTo>
                    <a:cubicBezTo>
                      <a:pt x="222" y="667"/>
                      <a:pt x="97" y="779"/>
                      <a:pt x="121" y="973"/>
                    </a:cubicBezTo>
                    <a:cubicBezTo>
                      <a:pt x="91" y="943"/>
                      <a:pt x="60" y="913"/>
                      <a:pt x="40" y="883"/>
                    </a:cubicBezTo>
                    <a:cubicBezTo>
                      <a:pt x="40" y="943"/>
                      <a:pt x="0" y="1013"/>
                      <a:pt x="0" y="1103"/>
                    </a:cubicBezTo>
                    <a:cubicBezTo>
                      <a:pt x="20" y="1073"/>
                      <a:pt x="50" y="1043"/>
                      <a:pt x="80" y="1023"/>
                    </a:cubicBezTo>
                    <a:cubicBezTo>
                      <a:pt x="103" y="1012"/>
                      <a:pt x="122" y="1007"/>
                      <a:pt x="138" y="1007"/>
                    </a:cubicBezTo>
                    <a:cubicBezTo>
                      <a:pt x="208" y="1007"/>
                      <a:pt x="232" y="1093"/>
                      <a:pt x="321" y="1093"/>
                    </a:cubicBezTo>
                    <a:cubicBezTo>
                      <a:pt x="321" y="993"/>
                      <a:pt x="331" y="933"/>
                      <a:pt x="422" y="893"/>
                    </a:cubicBezTo>
                    <a:cubicBezTo>
                      <a:pt x="432" y="893"/>
                      <a:pt x="452" y="913"/>
                      <a:pt x="472" y="913"/>
                    </a:cubicBezTo>
                    <a:cubicBezTo>
                      <a:pt x="499" y="904"/>
                      <a:pt x="526" y="861"/>
                      <a:pt x="554" y="861"/>
                    </a:cubicBezTo>
                    <a:cubicBezTo>
                      <a:pt x="557" y="861"/>
                      <a:pt x="559" y="862"/>
                      <a:pt x="562" y="863"/>
                    </a:cubicBezTo>
                    <a:cubicBezTo>
                      <a:pt x="599" y="863"/>
                      <a:pt x="593" y="924"/>
                      <a:pt x="633" y="924"/>
                    </a:cubicBezTo>
                    <a:cubicBezTo>
                      <a:pt x="636" y="924"/>
                      <a:pt x="639" y="923"/>
                      <a:pt x="642" y="923"/>
                    </a:cubicBezTo>
                    <a:cubicBezTo>
                      <a:pt x="682" y="913"/>
                      <a:pt x="672" y="802"/>
                      <a:pt x="692" y="762"/>
                    </a:cubicBezTo>
                    <a:cubicBezTo>
                      <a:pt x="742" y="672"/>
                      <a:pt x="853" y="652"/>
                      <a:pt x="923" y="612"/>
                    </a:cubicBezTo>
                    <a:cubicBezTo>
                      <a:pt x="973" y="592"/>
                      <a:pt x="1003" y="542"/>
                      <a:pt x="1073" y="522"/>
                    </a:cubicBezTo>
                    <a:cubicBezTo>
                      <a:pt x="1174" y="502"/>
                      <a:pt x="1174" y="532"/>
                      <a:pt x="1244" y="421"/>
                    </a:cubicBezTo>
                    <a:cubicBezTo>
                      <a:pt x="1267" y="375"/>
                      <a:pt x="1255" y="328"/>
                      <a:pt x="1299" y="328"/>
                    </a:cubicBezTo>
                    <a:cubicBezTo>
                      <a:pt x="1312" y="328"/>
                      <a:pt x="1329" y="332"/>
                      <a:pt x="1354" y="341"/>
                    </a:cubicBezTo>
                    <a:cubicBezTo>
                      <a:pt x="1330" y="242"/>
                      <a:pt x="1386" y="157"/>
                      <a:pt x="1479" y="157"/>
                    </a:cubicBezTo>
                    <a:cubicBezTo>
                      <a:pt x="1499" y="157"/>
                      <a:pt x="1521" y="161"/>
                      <a:pt x="1545" y="171"/>
                    </a:cubicBezTo>
                    <a:cubicBezTo>
                      <a:pt x="1575" y="181"/>
                      <a:pt x="1595" y="221"/>
                      <a:pt x="1635" y="231"/>
                    </a:cubicBezTo>
                    <a:cubicBezTo>
                      <a:pt x="1639" y="233"/>
                      <a:pt x="1645" y="234"/>
                      <a:pt x="1652" y="234"/>
                    </a:cubicBezTo>
                    <a:cubicBezTo>
                      <a:pt x="1669" y="234"/>
                      <a:pt x="1695" y="228"/>
                      <a:pt x="1719" y="228"/>
                    </a:cubicBezTo>
                    <a:cubicBezTo>
                      <a:pt x="1728" y="228"/>
                      <a:pt x="1737" y="229"/>
                      <a:pt x="1746" y="231"/>
                    </a:cubicBezTo>
                    <a:lnTo>
                      <a:pt x="1736" y="191"/>
                    </a:lnTo>
                    <a:lnTo>
                      <a:pt x="1715" y="211"/>
                    </a:lnTo>
                    <a:cubicBezTo>
                      <a:pt x="1645" y="70"/>
                      <a:pt x="1675" y="171"/>
                      <a:pt x="1575" y="90"/>
                    </a:cubicBezTo>
                    <a:cubicBezTo>
                      <a:pt x="1565" y="70"/>
                      <a:pt x="1565" y="10"/>
                      <a:pt x="155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948" name="Google Shape;1948;p19"/>
            <p:cNvGrpSpPr/>
            <p:nvPr/>
          </p:nvGrpSpPr>
          <p:grpSpPr>
            <a:xfrm rot="-575426">
              <a:off x="4977464" y="4241675"/>
              <a:ext cx="824216" cy="233743"/>
              <a:chOff x="2436564" y="2774658"/>
              <a:chExt cx="737475" cy="209143"/>
            </a:xfrm>
          </p:grpSpPr>
          <p:sp>
            <p:nvSpPr>
              <p:cNvPr id="1949" name="Google Shape;1949;p19"/>
              <p:cNvSpPr/>
              <p:nvPr/>
            </p:nvSpPr>
            <p:spPr>
              <a:xfrm>
                <a:off x="2436564" y="2775028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0" name="Google Shape;1950;p19"/>
              <p:cNvSpPr/>
              <p:nvPr/>
            </p:nvSpPr>
            <p:spPr>
              <a:xfrm rot="-293525">
                <a:off x="2946011" y="2783857"/>
                <a:ext cx="222094" cy="148664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1" name="Google Shape;1951;p19"/>
              <p:cNvSpPr/>
              <p:nvPr/>
            </p:nvSpPr>
            <p:spPr>
              <a:xfrm>
                <a:off x="2530687" y="2788623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2" name="Google Shape;1952;p19"/>
              <p:cNvSpPr/>
              <p:nvPr/>
            </p:nvSpPr>
            <p:spPr>
              <a:xfrm>
                <a:off x="2874784" y="2820106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3" name="Google Shape;1953;p19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954" name="Google Shape;1954;p19"/>
            <p:cNvGrpSpPr/>
            <p:nvPr/>
          </p:nvGrpSpPr>
          <p:grpSpPr>
            <a:xfrm rot="-263875">
              <a:off x="5836717" y="4098665"/>
              <a:ext cx="813287" cy="233323"/>
              <a:chOff x="2447923" y="2707800"/>
              <a:chExt cx="727715" cy="208774"/>
            </a:xfrm>
          </p:grpSpPr>
          <p:sp>
            <p:nvSpPr>
              <p:cNvPr id="1955" name="Google Shape;1955;p19"/>
              <p:cNvSpPr/>
              <p:nvPr/>
            </p:nvSpPr>
            <p:spPr>
              <a:xfrm>
                <a:off x="2447923" y="2707800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6" name="Google Shape;1956;p19"/>
              <p:cNvSpPr/>
              <p:nvPr/>
            </p:nvSpPr>
            <p:spPr>
              <a:xfrm>
                <a:off x="2953550" y="2749147"/>
                <a:ext cx="222088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7" name="Google Shape;1957;p19"/>
              <p:cNvSpPr/>
              <p:nvPr/>
            </p:nvSpPr>
            <p:spPr>
              <a:xfrm>
                <a:off x="2542046" y="2721395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8" name="Google Shape;1958;p19"/>
              <p:cNvSpPr/>
              <p:nvPr/>
            </p:nvSpPr>
            <p:spPr>
              <a:xfrm>
                <a:off x="2871498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9" name="Google Shape;1959;p19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960" name="Google Shape;1960;p19"/>
          <p:cNvGrpSpPr/>
          <p:nvPr/>
        </p:nvGrpSpPr>
        <p:grpSpPr>
          <a:xfrm rot="154410">
            <a:off x="2871345" y="4800721"/>
            <a:ext cx="3484814" cy="619811"/>
            <a:chOff x="2222738" y="1303375"/>
            <a:chExt cx="1965725" cy="349625"/>
          </a:xfrm>
        </p:grpSpPr>
        <p:sp>
          <p:nvSpPr>
            <p:cNvPr id="1961" name="Google Shape;1961;p19"/>
            <p:cNvSpPr/>
            <p:nvPr/>
          </p:nvSpPr>
          <p:spPr>
            <a:xfrm>
              <a:off x="2222738" y="1303375"/>
              <a:ext cx="1907300" cy="333750"/>
            </a:xfrm>
            <a:custGeom>
              <a:avLst/>
              <a:gdLst/>
              <a:ahLst/>
              <a:cxnLst/>
              <a:rect l="l" t="t" r="r" b="b"/>
              <a:pathLst>
                <a:path w="76292" h="13350" extrusionOk="0">
                  <a:moveTo>
                    <a:pt x="71186" y="1"/>
                  </a:moveTo>
                  <a:cubicBezTo>
                    <a:pt x="64079" y="1"/>
                    <a:pt x="52095" y="313"/>
                    <a:pt x="44985" y="771"/>
                  </a:cubicBezTo>
                  <a:cubicBezTo>
                    <a:pt x="36397" y="1317"/>
                    <a:pt x="8778" y="4103"/>
                    <a:pt x="1540" y="4103"/>
                  </a:cubicBezTo>
                  <a:cubicBezTo>
                    <a:pt x="799" y="4103"/>
                    <a:pt x="272" y="4074"/>
                    <a:pt x="0" y="4010"/>
                  </a:cubicBezTo>
                  <a:lnTo>
                    <a:pt x="0" y="4010"/>
                  </a:lnTo>
                  <a:lnTo>
                    <a:pt x="12191" y="13349"/>
                  </a:lnTo>
                  <a:lnTo>
                    <a:pt x="75733" y="13238"/>
                  </a:lnTo>
                  <a:lnTo>
                    <a:pt x="76292" y="110"/>
                  </a:lnTo>
                  <a:cubicBezTo>
                    <a:pt x="75363" y="35"/>
                    <a:pt x="73543" y="1"/>
                    <a:pt x="711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2" name="Google Shape;1962;p19"/>
            <p:cNvSpPr/>
            <p:nvPr/>
          </p:nvSpPr>
          <p:spPr>
            <a:xfrm>
              <a:off x="2538038" y="1383525"/>
              <a:ext cx="1650425" cy="117425"/>
            </a:xfrm>
            <a:custGeom>
              <a:avLst/>
              <a:gdLst/>
              <a:ahLst/>
              <a:cxnLst/>
              <a:rect l="l" t="t" r="r" b="b"/>
              <a:pathLst>
                <a:path w="66017" h="4697" extrusionOk="0">
                  <a:moveTo>
                    <a:pt x="64630" y="0"/>
                  </a:moveTo>
                  <a:cubicBezTo>
                    <a:pt x="50347" y="0"/>
                    <a:pt x="25262" y="1493"/>
                    <a:pt x="0" y="3854"/>
                  </a:cubicBezTo>
                  <a:lnTo>
                    <a:pt x="86" y="4696"/>
                  </a:lnTo>
                  <a:cubicBezTo>
                    <a:pt x="25319" y="2335"/>
                    <a:pt x="50366" y="851"/>
                    <a:pt x="64617" y="851"/>
                  </a:cubicBezTo>
                  <a:cubicBezTo>
                    <a:pt x="65093" y="851"/>
                    <a:pt x="65557" y="853"/>
                    <a:pt x="66008" y="856"/>
                  </a:cubicBezTo>
                  <a:lnTo>
                    <a:pt x="66017" y="5"/>
                  </a:lnTo>
                  <a:cubicBezTo>
                    <a:pt x="65567" y="2"/>
                    <a:pt x="65104" y="0"/>
                    <a:pt x="64630" y="0"/>
                  </a:cubicBezTo>
                  <a:close/>
                </a:path>
              </a:pathLst>
            </a:custGeom>
            <a:solidFill>
              <a:srgbClr val="401E15">
                <a:alpha val="157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3" name="Google Shape;1963;p19"/>
            <p:cNvSpPr/>
            <p:nvPr/>
          </p:nvSpPr>
          <p:spPr>
            <a:xfrm>
              <a:off x="2460713" y="1329600"/>
              <a:ext cx="1706925" cy="124525"/>
            </a:xfrm>
            <a:custGeom>
              <a:avLst/>
              <a:gdLst/>
              <a:ahLst/>
              <a:cxnLst/>
              <a:rect l="l" t="t" r="r" b="b"/>
              <a:pathLst>
                <a:path w="68277" h="4981" extrusionOk="0">
                  <a:moveTo>
                    <a:pt x="64102" y="1"/>
                  </a:moveTo>
                  <a:cubicBezTo>
                    <a:pt x="61312" y="1"/>
                    <a:pt x="57250" y="21"/>
                    <a:pt x="52305" y="100"/>
                  </a:cubicBezTo>
                  <a:cubicBezTo>
                    <a:pt x="45028" y="212"/>
                    <a:pt x="36565" y="891"/>
                    <a:pt x="26771" y="1681"/>
                  </a:cubicBezTo>
                  <a:cubicBezTo>
                    <a:pt x="25611" y="1767"/>
                    <a:pt x="24443" y="1862"/>
                    <a:pt x="23249" y="1956"/>
                  </a:cubicBezTo>
                  <a:cubicBezTo>
                    <a:pt x="18652" y="2326"/>
                    <a:pt x="14047" y="2841"/>
                    <a:pt x="9588" y="3339"/>
                  </a:cubicBezTo>
                  <a:cubicBezTo>
                    <a:pt x="6221" y="3717"/>
                    <a:pt x="3042" y="4070"/>
                    <a:pt x="0" y="4345"/>
                  </a:cubicBezTo>
                  <a:lnTo>
                    <a:pt x="61" y="4980"/>
                  </a:lnTo>
                  <a:cubicBezTo>
                    <a:pt x="3111" y="4705"/>
                    <a:pt x="6298" y="4345"/>
                    <a:pt x="9666" y="3967"/>
                  </a:cubicBezTo>
                  <a:cubicBezTo>
                    <a:pt x="14116" y="3468"/>
                    <a:pt x="18721" y="2961"/>
                    <a:pt x="23300" y="2592"/>
                  </a:cubicBezTo>
                  <a:cubicBezTo>
                    <a:pt x="24495" y="2497"/>
                    <a:pt x="25672" y="2403"/>
                    <a:pt x="26823" y="2308"/>
                  </a:cubicBezTo>
                  <a:cubicBezTo>
                    <a:pt x="36608" y="1527"/>
                    <a:pt x="45062" y="848"/>
                    <a:pt x="52322" y="736"/>
                  </a:cubicBezTo>
                  <a:cubicBezTo>
                    <a:pt x="57259" y="657"/>
                    <a:pt x="61314" y="636"/>
                    <a:pt x="64099" y="636"/>
                  </a:cubicBezTo>
                  <a:cubicBezTo>
                    <a:pt x="66739" y="636"/>
                    <a:pt x="68238" y="655"/>
                    <a:pt x="68268" y="659"/>
                  </a:cubicBezTo>
                  <a:lnTo>
                    <a:pt x="68276" y="23"/>
                  </a:lnTo>
                  <a:cubicBezTo>
                    <a:pt x="68247" y="19"/>
                    <a:pt x="66745" y="1"/>
                    <a:pt x="64102" y="1"/>
                  </a:cubicBezTo>
                  <a:close/>
                </a:path>
              </a:pathLst>
            </a:custGeom>
            <a:solidFill>
              <a:srgbClr val="401E15">
                <a:alpha val="157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4" name="Google Shape;1964;p19"/>
            <p:cNvSpPr/>
            <p:nvPr/>
          </p:nvSpPr>
          <p:spPr>
            <a:xfrm>
              <a:off x="2612563" y="1454750"/>
              <a:ext cx="1564725" cy="108275"/>
            </a:xfrm>
            <a:custGeom>
              <a:avLst/>
              <a:gdLst/>
              <a:ahLst/>
              <a:cxnLst/>
              <a:rect l="l" t="t" r="r" b="b"/>
              <a:pathLst>
                <a:path w="62589" h="4331" extrusionOk="0">
                  <a:moveTo>
                    <a:pt x="62555" y="0"/>
                  </a:moveTo>
                  <a:cubicBezTo>
                    <a:pt x="62288" y="9"/>
                    <a:pt x="34804" y="842"/>
                    <a:pt x="1" y="3273"/>
                  </a:cubicBezTo>
                  <a:lnTo>
                    <a:pt x="78" y="4330"/>
                  </a:lnTo>
                  <a:cubicBezTo>
                    <a:pt x="34856" y="1907"/>
                    <a:pt x="62314" y="1065"/>
                    <a:pt x="62589" y="1057"/>
                  </a:cubicBezTo>
                  <a:lnTo>
                    <a:pt x="62555" y="0"/>
                  </a:lnTo>
                  <a:close/>
                </a:path>
              </a:pathLst>
            </a:custGeom>
            <a:solidFill>
              <a:srgbClr val="401E15">
                <a:alpha val="157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5" name="Google Shape;1965;p19"/>
            <p:cNvSpPr/>
            <p:nvPr/>
          </p:nvSpPr>
          <p:spPr>
            <a:xfrm>
              <a:off x="2644138" y="1536350"/>
              <a:ext cx="1530575" cy="116650"/>
            </a:xfrm>
            <a:custGeom>
              <a:avLst/>
              <a:gdLst/>
              <a:ahLst/>
              <a:cxnLst/>
              <a:rect l="l" t="t" r="r" b="b"/>
              <a:pathLst>
                <a:path w="61223" h="4666" extrusionOk="0">
                  <a:moveTo>
                    <a:pt x="61154" y="1"/>
                  </a:moveTo>
                  <a:cubicBezTo>
                    <a:pt x="60845" y="18"/>
                    <a:pt x="30019" y="1711"/>
                    <a:pt x="1" y="3394"/>
                  </a:cubicBezTo>
                  <a:lnTo>
                    <a:pt x="69" y="4666"/>
                  </a:lnTo>
                  <a:cubicBezTo>
                    <a:pt x="30088" y="2982"/>
                    <a:pt x="60914" y="1290"/>
                    <a:pt x="61223" y="1272"/>
                  </a:cubicBezTo>
                  <a:lnTo>
                    <a:pt x="61154" y="1"/>
                  </a:lnTo>
                  <a:close/>
                </a:path>
              </a:pathLst>
            </a:custGeom>
            <a:solidFill>
              <a:srgbClr val="401E15">
                <a:alpha val="157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966" name="Google Shape;1966;p19"/>
          <p:cNvGrpSpPr/>
          <p:nvPr/>
        </p:nvGrpSpPr>
        <p:grpSpPr>
          <a:xfrm>
            <a:off x="4069658" y="4805252"/>
            <a:ext cx="248609" cy="175707"/>
            <a:chOff x="5658425" y="1270850"/>
            <a:chExt cx="179800" cy="127075"/>
          </a:xfrm>
        </p:grpSpPr>
        <p:sp>
          <p:nvSpPr>
            <p:cNvPr id="1967" name="Google Shape;1967;p19"/>
            <p:cNvSpPr/>
            <p:nvPr/>
          </p:nvSpPr>
          <p:spPr>
            <a:xfrm>
              <a:off x="5704400" y="1271825"/>
              <a:ext cx="133825" cy="126100"/>
            </a:xfrm>
            <a:custGeom>
              <a:avLst/>
              <a:gdLst/>
              <a:ahLst/>
              <a:cxnLst/>
              <a:rect l="l" t="t" r="r" b="b"/>
              <a:pathLst>
                <a:path w="5353" h="5044" extrusionOk="0">
                  <a:moveTo>
                    <a:pt x="713" y="9"/>
                  </a:moveTo>
                  <a:cubicBezTo>
                    <a:pt x="816" y="9"/>
                    <a:pt x="911" y="18"/>
                    <a:pt x="1014" y="18"/>
                  </a:cubicBezTo>
                  <a:cubicBezTo>
                    <a:pt x="1263" y="35"/>
                    <a:pt x="1486" y="138"/>
                    <a:pt x="1718" y="164"/>
                  </a:cubicBezTo>
                  <a:cubicBezTo>
                    <a:pt x="1968" y="198"/>
                    <a:pt x="2217" y="198"/>
                    <a:pt x="2466" y="215"/>
                  </a:cubicBezTo>
                  <a:cubicBezTo>
                    <a:pt x="2492" y="215"/>
                    <a:pt x="2517" y="224"/>
                    <a:pt x="2543" y="232"/>
                  </a:cubicBezTo>
                  <a:cubicBezTo>
                    <a:pt x="2578" y="250"/>
                    <a:pt x="2595" y="284"/>
                    <a:pt x="2629" y="301"/>
                  </a:cubicBezTo>
                  <a:cubicBezTo>
                    <a:pt x="2681" y="344"/>
                    <a:pt x="2758" y="336"/>
                    <a:pt x="2827" y="336"/>
                  </a:cubicBezTo>
                  <a:cubicBezTo>
                    <a:pt x="2981" y="336"/>
                    <a:pt x="3136" y="327"/>
                    <a:pt x="3282" y="327"/>
                  </a:cubicBezTo>
                  <a:cubicBezTo>
                    <a:pt x="3411" y="318"/>
                    <a:pt x="3548" y="318"/>
                    <a:pt x="3677" y="344"/>
                  </a:cubicBezTo>
                  <a:cubicBezTo>
                    <a:pt x="3780" y="361"/>
                    <a:pt x="3883" y="404"/>
                    <a:pt x="3987" y="421"/>
                  </a:cubicBezTo>
                  <a:cubicBezTo>
                    <a:pt x="4012" y="430"/>
                    <a:pt x="4055" y="430"/>
                    <a:pt x="4090" y="430"/>
                  </a:cubicBezTo>
                  <a:cubicBezTo>
                    <a:pt x="4158" y="430"/>
                    <a:pt x="4227" y="430"/>
                    <a:pt x="4262" y="447"/>
                  </a:cubicBezTo>
                  <a:cubicBezTo>
                    <a:pt x="4476" y="559"/>
                    <a:pt x="4579" y="774"/>
                    <a:pt x="4786" y="903"/>
                  </a:cubicBezTo>
                  <a:cubicBezTo>
                    <a:pt x="4820" y="920"/>
                    <a:pt x="4863" y="946"/>
                    <a:pt x="4871" y="989"/>
                  </a:cubicBezTo>
                  <a:cubicBezTo>
                    <a:pt x="4880" y="1083"/>
                    <a:pt x="4863" y="1100"/>
                    <a:pt x="4932" y="1195"/>
                  </a:cubicBezTo>
                  <a:cubicBezTo>
                    <a:pt x="4957" y="1229"/>
                    <a:pt x="4975" y="1272"/>
                    <a:pt x="5009" y="1306"/>
                  </a:cubicBezTo>
                  <a:cubicBezTo>
                    <a:pt x="5121" y="1444"/>
                    <a:pt x="5198" y="1547"/>
                    <a:pt x="5241" y="1719"/>
                  </a:cubicBezTo>
                  <a:cubicBezTo>
                    <a:pt x="5267" y="1830"/>
                    <a:pt x="5318" y="1934"/>
                    <a:pt x="5335" y="2045"/>
                  </a:cubicBezTo>
                  <a:cubicBezTo>
                    <a:pt x="5353" y="2166"/>
                    <a:pt x="5335" y="2294"/>
                    <a:pt x="5327" y="2415"/>
                  </a:cubicBezTo>
                  <a:cubicBezTo>
                    <a:pt x="5327" y="2458"/>
                    <a:pt x="5301" y="2475"/>
                    <a:pt x="5284" y="2518"/>
                  </a:cubicBezTo>
                  <a:cubicBezTo>
                    <a:pt x="5250" y="2621"/>
                    <a:pt x="5284" y="2724"/>
                    <a:pt x="5301" y="2844"/>
                  </a:cubicBezTo>
                  <a:cubicBezTo>
                    <a:pt x="5310" y="2939"/>
                    <a:pt x="5301" y="3119"/>
                    <a:pt x="5258" y="3205"/>
                  </a:cubicBezTo>
                  <a:cubicBezTo>
                    <a:pt x="5241" y="3257"/>
                    <a:pt x="5103" y="3557"/>
                    <a:pt x="5069" y="3635"/>
                  </a:cubicBezTo>
                  <a:cubicBezTo>
                    <a:pt x="5035" y="3703"/>
                    <a:pt x="4957" y="3815"/>
                    <a:pt x="4940" y="3884"/>
                  </a:cubicBezTo>
                  <a:cubicBezTo>
                    <a:pt x="4923" y="3927"/>
                    <a:pt x="4829" y="4159"/>
                    <a:pt x="4734" y="4262"/>
                  </a:cubicBezTo>
                  <a:cubicBezTo>
                    <a:pt x="4640" y="4382"/>
                    <a:pt x="4571" y="4451"/>
                    <a:pt x="4382" y="4477"/>
                  </a:cubicBezTo>
                  <a:cubicBezTo>
                    <a:pt x="4322" y="4485"/>
                    <a:pt x="4090" y="4614"/>
                    <a:pt x="4030" y="4605"/>
                  </a:cubicBezTo>
                  <a:cubicBezTo>
                    <a:pt x="3978" y="4605"/>
                    <a:pt x="3935" y="4623"/>
                    <a:pt x="3883" y="4631"/>
                  </a:cubicBezTo>
                  <a:cubicBezTo>
                    <a:pt x="3866" y="4631"/>
                    <a:pt x="3849" y="4631"/>
                    <a:pt x="3832" y="4631"/>
                  </a:cubicBezTo>
                  <a:cubicBezTo>
                    <a:pt x="3815" y="4631"/>
                    <a:pt x="3789" y="4631"/>
                    <a:pt x="3772" y="4640"/>
                  </a:cubicBezTo>
                  <a:cubicBezTo>
                    <a:pt x="3617" y="4666"/>
                    <a:pt x="3351" y="4709"/>
                    <a:pt x="3265" y="4734"/>
                  </a:cubicBezTo>
                  <a:cubicBezTo>
                    <a:pt x="3153" y="4769"/>
                    <a:pt x="2964" y="4769"/>
                    <a:pt x="2853" y="4752"/>
                  </a:cubicBezTo>
                  <a:cubicBezTo>
                    <a:pt x="2724" y="4743"/>
                    <a:pt x="2500" y="4863"/>
                    <a:pt x="2363" y="4872"/>
                  </a:cubicBezTo>
                  <a:cubicBezTo>
                    <a:pt x="2260" y="4872"/>
                    <a:pt x="2191" y="4872"/>
                    <a:pt x="2131" y="4872"/>
                  </a:cubicBezTo>
                  <a:cubicBezTo>
                    <a:pt x="2028" y="4863"/>
                    <a:pt x="1950" y="4863"/>
                    <a:pt x="1753" y="4906"/>
                  </a:cubicBezTo>
                  <a:cubicBezTo>
                    <a:pt x="1718" y="4923"/>
                    <a:pt x="1650" y="4915"/>
                    <a:pt x="1590" y="4915"/>
                  </a:cubicBezTo>
                  <a:cubicBezTo>
                    <a:pt x="1512" y="4915"/>
                    <a:pt x="1435" y="4915"/>
                    <a:pt x="1383" y="4932"/>
                  </a:cubicBezTo>
                  <a:cubicBezTo>
                    <a:pt x="1349" y="4941"/>
                    <a:pt x="1315" y="4949"/>
                    <a:pt x="1280" y="4966"/>
                  </a:cubicBezTo>
                  <a:cubicBezTo>
                    <a:pt x="1203" y="4984"/>
                    <a:pt x="1126" y="4992"/>
                    <a:pt x="1048" y="5018"/>
                  </a:cubicBezTo>
                  <a:cubicBezTo>
                    <a:pt x="980" y="5035"/>
                    <a:pt x="962" y="5044"/>
                    <a:pt x="894" y="5026"/>
                  </a:cubicBezTo>
                  <a:cubicBezTo>
                    <a:pt x="645" y="4975"/>
                    <a:pt x="395" y="4932"/>
                    <a:pt x="129" y="4984"/>
                  </a:cubicBezTo>
                  <a:cubicBezTo>
                    <a:pt x="95" y="4984"/>
                    <a:pt x="0" y="4597"/>
                    <a:pt x="9" y="4528"/>
                  </a:cubicBezTo>
                  <a:cubicBezTo>
                    <a:pt x="35" y="4331"/>
                    <a:pt x="60" y="4142"/>
                    <a:pt x="86" y="3944"/>
                  </a:cubicBezTo>
                  <a:cubicBezTo>
                    <a:pt x="129" y="3575"/>
                    <a:pt x="181" y="3205"/>
                    <a:pt x="241" y="2853"/>
                  </a:cubicBezTo>
                  <a:cubicBezTo>
                    <a:pt x="284" y="2535"/>
                    <a:pt x="335" y="2234"/>
                    <a:pt x="361" y="1934"/>
                  </a:cubicBezTo>
                  <a:cubicBezTo>
                    <a:pt x="387" y="1650"/>
                    <a:pt x="395" y="1375"/>
                    <a:pt x="438" y="1092"/>
                  </a:cubicBezTo>
                  <a:cubicBezTo>
                    <a:pt x="456" y="997"/>
                    <a:pt x="645" y="1"/>
                    <a:pt x="713" y="9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8" name="Google Shape;1968;p19"/>
            <p:cNvSpPr/>
            <p:nvPr/>
          </p:nvSpPr>
          <p:spPr>
            <a:xfrm>
              <a:off x="5695575" y="1270850"/>
              <a:ext cx="76925" cy="126875"/>
            </a:xfrm>
            <a:custGeom>
              <a:avLst/>
              <a:gdLst/>
              <a:ahLst/>
              <a:cxnLst/>
              <a:rect l="l" t="t" r="r" b="b"/>
              <a:pathLst>
                <a:path w="3077" h="5075" extrusionOk="0">
                  <a:moveTo>
                    <a:pt x="1047" y="1"/>
                  </a:moveTo>
                  <a:cubicBezTo>
                    <a:pt x="898" y="1"/>
                    <a:pt x="756" y="31"/>
                    <a:pt x="714" y="74"/>
                  </a:cubicBezTo>
                  <a:cubicBezTo>
                    <a:pt x="707" y="81"/>
                    <a:pt x="712" y="84"/>
                    <a:pt x="724" y="84"/>
                  </a:cubicBezTo>
                  <a:cubicBezTo>
                    <a:pt x="740" y="84"/>
                    <a:pt x="770" y="79"/>
                    <a:pt x="800" y="74"/>
                  </a:cubicBezTo>
                  <a:cubicBezTo>
                    <a:pt x="835" y="69"/>
                    <a:pt x="869" y="64"/>
                    <a:pt x="891" y="64"/>
                  </a:cubicBezTo>
                  <a:cubicBezTo>
                    <a:pt x="907" y="64"/>
                    <a:pt x="915" y="67"/>
                    <a:pt x="912" y="74"/>
                  </a:cubicBezTo>
                  <a:cubicBezTo>
                    <a:pt x="877" y="117"/>
                    <a:pt x="843" y="160"/>
                    <a:pt x="809" y="194"/>
                  </a:cubicBezTo>
                  <a:cubicBezTo>
                    <a:pt x="697" y="332"/>
                    <a:pt x="662" y="503"/>
                    <a:pt x="602" y="649"/>
                  </a:cubicBezTo>
                  <a:cubicBezTo>
                    <a:pt x="542" y="787"/>
                    <a:pt x="491" y="924"/>
                    <a:pt x="448" y="1053"/>
                  </a:cubicBezTo>
                  <a:cubicBezTo>
                    <a:pt x="413" y="1148"/>
                    <a:pt x="379" y="1259"/>
                    <a:pt x="362" y="1363"/>
                  </a:cubicBezTo>
                  <a:cubicBezTo>
                    <a:pt x="345" y="1474"/>
                    <a:pt x="370" y="1586"/>
                    <a:pt x="370" y="1698"/>
                  </a:cubicBezTo>
                  <a:cubicBezTo>
                    <a:pt x="370" y="1758"/>
                    <a:pt x="370" y="1809"/>
                    <a:pt x="370" y="1869"/>
                  </a:cubicBezTo>
                  <a:cubicBezTo>
                    <a:pt x="388" y="2136"/>
                    <a:pt x="396" y="2428"/>
                    <a:pt x="336" y="2703"/>
                  </a:cubicBezTo>
                  <a:cubicBezTo>
                    <a:pt x="302" y="2875"/>
                    <a:pt x="241" y="3046"/>
                    <a:pt x="207" y="3218"/>
                  </a:cubicBezTo>
                  <a:cubicBezTo>
                    <a:pt x="181" y="3364"/>
                    <a:pt x="156" y="3502"/>
                    <a:pt x="121" y="3648"/>
                  </a:cubicBezTo>
                  <a:cubicBezTo>
                    <a:pt x="44" y="3992"/>
                    <a:pt x="1" y="4309"/>
                    <a:pt x="121" y="4644"/>
                  </a:cubicBezTo>
                  <a:cubicBezTo>
                    <a:pt x="156" y="4739"/>
                    <a:pt x="190" y="4808"/>
                    <a:pt x="259" y="4876"/>
                  </a:cubicBezTo>
                  <a:cubicBezTo>
                    <a:pt x="310" y="4919"/>
                    <a:pt x="362" y="4980"/>
                    <a:pt x="422" y="5005"/>
                  </a:cubicBezTo>
                  <a:cubicBezTo>
                    <a:pt x="542" y="5065"/>
                    <a:pt x="705" y="5057"/>
                    <a:pt x="834" y="5074"/>
                  </a:cubicBezTo>
                  <a:cubicBezTo>
                    <a:pt x="877" y="5074"/>
                    <a:pt x="912" y="5065"/>
                    <a:pt x="955" y="5057"/>
                  </a:cubicBezTo>
                  <a:cubicBezTo>
                    <a:pt x="969" y="5054"/>
                    <a:pt x="980" y="5053"/>
                    <a:pt x="990" y="5053"/>
                  </a:cubicBezTo>
                  <a:cubicBezTo>
                    <a:pt x="1010" y="5053"/>
                    <a:pt x="1023" y="5057"/>
                    <a:pt x="1040" y="5057"/>
                  </a:cubicBezTo>
                  <a:cubicBezTo>
                    <a:pt x="1049" y="5061"/>
                    <a:pt x="1060" y="5063"/>
                    <a:pt x="1074" y="5063"/>
                  </a:cubicBezTo>
                  <a:cubicBezTo>
                    <a:pt x="1088" y="5063"/>
                    <a:pt x="1105" y="5061"/>
                    <a:pt x="1126" y="5057"/>
                  </a:cubicBezTo>
                  <a:cubicBezTo>
                    <a:pt x="1134" y="5054"/>
                    <a:pt x="1143" y="5053"/>
                    <a:pt x="1153" y="5053"/>
                  </a:cubicBezTo>
                  <a:cubicBezTo>
                    <a:pt x="1177" y="5053"/>
                    <a:pt x="1208" y="5059"/>
                    <a:pt x="1238" y="5065"/>
                  </a:cubicBezTo>
                  <a:cubicBezTo>
                    <a:pt x="1267" y="5069"/>
                    <a:pt x="1294" y="5071"/>
                    <a:pt x="1318" y="5071"/>
                  </a:cubicBezTo>
                  <a:cubicBezTo>
                    <a:pt x="1352" y="5071"/>
                    <a:pt x="1381" y="5067"/>
                    <a:pt x="1401" y="5057"/>
                  </a:cubicBezTo>
                  <a:cubicBezTo>
                    <a:pt x="1470" y="5005"/>
                    <a:pt x="1676" y="4997"/>
                    <a:pt x="1736" y="4945"/>
                  </a:cubicBezTo>
                  <a:cubicBezTo>
                    <a:pt x="1788" y="4911"/>
                    <a:pt x="1839" y="4876"/>
                    <a:pt x="1900" y="4842"/>
                  </a:cubicBezTo>
                  <a:cubicBezTo>
                    <a:pt x="1951" y="4816"/>
                    <a:pt x="1986" y="4808"/>
                    <a:pt x="2028" y="4773"/>
                  </a:cubicBezTo>
                  <a:cubicBezTo>
                    <a:pt x="2054" y="4756"/>
                    <a:pt x="2071" y="4739"/>
                    <a:pt x="2097" y="4722"/>
                  </a:cubicBezTo>
                  <a:cubicBezTo>
                    <a:pt x="2166" y="4662"/>
                    <a:pt x="2114" y="4541"/>
                    <a:pt x="2209" y="4507"/>
                  </a:cubicBezTo>
                  <a:cubicBezTo>
                    <a:pt x="2286" y="4481"/>
                    <a:pt x="2355" y="4464"/>
                    <a:pt x="2407" y="4404"/>
                  </a:cubicBezTo>
                  <a:cubicBezTo>
                    <a:pt x="2441" y="4370"/>
                    <a:pt x="2458" y="4352"/>
                    <a:pt x="2458" y="4309"/>
                  </a:cubicBezTo>
                  <a:cubicBezTo>
                    <a:pt x="2467" y="4284"/>
                    <a:pt x="2475" y="4249"/>
                    <a:pt x="2475" y="4215"/>
                  </a:cubicBezTo>
                  <a:cubicBezTo>
                    <a:pt x="2475" y="4181"/>
                    <a:pt x="2570" y="4181"/>
                    <a:pt x="2561" y="4146"/>
                  </a:cubicBezTo>
                  <a:cubicBezTo>
                    <a:pt x="2561" y="4138"/>
                    <a:pt x="2553" y="4120"/>
                    <a:pt x="2553" y="4103"/>
                  </a:cubicBezTo>
                  <a:cubicBezTo>
                    <a:pt x="2553" y="4077"/>
                    <a:pt x="2570" y="4077"/>
                    <a:pt x="2578" y="4060"/>
                  </a:cubicBezTo>
                  <a:cubicBezTo>
                    <a:pt x="2596" y="4009"/>
                    <a:pt x="2587" y="3940"/>
                    <a:pt x="2604" y="3888"/>
                  </a:cubicBezTo>
                  <a:cubicBezTo>
                    <a:pt x="2621" y="3820"/>
                    <a:pt x="2681" y="3760"/>
                    <a:pt x="2716" y="3691"/>
                  </a:cubicBezTo>
                  <a:cubicBezTo>
                    <a:pt x="2742" y="3656"/>
                    <a:pt x="2750" y="3614"/>
                    <a:pt x="2776" y="3579"/>
                  </a:cubicBezTo>
                  <a:cubicBezTo>
                    <a:pt x="2793" y="3562"/>
                    <a:pt x="2819" y="3536"/>
                    <a:pt x="2827" y="3519"/>
                  </a:cubicBezTo>
                  <a:cubicBezTo>
                    <a:pt x="2845" y="3485"/>
                    <a:pt x="2845" y="3450"/>
                    <a:pt x="2853" y="3416"/>
                  </a:cubicBezTo>
                  <a:cubicBezTo>
                    <a:pt x="2862" y="3364"/>
                    <a:pt x="2870" y="3313"/>
                    <a:pt x="2888" y="3261"/>
                  </a:cubicBezTo>
                  <a:cubicBezTo>
                    <a:pt x="2905" y="3210"/>
                    <a:pt x="2905" y="3150"/>
                    <a:pt x="2939" y="3107"/>
                  </a:cubicBezTo>
                  <a:cubicBezTo>
                    <a:pt x="2956" y="3081"/>
                    <a:pt x="2982" y="3072"/>
                    <a:pt x="2999" y="3055"/>
                  </a:cubicBezTo>
                  <a:cubicBezTo>
                    <a:pt x="3034" y="3012"/>
                    <a:pt x="3034" y="2952"/>
                    <a:pt x="3042" y="2900"/>
                  </a:cubicBezTo>
                  <a:cubicBezTo>
                    <a:pt x="3051" y="2857"/>
                    <a:pt x="3051" y="2806"/>
                    <a:pt x="3059" y="2763"/>
                  </a:cubicBezTo>
                  <a:cubicBezTo>
                    <a:pt x="3068" y="2720"/>
                    <a:pt x="3034" y="2668"/>
                    <a:pt x="3034" y="2634"/>
                  </a:cubicBezTo>
                  <a:cubicBezTo>
                    <a:pt x="3016" y="2574"/>
                    <a:pt x="3008" y="2565"/>
                    <a:pt x="3042" y="2514"/>
                  </a:cubicBezTo>
                  <a:cubicBezTo>
                    <a:pt x="3077" y="2462"/>
                    <a:pt x="2999" y="2437"/>
                    <a:pt x="2999" y="2385"/>
                  </a:cubicBezTo>
                  <a:cubicBezTo>
                    <a:pt x="2999" y="2342"/>
                    <a:pt x="2974" y="2308"/>
                    <a:pt x="2965" y="2265"/>
                  </a:cubicBezTo>
                  <a:cubicBezTo>
                    <a:pt x="2939" y="2205"/>
                    <a:pt x="2982" y="2136"/>
                    <a:pt x="2965" y="2058"/>
                  </a:cubicBezTo>
                  <a:cubicBezTo>
                    <a:pt x="2931" y="1955"/>
                    <a:pt x="2948" y="1827"/>
                    <a:pt x="2905" y="1732"/>
                  </a:cubicBezTo>
                  <a:cubicBezTo>
                    <a:pt x="2888" y="1672"/>
                    <a:pt x="2870" y="1620"/>
                    <a:pt x="2853" y="1560"/>
                  </a:cubicBezTo>
                  <a:cubicBezTo>
                    <a:pt x="2845" y="1517"/>
                    <a:pt x="2845" y="1466"/>
                    <a:pt x="2819" y="1431"/>
                  </a:cubicBezTo>
                  <a:cubicBezTo>
                    <a:pt x="2750" y="1311"/>
                    <a:pt x="2664" y="1191"/>
                    <a:pt x="2647" y="1062"/>
                  </a:cubicBezTo>
                  <a:cubicBezTo>
                    <a:pt x="2647" y="1002"/>
                    <a:pt x="2638" y="924"/>
                    <a:pt x="2587" y="864"/>
                  </a:cubicBezTo>
                  <a:cubicBezTo>
                    <a:pt x="2570" y="847"/>
                    <a:pt x="2553" y="847"/>
                    <a:pt x="2535" y="830"/>
                  </a:cubicBezTo>
                  <a:cubicBezTo>
                    <a:pt x="2510" y="813"/>
                    <a:pt x="2501" y="787"/>
                    <a:pt x="2475" y="770"/>
                  </a:cubicBezTo>
                  <a:cubicBezTo>
                    <a:pt x="2407" y="735"/>
                    <a:pt x="2398" y="710"/>
                    <a:pt x="2364" y="658"/>
                  </a:cubicBezTo>
                  <a:cubicBezTo>
                    <a:pt x="2329" y="607"/>
                    <a:pt x="2269" y="581"/>
                    <a:pt x="2235" y="538"/>
                  </a:cubicBezTo>
                  <a:cubicBezTo>
                    <a:pt x="2192" y="495"/>
                    <a:pt x="2149" y="460"/>
                    <a:pt x="2106" y="418"/>
                  </a:cubicBezTo>
                  <a:cubicBezTo>
                    <a:pt x="2071" y="383"/>
                    <a:pt x="2046" y="349"/>
                    <a:pt x="2003" y="323"/>
                  </a:cubicBezTo>
                  <a:cubicBezTo>
                    <a:pt x="1968" y="306"/>
                    <a:pt x="1943" y="280"/>
                    <a:pt x="1908" y="271"/>
                  </a:cubicBezTo>
                  <a:cubicBezTo>
                    <a:pt x="1874" y="271"/>
                    <a:pt x="1857" y="263"/>
                    <a:pt x="1831" y="254"/>
                  </a:cubicBezTo>
                  <a:cubicBezTo>
                    <a:pt x="1788" y="237"/>
                    <a:pt x="1788" y="237"/>
                    <a:pt x="1762" y="211"/>
                  </a:cubicBezTo>
                  <a:cubicBezTo>
                    <a:pt x="1745" y="194"/>
                    <a:pt x="1719" y="186"/>
                    <a:pt x="1693" y="168"/>
                  </a:cubicBezTo>
                  <a:cubicBezTo>
                    <a:pt x="1668" y="151"/>
                    <a:pt x="1650" y="125"/>
                    <a:pt x="1608" y="117"/>
                  </a:cubicBezTo>
                  <a:lnTo>
                    <a:pt x="1565" y="117"/>
                  </a:lnTo>
                  <a:cubicBezTo>
                    <a:pt x="1547" y="117"/>
                    <a:pt x="1539" y="117"/>
                    <a:pt x="1504" y="108"/>
                  </a:cubicBezTo>
                  <a:cubicBezTo>
                    <a:pt x="1453" y="82"/>
                    <a:pt x="1341" y="82"/>
                    <a:pt x="1272" y="65"/>
                  </a:cubicBezTo>
                  <a:cubicBezTo>
                    <a:pt x="1238" y="48"/>
                    <a:pt x="1178" y="22"/>
                    <a:pt x="1144" y="5"/>
                  </a:cubicBezTo>
                  <a:cubicBezTo>
                    <a:pt x="1112" y="2"/>
                    <a:pt x="1079" y="1"/>
                    <a:pt x="104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9" name="Google Shape;1969;p19"/>
            <p:cNvSpPr/>
            <p:nvPr/>
          </p:nvSpPr>
          <p:spPr>
            <a:xfrm>
              <a:off x="5658425" y="1335825"/>
              <a:ext cx="450" cy="25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" y="1"/>
                  </a:moveTo>
                  <a:lnTo>
                    <a:pt x="1" y="1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0" name="Google Shape;1970;p19"/>
            <p:cNvSpPr/>
            <p:nvPr/>
          </p:nvSpPr>
          <p:spPr>
            <a:xfrm>
              <a:off x="5658650" y="1271150"/>
              <a:ext cx="106325" cy="125900"/>
            </a:xfrm>
            <a:custGeom>
              <a:avLst/>
              <a:gdLst/>
              <a:ahLst/>
              <a:cxnLst/>
              <a:rect l="l" t="t" r="r" b="b"/>
              <a:pathLst>
                <a:path w="4253" h="5036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12" y="3619"/>
                    <a:pt x="163" y="3730"/>
                    <a:pt x="249" y="3799"/>
                  </a:cubicBezTo>
                  <a:cubicBezTo>
                    <a:pt x="284" y="3825"/>
                    <a:pt x="309" y="3851"/>
                    <a:pt x="335" y="3894"/>
                  </a:cubicBezTo>
                  <a:cubicBezTo>
                    <a:pt x="370" y="3962"/>
                    <a:pt x="395" y="3988"/>
                    <a:pt x="456" y="4040"/>
                  </a:cubicBezTo>
                  <a:cubicBezTo>
                    <a:pt x="550" y="4108"/>
                    <a:pt x="567" y="4229"/>
                    <a:pt x="627" y="4315"/>
                  </a:cubicBezTo>
                  <a:cubicBezTo>
                    <a:pt x="653" y="4349"/>
                    <a:pt x="679" y="4392"/>
                    <a:pt x="713" y="4409"/>
                  </a:cubicBezTo>
                  <a:cubicBezTo>
                    <a:pt x="782" y="4435"/>
                    <a:pt x="851" y="4418"/>
                    <a:pt x="919" y="4461"/>
                  </a:cubicBezTo>
                  <a:cubicBezTo>
                    <a:pt x="962" y="4486"/>
                    <a:pt x="1005" y="4521"/>
                    <a:pt x="1048" y="4547"/>
                  </a:cubicBezTo>
                  <a:cubicBezTo>
                    <a:pt x="1100" y="4581"/>
                    <a:pt x="1169" y="4624"/>
                    <a:pt x="1212" y="4675"/>
                  </a:cubicBezTo>
                  <a:cubicBezTo>
                    <a:pt x="1280" y="4779"/>
                    <a:pt x="1323" y="4839"/>
                    <a:pt x="1444" y="4890"/>
                  </a:cubicBezTo>
                  <a:cubicBezTo>
                    <a:pt x="1555" y="4942"/>
                    <a:pt x="1658" y="4968"/>
                    <a:pt x="1770" y="4976"/>
                  </a:cubicBezTo>
                  <a:cubicBezTo>
                    <a:pt x="1813" y="4985"/>
                    <a:pt x="1856" y="4985"/>
                    <a:pt x="1899" y="4993"/>
                  </a:cubicBezTo>
                  <a:cubicBezTo>
                    <a:pt x="1933" y="5002"/>
                    <a:pt x="1968" y="5019"/>
                    <a:pt x="2002" y="5028"/>
                  </a:cubicBezTo>
                  <a:cubicBezTo>
                    <a:pt x="2022" y="5033"/>
                    <a:pt x="2041" y="5035"/>
                    <a:pt x="2060" y="5035"/>
                  </a:cubicBezTo>
                  <a:cubicBezTo>
                    <a:pt x="2096" y="5035"/>
                    <a:pt x="2131" y="5028"/>
                    <a:pt x="2165" y="5028"/>
                  </a:cubicBezTo>
                  <a:lnTo>
                    <a:pt x="2234" y="5028"/>
                  </a:lnTo>
                  <a:cubicBezTo>
                    <a:pt x="2247" y="5032"/>
                    <a:pt x="2262" y="5034"/>
                    <a:pt x="2278" y="5034"/>
                  </a:cubicBezTo>
                  <a:cubicBezTo>
                    <a:pt x="2294" y="5034"/>
                    <a:pt x="2311" y="5032"/>
                    <a:pt x="2328" y="5028"/>
                  </a:cubicBezTo>
                  <a:cubicBezTo>
                    <a:pt x="2363" y="5011"/>
                    <a:pt x="2389" y="4993"/>
                    <a:pt x="2423" y="4968"/>
                  </a:cubicBezTo>
                  <a:cubicBezTo>
                    <a:pt x="2457" y="4942"/>
                    <a:pt x="2492" y="4933"/>
                    <a:pt x="2535" y="4925"/>
                  </a:cubicBezTo>
                  <a:cubicBezTo>
                    <a:pt x="2646" y="4899"/>
                    <a:pt x="2758" y="4890"/>
                    <a:pt x="2870" y="4847"/>
                  </a:cubicBezTo>
                  <a:cubicBezTo>
                    <a:pt x="2964" y="4813"/>
                    <a:pt x="3059" y="4770"/>
                    <a:pt x="3153" y="4744"/>
                  </a:cubicBezTo>
                  <a:cubicBezTo>
                    <a:pt x="3239" y="4718"/>
                    <a:pt x="3274" y="4632"/>
                    <a:pt x="3342" y="4581"/>
                  </a:cubicBezTo>
                  <a:cubicBezTo>
                    <a:pt x="3411" y="4521"/>
                    <a:pt x="3454" y="4512"/>
                    <a:pt x="3523" y="4461"/>
                  </a:cubicBezTo>
                  <a:cubicBezTo>
                    <a:pt x="3548" y="4435"/>
                    <a:pt x="3557" y="4435"/>
                    <a:pt x="3574" y="4401"/>
                  </a:cubicBezTo>
                  <a:cubicBezTo>
                    <a:pt x="3591" y="4366"/>
                    <a:pt x="3617" y="4332"/>
                    <a:pt x="3634" y="4297"/>
                  </a:cubicBezTo>
                  <a:cubicBezTo>
                    <a:pt x="3652" y="4254"/>
                    <a:pt x="3703" y="4254"/>
                    <a:pt x="3703" y="4212"/>
                  </a:cubicBezTo>
                  <a:cubicBezTo>
                    <a:pt x="3712" y="4169"/>
                    <a:pt x="3729" y="4143"/>
                    <a:pt x="3746" y="4100"/>
                  </a:cubicBezTo>
                  <a:cubicBezTo>
                    <a:pt x="3763" y="4040"/>
                    <a:pt x="3780" y="3971"/>
                    <a:pt x="3798" y="3902"/>
                  </a:cubicBezTo>
                  <a:cubicBezTo>
                    <a:pt x="3815" y="3868"/>
                    <a:pt x="3849" y="3816"/>
                    <a:pt x="3875" y="3773"/>
                  </a:cubicBezTo>
                  <a:cubicBezTo>
                    <a:pt x="3926" y="3687"/>
                    <a:pt x="3969" y="3593"/>
                    <a:pt x="4012" y="3507"/>
                  </a:cubicBezTo>
                  <a:cubicBezTo>
                    <a:pt x="4090" y="3344"/>
                    <a:pt x="4253" y="3146"/>
                    <a:pt x="4219" y="2957"/>
                  </a:cubicBezTo>
                  <a:cubicBezTo>
                    <a:pt x="4201" y="2837"/>
                    <a:pt x="4193" y="2691"/>
                    <a:pt x="4141" y="2579"/>
                  </a:cubicBezTo>
                  <a:cubicBezTo>
                    <a:pt x="4124" y="2545"/>
                    <a:pt x="4090" y="2493"/>
                    <a:pt x="4090" y="2459"/>
                  </a:cubicBezTo>
                  <a:cubicBezTo>
                    <a:pt x="4081" y="2373"/>
                    <a:pt x="4115" y="2261"/>
                    <a:pt x="4124" y="2184"/>
                  </a:cubicBezTo>
                  <a:cubicBezTo>
                    <a:pt x="4141" y="2081"/>
                    <a:pt x="4133" y="2012"/>
                    <a:pt x="4107" y="1909"/>
                  </a:cubicBezTo>
                  <a:cubicBezTo>
                    <a:pt x="4090" y="1832"/>
                    <a:pt x="4098" y="1754"/>
                    <a:pt x="4081" y="1668"/>
                  </a:cubicBezTo>
                  <a:cubicBezTo>
                    <a:pt x="4064" y="1531"/>
                    <a:pt x="4030" y="1368"/>
                    <a:pt x="3944" y="1256"/>
                  </a:cubicBezTo>
                  <a:cubicBezTo>
                    <a:pt x="3909" y="1213"/>
                    <a:pt x="3866" y="1205"/>
                    <a:pt x="3823" y="1170"/>
                  </a:cubicBezTo>
                  <a:cubicBezTo>
                    <a:pt x="3798" y="1153"/>
                    <a:pt x="3763" y="1101"/>
                    <a:pt x="3746" y="1067"/>
                  </a:cubicBezTo>
                  <a:cubicBezTo>
                    <a:pt x="3712" y="1016"/>
                    <a:pt x="3694" y="955"/>
                    <a:pt x="3694" y="895"/>
                  </a:cubicBezTo>
                  <a:cubicBezTo>
                    <a:pt x="3703" y="844"/>
                    <a:pt x="3712" y="775"/>
                    <a:pt x="3686" y="732"/>
                  </a:cubicBezTo>
                  <a:cubicBezTo>
                    <a:pt x="3652" y="680"/>
                    <a:pt x="3617" y="655"/>
                    <a:pt x="3591" y="603"/>
                  </a:cubicBezTo>
                  <a:cubicBezTo>
                    <a:pt x="3557" y="534"/>
                    <a:pt x="3531" y="509"/>
                    <a:pt x="3480" y="466"/>
                  </a:cubicBezTo>
                  <a:cubicBezTo>
                    <a:pt x="3385" y="397"/>
                    <a:pt x="3291" y="337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612" y="36"/>
                    <a:pt x="2578" y="36"/>
                    <a:pt x="2535" y="36"/>
                  </a:cubicBezTo>
                  <a:lnTo>
                    <a:pt x="2475" y="36"/>
                  </a:ln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1" name="Google Shape;1971;p19"/>
            <p:cNvSpPr/>
            <p:nvPr/>
          </p:nvSpPr>
          <p:spPr>
            <a:xfrm>
              <a:off x="5707400" y="1280200"/>
              <a:ext cx="1525" cy="450"/>
            </a:xfrm>
            <a:custGeom>
              <a:avLst/>
              <a:gdLst/>
              <a:ahLst/>
              <a:cxnLst/>
              <a:rect l="l" t="t" r="r" b="b"/>
              <a:pathLst>
                <a:path w="61" h="18" extrusionOk="0">
                  <a:moveTo>
                    <a:pt x="0" y="1"/>
                  </a:moveTo>
                  <a:cubicBezTo>
                    <a:pt x="35" y="9"/>
                    <a:pt x="43" y="18"/>
                    <a:pt x="52" y="18"/>
                  </a:cubicBezTo>
                  <a:cubicBezTo>
                    <a:pt x="61" y="18"/>
                    <a:pt x="61" y="9"/>
                    <a:pt x="52" y="9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rgbClr val="E4C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2" name="Google Shape;1972;p19"/>
            <p:cNvSpPr/>
            <p:nvPr/>
          </p:nvSpPr>
          <p:spPr>
            <a:xfrm>
              <a:off x="5709550" y="1391900"/>
              <a:ext cx="21925" cy="5175"/>
            </a:xfrm>
            <a:custGeom>
              <a:avLst/>
              <a:gdLst/>
              <a:ahLst/>
              <a:cxnLst/>
              <a:rect l="l" t="t" r="r" b="b"/>
              <a:pathLst>
                <a:path w="877" h="207" extrusionOk="0">
                  <a:moveTo>
                    <a:pt x="26" y="206"/>
                  </a:moveTo>
                  <a:cubicBezTo>
                    <a:pt x="18" y="206"/>
                    <a:pt x="9" y="206"/>
                    <a:pt x="0" y="206"/>
                  </a:cubicBezTo>
                  <a:lnTo>
                    <a:pt x="0" y="206"/>
                  </a:lnTo>
                  <a:cubicBezTo>
                    <a:pt x="9" y="206"/>
                    <a:pt x="18" y="206"/>
                    <a:pt x="26" y="206"/>
                  </a:cubicBezTo>
                  <a:cubicBezTo>
                    <a:pt x="60" y="206"/>
                    <a:pt x="95" y="198"/>
                    <a:pt x="129" y="198"/>
                  </a:cubicBezTo>
                  <a:cubicBezTo>
                    <a:pt x="138" y="198"/>
                    <a:pt x="146" y="198"/>
                    <a:pt x="146" y="198"/>
                  </a:cubicBezTo>
                  <a:cubicBezTo>
                    <a:pt x="164" y="198"/>
                    <a:pt x="181" y="198"/>
                    <a:pt x="198" y="198"/>
                  </a:cubicBezTo>
                  <a:cubicBezTo>
                    <a:pt x="207" y="198"/>
                    <a:pt x="224" y="206"/>
                    <a:pt x="241" y="206"/>
                  </a:cubicBezTo>
                  <a:cubicBezTo>
                    <a:pt x="258" y="206"/>
                    <a:pt x="275" y="198"/>
                    <a:pt x="292" y="198"/>
                  </a:cubicBezTo>
                  <a:cubicBezTo>
                    <a:pt x="327" y="181"/>
                    <a:pt x="353" y="163"/>
                    <a:pt x="387" y="138"/>
                  </a:cubicBezTo>
                  <a:cubicBezTo>
                    <a:pt x="421" y="112"/>
                    <a:pt x="456" y="103"/>
                    <a:pt x="499" y="95"/>
                  </a:cubicBezTo>
                  <a:cubicBezTo>
                    <a:pt x="610" y="69"/>
                    <a:pt x="722" y="60"/>
                    <a:pt x="834" y="17"/>
                  </a:cubicBezTo>
                  <a:cubicBezTo>
                    <a:pt x="842" y="17"/>
                    <a:pt x="859" y="9"/>
                    <a:pt x="877" y="0"/>
                  </a:cubicBezTo>
                  <a:cubicBezTo>
                    <a:pt x="859" y="9"/>
                    <a:pt x="842" y="17"/>
                    <a:pt x="834" y="17"/>
                  </a:cubicBezTo>
                  <a:cubicBezTo>
                    <a:pt x="722" y="60"/>
                    <a:pt x="610" y="69"/>
                    <a:pt x="499" y="95"/>
                  </a:cubicBezTo>
                  <a:cubicBezTo>
                    <a:pt x="456" y="103"/>
                    <a:pt x="421" y="112"/>
                    <a:pt x="387" y="138"/>
                  </a:cubicBezTo>
                  <a:cubicBezTo>
                    <a:pt x="353" y="163"/>
                    <a:pt x="327" y="181"/>
                    <a:pt x="292" y="198"/>
                  </a:cubicBezTo>
                  <a:cubicBezTo>
                    <a:pt x="275" y="198"/>
                    <a:pt x="258" y="206"/>
                    <a:pt x="241" y="206"/>
                  </a:cubicBezTo>
                  <a:cubicBezTo>
                    <a:pt x="224" y="206"/>
                    <a:pt x="207" y="198"/>
                    <a:pt x="198" y="198"/>
                  </a:cubicBezTo>
                  <a:cubicBezTo>
                    <a:pt x="181" y="198"/>
                    <a:pt x="164" y="198"/>
                    <a:pt x="146" y="198"/>
                  </a:cubicBezTo>
                  <a:cubicBezTo>
                    <a:pt x="146" y="198"/>
                    <a:pt x="138" y="198"/>
                    <a:pt x="129" y="198"/>
                  </a:cubicBezTo>
                  <a:cubicBezTo>
                    <a:pt x="95" y="198"/>
                    <a:pt x="60" y="206"/>
                    <a:pt x="26" y="206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3" name="Google Shape;1973;p19"/>
            <p:cNvSpPr/>
            <p:nvPr/>
          </p:nvSpPr>
          <p:spPr>
            <a:xfrm>
              <a:off x="5741975" y="1376200"/>
              <a:ext cx="9475" cy="9700"/>
            </a:xfrm>
            <a:custGeom>
              <a:avLst/>
              <a:gdLst/>
              <a:ahLst/>
              <a:cxnLst/>
              <a:rect l="l" t="t" r="r" b="b"/>
              <a:pathLst>
                <a:path w="379" h="388" extrusionOk="0">
                  <a:moveTo>
                    <a:pt x="1" y="388"/>
                  </a:moveTo>
                  <a:cubicBezTo>
                    <a:pt x="1" y="379"/>
                    <a:pt x="1" y="379"/>
                    <a:pt x="9" y="379"/>
                  </a:cubicBezTo>
                  <a:cubicBezTo>
                    <a:pt x="78" y="319"/>
                    <a:pt x="121" y="310"/>
                    <a:pt x="190" y="259"/>
                  </a:cubicBezTo>
                  <a:cubicBezTo>
                    <a:pt x="215" y="233"/>
                    <a:pt x="224" y="233"/>
                    <a:pt x="241" y="199"/>
                  </a:cubicBezTo>
                  <a:cubicBezTo>
                    <a:pt x="258" y="164"/>
                    <a:pt x="284" y="130"/>
                    <a:pt x="301" y="95"/>
                  </a:cubicBezTo>
                  <a:cubicBezTo>
                    <a:pt x="319" y="52"/>
                    <a:pt x="370" y="52"/>
                    <a:pt x="370" y="10"/>
                  </a:cubicBezTo>
                  <a:cubicBezTo>
                    <a:pt x="379" y="10"/>
                    <a:pt x="379" y="1"/>
                    <a:pt x="379" y="1"/>
                  </a:cubicBezTo>
                  <a:cubicBezTo>
                    <a:pt x="379" y="1"/>
                    <a:pt x="379" y="10"/>
                    <a:pt x="370" y="10"/>
                  </a:cubicBezTo>
                  <a:cubicBezTo>
                    <a:pt x="370" y="52"/>
                    <a:pt x="319" y="52"/>
                    <a:pt x="301" y="95"/>
                  </a:cubicBezTo>
                  <a:cubicBezTo>
                    <a:pt x="284" y="130"/>
                    <a:pt x="258" y="164"/>
                    <a:pt x="241" y="199"/>
                  </a:cubicBezTo>
                  <a:cubicBezTo>
                    <a:pt x="224" y="233"/>
                    <a:pt x="215" y="233"/>
                    <a:pt x="190" y="259"/>
                  </a:cubicBezTo>
                  <a:cubicBezTo>
                    <a:pt x="121" y="310"/>
                    <a:pt x="78" y="319"/>
                    <a:pt x="9" y="379"/>
                  </a:cubicBezTo>
                  <a:cubicBezTo>
                    <a:pt x="1" y="379"/>
                    <a:pt x="1" y="379"/>
                    <a:pt x="1" y="388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4" name="Google Shape;1974;p19"/>
            <p:cNvSpPr/>
            <p:nvPr/>
          </p:nvSpPr>
          <p:spPr>
            <a:xfrm>
              <a:off x="5748425" y="1286225"/>
              <a:ext cx="15475" cy="57575"/>
            </a:xfrm>
            <a:custGeom>
              <a:avLst/>
              <a:gdLst/>
              <a:ahLst/>
              <a:cxnLst/>
              <a:rect l="l" t="t" r="r" b="b"/>
              <a:pathLst>
                <a:path w="619" h="2303" extrusionOk="0">
                  <a:moveTo>
                    <a:pt x="619" y="2303"/>
                  </a:moveTo>
                  <a:cubicBezTo>
                    <a:pt x="610" y="2200"/>
                    <a:pt x="593" y="2071"/>
                    <a:pt x="550" y="1976"/>
                  </a:cubicBezTo>
                  <a:cubicBezTo>
                    <a:pt x="533" y="1942"/>
                    <a:pt x="507" y="1907"/>
                    <a:pt x="499" y="1873"/>
                  </a:cubicBezTo>
                  <a:cubicBezTo>
                    <a:pt x="507" y="1907"/>
                    <a:pt x="533" y="1942"/>
                    <a:pt x="550" y="1976"/>
                  </a:cubicBezTo>
                  <a:cubicBezTo>
                    <a:pt x="593" y="2071"/>
                    <a:pt x="610" y="2200"/>
                    <a:pt x="619" y="2303"/>
                  </a:cubicBezTo>
                  <a:close/>
                  <a:moveTo>
                    <a:pt x="95" y="129"/>
                  </a:moveTo>
                  <a:cubicBezTo>
                    <a:pt x="61" y="77"/>
                    <a:pt x="26" y="52"/>
                    <a:pt x="0" y="0"/>
                  </a:cubicBezTo>
                  <a:cubicBezTo>
                    <a:pt x="26" y="52"/>
                    <a:pt x="61" y="77"/>
                    <a:pt x="95" y="12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5" name="Google Shape;1975;p19"/>
            <p:cNvSpPr/>
            <p:nvPr/>
          </p:nvSpPr>
          <p:spPr>
            <a:xfrm>
              <a:off x="5718575" y="1271825"/>
              <a:ext cx="1950" cy="250"/>
            </a:xfrm>
            <a:custGeom>
              <a:avLst/>
              <a:gdLst/>
              <a:ahLst/>
              <a:cxnLst/>
              <a:rect l="l" t="t" r="r" b="b"/>
              <a:pathLst>
                <a:path w="78" h="10" extrusionOk="0">
                  <a:moveTo>
                    <a:pt x="78" y="9"/>
                  </a:moveTo>
                  <a:cubicBezTo>
                    <a:pt x="52" y="9"/>
                    <a:pt x="26" y="1"/>
                    <a:pt x="0" y="1"/>
                  </a:cubicBezTo>
                  <a:cubicBezTo>
                    <a:pt x="26" y="1"/>
                    <a:pt x="52" y="9"/>
                    <a:pt x="78" y="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6" name="Google Shape;1976;p19"/>
            <p:cNvSpPr/>
            <p:nvPr/>
          </p:nvSpPr>
          <p:spPr>
            <a:xfrm>
              <a:off x="5716850" y="1271400"/>
              <a:ext cx="1750" cy="450"/>
            </a:xfrm>
            <a:custGeom>
              <a:avLst/>
              <a:gdLst/>
              <a:ahLst/>
              <a:cxnLst/>
              <a:rect l="l" t="t" r="r" b="b"/>
              <a:pathLst>
                <a:path w="70" h="18" extrusionOk="0">
                  <a:moveTo>
                    <a:pt x="69" y="18"/>
                  </a:moveTo>
                  <a:lnTo>
                    <a:pt x="26" y="1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18"/>
                  </a:lnTo>
                  <a:lnTo>
                    <a:pt x="69" y="18"/>
                  </a:ln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7" name="Google Shape;1977;p19"/>
            <p:cNvSpPr/>
            <p:nvPr/>
          </p:nvSpPr>
          <p:spPr>
            <a:xfrm>
              <a:off x="5660350" y="1271175"/>
              <a:ext cx="104000" cy="125900"/>
            </a:xfrm>
            <a:custGeom>
              <a:avLst/>
              <a:gdLst/>
              <a:ahLst/>
              <a:cxnLst/>
              <a:rect l="l" t="t" r="r" b="b"/>
              <a:pathLst>
                <a:path w="4160" h="5036" extrusionOk="0">
                  <a:moveTo>
                    <a:pt x="2235" y="1"/>
                  </a:moveTo>
                  <a:cubicBezTo>
                    <a:pt x="2192" y="1"/>
                    <a:pt x="2123" y="52"/>
                    <a:pt x="2080" y="69"/>
                  </a:cubicBezTo>
                  <a:cubicBezTo>
                    <a:pt x="2028" y="87"/>
                    <a:pt x="1986" y="95"/>
                    <a:pt x="1943" y="95"/>
                  </a:cubicBezTo>
                  <a:cubicBezTo>
                    <a:pt x="1925" y="95"/>
                    <a:pt x="1908" y="95"/>
                    <a:pt x="1891" y="87"/>
                  </a:cubicBezTo>
                  <a:lnTo>
                    <a:pt x="1865" y="87"/>
                  </a:lnTo>
                  <a:cubicBezTo>
                    <a:pt x="1771" y="87"/>
                    <a:pt x="1685" y="130"/>
                    <a:pt x="1599" y="164"/>
                  </a:cubicBezTo>
                  <a:lnTo>
                    <a:pt x="1590" y="164"/>
                  </a:lnTo>
                  <a:cubicBezTo>
                    <a:pt x="1625" y="198"/>
                    <a:pt x="1659" y="224"/>
                    <a:pt x="1693" y="241"/>
                  </a:cubicBezTo>
                  <a:cubicBezTo>
                    <a:pt x="1719" y="241"/>
                    <a:pt x="1736" y="241"/>
                    <a:pt x="1754" y="258"/>
                  </a:cubicBezTo>
                  <a:cubicBezTo>
                    <a:pt x="1771" y="267"/>
                    <a:pt x="1779" y="293"/>
                    <a:pt x="1797" y="301"/>
                  </a:cubicBezTo>
                  <a:cubicBezTo>
                    <a:pt x="1831" y="327"/>
                    <a:pt x="1874" y="353"/>
                    <a:pt x="1908" y="362"/>
                  </a:cubicBezTo>
                  <a:cubicBezTo>
                    <a:pt x="1934" y="362"/>
                    <a:pt x="1951" y="353"/>
                    <a:pt x="1977" y="353"/>
                  </a:cubicBezTo>
                  <a:cubicBezTo>
                    <a:pt x="1994" y="353"/>
                    <a:pt x="2011" y="353"/>
                    <a:pt x="2028" y="362"/>
                  </a:cubicBezTo>
                  <a:cubicBezTo>
                    <a:pt x="2063" y="379"/>
                    <a:pt x="2089" y="405"/>
                    <a:pt x="2123" y="413"/>
                  </a:cubicBezTo>
                  <a:cubicBezTo>
                    <a:pt x="2157" y="430"/>
                    <a:pt x="2183" y="430"/>
                    <a:pt x="2209" y="447"/>
                  </a:cubicBezTo>
                  <a:cubicBezTo>
                    <a:pt x="2278" y="499"/>
                    <a:pt x="2338" y="559"/>
                    <a:pt x="2398" y="619"/>
                  </a:cubicBezTo>
                  <a:cubicBezTo>
                    <a:pt x="2458" y="671"/>
                    <a:pt x="2518" y="740"/>
                    <a:pt x="2587" y="783"/>
                  </a:cubicBezTo>
                  <a:cubicBezTo>
                    <a:pt x="2647" y="817"/>
                    <a:pt x="2707" y="843"/>
                    <a:pt x="2776" y="877"/>
                  </a:cubicBezTo>
                  <a:cubicBezTo>
                    <a:pt x="2827" y="903"/>
                    <a:pt x="2888" y="937"/>
                    <a:pt x="2939" y="980"/>
                  </a:cubicBezTo>
                  <a:cubicBezTo>
                    <a:pt x="2982" y="1006"/>
                    <a:pt x="3017" y="1040"/>
                    <a:pt x="3059" y="1075"/>
                  </a:cubicBezTo>
                  <a:cubicBezTo>
                    <a:pt x="3094" y="1109"/>
                    <a:pt x="3137" y="1135"/>
                    <a:pt x="3180" y="1161"/>
                  </a:cubicBezTo>
                  <a:cubicBezTo>
                    <a:pt x="3206" y="1186"/>
                    <a:pt x="3223" y="1229"/>
                    <a:pt x="3240" y="1264"/>
                  </a:cubicBezTo>
                  <a:cubicBezTo>
                    <a:pt x="3291" y="1367"/>
                    <a:pt x="3309" y="1470"/>
                    <a:pt x="3326" y="1582"/>
                  </a:cubicBezTo>
                  <a:cubicBezTo>
                    <a:pt x="3334" y="1633"/>
                    <a:pt x="3352" y="1676"/>
                    <a:pt x="3343" y="1728"/>
                  </a:cubicBezTo>
                  <a:cubicBezTo>
                    <a:pt x="3343" y="1745"/>
                    <a:pt x="3343" y="1762"/>
                    <a:pt x="3343" y="1779"/>
                  </a:cubicBezTo>
                  <a:cubicBezTo>
                    <a:pt x="3343" y="1822"/>
                    <a:pt x="3334" y="1831"/>
                    <a:pt x="3317" y="1865"/>
                  </a:cubicBezTo>
                  <a:cubicBezTo>
                    <a:pt x="3309" y="1908"/>
                    <a:pt x="3317" y="1960"/>
                    <a:pt x="3317" y="2003"/>
                  </a:cubicBezTo>
                  <a:cubicBezTo>
                    <a:pt x="3317" y="2020"/>
                    <a:pt x="3309" y="2045"/>
                    <a:pt x="3317" y="2071"/>
                  </a:cubicBezTo>
                  <a:cubicBezTo>
                    <a:pt x="3317" y="2097"/>
                    <a:pt x="3334" y="2123"/>
                    <a:pt x="3334" y="2149"/>
                  </a:cubicBezTo>
                  <a:cubicBezTo>
                    <a:pt x="3334" y="2166"/>
                    <a:pt x="3326" y="2183"/>
                    <a:pt x="3317" y="2200"/>
                  </a:cubicBezTo>
                  <a:cubicBezTo>
                    <a:pt x="3317" y="2226"/>
                    <a:pt x="3317" y="2243"/>
                    <a:pt x="3309" y="2269"/>
                  </a:cubicBezTo>
                  <a:cubicBezTo>
                    <a:pt x="3300" y="2286"/>
                    <a:pt x="3300" y="2295"/>
                    <a:pt x="3291" y="2303"/>
                  </a:cubicBezTo>
                  <a:cubicBezTo>
                    <a:pt x="3274" y="2338"/>
                    <a:pt x="3283" y="2381"/>
                    <a:pt x="3283" y="2415"/>
                  </a:cubicBezTo>
                  <a:cubicBezTo>
                    <a:pt x="3274" y="2441"/>
                    <a:pt x="3266" y="2458"/>
                    <a:pt x="3266" y="2484"/>
                  </a:cubicBezTo>
                  <a:cubicBezTo>
                    <a:pt x="3266" y="2518"/>
                    <a:pt x="3240" y="2561"/>
                    <a:pt x="3248" y="2604"/>
                  </a:cubicBezTo>
                  <a:cubicBezTo>
                    <a:pt x="3248" y="2655"/>
                    <a:pt x="3300" y="2716"/>
                    <a:pt x="3317" y="2767"/>
                  </a:cubicBezTo>
                  <a:cubicBezTo>
                    <a:pt x="3334" y="2802"/>
                    <a:pt x="3334" y="2819"/>
                    <a:pt x="3334" y="2853"/>
                  </a:cubicBezTo>
                  <a:cubicBezTo>
                    <a:pt x="3326" y="2887"/>
                    <a:pt x="3317" y="2905"/>
                    <a:pt x="3309" y="2939"/>
                  </a:cubicBezTo>
                  <a:cubicBezTo>
                    <a:pt x="3291" y="2991"/>
                    <a:pt x="3291" y="3051"/>
                    <a:pt x="3274" y="3102"/>
                  </a:cubicBezTo>
                  <a:cubicBezTo>
                    <a:pt x="3248" y="3154"/>
                    <a:pt x="3214" y="3197"/>
                    <a:pt x="3206" y="3248"/>
                  </a:cubicBezTo>
                  <a:cubicBezTo>
                    <a:pt x="3188" y="3291"/>
                    <a:pt x="3171" y="3343"/>
                    <a:pt x="3163" y="3386"/>
                  </a:cubicBezTo>
                  <a:cubicBezTo>
                    <a:pt x="3145" y="3429"/>
                    <a:pt x="3128" y="3480"/>
                    <a:pt x="3111" y="3523"/>
                  </a:cubicBezTo>
                  <a:cubicBezTo>
                    <a:pt x="3102" y="3601"/>
                    <a:pt x="3085" y="3669"/>
                    <a:pt x="3042" y="3729"/>
                  </a:cubicBezTo>
                  <a:cubicBezTo>
                    <a:pt x="3017" y="3772"/>
                    <a:pt x="2982" y="3824"/>
                    <a:pt x="2974" y="3875"/>
                  </a:cubicBezTo>
                  <a:cubicBezTo>
                    <a:pt x="2965" y="3970"/>
                    <a:pt x="2939" y="4064"/>
                    <a:pt x="2870" y="4133"/>
                  </a:cubicBezTo>
                  <a:cubicBezTo>
                    <a:pt x="2827" y="4176"/>
                    <a:pt x="2776" y="4211"/>
                    <a:pt x="2733" y="4262"/>
                  </a:cubicBezTo>
                  <a:cubicBezTo>
                    <a:pt x="2707" y="4288"/>
                    <a:pt x="2699" y="4322"/>
                    <a:pt x="2681" y="4357"/>
                  </a:cubicBezTo>
                  <a:cubicBezTo>
                    <a:pt x="2664" y="4382"/>
                    <a:pt x="2647" y="4408"/>
                    <a:pt x="2638" y="4425"/>
                  </a:cubicBezTo>
                  <a:cubicBezTo>
                    <a:pt x="2630" y="4442"/>
                    <a:pt x="2613" y="4451"/>
                    <a:pt x="2604" y="4468"/>
                  </a:cubicBezTo>
                  <a:cubicBezTo>
                    <a:pt x="2596" y="4477"/>
                    <a:pt x="2587" y="4477"/>
                    <a:pt x="2587" y="4477"/>
                  </a:cubicBezTo>
                  <a:cubicBezTo>
                    <a:pt x="2570" y="4477"/>
                    <a:pt x="2561" y="4468"/>
                    <a:pt x="2553" y="4468"/>
                  </a:cubicBezTo>
                  <a:cubicBezTo>
                    <a:pt x="2544" y="4468"/>
                    <a:pt x="2527" y="4460"/>
                    <a:pt x="2518" y="4460"/>
                  </a:cubicBezTo>
                  <a:cubicBezTo>
                    <a:pt x="2510" y="4460"/>
                    <a:pt x="2510" y="4460"/>
                    <a:pt x="2501" y="4468"/>
                  </a:cubicBezTo>
                  <a:cubicBezTo>
                    <a:pt x="2492" y="4477"/>
                    <a:pt x="2492" y="4477"/>
                    <a:pt x="2484" y="4477"/>
                  </a:cubicBezTo>
                  <a:cubicBezTo>
                    <a:pt x="2492" y="4494"/>
                    <a:pt x="2501" y="4503"/>
                    <a:pt x="2501" y="4520"/>
                  </a:cubicBezTo>
                  <a:cubicBezTo>
                    <a:pt x="2492" y="4546"/>
                    <a:pt x="2441" y="4554"/>
                    <a:pt x="2407" y="4554"/>
                  </a:cubicBezTo>
                  <a:lnTo>
                    <a:pt x="2398" y="4554"/>
                  </a:lnTo>
                  <a:cubicBezTo>
                    <a:pt x="2346" y="4546"/>
                    <a:pt x="2303" y="4537"/>
                    <a:pt x="2252" y="4528"/>
                  </a:cubicBezTo>
                  <a:lnTo>
                    <a:pt x="2235" y="4528"/>
                  </a:lnTo>
                  <a:cubicBezTo>
                    <a:pt x="2200" y="4528"/>
                    <a:pt x="2183" y="4537"/>
                    <a:pt x="2157" y="4554"/>
                  </a:cubicBezTo>
                  <a:cubicBezTo>
                    <a:pt x="2132" y="4563"/>
                    <a:pt x="2106" y="4580"/>
                    <a:pt x="2089" y="4589"/>
                  </a:cubicBezTo>
                  <a:cubicBezTo>
                    <a:pt x="2054" y="4614"/>
                    <a:pt x="2011" y="4614"/>
                    <a:pt x="1968" y="4631"/>
                  </a:cubicBezTo>
                  <a:cubicBezTo>
                    <a:pt x="1951" y="4640"/>
                    <a:pt x="1934" y="4649"/>
                    <a:pt x="1925" y="4649"/>
                  </a:cubicBezTo>
                  <a:cubicBezTo>
                    <a:pt x="1908" y="4649"/>
                    <a:pt x="1891" y="4640"/>
                    <a:pt x="1865" y="4631"/>
                  </a:cubicBezTo>
                  <a:cubicBezTo>
                    <a:pt x="1822" y="4623"/>
                    <a:pt x="1771" y="4623"/>
                    <a:pt x="1736" y="4606"/>
                  </a:cubicBezTo>
                  <a:cubicBezTo>
                    <a:pt x="1702" y="4597"/>
                    <a:pt x="1685" y="4571"/>
                    <a:pt x="1650" y="4563"/>
                  </a:cubicBezTo>
                  <a:cubicBezTo>
                    <a:pt x="1608" y="4537"/>
                    <a:pt x="1556" y="4520"/>
                    <a:pt x="1504" y="4494"/>
                  </a:cubicBezTo>
                  <a:cubicBezTo>
                    <a:pt x="1496" y="4503"/>
                    <a:pt x="1487" y="4503"/>
                    <a:pt x="1479" y="4503"/>
                  </a:cubicBezTo>
                  <a:cubicBezTo>
                    <a:pt x="1479" y="4503"/>
                    <a:pt x="1470" y="4503"/>
                    <a:pt x="1461" y="4494"/>
                  </a:cubicBezTo>
                  <a:lnTo>
                    <a:pt x="1436" y="4494"/>
                  </a:lnTo>
                  <a:cubicBezTo>
                    <a:pt x="1419" y="4494"/>
                    <a:pt x="1401" y="4494"/>
                    <a:pt x="1384" y="4503"/>
                  </a:cubicBezTo>
                  <a:lnTo>
                    <a:pt x="1341" y="4503"/>
                  </a:lnTo>
                  <a:cubicBezTo>
                    <a:pt x="1315" y="4503"/>
                    <a:pt x="1298" y="4503"/>
                    <a:pt x="1281" y="4485"/>
                  </a:cubicBezTo>
                  <a:lnTo>
                    <a:pt x="1169" y="4485"/>
                  </a:lnTo>
                  <a:cubicBezTo>
                    <a:pt x="1144" y="4485"/>
                    <a:pt x="1126" y="4485"/>
                    <a:pt x="1109" y="4468"/>
                  </a:cubicBezTo>
                  <a:cubicBezTo>
                    <a:pt x="1066" y="4434"/>
                    <a:pt x="1040" y="4408"/>
                    <a:pt x="980" y="4391"/>
                  </a:cubicBezTo>
                  <a:cubicBezTo>
                    <a:pt x="937" y="4382"/>
                    <a:pt x="912" y="4348"/>
                    <a:pt x="877" y="4314"/>
                  </a:cubicBezTo>
                  <a:cubicBezTo>
                    <a:pt x="851" y="4296"/>
                    <a:pt x="766" y="4305"/>
                    <a:pt x="748" y="4279"/>
                  </a:cubicBezTo>
                  <a:cubicBezTo>
                    <a:pt x="731" y="4262"/>
                    <a:pt x="577" y="4159"/>
                    <a:pt x="568" y="4142"/>
                  </a:cubicBezTo>
                  <a:cubicBezTo>
                    <a:pt x="551" y="4116"/>
                    <a:pt x="542" y="4090"/>
                    <a:pt x="525" y="4056"/>
                  </a:cubicBezTo>
                  <a:cubicBezTo>
                    <a:pt x="482" y="4004"/>
                    <a:pt x="430" y="3961"/>
                    <a:pt x="396" y="3910"/>
                  </a:cubicBezTo>
                  <a:cubicBezTo>
                    <a:pt x="353" y="3858"/>
                    <a:pt x="319" y="3815"/>
                    <a:pt x="267" y="3781"/>
                  </a:cubicBezTo>
                  <a:cubicBezTo>
                    <a:pt x="207" y="3729"/>
                    <a:pt x="259" y="3618"/>
                    <a:pt x="207" y="3558"/>
                  </a:cubicBezTo>
                  <a:lnTo>
                    <a:pt x="181" y="3523"/>
                  </a:lnTo>
                  <a:cubicBezTo>
                    <a:pt x="156" y="3506"/>
                    <a:pt x="138" y="3506"/>
                    <a:pt x="113" y="3497"/>
                  </a:cubicBezTo>
                  <a:cubicBezTo>
                    <a:pt x="78" y="3480"/>
                    <a:pt x="78" y="3480"/>
                    <a:pt x="52" y="3454"/>
                  </a:cubicBezTo>
                  <a:cubicBezTo>
                    <a:pt x="35" y="3437"/>
                    <a:pt x="18" y="3420"/>
                    <a:pt x="1" y="3412"/>
                  </a:cubicBezTo>
                  <a:lnTo>
                    <a:pt x="1" y="3412"/>
                  </a:lnTo>
                  <a:cubicBezTo>
                    <a:pt x="10" y="3446"/>
                    <a:pt x="10" y="3472"/>
                    <a:pt x="18" y="3506"/>
                  </a:cubicBezTo>
                  <a:cubicBezTo>
                    <a:pt x="44" y="3618"/>
                    <a:pt x="95" y="3729"/>
                    <a:pt x="181" y="3798"/>
                  </a:cubicBezTo>
                  <a:cubicBezTo>
                    <a:pt x="216" y="3824"/>
                    <a:pt x="241" y="3850"/>
                    <a:pt x="267" y="3893"/>
                  </a:cubicBezTo>
                  <a:cubicBezTo>
                    <a:pt x="302" y="3961"/>
                    <a:pt x="319" y="3987"/>
                    <a:pt x="379" y="4039"/>
                  </a:cubicBezTo>
                  <a:lnTo>
                    <a:pt x="388" y="4039"/>
                  </a:lnTo>
                  <a:cubicBezTo>
                    <a:pt x="482" y="4107"/>
                    <a:pt x="499" y="4228"/>
                    <a:pt x="559" y="4314"/>
                  </a:cubicBezTo>
                  <a:cubicBezTo>
                    <a:pt x="585" y="4348"/>
                    <a:pt x="611" y="4391"/>
                    <a:pt x="645" y="4408"/>
                  </a:cubicBezTo>
                  <a:cubicBezTo>
                    <a:pt x="714" y="4434"/>
                    <a:pt x="783" y="4417"/>
                    <a:pt x="851" y="4460"/>
                  </a:cubicBezTo>
                  <a:cubicBezTo>
                    <a:pt x="894" y="4485"/>
                    <a:pt x="937" y="4520"/>
                    <a:pt x="980" y="4546"/>
                  </a:cubicBezTo>
                  <a:cubicBezTo>
                    <a:pt x="1032" y="4580"/>
                    <a:pt x="1101" y="4623"/>
                    <a:pt x="1144" y="4674"/>
                  </a:cubicBezTo>
                  <a:cubicBezTo>
                    <a:pt x="1152" y="4683"/>
                    <a:pt x="1161" y="4700"/>
                    <a:pt x="1161" y="4709"/>
                  </a:cubicBezTo>
                  <a:cubicBezTo>
                    <a:pt x="1221" y="4786"/>
                    <a:pt x="1272" y="4846"/>
                    <a:pt x="1376" y="4889"/>
                  </a:cubicBezTo>
                  <a:cubicBezTo>
                    <a:pt x="1479" y="4932"/>
                    <a:pt x="1573" y="4958"/>
                    <a:pt x="1676" y="4975"/>
                  </a:cubicBezTo>
                  <a:lnTo>
                    <a:pt x="1702" y="4975"/>
                  </a:lnTo>
                  <a:cubicBezTo>
                    <a:pt x="1745" y="4984"/>
                    <a:pt x="1788" y="4984"/>
                    <a:pt x="1831" y="4992"/>
                  </a:cubicBezTo>
                  <a:cubicBezTo>
                    <a:pt x="1865" y="5001"/>
                    <a:pt x="1900" y="5018"/>
                    <a:pt x="1934" y="5027"/>
                  </a:cubicBezTo>
                  <a:cubicBezTo>
                    <a:pt x="1943" y="5027"/>
                    <a:pt x="1951" y="5035"/>
                    <a:pt x="1968" y="5035"/>
                  </a:cubicBezTo>
                  <a:lnTo>
                    <a:pt x="1994" y="5035"/>
                  </a:lnTo>
                  <a:cubicBezTo>
                    <a:pt x="2028" y="5035"/>
                    <a:pt x="2063" y="5027"/>
                    <a:pt x="2097" y="5027"/>
                  </a:cubicBezTo>
                  <a:lnTo>
                    <a:pt x="2166" y="5027"/>
                  </a:lnTo>
                  <a:cubicBezTo>
                    <a:pt x="2175" y="5027"/>
                    <a:pt x="2192" y="5035"/>
                    <a:pt x="2209" y="5035"/>
                  </a:cubicBezTo>
                  <a:cubicBezTo>
                    <a:pt x="2226" y="5035"/>
                    <a:pt x="2243" y="5027"/>
                    <a:pt x="2260" y="5027"/>
                  </a:cubicBezTo>
                  <a:cubicBezTo>
                    <a:pt x="2295" y="5010"/>
                    <a:pt x="2321" y="4992"/>
                    <a:pt x="2355" y="4967"/>
                  </a:cubicBezTo>
                  <a:cubicBezTo>
                    <a:pt x="2389" y="4941"/>
                    <a:pt x="2424" y="4932"/>
                    <a:pt x="2467" y="4924"/>
                  </a:cubicBezTo>
                  <a:cubicBezTo>
                    <a:pt x="2578" y="4898"/>
                    <a:pt x="2690" y="4889"/>
                    <a:pt x="2802" y="4846"/>
                  </a:cubicBezTo>
                  <a:cubicBezTo>
                    <a:pt x="2810" y="4846"/>
                    <a:pt x="2827" y="4838"/>
                    <a:pt x="2845" y="4829"/>
                  </a:cubicBezTo>
                  <a:cubicBezTo>
                    <a:pt x="2922" y="4803"/>
                    <a:pt x="2999" y="4769"/>
                    <a:pt x="3085" y="4743"/>
                  </a:cubicBezTo>
                  <a:cubicBezTo>
                    <a:pt x="3171" y="4726"/>
                    <a:pt x="3206" y="4640"/>
                    <a:pt x="3266" y="4589"/>
                  </a:cubicBezTo>
                  <a:cubicBezTo>
                    <a:pt x="3266" y="4580"/>
                    <a:pt x="3266" y="4580"/>
                    <a:pt x="3274" y="4580"/>
                  </a:cubicBezTo>
                  <a:cubicBezTo>
                    <a:pt x="3343" y="4520"/>
                    <a:pt x="3386" y="4511"/>
                    <a:pt x="3455" y="4460"/>
                  </a:cubicBezTo>
                  <a:cubicBezTo>
                    <a:pt x="3480" y="4434"/>
                    <a:pt x="3489" y="4434"/>
                    <a:pt x="3506" y="4400"/>
                  </a:cubicBezTo>
                  <a:cubicBezTo>
                    <a:pt x="3523" y="4365"/>
                    <a:pt x="3549" y="4331"/>
                    <a:pt x="3566" y="4296"/>
                  </a:cubicBezTo>
                  <a:cubicBezTo>
                    <a:pt x="3584" y="4253"/>
                    <a:pt x="3635" y="4253"/>
                    <a:pt x="3635" y="4211"/>
                  </a:cubicBezTo>
                  <a:cubicBezTo>
                    <a:pt x="3644" y="4211"/>
                    <a:pt x="3644" y="4202"/>
                    <a:pt x="3644" y="4202"/>
                  </a:cubicBezTo>
                  <a:cubicBezTo>
                    <a:pt x="3644" y="4168"/>
                    <a:pt x="3661" y="4142"/>
                    <a:pt x="3678" y="4099"/>
                  </a:cubicBezTo>
                  <a:cubicBezTo>
                    <a:pt x="3695" y="4039"/>
                    <a:pt x="3712" y="3970"/>
                    <a:pt x="3730" y="3901"/>
                  </a:cubicBezTo>
                  <a:cubicBezTo>
                    <a:pt x="3747" y="3867"/>
                    <a:pt x="3781" y="3815"/>
                    <a:pt x="3807" y="3772"/>
                  </a:cubicBezTo>
                  <a:cubicBezTo>
                    <a:pt x="3858" y="3686"/>
                    <a:pt x="3901" y="3592"/>
                    <a:pt x="3944" y="3506"/>
                  </a:cubicBezTo>
                  <a:cubicBezTo>
                    <a:pt x="4013" y="3360"/>
                    <a:pt x="4159" y="3180"/>
                    <a:pt x="4159" y="3008"/>
                  </a:cubicBezTo>
                  <a:cubicBezTo>
                    <a:pt x="4159" y="2991"/>
                    <a:pt x="4151" y="2973"/>
                    <a:pt x="4151" y="2956"/>
                  </a:cubicBezTo>
                  <a:cubicBezTo>
                    <a:pt x="4151" y="2939"/>
                    <a:pt x="4151" y="2922"/>
                    <a:pt x="4142" y="2905"/>
                  </a:cubicBezTo>
                  <a:cubicBezTo>
                    <a:pt x="4133" y="2802"/>
                    <a:pt x="4116" y="2673"/>
                    <a:pt x="4073" y="2578"/>
                  </a:cubicBezTo>
                  <a:cubicBezTo>
                    <a:pt x="4056" y="2544"/>
                    <a:pt x="4030" y="2509"/>
                    <a:pt x="4022" y="2475"/>
                  </a:cubicBezTo>
                  <a:cubicBezTo>
                    <a:pt x="4022" y="2466"/>
                    <a:pt x="4022" y="2458"/>
                    <a:pt x="4022" y="2458"/>
                  </a:cubicBezTo>
                  <a:cubicBezTo>
                    <a:pt x="4022" y="2449"/>
                    <a:pt x="4022" y="2441"/>
                    <a:pt x="4022" y="2424"/>
                  </a:cubicBezTo>
                  <a:lnTo>
                    <a:pt x="4022" y="2415"/>
                  </a:lnTo>
                  <a:cubicBezTo>
                    <a:pt x="4022" y="2338"/>
                    <a:pt x="4047" y="2252"/>
                    <a:pt x="4056" y="2183"/>
                  </a:cubicBezTo>
                  <a:cubicBezTo>
                    <a:pt x="4073" y="2080"/>
                    <a:pt x="4065" y="2011"/>
                    <a:pt x="4039" y="1908"/>
                  </a:cubicBezTo>
                  <a:cubicBezTo>
                    <a:pt x="4022" y="1831"/>
                    <a:pt x="4030" y="1753"/>
                    <a:pt x="4013" y="1667"/>
                  </a:cubicBezTo>
                  <a:cubicBezTo>
                    <a:pt x="3996" y="1530"/>
                    <a:pt x="3962" y="1367"/>
                    <a:pt x="3876" y="1255"/>
                  </a:cubicBezTo>
                  <a:cubicBezTo>
                    <a:pt x="3841" y="1212"/>
                    <a:pt x="3798" y="1204"/>
                    <a:pt x="3755" y="1169"/>
                  </a:cubicBezTo>
                  <a:cubicBezTo>
                    <a:pt x="3730" y="1152"/>
                    <a:pt x="3695" y="1100"/>
                    <a:pt x="3678" y="1066"/>
                  </a:cubicBezTo>
                  <a:cubicBezTo>
                    <a:pt x="3644" y="1023"/>
                    <a:pt x="3626" y="963"/>
                    <a:pt x="3626" y="911"/>
                  </a:cubicBezTo>
                  <a:cubicBezTo>
                    <a:pt x="3626" y="903"/>
                    <a:pt x="3626" y="894"/>
                    <a:pt x="3626" y="894"/>
                  </a:cubicBezTo>
                  <a:cubicBezTo>
                    <a:pt x="3626" y="860"/>
                    <a:pt x="3635" y="834"/>
                    <a:pt x="3635" y="800"/>
                  </a:cubicBezTo>
                  <a:cubicBezTo>
                    <a:pt x="3635" y="774"/>
                    <a:pt x="3635" y="748"/>
                    <a:pt x="3618" y="731"/>
                  </a:cubicBezTo>
                  <a:cubicBezTo>
                    <a:pt x="3584" y="679"/>
                    <a:pt x="3549" y="654"/>
                    <a:pt x="3523" y="602"/>
                  </a:cubicBezTo>
                  <a:cubicBezTo>
                    <a:pt x="3489" y="533"/>
                    <a:pt x="3463" y="508"/>
                    <a:pt x="3412" y="465"/>
                  </a:cubicBezTo>
                  <a:cubicBezTo>
                    <a:pt x="3317" y="396"/>
                    <a:pt x="3223" y="336"/>
                    <a:pt x="3120" y="276"/>
                  </a:cubicBezTo>
                  <a:cubicBezTo>
                    <a:pt x="3077" y="250"/>
                    <a:pt x="3034" y="258"/>
                    <a:pt x="2974" y="241"/>
                  </a:cubicBezTo>
                  <a:cubicBezTo>
                    <a:pt x="2939" y="224"/>
                    <a:pt x="2870" y="181"/>
                    <a:pt x="2853" y="181"/>
                  </a:cubicBezTo>
                  <a:lnTo>
                    <a:pt x="2810" y="181"/>
                  </a:lnTo>
                  <a:cubicBezTo>
                    <a:pt x="2767" y="181"/>
                    <a:pt x="2733" y="164"/>
                    <a:pt x="2690" y="121"/>
                  </a:cubicBezTo>
                  <a:cubicBezTo>
                    <a:pt x="2656" y="87"/>
                    <a:pt x="2630" y="52"/>
                    <a:pt x="2578" y="44"/>
                  </a:cubicBezTo>
                  <a:cubicBezTo>
                    <a:pt x="2544" y="35"/>
                    <a:pt x="2510" y="35"/>
                    <a:pt x="2467" y="35"/>
                  </a:cubicBezTo>
                  <a:lnTo>
                    <a:pt x="2407" y="35"/>
                  </a:lnTo>
                  <a:cubicBezTo>
                    <a:pt x="2381" y="35"/>
                    <a:pt x="2355" y="27"/>
                    <a:pt x="2329" y="27"/>
                  </a:cubicBezTo>
                  <a:lnTo>
                    <a:pt x="2286" y="27"/>
                  </a:lnTo>
                  <a:lnTo>
                    <a:pt x="2260" y="9"/>
                  </a:lnTo>
                  <a:lnTo>
                    <a:pt x="2243" y="1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8" name="Google Shape;1978;p19"/>
            <p:cNvSpPr/>
            <p:nvPr/>
          </p:nvSpPr>
          <p:spPr>
            <a:xfrm>
              <a:off x="5707825" y="1323600"/>
              <a:ext cx="40625" cy="50275"/>
            </a:xfrm>
            <a:custGeom>
              <a:avLst/>
              <a:gdLst/>
              <a:ahLst/>
              <a:cxnLst/>
              <a:rect l="l" t="t" r="r" b="b"/>
              <a:pathLst>
                <a:path w="1625" h="2011" extrusionOk="0">
                  <a:moveTo>
                    <a:pt x="1186" y="0"/>
                  </a:moveTo>
                  <a:lnTo>
                    <a:pt x="1178" y="34"/>
                  </a:lnTo>
                  <a:lnTo>
                    <a:pt x="1186" y="43"/>
                  </a:lnTo>
                  <a:cubicBezTo>
                    <a:pt x="1195" y="60"/>
                    <a:pt x="1203" y="69"/>
                    <a:pt x="1212" y="77"/>
                  </a:cubicBezTo>
                  <a:cubicBezTo>
                    <a:pt x="1229" y="95"/>
                    <a:pt x="1246" y="112"/>
                    <a:pt x="1272" y="137"/>
                  </a:cubicBezTo>
                  <a:cubicBezTo>
                    <a:pt x="1281" y="146"/>
                    <a:pt x="1289" y="163"/>
                    <a:pt x="1307" y="163"/>
                  </a:cubicBezTo>
                  <a:cubicBezTo>
                    <a:pt x="1324" y="180"/>
                    <a:pt x="1341" y="180"/>
                    <a:pt x="1367" y="189"/>
                  </a:cubicBezTo>
                  <a:cubicBezTo>
                    <a:pt x="1384" y="198"/>
                    <a:pt x="1401" y="206"/>
                    <a:pt x="1418" y="223"/>
                  </a:cubicBezTo>
                  <a:cubicBezTo>
                    <a:pt x="1427" y="241"/>
                    <a:pt x="1435" y="258"/>
                    <a:pt x="1435" y="275"/>
                  </a:cubicBezTo>
                  <a:cubicBezTo>
                    <a:pt x="1435" y="301"/>
                    <a:pt x="1427" y="327"/>
                    <a:pt x="1427" y="352"/>
                  </a:cubicBezTo>
                  <a:cubicBezTo>
                    <a:pt x="1418" y="378"/>
                    <a:pt x="1418" y="395"/>
                    <a:pt x="1418" y="421"/>
                  </a:cubicBezTo>
                  <a:cubicBezTo>
                    <a:pt x="1410" y="473"/>
                    <a:pt x="1401" y="524"/>
                    <a:pt x="1384" y="567"/>
                  </a:cubicBezTo>
                  <a:cubicBezTo>
                    <a:pt x="1375" y="593"/>
                    <a:pt x="1367" y="610"/>
                    <a:pt x="1358" y="636"/>
                  </a:cubicBezTo>
                  <a:cubicBezTo>
                    <a:pt x="1349" y="653"/>
                    <a:pt x="1341" y="670"/>
                    <a:pt x="1332" y="687"/>
                  </a:cubicBezTo>
                  <a:cubicBezTo>
                    <a:pt x="1315" y="730"/>
                    <a:pt x="1289" y="773"/>
                    <a:pt x="1307" y="825"/>
                  </a:cubicBezTo>
                  <a:cubicBezTo>
                    <a:pt x="1315" y="859"/>
                    <a:pt x="1332" y="885"/>
                    <a:pt x="1332" y="928"/>
                  </a:cubicBezTo>
                  <a:lnTo>
                    <a:pt x="1332" y="954"/>
                  </a:lnTo>
                  <a:lnTo>
                    <a:pt x="1341" y="979"/>
                  </a:lnTo>
                  <a:lnTo>
                    <a:pt x="1332" y="1005"/>
                  </a:lnTo>
                  <a:cubicBezTo>
                    <a:pt x="1324" y="1031"/>
                    <a:pt x="1307" y="1048"/>
                    <a:pt x="1298" y="1074"/>
                  </a:cubicBezTo>
                  <a:cubicBezTo>
                    <a:pt x="1298" y="1091"/>
                    <a:pt x="1281" y="1108"/>
                    <a:pt x="1272" y="1117"/>
                  </a:cubicBezTo>
                  <a:lnTo>
                    <a:pt x="1255" y="1134"/>
                  </a:lnTo>
                  <a:lnTo>
                    <a:pt x="1238" y="1151"/>
                  </a:lnTo>
                  <a:cubicBezTo>
                    <a:pt x="1221" y="1186"/>
                    <a:pt x="1212" y="1220"/>
                    <a:pt x="1178" y="1246"/>
                  </a:cubicBezTo>
                  <a:cubicBezTo>
                    <a:pt x="1152" y="1263"/>
                    <a:pt x="1118" y="1263"/>
                    <a:pt x="1083" y="1272"/>
                  </a:cubicBezTo>
                  <a:cubicBezTo>
                    <a:pt x="1040" y="1280"/>
                    <a:pt x="989" y="1315"/>
                    <a:pt x="954" y="1340"/>
                  </a:cubicBezTo>
                  <a:cubicBezTo>
                    <a:pt x="920" y="1357"/>
                    <a:pt x="886" y="1383"/>
                    <a:pt x="868" y="1409"/>
                  </a:cubicBezTo>
                  <a:cubicBezTo>
                    <a:pt x="860" y="1435"/>
                    <a:pt x="860" y="1461"/>
                    <a:pt x="851" y="1486"/>
                  </a:cubicBezTo>
                  <a:cubicBezTo>
                    <a:pt x="843" y="1521"/>
                    <a:pt x="834" y="1555"/>
                    <a:pt x="808" y="1589"/>
                  </a:cubicBezTo>
                  <a:cubicBezTo>
                    <a:pt x="791" y="1615"/>
                    <a:pt x="757" y="1641"/>
                    <a:pt x="722" y="1658"/>
                  </a:cubicBezTo>
                  <a:cubicBezTo>
                    <a:pt x="705" y="1675"/>
                    <a:pt x="671" y="1693"/>
                    <a:pt x="654" y="1710"/>
                  </a:cubicBezTo>
                  <a:cubicBezTo>
                    <a:pt x="636" y="1727"/>
                    <a:pt x="628" y="1727"/>
                    <a:pt x="611" y="1744"/>
                  </a:cubicBezTo>
                  <a:cubicBezTo>
                    <a:pt x="585" y="1753"/>
                    <a:pt x="568" y="1770"/>
                    <a:pt x="542" y="1778"/>
                  </a:cubicBezTo>
                  <a:cubicBezTo>
                    <a:pt x="516" y="1796"/>
                    <a:pt x="482" y="1804"/>
                    <a:pt x="447" y="1813"/>
                  </a:cubicBezTo>
                  <a:cubicBezTo>
                    <a:pt x="422" y="1821"/>
                    <a:pt x="396" y="1830"/>
                    <a:pt x="361" y="1830"/>
                  </a:cubicBezTo>
                  <a:cubicBezTo>
                    <a:pt x="350" y="1830"/>
                    <a:pt x="335" y="1826"/>
                    <a:pt x="321" y="1826"/>
                  </a:cubicBezTo>
                  <a:cubicBezTo>
                    <a:pt x="314" y="1826"/>
                    <a:pt x="307" y="1827"/>
                    <a:pt x="301" y="1830"/>
                  </a:cubicBezTo>
                  <a:cubicBezTo>
                    <a:pt x="276" y="1830"/>
                    <a:pt x="258" y="1839"/>
                    <a:pt x="233" y="1847"/>
                  </a:cubicBezTo>
                  <a:cubicBezTo>
                    <a:pt x="207" y="1856"/>
                    <a:pt x="172" y="1856"/>
                    <a:pt x="147" y="1873"/>
                  </a:cubicBezTo>
                  <a:cubicBezTo>
                    <a:pt x="121" y="1890"/>
                    <a:pt x="95" y="1907"/>
                    <a:pt x="52" y="1916"/>
                  </a:cubicBezTo>
                  <a:lnTo>
                    <a:pt x="9" y="1933"/>
                  </a:lnTo>
                  <a:cubicBezTo>
                    <a:pt x="1" y="1950"/>
                    <a:pt x="9" y="1950"/>
                    <a:pt x="26" y="1967"/>
                  </a:cubicBezTo>
                  <a:cubicBezTo>
                    <a:pt x="44" y="1985"/>
                    <a:pt x="61" y="1993"/>
                    <a:pt x="87" y="2002"/>
                  </a:cubicBezTo>
                  <a:cubicBezTo>
                    <a:pt x="93" y="2005"/>
                    <a:pt x="100" y="2007"/>
                    <a:pt x="107" y="2007"/>
                  </a:cubicBezTo>
                  <a:cubicBezTo>
                    <a:pt x="134" y="2007"/>
                    <a:pt x="160" y="1983"/>
                    <a:pt x="181" y="1976"/>
                  </a:cubicBezTo>
                  <a:cubicBezTo>
                    <a:pt x="202" y="1965"/>
                    <a:pt x="230" y="1958"/>
                    <a:pt x="256" y="1958"/>
                  </a:cubicBezTo>
                  <a:cubicBezTo>
                    <a:pt x="273" y="1958"/>
                    <a:pt x="288" y="1961"/>
                    <a:pt x="301" y="1967"/>
                  </a:cubicBezTo>
                  <a:lnTo>
                    <a:pt x="327" y="1985"/>
                  </a:lnTo>
                  <a:lnTo>
                    <a:pt x="361" y="1985"/>
                  </a:lnTo>
                  <a:cubicBezTo>
                    <a:pt x="383" y="1989"/>
                    <a:pt x="404" y="1989"/>
                    <a:pt x="426" y="1989"/>
                  </a:cubicBezTo>
                  <a:cubicBezTo>
                    <a:pt x="447" y="1989"/>
                    <a:pt x="469" y="1989"/>
                    <a:pt x="490" y="1993"/>
                  </a:cubicBezTo>
                  <a:cubicBezTo>
                    <a:pt x="516" y="2002"/>
                    <a:pt x="542" y="2002"/>
                    <a:pt x="576" y="2002"/>
                  </a:cubicBezTo>
                  <a:cubicBezTo>
                    <a:pt x="585" y="2010"/>
                    <a:pt x="593" y="2010"/>
                    <a:pt x="611" y="2010"/>
                  </a:cubicBezTo>
                  <a:cubicBezTo>
                    <a:pt x="654" y="2010"/>
                    <a:pt x="671" y="2002"/>
                    <a:pt x="697" y="1993"/>
                  </a:cubicBezTo>
                  <a:cubicBezTo>
                    <a:pt x="722" y="1985"/>
                    <a:pt x="757" y="1985"/>
                    <a:pt x="774" y="1967"/>
                  </a:cubicBezTo>
                  <a:lnTo>
                    <a:pt x="791" y="1942"/>
                  </a:lnTo>
                  <a:cubicBezTo>
                    <a:pt x="800" y="1937"/>
                    <a:pt x="813" y="1937"/>
                    <a:pt x="825" y="1937"/>
                  </a:cubicBezTo>
                  <a:cubicBezTo>
                    <a:pt x="838" y="1937"/>
                    <a:pt x="851" y="1937"/>
                    <a:pt x="860" y="1933"/>
                  </a:cubicBezTo>
                  <a:cubicBezTo>
                    <a:pt x="886" y="1925"/>
                    <a:pt x="928" y="1925"/>
                    <a:pt x="954" y="1916"/>
                  </a:cubicBezTo>
                  <a:cubicBezTo>
                    <a:pt x="980" y="1907"/>
                    <a:pt x="997" y="1882"/>
                    <a:pt x="1023" y="1882"/>
                  </a:cubicBezTo>
                  <a:cubicBezTo>
                    <a:pt x="1040" y="1873"/>
                    <a:pt x="1049" y="1882"/>
                    <a:pt x="1066" y="1864"/>
                  </a:cubicBezTo>
                  <a:lnTo>
                    <a:pt x="1075" y="1856"/>
                  </a:lnTo>
                  <a:cubicBezTo>
                    <a:pt x="1092" y="1839"/>
                    <a:pt x="1109" y="1830"/>
                    <a:pt x="1126" y="1813"/>
                  </a:cubicBezTo>
                  <a:cubicBezTo>
                    <a:pt x="1160" y="1787"/>
                    <a:pt x="1169" y="1744"/>
                    <a:pt x="1203" y="1710"/>
                  </a:cubicBezTo>
                  <a:lnTo>
                    <a:pt x="1221" y="1701"/>
                  </a:lnTo>
                  <a:lnTo>
                    <a:pt x="1238" y="1675"/>
                  </a:lnTo>
                  <a:cubicBezTo>
                    <a:pt x="1255" y="1650"/>
                    <a:pt x="1281" y="1632"/>
                    <a:pt x="1298" y="1615"/>
                  </a:cubicBezTo>
                  <a:cubicBezTo>
                    <a:pt x="1332" y="1589"/>
                    <a:pt x="1367" y="1555"/>
                    <a:pt x="1410" y="1538"/>
                  </a:cubicBezTo>
                  <a:cubicBezTo>
                    <a:pt x="1427" y="1529"/>
                    <a:pt x="1444" y="1521"/>
                    <a:pt x="1470" y="1521"/>
                  </a:cubicBezTo>
                  <a:cubicBezTo>
                    <a:pt x="1487" y="1512"/>
                    <a:pt x="1496" y="1512"/>
                    <a:pt x="1521" y="1504"/>
                  </a:cubicBezTo>
                  <a:cubicBezTo>
                    <a:pt x="1547" y="1486"/>
                    <a:pt x="1547" y="1469"/>
                    <a:pt x="1564" y="1443"/>
                  </a:cubicBezTo>
                  <a:cubicBezTo>
                    <a:pt x="1581" y="1418"/>
                    <a:pt x="1590" y="1375"/>
                    <a:pt x="1590" y="1332"/>
                  </a:cubicBezTo>
                  <a:cubicBezTo>
                    <a:pt x="1581" y="1306"/>
                    <a:pt x="1573" y="1280"/>
                    <a:pt x="1573" y="1254"/>
                  </a:cubicBezTo>
                  <a:cubicBezTo>
                    <a:pt x="1573" y="1237"/>
                    <a:pt x="1573" y="1229"/>
                    <a:pt x="1581" y="1211"/>
                  </a:cubicBezTo>
                  <a:cubicBezTo>
                    <a:pt x="1590" y="1177"/>
                    <a:pt x="1599" y="1151"/>
                    <a:pt x="1616" y="1117"/>
                  </a:cubicBezTo>
                  <a:cubicBezTo>
                    <a:pt x="1624" y="1091"/>
                    <a:pt x="1624" y="1057"/>
                    <a:pt x="1624" y="1022"/>
                  </a:cubicBezTo>
                  <a:cubicBezTo>
                    <a:pt x="1624" y="997"/>
                    <a:pt x="1607" y="962"/>
                    <a:pt x="1607" y="928"/>
                  </a:cubicBezTo>
                  <a:cubicBezTo>
                    <a:pt x="1607" y="885"/>
                    <a:pt x="1624" y="833"/>
                    <a:pt x="1607" y="790"/>
                  </a:cubicBezTo>
                  <a:cubicBezTo>
                    <a:pt x="1599" y="765"/>
                    <a:pt x="1581" y="739"/>
                    <a:pt x="1573" y="705"/>
                  </a:cubicBezTo>
                  <a:cubicBezTo>
                    <a:pt x="1564" y="679"/>
                    <a:pt x="1573" y="662"/>
                    <a:pt x="1573" y="636"/>
                  </a:cubicBezTo>
                  <a:cubicBezTo>
                    <a:pt x="1581" y="619"/>
                    <a:pt x="1573" y="593"/>
                    <a:pt x="1581" y="576"/>
                  </a:cubicBezTo>
                  <a:cubicBezTo>
                    <a:pt x="1590" y="550"/>
                    <a:pt x="1590" y="541"/>
                    <a:pt x="1590" y="516"/>
                  </a:cubicBezTo>
                  <a:cubicBezTo>
                    <a:pt x="1599" y="498"/>
                    <a:pt x="1607" y="481"/>
                    <a:pt x="1607" y="455"/>
                  </a:cubicBezTo>
                  <a:cubicBezTo>
                    <a:pt x="1607" y="438"/>
                    <a:pt x="1607" y="412"/>
                    <a:pt x="1599" y="387"/>
                  </a:cubicBezTo>
                  <a:lnTo>
                    <a:pt x="1590" y="369"/>
                  </a:lnTo>
                  <a:lnTo>
                    <a:pt x="1573" y="352"/>
                  </a:lnTo>
                  <a:cubicBezTo>
                    <a:pt x="1564" y="335"/>
                    <a:pt x="1564" y="309"/>
                    <a:pt x="1556" y="284"/>
                  </a:cubicBezTo>
                  <a:cubicBezTo>
                    <a:pt x="1547" y="258"/>
                    <a:pt x="1538" y="232"/>
                    <a:pt x="1521" y="206"/>
                  </a:cubicBezTo>
                  <a:cubicBezTo>
                    <a:pt x="1504" y="189"/>
                    <a:pt x="1496" y="163"/>
                    <a:pt x="1478" y="146"/>
                  </a:cubicBezTo>
                  <a:lnTo>
                    <a:pt x="1444" y="120"/>
                  </a:lnTo>
                  <a:cubicBezTo>
                    <a:pt x="1427" y="112"/>
                    <a:pt x="1418" y="95"/>
                    <a:pt x="1401" y="86"/>
                  </a:cubicBezTo>
                  <a:cubicBezTo>
                    <a:pt x="1375" y="77"/>
                    <a:pt x="1349" y="69"/>
                    <a:pt x="1324" y="60"/>
                  </a:cubicBezTo>
                  <a:cubicBezTo>
                    <a:pt x="1307" y="52"/>
                    <a:pt x="1289" y="43"/>
                    <a:pt x="1272" y="43"/>
                  </a:cubicBezTo>
                  <a:lnTo>
                    <a:pt x="1229" y="43"/>
                  </a:lnTo>
                  <a:cubicBezTo>
                    <a:pt x="1212" y="34"/>
                    <a:pt x="1186" y="34"/>
                    <a:pt x="1186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9" name="Google Shape;1979;p19"/>
            <p:cNvSpPr/>
            <p:nvPr/>
          </p:nvSpPr>
          <p:spPr>
            <a:xfrm>
              <a:off x="5658650" y="1271150"/>
              <a:ext cx="83775" cy="97775"/>
            </a:xfrm>
            <a:custGeom>
              <a:avLst/>
              <a:gdLst/>
              <a:ahLst/>
              <a:cxnLst/>
              <a:rect l="l" t="t" r="r" b="b"/>
              <a:pathLst>
                <a:path w="3351" h="3911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03" y="3602"/>
                    <a:pt x="146" y="3687"/>
                    <a:pt x="215" y="3756"/>
                  </a:cubicBezTo>
                  <a:cubicBezTo>
                    <a:pt x="267" y="3799"/>
                    <a:pt x="318" y="3868"/>
                    <a:pt x="370" y="3911"/>
                  </a:cubicBezTo>
                  <a:cubicBezTo>
                    <a:pt x="361" y="3885"/>
                    <a:pt x="352" y="3833"/>
                    <a:pt x="361" y="3816"/>
                  </a:cubicBezTo>
                  <a:cubicBezTo>
                    <a:pt x="370" y="3773"/>
                    <a:pt x="335" y="3748"/>
                    <a:pt x="335" y="3713"/>
                  </a:cubicBezTo>
                  <a:cubicBezTo>
                    <a:pt x="344" y="3679"/>
                    <a:pt x="232" y="3533"/>
                    <a:pt x="224" y="3370"/>
                  </a:cubicBezTo>
                  <a:cubicBezTo>
                    <a:pt x="206" y="3198"/>
                    <a:pt x="292" y="3146"/>
                    <a:pt x="292" y="3052"/>
                  </a:cubicBezTo>
                  <a:cubicBezTo>
                    <a:pt x="284" y="2992"/>
                    <a:pt x="267" y="2914"/>
                    <a:pt x="249" y="2863"/>
                  </a:cubicBezTo>
                  <a:cubicBezTo>
                    <a:pt x="232" y="2811"/>
                    <a:pt x="232" y="2768"/>
                    <a:pt x="249" y="2734"/>
                  </a:cubicBezTo>
                  <a:cubicBezTo>
                    <a:pt x="267" y="2699"/>
                    <a:pt x="284" y="2665"/>
                    <a:pt x="309" y="2631"/>
                  </a:cubicBezTo>
                  <a:cubicBezTo>
                    <a:pt x="344" y="2588"/>
                    <a:pt x="352" y="2553"/>
                    <a:pt x="352" y="2502"/>
                  </a:cubicBezTo>
                  <a:cubicBezTo>
                    <a:pt x="352" y="2416"/>
                    <a:pt x="309" y="2347"/>
                    <a:pt x="309" y="2270"/>
                  </a:cubicBezTo>
                  <a:cubicBezTo>
                    <a:pt x="309" y="2210"/>
                    <a:pt x="318" y="2150"/>
                    <a:pt x="309" y="2089"/>
                  </a:cubicBezTo>
                  <a:cubicBezTo>
                    <a:pt x="301" y="2029"/>
                    <a:pt x="335" y="2004"/>
                    <a:pt x="344" y="1952"/>
                  </a:cubicBezTo>
                  <a:cubicBezTo>
                    <a:pt x="352" y="1900"/>
                    <a:pt x="344" y="1849"/>
                    <a:pt x="361" y="1797"/>
                  </a:cubicBezTo>
                  <a:cubicBezTo>
                    <a:pt x="387" y="1746"/>
                    <a:pt x="430" y="1746"/>
                    <a:pt x="464" y="1703"/>
                  </a:cubicBezTo>
                  <a:cubicBezTo>
                    <a:pt x="498" y="1651"/>
                    <a:pt x="507" y="1617"/>
                    <a:pt x="559" y="1600"/>
                  </a:cubicBezTo>
                  <a:cubicBezTo>
                    <a:pt x="575" y="1594"/>
                    <a:pt x="590" y="1592"/>
                    <a:pt x="605" y="1592"/>
                  </a:cubicBezTo>
                  <a:cubicBezTo>
                    <a:pt x="638" y="1592"/>
                    <a:pt x="672" y="1602"/>
                    <a:pt x="713" y="1608"/>
                  </a:cubicBezTo>
                  <a:cubicBezTo>
                    <a:pt x="748" y="1617"/>
                    <a:pt x="773" y="1626"/>
                    <a:pt x="808" y="1634"/>
                  </a:cubicBezTo>
                  <a:cubicBezTo>
                    <a:pt x="832" y="1646"/>
                    <a:pt x="841" y="1652"/>
                    <a:pt x="845" y="1652"/>
                  </a:cubicBezTo>
                  <a:cubicBezTo>
                    <a:pt x="851" y="1652"/>
                    <a:pt x="850" y="1644"/>
                    <a:pt x="859" y="1626"/>
                  </a:cubicBezTo>
                  <a:cubicBezTo>
                    <a:pt x="919" y="1514"/>
                    <a:pt x="877" y="1368"/>
                    <a:pt x="885" y="1247"/>
                  </a:cubicBezTo>
                  <a:cubicBezTo>
                    <a:pt x="885" y="1213"/>
                    <a:pt x="885" y="1179"/>
                    <a:pt x="885" y="1144"/>
                  </a:cubicBezTo>
                  <a:cubicBezTo>
                    <a:pt x="885" y="1119"/>
                    <a:pt x="877" y="1119"/>
                    <a:pt x="894" y="1093"/>
                  </a:cubicBezTo>
                  <a:cubicBezTo>
                    <a:pt x="937" y="1033"/>
                    <a:pt x="988" y="1016"/>
                    <a:pt x="1048" y="990"/>
                  </a:cubicBezTo>
                  <a:cubicBezTo>
                    <a:pt x="1117" y="964"/>
                    <a:pt x="1143" y="955"/>
                    <a:pt x="1177" y="878"/>
                  </a:cubicBezTo>
                  <a:cubicBezTo>
                    <a:pt x="1212" y="792"/>
                    <a:pt x="1289" y="758"/>
                    <a:pt x="1366" y="706"/>
                  </a:cubicBezTo>
                  <a:cubicBezTo>
                    <a:pt x="1418" y="680"/>
                    <a:pt x="1478" y="655"/>
                    <a:pt x="1529" y="637"/>
                  </a:cubicBezTo>
                  <a:cubicBezTo>
                    <a:pt x="1572" y="620"/>
                    <a:pt x="1598" y="612"/>
                    <a:pt x="1633" y="577"/>
                  </a:cubicBezTo>
                  <a:cubicBezTo>
                    <a:pt x="1650" y="560"/>
                    <a:pt x="1658" y="543"/>
                    <a:pt x="1676" y="526"/>
                  </a:cubicBezTo>
                  <a:cubicBezTo>
                    <a:pt x="1700" y="508"/>
                    <a:pt x="1734" y="502"/>
                    <a:pt x="1770" y="502"/>
                  </a:cubicBezTo>
                  <a:cubicBezTo>
                    <a:pt x="1823" y="502"/>
                    <a:pt x="1880" y="516"/>
                    <a:pt x="1916" y="526"/>
                  </a:cubicBezTo>
                  <a:cubicBezTo>
                    <a:pt x="1934" y="531"/>
                    <a:pt x="1950" y="534"/>
                    <a:pt x="1965" y="534"/>
                  </a:cubicBezTo>
                  <a:cubicBezTo>
                    <a:pt x="1998" y="534"/>
                    <a:pt x="2024" y="519"/>
                    <a:pt x="2054" y="483"/>
                  </a:cubicBezTo>
                  <a:cubicBezTo>
                    <a:pt x="2062" y="466"/>
                    <a:pt x="2079" y="448"/>
                    <a:pt x="2088" y="431"/>
                  </a:cubicBezTo>
                  <a:cubicBezTo>
                    <a:pt x="2114" y="397"/>
                    <a:pt x="2131" y="371"/>
                    <a:pt x="2157" y="345"/>
                  </a:cubicBezTo>
                  <a:cubicBezTo>
                    <a:pt x="2208" y="294"/>
                    <a:pt x="2243" y="268"/>
                    <a:pt x="2311" y="251"/>
                  </a:cubicBezTo>
                  <a:cubicBezTo>
                    <a:pt x="2381" y="225"/>
                    <a:pt x="2432" y="195"/>
                    <a:pt x="2493" y="195"/>
                  </a:cubicBezTo>
                  <a:cubicBezTo>
                    <a:pt x="2514" y="195"/>
                    <a:pt x="2536" y="199"/>
                    <a:pt x="2560" y="208"/>
                  </a:cubicBezTo>
                  <a:cubicBezTo>
                    <a:pt x="2664" y="242"/>
                    <a:pt x="2758" y="285"/>
                    <a:pt x="2861" y="320"/>
                  </a:cubicBezTo>
                  <a:cubicBezTo>
                    <a:pt x="2904" y="337"/>
                    <a:pt x="2938" y="363"/>
                    <a:pt x="2981" y="371"/>
                  </a:cubicBezTo>
                  <a:cubicBezTo>
                    <a:pt x="3033" y="388"/>
                    <a:pt x="3067" y="406"/>
                    <a:pt x="3110" y="423"/>
                  </a:cubicBezTo>
                  <a:cubicBezTo>
                    <a:pt x="3148" y="444"/>
                    <a:pt x="3190" y="466"/>
                    <a:pt x="3230" y="466"/>
                  </a:cubicBezTo>
                  <a:cubicBezTo>
                    <a:pt x="3254" y="466"/>
                    <a:pt x="3277" y="459"/>
                    <a:pt x="3299" y="440"/>
                  </a:cubicBezTo>
                  <a:cubicBezTo>
                    <a:pt x="3316" y="423"/>
                    <a:pt x="3342" y="406"/>
                    <a:pt x="3351" y="380"/>
                  </a:cubicBezTo>
                  <a:cubicBezTo>
                    <a:pt x="3299" y="345"/>
                    <a:pt x="3248" y="311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595" y="36"/>
                    <a:pt x="2535" y="36"/>
                    <a:pt x="2475" y="36"/>
                  </a:cubicBez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0" name="Google Shape;1980;p19"/>
            <p:cNvSpPr/>
            <p:nvPr/>
          </p:nvSpPr>
          <p:spPr>
            <a:xfrm>
              <a:off x="5700100" y="1318450"/>
              <a:ext cx="44900" cy="53800"/>
            </a:xfrm>
            <a:custGeom>
              <a:avLst/>
              <a:gdLst/>
              <a:ahLst/>
              <a:cxnLst/>
              <a:rect l="l" t="t" r="r" b="b"/>
              <a:pathLst>
                <a:path w="1796" h="2152" extrusionOk="0">
                  <a:moveTo>
                    <a:pt x="1227" y="0"/>
                  </a:moveTo>
                  <a:cubicBezTo>
                    <a:pt x="1191" y="0"/>
                    <a:pt x="1180" y="104"/>
                    <a:pt x="1195" y="112"/>
                  </a:cubicBezTo>
                  <a:lnTo>
                    <a:pt x="1220" y="146"/>
                  </a:lnTo>
                  <a:cubicBezTo>
                    <a:pt x="1237" y="172"/>
                    <a:pt x="1272" y="197"/>
                    <a:pt x="1298" y="223"/>
                  </a:cubicBezTo>
                  <a:cubicBezTo>
                    <a:pt x="1341" y="258"/>
                    <a:pt x="1366" y="301"/>
                    <a:pt x="1401" y="335"/>
                  </a:cubicBezTo>
                  <a:cubicBezTo>
                    <a:pt x="1427" y="361"/>
                    <a:pt x="1435" y="369"/>
                    <a:pt x="1444" y="404"/>
                  </a:cubicBezTo>
                  <a:cubicBezTo>
                    <a:pt x="1452" y="421"/>
                    <a:pt x="1461" y="447"/>
                    <a:pt x="1461" y="464"/>
                  </a:cubicBezTo>
                  <a:cubicBezTo>
                    <a:pt x="1461" y="481"/>
                    <a:pt x="1461" y="490"/>
                    <a:pt x="1461" y="507"/>
                  </a:cubicBezTo>
                  <a:cubicBezTo>
                    <a:pt x="1478" y="558"/>
                    <a:pt x="1495" y="618"/>
                    <a:pt x="1495" y="670"/>
                  </a:cubicBezTo>
                  <a:cubicBezTo>
                    <a:pt x="1504" y="756"/>
                    <a:pt x="1495" y="842"/>
                    <a:pt x="1495" y="919"/>
                  </a:cubicBezTo>
                  <a:cubicBezTo>
                    <a:pt x="1495" y="971"/>
                    <a:pt x="1478" y="1014"/>
                    <a:pt x="1461" y="1065"/>
                  </a:cubicBezTo>
                  <a:cubicBezTo>
                    <a:pt x="1452" y="1100"/>
                    <a:pt x="1435" y="1125"/>
                    <a:pt x="1409" y="1151"/>
                  </a:cubicBezTo>
                  <a:cubicBezTo>
                    <a:pt x="1375" y="1194"/>
                    <a:pt x="1384" y="1246"/>
                    <a:pt x="1349" y="1289"/>
                  </a:cubicBezTo>
                  <a:cubicBezTo>
                    <a:pt x="1315" y="1332"/>
                    <a:pt x="1255" y="1374"/>
                    <a:pt x="1203" y="1392"/>
                  </a:cubicBezTo>
                  <a:cubicBezTo>
                    <a:pt x="1186" y="1400"/>
                    <a:pt x="1160" y="1400"/>
                    <a:pt x="1152" y="1409"/>
                  </a:cubicBezTo>
                  <a:lnTo>
                    <a:pt x="1143" y="1452"/>
                  </a:lnTo>
                  <a:cubicBezTo>
                    <a:pt x="1134" y="1503"/>
                    <a:pt x="1091" y="1546"/>
                    <a:pt x="1057" y="1589"/>
                  </a:cubicBezTo>
                  <a:cubicBezTo>
                    <a:pt x="1040" y="1606"/>
                    <a:pt x="1031" y="1632"/>
                    <a:pt x="1014" y="1649"/>
                  </a:cubicBezTo>
                  <a:cubicBezTo>
                    <a:pt x="1006" y="1667"/>
                    <a:pt x="997" y="1701"/>
                    <a:pt x="980" y="1718"/>
                  </a:cubicBezTo>
                  <a:cubicBezTo>
                    <a:pt x="954" y="1744"/>
                    <a:pt x="920" y="1761"/>
                    <a:pt x="877" y="1761"/>
                  </a:cubicBezTo>
                  <a:cubicBezTo>
                    <a:pt x="842" y="1761"/>
                    <a:pt x="799" y="1770"/>
                    <a:pt x="782" y="1795"/>
                  </a:cubicBezTo>
                  <a:cubicBezTo>
                    <a:pt x="765" y="1813"/>
                    <a:pt x="765" y="1838"/>
                    <a:pt x="756" y="1864"/>
                  </a:cubicBezTo>
                  <a:cubicBezTo>
                    <a:pt x="748" y="1873"/>
                    <a:pt x="739" y="1890"/>
                    <a:pt x="731" y="1899"/>
                  </a:cubicBezTo>
                  <a:cubicBezTo>
                    <a:pt x="705" y="1924"/>
                    <a:pt x="705" y="1933"/>
                    <a:pt x="670" y="1941"/>
                  </a:cubicBezTo>
                  <a:cubicBezTo>
                    <a:pt x="628" y="1950"/>
                    <a:pt x="593" y="1950"/>
                    <a:pt x="559" y="1959"/>
                  </a:cubicBezTo>
                  <a:cubicBezTo>
                    <a:pt x="499" y="1976"/>
                    <a:pt x="447" y="1984"/>
                    <a:pt x="387" y="1993"/>
                  </a:cubicBezTo>
                  <a:cubicBezTo>
                    <a:pt x="344" y="1993"/>
                    <a:pt x="310" y="1993"/>
                    <a:pt x="267" y="2002"/>
                  </a:cubicBezTo>
                  <a:cubicBezTo>
                    <a:pt x="232" y="2010"/>
                    <a:pt x="207" y="2019"/>
                    <a:pt x="172" y="2019"/>
                  </a:cubicBezTo>
                  <a:cubicBezTo>
                    <a:pt x="146" y="2010"/>
                    <a:pt x="129" y="2002"/>
                    <a:pt x="103" y="1993"/>
                  </a:cubicBezTo>
                  <a:cubicBezTo>
                    <a:pt x="86" y="1993"/>
                    <a:pt x="69" y="1993"/>
                    <a:pt x="52" y="1984"/>
                  </a:cubicBezTo>
                  <a:cubicBezTo>
                    <a:pt x="9" y="1984"/>
                    <a:pt x="0" y="2019"/>
                    <a:pt x="9" y="2036"/>
                  </a:cubicBezTo>
                  <a:cubicBezTo>
                    <a:pt x="18" y="2045"/>
                    <a:pt x="43" y="2070"/>
                    <a:pt x="60" y="2070"/>
                  </a:cubicBezTo>
                  <a:cubicBezTo>
                    <a:pt x="69" y="2079"/>
                    <a:pt x="86" y="2079"/>
                    <a:pt x="103" y="2088"/>
                  </a:cubicBezTo>
                  <a:lnTo>
                    <a:pt x="112" y="2096"/>
                  </a:lnTo>
                  <a:lnTo>
                    <a:pt x="146" y="2105"/>
                  </a:lnTo>
                  <a:lnTo>
                    <a:pt x="189" y="2122"/>
                  </a:lnTo>
                  <a:cubicBezTo>
                    <a:pt x="207" y="2131"/>
                    <a:pt x="232" y="2131"/>
                    <a:pt x="249" y="2139"/>
                  </a:cubicBezTo>
                  <a:cubicBezTo>
                    <a:pt x="267" y="2139"/>
                    <a:pt x="284" y="2148"/>
                    <a:pt x="301" y="2148"/>
                  </a:cubicBezTo>
                  <a:cubicBezTo>
                    <a:pt x="313" y="2150"/>
                    <a:pt x="325" y="2151"/>
                    <a:pt x="337" y="2151"/>
                  </a:cubicBezTo>
                  <a:cubicBezTo>
                    <a:pt x="370" y="2151"/>
                    <a:pt x="405" y="2143"/>
                    <a:pt x="430" y="2131"/>
                  </a:cubicBezTo>
                  <a:cubicBezTo>
                    <a:pt x="447" y="2113"/>
                    <a:pt x="456" y="2105"/>
                    <a:pt x="481" y="2096"/>
                  </a:cubicBezTo>
                  <a:cubicBezTo>
                    <a:pt x="516" y="2088"/>
                    <a:pt x="559" y="2079"/>
                    <a:pt x="593" y="2079"/>
                  </a:cubicBezTo>
                  <a:cubicBezTo>
                    <a:pt x="701" y="2079"/>
                    <a:pt x="798" y="2126"/>
                    <a:pt x="897" y="2126"/>
                  </a:cubicBezTo>
                  <a:cubicBezTo>
                    <a:pt x="924" y="2126"/>
                    <a:pt x="952" y="2123"/>
                    <a:pt x="980" y="2113"/>
                  </a:cubicBezTo>
                  <a:cubicBezTo>
                    <a:pt x="1014" y="2105"/>
                    <a:pt x="1023" y="2088"/>
                    <a:pt x="1048" y="2070"/>
                  </a:cubicBezTo>
                  <a:cubicBezTo>
                    <a:pt x="1074" y="2053"/>
                    <a:pt x="1091" y="2027"/>
                    <a:pt x="1109" y="2010"/>
                  </a:cubicBezTo>
                  <a:cubicBezTo>
                    <a:pt x="1143" y="1950"/>
                    <a:pt x="1177" y="1890"/>
                    <a:pt x="1203" y="1821"/>
                  </a:cubicBezTo>
                  <a:cubicBezTo>
                    <a:pt x="1220" y="1770"/>
                    <a:pt x="1246" y="1710"/>
                    <a:pt x="1272" y="1658"/>
                  </a:cubicBezTo>
                  <a:cubicBezTo>
                    <a:pt x="1298" y="1624"/>
                    <a:pt x="1323" y="1598"/>
                    <a:pt x="1375" y="1581"/>
                  </a:cubicBezTo>
                  <a:cubicBezTo>
                    <a:pt x="1427" y="1563"/>
                    <a:pt x="1469" y="1546"/>
                    <a:pt x="1512" y="1529"/>
                  </a:cubicBezTo>
                  <a:cubicBezTo>
                    <a:pt x="1573" y="1495"/>
                    <a:pt x="1624" y="1486"/>
                    <a:pt x="1650" y="1435"/>
                  </a:cubicBezTo>
                  <a:cubicBezTo>
                    <a:pt x="1684" y="1383"/>
                    <a:pt x="1684" y="1332"/>
                    <a:pt x="1693" y="1280"/>
                  </a:cubicBezTo>
                  <a:cubicBezTo>
                    <a:pt x="1710" y="1211"/>
                    <a:pt x="1744" y="1160"/>
                    <a:pt x="1744" y="1091"/>
                  </a:cubicBezTo>
                  <a:cubicBezTo>
                    <a:pt x="1736" y="1057"/>
                    <a:pt x="1736" y="1022"/>
                    <a:pt x="1727" y="988"/>
                  </a:cubicBezTo>
                  <a:cubicBezTo>
                    <a:pt x="1727" y="945"/>
                    <a:pt x="1701" y="902"/>
                    <a:pt x="1710" y="850"/>
                  </a:cubicBezTo>
                  <a:cubicBezTo>
                    <a:pt x="1710" y="833"/>
                    <a:pt x="1710" y="807"/>
                    <a:pt x="1719" y="799"/>
                  </a:cubicBezTo>
                  <a:lnTo>
                    <a:pt x="1727" y="782"/>
                  </a:lnTo>
                  <a:cubicBezTo>
                    <a:pt x="1744" y="756"/>
                    <a:pt x="1753" y="730"/>
                    <a:pt x="1762" y="696"/>
                  </a:cubicBezTo>
                  <a:cubicBezTo>
                    <a:pt x="1762" y="661"/>
                    <a:pt x="1779" y="636"/>
                    <a:pt x="1787" y="601"/>
                  </a:cubicBezTo>
                  <a:cubicBezTo>
                    <a:pt x="1796" y="567"/>
                    <a:pt x="1787" y="524"/>
                    <a:pt x="1779" y="498"/>
                  </a:cubicBezTo>
                  <a:cubicBezTo>
                    <a:pt x="1770" y="464"/>
                    <a:pt x="1753" y="438"/>
                    <a:pt x="1727" y="412"/>
                  </a:cubicBezTo>
                  <a:cubicBezTo>
                    <a:pt x="1693" y="386"/>
                    <a:pt x="1658" y="369"/>
                    <a:pt x="1633" y="343"/>
                  </a:cubicBezTo>
                  <a:cubicBezTo>
                    <a:pt x="1607" y="318"/>
                    <a:pt x="1590" y="292"/>
                    <a:pt x="1564" y="275"/>
                  </a:cubicBezTo>
                  <a:cubicBezTo>
                    <a:pt x="1521" y="249"/>
                    <a:pt x="1504" y="206"/>
                    <a:pt x="1469" y="180"/>
                  </a:cubicBezTo>
                  <a:cubicBezTo>
                    <a:pt x="1427" y="154"/>
                    <a:pt x="1384" y="137"/>
                    <a:pt x="1349" y="112"/>
                  </a:cubicBezTo>
                  <a:cubicBezTo>
                    <a:pt x="1306" y="86"/>
                    <a:pt x="1280" y="43"/>
                    <a:pt x="1246" y="8"/>
                  </a:cubicBezTo>
                  <a:cubicBezTo>
                    <a:pt x="1239" y="3"/>
                    <a:pt x="1233" y="0"/>
                    <a:pt x="122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1" name="Google Shape;1981;p19"/>
            <p:cNvSpPr/>
            <p:nvPr/>
          </p:nvSpPr>
          <p:spPr>
            <a:xfrm>
              <a:off x="5687200" y="1294325"/>
              <a:ext cx="60175" cy="26700"/>
            </a:xfrm>
            <a:custGeom>
              <a:avLst/>
              <a:gdLst/>
              <a:ahLst/>
              <a:cxnLst/>
              <a:rect l="l" t="t" r="r" b="b"/>
              <a:pathLst>
                <a:path w="2407" h="1068" extrusionOk="0">
                  <a:moveTo>
                    <a:pt x="1155" y="1"/>
                  </a:moveTo>
                  <a:cubicBezTo>
                    <a:pt x="1125" y="1"/>
                    <a:pt x="1096" y="21"/>
                    <a:pt x="1066" y="28"/>
                  </a:cubicBezTo>
                  <a:cubicBezTo>
                    <a:pt x="1023" y="37"/>
                    <a:pt x="989" y="37"/>
                    <a:pt x="946" y="54"/>
                  </a:cubicBezTo>
                  <a:cubicBezTo>
                    <a:pt x="912" y="63"/>
                    <a:pt x="877" y="80"/>
                    <a:pt x="851" y="89"/>
                  </a:cubicBezTo>
                  <a:cubicBezTo>
                    <a:pt x="842" y="90"/>
                    <a:pt x="832" y="91"/>
                    <a:pt x="823" y="91"/>
                  </a:cubicBezTo>
                  <a:cubicBezTo>
                    <a:pt x="781" y="91"/>
                    <a:pt x="740" y="77"/>
                    <a:pt x="705" y="63"/>
                  </a:cubicBezTo>
                  <a:cubicBezTo>
                    <a:pt x="673" y="52"/>
                    <a:pt x="633" y="41"/>
                    <a:pt x="596" y="41"/>
                  </a:cubicBezTo>
                  <a:cubicBezTo>
                    <a:pt x="574" y="41"/>
                    <a:pt x="552" y="45"/>
                    <a:pt x="534" y="54"/>
                  </a:cubicBezTo>
                  <a:cubicBezTo>
                    <a:pt x="491" y="71"/>
                    <a:pt x="448" y="106"/>
                    <a:pt x="405" y="131"/>
                  </a:cubicBezTo>
                  <a:cubicBezTo>
                    <a:pt x="336" y="166"/>
                    <a:pt x="276" y="183"/>
                    <a:pt x="233" y="260"/>
                  </a:cubicBezTo>
                  <a:cubicBezTo>
                    <a:pt x="207" y="312"/>
                    <a:pt x="190" y="389"/>
                    <a:pt x="155" y="424"/>
                  </a:cubicBezTo>
                  <a:cubicBezTo>
                    <a:pt x="113" y="467"/>
                    <a:pt x="78" y="501"/>
                    <a:pt x="52" y="544"/>
                  </a:cubicBezTo>
                  <a:cubicBezTo>
                    <a:pt x="27" y="578"/>
                    <a:pt x="1" y="621"/>
                    <a:pt x="27" y="664"/>
                  </a:cubicBezTo>
                  <a:cubicBezTo>
                    <a:pt x="35" y="699"/>
                    <a:pt x="52" y="690"/>
                    <a:pt x="35" y="724"/>
                  </a:cubicBezTo>
                  <a:cubicBezTo>
                    <a:pt x="30" y="735"/>
                    <a:pt x="15" y="752"/>
                    <a:pt x="24" y="752"/>
                  </a:cubicBezTo>
                  <a:cubicBezTo>
                    <a:pt x="29" y="752"/>
                    <a:pt x="44" y="745"/>
                    <a:pt x="78" y="724"/>
                  </a:cubicBezTo>
                  <a:cubicBezTo>
                    <a:pt x="78" y="699"/>
                    <a:pt x="121" y="656"/>
                    <a:pt x="138" y="647"/>
                  </a:cubicBezTo>
                  <a:cubicBezTo>
                    <a:pt x="164" y="630"/>
                    <a:pt x="190" y="613"/>
                    <a:pt x="207" y="587"/>
                  </a:cubicBezTo>
                  <a:cubicBezTo>
                    <a:pt x="250" y="544"/>
                    <a:pt x="310" y="492"/>
                    <a:pt x="370" y="475"/>
                  </a:cubicBezTo>
                  <a:cubicBezTo>
                    <a:pt x="396" y="467"/>
                    <a:pt x="422" y="458"/>
                    <a:pt x="448" y="458"/>
                  </a:cubicBezTo>
                  <a:cubicBezTo>
                    <a:pt x="465" y="449"/>
                    <a:pt x="482" y="432"/>
                    <a:pt x="508" y="432"/>
                  </a:cubicBezTo>
                  <a:cubicBezTo>
                    <a:pt x="516" y="428"/>
                    <a:pt x="525" y="428"/>
                    <a:pt x="534" y="428"/>
                  </a:cubicBezTo>
                  <a:cubicBezTo>
                    <a:pt x="542" y="428"/>
                    <a:pt x="551" y="428"/>
                    <a:pt x="559" y="424"/>
                  </a:cubicBezTo>
                  <a:cubicBezTo>
                    <a:pt x="584" y="418"/>
                    <a:pt x="599" y="411"/>
                    <a:pt x="619" y="411"/>
                  </a:cubicBezTo>
                  <a:cubicBezTo>
                    <a:pt x="627" y="411"/>
                    <a:pt x="635" y="412"/>
                    <a:pt x="645" y="415"/>
                  </a:cubicBezTo>
                  <a:cubicBezTo>
                    <a:pt x="680" y="424"/>
                    <a:pt x="714" y="441"/>
                    <a:pt x="748" y="449"/>
                  </a:cubicBezTo>
                  <a:cubicBezTo>
                    <a:pt x="774" y="458"/>
                    <a:pt x="817" y="475"/>
                    <a:pt x="834" y="475"/>
                  </a:cubicBezTo>
                  <a:lnTo>
                    <a:pt x="877" y="458"/>
                  </a:lnTo>
                  <a:cubicBezTo>
                    <a:pt x="903" y="449"/>
                    <a:pt x="920" y="449"/>
                    <a:pt x="946" y="441"/>
                  </a:cubicBezTo>
                  <a:cubicBezTo>
                    <a:pt x="980" y="432"/>
                    <a:pt x="1015" y="415"/>
                    <a:pt x="1049" y="415"/>
                  </a:cubicBezTo>
                  <a:cubicBezTo>
                    <a:pt x="1092" y="415"/>
                    <a:pt x="1135" y="415"/>
                    <a:pt x="1178" y="424"/>
                  </a:cubicBezTo>
                  <a:lnTo>
                    <a:pt x="1307" y="424"/>
                  </a:lnTo>
                  <a:cubicBezTo>
                    <a:pt x="1350" y="432"/>
                    <a:pt x="1375" y="458"/>
                    <a:pt x="1418" y="475"/>
                  </a:cubicBezTo>
                  <a:cubicBezTo>
                    <a:pt x="1436" y="484"/>
                    <a:pt x="1453" y="492"/>
                    <a:pt x="1470" y="501"/>
                  </a:cubicBezTo>
                  <a:cubicBezTo>
                    <a:pt x="1487" y="509"/>
                    <a:pt x="1513" y="518"/>
                    <a:pt x="1530" y="518"/>
                  </a:cubicBezTo>
                  <a:cubicBezTo>
                    <a:pt x="1542" y="523"/>
                    <a:pt x="1555" y="524"/>
                    <a:pt x="1569" y="524"/>
                  </a:cubicBezTo>
                  <a:cubicBezTo>
                    <a:pt x="1591" y="524"/>
                    <a:pt x="1615" y="520"/>
                    <a:pt x="1637" y="520"/>
                  </a:cubicBezTo>
                  <a:cubicBezTo>
                    <a:pt x="1651" y="520"/>
                    <a:pt x="1664" y="522"/>
                    <a:pt x="1676" y="527"/>
                  </a:cubicBezTo>
                  <a:cubicBezTo>
                    <a:pt x="1711" y="535"/>
                    <a:pt x="1745" y="570"/>
                    <a:pt x="1771" y="595"/>
                  </a:cubicBezTo>
                  <a:cubicBezTo>
                    <a:pt x="1814" y="621"/>
                    <a:pt x="1865" y="630"/>
                    <a:pt x="1908" y="656"/>
                  </a:cubicBezTo>
                  <a:cubicBezTo>
                    <a:pt x="1925" y="664"/>
                    <a:pt x="1943" y="681"/>
                    <a:pt x="1968" y="699"/>
                  </a:cubicBezTo>
                  <a:cubicBezTo>
                    <a:pt x="2003" y="716"/>
                    <a:pt x="2046" y="716"/>
                    <a:pt x="2080" y="750"/>
                  </a:cubicBezTo>
                  <a:cubicBezTo>
                    <a:pt x="2132" y="802"/>
                    <a:pt x="2192" y="845"/>
                    <a:pt x="2252" y="888"/>
                  </a:cubicBezTo>
                  <a:cubicBezTo>
                    <a:pt x="2278" y="913"/>
                    <a:pt x="2312" y="948"/>
                    <a:pt x="2338" y="982"/>
                  </a:cubicBezTo>
                  <a:cubicBezTo>
                    <a:pt x="2346" y="999"/>
                    <a:pt x="2398" y="1068"/>
                    <a:pt x="2406" y="1068"/>
                  </a:cubicBezTo>
                  <a:cubicBezTo>
                    <a:pt x="2406" y="1051"/>
                    <a:pt x="2398" y="1025"/>
                    <a:pt x="2398" y="999"/>
                  </a:cubicBezTo>
                  <a:cubicBezTo>
                    <a:pt x="2389" y="965"/>
                    <a:pt x="2398" y="939"/>
                    <a:pt x="2389" y="905"/>
                  </a:cubicBezTo>
                  <a:cubicBezTo>
                    <a:pt x="2363" y="853"/>
                    <a:pt x="2321" y="802"/>
                    <a:pt x="2286" y="767"/>
                  </a:cubicBezTo>
                  <a:cubicBezTo>
                    <a:pt x="2260" y="733"/>
                    <a:pt x="2226" y="699"/>
                    <a:pt x="2209" y="664"/>
                  </a:cubicBezTo>
                  <a:cubicBezTo>
                    <a:pt x="2209" y="647"/>
                    <a:pt x="2200" y="630"/>
                    <a:pt x="2200" y="613"/>
                  </a:cubicBezTo>
                  <a:cubicBezTo>
                    <a:pt x="2192" y="587"/>
                    <a:pt x="2174" y="570"/>
                    <a:pt x="2166" y="544"/>
                  </a:cubicBezTo>
                  <a:cubicBezTo>
                    <a:pt x="2149" y="509"/>
                    <a:pt x="2132" y="484"/>
                    <a:pt x="2106" y="449"/>
                  </a:cubicBezTo>
                  <a:cubicBezTo>
                    <a:pt x="2071" y="415"/>
                    <a:pt x="2054" y="372"/>
                    <a:pt x="2020" y="338"/>
                  </a:cubicBezTo>
                  <a:cubicBezTo>
                    <a:pt x="1977" y="303"/>
                    <a:pt x="1925" y="286"/>
                    <a:pt x="1874" y="269"/>
                  </a:cubicBezTo>
                  <a:cubicBezTo>
                    <a:pt x="1805" y="243"/>
                    <a:pt x="1745" y="200"/>
                    <a:pt x="1685" y="157"/>
                  </a:cubicBezTo>
                  <a:cubicBezTo>
                    <a:pt x="1642" y="123"/>
                    <a:pt x="1599" y="106"/>
                    <a:pt x="1539" y="97"/>
                  </a:cubicBezTo>
                  <a:lnTo>
                    <a:pt x="1479" y="97"/>
                  </a:lnTo>
                  <a:cubicBezTo>
                    <a:pt x="1444" y="97"/>
                    <a:pt x="1444" y="89"/>
                    <a:pt x="1418" y="80"/>
                  </a:cubicBezTo>
                  <a:cubicBezTo>
                    <a:pt x="1401" y="71"/>
                    <a:pt x="1384" y="71"/>
                    <a:pt x="1358" y="63"/>
                  </a:cubicBezTo>
                  <a:cubicBezTo>
                    <a:pt x="1341" y="54"/>
                    <a:pt x="1324" y="46"/>
                    <a:pt x="1307" y="37"/>
                  </a:cubicBezTo>
                  <a:cubicBezTo>
                    <a:pt x="1264" y="20"/>
                    <a:pt x="1212" y="3"/>
                    <a:pt x="1169" y="3"/>
                  </a:cubicBezTo>
                  <a:cubicBezTo>
                    <a:pt x="1164" y="1"/>
                    <a:pt x="1160" y="1"/>
                    <a:pt x="1155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2" name="Google Shape;1982;p19"/>
            <p:cNvSpPr/>
            <p:nvPr/>
          </p:nvSpPr>
          <p:spPr>
            <a:xfrm>
              <a:off x="5673675" y="1317775"/>
              <a:ext cx="24075" cy="55250"/>
            </a:xfrm>
            <a:custGeom>
              <a:avLst/>
              <a:gdLst/>
              <a:ahLst/>
              <a:cxnLst/>
              <a:rect l="l" t="t" r="r" b="b"/>
              <a:pathLst>
                <a:path w="963" h="2210" extrusionOk="0">
                  <a:moveTo>
                    <a:pt x="466" y="1"/>
                  </a:moveTo>
                  <a:cubicBezTo>
                    <a:pt x="431" y="1"/>
                    <a:pt x="374" y="46"/>
                    <a:pt x="361" y="53"/>
                  </a:cubicBezTo>
                  <a:cubicBezTo>
                    <a:pt x="337" y="72"/>
                    <a:pt x="311" y="83"/>
                    <a:pt x="296" y="85"/>
                  </a:cubicBezTo>
                  <a:lnTo>
                    <a:pt x="296" y="85"/>
                  </a:lnTo>
                  <a:cubicBezTo>
                    <a:pt x="296" y="80"/>
                    <a:pt x="296" y="75"/>
                    <a:pt x="293" y="70"/>
                  </a:cubicBezTo>
                  <a:lnTo>
                    <a:pt x="293" y="70"/>
                  </a:lnTo>
                  <a:cubicBezTo>
                    <a:pt x="283" y="80"/>
                    <a:pt x="284" y="85"/>
                    <a:pt x="293" y="85"/>
                  </a:cubicBezTo>
                  <a:cubicBezTo>
                    <a:pt x="294" y="85"/>
                    <a:pt x="295" y="85"/>
                    <a:pt x="296" y="85"/>
                  </a:cubicBezTo>
                  <a:lnTo>
                    <a:pt x="296" y="85"/>
                  </a:lnTo>
                  <a:cubicBezTo>
                    <a:pt x="296" y="94"/>
                    <a:pt x="290" y="101"/>
                    <a:pt x="284" y="113"/>
                  </a:cubicBezTo>
                  <a:cubicBezTo>
                    <a:pt x="284" y="121"/>
                    <a:pt x="241" y="164"/>
                    <a:pt x="241" y="164"/>
                  </a:cubicBezTo>
                  <a:cubicBezTo>
                    <a:pt x="224" y="190"/>
                    <a:pt x="207" y="224"/>
                    <a:pt x="190" y="250"/>
                  </a:cubicBezTo>
                  <a:cubicBezTo>
                    <a:pt x="164" y="302"/>
                    <a:pt x="129" y="345"/>
                    <a:pt x="95" y="388"/>
                  </a:cubicBezTo>
                  <a:lnTo>
                    <a:pt x="69" y="422"/>
                  </a:lnTo>
                  <a:cubicBezTo>
                    <a:pt x="52" y="448"/>
                    <a:pt x="44" y="491"/>
                    <a:pt x="35" y="525"/>
                  </a:cubicBezTo>
                  <a:cubicBezTo>
                    <a:pt x="26" y="585"/>
                    <a:pt x="18" y="637"/>
                    <a:pt x="9" y="697"/>
                  </a:cubicBezTo>
                  <a:cubicBezTo>
                    <a:pt x="1" y="706"/>
                    <a:pt x="9" y="723"/>
                    <a:pt x="9" y="740"/>
                  </a:cubicBezTo>
                  <a:cubicBezTo>
                    <a:pt x="9" y="757"/>
                    <a:pt x="1" y="774"/>
                    <a:pt x="1" y="791"/>
                  </a:cubicBezTo>
                  <a:cubicBezTo>
                    <a:pt x="1" y="860"/>
                    <a:pt x="44" y="920"/>
                    <a:pt x="69" y="980"/>
                  </a:cubicBezTo>
                  <a:cubicBezTo>
                    <a:pt x="121" y="1084"/>
                    <a:pt x="147" y="1195"/>
                    <a:pt x="198" y="1307"/>
                  </a:cubicBezTo>
                  <a:cubicBezTo>
                    <a:pt x="258" y="1436"/>
                    <a:pt x="276" y="1556"/>
                    <a:pt x="353" y="1676"/>
                  </a:cubicBezTo>
                  <a:cubicBezTo>
                    <a:pt x="361" y="1694"/>
                    <a:pt x="379" y="1711"/>
                    <a:pt x="396" y="1728"/>
                  </a:cubicBezTo>
                  <a:cubicBezTo>
                    <a:pt x="422" y="1754"/>
                    <a:pt x="447" y="1797"/>
                    <a:pt x="482" y="1831"/>
                  </a:cubicBezTo>
                  <a:cubicBezTo>
                    <a:pt x="525" y="1883"/>
                    <a:pt x="559" y="1934"/>
                    <a:pt x="602" y="1994"/>
                  </a:cubicBezTo>
                  <a:cubicBezTo>
                    <a:pt x="619" y="2020"/>
                    <a:pt x="645" y="2037"/>
                    <a:pt x="671" y="2054"/>
                  </a:cubicBezTo>
                  <a:cubicBezTo>
                    <a:pt x="679" y="2072"/>
                    <a:pt x="705" y="2089"/>
                    <a:pt x="722" y="2089"/>
                  </a:cubicBezTo>
                  <a:cubicBezTo>
                    <a:pt x="739" y="2097"/>
                    <a:pt x="757" y="2097"/>
                    <a:pt x="774" y="2106"/>
                  </a:cubicBezTo>
                  <a:cubicBezTo>
                    <a:pt x="800" y="2123"/>
                    <a:pt x="851" y="2140"/>
                    <a:pt x="877" y="2158"/>
                  </a:cubicBezTo>
                  <a:cubicBezTo>
                    <a:pt x="894" y="2166"/>
                    <a:pt x="937" y="2209"/>
                    <a:pt x="963" y="2209"/>
                  </a:cubicBezTo>
                  <a:cubicBezTo>
                    <a:pt x="963" y="2183"/>
                    <a:pt x="911" y="2158"/>
                    <a:pt x="894" y="2140"/>
                  </a:cubicBezTo>
                  <a:cubicBezTo>
                    <a:pt x="868" y="2115"/>
                    <a:pt x="817" y="2106"/>
                    <a:pt x="791" y="2080"/>
                  </a:cubicBezTo>
                  <a:cubicBezTo>
                    <a:pt x="739" y="2020"/>
                    <a:pt x="757" y="1943"/>
                    <a:pt x="722" y="1883"/>
                  </a:cubicBezTo>
                  <a:cubicBezTo>
                    <a:pt x="696" y="1840"/>
                    <a:pt x="688" y="1805"/>
                    <a:pt x="654" y="1779"/>
                  </a:cubicBezTo>
                  <a:cubicBezTo>
                    <a:pt x="611" y="1745"/>
                    <a:pt x="636" y="1711"/>
                    <a:pt x="611" y="1668"/>
                  </a:cubicBezTo>
                  <a:cubicBezTo>
                    <a:pt x="559" y="1573"/>
                    <a:pt x="473" y="1487"/>
                    <a:pt x="422" y="1384"/>
                  </a:cubicBezTo>
                  <a:cubicBezTo>
                    <a:pt x="396" y="1333"/>
                    <a:pt x="310" y="1290"/>
                    <a:pt x="301" y="1230"/>
                  </a:cubicBezTo>
                  <a:cubicBezTo>
                    <a:pt x="301" y="1212"/>
                    <a:pt x="301" y="1195"/>
                    <a:pt x="301" y="1187"/>
                  </a:cubicBezTo>
                  <a:cubicBezTo>
                    <a:pt x="301" y="1161"/>
                    <a:pt x="301" y="1161"/>
                    <a:pt x="318" y="1144"/>
                  </a:cubicBezTo>
                  <a:cubicBezTo>
                    <a:pt x="379" y="1041"/>
                    <a:pt x="404" y="886"/>
                    <a:pt x="344" y="774"/>
                  </a:cubicBezTo>
                  <a:cubicBezTo>
                    <a:pt x="336" y="766"/>
                    <a:pt x="336" y="749"/>
                    <a:pt x="327" y="731"/>
                  </a:cubicBezTo>
                  <a:cubicBezTo>
                    <a:pt x="310" y="706"/>
                    <a:pt x="301" y="688"/>
                    <a:pt x="301" y="663"/>
                  </a:cubicBezTo>
                  <a:cubicBezTo>
                    <a:pt x="293" y="611"/>
                    <a:pt x="318" y="585"/>
                    <a:pt x="327" y="542"/>
                  </a:cubicBezTo>
                  <a:cubicBezTo>
                    <a:pt x="327" y="517"/>
                    <a:pt x="336" y="499"/>
                    <a:pt x="336" y="474"/>
                  </a:cubicBezTo>
                  <a:lnTo>
                    <a:pt x="361" y="456"/>
                  </a:lnTo>
                  <a:cubicBezTo>
                    <a:pt x="370" y="439"/>
                    <a:pt x="370" y="422"/>
                    <a:pt x="379" y="405"/>
                  </a:cubicBezTo>
                  <a:cubicBezTo>
                    <a:pt x="396" y="353"/>
                    <a:pt x="413" y="310"/>
                    <a:pt x="439" y="259"/>
                  </a:cubicBezTo>
                  <a:cubicBezTo>
                    <a:pt x="456" y="242"/>
                    <a:pt x="465" y="224"/>
                    <a:pt x="465" y="199"/>
                  </a:cubicBezTo>
                  <a:cubicBezTo>
                    <a:pt x="473" y="181"/>
                    <a:pt x="482" y="164"/>
                    <a:pt x="482" y="147"/>
                  </a:cubicBezTo>
                  <a:cubicBezTo>
                    <a:pt x="482" y="130"/>
                    <a:pt x="473" y="104"/>
                    <a:pt x="473" y="78"/>
                  </a:cubicBezTo>
                  <a:cubicBezTo>
                    <a:pt x="473" y="61"/>
                    <a:pt x="490" y="35"/>
                    <a:pt x="490" y="18"/>
                  </a:cubicBezTo>
                  <a:cubicBezTo>
                    <a:pt x="486" y="6"/>
                    <a:pt x="477" y="1"/>
                    <a:pt x="466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3" name="Google Shape;1983;p19"/>
            <p:cNvSpPr/>
            <p:nvPr/>
          </p:nvSpPr>
          <p:spPr>
            <a:xfrm>
              <a:off x="5694950" y="1380075"/>
              <a:ext cx="27950" cy="7150"/>
            </a:xfrm>
            <a:custGeom>
              <a:avLst/>
              <a:gdLst/>
              <a:ahLst/>
              <a:cxnLst/>
              <a:rect l="l" t="t" r="r" b="b"/>
              <a:pathLst>
                <a:path w="1118" h="286" extrusionOk="0">
                  <a:moveTo>
                    <a:pt x="198" y="1"/>
                  </a:moveTo>
                  <a:cubicBezTo>
                    <a:pt x="175" y="23"/>
                    <a:pt x="152" y="27"/>
                    <a:pt x="129" y="27"/>
                  </a:cubicBezTo>
                  <a:cubicBezTo>
                    <a:pt x="118" y="27"/>
                    <a:pt x="106" y="26"/>
                    <a:pt x="95" y="26"/>
                  </a:cubicBezTo>
                  <a:cubicBezTo>
                    <a:pt x="77" y="18"/>
                    <a:pt x="69" y="18"/>
                    <a:pt x="60" y="18"/>
                  </a:cubicBezTo>
                  <a:cubicBezTo>
                    <a:pt x="26" y="18"/>
                    <a:pt x="26" y="52"/>
                    <a:pt x="0" y="61"/>
                  </a:cubicBezTo>
                  <a:cubicBezTo>
                    <a:pt x="17" y="95"/>
                    <a:pt x="35" y="112"/>
                    <a:pt x="69" y="121"/>
                  </a:cubicBezTo>
                  <a:cubicBezTo>
                    <a:pt x="138" y="147"/>
                    <a:pt x="206" y="172"/>
                    <a:pt x="266" y="207"/>
                  </a:cubicBezTo>
                  <a:cubicBezTo>
                    <a:pt x="301" y="215"/>
                    <a:pt x="318" y="241"/>
                    <a:pt x="352" y="250"/>
                  </a:cubicBezTo>
                  <a:cubicBezTo>
                    <a:pt x="387" y="267"/>
                    <a:pt x="438" y="267"/>
                    <a:pt x="481" y="275"/>
                  </a:cubicBezTo>
                  <a:cubicBezTo>
                    <a:pt x="511" y="280"/>
                    <a:pt x="524" y="285"/>
                    <a:pt x="539" y="285"/>
                  </a:cubicBezTo>
                  <a:cubicBezTo>
                    <a:pt x="550" y="285"/>
                    <a:pt x="563" y="283"/>
                    <a:pt x="584" y="275"/>
                  </a:cubicBezTo>
                  <a:cubicBezTo>
                    <a:pt x="627" y="258"/>
                    <a:pt x="670" y="258"/>
                    <a:pt x="705" y="233"/>
                  </a:cubicBezTo>
                  <a:cubicBezTo>
                    <a:pt x="722" y="224"/>
                    <a:pt x="748" y="207"/>
                    <a:pt x="773" y="198"/>
                  </a:cubicBezTo>
                  <a:cubicBezTo>
                    <a:pt x="801" y="184"/>
                    <a:pt x="818" y="170"/>
                    <a:pt x="847" y="170"/>
                  </a:cubicBezTo>
                  <a:cubicBezTo>
                    <a:pt x="853" y="170"/>
                    <a:pt x="860" y="171"/>
                    <a:pt x="868" y="172"/>
                  </a:cubicBezTo>
                  <a:cubicBezTo>
                    <a:pt x="919" y="181"/>
                    <a:pt x="962" y="190"/>
                    <a:pt x="1014" y="198"/>
                  </a:cubicBezTo>
                  <a:cubicBezTo>
                    <a:pt x="1048" y="198"/>
                    <a:pt x="1108" y="190"/>
                    <a:pt x="1117" y="164"/>
                  </a:cubicBezTo>
                  <a:cubicBezTo>
                    <a:pt x="1117" y="138"/>
                    <a:pt x="1083" y="104"/>
                    <a:pt x="1074" y="86"/>
                  </a:cubicBezTo>
                  <a:cubicBezTo>
                    <a:pt x="1057" y="61"/>
                    <a:pt x="1057" y="9"/>
                    <a:pt x="1014" y="9"/>
                  </a:cubicBezTo>
                  <a:cubicBezTo>
                    <a:pt x="997" y="9"/>
                    <a:pt x="988" y="26"/>
                    <a:pt x="980" y="35"/>
                  </a:cubicBezTo>
                  <a:cubicBezTo>
                    <a:pt x="962" y="44"/>
                    <a:pt x="954" y="44"/>
                    <a:pt x="928" y="52"/>
                  </a:cubicBezTo>
                  <a:cubicBezTo>
                    <a:pt x="902" y="52"/>
                    <a:pt x="876" y="52"/>
                    <a:pt x="851" y="61"/>
                  </a:cubicBezTo>
                  <a:cubicBezTo>
                    <a:pt x="816" y="61"/>
                    <a:pt x="773" y="44"/>
                    <a:pt x="739" y="35"/>
                  </a:cubicBezTo>
                  <a:cubicBezTo>
                    <a:pt x="705" y="35"/>
                    <a:pt x="670" y="26"/>
                    <a:pt x="636" y="26"/>
                  </a:cubicBezTo>
                  <a:cubicBezTo>
                    <a:pt x="610" y="26"/>
                    <a:pt x="593" y="35"/>
                    <a:pt x="567" y="44"/>
                  </a:cubicBezTo>
                  <a:cubicBezTo>
                    <a:pt x="533" y="52"/>
                    <a:pt x="481" y="52"/>
                    <a:pt x="438" y="61"/>
                  </a:cubicBezTo>
                  <a:cubicBezTo>
                    <a:pt x="370" y="61"/>
                    <a:pt x="258" y="52"/>
                    <a:pt x="19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4" name="Google Shape;1984;p19"/>
            <p:cNvSpPr/>
            <p:nvPr/>
          </p:nvSpPr>
          <p:spPr>
            <a:xfrm>
              <a:off x="5670250" y="1341625"/>
              <a:ext cx="22150" cy="38700"/>
            </a:xfrm>
            <a:custGeom>
              <a:avLst/>
              <a:gdLst/>
              <a:ahLst/>
              <a:cxnLst/>
              <a:rect l="l" t="t" r="r" b="b"/>
              <a:pathLst>
                <a:path w="886" h="1548" extrusionOk="0">
                  <a:moveTo>
                    <a:pt x="17" y="1"/>
                  </a:moveTo>
                  <a:cubicBezTo>
                    <a:pt x="0" y="9"/>
                    <a:pt x="0" y="52"/>
                    <a:pt x="0" y="61"/>
                  </a:cubicBezTo>
                  <a:cubicBezTo>
                    <a:pt x="0" y="78"/>
                    <a:pt x="0" y="104"/>
                    <a:pt x="0" y="121"/>
                  </a:cubicBezTo>
                  <a:cubicBezTo>
                    <a:pt x="0" y="138"/>
                    <a:pt x="9" y="155"/>
                    <a:pt x="0" y="181"/>
                  </a:cubicBezTo>
                  <a:cubicBezTo>
                    <a:pt x="0" y="198"/>
                    <a:pt x="0" y="224"/>
                    <a:pt x="9" y="241"/>
                  </a:cubicBezTo>
                  <a:lnTo>
                    <a:pt x="17" y="276"/>
                  </a:lnTo>
                  <a:cubicBezTo>
                    <a:pt x="17" y="310"/>
                    <a:pt x="26" y="336"/>
                    <a:pt x="26" y="362"/>
                  </a:cubicBezTo>
                  <a:cubicBezTo>
                    <a:pt x="26" y="379"/>
                    <a:pt x="26" y="396"/>
                    <a:pt x="34" y="413"/>
                  </a:cubicBezTo>
                  <a:cubicBezTo>
                    <a:pt x="34" y="439"/>
                    <a:pt x="34" y="465"/>
                    <a:pt x="43" y="490"/>
                  </a:cubicBezTo>
                  <a:cubicBezTo>
                    <a:pt x="43" y="499"/>
                    <a:pt x="52" y="516"/>
                    <a:pt x="52" y="525"/>
                  </a:cubicBezTo>
                  <a:cubicBezTo>
                    <a:pt x="52" y="542"/>
                    <a:pt x="60" y="551"/>
                    <a:pt x="60" y="568"/>
                  </a:cubicBezTo>
                  <a:cubicBezTo>
                    <a:pt x="69" y="585"/>
                    <a:pt x="69" y="594"/>
                    <a:pt x="69" y="611"/>
                  </a:cubicBezTo>
                  <a:cubicBezTo>
                    <a:pt x="69" y="628"/>
                    <a:pt x="77" y="645"/>
                    <a:pt x="77" y="662"/>
                  </a:cubicBezTo>
                  <a:cubicBezTo>
                    <a:pt x="95" y="722"/>
                    <a:pt x="95" y="783"/>
                    <a:pt x="103" y="843"/>
                  </a:cubicBezTo>
                  <a:cubicBezTo>
                    <a:pt x="112" y="877"/>
                    <a:pt x="129" y="894"/>
                    <a:pt x="146" y="929"/>
                  </a:cubicBezTo>
                  <a:cubicBezTo>
                    <a:pt x="163" y="946"/>
                    <a:pt x="172" y="963"/>
                    <a:pt x="181" y="980"/>
                  </a:cubicBezTo>
                  <a:cubicBezTo>
                    <a:pt x="198" y="1014"/>
                    <a:pt x="215" y="1032"/>
                    <a:pt x="241" y="1057"/>
                  </a:cubicBezTo>
                  <a:cubicBezTo>
                    <a:pt x="258" y="1075"/>
                    <a:pt x="284" y="1100"/>
                    <a:pt x="301" y="1118"/>
                  </a:cubicBezTo>
                  <a:cubicBezTo>
                    <a:pt x="309" y="1135"/>
                    <a:pt x="327" y="1143"/>
                    <a:pt x="335" y="1161"/>
                  </a:cubicBezTo>
                  <a:cubicBezTo>
                    <a:pt x="352" y="1169"/>
                    <a:pt x="361" y="1186"/>
                    <a:pt x="378" y="1195"/>
                  </a:cubicBezTo>
                  <a:cubicBezTo>
                    <a:pt x="387" y="1212"/>
                    <a:pt x="387" y="1229"/>
                    <a:pt x="395" y="1238"/>
                  </a:cubicBezTo>
                  <a:cubicBezTo>
                    <a:pt x="413" y="1264"/>
                    <a:pt x="430" y="1298"/>
                    <a:pt x="455" y="1315"/>
                  </a:cubicBezTo>
                  <a:cubicBezTo>
                    <a:pt x="464" y="1332"/>
                    <a:pt x="473" y="1341"/>
                    <a:pt x="481" y="1358"/>
                  </a:cubicBezTo>
                  <a:cubicBezTo>
                    <a:pt x="490" y="1367"/>
                    <a:pt x="498" y="1375"/>
                    <a:pt x="516" y="1384"/>
                  </a:cubicBezTo>
                  <a:cubicBezTo>
                    <a:pt x="541" y="1401"/>
                    <a:pt x="567" y="1418"/>
                    <a:pt x="593" y="1435"/>
                  </a:cubicBezTo>
                  <a:cubicBezTo>
                    <a:pt x="627" y="1453"/>
                    <a:pt x="653" y="1470"/>
                    <a:pt x="687" y="1478"/>
                  </a:cubicBezTo>
                  <a:cubicBezTo>
                    <a:pt x="705" y="1496"/>
                    <a:pt x="730" y="1513"/>
                    <a:pt x="748" y="1513"/>
                  </a:cubicBezTo>
                  <a:lnTo>
                    <a:pt x="756" y="1513"/>
                  </a:lnTo>
                  <a:cubicBezTo>
                    <a:pt x="773" y="1513"/>
                    <a:pt x="782" y="1504"/>
                    <a:pt x="799" y="1504"/>
                  </a:cubicBezTo>
                  <a:cubicBezTo>
                    <a:pt x="825" y="1504"/>
                    <a:pt x="842" y="1521"/>
                    <a:pt x="859" y="1530"/>
                  </a:cubicBezTo>
                  <a:lnTo>
                    <a:pt x="885" y="1547"/>
                  </a:lnTo>
                  <a:lnTo>
                    <a:pt x="868" y="1504"/>
                  </a:lnTo>
                  <a:cubicBezTo>
                    <a:pt x="859" y="1487"/>
                    <a:pt x="842" y="1478"/>
                    <a:pt x="825" y="1470"/>
                  </a:cubicBezTo>
                  <a:cubicBezTo>
                    <a:pt x="816" y="1461"/>
                    <a:pt x="808" y="1444"/>
                    <a:pt x="799" y="1435"/>
                  </a:cubicBezTo>
                  <a:lnTo>
                    <a:pt x="773" y="1410"/>
                  </a:lnTo>
                  <a:lnTo>
                    <a:pt x="739" y="1375"/>
                  </a:lnTo>
                  <a:lnTo>
                    <a:pt x="713" y="1350"/>
                  </a:lnTo>
                  <a:cubicBezTo>
                    <a:pt x="705" y="1341"/>
                    <a:pt x="696" y="1324"/>
                    <a:pt x="679" y="1315"/>
                  </a:cubicBezTo>
                  <a:lnTo>
                    <a:pt x="662" y="1298"/>
                  </a:lnTo>
                  <a:lnTo>
                    <a:pt x="636" y="1264"/>
                  </a:lnTo>
                  <a:cubicBezTo>
                    <a:pt x="619" y="1246"/>
                    <a:pt x="593" y="1221"/>
                    <a:pt x="584" y="1195"/>
                  </a:cubicBezTo>
                  <a:lnTo>
                    <a:pt x="567" y="1169"/>
                  </a:lnTo>
                  <a:cubicBezTo>
                    <a:pt x="550" y="1152"/>
                    <a:pt x="533" y="1135"/>
                    <a:pt x="516" y="1118"/>
                  </a:cubicBezTo>
                  <a:cubicBezTo>
                    <a:pt x="498" y="1100"/>
                    <a:pt x="490" y="1092"/>
                    <a:pt x="481" y="1083"/>
                  </a:cubicBezTo>
                  <a:cubicBezTo>
                    <a:pt x="464" y="1075"/>
                    <a:pt x="447" y="1049"/>
                    <a:pt x="430" y="1040"/>
                  </a:cubicBezTo>
                  <a:cubicBezTo>
                    <a:pt x="404" y="1006"/>
                    <a:pt x="370" y="980"/>
                    <a:pt x="344" y="946"/>
                  </a:cubicBezTo>
                  <a:cubicBezTo>
                    <a:pt x="327" y="929"/>
                    <a:pt x="309" y="903"/>
                    <a:pt x="301" y="886"/>
                  </a:cubicBezTo>
                  <a:lnTo>
                    <a:pt x="275" y="843"/>
                  </a:lnTo>
                  <a:lnTo>
                    <a:pt x="258" y="825"/>
                  </a:lnTo>
                  <a:lnTo>
                    <a:pt x="241" y="800"/>
                  </a:lnTo>
                  <a:cubicBezTo>
                    <a:pt x="224" y="774"/>
                    <a:pt x="215" y="748"/>
                    <a:pt x="206" y="714"/>
                  </a:cubicBezTo>
                  <a:cubicBezTo>
                    <a:pt x="198" y="688"/>
                    <a:pt x="181" y="671"/>
                    <a:pt x="172" y="636"/>
                  </a:cubicBezTo>
                  <a:cubicBezTo>
                    <a:pt x="163" y="619"/>
                    <a:pt x="163" y="594"/>
                    <a:pt x="155" y="568"/>
                  </a:cubicBezTo>
                  <a:cubicBezTo>
                    <a:pt x="155" y="542"/>
                    <a:pt x="120" y="447"/>
                    <a:pt x="120" y="439"/>
                  </a:cubicBezTo>
                  <a:cubicBezTo>
                    <a:pt x="112" y="422"/>
                    <a:pt x="112" y="413"/>
                    <a:pt x="103" y="405"/>
                  </a:cubicBezTo>
                  <a:cubicBezTo>
                    <a:pt x="95" y="387"/>
                    <a:pt x="95" y="370"/>
                    <a:pt x="95" y="353"/>
                  </a:cubicBezTo>
                  <a:cubicBezTo>
                    <a:pt x="77" y="310"/>
                    <a:pt x="69" y="267"/>
                    <a:pt x="60" y="215"/>
                  </a:cubicBezTo>
                  <a:cubicBezTo>
                    <a:pt x="60" y="190"/>
                    <a:pt x="60" y="155"/>
                    <a:pt x="52" y="121"/>
                  </a:cubicBezTo>
                  <a:cubicBezTo>
                    <a:pt x="43" y="104"/>
                    <a:pt x="34" y="87"/>
                    <a:pt x="26" y="61"/>
                  </a:cubicBezTo>
                  <a:cubicBezTo>
                    <a:pt x="26" y="52"/>
                    <a:pt x="17" y="35"/>
                    <a:pt x="17" y="18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DDBC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5" name="Google Shape;1985;p19"/>
            <p:cNvSpPr/>
            <p:nvPr/>
          </p:nvSpPr>
          <p:spPr>
            <a:xfrm>
              <a:off x="5693650" y="1362675"/>
              <a:ext cx="58450" cy="32275"/>
            </a:xfrm>
            <a:custGeom>
              <a:avLst/>
              <a:gdLst/>
              <a:ahLst/>
              <a:cxnLst/>
              <a:rect l="l" t="t" r="r" b="b"/>
              <a:pathLst>
                <a:path w="2338" h="1291" extrusionOk="0">
                  <a:moveTo>
                    <a:pt x="19" y="1156"/>
                  </a:moveTo>
                  <a:cubicBezTo>
                    <a:pt x="13" y="1156"/>
                    <a:pt x="7" y="1157"/>
                    <a:pt x="1" y="1161"/>
                  </a:cubicBezTo>
                  <a:cubicBezTo>
                    <a:pt x="1" y="1161"/>
                    <a:pt x="1" y="1161"/>
                    <a:pt x="19" y="1156"/>
                  </a:cubicBezTo>
                  <a:close/>
                  <a:moveTo>
                    <a:pt x="2303" y="1"/>
                  </a:moveTo>
                  <a:cubicBezTo>
                    <a:pt x="2286" y="18"/>
                    <a:pt x="2269" y="52"/>
                    <a:pt x="2260" y="69"/>
                  </a:cubicBezTo>
                  <a:cubicBezTo>
                    <a:pt x="2252" y="112"/>
                    <a:pt x="2234" y="155"/>
                    <a:pt x="2217" y="198"/>
                  </a:cubicBezTo>
                  <a:cubicBezTo>
                    <a:pt x="2200" y="241"/>
                    <a:pt x="2200" y="293"/>
                    <a:pt x="2174" y="336"/>
                  </a:cubicBezTo>
                  <a:cubicBezTo>
                    <a:pt x="2166" y="353"/>
                    <a:pt x="2140" y="370"/>
                    <a:pt x="2123" y="396"/>
                  </a:cubicBezTo>
                  <a:cubicBezTo>
                    <a:pt x="2080" y="465"/>
                    <a:pt x="2011" y="508"/>
                    <a:pt x="1951" y="568"/>
                  </a:cubicBezTo>
                  <a:cubicBezTo>
                    <a:pt x="1882" y="636"/>
                    <a:pt x="1822" y="679"/>
                    <a:pt x="1736" y="722"/>
                  </a:cubicBezTo>
                  <a:cubicBezTo>
                    <a:pt x="1710" y="731"/>
                    <a:pt x="1693" y="740"/>
                    <a:pt x="1667" y="748"/>
                  </a:cubicBezTo>
                  <a:cubicBezTo>
                    <a:pt x="1633" y="774"/>
                    <a:pt x="1599" y="791"/>
                    <a:pt x="1556" y="808"/>
                  </a:cubicBezTo>
                  <a:cubicBezTo>
                    <a:pt x="1530" y="817"/>
                    <a:pt x="1495" y="825"/>
                    <a:pt x="1461" y="843"/>
                  </a:cubicBezTo>
                  <a:cubicBezTo>
                    <a:pt x="1444" y="843"/>
                    <a:pt x="1427" y="851"/>
                    <a:pt x="1410" y="860"/>
                  </a:cubicBezTo>
                  <a:lnTo>
                    <a:pt x="1367" y="860"/>
                  </a:lnTo>
                  <a:cubicBezTo>
                    <a:pt x="1358" y="860"/>
                    <a:pt x="1341" y="877"/>
                    <a:pt x="1324" y="877"/>
                  </a:cubicBezTo>
                  <a:cubicBezTo>
                    <a:pt x="1298" y="894"/>
                    <a:pt x="1289" y="911"/>
                    <a:pt x="1264" y="929"/>
                  </a:cubicBezTo>
                  <a:cubicBezTo>
                    <a:pt x="1246" y="946"/>
                    <a:pt x="1229" y="954"/>
                    <a:pt x="1212" y="971"/>
                  </a:cubicBezTo>
                  <a:cubicBezTo>
                    <a:pt x="1169" y="997"/>
                    <a:pt x="1117" y="1032"/>
                    <a:pt x="1075" y="1057"/>
                  </a:cubicBezTo>
                  <a:cubicBezTo>
                    <a:pt x="1062" y="1070"/>
                    <a:pt x="1049" y="1078"/>
                    <a:pt x="1030" y="1078"/>
                  </a:cubicBezTo>
                  <a:cubicBezTo>
                    <a:pt x="1023" y="1078"/>
                    <a:pt x="1015" y="1077"/>
                    <a:pt x="1006" y="1075"/>
                  </a:cubicBezTo>
                  <a:cubicBezTo>
                    <a:pt x="971" y="1066"/>
                    <a:pt x="928" y="1057"/>
                    <a:pt x="886" y="1049"/>
                  </a:cubicBezTo>
                  <a:cubicBezTo>
                    <a:pt x="825" y="1049"/>
                    <a:pt x="757" y="1066"/>
                    <a:pt x="696" y="1083"/>
                  </a:cubicBezTo>
                  <a:cubicBezTo>
                    <a:pt x="671" y="1092"/>
                    <a:pt x="654" y="1109"/>
                    <a:pt x="628" y="1126"/>
                  </a:cubicBezTo>
                  <a:cubicBezTo>
                    <a:pt x="606" y="1135"/>
                    <a:pt x="583" y="1137"/>
                    <a:pt x="558" y="1137"/>
                  </a:cubicBezTo>
                  <a:cubicBezTo>
                    <a:pt x="533" y="1137"/>
                    <a:pt x="507" y="1135"/>
                    <a:pt x="482" y="1135"/>
                  </a:cubicBezTo>
                  <a:cubicBezTo>
                    <a:pt x="370" y="1135"/>
                    <a:pt x="250" y="1135"/>
                    <a:pt x="138" y="1126"/>
                  </a:cubicBezTo>
                  <a:cubicBezTo>
                    <a:pt x="71" y="1143"/>
                    <a:pt x="37" y="1151"/>
                    <a:pt x="19" y="1156"/>
                  </a:cubicBezTo>
                  <a:lnTo>
                    <a:pt x="19" y="1156"/>
                  </a:lnTo>
                  <a:cubicBezTo>
                    <a:pt x="20" y="1156"/>
                    <a:pt x="21" y="1156"/>
                    <a:pt x="22" y="1156"/>
                  </a:cubicBezTo>
                  <a:cubicBezTo>
                    <a:pt x="51" y="1156"/>
                    <a:pt x="85" y="1179"/>
                    <a:pt x="112" y="1186"/>
                  </a:cubicBezTo>
                  <a:cubicBezTo>
                    <a:pt x="164" y="1203"/>
                    <a:pt x="215" y="1221"/>
                    <a:pt x="267" y="1229"/>
                  </a:cubicBezTo>
                  <a:cubicBezTo>
                    <a:pt x="318" y="1246"/>
                    <a:pt x="361" y="1255"/>
                    <a:pt x="422" y="1255"/>
                  </a:cubicBezTo>
                  <a:cubicBezTo>
                    <a:pt x="482" y="1255"/>
                    <a:pt x="533" y="1264"/>
                    <a:pt x="593" y="1281"/>
                  </a:cubicBezTo>
                  <a:cubicBezTo>
                    <a:pt x="620" y="1287"/>
                    <a:pt x="647" y="1290"/>
                    <a:pt x="675" y="1290"/>
                  </a:cubicBezTo>
                  <a:cubicBezTo>
                    <a:pt x="720" y="1290"/>
                    <a:pt x="766" y="1283"/>
                    <a:pt x="808" y="1272"/>
                  </a:cubicBezTo>
                  <a:cubicBezTo>
                    <a:pt x="843" y="1272"/>
                    <a:pt x="868" y="1264"/>
                    <a:pt x="903" y="1255"/>
                  </a:cubicBezTo>
                  <a:cubicBezTo>
                    <a:pt x="928" y="1246"/>
                    <a:pt x="954" y="1229"/>
                    <a:pt x="980" y="1221"/>
                  </a:cubicBezTo>
                  <a:cubicBezTo>
                    <a:pt x="1014" y="1212"/>
                    <a:pt x="1040" y="1212"/>
                    <a:pt x="1075" y="1195"/>
                  </a:cubicBezTo>
                  <a:cubicBezTo>
                    <a:pt x="1092" y="1195"/>
                    <a:pt x="1109" y="1186"/>
                    <a:pt x="1126" y="1178"/>
                  </a:cubicBezTo>
                  <a:cubicBezTo>
                    <a:pt x="1160" y="1169"/>
                    <a:pt x="1203" y="1161"/>
                    <a:pt x="1238" y="1152"/>
                  </a:cubicBezTo>
                  <a:cubicBezTo>
                    <a:pt x="1264" y="1152"/>
                    <a:pt x="1281" y="1135"/>
                    <a:pt x="1298" y="1135"/>
                  </a:cubicBezTo>
                  <a:cubicBezTo>
                    <a:pt x="1324" y="1126"/>
                    <a:pt x="1358" y="1126"/>
                    <a:pt x="1384" y="1118"/>
                  </a:cubicBezTo>
                  <a:cubicBezTo>
                    <a:pt x="1418" y="1109"/>
                    <a:pt x="1444" y="1092"/>
                    <a:pt x="1478" y="1083"/>
                  </a:cubicBezTo>
                  <a:cubicBezTo>
                    <a:pt x="1538" y="1066"/>
                    <a:pt x="1590" y="1049"/>
                    <a:pt x="1650" y="1014"/>
                  </a:cubicBezTo>
                  <a:cubicBezTo>
                    <a:pt x="1676" y="989"/>
                    <a:pt x="1710" y="963"/>
                    <a:pt x="1745" y="937"/>
                  </a:cubicBezTo>
                  <a:cubicBezTo>
                    <a:pt x="1753" y="920"/>
                    <a:pt x="1753" y="894"/>
                    <a:pt x="1770" y="877"/>
                  </a:cubicBezTo>
                  <a:cubicBezTo>
                    <a:pt x="1788" y="860"/>
                    <a:pt x="1813" y="851"/>
                    <a:pt x="1831" y="825"/>
                  </a:cubicBezTo>
                  <a:cubicBezTo>
                    <a:pt x="1874" y="782"/>
                    <a:pt x="1865" y="705"/>
                    <a:pt x="1899" y="654"/>
                  </a:cubicBezTo>
                  <a:cubicBezTo>
                    <a:pt x="1916" y="628"/>
                    <a:pt x="1934" y="619"/>
                    <a:pt x="1951" y="602"/>
                  </a:cubicBezTo>
                  <a:cubicBezTo>
                    <a:pt x="1977" y="585"/>
                    <a:pt x="1994" y="568"/>
                    <a:pt x="2020" y="542"/>
                  </a:cubicBezTo>
                  <a:cubicBezTo>
                    <a:pt x="2080" y="490"/>
                    <a:pt x="2148" y="439"/>
                    <a:pt x="2191" y="362"/>
                  </a:cubicBezTo>
                  <a:cubicBezTo>
                    <a:pt x="2234" y="293"/>
                    <a:pt x="2294" y="215"/>
                    <a:pt x="2320" y="130"/>
                  </a:cubicBezTo>
                  <a:cubicBezTo>
                    <a:pt x="2329" y="87"/>
                    <a:pt x="2337" y="35"/>
                    <a:pt x="2303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6" name="Google Shape;1986;p19"/>
            <p:cNvSpPr/>
            <p:nvPr/>
          </p:nvSpPr>
          <p:spPr>
            <a:xfrm>
              <a:off x="5714475" y="1287050"/>
              <a:ext cx="42775" cy="42350"/>
            </a:xfrm>
            <a:custGeom>
              <a:avLst/>
              <a:gdLst/>
              <a:ahLst/>
              <a:cxnLst/>
              <a:rect l="l" t="t" r="r" b="b"/>
              <a:pathLst>
                <a:path w="1711" h="1694" extrusionOk="0">
                  <a:moveTo>
                    <a:pt x="391" y="0"/>
                  </a:moveTo>
                  <a:cubicBezTo>
                    <a:pt x="350" y="0"/>
                    <a:pt x="309" y="3"/>
                    <a:pt x="267" y="19"/>
                  </a:cubicBezTo>
                  <a:cubicBezTo>
                    <a:pt x="231" y="34"/>
                    <a:pt x="192" y="37"/>
                    <a:pt x="152" y="37"/>
                  </a:cubicBezTo>
                  <a:cubicBezTo>
                    <a:pt x="125" y="37"/>
                    <a:pt x="97" y="36"/>
                    <a:pt x="70" y="36"/>
                  </a:cubicBezTo>
                  <a:cubicBezTo>
                    <a:pt x="53" y="36"/>
                    <a:pt x="44" y="44"/>
                    <a:pt x="35" y="44"/>
                  </a:cubicBezTo>
                  <a:lnTo>
                    <a:pt x="1" y="44"/>
                  </a:lnTo>
                  <a:cubicBezTo>
                    <a:pt x="44" y="44"/>
                    <a:pt x="87" y="44"/>
                    <a:pt x="130" y="53"/>
                  </a:cubicBezTo>
                  <a:cubicBezTo>
                    <a:pt x="164" y="53"/>
                    <a:pt x="216" y="62"/>
                    <a:pt x="250" y="70"/>
                  </a:cubicBezTo>
                  <a:cubicBezTo>
                    <a:pt x="267" y="79"/>
                    <a:pt x="284" y="87"/>
                    <a:pt x="310" y="96"/>
                  </a:cubicBezTo>
                  <a:cubicBezTo>
                    <a:pt x="336" y="113"/>
                    <a:pt x="370" y="113"/>
                    <a:pt x="405" y="122"/>
                  </a:cubicBezTo>
                  <a:cubicBezTo>
                    <a:pt x="448" y="139"/>
                    <a:pt x="482" y="191"/>
                    <a:pt x="525" y="216"/>
                  </a:cubicBezTo>
                  <a:cubicBezTo>
                    <a:pt x="559" y="233"/>
                    <a:pt x="594" y="251"/>
                    <a:pt x="628" y="276"/>
                  </a:cubicBezTo>
                  <a:cubicBezTo>
                    <a:pt x="645" y="285"/>
                    <a:pt x="662" y="294"/>
                    <a:pt x="688" y="302"/>
                  </a:cubicBezTo>
                  <a:cubicBezTo>
                    <a:pt x="705" y="311"/>
                    <a:pt x="731" y="311"/>
                    <a:pt x="748" y="328"/>
                  </a:cubicBezTo>
                  <a:cubicBezTo>
                    <a:pt x="766" y="337"/>
                    <a:pt x="783" y="354"/>
                    <a:pt x="800" y="371"/>
                  </a:cubicBezTo>
                  <a:cubicBezTo>
                    <a:pt x="826" y="397"/>
                    <a:pt x="843" y="422"/>
                    <a:pt x="869" y="440"/>
                  </a:cubicBezTo>
                  <a:cubicBezTo>
                    <a:pt x="903" y="465"/>
                    <a:pt x="929" y="491"/>
                    <a:pt x="972" y="517"/>
                  </a:cubicBezTo>
                  <a:cubicBezTo>
                    <a:pt x="1006" y="534"/>
                    <a:pt x="1049" y="551"/>
                    <a:pt x="1075" y="577"/>
                  </a:cubicBezTo>
                  <a:cubicBezTo>
                    <a:pt x="1118" y="603"/>
                    <a:pt x="1144" y="646"/>
                    <a:pt x="1178" y="680"/>
                  </a:cubicBezTo>
                  <a:cubicBezTo>
                    <a:pt x="1212" y="715"/>
                    <a:pt x="1247" y="740"/>
                    <a:pt x="1272" y="775"/>
                  </a:cubicBezTo>
                  <a:cubicBezTo>
                    <a:pt x="1315" y="826"/>
                    <a:pt x="1341" y="869"/>
                    <a:pt x="1376" y="912"/>
                  </a:cubicBezTo>
                  <a:cubicBezTo>
                    <a:pt x="1410" y="955"/>
                    <a:pt x="1427" y="1015"/>
                    <a:pt x="1436" y="1067"/>
                  </a:cubicBezTo>
                  <a:cubicBezTo>
                    <a:pt x="1453" y="1118"/>
                    <a:pt x="1461" y="1170"/>
                    <a:pt x="1479" y="1221"/>
                  </a:cubicBezTo>
                  <a:lnTo>
                    <a:pt x="1479" y="1230"/>
                  </a:lnTo>
                  <a:cubicBezTo>
                    <a:pt x="1513" y="1316"/>
                    <a:pt x="1565" y="1333"/>
                    <a:pt x="1590" y="1419"/>
                  </a:cubicBezTo>
                  <a:cubicBezTo>
                    <a:pt x="1608" y="1462"/>
                    <a:pt x="1599" y="1574"/>
                    <a:pt x="1616" y="1617"/>
                  </a:cubicBezTo>
                  <a:cubicBezTo>
                    <a:pt x="1628" y="1635"/>
                    <a:pt x="1636" y="1653"/>
                    <a:pt x="1640" y="1670"/>
                  </a:cubicBezTo>
                  <a:lnTo>
                    <a:pt x="1640" y="1670"/>
                  </a:lnTo>
                  <a:cubicBezTo>
                    <a:pt x="1645" y="1661"/>
                    <a:pt x="1654" y="1652"/>
                    <a:pt x="1659" y="1642"/>
                  </a:cubicBezTo>
                  <a:cubicBezTo>
                    <a:pt x="1668" y="1617"/>
                    <a:pt x="1668" y="1591"/>
                    <a:pt x="1676" y="1565"/>
                  </a:cubicBezTo>
                  <a:cubicBezTo>
                    <a:pt x="1693" y="1531"/>
                    <a:pt x="1685" y="1505"/>
                    <a:pt x="1693" y="1471"/>
                  </a:cubicBezTo>
                  <a:cubicBezTo>
                    <a:pt x="1702" y="1445"/>
                    <a:pt x="1702" y="1410"/>
                    <a:pt x="1702" y="1376"/>
                  </a:cubicBezTo>
                  <a:cubicBezTo>
                    <a:pt x="1702" y="1350"/>
                    <a:pt x="1711" y="1333"/>
                    <a:pt x="1711" y="1307"/>
                  </a:cubicBezTo>
                  <a:cubicBezTo>
                    <a:pt x="1711" y="1282"/>
                    <a:pt x="1702" y="1256"/>
                    <a:pt x="1693" y="1230"/>
                  </a:cubicBezTo>
                  <a:cubicBezTo>
                    <a:pt x="1685" y="1161"/>
                    <a:pt x="1668" y="1101"/>
                    <a:pt x="1659" y="1041"/>
                  </a:cubicBezTo>
                  <a:cubicBezTo>
                    <a:pt x="1651" y="981"/>
                    <a:pt x="1659" y="921"/>
                    <a:pt x="1625" y="878"/>
                  </a:cubicBezTo>
                  <a:cubicBezTo>
                    <a:pt x="1599" y="843"/>
                    <a:pt x="1565" y="818"/>
                    <a:pt x="1539" y="792"/>
                  </a:cubicBezTo>
                  <a:cubicBezTo>
                    <a:pt x="1513" y="758"/>
                    <a:pt x="1513" y="723"/>
                    <a:pt x="1504" y="689"/>
                  </a:cubicBezTo>
                  <a:cubicBezTo>
                    <a:pt x="1487" y="663"/>
                    <a:pt x="1479" y="637"/>
                    <a:pt x="1461" y="620"/>
                  </a:cubicBezTo>
                  <a:cubicBezTo>
                    <a:pt x="1436" y="594"/>
                    <a:pt x="1419" y="569"/>
                    <a:pt x="1393" y="534"/>
                  </a:cubicBezTo>
                  <a:cubicBezTo>
                    <a:pt x="1350" y="491"/>
                    <a:pt x="1290" y="465"/>
                    <a:pt x="1255" y="405"/>
                  </a:cubicBezTo>
                  <a:lnTo>
                    <a:pt x="1238" y="380"/>
                  </a:lnTo>
                  <a:cubicBezTo>
                    <a:pt x="1230" y="362"/>
                    <a:pt x="1212" y="354"/>
                    <a:pt x="1195" y="337"/>
                  </a:cubicBezTo>
                  <a:cubicBezTo>
                    <a:pt x="1169" y="311"/>
                    <a:pt x="1144" y="285"/>
                    <a:pt x="1109" y="276"/>
                  </a:cubicBezTo>
                  <a:cubicBezTo>
                    <a:pt x="1083" y="268"/>
                    <a:pt x="1066" y="259"/>
                    <a:pt x="1041" y="251"/>
                  </a:cubicBezTo>
                  <a:cubicBezTo>
                    <a:pt x="1006" y="225"/>
                    <a:pt x="955" y="216"/>
                    <a:pt x="912" y="199"/>
                  </a:cubicBezTo>
                  <a:cubicBezTo>
                    <a:pt x="894" y="199"/>
                    <a:pt x="877" y="191"/>
                    <a:pt x="860" y="182"/>
                  </a:cubicBezTo>
                  <a:cubicBezTo>
                    <a:pt x="834" y="182"/>
                    <a:pt x="809" y="182"/>
                    <a:pt x="791" y="173"/>
                  </a:cubicBezTo>
                  <a:cubicBezTo>
                    <a:pt x="748" y="156"/>
                    <a:pt x="731" y="122"/>
                    <a:pt x="705" y="96"/>
                  </a:cubicBezTo>
                  <a:cubicBezTo>
                    <a:pt x="662" y="62"/>
                    <a:pt x="628" y="27"/>
                    <a:pt x="577" y="10"/>
                  </a:cubicBezTo>
                  <a:cubicBezTo>
                    <a:pt x="542" y="1"/>
                    <a:pt x="508" y="1"/>
                    <a:pt x="473" y="1"/>
                  </a:cubicBezTo>
                  <a:cubicBezTo>
                    <a:pt x="446" y="1"/>
                    <a:pt x="419" y="0"/>
                    <a:pt x="391" y="0"/>
                  </a:cubicBezTo>
                  <a:close/>
                  <a:moveTo>
                    <a:pt x="1640" y="1670"/>
                  </a:moveTo>
                  <a:cubicBezTo>
                    <a:pt x="1635" y="1678"/>
                    <a:pt x="1634" y="1686"/>
                    <a:pt x="1642" y="1694"/>
                  </a:cubicBezTo>
                  <a:cubicBezTo>
                    <a:pt x="1642" y="1686"/>
                    <a:pt x="1641" y="1678"/>
                    <a:pt x="1640" y="167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7" name="Google Shape;1987;p19"/>
            <p:cNvSpPr/>
            <p:nvPr/>
          </p:nvSpPr>
          <p:spPr>
            <a:xfrm>
              <a:off x="5752300" y="1334125"/>
              <a:ext cx="7525" cy="26000"/>
            </a:xfrm>
            <a:custGeom>
              <a:avLst/>
              <a:gdLst/>
              <a:ahLst/>
              <a:cxnLst/>
              <a:rect l="l" t="t" r="r" b="b"/>
              <a:pathLst>
                <a:path w="301" h="1040" extrusionOk="0">
                  <a:moveTo>
                    <a:pt x="103" y="0"/>
                  </a:moveTo>
                  <a:cubicBezTo>
                    <a:pt x="77" y="0"/>
                    <a:pt x="103" y="60"/>
                    <a:pt x="103" y="69"/>
                  </a:cubicBezTo>
                  <a:cubicBezTo>
                    <a:pt x="112" y="95"/>
                    <a:pt x="112" y="112"/>
                    <a:pt x="112" y="137"/>
                  </a:cubicBezTo>
                  <a:cubicBezTo>
                    <a:pt x="112" y="152"/>
                    <a:pt x="100" y="166"/>
                    <a:pt x="101" y="166"/>
                  </a:cubicBezTo>
                  <a:cubicBezTo>
                    <a:pt x="101" y="166"/>
                    <a:pt x="102" y="165"/>
                    <a:pt x="103" y="163"/>
                  </a:cubicBezTo>
                  <a:lnTo>
                    <a:pt x="103" y="180"/>
                  </a:lnTo>
                  <a:cubicBezTo>
                    <a:pt x="112" y="198"/>
                    <a:pt x="112" y="206"/>
                    <a:pt x="112" y="223"/>
                  </a:cubicBezTo>
                  <a:cubicBezTo>
                    <a:pt x="112" y="275"/>
                    <a:pt x="129" y="318"/>
                    <a:pt x="138" y="369"/>
                  </a:cubicBezTo>
                  <a:cubicBezTo>
                    <a:pt x="138" y="404"/>
                    <a:pt x="146" y="438"/>
                    <a:pt x="120" y="473"/>
                  </a:cubicBezTo>
                  <a:lnTo>
                    <a:pt x="103" y="498"/>
                  </a:lnTo>
                  <a:lnTo>
                    <a:pt x="95" y="533"/>
                  </a:lnTo>
                  <a:lnTo>
                    <a:pt x="86" y="558"/>
                  </a:lnTo>
                  <a:cubicBezTo>
                    <a:pt x="86" y="576"/>
                    <a:pt x="86" y="593"/>
                    <a:pt x="86" y="610"/>
                  </a:cubicBezTo>
                  <a:cubicBezTo>
                    <a:pt x="86" y="636"/>
                    <a:pt x="95" y="653"/>
                    <a:pt x="95" y="679"/>
                  </a:cubicBezTo>
                  <a:cubicBezTo>
                    <a:pt x="103" y="696"/>
                    <a:pt x="103" y="713"/>
                    <a:pt x="103" y="739"/>
                  </a:cubicBezTo>
                  <a:cubicBezTo>
                    <a:pt x="103" y="756"/>
                    <a:pt x="103" y="782"/>
                    <a:pt x="95" y="799"/>
                  </a:cubicBezTo>
                  <a:cubicBezTo>
                    <a:pt x="95" y="825"/>
                    <a:pt x="86" y="851"/>
                    <a:pt x="86" y="876"/>
                  </a:cubicBezTo>
                  <a:cubicBezTo>
                    <a:pt x="86" y="902"/>
                    <a:pt x="77" y="936"/>
                    <a:pt x="69" y="962"/>
                  </a:cubicBezTo>
                  <a:cubicBezTo>
                    <a:pt x="66" y="968"/>
                    <a:pt x="63" y="974"/>
                    <a:pt x="60" y="979"/>
                  </a:cubicBezTo>
                  <a:lnTo>
                    <a:pt x="60" y="979"/>
                  </a:lnTo>
                  <a:cubicBezTo>
                    <a:pt x="63" y="977"/>
                    <a:pt x="66" y="974"/>
                    <a:pt x="69" y="971"/>
                  </a:cubicBezTo>
                  <a:cubicBezTo>
                    <a:pt x="86" y="962"/>
                    <a:pt x="103" y="945"/>
                    <a:pt x="120" y="928"/>
                  </a:cubicBezTo>
                  <a:cubicBezTo>
                    <a:pt x="138" y="919"/>
                    <a:pt x="146" y="894"/>
                    <a:pt x="155" y="876"/>
                  </a:cubicBezTo>
                  <a:cubicBezTo>
                    <a:pt x="163" y="859"/>
                    <a:pt x="163" y="842"/>
                    <a:pt x="172" y="825"/>
                  </a:cubicBezTo>
                  <a:cubicBezTo>
                    <a:pt x="180" y="808"/>
                    <a:pt x="189" y="782"/>
                    <a:pt x="189" y="765"/>
                  </a:cubicBezTo>
                  <a:cubicBezTo>
                    <a:pt x="206" y="747"/>
                    <a:pt x="215" y="722"/>
                    <a:pt x="232" y="705"/>
                  </a:cubicBezTo>
                  <a:cubicBezTo>
                    <a:pt x="266" y="670"/>
                    <a:pt x="301" y="653"/>
                    <a:pt x="292" y="601"/>
                  </a:cubicBezTo>
                  <a:cubicBezTo>
                    <a:pt x="292" y="558"/>
                    <a:pt x="275" y="515"/>
                    <a:pt x="266" y="473"/>
                  </a:cubicBezTo>
                  <a:cubicBezTo>
                    <a:pt x="266" y="455"/>
                    <a:pt x="258" y="438"/>
                    <a:pt x="258" y="430"/>
                  </a:cubicBezTo>
                  <a:cubicBezTo>
                    <a:pt x="249" y="412"/>
                    <a:pt x="249" y="395"/>
                    <a:pt x="249" y="378"/>
                  </a:cubicBezTo>
                  <a:cubicBezTo>
                    <a:pt x="249" y="344"/>
                    <a:pt x="241" y="309"/>
                    <a:pt x="232" y="275"/>
                  </a:cubicBezTo>
                  <a:cubicBezTo>
                    <a:pt x="223" y="241"/>
                    <a:pt x="223" y="223"/>
                    <a:pt x="223" y="189"/>
                  </a:cubicBezTo>
                  <a:cubicBezTo>
                    <a:pt x="223" y="155"/>
                    <a:pt x="215" y="112"/>
                    <a:pt x="206" y="86"/>
                  </a:cubicBezTo>
                  <a:cubicBezTo>
                    <a:pt x="198" y="69"/>
                    <a:pt x="189" y="52"/>
                    <a:pt x="180" y="43"/>
                  </a:cubicBezTo>
                  <a:lnTo>
                    <a:pt x="163" y="17"/>
                  </a:lnTo>
                  <a:lnTo>
                    <a:pt x="138" y="17"/>
                  </a:lnTo>
                  <a:lnTo>
                    <a:pt x="120" y="9"/>
                  </a:lnTo>
                  <a:lnTo>
                    <a:pt x="103" y="0"/>
                  </a:lnTo>
                  <a:close/>
                  <a:moveTo>
                    <a:pt x="60" y="979"/>
                  </a:moveTo>
                  <a:lnTo>
                    <a:pt x="60" y="979"/>
                  </a:lnTo>
                  <a:cubicBezTo>
                    <a:pt x="46" y="993"/>
                    <a:pt x="32" y="1007"/>
                    <a:pt x="17" y="1014"/>
                  </a:cubicBezTo>
                  <a:lnTo>
                    <a:pt x="0" y="1040"/>
                  </a:lnTo>
                  <a:cubicBezTo>
                    <a:pt x="17" y="1031"/>
                    <a:pt x="34" y="1022"/>
                    <a:pt x="43" y="1014"/>
                  </a:cubicBezTo>
                  <a:cubicBezTo>
                    <a:pt x="49" y="1002"/>
                    <a:pt x="54" y="991"/>
                    <a:pt x="60" y="979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8" name="Google Shape;1988;p19"/>
            <p:cNvSpPr/>
            <p:nvPr/>
          </p:nvSpPr>
          <p:spPr>
            <a:xfrm>
              <a:off x="5697950" y="1327025"/>
              <a:ext cx="29875" cy="34925"/>
            </a:xfrm>
            <a:custGeom>
              <a:avLst/>
              <a:gdLst/>
              <a:ahLst/>
              <a:cxnLst/>
              <a:rect l="l" t="t" r="r" b="b"/>
              <a:pathLst>
                <a:path w="1195" h="1397" extrusionOk="0">
                  <a:moveTo>
                    <a:pt x="799" y="396"/>
                  </a:moveTo>
                  <a:lnTo>
                    <a:pt x="805" y="401"/>
                  </a:lnTo>
                  <a:lnTo>
                    <a:pt x="805" y="401"/>
                  </a:lnTo>
                  <a:cubicBezTo>
                    <a:pt x="804" y="398"/>
                    <a:pt x="802" y="396"/>
                    <a:pt x="799" y="396"/>
                  </a:cubicBezTo>
                  <a:close/>
                  <a:moveTo>
                    <a:pt x="1031" y="0"/>
                  </a:moveTo>
                  <a:cubicBezTo>
                    <a:pt x="1049" y="35"/>
                    <a:pt x="1049" y="78"/>
                    <a:pt x="1057" y="121"/>
                  </a:cubicBezTo>
                  <a:cubicBezTo>
                    <a:pt x="1066" y="172"/>
                    <a:pt x="1074" y="207"/>
                    <a:pt x="1066" y="258"/>
                  </a:cubicBezTo>
                  <a:cubicBezTo>
                    <a:pt x="1057" y="327"/>
                    <a:pt x="1031" y="404"/>
                    <a:pt x="1006" y="473"/>
                  </a:cubicBezTo>
                  <a:lnTo>
                    <a:pt x="980" y="430"/>
                  </a:lnTo>
                  <a:cubicBezTo>
                    <a:pt x="963" y="413"/>
                    <a:pt x="954" y="396"/>
                    <a:pt x="937" y="379"/>
                  </a:cubicBezTo>
                  <a:cubicBezTo>
                    <a:pt x="920" y="387"/>
                    <a:pt x="937" y="413"/>
                    <a:pt x="920" y="421"/>
                  </a:cubicBezTo>
                  <a:cubicBezTo>
                    <a:pt x="903" y="387"/>
                    <a:pt x="903" y="344"/>
                    <a:pt x="894" y="310"/>
                  </a:cubicBezTo>
                  <a:cubicBezTo>
                    <a:pt x="885" y="275"/>
                    <a:pt x="868" y="250"/>
                    <a:pt x="860" y="215"/>
                  </a:cubicBezTo>
                  <a:cubicBezTo>
                    <a:pt x="851" y="198"/>
                    <a:pt x="842" y="181"/>
                    <a:pt x="834" y="164"/>
                  </a:cubicBezTo>
                  <a:cubicBezTo>
                    <a:pt x="825" y="147"/>
                    <a:pt x="817" y="112"/>
                    <a:pt x="799" y="112"/>
                  </a:cubicBezTo>
                  <a:cubicBezTo>
                    <a:pt x="799" y="112"/>
                    <a:pt x="799" y="112"/>
                    <a:pt x="774" y="138"/>
                  </a:cubicBezTo>
                  <a:cubicBezTo>
                    <a:pt x="808" y="164"/>
                    <a:pt x="799" y="232"/>
                    <a:pt x="808" y="267"/>
                  </a:cubicBezTo>
                  <a:cubicBezTo>
                    <a:pt x="808" y="310"/>
                    <a:pt x="808" y="361"/>
                    <a:pt x="808" y="404"/>
                  </a:cubicBezTo>
                  <a:lnTo>
                    <a:pt x="805" y="401"/>
                  </a:lnTo>
                  <a:lnTo>
                    <a:pt x="805" y="401"/>
                  </a:lnTo>
                  <a:cubicBezTo>
                    <a:pt x="808" y="410"/>
                    <a:pt x="808" y="426"/>
                    <a:pt x="808" y="439"/>
                  </a:cubicBezTo>
                  <a:cubicBezTo>
                    <a:pt x="817" y="464"/>
                    <a:pt x="825" y="490"/>
                    <a:pt x="825" y="516"/>
                  </a:cubicBezTo>
                  <a:cubicBezTo>
                    <a:pt x="834" y="559"/>
                    <a:pt x="817" y="585"/>
                    <a:pt x="799" y="619"/>
                  </a:cubicBezTo>
                  <a:cubicBezTo>
                    <a:pt x="782" y="602"/>
                    <a:pt x="782" y="576"/>
                    <a:pt x="765" y="542"/>
                  </a:cubicBezTo>
                  <a:cubicBezTo>
                    <a:pt x="765" y="533"/>
                    <a:pt x="731" y="473"/>
                    <a:pt x="722" y="464"/>
                  </a:cubicBezTo>
                  <a:lnTo>
                    <a:pt x="705" y="516"/>
                  </a:lnTo>
                  <a:cubicBezTo>
                    <a:pt x="696" y="533"/>
                    <a:pt x="688" y="550"/>
                    <a:pt x="671" y="568"/>
                  </a:cubicBezTo>
                  <a:cubicBezTo>
                    <a:pt x="662" y="585"/>
                    <a:pt x="662" y="602"/>
                    <a:pt x="645" y="619"/>
                  </a:cubicBezTo>
                  <a:cubicBezTo>
                    <a:pt x="619" y="662"/>
                    <a:pt x="567" y="714"/>
                    <a:pt x="567" y="765"/>
                  </a:cubicBezTo>
                  <a:lnTo>
                    <a:pt x="576" y="739"/>
                  </a:lnTo>
                  <a:lnTo>
                    <a:pt x="585" y="774"/>
                  </a:lnTo>
                  <a:cubicBezTo>
                    <a:pt x="593" y="808"/>
                    <a:pt x="576" y="842"/>
                    <a:pt x="559" y="877"/>
                  </a:cubicBezTo>
                  <a:cubicBezTo>
                    <a:pt x="533" y="911"/>
                    <a:pt x="499" y="937"/>
                    <a:pt x="464" y="954"/>
                  </a:cubicBezTo>
                  <a:cubicBezTo>
                    <a:pt x="447" y="963"/>
                    <a:pt x="439" y="971"/>
                    <a:pt x="421" y="980"/>
                  </a:cubicBezTo>
                  <a:lnTo>
                    <a:pt x="413" y="989"/>
                  </a:lnTo>
                  <a:cubicBezTo>
                    <a:pt x="407" y="993"/>
                    <a:pt x="401" y="994"/>
                    <a:pt x="395" y="994"/>
                  </a:cubicBezTo>
                  <a:cubicBezTo>
                    <a:pt x="376" y="994"/>
                    <a:pt x="357" y="976"/>
                    <a:pt x="344" y="963"/>
                  </a:cubicBezTo>
                  <a:cubicBezTo>
                    <a:pt x="310" y="928"/>
                    <a:pt x="284" y="894"/>
                    <a:pt x="241" y="885"/>
                  </a:cubicBezTo>
                  <a:lnTo>
                    <a:pt x="224" y="920"/>
                  </a:lnTo>
                  <a:cubicBezTo>
                    <a:pt x="220" y="921"/>
                    <a:pt x="216" y="922"/>
                    <a:pt x="212" y="922"/>
                  </a:cubicBezTo>
                  <a:cubicBezTo>
                    <a:pt x="194" y="922"/>
                    <a:pt x="171" y="911"/>
                    <a:pt x="164" y="911"/>
                  </a:cubicBezTo>
                  <a:cubicBezTo>
                    <a:pt x="138" y="903"/>
                    <a:pt x="121" y="894"/>
                    <a:pt x="104" y="885"/>
                  </a:cubicBezTo>
                  <a:cubicBezTo>
                    <a:pt x="95" y="911"/>
                    <a:pt x="86" y="928"/>
                    <a:pt x="86" y="963"/>
                  </a:cubicBezTo>
                  <a:cubicBezTo>
                    <a:pt x="78" y="1006"/>
                    <a:pt x="69" y="1040"/>
                    <a:pt x="52" y="1074"/>
                  </a:cubicBezTo>
                  <a:cubicBezTo>
                    <a:pt x="43" y="1092"/>
                    <a:pt x="43" y="1109"/>
                    <a:pt x="43" y="1117"/>
                  </a:cubicBezTo>
                  <a:lnTo>
                    <a:pt x="18" y="1152"/>
                  </a:lnTo>
                  <a:cubicBezTo>
                    <a:pt x="0" y="1178"/>
                    <a:pt x="18" y="1195"/>
                    <a:pt x="35" y="1220"/>
                  </a:cubicBezTo>
                  <a:cubicBezTo>
                    <a:pt x="52" y="1272"/>
                    <a:pt x="78" y="1306"/>
                    <a:pt x="121" y="1332"/>
                  </a:cubicBezTo>
                  <a:cubicBezTo>
                    <a:pt x="172" y="1367"/>
                    <a:pt x="207" y="1392"/>
                    <a:pt x="267" y="1392"/>
                  </a:cubicBezTo>
                  <a:cubicBezTo>
                    <a:pt x="295" y="1392"/>
                    <a:pt x="324" y="1388"/>
                    <a:pt x="355" y="1388"/>
                  </a:cubicBezTo>
                  <a:cubicBezTo>
                    <a:pt x="371" y="1388"/>
                    <a:pt x="387" y="1389"/>
                    <a:pt x="404" y="1392"/>
                  </a:cubicBezTo>
                  <a:cubicBezTo>
                    <a:pt x="421" y="1392"/>
                    <a:pt x="435" y="1396"/>
                    <a:pt x="449" y="1396"/>
                  </a:cubicBezTo>
                  <a:cubicBezTo>
                    <a:pt x="457" y="1396"/>
                    <a:pt x="464" y="1395"/>
                    <a:pt x="473" y="1392"/>
                  </a:cubicBezTo>
                  <a:cubicBezTo>
                    <a:pt x="482" y="1384"/>
                    <a:pt x="499" y="1375"/>
                    <a:pt x="507" y="1367"/>
                  </a:cubicBezTo>
                  <a:cubicBezTo>
                    <a:pt x="533" y="1358"/>
                    <a:pt x="567" y="1349"/>
                    <a:pt x="593" y="1332"/>
                  </a:cubicBezTo>
                  <a:cubicBezTo>
                    <a:pt x="628" y="1315"/>
                    <a:pt x="645" y="1306"/>
                    <a:pt x="688" y="1306"/>
                  </a:cubicBezTo>
                  <a:cubicBezTo>
                    <a:pt x="705" y="1306"/>
                    <a:pt x="722" y="1306"/>
                    <a:pt x="739" y="1298"/>
                  </a:cubicBezTo>
                  <a:cubicBezTo>
                    <a:pt x="774" y="1281"/>
                    <a:pt x="799" y="1263"/>
                    <a:pt x="834" y="1238"/>
                  </a:cubicBezTo>
                  <a:cubicBezTo>
                    <a:pt x="851" y="1220"/>
                    <a:pt x="877" y="1212"/>
                    <a:pt x="894" y="1195"/>
                  </a:cubicBezTo>
                  <a:cubicBezTo>
                    <a:pt x="920" y="1178"/>
                    <a:pt x="928" y="1152"/>
                    <a:pt x="945" y="1117"/>
                  </a:cubicBezTo>
                  <a:cubicBezTo>
                    <a:pt x="954" y="1100"/>
                    <a:pt x="988" y="1066"/>
                    <a:pt x="1006" y="1057"/>
                  </a:cubicBezTo>
                  <a:cubicBezTo>
                    <a:pt x="1031" y="1040"/>
                    <a:pt x="1057" y="1040"/>
                    <a:pt x="1074" y="1014"/>
                  </a:cubicBezTo>
                  <a:cubicBezTo>
                    <a:pt x="1100" y="989"/>
                    <a:pt x="1100" y="963"/>
                    <a:pt x="1117" y="928"/>
                  </a:cubicBezTo>
                  <a:cubicBezTo>
                    <a:pt x="1143" y="868"/>
                    <a:pt x="1143" y="791"/>
                    <a:pt x="1143" y="722"/>
                  </a:cubicBezTo>
                  <a:cubicBezTo>
                    <a:pt x="1143" y="662"/>
                    <a:pt x="1152" y="602"/>
                    <a:pt x="1160" y="542"/>
                  </a:cubicBezTo>
                  <a:cubicBezTo>
                    <a:pt x="1177" y="490"/>
                    <a:pt x="1186" y="439"/>
                    <a:pt x="1195" y="387"/>
                  </a:cubicBezTo>
                  <a:cubicBezTo>
                    <a:pt x="1195" y="370"/>
                    <a:pt x="1186" y="344"/>
                    <a:pt x="1186" y="318"/>
                  </a:cubicBezTo>
                  <a:cubicBezTo>
                    <a:pt x="1177" y="301"/>
                    <a:pt x="1177" y="284"/>
                    <a:pt x="1177" y="267"/>
                  </a:cubicBezTo>
                  <a:cubicBezTo>
                    <a:pt x="1169" y="232"/>
                    <a:pt x="1160" y="198"/>
                    <a:pt x="1143" y="164"/>
                  </a:cubicBezTo>
                  <a:cubicBezTo>
                    <a:pt x="1126" y="95"/>
                    <a:pt x="1066" y="52"/>
                    <a:pt x="1031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9" name="Google Shape;1989;p19"/>
            <p:cNvSpPr/>
            <p:nvPr/>
          </p:nvSpPr>
          <p:spPr>
            <a:xfrm>
              <a:off x="5689775" y="1307950"/>
              <a:ext cx="27525" cy="21450"/>
            </a:xfrm>
            <a:custGeom>
              <a:avLst/>
              <a:gdLst/>
              <a:ahLst/>
              <a:cxnLst/>
              <a:rect l="l" t="t" r="r" b="b"/>
              <a:pathLst>
                <a:path w="1101" h="858" extrusionOk="0">
                  <a:moveTo>
                    <a:pt x="620" y="0"/>
                  </a:moveTo>
                  <a:cubicBezTo>
                    <a:pt x="611" y="0"/>
                    <a:pt x="602" y="2"/>
                    <a:pt x="594" y="7"/>
                  </a:cubicBezTo>
                  <a:cubicBezTo>
                    <a:pt x="577" y="16"/>
                    <a:pt x="559" y="33"/>
                    <a:pt x="551" y="42"/>
                  </a:cubicBezTo>
                  <a:cubicBezTo>
                    <a:pt x="534" y="59"/>
                    <a:pt x="534" y="59"/>
                    <a:pt x="516" y="68"/>
                  </a:cubicBezTo>
                  <a:lnTo>
                    <a:pt x="448" y="68"/>
                  </a:lnTo>
                  <a:cubicBezTo>
                    <a:pt x="431" y="76"/>
                    <a:pt x="413" y="102"/>
                    <a:pt x="396" y="102"/>
                  </a:cubicBezTo>
                  <a:lnTo>
                    <a:pt x="362" y="119"/>
                  </a:lnTo>
                  <a:lnTo>
                    <a:pt x="327" y="136"/>
                  </a:lnTo>
                  <a:cubicBezTo>
                    <a:pt x="310" y="145"/>
                    <a:pt x="310" y="162"/>
                    <a:pt x="293" y="179"/>
                  </a:cubicBezTo>
                  <a:cubicBezTo>
                    <a:pt x="276" y="205"/>
                    <a:pt x="242" y="214"/>
                    <a:pt x="224" y="222"/>
                  </a:cubicBezTo>
                  <a:cubicBezTo>
                    <a:pt x="199" y="231"/>
                    <a:pt x="181" y="239"/>
                    <a:pt x="173" y="257"/>
                  </a:cubicBezTo>
                  <a:cubicBezTo>
                    <a:pt x="138" y="291"/>
                    <a:pt x="113" y="343"/>
                    <a:pt x="95" y="394"/>
                  </a:cubicBezTo>
                  <a:cubicBezTo>
                    <a:pt x="95" y="420"/>
                    <a:pt x="87" y="446"/>
                    <a:pt x="78" y="471"/>
                  </a:cubicBezTo>
                  <a:cubicBezTo>
                    <a:pt x="70" y="489"/>
                    <a:pt x="61" y="506"/>
                    <a:pt x="52" y="523"/>
                  </a:cubicBezTo>
                  <a:cubicBezTo>
                    <a:pt x="52" y="540"/>
                    <a:pt x="52" y="557"/>
                    <a:pt x="52" y="566"/>
                  </a:cubicBezTo>
                  <a:cubicBezTo>
                    <a:pt x="48" y="538"/>
                    <a:pt x="43" y="530"/>
                    <a:pt x="40" y="530"/>
                  </a:cubicBezTo>
                  <a:cubicBezTo>
                    <a:pt x="37" y="530"/>
                    <a:pt x="35" y="536"/>
                    <a:pt x="35" y="540"/>
                  </a:cubicBezTo>
                  <a:lnTo>
                    <a:pt x="27" y="574"/>
                  </a:lnTo>
                  <a:cubicBezTo>
                    <a:pt x="27" y="600"/>
                    <a:pt x="10" y="609"/>
                    <a:pt x="1" y="635"/>
                  </a:cubicBezTo>
                  <a:lnTo>
                    <a:pt x="1" y="652"/>
                  </a:lnTo>
                  <a:cubicBezTo>
                    <a:pt x="1" y="669"/>
                    <a:pt x="1" y="695"/>
                    <a:pt x="1" y="721"/>
                  </a:cubicBezTo>
                  <a:cubicBezTo>
                    <a:pt x="1" y="738"/>
                    <a:pt x="1" y="755"/>
                    <a:pt x="1" y="781"/>
                  </a:cubicBezTo>
                  <a:cubicBezTo>
                    <a:pt x="10" y="806"/>
                    <a:pt x="18" y="832"/>
                    <a:pt x="18" y="858"/>
                  </a:cubicBezTo>
                  <a:lnTo>
                    <a:pt x="35" y="824"/>
                  </a:lnTo>
                  <a:cubicBezTo>
                    <a:pt x="52" y="806"/>
                    <a:pt x="52" y="789"/>
                    <a:pt x="52" y="772"/>
                  </a:cubicBezTo>
                  <a:cubicBezTo>
                    <a:pt x="61" y="738"/>
                    <a:pt x="61" y="712"/>
                    <a:pt x="70" y="686"/>
                  </a:cubicBezTo>
                  <a:cubicBezTo>
                    <a:pt x="87" y="660"/>
                    <a:pt x="95" y="643"/>
                    <a:pt x="113" y="635"/>
                  </a:cubicBezTo>
                  <a:cubicBezTo>
                    <a:pt x="130" y="626"/>
                    <a:pt x="138" y="609"/>
                    <a:pt x="147" y="592"/>
                  </a:cubicBezTo>
                  <a:cubicBezTo>
                    <a:pt x="173" y="549"/>
                    <a:pt x="199" y="506"/>
                    <a:pt x="233" y="463"/>
                  </a:cubicBezTo>
                  <a:cubicBezTo>
                    <a:pt x="267" y="420"/>
                    <a:pt x="302" y="394"/>
                    <a:pt x="327" y="351"/>
                  </a:cubicBezTo>
                  <a:cubicBezTo>
                    <a:pt x="362" y="282"/>
                    <a:pt x="422" y="248"/>
                    <a:pt x="482" y="248"/>
                  </a:cubicBezTo>
                  <a:cubicBezTo>
                    <a:pt x="516" y="248"/>
                    <a:pt x="551" y="257"/>
                    <a:pt x="577" y="257"/>
                  </a:cubicBezTo>
                  <a:cubicBezTo>
                    <a:pt x="602" y="248"/>
                    <a:pt x="620" y="239"/>
                    <a:pt x="628" y="222"/>
                  </a:cubicBezTo>
                  <a:lnTo>
                    <a:pt x="654" y="188"/>
                  </a:lnTo>
                  <a:lnTo>
                    <a:pt x="662" y="179"/>
                  </a:lnTo>
                  <a:lnTo>
                    <a:pt x="705" y="162"/>
                  </a:lnTo>
                  <a:cubicBezTo>
                    <a:pt x="723" y="154"/>
                    <a:pt x="731" y="145"/>
                    <a:pt x="748" y="136"/>
                  </a:cubicBezTo>
                  <a:lnTo>
                    <a:pt x="774" y="119"/>
                  </a:lnTo>
                  <a:lnTo>
                    <a:pt x="800" y="93"/>
                  </a:lnTo>
                  <a:cubicBezTo>
                    <a:pt x="817" y="76"/>
                    <a:pt x="851" y="76"/>
                    <a:pt x="869" y="76"/>
                  </a:cubicBezTo>
                  <a:cubicBezTo>
                    <a:pt x="920" y="76"/>
                    <a:pt x="972" y="93"/>
                    <a:pt x="1023" y="93"/>
                  </a:cubicBezTo>
                  <a:lnTo>
                    <a:pt x="1066" y="102"/>
                  </a:lnTo>
                  <a:lnTo>
                    <a:pt x="1101" y="102"/>
                  </a:lnTo>
                  <a:lnTo>
                    <a:pt x="1058" y="76"/>
                  </a:lnTo>
                  <a:cubicBezTo>
                    <a:pt x="1041" y="68"/>
                    <a:pt x="1023" y="59"/>
                    <a:pt x="1006" y="50"/>
                  </a:cubicBezTo>
                  <a:cubicBezTo>
                    <a:pt x="980" y="42"/>
                    <a:pt x="955" y="42"/>
                    <a:pt x="937" y="33"/>
                  </a:cubicBezTo>
                  <a:cubicBezTo>
                    <a:pt x="930" y="31"/>
                    <a:pt x="923" y="31"/>
                    <a:pt x="915" y="31"/>
                  </a:cubicBezTo>
                  <a:cubicBezTo>
                    <a:pt x="893" y="31"/>
                    <a:pt x="870" y="36"/>
                    <a:pt x="849" y="36"/>
                  </a:cubicBezTo>
                  <a:cubicBezTo>
                    <a:pt x="841" y="36"/>
                    <a:pt x="833" y="35"/>
                    <a:pt x="826" y="33"/>
                  </a:cubicBezTo>
                  <a:cubicBezTo>
                    <a:pt x="774" y="25"/>
                    <a:pt x="731" y="16"/>
                    <a:pt x="688" y="16"/>
                  </a:cubicBezTo>
                  <a:cubicBezTo>
                    <a:pt x="665" y="10"/>
                    <a:pt x="641" y="0"/>
                    <a:pt x="620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0" name="Google Shape;1990;p19"/>
            <p:cNvSpPr/>
            <p:nvPr/>
          </p:nvSpPr>
          <p:spPr>
            <a:xfrm>
              <a:off x="5693225" y="1318825"/>
              <a:ext cx="29225" cy="37875"/>
            </a:xfrm>
            <a:custGeom>
              <a:avLst/>
              <a:gdLst/>
              <a:ahLst/>
              <a:cxnLst/>
              <a:rect l="l" t="t" r="r" b="b"/>
              <a:pathLst>
                <a:path w="1169" h="1515" extrusionOk="0">
                  <a:moveTo>
                    <a:pt x="771" y="1"/>
                  </a:moveTo>
                  <a:cubicBezTo>
                    <a:pt x="747" y="1"/>
                    <a:pt x="725" y="6"/>
                    <a:pt x="705" y="11"/>
                  </a:cubicBezTo>
                  <a:cubicBezTo>
                    <a:pt x="662" y="19"/>
                    <a:pt x="628" y="36"/>
                    <a:pt x="593" y="62"/>
                  </a:cubicBezTo>
                  <a:cubicBezTo>
                    <a:pt x="550" y="88"/>
                    <a:pt x="490" y="88"/>
                    <a:pt x="447" y="122"/>
                  </a:cubicBezTo>
                  <a:cubicBezTo>
                    <a:pt x="421" y="139"/>
                    <a:pt x="396" y="165"/>
                    <a:pt x="370" y="182"/>
                  </a:cubicBezTo>
                  <a:cubicBezTo>
                    <a:pt x="335" y="200"/>
                    <a:pt x="301" y="217"/>
                    <a:pt x="275" y="251"/>
                  </a:cubicBezTo>
                  <a:cubicBezTo>
                    <a:pt x="232" y="294"/>
                    <a:pt x="172" y="311"/>
                    <a:pt x="129" y="346"/>
                  </a:cubicBezTo>
                  <a:cubicBezTo>
                    <a:pt x="104" y="363"/>
                    <a:pt x="78" y="397"/>
                    <a:pt x="61" y="423"/>
                  </a:cubicBezTo>
                  <a:cubicBezTo>
                    <a:pt x="35" y="449"/>
                    <a:pt x="18" y="509"/>
                    <a:pt x="9" y="543"/>
                  </a:cubicBezTo>
                  <a:cubicBezTo>
                    <a:pt x="9" y="595"/>
                    <a:pt x="18" y="655"/>
                    <a:pt x="18" y="707"/>
                  </a:cubicBezTo>
                  <a:cubicBezTo>
                    <a:pt x="9" y="749"/>
                    <a:pt x="0" y="784"/>
                    <a:pt x="0" y="835"/>
                  </a:cubicBezTo>
                  <a:cubicBezTo>
                    <a:pt x="0" y="853"/>
                    <a:pt x="18" y="870"/>
                    <a:pt x="18" y="896"/>
                  </a:cubicBezTo>
                  <a:lnTo>
                    <a:pt x="18" y="930"/>
                  </a:lnTo>
                  <a:cubicBezTo>
                    <a:pt x="18" y="947"/>
                    <a:pt x="26" y="956"/>
                    <a:pt x="35" y="973"/>
                  </a:cubicBezTo>
                  <a:cubicBezTo>
                    <a:pt x="35" y="999"/>
                    <a:pt x="35" y="1016"/>
                    <a:pt x="43" y="1042"/>
                  </a:cubicBezTo>
                  <a:cubicBezTo>
                    <a:pt x="61" y="1085"/>
                    <a:pt x="78" y="1136"/>
                    <a:pt x="95" y="1179"/>
                  </a:cubicBezTo>
                  <a:cubicBezTo>
                    <a:pt x="104" y="1222"/>
                    <a:pt x="138" y="1256"/>
                    <a:pt x="164" y="1299"/>
                  </a:cubicBezTo>
                  <a:cubicBezTo>
                    <a:pt x="189" y="1334"/>
                    <a:pt x="215" y="1368"/>
                    <a:pt x="241" y="1402"/>
                  </a:cubicBezTo>
                  <a:cubicBezTo>
                    <a:pt x="250" y="1420"/>
                    <a:pt x="267" y="1428"/>
                    <a:pt x="275" y="1445"/>
                  </a:cubicBezTo>
                  <a:cubicBezTo>
                    <a:pt x="279" y="1449"/>
                    <a:pt x="282" y="1453"/>
                    <a:pt x="285" y="1458"/>
                  </a:cubicBezTo>
                  <a:lnTo>
                    <a:pt x="285" y="1458"/>
                  </a:lnTo>
                  <a:cubicBezTo>
                    <a:pt x="284" y="1453"/>
                    <a:pt x="284" y="1448"/>
                    <a:pt x="284" y="1445"/>
                  </a:cubicBezTo>
                  <a:cubicBezTo>
                    <a:pt x="275" y="1428"/>
                    <a:pt x="284" y="1411"/>
                    <a:pt x="275" y="1402"/>
                  </a:cubicBezTo>
                  <a:cubicBezTo>
                    <a:pt x="275" y="1385"/>
                    <a:pt x="267" y="1377"/>
                    <a:pt x="267" y="1359"/>
                  </a:cubicBezTo>
                  <a:cubicBezTo>
                    <a:pt x="258" y="1325"/>
                    <a:pt x="258" y="1308"/>
                    <a:pt x="284" y="1291"/>
                  </a:cubicBezTo>
                  <a:cubicBezTo>
                    <a:pt x="301" y="1274"/>
                    <a:pt x="344" y="1256"/>
                    <a:pt x="353" y="1239"/>
                  </a:cubicBezTo>
                  <a:cubicBezTo>
                    <a:pt x="353" y="1213"/>
                    <a:pt x="327" y="1179"/>
                    <a:pt x="318" y="1162"/>
                  </a:cubicBezTo>
                  <a:cubicBezTo>
                    <a:pt x="301" y="1136"/>
                    <a:pt x="293" y="1110"/>
                    <a:pt x="284" y="1093"/>
                  </a:cubicBezTo>
                  <a:cubicBezTo>
                    <a:pt x="250" y="1024"/>
                    <a:pt x="250" y="947"/>
                    <a:pt x="267" y="887"/>
                  </a:cubicBezTo>
                  <a:cubicBezTo>
                    <a:pt x="284" y="853"/>
                    <a:pt x="284" y="818"/>
                    <a:pt x="284" y="784"/>
                  </a:cubicBezTo>
                  <a:cubicBezTo>
                    <a:pt x="284" y="749"/>
                    <a:pt x="301" y="715"/>
                    <a:pt x="318" y="681"/>
                  </a:cubicBezTo>
                  <a:cubicBezTo>
                    <a:pt x="353" y="612"/>
                    <a:pt x="370" y="518"/>
                    <a:pt x="413" y="449"/>
                  </a:cubicBezTo>
                  <a:cubicBezTo>
                    <a:pt x="422" y="431"/>
                    <a:pt x="433" y="426"/>
                    <a:pt x="445" y="426"/>
                  </a:cubicBezTo>
                  <a:cubicBezTo>
                    <a:pt x="457" y="426"/>
                    <a:pt x="470" y="431"/>
                    <a:pt x="483" y="431"/>
                  </a:cubicBezTo>
                  <a:cubicBezTo>
                    <a:pt x="494" y="431"/>
                    <a:pt x="505" y="428"/>
                    <a:pt x="516" y="414"/>
                  </a:cubicBezTo>
                  <a:cubicBezTo>
                    <a:pt x="550" y="371"/>
                    <a:pt x="585" y="346"/>
                    <a:pt x="628" y="337"/>
                  </a:cubicBezTo>
                  <a:cubicBezTo>
                    <a:pt x="671" y="320"/>
                    <a:pt x="696" y="320"/>
                    <a:pt x="731" y="311"/>
                  </a:cubicBezTo>
                  <a:cubicBezTo>
                    <a:pt x="752" y="300"/>
                    <a:pt x="778" y="290"/>
                    <a:pt x="800" y="290"/>
                  </a:cubicBezTo>
                  <a:cubicBezTo>
                    <a:pt x="813" y="290"/>
                    <a:pt x="824" y="293"/>
                    <a:pt x="834" y="303"/>
                  </a:cubicBezTo>
                  <a:cubicBezTo>
                    <a:pt x="851" y="320"/>
                    <a:pt x="868" y="346"/>
                    <a:pt x="885" y="354"/>
                  </a:cubicBezTo>
                  <a:cubicBezTo>
                    <a:pt x="892" y="358"/>
                    <a:pt x="899" y="359"/>
                    <a:pt x="906" y="359"/>
                  </a:cubicBezTo>
                  <a:cubicBezTo>
                    <a:pt x="937" y="359"/>
                    <a:pt x="973" y="335"/>
                    <a:pt x="1014" y="328"/>
                  </a:cubicBezTo>
                  <a:lnTo>
                    <a:pt x="1040" y="380"/>
                  </a:lnTo>
                  <a:lnTo>
                    <a:pt x="1057" y="397"/>
                  </a:lnTo>
                  <a:lnTo>
                    <a:pt x="1100" y="440"/>
                  </a:lnTo>
                  <a:cubicBezTo>
                    <a:pt x="1100" y="406"/>
                    <a:pt x="1134" y="380"/>
                    <a:pt x="1143" y="346"/>
                  </a:cubicBezTo>
                  <a:cubicBezTo>
                    <a:pt x="1169" y="303"/>
                    <a:pt x="1152" y="286"/>
                    <a:pt x="1134" y="243"/>
                  </a:cubicBezTo>
                  <a:cubicBezTo>
                    <a:pt x="1100" y="182"/>
                    <a:pt x="1040" y="122"/>
                    <a:pt x="988" y="71"/>
                  </a:cubicBezTo>
                  <a:cubicBezTo>
                    <a:pt x="963" y="54"/>
                    <a:pt x="954" y="45"/>
                    <a:pt x="920" y="45"/>
                  </a:cubicBezTo>
                  <a:cubicBezTo>
                    <a:pt x="885" y="36"/>
                    <a:pt x="860" y="19"/>
                    <a:pt x="825" y="11"/>
                  </a:cubicBezTo>
                  <a:cubicBezTo>
                    <a:pt x="807" y="3"/>
                    <a:pt x="789" y="1"/>
                    <a:pt x="771" y="1"/>
                  </a:cubicBezTo>
                  <a:close/>
                  <a:moveTo>
                    <a:pt x="285" y="1458"/>
                  </a:moveTo>
                  <a:cubicBezTo>
                    <a:pt x="288" y="1480"/>
                    <a:pt x="297" y="1514"/>
                    <a:pt x="318" y="1514"/>
                  </a:cubicBezTo>
                  <a:cubicBezTo>
                    <a:pt x="305" y="1500"/>
                    <a:pt x="296" y="1476"/>
                    <a:pt x="285" y="1458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991" name="Google Shape;1991;p19"/>
          <p:cNvGrpSpPr/>
          <p:nvPr/>
        </p:nvGrpSpPr>
        <p:grpSpPr>
          <a:xfrm>
            <a:off x="3621558" y="4864942"/>
            <a:ext cx="209998" cy="144838"/>
            <a:chOff x="5146375" y="1229175"/>
            <a:chExt cx="151875" cy="104750"/>
          </a:xfrm>
        </p:grpSpPr>
        <p:sp>
          <p:nvSpPr>
            <p:cNvPr id="1992" name="Google Shape;1992;p19"/>
            <p:cNvSpPr/>
            <p:nvPr/>
          </p:nvSpPr>
          <p:spPr>
            <a:xfrm>
              <a:off x="5185250" y="1229950"/>
              <a:ext cx="113000" cy="103975"/>
            </a:xfrm>
            <a:custGeom>
              <a:avLst/>
              <a:gdLst/>
              <a:ahLst/>
              <a:cxnLst/>
              <a:rect l="l" t="t" r="r" b="b"/>
              <a:pathLst>
                <a:path w="4520" h="4159" extrusionOk="0">
                  <a:moveTo>
                    <a:pt x="594" y="0"/>
                  </a:moveTo>
                  <a:cubicBezTo>
                    <a:pt x="679" y="9"/>
                    <a:pt x="765" y="9"/>
                    <a:pt x="851" y="17"/>
                  </a:cubicBezTo>
                  <a:cubicBezTo>
                    <a:pt x="1057" y="26"/>
                    <a:pt x="1247" y="112"/>
                    <a:pt x="1453" y="138"/>
                  </a:cubicBezTo>
                  <a:cubicBezTo>
                    <a:pt x="1659" y="163"/>
                    <a:pt x="1865" y="163"/>
                    <a:pt x="2080" y="181"/>
                  </a:cubicBezTo>
                  <a:cubicBezTo>
                    <a:pt x="2097" y="181"/>
                    <a:pt x="2123" y="181"/>
                    <a:pt x="2149" y="189"/>
                  </a:cubicBezTo>
                  <a:cubicBezTo>
                    <a:pt x="2174" y="206"/>
                    <a:pt x="2192" y="232"/>
                    <a:pt x="2217" y="249"/>
                  </a:cubicBezTo>
                  <a:cubicBezTo>
                    <a:pt x="2260" y="284"/>
                    <a:pt x="2329" y="284"/>
                    <a:pt x="2389" y="275"/>
                  </a:cubicBezTo>
                  <a:cubicBezTo>
                    <a:pt x="2518" y="275"/>
                    <a:pt x="2647" y="267"/>
                    <a:pt x="2767" y="267"/>
                  </a:cubicBezTo>
                  <a:cubicBezTo>
                    <a:pt x="2879" y="267"/>
                    <a:pt x="2999" y="258"/>
                    <a:pt x="3102" y="284"/>
                  </a:cubicBezTo>
                  <a:cubicBezTo>
                    <a:pt x="3197" y="301"/>
                    <a:pt x="3283" y="335"/>
                    <a:pt x="3369" y="352"/>
                  </a:cubicBezTo>
                  <a:cubicBezTo>
                    <a:pt x="3394" y="352"/>
                    <a:pt x="3420" y="352"/>
                    <a:pt x="3454" y="352"/>
                  </a:cubicBezTo>
                  <a:cubicBezTo>
                    <a:pt x="3515" y="352"/>
                    <a:pt x="3566" y="352"/>
                    <a:pt x="3601" y="370"/>
                  </a:cubicBezTo>
                  <a:cubicBezTo>
                    <a:pt x="3781" y="464"/>
                    <a:pt x="3867" y="645"/>
                    <a:pt x="4039" y="748"/>
                  </a:cubicBezTo>
                  <a:cubicBezTo>
                    <a:pt x="4073" y="765"/>
                    <a:pt x="4107" y="782"/>
                    <a:pt x="4116" y="816"/>
                  </a:cubicBezTo>
                  <a:cubicBezTo>
                    <a:pt x="4125" y="894"/>
                    <a:pt x="4107" y="911"/>
                    <a:pt x="4168" y="988"/>
                  </a:cubicBezTo>
                  <a:cubicBezTo>
                    <a:pt x="4193" y="1014"/>
                    <a:pt x="4202" y="1048"/>
                    <a:pt x="4228" y="1083"/>
                  </a:cubicBezTo>
                  <a:cubicBezTo>
                    <a:pt x="4331" y="1194"/>
                    <a:pt x="4391" y="1280"/>
                    <a:pt x="4425" y="1426"/>
                  </a:cubicBezTo>
                  <a:cubicBezTo>
                    <a:pt x="4451" y="1512"/>
                    <a:pt x="4494" y="1598"/>
                    <a:pt x="4511" y="1684"/>
                  </a:cubicBezTo>
                  <a:cubicBezTo>
                    <a:pt x="4520" y="1787"/>
                    <a:pt x="4511" y="1890"/>
                    <a:pt x="4503" y="1993"/>
                  </a:cubicBezTo>
                  <a:cubicBezTo>
                    <a:pt x="4503" y="2028"/>
                    <a:pt x="4477" y="2045"/>
                    <a:pt x="4468" y="2079"/>
                  </a:cubicBezTo>
                  <a:cubicBezTo>
                    <a:pt x="4443" y="2165"/>
                    <a:pt x="4468" y="2251"/>
                    <a:pt x="4477" y="2346"/>
                  </a:cubicBezTo>
                  <a:cubicBezTo>
                    <a:pt x="4485" y="2432"/>
                    <a:pt x="4477" y="2578"/>
                    <a:pt x="4451" y="2646"/>
                  </a:cubicBezTo>
                  <a:cubicBezTo>
                    <a:pt x="4425" y="2689"/>
                    <a:pt x="4314" y="2938"/>
                    <a:pt x="4288" y="3007"/>
                  </a:cubicBezTo>
                  <a:cubicBezTo>
                    <a:pt x="4262" y="3059"/>
                    <a:pt x="4193" y="3145"/>
                    <a:pt x="4176" y="3205"/>
                  </a:cubicBezTo>
                  <a:cubicBezTo>
                    <a:pt x="4168" y="3239"/>
                    <a:pt x="4082" y="3428"/>
                    <a:pt x="4004" y="3523"/>
                  </a:cubicBezTo>
                  <a:cubicBezTo>
                    <a:pt x="3927" y="3617"/>
                    <a:pt x="3867" y="3677"/>
                    <a:pt x="3704" y="3694"/>
                  </a:cubicBezTo>
                  <a:cubicBezTo>
                    <a:pt x="3652" y="3703"/>
                    <a:pt x="3463" y="3806"/>
                    <a:pt x="3403" y="3806"/>
                  </a:cubicBezTo>
                  <a:cubicBezTo>
                    <a:pt x="3360" y="3798"/>
                    <a:pt x="3326" y="3815"/>
                    <a:pt x="3291" y="3823"/>
                  </a:cubicBezTo>
                  <a:cubicBezTo>
                    <a:pt x="3274" y="3823"/>
                    <a:pt x="3257" y="3823"/>
                    <a:pt x="3240" y="3823"/>
                  </a:cubicBezTo>
                  <a:cubicBezTo>
                    <a:pt x="3223" y="3823"/>
                    <a:pt x="3205" y="3823"/>
                    <a:pt x="3188" y="3832"/>
                  </a:cubicBezTo>
                  <a:cubicBezTo>
                    <a:pt x="3059" y="3849"/>
                    <a:pt x="2836" y="3883"/>
                    <a:pt x="2759" y="3909"/>
                  </a:cubicBezTo>
                  <a:cubicBezTo>
                    <a:pt x="2664" y="3935"/>
                    <a:pt x="2501" y="3935"/>
                    <a:pt x="2415" y="3926"/>
                  </a:cubicBezTo>
                  <a:cubicBezTo>
                    <a:pt x="2303" y="3909"/>
                    <a:pt x="2106" y="4012"/>
                    <a:pt x="1994" y="4021"/>
                  </a:cubicBezTo>
                  <a:cubicBezTo>
                    <a:pt x="1908" y="4021"/>
                    <a:pt x="1848" y="4021"/>
                    <a:pt x="1805" y="4021"/>
                  </a:cubicBezTo>
                  <a:cubicBezTo>
                    <a:pt x="1710" y="4012"/>
                    <a:pt x="1650" y="4012"/>
                    <a:pt x="1487" y="4055"/>
                  </a:cubicBezTo>
                  <a:cubicBezTo>
                    <a:pt x="1453" y="4055"/>
                    <a:pt x="1393" y="4055"/>
                    <a:pt x="1341" y="4055"/>
                  </a:cubicBezTo>
                  <a:cubicBezTo>
                    <a:pt x="1281" y="4055"/>
                    <a:pt x="1212" y="4055"/>
                    <a:pt x="1169" y="4064"/>
                  </a:cubicBezTo>
                  <a:cubicBezTo>
                    <a:pt x="1143" y="4081"/>
                    <a:pt x="1109" y="4090"/>
                    <a:pt x="1083" y="4098"/>
                  </a:cubicBezTo>
                  <a:cubicBezTo>
                    <a:pt x="1015" y="4115"/>
                    <a:pt x="954" y="4115"/>
                    <a:pt x="886" y="4133"/>
                  </a:cubicBezTo>
                  <a:cubicBezTo>
                    <a:pt x="826" y="4150"/>
                    <a:pt x="808" y="4158"/>
                    <a:pt x="757" y="4150"/>
                  </a:cubicBezTo>
                  <a:cubicBezTo>
                    <a:pt x="542" y="4107"/>
                    <a:pt x="336" y="4064"/>
                    <a:pt x="104" y="4107"/>
                  </a:cubicBezTo>
                  <a:cubicBezTo>
                    <a:pt x="78" y="4115"/>
                    <a:pt x="1" y="3789"/>
                    <a:pt x="1" y="3737"/>
                  </a:cubicBezTo>
                  <a:cubicBezTo>
                    <a:pt x="27" y="3574"/>
                    <a:pt x="44" y="3411"/>
                    <a:pt x="69" y="3256"/>
                  </a:cubicBezTo>
                  <a:cubicBezTo>
                    <a:pt x="104" y="2947"/>
                    <a:pt x="147" y="2646"/>
                    <a:pt x="198" y="2346"/>
                  </a:cubicBezTo>
                  <a:cubicBezTo>
                    <a:pt x="233" y="2096"/>
                    <a:pt x="276" y="1839"/>
                    <a:pt x="301" y="1598"/>
                  </a:cubicBezTo>
                  <a:cubicBezTo>
                    <a:pt x="327" y="1358"/>
                    <a:pt x="327" y="1126"/>
                    <a:pt x="370" y="902"/>
                  </a:cubicBezTo>
                  <a:cubicBezTo>
                    <a:pt x="379" y="816"/>
                    <a:pt x="542" y="0"/>
                    <a:pt x="594" y="0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3" name="Google Shape;1993;p19"/>
            <p:cNvSpPr/>
            <p:nvPr/>
          </p:nvSpPr>
          <p:spPr>
            <a:xfrm>
              <a:off x="5177750" y="1229175"/>
              <a:ext cx="64875" cy="104625"/>
            </a:xfrm>
            <a:custGeom>
              <a:avLst/>
              <a:gdLst/>
              <a:ahLst/>
              <a:cxnLst/>
              <a:rect l="l" t="t" r="r" b="b"/>
              <a:pathLst>
                <a:path w="2595" h="4185" extrusionOk="0">
                  <a:moveTo>
                    <a:pt x="877" y="1"/>
                  </a:moveTo>
                  <a:cubicBezTo>
                    <a:pt x="752" y="1"/>
                    <a:pt x="637" y="29"/>
                    <a:pt x="601" y="57"/>
                  </a:cubicBezTo>
                  <a:cubicBezTo>
                    <a:pt x="593" y="61"/>
                    <a:pt x="599" y="63"/>
                    <a:pt x="613" y="63"/>
                  </a:cubicBezTo>
                  <a:cubicBezTo>
                    <a:pt x="627" y="63"/>
                    <a:pt x="649" y="61"/>
                    <a:pt x="670" y="57"/>
                  </a:cubicBezTo>
                  <a:cubicBezTo>
                    <a:pt x="700" y="52"/>
                    <a:pt x="730" y="47"/>
                    <a:pt x="748" y="47"/>
                  </a:cubicBezTo>
                  <a:cubicBezTo>
                    <a:pt x="761" y="47"/>
                    <a:pt x="768" y="50"/>
                    <a:pt x="765" y="57"/>
                  </a:cubicBezTo>
                  <a:cubicBezTo>
                    <a:pt x="739" y="91"/>
                    <a:pt x="705" y="126"/>
                    <a:pt x="679" y="160"/>
                  </a:cubicBezTo>
                  <a:cubicBezTo>
                    <a:pt x="584" y="272"/>
                    <a:pt x="558" y="409"/>
                    <a:pt x="498" y="538"/>
                  </a:cubicBezTo>
                  <a:cubicBezTo>
                    <a:pt x="455" y="641"/>
                    <a:pt x="412" y="761"/>
                    <a:pt x="369" y="865"/>
                  </a:cubicBezTo>
                  <a:cubicBezTo>
                    <a:pt x="344" y="942"/>
                    <a:pt x="318" y="1036"/>
                    <a:pt x="301" y="1122"/>
                  </a:cubicBezTo>
                  <a:cubicBezTo>
                    <a:pt x="292" y="1208"/>
                    <a:pt x="309" y="1303"/>
                    <a:pt x="309" y="1397"/>
                  </a:cubicBezTo>
                  <a:cubicBezTo>
                    <a:pt x="309" y="1440"/>
                    <a:pt x="309" y="1492"/>
                    <a:pt x="309" y="1535"/>
                  </a:cubicBezTo>
                  <a:cubicBezTo>
                    <a:pt x="327" y="1758"/>
                    <a:pt x="335" y="1999"/>
                    <a:pt x="284" y="2222"/>
                  </a:cubicBezTo>
                  <a:cubicBezTo>
                    <a:pt x="249" y="2368"/>
                    <a:pt x="206" y="2506"/>
                    <a:pt x="172" y="2652"/>
                  </a:cubicBezTo>
                  <a:cubicBezTo>
                    <a:pt x="146" y="2772"/>
                    <a:pt x="129" y="2892"/>
                    <a:pt x="103" y="3012"/>
                  </a:cubicBezTo>
                  <a:cubicBezTo>
                    <a:pt x="34" y="3296"/>
                    <a:pt x="0" y="3554"/>
                    <a:pt x="103" y="3829"/>
                  </a:cubicBezTo>
                  <a:cubicBezTo>
                    <a:pt x="129" y="3906"/>
                    <a:pt x="155" y="3966"/>
                    <a:pt x="223" y="4018"/>
                  </a:cubicBezTo>
                  <a:cubicBezTo>
                    <a:pt x="258" y="4052"/>
                    <a:pt x="309" y="4104"/>
                    <a:pt x="352" y="4129"/>
                  </a:cubicBezTo>
                  <a:cubicBezTo>
                    <a:pt x="455" y="4172"/>
                    <a:pt x="593" y="4172"/>
                    <a:pt x="705" y="4181"/>
                  </a:cubicBezTo>
                  <a:cubicBezTo>
                    <a:pt x="717" y="4183"/>
                    <a:pt x="727" y="4184"/>
                    <a:pt x="737" y="4184"/>
                  </a:cubicBezTo>
                  <a:cubicBezTo>
                    <a:pt x="760" y="4184"/>
                    <a:pt x="777" y="4178"/>
                    <a:pt x="808" y="4172"/>
                  </a:cubicBezTo>
                  <a:cubicBezTo>
                    <a:pt x="819" y="4169"/>
                    <a:pt x="829" y="4168"/>
                    <a:pt x="837" y="4168"/>
                  </a:cubicBezTo>
                  <a:cubicBezTo>
                    <a:pt x="853" y="4168"/>
                    <a:pt x="865" y="4172"/>
                    <a:pt x="876" y="4172"/>
                  </a:cubicBezTo>
                  <a:cubicBezTo>
                    <a:pt x="888" y="4172"/>
                    <a:pt x="899" y="4176"/>
                    <a:pt x="916" y="4176"/>
                  </a:cubicBezTo>
                  <a:cubicBezTo>
                    <a:pt x="924" y="4176"/>
                    <a:pt x="934" y="4175"/>
                    <a:pt x="945" y="4172"/>
                  </a:cubicBezTo>
                  <a:cubicBezTo>
                    <a:pt x="957" y="4169"/>
                    <a:pt x="968" y="4168"/>
                    <a:pt x="979" y="4168"/>
                  </a:cubicBezTo>
                  <a:cubicBezTo>
                    <a:pt x="1002" y="4168"/>
                    <a:pt x="1025" y="4172"/>
                    <a:pt x="1048" y="4172"/>
                  </a:cubicBezTo>
                  <a:cubicBezTo>
                    <a:pt x="1074" y="4177"/>
                    <a:pt x="1100" y="4181"/>
                    <a:pt x="1123" y="4181"/>
                  </a:cubicBezTo>
                  <a:cubicBezTo>
                    <a:pt x="1147" y="4181"/>
                    <a:pt x="1168" y="4177"/>
                    <a:pt x="1186" y="4164"/>
                  </a:cubicBezTo>
                  <a:cubicBezTo>
                    <a:pt x="1237" y="4129"/>
                    <a:pt x="1418" y="4121"/>
                    <a:pt x="1469" y="4078"/>
                  </a:cubicBezTo>
                  <a:cubicBezTo>
                    <a:pt x="1512" y="4052"/>
                    <a:pt x="1555" y="4018"/>
                    <a:pt x="1607" y="4000"/>
                  </a:cubicBezTo>
                  <a:cubicBezTo>
                    <a:pt x="1650" y="3975"/>
                    <a:pt x="1684" y="3966"/>
                    <a:pt x="1718" y="3940"/>
                  </a:cubicBezTo>
                  <a:cubicBezTo>
                    <a:pt x="1736" y="3923"/>
                    <a:pt x="1753" y="3914"/>
                    <a:pt x="1770" y="3897"/>
                  </a:cubicBezTo>
                  <a:cubicBezTo>
                    <a:pt x="1830" y="3846"/>
                    <a:pt x="1787" y="3743"/>
                    <a:pt x="1873" y="3717"/>
                  </a:cubicBezTo>
                  <a:cubicBezTo>
                    <a:pt x="1933" y="3700"/>
                    <a:pt x="1993" y="3683"/>
                    <a:pt x="2036" y="3631"/>
                  </a:cubicBezTo>
                  <a:cubicBezTo>
                    <a:pt x="2062" y="3605"/>
                    <a:pt x="2071" y="3597"/>
                    <a:pt x="2079" y="3554"/>
                  </a:cubicBezTo>
                  <a:cubicBezTo>
                    <a:pt x="2088" y="3528"/>
                    <a:pt x="2088" y="3502"/>
                    <a:pt x="2096" y="3476"/>
                  </a:cubicBezTo>
                  <a:cubicBezTo>
                    <a:pt x="2096" y="3451"/>
                    <a:pt x="2174" y="3451"/>
                    <a:pt x="2165" y="3416"/>
                  </a:cubicBezTo>
                  <a:lnTo>
                    <a:pt x="2156" y="3382"/>
                  </a:lnTo>
                  <a:cubicBezTo>
                    <a:pt x="2156" y="3365"/>
                    <a:pt x="2174" y="3365"/>
                    <a:pt x="2174" y="3347"/>
                  </a:cubicBezTo>
                  <a:cubicBezTo>
                    <a:pt x="2199" y="3305"/>
                    <a:pt x="2182" y="3253"/>
                    <a:pt x="2199" y="3210"/>
                  </a:cubicBezTo>
                  <a:cubicBezTo>
                    <a:pt x="2217" y="3150"/>
                    <a:pt x="2268" y="3098"/>
                    <a:pt x="2294" y="3047"/>
                  </a:cubicBezTo>
                  <a:cubicBezTo>
                    <a:pt x="2311" y="3012"/>
                    <a:pt x="2320" y="2978"/>
                    <a:pt x="2346" y="2952"/>
                  </a:cubicBezTo>
                  <a:cubicBezTo>
                    <a:pt x="2363" y="2935"/>
                    <a:pt x="2388" y="2918"/>
                    <a:pt x="2397" y="2901"/>
                  </a:cubicBezTo>
                  <a:cubicBezTo>
                    <a:pt x="2406" y="2875"/>
                    <a:pt x="2406" y="2849"/>
                    <a:pt x="2406" y="2823"/>
                  </a:cubicBezTo>
                  <a:cubicBezTo>
                    <a:pt x="2414" y="2772"/>
                    <a:pt x="2431" y="2737"/>
                    <a:pt x="2440" y="2695"/>
                  </a:cubicBezTo>
                  <a:cubicBezTo>
                    <a:pt x="2457" y="2652"/>
                    <a:pt x="2457" y="2600"/>
                    <a:pt x="2483" y="2557"/>
                  </a:cubicBezTo>
                  <a:cubicBezTo>
                    <a:pt x="2500" y="2540"/>
                    <a:pt x="2517" y="2531"/>
                    <a:pt x="2535" y="2514"/>
                  </a:cubicBezTo>
                  <a:cubicBezTo>
                    <a:pt x="2560" y="2488"/>
                    <a:pt x="2560" y="2437"/>
                    <a:pt x="2569" y="2394"/>
                  </a:cubicBezTo>
                  <a:cubicBezTo>
                    <a:pt x="2577" y="2359"/>
                    <a:pt x="2577" y="2316"/>
                    <a:pt x="2586" y="2282"/>
                  </a:cubicBezTo>
                  <a:cubicBezTo>
                    <a:pt x="2595" y="2248"/>
                    <a:pt x="2560" y="2205"/>
                    <a:pt x="2560" y="2170"/>
                  </a:cubicBezTo>
                  <a:cubicBezTo>
                    <a:pt x="2552" y="2119"/>
                    <a:pt x="2543" y="2110"/>
                    <a:pt x="2569" y="2067"/>
                  </a:cubicBezTo>
                  <a:cubicBezTo>
                    <a:pt x="2595" y="2033"/>
                    <a:pt x="2535" y="2016"/>
                    <a:pt x="2535" y="1964"/>
                  </a:cubicBezTo>
                  <a:cubicBezTo>
                    <a:pt x="2535" y="1930"/>
                    <a:pt x="2517" y="1904"/>
                    <a:pt x="2500" y="1870"/>
                  </a:cubicBezTo>
                  <a:cubicBezTo>
                    <a:pt x="2483" y="1818"/>
                    <a:pt x="2517" y="1758"/>
                    <a:pt x="2500" y="1698"/>
                  </a:cubicBezTo>
                  <a:cubicBezTo>
                    <a:pt x="2474" y="1612"/>
                    <a:pt x="2492" y="1509"/>
                    <a:pt x="2457" y="1423"/>
                  </a:cubicBezTo>
                  <a:cubicBezTo>
                    <a:pt x="2440" y="1371"/>
                    <a:pt x="2423" y="1337"/>
                    <a:pt x="2414" y="1286"/>
                  </a:cubicBezTo>
                  <a:cubicBezTo>
                    <a:pt x="2406" y="1251"/>
                    <a:pt x="2397" y="1208"/>
                    <a:pt x="2380" y="1174"/>
                  </a:cubicBezTo>
                  <a:cubicBezTo>
                    <a:pt x="2320" y="1079"/>
                    <a:pt x="2242" y="985"/>
                    <a:pt x="2234" y="873"/>
                  </a:cubicBezTo>
                  <a:cubicBezTo>
                    <a:pt x="2234" y="822"/>
                    <a:pt x="2225" y="761"/>
                    <a:pt x="2182" y="710"/>
                  </a:cubicBezTo>
                  <a:cubicBezTo>
                    <a:pt x="2174" y="701"/>
                    <a:pt x="2156" y="693"/>
                    <a:pt x="2139" y="684"/>
                  </a:cubicBezTo>
                  <a:cubicBezTo>
                    <a:pt x="2122" y="667"/>
                    <a:pt x="2114" y="650"/>
                    <a:pt x="2088" y="633"/>
                  </a:cubicBezTo>
                  <a:cubicBezTo>
                    <a:pt x="2028" y="607"/>
                    <a:pt x="2019" y="590"/>
                    <a:pt x="1993" y="538"/>
                  </a:cubicBezTo>
                  <a:cubicBezTo>
                    <a:pt x="1967" y="504"/>
                    <a:pt x="1916" y="478"/>
                    <a:pt x="1882" y="444"/>
                  </a:cubicBezTo>
                  <a:cubicBezTo>
                    <a:pt x="1847" y="409"/>
                    <a:pt x="1813" y="383"/>
                    <a:pt x="1778" y="349"/>
                  </a:cubicBezTo>
                  <a:cubicBezTo>
                    <a:pt x="1753" y="315"/>
                    <a:pt x="1718" y="289"/>
                    <a:pt x="1684" y="263"/>
                  </a:cubicBezTo>
                  <a:cubicBezTo>
                    <a:pt x="1658" y="246"/>
                    <a:pt x="1641" y="229"/>
                    <a:pt x="1607" y="220"/>
                  </a:cubicBezTo>
                  <a:cubicBezTo>
                    <a:pt x="1581" y="220"/>
                    <a:pt x="1564" y="212"/>
                    <a:pt x="1547" y="203"/>
                  </a:cubicBezTo>
                  <a:cubicBezTo>
                    <a:pt x="1512" y="194"/>
                    <a:pt x="1512" y="194"/>
                    <a:pt x="1486" y="169"/>
                  </a:cubicBezTo>
                  <a:cubicBezTo>
                    <a:pt x="1469" y="151"/>
                    <a:pt x="1452" y="151"/>
                    <a:pt x="1426" y="134"/>
                  </a:cubicBezTo>
                  <a:cubicBezTo>
                    <a:pt x="1409" y="117"/>
                    <a:pt x="1392" y="100"/>
                    <a:pt x="1357" y="100"/>
                  </a:cubicBezTo>
                  <a:cubicBezTo>
                    <a:pt x="1340" y="91"/>
                    <a:pt x="1323" y="91"/>
                    <a:pt x="1315" y="91"/>
                  </a:cubicBezTo>
                  <a:cubicBezTo>
                    <a:pt x="1306" y="91"/>
                    <a:pt x="1297" y="91"/>
                    <a:pt x="1272" y="83"/>
                  </a:cubicBezTo>
                  <a:cubicBezTo>
                    <a:pt x="1220" y="66"/>
                    <a:pt x="1126" y="66"/>
                    <a:pt x="1074" y="48"/>
                  </a:cubicBezTo>
                  <a:cubicBezTo>
                    <a:pt x="1040" y="40"/>
                    <a:pt x="988" y="23"/>
                    <a:pt x="962" y="5"/>
                  </a:cubicBezTo>
                  <a:cubicBezTo>
                    <a:pt x="934" y="2"/>
                    <a:pt x="905" y="1"/>
                    <a:pt x="87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4" name="Google Shape;1994;p19"/>
            <p:cNvSpPr/>
            <p:nvPr/>
          </p:nvSpPr>
          <p:spPr>
            <a:xfrm>
              <a:off x="5146375" y="1281500"/>
              <a:ext cx="250" cy="25"/>
            </a:xfrm>
            <a:custGeom>
              <a:avLst/>
              <a:gdLst/>
              <a:ahLst/>
              <a:cxnLst/>
              <a:rect l="l" t="t" r="r" b="b"/>
              <a:pathLst>
                <a:path w="10" h="1" extrusionOk="0">
                  <a:moveTo>
                    <a:pt x="1" y="0"/>
                  </a:moveTo>
                  <a:lnTo>
                    <a:pt x="1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5" name="Google Shape;1995;p19"/>
            <p:cNvSpPr/>
            <p:nvPr/>
          </p:nvSpPr>
          <p:spPr>
            <a:xfrm>
              <a:off x="5146375" y="1229300"/>
              <a:ext cx="90025" cy="103925"/>
            </a:xfrm>
            <a:custGeom>
              <a:avLst/>
              <a:gdLst/>
              <a:ahLst/>
              <a:cxnLst/>
              <a:rect l="l" t="t" r="r" b="b"/>
              <a:pathLst>
                <a:path w="3601" h="4157" extrusionOk="0">
                  <a:moveTo>
                    <a:pt x="1960" y="0"/>
                  </a:moveTo>
                  <a:cubicBezTo>
                    <a:pt x="1917" y="0"/>
                    <a:pt x="1856" y="43"/>
                    <a:pt x="1813" y="61"/>
                  </a:cubicBezTo>
                  <a:cubicBezTo>
                    <a:pt x="1753" y="78"/>
                    <a:pt x="1710" y="78"/>
                    <a:pt x="1659" y="78"/>
                  </a:cubicBezTo>
                  <a:cubicBezTo>
                    <a:pt x="1650" y="77"/>
                    <a:pt x="1641" y="76"/>
                    <a:pt x="1632" y="76"/>
                  </a:cubicBezTo>
                  <a:cubicBezTo>
                    <a:pt x="1555" y="76"/>
                    <a:pt x="1479" y="107"/>
                    <a:pt x="1410" y="138"/>
                  </a:cubicBezTo>
                  <a:cubicBezTo>
                    <a:pt x="1375" y="155"/>
                    <a:pt x="1332" y="155"/>
                    <a:pt x="1289" y="172"/>
                  </a:cubicBezTo>
                  <a:cubicBezTo>
                    <a:pt x="1229" y="189"/>
                    <a:pt x="1212" y="215"/>
                    <a:pt x="1169" y="250"/>
                  </a:cubicBezTo>
                  <a:cubicBezTo>
                    <a:pt x="1109" y="301"/>
                    <a:pt x="1057" y="353"/>
                    <a:pt x="997" y="413"/>
                  </a:cubicBezTo>
                  <a:cubicBezTo>
                    <a:pt x="946" y="464"/>
                    <a:pt x="894" y="533"/>
                    <a:pt x="808" y="533"/>
                  </a:cubicBezTo>
                  <a:cubicBezTo>
                    <a:pt x="748" y="533"/>
                    <a:pt x="645" y="602"/>
                    <a:pt x="636" y="671"/>
                  </a:cubicBezTo>
                  <a:cubicBezTo>
                    <a:pt x="611" y="765"/>
                    <a:pt x="645" y="782"/>
                    <a:pt x="559" y="868"/>
                  </a:cubicBezTo>
                  <a:cubicBezTo>
                    <a:pt x="533" y="903"/>
                    <a:pt x="508" y="937"/>
                    <a:pt x="473" y="954"/>
                  </a:cubicBezTo>
                  <a:cubicBezTo>
                    <a:pt x="447" y="971"/>
                    <a:pt x="439" y="1057"/>
                    <a:pt x="413" y="1066"/>
                  </a:cubicBezTo>
                  <a:cubicBezTo>
                    <a:pt x="396" y="1083"/>
                    <a:pt x="387" y="1100"/>
                    <a:pt x="370" y="1109"/>
                  </a:cubicBezTo>
                  <a:lnTo>
                    <a:pt x="344" y="1109"/>
                  </a:lnTo>
                  <a:lnTo>
                    <a:pt x="319" y="1152"/>
                  </a:lnTo>
                  <a:cubicBezTo>
                    <a:pt x="293" y="1169"/>
                    <a:pt x="267" y="1177"/>
                    <a:pt x="241" y="1186"/>
                  </a:cubicBezTo>
                  <a:cubicBezTo>
                    <a:pt x="173" y="1238"/>
                    <a:pt x="147" y="1306"/>
                    <a:pt x="121" y="1392"/>
                  </a:cubicBezTo>
                  <a:cubicBezTo>
                    <a:pt x="104" y="1427"/>
                    <a:pt x="78" y="1444"/>
                    <a:pt x="78" y="1487"/>
                  </a:cubicBezTo>
                  <a:cubicBezTo>
                    <a:pt x="69" y="1547"/>
                    <a:pt x="78" y="1590"/>
                    <a:pt x="87" y="1641"/>
                  </a:cubicBezTo>
                  <a:cubicBezTo>
                    <a:pt x="104" y="1744"/>
                    <a:pt x="26" y="1805"/>
                    <a:pt x="18" y="1899"/>
                  </a:cubicBezTo>
                  <a:cubicBezTo>
                    <a:pt x="18" y="1942"/>
                    <a:pt x="44" y="1968"/>
                    <a:pt x="52" y="2002"/>
                  </a:cubicBezTo>
                  <a:cubicBezTo>
                    <a:pt x="61" y="2037"/>
                    <a:pt x="52" y="2097"/>
                    <a:pt x="44" y="2131"/>
                  </a:cubicBezTo>
                  <a:cubicBezTo>
                    <a:pt x="35" y="2174"/>
                    <a:pt x="9" y="2226"/>
                    <a:pt x="1" y="2286"/>
                  </a:cubicBezTo>
                  <a:cubicBezTo>
                    <a:pt x="1" y="2320"/>
                    <a:pt x="9" y="2354"/>
                    <a:pt x="9" y="2397"/>
                  </a:cubicBezTo>
                  <a:cubicBezTo>
                    <a:pt x="26" y="2458"/>
                    <a:pt x="52" y="2501"/>
                    <a:pt x="78" y="2552"/>
                  </a:cubicBezTo>
                  <a:cubicBezTo>
                    <a:pt x="104" y="2612"/>
                    <a:pt x="69" y="2647"/>
                    <a:pt x="61" y="2707"/>
                  </a:cubicBezTo>
                  <a:cubicBezTo>
                    <a:pt x="52" y="2767"/>
                    <a:pt x="61" y="2836"/>
                    <a:pt x="69" y="2887"/>
                  </a:cubicBezTo>
                  <a:cubicBezTo>
                    <a:pt x="95" y="2982"/>
                    <a:pt x="138" y="3076"/>
                    <a:pt x="215" y="3136"/>
                  </a:cubicBezTo>
                  <a:cubicBezTo>
                    <a:pt x="241" y="3153"/>
                    <a:pt x="267" y="3179"/>
                    <a:pt x="284" y="3214"/>
                  </a:cubicBezTo>
                  <a:cubicBezTo>
                    <a:pt x="319" y="3265"/>
                    <a:pt x="336" y="3291"/>
                    <a:pt x="387" y="3334"/>
                  </a:cubicBezTo>
                  <a:cubicBezTo>
                    <a:pt x="473" y="3394"/>
                    <a:pt x="482" y="3489"/>
                    <a:pt x="533" y="3566"/>
                  </a:cubicBezTo>
                  <a:cubicBezTo>
                    <a:pt x="551" y="3592"/>
                    <a:pt x="576" y="3626"/>
                    <a:pt x="611" y="3643"/>
                  </a:cubicBezTo>
                  <a:cubicBezTo>
                    <a:pt x="662" y="3660"/>
                    <a:pt x="722" y="3643"/>
                    <a:pt x="783" y="3678"/>
                  </a:cubicBezTo>
                  <a:cubicBezTo>
                    <a:pt x="817" y="3703"/>
                    <a:pt x="851" y="3729"/>
                    <a:pt x="886" y="3755"/>
                  </a:cubicBezTo>
                  <a:cubicBezTo>
                    <a:pt x="937" y="3781"/>
                    <a:pt x="989" y="3815"/>
                    <a:pt x="1023" y="3858"/>
                  </a:cubicBezTo>
                  <a:cubicBezTo>
                    <a:pt x="1092" y="3944"/>
                    <a:pt x="1126" y="3995"/>
                    <a:pt x="1229" y="4038"/>
                  </a:cubicBezTo>
                  <a:cubicBezTo>
                    <a:pt x="1315" y="4081"/>
                    <a:pt x="1410" y="4099"/>
                    <a:pt x="1504" y="4107"/>
                  </a:cubicBezTo>
                  <a:cubicBezTo>
                    <a:pt x="1539" y="4116"/>
                    <a:pt x="1573" y="4116"/>
                    <a:pt x="1607" y="4124"/>
                  </a:cubicBezTo>
                  <a:cubicBezTo>
                    <a:pt x="1642" y="4124"/>
                    <a:pt x="1667" y="4150"/>
                    <a:pt x="1702" y="4150"/>
                  </a:cubicBezTo>
                  <a:cubicBezTo>
                    <a:pt x="1719" y="4153"/>
                    <a:pt x="1734" y="4154"/>
                    <a:pt x="1749" y="4154"/>
                  </a:cubicBezTo>
                  <a:cubicBezTo>
                    <a:pt x="1778" y="4154"/>
                    <a:pt x="1805" y="4150"/>
                    <a:pt x="1839" y="4150"/>
                  </a:cubicBezTo>
                  <a:lnTo>
                    <a:pt x="1891" y="4150"/>
                  </a:lnTo>
                  <a:cubicBezTo>
                    <a:pt x="1904" y="4154"/>
                    <a:pt x="1917" y="4156"/>
                    <a:pt x="1931" y="4156"/>
                  </a:cubicBezTo>
                  <a:cubicBezTo>
                    <a:pt x="1945" y="4156"/>
                    <a:pt x="1960" y="4154"/>
                    <a:pt x="1977" y="4150"/>
                  </a:cubicBezTo>
                  <a:cubicBezTo>
                    <a:pt x="2003" y="4133"/>
                    <a:pt x="2020" y="4124"/>
                    <a:pt x="2054" y="4099"/>
                  </a:cubicBezTo>
                  <a:cubicBezTo>
                    <a:pt x="2088" y="4081"/>
                    <a:pt x="2114" y="4073"/>
                    <a:pt x="2149" y="4064"/>
                  </a:cubicBezTo>
                  <a:cubicBezTo>
                    <a:pt x="2243" y="4038"/>
                    <a:pt x="2338" y="4038"/>
                    <a:pt x="2432" y="4004"/>
                  </a:cubicBezTo>
                  <a:cubicBezTo>
                    <a:pt x="2509" y="3978"/>
                    <a:pt x="2587" y="3944"/>
                    <a:pt x="2673" y="3918"/>
                  </a:cubicBezTo>
                  <a:cubicBezTo>
                    <a:pt x="2750" y="3901"/>
                    <a:pt x="2776" y="3824"/>
                    <a:pt x="2827" y="3781"/>
                  </a:cubicBezTo>
                  <a:cubicBezTo>
                    <a:pt x="2887" y="3738"/>
                    <a:pt x="2930" y="3729"/>
                    <a:pt x="2982" y="3678"/>
                  </a:cubicBezTo>
                  <a:cubicBezTo>
                    <a:pt x="3008" y="3660"/>
                    <a:pt x="3016" y="3660"/>
                    <a:pt x="3033" y="3635"/>
                  </a:cubicBezTo>
                  <a:cubicBezTo>
                    <a:pt x="3042" y="3609"/>
                    <a:pt x="3068" y="3574"/>
                    <a:pt x="3076" y="3549"/>
                  </a:cubicBezTo>
                  <a:cubicBezTo>
                    <a:pt x="3094" y="3514"/>
                    <a:pt x="3137" y="3514"/>
                    <a:pt x="3137" y="3480"/>
                  </a:cubicBezTo>
                  <a:cubicBezTo>
                    <a:pt x="3145" y="3446"/>
                    <a:pt x="3162" y="3420"/>
                    <a:pt x="3171" y="3385"/>
                  </a:cubicBezTo>
                  <a:cubicBezTo>
                    <a:pt x="3188" y="3334"/>
                    <a:pt x="3197" y="3282"/>
                    <a:pt x="3222" y="3231"/>
                  </a:cubicBezTo>
                  <a:cubicBezTo>
                    <a:pt x="3231" y="3196"/>
                    <a:pt x="3257" y="3153"/>
                    <a:pt x="3283" y="3119"/>
                  </a:cubicBezTo>
                  <a:cubicBezTo>
                    <a:pt x="3326" y="3050"/>
                    <a:pt x="3360" y="2964"/>
                    <a:pt x="3394" y="2896"/>
                  </a:cubicBezTo>
                  <a:cubicBezTo>
                    <a:pt x="3463" y="2767"/>
                    <a:pt x="3601" y="2604"/>
                    <a:pt x="3575" y="2449"/>
                  </a:cubicBezTo>
                  <a:cubicBezTo>
                    <a:pt x="3558" y="2346"/>
                    <a:pt x="3549" y="2226"/>
                    <a:pt x="3506" y="2131"/>
                  </a:cubicBezTo>
                  <a:cubicBezTo>
                    <a:pt x="3489" y="2097"/>
                    <a:pt x="3463" y="2062"/>
                    <a:pt x="3463" y="2028"/>
                  </a:cubicBezTo>
                  <a:cubicBezTo>
                    <a:pt x="3454" y="1959"/>
                    <a:pt x="3480" y="1873"/>
                    <a:pt x="3489" y="1805"/>
                  </a:cubicBezTo>
                  <a:cubicBezTo>
                    <a:pt x="3506" y="1719"/>
                    <a:pt x="3497" y="1659"/>
                    <a:pt x="3480" y="1573"/>
                  </a:cubicBezTo>
                  <a:cubicBezTo>
                    <a:pt x="3463" y="1512"/>
                    <a:pt x="3463" y="1444"/>
                    <a:pt x="3454" y="1384"/>
                  </a:cubicBezTo>
                  <a:cubicBezTo>
                    <a:pt x="3437" y="1272"/>
                    <a:pt x="3403" y="1134"/>
                    <a:pt x="3334" y="1040"/>
                  </a:cubicBezTo>
                  <a:cubicBezTo>
                    <a:pt x="3308" y="1006"/>
                    <a:pt x="3274" y="997"/>
                    <a:pt x="3240" y="971"/>
                  </a:cubicBezTo>
                  <a:cubicBezTo>
                    <a:pt x="3214" y="954"/>
                    <a:pt x="3188" y="911"/>
                    <a:pt x="3171" y="885"/>
                  </a:cubicBezTo>
                  <a:cubicBezTo>
                    <a:pt x="3145" y="842"/>
                    <a:pt x="3128" y="791"/>
                    <a:pt x="3128" y="739"/>
                  </a:cubicBezTo>
                  <a:cubicBezTo>
                    <a:pt x="3128" y="696"/>
                    <a:pt x="3145" y="645"/>
                    <a:pt x="3119" y="602"/>
                  </a:cubicBezTo>
                  <a:cubicBezTo>
                    <a:pt x="3094" y="567"/>
                    <a:pt x="3059" y="542"/>
                    <a:pt x="3033" y="499"/>
                  </a:cubicBezTo>
                  <a:cubicBezTo>
                    <a:pt x="3016" y="447"/>
                    <a:pt x="2991" y="421"/>
                    <a:pt x="2948" y="387"/>
                  </a:cubicBezTo>
                  <a:cubicBezTo>
                    <a:pt x="2862" y="335"/>
                    <a:pt x="2784" y="284"/>
                    <a:pt x="2698" y="232"/>
                  </a:cubicBezTo>
                  <a:cubicBezTo>
                    <a:pt x="2655" y="207"/>
                    <a:pt x="2621" y="215"/>
                    <a:pt x="2578" y="198"/>
                  </a:cubicBezTo>
                  <a:cubicBezTo>
                    <a:pt x="2544" y="189"/>
                    <a:pt x="2484" y="146"/>
                    <a:pt x="2466" y="146"/>
                  </a:cubicBezTo>
                  <a:cubicBezTo>
                    <a:pt x="2453" y="151"/>
                    <a:pt x="2440" y="153"/>
                    <a:pt x="2428" y="153"/>
                  </a:cubicBezTo>
                  <a:cubicBezTo>
                    <a:pt x="2393" y="153"/>
                    <a:pt x="2363" y="135"/>
                    <a:pt x="2338" y="104"/>
                  </a:cubicBezTo>
                  <a:cubicBezTo>
                    <a:pt x="2303" y="78"/>
                    <a:pt x="2286" y="52"/>
                    <a:pt x="2243" y="35"/>
                  </a:cubicBezTo>
                  <a:cubicBezTo>
                    <a:pt x="2229" y="32"/>
                    <a:pt x="2213" y="31"/>
                    <a:pt x="2196" y="31"/>
                  </a:cubicBezTo>
                  <a:cubicBezTo>
                    <a:pt x="2162" y="31"/>
                    <a:pt x="2126" y="35"/>
                    <a:pt x="2097" y="35"/>
                  </a:cubicBezTo>
                  <a:cubicBezTo>
                    <a:pt x="2071" y="26"/>
                    <a:pt x="2054" y="26"/>
                    <a:pt x="2028" y="26"/>
                  </a:cubicBezTo>
                  <a:lnTo>
                    <a:pt x="1994" y="2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6" name="Google Shape;1996;p19"/>
            <p:cNvSpPr/>
            <p:nvPr/>
          </p:nvSpPr>
          <p:spPr>
            <a:xfrm>
              <a:off x="5186325" y="1332175"/>
              <a:ext cx="1975" cy="900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78" y="35"/>
                  </a:moveTo>
                  <a:lnTo>
                    <a:pt x="78" y="35"/>
                  </a:lnTo>
                  <a:cubicBezTo>
                    <a:pt x="52" y="26"/>
                    <a:pt x="35" y="9"/>
                    <a:pt x="9" y="9"/>
                  </a:cubicBezTo>
                  <a:cubicBezTo>
                    <a:pt x="9" y="9"/>
                    <a:pt x="9" y="1"/>
                    <a:pt x="1" y="1"/>
                  </a:cubicBezTo>
                  <a:lnTo>
                    <a:pt x="1" y="1"/>
                  </a:lnTo>
                  <a:cubicBezTo>
                    <a:pt x="9" y="1"/>
                    <a:pt x="9" y="9"/>
                    <a:pt x="9" y="9"/>
                  </a:cubicBezTo>
                  <a:cubicBezTo>
                    <a:pt x="35" y="9"/>
                    <a:pt x="52" y="26"/>
                    <a:pt x="78" y="35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7" name="Google Shape;1997;p19"/>
            <p:cNvSpPr/>
            <p:nvPr/>
          </p:nvSpPr>
          <p:spPr>
            <a:xfrm>
              <a:off x="5220050" y="1239175"/>
              <a:ext cx="13775" cy="40825"/>
            </a:xfrm>
            <a:custGeom>
              <a:avLst/>
              <a:gdLst/>
              <a:ahLst/>
              <a:cxnLst/>
              <a:rect l="l" t="t" r="r" b="b"/>
              <a:pathLst>
                <a:path w="551" h="1633" extrusionOk="0">
                  <a:moveTo>
                    <a:pt x="516" y="1633"/>
                  </a:moveTo>
                  <a:cubicBezTo>
                    <a:pt x="507" y="1564"/>
                    <a:pt x="533" y="1478"/>
                    <a:pt x="542" y="1410"/>
                  </a:cubicBezTo>
                  <a:cubicBezTo>
                    <a:pt x="550" y="1384"/>
                    <a:pt x="550" y="1358"/>
                    <a:pt x="550" y="1332"/>
                  </a:cubicBezTo>
                  <a:cubicBezTo>
                    <a:pt x="550" y="1358"/>
                    <a:pt x="550" y="1384"/>
                    <a:pt x="542" y="1410"/>
                  </a:cubicBezTo>
                  <a:cubicBezTo>
                    <a:pt x="533" y="1478"/>
                    <a:pt x="507" y="1564"/>
                    <a:pt x="516" y="1633"/>
                  </a:cubicBezTo>
                  <a:close/>
                  <a:moveTo>
                    <a:pt x="86" y="104"/>
                  </a:moveTo>
                  <a:cubicBezTo>
                    <a:pt x="69" y="52"/>
                    <a:pt x="44" y="26"/>
                    <a:pt x="1" y="1"/>
                  </a:cubicBezTo>
                  <a:cubicBezTo>
                    <a:pt x="44" y="26"/>
                    <a:pt x="69" y="52"/>
                    <a:pt x="86" y="104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8" name="Google Shape;1998;p19"/>
            <p:cNvSpPr/>
            <p:nvPr/>
          </p:nvSpPr>
          <p:spPr>
            <a:xfrm>
              <a:off x="5147875" y="1229300"/>
              <a:ext cx="87875" cy="103975"/>
            </a:xfrm>
            <a:custGeom>
              <a:avLst/>
              <a:gdLst/>
              <a:ahLst/>
              <a:cxnLst/>
              <a:rect l="l" t="t" r="r" b="b"/>
              <a:pathLst>
                <a:path w="3515" h="4159" extrusionOk="0">
                  <a:moveTo>
                    <a:pt x="1891" y="0"/>
                  </a:moveTo>
                  <a:cubicBezTo>
                    <a:pt x="1848" y="0"/>
                    <a:pt x="1788" y="43"/>
                    <a:pt x="1753" y="61"/>
                  </a:cubicBezTo>
                  <a:cubicBezTo>
                    <a:pt x="1711" y="69"/>
                    <a:pt x="1676" y="78"/>
                    <a:pt x="1642" y="78"/>
                  </a:cubicBezTo>
                  <a:lnTo>
                    <a:pt x="1573" y="78"/>
                  </a:lnTo>
                  <a:cubicBezTo>
                    <a:pt x="1496" y="78"/>
                    <a:pt x="1418" y="104"/>
                    <a:pt x="1350" y="138"/>
                  </a:cubicBezTo>
                  <a:lnTo>
                    <a:pt x="1341" y="138"/>
                  </a:lnTo>
                  <a:cubicBezTo>
                    <a:pt x="1367" y="164"/>
                    <a:pt x="1401" y="189"/>
                    <a:pt x="1436" y="198"/>
                  </a:cubicBezTo>
                  <a:cubicBezTo>
                    <a:pt x="1444" y="207"/>
                    <a:pt x="1461" y="207"/>
                    <a:pt x="1479" y="215"/>
                  </a:cubicBezTo>
                  <a:cubicBezTo>
                    <a:pt x="1496" y="224"/>
                    <a:pt x="1504" y="241"/>
                    <a:pt x="1522" y="258"/>
                  </a:cubicBezTo>
                  <a:cubicBezTo>
                    <a:pt x="1547" y="275"/>
                    <a:pt x="1582" y="293"/>
                    <a:pt x="1607" y="301"/>
                  </a:cubicBezTo>
                  <a:cubicBezTo>
                    <a:pt x="1633" y="301"/>
                    <a:pt x="1650" y="293"/>
                    <a:pt x="1676" y="293"/>
                  </a:cubicBezTo>
                  <a:cubicBezTo>
                    <a:pt x="1685" y="293"/>
                    <a:pt x="1693" y="293"/>
                    <a:pt x="1711" y="301"/>
                  </a:cubicBezTo>
                  <a:cubicBezTo>
                    <a:pt x="1745" y="310"/>
                    <a:pt x="1762" y="335"/>
                    <a:pt x="1796" y="344"/>
                  </a:cubicBezTo>
                  <a:cubicBezTo>
                    <a:pt x="1822" y="353"/>
                    <a:pt x="1839" y="353"/>
                    <a:pt x="1865" y="370"/>
                  </a:cubicBezTo>
                  <a:cubicBezTo>
                    <a:pt x="1925" y="413"/>
                    <a:pt x="1977" y="464"/>
                    <a:pt x="2028" y="507"/>
                  </a:cubicBezTo>
                  <a:cubicBezTo>
                    <a:pt x="2080" y="559"/>
                    <a:pt x="2123" y="610"/>
                    <a:pt x="2183" y="645"/>
                  </a:cubicBezTo>
                  <a:cubicBezTo>
                    <a:pt x="2235" y="679"/>
                    <a:pt x="2295" y="696"/>
                    <a:pt x="2346" y="722"/>
                  </a:cubicBezTo>
                  <a:cubicBezTo>
                    <a:pt x="2389" y="748"/>
                    <a:pt x="2441" y="774"/>
                    <a:pt x="2484" y="808"/>
                  </a:cubicBezTo>
                  <a:cubicBezTo>
                    <a:pt x="2518" y="834"/>
                    <a:pt x="2552" y="860"/>
                    <a:pt x="2587" y="894"/>
                  </a:cubicBezTo>
                  <a:cubicBezTo>
                    <a:pt x="2613" y="920"/>
                    <a:pt x="2656" y="937"/>
                    <a:pt x="2681" y="963"/>
                  </a:cubicBezTo>
                  <a:cubicBezTo>
                    <a:pt x="2716" y="980"/>
                    <a:pt x="2724" y="1014"/>
                    <a:pt x="2742" y="1049"/>
                  </a:cubicBezTo>
                  <a:cubicBezTo>
                    <a:pt x="2784" y="1134"/>
                    <a:pt x="2802" y="1220"/>
                    <a:pt x="2819" y="1306"/>
                  </a:cubicBezTo>
                  <a:cubicBezTo>
                    <a:pt x="2827" y="1349"/>
                    <a:pt x="2827" y="1384"/>
                    <a:pt x="2827" y="1427"/>
                  </a:cubicBezTo>
                  <a:cubicBezTo>
                    <a:pt x="2827" y="1444"/>
                    <a:pt x="2827" y="1461"/>
                    <a:pt x="2827" y="1470"/>
                  </a:cubicBezTo>
                  <a:cubicBezTo>
                    <a:pt x="2827" y="1504"/>
                    <a:pt x="2819" y="1512"/>
                    <a:pt x="2810" y="1538"/>
                  </a:cubicBezTo>
                  <a:cubicBezTo>
                    <a:pt x="2793" y="1573"/>
                    <a:pt x="2802" y="1616"/>
                    <a:pt x="2802" y="1659"/>
                  </a:cubicBezTo>
                  <a:cubicBezTo>
                    <a:pt x="2802" y="1676"/>
                    <a:pt x="2802" y="1693"/>
                    <a:pt x="2802" y="1710"/>
                  </a:cubicBezTo>
                  <a:cubicBezTo>
                    <a:pt x="2810" y="1736"/>
                    <a:pt x="2819" y="1753"/>
                    <a:pt x="2819" y="1779"/>
                  </a:cubicBezTo>
                  <a:cubicBezTo>
                    <a:pt x="2819" y="1787"/>
                    <a:pt x="2810" y="1805"/>
                    <a:pt x="2810" y="1822"/>
                  </a:cubicBezTo>
                  <a:cubicBezTo>
                    <a:pt x="2810" y="1839"/>
                    <a:pt x="2802" y="1856"/>
                    <a:pt x="2802" y="1873"/>
                  </a:cubicBezTo>
                  <a:lnTo>
                    <a:pt x="2784" y="1908"/>
                  </a:lnTo>
                  <a:cubicBezTo>
                    <a:pt x="2776" y="1933"/>
                    <a:pt x="2776" y="1968"/>
                    <a:pt x="2776" y="1994"/>
                  </a:cubicBezTo>
                  <a:cubicBezTo>
                    <a:pt x="2767" y="2019"/>
                    <a:pt x="2767" y="2028"/>
                    <a:pt x="2759" y="2054"/>
                  </a:cubicBezTo>
                  <a:cubicBezTo>
                    <a:pt x="2759" y="2088"/>
                    <a:pt x="2742" y="2122"/>
                    <a:pt x="2750" y="2148"/>
                  </a:cubicBezTo>
                  <a:cubicBezTo>
                    <a:pt x="2750" y="2191"/>
                    <a:pt x="2793" y="2243"/>
                    <a:pt x="2810" y="2286"/>
                  </a:cubicBezTo>
                  <a:cubicBezTo>
                    <a:pt x="2819" y="2311"/>
                    <a:pt x="2827" y="2329"/>
                    <a:pt x="2819" y="2363"/>
                  </a:cubicBezTo>
                  <a:cubicBezTo>
                    <a:pt x="2819" y="2380"/>
                    <a:pt x="2802" y="2406"/>
                    <a:pt x="2802" y="2423"/>
                  </a:cubicBezTo>
                  <a:cubicBezTo>
                    <a:pt x="2784" y="2475"/>
                    <a:pt x="2784" y="2518"/>
                    <a:pt x="2767" y="2569"/>
                  </a:cubicBezTo>
                  <a:cubicBezTo>
                    <a:pt x="2750" y="2604"/>
                    <a:pt x="2724" y="2647"/>
                    <a:pt x="2707" y="2690"/>
                  </a:cubicBezTo>
                  <a:cubicBezTo>
                    <a:pt x="2699" y="2724"/>
                    <a:pt x="2681" y="2758"/>
                    <a:pt x="2673" y="2793"/>
                  </a:cubicBezTo>
                  <a:cubicBezTo>
                    <a:pt x="2664" y="2836"/>
                    <a:pt x="2647" y="2870"/>
                    <a:pt x="2638" y="2913"/>
                  </a:cubicBezTo>
                  <a:cubicBezTo>
                    <a:pt x="2621" y="2973"/>
                    <a:pt x="2613" y="3025"/>
                    <a:pt x="2578" y="3076"/>
                  </a:cubicBezTo>
                  <a:cubicBezTo>
                    <a:pt x="2552" y="3119"/>
                    <a:pt x="2527" y="3153"/>
                    <a:pt x="2518" y="3196"/>
                  </a:cubicBezTo>
                  <a:cubicBezTo>
                    <a:pt x="2510" y="3282"/>
                    <a:pt x="2492" y="3360"/>
                    <a:pt x="2432" y="3411"/>
                  </a:cubicBezTo>
                  <a:cubicBezTo>
                    <a:pt x="2389" y="3454"/>
                    <a:pt x="2346" y="3480"/>
                    <a:pt x="2312" y="3523"/>
                  </a:cubicBezTo>
                  <a:cubicBezTo>
                    <a:pt x="2295" y="3540"/>
                    <a:pt x="2286" y="3566"/>
                    <a:pt x="2269" y="3600"/>
                  </a:cubicBezTo>
                  <a:cubicBezTo>
                    <a:pt x="2260" y="3617"/>
                    <a:pt x="2243" y="3635"/>
                    <a:pt x="2235" y="3660"/>
                  </a:cubicBezTo>
                  <a:lnTo>
                    <a:pt x="2200" y="3686"/>
                  </a:lnTo>
                  <a:cubicBezTo>
                    <a:pt x="2200" y="3695"/>
                    <a:pt x="2192" y="3695"/>
                    <a:pt x="2183" y="3695"/>
                  </a:cubicBezTo>
                  <a:lnTo>
                    <a:pt x="2157" y="3695"/>
                  </a:lnTo>
                  <a:cubicBezTo>
                    <a:pt x="2149" y="3686"/>
                    <a:pt x="2140" y="3686"/>
                    <a:pt x="2132" y="3686"/>
                  </a:cubicBezTo>
                  <a:lnTo>
                    <a:pt x="2114" y="3686"/>
                  </a:lnTo>
                  <a:cubicBezTo>
                    <a:pt x="2106" y="3703"/>
                    <a:pt x="2080" y="3703"/>
                    <a:pt x="2063" y="3703"/>
                  </a:cubicBezTo>
                  <a:lnTo>
                    <a:pt x="1900" y="3703"/>
                  </a:lnTo>
                  <a:cubicBezTo>
                    <a:pt x="1865" y="3703"/>
                    <a:pt x="1831" y="3703"/>
                    <a:pt x="1796" y="3712"/>
                  </a:cubicBezTo>
                  <a:cubicBezTo>
                    <a:pt x="1762" y="3720"/>
                    <a:pt x="1736" y="3729"/>
                    <a:pt x="1702" y="3729"/>
                  </a:cubicBezTo>
                  <a:lnTo>
                    <a:pt x="1685" y="3729"/>
                  </a:lnTo>
                  <a:cubicBezTo>
                    <a:pt x="1668" y="3729"/>
                    <a:pt x="1659" y="3738"/>
                    <a:pt x="1650" y="3746"/>
                  </a:cubicBezTo>
                  <a:cubicBezTo>
                    <a:pt x="1642" y="3755"/>
                    <a:pt x="1633" y="3763"/>
                    <a:pt x="1616" y="3763"/>
                  </a:cubicBezTo>
                  <a:lnTo>
                    <a:pt x="1607" y="3763"/>
                  </a:lnTo>
                  <a:cubicBezTo>
                    <a:pt x="1564" y="3755"/>
                    <a:pt x="1522" y="3746"/>
                    <a:pt x="1470" y="3738"/>
                  </a:cubicBezTo>
                  <a:cubicBezTo>
                    <a:pt x="1427" y="3729"/>
                    <a:pt x="1367" y="3720"/>
                    <a:pt x="1324" y="3712"/>
                  </a:cubicBezTo>
                  <a:lnTo>
                    <a:pt x="1169" y="3712"/>
                  </a:lnTo>
                  <a:cubicBezTo>
                    <a:pt x="1161" y="3712"/>
                    <a:pt x="1144" y="3720"/>
                    <a:pt x="1135" y="3720"/>
                  </a:cubicBezTo>
                  <a:cubicBezTo>
                    <a:pt x="1118" y="3720"/>
                    <a:pt x="1101" y="3712"/>
                    <a:pt x="1083" y="3703"/>
                  </a:cubicBezTo>
                  <a:lnTo>
                    <a:pt x="989" y="3703"/>
                  </a:lnTo>
                  <a:cubicBezTo>
                    <a:pt x="972" y="3703"/>
                    <a:pt x="954" y="3703"/>
                    <a:pt x="946" y="3695"/>
                  </a:cubicBezTo>
                  <a:cubicBezTo>
                    <a:pt x="903" y="3660"/>
                    <a:pt x="877" y="3635"/>
                    <a:pt x="834" y="3626"/>
                  </a:cubicBezTo>
                  <a:cubicBezTo>
                    <a:pt x="791" y="3617"/>
                    <a:pt x="774" y="3592"/>
                    <a:pt x="740" y="3566"/>
                  </a:cubicBezTo>
                  <a:cubicBezTo>
                    <a:pt x="723" y="3549"/>
                    <a:pt x="654" y="3549"/>
                    <a:pt x="637" y="3531"/>
                  </a:cubicBezTo>
                  <a:cubicBezTo>
                    <a:pt x="619" y="3514"/>
                    <a:pt x="491" y="3437"/>
                    <a:pt x="482" y="3420"/>
                  </a:cubicBezTo>
                  <a:cubicBezTo>
                    <a:pt x="465" y="3394"/>
                    <a:pt x="456" y="3377"/>
                    <a:pt x="439" y="3351"/>
                  </a:cubicBezTo>
                  <a:cubicBezTo>
                    <a:pt x="413" y="3308"/>
                    <a:pt x="370" y="3274"/>
                    <a:pt x="336" y="3231"/>
                  </a:cubicBezTo>
                  <a:cubicBezTo>
                    <a:pt x="302" y="3188"/>
                    <a:pt x="267" y="3153"/>
                    <a:pt x="224" y="3119"/>
                  </a:cubicBezTo>
                  <a:cubicBezTo>
                    <a:pt x="173" y="3076"/>
                    <a:pt x="216" y="2990"/>
                    <a:pt x="173" y="2939"/>
                  </a:cubicBezTo>
                  <a:lnTo>
                    <a:pt x="147" y="2904"/>
                  </a:lnTo>
                  <a:cubicBezTo>
                    <a:pt x="138" y="2896"/>
                    <a:pt x="113" y="2896"/>
                    <a:pt x="95" y="2887"/>
                  </a:cubicBezTo>
                  <a:cubicBezTo>
                    <a:pt x="70" y="2879"/>
                    <a:pt x="61" y="2870"/>
                    <a:pt x="44" y="2853"/>
                  </a:cubicBezTo>
                  <a:cubicBezTo>
                    <a:pt x="35" y="2836"/>
                    <a:pt x="18" y="2827"/>
                    <a:pt x="1" y="2818"/>
                  </a:cubicBezTo>
                  <a:lnTo>
                    <a:pt x="1" y="2818"/>
                  </a:lnTo>
                  <a:cubicBezTo>
                    <a:pt x="1" y="2844"/>
                    <a:pt x="9" y="2861"/>
                    <a:pt x="9" y="2887"/>
                  </a:cubicBezTo>
                  <a:cubicBezTo>
                    <a:pt x="35" y="2982"/>
                    <a:pt x="78" y="3076"/>
                    <a:pt x="155" y="3136"/>
                  </a:cubicBezTo>
                  <a:lnTo>
                    <a:pt x="164" y="3136"/>
                  </a:lnTo>
                  <a:cubicBezTo>
                    <a:pt x="190" y="3162"/>
                    <a:pt x="207" y="3179"/>
                    <a:pt x="224" y="3214"/>
                  </a:cubicBezTo>
                  <a:cubicBezTo>
                    <a:pt x="250" y="3265"/>
                    <a:pt x="267" y="3291"/>
                    <a:pt x="319" y="3325"/>
                  </a:cubicBezTo>
                  <a:cubicBezTo>
                    <a:pt x="319" y="3325"/>
                    <a:pt x="327" y="3334"/>
                    <a:pt x="327" y="3334"/>
                  </a:cubicBezTo>
                  <a:cubicBezTo>
                    <a:pt x="396" y="3385"/>
                    <a:pt x="413" y="3454"/>
                    <a:pt x="448" y="3514"/>
                  </a:cubicBezTo>
                  <a:cubicBezTo>
                    <a:pt x="456" y="3531"/>
                    <a:pt x="465" y="3549"/>
                    <a:pt x="473" y="3566"/>
                  </a:cubicBezTo>
                  <a:cubicBezTo>
                    <a:pt x="491" y="3592"/>
                    <a:pt x="516" y="3626"/>
                    <a:pt x="542" y="3635"/>
                  </a:cubicBezTo>
                  <a:cubicBezTo>
                    <a:pt x="542" y="3635"/>
                    <a:pt x="542" y="3635"/>
                    <a:pt x="551" y="3643"/>
                  </a:cubicBezTo>
                  <a:cubicBezTo>
                    <a:pt x="602" y="3660"/>
                    <a:pt x="662" y="3643"/>
                    <a:pt x="723" y="3678"/>
                  </a:cubicBezTo>
                  <a:cubicBezTo>
                    <a:pt x="757" y="3703"/>
                    <a:pt x="791" y="3729"/>
                    <a:pt x="826" y="3755"/>
                  </a:cubicBezTo>
                  <a:lnTo>
                    <a:pt x="834" y="3755"/>
                  </a:lnTo>
                  <a:cubicBezTo>
                    <a:pt x="877" y="3789"/>
                    <a:pt x="937" y="3815"/>
                    <a:pt x="963" y="3858"/>
                  </a:cubicBezTo>
                  <a:cubicBezTo>
                    <a:pt x="1032" y="3944"/>
                    <a:pt x="1066" y="3995"/>
                    <a:pt x="1169" y="4038"/>
                  </a:cubicBezTo>
                  <a:cubicBezTo>
                    <a:pt x="1255" y="4081"/>
                    <a:pt x="1350" y="4099"/>
                    <a:pt x="1444" y="4107"/>
                  </a:cubicBezTo>
                  <a:cubicBezTo>
                    <a:pt x="1479" y="4116"/>
                    <a:pt x="1513" y="4116"/>
                    <a:pt x="1539" y="4116"/>
                  </a:cubicBezTo>
                  <a:cubicBezTo>
                    <a:pt x="1547" y="4116"/>
                    <a:pt x="1547" y="4124"/>
                    <a:pt x="1547" y="4124"/>
                  </a:cubicBezTo>
                  <a:cubicBezTo>
                    <a:pt x="1573" y="4124"/>
                    <a:pt x="1590" y="4141"/>
                    <a:pt x="1616" y="4150"/>
                  </a:cubicBezTo>
                  <a:lnTo>
                    <a:pt x="1642" y="4150"/>
                  </a:lnTo>
                  <a:cubicBezTo>
                    <a:pt x="1659" y="4159"/>
                    <a:pt x="1676" y="4159"/>
                    <a:pt x="1693" y="4159"/>
                  </a:cubicBezTo>
                  <a:cubicBezTo>
                    <a:pt x="1719" y="4159"/>
                    <a:pt x="1745" y="4150"/>
                    <a:pt x="1779" y="4150"/>
                  </a:cubicBezTo>
                  <a:lnTo>
                    <a:pt x="1831" y="4150"/>
                  </a:lnTo>
                  <a:cubicBezTo>
                    <a:pt x="1848" y="4150"/>
                    <a:pt x="1857" y="4159"/>
                    <a:pt x="1865" y="4159"/>
                  </a:cubicBezTo>
                  <a:cubicBezTo>
                    <a:pt x="1882" y="4159"/>
                    <a:pt x="1900" y="4150"/>
                    <a:pt x="1917" y="4150"/>
                  </a:cubicBezTo>
                  <a:cubicBezTo>
                    <a:pt x="1943" y="4133"/>
                    <a:pt x="1960" y="4124"/>
                    <a:pt x="1994" y="4099"/>
                  </a:cubicBezTo>
                  <a:cubicBezTo>
                    <a:pt x="2028" y="4081"/>
                    <a:pt x="2054" y="4073"/>
                    <a:pt x="2089" y="4064"/>
                  </a:cubicBezTo>
                  <a:cubicBezTo>
                    <a:pt x="2183" y="4047"/>
                    <a:pt x="2278" y="4038"/>
                    <a:pt x="2363" y="4004"/>
                  </a:cubicBezTo>
                  <a:lnTo>
                    <a:pt x="2372" y="4004"/>
                  </a:lnTo>
                  <a:cubicBezTo>
                    <a:pt x="2449" y="3978"/>
                    <a:pt x="2527" y="3944"/>
                    <a:pt x="2613" y="3918"/>
                  </a:cubicBezTo>
                  <a:cubicBezTo>
                    <a:pt x="2690" y="3901"/>
                    <a:pt x="2716" y="3824"/>
                    <a:pt x="2767" y="3781"/>
                  </a:cubicBezTo>
                  <a:cubicBezTo>
                    <a:pt x="2827" y="3738"/>
                    <a:pt x="2870" y="3729"/>
                    <a:pt x="2922" y="3678"/>
                  </a:cubicBezTo>
                  <a:cubicBezTo>
                    <a:pt x="2948" y="3660"/>
                    <a:pt x="2956" y="3660"/>
                    <a:pt x="2973" y="3635"/>
                  </a:cubicBezTo>
                  <a:cubicBezTo>
                    <a:pt x="2982" y="3609"/>
                    <a:pt x="3008" y="3574"/>
                    <a:pt x="3016" y="3549"/>
                  </a:cubicBezTo>
                  <a:cubicBezTo>
                    <a:pt x="3034" y="3514"/>
                    <a:pt x="3077" y="3514"/>
                    <a:pt x="3077" y="3480"/>
                  </a:cubicBezTo>
                  <a:cubicBezTo>
                    <a:pt x="3085" y="3446"/>
                    <a:pt x="3102" y="3420"/>
                    <a:pt x="3111" y="3385"/>
                  </a:cubicBezTo>
                  <a:cubicBezTo>
                    <a:pt x="3128" y="3334"/>
                    <a:pt x="3137" y="3282"/>
                    <a:pt x="3162" y="3231"/>
                  </a:cubicBezTo>
                  <a:cubicBezTo>
                    <a:pt x="3171" y="3196"/>
                    <a:pt x="3197" y="3153"/>
                    <a:pt x="3223" y="3119"/>
                  </a:cubicBezTo>
                  <a:cubicBezTo>
                    <a:pt x="3266" y="3050"/>
                    <a:pt x="3300" y="2964"/>
                    <a:pt x="3334" y="2896"/>
                  </a:cubicBezTo>
                  <a:cubicBezTo>
                    <a:pt x="3403" y="2775"/>
                    <a:pt x="3515" y="2629"/>
                    <a:pt x="3515" y="2483"/>
                  </a:cubicBezTo>
                  <a:cubicBezTo>
                    <a:pt x="3515" y="2475"/>
                    <a:pt x="3515" y="2458"/>
                    <a:pt x="3515" y="2449"/>
                  </a:cubicBezTo>
                  <a:cubicBezTo>
                    <a:pt x="3498" y="2346"/>
                    <a:pt x="3489" y="2226"/>
                    <a:pt x="3446" y="2131"/>
                  </a:cubicBezTo>
                  <a:cubicBezTo>
                    <a:pt x="3429" y="2097"/>
                    <a:pt x="3403" y="2062"/>
                    <a:pt x="3403" y="2028"/>
                  </a:cubicBezTo>
                  <a:cubicBezTo>
                    <a:pt x="3394" y="1959"/>
                    <a:pt x="3420" y="1873"/>
                    <a:pt x="3429" y="1805"/>
                  </a:cubicBezTo>
                  <a:cubicBezTo>
                    <a:pt x="3437" y="1779"/>
                    <a:pt x="3437" y="1753"/>
                    <a:pt x="3437" y="1727"/>
                  </a:cubicBezTo>
                  <a:cubicBezTo>
                    <a:pt x="3437" y="1676"/>
                    <a:pt x="3429" y="1633"/>
                    <a:pt x="3420" y="1573"/>
                  </a:cubicBezTo>
                  <a:cubicBezTo>
                    <a:pt x="3403" y="1512"/>
                    <a:pt x="3403" y="1444"/>
                    <a:pt x="3394" y="1384"/>
                  </a:cubicBezTo>
                  <a:cubicBezTo>
                    <a:pt x="3377" y="1272"/>
                    <a:pt x="3343" y="1134"/>
                    <a:pt x="3274" y="1040"/>
                  </a:cubicBezTo>
                  <a:cubicBezTo>
                    <a:pt x="3248" y="1006"/>
                    <a:pt x="3214" y="997"/>
                    <a:pt x="3180" y="971"/>
                  </a:cubicBezTo>
                  <a:cubicBezTo>
                    <a:pt x="3154" y="954"/>
                    <a:pt x="3128" y="911"/>
                    <a:pt x="3111" y="885"/>
                  </a:cubicBezTo>
                  <a:cubicBezTo>
                    <a:pt x="3085" y="851"/>
                    <a:pt x="3068" y="799"/>
                    <a:pt x="3068" y="756"/>
                  </a:cubicBezTo>
                  <a:lnTo>
                    <a:pt x="3068" y="739"/>
                  </a:lnTo>
                  <a:cubicBezTo>
                    <a:pt x="3068" y="713"/>
                    <a:pt x="3077" y="688"/>
                    <a:pt x="3077" y="662"/>
                  </a:cubicBezTo>
                  <a:cubicBezTo>
                    <a:pt x="3077" y="645"/>
                    <a:pt x="3068" y="619"/>
                    <a:pt x="3059" y="602"/>
                  </a:cubicBezTo>
                  <a:cubicBezTo>
                    <a:pt x="3034" y="567"/>
                    <a:pt x="2999" y="542"/>
                    <a:pt x="2973" y="499"/>
                  </a:cubicBezTo>
                  <a:cubicBezTo>
                    <a:pt x="2956" y="447"/>
                    <a:pt x="2931" y="421"/>
                    <a:pt x="2888" y="396"/>
                  </a:cubicBezTo>
                  <a:cubicBezTo>
                    <a:pt x="2888" y="387"/>
                    <a:pt x="2888" y="387"/>
                    <a:pt x="2888" y="387"/>
                  </a:cubicBezTo>
                  <a:cubicBezTo>
                    <a:pt x="2802" y="335"/>
                    <a:pt x="2724" y="284"/>
                    <a:pt x="2638" y="232"/>
                  </a:cubicBezTo>
                  <a:cubicBezTo>
                    <a:pt x="2595" y="207"/>
                    <a:pt x="2561" y="215"/>
                    <a:pt x="2518" y="198"/>
                  </a:cubicBezTo>
                  <a:cubicBezTo>
                    <a:pt x="2484" y="189"/>
                    <a:pt x="2424" y="146"/>
                    <a:pt x="2406" y="146"/>
                  </a:cubicBezTo>
                  <a:cubicBezTo>
                    <a:pt x="2398" y="155"/>
                    <a:pt x="2381" y="155"/>
                    <a:pt x="2372" y="155"/>
                  </a:cubicBezTo>
                  <a:cubicBezTo>
                    <a:pt x="2338" y="155"/>
                    <a:pt x="2303" y="138"/>
                    <a:pt x="2278" y="104"/>
                  </a:cubicBezTo>
                  <a:cubicBezTo>
                    <a:pt x="2243" y="78"/>
                    <a:pt x="2226" y="52"/>
                    <a:pt x="2183" y="35"/>
                  </a:cubicBezTo>
                  <a:cubicBezTo>
                    <a:pt x="2169" y="32"/>
                    <a:pt x="2153" y="31"/>
                    <a:pt x="2136" y="31"/>
                  </a:cubicBezTo>
                  <a:cubicBezTo>
                    <a:pt x="2102" y="31"/>
                    <a:pt x="2066" y="35"/>
                    <a:pt x="2037" y="35"/>
                  </a:cubicBezTo>
                  <a:cubicBezTo>
                    <a:pt x="2011" y="26"/>
                    <a:pt x="1994" y="26"/>
                    <a:pt x="1968" y="26"/>
                  </a:cubicBezTo>
                  <a:lnTo>
                    <a:pt x="1934" y="26"/>
                  </a:lnTo>
                  <a:lnTo>
                    <a:pt x="1900" y="0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9" name="Google Shape;1999;p19"/>
            <p:cNvSpPr/>
            <p:nvPr/>
          </p:nvSpPr>
          <p:spPr>
            <a:xfrm>
              <a:off x="5155825" y="1284075"/>
              <a:ext cx="56100" cy="42825"/>
            </a:xfrm>
            <a:custGeom>
              <a:avLst/>
              <a:gdLst/>
              <a:ahLst/>
              <a:cxnLst/>
              <a:rect l="l" t="t" r="r" b="b"/>
              <a:pathLst>
                <a:path w="2244" h="1713" extrusionOk="0">
                  <a:moveTo>
                    <a:pt x="69" y="0"/>
                  </a:moveTo>
                  <a:lnTo>
                    <a:pt x="35" y="78"/>
                  </a:lnTo>
                  <a:cubicBezTo>
                    <a:pt x="35" y="95"/>
                    <a:pt x="52" y="120"/>
                    <a:pt x="52" y="146"/>
                  </a:cubicBezTo>
                  <a:cubicBezTo>
                    <a:pt x="69" y="189"/>
                    <a:pt x="52" y="215"/>
                    <a:pt x="44" y="258"/>
                  </a:cubicBezTo>
                  <a:cubicBezTo>
                    <a:pt x="27" y="301"/>
                    <a:pt x="1" y="352"/>
                    <a:pt x="27" y="404"/>
                  </a:cubicBezTo>
                  <a:cubicBezTo>
                    <a:pt x="44" y="447"/>
                    <a:pt x="87" y="490"/>
                    <a:pt x="95" y="541"/>
                  </a:cubicBezTo>
                  <a:cubicBezTo>
                    <a:pt x="104" y="576"/>
                    <a:pt x="112" y="610"/>
                    <a:pt x="121" y="636"/>
                  </a:cubicBezTo>
                  <a:cubicBezTo>
                    <a:pt x="130" y="679"/>
                    <a:pt x="138" y="705"/>
                    <a:pt x="164" y="748"/>
                  </a:cubicBezTo>
                  <a:cubicBezTo>
                    <a:pt x="173" y="765"/>
                    <a:pt x="190" y="799"/>
                    <a:pt x="190" y="816"/>
                  </a:cubicBezTo>
                  <a:lnTo>
                    <a:pt x="198" y="851"/>
                  </a:lnTo>
                  <a:lnTo>
                    <a:pt x="198" y="859"/>
                  </a:lnTo>
                  <a:lnTo>
                    <a:pt x="198" y="894"/>
                  </a:lnTo>
                  <a:cubicBezTo>
                    <a:pt x="207" y="911"/>
                    <a:pt x="224" y="937"/>
                    <a:pt x="241" y="954"/>
                  </a:cubicBezTo>
                  <a:lnTo>
                    <a:pt x="258" y="988"/>
                  </a:lnTo>
                  <a:lnTo>
                    <a:pt x="267" y="1014"/>
                  </a:lnTo>
                  <a:cubicBezTo>
                    <a:pt x="284" y="1031"/>
                    <a:pt x="301" y="1048"/>
                    <a:pt x="310" y="1074"/>
                  </a:cubicBezTo>
                  <a:cubicBezTo>
                    <a:pt x="319" y="1091"/>
                    <a:pt x="319" y="1109"/>
                    <a:pt x="319" y="1126"/>
                  </a:cubicBezTo>
                  <a:cubicBezTo>
                    <a:pt x="319" y="1143"/>
                    <a:pt x="301" y="1160"/>
                    <a:pt x="301" y="1169"/>
                  </a:cubicBezTo>
                  <a:cubicBezTo>
                    <a:pt x="301" y="1203"/>
                    <a:pt x="327" y="1203"/>
                    <a:pt x="353" y="1212"/>
                  </a:cubicBezTo>
                  <a:cubicBezTo>
                    <a:pt x="370" y="1220"/>
                    <a:pt x="396" y="1237"/>
                    <a:pt x="413" y="1237"/>
                  </a:cubicBezTo>
                  <a:cubicBezTo>
                    <a:pt x="439" y="1246"/>
                    <a:pt x="456" y="1255"/>
                    <a:pt x="473" y="1263"/>
                  </a:cubicBezTo>
                  <a:lnTo>
                    <a:pt x="508" y="1306"/>
                  </a:lnTo>
                  <a:lnTo>
                    <a:pt x="516" y="1332"/>
                  </a:lnTo>
                  <a:lnTo>
                    <a:pt x="525" y="1358"/>
                  </a:lnTo>
                  <a:lnTo>
                    <a:pt x="525" y="1392"/>
                  </a:lnTo>
                  <a:cubicBezTo>
                    <a:pt x="533" y="1401"/>
                    <a:pt x="551" y="1418"/>
                    <a:pt x="568" y="1426"/>
                  </a:cubicBezTo>
                  <a:cubicBezTo>
                    <a:pt x="585" y="1435"/>
                    <a:pt x="602" y="1444"/>
                    <a:pt x="619" y="1452"/>
                  </a:cubicBezTo>
                  <a:lnTo>
                    <a:pt x="645" y="1487"/>
                  </a:lnTo>
                  <a:cubicBezTo>
                    <a:pt x="671" y="1504"/>
                    <a:pt x="705" y="1521"/>
                    <a:pt x="740" y="1538"/>
                  </a:cubicBezTo>
                  <a:cubicBezTo>
                    <a:pt x="765" y="1547"/>
                    <a:pt x="783" y="1555"/>
                    <a:pt x="808" y="1572"/>
                  </a:cubicBezTo>
                  <a:cubicBezTo>
                    <a:pt x="817" y="1581"/>
                    <a:pt x="826" y="1581"/>
                    <a:pt x="843" y="1590"/>
                  </a:cubicBezTo>
                  <a:cubicBezTo>
                    <a:pt x="851" y="1590"/>
                    <a:pt x="860" y="1598"/>
                    <a:pt x="877" y="1598"/>
                  </a:cubicBezTo>
                  <a:cubicBezTo>
                    <a:pt x="903" y="1615"/>
                    <a:pt x="929" y="1624"/>
                    <a:pt x="954" y="1641"/>
                  </a:cubicBezTo>
                  <a:cubicBezTo>
                    <a:pt x="972" y="1658"/>
                    <a:pt x="997" y="1658"/>
                    <a:pt x="1032" y="1658"/>
                  </a:cubicBezTo>
                  <a:lnTo>
                    <a:pt x="1109" y="1658"/>
                  </a:lnTo>
                  <a:cubicBezTo>
                    <a:pt x="1118" y="1661"/>
                    <a:pt x="1125" y="1662"/>
                    <a:pt x="1132" y="1662"/>
                  </a:cubicBezTo>
                  <a:cubicBezTo>
                    <a:pt x="1146" y="1662"/>
                    <a:pt x="1158" y="1658"/>
                    <a:pt x="1169" y="1658"/>
                  </a:cubicBezTo>
                  <a:cubicBezTo>
                    <a:pt x="1186" y="1658"/>
                    <a:pt x="1229" y="1676"/>
                    <a:pt x="1246" y="1684"/>
                  </a:cubicBezTo>
                  <a:lnTo>
                    <a:pt x="1281" y="1701"/>
                  </a:lnTo>
                  <a:cubicBezTo>
                    <a:pt x="1289" y="1710"/>
                    <a:pt x="1315" y="1710"/>
                    <a:pt x="1332" y="1710"/>
                  </a:cubicBezTo>
                  <a:cubicBezTo>
                    <a:pt x="1367" y="1710"/>
                    <a:pt x="1401" y="1710"/>
                    <a:pt x="1444" y="1701"/>
                  </a:cubicBezTo>
                  <a:cubicBezTo>
                    <a:pt x="1465" y="1701"/>
                    <a:pt x="1480" y="1712"/>
                    <a:pt x="1498" y="1712"/>
                  </a:cubicBezTo>
                  <a:cubicBezTo>
                    <a:pt x="1503" y="1712"/>
                    <a:pt x="1508" y="1712"/>
                    <a:pt x="1513" y="1710"/>
                  </a:cubicBezTo>
                  <a:lnTo>
                    <a:pt x="1547" y="1701"/>
                  </a:lnTo>
                  <a:cubicBezTo>
                    <a:pt x="1550" y="1698"/>
                    <a:pt x="1554" y="1697"/>
                    <a:pt x="1558" y="1697"/>
                  </a:cubicBezTo>
                  <a:cubicBezTo>
                    <a:pt x="1567" y="1697"/>
                    <a:pt x="1579" y="1701"/>
                    <a:pt x="1590" y="1701"/>
                  </a:cubicBezTo>
                  <a:cubicBezTo>
                    <a:pt x="1642" y="1693"/>
                    <a:pt x="1676" y="1684"/>
                    <a:pt x="1719" y="1684"/>
                  </a:cubicBezTo>
                  <a:cubicBezTo>
                    <a:pt x="1736" y="1687"/>
                    <a:pt x="1751" y="1688"/>
                    <a:pt x="1766" y="1688"/>
                  </a:cubicBezTo>
                  <a:cubicBezTo>
                    <a:pt x="1795" y="1688"/>
                    <a:pt x="1822" y="1684"/>
                    <a:pt x="1856" y="1684"/>
                  </a:cubicBezTo>
                  <a:cubicBezTo>
                    <a:pt x="1882" y="1684"/>
                    <a:pt x="1899" y="1667"/>
                    <a:pt x="1925" y="1650"/>
                  </a:cubicBezTo>
                  <a:cubicBezTo>
                    <a:pt x="1951" y="1633"/>
                    <a:pt x="1977" y="1624"/>
                    <a:pt x="1994" y="1615"/>
                  </a:cubicBezTo>
                  <a:cubicBezTo>
                    <a:pt x="2028" y="1590"/>
                    <a:pt x="2071" y="1598"/>
                    <a:pt x="2106" y="1581"/>
                  </a:cubicBezTo>
                  <a:cubicBezTo>
                    <a:pt x="2149" y="1564"/>
                    <a:pt x="2192" y="1512"/>
                    <a:pt x="2243" y="1504"/>
                  </a:cubicBezTo>
                  <a:cubicBezTo>
                    <a:pt x="2240" y="1494"/>
                    <a:pt x="2222" y="1490"/>
                    <a:pt x="2201" y="1490"/>
                  </a:cubicBezTo>
                  <a:cubicBezTo>
                    <a:pt x="2168" y="1490"/>
                    <a:pt x="2128" y="1498"/>
                    <a:pt x="2123" y="1504"/>
                  </a:cubicBezTo>
                  <a:cubicBezTo>
                    <a:pt x="2080" y="1512"/>
                    <a:pt x="2054" y="1529"/>
                    <a:pt x="2011" y="1538"/>
                  </a:cubicBezTo>
                  <a:cubicBezTo>
                    <a:pt x="1977" y="1538"/>
                    <a:pt x="1951" y="1547"/>
                    <a:pt x="1917" y="1555"/>
                  </a:cubicBezTo>
                  <a:cubicBezTo>
                    <a:pt x="1891" y="1564"/>
                    <a:pt x="1865" y="1581"/>
                    <a:pt x="1831" y="1590"/>
                  </a:cubicBezTo>
                  <a:cubicBezTo>
                    <a:pt x="1823" y="1592"/>
                    <a:pt x="1814" y="1593"/>
                    <a:pt x="1804" y="1593"/>
                  </a:cubicBezTo>
                  <a:cubicBezTo>
                    <a:pt x="1780" y="1593"/>
                    <a:pt x="1752" y="1587"/>
                    <a:pt x="1728" y="1581"/>
                  </a:cubicBezTo>
                  <a:lnTo>
                    <a:pt x="1590" y="1581"/>
                  </a:lnTo>
                  <a:cubicBezTo>
                    <a:pt x="1573" y="1581"/>
                    <a:pt x="1564" y="1572"/>
                    <a:pt x="1539" y="1564"/>
                  </a:cubicBezTo>
                  <a:lnTo>
                    <a:pt x="1470" y="1564"/>
                  </a:lnTo>
                  <a:cubicBezTo>
                    <a:pt x="1453" y="1564"/>
                    <a:pt x="1444" y="1555"/>
                    <a:pt x="1427" y="1555"/>
                  </a:cubicBezTo>
                  <a:cubicBezTo>
                    <a:pt x="1418" y="1552"/>
                    <a:pt x="1410" y="1551"/>
                    <a:pt x="1401" y="1551"/>
                  </a:cubicBezTo>
                  <a:cubicBezTo>
                    <a:pt x="1385" y="1551"/>
                    <a:pt x="1370" y="1555"/>
                    <a:pt x="1358" y="1555"/>
                  </a:cubicBezTo>
                  <a:cubicBezTo>
                    <a:pt x="1341" y="1547"/>
                    <a:pt x="1315" y="1547"/>
                    <a:pt x="1298" y="1538"/>
                  </a:cubicBezTo>
                  <a:cubicBezTo>
                    <a:pt x="1281" y="1529"/>
                    <a:pt x="1264" y="1521"/>
                    <a:pt x="1238" y="1512"/>
                  </a:cubicBezTo>
                  <a:cubicBezTo>
                    <a:pt x="1212" y="1504"/>
                    <a:pt x="1178" y="1504"/>
                    <a:pt x="1152" y="1487"/>
                  </a:cubicBezTo>
                  <a:cubicBezTo>
                    <a:pt x="1083" y="1452"/>
                    <a:pt x="1032" y="1418"/>
                    <a:pt x="963" y="1392"/>
                  </a:cubicBezTo>
                  <a:cubicBezTo>
                    <a:pt x="929" y="1383"/>
                    <a:pt x="911" y="1383"/>
                    <a:pt x="886" y="1366"/>
                  </a:cubicBezTo>
                  <a:lnTo>
                    <a:pt x="860" y="1340"/>
                  </a:lnTo>
                  <a:cubicBezTo>
                    <a:pt x="834" y="1315"/>
                    <a:pt x="808" y="1289"/>
                    <a:pt x="783" y="1255"/>
                  </a:cubicBezTo>
                  <a:cubicBezTo>
                    <a:pt x="765" y="1229"/>
                    <a:pt x="740" y="1212"/>
                    <a:pt x="714" y="1186"/>
                  </a:cubicBezTo>
                  <a:cubicBezTo>
                    <a:pt x="688" y="1169"/>
                    <a:pt x="688" y="1151"/>
                    <a:pt x="671" y="1134"/>
                  </a:cubicBezTo>
                  <a:cubicBezTo>
                    <a:pt x="654" y="1100"/>
                    <a:pt x="628" y="1074"/>
                    <a:pt x="611" y="1048"/>
                  </a:cubicBezTo>
                  <a:cubicBezTo>
                    <a:pt x="602" y="1031"/>
                    <a:pt x="594" y="1014"/>
                    <a:pt x="576" y="997"/>
                  </a:cubicBezTo>
                  <a:cubicBezTo>
                    <a:pt x="551" y="962"/>
                    <a:pt x="516" y="937"/>
                    <a:pt x="490" y="902"/>
                  </a:cubicBezTo>
                  <a:cubicBezTo>
                    <a:pt x="447" y="851"/>
                    <a:pt x="422" y="791"/>
                    <a:pt x="387" y="739"/>
                  </a:cubicBezTo>
                  <a:cubicBezTo>
                    <a:pt x="336" y="662"/>
                    <a:pt x="293" y="584"/>
                    <a:pt x="258" y="499"/>
                  </a:cubicBezTo>
                  <a:cubicBezTo>
                    <a:pt x="233" y="447"/>
                    <a:pt x="198" y="404"/>
                    <a:pt x="173" y="352"/>
                  </a:cubicBezTo>
                  <a:cubicBezTo>
                    <a:pt x="155" y="310"/>
                    <a:pt x="138" y="275"/>
                    <a:pt x="112" y="241"/>
                  </a:cubicBezTo>
                  <a:lnTo>
                    <a:pt x="95" y="224"/>
                  </a:lnTo>
                  <a:lnTo>
                    <a:pt x="87" y="198"/>
                  </a:lnTo>
                  <a:cubicBezTo>
                    <a:pt x="78" y="172"/>
                    <a:pt x="87" y="163"/>
                    <a:pt x="147" y="138"/>
                  </a:cubicBezTo>
                  <a:lnTo>
                    <a:pt x="112" y="103"/>
                  </a:lnTo>
                  <a:cubicBezTo>
                    <a:pt x="87" y="78"/>
                    <a:pt x="78" y="35"/>
                    <a:pt x="69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0" name="Google Shape;2000;p19"/>
            <p:cNvSpPr/>
            <p:nvPr/>
          </p:nvSpPr>
          <p:spPr>
            <a:xfrm>
              <a:off x="5195775" y="1270325"/>
              <a:ext cx="33525" cy="47100"/>
            </a:xfrm>
            <a:custGeom>
              <a:avLst/>
              <a:gdLst/>
              <a:ahLst/>
              <a:cxnLst/>
              <a:rect l="l" t="t" r="r" b="b"/>
              <a:pathLst>
                <a:path w="1341" h="1884" extrusionOk="0">
                  <a:moveTo>
                    <a:pt x="929" y="0"/>
                  </a:moveTo>
                  <a:lnTo>
                    <a:pt x="929" y="26"/>
                  </a:lnTo>
                  <a:lnTo>
                    <a:pt x="929" y="35"/>
                  </a:lnTo>
                  <a:cubicBezTo>
                    <a:pt x="937" y="52"/>
                    <a:pt x="946" y="61"/>
                    <a:pt x="954" y="69"/>
                  </a:cubicBezTo>
                  <a:cubicBezTo>
                    <a:pt x="972" y="86"/>
                    <a:pt x="989" y="103"/>
                    <a:pt x="1006" y="121"/>
                  </a:cubicBezTo>
                  <a:cubicBezTo>
                    <a:pt x="1015" y="129"/>
                    <a:pt x="1023" y="138"/>
                    <a:pt x="1032" y="146"/>
                  </a:cubicBezTo>
                  <a:cubicBezTo>
                    <a:pt x="1049" y="155"/>
                    <a:pt x="1075" y="155"/>
                    <a:pt x="1083" y="164"/>
                  </a:cubicBezTo>
                  <a:cubicBezTo>
                    <a:pt x="1100" y="172"/>
                    <a:pt x="1118" y="181"/>
                    <a:pt x="1135" y="189"/>
                  </a:cubicBezTo>
                  <a:cubicBezTo>
                    <a:pt x="1143" y="207"/>
                    <a:pt x="1152" y="224"/>
                    <a:pt x="1152" y="241"/>
                  </a:cubicBezTo>
                  <a:cubicBezTo>
                    <a:pt x="1152" y="267"/>
                    <a:pt x="1152" y="284"/>
                    <a:pt x="1143" y="310"/>
                  </a:cubicBezTo>
                  <a:cubicBezTo>
                    <a:pt x="1143" y="335"/>
                    <a:pt x="1143" y="353"/>
                    <a:pt x="1143" y="378"/>
                  </a:cubicBezTo>
                  <a:cubicBezTo>
                    <a:pt x="1135" y="421"/>
                    <a:pt x="1135" y="464"/>
                    <a:pt x="1118" y="507"/>
                  </a:cubicBezTo>
                  <a:cubicBezTo>
                    <a:pt x="1109" y="533"/>
                    <a:pt x="1100" y="550"/>
                    <a:pt x="1100" y="567"/>
                  </a:cubicBezTo>
                  <a:cubicBezTo>
                    <a:pt x="1092" y="585"/>
                    <a:pt x="1083" y="602"/>
                    <a:pt x="1083" y="619"/>
                  </a:cubicBezTo>
                  <a:cubicBezTo>
                    <a:pt x="1066" y="662"/>
                    <a:pt x="1049" y="705"/>
                    <a:pt x="1066" y="748"/>
                  </a:cubicBezTo>
                  <a:cubicBezTo>
                    <a:pt x="1075" y="774"/>
                    <a:pt x="1083" y="808"/>
                    <a:pt x="1083" y="842"/>
                  </a:cubicBezTo>
                  <a:lnTo>
                    <a:pt x="1083" y="868"/>
                  </a:lnTo>
                  <a:lnTo>
                    <a:pt x="1100" y="885"/>
                  </a:lnTo>
                  <a:lnTo>
                    <a:pt x="1092" y="911"/>
                  </a:lnTo>
                  <a:cubicBezTo>
                    <a:pt x="1083" y="937"/>
                    <a:pt x="1075" y="954"/>
                    <a:pt x="1066" y="980"/>
                  </a:cubicBezTo>
                  <a:lnTo>
                    <a:pt x="1049" y="1014"/>
                  </a:lnTo>
                  <a:lnTo>
                    <a:pt x="1032" y="1031"/>
                  </a:lnTo>
                  <a:lnTo>
                    <a:pt x="1023" y="1049"/>
                  </a:lnTo>
                  <a:cubicBezTo>
                    <a:pt x="997" y="1083"/>
                    <a:pt x="997" y="1117"/>
                    <a:pt x="963" y="1134"/>
                  </a:cubicBezTo>
                  <a:cubicBezTo>
                    <a:pt x="946" y="1152"/>
                    <a:pt x="920" y="1152"/>
                    <a:pt x="894" y="1160"/>
                  </a:cubicBezTo>
                  <a:cubicBezTo>
                    <a:pt x="851" y="1177"/>
                    <a:pt x="817" y="1203"/>
                    <a:pt x="783" y="1238"/>
                  </a:cubicBezTo>
                  <a:cubicBezTo>
                    <a:pt x="757" y="1255"/>
                    <a:pt x="731" y="1272"/>
                    <a:pt x="722" y="1298"/>
                  </a:cubicBezTo>
                  <a:cubicBezTo>
                    <a:pt x="705" y="1323"/>
                    <a:pt x="705" y="1349"/>
                    <a:pt x="705" y="1375"/>
                  </a:cubicBezTo>
                  <a:cubicBezTo>
                    <a:pt x="697" y="1409"/>
                    <a:pt x="697" y="1444"/>
                    <a:pt x="671" y="1469"/>
                  </a:cubicBezTo>
                  <a:cubicBezTo>
                    <a:pt x="654" y="1495"/>
                    <a:pt x="628" y="1512"/>
                    <a:pt x="602" y="1538"/>
                  </a:cubicBezTo>
                  <a:cubicBezTo>
                    <a:pt x="585" y="1555"/>
                    <a:pt x="559" y="1564"/>
                    <a:pt x="542" y="1590"/>
                  </a:cubicBezTo>
                  <a:cubicBezTo>
                    <a:pt x="533" y="1598"/>
                    <a:pt x="525" y="1607"/>
                    <a:pt x="508" y="1616"/>
                  </a:cubicBezTo>
                  <a:cubicBezTo>
                    <a:pt x="490" y="1633"/>
                    <a:pt x="473" y="1641"/>
                    <a:pt x="456" y="1659"/>
                  </a:cubicBezTo>
                  <a:cubicBezTo>
                    <a:pt x="430" y="1676"/>
                    <a:pt x="405" y="1676"/>
                    <a:pt x="379" y="1693"/>
                  </a:cubicBezTo>
                  <a:cubicBezTo>
                    <a:pt x="353" y="1701"/>
                    <a:pt x="327" y="1710"/>
                    <a:pt x="301" y="1710"/>
                  </a:cubicBezTo>
                  <a:cubicBezTo>
                    <a:pt x="290" y="1710"/>
                    <a:pt x="279" y="1706"/>
                    <a:pt x="267" y="1706"/>
                  </a:cubicBezTo>
                  <a:cubicBezTo>
                    <a:pt x="261" y="1706"/>
                    <a:pt x="256" y="1707"/>
                    <a:pt x="250" y="1710"/>
                  </a:cubicBezTo>
                  <a:cubicBezTo>
                    <a:pt x="233" y="1710"/>
                    <a:pt x="216" y="1727"/>
                    <a:pt x="198" y="1727"/>
                  </a:cubicBezTo>
                  <a:cubicBezTo>
                    <a:pt x="173" y="1736"/>
                    <a:pt x="147" y="1744"/>
                    <a:pt x="130" y="1762"/>
                  </a:cubicBezTo>
                  <a:cubicBezTo>
                    <a:pt x="95" y="1779"/>
                    <a:pt x="78" y="1787"/>
                    <a:pt x="44" y="1796"/>
                  </a:cubicBezTo>
                  <a:lnTo>
                    <a:pt x="9" y="1822"/>
                  </a:lnTo>
                  <a:cubicBezTo>
                    <a:pt x="1" y="1830"/>
                    <a:pt x="9" y="1839"/>
                    <a:pt x="27" y="1856"/>
                  </a:cubicBezTo>
                  <a:cubicBezTo>
                    <a:pt x="44" y="1865"/>
                    <a:pt x="61" y="1873"/>
                    <a:pt x="78" y="1882"/>
                  </a:cubicBezTo>
                  <a:cubicBezTo>
                    <a:pt x="82" y="1883"/>
                    <a:pt x="85" y="1884"/>
                    <a:pt x="89" y="1884"/>
                  </a:cubicBezTo>
                  <a:cubicBezTo>
                    <a:pt x="111" y="1884"/>
                    <a:pt x="133" y="1862"/>
                    <a:pt x="155" y="1848"/>
                  </a:cubicBezTo>
                  <a:cubicBezTo>
                    <a:pt x="173" y="1842"/>
                    <a:pt x="203" y="1832"/>
                    <a:pt x="229" y="1832"/>
                  </a:cubicBezTo>
                  <a:cubicBezTo>
                    <a:pt x="240" y="1832"/>
                    <a:pt x="250" y="1834"/>
                    <a:pt x="258" y="1839"/>
                  </a:cubicBezTo>
                  <a:lnTo>
                    <a:pt x="284" y="1848"/>
                  </a:lnTo>
                  <a:lnTo>
                    <a:pt x="310" y="1848"/>
                  </a:lnTo>
                  <a:cubicBezTo>
                    <a:pt x="327" y="1852"/>
                    <a:pt x="344" y="1852"/>
                    <a:pt x="362" y="1852"/>
                  </a:cubicBezTo>
                  <a:cubicBezTo>
                    <a:pt x="379" y="1852"/>
                    <a:pt x="396" y="1852"/>
                    <a:pt x="413" y="1856"/>
                  </a:cubicBezTo>
                  <a:lnTo>
                    <a:pt x="490" y="1856"/>
                  </a:lnTo>
                  <a:cubicBezTo>
                    <a:pt x="499" y="1865"/>
                    <a:pt x="508" y="1865"/>
                    <a:pt x="525" y="1865"/>
                  </a:cubicBezTo>
                  <a:cubicBezTo>
                    <a:pt x="551" y="1865"/>
                    <a:pt x="568" y="1856"/>
                    <a:pt x="594" y="1848"/>
                  </a:cubicBezTo>
                  <a:cubicBezTo>
                    <a:pt x="611" y="1830"/>
                    <a:pt x="645" y="1830"/>
                    <a:pt x="662" y="1813"/>
                  </a:cubicBezTo>
                  <a:lnTo>
                    <a:pt x="671" y="1796"/>
                  </a:lnTo>
                  <a:cubicBezTo>
                    <a:pt x="688" y="1787"/>
                    <a:pt x="714" y="1787"/>
                    <a:pt x="722" y="1779"/>
                  </a:cubicBezTo>
                  <a:cubicBezTo>
                    <a:pt x="757" y="1770"/>
                    <a:pt x="783" y="1770"/>
                    <a:pt x="808" y="1762"/>
                  </a:cubicBezTo>
                  <a:cubicBezTo>
                    <a:pt x="826" y="1753"/>
                    <a:pt x="843" y="1727"/>
                    <a:pt x="860" y="1727"/>
                  </a:cubicBezTo>
                  <a:cubicBezTo>
                    <a:pt x="877" y="1719"/>
                    <a:pt x="886" y="1719"/>
                    <a:pt x="894" y="1710"/>
                  </a:cubicBezTo>
                  <a:lnTo>
                    <a:pt x="911" y="1701"/>
                  </a:lnTo>
                  <a:cubicBezTo>
                    <a:pt x="920" y="1684"/>
                    <a:pt x="937" y="1676"/>
                    <a:pt x="946" y="1659"/>
                  </a:cubicBezTo>
                  <a:cubicBezTo>
                    <a:pt x="972" y="1633"/>
                    <a:pt x="989" y="1598"/>
                    <a:pt x="1006" y="1564"/>
                  </a:cubicBezTo>
                  <a:lnTo>
                    <a:pt x="1023" y="1547"/>
                  </a:lnTo>
                  <a:lnTo>
                    <a:pt x="1040" y="1530"/>
                  </a:lnTo>
                  <a:cubicBezTo>
                    <a:pt x="1049" y="1504"/>
                    <a:pt x="1075" y="1495"/>
                    <a:pt x="1092" y="1478"/>
                  </a:cubicBezTo>
                  <a:cubicBezTo>
                    <a:pt x="1118" y="1444"/>
                    <a:pt x="1143" y="1418"/>
                    <a:pt x="1178" y="1401"/>
                  </a:cubicBezTo>
                  <a:cubicBezTo>
                    <a:pt x="1195" y="1392"/>
                    <a:pt x="1212" y="1384"/>
                    <a:pt x="1221" y="1375"/>
                  </a:cubicBezTo>
                  <a:cubicBezTo>
                    <a:pt x="1238" y="1366"/>
                    <a:pt x="1255" y="1366"/>
                    <a:pt x="1272" y="1358"/>
                  </a:cubicBezTo>
                  <a:cubicBezTo>
                    <a:pt x="1289" y="1349"/>
                    <a:pt x="1298" y="1332"/>
                    <a:pt x="1307" y="1306"/>
                  </a:cubicBezTo>
                  <a:cubicBezTo>
                    <a:pt x="1315" y="1272"/>
                    <a:pt x="1324" y="1238"/>
                    <a:pt x="1315" y="1203"/>
                  </a:cubicBezTo>
                  <a:cubicBezTo>
                    <a:pt x="1315" y="1177"/>
                    <a:pt x="1307" y="1152"/>
                    <a:pt x="1307" y="1134"/>
                  </a:cubicBezTo>
                  <a:cubicBezTo>
                    <a:pt x="1307" y="1117"/>
                    <a:pt x="1307" y="1109"/>
                    <a:pt x="1307" y="1091"/>
                  </a:cubicBezTo>
                  <a:cubicBezTo>
                    <a:pt x="1315" y="1066"/>
                    <a:pt x="1324" y="1031"/>
                    <a:pt x="1332" y="1006"/>
                  </a:cubicBezTo>
                  <a:cubicBezTo>
                    <a:pt x="1341" y="971"/>
                    <a:pt x="1341" y="945"/>
                    <a:pt x="1341" y="920"/>
                  </a:cubicBezTo>
                  <a:cubicBezTo>
                    <a:pt x="1341" y="885"/>
                    <a:pt x="1324" y="860"/>
                    <a:pt x="1324" y="825"/>
                  </a:cubicBezTo>
                  <a:cubicBezTo>
                    <a:pt x="1315" y="791"/>
                    <a:pt x="1332" y="748"/>
                    <a:pt x="1315" y="705"/>
                  </a:cubicBezTo>
                  <a:cubicBezTo>
                    <a:pt x="1307" y="679"/>
                    <a:pt x="1289" y="653"/>
                    <a:pt x="1281" y="628"/>
                  </a:cubicBezTo>
                  <a:cubicBezTo>
                    <a:pt x="1281" y="602"/>
                    <a:pt x="1281" y="585"/>
                    <a:pt x="1281" y="567"/>
                  </a:cubicBezTo>
                  <a:cubicBezTo>
                    <a:pt x="1289" y="542"/>
                    <a:pt x="1281" y="524"/>
                    <a:pt x="1289" y="507"/>
                  </a:cubicBezTo>
                  <a:cubicBezTo>
                    <a:pt x="1298" y="490"/>
                    <a:pt x="1289" y="473"/>
                    <a:pt x="1289" y="456"/>
                  </a:cubicBezTo>
                  <a:cubicBezTo>
                    <a:pt x="1298" y="439"/>
                    <a:pt x="1307" y="421"/>
                    <a:pt x="1307" y="396"/>
                  </a:cubicBezTo>
                  <a:cubicBezTo>
                    <a:pt x="1307" y="378"/>
                    <a:pt x="1298" y="361"/>
                    <a:pt x="1298" y="335"/>
                  </a:cubicBezTo>
                  <a:lnTo>
                    <a:pt x="1289" y="318"/>
                  </a:lnTo>
                  <a:lnTo>
                    <a:pt x="1272" y="301"/>
                  </a:lnTo>
                  <a:cubicBezTo>
                    <a:pt x="1264" y="292"/>
                    <a:pt x="1264" y="267"/>
                    <a:pt x="1255" y="241"/>
                  </a:cubicBezTo>
                  <a:cubicBezTo>
                    <a:pt x="1246" y="215"/>
                    <a:pt x="1238" y="198"/>
                    <a:pt x="1221" y="172"/>
                  </a:cubicBezTo>
                  <a:cubicBezTo>
                    <a:pt x="1212" y="155"/>
                    <a:pt x="1195" y="129"/>
                    <a:pt x="1178" y="121"/>
                  </a:cubicBezTo>
                  <a:lnTo>
                    <a:pt x="1152" y="103"/>
                  </a:lnTo>
                  <a:cubicBezTo>
                    <a:pt x="1135" y="86"/>
                    <a:pt x="1126" y="78"/>
                    <a:pt x="1118" y="69"/>
                  </a:cubicBezTo>
                  <a:cubicBezTo>
                    <a:pt x="1092" y="61"/>
                    <a:pt x="1075" y="52"/>
                    <a:pt x="1049" y="43"/>
                  </a:cubicBezTo>
                  <a:cubicBezTo>
                    <a:pt x="1032" y="43"/>
                    <a:pt x="1023" y="35"/>
                    <a:pt x="1006" y="35"/>
                  </a:cubicBezTo>
                  <a:lnTo>
                    <a:pt x="972" y="35"/>
                  </a:lnTo>
                  <a:cubicBezTo>
                    <a:pt x="954" y="26"/>
                    <a:pt x="929" y="26"/>
                    <a:pt x="929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1" name="Google Shape;2001;p19"/>
            <p:cNvSpPr/>
            <p:nvPr/>
          </p:nvSpPr>
          <p:spPr>
            <a:xfrm>
              <a:off x="5189125" y="1265875"/>
              <a:ext cx="36525" cy="50225"/>
            </a:xfrm>
            <a:custGeom>
              <a:avLst/>
              <a:gdLst/>
              <a:ahLst/>
              <a:cxnLst/>
              <a:rect l="l" t="t" r="r" b="b"/>
              <a:pathLst>
                <a:path w="1461" h="2009" extrusionOk="0">
                  <a:moveTo>
                    <a:pt x="960" y="0"/>
                  </a:moveTo>
                  <a:cubicBezTo>
                    <a:pt x="935" y="0"/>
                    <a:pt x="929" y="94"/>
                    <a:pt x="937" y="101"/>
                  </a:cubicBezTo>
                  <a:lnTo>
                    <a:pt x="963" y="135"/>
                  </a:lnTo>
                  <a:cubicBezTo>
                    <a:pt x="980" y="161"/>
                    <a:pt x="1006" y="178"/>
                    <a:pt x="1031" y="204"/>
                  </a:cubicBezTo>
                  <a:cubicBezTo>
                    <a:pt x="1066" y="230"/>
                    <a:pt x="1092" y="273"/>
                    <a:pt x="1117" y="299"/>
                  </a:cubicBezTo>
                  <a:cubicBezTo>
                    <a:pt x="1143" y="324"/>
                    <a:pt x="1152" y="324"/>
                    <a:pt x="1160" y="359"/>
                  </a:cubicBezTo>
                  <a:cubicBezTo>
                    <a:pt x="1169" y="376"/>
                    <a:pt x="1177" y="393"/>
                    <a:pt x="1177" y="419"/>
                  </a:cubicBezTo>
                  <a:cubicBezTo>
                    <a:pt x="1177" y="436"/>
                    <a:pt x="1177" y="436"/>
                    <a:pt x="1177" y="453"/>
                  </a:cubicBezTo>
                  <a:cubicBezTo>
                    <a:pt x="1195" y="505"/>
                    <a:pt x="1212" y="556"/>
                    <a:pt x="1212" y="608"/>
                  </a:cubicBezTo>
                  <a:cubicBezTo>
                    <a:pt x="1220" y="677"/>
                    <a:pt x="1220" y="754"/>
                    <a:pt x="1220" y="831"/>
                  </a:cubicBezTo>
                  <a:cubicBezTo>
                    <a:pt x="1229" y="874"/>
                    <a:pt x="1212" y="917"/>
                    <a:pt x="1203" y="969"/>
                  </a:cubicBezTo>
                  <a:cubicBezTo>
                    <a:pt x="1195" y="995"/>
                    <a:pt x="1177" y="1020"/>
                    <a:pt x="1160" y="1046"/>
                  </a:cubicBezTo>
                  <a:cubicBezTo>
                    <a:pt x="1134" y="1089"/>
                    <a:pt x="1143" y="1132"/>
                    <a:pt x="1117" y="1175"/>
                  </a:cubicBezTo>
                  <a:cubicBezTo>
                    <a:pt x="1092" y="1209"/>
                    <a:pt x="1040" y="1252"/>
                    <a:pt x="997" y="1278"/>
                  </a:cubicBezTo>
                  <a:lnTo>
                    <a:pt x="945" y="1287"/>
                  </a:lnTo>
                  <a:lnTo>
                    <a:pt x="945" y="1330"/>
                  </a:lnTo>
                  <a:cubicBezTo>
                    <a:pt x="937" y="1381"/>
                    <a:pt x="902" y="1424"/>
                    <a:pt x="877" y="1458"/>
                  </a:cubicBezTo>
                  <a:cubicBezTo>
                    <a:pt x="868" y="1476"/>
                    <a:pt x="860" y="1501"/>
                    <a:pt x="851" y="1519"/>
                  </a:cubicBezTo>
                  <a:cubicBezTo>
                    <a:pt x="834" y="1536"/>
                    <a:pt x="834" y="1570"/>
                    <a:pt x="817" y="1587"/>
                  </a:cubicBezTo>
                  <a:cubicBezTo>
                    <a:pt x="799" y="1613"/>
                    <a:pt x="765" y="1622"/>
                    <a:pt x="731" y="1630"/>
                  </a:cubicBezTo>
                  <a:cubicBezTo>
                    <a:pt x="705" y="1630"/>
                    <a:pt x="671" y="1639"/>
                    <a:pt x="653" y="1665"/>
                  </a:cubicBezTo>
                  <a:cubicBezTo>
                    <a:pt x="645" y="1682"/>
                    <a:pt x="636" y="1699"/>
                    <a:pt x="636" y="1725"/>
                  </a:cubicBezTo>
                  <a:cubicBezTo>
                    <a:pt x="628" y="1733"/>
                    <a:pt x="619" y="1751"/>
                    <a:pt x="610" y="1759"/>
                  </a:cubicBezTo>
                  <a:cubicBezTo>
                    <a:pt x="593" y="1785"/>
                    <a:pt x="593" y="1794"/>
                    <a:pt x="559" y="1802"/>
                  </a:cubicBezTo>
                  <a:cubicBezTo>
                    <a:pt x="533" y="1811"/>
                    <a:pt x="499" y="1819"/>
                    <a:pt x="473" y="1828"/>
                  </a:cubicBezTo>
                  <a:cubicBezTo>
                    <a:pt x="421" y="1837"/>
                    <a:pt x="378" y="1854"/>
                    <a:pt x="327" y="1854"/>
                  </a:cubicBezTo>
                  <a:cubicBezTo>
                    <a:pt x="293" y="1862"/>
                    <a:pt x="258" y="1871"/>
                    <a:pt x="232" y="1879"/>
                  </a:cubicBezTo>
                  <a:cubicBezTo>
                    <a:pt x="208" y="1886"/>
                    <a:pt x="192" y="1892"/>
                    <a:pt x="173" y="1892"/>
                  </a:cubicBezTo>
                  <a:cubicBezTo>
                    <a:pt x="165" y="1892"/>
                    <a:pt x="157" y="1891"/>
                    <a:pt x="146" y="1888"/>
                  </a:cubicBezTo>
                  <a:cubicBezTo>
                    <a:pt x="129" y="1888"/>
                    <a:pt x="112" y="1879"/>
                    <a:pt x="86" y="1871"/>
                  </a:cubicBezTo>
                  <a:lnTo>
                    <a:pt x="43" y="1871"/>
                  </a:lnTo>
                  <a:cubicBezTo>
                    <a:pt x="0" y="1871"/>
                    <a:pt x="0" y="1897"/>
                    <a:pt x="9" y="1914"/>
                  </a:cubicBezTo>
                  <a:cubicBezTo>
                    <a:pt x="18" y="1922"/>
                    <a:pt x="35" y="1940"/>
                    <a:pt x="52" y="1948"/>
                  </a:cubicBezTo>
                  <a:lnTo>
                    <a:pt x="86" y="1957"/>
                  </a:lnTo>
                  <a:lnTo>
                    <a:pt x="103" y="1965"/>
                  </a:lnTo>
                  <a:lnTo>
                    <a:pt x="129" y="1974"/>
                  </a:lnTo>
                  <a:lnTo>
                    <a:pt x="164" y="1991"/>
                  </a:lnTo>
                  <a:cubicBezTo>
                    <a:pt x="172" y="1995"/>
                    <a:pt x="181" y="1995"/>
                    <a:pt x="189" y="1995"/>
                  </a:cubicBezTo>
                  <a:cubicBezTo>
                    <a:pt x="198" y="1995"/>
                    <a:pt x="207" y="1995"/>
                    <a:pt x="215" y="2000"/>
                  </a:cubicBezTo>
                  <a:cubicBezTo>
                    <a:pt x="232" y="2000"/>
                    <a:pt x="250" y="2008"/>
                    <a:pt x="258" y="2008"/>
                  </a:cubicBezTo>
                  <a:cubicBezTo>
                    <a:pt x="293" y="2008"/>
                    <a:pt x="344" y="2000"/>
                    <a:pt x="370" y="1983"/>
                  </a:cubicBezTo>
                  <a:cubicBezTo>
                    <a:pt x="378" y="1974"/>
                    <a:pt x="396" y="1957"/>
                    <a:pt x="413" y="1948"/>
                  </a:cubicBezTo>
                  <a:cubicBezTo>
                    <a:pt x="439" y="1940"/>
                    <a:pt x="482" y="1931"/>
                    <a:pt x="507" y="1931"/>
                  </a:cubicBezTo>
                  <a:cubicBezTo>
                    <a:pt x="514" y="1930"/>
                    <a:pt x="521" y="1930"/>
                    <a:pt x="527" y="1930"/>
                  </a:cubicBezTo>
                  <a:cubicBezTo>
                    <a:pt x="605" y="1930"/>
                    <a:pt x="678" y="1962"/>
                    <a:pt x="754" y="1962"/>
                  </a:cubicBezTo>
                  <a:cubicBezTo>
                    <a:pt x="780" y="1962"/>
                    <a:pt x="807" y="1959"/>
                    <a:pt x="834" y="1948"/>
                  </a:cubicBezTo>
                  <a:cubicBezTo>
                    <a:pt x="860" y="1940"/>
                    <a:pt x="868" y="1914"/>
                    <a:pt x="894" y="1897"/>
                  </a:cubicBezTo>
                  <a:cubicBezTo>
                    <a:pt x="911" y="1879"/>
                    <a:pt x="928" y="1862"/>
                    <a:pt x="937" y="1845"/>
                  </a:cubicBezTo>
                  <a:cubicBezTo>
                    <a:pt x="971" y="1794"/>
                    <a:pt x="988" y="1725"/>
                    <a:pt x="1014" y="1673"/>
                  </a:cubicBezTo>
                  <a:cubicBezTo>
                    <a:pt x="1023" y="1622"/>
                    <a:pt x="1040" y="1562"/>
                    <a:pt x="1066" y="1510"/>
                  </a:cubicBezTo>
                  <a:cubicBezTo>
                    <a:pt x="1083" y="1476"/>
                    <a:pt x="1109" y="1458"/>
                    <a:pt x="1143" y="1441"/>
                  </a:cubicBezTo>
                  <a:cubicBezTo>
                    <a:pt x="1186" y="1424"/>
                    <a:pt x="1220" y="1407"/>
                    <a:pt x="1263" y="1381"/>
                  </a:cubicBezTo>
                  <a:cubicBezTo>
                    <a:pt x="1306" y="1355"/>
                    <a:pt x="1349" y="1338"/>
                    <a:pt x="1375" y="1295"/>
                  </a:cubicBezTo>
                  <a:cubicBezTo>
                    <a:pt x="1401" y="1244"/>
                    <a:pt x="1401" y="1192"/>
                    <a:pt x="1409" y="1149"/>
                  </a:cubicBezTo>
                  <a:cubicBezTo>
                    <a:pt x="1418" y="1089"/>
                    <a:pt x="1444" y="1038"/>
                    <a:pt x="1435" y="977"/>
                  </a:cubicBezTo>
                  <a:cubicBezTo>
                    <a:pt x="1435" y="943"/>
                    <a:pt x="1427" y="909"/>
                    <a:pt x="1427" y="883"/>
                  </a:cubicBezTo>
                  <a:cubicBezTo>
                    <a:pt x="1418" y="840"/>
                    <a:pt x="1392" y="806"/>
                    <a:pt x="1401" y="763"/>
                  </a:cubicBezTo>
                  <a:cubicBezTo>
                    <a:pt x="1401" y="745"/>
                    <a:pt x="1401" y="720"/>
                    <a:pt x="1409" y="711"/>
                  </a:cubicBezTo>
                  <a:lnTo>
                    <a:pt x="1418" y="694"/>
                  </a:lnTo>
                  <a:cubicBezTo>
                    <a:pt x="1427" y="668"/>
                    <a:pt x="1435" y="642"/>
                    <a:pt x="1435" y="617"/>
                  </a:cubicBezTo>
                  <a:cubicBezTo>
                    <a:pt x="1444" y="582"/>
                    <a:pt x="1452" y="556"/>
                    <a:pt x="1461" y="522"/>
                  </a:cubicBezTo>
                  <a:cubicBezTo>
                    <a:pt x="1461" y="496"/>
                    <a:pt x="1452" y="453"/>
                    <a:pt x="1444" y="428"/>
                  </a:cubicBezTo>
                  <a:cubicBezTo>
                    <a:pt x="1435" y="402"/>
                    <a:pt x="1427" y="376"/>
                    <a:pt x="1401" y="359"/>
                  </a:cubicBezTo>
                  <a:cubicBezTo>
                    <a:pt x="1375" y="333"/>
                    <a:pt x="1341" y="316"/>
                    <a:pt x="1315" y="299"/>
                  </a:cubicBezTo>
                  <a:cubicBezTo>
                    <a:pt x="1298" y="273"/>
                    <a:pt x="1281" y="256"/>
                    <a:pt x="1255" y="239"/>
                  </a:cubicBezTo>
                  <a:cubicBezTo>
                    <a:pt x="1220" y="213"/>
                    <a:pt x="1203" y="178"/>
                    <a:pt x="1169" y="153"/>
                  </a:cubicBezTo>
                  <a:cubicBezTo>
                    <a:pt x="1134" y="135"/>
                    <a:pt x="1100" y="118"/>
                    <a:pt x="1066" y="92"/>
                  </a:cubicBezTo>
                  <a:cubicBezTo>
                    <a:pt x="1031" y="75"/>
                    <a:pt x="1006" y="32"/>
                    <a:pt x="971" y="7"/>
                  </a:cubicBezTo>
                  <a:cubicBezTo>
                    <a:pt x="967" y="2"/>
                    <a:pt x="963" y="0"/>
                    <a:pt x="96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2" name="Google Shape;2002;p19"/>
            <p:cNvSpPr/>
            <p:nvPr/>
          </p:nvSpPr>
          <p:spPr>
            <a:xfrm>
              <a:off x="5146375" y="1229300"/>
              <a:ext cx="78425" cy="79700"/>
            </a:xfrm>
            <a:custGeom>
              <a:avLst/>
              <a:gdLst/>
              <a:ahLst/>
              <a:cxnLst/>
              <a:rect l="l" t="t" r="r" b="b"/>
              <a:pathLst>
                <a:path w="3137" h="3188" extrusionOk="0">
                  <a:moveTo>
                    <a:pt x="1960" y="0"/>
                  </a:moveTo>
                  <a:cubicBezTo>
                    <a:pt x="1917" y="0"/>
                    <a:pt x="1856" y="43"/>
                    <a:pt x="1813" y="61"/>
                  </a:cubicBezTo>
                  <a:cubicBezTo>
                    <a:pt x="1753" y="78"/>
                    <a:pt x="1710" y="78"/>
                    <a:pt x="1659" y="78"/>
                  </a:cubicBezTo>
                  <a:cubicBezTo>
                    <a:pt x="1650" y="77"/>
                    <a:pt x="1641" y="76"/>
                    <a:pt x="1632" y="76"/>
                  </a:cubicBezTo>
                  <a:cubicBezTo>
                    <a:pt x="1555" y="76"/>
                    <a:pt x="1479" y="107"/>
                    <a:pt x="1410" y="138"/>
                  </a:cubicBezTo>
                  <a:cubicBezTo>
                    <a:pt x="1375" y="155"/>
                    <a:pt x="1332" y="155"/>
                    <a:pt x="1289" y="172"/>
                  </a:cubicBezTo>
                  <a:cubicBezTo>
                    <a:pt x="1229" y="189"/>
                    <a:pt x="1212" y="215"/>
                    <a:pt x="1169" y="250"/>
                  </a:cubicBezTo>
                  <a:cubicBezTo>
                    <a:pt x="1109" y="301"/>
                    <a:pt x="1057" y="353"/>
                    <a:pt x="997" y="413"/>
                  </a:cubicBezTo>
                  <a:cubicBezTo>
                    <a:pt x="946" y="464"/>
                    <a:pt x="894" y="533"/>
                    <a:pt x="808" y="533"/>
                  </a:cubicBezTo>
                  <a:cubicBezTo>
                    <a:pt x="748" y="533"/>
                    <a:pt x="645" y="602"/>
                    <a:pt x="636" y="671"/>
                  </a:cubicBezTo>
                  <a:cubicBezTo>
                    <a:pt x="611" y="765"/>
                    <a:pt x="645" y="782"/>
                    <a:pt x="559" y="868"/>
                  </a:cubicBezTo>
                  <a:cubicBezTo>
                    <a:pt x="533" y="903"/>
                    <a:pt x="508" y="937"/>
                    <a:pt x="473" y="954"/>
                  </a:cubicBezTo>
                  <a:cubicBezTo>
                    <a:pt x="447" y="971"/>
                    <a:pt x="439" y="1057"/>
                    <a:pt x="413" y="1066"/>
                  </a:cubicBezTo>
                  <a:cubicBezTo>
                    <a:pt x="396" y="1083"/>
                    <a:pt x="387" y="1100"/>
                    <a:pt x="370" y="1109"/>
                  </a:cubicBezTo>
                  <a:lnTo>
                    <a:pt x="344" y="1109"/>
                  </a:lnTo>
                  <a:lnTo>
                    <a:pt x="319" y="1152"/>
                  </a:lnTo>
                  <a:cubicBezTo>
                    <a:pt x="293" y="1169"/>
                    <a:pt x="267" y="1177"/>
                    <a:pt x="241" y="1186"/>
                  </a:cubicBezTo>
                  <a:cubicBezTo>
                    <a:pt x="173" y="1238"/>
                    <a:pt x="147" y="1306"/>
                    <a:pt x="121" y="1392"/>
                  </a:cubicBezTo>
                  <a:cubicBezTo>
                    <a:pt x="104" y="1427"/>
                    <a:pt x="78" y="1444"/>
                    <a:pt x="78" y="1487"/>
                  </a:cubicBezTo>
                  <a:cubicBezTo>
                    <a:pt x="69" y="1547"/>
                    <a:pt x="78" y="1590"/>
                    <a:pt x="87" y="1641"/>
                  </a:cubicBezTo>
                  <a:cubicBezTo>
                    <a:pt x="104" y="1744"/>
                    <a:pt x="26" y="1805"/>
                    <a:pt x="18" y="1899"/>
                  </a:cubicBezTo>
                  <a:cubicBezTo>
                    <a:pt x="18" y="1942"/>
                    <a:pt x="44" y="1968"/>
                    <a:pt x="52" y="2002"/>
                  </a:cubicBezTo>
                  <a:cubicBezTo>
                    <a:pt x="61" y="2037"/>
                    <a:pt x="52" y="2097"/>
                    <a:pt x="44" y="2131"/>
                  </a:cubicBezTo>
                  <a:cubicBezTo>
                    <a:pt x="35" y="2174"/>
                    <a:pt x="9" y="2226"/>
                    <a:pt x="1" y="2286"/>
                  </a:cubicBezTo>
                  <a:cubicBezTo>
                    <a:pt x="1" y="2320"/>
                    <a:pt x="9" y="2354"/>
                    <a:pt x="9" y="2397"/>
                  </a:cubicBezTo>
                  <a:cubicBezTo>
                    <a:pt x="26" y="2458"/>
                    <a:pt x="52" y="2501"/>
                    <a:pt x="78" y="2552"/>
                  </a:cubicBezTo>
                  <a:cubicBezTo>
                    <a:pt x="104" y="2612"/>
                    <a:pt x="69" y="2647"/>
                    <a:pt x="61" y="2707"/>
                  </a:cubicBezTo>
                  <a:cubicBezTo>
                    <a:pt x="52" y="2767"/>
                    <a:pt x="61" y="2836"/>
                    <a:pt x="69" y="2887"/>
                  </a:cubicBezTo>
                  <a:cubicBezTo>
                    <a:pt x="95" y="2982"/>
                    <a:pt x="138" y="3076"/>
                    <a:pt x="215" y="3136"/>
                  </a:cubicBezTo>
                  <a:cubicBezTo>
                    <a:pt x="233" y="3153"/>
                    <a:pt x="250" y="3171"/>
                    <a:pt x="267" y="3188"/>
                  </a:cubicBezTo>
                  <a:cubicBezTo>
                    <a:pt x="258" y="3171"/>
                    <a:pt x="258" y="3162"/>
                    <a:pt x="250" y="3145"/>
                  </a:cubicBezTo>
                  <a:cubicBezTo>
                    <a:pt x="241" y="3110"/>
                    <a:pt x="224" y="3076"/>
                    <a:pt x="215" y="3042"/>
                  </a:cubicBezTo>
                  <a:cubicBezTo>
                    <a:pt x="207" y="3016"/>
                    <a:pt x="207" y="2990"/>
                    <a:pt x="198" y="2964"/>
                  </a:cubicBezTo>
                  <a:cubicBezTo>
                    <a:pt x="198" y="2956"/>
                    <a:pt x="181" y="2939"/>
                    <a:pt x="181" y="2921"/>
                  </a:cubicBezTo>
                  <a:lnTo>
                    <a:pt x="198" y="2879"/>
                  </a:lnTo>
                  <a:cubicBezTo>
                    <a:pt x="250" y="2732"/>
                    <a:pt x="181" y="2586"/>
                    <a:pt x="181" y="2440"/>
                  </a:cubicBezTo>
                  <a:cubicBezTo>
                    <a:pt x="181" y="2354"/>
                    <a:pt x="198" y="2277"/>
                    <a:pt x="207" y="2200"/>
                  </a:cubicBezTo>
                  <a:cubicBezTo>
                    <a:pt x="207" y="2183"/>
                    <a:pt x="207" y="2157"/>
                    <a:pt x="207" y="2148"/>
                  </a:cubicBezTo>
                  <a:cubicBezTo>
                    <a:pt x="207" y="2140"/>
                    <a:pt x="215" y="2140"/>
                    <a:pt x="215" y="2122"/>
                  </a:cubicBezTo>
                  <a:lnTo>
                    <a:pt x="198" y="2114"/>
                  </a:lnTo>
                  <a:cubicBezTo>
                    <a:pt x="181" y="2071"/>
                    <a:pt x="181" y="2019"/>
                    <a:pt x="181" y="1976"/>
                  </a:cubicBezTo>
                  <a:cubicBezTo>
                    <a:pt x="164" y="1891"/>
                    <a:pt x="173" y="1796"/>
                    <a:pt x="233" y="1727"/>
                  </a:cubicBezTo>
                  <a:cubicBezTo>
                    <a:pt x="241" y="1710"/>
                    <a:pt x="250" y="1702"/>
                    <a:pt x="258" y="1684"/>
                  </a:cubicBezTo>
                  <a:cubicBezTo>
                    <a:pt x="258" y="1659"/>
                    <a:pt x="250" y="1641"/>
                    <a:pt x="250" y="1616"/>
                  </a:cubicBezTo>
                  <a:cubicBezTo>
                    <a:pt x="250" y="1598"/>
                    <a:pt x="250" y="1573"/>
                    <a:pt x="250" y="1547"/>
                  </a:cubicBezTo>
                  <a:cubicBezTo>
                    <a:pt x="258" y="1521"/>
                    <a:pt x="293" y="1495"/>
                    <a:pt x="301" y="1470"/>
                  </a:cubicBezTo>
                  <a:cubicBezTo>
                    <a:pt x="344" y="1418"/>
                    <a:pt x="405" y="1392"/>
                    <a:pt x="456" y="1349"/>
                  </a:cubicBezTo>
                  <a:cubicBezTo>
                    <a:pt x="465" y="1332"/>
                    <a:pt x="473" y="1323"/>
                    <a:pt x="482" y="1306"/>
                  </a:cubicBezTo>
                  <a:cubicBezTo>
                    <a:pt x="499" y="1289"/>
                    <a:pt x="490" y="1281"/>
                    <a:pt x="499" y="1255"/>
                  </a:cubicBezTo>
                  <a:cubicBezTo>
                    <a:pt x="499" y="1220"/>
                    <a:pt x="533" y="1195"/>
                    <a:pt x="559" y="1169"/>
                  </a:cubicBezTo>
                  <a:cubicBezTo>
                    <a:pt x="602" y="1134"/>
                    <a:pt x="636" y="1126"/>
                    <a:pt x="688" y="1126"/>
                  </a:cubicBezTo>
                  <a:cubicBezTo>
                    <a:pt x="697" y="1057"/>
                    <a:pt x="731" y="988"/>
                    <a:pt x="765" y="928"/>
                  </a:cubicBezTo>
                  <a:cubicBezTo>
                    <a:pt x="791" y="868"/>
                    <a:pt x="808" y="808"/>
                    <a:pt x="817" y="739"/>
                  </a:cubicBezTo>
                  <a:cubicBezTo>
                    <a:pt x="817" y="713"/>
                    <a:pt x="808" y="688"/>
                    <a:pt x="825" y="662"/>
                  </a:cubicBezTo>
                  <a:lnTo>
                    <a:pt x="825" y="645"/>
                  </a:lnTo>
                  <a:cubicBezTo>
                    <a:pt x="843" y="636"/>
                    <a:pt x="860" y="628"/>
                    <a:pt x="877" y="628"/>
                  </a:cubicBezTo>
                  <a:cubicBezTo>
                    <a:pt x="894" y="619"/>
                    <a:pt x="911" y="610"/>
                    <a:pt x="929" y="602"/>
                  </a:cubicBezTo>
                  <a:cubicBezTo>
                    <a:pt x="940" y="602"/>
                    <a:pt x="955" y="606"/>
                    <a:pt x="969" y="606"/>
                  </a:cubicBezTo>
                  <a:cubicBezTo>
                    <a:pt x="976" y="606"/>
                    <a:pt x="983" y="605"/>
                    <a:pt x="989" y="602"/>
                  </a:cubicBezTo>
                  <a:cubicBezTo>
                    <a:pt x="1006" y="593"/>
                    <a:pt x="1014" y="585"/>
                    <a:pt x="1023" y="576"/>
                  </a:cubicBezTo>
                  <a:cubicBezTo>
                    <a:pt x="1049" y="550"/>
                    <a:pt x="1075" y="542"/>
                    <a:pt x="1092" y="516"/>
                  </a:cubicBezTo>
                  <a:cubicBezTo>
                    <a:pt x="1118" y="490"/>
                    <a:pt x="1143" y="456"/>
                    <a:pt x="1161" y="430"/>
                  </a:cubicBezTo>
                  <a:cubicBezTo>
                    <a:pt x="1169" y="404"/>
                    <a:pt x="1178" y="387"/>
                    <a:pt x="1195" y="378"/>
                  </a:cubicBezTo>
                  <a:cubicBezTo>
                    <a:pt x="1212" y="361"/>
                    <a:pt x="1246" y="353"/>
                    <a:pt x="1272" y="353"/>
                  </a:cubicBezTo>
                  <a:cubicBezTo>
                    <a:pt x="1307" y="344"/>
                    <a:pt x="1332" y="335"/>
                    <a:pt x="1367" y="327"/>
                  </a:cubicBezTo>
                  <a:cubicBezTo>
                    <a:pt x="1410" y="310"/>
                    <a:pt x="1470" y="310"/>
                    <a:pt x="1496" y="267"/>
                  </a:cubicBezTo>
                  <a:cubicBezTo>
                    <a:pt x="1503" y="263"/>
                    <a:pt x="1516" y="261"/>
                    <a:pt x="1538" y="261"/>
                  </a:cubicBezTo>
                  <a:cubicBezTo>
                    <a:pt x="1570" y="261"/>
                    <a:pt x="1621" y="265"/>
                    <a:pt x="1702" y="275"/>
                  </a:cubicBezTo>
                  <a:cubicBezTo>
                    <a:pt x="1736" y="275"/>
                    <a:pt x="1994" y="301"/>
                    <a:pt x="2028" y="301"/>
                  </a:cubicBezTo>
                  <a:lnTo>
                    <a:pt x="2071" y="301"/>
                  </a:lnTo>
                  <a:cubicBezTo>
                    <a:pt x="2088" y="301"/>
                    <a:pt x="2106" y="293"/>
                    <a:pt x="2114" y="293"/>
                  </a:cubicBezTo>
                  <a:cubicBezTo>
                    <a:pt x="2131" y="301"/>
                    <a:pt x="2140" y="310"/>
                    <a:pt x="2149" y="318"/>
                  </a:cubicBezTo>
                  <a:cubicBezTo>
                    <a:pt x="2174" y="344"/>
                    <a:pt x="2200" y="378"/>
                    <a:pt x="2234" y="387"/>
                  </a:cubicBezTo>
                  <a:cubicBezTo>
                    <a:pt x="2277" y="404"/>
                    <a:pt x="2329" y="421"/>
                    <a:pt x="2372" y="421"/>
                  </a:cubicBezTo>
                  <a:cubicBezTo>
                    <a:pt x="2406" y="421"/>
                    <a:pt x="2441" y="396"/>
                    <a:pt x="2466" y="378"/>
                  </a:cubicBezTo>
                  <a:cubicBezTo>
                    <a:pt x="2484" y="370"/>
                    <a:pt x="2501" y="353"/>
                    <a:pt x="2518" y="353"/>
                  </a:cubicBezTo>
                  <a:lnTo>
                    <a:pt x="2544" y="370"/>
                  </a:lnTo>
                  <a:cubicBezTo>
                    <a:pt x="2561" y="387"/>
                    <a:pt x="2570" y="387"/>
                    <a:pt x="2587" y="396"/>
                  </a:cubicBezTo>
                  <a:cubicBezTo>
                    <a:pt x="2621" y="413"/>
                    <a:pt x="2655" y="430"/>
                    <a:pt x="2690" y="439"/>
                  </a:cubicBezTo>
                  <a:cubicBezTo>
                    <a:pt x="2724" y="447"/>
                    <a:pt x="2767" y="447"/>
                    <a:pt x="2793" y="464"/>
                  </a:cubicBezTo>
                  <a:lnTo>
                    <a:pt x="2819" y="490"/>
                  </a:lnTo>
                  <a:cubicBezTo>
                    <a:pt x="2836" y="499"/>
                    <a:pt x="2853" y="499"/>
                    <a:pt x="2870" y="507"/>
                  </a:cubicBezTo>
                  <a:cubicBezTo>
                    <a:pt x="2896" y="516"/>
                    <a:pt x="2913" y="524"/>
                    <a:pt x="2930" y="542"/>
                  </a:cubicBezTo>
                  <a:cubicBezTo>
                    <a:pt x="2956" y="550"/>
                    <a:pt x="2991" y="559"/>
                    <a:pt x="3008" y="567"/>
                  </a:cubicBezTo>
                  <a:cubicBezTo>
                    <a:pt x="3042" y="585"/>
                    <a:pt x="3068" y="610"/>
                    <a:pt x="3085" y="636"/>
                  </a:cubicBezTo>
                  <a:cubicBezTo>
                    <a:pt x="3102" y="653"/>
                    <a:pt x="3119" y="662"/>
                    <a:pt x="3137" y="679"/>
                  </a:cubicBezTo>
                  <a:cubicBezTo>
                    <a:pt x="3137" y="653"/>
                    <a:pt x="3137" y="628"/>
                    <a:pt x="3119" y="602"/>
                  </a:cubicBezTo>
                  <a:cubicBezTo>
                    <a:pt x="3094" y="567"/>
                    <a:pt x="3059" y="542"/>
                    <a:pt x="3033" y="499"/>
                  </a:cubicBezTo>
                  <a:cubicBezTo>
                    <a:pt x="3016" y="447"/>
                    <a:pt x="2991" y="421"/>
                    <a:pt x="2948" y="387"/>
                  </a:cubicBezTo>
                  <a:cubicBezTo>
                    <a:pt x="2862" y="335"/>
                    <a:pt x="2784" y="284"/>
                    <a:pt x="2698" y="232"/>
                  </a:cubicBezTo>
                  <a:cubicBezTo>
                    <a:pt x="2655" y="207"/>
                    <a:pt x="2621" y="215"/>
                    <a:pt x="2578" y="198"/>
                  </a:cubicBezTo>
                  <a:cubicBezTo>
                    <a:pt x="2544" y="189"/>
                    <a:pt x="2484" y="146"/>
                    <a:pt x="2466" y="146"/>
                  </a:cubicBezTo>
                  <a:cubicBezTo>
                    <a:pt x="2453" y="151"/>
                    <a:pt x="2440" y="153"/>
                    <a:pt x="2428" y="153"/>
                  </a:cubicBezTo>
                  <a:cubicBezTo>
                    <a:pt x="2393" y="153"/>
                    <a:pt x="2363" y="135"/>
                    <a:pt x="2338" y="104"/>
                  </a:cubicBezTo>
                  <a:cubicBezTo>
                    <a:pt x="2303" y="78"/>
                    <a:pt x="2286" y="52"/>
                    <a:pt x="2243" y="35"/>
                  </a:cubicBezTo>
                  <a:cubicBezTo>
                    <a:pt x="2229" y="32"/>
                    <a:pt x="2213" y="31"/>
                    <a:pt x="2196" y="31"/>
                  </a:cubicBezTo>
                  <a:cubicBezTo>
                    <a:pt x="2162" y="31"/>
                    <a:pt x="2126" y="35"/>
                    <a:pt x="2097" y="35"/>
                  </a:cubicBezTo>
                  <a:cubicBezTo>
                    <a:pt x="2071" y="26"/>
                    <a:pt x="2054" y="26"/>
                    <a:pt x="2028" y="26"/>
                  </a:cubicBezTo>
                  <a:lnTo>
                    <a:pt x="1994" y="2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3" name="Google Shape;2003;p19"/>
            <p:cNvSpPr/>
            <p:nvPr/>
          </p:nvSpPr>
          <p:spPr>
            <a:xfrm>
              <a:off x="5169575" y="1242175"/>
              <a:ext cx="56300" cy="26450"/>
            </a:xfrm>
            <a:custGeom>
              <a:avLst/>
              <a:gdLst/>
              <a:ahLst/>
              <a:cxnLst/>
              <a:rect l="l" t="t" r="r" b="b"/>
              <a:pathLst>
                <a:path w="2252" h="1058" extrusionOk="0">
                  <a:moveTo>
                    <a:pt x="66" y="502"/>
                  </a:moveTo>
                  <a:cubicBezTo>
                    <a:pt x="56" y="513"/>
                    <a:pt x="49" y="526"/>
                    <a:pt x="45" y="539"/>
                  </a:cubicBezTo>
                  <a:lnTo>
                    <a:pt x="45" y="539"/>
                  </a:lnTo>
                  <a:cubicBezTo>
                    <a:pt x="52" y="528"/>
                    <a:pt x="58" y="516"/>
                    <a:pt x="66" y="502"/>
                  </a:cubicBezTo>
                  <a:close/>
                  <a:moveTo>
                    <a:pt x="45" y="539"/>
                  </a:moveTo>
                  <a:cubicBezTo>
                    <a:pt x="42" y="543"/>
                    <a:pt x="38" y="547"/>
                    <a:pt x="35" y="551"/>
                  </a:cubicBezTo>
                  <a:cubicBezTo>
                    <a:pt x="35" y="551"/>
                    <a:pt x="35" y="551"/>
                    <a:pt x="35" y="551"/>
                  </a:cubicBezTo>
                  <a:lnTo>
                    <a:pt x="35" y="551"/>
                  </a:lnTo>
                  <a:cubicBezTo>
                    <a:pt x="38" y="548"/>
                    <a:pt x="41" y="545"/>
                    <a:pt x="44" y="542"/>
                  </a:cubicBezTo>
                  <a:cubicBezTo>
                    <a:pt x="44" y="541"/>
                    <a:pt x="44" y="540"/>
                    <a:pt x="45" y="539"/>
                  </a:cubicBezTo>
                  <a:close/>
                  <a:moveTo>
                    <a:pt x="35" y="551"/>
                  </a:moveTo>
                  <a:lnTo>
                    <a:pt x="35" y="551"/>
                  </a:lnTo>
                  <a:cubicBezTo>
                    <a:pt x="19" y="568"/>
                    <a:pt x="1" y="589"/>
                    <a:pt x="1" y="611"/>
                  </a:cubicBezTo>
                  <a:cubicBezTo>
                    <a:pt x="1" y="594"/>
                    <a:pt x="26" y="568"/>
                    <a:pt x="35" y="551"/>
                  </a:cubicBezTo>
                  <a:close/>
                  <a:moveTo>
                    <a:pt x="1066" y="1"/>
                  </a:moveTo>
                  <a:cubicBezTo>
                    <a:pt x="1040" y="1"/>
                    <a:pt x="1014" y="9"/>
                    <a:pt x="997" y="9"/>
                  </a:cubicBezTo>
                  <a:cubicBezTo>
                    <a:pt x="980" y="14"/>
                    <a:pt x="965" y="14"/>
                    <a:pt x="951" y="14"/>
                  </a:cubicBezTo>
                  <a:cubicBezTo>
                    <a:pt x="937" y="14"/>
                    <a:pt x="924" y="14"/>
                    <a:pt x="911" y="18"/>
                  </a:cubicBezTo>
                  <a:cubicBezTo>
                    <a:pt x="894" y="18"/>
                    <a:pt x="868" y="18"/>
                    <a:pt x="860" y="27"/>
                  </a:cubicBezTo>
                  <a:cubicBezTo>
                    <a:pt x="825" y="44"/>
                    <a:pt x="817" y="61"/>
                    <a:pt x="782" y="70"/>
                  </a:cubicBezTo>
                  <a:cubicBezTo>
                    <a:pt x="714" y="87"/>
                    <a:pt x="654" y="95"/>
                    <a:pt x="585" y="104"/>
                  </a:cubicBezTo>
                  <a:cubicBezTo>
                    <a:pt x="559" y="104"/>
                    <a:pt x="525" y="121"/>
                    <a:pt x="499" y="138"/>
                  </a:cubicBezTo>
                  <a:cubicBezTo>
                    <a:pt x="482" y="147"/>
                    <a:pt x="490" y="164"/>
                    <a:pt x="482" y="173"/>
                  </a:cubicBezTo>
                  <a:cubicBezTo>
                    <a:pt x="473" y="216"/>
                    <a:pt x="430" y="233"/>
                    <a:pt x="396" y="259"/>
                  </a:cubicBezTo>
                  <a:cubicBezTo>
                    <a:pt x="353" y="284"/>
                    <a:pt x="310" y="319"/>
                    <a:pt x="258" y="345"/>
                  </a:cubicBezTo>
                  <a:cubicBezTo>
                    <a:pt x="190" y="370"/>
                    <a:pt x="112" y="422"/>
                    <a:pt x="78" y="482"/>
                  </a:cubicBezTo>
                  <a:cubicBezTo>
                    <a:pt x="73" y="489"/>
                    <a:pt x="70" y="495"/>
                    <a:pt x="66" y="502"/>
                  </a:cubicBezTo>
                  <a:lnTo>
                    <a:pt x="66" y="502"/>
                  </a:lnTo>
                  <a:cubicBezTo>
                    <a:pt x="74" y="493"/>
                    <a:pt x="84" y="486"/>
                    <a:pt x="95" y="482"/>
                  </a:cubicBezTo>
                  <a:cubicBezTo>
                    <a:pt x="104" y="473"/>
                    <a:pt x="121" y="465"/>
                    <a:pt x="138" y="456"/>
                  </a:cubicBezTo>
                  <a:cubicBezTo>
                    <a:pt x="172" y="448"/>
                    <a:pt x="207" y="448"/>
                    <a:pt x="233" y="439"/>
                  </a:cubicBezTo>
                  <a:cubicBezTo>
                    <a:pt x="276" y="422"/>
                    <a:pt x="310" y="405"/>
                    <a:pt x="336" y="388"/>
                  </a:cubicBezTo>
                  <a:cubicBezTo>
                    <a:pt x="344" y="379"/>
                    <a:pt x="355" y="377"/>
                    <a:pt x="366" y="377"/>
                  </a:cubicBezTo>
                  <a:cubicBezTo>
                    <a:pt x="376" y="377"/>
                    <a:pt x="387" y="379"/>
                    <a:pt x="396" y="379"/>
                  </a:cubicBezTo>
                  <a:cubicBezTo>
                    <a:pt x="422" y="379"/>
                    <a:pt x="439" y="379"/>
                    <a:pt x="465" y="370"/>
                  </a:cubicBezTo>
                  <a:cubicBezTo>
                    <a:pt x="482" y="362"/>
                    <a:pt x="507" y="362"/>
                    <a:pt x="525" y="353"/>
                  </a:cubicBezTo>
                  <a:cubicBezTo>
                    <a:pt x="533" y="345"/>
                    <a:pt x="542" y="336"/>
                    <a:pt x="559" y="336"/>
                  </a:cubicBezTo>
                  <a:lnTo>
                    <a:pt x="593" y="336"/>
                  </a:lnTo>
                  <a:cubicBezTo>
                    <a:pt x="611" y="327"/>
                    <a:pt x="619" y="319"/>
                    <a:pt x="628" y="319"/>
                  </a:cubicBezTo>
                  <a:cubicBezTo>
                    <a:pt x="645" y="310"/>
                    <a:pt x="662" y="310"/>
                    <a:pt x="679" y="302"/>
                  </a:cubicBezTo>
                  <a:lnTo>
                    <a:pt x="705" y="293"/>
                  </a:lnTo>
                  <a:cubicBezTo>
                    <a:pt x="731" y="284"/>
                    <a:pt x="757" y="284"/>
                    <a:pt x="782" y="276"/>
                  </a:cubicBezTo>
                  <a:cubicBezTo>
                    <a:pt x="800" y="267"/>
                    <a:pt x="817" y="267"/>
                    <a:pt x="834" y="267"/>
                  </a:cubicBezTo>
                  <a:cubicBezTo>
                    <a:pt x="843" y="267"/>
                    <a:pt x="860" y="259"/>
                    <a:pt x="868" y="250"/>
                  </a:cubicBezTo>
                  <a:lnTo>
                    <a:pt x="911" y="259"/>
                  </a:lnTo>
                  <a:lnTo>
                    <a:pt x="937" y="276"/>
                  </a:lnTo>
                  <a:cubicBezTo>
                    <a:pt x="963" y="293"/>
                    <a:pt x="989" y="302"/>
                    <a:pt x="1014" y="310"/>
                  </a:cubicBezTo>
                  <a:cubicBezTo>
                    <a:pt x="1032" y="310"/>
                    <a:pt x="1057" y="327"/>
                    <a:pt x="1075" y="327"/>
                  </a:cubicBezTo>
                  <a:lnTo>
                    <a:pt x="1117" y="319"/>
                  </a:lnTo>
                  <a:lnTo>
                    <a:pt x="1169" y="302"/>
                  </a:lnTo>
                  <a:lnTo>
                    <a:pt x="1186" y="293"/>
                  </a:lnTo>
                  <a:cubicBezTo>
                    <a:pt x="1190" y="291"/>
                    <a:pt x="1193" y="291"/>
                    <a:pt x="1197" y="291"/>
                  </a:cubicBezTo>
                  <a:cubicBezTo>
                    <a:pt x="1214" y="291"/>
                    <a:pt x="1234" y="302"/>
                    <a:pt x="1255" y="302"/>
                  </a:cubicBezTo>
                  <a:cubicBezTo>
                    <a:pt x="1315" y="310"/>
                    <a:pt x="1375" y="336"/>
                    <a:pt x="1444" y="353"/>
                  </a:cubicBezTo>
                  <a:cubicBezTo>
                    <a:pt x="1504" y="362"/>
                    <a:pt x="1573" y="396"/>
                    <a:pt x="1616" y="430"/>
                  </a:cubicBezTo>
                  <a:cubicBezTo>
                    <a:pt x="1650" y="448"/>
                    <a:pt x="1676" y="482"/>
                    <a:pt x="1710" y="499"/>
                  </a:cubicBezTo>
                  <a:cubicBezTo>
                    <a:pt x="1727" y="508"/>
                    <a:pt x="1745" y="516"/>
                    <a:pt x="1762" y="525"/>
                  </a:cubicBezTo>
                  <a:cubicBezTo>
                    <a:pt x="1796" y="534"/>
                    <a:pt x="1831" y="559"/>
                    <a:pt x="1856" y="585"/>
                  </a:cubicBezTo>
                  <a:cubicBezTo>
                    <a:pt x="1891" y="611"/>
                    <a:pt x="1908" y="637"/>
                    <a:pt x="1925" y="671"/>
                  </a:cubicBezTo>
                  <a:cubicBezTo>
                    <a:pt x="1934" y="688"/>
                    <a:pt x="1934" y="714"/>
                    <a:pt x="1942" y="723"/>
                  </a:cubicBezTo>
                  <a:cubicBezTo>
                    <a:pt x="1968" y="748"/>
                    <a:pt x="2002" y="766"/>
                    <a:pt x="2020" y="791"/>
                  </a:cubicBezTo>
                  <a:cubicBezTo>
                    <a:pt x="2045" y="808"/>
                    <a:pt x="2071" y="834"/>
                    <a:pt x="2088" y="869"/>
                  </a:cubicBezTo>
                  <a:cubicBezTo>
                    <a:pt x="2114" y="894"/>
                    <a:pt x="2123" y="937"/>
                    <a:pt x="2157" y="955"/>
                  </a:cubicBezTo>
                  <a:cubicBezTo>
                    <a:pt x="2183" y="972"/>
                    <a:pt x="2217" y="997"/>
                    <a:pt x="2234" y="1023"/>
                  </a:cubicBezTo>
                  <a:lnTo>
                    <a:pt x="2252" y="1058"/>
                  </a:lnTo>
                  <a:cubicBezTo>
                    <a:pt x="2252" y="1032"/>
                    <a:pt x="2234" y="1015"/>
                    <a:pt x="2226" y="997"/>
                  </a:cubicBezTo>
                  <a:cubicBezTo>
                    <a:pt x="2217" y="980"/>
                    <a:pt x="2209" y="972"/>
                    <a:pt x="2209" y="963"/>
                  </a:cubicBezTo>
                  <a:cubicBezTo>
                    <a:pt x="2209" y="937"/>
                    <a:pt x="2217" y="920"/>
                    <a:pt x="2209" y="903"/>
                  </a:cubicBezTo>
                  <a:cubicBezTo>
                    <a:pt x="2200" y="877"/>
                    <a:pt x="2191" y="860"/>
                    <a:pt x="2183" y="834"/>
                  </a:cubicBezTo>
                  <a:cubicBezTo>
                    <a:pt x="2174" y="817"/>
                    <a:pt x="2166" y="791"/>
                    <a:pt x="2157" y="774"/>
                  </a:cubicBezTo>
                  <a:cubicBezTo>
                    <a:pt x="2148" y="757"/>
                    <a:pt x="2140" y="731"/>
                    <a:pt x="2131" y="714"/>
                  </a:cubicBezTo>
                  <a:cubicBezTo>
                    <a:pt x="2114" y="680"/>
                    <a:pt x="2114" y="654"/>
                    <a:pt x="2097" y="619"/>
                  </a:cubicBezTo>
                  <a:cubicBezTo>
                    <a:pt x="2088" y="602"/>
                    <a:pt x="2063" y="568"/>
                    <a:pt x="2045" y="542"/>
                  </a:cubicBezTo>
                  <a:cubicBezTo>
                    <a:pt x="2037" y="534"/>
                    <a:pt x="2020" y="525"/>
                    <a:pt x="2002" y="516"/>
                  </a:cubicBezTo>
                  <a:cubicBezTo>
                    <a:pt x="1977" y="499"/>
                    <a:pt x="1959" y="473"/>
                    <a:pt x="1942" y="456"/>
                  </a:cubicBezTo>
                  <a:lnTo>
                    <a:pt x="1934" y="422"/>
                  </a:lnTo>
                  <a:cubicBezTo>
                    <a:pt x="1925" y="405"/>
                    <a:pt x="1908" y="396"/>
                    <a:pt x="1891" y="388"/>
                  </a:cubicBezTo>
                  <a:cubicBezTo>
                    <a:pt x="1874" y="370"/>
                    <a:pt x="1874" y="353"/>
                    <a:pt x="1856" y="327"/>
                  </a:cubicBezTo>
                  <a:cubicBezTo>
                    <a:pt x="1839" y="293"/>
                    <a:pt x="1822" y="250"/>
                    <a:pt x="1788" y="216"/>
                  </a:cubicBezTo>
                  <a:cubicBezTo>
                    <a:pt x="1770" y="198"/>
                    <a:pt x="1745" y="190"/>
                    <a:pt x="1727" y="181"/>
                  </a:cubicBezTo>
                  <a:cubicBezTo>
                    <a:pt x="1710" y="173"/>
                    <a:pt x="1693" y="164"/>
                    <a:pt x="1684" y="156"/>
                  </a:cubicBezTo>
                  <a:lnTo>
                    <a:pt x="1650" y="156"/>
                  </a:lnTo>
                  <a:lnTo>
                    <a:pt x="1616" y="147"/>
                  </a:lnTo>
                  <a:cubicBezTo>
                    <a:pt x="1581" y="147"/>
                    <a:pt x="1547" y="147"/>
                    <a:pt x="1521" y="138"/>
                  </a:cubicBezTo>
                  <a:cubicBezTo>
                    <a:pt x="1487" y="130"/>
                    <a:pt x="1453" y="130"/>
                    <a:pt x="1427" y="104"/>
                  </a:cubicBezTo>
                  <a:cubicBezTo>
                    <a:pt x="1410" y="87"/>
                    <a:pt x="1401" y="78"/>
                    <a:pt x="1375" y="70"/>
                  </a:cubicBezTo>
                  <a:cubicBezTo>
                    <a:pt x="1349" y="52"/>
                    <a:pt x="1324" y="35"/>
                    <a:pt x="1298" y="27"/>
                  </a:cubicBezTo>
                  <a:cubicBezTo>
                    <a:pt x="1264" y="9"/>
                    <a:pt x="1221" y="9"/>
                    <a:pt x="117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4" name="Google Shape;2004;p19"/>
            <p:cNvSpPr/>
            <p:nvPr/>
          </p:nvSpPr>
          <p:spPr>
            <a:xfrm>
              <a:off x="5157250" y="1266250"/>
              <a:ext cx="45425" cy="58950"/>
            </a:xfrm>
            <a:custGeom>
              <a:avLst/>
              <a:gdLst/>
              <a:ahLst/>
              <a:cxnLst/>
              <a:rect l="l" t="t" r="r" b="b"/>
              <a:pathLst>
                <a:path w="1817" h="2358" extrusionOk="0">
                  <a:moveTo>
                    <a:pt x="390" y="0"/>
                  </a:moveTo>
                  <a:cubicBezTo>
                    <a:pt x="373" y="17"/>
                    <a:pt x="356" y="43"/>
                    <a:pt x="348" y="69"/>
                  </a:cubicBezTo>
                  <a:cubicBezTo>
                    <a:pt x="339" y="95"/>
                    <a:pt x="322" y="129"/>
                    <a:pt x="305" y="155"/>
                  </a:cubicBezTo>
                  <a:cubicBezTo>
                    <a:pt x="270" y="206"/>
                    <a:pt x="201" y="258"/>
                    <a:pt x="150" y="301"/>
                  </a:cubicBezTo>
                  <a:cubicBezTo>
                    <a:pt x="98" y="344"/>
                    <a:pt x="64" y="395"/>
                    <a:pt x="47" y="455"/>
                  </a:cubicBezTo>
                  <a:cubicBezTo>
                    <a:pt x="38" y="498"/>
                    <a:pt x="12" y="541"/>
                    <a:pt x="12" y="584"/>
                  </a:cubicBezTo>
                  <a:cubicBezTo>
                    <a:pt x="12" y="619"/>
                    <a:pt x="21" y="644"/>
                    <a:pt x="21" y="670"/>
                  </a:cubicBezTo>
                  <a:cubicBezTo>
                    <a:pt x="12" y="687"/>
                    <a:pt x="12" y="713"/>
                    <a:pt x="12" y="730"/>
                  </a:cubicBezTo>
                  <a:cubicBezTo>
                    <a:pt x="12" y="756"/>
                    <a:pt x="4" y="791"/>
                    <a:pt x="21" y="816"/>
                  </a:cubicBezTo>
                  <a:cubicBezTo>
                    <a:pt x="21" y="833"/>
                    <a:pt x="38" y="851"/>
                    <a:pt x="38" y="868"/>
                  </a:cubicBezTo>
                  <a:cubicBezTo>
                    <a:pt x="38" y="885"/>
                    <a:pt x="38" y="902"/>
                    <a:pt x="38" y="911"/>
                  </a:cubicBezTo>
                  <a:cubicBezTo>
                    <a:pt x="25" y="905"/>
                    <a:pt x="17" y="903"/>
                    <a:pt x="12" y="903"/>
                  </a:cubicBezTo>
                  <a:cubicBezTo>
                    <a:pt x="1" y="903"/>
                    <a:pt x="7" y="913"/>
                    <a:pt x="12" y="919"/>
                  </a:cubicBezTo>
                  <a:cubicBezTo>
                    <a:pt x="12" y="945"/>
                    <a:pt x="21" y="971"/>
                    <a:pt x="30" y="997"/>
                  </a:cubicBezTo>
                  <a:cubicBezTo>
                    <a:pt x="47" y="1040"/>
                    <a:pt x="55" y="1083"/>
                    <a:pt x="73" y="1134"/>
                  </a:cubicBezTo>
                  <a:cubicBezTo>
                    <a:pt x="81" y="1169"/>
                    <a:pt x="98" y="1194"/>
                    <a:pt x="116" y="1229"/>
                  </a:cubicBezTo>
                  <a:cubicBezTo>
                    <a:pt x="141" y="1272"/>
                    <a:pt x="159" y="1323"/>
                    <a:pt x="176" y="1375"/>
                  </a:cubicBezTo>
                  <a:cubicBezTo>
                    <a:pt x="184" y="1409"/>
                    <a:pt x="201" y="1435"/>
                    <a:pt x="219" y="1461"/>
                  </a:cubicBezTo>
                  <a:cubicBezTo>
                    <a:pt x="236" y="1486"/>
                    <a:pt x="262" y="1495"/>
                    <a:pt x="279" y="1521"/>
                  </a:cubicBezTo>
                  <a:cubicBezTo>
                    <a:pt x="305" y="1538"/>
                    <a:pt x="322" y="1572"/>
                    <a:pt x="348" y="1598"/>
                  </a:cubicBezTo>
                  <a:cubicBezTo>
                    <a:pt x="373" y="1632"/>
                    <a:pt x="390" y="1667"/>
                    <a:pt x="433" y="1693"/>
                  </a:cubicBezTo>
                  <a:cubicBezTo>
                    <a:pt x="468" y="1727"/>
                    <a:pt x="528" y="1761"/>
                    <a:pt x="545" y="1796"/>
                  </a:cubicBezTo>
                  <a:cubicBezTo>
                    <a:pt x="571" y="1830"/>
                    <a:pt x="588" y="1873"/>
                    <a:pt x="597" y="1907"/>
                  </a:cubicBezTo>
                  <a:cubicBezTo>
                    <a:pt x="597" y="1925"/>
                    <a:pt x="605" y="1942"/>
                    <a:pt x="614" y="1959"/>
                  </a:cubicBezTo>
                  <a:lnTo>
                    <a:pt x="631" y="2002"/>
                  </a:lnTo>
                  <a:lnTo>
                    <a:pt x="665" y="2028"/>
                  </a:lnTo>
                  <a:cubicBezTo>
                    <a:pt x="691" y="2045"/>
                    <a:pt x="708" y="2045"/>
                    <a:pt x="734" y="2062"/>
                  </a:cubicBezTo>
                  <a:cubicBezTo>
                    <a:pt x="769" y="2079"/>
                    <a:pt x="751" y="2114"/>
                    <a:pt x="777" y="2131"/>
                  </a:cubicBezTo>
                  <a:cubicBezTo>
                    <a:pt x="794" y="2139"/>
                    <a:pt x="803" y="2139"/>
                    <a:pt x="820" y="2139"/>
                  </a:cubicBezTo>
                  <a:lnTo>
                    <a:pt x="846" y="2157"/>
                  </a:lnTo>
                  <a:cubicBezTo>
                    <a:pt x="872" y="2174"/>
                    <a:pt x="906" y="2217"/>
                    <a:pt x="940" y="2225"/>
                  </a:cubicBezTo>
                  <a:cubicBezTo>
                    <a:pt x="975" y="2242"/>
                    <a:pt x="1026" y="2268"/>
                    <a:pt x="1061" y="2294"/>
                  </a:cubicBezTo>
                  <a:cubicBezTo>
                    <a:pt x="1064" y="2296"/>
                    <a:pt x="1070" y="2297"/>
                    <a:pt x="1076" y="2297"/>
                  </a:cubicBezTo>
                  <a:cubicBezTo>
                    <a:pt x="1095" y="2297"/>
                    <a:pt x="1121" y="2292"/>
                    <a:pt x="1139" y="2292"/>
                  </a:cubicBezTo>
                  <a:cubicBezTo>
                    <a:pt x="1146" y="2292"/>
                    <a:pt x="1151" y="2292"/>
                    <a:pt x="1155" y="2294"/>
                  </a:cubicBezTo>
                  <a:cubicBezTo>
                    <a:pt x="1172" y="2303"/>
                    <a:pt x="1189" y="2311"/>
                    <a:pt x="1198" y="2320"/>
                  </a:cubicBezTo>
                  <a:cubicBezTo>
                    <a:pt x="1216" y="2329"/>
                    <a:pt x="1235" y="2332"/>
                    <a:pt x="1253" y="2332"/>
                  </a:cubicBezTo>
                  <a:cubicBezTo>
                    <a:pt x="1279" y="2332"/>
                    <a:pt x="1306" y="2327"/>
                    <a:pt x="1334" y="2327"/>
                  </a:cubicBezTo>
                  <a:cubicBezTo>
                    <a:pt x="1343" y="2327"/>
                    <a:pt x="1352" y="2327"/>
                    <a:pt x="1361" y="2328"/>
                  </a:cubicBezTo>
                  <a:cubicBezTo>
                    <a:pt x="1404" y="2337"/>
                    <a:pt x="1439" y="2354"/>
                    <a:pt x="1482" y="2354"/>
                  </a:cubicBezTo>
                  <a:cubicBezTo>
                    <a:pt x="1487" y="2357"/>
                    <a:pt x="1492" y="2358"/>
                    <a:pt x="1497" y="2358"/>
                  </a:cubicBezTo>
                  <a:cubicBezTo>
                    <a:pt x="1509" y="2358"/>
                    <a:pt x="1521" y="2352"/>
                    <a:pt x="1533" y="2346"/>
                  </a:cubicBezTo>
                  <a:cubicBezTo>
                    <a:pt x="1568" y="2337"/>
                    <a:pt x="1593" y="2337"/>
                    <a:pt x="1619" y="2328"/>
                  </a:cubicBezTo>
                  <a:cubicBezTo>
                    <a:pt x="1636" y="2324"/>
                    <a:pt x="1651" y="2324"/>
                    <a:pt x="1665" y="2324"/>
                  </a:cubicBezTo>
                  <a:cubicBezTo>
                    <a:pt x="1679" y="2324"/>
                    <a:pt x="1692" y="2324"/>
                    <a:pt x="1705" y="2320"/>
                  </a:cubicBezTo>
                  <a:cubicBezTo>
                    <a:pt x="1731" y="2320"/>
                    <a:pt x="1817" y="2303"/>
                    <a:pt x="1817" y="2277"/>
                  </a:cubicBezTo>
                  <a:cubicBezTo>
                    <a:pt x="1774" y="2268"/>
                    <a:pt x="1722" y="2268"/>
                    <a:pt x="1679" y="2268"/>
                  </a:cubicBezTo>
                  <a:cubicBezTo>
                    <a:pt x="1645" y="2268"/>
                    <a:pt x="1621" y="2257"/>
                    <a:pt x="1591" y="2257"/>
                  </a:cubicBezTo>
                  <a:cubicBezTo>
                    <a:pt x="1584" y="2257"/>
                    <a:pt x="1576" y="2258"/>
                    <a:pt x="1568" y="2260"/>
                  </a:cubicBezTo>
                  <a:cubicBezTo>
                    <a:pt x="1547" y="2260"/>
                    <a:pt x="1532" y="2271"/>
                    <a:pt x="1513" y="2271"/>
                  </a:cubicBezTo>
                  <a:cubicBezTo>
                    <a:pt x="1509" y="2271"/>
                    <a:pt x="1504" y="2270"/>
                    <a:pt x="1499" y="2268"/>
                  </a:cubicBezTo>
                  <a:cubicBezTo>
                    <a:pt x="1482" y="2268"/>
                    <a:pt x="1464" y="2260"/>
                    <a:pt x="1447" y="2251"/>
                  </a:cubicBezTo>
                  <a:lnTo>
                    <a:pt x="1413" y="2251"/>
                  </a:lnTo>
                  <a:lnTo>
                    <a:pt x="1387" y="2242"/>
                  </a:lnTo>
                  <a:cubicBezTo>
                    <a:pt x="1361" y="2234"/>
                    <a:pt x="1353" y="2234"/>
                    <a:pt x="1336" y="2217"/>
                  </a:cubicBezTo>
                  <a:cubicBezTo>
                    <a:pt x="1310" y="2208"/>
                    <a:pt x="1275" y="2191"/>
                    <a:pt x="1241" y="2182"/>
                  </a:cubicBezTo>
                  <a:cubicBezTo>
                    <a:pt x="1207" y="2174"/>
                    <a:pt x="1172" y="2157"/>
                    <a:pt x="1138" y="2139"/>
                  </a:cubicBezTo>
                  <a:cubicBezTo>
                    <a:pt x="1104" y="2122"/>
                    <a:pt x="1069" y="2105"/>
                    <a:pt x="1035" y="2088"/>
                  </a:cubicBezTo>
                  <a:cubicBezTo>
                    <a:pt x="1000" y="2079"/>
                    <a:pt x="966" y="2053"/>
                    <a:pt x="932" y="2028"/>
                  </a:cubicBezTo>
                  <a:cubicBezTo>
                    <a:pt x="889" y="2011"/>
                    <a:pt x="863" y="1993"/>
                    <a:pt x="829" y="1968"/>
                  </a:cubicBezTo>
                  <a:cubicBezTo>
                    <a:pt x="811" y="1950"/>
                    <a:pt x="794" y="1942"/>
                    <a:pt x="786" y="1933"/>
                  </a:cubicBezTo>
                  <a:cubicBezTo>
                    <a:pt x="769" y="1907"/>
                    <a:pt x="760" y="1882"/>
                    <a:pt x="743" y="1856"/>
                  </a:cubicBezTo>
                  <a:cubicBezTo>
                    <a:pt x="717" y="1822"/>
                    <a:pt x="683" y="1787"/>
                    <a:pt x="657" y="1744"/>
                  </a:cubicBezTo>
                  <a:cubicBezTo>
                    <a:pt x="640" y="1718"/>
                    <a:pt x="605" y="1684"/>
                    <a:pt x="579" y="1658"/>
                  </a:cubicBezTo>
                  <a:cubicBezTo>
                    <a:pt x="554" y="1615"/>
                    <a:pt x="528" y="1572"/>
                    <a:pt x="511" y="1529"/>
                  </a:cubicBezTo>
                  <a:cubicBezTo>
                    <a:pt x="485" y="1486"/>
                    <a:pt x="476" y="1443"/>
                    <a:pt x="459" y="1401"/>
                  </a:cubicBezTo>
                  <a:cubicBezTo>
                    <a:pt x="442" y="1383"/>
                    <a:pt x="442" y="1375"/>
                    <a:pt x="433" y="1349"/>
                  </a:cubicBezTo>
                  <a:lnTo>
                    <a:pt x="433" y="1323"/>
                  </a:lnTo>
                  <a:lnTo>
                    <a:pt x="433" y="1289"/>
                  </a:lnTo>
                  <a:cubicBezTo>
                    <a:pt x="416" y="1220"/>
                    <a:pt x="390" y="1151"/>
                    <a:pt x="365" y="1083"/>
                  </a:cubicBezTo>
                  <a:cubicBezTo>
                    <a:pt x="356" y="1048"/>
                    <a:pt x="365" y="1023"/>
                    <a:pt x="356" y="997"/>
                  </a:cubicBezTo>
                  <a:cubicBezTo>
                    <a:pt x="356" y="971"/>
                    <a:pt x="348" y="945"/>
                    <a:pt x="348" y="919"/>
                  </a:cubicBezTo>
                  <a:cubicBezTo>
                    <a:pt x="339" y="851"/>
                    <a:pt x="322" y="782"/>
                    <a:pt x="287" y="722"/>
                  </a:cubicBezTo>
                  <a:cubicBezTo>
                    <a:pt x="270" y="696"/>
                    <a:pt x="253" y="679"/>
                    <a:pt x="253" y="644"/>
                  </a:cubicBezTo>
                  <a:cubicBezTo>
                    <a:pt x="244" y="584"/>
                    <a:pt x="253" y="524"/>
                    <a:pt x="253" y="464"/>
                  </a:cubicBezTo>
                  <a:cubicBezTo>
                    <a:pt x="253" y="413"/>
                    <a:pt x="262" y="370"/>
                    <a:pt x="279" y="327"/>
                  </a:cubicBezTo>
                  <a:cubicBezTo>
                    <a:pt x="296" y="292"/>
                    <a:pt x="322" y="258"/>
                    <a:pt x="330" y="224"/>
                  </a:cubicBezTo>
                  <a:cubicBezTo>
                    <a:pt x="348" y="172"/>
                    <a:pt x="348" y="129"/>
                    <a:pt x="365" y="77"/>
                  </a:cubicBezTo>
                  <a:cubicBezTo>
                    <a:pt x="373" y="52"/>
                    <a:pt x="373" y="17"/>
                    <a:pt x="39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5" name="Google Shape;2005;p19"/>
            <p:cNvSpPr/>
            <p:nvPr/>
          </p:nvSpPr>
          <p:spPr>
            <a:xfrm>
              <a:off x="5169150" y="1253900"/>
              <a:ext cx="42125" cy="24175"/>
            </a:xfrm>
            <a:custGeom>
              <a:avLst/>
              <a:gdLst/>
              <a:ahLst/>
              <a:cxnLst/>
              <a:rect l="l" t="t" r="r" b="b"/>
              <a:pathLst>
                <a:path w="1685" h="967" extrusionOk="0">
                  <a:moveTo>
                    <a:pt x="1002" y="1"/>
                  </a:moveTo>
                  <a:cubicBezTo>
                    <a:pt x="973" y="1"/>
                    <a:pt x="944" y="7"/>
                    <a:pt x="920" y="13"/>
                  </a:cubicBezTo>
                  <a:cubicBezTo>
                    <a:pt x="877" y="22"/>
                    <a:pt x="842" y="22"/>
                    <a:pt x="799" y="22"/>
                  </a:cubicBezTo>
                  <a:cubicBezTo>
                    <a:pt x="791" y="26"/>
                    <a:pt x="782" y="26"/>
                    <a:pt x="774" y="26"/>
                  </a:cubicBezTo>
                  <a:cubicBezTo>
                    <a:pt x="765" y="26"/>
                    <a:pt x="756" y="26"/>
                    <a:pt x="748" y="30"/>
                  </a:cubicBezTo>
                  <a:cubicBezTo>
                    <a:pt x="696" y="56"/>
                    <a:pt x="645" y="65"/>
                    <a:pt x="593" y="82"/>
                  </a:cubicBezTo>
                  <a:cubicBezTo>
                    <a:pt x="559" y="90"/>
                    <a:pt x="524" y="108"/>
                    <a:pt x="490" y="125"/>
                  </a:cubicBezTo>
                  <a:lnTo>
                    <a:pt x="464" y="133"/>
                  </a:lnTo>
                  <a:cubicBezTo>
                    <a:pt x="456" y="150"/>
                    <a:pt x="447" y="168"/>
                    <a:pt x="447" y="176"/>
                  </a:cubicBezTo>
                  <a:cubicBezTo>
                    <a:pt x="439" y="219"/>
                    <a:pt x="404" y="219"/>
                    <a:pt x="370" y="228"/>
                  </a:cubicBezTo>
                  <a:cubicBezTo>
                    <a:pt x="318" y="245"/>
                    <a:pt x="275" y="262"/>
                    <a:pt x="241" y="297"/>
                  </a:cubicBezTo>
                  <a:cubicBezTo>
                    <a:pt x="215" y="322"/>
                    <a:pt x="198" y="357"/>
                    <a:pt x="181" y="382"/>
                  </a:cubicBezTo>
                  <a:cubicBezTo>
                    <a:pt x="155" y="425"/>
                    <a:pt x="121" y="460"/>
                    <a:pt x="112" y="511"/>
                  </a:cubicBezTo>
                  <a:cubicBezTo>
                    <a:pt x="112" y="520"/>
                    <a:pt x="104" y="561"/>
                    <a:pt x="87" y="563"/>
                  </a:cubicBezTo>
                  <a:lnTo>
                    <a:pt x="87" y="563"/>
                  </a:lnTo>
                  <a:cubicBezTo>
                    <a:pt x="88" y="561"/>
                    <a:pt x="89" y="561"/>
                    <a:pt x="89" y="561"/>
                  </a:cubicBezTo>
                  <a:lnTo>
                    <a:pt x="89" y="561"/>
                  </a:lnTo>
                  <a:cubicBezTo>
                    <a:pt x="89" y="561"/>
                    <a:pt x="88" y="561"/>
                    <a:pt x="86" y="563"/>
                  </a:cubicBezTo>
                  <a:cubicBezTo>
                    <a:pt x="87" y="563"/>
                    <a:pt x="87" y="563"/>
                    <a:pt x="87" y="563"/>
                  </a:cubicBezTo>
                  <a:lnTo>
                    <a:pt x="87" y="563"/>
                  </a:lnTo>
                  <a:cubicBezTo>
                    <a:pt x="84" y="568"/>
                    <a:pt x="75" y="581"/>
                    <a:pt x="69" y="597"/>
                  </a:cubicBezTo>
                  <a:cubicBezTo>
                    <a:pt x="52" y="649"/>
                    <a:pt x="18" y="692"/>
                    <a:pt x="26" y="743"/>
                  </a:cubicBezTo>
                  <a:cubicBezTo>
                    <a:pt x="35" y="795"/>
                    <a:pt x="0" y="864"/>
                    <a:pt x="18" y="907"/>
                  </a:cubicBezTo>
                  <a:lnTo>
                    <a:pt x="35" y="932"/>
                  </a:lnTo>
                  <a:lnTo>
                    <a:pt x="43" y="967"/>
                  </a:lnTo>
                  <a:lnTo>
                    <a:pt x="43" y="924"/>
                  </a:lnTo>
                  <a:lnTo>
                    <a:pt x="78" y="812"/>
                  </a:lnTo>
                  <a:cubicBezTo>
                    <a:pt x="103" y="760"/>
                    <a:pt x="146" y="760"/>
                    <a:pt x="164" y="709"/>
                  </a:cubicBezTo>
                  <a:cubicBezTo>
                    <a:pt x="181" y="649"/>
                    <a:pt x="215" y="632"/>
                    <a:pt x="267" y="606"/>
                  </a:cubicBezTo>
                  <a:cubicBezTo>
                    <a:pt x="293" y="597"/>
                    <a:pt x="310" y="580"/>
                    <a:pt x="327" y="563"/>
                  </a:cubicBezTo>
                  <a:cubicBezTo>
                    <a:pt x="344" y="546"/>
                    <a:pt x="361" y="537"/>
                    <a:pt x="378" y="520"/>
                  </a:cubicBezTo>
                  <a:cubicBezTo>
                    <a:pt x="387" y="494"/>
                    <a:pt x="396" y="468"/>
                    <a:pt x="421" y="451"/>
                  </a:cubicBezTo>
                  <a:cubicBezTo>
                    <a:pt x="447" y="434"/>
                    <a:pt x="482" y="434"/>
                    <a:pt x="507" y="425"/>
                  </a:cubicBezTo>
                  <a:cubicBezTo>
                    <a:pt x="524" y="408"/>
                    <a:pt x="542" y="400"/>
                    <a:pt x="567" y="391"/>
                  </a:cubicBezTo>
                  <a:cubicBezTo>
                    <a:pt x="602" y="374"/>
                    <a:pt x="628" y="339"/>
                    <a:pt x="662" y="322"/>
                  </a:cubicBezTo>
                  <a:cubicBezTo>
                    <a:pt x="688" y="305"/>
                    <a:pt x="705" y="297"/>
                    <a:pt x="739" y="297"/>
                  </a:cubicBezTo>
                  <a:cubicBezTo>
                    <a:pt x="791" y="297"/>
                    <a:pt x="842" y="279"/>
                    <a:pt x="885" y="271"/>
                  </a:cubicBezTo>
                  <a:cubicBezTo>
                    <a:pt x="945" y="262"/>
                    <a:pt x="1006" y="262"/>
                    <a:pt x="1057" y="245"/>
                  </a:cubicBezTo>
                  <a:cubicBezTo>
                    <a:pt x="1081" y="239"/>
                    <a:pt x="1110" y="233"/>
                    <a:pt x="1134" y="233"/>
                  </a:cubicBezTo>
                  <a:cubicBezTo>
                    <a:pt x="1144" y="233"/>
                    <a:pt x="1153" y="234"/>
                    <a:pt x="1160" y="236"/>
                  </a:cubicBezTo>
                  <a:lnTo>
                    <a:pt x="1186" y="254"/>
                  </a:lnTo>
                  <a:cubicBezTo>
                    <a:pt x="1238" y="271"/>
                    <a:pt x="1298" y="271"/>
                    <a:pt x="1349" y="271"/>
                  </a:cubicBezTo>
                  <a:cubicBezTo>
                    <a:pt x="1384" y="271"/>
                    <a:pt x="1401" y="262"/>
                    <a:pt x="1435" y="254"/>
                  </a:cubicBezTo>
                  <a:cubicBezTo>
                    <a:pt x="1440" y="252"/>
                    <a:pt x="1445" y="251"/>
                    <a:pt x="1451" y="251"/>
                  </a:cubicBezTo>
                  <a:cubicBezTo>
                    <a:pt x="1472" y="251"/>
                    <a:pt x="1494" y="262"/>
                    <a:pt x="1521" y="262"/>
                  </a:cubicBezTo>
                  <a:cubicBezTo>
                    <a:pt x="1573" y="279"/>
                    <a:pt x="1633" y="279"/>
                    <a:pt x="1684" y="305"/>
                  </a:cubicBezTo>
                  <a:cubicBezTo>
                    <a:pt x="1659" y="271"/>
                    <a:pt x="1633" y="245"/>
                    <a:pt x="1598" y="228"/>
                  </a:cubicBezTo>
                  <a:cubicBezTo>
                    <a:pt x="1573" y="211"/>
                    <a:pt x="1547" y="193"/>
                    <a:pt x="1530" y="176"/>
                  </a:cubicBezTo>
                  <a:cubicBezTo>
                    <a:pt x="1495" y="150"/>
                    <a:pt x="1461" y="142"/>
                    <a:pt x="1435" y="125"/>
                  </a:cubicBezTo>
                  <a:cubicBezTo>
                    <a:pt x="1401" y="108"/>
                    <a:pt x="1375" y="99"/>
                    <a:pt x="1349" y="90"/>
                  </a:cubicBezTo>
                  <a:lnTo>
                    <a:pt x="1323" y="82"/>
                  </a:lnTo>
                  <a:lnTo>
                    <a:pt x="1298" y="90"/>
                  </a:lnTo>
                  <a:cubicBezTo>
                    <a:pt x="1293" y="93"/>
                    <a:pt x="1288" y="94"/>
                    <a:pt x="1284" y="94"/>
                  </a:cubicBezTo>
                  <a:cubicBezTo>
                    <a:pt x="1275" y="94"/>
                    <a:pt x="1267" y="88"/>
                    <a:pt x="1255" y="82"/>
                  </a:cubicBezTo>
                  <a:cubicBezTo>
                    <a:pt x="1246" y="82"/>
                    <a:pt x="1229" y="82"/>
                    <a:pt x="1220" y="73"/>
                  </a:cubicBezTo>
                  <a:cubicBezTo>
                    <a:pt x="1195" y="65"/>
                    <a:pt x="1186" y="56"/>
                    <a:pt x="1160" y="47"/>
                  </a:cubicBezTo>
                  <a:cubicBezTo>
                    <a:pt x="1126" y="30"/>
                    <a:pt x="1083" y="13"/>
                    <a:pt x="1040" y="4"/>
                  </a:cubicBezTo>
                  <a:cubicBezTo>
                    <a:pt x="1027" y="2"/>
                    <a:pt x="1015" y="1"/>
                    <a:pt x="1002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6" name="Google Shape;2006;p19"/>
            <p:cNvSpPr/>
            <p:nvPr/>
          </p:nvSpPr>
          <p:spPr>
            <a:xfrm>
              <a:off x="5179450" y="1272900"/>
              <a:ext cx="30950" cy="32325"/>
            </a:xfrm>
            <a:custGeom>
              <a:avLst/>
              <a:gdLst/>
              <a:ahLst/>
              <a:cxnLst/>
              <a:rect l="l" t="t" r="r" b="b"/>
              <a:pathLst>
                <a:path w="1238" h="1293" extrusionOk="0">
                  <a:moveTo>
                    <a:pt x="937" y="0"/>
                  </a:moveTo>
                  <a:lnTo>
                    <a:pt x="937" y="43"/>
                  </a:lnTo>
                  <a:cubicBezTo>
                    <a:pt x="937" y="52"/>
                    <a:pt x="946" y="69"/>
                    <a:pt x="954" y="86"/>
                  </a:cubicBezTo>
                  <a:lnTo>
                    <a:pt x="963" y="121"/>
                  </a:lnTo>
                  <a:cubicBezTo>
                    <a:pt x="972" y="129"/>
                    <a:pt x="980" y="147"/>
                    <a:pt x="989" y="155"/>
                  </a:cubicBezTo>
                  <a:cubicBezTo>
                    <a:pt x="989" y="164"/>
                    <a:pt x="1015" y="215"/>
                    <a:pt x="997" y="224"/>
                  </a:cubicBezTo>
                  <a:lnTo>
                    <a:pt x="989" y="215"/>
                  </a:lnTo>
                  <a:cubicBezTo>
                    <a:pt x="980" y="232"/>
                    <a:pt x="980" y="258"/>
                    <a:pt x="972" y="284"/>
                  </a:cubicBezTo>
                  <a:lnTo>
                    <a:pt x="954" y="318"/>
                  </a:lnTo>
                  <a:lnTo>
                    <a:pt x="937" y="327"/>
                  </a:lnTo>
                  <a:lnTo>
                    <a:pt x="920" y="310"/>
                  </a:lnTo>
                  <a:lnTo>
                    <a:pt x="920" y="310"/>
                  </a:lnTo>
                  <a:cubicBezTo>
                    <a:pt x="920" y="327"/>
                    <a:pt x="920" y="344"/>
                    <a:pt x="929" y="353"/>
                  </a:cubicBezTo>
                  <a:lnTo>
                    <a:pt x="929" y="396"/>
                  </a:lnTo>
                  <a:lnTo>
                    <a:pt x="946" y="421"/>
                  </a:lnTo>
                  <a:lnTo>
                    <a:pt x="946" y="456"/>
                  </a:lnTo>
                  <a:cubicBezTo>
                    <a:pt x="954" y="482"/>
                    <a:pt x="954" y="507"/>
                    <a:pt x="954" y="525"/>
                  </a:cubicBezTo>
                  <a:cubicBezTo>
                    <a:pt x="963" y="567"/>
                    <a:pt x="972" y="610"/>
                    <a:pt x="963" y="653"/>
                  </a:cubicBezTo>
                  <a:cubicBezTo>
                    <a:pt x="963" y="688"/>
                    <a:pt x="954" y="714"/>
                    <a:pt x="946" y="748"/>
                  </a:cubicBezTo>
                  <a:lnTo>
                    <a:pt x="929" y="791"/>
                  </a:lnTo>
                  <a:lnTo>
                    <a:pt x="920" y="774"/>
                  </a:lnTo>
                  <a:cubicBezTo>
                    <a:pt x="903" y="808"/>
                    <a:pt x="911" y="842"/>
                    <a:pt x="894" y="868"/>
                  </a:cubicBezTo>
                  <a:cubicBezTo>
                    <a:pt x="877" y="911"/>
                    <a:pt x="834" y="937"/>
                    <a:pt x="800" y="954"/>
                  </a:cubicBezTo>
                  <a:cubicBezTo>
                    <a:pt x="783" y="963"/>
                    <a:pt x="757" y="971"/>
                    <a:pt x="740" y="971"/>
                  </a:cubicBezTo>
                  <a:cubicBezTo>
                    <a:pt x="722" y="971"/>
                    <a:pt x="714" y="963"/>
                    <a:pt x="705" y="963"/>
                  </a:cubicBezTo>
                  <a:lnTo>
                    <a:pt x="680" y="946"/>
                  </a:lnTo>
                  <a:lnTo>
                    <a:pt x="671" y="937"/>
                  </a:lnTo>
                  <a:cubicBezTo>
                    <a:pt x="654" y="937"/>
                    <a:pt x="654" y="971"/>
                    <a:pt x="645" y="980"/>
                  </a:cubicBezTo>
                  <a:cubicBezTo>
                    <a:pt x="637" y="997"/>
                    <a:pt x="628" y="1014"/>
                    <a:pt x="619" y="1031"/>
                  </a:cubicBezTo>
                  <a:cubicBezTo>
                    <a:pt x="609" y="1041"/>
                    <a:pt x="605" y="1046"/>
                    <a:pt x="600" y="1046"/>
                  </a:cubicBezTo>
                  <a:cubicBezTo>
                    <a:pt x="596" y="1046"/>
                    <a:pt x="592" y="1044"/>
                    <a:pt x="585" y="1040"/>
                  </a:cubicBezTo>
                  <a:cubicBezTo>
                    <a:pt x="579" y="1037"/>
                    <a:pt x="574" y="1036"/>
                    <a:pt x="568" y="1036"/>
                  </a:cubicBezTo>
                  <a:cubicBezTo>
                    <a:pt x="556" y="1036"/>
                    <a:pt x="545" y="1040"/>
                    <a:pt x="533" y="1040"/>
                  </a:cubicBezTo>
                  <a:cubicBezTo>
                    <a:pt x="513" y="1047"/>
                    <a:pt x="497" y="1060"/>
                    <a:pt x="474" y="1060"/>
                  </a:cubicBezTo>
                  <a:cubicBezTo>
                    <a:pt x="469" y="1060"/>
                    <a:pt x="463" y="1059"/>
                    <a:pt x="456" y="1057"/>
                  </a:cubicBezTo>
                  <a:cubicBezTo>
                    <a:pt x="456" y="1040"/>
                    <a:pt x="473" y="1023"/>
                    <a:pt x="473" y="1006"/>
                  </a:cubicBezTo>
                  <a:lnTo>
                    <a:pt x="473" y="1006"/>
                  </a:lnTo>
                  <a:lnTo>
                    <a:pt x="456" y="1023"/>
                  </a:lnTo>
                  <a:lnTo>
                    <a:pt x="422" y="1040"/>
                  </a:lnTo>
                  <a:cubicBezTo>
                    <a:pt x="405" y="1049"/>
                    <a:pt x="379" y="1049"/>
                    <a:pt x="353" y="1057"/>
                  </a:cubicBezTo>
                  <a:cubicBezTo>
                    <a:pt x="336" y="1057"/>
                    <a:pt x="310" y="1057"/>
                    <a:pt x="284" y="1049"/>
                  </a:cubicBezTo>
                  <a:cubicBezTo>
                    <a:pt x="224" y="1040"/>
                    <a:pt x="173" y="1023"/>
                    <a:pt x="121" y="997"/>
                  </a:cubicBezTo>
                  <a:lnTo>
                    <a:pt x="87" y="980"/>
                  </a:lnTo>
                  <a:lnTo>
                    <a:pt x="61" y="963"/>
                  </a:lnTo>
                  <a:cubicBezTo>
                    <a:pt x="1" y="988"/>
                    <a:pt x="1" y="1023"/>
                    <a:pt x="18" y="1049"/>
                  </a:cubicBezTo>
                  <a:cubicBezTo>
                    <a:pt x="27" y="1066"/>
                    <a:pt x="44" y="1074"/>
                    <a:pt x="61" y="1092"/>
                  </a:cubicBezTo>
                  <a:cubicBezTo>
                    <a:pt x="78" y="1109"/>
                    <a:pt x="95" y="1126"/>
                    <a:pt x="104" y="1152"/>
                  </a:cubicBezTo>
                  <a:lnTo>
                    <a:pt x="121" y="1186"/>
                  </a:lnTo>
                  <a:lnTo>
                    <a:pt x="147" y="1195"/>
                  </a:lnTo>
                  <a:cubicBezTo>
                    <a:pt x="164" y="1203"/>
                    <a:pt x="181" y="1203"/>
                    <a:pt x="198" y="1212"/>
                  </a:cubicBezTo>
                  <a:cubicBezTo>
                    <a:pt x="207" y="1212"/>
                    <a:pt x="233" y="1220"/>
                    <a:pt x="250" y="1229"/>
                  </a:cubicBezTo>
                  <a:lnTo>
                    <a:pt x="267" y="1255"/>
                  </a:lnTo>
                  <a:cubicBezTo>
                    <a:pt x="284" y="1255"/>
                    <a:pt x="310" y="1255"/>
                    <a:pt x="327" y="1263"/>
                  </a:cubicBezTo>
                  <a:cubicBezTo>
                    <a:pt x="344" y="1263"/>
                    <a:pt x="370" y="1272"/>
                    <a:pt x="387" y="1272"/>
                  </a:cubicBezTo>
                  <a:cubicBezTo>
                    <a:pt x="405" y="1281"/>
                    <a:pt x="422" y="1281"/>
                    <a:pt x="430" y="1289"/>
                  </a:cubicBezTo>
                  <a:lnTo>
                    <a:pt x="465" y="1289"/>
                  </a:lnTo>
                  <a:cubicBezTo>
                    <a:pt x="476" y="1289"/>
                    <a:pt x="488" y="1293"/>
                    <a:pt x="499" y="1293"/>
                  </a:cubicBezTo>
                  <a:cubicBezTo>
                    <a:pt x="505" y="1293"/>
                    <a:pt x="511" y="1292"/>
                    <a:pt x="516" y="1289"/>
                  </a:cubicBezTo>
                  <a:lnTo>
                    <a:pt x="551" y="1272"/>
                  </a:lnTo>
                  <a:cubicBezTo>
                    <a:pt x="576" y="1255"/>
                    <a:pt x="602" y="1255"/>
                    <a:pt x="628" y="1255"/>
                  </a:cubicBezTo>
                  <a:cubicBezTo>
                    <a:pt x="680" y="1246"/>
                    <a:pt x="731" y="1238"/>
                    <a:pt x="774" y="1229"/>
                  </a:cubicBezTo>
                  <a:cubicBezTo>
                    <a:pt x="808" y="1229"/>
                    <a:pt x="834" y="1229"/>
                    <a:pt x="860" y="1220"/>
                  </a:cubicBezTo>
                  <a:cubicBezTo>
                    <a:pt x="894" y="1203"/>
                    <a:pt x="911" y="1186"/>
                    <a:pt x="929" y="1169"/>
                  </a:cubicBezTo>
                  <a:cubicBezTo>
                    <a:pt x="946" y="1152"/>
                    <a:pt x="963" y="1135"/>
                    <a:pt x="980" y="1117"/>
                  </a:cubicBezTo>
                  <a:lnTo>
                    <a:pt x="1006" y="1092"/>
                  </a:lnTo>
                  <a:cubicBezTo>
                    <a:pt x="1015" y="1074"/>
                    <a:pt x="1023" y="1049"/>
                    <a:pt x="1032" y="1031"/>
                  </a:cubicBezTo>
                  <a:cubicBezTo>
                    <a:pt x="1040" y="1023"/>
                    <a:pt x="1049" y="1006"/>
                    <a:pt x="1058" y="988"/>
                  </a:cubicBezTo>
                  <a:cubicBezTo>
                    <a:pt x="1075" y="963"/>
                    <a:pt x="1092" y="937"/>
                    <a:pt x="1118" y="920"/>
                  </a:cubicBezTo>
                  <a:cubicBezTo>
                    <a:pt x="1143" y="903"/>
                    <a:pt x="1161" y="885"/>
                    <a:pt x="1178" y="860"/>
                  </a:cubicBezTo>
                  <a:cubicBezTo>
                    <a:pt x="1204" y="808"/>
                    <a:pt x="1204" y="739"/>
                    <a:pt x="1221" y="688"/>
                  </a:cubicBezTo>
                  <a:cubicBezTo>
                    <a:pt x="1238" y="636"/>
                    <a:pt x="1212" y="602"/>
                    <a:pt x="1204" y="550"/>
                  </a:cubicBezTo>
                  <a:cubicBezTo>
                    <a:pt x="1186" y="507"/>
                    <a:pt x="1178" y="456"/>
                    <a:pt x="1169" y="413"/>
                  </a:cubicBezTo>
                  <a:cubicBezTo>
                    <a:pt x="1161" y="370"/>
                    <a:pt x="1135" y="336"/>
                    <a:pt x="1118" y="301"/>
                  </a:cubicBezTo>
                  <a:lnTo>
                    <a:pt x="1109" y="258"/>
                  </a:lnTo>
                  <a:lnTo>
                    <a:pt x="1092" y="232"/>
                  </a:lnTo>
                  <a:cubicBezTo>
                    <a:pt x="1075" y="215"/>
                    <a:pt x="1075" y="198"/>
                    <a:pt x="1066" y="181"/>
                  </a:cubicBezTo>
                  <a:lnTo>
                    <a:pt x="1040" y="155"/>
                  </a:lnTo>
                  <a:cubicBezTo>
                    <a:pt x="1023" y="121"/>
                    <a:pt x="1006" y="86"/>
                    <a:pt x="980" y="61"/>
                  </a:cubicBezTo>
                  <a:cubicBezTo>
                    <a:pt x="963" y="43"/>
                    <a:pt x="954" y="18"/>
                    <a:pt x="937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7" name="Google Shape;2007;p19"/>
            <p:cNvSpPr/>
            <p:nvPr/>
          </p:nvSpPr>
          <p:spPr>
            <a:xfrm>
              <a:off x="5173650" y="1267950"/>
              <a:ext cx="27750" cy="35225"/>
            </a:xfrm>
            <a:custGeom>
              <a:avLst/>
              <a:gdLst/>
              <a:ahLst/>
              <a:cxnLst/>
              <a:rect l="l" t="t" r="r" b="b"/>
              <a:pathLst>
                <a:path w="1110" h="1409" extrusionOk="0">
                  <a:moveTo>
                    <a:pt x="783" y="1"/>
                  </a:moveTo>
                  <a:cubicBezTo>
                    <a:pt x="748" y="9"/>
                    <a:pt x="705" y="18"/>
                    <a:pt x="662" y="18"/>
                  </a:cubicBezTo>
                  <a:cubicBezTo>
                    <a:pt x="637" y="27"/>
                    <a:pt x="619" y="35"/>
                    <a:pt x="594" y="52"/>
                  </a:cubicBezTo>
                  <a:cubicBezTo>
                    <a:pt x="568" y="61"/>
                    <a:pt x="559" y="70"/>
                    <a:pt x="533" y="78"/>
                  </a:cubicBezTo>
                  <a:cubicBezTo>
                    <a:pt x="516" y="87"/>
                    <a:pt x="499" y="87"/>
                    <a:pt x="482" y="95"/>
                  </a:cubicBezTo>
                  <a:cubicBezTo>
                    <a:pt x="396" y="130"/>
                    <a:pt x="319" y="181"/>
                    <a:pt x="250" y="241"/>
                  </a:cubicBezTo>
                  <a:cubicBezTo>
                    <a:pt x="233" y="259"/>
                    <a:pt x="207" y="276"/>
                    <a:pt x="190" y="293"/>
                  </a:cubicBezTo>
                  <a:cubicBezTo>
                    <a:pt x="173" y="310"/>
                    <a:pt x="164" y="327"/>
                    <a:pt x="155" y="336"/>
                  </a:cubicBezTo>
                  <a:cubicBezTo>
                    <a:pt x="113" y="379"/>
                    <a:pt x="87" y="422"/>
                    <a:pt x="52" y="473"/>
                  </a:cubicBezTo>
                  <a:cubicBezTo>
                    <a:pt x="44" y="482"/>
                    <a:pt x="35" y="499"/>
                    <a:pt x="27" y="508"/>
                  </a:cubicBezTo>
                  <a:cubicBezTo>
                    <a:pt x="18" y="534"/>
                    <a:pt x="18" y="559"/>
                    <a:pt x="18" y="585"/>
                  </a:cubicBezTo>
                  <a:cubicBezTo>
                    <a:pt x="18" y="611"/>
                    <a:pt x="18" y="637"/>
                    <a:pt x="18" y="662"/>
                  </a:cubicBezTo>
                  <a:cubicBezTo>
                    <a:pt x="9" y="688"/>
                    <a:pt x="1" y="714"/>
                    <a:pt x="1" y="740"/>
                  </a:cubicBezTo>
                  <a:cubicBezTo>
                    <a:pt x="1" y="757"/>
                    <a:pt x="1" y="791"/>
                    <a:pt x="9" y="808"/>
                  </a:cubicBezTo>
                  <a:cubicBezTo>
                    <a:pt x="27" y="860"/>
                    <a:pt x="44" y="903"/>
                    <a:pt x="52" y="955"/>
                  </a:cubicBezTo>
                  <a:cubicBezTo>
                    <a:pt x="70" y="989"/>
                    <a:pt x="70" y="1032"/>
                    <a:pt x="95" y="1075"/>
                  </a:cubicBezTo>
                  <a:cubicBezTo>
                    <a:pt x="104" y="1092"/>
                    <a:pt x="121" y="1118"/>
                    <a:pt x="138" y="1135"/>
                  </a:cubicBezTo>
                  <a:cubicBezTo>
                    <a:pt x="147" y="1152"/>
                    <a:pt x="155" y="1161"/>
                    <a:pt x="164" y="1178"/>
                  </a:cubicBezTo>
                  <a:cubicBezTo>
                    <a:pt x="198" y="1212"/>
                    <a:pt x="241" y="1247"/>
                    <a:pt x="276" y="1281"/>
                  </a:cubicBezTo>
                  <a:cubicBezTo>
                    <a:pt x="310" y="1315"/>
                    <a:pt x="353" y="1341"/>
                    <a:pt x="396" y="1358"/>
                  </a:cubicBezTo>
                  <a:cubicBezTo>
                    <a:pt x="413" y="1367"/>
                    <a:pt x="422" y="1375"/>
                    <a:pt x="439" y="1384"/>
                  </a:cubicBezTo>
                  <a:lnTo>
                    <a:pt x="465" y="1401"/>
                  </a:lnTo>
                  <a:cubicBezTo>
                    <a:pt x="470" y="1407"/>
                    <a:pt x="473" y="1409"/>
                    <a:pt x="474" y="1409"/>
                  </a:cubicBezTo>
                  <a:cubicBezTo>
                    <a:pt x="477" y="1409"/>
                    <a:pt x="471" y="1399"/>
                    <a:pt x="465" y="1393"/>
                  </a:cubicBezTo>
                  <a:lnTo>
                    <a:pt x="439" y="1375"/>
                  </a:lnTo>
                  <a:lnTo>
                    <a:pt x="413" y="1350"/>
                  </a:lnTo>
                  <a:lnTo>
                    <a:pt x="379" y="1315"/>
                  </a:lnTo>
                  <a:cubicBezTo>
                    <a:pt x="362" y="1298"/>
                    <a:pt x="353" y="1272"/>
                    <a:pt x="336" y="1255"/>
                  </a:cubicBezTo>
                  <a:cubicBezTo>
                    <a:pt x="319" y="1229"/>
                    <a:pt x="310" y="1221"/>
                    <a:pt x="310" y="1195"/>
                  </a:cubicBezTo>
                  <a:cubicBezTo>
                    <a:pt x="319" y="1161"/>
                    <a:pt x="293" y="1135"/>
                    <a:pt x="293" y="1101"/>
                  </a:cubicBezTo>
                  <a:lnTo>
                    <a:pt x="284" y="1075"/>
                  </a:lnTo>
                  <a:lnTo>
                    <a:pt x="293" y="1032"/>
                  </a:lnTo>
                  <a:cubicBezTo>
                    <a:pt x="284" y="1023"/>
                    <a:pt x="250" y="1023"/>
                    <a:pt x="241" y="1006"/>
                  </a:cubicBezTo>
                  <a:cubicBezTo>
                    <a:pt x="233" y="997"/>
                    <a:pt x="233" y="980"/>
                    <a:pt x="233" y="972"/>
                  </a:cubicBezTo>
                  <a:cubicBezTo>
                    <a:pt x="241" y="955"/>
                    <a:pt x="241" y="946"/>
                    <a:pt x="250" y="929"/>
                  </a:cubicBezTo>
                  <a:cubicBezTo>
                    <a:pt x="259" y="912"/>
                    <a:pt x="259" y="894"/>
                    <a:pt x="259" y="869"/>
                  </a:cubicBezTo>
                  <a:cubicBezTo>
                    <a:pt x="259" y="826"/>
                    <a:pt x="259" y="783"/>
                    <a:pt x="259" y="731"/>
                  </a:cubicBezTo>
                  <a:cubicBezTo>
                    <a:pt x="259" y="705"/>
                    <a:pt x="267" y="662"/>
                    <a:pt x="293" y="645"/>
                  </a:cubicBezTo>
                  <a:cubicBezTo>
                    <a:pt x="319" y="628"/>
                    <a:pt x="336" y="611"/>
                    <a:pt x="353" y="585"/>
                  </a:cubicBezTo>
                  <a:lnTo>
                    <a:pt x="370" y="559"/>
                  </a:lnTo>
                  <a:cubicBezTo>
                    <a:pt x="387" y="534"/>
                    <a:pt x="370" y="491"/>
                    <a:pt x="396" y="465"/>
                  </a:cubicBezTo>
                  <a:cubicBezTo>
                    <a:pt x="405" y="448"/>
                    <a:pt x="439" y="430"/>
                    <a:pt x="439" y="405"/>
                  </a:cubicBezTo>
                  <a:lnTo>
                    <a:pt x="430" y="370"/>
                  </a:lnTo>
                  <a:cubicBezTo>
                    <a:pt x="422" y="345"/>
                    <a:pt x="422" y="336"/>
                    <a:pt x="439" y="310"/>
                  </a:cubicBezTo>
                  <a:lnTo>
                    <a:pt x="473" y="284"/>
                  </a:lnTo>
                  <a:cubicBezTo>
                    <a:pt x="491" y="276"/>
                    <a:pt x="499" y="267"/>
                    <a:pt x="516" y="250"/>
                  </a:cubicBezTo>
                  <a:cubicBezTo>
                    <a:pt x="525" y="241"/>
                    <a:pt x="542" y="233"/>
                    <a:pt x="559" y="224"/>
                  </a:cubicBezTo>
                  <a:lnTo>
                    <a:pt x="637" y="224"/>
                  </a:lnTo>
                  <a:cubicBezTo>
                    <a:pt x="645" y="224"/>
                    <a:pt x="662" y="224"/>
                    <a:pt x="680" y="216"/>
                  </a:cubicBezTo>
                  <a:cubicBezTo>
                    <a:pt x="697" y="216"/>
                    <a:pt x="705" y="207"/>
                    <a:pt x="722" y="207"/>
                  </a:cubicBezTo>
                  <a:cubicBezTo>
                    <a:pt x="731" y="207"/>
                    <a:pt x="740" y="198"/>
                    <a:pt x="757" y="198"/>
                  </a:cubicBezTo>
                  <a:lnTo>
                    <a:pt x="791" y="190"/>
                  </a:lnTo>
                  <a:lnTo>
                    <a:pt x="826" y="190"/>
                  </a:lnTo>
                  <a:cubicBezTo>
                    <a:pt x="843" y="190"/>
                    <a:pt x="864" y="198"/>
                    <a:pt x="884" y="198"/>
                  </a:cubicBezTo>
                  <a:cubicBezTo>
                    <a:pt x="893" y="198"/>
                    <a:pt x="903" y="196"/>
                    <a:pt x="912" y="190"/>
                  </a:cubicBezTo>
                  <a:lnTo>
                    <a:pt x="946" y="173"/>
                  </a:lnTo>
                  <a:cubicBezTo>
                    <a:pt x="963" y="164"/>
                    <a:pt x="972" y="156"/>
                    <a:pt x="989" y="156"/>
                  </a:cubicBezTo>
                  <a:cubicBezTo>
                    <a:pt x="1015" y="156"/>
                    <a:pt x="1049" y="156"/>
                    <a:pt x="1066" y="164"/>
                  </a:cubicBezTo>
                  <a:lnTo>
                    <a:pt x="1109" y="181"/>
                  </a:lnTo>
                  <a:lnTo>
                    <a:pt x="1092" y="164"/>
                  </a:lnTo>
                  <a:lnTo>
                    <a:pt x="1075" y="147"/>
                  </a:lnTo>
                  <a:cubicBezTo>
                    <a:pt x="1066" y="130"/>
                    <a:pt x="1066" y="121"/>
                    <a:pt x="1058" y="121"/>
                  </a:cubicBezTo>
                  <a:cubicBezTo>
                    <a:pt x="1040" y="113"/>
                    <a:pt x="1032" y="113"/>
                    <a:pt x="1023" y="95"/>
                  </a:cubicBezTo>
                  <a:lnTo>
                    <a:pt x="1006" y="87"/>
                  </a:lnTo>
                  <a:cubicBezTo>
                    <a:pt x="989" y="70"/>
                    <a:pt x="972" y="61"/>
                    <a:pt x="954" y="52"/>
                  </a:cubicBezTo>
                  <a:lnTo>
                    <a:pt x="929" y="35"/>
                  </a:lnTo>
                  <a:cubicBezTo>
                    <a:pt x="903" y="27"/>
                    <a:pt x="886" y="18"/>
                    <a:pt x="860" y="18"/>
                  </a:cubicBezTo>
                  <a:cubicBezTo>
                    <a:pt x="834" y="9"/>
                    <a:pt x="808" y="1"/>
                    <a:pt x="78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8" name="Google Shape;2008;p19"/>
            <p:cNvSpPr/>
            <p:nvPr/>
          </p:nvSpPr>
          <p:spPr>
            <a:xfrm>
              <a:off x="5186550" y="1277800"/>
              <a:ext cx="13325" cy="16825"/>
            </a:xfrm>
            <a:custGeom>
              <a:avLst/>
              <a:gdLst/>
              <a:ahLst/>
              <a:cxnLst/>
              <a:rect l="l" t="t" r="r" b="b"/>
              <a:pathLst>
                <a:path w="533" h="673" extrusionOk="0">
                  <a:moveTo>
                    <a:pt x="311" y="0"/>
                  </a:moveTo>
                  <a:cubicBezTo>
                    <a:pt x="261" y="0"/>
                    <a:pt x="217" y="22"/>
                    <a:pt x="172" y="36"/>
                  </a:cubicBezTo>
                  <a:cubicBezTo>
                    <a:pt x="155" y="45"/>
                    <a:pt x="129" y="54"/>
                    <a:pt x="103" y="62"/>
                  </a:cubicBezTo>
                  <a:lnTo>
                    <a:pt x="78" y="71"/>
                  </a:lnTo>
                  <a:cubicBezTo>
                    <a:pt x="60" y="71"/>
                    <a:pt x="60" y="79"/>
                    <a:pt x="52" y="88"/>
                  </a:cubicBezTo>
                  <a:lnTo>
                    <a:pt x="26" y="122"/>
                  </a:lnTo>
                  <a:lnTo>
                    <a:pt x="9" y="140"/>
                  </a:lnTo>
                  <a:lnTo>
                    <a:pt x="0" y="157"/>
                  </a:lnTo>
                  <a:cubicBezTo>
                    <a:pt x="17" y="157"/>
                    <a:pt x="35" y="148"/>
                    <a:pt x="52" y="140"/>
                  </a:cubicBezTo>
                  <a:cubicBezTo>
                    <a:pt x="63" y="140"/>
                    <a:pt x="75" y="143"/>
                    <a:pt x="86" y="143"/>
                  </a:cubicBezTo>
                  <a:cubicBezTo>
                    <a:pt x="92" y="143"/>
                    <a:pt x="98" y="142"/>
                    <a:pt x="103" y="140"/>
                  </a:cubicBezTo>
                  <a:cubicBezTo>
                    <a:pt x="109" y="140"/>
                    <a:pt x="115" y="132"/>
                    <a:pt x="118" y="132"/>
                  </a:cubicBezTo>
                  <a:cubicBezTo>
                    <a:pt x="120" y="132"/>
                    <a:pt x="121" y="134"/>
                    <a:pt x="121" y="140"/>
                  </a:cubicBezTo>
                  <a:cubicBezTo>
                    <a:pt x="132" y="140"/>
                    <a:pt x="151" y="136"/>
                    <a:pt x="170" y="136"/>
                  </a:cubicBezTo>
                  <a:cubicBezTo>
                    <a:pt x="180" y="136"/>
                    <a:pt x="189" y="137"/>
                    <a:pt x="198" y="140"/>
                  </a:cubicBezTo>
                  <a:lnTo>
                    <a:pt x="224" y="157"/>
                  </a:lnTo>
                  <a:cubicBezTo>
                    <a:pt x="232" y="165"/>
                    <a:pt x="241" y="174"/>
                    <a:pt x="258" y="182"/>
                  </a:cubicBezTo>
                  <a:cubicBezTo>
                    <a:pt x="292" y="200"/>
                    <a:pt x="335" y="225"/>
                    <a:pt x="344" y="268"/>
                  </a:cubicBezTo>
                  <a:cubicBezTo>
                    <a:pt x="361" y="311"/>
                    <a:pt x="353" y="354"/>
                    <a:pt x="344" y="397"/>
                  </a:cubicBezTo>
                  <a:cubicBezTo>
                    <a:pt x="344" y="440"/>
                    <a:pt x="301" y="466"/>
                    <a:pt x="301" y="509"/>
                  </a:cubicBezTo>
                  <a:cubicBezTo>
                    <a:pt x="301" y="535"/>
                    <a:pt x="310" y="561"/>
                    <a:pt x="301" y="578"/>
                  </a:cubicBezTo>
                  <a:lnTo>
                    <a:pt x="292" y="595"/>
                  </a:lnTo>
                  <a:lnTo>
                    <a:pt x="267" y="621"/>
                  </a:lnTo>
                  <a:cubicBezTo>
                    <a:pt x="258" y="638"/>
                    <a:pt x="241" y="664"/>
                    <a:pt x="232" y="672"/>
                  </a:cubicBezTo>
                  <a:lnTo>
                    <a:pt x="267" y="655"/>
                  </a:lnTo>
                  <a:cubicBezTo>
                    <a:pt x="292" y="646"/>
                    <a:pt x="318" y="638"/>
                    <a:pt x="335" y="629"/>
                  </a:cubicBezTo>
                  <a:cubicBezTo>
                    <a:pt x="361" y="612"/>
                    <a:pt x="387" y="586"/>
                    <a:pt x="421" y="569"/>
                  </a:cubicBezTo>
                  <a:lnTo>
                    <a:pt x="438" y="552"/>
                  </a:lnTo>
                  <a:lnTo>
                    <a:pt x="456" y="526"/>
                  </a:lnTo>
                  <a:cubicBezTo>
                    <a:pt x="473" y="492"/>
                    <a:pt x="481" y="457"/>
                    <a:pt x="499" y="423"/>
                  </a:cubicBezTo>
                  <a:cubicBezTo>
                    <a:pt x="499" y="406"/>
                    <a:pt x="507" y="406"/>
                    <a:pt x="516" y="397"/>
                  </a:cubicBezTo>
                  <a:lnTo>
                    <a:pt x="516" y="371"/>
                  </a:lnTo>
                  <a:cubicBezTo>
                    <a:pt x="533" y="320"/>
                    <a:pt x="533" y="277"/>
                    <a:pt x="516" y="234"/>
                  </a:cubicBezTo>
                  <a:cubicBezTo>
                    <a:pt x="507" y="208"/>
                    <a:pt x="507" y="182"/>
                    <a:pt x="499" y="157"/>
                  </a:cubicBezTo>
                  <a:cubicBezTo>
                    <a:pt x="490" y="122"/>
                    <a:pt x="456" y="97"/>
                    <a:pt x="430" y="79"/>
                  </a:cubicBezTo>
                  <a:cubicBezTo>
                    <a:pt x="396" y="45"/>
                    <a:pt x="387" y="11"/>
                    <a:pt x="335" y="2"/>
                  </a:cubicBezTo>
                  <a:cubicBezTo>
                    <a:pt x="327" y="1"/>
                    <a:pt x="319" y="0"/>
                    <a:pt x="311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09" name="Google Shape;2009;p19"/>
          <p:cNvGrpSpPr/>
          <p:nvPr/>
        </p:nvGrpSpPr>
        <p:grpSpPr>
          <a:xfrm>
            <a:off x="-55133" y="4600124"/>
            <a:ext cx="4443632" cy="1316135"/>
            <a:chOff x="-13849" y="4011750"/>
            <a:chExt cx="3821164" cy="1131770"/>
          </a:xfrm>
        </p:grpSpPr>
        <p:sp>
          <p:nvSpPr>
            <p:cNvPr id="2010" name="Google Shape;2010;p19"/>
            <p:cNvSpPr/>
            <p:nvPr/>
          </p:nvSpPr>
          <p:spPr>
            <a:xfrm>
              <a:off x="5721" y="4011750"/>
              <a:ext cx="3801593" cy="1131770"/>
            </a:xfrm>
            <a:custGeom>
              <a:avLst/>
              <a:gdLst/>
              <a:ahLst/>
              <a:cxnLst/>
              <a:rect l="l" t="t" r="r" b="b"/>
              <a:pathLst>
                <a:path w="66444" h="19781" extrusionOk="0">
                  <a:moveTo>
                    <a:pt x="61" y="0"/>
                  </a:moveTo>
                  <a:lnTo>
                    <a:pt x="1" y="19781"/>
                  </a:lnTo>
                  <a:cubicBezTo>
                    <a:pt x="1" y="19781"/>
                    <a:pt x="29054" y="19749"/>
                    <a:pt x="48541" y="19749"/>
                  </a:cubicBezTo>
                  <a:cubicBezTo>
                    <a:pt x="58285" y="19749"/>
                    <a:pt x="65637" y="19757"/>
                    <a:pt x="65771" y="19781"/>
                  </a:cubicBezTo>
                  <a:cubicBezTo>
                    <a:pt x="65773" y="19781"/>
                    <a:pt x="65774" y="19781"/>
                    <a:pt x="65776" y="19781"/>
                  </a:cubicBezTo>
                  <a:cubicBezTo>
                    <a:pt x="66174" y="19781"/>
                    <a:pt x="66443" y="10853"/>
                    <a:pt x="66443" y="10853"/>
                  </a:cubicBezTo>
                  <a:cubicBezTo>
                    <a:pt x="45881" y="532"/>
                    <a:pt x="61" y="0"/>
                    <a:pt x="61" y="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011" name="Google Shape;2011;p19"/>
            <p:cNvGrpSpPr/>
            <p:nvPr/>
          </p:nvGrpSpPr>
          <p:grpSpPr>
            <a:xfrm>
              <a:off x="-13849" y="4011750"/>
              <a:ext cx="3801593" cy="1131760"/>
              <a:chOff x="-13849" y="4011750"/>
              <a:chExt cx="3801593" cy="1131760"/>
            </a:xfrm>
          </p:grpSpPr>
          <p:sp>
            <p:nvSpPr>
              <p:cNvPr id="2012" name="Google Shape;2012;p19"/>
              <p:cNvSpPr/>
              <p:nvPr/>
            </p:nvSpPr>
            <p:spPr>
              <a:xfrm>
                <a:off x="-2349" y="4373857"/>
                <a:ext cx="3790093" cy="374243"/>
              </a:xfrm>
              <a:custGeom>
                <a:avLst/>
                <a:gdLst/>
                <a:ahLst/>
                <a:cxnLst/>
                <a:rect l="l" t="t" r="r" b="b"/>
                <a:pathLst>
                  <a:path w="66243" h="6541" extrusionOk="0">
                    <a:moveTo>
                      <a:pt x="33954" y="1"/>
                    </a:moveTo>
                    <a:cubicBezTo>
                      <a:pt x="32128" y="1"/>
                      <a:pt x="30243" y="21"/>
                      <a:pt x="28307" y="61"/>
                    </a:cubicBezTo>
                    <a:cubicBezTo>
                      <a:pt x="19630" y="261"/>
                      <a:pt x="9429" y="633"/>
                      <a:pt x="0" y="2298"/>
                    </a:cubicBezTo>
                    <a:lnTo>
                      <a:pt x="71" y="6541"/>
                    </a:lnTo>
                    <a:cubicBezTo>
                      <a:pt x="4093" y="5467"/>
                      <a:pt x="14856" y="2990"/>
                      <a:pt x="28949" y="1916"/>
                    </a:cubicBezTo>
                    <a:cubicBezTo>
                      <a:pt x="32680" y="1636"/>
                      <a:pt x="36582" y="1435"/>
                      <a:pt x="40704" y="1435"/>
                    </a:cubicBezTo>
                    <a:cubicBezTo>
                      <a:pt x="47605" y="1435"/>
                      <a:pt x="55118" y="1987"/>
                      <a:pt x="63414" y="3642"/>
                    </a:cubicBezTo>
                    <a:cubicBezTo>
                      <a:pt x="63985" y="3752"/>
                      <a:pt x="65680" y="4906"/>
                      <a:pt x="66222" y="5006"/>
                    </a:cubicBezTo>
                    <a:cubicBezTo>
                      <a:pt x="66232" y="4725"/>
                      <a:pt x="66242" y="4554"/>
                      <a:pt x="66242" y="4524"/>
                    </a:cubicBezTo>
                    <a:cubicBezTo>
                      <a:pt x="66232" y="4524"/>
                      <a:pt x="66222" y="4514"/>
                      <a:pt x="66212" y="4514"/>
                    </a:cubicBezTo>
                    <a:cubicBezTo>
                      <a:pt x="66202" y="4504"/>
                      <a:pt x="66202" y="4504"/>
                      <a:pt x="66202" y="4504"/>
                    </a:cubicBezTo>
                    <a:cubicBezTo>
                      <a:pt x="66192" y="4504"/>
                      <a:pt x="66182" y="4494"/>
                      <a:pt x="66172" y="4494"/>
                    </a:cubicBezTo>
                    <a:cubicBezTo>
                      <a:pt x="66172" y="4494"/>
                      <a:pt x="66172" y="4494"/>
                      <a:pt x="66162" y="4484"/>
                    </a:cubicBezTo>
                    <a:cubicBezTo>
                      <a:pt x="66162" y="4484"/>
                      <a:pt x="66152" y="4484"/>
                      <a:pt x="66142" y="4474"/>
                    </a:cubicBezTo>
                    <a:lnTo>
                      <a:pt x="66132" y="4474"/>
                    </a:lnTo>
                    <a:cubicBezTo>
                      <a:pt x="66122" y="4464"/>
                      <a:pt x="66112" y="4464"/>
                      <a:pt x="66102" y="4464"/>
                    </a:cubicBezTo>
                    <a:cubicBezTo>
                      <a:pt x="66102" y="4454"/>
                      <a:pt x="66102" y="4454"/>
                      <a:pt x="66102" y="4454"/>
                    </a:cubicBezTo>
                    <a:cubicBezTo>
                      <a:pt x="64647" y="3732"/>
                      <a:pt x="63073" y="3060"/>
                      <a:pt x="61407" y="2438"/>
                    </a:cubicBezTo>
                    <a:cubicBezTo>
                      <a:pt x="57024" y="1054"/>
                      <a:pt x="46994" y="1"/>
                      <a:pt x="33954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13" name="Google Shape;2013;p19"/>
              <p:cNvSpPr/>
              <p:nvPr/>
            </p:nvSpPr>
            <p:spPr>
              <a:xfrm>
                <a:off x="-13849" y="4558659"/>
                <a:ext cx="3549619" cy="584852"/>
              </a:xfrm>
              <a:custGeom>
                <a:avLst/>
                <a:gdLst/>
                <a:ahLst/>
                <a:cxnLst/>
                <a:rect l="l" t="t" r="r" b="b"/>
                <a:pathLst>
                  <a:path w="62040" h="10222" extrusionOk="0">
                    <a:moveTo>
                      <a:pt x="49993" y="0"/>
                    </a:moveTo>
                    <a:cubicBezTo>
                      <a:pt x="48458" y="0"/>
                      <a:pt x="46793" y="41"/>
                      <a:pt x="45028" y="121"/>
                    </a:cubicBezTo>
                    <a:cubicBezTo>
                      <a:pt x="31687" y="783"/>
                      <a:pt x="18006" y="1645"/>
                      <a:pt x="11" y="6611"/>
                    </a:cubicBezTo>
                    <a:lnTo>
                      <a:pt x="1" y="10222"/>
                    </a:lnTo>
                    <a:lnTo>
                      <a:pt x="71" y="10222"/>
                    </a:lnTo>
                    <a:cubicBezTo>
                      <a:pt x="1285" y="10222"/>
                      <a:pt x="18557" y="10201"/>
                      <a:pt x="35028" y="10191"/>
                    </a:cubicBezTo>
                    <a:cubicBezTo>
                      <a:pt x="45921" y="7122"/>
                      <a:pt x="62040" y="823"/>
                      <a:pt x="62040" y="823"/>
                    </a:cubicBezTo>
                    <a:cubicBezTo>
                      <a:pt x="62040" y="823"/>
                      <a:pt x="57366" y="0"/>
                      <a:pt x="49993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14" name="Google Shape;2014;p19"/>
              <p:cNvSpPr/>
              <p:nvPr/>
            </p:nvSpPr>
            <p:spPr>
              <a:xfrm>
                <a:off x="-7499" y="4181046"/>
                <a:ext cx="3075535" cy="192872"/>
              </a:xfrm>
              <a:custGeom>
                <a:avLst/>
                <a:gdLst/>
                <a:ahLst/>
                <a:cxnLst/>
                <a:rect l="l" t="t" r="r" b="b"/>
                <a:pathLst>
                  <a:path w="53754" h="3371" extrusionOk="0">
                    <a:moveTo>
                      <a:pt x="16761" y="0"/>
                    </a:moveTo>
                    <a:cubicBezTo>
                      <a:pt x="9569" y="0"/>
                      <a:pt x="3601" y="311"/>
                      <a:pt x="0" y="622"/>
                    </a:cubicBezTo>
                    <a:lnTo>
                      <a:pt x="40" y="2759"/>
                    </a:lnTo>
                    <a:cubicBezTo>
                      <a:pt x="7854" y="1665"/>
                      <a:pt x="15848" y="1294"/>
                      <a:pt x="23171" y="1294"/>
                    </a:cubicBezTo>
                    <a:cubicBezTo>
                      <a:pt x="39340" y="1294"/>
                      <a:pt x="52159" y="3130"/>
                      <a:pt x="52159" y="3130"/>
                    </a:cubicBezTo>
                    <a:lnTo>
                      <a:pt x="53754" y="3371"/>
                    </a:lnTo>
                    <a:cubicBezTo>
                      <a:pt x="52430" y="3020"/>
                      <a:pt x="51076" y="2689"/>
                      <a:pt x="49702" y="2368"/>
                    </a:cubicBezTo>
                    <a:cubicBezTo>
                      <a:pt x="38317" y="552"/>
                      <a:pt x="26431" y="0"/>
                      <a:pt x="16761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15" name="Google Shape;2015;p19"/>
              <p:cNvSpPr/>
              <p:nvPr/>
            </p:nvSpPr>
            <p:spPr>
              <a:xfrm>
                <a:off x="-10931" y="4011750"/>
                <a:ext cx="2320297" cy="202656"/>
              </a:xfrm>
              <a:custGeom>
                <a:avLst/>
                <a:gdLst/>
                <a:ahLst/>
                <a:cxnLst/>
                <a:rect l="l" t="t" r="r" b="b"/>
                <a:pathLst>
                  <a:path w="40554" h="3542" extrusionOk="0">
                    <a:moveTo>
                      <a:pt x="10" y="0"/>
                    </a:moveTo>
                    <a:lnTo>
                      <a:pt x="0" y="1565"/>
                    </a:lnTo>
                    <a:cubicBezTo>
                      <a:pt x="1675" y="1485"/>
                      <a:pt x="3631" y="1455"/>
                      <a:pt x="5778" y="1455"/>
                    </a:cubicBezTo>
                    <a:cubicBezTo>
                      <a:pt x="16089" y="1455"/>
                      <a:pt x="30844" y="2297"/>
                      <a:pt x="40553" y="3541"/>
                    </a:cubicBezTo>
                    <a:cubicBezTo>
                      <a:pt x="21546" y="372"/>
                      <a:pt x="1705" y="30"/>
                      <a:pt x="110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2016" name="Google Shape;2016;p19"/>
          <p:cNvGrpSpPr/>
          <p:nvPr/>
        </p:nvGrpSpPr>
        <p:grpSpPr>
          <a:xfrm>
            <a:off x="1888320" y="4082748"/>
            <a:ext cx="7318608" cy="1849125"/>
            <a:chOff x="1888320" y="3587521"/>
            <a:chExt cx="7318608" cy="1849125"/>
          </a:xfrm>
        </p:grpSpPr>
        <p:sp>
          <p:nvSpPr>
            <p:cNvPr id="2017" name="Google Shape;2017;p19"/>
            <p:cNvSpPr/>
            <p:nvPr/>
          </p:nvSpPr>
          <p:spPr>
            <a:xfrm rot="143046">
              <a:off x="1917384" y="3737863"/>
              <a:ext cx="7260480" cy="1548441"/>
            </a:xfrm>
            <a:custGeom>
              <a:avLst/>
              <a:gdLst/>
              <a:ahLst/>
              <a:cxnLst/>
              <a:rect l="l" t="t" r="r" b="b"/>
              <a:pathLst>
                <a:path w="93506" h="19942" extrusionOk="0">
                  <a:moveTo>
                    <a:pt x="93505" y="1"/>
                  </a:moveTo>
                  <a:cubicBezTo>
                    <a:pt x="93504" y="1"/>
                    <a:pt x="16962" y="15739"/>
                    <a:pt x="1" y="19941"/>
                  </a:cubicBezTo>
                  <a:lnTo>
                    <a:pt x="93375" y="17905"/>
                  </a:lnTo>
                  <a:lnTo>
                    <a:pt x="93505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lt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8" name="Google Shape;2018;p19"/>
            <p:cNvSpPr/>
            <p:nvPr/>
          </p:nvSpPr>
          <p:spPr>
            <a:xfrm rot="143046">
              <a:off x="5997787" y="4442569"/>
              <a:ext cx="3158223" cy="781985"/>
            </a:xfrm>
            <a:custGeom>
              <a:avLst/>
              <a:gdLst/>
              <a:ahLst/>
              <a:cxnLst/>
              <a:rect l="l" t="t" r="r" b="b"/>
              <a:pathLst>
                <a:path w="40674" h="10071" extrusionOk="0">
                  <a:moveTo>
                    <a:pt x="33653" y="10071"/>
                  </a:moveTo>
                  <a:lnTo>
                    <a:pt x="33653" y="10071"/>
                  </a:lnTo>
                  <a:lnTo>
                    <a:pt x="40674" y="9920"/>
                  </a:lnTo>
                  <a:lnTo>
                    <a:pt x="33653" y="10071"/>
                  </a:lnTo>
                  <a:close/>
                  <a:moveTo>
                    <a:pt x="0" y="502"/>
                  </a:moveTo>
                  <a:lnTo>
                    <a:pt x="0" y="502"/>
                  </a:lnTo>
                  <a:cubicBezTo>
                    <a:pt x="803" y="331"/>
                    <a:pt x="1595" y="161"/>
                    <a:pt x="2387" y="0"/>
                  </a:cubicBezTo>
                  <a:cubicBezTo>
                    <a:pt x="1595" y="161"/>
                    <a:pt x="803" y="331"/>
                    <a:pt x="0" y="502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9" name="Google Shape;2019;p19"/>
            <p:cNvSpPr/>
            <p:nvPr/>
          </p:nvSpPr>
          <p:spPr>
            <a:xfrm rot="143046">
              <a:off x="5998047" y="4430090"/>
              <a:ext cx="3158999" cy="794486"/>
            </a:xfrm>
            <a:custGeom>
              <a:avLst/>
              <a:gdLst/>
              <a:ahLst/>
              <a:cxnLst/>
              <a:rect l="l" t="t" r="r" b="b"/>
              <a:pathLst>
                <a:path w="40684" h="10232" extrusionOk="0">
                  <a:moveTo>
                    <a:pt x="3150" y="1"/>
                  </a:moveTo>
                  <a:cubicBezTo>
                    <a:pt x="2899" y="51"/>
                    <a:pt x="2648" y="101"/>
                    <a:pt x="2387" y="161"/>
                  </a:cubicBezTo>
                  <a:cubicBezTo>
                    <a:pt x="1595" y="322"/>
                    <a:pt x="803" y="492"/>
                    <a:pt x="0" y="663"/>
                  </a:cubicBezTo>
                  <a:cubicBezTo>
                    <a:pt x="11716" y="1676"/>
                    <a:pt x="25879" y="6982"/>
                    <a:pt x="33653" y="10232"/>
                  </a:cubicBezTo>
                  <a:lnTo>
                    <a:pt x="40674" y="10081"/>
                  </a:lnTo>
                  <a:lnTo>
                    <a:pt x="40684" y="9409"/>
                  </a:lnTo>
                  <a:cubicBezTo>
                    <a:pt x="38066" y="8286"/>
                    <a:pt x="31947" y="5828"/>
                    <a:pt x="23672" y="3571"/>
                  </a:cubicBezTo>
                  <a:cubicBezTo>
                    <a:pt x="17764" y="1957"/>
                    <a:pt x="10763" y="422"/>
                    <a:pt x="315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0" name="Google Shape;2020;p19"/>
            <p:cNvSpPr/>
            <p:nvPr/>
          </p:nvSpPr>
          <p:spPr>
            <a:xfrm rot="143046">
              <a:off x="6673450" y="4294666"/>
              <a:ext cx="2496280" cy="622420"/>
            </a:xfrm>
            <a:custGeom>
              <a:avLst/>
              <a:gdLst/>
              <a:ahLst/>
              <a:cxnLst/>
              <a:rect l="l" t="t" r="r" b="b"/>
              <a:pathLst>
                <a:path w="32149" h="8016" extrusionOk="0">
                  <a:moveTo>
                    <a:pt x="3792" y="1"/>
                  </a:moveTo>
                  <a:cubicBezTo>
                    <a:pt x="2568" y="252"/>
                    <a:pt x="1334" y="512"/>
                    <a:pt x="80" y="773"/>
                  </a:cubicBezTo>
                  <a:lnTo>
                    <a:pt x="0" y="793"/>
                  </a:lnTo>
                  <a:cubicBezTo>
                    <a:pt x="8035" y="1355"/>
                    <a:pt x="22158" y="3792"/>
                    <a:pt x="32128" y="8015"/>
                  </a:cubicBezTo>
                  <a:lnTo>
                    <a:pt x="32148" y="4805"/>
                  </a:lnTo>
                  <a:cubicBezTo>
                    <a:pt x="27133" y="3592"/>
                    <a:pt x="13572" y="482"/>
                    <a:pt x="3792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1" name="Google Shape;2021;p19"/>
            <p:cNvSpPr/>
            <p:nvPr/>
          </p:nvSpPr>
          <p:spPr>
            <a:xfrm rot="143046">
              <a:off x="5401255" y="4552724"/>
              <a:ext cx="2533706" cy="668387"/>
            </a:xfrm>
            <a:custGeom>
              <a:avLst/>
              <a:gdLst/>
              <a:ahLst/>
              <a:cxnLst/>
              <a:rect l="l" t="t" r="r" b="b"/>
              <a:pathLst>
                <a:path w="32631" h="8608" extrusionOk="0">
                  <a:moveTo>
                    <a:pt x="21205" y="8607"/>
                  </a:moveTo>
                  <a:cubicBezTo>
                    <a:pt x="21205" y="8607"/>
                    <a:pt x="21205" y="8607"/>
                    <a:pt x="21205" y="8607"/>
                  </a:cubicBezTo>
                  <a:lnTo>
                    <a:pt x="32630" y="8356"/>
                  </a:lnTo>
                  <a:lnTo>
                    <a:pt x="32630" y="8356"/>
                  </a:lnTo>
                  <a:lnTo>
                    <a:pt x="21205" y="8607"/>
                  </a:lnTo>
                  <a:close/>
                  <a:moveTo>
                    <a:pt x="1" y="201"/>
                  </a:moveTo>
                  <a:cubicBezTo>
                    <a:pt x="322" y="131"/>
                    <a:pt x="643" y="61"/>
                    <a:pt x="964" y="1"/>
                  </a:cubicBezTo>
                  <a:cubicBezTo>
                    <a:pt x="643" y="61"/>
                    <a:pt x="322" y="131"/>
                    <a:pt x="1" y="20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2" name="Google Shape;2022;p19"/>
            <p:cNvSpPr/>
            <p:nvPr/>
          </p:nvSpPr>
          <p:spPr>
            <a:xfrm rot="143046">
              <a:off x="5301147" y="4535112"/>
              <a:ext cx="2634182" cy="683917"/>
            </a:xfrm>
            <a:custGeom>
              <a:avLst/>
              <a:gdLst/>
              <a:ahLst/>
              <a:cxnLst/>
              <a:rect l="l" t="t" r="r" b="b"/>
              <a:pathLst>
                <a:path w="33925" h="8808" extrusionOk="0">
                  <a:moveTo>
                    <a:pt x="3211" y="0"/>
                  </a:moveTo>
                  <a:cubicBezTo>
                    <a:pt x="2890" y="60"/>
                    <a:pt x="2569" y="131"/>
                    <a:pt x="2258" y="201"/>
                  </a:cubicBezTo>
                  <a:cubicBezTo>
                    <a:pt x="1937" y="261"/>
                    <a:pt x="1616" y="331"/>
                    <a:pt x="1295" y="401"/>
                  </a:cubicBezTo>
                  <a:cubicBezTo>
                    <a:pt x="864" y="492"/>
                    <a:pt x="432" y="582"/>
                    <a:pt x="1" y="672"/>
                  </a:cubicBezTo>
                  <a:cubicBezTo>
                    <a:pt x="10804" y="2759"/>
                    <a:pt x="18337" y="6470"/>
                    <a:pt x="22499" y="8807"/>
                  </a:cubicBezTo>
                  <a:lnTo>
                    <a:pt x="33924" y="8556"/>
                  </a:lnTo>
                  <a:cubicBezTo>
                    <a:pt x="24967" y="3902"/>
                    <a:pt x="12359" y="933"/>
                    <a:pt x="3211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3" name="Google Shape;2023;p19"/>
            <p:cNvSpPr/>
            <p:nvPr/>
          </p:nvSpPr>
          <p:spPr>
            <a:xfrm rot="143046">
              <a:off x="6061508" y="5216857"/>
              <a:ext cx="252431" cy="5513"/>
            </a:xfrm>
            <a:custGeom>
              <a:avLst/>
              <a:gdLst/>
              <a:ahLst/>
              <a:cxnLst/>
              <a:rect l="l" t="t" r="r" b="b"/>
              <a:pathLst>
                <a:path w="3251" h="71" extrusionOk="0">
                  <a:moveTo>
                    <a:pt x="0" y="71"/>
                  </a:moveTo>
                  <a:lnTo>
                    <a:pt x="3250" y="1"/>
                  </a:lnTo>
                  <a:lnTo>
                    <a:pt x="3250" y="1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4" name="Google Shape;2024;p19"/>
            <p:cNvSpPr/>
            <p:nvPr/>
          </p:nvSpPr>
          <p:spPr>
            <a:xfrm rot="143046">
              <a:off x="4636540" y="4632656"/>
              <a:ext cx="1689448" cy="566359"/>
            </a:xfrm>
            <a:custGeom>
              <a:avLst/>
              <a:gdLst/>
              <a:ahLst/>
              <a:cxnLst/>
              <a:rect l="l" t="t" r="r" b="b"/>
              <a:pathLst>
                <a:path w="21758" h="7294" extrusionOk="0">
                  <a:moveTo>
                    <a:pt x="2910" y="1"/>
                  </a:moveTo>
                  <a:cubicBezTo>
                    <a:pt x="1937" y="202"/>
                    <a:pt x="964" y="412"/>
                    <a:pt x="1" y="613"/>
                  </a:cubicBezTo>
                  <a:cubicBezTo>
                    <a:pt x="2709" y="1536"/>
                    <a:pt x="5417" y="2709"/>
                    <a:pt x="7022" y="3381"/>
                  </a:cubicBezTo>
                  <a:cubicBezTo>
                    <a:pt x="12158" y="5528"/>
                    <a:pt x="14134" y="6711"/>
                    <a:pt x="14906" y="7293"/>
                  </a:cubicBezTo>
                  <a:lnTo>
                    <a:pt x="18507" y="7213"/>
                  </a:lnTo>
                  <a:lnTo>
                    <a:pt x="21757" y="7143"/>
                  </a:lnTo>
                  <a:cubicBezTo>
                    <a:pt x="18878" y="4113"/>
                    <a:pt x="9711" y="1335"/>
                    <a:pt x="291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5" name="Google Shape;2025;p19"/>
            <p:cNvSpPr/>
            <p:nvPr/>
          </p:nvSpPr>
          <p:spPr>
            <a:xfrm rot="143046">
              <a:off x="7395956" y="4106506"/>
              <a:ext cx="1791399" cy="352907"/>
            </a:xfrm>
            <a:custGeom>
              <a:avLst/>
              <a:gdLst/>
              <a:ahLst/>
              <a:cxnLst/>
              <a:rect l="l" t="t" r="r" b="b"/>
              <a:pathLst>
                <a:path w="23071" h="4545" extrusionOk="0">
                  <a:moveTo>
                    <a:pt x="9399" y="1"/>
                  </a:moveTo>
                  <a:cubicBezTo>
                    <a:pt x="8666" y="1"/>
                    <a:pt x="7904" y="11"/>
                    <a:pt x="7112" y="31"/>
                  </a:cubicBezTo>
                  <a:cubicBezTo>
                    <a:pt x="4895" y="482"/>
                    <a:pt x="2518" y="984"/>
                    <a:pt x="0" y="1505"/>
                  </a:cubicBezTo>
                  <a:cubicBezTo>
                    <a:pt x="7573" y="1636"/>
                    <a:pt x="18918" y="2990"/>
                    <a:pt x="23040" y="4545"/>
                  </a:cubicBezTo>
                  <a:lnTo>
                    <a:pt x="23060" y="2749"/>
                  </a:lnTo>
                  <a:lnTo>
                    <a:pt x="23070" y="1154"/>
                  </a:lnTo>
                  <a:cubicBezTo>
                    <a:pt x="23060" y="1154"/>
                    <a:pt x="18767" y="1"/>
                    <a:pt x="9399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6" name="Google Shape;2026;p19"/>
            <p:cNvSpPr/>
            <p:nvPr/>
          </p:nvSpPr>
          <p:spPr>
            <a:xfrm rot="143046">
              <a:off x="8460094" y="3874023"/>
              <a:ext cx="743860" cy="153509"/>
            </a:xfrm>
            <a:custGeom>
              <a:avLst/>
              <a:gdLst/>
              <a:ahLst/>
              <a:cxnLst/>
              <a:rect l="l" t="t" r="r" b="b"/>
              <a:pathLst>
                <a:path w="9580" h="1977" extrusionOk="0">
                  <a:moveTo>
                    <a:pt x="9569" y="1"/>
                  </a:moveTo>
                  <a:lnTo>
                    <a:pt x="9569" y="11"/>
                  </a:lnTo>
                  <a:lnTo>
                    <a:pt x="9549" y="11"/>
                  </a:lnTo>
                  <a:cubicBezTo>
                    <a:pt x="9228" y="71"/>
                    <a:pt x="5627" y="813"/>
                    <a:pt x="0" y="1977"/>
                  </a:cubicBezTo>
                  <a:cubicBezTo>
                    <a:pt x="4032" y="1887"/>
                    <a:pt x="7443" y="1846"/>
                    <a:pt x="9569" y="1826"/>
                  </a:cubicBezTo>
                  <a:lnTo>
                    <a:pt x="9579" y="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7" name="Google Shape;2027;p19"/>
            <p:cNvSpPr/>
            <p:nvPr/>
          </p:nvSpPr>
          <p:spPr>
            <a:xfrm rot="143046">
              <a:off x="3990951" y="4756076"/>
              <a:ext cx="1383285" cy="396467"/>
            </a:xfrm>
            <a:custGeom>
              <a:avLst/>
              <a:gdLst/>
              <a:ahLst/>
              <a:cxnLst/>
              <a:rect l="l" t="t" r="r" b="b"/>
              <a:pathLst>
                <a:path w="17815" h="5106" extrusionOk="0">
                  <a:moveTo>
                    <a:pt x="1716" y="0"/>
                  </a:moveTo>
                  <a:cubicBezTo>
                    <a:pt x="1134" y="120"/>
                    <a:pt x="562" y="241"/>
                    <a:pt x="1" y="361"/>
                  </a:cubicBezTo>
                  <a:cubicBezTo>
                    <a:pt x="3190" y="1615"/>
                    <a:pt x="11295" y="5106"/>
                    <a:pt x="11295" y="5106"/>
                  </a:cubicBezTo>
                  <a:lnTo>
                    <a:pt x="17815" y="3912"/>
                  </a:lnTo>
                  <a:cubicBezTo>
                    <a:pt x="17815" y="3912"/>
                    <a:pt x="8627" y="1344"/>
                    <a:pt x="1716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8" name="Google Shape;2028;p19"/>
            <p:cNvSpPr/>
            <p:nvPr/>
          </p:nvSpPr>
          <p:spPr>
            <a:xfrm rot="143046">
              <a:off x="3540962" y="4844831"/>
              <a:ext cx="784314" cy="331088"/>
            </a:xfrm>
            <a:custGeom>
              <a:avLst/>
              <a:gdLst/>
              <a:ahLst/>
              <a:cxnLst/>
              <a:rect l="l" t="t" r="r" b="b"/>
              <a:pathLst>
                <a:path w="10101" h="4264" extrusionOk="0">
                  <a:moveTo>
                    <a:pt x="4534" y="4264"/>
                  </a:moveTo>
                  <a:cubicBezTo>
                    <a:pt x="4534" y="4264"/>
                    <a:pt x="4534" y="4264"/>
                    <a:pt x="4534" y="4264"/>
                  </a:cubicBezTo>
                  <a:lnTo>
                    <a:pt x="10101" y="4143"/>
                  </a:lnTo>
                  <a:lnTo>
                    <a:pt x="4534" y="4264"/>
                  </a:lnTo>
                  <a:close/>
                  <a:moveTo>
                    <a:pt x="0" y="61"/>
                  </a:moveTo>
                  <a:cubicBezTo>
                    <a:pt x="90" y="41"/>
                    <a:pt x="191" y="21"/>
                    <a:pt x="281" y="1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191" y="21"/>
                    <a:pt x="90" y="41"/>
                    <a:pt x="0" y="6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9" name="Google Shape;2029;p19"/>
            <p:cNvSpPr/>
            <p:nvPr/>
          </p:nvSpPr>
          <p:spPr>
            <a:xfrm rot="143046">
              <a:off x="3251978" y="4844116"/>
              <a:ext cx="1328000" cy="331088"/>
            </a:xfrm>
            <a:custGeom>
              <a:avLst/>
              <a:gdLst/>
              <a:ahLst/>
              <a:cxnLst/>
              <a:rect l="l" t="t" r="r" b="b"/>
              <a:pathLst>
                <a:path w="17103" h="4264" extrusionOk="0">
                  <a:moveTo>
                    <a:pt x="4003" y="1"/>
                  </a:moveTo>
                  <a:cubicBezTo>
                    <a:pt x="3913" y="21"/>
                    <a:pt x="3812" y="41"/>
                    <a:pt x="3722" y="61"/>
                  </a:cubicBezTo>
                  <a:cubicBezTo>
                    <a:pt x="2448" y="332"/>
                    <a:pt x="1205" y="603"/>
                    <a:pt x="1" y="873"/>
                  </a:cubicBezTo>
                  <a:cubicBezTo>
                    <a:pt x="1776" y="1545"/>
                    <a:pt x="5648" y="3160"/>
                    <a:pt x="8256" y="4264"/>
                  </a:cubicBezTo>
                  <a:lnTo>
                    <a:pt x="13823" y="4143"/>
                  </a:lnTo>
                  <a:lnTo>
                    <a:pt x="17103" y="4073"/>
                  </a:lnTo>
                  <a:cubicBezTo>
                    <a:pt x="15719" y="3562"/>
                    <a:pt x="9640" y="1335"/>
                    <a:pt x="4003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30" name="Google Shape;2030;p19"/>
          <p:cNvGrpSpPr/>
          <p:nvPr/>
        </p:nvGrpSpPr>
        <p:grpSpPr>
          <a:xfrm flipH="1">
            <a:off x="197230" y="4640507"/>
            <a:ext cx="8901933" cy="1094777"/>
            <a:chOff x="-75995" y="4254507"/>
            <a:chExt cx="8901933" cy="1094777"/>
          </a:xfrm>
        </p:grpSpPr>
        <p:grpSp>
          <p:nvGrpSpPr>
            <p:cNvPr id="2031" name="Google Shape;2031;p19"/>
            <p:cNvGrpSpPr/>
            <p:nvPr/>
          </p:nvGrpSpPr>
          <p:grpSpPr>
            <a:xfrm>
              <a:off x="1847659" y="4405094"/>
              <a:ext cx="5081829" cy="944189"/>
              <a:chOff x="238125" y="2195725"/>
              <a:chExt cx="7120400" cy="1322950"/>
            </a:xfrm>
          </p:grpSpPr>
          <p:sp>
            <p:nvSpPr>
              <p:cNvPr id="2032" name="Google Shape;2032;p19"/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3" name="Google Shape;2033;p19"/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4" name="Google Shape;2034;p19"/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5" name="Google Shape;2035;p19"/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6" name="Google Shape;2036;p19"/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7" name="Google Shape;2037;p19"/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8" name="Google Shape;2038;p19"/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9" name="Google Shape;2039;p19"/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0" name="Google Shape;2040;p19"/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1" name="Google Shape;2041;p19"/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2" name="Google Shape;2042;p19"/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3" name="Google Shape;2043;p19"/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4" name="Google Shape;2044;p19"/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5" name="Google Shape;2045;p19"/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6" name="Google Shape;2046;p19"/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7" name="Google Shape;2047;p19"/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8" name="Google Shape;2048;p19"/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9" name="Google Shape;2049;p19"/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0" name="Google Shape;2050;p19"/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1" name="Google Shape;2051;p19"/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2" name="Google Shape;2052;p19"/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3" name="Google Shape;2053;p19"/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4" name="Google Shape;2054;p19"/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5" name="Google Shape;2055;p19"/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6" name="Google Shape;2056;p19"/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7" name="Google Shape;2057;p19"/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8" name="Google Shape;2058;p19"/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9" name="Google Shape;2059;p19"/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0" name="Google Shape;2060;p19"/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1" name="Google Shape;2061;p19"/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2" name="Google Shape;2062;p19"/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3" name="Google Shape;2063;p19"/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4" name="Google Shape;2064;p19"/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5" name="Google Shape;2065;p19"/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6" name="Google Shape;2066;p19"/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7" name="Google Shape;2067;p19"/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8" name="Google Shape;2068;p19"/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9" name="Google Shape;2069;p19"/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0" name="Google Shape;2070;p19"/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1" name="Google Shape;2071;p19"/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2" name="Google Shape;2072;p19"/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3" name="Google Shape;2073;p19"/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4" name="Google Shape;2074;p19"/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5" name="Google Shape;2075;p19"/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6" name="Google Shape;2076;p19"/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7" name="Google Shape;2077;p19"/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8" name="Google Shape;2078;p19"/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9" name="Google Shape;2079;p19"/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0" name="Google Shape;2080;p19"/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1" name="Google Shape;2081;p19"/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2" name="Google Shape;2082;p19"/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3" name="Google Shape;2083;p19"/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4" name="Google Shape;2084;p19"/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5" name="Google Shape;2085;p19"/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6" name="Google Shape;2086;p19"/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7" name="Google Shape;2087;p19"/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8" name="Google Shape;2088;p19"/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9" name="Google Shape;2089;p19"/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0" name="Google Shape;2090;p19"/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1" name="Google Shape;2091;p19"/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2" name="Google Shape;2092;p19"/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3" name="Google Shape;2093;p19"/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4" name="Google Shape;2094;p19"/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5" name="Google Shape;2095;p19"/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6" name="Google Shape;2096;p19"/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7" name="Google Shape;2097;p19"/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8" name="Google Shape;2098;p19"/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9" name="Google Shape;2099;p19"/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0" name="Google Shape;2100;p19"/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1" name="Google Shape;2101;p19"/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2" name="Google Shape;2102;p19"/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3" name="Google Shape;2103;p19"/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4" name="Google Shape;2104;p19"/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5" name="Google Shape;2105;p19"/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6" name="Google Shape;2106;p19"/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7" name="Google Shape;2107;p19"/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8" name="Google Shape;2108;p19"/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9" name="Google Shape;2109;p19"/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0" name="Google Shape;2110;p19"/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1" name="Google Shape;2111;p19"/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2" name="Google Shape;2112;p19"/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3" name="Google Shape;2113;p19"/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4" name="Google Shape;2114;p19"/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5" name="Google Shape;2115;p19"/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6" name="Google Shape;2116;p19"/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7" name="Google Shape;2117;p19"/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8" name="Google Shape;2118;p19"/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9" name="Google Shape;2119;p19"/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0" name="Google Shape;2120;p19"/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1" name="Google Shape;2121;p19"/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2" name="Google Shape;2122;p19"/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3" name="Google Shape;2123;p19"/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4" name="Google Shape;2124;p19"/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5" name="Google Shape;2125;p19"/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6" name="Google Shape;2126;p19"/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7" name="Google Shape;2127;p19"/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8" name="Google Shape;2128;p19"/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9" name="Google Shape;2129;p19"/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0" name="Google Shape;2130;p19"/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1" name="Google Shape;2131;p19"/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2" name="Google Shape;2132;p19"/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3" name="Google Shape;2133;p19"/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4" name="Google Shape;2134;p19"/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5" name="Google Shape;2135;p19"/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6" name="Google Shape;2136;p19"/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7" name="Google Shape;2137;p19"/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8" name="Google Shape;2138;p19"/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9" name="Google Shape;2139;p19"/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0" name="Google Shape;2140;p19"/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1" name="Google Shape;2141;p19"/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2" name="Google Shape;2142;p19"/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3" name="Google Shape;2143;p19"/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4" name="Google Shape;2144;p19"/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5" name="Google Shape;2145;p19"/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6" name="Google Shape;2146;p19"/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7" name="Google Shape;2147;p19"/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1" name="Google Shape;2161;p19"/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2" name="Google Shape;2162;p19"/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3" name="Google Shape;2163;p19"/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4" name="Google Shape;2164;p19"/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5" name="Google Shape;2165;p19"/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6" name="Google Shape;2166;p19"/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7" name="Google Shape;2167;p19"/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8" name="Google Shape;2168;p19"/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9" name="Google Shape;2169;p19"/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0" name="Google Shape;2170;p19"/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1" name="Google Shape;2171;p19"/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2" name="Google Shape;2172;p19"/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3" name="Google Shape;2173;p19"/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4" name="Google Shape;2174;p19"/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5" name="Google Shape;2175;p19"/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6" name="Google Shape;2176;p19"/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8" name="Google Shape;2178;p19"/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2179" name="Google Shape;2179;p19"/>
            <p:cNvGrpSpPr/>
            <p:nvPr/>
          </p:nvGrpSpPr>
          <p:grpSpPr>
            <a:xfrm>
              <a:off x="3744109" y="4254507"/>
              <a:ext cx="5081829" cy="944189"/>
              <a:chOff x="238125" y="2195725"/>
              <a:chExt cx="7120400" cy="1322950"/>
            </a:xfrm>
          </p:grpSpPr>
          <p:sp>
            <p:nvSpPr>
              <p:cNvPr id="2180" name="Google Shape;2180;p19"/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1" name="Google Shape;2181;p19"/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2" name="Google Shape;2182;p19"/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3" name="Google Shape;2183;p19"/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4" name="Google Shape;2184;p19"/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5" name="Google Shape;2185;p19"/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6" name="Google Shape;2186;p19"/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7" name="Google Shape;2187;p19"/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8" name="Google Shape;2188;p19"/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9" name="Google Shape;2189;p19"/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0" name="Google Shape;2190;p19"/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1" name="Google Shape;2191;p19"/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2" name="Google Shape;2192;p19"/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3" name="Google Shape;2193;p19"/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4" name="Google Shape;2194;p19"/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5" name="Google Shape;2195;p19"/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6" name="Google Shape;2196;p19"/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7" name="Google Shape;2197;p19"/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8" name="Google Shape;2198;p19"/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9" name="Google Shape;2199;p19"/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0" name="Google Shape;2200;p19"/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1" name="Google Shape;2201;p19"/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2" name="Google Shape;2202;p19"/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3" name="Google Shape;2203;p19"/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5" name="Google Shape;2205;p19"/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6" name="Google Shape;2206;p19"/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7" name="Google Shape;2207;p19"/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8" name="Google Shape;2208;p19"/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9" name="Google Shape;2209;p19"/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0" name="Google Shape;2210;p19"/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1" name="Google Shape;2211;p19"/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2" name="Google Shape;2212;p19"/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3" name="Google Shape;2213;p19"/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4" name="Google Shape;2214;p19"/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5" name="Google Shape;2215;p19"/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6" name="Google Shape;2216;p19"/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7" name="Google Shape;2217;p19"/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8" name="Google Shape;2218;p19"/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9" name="Google Shape;2219;p19"/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0" name="Google Shape;2220;p19"/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1" name="Google Shape;2221;p19"/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2" name="Google Shape;2222;p19"/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3" name="Google Shape;2223;p19"/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4" name="Google Shape;2224;p19"/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5" name="Google Shape;2225;p19"/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6" name="Google Shape;2226;p19"/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7" name="Google Shape;2227;p19"/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8" name="Google Shape;2228;p19"/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9" name="Google Shape;2229;p19"/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0" name="Google Shape;2230;p19"/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1" name="Google Shape;2231;p19"/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2" name="Google Shape;2232;p19"/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3" name="Google Shape;2233;p19"/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4" name="Google Shape;2234;p19"/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5" name="Google Shape;2235;p19"/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6" name="Google Shape;2236;p19"/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7" name="Google Shape;2237;p19"/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8" name="Google Shape;2238;p19"/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9" name="Google Shape;2239;p19"/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0" name="Google Shape;2240;p19"/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1" name="Google Shape;2241;p19"/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2" name="Google Shape;2242;p19"/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3" name="Google Shape;2243;p19"/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4" name="Google Shape;2244;p19"/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5" name="Google Shape;2245;p19"/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6" name="Google Shape;2246;p19"/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7" name="Google Shape;2247;p19"/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8" name="Google Shape;2248;p19"/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9" name="Google Shape;2249;p19"/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0" name="Google Shape;2250;p19"/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1" name="Google Shape;2251;p19"/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2" name="Google Shape;2252;p19"/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3" name="Google Shape;2253;p19"/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4" name="Google Shape;2254;p19"/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5" name="Google Shape;2255;p19"/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6" name="Google Shape;2256;p19"/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7" name="Google Shape;2257;p19"/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8" name="Google Shape;2258;p19"/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9" name="Google Shape;2259;p19"/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0" name="Google Shape;2260;p19"/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1" name="Google Shape;2261;p19"/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2" name="Google Shape;2262;p19"/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3" name="Google Shape;2263;p19"/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4" name="Google Shape;2264;p19"/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5" name="Google Shape;2265;p19"/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6" name="Google Shape;2266;p19"/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7" name="Google Shape;2267;p19"/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8" name="Google Shape;2268;p19"/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9" name="Google Shape;2269;p19"/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0" name="Google Shape;2270;p19"/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1" name="Google Shape;2271;p19"/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2" name="Google Shape;2272;p19"/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3" name="Google Shape;2273;p19"/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4" name="Google Shape;2274;p19"/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5" name="Google Shape;2275;p19"/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6" name="Google Shape;2276;p19"/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7" name="Google Shape;2277;p19"/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8" name="Google Shape;2278;p19"/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9" name="Google Shape;2279;p19"/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0" name="Google Shape;2280;p19"/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1" name="Google Shape;2281;p19"/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2" name="Google Shape;2282;p19"/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3" name="Google Shape;2283;p19"/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4" name="Google Shape;2284;p19"/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5" name="Google Shape;2285;p19"/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6" name="Google Shape;2286;p19"/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7" name="Google Shape;2287;p19"/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8" name="Google Shape;2288;p19"/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9" name="Google Shape;2289;p19"/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0" name="Google Shape;2290;p19"/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1" name="Google Shape;2291;p19"/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2" name="Google Shape;2292;p19"/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3" name="Google Shape;2293;p19"/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4" name="Google Shape;2294;p19"/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5" name="Google Shape;2295;p19"/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6" name="Google Shape;2296;p19"/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7" name="Google Shape;2297;p19"/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8" name="Google Shape;2298;p19"/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9" name="Google Shape;2299;p19"/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0" name="Google Shape;2300;p19"/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1" name="Google Shape;2301;p19"/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2" name="Google Shape;2302;p19"/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3" name="Google Shape;2303;p19"/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4" name="Google Shape;2304;p19"/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5" name="Google Shape;2305;p19"/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6" name="Google Shape;2306;p19"/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7" name="Google Shape;2307;p19"/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8" name="Google Shape;2308;p19"/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9" name="Google Shape;2309;p19"/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0" name="Google Shape;2310;p19"/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1" name="Google Shape;2311;p19"/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2" name="Google Shape;2312;p19"/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3" name="Google Shape;2313;p19"/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4" name="Google Shape;2314;p19"/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5" name="Google Shape;2315;p19"/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6" name="Google Shape;2316;p19"/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7" name="Google Shape;2317;p19"/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8" name="Google Shape;2318;p19"/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9" name="Google Shape;2319;p19"/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0" name="Google Shape;2320;p19"/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1" name="Google Shape;2321;p19"/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2" name="Google Shape;2322;p19"/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3" name="Google Shape;2323;p19"/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4" name="Google Shape;2324;p19"/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5" name="Google Shape;2325;p19"/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6" name="Google Shape;2326;p19"/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2327" name="Google Shape;2327;p19"/>
            <p:cNvGrpSpPr/>
            <p:nvPr/>
          </p:nvGrpSpPr>
          <p:grpSpPr>
            <a:xfrm>
              <a:off x="-75995" y="4389444"/>
              <a:ext cx="2222158" cy="795026"/>
              <a:chOff x="-75995" y="6598257"/>
              <a:chExt cx="2222158" cy="795026"/>
            </a:xfrm>
          </p:grpSpPr>
          <p:sp>
            <p:nvSpPr>
              <p:cNvPr id="2328" name="Google Shape;2328;p19"/>
              <p:cNvSpPr/>
              <p:nvPr/>
            </p:nvSpPr>
            <p:spPr>
              <a:xfrm>
                <a:off x="1214464" y="6650750"/>
                <a:ext cx="19181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9" name="Google Shape;2329;p19"/>
              <p:cNvSpPr/>
              <p:nvPr/>
            </p:nvSpPr>
            <p:spPr>
              <a:xfrm>
                <a:off x="1239462" y="6656584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0" name="Google Shape;2330;p19"/>
              <p:cNvSpPr/>
              <p:nvPr/>
            </p:nvSpPr>
            <p:spPr>
              <a:xfrm>
                <a:off x="1258624" y="6720335"/>
                <a:ext cx="21268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1" name="Google Shape;2331;p19"/>
              <p:cNvSpPr/>
              <p:nvPr/>
            </p:nvSpPr>
            <p:spPr>
              <a:xfrm>
                <a:off x="1919064" y="6865341"/>
                <a:ext cx="18770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2" name="Google Shape;2332;p19"/>
              <p:cNvSpPr/>
              <p:nvPr/>
            </p:nvSpPr>
            <p:spPr>
              <a:xfrm>
                <a:off x="1944062" y="6871176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3" name="Google Shape;2333;p19"/>
              <p:cNvSpPr/>
              <p:nvPr/>
            </p:nvSpPr>
            <p:spPr>
              <a:xfrm>
                <a:off x="1962814" y="6934927"/>
                <a:ext cx="21679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4" name="Google Shape;2334;p19"/>
              <p:cNvSpPr/>
              <p:nvPr/>
            </p:nvSpPr>
            <p:spPr>
              <a:xfrm>
                <a:off x="1801554" y="6659492"/>
                <a:ext cx="15434" cy="121686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5" name="Google Shape;2335;p19"/>
              <p:cNvSpPr/>
              <p:nvPr/>
            </p:nvSpPr>
            <p:spPr>
              <a:xfrm>
                <a:off x="1820734" y="6663668"/>
                <a:ext cx="28352" cy="86268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6" name="Google Shape;2336;p19"/>
              <p:cNvSpPr/>
              <p:nvPr/>
            </p:nvSpPr>
            <p:spPr>
              <a:xfrm>
                <a:off x="1834901" y="6712413"/>
                <a:ext cx="17093" cy="70442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7" name="Google Shape;2337;p19"/>
              <p:cNvSpPr/>
              <p:nvPr/>
            </p:nvSpPr>
            <p:spPr>
              <a:xfrm>
                <a:off x="2121987" y="6885343"/>
                <a:ext cx="16683" cy="70014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8" name="Google Shape;2338;p19"/>
              <p:cNvSpPr/>
              <p:nvPr/>
            </p:nvSpPr>
            <p:spPr>
              <a:xfrm>
                <a:off x="208183" y="6744922"/>
                <a:ext cx="15006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9" name="Google Shape;2339;p19"/>
              <p:cNvSpPr/>
              <p:nvPr/>
            </p:nvSpPr>
            <p:spPr>
              <a:xfrm>
                <a:off x="231503" y="6752006"/>
                <a:ext cx="10027" cy="95440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0" name="Google Shape;2340;p19"/>
              <p:cNvSpPr/>
              <p:nvPr/>
            </p:nvSpPr>
            <p:spPr>
              <a:xfrm>
                <a:off x="250684" y="6795327"/>
                <a:ext cx="16683" cy="74189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1" name="Google Shape;2341;p19"/>
              <p:cNvSpPr/>
              <p:nvPr/>
            </p:nvSpPr>
            <p:spPr>
              <a:xfrm>
                <a:off x="-75995" y="6897422"/>
                <a:ext cx="39182" cy="124184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2" name="Google Shape;2342;p19"/>
              <p:cNvSpPr/>
              <p:nvPr/>
            </p:nvSpPr>
            <p:spPr>
              <a:xfrm>
                <a:off x="29008" y="6929503"/>
                <a:ext cx="15844" cy="8336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3" name="Google Shape;2343;p19"/>
              <p:cNvSpPr/>
              <p:nvPr/>
            </p:nvSpPr>
            <p:spPr>
              <a:xfrm>
                <a:off x="239015" y="6796576"/>
                <a:ext cx="15844" cy="8295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4" name="Google Shape;2344;p19"/>
              <p:cNvSpPr/>
              <p:nvPr/>
            </p:nvSpPr>
            <p:spPr>
              <a:xfrm>
                <a:off x="-14741" y="6941582"/>
                <a:ext cx="3765" cy="75866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5" name="Google Shape;2345;p19"/>
              <p:cNvSpPr/>
              <p:nvPr/>
            </p:nvSpPr>
            <p:spPr>
              <a:xfrm>
                <a:off x="-32673" y="6892837"/>
                <a:ext cx="18360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6" name="Google Shape;2346;p19"/>
              <p:cNvSpPr/>
              <p:nvPr/>
            </p:nvSpPr>
            <p:spPr>
              <a:xfrm>
                <a:off x="-9335" y="6896173"/>
                <a:ext cx="26692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7" name="Google Shape;2347;p19"/>
              <p:cNvSpPr/>
              <p:nvPr/>
            </p:nvSpPr>
            <p:spPr>
              <a:xfrm>
                <a:off x="7758" y="6947845"/>
                <a:ext cx="14595" cy="7501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8" name="Google Shape;2348;p19"/>
              <p:cNvSpPr/>
              <p:nvPr/>
            </p:nvSpPr>
            <p:spPr>
              <a:xfrm>
                <a:off x="491094" y="7054507"/>
                <a:ext cx="44606" cy="262106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9" name="Google Shape;2349;p19"/>
              <p:cNvSpPr/>
              <p:nvPr/>
            </p:nvSpPr>
            <p:spPr>
              <a:xfrm>
                <a:off x="625269" y="7119918"/>
                <a:ext cx="27103" cy="176694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50" name="Google Shape;2350;p19"/>
              <p:cNvSpPr/>
              <p:nvPr/>
            </p:nvSpPr>
            <p:spPr>
              <a:xfrm>
                <a:off x="568601" y="7145754"/>
                <a:ext cx="6263" cy="161689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51" name="Google Shape;2351;p19"/>
              <p:cNvSpPr/>
              <p:nvPr/>
            </p:nvSpPr>
            <p:spPr>
              <a:xfrm>
                <a:off x="550277" y="7043677"/>
                <a:ext cx="16683" cy="27334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52" name="Google Shape;2352;p19"/>
              <p:cNvSpPr/>
              <p:nvPr/>
            </p:nvSpPr>
            <p:spPr>
              <a:xfrm>
                <a:off x="575685" y="7049512"/>
                <a:ext cx="42108" cy="196268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53" name="Google Shape;2353;p19"/>
              <p:cNvSpPr/>
              <p:nvPr/>
            </p:nvSpPr>
            <p:spPr>
              <a:xfrm>
                <a:off x="596525" y="7158672"/>
                <a:ext cx="24177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54" name="Google Shape;2354;p19"/>
              <p:cNvSpPr/>
              <p:nvPr/>
            </p:nvSpPr>
            <p:spPr>
              <a:xfrm>
                <a:off x="661115" y="6730755"/>
                <a:ext cx="40431" cy="117939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55" name="Google Shape;2355;p19"/>
              <p:cNvSpPr/>
              <p:nvPr/>
            </p:nvSpPr>
            <p:spPr>
              <a:xfrm>
                <a:off x="697353" y="6743245"/>
                <a:ext cx="21696" cy="71691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56" name="Google Shape;2356;p19"/>
              <p:cNvSpPr/>
              <p:nvPr/>
            </p:nvSpPr>
            <p:spPr>
              <a:xfrm>
                <a:off x="620273" y="6731576"/>
                <a:ext cx="18342" cy="107519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57" name="Google Shape;2357;p19"/>
              <p:cNvSpPr/>
              <p:nvPr/>
            </p:nvSpPr>
            <p:spPr>
              <a:xfrm>
                <a:off x="723599" y="6882006"/>
                <a:ext cx="20019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58" name="Google Shape;2358;p19"/>
              <p:cNvSpPr/>
              <p:nvPr/>
            </p:nvSpPr>
            <p:spPr>
              <a:xfrm>
                <a:off x="751523" y="6961584"/>
                <a:ext cx="751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59" name="Google Shape;2359;p19"/>
              <p:cNvSpPr/>
              <p:nvPr/>
            </p:nvSpPr>
            <p:spPr>
              <a:xfrm>
                <a:off x="598612" y="6888661"/>
                <a:ext cx="24177" cy="15378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60" name="Google Shape;2360;p19"/>
              <p:cNvSpPr/>
              <p:nvPr/>
            </p:nvSpPr>
            <p:spPr>
              <a:xfrm>
                <a:off x="552347" y="6936997"/>
                <a:ext cx="10438" cy="52118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61" name="Google Shape;2361;p19"/>
              <p:cNvSpPr/>
              <p:nvPr/>
            </p:nvSpPr>
            <p:spPr>
              <a:xfrm>
                <a:off x="494020" y="6916585"/>
                <a:ext cx="11259" cy="65446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62" name="Google Shape;2362;p19"/>
              <p:cNvSpPr/>
              <p:nvPr/>
            </p:nvSpPr>
            <p:spPr>
              <a:xfrm>
                <a:off x="349014" y="6838256"/>
                <a:ext cx="17932" cy="105842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63" name="Google Shape;2363;p19"/>
              <p:cNvSpPr/>
              <p:nvPr/>
            </p:nvSpPr>
            <p:spPr>
              <a:xfrm>
                <a:off x="386519" y="6892426"/>
                <a:ext cx="15006" cy="74171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64" name="Google Shape;2364;p19"/>
              <p:cNvSpPr/>
              <p:nvPr/>
            </p:nvSpPr>
            <p:spPr>
              <a:xfrm>
                <a:off x="332349" y="6873246"/>
                <a:ext cx="18770" cy="95029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65" name="Google Shape;2365;p19"/>
              <p:cNvSpPr/>
              <p:nvPr/>
            </p:nvSpPr>
            <p:spPr>
              <a:xfrm>
                <a:off x="1145699" y="6924917"/>
                <a:ext cx="82111" cy="468366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66" name="Google Shape;2366;p19"/>
              <p:cNvSpPr/>
              <p:nvPr/>
            </p:nvSpPr>
            <p:spPr>
              <a:xfrm>
                <a:off x="1132781" y="6941582"/>
                <a:ext cx="24605" cy="37128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67" name="Google Shape;2367;p19"/>
              <p:cNvSpPr/>
              <p:nvPr/>
            </p:nvSpPr>
            <p:spPr>
              <a:xfrm>
                <a:off x="1071528" y="7058254"/>
                <a:ext cx="14613" cy="327107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68" name="Google Shape;2368;p19"/>
              <p:cNvSpPr/>
              <p:nvPr/>
            </p:nvSpPr>
            <p:spPr>
              <a:xfrm>
                <a:off x="1321965" y="6953251"/>
                <a:ext cx="32099" cy="356689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69" name="Google Shape;2369;p19"/>
              <p:cNvSpPr/>
              <p:nvPr/>
            </p:nvSpPr>
            <p:spPr>
              <a:xfrm>
                <a:off x="1300287" y="6971593"/>
                <a:ext cx="20019" cy="27918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70" name="Google Shape;2370;p19"/>
              <p:cNvSpPr/>
              <p:nvPr/>
            </p:nvSpPr>
            <p:spPr>
              <a:xfrm>
                <a:off x="1629891" y="6847427"/>
                <a:ext cx="40021" cy="473772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71" name="Google Shape;2371;p19"/>
              <p:cNvSpPr/>
              <p:nvPr/>
            </p:nvSpPr>
            <p:spPr>
              <a:xfrm>
                <a:off x="1599059" y="6871586"/>
                <a:ext cx="24587" cy="371267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72" name="Google Shape;2372;p19"/>
              <p:cNvSpPr/>
              <p:nvPr/>
            </p:nvSpPr>
            <p:spPr>
              <a:xfrm>
                <a:off x="1530294" y="6996180"/>
                <a:ext cx="44196" cy="325429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73" name="Google Shape;2373;p19"/>
              <p:cNvSpPr/>
              <p:nvPr/>
            </p:nvSpPr>
            <p:spPr>
              <a:xfrm>
                <a:off x="906949" y="6758251"/>
                <a:ext cx="34186" cy="163348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74" name="Google Shape;2374;p19"/>
              <p:cNvSpPr/>
              <p:nvPr/>
            </p:nvSpPr>
            <p:spPr>
              <a:xfrm>
                <a:off x="927360" y="6816167"/>
                <a:ext cx="25854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75" name="Google Shape;2375;p19"/>
              <p:cNvSpPr/>
              <p:nvPr/>
            </p:nvSpPr>
            <p:spPr>
              <a:xfrm>
                <a:off x="865697" y="6790331"/>
                <a:ext cx="10848" cy="163776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76" name="Google Shape;2376;p19"/>
              <p:cNvSpPr/>
              <p:nvPr/>
            </p:nvSpPr>
            <p:spPr>
              <a:xfrm>
                <a:off x="1765726" y="6798664"/>
                <a:ext cx="40841" cy="192110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77" name="Google Shape;2377;p19"/>
              <p:cNvSpPr/>
              <p:nvPr/>
            </p:nvSpPr>
            <p:spPr>
              <a:xfrm>
                <a:off x="1758232" y="6805337"/>
                <a:ext cx="10848" cy="152107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78" name="Google Shape;2378;p19"/>
              <p:cNvSpPr/>
              <p:nvPr/>
            </p:nvSpPr>
            <p:spPr>
              <a:xfrm>
                <a:off x="1723225" y="6852423"/>
                <a:ext cx="8761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79" name="Google Shape;2379;p19"/>
              <p:cNvSpPr/>
              <p:nvPr/>
            </p:nvSpPr>
            <p:spPr>
              <a:xfrm>
                <a:off x="1796968" y="6851174"/>
                <a:ext cx="10438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80" name="Google Shape;2380;p19"/>
              <p:cNvSpPr/>
              <p:nvPr/>
            </p:nvSpPr>
            <p:spPr>
              <a:xfrm>
                <a:off x="1041945" y="6697836"/>
                <a:ext cx="9189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81" name="Google Shape;2381;p19"/>
              <p:cNvSpPr/>
              <p:nvPr/>
            </p:nvSpPr>
            <p:spPr>
              <a:xfrm>
                <a:off x="1027778" y="6705758"/>
                <a:ext cx="12525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82" name="Google Shape;2382;p19"/>
              <p:cNvSpPr/>
              <p:nvPr/>
            </p:nvSpPr>
            <p:spPr>
              <a:xfrm>
                <a:off x="1007366" y="6737411"/>
                <a:ext cx="15023" cy="80862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83" name="Google Shape;2383;p19"/>
              <p:cNvSpPr/>
              <p:nvPr/>
            </p:nvSpPr>
            <p:spPr>
              <a:xfrm>
                <a:off x="1054453" y="6729506"/>
                <a:ext cx="12936" cy="8125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84" name="Google Shape;2384;p19"/>
              <p:cNvSpPr/>
              <p:nvPr/>
            </p:nvSpPr>
            <p:spPr>
              <a:xfrm>
                <a:off x="1096543" y="6891177"/>
                <a:ext cx="9171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85" name="Google Shape;2385;p19"/>
              <p:cNvSpPr/>
              <p:nvPr/>
            </p:nvSpPr>
            <p:spPr>
              <a:xfrm>
                <a:off x="1082376" y="6899081"/>
                <a:ext cx="12508" cy="92531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86" name="Google Shape;2386;p19"/>
              <p:cNvSpPr/>
              <p:nvPr/>
            </p:nvSpPr>
            <p:spPr>
              <a:xfrm>
                <a:off x="1109033" y="6923258"/>
                <a:ext cx="12936" cy="80844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87" name="Google Shape;2387;p19"/>
              <p:cNvSpPr/>
              <p:nvPr/>
            </p:nvSpPr>
            <p:spPr>
              <a:xfrm>
                <a:off x="1410303" y="6632407"/>
                <a:ext cx="12936" cy="97937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88" name="Google Shape;2388;p19"/>
              <p:cNvSpPr/>
              <p:nvPr/>
            </p:nvSpPr>
            <p:spPr>
              <a:xfrm>
                <a:off x="1403630" y="6637421"/>
                <a:ext cx="5442" cy="76687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89" name="Google Shape;2389;p19"/>
              <p:cNvSpPr/>
              <p:nvPr/>
            </p:nvSpPr>
            <p:spPr>
              <a:xfrm>
                <a:off x="1424042" y="6659082"/>
                <a:ext cx="6691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90" name="Google Shape;2390;p19"/>
              <p:cNvSpPr/>
              <p:nvPr/>
            </p:nvSpPr>
            <p:spPr>
              <a:xfrm>
                <a:off x="1378633" y="6656174"/>
                <a:ext cx="6263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91" name="Google Shape;2391;p19"/>
              <p:cNvSpPr/>
              <p:nvPr/>
            </p:nvSpPr>
            <p:spPr>
              <a:xfrm>
                <a:off x="211502" y="6943259"/>
                <a:ext cx="9599" cy="99186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92" name="Google Shape;2392;p19"/>
              <p:cNvSpPr/>
              <p:nvPr/>
            </p:nvSpPr>
            <p:spPr>
              <a:xfrm>
                <a:off x="194426" y="6949504"/>
                <a:ext cx="16683" cy="7709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93" name="Google Shape;2393;p19"/>
              <p:cNvSpPr/>
              <p:nvPr/>
            </p:nvSpPr>
            <p:spPr>
              <a:xfrm>
                <a:off x="221511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94" name="Google Shape;2394;p19"/>
              <p:cNvSpPr/>
              <p:nvPr/>
            </p:nvSpPr>
            <p:spPr>
              <a:xfrm>
                <a:off x="168590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95" name="Google Shape;2395;p19"/>
              <p:cNvSpPr/>
              <p:nvPr/>
            </p:nvSpPr>
            <p:spPr>
              <a:xfrm>
                <a:off x="779857" y="7121595"/>
                <a:ext cx="25015" cy="202102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96" name="Google Shape;2396;p19"/>
              <p:cNvSpPr/>
              <p:nvPr/>
            </p:nvSpPr>
            <p:spPr>
              <a:xfrm>
                <a:off x="759034" y="7128679"/>
                <a:ext cx="12097" cy="16044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97" name="Google Shape;2397;p19"/>
              <p:cNvSpPr/>
              <p:nvPr/>
            </p:nvSpPr>
            <p:spPr>
              <a:xfrm>
                <a:off x="807780" y="7177014"/>
                <a:ext cx="15023" cy="141259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98" name="Google Shape;2398;p19"/>
              <p:cNvSpPr/>
              <p:nvPr/>
            </p:nvSpPr>
            <p:spPr>
              <a:xfrm>
                <a:off x="700279" y="7162419"/>
                <a:ext cx="14595" cy="141277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99" name="Google Shape;2399;p19"/>
              <p:cNvSpPr/>
              <p:nvPr/>
            </p:nvSpPr>
            <p:spPr>
              <a:xfrm>
                <a:off x="2108659" y="6598257"/>
                <a:ext cx="37505" cy="12959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400" name="Google Shape;2400;p19"/>
              <p:cNvSpPr/>
              <p:nvPr/>
            </p:nvSpPr>
            <p:spPr>
              <a:xfrm>
                <a:off x="2104073" y="6600327"/>
                <a:ext cx="15006" cy="104182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401" name="Google Shape;2401;p19"/>
              <p:cNvSpPr/>
              <p:nvPr/>
            </p:nvSpPr>
            <p:spPr>
              <a:xfrm>
                <a:off x="2078237" y="6629499"/>
                <a:ext cx="10010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402" name="Google Shape;2402;p19"/>
              <p:cNvSpPr/>
              <p:nvPr/>
            </p:nvSpPr>
            <p:spPr>
              <a:xfrm>
                <a:off x="2129071" y="6634085"/>
                <a:ext cx="12508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403" name="Google Shape;2403;p19"/>
              <p:cNvSpPr/>
              <p:nvPr/>
            </p:nvSpPr>
            <p:spPr>
              <a:xfrm>
                <a:off x="2052401" y="6678673"/>
                <a:ext cx="14185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404" name="Google Shape;2404;p19"/>
              <p:cNvSpPr/>
              <p:nvPr/>
            </p:nvSpPr>
            <p:spPr>
              <a:xfrm>
                <a:off x="1533631" y="6679494"/>
                <a:ext cx="15862" cy="118367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405" name="Google Shape;2405;p19"/>
              <p:cNvSpPr/>
              <p:nvPr/>
            </p:nvSpPr>
            <p:spPr>
              <a:xfrm>
                <a:off x="1525709" y="6685328"/>
                <a:ext cx="5852" cy="92942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406" name="Google Shape;2406;p19"/>
              <p:cNvSpPr/>
              <p:nvPr/>
            </p:nvSpPr>
            <p:spPr>
              <a:xfrm>
                <a:off x="1550296" y="6711575"/>
                <a:ext cx="7530" cy="81701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407" name="Google Shape;2407;p19"/>
              <p:cNvSpPr/>
              <p:nvPr/>
            </p:nvSpPr>
            <p:spPr>
              <a:xfrm>
                <a:off x="1626144" y="6651160"/>
                <a:ext cx="14185" cy="91693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2408" name="Google Shape;2408;p19"/>
          <p:cNvGrpSpPr/>
          <p:nvPr/>
        </p:nvGrpSpPr>
        <p:grpSpPr>
          <a:xfrm>
            <a:off x="1252331" y="4366335"/>
            <a:ext cx="565062" cy="818181"/>
            <a:chOff x="3595619" y="4080338"/>
            <a:chExt cx="333882" cy="483472"/>
          </a:xfrm>
        </p:grpSpPr>
        <p:sp>
          <p:nvSpPr>
            <p:cNvPr id="2409" name="Google Shape;2409;p19"/>
            <p:cNvSpPr/>
            <p:nvPr/>
          </p:nvSpPr>
          <p:spPr>
            <a:xfrm>
              <a:off x="3644069" y="4471961"/>
              <a:ext cx="34125" cy="23384"/>
            </a:xfrm>
            <a:custGeom>
              <a:avLst/>
              <a:gdLst/>
              <a:ahLst/>
              <a:cxnLst/>
              <a:rect l="l" t="t" r="r" b="b"/>
              <a:pathLst>
                <a:path w="162" h="111" extrusionOk="0">
                  <a:moveTo>
                    <a:pt x="31" y="0"/>
                  </a:moveTo>
                  <a:cubicBezTo>
                    <a:pt x="31" y="0"/>
                    <a:pt x="1" y="100"/>
                    <a:pt x="41" y="110"/>
                  </a:cubicBezTo>
                  <a:cubicBezTo>
                    <a:pt x="91" y="110"/>
                    <a:pt x="161" y="100"/>
                    <a:pt x="161" y="90"/>
                  </a:cubicBezTo>
                  <a:cubicBezTo>
                    <a:pt x="161" y="70"/>
                    <a:pt x="151" y="40"/>
                    <a:pt x="1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0" name="Google Shape;2410;p19"/>
            <p:cNvSpPr/>
            <p:nvPr/>
          </p:nvSpPr>
          <p:spPr>
            <a:xfrm>
              <a:off x="3652495" y="4476175"/>
              <a:ext cx="25699" cy="19170"/>
            </a:xfrm>
            <a:custGeom>
              <a:avLst/>
              <a:gdLst/>
              <a:ahLst/>
              <a:cxnLst/>
              <a:rect l="l" t="t" r="r" b="b"/>
              <a:pathLst>
                <a:path w="122" h="91" extrusionOk="0">
                  <a:moveTo>
                    <a:pt x="11" y="0"/>
                  </a:moveTo>
                  <a:cubicBezTo>
                    <a:pt x="11" y="0"/>
                    <a:pt x="11" y="10"/>
                    <a:pt x="11" y="10"/>
                  </a:cubicBezTo>
                  <a:cubicBezTo>
                    <a:pt x="11" y="20"/>
                    <a:pt x="11" y="20"/>
                    <a:pt x="1" y="30"/>
                  </a:cubicBezTo>
                  <a:cubicBezTo>
                    <a:pt x="11" y="50"/>
                    <a:pt x="11" y="70"/>
                    <a:pt x="11" y="90"/>
                  </a:cubicBezTo>
                  <a:lnTo>
                    <a:pt x="31" y="90"/>
                  </a:lnTo>
                  <a:cubicBezTo>
                    <a:pt x="71" y="90"/>
                    <a:pt x="121" y="70"/>
                    <a:pt x="121" y="70"/>
                  </a:cubicBezTo>
                  <a:lnTo>
                    <a:pt x="121" y="50"/>
                  </a:lnTo>
                  <a:lnTo>
                    <a:pt x="91" y="50"/>
                  </a:lnTo>
                  <a:cubicBezTo>
                    <a:pt x="81" y="50"/>
                    <a:pt x="71" y="60"/>
                    <a:pt x="61" y="60"/>
                  </a:cubicBezTo>
                  <a:cubicBezTo>
                    <a:pt x="51" y="60"/>
                    <a:pt x="51" y="60"/>
                    <a:pt x="41" y="50"/>
                  </a:cubicBezTo>
                  <a:cubicBezTo>
                    <a:pt x="31" y="40"/>
                    <a:pt x="31" y="2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1" name="Google Shape;2411;p19"/>
            <p:cNvSpPr/>
            <p:nvPr/>
          </p:nvSpPr>
          <p:spPr>
            <a:xfrm>
              <a:off x="3637749" y="4283839"/>
              <a:ext cx="38338" cy="193388"/>
            </a:xfrm>
            <a:custGeom>
              <a:avLst/>
              <a:gdLst/>
              <a:ahLst/>
              <a:cxnLst/>
              <a:rect l="l" t="t" r="r" b="b"/>
              <a:pathLst>
                <a:path w="182" h="918" extrusionOk="0">
                  <a:moveTo>
                    <a:pt x="91" y="0"/>
                  </a:moveTo>
                  <a:lnTo>
                    <a:pt x="41" y="20"/>
                  </a:lnTo>
                  <a:lnTo>
                    <a:pt x="1" y="231"/>
                  </a:lnTo>
                  <a:lnTo>
                    <a:pt x="41" y="733"/>
                  </a:lnTo>
                  <a:cubicBezTo>
                    <a:pt x="41" y="733"/>
                    <a:pt x="31" y="893"/>
                    <a:pt x="61" y="913"/>
                  </a:cubicBezTo>
                  <a:cubicBezTo>
                    <a:pt x="70" y="916"/>
                    <a:pt x="83" y="917"/>
                    <a:pt x="97" y="917"/>
                  </a:cubicBezTo>
                  <a:cubicBezTo>
                    <a:pt x="131" y="917"/>
                    <a:pt x="171" y="910"/>
                    <a:pt x="171" y="903"/>
                  </a:cubicBezTo>
                  <a:cubicBezTo>
                    <a:pt x="181" y="893"/>
                    <a:pt x="161" y="833"/>
                    <a:pt x="161" y="783"/>
                  </a:cubicBezTo>
                  <a:cubicBezTo>
                    <a:pt x="151" y="743"/>
                    <a:pt x="161" y="723"/>
                    <a:pt x="161" y="652"/>
                  </a:cubicBezTo>
                  <a:cubicBezTo>
                    <a:pt x="151" y="582"/>
                    <a:pt x="141" y="502"/>
                    <a:pt x="141" y="432"/>
                  </a:cubicBezTo>
                  <a:cubicBezTo>
                    <a:pt x="141" y="371"/>
                    <a:pt x="151" y="211"/>
                    <a:pt x="171" y="131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2" name="Google Shape;2412;p19"/>
            <p:cNvSpPr/>
            <p:nvPr/>
          </p:nvSpPr>
          <p:spPr>
            <a:xfrm>
              <a:off x="3656708" y="4302799"/>
              <a:ext cx="19380" cy="173586"/>
            </a:xfrm>
            <a:custGeom>
              <a:avLst/>
              <a:gdLst/>
              <a:ahLst/>
              <a:cxnLst/>
              <a:rect l="l" t="t" r="r" b="b"/>
              <a:pathLst>
                <a:path w="92" h="824" extrusionOk="0">
                  <a:moveTo>
                    <a:pt x="41" y="1"/>
                  </a:moveTo>
                  <a:lnTo>
                    <a:pt x="41" y="1"/>
                  </a:lnTo>
                  <a:cubicBezTo>
                    <a:pt x="61" y="131"/>
                    <a:pt x="1" y="271"/>
                    <a:pt x="21" y="442"/>
                  </a:cubicBezTo>
                  <a:cubicBezTo>
                    <a:pt x="31" y="602"/>
                    <a:pt x="11" y="703"/>
                    <a:pt x="41" y="823"/>
                  </a:cubicBezTo>
                  <a:cubicBezTo>
                    <a:pt x="61" y="823"/>
                    <a:pt x="81" y="813"/>
                    <a:pt x="81" y="813"/>
                  </a:cubicBezTo>
                  <a:cubicBezTo>
                    <a:pt x="91" y="803"/>
                    <a:pt x="71" y="743"/>
                    <a:pt x="71" y="693"/>
                  </a:cubicBezTo>
                  <a:cubicBezTo>
                    <a:pt x="61" y="653"/>
                    <a:pt x="71" y="633"/>
                    <a:pt x="71" y="562"/>
                  </a:cubicBezTo>
                  <a:cubicBezTo>
                    <a:pt x="61" y="492"/>
                    <a:pt x="51" y="412"/>
                    <a:pt x="51" y="342"/>
                  </a:cubicBezTo>
                  <a:cubicBezTo>
                    <a:pt x="51" y="281"/>
                    <a:pt x="61" y="121"/>
                    <a:pt x="81" y="41"/>
                  </a:cubicBezTo>
                  <a:lnTo>
                    <a:pt x="71" y="2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3" name="Google Shape;2413;p19"/>
            <p:cNvSpPr/>
            <p:nvPr/>
          </p:nvSpPr>
          <p:spPr>
            <a:xfrm>
              <a:off x="3620897" y="4478281"/>
              <a:ext cx="33915" cy="25490"/>
            </a:xfrm>
            <a:custGeom>
              <a:avLst/>
              <a:gdLst/>
              <a:ahLst/>
              <a:cxnLst/>
              <a:rect l="l" t="t" r="r" b="b"/>
              <a:pathLst>
                <a:path w="161" h="121" extrusionOk="0">
                  <a:moveTo>
                    <a:pt x="21" y="0"/>
                  </a:moveTo>
                  <a:lnTo>
                    <a:pt x="0" y="100"/>
                  </a:lnTo>
                  <a:cubicBezTo>
                    <a:pt x="0" y="110"/>
                    <a:pt x="31" y="121"/>
                    <a:pt x="61" y="121"/>
                  </a:cubicBezTo>
                  <a:cubicBezTo>
                    <a:pt x="101" y="121"/>
                    <a:pt x="151" y="110"/>
                    <a:pt x="161" y="100"/>
                  </a:cubicBezTo>
                  <a:cubicBezTo>
                    <a:pt x="161" y="80"/>
                    <a:pt x="161" y="50"/>
                    <a:pt x="151" y="10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4" name="Google Shape;2414;p19"/>
            <p:cNvSpPr/>
            <p:nvPr/>
          </p:nvSpPr>
          <p:spPr>
            <a:xfrm>
              <a:off x="3620897" y="4482494"/>
              <a:ext cx="33915" cy="21277"/>
            </a:xfrm>
            <a:custGeom>
              <a:avLst/>
              <a:gdLst/>
              <a:ahLst/>
              <a:cxnLst/>
              <a:rect l="l" t="t" r="r" b="b"/>
              <a:pathLst>
                <a:path w="161" h="101" extrusionOk="0">
                  <a:moveTo>
                    <a:pt x="21" y="0"/>
                  </a:moveTo>
                  <a:lnTo>
                    <a:pt x="0" y="80"/>
                  </a:lnTo>
                  <a:cubicBezTo>
                    <a:pt x="0" y="90"/>
                    <a:pt x="31" y="101"/>
                    <a:pt x="61" y="101"/>
                  </a:cubicBezTo>
                  <a:lnTo>
                    <a:pt x="71" y="101"/>
                  </a:lnTo>
                  <a:cubicBezTo>
                    <a:pt x="101" y="101"/>
                    <a:pt x="151" y="90"/>
                    <a:pt x="161" y="80"/>
                  </a:cubicBezTo>
                  <a:lnTo>
                    <a:pt x="161" y="70"/>
                  </a:lnTo>
                  <a:cubicBezTo>
                    <a:pt x="151" y="80"/>
                    <a:pt x="141" y="80"/>
                    <a:pt x="131" y="80"/>
                  </a:cubicBezTo>
                  <a:lnTo>
                    <a:pt x="121" y="80"/>
                  </a:lnTo>
                  <a:cubicBezTo>
                    <a:pt x="111" y="70"/>
                    <a:pt x="101" y="70"/>
                    <a:pt x="101" y="70"/>
                  </a:cubicBezTo>
                  <a:lnTo>
                    <a:pt x="91" y="70"/>
                  </a:lnTo>
                  <a:lnTo>
                    <a:pt x="71" y="80"/>
                  </a:lnTo>
                  <a:lnTo>
                    <a:pt x="61" y="40"/>
                  </a:lnTo>
                  <a:cubicBezTo>
                    <a:pt x="61" y="30"/>
                    <a:pt x="61" y="10"/>
                    <a:pt x="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5" name="Google Shape;2415;p19"/>
            <p:cNvSpPr/>
            <p:nvPr/>
          </p:nvSpPr>
          <p:spPr>
            <a:xfrm>
              <a:off x="3809009" y="4537478"/>
              <a:ext cx="38128" cy="26333"/>
            </a:xfrm>
            <a:custGeom>
              <a:avLst/>
              <a:gdLst/>
              <a:ahLst/>
              <a:cxnLst/>
              <a:rect l="l" t="t" r="r" b="b"/>
              <a:pathLst>
                <a:path w="181" h="125" extrusionOk="0">
                  <a:moveTo>
                    <a:pt x="141" y="0"/>
                  </a:moveTo>
                  <a:lnTo>
                    <a:pt x="10" y="20"/>
                  </a:lnTo>
                  <a:lnTo>
                    <a:pt x="0" y="120"/>
                  </a:lnTo>
                  <a:cubicBezTo>
                    <a:pt x="7" y="120"/>
                    <a:pt x="22" y="125"/>
                    <a:pt x="47" y="125"/>
                  </a:cubicBezTo>
                  <a:cubicBezTo>
                    <a:pt x="59" y="125"/>
                    <a:pt x="74" y="124"/>
                    <a:pt x="90" y="120"/>
                  </a:cubicBezTo>
                  <a:cubicBezTo>
                    <a:pt x="141" y="120"/>
                    <a:pt x="171" y="110"/>
                    <a:pt x="181" y="100"/>
                  </a:cubicBezTo>
                  <a:cubicBezTo>
                    <a:pt x="181" y="90"/>
                    <a:pt x="161" y="40"/>
                    <a:pt x="1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6" name="Google Shape;2416;p19"/>
            <p:cNvSpPr/>
            <p:nvPr/>
          </p:nvSpPr>
          <p:spPr>
            <a:xfrm>
              <a:off x="3809009" y="4545904"/>
              <a:ext cx="2317" cy="17064"/>
            </a:xfrm>
            <a:custGeom>
              <a:avLst/>
              <a:gdLst/>
              <a:ahLst/>
              <a:cxnLst/>
              <a:rect l="l" t="t" r="r" b="b"/>
              <a:pathLst>
                <a:path w="11" h="81" extrusionOk="0"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lnTo>
                    <a:pt x="10" y="80"/>
                  </a:lnTo>
                  <a:lnTo>
                    <a:pt x="10" y="80"/>
                  </a:ln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0" y="80"/>
                    <a:pt x="0" y="80"/>
                    <a:pt x="0" y="80"/>
                  </a:cubicBezTo>
                  <a:lnTo>
                    <a:pt x="0" y="80"/>
                  </a:lnTo>
                  <a:cubicBezTo>
                    <a:pt x="0" y="80"/>
                    <a:pt x="0" y="80"/>
                    <a:pt x="10" y="80"/>
                  </a:cubicBezTo>
                  <a:close/>
                  <a:moveTo>
                    <a:pt x="0" y="80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B6CD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7" name="Google Shape;2417;p19"/>
            <p:cNvSpPr/>
            <p:nvPr/>
          </p:nvSpPr>
          <p:spPr>
            <a:xfrm>
              <a:off x="3809009" y="4543798"/>
              <a:ext cx="38128" cy="19170"/>
            </a:xfrm>
            <a:custGeom>
              <a:avLst/>
              <a:gdLst/>
              <a:ahLst/>
              <a:cxnLst/>
              <a:rect l="l" t="t" r="r" b="b"/>
              <a:pathLst>
                <a:path w="181" h="91" extrusionOk="0">
                  <a:moveTo>
                    <a:pt x="50" y="0"/>
                  </a:moveTo>
                  <a:cubicBezTo>
                    <a:pt x="30" y="0"/>
                    <a:pt x="20" y="10"/>
                    <a:pt x="10" y="10"/>
                  </a:cubicBezTo>
                  <a:lnTo>
                    <a:pt x="0" y="90"/>
                  </a:lnTo>
                  <a:lnTo>
                    <a:pt x="90" y="90"/>
                  </a:lnTo>
                  <a:cubicBezTo>
                    <a:pt x="131" y="90"/>
                    <a:pt x="161" y="80"/>
                    <a:pt x="171" y="70"/>
                  </a:cubicBezTo>
                  <a:lnTo>
                    <a:pt x="181" y="70"/>
                  </a:lnTo>
                  <a:lnTo>
                    <a:pt x="171" y="50"/>
                  </a:lnTo>
                  <a:cubicBezTo>
                    <a:pt x="151" y="50"/>
                    <a:pt x="121" y="70"/>
                    <a:pt x="111" y="70"/>
                  </a:cubicBezTo>
                  <a:lnTo>
                    <a:pt x="90" y="70"/>
                  </a:lnTo>
                  <a:cubicBezTo>
                    <a:pt x="70" y="70"/>
                    <a:pt x="50" y="70"/>
                    <a:pt x="50" y="60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8" name="Google Shape;2418;p19"/>
            <p:cNvSpPr/>
            <p:nvPr/>
          </p:nvSpPr>
          <p:spPr>
            <a:xfrm>
              <a:off x="3728751" y="4535160"/>
              <a:ext cx="40234" cy="27807"/>
            </a:xfrm>
            <a:custGeom>
              <a:avLst/>
              <a:gdLst/>
              <a:ahLst/>
              <a:cxnLst/>
              <a:rect l="l" t="t" r="r" b="b"/>
              <a:pathLst>
                <a:path w="191" h="132" extrusionOk="0">
                  <a:moveTo>
                    <a:pt x="30" y="1"/>
                  </a:moveTo>
                  <a:lnTo>
                    <a:pt x="0" y="111"/>
                  </a:lnTo>
                  <a:cubicBezTo>
                    <a:pt x="10" y="111"/>
                    <a:pt x="30" y="131"/>
                    <a:pt x="70" y="131"/>
                  </a:cubicBezTo>
                  <a:cubicBezTo>
                    <a:pt x="120" y="131"/>
                    <a:pt x="161" y="131"/>
                    <a:pt x="181" y="121"/>
                  </a:cubicBezTo>
                  <a:cubicBezTo>
                    <a:pt x="191" y="111"/>
                    <a:pt x="181" y="81"/>
                    <a:pt x="181" y="41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9" name="Google Shape;2419;p19"/>
            <p:cNvSpPr/>
            <p:nvPr/>
          </p:nvSpPr>
          <p:spPr>
            <a:xfrm>
              <a:off x="3728751" y="4541691"/>
              <a:ext cx="4424" cy="17064"/>
            </a:xfrm>
            <a:custGeom>
              <a:avLst/>
              <a:gdLst/>
              <a:ahLst/>
              <a:cxnLst/>
              <a:rect l="l" t="t" r="r" b="b"/>
              <a:pathLst>
                <a:path w="21" h="81" extrusionOk="0">
                  <a:moveTo>
                    <a:pt x="20" y="0"/>
                  </a:moveTo>
                  <a:cubicBezTo>
                    <a:pt x="10" y="30"/>
                    <a:pt x="0" y="70"/>
                    <a:pt x="0" y="8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B6CD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0" name="Google Shape;2420;p19"/>
            <p:cNvSpPr/>
            <p:nvPr/>
          </p:nvSpPr>
          <p:spPr>
            <a:xfrm>
              <a:off x="3728751" y="4541691"/>
              <a:ext cx="38128" cy="21277"/>
            </a:xfrm>
            <a:custGeom>
              <a:avLst/>
              <a:gdLst/>
              <a:ahLst/>
              <a:cxnLst/>
              <a:rect l="l" t="t" r="r" b="b"/>
              <a:pathLst>
                <a:path w="181" h="101" extrusionOk="0">
                  <a:moveTo>
                    <a:pt x="20" y="0"/>
                  </a:moveTo>
                  <a:lnTo>
                    <a:pt x="0" y="80"/>
                  </a:lnTo>
                  <a:cubicBezTo>
                    <a:pt x="10" y="80"/>
                    <a:pt x="30" y="100"/>
                    <a:pt x="70" y="100"/>
                  </a:cubicBezTo>
                  <a:lnTo>
                    <a:pt x="100" y="100"/>
                  </a:lnTo>
                  <a:cubicBezTo>
                    <a:pt x="140" y="100"/>
                    <a:pt x="171" y="100"/>
                    <a:pt x="181" y="90"/>
                  </a:cubicBezTo>
                  <a:lnTo>
                    <a:pt x="181" y="70"/>
                  </a:lnTo>
                  <a:cubicBezTo>
                    <a:pt x="161" y="80"/>
                    <a:pt x="120" y="80"/>
                    <a:pt x="100" y="80"/>
                  </a:cubicBezTo>
                  <a:lnTo>
                    <a:pt x="80" y="80"/>
                  </a:lnTo>
                  <a:cubicBezTo>
                    <a:pt x="60" y="70"/>
                    <a:pt x="40" y="60"/>
                    <a:pt x="40" y="40"/>
                  </a:cubicBezTo>
                  <a:lnTo>
                    <a:pt x="50" y="10"/>
                  </a:lnTo>
                  <a:cubicBezTo>
                    <a:pt x="30" y="10"/>
                    <a:pt x="30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1" name="Google Shape;2421;p19"/>
            <p:cNvSpPr/>
            <p:nvPr/>
          </p:nvSpPr>
          <p:spPr>
            <a:xfrm>
              <a:off x="3595619" y="4080759"/>
              <a:ext cx="257836" cy="465353"/>
            </a:xfrm>
            <a:custGeom>
              <a:avLst/>
              <a:gdLst/>
              <a:ahLst/>
              <a:cxnLst/>
              <a:rect l="l" t="t" r="r" b="b"/>
              <a:pathLst>
                <a:path w="1224" h="2209" extrusionOk="0">
                  <a:moveTo>
                    <a:pt x="331" y="1"/>
                  </a:moveTo>
                  <a:cubicBezTo>
                    <a:pt x="311" y="1"/>
                    <a:pt x="292" y="4"/>
                    <a:pt x="271" y="11"/>
                  </a:cubicBezTo>
                  <a:cubicBezTo>
                    <a:pt x="181" y="52"/>
                    <a:pt x="120" y="72"/>
                    <a:pt x="80" y="142"/>
                  </a:cubicBezTo>
                  <a:cubicBezTo>
                    <a:pt x="30" y="222"/>
                    <a:pt x="0" y="373"/>
                    <a:pt x="40" y="523"/>
                  </a:cubicBezTo>
                  <a:cubicBezTo>
                    <a:pt x="80" y="673"/>
                    <a:pt x="70" y="694"/>
                    <a:pt x="100" y="824"/>
                  </a:cubicBezTo>
                  <a:cubicBezTo>
                    <a:pt x="120" y="954"/>
                    <a:pt x="171" y="1155"/>
                    <a:pt x="161" y="1225"/>
                  </a:cubicBezTo>
                  <a:cubicBezTo>
                    <a:pt x="151" y="1295"/>
                    <a:pt x="151" y="1335"/>
                    <a:pt x="161" y="1406"/>
                  </a:cubicBezTo>
                  <a:cubicBezTo>
                    <a:pt x="171" y="1486"/>
                    <a:pt x="171" y="1586"/>
                    <a:pt x="161" y="1656"/>
                  </a:cubicBezTo>
                  <a:cubicBezTo>
                    <a:pt x="141" y="1727"/>
                    <a:pt x="151" y="1777"/>
                    <a:pt x="151" y="1807"/>
                  </a:cubicBezTo>
                  <a:cubicBezTo>
                    <a:pt x="151" y="1837"/>
                    <a:pt x="130" y="1887"/>
                    <a:pt x="141" y="1897"/>
                  </a:cubicBezTo>
                  <a:cubicBezTo>
                    <a:pt x="141" y="1907"/>
                    <a:pt x="151" y="1907"/>
                    <a:pt x="191" y="1907"/>
                  </a:cubicBezTo>
                  <a:lnTo>
                    <a:pt x="231" y="1907"/>
                  </a:lnTo>
                  <a:cubicBezTo>
                    <a:pt x="241" y="1909"/>
                    <a:pt x="248" y="1910"/>
                    <a:pt x="255" y="1910"/>
                  </a:cubicBezTo>
                  <a:cubicBezTo>
                    <a:pt x="288" y="1910"/>
                    <a:pt x="279" y="1887"/>
                    <a:pt x="271" y="1837"/>
                  </a:cubicBezTo>
                  <a:cubicBezTo>
                    <a:pt x="271" y="1787"/>
                    <a:pt x="291" y="1737"/>
                    <a:pt x="281" y="1687"/>
                  </a:cubicBezTo>
                  <a:cubicBezTo>
                    <a:pt x="271" y="1636"/>
                    <a:pt x="261" y="1476"/>
                    <a:pt x="271" y="1396"/>
                  </a:cubicBezTo>
                  <a:cubicBezTo>
                    <a:pt x="281" y="1325"/>
                    <a:pt x="271" y="1315"/>
                    <a:pt x="271" y="1245"/>
                  </a:cubicBezTo>
                  <a:cubicBezTo>
                    <a:pt x="271" y="1175"/>
                    <a:pt x="281" y="1035"/>
                    <a:pt x="281" y="1035"/>
                  </a:cubicBezTo>
                  <a:cubicBezTo>
                    <a:pt x="411" y="1145"/>
                    <a:pt x="612" y="1145"/>
                    <a:pt x="622" y="1155"/>
                  </a:cubicBezTo>
                  <a:cubicBezTo>
                    <a:pt x="642" y="1165"/>
                    <a:pt x="652" y="1235"/>
                    <a:pt x="662" y="1295"/>
                  </a:cubicBezTo>
                  <a:cubicBezTo>
                    <a:pt x="672" y="1345"/>
                    <a:pt x="722" y="1556"/>
                    <a:pt x="712" y="1636"/>
                  </a:cubicBezTo>
                  <a:cubicBezTo>
                    <a:pt x="692" y="1707"/>
                    <a:pt x="712" y="1747"/>
                    <a:pt x="712" y="1827"/>
                  </a:cubicBezTo>
                  <a:cubicBezTo>
                    <a:pt x="712" y="1897"/>
                    <a:pt x="692" y="2038"/>
                    <a:pt x="672" y="2098"/>
                  </a:cubicBezTo>
                  <a:cubicBezTo>
                    <a:pt x="652" y="2168"/>
                    <a:pt x="642" y="2168"/>
                    <a:pt x="652" y="2188"/>
                  </a:cubicBezTo>
                  <a:cubicBezTo>
                    <a:pt x="662" y="2198"/>
                    <a:pt x="772" y="2208"/>
                    <a:pt x="793" y="2208"/>
                  </a:cubicBezTo>
                  <a:cubicBezTo>
                    <a:pt x="823" y="2208"/>
                    <a:pt x="813" y="2198"/>
                    <a:pt x="813" y="2148"/>
                  </a:cubicBezTo>
                  <a:cubicBezTo>
                    <a:pt x="803" y="2098"/>
                    <a:pt x="823" y="2038"/>
                    <a:pt x="813" y="1967"/>
                  </a:cubicBezTo>
                  <a:cubicBezTo>
                    <a:pt x="803" y="1887"/>
                    <a:pt x="833" y="1757"/>
                    <a:pt x="843" y="1697"/>
                  </a:cubicBezTo>
                  <a:cubicBezTo>
                    <a:pt x="853" y="1626"/>
                    <a:pt x="823" y="1596"/>
                    <a:pt x="823" y="1486"/>
                  </a:cubicBezTo>
                  <a:cubicBezTo>
                    <a:pt x="833" y="1376"/>
                    <a:pt x="843" y="1275"/>
                    <a:pt x="843" y="1275"/>
                  </a:cubicBezTo>
                  <a:cubicBezTo>
                    <a:pt x="883" y="1302"/>
                    <a:pt x="923" y="1306"/>
                    <a:pt x="945" y="1306"/>
                  </a:cubicBezTo>
                  <a:cubicBezTo>
                    <a:pt x="956" y="1306"/>
                    <a:pt x="963" y="1305"/>
                    <a:pt x="963" y="1305"/>
                  </a:cubicBezTo>
                  <a:cubicBezTo>
                    <a:pt x="963" y="1305"/>
                    <a:pt x="973" y="1426"/>
                    <a:pt x="963" y="1546"/>
                  </a:cubicBezTo>
                  <a:cubicBezTo>
                    <a:pt x="963" y="1656"/>
                    <a:pt x="963" y="1687"/>
                    <a:pt x="983" y="1767"/>
                  </a:cubicBezTo>
                  <a:cubicBezTo>
                    <a:pt x="993" y="1847"/>
                    <a:pt x="993" y="2058"/>
                    <a:pt x="1003" y="2098"/>
                  </a:cubicBezTo>
                  <a:cubicBezTo>
                    <a:pt x="1013" y="2128"/>
                    <a:pt x="1003" y="2198"/>
                    <a:pt x="1013" y="2198"/>
                  </a:cubicBezTo>
                  <a:lnTo>
                    <a:pt x="1164" y="2178"/>
                  </a:lnTo>
                  <a:cubicBezTo>
                    <a:pt x="1164" y="2168"/>
                    <a:pt x="1134" y="2138"/>
                    <a:pt x="1134" y="2108"/>
                  </a:cubicBezTo>
                  <a:cubicBezTo>
                    <a:pt x="1134" y="2068"/>
                    <a:pt x="1113" y="1937"/>
                    <a:pt x="1093" y="1837"/>
                  </a:cubicBezTo>
                  <a:cubicBezTo>
                    <a:pt x="1073" y="1747"/>
                    <a:pt x="1103" y="1727"/>
                    <a:pt x="1113" y="1666"/>
                  </a:cubicBezTo>
                  <a:cubicBezTo>
                    <a:pt x="1113" y="1596"/>
                    <a:pt x="1113" y="1416"/>
                    <a:pt x="1144" y="1295"/>
                  </a:cubicBezTo>
                  <a:cubicBezTo>
                    <a:pt x="1164" y="1175"/>
                    <a:pt x="1144" y="1125"/>
                    <a:pt x="1174" y="1045"/>
                  </a:cubicBezTo>
                  <a:cubicBezTo>
                    <a:pt x="1214" y="964"/>
                    <a:pt x="1224" y="874"/>
                    <a:pt x="1204" y="724"/>
                  </a:cubicBezTo>
                  <a:cubicBezTo>
                    <a:pt x="1204" y="724"/>
                    <a:pt x="1124" y="262"/>
                    <a:pt x="1033" y="252"/>
                  </a:cubicBezTo>
                  <a:cubicBezTo>
                    <a:pt x="933" y="242"/>
                    <a:pt x="823" y="212"/>
                    <a:pt x="692" y="152"/>
                  </a:cubicBezTo>
                  <a:cubicBezTo>
                    <a:pt x="562" y="92"/>
                    <a:pt x="612" y="62"/>
                    <a:pt x="522" y="42"/>
                  </a:cubicBezTo>
                  <a:cubicBezTo>
                    <a:pt x="447" y="27"/>
                    <a:pt x="389" y="1"/>
                    <a:pt x="331" y="1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2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2" name="Google Shape;2422;p19"/>
            <p:cNvSpPr/>
            <p:nvPr/>
          </p:nvSpPr>
          <p:spPr>
            <a:xfrm>
              <a:off x="3811116" y="4229066"/>
              <a:ext cx="40234" cy="60460"/>
            </a:xfrm>
            <a:custGeom>
              <a:avLst/>
              <a:gdLst/>
              <a:ahLst/>
              <a:cxnLst/>
              <a:rect l="l" t="t" r="r" b="b"/>
              <a:pathLst>
                <a:path w="191" h="287" extrusionOk="0">
                  <a:moveTo>
                    <a:pt x="66" y="1"/>
                  </a:moveTo>
                  <a:cubicBezTo>
                    <a:pt x="42" y="1"/>
                    <a:pt x="25" y="6"/>
                    <a:pt x="20" y="20"/>
                  </a:cubicBezTo>
                  <a:cubicBezTo>
                    <a:pt x="0" y="140"/>
                    <a:pt x="60" y="170"/>
                    <a:pt x="90" y="250"/>
                  </a:cubicBezTo>
                  <a:cubicBezTo>
                    <a:pt x="97" y="275"/>
                    <a:pt x="107" y="287"/>
                    <a:pt x="119" y="287"/>
                  </a:cubicBezTo>
                  <a:cubicBezTo>
                    <a:pt x="144" y="287"/>
                    <a:pt x="177" y="233"/>
                    <a:pt x="191" y="150"/>
                  </a:cubicBezTo>
                  <a:cubicBezTo>
                    <a:pt x="191" y="120"/>
                    <a:pt x="191" y="70"/>
                    <a:pt x="181" y="20"/>
                  </a:cubicBezTo>
                  <a:cubicBezTo>
                    <a:pt x="137" y="9"/>
                    <a:pt x="96" y="1"/>
                    <a:pt x="66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3" name="Google Shape;2423;p19"/>
            <p:cNvSpPr/>
            <p:nvPr/>
          </p:nvSpPr>
          <p:spPr>
            <a:xfrm>
              <a:off x="3610365" y="4080338"/>
              <a:ext cx="207280" cy="222038"/>
            </a:xfrm>
            <a:custGeom>
              <a:avLst/>
              <a:gdLst/>
              <a:ahLst/>
              <a:cxnLst/>
              <a:rect l="l" t="t" r="r" b="b"/>
              <a:pathLst>
                <a:path w="984" h="1054" extrusionOk="0">
                  <a:moveTo>
                    <a:pt x="258" y="1"/>
                  </a:moveTo>
                  <a:cubicBezTo>
                    <a:pt x="238" y="1"/>
                    <a:pt x="219" y="4"/>
                    <a:pt x="201" y="13"/>
                  </a:cubicBezTo>
                  <a:cubicBezTo>
                    <a:pt x="111" y="54"/>
                    <a:pt x="50" y="74"/>
                    <a:pt x="10" y="144"/>
                  </a:cubicBezTo>
                  <a:lnTo>
                    <a:pt x="0" y="164"/>
                  </a:lnTo>
                  <a:lnTo>
                    <a:pt x="10" y="174"/>
                  </a:lnTo>
                  <a:cubicBezTo>
                    <a:pt x="40" y="204"/>
                    <a:pt x="101" y="204"/>
                    <a:pt x="131" y="234"/>
                  </a:cubicBezTo>
                  <a:cubicBezTo>
                    <a:pt x="141" y="254"/>
                    <a:pt x="141" y="284"/>
                    <a:pt x="141" y="314"/>
                  </a:cubicBezTo>
                  <a:cubicBezTo>
                    <a:pt x="141" y="344"/>
                    <a:pt x="131" y="365"/>
                    <a:pt x="121" y="395"/>
                  </a:cubicBezTo>
                  <a:cubicBezTo>
                    <a:pt x="121" y="485"/>
                    <a:pt x="341" y="545"/>
                    <a:pt x="341" y="635"/>
                  </a:cubicBezTo>
                  <a:cubicBezTo>
                    <a:pt x="351" y="696"/>
                    <a:pt x="321" y="746"/>
                    <a:pt x="331" y="806"/>
                  </a:cubicBezTo>
                  <a:cubicBezTo>
                    <a:pt x="341" y="886"/>
                    <a:pt x="251" y="946"/>
                    <a:pt x="311" y="986"/>
                  </a:cubicBezTo>
                  <a:cubicBezTo>
                    <a:pt x="336" y="995"/>
                    <a:pt x="353" y="1009"/>
                    <a:pt x="375" y="1009"/>
                  </a:cubicBezTo>
                  <a:cubicBezTo>
                    <a:pt x="380" y="1009"/>
                    <a:pt x="386" y="1008"/>
                    <a:pt x="391" y="1006"/>
                  </a:cubicBezTo>
                  <a:cubicBezTo>
                    <a:pt x="432" y="996"/>
                    <a:pt x="442" y="956"/>
                    <a:pt x="482" y="946"/>
                  </a:cubicBezTo>
                  <a:cubicBezTo>
                    <a:pt x="485" y="944"/>
                    <a:pt x="488" y="943"/>
                    <a:pt x="492" y="943"/>
                  </a:cubicBezTo>
                  <a:cubicBezTo>
                    <a:pt x="524" y="943"/>
                    <a:pt x="576" y="1018"/>
                    <a:pt x="612" y="1037"/>
                  </a:cubicBezTo>
                  <a:cubicBezTo>
                    <a:pt x="636" y="1048"/>
                    <a:pt x="659" y="1053"/>
                    <a:pt x="683" y="1053"/>
                  </a:cubicBezTo>
                  <a:cubicBezTo>
                    <a:pt x="699" y="1053"/>
                    <a:pt x="716" y="1051"/>
                    <a:pt x="733" y="1047"/>
                  </a:cubicBezTo>
                  <a:lnTo>
                    <a:pt x="803" y="1047"/>
                  </a:lnTo>
                  <a:cubicBezTo>
                    <a:pt x="833" y="1047"/>
                    <a:pt x="863" y="1047"/>
                    <a:pt x="883" y="1037"/>
                  </a:cubicBezTo>
                  <a:cubicBezTo>
                    <a:pt x="913" y="1016"/>
                    <a:pt x="923" y="996"/>
                    <a:pt x="943" y="966"/>
                  </a:cubicBezTo>
                  <a:cubicBezTo>
                    <a:pt x="963" y="936"/>
                    <a:pt x="983" y="896"/>
                    <a:pt x="973" y="856"/>
                  </a:cubicBezTo>
                  <a:cubicBezTo>
                    <a:pt x="973" y="826"/>
                    <a:pt x="953" y="806"/>
                    <a:pt x="943" y="776"/>
                  </a:cubicBezTo>
                  <a:cubicBezTo>
                    <a:pt x="903" y="726"/>
                    <a:pt x="773" y="756"/>
                    <a:pt x="733" y="696"/>
                  </a:cubicBezTo>
                  <a:cubicBezTo>
                    <a:pt x="702" y="645"/>
                    <a:pt x="863" y="575"/>
                    <a:pt x="763" y="505"/>
                  </a:cubicBezTo>
                  <a:cubicBezTo>
                    <a:pt x="712" y="475"/>
                    <a:pt x="602" y="415"/>
                    <a:pt x="552" y="385"/>
                  </a:cubicBezTo>
                  <a:lnTo>
                    <a:pt x="532" y="365"/>
                  </a:lnTo>
                  <a:cubicBezTo>
                    <a:pt x="522" y="354"/>
                    <a:pt x="532" y="324"/>
                    <a:pt x="552" y="314"/>
                  </a:cubicBezTo>
                  <a:cubicBezTo>
                    <a:pt x="572" y="304"/>
                    <a:pt x="592" y="294"/>
                    <a:pt x="602" y="284"/>
                  </a:cubicBezTo>
                  <a:cubicBezTo>
                    <a:pt x="612" y="264"/>
                    <a:pt x="612" y="234"/>
                    <a:pt x="602" y="214"/>
                  </a:cubicBezTo>
                  <a:cubicBezTo>
                    <a:pt x="592" y="184"/>
                    <a:pt x="572" y="174"/>
                    <a:pt x="552" y="154"/>
                  </a:cubicBezTo>
                  <a:cubicBezTo>
                    <a:pt x="502" y="114"/>
                    <a:pt x="452" y="74"/>
                    <a:pt x="402" y="34"/>
                  </a:cubicBezTo>
                  <a:cubicBezTo>
                    <a:pt x="353" y="20"/>
                    <a:pt x="304" y="1"/>
                    <a:pt x="258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4" name="Google Shape;2424;p19"/>
            <p:cNvSpPr/>
            <p:nvPr/>
          </p:nvSpPr>
          <p:spPr>
            <a:xfrm>
              <a:off x="3838500" y="4237282"/>
              <a:ext cx="4424" cy="4424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" y="21"/>
                  </a:moveTo>
                  <a:lnTo>
                    <a:pt x="21" y="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8F2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5" name="Google Shape;2425;p19"/>
            <p:cNvSpPr/>
            <p:nvPr/>
          </p:nvSpPr>
          <p:spPr>
            <a:xfrm>
              <a:off x="3677984" y="4083077"/>
              <a:ext cx="173365" cy="154416"/>
            </a:xfrm>
            <a:custGeom>
              <a:avLst/>
              <a:gdLst/>
              <a:ahLst/>
              <a:cxnLst/>
              <a:rect l="l" t="t" r="r" b="b"/>
              <a:pathLst>
                <a:path w="823" h="733" extrusionOk="0">
                  <a:moveTo>
                    <a:pt x="0" y="0"/>
                  </a:moveTo>
                  <a:cubicBezTo>
                    <a:pt x="60" y="10"/>
                    <a:pt x="101" y="61"/>
                    <a:pt x="191" y="121"/>
                  </a:cubicBezTo>
                  <a:cubicBezTo>
                    <a:pt x="281" y="181"/>
                    <a:pt x="502" y="281"/>
                    <a:pt x="582" y="291"/>
                  </a:cubicBezTo>
                  <a:cubicBezTo>
                    <a:pt x="662" y="311"/>
                    <a:pt x="823" y="652"/>
                    <a:pt x="783" y="733"/>
                  </a:cubicBezTo>
                  <a:lnTo>
                    <a:pt x="813" y="713"/>
                  </a:lnTo>
                  <a:cubicBezTo>
                    <a:pt x="813" y="683"/>
                    <a:pt x="753" y="392"/>
                    <a:pt x="682" y="281"/>
                  </a:cubicBezTo>
                  <a:lnTo>
                    <a:pt x="622" y="241"/>
                  </a:lnTo>
                  <a:cubicBezTo>
                    <a:pt x="532" y="231"/>
                    <a:pt x="422" y="201"/>
                    <a:pt x="301" y="141"/>
                  </a:cubicBezTo>
                  <a:lnTo>
                    <a:pt x="281" y="131"/>
                  </a:lnTo>
                  <a:lnTo>
                    <a:pt x="271" y="131"/>
                  </a:lnTo>
                  <a:cubicBezTo>
                    <a:pt x="231" y="101"/>
                    <a:pt x="151" y="61"/>
                    <a:pt x="91" y="21"/>
                  </a:cubicBezTo>
                  <a:cubicBezTo>
                    <a:pt x="60" y="10"/>
                    <a:pt x="30" y="0"/>
                    <a:pt x="0" y="0"/>
                  </a:cubicBezTo>
                  <a:close/>
                </a:path>
              </a:pathLst>
            </a:custGeom>
            <a:solidFill>
              <a:srgbClr val="401E15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6" name="Google Shape;2426;p19"/>
            <p:cNvSpPr/>
            <p:nvPr/>
          </p:nvSpPr>
          <p:spPr>
            <a:xfrm>
              <a:off x="3809009" y="4543798"/>
              <a:ext cx="2317" cy="2317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cubicBezTo>
                    <a:pt x="0" y="10"/>
                    <a:pt x="0" y="10"/>
                    <a:pt x="10" y="1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B4CB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7" name="Google Shape;2427;p19"/>
            <p:cNvSpPr/>
            <p:nvPr/>
          </p:nvSpPr>
          <p:spPr>
            <a:xfrm>
              <a:off x="3819542" y="4541691"/>
              <a:ext cx="4424" cy="2317"/>
            </a:xfrm>
            <a:custGeom>
              <a:avLst/>
              <a:gdLst/>
              <a:ahLst/>
              <a:cxnLst/>
              <a:rect l="l" t="t" r="r" b="b"/>
              <a:pathLst>
                <a:path w="21" h="11" extrusionOk="0">
                  <a:moveTo>
                    <a:pt x="20" y="0"/>
                  </a:moveTo>
                  <a:lnTo>
                    <a:pt x="0" y="10"/>
                  </a:lnTo>
                  <a:lnTo>
                    <a:pt x="10" y="10"/>
                  </a:lnTo>
                  <a:cubicBezTo>
                    <a:pt x="10" y="10"/>
                    <a:pt x="20" y="10"/>
                    <a:pt x="20" y="0"/>
                  </a:cubicBezTo>
                  <a:close/>
                </a:path>
              </a:pathLst>
            </a:custGeom>
            <a:solidFill>
              <a:srgbClr val="7675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8" name="Google Shape;2428;p19"/>
            <p:cNvSpPr/>
            <p:nvPr/>
          </p:nvSpPr>
          <p:spPr>
            <a:xfrm>
              <a:off x="3811116" y="4543798"/>
              <a:ext cx="211" cy="2317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0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9EAF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9" name="Google Shape;2429;p19"/>
            <p:cNvSpPr/>
            <p:nvPr/>
          </p:nvSpPr>
          <p:spPr>
            <a:xfrm>
              <a:off x="3811116" y="4543798"/>
              <a:ext cx="8637" cy="2317"/>
            </a:xfrm>
            <a:custGeom>
              <a:avLst/>
              <a:gdLst/>
              <a:ahLst/>
              <a:cxnLst/>
              <a:rect l="l" t="t" r="r" b="b"/>
              <a:pathLst>
                <a:path w="41" h="11" extrusionOk="0">
                  <a:moveTo>
                    <a:pt x="0" y="0"/>
                  </a:moveTo>
                  <a:lnTo>
                    <a:pt x="0" y="10"/>
                  </a:lnTo>
                  <a:cubicBezTo>
                    <a:pt x="10" y="10"/>
                    <a:pt x="20" y="0"/>
                    <a:pt x="40" y="0"/>
                  </a:cubicBezTo>
                  <a:close/>
                </a:path>
              </a:pathLst>
            </a:custGeom>
            <a:solidFill>
              <a:srgbClr val="6765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0" name="Google Shape;2430;p19"/>
            <p:cNvSpPr/>
            <p:nvPr/>
          </p:nvSpPr>
          <p:spPr>
            <a:xfrm>
              <a:off x="3798477" y="4334609"/>
              <a:ext cx="25489" cy="209399"/>
            </a:xfrm>
            <a:custGeom>
              <a:avLst/>
              <a:gdLst/>
              <a:ahLst/>
              <a:cxnLst/>
              <a:rect l="l" t="t" r="r" b="b"/>
              <a:pathLst>
                <a:path w="121" h="994" extrusionOk="0">
                  <a:moveTo>
                    <a:pt x="110" y="0"/>
                  </a:moveTo>
                  <a:cubicBezTo>
                    <a:pt x="90" y="50"/>
                    <a:pt x="60" y="80"/>
                    <a:pt x="0" y="100"/>
                  </a:cubicBezTo>
                  <a:cubicBezTo>
                    <a:pt x="0" y="100"/>
                    <a:pt x="10" y="161"/>
                    <a:pt x="10" y="241"/>
                  </a:cubicBezTo>
                  <a:cubicBezTo>
                    <a:pt x="10" y="271"/>
                    <a:pt x="10" y="311"/>
                    <a:pt x="0" y="341"/>
                  </a:cubicBezTo>
                  <a:cubicBezTo>
                    <a:pt x="0" y="371"/>
                    <a:pt x="0" y="391"/>
                    <a:pt x="0" y="411"/>
                  </a:cubicBezTo>
                  <a:cubicBezTo>
                    <a:pt x="0" y="472"/>
                    <a:pt x="10" y="502"/>
                    <a:pt x="20" y="562"/>
                  </a:cubicBezTo>
                  <a:cubicBezTo>
                    <a:pt x="30" y="632"/>
                    <a:pt x="30" y="803"/>
                    <a:pt x="30" y="863"/>
                  </a:cubicBezTo>
                  <a:cubicBezTo>
                    <a:pt x="30" y="873"/>
                    <a:pt x="40" y="883"/>
                    <a:pt x="40" y="893"/>
                  </a:cubicBezTo>
                  <a:cubicBezTo>
                    <a:pt x="50" y="923"/>
                    <a:pt x="40" y="993"/>
                    <a:pt x="50" y="993"/>
                  </a:cubicBezTo>
                  <a:lnTo>
                    <a:pt x="100" y="993"/>
                  </a:lnTo>
                  <a:lnTo>
                    <a:pt x="120" y="983"/>
                  </a:lnTo>
                  <a:cubicBezTo>
                    <a:pt x="110" y="933"/>
                    <a:pt x="40" y="582"/>
                    <a:pt x="50" y="542"/>
                  </a:cubicBezTo>
                  <a:cubicBezTo>
                    <a:pt x="60" y="492"/>
                    <a:pt x="60" y="371"/>
                    <a:pt x="60" y="301"/>
                  </a:cubicBezTo>
                  <a:cubicBezTo>
                    <a:pt x="60" y="231"/>
                    <a:pt x="100" y="70"/>
                    <a:pt x="110" y="20"/>
                  </a:cubicBezTo>
                  <a:cubicBezTo>
                    <a:pt x="110" y="10"/>
                    <a:pt x="120" y="0"/>
                    <a:pt x="11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1" name="Google Shape;2431;p19"/>
            <p:cNvSpPr/>
            <p:nvPr/>
          </p:nvSpPr>
          <p:spPr>
            <a:xfrm>
              <a:off x="3664713" y="4245709"/>
              <a:ext cx="169784" cy="113126"/>
            </a:xfrm>
            <a:custGeom>
              <a:avLst/>
              <a:gdLst/>
              <a:ahLst/>
              <a:cxnLst/>
              <a:rect l="l" t="t" r="r" b="b"/>
              <a:pathLst>
                <a:path w="806" h="537" extrusionOk="0">
                  <a:moveTo>
                    <a:pt x="635" y="1"/>
                  </a:moveTo>
                  <a:cubicBezTo>
                    <a:pt x="635" y="1"/>
                    <a:pt x="625" y="21"/>
                    <a:pt x="605" y="31"/>
                  </a:cubicBezTo>
                  <a:cubicBezTo>
                    <a:pt x="595" y="51"/>
                    <a:pt x="575" y="61"/>
                    <a:pt x="555" y="61"/>
                  </a:cubicBezTo>
                  <a:cubicBezTo>
                    <a:pt x="495" y="61"/>
                    <a:pt x="545" y="121"/>
                    <a:pt x="545" y="161"/>
                  </a:cubicBezTo>
                  <a:cubicBezTo>
                    <a:pt x="545" y="201"/>
                    <a:pt x="545" y="231"/>
                    <a:pt x="525" y="252"/>
                  </a:cubicBezTo>
                  <a:cubicBezTo>
                    <a:pt x="524" y="252"/>
                    <a:pt x="523" y="253"/>
                    <a:pt x="521" y="253"/>
                  </a:cubicBezTo>
                  <a:cubicBezTo>
                    <a:pt x="507" y="253"/>
                    <a:pt x="471" y="211"/>
                    <a:pt x="434" y="201"/>
                  </a:cubicBezTo>
                  <a:cubicBezTo>
                    <a:pt x="424" y="196"/>
                    <a:pt x="414" y="194"/>
                    <a:pt x="406" y="194"/>
                  </a:cubicBezTo>
                  <a:cubicBezTo>
                    <a:pt x="397" y="194"/>
                    <a:pt x="389" y="196"/>
                    <a:pt x="384" y="201"/>
                  </a:cubicBezTo>
                  <a:cubicBezTo>
                    <a:pt x="371" y="201"/>
                    <a:pt x="362" y="206"/>
                    <a:pt x="352" y="206"/>
                  </a:cubicBezTo>
                  <a:cubicBezTo>
                    <a:pt x="346" y="206"/>
                    <a:pt x="341" y="205"/>
                    <a:pt x="334" y="201"/>
                  </a:cubicBezTo>
                  <a:cubicBezTo>
                    <a:pt x="304" y="171"/>
                    <a:pt x="304" y="141"/>
                    <a:pt x="284" y="121"/>
                  </a:cubicBezTo>
                  <a:cubicBezTo>
                    <a:pt x="264" y="94"/>
                    <a:pt x="244" y="77"/>
                    <a:pt x="230" y="77"/>
                  </a:cubicBezTo>
                  <a:cubicBezTo>
                    <a:pt x="223" y="77"/>
                    <a:pt x="217" y="81"/>
                    <a:pt x="214" y="91"/>
                  </a:cubicBezTo>
                  <a:cubicBezTo>
                    <a:pt x="195" y="117"/>
                    <a:pt x="188" y="127"/>
                    <a:pt x="181" y="127"/>
                  </a:cubicBezTo>
                  <a:cubicBezTo>
                    <a:pt x="169" y="127"/>
                    <a:pt x="160" y="100"/>
                    <a:pt x="103" y="81"/>
                  </a:cubicBezTo>
                  <a:cubicBezTo>
                    <a:pt x="97" y="79"/>
                    <a:pt x="91" y="78"/>
                    <a:pt x="86" y="78"/>
                  </a:cubicBezTo>
                  <a:cubicBezTo>
                    <a:pt x="19" y="78"/>
                    <a:pt x="0" y="232"/>
                    <a:pt x="83" y="242"/>
                  </a:cubicBezTo>
                  <a:cubicBezTo>
                    <a:pt x="174" y="252"/>
                    <a:pt x="123" y="322"/>
                    <a:pt x="83" y="322"/>
                  </a:cubicBezTo>
                  <a:cubicBezTo>
                    <a:pt x="113" y="332"/>
                    <a:pt x="144" y="342"/>
                    <a:pt x="174" y="352"/>
                  </a:cubicBezTo>
                  <a:cubicBezTo>
                    <a:pt x="194" y="352"/>
                    <a:pt x="284" y="362"/>
                    <a:pt x="294" y="372"/>
                  </a:cubicBezTo>
                  <a:cubicBezTo>
                    <a:pt x="314" y="382"/>
                    <a:pt x="314" y="462"/>
                    <a:pt x="334" y="512"/>
                  </a:cubicBezTo>
                  <a:cubicBezTo>
                    <a:pt x="345" y="529"/>
                    <a:pt x="362" y="536"/>
                    <a:pt x="377" y="536"/>
                  </a:cubicBezTo>
                  <a:cubicBezTo>
                    <a:pt x="389" y="536"/>
                    <a:pt x="400" y="531"/>
                    <a:pt x="404" y="522"/>
                  </a:cubicBezTo>
                  <a:cubicBezTo>
                    <a:pt x="424" y="495"/>
                    <a:pt x="450" y="486"/>
                    <a:pt x="476" y="486"/>
                  </a:cubicBezTo>
                  <a:cubicBezTo>
                    <a:pt x="515" y="486"/>
                    <a:pt x="553" y="506"/>
                    <a:pt x="565" y="512"/>
                  </a:cubicBezTo>
                  <a:cubicBezTo>
                    <a:pt x="605" y="522"/>
                    <a:pt x="635" y="522"/>
                    <a:pt x="635" y="522"/>
                  </a:cubicBezTo>
                  <a:cubicBezTo>
                    <a:pt x="715" y="502"/>
                    <a:pt x="755" y="442"/>
                    <a:pt x="775" y="332"/>
                  </a:cubicBezTo>
                  <a:cubicBezTo>
                    <a:pt x="806" y="221"/>
                    <a:pt x="705" y="231"/>
                    <a:pt x="705" y="111"/>
                  </a:cubicBezTo>
                  <a:cubicBezTo>
                    <a:pt x="705" y="71"/>
                    <a:pt x="695" y="11"/>
                    <a:pt x="635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2" name="Google Shape;2432;p19"/>
            <p:cNvSpPr/>
            <p:nvPr/>
          </p:nvSpPr>
          <p:spPr>
            <a:xfrm>
              <a:off x="3815329" y="4311225"/>
              <a:ext cx="25489" cy="155048"/>
            </a:xfrm>
            <a:custGeom>
              <a:avLst/>
              <a:gdLst/>
              <a:ahLst/>
              <a:cxnLst/>
              <a:rect l="l" t="t" r="r" b="b"/>
              <a:pathLst>
                <a:path w="121" h="736" extrusionOk="0">
                  <a:moveTo>
                    <a:pt x="121" y="1"/>
                  </a:moveTo>
                  <a:cubicBezTo>
                    <a:pt x="91" y="71"/>
                    <a:pt x="81" y="91"/>
                    <a:pt x="60" y="201"/>
                  </a:cubicBezTo>
                  <a:cubicBezTo>
                    <a:pt x="40" y="322"/>
                    <a:pt x="40" y="492"/>
                    <a:pt x="30" y="552"/>
                  </a:cubicBezTo>
                  <a:cubicBezTo>
                    <a:pt x="20" y="613"/>
                    <a:pt x="0" y="723"/>
                    <a:pt x="30" y="733"/>
                  </a:cubicBezTo>
                  <a:cubicBezTo>
                    <a:pt x="30" y="735"/>
                    <a:pt x="31" y="736"/>
                    <a:pt x="31" y="736"/>
                  </a:cubicBezTo>
                  <a:cubicBezTo>
                    <a:pt x="34" y="736"/>
                    <a:pt x="42" y="719"/>
                    <a:pt x="50" y="703"/>
                  </a:cubicBezTo>
                  <a:cubicBezTo>
                    <a:pt x="40" y="653"/>
                    <a:pt x="60" y="623"/>
                    <a:pt x="70" y="572"/>
                  </a:cubicBezTo>
                  <a:cubicBezTo>
                    <a:pt x="70" y="502"/>
                    <a:pt x="70" y="322"/>
                    <a:pt x="101" y="201"/>
                  </a:cubicBezTo>
                  <a:cubicBezTo>
                    <a:pt x="121" y="101"/>
                    <a:pt x="111" y="51"/>
                    <a:pt x="121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3" name="Google Shape;2433;p19"/>
            <p:cNvSpPr/>
            <p:nvPr/>
          </p:nvSpPr>
          <p:spPr>
            <a:xfrm>
              <a:off x="3825861" y="4497873"/>
              <a:ext cx="14956" cy="46135"/>
            </a:xfrm>
            <a:custGeom>
              <a:avLst/>
              <a:gdLst/>
              <a:ahLst/>
              <a:cxnLst/>
              <a:rect l="l" t="t" r="r" b="b"/>
              <a:pathLst>
                <a:path w="71" h="219" extrusionOk="0">
                  <a:moveTo>
                    <a:pt x="13" y="1"/>
                  </a:moveTo>
                  <a:cubicBezTo>
                    <a:pt x="1" y="1"/>
                    <a:pt x="2" y="69"/>
                    <a:pt x="10" y="138"/>
                  </a:cubicBezTo>
                  <a:cubicBezTo>
                    <a:pt x="10" y="168"/>
                    <a:pt x="10" y="198"/>
                    <a:pt x="20" y="218"/>
                  </a:cubicBezTo>
                  <a:cubicBezTo>
                    <a:pt x="41" y="208"/>
                    <a:pt x="71" y="208"/>
                    <a:pt x="71" y="198"/>
                  </a:cubicBezTo>
                  <a:cubicBezTo>
                    <a:pt x="71" y="188"/>
                    <a:pt x="41" y="158"/>
                    <a:pt x="41" y="128"/>
                  </a:cubicBezTo>
                  <a:cubicBezTo>
                    <a:pt x="41" y="108"/>
                    <a:pt x="31" y="58"/>
                    <a:pt x="20" y="7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4" name="Google Shape;2434;p19"/>
            <p:cNvSpPr/>
            <p:nvPr/>
          </p:nvSpPr>
          <p:spPr>
            <a:xfrm>
              <a:off x="3791946" y="4104143"/>
              <a:ext cx="80679" cy="141776"/>
            </a:xfrm>
            <a:custGeom>
              <a:avLst/>
              <a:gdLst/>
              <a:ahLst/>
              <a:cxnLst/>
              <a:rect l="l" t="t" r="r" b="b"/>
              <a:pathLst>
                <a:path w="383" h="673" extrusionOk="0">
                  <a:moveTo>
                    <a:pt x="181" y="1"/>
                  </a:moveTo>
                  <a:cubicBezTo>
                    <a:pt x="51" y="1"/>
                    <a:pt x="21" y="71"/>
                    <a:pt x="21" y="121"/>
                  </a:cubicBezTo>
                  <a:cubicBezTo>
                    <a:pt x="11" y="171"/>
                    <a:pt x="11" y="221"/>
                    <a:pt x="11" y="252"/>
                  </a:cubicBezTo>
                  <a:cubicBezTo>
                    <a:pt x="1" y="272"/>
                    <a:pt x="21" y="272"/>
                    <a:pt x="21" y="292"/>
                  </a:cubicBezTo>
                  <a:cubicBezTo>
                    <a:pt x="21" y="312"/>
                    <a:pt x="21" y="312"/>
                    <a:pt x="21" y="342"/>
                  </a:cubicBezTo>
                  <a:cubicBezTo>
                    <a:pt x="31" y="362"/>
                    <a:pt x="31" y="452"/>
                    <a:pt x="51" y="492"/>
                  </a:cubicBezTo>
                  <a:cubicBezTo>
                    <a:pt x="71" y="542"/>
                    <a:pt x="71" y="593"/>
                    <a:pt x="91" y="623"/>
                  </a:cubicBezTo>
                  <a:cubicBezTo>
                    <a:pt x="101" y="653"/>
                    <a:pt x="151" y="673"/>
                    <a:pt x="202" y="673"/>
                  </a:cubicBezTo>
                  <a:cubicBezTo>
                    <a:pt x="242" y="673"/>
                    <a:pt x="282" y="673"/>
                    <a:pt x="312" y="643"/>
                  </a:cubicBezTo>
                  <a:cubicBezTo>
                    <a:pt x="332" y="623"/>
                    <a:pt x="322" y="552"/>
                    <a:pt x="342" y="502"/>
                  </a:cubicBezTo>
                  <a:cubicBezTo>
                    <a:pt x="352" y="442"/>
                    <a:pt x="342" y="382"/>
                    <a:pt x="342" y="352"/>
                  </a:cubicBezTo>
                  <a:cubicBezTo>
                    <a:pt x="352" y="332"/>
                    <a:pt x="352" y="322"/>
                    <a:pt x="362" y="312"/>
                  </a:cubicBezTo>
                  <a:cubicBezTo>
                    <a:pt x="362" y="302"/>
                    <a:pt x="362" y="272"/>
                    <a:pt x="372" y="252"/>
                  </a:cubicBezTo>
                  <a:cubicBezTo>
                    <a:pt x="382" y="231"/>
                    <a:pt x="342" y="91"/>
                    <a:pt x="322" y="51"/>
                  </a:cubicBezTo>
                  <a:cubicBezTo>
                    <a:pt x="292" y="21"/>
                    <a:pt x="242" y="1"/>
                    <a:pt x="1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5" name="Google Shape;2435;p19"/>
            <p:cNvSpPr/>
            <p:nvPr/>
          </p:nvSpPr>
          <p:spPr>
            <a:xfrm>
              <a:off x="3798477" y="4104143"/>
              <a:ext cx="63406" cy="19381"/>
            </a:xfrm>
            <a:custGeom>
              <a:avLst/>
              <a:gdLst/>
              <a:ahLst/>
              <a:cxnLst/>
              <a:rect l="l" t="t" r="r" b="b"/>
              <a:pathLst>
                <a:path w="301" h="92" extrusionOk="0">
                  <a:moveTo>
                    <a:pt x="150" y="1"/>
                  </a:moveTo>
                  <a:cubicBezTo>
                    <a:pt x="60" y="1"/>
                    <a:pt x="10" y="41"/>
                    <a:pt x="0" y="71"/>
                  </a:cubicBezTo>
                  <a:cubicBezTo>
                    <a:pt x="9" y="53"/>
                    <a:pt x="20" y="47"/>
                    <a:pt x="36" y="47"/>
                  </a:cubicBezTo>
                  <a:cubicBezTo>
                    <a:pt x="56" y="47"/>
                    <a:pt x="82" y="55"/>
                    <a:pt x="120" y="61"/>
                  </a:cubicBezTo>
                  <a:cubicBezTo>
                    <a:pt x="128" y="62"/>
                    <a:pt x="135" y="63"/>
                    <a:pt x="142" y="63"/>
                  </a:cubicBezTo>
                  <a:cubicBezTo>
                    <a:pt x="169" y="63"/>
                    <a:pt x="194" y="55"/>
                    <a:pt x="215" y="55"/>
                  </a:cubicBezTo>
                  <a:cubicBezTo>
                    <a:pt x="233" y="55"/>
                    <a:pt x="249" y="61"/>
                    <a:pt x="261" y="81"/>
                  </a:cubicBezTo>
                  <a:lnTo>
                    <a:pt x="301" y="91"/>
                  </a:lnTo>
                  <a:lnTo>
                    <a:pt x="291" y="51"/>
                  </a:lnTo>
                  <a:cubicBezTo>
                    <a:pt x="261" y="21"/>
                    <a:pt x="211" y="1"/>
                    <a:pt x="15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6" name="Google Shape;2436;p19"/>
            <p:cNvSpPr/>
            <p:nvPr/>
          </p:nvSpPr>
          <p:spPr>
            <a:xfrm>
              <a:off x="3851139" y="4243602"/>
              <a:ext cx="211" cy="21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B9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7" name="Google Shape;2437;p19"/>
            <p:cNvSpPr/>
            <p:nvPr/>
          </p:nvSpPr>
          <p:spPr>
            <a:xfrm>
              <a:off x="3851139" y="4243602"/>
              <a:ext cx="211" cy="21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8" name="Google Shape;2438;p19"/>
            <p:cNvSpPr/>
            <p:nvPr/>
          </p:nvSpPr>
          <p:spPr>
            <a:xfrm>
              <a:off x="3819542" y="4241495"/>
              <a:ext cx="31808" cy="4424"/>
            </a:xfrm>
            <a:custGeom>
              <a:avLst/>
              <a:gdLst/>
              <a:ahLst/>
              <a:cxnLst/>
              <a:rect l="l" t="t" r="r" b="b"/>
              <a:pathLst>
                <a:path w="151" h="21" extrusionOk="0">
                  <a:moveTo>
                    <a:pt x="91" y="21"/>
                  </a:moveTo>
                  <a:cubicBezTo>
                    <a:pt x="81" y="21"/>
                    <a:pt x="71" y="21"/>
                    <a:pt x="71" y="21"/>
                  </a:cubicBezTo>
                  <a:cubicBezTo>
                    <a:pt x="71" y="21"/>
                    <a:pt x="81" y="21"/>
                    <a:pt x="91" y="21"/>
                  </a:cubicBezTo>
                  <a:cubicBezTo>
                    <a:pt x="111" y="21"/>
                    <a:pt x="131" y="21"/>
                    <a:pt x="151" y="11"/>
                  </a:cubicBezTo>
                  <a:lnTo>
                    <a:pt x="151" y="11"/>
                  </a:lnTo>
                  <a:cubicBezTo>
                    <a:pt x="131" y="21"/>
                    <a:pt x="111" y="21"/>
                    <a:pt x="91" y="21"/>
                  </a:cubicBezTo>
                  <a:close/>
                  <a:moveTo>
                    <a:pt x="61" y="21"/>
                  </a:moveTo>
                  <a:lnTo>
                    <a:pt x="61" y="21"/>
                  </a:lnTo>
                  <a:lnTo>
                    <a:pt x="61" y="21"/>
                  </a:lnTo>
                  <a:close/>
                  <a:moveTo>
                    <a:pt x="61" y="21"/>
                  </a:moveTo>
                  <a:cubicBezTo>
                    <a:pt x="50" y="21"/>
                    <a:pt x="40" y="21"/>
                    <a:pt x="30" y="11"/>
                  </a:cubicBezTo>
                  <a:cubicBezTo>
                    <a:pt x="40" y="21"/>
                    <a:pt x="50" y="21"/>
                    <a:pt x="61" y="21"/>
                  </a:cubicBezTo>
                  <a:close/>
                  <a:moveTo>
                    <a:pt x="30" y="11"/>
                  </a:moveTo>
                  <a:cubicBezTo>
                    <a:pt x="30" y="11"/>
                    <a:pt x="30" y="11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lnTo>
                    <a:pt x="20" y="11"/>
                  </a:lnTo>
                  <a:lnTo>
                    <a:pt x="20" y="11"/>
                  </a:ln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0" y="11"/>
                  </a:moveTo>
                  <a:lnTo>
                    <a:pt x="0" y="1"/>
                  </a:lnTo>
                  <a:lnTo>
                    <a:pt x="0" y="11"/>
                  </a:ln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AB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9" name="Google Shape;2439;p19"/>
            <p:cNvSpPr/>
            <p:nvPr/>
          </p:nvSpPr>
          <p:spPr>
            <a:xfrm>
              <a:off x="3815329" y="4216216"/>
              <a:ext cx="40234" cy="25490"/>
            </a:xfrm>
            <a:custGeom>
              <a:avLst/>
              <a:gdLst/>
              <a:ahLst/>
              <a:cxnLst/>
              <a:rect l="l" t="t" r="r" b="b"/>
              <a:pathLst>
                <a:path w="191" h="121" extrusionOk="0">
                  <a:moveTo>
                    <a:pt x="30" y="30"/>
                  </a:moveTo>
                  <a:cubicBezTo>
                    <a:pt x="50" y="30"/>
                    <a:pt x="70" y="71"/>
                    <a:pt x="60" y="81"/>
                  </a:cubicBezTo>
                  <a:lnTo>
                    <a:pt x="50" y="71"/>
                  </a:lnTo>
                  <a:lnTo>
                    <a:pt x="50" y="51"/>
                  </a:lnTo>
                  <a:lnTo>
                    <a:pt x="30" y="30"/>
                  </a:lnTo>
                  <a:close/>
                  <a:moveTo>
                    <a:pt x="161" y="30"/>
                  </a:moveTo>
                  <a:lnTo>
                    <a:pt x="151" y="51"/>
                  </a:lnTo>
                  <a:lnTo>
                    <a:pt x="151" y="71"/>
                  </a:lnTo>
                  <a:lnTo>
                    <a:pt x="141" y="81"/>
                  </a:lnTo>
                  <a:cubicBezTo>
                    <a:pt x="131" y="71"/>
                    <a:pt x="151" y="30"/>
                    <a:pt x="161" y="30"/>
                  </a:cubicBezTo>
                  <a:close/>
                  <a:moveTo>
                    <a:pt x="141" y="0"/>
                  </a:moveTo>
                  <a:cubicBezTo>
                    <a:pt x="141" y="0"/>
                    <a:pt x="131" y="10"/>
                    <a:pt x="121" y="10"/>
                  </a:cubicBezTo>
                  <a:lnTo>
                    <a:pt x="50" y="10"/>
                  </a:lnTo>
                  <a:cubicBezTo>
                    <a:pt x="40" y="10"/>
                    <a:pt x="30" y="10"/>
                    <a:pt x="20" y="20"/>
                  </a:cubicBezTo>
                  <a:cubicBezTo>
                    <a:pt x="0" y="30"/>
                    <a:pt x="40" y="81"/>
                    <a:pt x="30" y="91"/>
                  </a:cubicBezTo>
                  <a:lnTo>
                    <a:pt x="20" y="121"/>
                  </a:lnTo>
                  <a:lnTo>
                    <a:pt x="40" y="121"/>
                  </a:lnTo>
                  <a:cubicBezTo>
                    <a:pt x="60" y="121"/>
                    <a:pt x="70" y="121"/>
                    <a:pt x="81" y="111"/>
                  </a:cubicBezTo>
                  <a:lnTo>
                    <a:pt x="141" y="111"/>
                  </a:lnTo>
                  <a:cubicBezTo>
                    <a:pt x="141" y="111"/>
                    <a:pt x="151" y="121"/>
                    <a:pt x="161" y="121"/>
                  </a:cubicBezTo>
                  <a:cubicBezTo>
                    <a:pt x="161" y="121"/>
                    <a:pt x="171" y="121"/>
                    <a:pt x="171" y="111"/>
                  </a:cubicBezTo>
                  <a:cubicBezTo>
                    <a:pt x="171" y="101"/>
                    <a:pt x="161" y="91"/>
                    <a:pt x="161" y="81"/>
                  </a:cubicBezTo>
                  <a:cubicBezTo>
                    <a:pt x="161" y="71"/>
                    <a:pt x="191" y="40"/>
                    <a:pt x="181" y="20"/>
                  </a:cubicBezTo>
                  <a:cubicBezTo>
                    <a:pt x="171" y="10"/>
                    <a:pt x="161" y="0"/>
                    <a:pt x="141" y="0"/>
                  </a:cubicBez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0" name="Google Shape;2440;p19"/>
            <p:cNvSpPr/>
            <p:nvPr/>
          </p:nvSpPr>
          <p:spPr>
            <a:xfrm>
              <a:off x="3821648" y="4222536"/>
              <a:ext cx="8637" cy="10744"/>
            </a:xfrm>
            <a:custGeom>
              <a:avLst/>
              <a:gdLst/>
              <a:ahLst/>
              <a:cxnLst/>
              <a:rect l="l" t="t" r="r" b="b"/>
              <a:pathLst>
                <a:path w="41" h="51" extrusionOk="0">
                  <a:moveTo>
                    <a:pt x="0" y="0"/>
                  </a:moveTo>
                  <a:lnTo>
                    <a:pt x="20" y="21"/>
                  </a:lnTo>
                  <a:lnTo>
                    <a:pt x="20" y="41"/>
                  </a:lnTo>
                  <a:lnTo>
                    <a:pt x="30" y="51"/>
                  </a:lnTo>
                  <a:cubicBezTo>
                    <a:pt x="40" y="41"/>
                    <a:pt x="20" y="0"/>
                    <a:pt x="0" y="0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1" name="Google Shape;2441;p19"/>
            <p:cNvSpPr/>
            <p:nvPr/>
          </p:nvSpPr>
          <p:spPr>
            <a:xfrm>
              <a:off x="3842713" y="4222536"/>
              <a:ext cx="6530" cy="10744"/>
            </a:xfrm>
            <a:custGeom>
              <a:avLst/>
              <a:gdLst/>
              <a:ahLst/>
              <a:cxnLst/>
              <a:rect l="l" t="t" r="r" b="b"/>
              <a:pathLst>
                <a:path w="31" h="51" extrusionOk="0">
                  <a:moveTo>
                    <a:pt x="31" y="0"/>
                  </a:moveTo>
                  <a:cubicBezTo>
                    <a:pt x="21" y="0"/>
                    <a:pt x="1" y="41"/>
                    <a:pt x="11" y="51"/>
                  </a:cubicBezTo>
                  <a:lnTo>
                    <a:pt x="21" y="41"/>
                  </a:lnTo>
                  <a:lnTo>
                    <a:pt x="21" y="2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2" name="Google Shape;2442;p19"/>
            <p:cNvSpPr/>
            <p:nvPr/>
          </p:nvSpPr>
          <p:spPr>
            <a:xfrm>
              <a:off x="3823755" y="4243602"/>
              <a:ext cx="10743" cy="2317"/>
            </a:xfrm>
            <a:custGeom>
              <a:avLst/>
              <a:gdLst/>
              <a:ahLst/>
              <a:cxnLst/>
              <a:rect l="l" t="t" r="r" b="b"/>
              <a:pathLst>
                <a:path w="51" h="11" extrusionOk="0">
                  <a:moveTo>
                    <a:pt x="51" y="11"/>
                  </a:moveTo>
                  <a:lnTo>
                    <a:pt x="51" y="11"/>
                  </a:lnTo>
                  <a:lnTo>
                    <a:pt x="41" y="11"/>
                  </a:lnTo>
                  <a:lnTo>
                    <a:pt x="51" y="11"/>
                  </a:lnTo>
                  <a:lnTo>
                    <a:pt x="51" y="11"/>
                  </a:lnTo>
                  <a:close/>
                  <a:moveTo>
                    <a:pt x="41" y="11"/>
                  </a:moveTo>
                  <a:lnTo>
                    <a:pt x="41" y="11"/>
                  </a:lnTo>
                  <a:lnTo>
                    <a:pt x="41" y="11"/>
                  </a:lnTo>
                  <a:close/>
                  <a:moveTo>
                    <a:pt x="10" y="1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lose/>
                  <a:moveTo>
                    <a:pt x="10" y="1"/>
                  </a:moveTo>
                  <a:cubicBezTo>
                    <a:pt x="10" y="1"/>
                    <a:pt x="0" y="1"/>
                    <a:pt x="0" y="1"/>
                  </a:cubicBezTo>
                  <a:cubicBezTo>
                    <a:pt x="0" y="1"/>
                    <a:pt x="10" y="1"/>
                    <a:pt x="10" y="1"/>
                  </a:cubicBezTo>
                  <a:close/>
                </a:path>
              </a:pathLst>
            </a:custGeom>
            <a:solidFill>
              <a:srgbClr val="CEC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3" name="Google Shape;2443;p19"/>
            <p:cNvSpPr/>
            <p:nvPr/>
          </p:nvSpPr>
          <p:spPr>
            <a:xfrm>
              <a:off x="3819542" y="4241495"/>
              <a:ext cx="4424" cy="2317"/>
            </a:xfrm>
            <a:custGeom>
              <a:avLst/>
              <a:gdLst/>
              <a:ahLst/>
              <a:cxnLst/>
              <a:rect l="l" t="t" r="r" b="b"/>
              <a:pathLst>
                <a:path w="21" h="11" extrusionOk="0"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10" y="11"/>
                    <a:pt x="10" y="11"/>
                  </a:cubicBezTo>
                  <a:cubicBezTo>
                    <a:pt x="10" y="11"/>
                    <a:pt x="20" y="11"/>
                    <a:pt x="2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lnTo>
                    <a:pt x="0" y="11"/>
                  </a:lnTo>
                  <a:lnTo>
                    <a:pt x="10" y="11"/>
                  </a:ln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EC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4" name="Google Shape;2444;p19"/>
            <p:cNvSpPr/>
            <p:nvPr/>
          </p:nvSpPr>
          <p:spPr>
            <a:xfrm>
              <a:off x="3851139" y="4237282"/>
              <a:ext cx="6530" cy="6531"/>
            </a:xfrm>
            <a:custGeom>
              <a:avLst/>
              <a:gdLst/>
              <a:ahLst/>
              <a:cxnLst/>
              <a:rect l="l" t="t" r="r" b="b"/>
              <a:pathLst>
                <a:path w="31" h="31" extrusionOk="0">
                  <a:moveTo>
                    <a:pt x="31" y="1"/>
                  </a:moveTo>
                  <a:cubicBezTo>
                    <a:pt x="31" y="11"/>
                    <a:pt x="21" y="11"/>
                    <a:pt x="1" y="11"/>
                  </a:cubicBezTo>
                  <a:cubicBezTo>
                    <a:pt x="1" y="21"/>
                    <a:pt x="1" y="31"/>
                    <a:pt x="1" y="31"/>
                  </a:cubicBezTo>
                  <a:cubicBezTo>
                    <a:pt x="11" y="31"/>
                    <a:pt x="21" y="21"/>
                    <a:pt x="31" y="11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BBB2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5" name="Google Shape;2445;p19"/>
            <p:cNvSpPr/>
            <p:nvPr/>
          </p:nvSpPr>
          <p:spPr>
            <a:xfrm>
              <a:off x="3819542" y="4241495"/>
              <a:ext cx="14956" cy="4424"/>
            </a:xfrm>
            <a:custGeom>
              <a:avLst/>
              <a:gdLst/>
              <a:ahLst/>
              <a:cxnLst/>
              <a:rect l="l" t="t" r="r" b="b"/>
              <a:pathLst>
                <a:path w="71" h="21" extrusionOk="0">
                  <a:moveTo>
                    <a:pt x="0" y="1"/>
                  </a:moveTo>
                  <a:lnTo>
                    <a:pt x="0" y="11"/>
                  </a:lnTo>
                  <a:lnTo>
                    <a:pt x="24" y="11"/>
                  </a:lnTo>
                  <a:cubicBezTo>
                    <a:pt x="15" y="8"/>
                    <a:pt x="7" y="4"/>
                    <a:pt x="0" y="1"/>
                  </a:cubicBezTo>
                  <a:close/>
                  <a:moveTo>
                    <a:pt x="24" y="11"/>
                  </a:moveTo>
                  <a:cubicBezTo>
                    <a:pt x="27" y="12"/>
                    <a:pt x="31" y="13"/>
                    <a:pt x="34" y="14"/>
                  </a:cubicBezTo>
                  <a:lnTo>
                    <a:pt x="34" y="14"/>
                  </a:lnTo>
                  <a:cubicBezTo>
                    <a:pt x="33" y="13"/>
                    <a:pt x="32" y="12"/>
                    <a:pt x="30" y="11"/>
                  </a:cubicBezTo>
                  <a:close/>
                  <a:moveTo>
                    <a:pt x="34" y="14"/>
                  </a:moveTo>
                  <a:lnTo>
                    <a:pt x="34" y="14"/>
                  </a:lnTo>
                  <a:cubicBezTo>
                    <a:pt x="43" y="21"/>
                    <a:pt x="52" y="21"/>
                    <a:pt x="61" y="21"/>
                  </a:cubicBezTo>
                  <a:lnTo>
                    <a:pt x="71" y="21"/>
                  </a:lnTo>
                  <a:cubicBezTo>
                    <a:pt x="60" y="21"/>
                    <a:pt x="47" y="18"/>
                    <a:pt x="34" y="14"/>
                  </a:cubicBezTo>
                  <a:close/>
                </a:path>
              </a:pathLst>
            </a:custGeom>
            <a:solidFill>
              <a:srgbClr val="C39D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6" name="Google Shape;2446;p19"/>
            <p:cNvSpPr/>
            <p:nvPr/>
          </p:nvSpPr>
          <p:spPr>
            <a:xfrm>
              <a:off x="3819542" y="4239389"/>
              <a:ext cx="31808" cy="6531"/>
            </a:xfrm>
            <a:custGeom>
              <a:avLst/>
              <a:gdLst/>
              <a:ahLst/>
              <a:cxnLst/>
              <a:rect l="l" t="t" r="r" b="b"/>
              <a:pathLst>
                <a:path w="151" h="31" extrusionOk="0">
                  <a:moveTo>
                    <a:pt x="61" y="1"/>
                  </a:moveTo>
                  <a:cubicBezTo>
                    <a:pt x="50" y="11"/>
                    <a:pt x="40" y="11"/>
                    <a:pt x="20" y="11"/>
                  </a:cubicBezTo>
                  <a:lnTo>
                    <a:pt x="0" y="11"/>
                  </a:lnTo>
                  <a:cubicBezTo>
                    <a:pt x="20" y="21"/>
                    <a:pt x="50" y="31"/>
                    <a:pt x="71" y="31"/>
                  </a:cubicBezTo>
                  <a:lnTo>
                    <a:pt x="91" y="31"/>
                  </a:lnTo>
                  <a:cubicBezTo>
                    <a:pt x="111" y="31"/>
                    <a:pt x="131" y="31"/>
                    <a:pt x="151" y="21"/>
                  </a:cubicBezTo>
                  <a:cubicBezTo>
                    <a:pt x="151" y="21"/>
                    <a:pt x="151" y="11"/>
                    <a:pt x="151" y="1"/>
                  </a:cubicBezTo>
                  <a:cubicBezTo>
                    <a:pt x="151" y="11"/>
                    <a:pt x="141" y="11"/>
                    <a:pt x="141" y="11"/>
                  </a:cubicBezTo>
                  <a:cubicBezTo>
                    <a:pt x="131" y="11"/>
                    <a:pt x="121" y="1"/>
                    <a:pt x="121" y="1"/>
                  </a:cubicBezTo>
                  <a:close/>
                </a:path>
              </a:pathLst>
            </a:custGeom>
            <a:solidFill>
              <a:srgbClr val="BF96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7" name="Google Shape;2447;p19"/>
            <p:cNvSpPr/>
            <p:nvPr/>
          </p:nvSpPr>
          <p:spPr>
            <a:xfrm>
              <a:off x="3857459" y="4125420"/>
              <a:ext cx="72042" cy="31810"/>
            </a:xfrm>
            <a:custGeom>
              <a:avLst/>
              <a:gdLst/>
              <a:ahLst/>
              <a:cxnLst/>
              <a:rect l="l" t="t" r="r" b="b"/>
              <a:pathLst>
                <a:path w="342" h="151" extrusionOk="0">
                  <a:moveTo>
                    <a:pt x="31" y="0"/>
                  </a:moveTo>
                  <a:lnTo>
                    <a:pt x="1" y="40"/>
                  </a:lnTo>
                  <a:cubicBezTo>
                    <a:pt x="1" y="40"/>
                    <a:pt x="51" y="123"/>
                    <a:pt x="60" y="123"/>
                  </a:cubicBezTo>
                  <a:cubicBezTo>
                    <a:pt x="61" y="123"/>
                    <a:pt x="61" y="122"/>
                    <a:pt x="61" y="120"/>
                  </a:cubicBezTo>
                  <a:cubicBezTo>
                    <a:pt x="61" y="115"/>
                    <a:pt x="71" y="109"/>
                    <a:pt x="83" y="109"/>
                  </a:cubicBezTo>
                  <a:cubicBezTo>
                    <a:pt x="92" y="109"/>
                    <a:pt x="103" y="112"/>
                    <a:pt x="111" y="120"/>
                  </a:cubicBezTo>
                  <a:cubicBezTo>
                    <a:pt x="141" y="140"/>
                    <a:pt x="181" y="151"/>
                    <a:pt x="222" y="151"/>
                  </a:cubicBezTo>
                  <a:cubicBezTo>
                    <a:pt x="252" y="140"/>
                    <a:pt x="342" y="80"/>
                    <a:pt x="292" y="40"/>
                  </a:cubicBezTo>
                  <a:cubicBezTo>
                    <a:pt x="262" y="15"/>
                    <a:pt x="232" y="8"/>
                    <a:pt x="203" y="8"/>
                  </a:cubicBezTo>
                  <a:cubicBezTo>
                    <a:pt x="174" y="8"/>
                    <a:pt x="146" y="15"/>
                    <a:pt x="121" y="20"/>
                  </a:cubicBezTo>
                  <a:cubicBezTo>
                    <a:pt x="98" y="29"/>
                    <a:pt x="83" y="37"/>
                    <a:pt x="71" y="37"/>
                  </a:cubicBezTo>
                  <a:cubicBezTo>
                    <a:pt x="57" y="37"/>
                    <a:pt x="47" y="27"/>
                    <a:pt x="3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8" name="Google Shape;2448;p19"/>
            <p:cNvSpPr/>
            <p:nvPr/>
          </p:nvSpPr>
          <p:spPr>
            <a:xfrm>
              <a:off x="3726434" y="4125420"/>
              <a:ext cx="78572" cy="32442"/>
            </a:xfrm>
            <a:custGeom>
              <a:avLst/>
              <a:gdLst/>
              <a:ahLst/>
              <a:cxnLst/>
              <a:rect l="l" t="t" r="r" b="b"/>
              <a:pathLst>
                <a:path w="373" h="154" extrusionOk="0">
                  <a:moveTo>
                    <a:pt x="332" y="0"/>
                  </a:moveTo>
                  <a:cubicBezTo>
                    <a:pt x="321" y="27"/>
                    <a:pt x="313" y="37"/>
                    <a:pt x="299" y="37"/>
                  </a:cubicBezTo>
                  <a:cubicBezTo>
                    <a:pt x="287" y="37"/>
                    <a:pt x="270" y="29"/>
                    <a:pt x="242" y="20"/>
                  </a:cubicBezTo>
                  <a:cubicBezTo>
                    <a:pt x="217" y="10"/>
                    <a:pt x="187" y="3"/>
                    <a:pt x="155" y="3"/>
                  </a:cubicBezTo>
                  <a:cubicBezTo>
                    <a:pt x="124" y="3"/>
                    <a:pt x="91" y="10"/>
                    <a:pt x="61" y="30"/>
                  </a:cubicBezTo>
                  <a:cubicBezTo>
                    <a:pt x="1" y="80"/>
                    <a:pt x="111" y="151"/>
                    <a:pt x="141" y="151"/>
                  </a:cubicBezTo>
                  <a:cubicBezTo>
                    <a:pt x="149" y="152"/>
                    <a:pt x="156" y="153"/>
                    <a:pt x="164" y="153"/>
                  </a:cubicBezTo>
                  <a:cubicBezTo>
                    <a:pt x="196" y="153"/>
                    <a:pt x="229" y="137"/>
                    <a:pt x="262" y="120"/>
                  </a:cubicBezTo>
                  <a:cubicBezTo>
                    <a:pt x="272" y="115"/>
                    <a:pt x="287" y="110"/>
                    <a:pt x="299" y="110"/>
                  </a:cubicBezTo>
                  <a:cubicBezTo>
                    <a:pt x="312" y="110"/>
                    <a:pt x="322" y="115"/>
                    <a:pt x="322" y="130"/>
                  </a:cubicBezTo>
                  <a:cubicBezTo>
                    <a:pt x="322" y="131"/>
                    <a:pt x="322" y="131"/>
                    <a:pt x="322" y="131"/>
                  </a:cubicBezTo>
                  <a:cubicBezTo>
                    <a:pt x="327" y="131"/>
                    <a:pt x="372" y="40"/>
                    <a:pt x="372" y="40"/>
                  </a:cubicBezTo>
                  <a:lnTo>
                    <a:pt x="332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9" name="Google Shape;2449;p19"/>
            <p:cNvSpPr/>
            <p:nvPr/>
          </p:nvSpPr>
          <p:spPr>
            <a:xfrm>
              <a:off x="3838500" y="4110463"/>
              <a:ext cx="34125" cy="101750"/>
            </a:xfrm>
            <a:custGeom>
              <a:avLst/>
              <a:gdLst/>
              <a:ahLst/>
              <a:cxnLst/>
              <a:rect l="l" t="t" r="r" b="b"/>
              <a:pathLst>
                <a:path w="162" h="483" extrusionOk="0">
                  <a:moveTo>
                    <a:pt x="81" y="1"/>
                  </a:moveTo>
                  <a:cubicBezTo>
                    <a:pt x="111" y="51"/>
                    <a:pt x="11" y="101"/>
                    <a:pt x="1" y="181"/>
                  </a:cubicBezTo>
                  <a:cubicBezTo>
                    <a:pt x="1" y="272"/>
                    <a:pt x="91" y="282"/>
                    <a:pt x="61" y="352"/>
                  </a:cubicBezTo>
                  <a:cubicBezTo>
                    <a:pt x="31" y="402"/>
                    <a:pt x="101" y="422"/>
                    <a:pt x="121" y="482"/>
                  </a:cubicBezTo>
                  <a:lnTo>
                    <a:pt x="121" y="472"/>
                  </a:lnTo>
                  <a:cubicBezTo>
                    <a:pt x="131" y="412"/>
                    <a:pt x="121" y="352"/>
                    <a:pt x="121" y="322"/>
                  </a:cubicBezTo>
                  <a:cubicBezTo>
                    <a:pt x="131" y="302"/>
                    <a:pt x="131" y="292"/>
                    <a:pt x="141" y="282"/>
                  </a:cubicBezTo>
                  <a:cubicBezTo>
                    <a:pt x="141" y="272"/>
                    <a:pt x="141" y="242"/>
                    <a:pt x="151" y="222"/>
                  </a:cubicBezTo>
                  <a:cubicBezTo>
                    <a:pt x="161" y="201"/>
                    <a:pt x="121" y="61"/>
                    <a:pt x="101" y="21"/>
                  </a:cubicBezTo>
                  <a:lnTo>
                    <a:pt x="81" y="1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0" name="Google Shape;2450;p19"/>
            <p:cNvSpPr/>
            <p:nvPr/>
          </p:nvSpPr>
          <p:spPr>
            <a:xfrm>
              <a:off x="3868202" y="4159126"/>
              <a:ext cx="2317" cy="8637"/>
            </a:xfrm>
            <a:custGeom>
              <a:avLst/>
              <a:gdLst/>
              <a:ahLst/>
              <a:cxnLst/>
              <a:rect l="l" t="t" r="r" b="b"/>
              <a:pathLst>
                <a:path w="11" h="41" extrusionOk="0">
                  <a:moveTo>
                    <a:pt x="0" y="41"/>
                  </a:moveTo>
                  <a:lnTo>
                    <a:pt x="0" y="41"/>
                  </a:lnTo>
                  <a:cubicBezTo>
                    <a:pt x="0" y="41"/>
                    <a:pt x="0" y="41"/>
                    <a:pt x="0" y="41"/>
                  </a:cubicBezTo>
                  <a:lnTo>
                    <a:pt x="0" y="41"/>
                  </a:lnTo>
                  <a:lnTo>
                    <a:pt x="10" y="1"/>
                  </a:lnTo>
                  <a:lnTo>
                    <a:pt x="0" y="41"/>
                  </a:lnTo>
                  <a:close/>
                  <a:moveTo>
                    <a:pt x="10" y="1"/>
                  </a:moveTo>
                  <a:lnTo>
                    <a:pt x="10" y="1"/>
                  </a:lnTo>
                  <a:lnTo>
                    <a:pt x="10" y="1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1" name="Google Shape;2451;p19"/>
            <p:cNvSpPr/>
            <p:nvPr/>
          </p:nvSpPr>
          <p:spPr>
            <a:xfrm>
              <a:off x="3861672" y="4157019"/>
              <a:ext cx="8847" cy="10744"/>
            </a:xfrm>
            <a:custGeom>
              <a:avLst/>
              <a:gdLst/>
              <a:ahLst/>
              <a:cxnLst/>
              <a:rect l="l" t="t" r="r" b="b"/>
              <a:pathLst>
                <a:path w="42" h="51" extrusionOk="0">
                  <a:moveTo>
                    <a:pt x="11" y="1"/>
                  </a:moveTo>
                  <a:lnTo>
                    <a:pt x="1" y="21"/>
                  </a:lnTo>
                  <a:lnTo>
                    <a:pt x="11" y="21"/>
                  </a:lnTo>
                  <a:lnTo>
                    <a:pt x="11" y="11"/>
                  </a:lnTo>
                  <a:lnTo>
                    <a:pt x="41" y="11"/>
                  </a:lnTo>
                  <a:lnTo>
                    <a:pt x="11" y="1"/>
                  </a:lnTo>
                  <a:close/>
                  <a:moveTo>
                    <a:pt x="1" y="21"/>
                  </a:moveTo>
                  <a:lnTo>
                    <a:pt x="1" y="41"/>
                  </a:lnTo>
                  <a:lnTo>
                    <a:pt x="11" y="31"/>
                  </a:lnTo>
                  <a:lnTo>
                    <a:pt x="1" y="21"/>
                  </a:lnTo>
                  <a:close/>
                  <a:moveTo>
                    <a:pt x="1" y="41"/>
                  </a:moveTo>
                  <a:lnTo>
                    <a:pt x="1" y="51"/>
                  </a:lnTo>
                  <a:lnTo>
                    <a:pt x="31" y="51"/>
                  </a:lnTo>
                  <a:lnTo>
                    <a:pt x="1" y="41"/>
                  </a:lnTo>
                  <a:close/>
                </a:path>
              </a:pathLst>
            </a:custGeom>
            <a:solidFill>
              <a:srgbClr val="515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2" name="Google Shape;2452;p19"/>
            <p:cNvSpPr/>
            <p:nvPr/>
          </p:nvSpPr>
          <p:spPr>
            <a:xfrm>
              <a:off x="3861672" y="4159126"/>
              <a:ext cx="8847" cy="8637"/>
            </a:xfrm>
            <a:custGeom>
              <a:avLst/>
              <a:gdLst/>
              <a:ahLst/>
              <a:cxnLst/>
              <a:rect l="l" t="t" r="r" b="b"/>
              <a:pathLst>
                <a:path w="42" h="41" extrusionOk="0">
                  <a:moveTo>
                    <a:pt x="11" y="1"/>
                  </a:moveTo>
                  <a:lnTo>
                    <a:pt x="1" y="31"/>
                  </a:lnTo>
                  <a:lnTo>
                    <a:pt x="31" y="4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3" name="Google Shape;2453;p19"/>
            <p:cNvSpPr/>
            <p:nvPr/>
          </p:nvSpPr>
          <p:spPr>
            <a:xfrm>
              <a:off x="3863779" y="4159126"/>
              <a:ext cx="4634" cy="2317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"/>
                  </a:moveTo>
                  <a:lnTo>
                    <a:pt x="11" y="11"/>
                  </a:lnTo>
                  <a:lnTo>
                    <a:pt x="21" y="1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4" name="Google Shape;2454;p19"/>
            <p:cNvSpPr/>
            <p:nvPr/>
          </p:nvSpPr>
          <p:spPr>
            <a:xfrm>
              <a:off x="3861672" y="4161233"/>
              <a:ext cx="211" cy="21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893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5" name="Google Shape;2455;p19"/>
            <p:cNvSpPr/>
            <p:nvPr/>
          </p:nvSpPr>
          <p:spPr>
            <a:xfrm>
              <a:off x="3861672" y="4161233"/>
              <a:ext cx="2317" cy="2317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" y="1"/>
                  </a:moveTo>
                  <a:lnTo>
                    <a:pt x="11" y="1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A29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6" name="Google Shape;2456;p19"/>
            <p:cNvSpPr/>
            <p:nvPr/>
          </p:nvSpPr>
          <p:spPr>
            <a:xfrm>
              <a:off x="3863779" y="4161233"/>
              <a:ext cx="211" cy="2317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lnTo>
                    <a:pt x="1" y="1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7" name="Google Shape;2457;p19"/>
            <p:cNvSpPr/>
            <p:nvPr/>
          </p:nvSpPr>
          <p:spPr>
            <a:xfrm>
              <a:off x="3791946" y="4118889"/>
              <a:ext cx="34125" cy="118603"/>
            </a:xfrm>
            <a:custGeom>
              <a:avLst/>
              <a:gdLst/>
              <a:ahLst/>
              <a:cxnLst/>
              <a:rect l="l" t="t" r="r" b="b"/>
              <a:pathLst>
                <a:path w="162" h="563" extrusionOk="0">
                  <a:moveTo>
                    <a:pt x="31" y="1"/>
                  </a:moveTo>
                  <a:cubicBezTo>
                    <a:pt x="21" y="21"/>
                    <a:pt x="21" y="41"/>
                    <a:pt x="21" y="51"/>
                  </a:cubicBezTo>
                  <a:cubicBezTo>
                    <a:pt x="11" y="101"/>
                    <a:pt x="11" y="151"/>
                    <a:pt x="11" y="182"/>
                  </a:cubicBezTo>
                  <a:cubicBezTo>
                    <a:pt x="1" y="202"/>
                    <a:pt x="21" y="202"/>
                    <a:pt x="21" y="222"/>
                  </a:cubicBezTo>
                  <a:cubicBezTo>
                    <a:pt x="21" y="242"/>
                    <a:pt x="21" y="242"/>
                    <a:pt x="21" y="272"/>
                  </a:cubicBezTo>
                  <a:cubicBezTo>
                    <a:pt x="31" y="292"/>
                    <a:pt x="31" y="382"/>
                    <a:pt x="51" y="422"/>
                  </a:cubicBezTo>
                  <a:cubicBezTo>
                    <a:pt x="71" y="472"/>
                    <a:pt x="71" y="523"/>
                    <a:pt x="91" y="553"/>
                  </a:cubicBezTo>
                  <a:lnTo>
                    <a:pt x="101" y="563"/>
                  </a:lnTo>
                  <a:cubicBezTo>
                    <a:pt x="61" y="442"/>
                    <a:pt x="111" y="422"/>
                    <a:pt x="131" y="362"/>
                  </a:cubicBezTo>
                  <a:cubicBezTo>
                    <a:pt x="151" y="302"/>
                    <a:pt x="91" y="322"/>
                    <a:pt x="141" y="212"/>
                  </a:cubicBezTo>
                  <a:cubicBezTo>
                    <a:pt x="161" y="141"/>
                    <a:pt x="121" y="111"/>
                    <a:pt x="71" y="61"/>
                  </a:cubicBezTo>
                  <a:cubicBezTo>
                    <a:pt x="51" y="41"/>
                    <a:pt x="41" y="31"/>
                    <a:pt x="31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8" name="Google Shape;2458;p19"/>
            <p:cNvSpPr/>
            <p:nvPr/>
          </p:nvSpPr>
          <p:spPr>
            <a:xfrm>
              <a:off x="3796159" y="4165446"/>
              <a:ext cx="211" cy="4424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ubicBezTo>
                    <a:pt x="1" y="21"/>
                    <a:pt x="1" y="21"/>
                    <a:pt x="1" y="21"/>
                  </a:cubicBezTo>
                  <a:close/>
                </a:path>
              </a:pathLst>
            </a:custGeom>
            <a:solidFill>
              <a:srgbClr val="E3D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9" name="Google Shape;2459;p19"/>
            <p:cNvSpPr/>
            <p:nvPr/>
          </p:nvSpPr>
          <p:spPr>
            <a:xfrm>
              <a:off x="3794053" y="4161233"/>
              <a:ext cx="2317" cy="4424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1" y="2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1" y="21"/>
                  </a:lnTo>
                  <a:close/>
                </a:path>
              </a:pathLst>
            </a:custGeom>
            <a:solidFill>
              <a:srgbClr val="E3D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0" name="Google Shape;2460;p19"/>
            <p:cNvSpPr/>
            <p:nvPr/>
          </p:nvSpPr>
          <p:spPr>
            <a:xfrm>
              <a:off x="3802690" y="4161233"/>
              <a:ext cx="4424" cy="8637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0" y="1"/>
                  </a:moveTo>
                  <a:cubicBezTo>
                    <a:pt x="10" y="11"/>
                    <a:pt x="10" y="31"/>
                    <a:pt x="0" y="41"/>
                  </a:cubicBezTo>
                  <a:lnTo>
                    <a:pt x="10" y="41"/>
                  </a:lnTo>
                  <a:cubicBezTo>
                    <a:pt x="20" y="31"/>
                    <a:pt x="10" y="11"/>
                    <a:pt x="0" y="1"/>
                  </a:cubicBezTo>
                  <a:close/>
                </a:path>
              </a:pathLst>
            </a:custGeom>
            <a:solidFill>
              <a:srgbClr val="515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1" name="Google Shape;2461;p19"/>
            <p:cNvSpPr/>
            <p:nvPr/>
          </p:nvSpPr>
          <p:spPr>
            <a:xfrm>
              <a:off x="3794053" y="4161233"/>
              <a:ext cx="10954" cy="8637"/>
            </a:xfrm>
            <a:custGeom>
              <a:avLst/>
              <a:gdLst/>
              <a:ahLst/>
              <a:cxnLst/>
              <a:rect l="l" t="t" r="r" b="b"/>
              <a:pathLst>
                <a:path w="52" h="41" extrusionOk="0">
                  <a:moveTo>
                    <a:pt x="1" y="1"/>
                  </a:moveTo>
                  <a:lnTo>
                    <a:pt x="11" y="21"/>
                  </a:lnTo>
                  <a:lnTo>
                    <a:pt x="11" y="41"/>
                  </a:lnTo>
                  <a:lnTo>
                    <a:pt x="41" y="41"/>
                  </a:lnTo>
                  <a:cubicBezTo>
                    <a:pt x="51" y="31"/>
                    <a:pt x="51" y="11"/>
                    <a:pt x="41" y="1"/>
                  </a:cubicBez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2" name="Google Shape;2462;p19"/>
            <p:cNvSpPr/>
            <p:nvPr/>
          </p:nvSpPr>
          <p:spPr>
            <a:xfrm>
              <a:off x="3798477" y="4161233"/>
              <a:ext cx="4424" cy="4424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21"/>
                  </a:moveTo>
                  <a:lnTo>
                    <a:pt x="10" y="11"/>
                  </a:lnTo>
                  <a:lnTo>
                    <a:pt x="0" y="1"/>
                  </a:lnTo>
                  <a:lnTo>
                    <a:pt x="10" y="11"/>
                  </a:lnTo>
                  <a:lnTo>
                    <a:pt x="20" y="21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3" name="Google Shape;2463;p19"/>
            <p:cNvSpPr/>
            <p:nvPr/>
          </p:nvSpPr>
          <p:spPr>
            <a:xfrm>
              <a:off x="3796159" y="4165446"/>
              <a:ext cx="2528" cy="211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1" y="1"/>
                  </a:lnTo>
                  <a:lnTo>
                    <a:pt x="1" y="1"/>
                  </a:lnTo>
                  <a:lnTo>
                    <a:pt x="11" y="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4" name="Google Shape;2464;p19"/>
            <p:cNvSpPr/>
            <p:nvPr/>
          </p:nvSpPr>
          <p:spPr>
            <a:xfrm>
              <a:off x="3872415" y="4129633"/>
              <a:ext cx="48660" cy="25490"/>
            </a:xfrm>
            <a:custGeom>
              <a:avLst/>
              <a:gdLst/>
              <a:ahLst/>
              <a:cxnLst/>
              <a:rect l="l" t="t" r="r" b="b"/>
              <a:pathLst>
                <a:path w="231" h="121" extrusionOk="0">
                  <a:moveTo>
                    <a:pt x="151" y="0"/>
                  </a:moveTo>
                  <a:cubicBezTo>
                    <a:pt x="130" y="0"/>
                    <a:pt x="90" y="10"/>
                    <a:pt x="70" y="20"/>
                  </a:cubicBezTo>
                  <a:cubicBezTo>
                    <a:pt x="40" y="30"/>
                    <a:pt x="10" y="30"/>
                    <a:pt x="40" y="30"/>
                  </a:cubicBezTo>
                  <a:cubicBezTo>
                    <a:pt x="70" y="30"/>
                    <a:pt x="60" y="40"/>
                    <a:pt x="30" y="40"/>
                  </a:cubicBezTo>
                  <a:cubicBezTo>
                    <a:pt x="10" y="50"/>
                    <a:pt x="0" y="60"/>
                    <a:pt x="40" y="60"/>
                  </a:cubicBezTo>
                  <a:cubicBezTo>
                    <a:pt x="80" y="60"/>
                    <a:pt x="90" y="70"/>
                    <a:pt x="70" y="70"/>
                  </a:cubicBezTo>
                  <a:lnTo>
                    <a:pt x="30" y="70"/>
                  </a:lnTo>
                  <a:cubicBezTo>
                    <a:pt x="40" y="80"/>
                    <a:pt x="100" y="120"/>
                    <a:pt x="141" y="120"/>
                  </a:cubicBezTo>
                  <a:cubicBezTo>
                    <a:pt x="181" y="120"/>
                    <a:pt x="221" y="70"/>
                    <a:pt x="231" y="50"/>
                  </a:cubicBezTo>
                  <a:cubicBezTo>
                    <a:pt x="231" y="30"/>
                    <a:pt x="191" y="10"/>
                    <a:pt x="1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5" name="Google Shape;2465;p19"/>
            <p:cNvSpPr/>
            <p:nvPr/>
          </p:nvSpPr>
          <p:spPr>
            <a:xfrm>
              <a:off x="3737177" y="4129633"/>
              <a:ext cx="54980" cy="26333"/>
            </a:xfrm>
            <a:custGeom>
              <a:avLst/>
              <a:gdLst/>
              <a:ahLst/>
              <a:cxnLst/>
              <a:rect l="l" t="t" r="r" b="b"/>
              <a:pathLst>
                <a:path w="261" h="125" extrusionOk="0">
                  <a:moveTo>
                    <a:pt x="100" y="0"/>
                  </a:moveTo>
                  <a:cubicBezTo>
                    <a:pt x="50" y="0"/>
                    <a:pt x="20" y="20"/>
                    <a:pt x="10" y="40"/>
                  </a:cubicBezTo>
                  <a:cubicBezTo>
                    <a:pt x="0" y="70"/>
                    <a:pt x="40" y="110"/>
                    <a:pt x="90" y="120"/>
                  </a:cubicBezTo>
                  <a:cubicBezTo>
                    <a:pt x="96" y="123"/>
                    <a:pt x="102" y="125"/>
                    <a:pt x="108" y="125"/>
                  </a:cubicBezTo>
                  <a:cubicBezTo>
                    <a:pt x="122" y="125"/>
                    <a:pt x="136" y="118"/>
                    <a:pt x="151" y="110"/>
                  </a:cubicBezTo>
                  <a:cubicBezTo>
                    <a:pt x="171" y="110"/>
                    <a:pt x="181" y="100"/>
                    <a:pt x="201" y="90"/>
                  </a:cubicBezTo>
                  <a:cubicBezTo>
                    <a:pt x="241" y="70"/>
                    <a:pt x="261" y="80"/>
                    <a:pt x="261" y="70"/>
                  </a:cubicBezTo>
                  <a:cubicBezTo>
                    <a:pt x="251" y="70"/>
                    <a:pt x="231" y="60"/>
                    <a:pt x="201" y="60"/>
                  </a:cubicBezTo>
                  <a:lnTo>
                    <a:pt x="221" y="60"/>
                  </a:lnTo>
                  <a:cubicBezTo>
                    <a:pt x="245" y="60"/>
                    <a:pt x="250" y="47"/>
                    <a:pt x="240" y="47"/>
                  </a:cubicBezTo>
                  <a:cubicBezTo>
                    <a:pt x="238" y="47"/>
                    <a:pt x="235" y="48"/>
                    <a:pt x="231" y="50"/>
                  </a:cubicBezTo>
                  <a:cubicBezTo>
                    <a:pt x="221" y="50"/>
                    <a:pt x="191" y="50"/>
                    <a:pt x="211" y="40"/>
                  </a:cubicBezTo>
                  <a:cubicBezTo>
                    <a:pt x="221" y="40"/>
                    <a:pt x="261" y="40"/>
                    <a:pt x="241" y="30"/>
                  </a:cubicBezTo>
                  <a:cubicBezTo>
                    <a:pt x="221" y="20"/>
                    <a:pt x="201" y="20"/>
                    <a:pt x="171" y="10"/>
                  </a:cubicBezTo>
                  <a:cubicBezTo>
                    <a:pt x="151" y="0"/>
                    <a:pt x="121" y="0"/>
                    <a:pt x="1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6" name="Google Shape;2466;p19"/>
            <p:cNvSpPr/>
            <p:nvPr/>
          </p:nvSpPr>
          <p:spPr>
            <a:xfrm>
              <a:off x="3874522" y="4129633"/>
              <a:ext cx="27595" cy="10744"/>
            </a:xfrm>
            <a:custGeom>
              <a:avLst/>
              <a:gdLst/>
              <a:ahLst/>
              <a:cxnLst/>
              <a:rect l="l" t="t" r="r" b="b"/>
              <a:pathLst>
                <a:path w="131" h="51" extrusionOk="0">
                  <a:moveTo>
                    <a:pt x="0" y="50"/>
                  </a:moveTo>
                  <a:cubicBezTo>
                    <a:pt x="0" y="50"/>
                    <a:pt x="10" y="50"/>
                    <a:pt x="20" y="40"/>
                  </a:cubicBezTo>
                  <a:cubicBezTo>
                    <a:pt x="10" y="50"/>
                    <a:pt x="0" y="50"/>
                    <a:pt x="0" y="50"/>
                  </a:cubicBezTo>
                  <a:close/>
                  <a:moveTo>
                    <a:pt x="50" y="40"/>
                  </a:moveTo>
                  <a:cubicBezTo>
                    <a:pt x="50" y="40"/>
                    <a:pt x="40" y="30"/>
                    <a:pt x="30" y="30"/>
                  </a:cubicBezTo>
                  <a:cubicBezTo>
                    <a:pt x="0" y="30"/>
                    <a:pt x="30" y="30"/>
                    <a:pt x="60" y="20"/>
                  </a:cubicBezTo>
                  <a:cubicBezTo>
                    <a:pt x="80" y="10"/>
                    <a:pt x="110" y="0"/>
                    <a:pt x="131" y="0"/>
                  </a:cubicBezTo>
                  <a:lnTo>
                    <a:pt x="131" y="0"/>
                  </a:lnTo>
                  <a:cubicBezTo>
                    <a:pt x="110" y="0"/>
                    <a:pt x="80" y="10"/>
                    <a:pt x="60" y="20"/>
                  </a:cubicBezTo>
                  <a:cubicBezTo>
                    <a:pt x="30" y="30"/>
                    <a:pt x="0" y="30"/>
                    <a:pt x="30" y="30"/>
                  </a:cubicBezTo>
                  <a:cubicBezTo>
                    <a:pt x="40" y="30"/>
                    <a:pt x="50" y="40"/>
                    <a:pt x="50" y="40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7" name="Google Shape;2467;p19"/>
            <p:cNvSpPr/>
            <p:nvPr/>
          </p:nvSpPr>
          <p:spPr>
            <a:xfrm>
              <a:off x="3874522" y="4129633"/>
              <a:ext cx="46554" cy="14957"/>
            </a:xfrm>
            <a:custGeom>
              <a:avLst/>
              <a:gdLst/>
              <a:ahLst/>
              <a:cxnLst/>
              <a:rect l="l" t="t" r="r" b="b"/>
              <a:pathLst>
                <a:path w="221" h="71" extrusionOk="0">
                  <a:moveTo>
                    <a:pt x="131" y="0"/>
                  </a:moveTo>
                  <a:cubicBezTo>
                    <a:pt x="110" y="0"/>
                    <a:pt x="80" y="10"/>
                    <a:pt x="60" y="20"/>
                  </a:cubicBezTo>
                  <a:cubicBezTo>
                    <a:pt x="30" y="30"/>
                    <a:pt x="0" y="30"/>
                    <a:pt x="30" y="30"/>
                  </a:cubicBezTo>
                  <a:cubicBezTo>
                    <a:pt x="40" y="30"/>
                    <a:pt x="50" y="40"/>
                    <a:pt x="50" y="40"/>
                  </a:cubicBezTo>
                  <a:lnTo>
                    <a:pt x="20" y="40"/>
                  </a:lnTo>
                  <a:cubicBezTo>
                    <a:pt x="10" y="50"/>
                    <a:pt x="0" y="50"/>
                    <a:pt x="0" y="50"/>
                  </a:cubicBezTo>
                  <a:cubicBezTo>
                    <a:pt x="0" y="50"/>
                    <a:pt x="10" y="60"/>
                    <a:pt x="30" y="60"/>
                  </a:cubicBezTo>
                  <a:cubicBezTo>
                    <a:pt x="50" y="50"/>
                    <a:pt x="70" y="50"/>
                    <a:pt x="100" y="40"/>
                  </a:cubicBezTo>
                  <a:lnTo>
                    <a:pt x="131" y="40"/>
                  </a:lnTo>
                  <a:cubicBezTo>
                    <a:pt x="171" y="40"/>
                    <a:pt x="211" y="60"/>
                    <a:pt x="201" y="70"/>
                  </a:cubicBezTo>
                  <a:lnTo>
                    <a:pt x="221" y="50"/>
                  </a:lnTo>
                  <a:cubicBezTo>
                    <a:pt x="221" y="30"/>
                    <a:pt x="171" y="10"/>
                    <a:pt x="141" y="0"/>
                  </a:cubicBezTo>
                  <a:close/>
                </a:path>
              </a:pathLst>
            </a:custGeom>
            <a:solidFill>
              <a:srgbClr val="7855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8" name="Google Shape;2468;p19"/>
            <p:cNvSpPr/>
            <p:nvPr/>
          </p:nvSpPr>
          <p:spPr>
            <a:xfrm>
              <a:off x="3739283" y="4129633"/>
              <a:ext cx="48660" cy="14957"/>
            </a:xfrm>
            <a:custGeom>
              <a:avLst/>
              <a:gdLst/>
              <a:ahLst/>
              <a:cxnLst/>
              <a:rect l="l" t="t" r="r" b="b"/>
              <a:pathLst>
                <a:path w="231" h="71" extrusionOk="0">
                  <a:moveTo>
                    <a:pt x="90" y="0"/>
                  </a:moveTo>
                  <a:cubicBezTo>
                    <a:pt x="40" y="0"/>
                    <a:pt x="10" y="20"/>
                    <a:pt x="0" y="40"/>
                  </a:cubicBezTo>
                  <a:lnTo>
                    <a:pt x="0" y="70"/>
                  </a:lnTo>
                  <a:cubicBezTo>
                    <a:pt x="20" y="50"/>
                    <a:pt x="50" y="30"/>
                    <a:pt x="90" y="30"/>
                  </a:cubicBezTo>
                  <a:cubicBezTo>
                    <a:pt x="111" y="30"/>
                    <a:pt x="141" y="40"/>
                    <a:pt x="171" y="50"/>
                  </a:cubicBezTo>
                  <a:lnTo>
                    <a:pt x="201" y="50"/>
                  </a:lnTo>
                  <a:cubicBezTo>
                    <a:pt x="191" y="50"/>
                    <a:pt x="181" y="50"/>
                    <a:pt x="201" y="40"/>
                  </a:cubicBezTo>
                  <a:cubicBezTo>
                    <a:pt x="211" y="40"/>
                    <a:pt x="231" y="40"/>
                    <a:pt x="231" y="30"/>
                  </a:cubicBezTo>
                  <a:cubicBezTo>
                    <a:pt x="211" y="20"/>
                    <a:pt x="191" y="20"/>
                    <a:pt x="161" y="10"/>
                  </a:cubicBezTo>
                  <a:cubicBezTo>
                    <a:pt x="161" y="10"/>
                    <a:pt x="151" y="10"/>
                    <a:pt x="151" y="0"/>
                  </a:cubicBezTo>
                  <a:close/>
                </a:path>
              </a:pathLst>
            </a:custGeom>
            <a:solidFill>
              <a:srgbClr val="7855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9" name="Google Shape;2469;p19"/>
            <p:cNvSpPr/>
            <p:nvPr/>
          </p:nvSpPr>
          <p:spPr>
            <a:xfrm>
              <a:off x="3853246" y="4110463"/>
              <a:ext cx="69936" cy="32021"/>
            </a:xfrm>
            <a:custGeom>
              <a:avLst/>
              <a:gdLst/>
              <a:ahLst/>
              <a:cxnLst/>
              <a:rect l="l" t="t" r="r" b="b"/>
              <a:pathLst>
                <a:path w="332" h="152" extrusionOk="0">
                  <a:moveTo>
                    <a:pt x="11" y="1"/>
                  </a:moveTo>
                  <a:lnTo>
                    <a:pt x="11" y="1"/>
                  </a:lnTo>
                  <a:cubicBezTo>
                    <a:pt x="21" y="21"/>
                    <a:pt x="11" y="31"/>
                    <a:pt x="1" y="51"/>
                  </a:cubicBezTo>
                  <a:cubicBezTo>
                    <a:pt x="33" y="107"/>
                    <a:pt x="52" y="124"/>
                    <a:pt x="88" y="124"/>
                  </a:cubicBezTo>
                  <a:cubicBezTo>
                    <a:pt x="98" y="124"/>
                    <a:pt x="109" y="123"/>
                    <a:pt x="121" y="121"/>
                  </a:cubicBezTo>
                  <a:cubicBezTo>
                    <a:pt x="121" y="121"/>
                    <a:pt x="141" y="111"/>
                    <a:pt x="161" y="111"/>
                  </a:cubicBezTo>
                  <a:cubicBezTo>
                    <a:pt x="181" y="101"/>
                    <a:pt x="221" y="91"/>
                    <a:pt x="242" y="91"/>
                  </a:cubicBezTo>
                  <a:cubicBezTo>
                    <a:pt x="272" y="101"/>
                    <a:pt x="302" y="111"/>
                    <a:pt x="312" y="131"/>
                  </a:cubicBezTo>
                  <a:lnTo>
                    <a:pt x="322" y="151"/>
                  </a:lnTo>
                  <a:cubicBezTo>
                    <a:pt x="332" y="131"/>
                    <a:pt x="322" y="121"/>
                    <a:pt x="312" y="111"/>
                  </a:cubicBezTo>
                  <a:cubicBezTo>
                    <a:pt x="282" y="86"/>
                    <a:pt x="252" y="79"/>
                    <a:pt x="223" y="79"/>
                  </a:cubicBezTo>
                  <a:cubicBezTo>
                    <a:pt x="194" y="79"/>
                    <a:pt x="166" y="86"/>
                    <a:pt x="141" y="91"/>
                  </a:cubicBezTo>
                  <a:cubicBezTo>
                    <a:pt x="118" y="100"/>
                    <a:pt x="103" y="108"/>
                    <a:pt x="91" y="108"/>
                  </a:cubicBezTo>
                  <a:cubicBezTo>
                    <a:pt x="77" y="108"/>
                    <a:pt x="67" y="98"/>
                    <a:pt x="51" y="71"/>
                  </a:cubicBezTo>
                  <a:cubicBezTo>
                    <a:pt x="41" y="51"/>
                    <a:pt x="31" y="31"/>
                    <a:pt x="31" y="21"/>
                  </a:cubicBezTo>
                  <a:lnTo>
                    <a:pt x="1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0" name="Google Shape;2470;p19"/>
            <p:cNvSpPr/>
            <p:nvPr/>
          </p:nvSpPr>
          <p:spPr>
            <a:xfrm>
              <a:off x="3756978" y="4351462"/>
              <a:ext cx="18327" cy="98379"/>
            </a:xfrm>
            <a:custGeom>
              <a:avLst/>
              <a:gdLst/>
              <a:ahLst/>
              <a:cxnLst/>
              <a:rect l="l" t="t" r="r" b="b"/>
              <a:pathLst>
                <a:path w="87" h="467" extrusionOk="0">
                  <a:moveTo>
                    <a:pt x="77" y="0"/>
                  </a:moveTo>
                  <a:cubicBezTo>
                    <a:pt x="27" y="0"/>
                    <a:pt x="27" y="151"/>
                    <a:pt x="16" y="241"/>
                  </a:cubicBezTo>
                  <a:cubicBezTo>
                    <a:pt x="6" y="331"/>
                    <a:pt x="6" y="321"/>
                    <a:pt x="6" y="381"/>
                  </a:cubicBezTo>
                  <a:cubicBezTo>
                    <a:pt x="0" y="420"/>
                    <a:pt x="14" y="466"/>
                    <a:pt x="35" y="466"/>
                  </a:cubicBezTo>
                  <a:cubicBezTo>
                    <a:pt x="48" y="466"/>
                    <a:pt x="62" y="451"/>
                    <a:pt x="77" y="412"/>
                  </a:cubicBezTo>
                  <a:cubicBezTo>
                    <a:pt x="87" y="341"/>
                    <a:pt x="57" y="311"/>
                    <a:pt x="57" y="201"/>
                  </a:cubicBezTo>
                  <a:cubicBezTo>
                    <a:pt x="67" y="91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1" name="Google Shape;2471;p19"/>
            <p:cNvSpPr/>
            <p:nvPr/>
          </p:nvSpPr>
          <p:spPr>
            <a:xfrm>
              <a:off x="3747710" y="4490078"/>
              <a:ext cx="21276" cy="56036"/>
            </a:xfrm>
            <a:custGeom>
              <a:avLst/>
              <a:gdLst/>
              <a:ahLst/>
              <a:cxnLst/>
              <a:rect l="l" t="t" r="r" b="b"/>
              <a:pathLst>
                <a:path w="101" h="266" extrusionOk="0">
                  <a:moveTo>
                    <a:pt x="70" y="0"/>
                  </a:moveTo>
                  <a:cubicBezTo>
                    <a:pt x="64" y="0"/>
                    <a:pt x="56" y="13"/>
                    <a:pt x="40" y="44"/>
                  </a:cubicBezTo>
                  <a:cubicBezTo>
                    <a:pt x="20" y="95"/>
                    <a:pt x="30" y="225"/>
                    <a:pt x="0" y="265"/>
                  </a:cubicBezTo>
                  <a:lnTo>
                    <a:pt x="71" y="265"/>
                  </a:lnTo>
                  <a:cubicBezTo>
                    <a:pt x="101" y="265"/>
                    <a:pt x="91" y="255"/>
                    <a:pt x="91" y="205"/>
                  </a:cubicBezTo>
                  <a:cubicBezTo>
                    <a:pt x="81" y="155"/>
                    <a:pt x="101" y="95"/>
                    <a:pt x="91" y="24"/>
                  </a:cubicBezTo>
                  <a:cubicBezTo>
                    <a:pt x="81" y="10"/>
                    <a:pt x="76" y="0"/>
                    <a:pt x="7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2" name="Google Shape;2472;p19"/>
            <p:cNvSpPr/>
            <p:nvPr/>
          </p:nvSpPr>
          <p:spPr>
            <a:xfrm>
              <a:off x="3616684" y="4081391"/>
              <a:ext cx="59403" cy="25069"/>
            </a:xfrm>
            <a:custGeom>
              <a:avLst/>
              <a:gdLst/>
              <a:ahLst/>
              <a:cxnLst/>
              <a:rect l="l" t="t" r="r" b="b"/>
              <a:pathLst>
                <a:path w="282" h="119" extrusionOk="0">
                  <a:moveTo>
                    <a:pt x="221" y="1"/>
                  </a:moveTo>
                  <a:cubicBezTo>
                    <a:pt x="204" y="1"/>
                    <a:pt x="186" y="3"/>
                    <a:pt x="171" y="8"/>
                  </a:cubicBezTo>
                  <a:cubicBezTo>
                    <a:pt x="101" y="39"/>
                    <a:pt x="41" y="59"/>
                    <a:pt x="0" y="109"/>
                  </a:cubicBezTo>
                  <a:lnTo>
                    <a:pt x="20" y="119"/>
                  </a:lnTo>
                  <a:cubicBezTo>
                    <a:pt x="51" y="119"/>
                    <a:pt x="91" y="99"/>
                    <a:pt x="111" y="79"/>
                  </a:cubicBezTo>
                  <a:cubicBezTo>
                    <a:pt x="129" y="61"/>
                    <a:pt x="150" y="57"/>
                    <a:pt x="176" y="57"/>
                  </a:cubicBezTo>
                  <a:cubicBezTo>
                    <a:pt x="193" y="57"/>
                    <a:pt x="211" y="59"/>
                    <a:pt x="231" y="59"/>
                  </a:cubicBezTo>
                  <a:cubicBezTo>
                    <a:pt x="261" y="59"/>
                    <a:pt x="281" y="29"/>
                    <a:pt x="271" y="8"/>
                  </a:cubicBezTo>
                  <a:cubicBezTo>
                    <a:pt x="256" y="3"/>
                    <a:pt x="239" y="1"/>
                    <a:pt x="221" y="1"/>
                  </a:cubicBezTo>
                  <a:close/>
                </a:path>
              </a:pathLst>
            </a:custGeom>
            <a:solidFill>
              <a:srgbClr val="401E15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3" name="Google Shape;2473;p19"/>
            <p:cNvSpPr/>
            <p:nvPr/>
          </p:nvSpPr>
          <p:spPr>
            <a:xfrm>
              <a:off x="3633536" y="4356728"/>
              <a:ext cx="23382" cy="126397"/>
            </a:xfrm>
            <a:custGeom>
              <a:avLst/>
              <a:gdLst/>
              <a:ahLst/>
              <a:cxnLst/>
              <a:rect l="l" t="t" r="r" b="b"/>
              <a:pathLst>
                <a:path w="111" h="600" extrusionOk="0">
                  <a:moveTo>
                    <a:pt x="73" y="1"/>
                  </a:moveTo>
                  <a:cubicBezTo>
                    <a:pt x="62" y="1"/>
                    <a:pt x="51" y="27"/>
                    <a:pt x="51" y="76"/>
                  </a:cubicBezTo>
                  <a:cubicBezTo>
                    <a:pt x="41" y="156"/>
                    <a:pt x="51" y="276"/>
                    <a:pt x="51" y="326"/>
                  </a:cubicBezTo>
                  <a:cubicBezTo>
                    <a:pt x="41" y="377"/>
                    <a:pt x="1" y="507"/>
                    <a:pt x="21" y="597"/>
                  </a:cubicBezTo>
                  <a:lnTo>
                    <a:pt x="51" y="597"/>
                  </a:lnTo>
                  <a:cubicBezTo>
                    <a:pt x="61" y="599"/>
                    <a:pt x="68" y="600"/>
                    <a:pt x="75" y="600"/>
                  </a:cubicBezTo>
                  <a:cubicBezTo>
                    <a:pt x="108" y="600"/>
                    <a:pt x="99" y="577"/>
                    <a:pt x="91" y="527"/>
                  </a:cubicBezTo>
                  <a:cubicBezTo>
                    <a:pt x="91" y="477"/>
                    <a:pt x="111" y="427"/>
                    <a:pt x="101" y="377"/>
                  </a:cubicBezTo>
                  <a:cubicBezTo>
                    <a:pt x="91" y="326"/>
                    <a:pt x="81" y="166"/>
                    <a:pt x="91" y="86"/>
                  </a:cubicBezTo>
                  <a:cubicBezTo>
                    <a:pt x="91" y="66"/>
                    <a:pt x="91" y="56"/>
                    <a:pt x="91" y="35"/>
                  </a:cubicBezTo>
                  <a:cubicBezTo>
                    <a:pt x="87" y="12"/>
                    <a:pt x="80" y="1"/>
                    <a:pt x="7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4" name="Google Shape;2474;p19"/>
            <p:cNvSpPr/>
            <p:nvPr/>
          </p:nvSpPr>
          <p:spPr>
            <a:xfrm>
              <a:off x="3741390" y="4435938"/>
              <a:ext cx="19169" cy="69308"/>
            </a:xfrm>
            <a:custGeom>
              <a:avLst/>
              <a:gdLst/>
              <a:ahLst/>
              <a:cxnLst/>
              <a:rect l="l" t="t" r="r" b="b"/>
              <a:pathLst>
                <a:path w="91" h="329" extrusionOk="0">
                  <a:moveTo>
                    <a:pt x="10" y="1"/>
                  </a:moveTo>
                  <a:cubicBezTo>
                    <a:pt x="10" y="41"/>
                    <a:pt x="20" y="81"/>
                    <a:pt x="20" y="141"/>
                  </a:cubicBezTo>
                  <a:cubicBezTo>
                    <a:pt x="20" y="191"/>
                    <a:pt x="10" y="261"/>
                    <a:pt x="0" y="322"/>
                  </a:cubicBezTo>
                  <a:cubicBezTo>
                    <a:pt x="7" y="327"/>
                    <a:pt x="13" y="329"/>
                    <a:pt x="18" y="329"/>
                  </a:cubicBezTo>
                  <a:cubicBezTo>
                    <a:pt x="40" y="329"/>
                    <a:pt x="40" y="278"/>
                    <a:pt x="40" y="261"/>
                  </a:cubicBezTo>
                  <a:cubicBezTo>
                    <a:pt x="60" y="231"/>
                    <a:pt x="80" y="211"/>
                    <a:pt x="90" y="171"/>
                  </a:cubicBezTo>
                  <a:cubicBezTo>
                    <a:pt x="90" y="151"/>
                    <a:pt x="80" y="111"/>
                    <a:pt x="70" y="91"/>
                  </a:cubicBezTo>
                  <a:cubicBezTo>
                    <a:pt x="60" y="51"/>
                    <a:pt x="30" y="31"/>
                    <a:pt x="1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5" name="Google Shape;2475;p19"/>
            <p:cNvSpPr/>
            <p:nvPr/>
          </p:nvSpPr>
          <p:spPr>
            <a:xfrm>
              <a:off x="3806903" y="4400125"/>
              <a:ext cx="23382" cy="80473"/>
            </a:xfrm>
            <a:custGeom>
              <a:avLst/>
              <a:gdLst/>
              <a:ahLst/>
              <a:cxnLst/>
              <a:rect l="l" t="t" r="r" b="b"/>
              <a:pathLst>
                <a:path w="111" h="382" extrusionOk="0">
                  <a:moveTo>
                    <a:pt x="110" y="0"/>
                  </a:moveTo>
                  <a:cubicBezTo>
                    <a:pt x="50" y="50"/>
                    <a:pt x="50" y="80"/>
                    <a:pt x="40" y="161"/>
                  </a:cubicBezTo>
                  <a:cubicBezTo>
                    <a:pt x="30" y="231"/>
                    <a:pt x="0" y="311"/>
                    <a:pt x="50" y="361"/>
                  </a:cubicBezTo>
                  <a:cubicBezTo>
                    <a:pt x="60" y="381"/>
                    <a:pt x="80" y="381"/>
                    <a:pt x="100" y="381"/>
                  </a:cubicBezTo>
                  <a:cubicBezTo>
                    <a:pt x="100" y="361"/>
                    <a:pt x="90" y="341"/>
                    <a:pt x="90" y="321"/>
                  </a:cubicBezTo>
                  <a:cubicBezTo>
                    <a:pt x="70" y="231"/>
                    <a:pt x="100" y="211"/>
                    <a:pt x="110" y="150"/>
                  </a:cubicBezTo>
                  <a:cubicBezTo>
                    <a:pt x="110" y="120"/>
                    <a:pt x="110" y="60"/>
                    <a:pt x="11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6" name="Google Shape;2476;p19"/>
            <p:cNvSpPr/>
            <p:nvPr/>
          </p:nvSpPr>
          <p:spPr>
            <a:xfrm>
              <a:off x="3815329" y="4400125"/>
              <a:ext cx="14956" cy="66148"/>
            </a:xfrm>
            <a:custGeom>
              <a:avLst/>
              <a:gdLst/>
              <a:ahLst/>
              <a:cxnLst/>
              <a:rect l="l" t="t" r="r" b="b"/>
              <a:pathLst>
                <a:path w="71" h="314" extrusionOk="0">
                  <a:moveTo>
                    <a:pt x="70" y="0"/>
                  </a:moveTo>
                  <a:cubicBezTo>
                    <a:pt x="60" y="10"/>
                    <a:pt x="50" y="20"/>
                    <a:pt x="40" y="30"/>
                  </a:cubicBezTo>
                  <a:cubicBezTo>
                    <a:pt x="40" y="70"/>
                    <a:pt x="30" y="110"/>
                    <a:pt x="30" y="130"/>
                  </a:cubicBezTo>
                  <a:cubicBezTo>
                    <a:pt x="20" y="191"/>
                    <a:pt x="0" y="301"/>
                    <a:pt x="30" y="311"/>
                  </a:cubicBezTo>
                  <a:cubicBezTo>
                    <a:pt x="30" y="313"/>
                    <a:pt x="31" y="314"/>
                    <a:pt x="31" y="314"/>
                  </a:cubicBezTo>
                  <a:cubicBezTo>
                    <a:pt x="34" y="314"/>
                    <a:pt x="42" y="297"/>
                    <a:pt x="50" y="281"/>
                  </a:cubicBezTo>
                  <a:cubicBezTo>
                    <a:pt x="40" y="241"/>
                    <a:pt x="50" y="211"/>
                    <a:pt x="60" y="171"/>
                  </a:cubicBezTo>
                  <a:lnTo>
                    <a:pt x="70" y="150"/>
                  </a:lnTo>
                  <a:lnTo>
                    <a:pt x="70" y="140"/>
                  </a:lnTo>
                  <a:lnTo>
                    <a:pt x="70" y="130"/>
                  </a:lnTo>
                  <a:lnTo>
                    <a:pt x="70" y="120"/>
                  </a:lnTo>
                  <a:lnTo>
                    <a:pt x="70" y="110"/>
                  </a:lnTo>
                  <a:lnTo>
                    <a:pt x="70" y="100"/>
                  </a:lnTo>
                  <a:cubicBezTo>
                    <a:pt x="70" y="70"/>
                    <a:pt x="70" y="40"/>
                    <a:pt x="7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7" name="Google Shape;2477;p19"/>
            <p:cNvSpPr/>
            <p:nvPr/>
          </p:nvSpPr>
          <p:spPr>
            <a:xfrm>
              <a:off x="3732964" y="4332502"/>
              <a:ext cx="33915" cy="135245"/>
            </a:xfrm>
            <a:custGeom>
              <a:avLst/>
              <a:gdLst/>
              <a:ahLst/>
              <a:cxnLst/>
              <a:rect l="l" t="t" r="r" b="b"/>
              <a:pathLst>
                <a:path w="161" h="642" extrusionOk="0">
                  <a:moveTo>
                    <a:pt x="119" y="0"/>
                  </a:moveTo>
                  <a:cubicBezTo>
                    <a:pt x="105" y="0"/>
                    <a:pt x="90" y="5"/>
                    <a:pt x="80" y="10"/>
                  </a:cubicBezTo>
                  <a:cubicBezTo>
                    <a:pt x="50" y="20"/>
                    <a:pt x="20" y="30"/>
                    <a:pt x="0" y="50"/>
                  </a:cubicBezTo>
                  <a:cubicBezTo>
                    <a:pt x="0" y="70"/>
                    <a:pt x="10" y="80"/>
                    <a:pt x="10" y="100"/>
                  </a:cubicBezTo>
                  <a:cubicBezTo>
                    <a:pt x="20" y="150"/>
                    <a:pt x="70" y="361"/>
                    <a:pt x="60" y="441"/>
                  </a:cubicBezTo>
                  <a:cubicBezTo>
                    <a:pt x="40" y="512"/>
                    <a:pt x="60" y="552"/>
                    <a:pt x="60" y="632"/>
                  </a:cubicBezTo>
                  <a:lnTo>
                    <a:pt x="70" y="642"/>
                  </a:lnTo>
                  <a:cubicBezTo>
                    <a:pt x="90" y="642"/>
                    <a:pt x="110" y="642"/>
                    <a:pt x="120" y="632"/>
                  </a:cubicBezTo>
                  <a:cubicBezTo>
                    <a:pt x="141" y="622"/>
                    <a:pt x="130" y="592"/>
                    <a:pt x="120" y="572"/>
                  </a:cubicBezTo>
                  <a:cubicBezTo>
                    <a:pt x="120" y="552"/>
                    <a:pt x="100" y="532"/>
                    <a:pt x="100" y="512"/>
                  </a:cubicBezTo>
                  <a:cubicBezTo>
                    <a:pt x="90" y="492"/>
                    <a:pt x="100" y="471"/>
                    <a:pt x="100" y="451"/>
                  </a:cubicBezTo>
                  <a:cubicBezTo>
                    <a:pt x="100" y="381"/>
                    <a:pt x="90" y="311"/>
                    <a:pt x="90" y="241"/>
                  </a:cubicBezTo>
                  <a:cubicBezTo>
                    <a:pt x="90" y="181"/>
                    <a:pt x="100" y="130"/>
                    <a:pt x="130" y="80"/>
                  </a:cubicBezTo>
                  <a:cubicBezTo>
                    <a:pt x="141" y="60"/>
                    <a:pt x="161" y="40"/>
                    <a:pt x="151" y="20"/>
                  </a:cubicBezTo>
                  <a:cubicBezTo>
                    <a:pt x="146" y="5"/>
                    <a:pt x="133" y="0"/>
                    <a:pt x="119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8" name="Google Shape;2478;p19"/>
            <p:cNvSpPr/>
            <p:nvPr/>
          </p:nvSpPr>
          <p:spPr>
            <a:xfrm>
              <a:off x="3627217" y="4165446"/>
              <a:ext cx="99427" cy="177799"/>
            </a:xfrm>
            <a:custGeom>
              <a:avLst/>
              <a:gdLst/>
              <a:ahLst/>
              <a:cxnLst/>
              <a:rect l="l" t="t" r="r" b="b"/>
              <a:pathLst>
                <a:path w="472" h="844" extrusionOk="0">
                  <a:moveTo>
                    <a:pt x="269" y="709"/>
                  </a:moveTo>
                  <a:cubicBezTo>
                    <a:pt x="277" y="713"/>
                    <a:pt x="287" y="713"/>
                    <a:pt x="301" y="713"/>
                  </a:cubicBezTo>
                  <a:cubicBezTo>
                    <a:pt x="290" y="713"/>
                    <a:pt x="279" y="711"/>
                    <a:pt x="269" y="709"/>
                  </a:cubicBezTo>
                  <a:close/>
                  <a:moveTo>
                    <a:pt x="352" y="733"/>
                  </a:moveTo>
                  <a:cubicBezTo>
                    <a:pt x="387" y="739"/>
                    <a:pt x="419" y="741"/>
                    <a:pt x="441" y="744"/>
                  </a:cubicBezTo>
                  <a:lnTo>
                    <a:pt x="441" y="744"/>
                  </a:lnTo>
                  <a:cubicBezTo>
                    <a:pt x="409" y="738"/>
                    <a:pt x="366" y="733"/>
                    <a:pt x="352" y="733"/>
                  </a:cubicBezTo>
                  <a:close/>
                  <a:moveTo>
                    <a:pt x="441" y="744"/>
                  </a:moveTo>
                  <a:cubicBezTo>
                    <a:pt x="455" y="747"/>
                    <a:pt x="466" y="750"/>
                    <a:pt x="472" y="753"/>
                  </a:cubicBezTo>
                  <a:cubicBezTo>
                    <a:pt x="468" y="749"/>
                    <a:pt x="457" y="746"/>
                    <a:pt x="441" y="744"/>
                  </a:cubicBezTo>
                  <a:close/>
                  <a:moveTo>
                    <a:pt x="1" y="1"/>
                  </a:moveTo>
                  <a:cubicBezTo>
                    <a:pt x="1" y="1"/>
                    <a:pt x="1" y="31"/>
                    <a:pt x="1" y="91"/>
                  </a:cubicBezTo>
                  <a:cubicBezTo>
                    <a:pt x="1" y="211"/>
                    <a:pt x="91" y="492"/>
                    <a:pt x="91" y="673"/>
                  </a:cubicBezTo>
                  <a:cubicBezTo>
                    <a:pt x="81" y="783"/>
                    <a:pt x="111" y="843"/>
                    <a:pt x="121" y="843"/>
                  </a:cubicBezTo>
                  <a:cubicBezTo>
                    <a:pt x="121" y="773"/>
                    <a:pt x="131" y="633"/>
                    <a:pt x="131" y="633"/>
                  </a:cubicBezTo>
                  <a:cubicBezTo>
                    <a:pt x="151" y="643"/>
                    <a:pt x="171" y="663"/>
                    <a:pt x="191" y="673"/>
                  </a:cubicBezTo>
                  <a:cubicBezTo>
                    <a:pt x="201" y="673"/>
                    <a:pt x="211" y="683"/>
                    <a:pt x="221" y="693"/>
                  </a:cubicBezTo>
                  <a:cubicBezTo>
                    <a:pt x="239" y="699"/>
                    <a:pt x="254" y="705"/>
                    <a:pt x="269" y="709"/>
                  </a:cubicBezTo>
                  <a:lnTo>
                    <a:pt x="269" y="709"/>
                  </a:lnTo>
                  <a:cubicBezTo>
                    <a:pt x="267" y="707"/>
                    <a:pt x="264" y="705"/>
                    <a:pt x="261" y="703"/>
                  </a:cubicBezTo>
                  <a:cubicBezTo>
                    <a:pt x="281" y="703"/>
                    <a:pt x="301" y="683"/>
                    <a:pt x="311" y="663"/>
                  </a:cubicBezTo>
                  <a:cubicBezTo>
                    <a:pt x="251" y="663"/>
                    <a:pt x="191" y="633"/>
                    <a:pt x="141" y="582"/>
                  </a:cubicBezTo>
                  <a:cubicBezTo>
                    <a:pt x="71" y="502"/>
                    <a:pt x="51" y="312"/>
                    <a:pt x="31" y="161"/>
                  </a:cubicBezTo>
                  <a:cubicBezTo>
                    <a:pt x="21" y="51"/>
                    <a:pt x="11" y="1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9" name="Google Shape;2479;p19"/>
            <p:cNvSpPr/>
            <p:nvPr/>
          </p:nvSpPr>
          <p:spPr>
            <a:xfrm>
              <a:off x="3682197" y="4285945"/>
              <a:ext cx="44447" cy="38130"/>
            </a:xfrm>
            <a:custGeom>
              <a:avLst/>
              <a:gdLst/>
              <a:ahLst/>
              <a:cxnLst/>
              <a:rect l="l" t="t" r="r" b="b"/>
              <a:pathLst>
                <a:path w="211" h="181" extrusionOk="0">
                  <a:moveTo>
                    <a:pt x="201" y="0"/>
                  </a:moveTo>
                  <a:cubicBezTo>
                    <a:pt x="191" y="0"/>
                    <a:pt x="171" y="71"/>
                    <a:pt x="111" y="91"/>
                  </a:cubicBezTo>
                  <a:lnTo>
                    <a:pt x="50" y="91"/>
                  </a:lnTo>
                  <a:cubicBezTo>
                    <a:pt x="40" y="111"/>
                    <a:pt x="20" y="131"/>
                    <a:pt x="0" y="131"/>
                  </a:cubicBezTo>
                  <a:cubicBezTo>
                    <a:pt x="10" y="141"/>
                    <a:pt x="20" y="141"/>
                    <a:pt x="40" y="141"/>
                  </a:cubicBezTo>
                  <a:cubicBezTo>
                    <a:pt x="50" y="151"/>
                    <a:pt x="71" y="151"/>
                    <a:pt x="91" y="161"/>
                  </a:cubicBezTo>
                  <a:cubicBezTo>
                    <a:pt x="111" y="161"/>
                    <a:pt x="191" y="171"/>
                    <a:pt x="211" y="181"/>
                  </a:cubicBezTo>
                  <a:cubicBezTo>
                    <a:pt x="191" y="111"/>
                    <a:pt x="211" y="30"/>
                    <a:pt x="21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0" name="Google Shape;2480;p19"/>
            <p:cNvSpPr/>
            <p:nvPr/>
          </p:nvSpPr>
          <p:spPr>
            <a:xfrm>
              <a:off x="3599832" y="4157230"/>
              <a:ext cx="38128" cy="181802"/>
            </a:xfrm>
            <a:custGeom>
              <a:avLst/>
              <a:gdLst/>
              <a:ahLst/>
              <a:cxnLst/>
              <a:rect l="l" t="t" r="r" b="b"/>
              <a:pathLst>
                <a:path w="181" h="863" extrusionOk="0">
                  <a:moveTo>
                    <a:pt x="44" y="0"/>
                  </a:moveTo>
                  <a:cubicBezTo>
                    <a:pt x="32" y="0"/>
                    <a:pt x="17" y="11"/>
                    <a:pt x="0" y="40"/>
                  </a:cubicBezTo>
                  <a:cubicBezTo>
                    <a:pt x="0" y="80"/>
                    <a:pt x="10" y="120"/>
                    <a:pt x="20" y="160"/>
                  </a:cubicBezTo>
                  <a:cubicBezTo>
                    <a:pt x="60" y="310"/>
                    <a:pt x="50" y="331"/>
                    <a:pt x="80" y="461"/>
                  </a:cubicBezTo>
                  <a:cubicBezTo>
                    <a:pt x="100" y="591"/>
                    <a:pt x="151" y="792"/>
                    <a:pt x="141" y="862"/>
                  </a:cubicBezTo>
                  <a:cubicBezTo>
                    <a:pt x="171" y="802"/>
                    <a:pt x="181" y="631"/>
                    <a:pt x="151" y="561"/>
                  </a:cubicBezTo>
                  <a:cubicBezTo>
                    <a:pt x="131" y="501"/>
                    <a:pt x="141" y="351"/>
                    <a:pt x="121" y="280"/>
                  </a:cubicBezTo>
                  <a:cubicBezTo>
                    <a:pt x="110" y="220"/>
                    <a:pt x="110" y="150"/>
                    <a:pt x="100" y="90"/>
                  </a:cubicBezTo>
                  <a:cubicBezTo>
                    <a:pt x="93" y="68"/>
                    <a:pt x="76" y="0"/>
                    <a:pt x="44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1" name="Google Shape;2481;p19"/>
            <p:cNvSpPr/>
            <p:nvPr/>
          </p:nvSpPr>
          <p:spPr>
            <a:xfrm>
              <a:off x="3794053" y="4104143"/>
              <a:ext cx="67829" cy="74153"/>
            </a:xfrm>
            <a:custGeom>
              <a:avLst/>
              <a:gdLst/>
              <a:ahLst/>
              <a:cxnLst/>
              <a:rect l="l" t="t" r="r" b="b"/>
              <a:pathLst>
                <a:path w="322" h="352" extrusionOk="0">
                  <a:moveTo>
                    <a:pt x="131" y="1"/>
                  </a:moveTo>
                  <a:cubicBezTo>
                    <a:pt x="31" y="21"/>
                    <a:pt x="11" y="71"/>
                    <a:pt x="1" y="121"/>
                  </a:cubicBezTo>
                  <a:cubicBezTo>
                    <a:pt x="31" y="201"/>
                    <a:pt x="81" y="282"/>
                    <a:pt x="111" y="352"/>
                  </a:cubicBezTo>
                  <a:cubicBezTo>
                    <a:pt x="111" y="322"/>
                    <a:pt x="121" y="282"/>
                    <a:pt x="161" y="262"/>
                  </a:cubicBezTo>
                  <a:cubicBezTo>
                    <a:pt x="168" y="258"/>
                    <a:pt x="175" y="256"/>
                    <a:pt x="183" y="256"/>
                  </a:cubicBezTo>
                  <a:cubicBezTo>
                    <a:pt x="200" y="256"/>
                    <a:pt x="221" y="267"/>
                    <a:pt x="242" y="302"/>
                  </a:cubicBezTo>
                  <a:cubicBezTo>
                    <a:pt x="248" y="308"/>
                    <a:pt x="253" y="311"/>
                    <a:pt x="257" y="311"/>
                  </a:cubicBezTo>
                  <a:cubicBezTo>
                    <a:pt x="265" y="311"/>
                    <a:pt x="272" y="302"/>
                    <a:pt x="292" y="302"/>
                  </a:cubicBezTo>
                  <a:cubicBezTo>
                    <a:pt x="296" y="303"/>
                    <a:pt x="299" y="304"/>
                    <a:pt x="302" y="304"/>
                  </a:cubicBezTo>
                  <a:cubicBezTo>
                    <a:pt x="319" y="304"/>
                    <a:pt x="311" y="279"/>
                    <a:pt x="302" y="262"/>
                  </a:cubicBezTo>
                  <a:cubicBezTo>
                    <a:pt x="292" y="231"/>
                    <a:pt x="292" y="201"/>
                    <a:pt x="302" y="171"/>
                  </a:cubicBezTo>
                  <a:cubicBezTo>
                    <a:pt x="312" y="151"/>
                    <a:pt x="312" y="131"/>
                    <a:pt x="322" y="111"/>
                  </a:cubicBezTo>
                  <a:lnTo>
                    <a:pt x="322" y="81"/>
                  </a:lnTo>
                  <a:lnTo>
                    <a:pt x="312" y="51"/>
                  </a:lnTo>
                  <a:lnTo>
                    <a:pt x="302" y="51"/>
                  </a:lnTo>
                  <a:cubicBezTo>
                    <a:pt x="292" y="41"/>
                    <a:pt x="272" y="31"/>
                    <a:pt x="252" y="31"/>
                  </a:cubicBezTo>
                  <a:cubicBezTo>
                    <a:pt x="212" y="21"/>
                    <a:pt x="171" y="11"/>
                    <a:pt x="131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2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3" name="Google Shape;2483;p20"/>
          <p:cNvSpPr txBox="1">
            <a:spLocks noGrp="1"/>
          </p:cNvSpPr>
          <p:nvPr>
            <p:ph type="title"/>
          </p:nvPr>
        </p:nvSpPr>
        <p:spPr>
          <a:xfrm>
            <a:off x="1846650" y="1072475"/>
            <a:ext cx="5450700" cy="1737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65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346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">
    <p:spTree>
      <p:nvGrpSpPr>
        <p:cNvPr id="1" name="Shape 3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71" name="Google Shape;3471;p25"/>
          <p:cNvGrpSpPr/>
          <p:nvPr/>
        </p:nvGrpSpPr>
        <p:grpSpPr>
          <a:xfrm>
            <a:off x="4189695" y="4097694"/>
            <a:ext cx="5155547" cy="2106696"/>
            <a:chOff x="4189695" y="287694"/>
            <a:chExt cx="5155547" cy="2106696"/>
          </a:xfrm>
        </p:grpSpPr>
        <p:sp>
          <p:nvSpPr>
            <p:cNvPr id="3472" name="Google Shape;3472;p25"/>
            <p:cNvSpPr/>
            <p:nvPr/>
          </p:nvSpPr>
          <p:spPr>
            <a:xfrm>
              <a:off x="4189695" y="287694"/>
              <a:ext cx="5155547" cy="2098315"/>
            </a:xfrm>
            <a:custGeom>
              <a:avLst/>
              <a:gdLst/>
              <a:ahLst/>
              <a:cxnLst/>
              <a:rect l="l" t="t" r="r" b="b"/>
              <a:pathLst>
                <a:path w="62130" h="25287" extrusionOk="0">
                  <a:moveTo>
                    <a:pt x="59522" y="0"/>
                  </a:moveTo>
                  <a:cubicBezTo>
                    <a:pt x="58960" y="381"/>
                    <a:pt x="58509" y="652"/>
                    <a:pt x="58178" y="903"/>
                  </a:cubicBezTo>
                  <a:cubicBezTo>
                    <a:pt x="57847" y="1164"/>
                    <a:pt x="56734" y="2046"/>
                    <a:pt x="56734" y="2046"/>
                  </a:cubicBezTo>
                  <a:cubicBezTo>
                    <a:pt x="56734" y="2046"/>
                    <a:pt x="56784" y="2508"/>
                    <a:pt x="56453" y="2758"/>
                  </a:cubicBezTo>
                  <a:cubicBezTo>
                    <a:pt x="56122" y="3019"/>
                    <a:pt x="55771" y="3160"/>
                    <a:pt x="55660" y="3280"/>
                  </a:cubicBezTo>
                  <a:cubicBezTo>
                    <a:pt x="55560" y="3400"/>
                    <a:pt x="54597" y="3481"/>
                    <a:pt x="54266" y="3731"/>
                  </a:cubicBezTo>
                  <a:cubicBezTo>
                    <a:pt x="54155" y="3818"/>
                    <a:pt x="53991" y="3843"/>
                    <a:pt x="53807" y="3843"/>
                  </a:cubicBezTo>
                  <a:cubicBezTo>
                    <a:pt x="53691" y="3843"/>
                    <a:pt x="53567" y="3833"/>
                    <a:pt x="53444" y="3822"/>
                  </a:cubicBezTo>
                  <a:cubicBezTo>
                    <a:pt x="53330" y="3813"/>
                    <a:pt x="53217" y="3806"/>
                    <a:pt x="53108" y="3806"/>
                  </a:cubicBezTo>
                  <a:cubicBezTo>
                    <a:pt x="52966" y="3806"/>
                    <a:pt x="52830" y="3818"/>
                    <a:pt x="52711" y="3852"/>
                  </a:cubicBezTo>
                  <a:cubicBezTo>
                    <a:pt x="52250" y="4002"/>
                    <a:pt x="51738" y="3812"/>
                    <a:pt x="51407" y="4072"/>
                  </a:cubicBezTo>
                  <a:cubicBezTo>
                    <a:pt x="51076" y="4323"/>
                    <a:pt x="50033" y="4755"/>
                    <a:pt x="50033" y="4755"/>
                  </a:cubicBezTo>
                  <a:cubicBezTo>
                    <a:pt x="50033" y="4755"/>
                    <a:pt x="50005" y="4752"/>
                    <a:pt x="49956" y="4752"/>
                  </a:cubicBezTo>
                  <a:cubicBezTo>
                    <a:pt x="49757" y="4752"/>
                    <a:pt x="49218" y="4791"/>
                    <a:pt x="48880" y="5186"/>
                  </a:cubicBezTo>
                  <a:cubicBezTo>
                    <a:pt x="48537" y="5576"/>
                    <a:pt x="48473" y="5726"/>
                    <a:pt x="48335" y="5726"/>
                  </a:cubicBezTo>
                  <a:cubicBezTo>
                    <a:pt x="48300" y="5726"/>
                    <a:pt x="48259" y="5716"/>
                    <a:pt x="48208" y="5697"/>
                  </a:cubicBezTo>
                  <a:cubicBezTo>
                    <a:pt x="47957" y="5597"/>
                    <a:pt x="47134" y="4744"/>
                    <a:pt x="46884" y="4654"/>
                  </a:cubicBezTo>
                  <a:cubicBezTo>
                    <a:pt x="46677" y="4571"/>
                    <a:pt x="46224" y="4516"/>
                    <a:pt x="45875" y="4516"/>
                  </a:cubicBezTo>
                  <a:cubicBezTo>
                    <a:pt x="45801" y="4516"/>
                    <a:pt x="45731" y="4519"/>
                    <a:pt x="45670" y="4524"/>
                  </a:cubicBezTo>
                  <a:cubicBezTo>
                    <a:pt x="45381" y="4540"/>
                    <a:pt x="45130" y="4929"/>
                    <a:pt x="44779" y="4929"/>
                  </a:cubicBezTo>
                  <a:cubicBezTo>
                    <a:pt x="44692" y="4929"/>
                    <a:pt x="44598" y="4905"/>
                    <a:pt x="44496" y="4845"/>
                  </a:cubicBezTo>
                  <a:cubicBezTo>
                    <a:pt x="43975" y="4534"/>
                    <a:pt x="43804" y="4093"/>
                    <a:pt x="43082" y="4032"/>
                  </a:cubicBezTo>
                  <a:cubicBezTo>
                    <a:pt x="42350" y="3972"/>
                    <a:pt x="42590" y="3962"/>
                    <a:pt x="41969" y="3782"/>
                  </a:cubicBezTo>
                  <a:cubicBezTo>
                    <a:pt x="41337" y="3601"/>
                    <a:pt x="41186" y="3270"/>
                    <a:pt x="40665" y="2959"/>
                  </a:cubicBezTo>
                  <a:cubicBezTo>
                    <a:pt x="40153" y="2658"/>
                    <a:pt x="39621" y="2237"/>
                    <a:pt x="39351" y="1916"/>
                  </a:cubicBezTo>
                  <a:cubicBezTo>
                    <a:pt x="39070" y="1595"/>
                    <a:pt x="38819" y="1505"/>
                    <a:pt x="38418" y="1194"/>
                  </a:cubicBezTo>
                  <a:cubicBezTo>
                    <a:pt x="38027" y="873"/>
                    <a:pt x="37786" y="893"/>
                    <a:pt x="37405" y="692"/>
                  </a:cubicBezTo>
                  <a:cubicBezTo>
                    <a:pt x="37090" y="539"/>
                    <a:pt x="36710" y="457"/>
                    <a:pt x="36265" y="457"/>
                  </a:cubicBezTo>
                  <a:cubicBezTo>
                    <a:pt x="36157" y="457"/>
                    <a:pt x="36046" y="462"/>
                    <a:pt x="35930" y="471"/>
                  </a:cubicBezTo>
                  <a:cubicBezTo>
                    <a:pt x="35869" y="476"/>
                    <a:pt x="35805" y="478"/>
                    <a:pt x="35741" y="478"/>
                  </a:cubicBezTo>
                  <a:cubicBezTo>
                    <a:pt x="35181" y="478"/>
                    <a:pt x="34560" y="332"/>
                    <a:pt x="34335" y="251"/>
                  </a:cubicBezTo>
                  <a:cubicBezTo>
                    <a:pt x="34313" y="243"/>
                    <a:pt x="34287" y="239"/>
                    <a:pt x="34258" y="239"/>
                  </a:cubicBezTo>
                  <a:cubicBezTo>
                    <a:pt x="34143" y="239"/>
                    <a:pt x="33978" y="295"/>
                    <a:pt x="33794" y="351"/>
                  </a:cubicBezTo>
                  <a:cubicBezTo>
                    <a:pt x="33609" y="405"/>
                    <a:pt x="33411" y="462"/>
                    <a:pt x="33232" y="462"/>
                  </a:cubicBezTo>
                  <a:cubicBezTo>
                    <a:pt x="33109" y="462"/>
                    <a:pt x="32995" y="435"/>
                    <a:pt x="32901" y="361"/>
                  </a:cubicBezTo>
                  <a:cubicBezTo>
                    <a:pt x="32794" y="278"/>
                    <a:pt x="32719" y="242"/>
                    <a:pt x="32659" y="242"/>
                  </a:cubicBezTo>
                  <a:cubicBezTo>
                    <a:pt x="32496" y="242"/>
                    <a:pt x="32457" y="519"/>
                    <a:pt x="32229" y="873"/>
                  </a:cubicBezTo>
                  <a:cubicBezTo>
                    <a:pt x="31928" y="1354"/>
                    <a:pt x="31266" y="1976"/>
                    <a:pt x="30935" y="2237"/>
                  </a:cubicBezTo>
                  <a:cubicBezTo>
                    <a:pt x="30604" y="2488"/>
                    <a:pt x="30624" y="2718"/>
                    <a:pt x="30303" y="3089"/>
                  </a:cubicBezTo>
                  <a:cubicBezTo>
                    <a:pt x="29982" y="3451"/>
                    <a:pt x="29992" y="3571"/>
                    <a:pt x="29661" y="3822"/>
                  </a:cubicBezTo>
                  <a:cubicBezTo>
                    <a:pt x="29608" y="3863"/>
                    <a:pt x="29536" y="3880"/>
                    <a:pt x="29449" y="3880"/>
                  </a:cubicBezTo>
                  <a:cubicBezTo>
                    <a:pt x="29241" y="3880"/>
                    <a:pt x="28955" y="3781"/>
                    <a:pt x="28678" y="3681"/>
                  </a:cubicBezTo>
                  <a:cubicBezTo>
                    <a:pt x="28399" y="3586"/>
                    <a:pt x="28120" y="3490"/>
                    <a:pt x="27937" y="3490"/>
                  </a:cubicBezTo>
                  <a:cubicBezTo>
                    <a:pt x="27889" y="3490"/>
                    <a:pt x="27848" y="3496"/>
                    <a:pt x="27815" y="3511"/>
                  </a:cubicBezTo>
                  <a:cubicBezTo>
                    <a:pt x="27766" y="3531"/>
                    <a:pt x="27719" y="3540"/>
                    <a:pt x="27671" y="3540"/>
                  </a:cubicBezTo>
                  <a:cubicBezTo>
                    <a:pt x="27535" y="3540"/>
                    <a:pt x="27400" y="3467"/>
                    <a:pt x="27244" y="3400"/>
                  </a:cubicBezTo>
                  <a:cubicBezTo>
                    <a:pt x="27082" y="3329"/>
                    <a:pt x="26897" y="3257"/>
                    <a:pt x="26666" y="3257"/>
                  </a:cubicBezTo>
                  <a:cubicBezTo>
                    <a:pt x="26638" y="3257"/>
                    <a:pt x="26610" y="3258"/>
                    <a:pt x="26582" y="3260"/>
                  </a:cubicBezTo>
                  <a:cubicBezTo>
                    <a:pt x="26491" y="3269"/>
                    <a:pt x="26390" y="3272"/>
                    <a:pt x="26284" y="3272"/>
                  </a:cubicBezTo>
                  <a:cubicBezTo>
                    <a:pt x="26027" y="3272"/>
                    <a:pt x="25738" y="3251"/>
                    <a:pt x="25468" y="3230"/>
                  </a:cubicBezTo>
                  <a:cubicBezTo>
                    <a:pt x="25173" y="3204"/>
                    <a:pt x="24900" y="3178"/>
                    <a:pt x="24722" y="3178"/>
                  </a:cubicBezTo>
                  <a:cubicBezTo>
                    <a:pt x="24694" y="3178"/>
                    <a:pt x="24669" y="3178"/>
                    <a:pt x="24646" y="3180"/>
                  </a:cubicBezTo>
                  <a:cubicBezTo>
                    <a:pt x="24285" y="3210"/>
                    <a:pt x="23803" y="3250"/>
                    <a:pt x="23472" y="3501"/>
                  </a:cubicBezTo>
                  <a:cubicBezTo>
                    <a:pt x="23141" y="3762"/>
                    <a:pt x="22188" y="4985"/>
                    <a:pt x="21737" y="5246"/>
                  </a:cubicBezTo>
                  <a:cubicBezTo>
                    <a:pt x="21286" y="5507"/>
                    <a:pt x="21055" y="5647"/>
                    <a:pt x="20614" y="6018"/>
                  </a:cubicBezTo>
                  <a:cubicBezTo>
                    <a:pt x="20172" y="6400"/>
                    <a:pt x="19952" y="6530"/>
                    <a:pt x="19490" y="6801"/>
                  </a:cubicBezTo>
                  <a:cubicBezTo>
                    <a:pt x="19039" y="7062"/>
                    <a:pt x="18698" y="7202"/>
                    <a:pt x="18357" y="7463"/>
                  </a:cubicBezTo>
                  <a:cubicBezTo>
                    <a:pt x="18026" y="7714"/>
                    <a:pt x="16942" y="7683"/>
                    <a:pt x="16601" y="7944"/>
                  </a:cubicBezTo>
                  <a:cubicBezTo>
                    <a:pt x="16336" y="8145"/>
                    <a:pt x="15987" y="8282"/>
                    <a:pt x="15725" y="8282"/>
                  </a:cubicBezTo>
                  <a:cubicBezTo>
                    <a:pt x="15660" y="8282"/>
                    <a:pt x="15600" y="8273"/>
                    <a:pt x="15548" y="8255"/>
                  </a:cubicBezTo>
                  <a:cubicBezTo>
                    <a:pt x="15297" y="8155"/>
                    <a:pt x="14525" y="7643"/>
                    <a:pt x="14385" y="7543"/>
                  </a:cubicBezTo>
                  <a:cubicBezTo>
                    <a:pt x="14254" y="7433"/>
                    <a:pt x="13773" y="7473"/>
                    <a:pt x="13512" y="7262"/>
                  </a:cubicBezTo>
                  <a:cubicBezTo>
                    <a:pt x="13251" y="7052"/>
                    <a:pt x="12880" y="6971"/>
                    <a:pt x="12389" y="6891"/>
                  </a:cubicBezTo>
                  <a:cubicBezTo>
                    <a:pt x="11897" y="6821"/>
                    <a:pt x="11044" y="6771"/>
                    <a:pt x="10673" y="6680"/>
                  </a:cubicBezTo>
                  <a:cubicBezTo>
                    <a:pt x="10659" y="6677"/>
                    <a:pt x="10643" y="6676"/>
                    <a:pt x="10627" y="6676"/>
                  </a:cubicBezTo>
                  <a:cubicBezTo>
                    <a:pt x="10236" y="6676"/>
                    <a:pt x="9435" y="7584"/>
                    <a:pt x="9088" y="7613"/>
                  </a:cubicBezTo>
                  <a:cubicBezTo>
                    <a:pt x="8727" y="7643"/>
                    <a:pt x="8075" y="8265"/>
                    <a:pt x="7845" y="8396"/>
                  </a:cubicBezTo>
                  <a:cubicBezTo>
                    <a:pt x="7624" y="8526"/>
                    <a:pt x="7263" y="8556"/>
                    <a:pt x="7062" y="8917"/>
                  </a:cubicBezTo>
                  <a:cubicBezTo>
                    <a:pt x="6936" y="9144"/>
                    <a:pt x="6869" y="9217"/>
                    <a:pt x="6745" y="9217"/>
                  </a:cubicBezTo>
                  <a:cubicBezTo>
                    <a:pt x="6672" y="9217"/>
                    <a:pt x="6578" y="9191"/>
                    <a:pt x="6440" y="9158"/>
                  </a:cubicBezTo>
                  <a:cubicBezTo>
                    <a:pt x="6180" y="9094"/>
                    <a:pt x="5854" y="8927"/>
                    <a:pt x="5528" y="8927"/>
                  </a:cubicBezTo>
                  <a:cubicBezTo>
                    <a:pt x="5389" y="8927"/>
                    <a:pt x="5251" y="8957"/>
                    <a:pt x="5116" y="9038"/>
                  </a:cubicBezTo>
                  <a:cubicBezTo>
                    <a:pt x="4665" y="9298"/>
                    <a:pt x="3602" y="10331"/>
                    <a:pt x="3271" y="10703"/>
                  </a:cubicBezTo>
                  <a:cubicBezTo>
                    <a:pt x="2950" y="11074"/>
                    <a:pt x="2027" y="11375"/>
                    <a:pt x="1846" y="11956"/>
                  </a:cubicBezTo>
                  <a:cubicBezTo>
                    <a:pt x="1666" y="12548"/>
                    <a:pt x="1576" y="12779"/>
                    <a:pt x="1124" y="13050"/>
                  </a:cubicBezTo>
                  <a:cubicBezTo>
                    <a:pt x="673" y="13311"/>
                    <a:pt x="1" y="13822"/>
                    <a:pt x="1" y="13822"/>
                  </a:cubicBezTo>
                  <a:cubicBezTo>
                    <a:pt x="1" y="13822"/>
                    <a:pt x="14074" y="17764"/>
                    <a:pt x="22780" y="20181"/>
                  </a:cubicBezTo>
                  <a:cubicBezTo>
                    <a:pt x="31497" y="22589"/>
                    <a:pt x="39521" y="25287"/>
                    <a:pt x="39521" y="25287"/>
                  </a:cubicBezTo>
                  <a:lnTo>
                    <a:pt x="62130" y="23522"/>
                  </a:lnTo>
                  <a:lnTo>
                    <a:pt x="595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3" name="Google Shape;3473;p25"/>
            <p:cNvSpPr/>
            <p:nvPr/>
          </p:nvSpPr>
          <p:spPr>
            <a:xfrm>
              <a:off x="7177805" y="799514"/>
              <a:ext cx="183220" cy="89203"/>
            </a:xfrm>
            <a:custGeom>
              <a:avLst/>
              <a:gdLst/>
              <a:ahLst/>
              <a:cxnLst/>
              <a:rect l="l" t="t" r="r" b="b"/>
              <a:pathLst>
                <a:path w="2208" h="1075" extrusionOk="0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lnTo>
                    <a:pt x="2" y="2"/>
                  </a:lnTo>
                  <a:cubicBezTo>
                    <a:pt x="1" y="2"/>
                    <a:pt x="1" y="1"/>
                    <a:pt x="0" y="1"/>
                  </a:cubicBezTo>
                  <a:close/>
                  <a:moveTo>
                    <a:pt x="2" y="2"/>
                  </a:moveTo>
                  <a:cubicBezTo>
                    <a:pt x="152" y="182"/>
                    <a:pt x="332" y="322"/>
                    <a:pt x="542" y="432"/>
                  </a:cubicBezTo>
                  <a:cubicBezTo>
                    <a:pt x="662" y="492"/>
                    <a:pt x="793" y="542"/>
                    <a:pt x="923" y="593"/>
                  </a:cubicBezTo>
                  <a:cubicBezTo>
                    <a:pt x="1034" y="633"/>
                    <a:pt x="1154" y="683"/>
                    <a:pt x="1264" y="723"/>
                  </a:cubicBezTo>
                  <a:cubicBezTo>
                    <a:pt x="1575" y="833"/>
                    <a:pt x="1886" y="954"/>
                    <a:pt x="2207" y="1074"/>
                  </a:cubicBezTo>
                  <a:cubicBezTo>
                    <a:pt x="1876" y="753"/>
                    <a:pt x="1545" y="452"/>
                    <a:pt x="1124" y="282"/>
                  </a:cubicBezTo>
                  <a:cubicBezTo>
                    <a:pt x="983" y="221"/>
                    <a:pt x="843" y="191"/>
                    <a:pt x="693" y="161"/>
                  </a:cubicBezTo>
                  <a:cubicBezTo>
                    <a:pt x="553" y="131"/>
                    <a:pt x="94" y="111"/>
                    <a:pt x="2" y="2"/>
                  </a:cubicBezTo>
                  <a:close/>
                </a:path>
              </a:pathLst>
            </a:custGeom>
            <a:solidFill>
              <a:srgbClr val="92DB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4" name="Google Shape;3474;p25"/>
            <p:cNvSpPr/>
            <p:nvPr/>
          </p:nvSpPr>
          <p:spPr>
            <a:xfrm>
              <a:off x="8897399" y="457471"/>
              <a:ext cx="913" cy="13360"/>
            </a:xfrm>
            <a:custGeom>
              <a:avLst/>
              <a:gdLst/>
              <a:ahLst/>
              <a:cxnLst/>
              <a:rect l="l" t="t" r="r" b="b"/>
              <a:pathLst>
                <a:path w="11" h="161" extrusionOk="0">
                  <a:moveTo>
                    <a:pt x="1" y="161"/>
                  </a:moveTo>
                  <a:cubicBezTo>
                    <a:pt x="11" y="71"/>
                    <a:pt x="1" y="10"/>
                    <a:pt x="1" y="0"/>
                  </a:cubicBezTo>
                  <a:cubicBezTo>
                    <a:pt x="1" y="10"/>
                    <a:pt x="1" y="30"/>
                    <a:pt x="1" y="71"/>
                  </a:cubicBezTo>
                  <a:cubicBezTo>
                    <a:pt x="1" y="91"/>
                    <a:pt x="1" y="131"/>
                    <a:pt x="1" y="161"/>
                  </a:cubicBezTo>
                  <a:lnTo>
                    <a:pt x="1" y="161"/>
                  </a:lnTo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D6E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5" name="Google Shape;3475;p25"/>
            <p:cNvSpPr/>
            <p:nvPr/>
          </p:nvSpPr>
          <p:spPr>
            <a:xfrm>
              <a:off x="9128831" y="287694"/>
              <a:ext cx="913" cy="4232"/>
            </a:xfrm>
            <a:custGeom>
              <a:avLst/>
              <a:gdLst/>
              <a:ahLst/>
              <a:cxnLst/>
              <a:rect l="l" t="t" r="r" b="b"/>
              <a:pathLst>
                <a:path w="11" h="51" extrusionOk="0">
                  <a:moveTo>
                    <a:pt x="0" y="0"/>
                  </a:moveTo>
                  <a:cubicBezTo>
                    <a:pt x="0" y="3"/>
                    <a:pt x="1" y="8"/>
                    <a:pt x="3" y="13"/>
                  </a:cubicBezTo>
                  <a:lnTo>
                    <a:pt x="3" y="13"/>
                  </a:lnTo>
                  <a:lnTo>
                    <a:pt x="0" y="0"/>
                  </a:lnTo>
                  <a:close/>
                  <a:moveTo>
                    <a:pt x="3" y="13"/>
                  </a:moveTo>
                  <a:lnTo>
                    <a:pt x="10" y="50"/>
                  </a:lnTo>
                  <a:cubicBezTo>
                    <a:pt x="10" y="37"/>
                    <a:pt x="6" y="23"/>
                    <a:pt x="3" y="13"/>
                  </a:cubicBezTo>
                  <a:close/>
                </a:path>
              </a:pathLst>
            </a:custGeom>
            <a:solidFill>
              <a:srgbClr val="B1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6" name="Google Shape;3476;p25"/>
            <p:cNvSpPr/>
            <p:nvPr/>
          </p:nvSpPr>
          <p:spPr>
            <a:xfrm>
              <a:off x="6913928" y="313500"/>
              <a:ext cx="644340" cy="216412"/>
            </a:xfrm>
            <a:custGeom>
              <a:avLst/>
              <a:gdLst/>
              <a:ahLst/>
              <a:cxnLst/>
              <a:rect l="l" t="t" r="r" b="b"/>
              <a:pathLst>
                <a:path w="7765" h="2608" extrusionOk="0">
                  <a:moveTo>
                    <a:pt x="7764" y="2608"/>
                  </a:moveTo>
                  <a:cubicBezTo>
                    <a:pt x="7333" y="2347"/>
                    <a:pt x="6912" y="2016"/>
                    <a:pt x="6631" y="1735"/>
                  </a:cubicBezTo>
                  <a:cubicBezTo>
                    <a:pt x="6912" y="2016"/>
                    <a:pt x="7333" y="2347"/>
                    <a:pt x="7764" y="2608"/>
                  </a:cubicBezTo>
                  <a:cubicBezTo>
                    <a:pt x="7764" y="2608"/>
                    <a:pt x="7764" y="2608"/>
                    <a:pt x="7764" y="2608"/>
                  </a:cubicBezTo>
                  <a:moveTo>
                    <a:pt x="6631" y="1725"/>
                  </a:moveTo>
                  <a:cubicBezTo>
                    <a:pt x="6631" y="1725"/>
                    <a:pt x="6631" y="1725"/>
                    <a:pt x="6631" y="1725"/>
                  </a:cubicBezTo>
                  <a:cubicBezTo>
                    <a:pt x="6631" y="1725"/>
                    <a:pt x="6631" y="1725"/>
                    <a:pt x="6631" y="1725"/>
                  </a:cubicBezTo>
                  <a:close/>
                  <a:moveTo>
                    <a:pt x="71" y="50"/>
                  </a:moveTo>
                  <a:cubicBezTo>
                    <a:pt x="41" y="30"/>
                    <a:pt x="21" y="10"/>
                    <a:pt x="1" y="0"/>
                  </a:cubicBezTo>
                  <a:cubicBezTo>
                    <a:pt x="21" y="10"/>
                    <a:pt x="41" y="30"/>
                    <a:pt x="71" y="50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7" name="Google Shape;3477;p25"/>
            <p:cNvSpPr/>
            <p:nvPr/>
          </p:nvSpPr>
          <p:spPr>
            <a:xfrm>
              <a:off x="6884802" y="307609"/>
              <a:ext cx="908963" cy="386272"/>
            </a:xfrm>
            <a:custGeom>
              <a:avLst/>
              <a:gdLst/>
              <a:ahLst/>
              <a:cxnLst/>
              <a:rect l="l" t="t" r="r" b="b"/>
              <a:pathLst>
                <a:path w="10954" h="4655" extrusionOk="0">
                  <a:moveTo>
                    <a:pt x="181" y="1"/>
                  </a:moveTo>
                  <a:cubicBezTo>
                    <a:pt x="111" y="1"/>
                    <a:pt x="61" y="61"/>
                    <a:pt x="1" y="161"/>
                  </a:cubicBezTo>
                  <a:cubicBezTo>
                    <a:pt x="41" y="111"/>
                    <a:pt x="81" y="91"/>
                    <a:pt x="121" y="91"/>
                  </a:cubicBezTo>
                  <a:cubicBezTo>
                    <a:pt x="181" y="91"/>
                    <a:pt x="261" y="131"/>
                    <a:pt x="362" y="211"/>
                  </a:cubicBezTo>
                  <a:cubicBezTo>
                    <a:pt x="452" y="282"/>
                    <a:pt x="572" y="312"/>
                    <a:pt x="693" y="312"/>
                  </a:cubicBezTo>
                  <a:cubicBezTo>
                    <a:pt x="723" y="312"/>
                    <a:pt x="753" y="312"/>
                    <a:pt x="783" y="302"/>
                  </a:cubicBezTo>
                  <a:cubicBezTo>
                    <a:pt x="903" y="402"/>
                    <a:pt x="1505" y="522"/>
                    <a:pt x="1636" y="522"/>
                  </a:cubicBezTo>
                  <a:lnTo>
                    <a:pt x="1656" y="522"/>
                  </a:lnTo>
                  <a:cubicBezTo>
                    <a:pt x="1666" y="512"/>
                    <a:pt x="1676" y="512"/>
                    <a:pt x="1686" y="512"/>
                  </a:cubicBezTo>
                  <a:cubicBezTo>
                    <a:pt x="1846" y="512"/>
                    <a:pt x="2288" y="813"/>
                    <a:pt x="2809" y="1214"/>
                  </a:cubicBezTo>
                  <a:cubicBezTo>
                    <a:pt x="2960" y="1255"/>
                    <a:pt x="3170" y="1335"/>
                    <a:pt x="3491" y="1495"/>
                  </a:cubicBezTo>
                  <a:cubicBezTo>
                    <a:pt x="4053" y="1786"/>
                    <a:pt x="4906" y="2328"/>
                    <a:pt x="5497" y="2559"/>
                  </a:cubicBezTo>
                  <a:cubicBezTo>
                    <a:pt x="5507" y="2569"/>
                    <a:pt x="5517" y="2569"/>
                    <a:pt x="5517" y="2569"/>
                  </a:cubicBezTo>
                  <a:cubicBezTo>
                    <a:pt x="5568" y="2569"/>
                    <a:pt x="5317" y="2368"/>
                    <a:pt x="5066" y="2167"/>
                  </a:cubicBezTo>
                  <a:cubicBezTo>
                    <a:pt x="4805" y="1957"/>
                    <a:pt x="4555" y="1756"/>
                    <a:pt x="4595" y="1756"/>
                  </a:cubicBezTo>
                  <a:lnTo>
                    <a:pt x="4595" y="1756"/>
                  </a:lnTo>
                  <a:cubicBezTo>
                    <a:pt x="4595" y="1756"/>
                    <a:pt x="4605" y="1766"/>
                    <a:pt x="4615" y="1766"/>
                  </a:cubicBezTo>
                  <a:cubicBezTo>
                    <a:pt x="4976" y="1937"/>
                    <a:pt x="6621" y="2890"/>
                    <a:pt x="6922" y="3140"/>
                  </a:cubicBezTo>
                  <a:cubicBezTo>
                    <a:pt x="7142" y="3321"/>
                    <a:pt x="7343" y="3542"/>
                    <a:pt x="7594" y="3682"/>
                  </a:cubicBezTo>
                  <a:cubicBezTo>
                    <a:pt x="7804" y="3792"/>
                    <a:pt x="8025" y="3853"/>
                    <a:pt x="8256" y="3903"/>
                  </a:cubicBezTo>
                  <a:cubicBezTo>
                    <a:pt x="9199" y="4133"/>
                    <a:pt x="10001" y="4424"/>
                    <a:pt x="10954" y="4655"/>
                  </a:cubicBezTo>
                  <a:cubicBezTo>
                    <a:pt x="10773" y="4444"/>
                    <a:pt x="10332" y="4284"/>
                    <a:pt x="10111" y="4123"/>
                  </a:cubicBezTo>
                  <a:cubicBezTo>
                    <a:pt x="9981" y="4013"/>
                    <a:pt x="8928" y="3752"/>
                    <a:pt x="8787" y="3652"/>
                  </a:cubicBezTo>
                  <a:cubicBezTo>
                    <a:pt x="8216" y="3281"/>
                    <a:pt x="8416" y="3060"/>
                    <a:pt x="8115" y="2679"/>
                  </a:cubicBezTo>
                  <a:cubicBezTo>
                    <a:pt x="7684" y="2418"/>
                    <a:pt x="7263" y="2087"/>
                    <a:pt x="6982" y="1806"/>
                  </a:cubicBezTo>
                  <a:lnTo>
                    <a:pt x="6982" y="1796"/>
                  </a:lnTo>
                  <a:cubicBezTo>
                    <a:pt x="6942" y="1756"/>
                    <a:pt x="6902" y="1716"/>
                    <a:pt x="6872" y="1676"/>
                  </a:cubicBezTo>
                  <a:cubicBezTo>
                    <a:pt x="6591" y="1355"/>
                    <a:pt x="6340" y="1265"/>
                    <a:pt x="5939" y="954"/>
                  </a:cubicBezTo>
                  <a:cubicBezTo>
                    <a:pt x="5548" y="633"/>
                    <a:pt x="5307" y="653"/>
                    <a:pt x="4926" y="452"/>
                  </a:cubicBezTo>
                  <a:cubicBezTo>
                    <a:pt x="4615" y="292"/>
                    <a:pt x="4234" y="211"/>
                    <a:pt x="3782" y="211"/>
                  </a:cubicBezTo>
                  <a:cubicBezTo>
                    <a:pt x="3672" y="211"/>
                    <a:pt x="3562" y="221"/>
                    <a:pt x="3451" y="231"/>
                  </a:cubicBezTo>
                  <a:lnTo>
                    <a:pt x="3231" y="231"/>
                  </a:lnTo>
                  <a:cubicBezTo>
                    <a:pt x="2689" y="231"/>
                    <a:pt x="2077" y="91"/>
                    <a:pt x="1856" y="11"/>
                  </a:cubicBezTo>
                  <a:cubicBezTo>
                    <a:pt x="1836" y="1"/>
                    <a:pt x="1806" y="1"/>
                    <a:pt x="1776" y="1"/>
                  </a:cubicBezTo>
                  <a:cubicBezTo>
                    <a:pt x="1666" y="1"/>
                    <a:pt x="1495" y="51"/>
                    <a:pt x="1315" y="111"/>
                  </a:cubicBezTo>
                  <a:cubicBezTo>
                    <a:pt x="1134" y="161"/>
                    <a:pt x="934" y="221"/>
                    <a:pt x="753" y="221"/>
                  </a:cubicBezTo>
                  <a:cubicBezTo>
                    <a:pt x="633" y="221"/>
                    <a:pt x="512" y="191"/>
                    <a:pt x="422" y="121"/>
                  </a:cubicBezTo>
                  <a:cubicBezTo>
                    <a:pt x="392" y="101"/>
                    <a:pt x="372" y="81"/>
                    <a:pt x="352" y="71"/>
                  </a:cubicBezTo>
                  <a:cubicBezTo>
                    <a:pt x="282" y="21"/>
                    <a:pt x="221" y="1"/>
                    <a:pt x="181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8" name="Google Shape;3478;p25"/>
            <p:cNvSpPr/>
            <p:nvPr/>
          </p:nvSpPr>
          <p:spPr>
            <a:xfrm>
              <a:off x="6701666" y="362542"/>
              <a:ext cx="1434226" cy="576877"/>
            </a:xfrm>
            <a:custGeom>
              <a:avLst/>
              <a:gdLst/>
              <a:ahLst/>
              <a:cxnLst/>
              <a:rect l="l" t="t" r="r" b="b"/>
              <a:pathLst>
                <a:path w="17284" h="6952" extrusionOk="0">
                  <a:moveTo>
                    <a:pt x="1937" y="1"/>
                  </a:moveTo>
                  <a:cubicBezTo>
                    <a:pt x="1616" y="482"/>
                    <a:pt x="984" y="1084"/>
                    <a:pt x="663" y="1335"/>
                  </a:cubicBezTo>
                  <a:cubicBezTo>
                    <a:pt x="513" y="1445"/>
                    <a:pt x="442" y="1546"/>
                    <a:pt x="372" y="1666"/>
                  </a:cubicBezTo>
                  <a:cubicBezTo>
                    <a:pt x="432" y="1586"/>
                    <a:pt x="502" y="1505"/>
                    <a:pt x="603" y="1425"/>
                  </a:cubicBezTo>
                  <a:cubicBezTo>
                    <a:pt x="944" y="1164"/>
                    <a:pt x="1596" y="542"/>
                    <a:pt x="1907" y="61"/>
                  </a:cubicBezTo>
                  <a:cubicBezTo>
                    <a:pt x="1917" y="41"/>
                    <a:pt x="1927" y="21"/>
                    <a:pt x="1937" y="1"/>
                  </a:cubicBezTo>
                  <a:close/>
                  <a:moveTo>
                    <a:pt x="182" y="1997"/>
                  </a:moveTo>
                  <a:cubicBezTo>
                    <a:pt x="173" y="2009"/>
                    <a:pt x="164" y="2022"/>
                    <a:pt x="154" y="2036"/>
                  </a:cubicBezTo>
                  <a:lnTo>
                    <a:pt x="154" y="2036"/>
                  </a:lnTo>
                  <a:cubicBezTo>
                    <a:pt x="164" y="2023"/>
                    <a:pt x="173" y="2010"/>
                    <a:pt x="182" y="1997"/>
                  </a:cubicBezTo>
                  <a:close/>
                  <a:moveTo>
                    <a:pt x="154" y="2036"/>
                  </a:moveTo>
                  <a:lnTo>
                    <a:pt x="154" y="2036"/>
                  </a:lnTo>
                  <a:cubicBezTo>
                    <a:pt x="120" y="2083"/>
                    <a:pt x="78" y="2132"/>
                    <a:pt x="31" y="2187"/>
                  </a:cubicBezTo>
                  <a:lnTo>
                    <a:pt x="1" y="2218"/>
                  </a:lnTo>
                  <a:cubicBezTo>
                    <a:pt x="11" y="2218"/>
                    <a:pt x="11" y="2228"/>
                    <a:pt x="11" y="2228"/>
                  </a:cubicBezTo>
                  <a:cubicBezTo>
                    <a:pt x="69" y="2162"/>
                    <a:pt x="113" y="2096"/>
                    <a:pt x="154" y="2036"/>
                  </a:cubicBezTo>
                  <a:close/>
                  <a:moveTo>
                    <a:pt x="7062" y="3341"/>
                  </a:moveTo>
                  <a:cubicBezTo>
                    <a:pt x="6932" y="3341"/>
                    <a:pt x="6882" y="3371"/>
                    <a:pt x="7002" y="3451"/>
                  </a:cubicBezTo>
                  <a:cubicBezTo>
                    <a:pt x="7514" y="3903"/>
                    <a:pt x="7755" y="3822"/>
                    <a:pt x="8156" y="4444"/>
                  </a:cubicBezTo>
                  <a:cubicBezTo>
                    <a:pt x="8206" y="4525"/>
                    <a:pt x="8256" y="4615"/>
                    <a:pt x="8336" y="4675"/>
                  </a:cubicBezTo>
                  <a:cubicBezTo>
                    <a:pt x="8507" y="4825"/>
                    <a:pt x="8748" y="4825"/>
                    <a:pt x="8968" y="4866"/>
                  </a:cubicBezTo>
                  <a:cubicBezTo>
                    <a:pt x="9359" y="4946"/>
                    <a:pt x="10433" y="5578"/>
                    <a:pt x="10934" y="5738"/>
                  </a:cubicBezTo>
                  <a:cubicBezTo>
                    <a:pt x="10994" y="5748"/>
                    <a:pt x="11035" y="5758"/>
                    <a:pt x="11075" y="5758"/>
                  </a:cubicBezTo>
                  <a:cubicBezTo>
                    <a:pt x="11145" y="5758"/>
                    <a:pt x="11195" y="5738"/>
                    <a:pt x="11245" y="5728"/>
                  </a:cubicBezTo>
                  <a:cubicBezTo>
                    <a:pt x="11295" y="5708"/>
                    <a:pt x="11346" y="5698"/>
                    <a:pt x="11416" y="5698"/>
                  </a:cubicBezTo>
                  <a:cubicBezTo>
                    <a:pt x="11466" y="5698"/>
                    <a:pt x="11526" y="5708"/>
                    <a:pt x="11596" y="5738"/>
                  </a:cubicBezTo>
                  <a:lnTo>
                    <a:pt x="11646" y="5738"/>
                  </a:lnTo>
                  <a:cubicBezTo>
                    <a:pt x="11867" y="5738"/>
                    <a:pt x="12088" y="5768"/>
                    <a:pt x="12308" y="5798"/>
                  </a:cubicBezTo>
                  <a:cubicBezTo>
                    <a:pt x="13562" y="5969"/>
                    <a:pt x="14806" y="6460"/>
                    <a:pt x="16050" y="6641"/>
                  </a:cubicBezTo>
                  <a:cubicBezTo>
                    <a:pt x="16311" y="6671"/>
                    <a:pt x="17053" y="6952"/>
                    <a:pt x="17213" y="6952"/>
                  </a:cubicBezTo>
                  <a:cubicBezTo>
                    <a:pt x="17284" y="6952"/>
                    <a:pt x="17253" y="6912"/>
                    <a:pt x="17063" y="6781"/>
                  </a:cubicBezTo>
                  <a:cubicBezTo>
                    <a:pt x="16993" y="6741"/>
                    <a:pt x="16150" y="6340"/>
                    <a:pt x="15970" y="6290"/>
                  </a:cubicBezTo>
                  <a:cubicBezTo>
                    <a:pt x="15478" y="6150"/>
                    <a:pt x="15027" y="5859"/>
                    <a:pt x="14525" y="5728"/>
                  </a:cubicBezTo>
                  <a:cubicBezTo>
                    <a:pt x="13482" y="5457"/>
                    <a:pt x="11927" y="4795"/>
                    <a:pt x="10954" y="4334"/>
                  </a:cubicBezTo>
                  <a:lnTo>
                    <a:pt x="10954" y="4334"/>
                  </a:lnTo>
                  <a:cubicBezTo>
                    <a:pt x="11366" y="4745"/>
                    <a:pt x="11717" y="4946"/>
                    <a:pt x="12198" y="5227"/>
                  </a:cubicBezTo>
                  <a:cubicBezTo>
                    <a:pt x="11496" y="4876"/>
                    <a:pt x="10784" y="4535"/>
                    <a:pt x="10062" y="4194"/>
                  </a:cubicBezTo>
                  <a:cubicBezTo>
                    <a:pt x="9961" y="4153"/>
                    <a:pt x="9901" y="4133"/>
                    <a:pt x="9871" y="4133"/>
                  </a:cubicBezTo>
                  <a:cubicBezTo>
                    <a:pt x="9821" y="4133"/>
                    <a:pt x="9821" y="4173"/>
                    <a:pt x="9821" y="4204"/>
                  </a:cubicBezTo>
                  <a:cubicBezTo>
                    <a:pt x="9831" y="4244"/>
                    <a:pt x="9831" y="4274"/>
                    <a:pt x="9791" y="4274"/>
                  </a:cubicBezTo>
                  <a:cubicBezTo>
                    <a:pt x="9751" y="4274"/>
                    <a:pt x="9700" y="4254"/>
                    <a:pt x="9590" y="4204"/>
                  </a:cubicBezTo>
                  <a:cubicBezTo>
                    <a:pt x="9249" y="4033"/>
                    <a:pt x="8778" y="3782"/>
                    <a:pt x="8276" y="3522"/>
                  </a:cubicBezTo>
                  <a:cubicBezTo>
                    <a:pt x="8176" y="3501"/>
                    <a:pt x="8066" y="3481"/>
                    <a:pt x="7945" y="3461"/>
                  </a:cubicBezTo>
                  <a:cubicBezTo>
                    <a:pt x="7624" y="3401"/>
                    <a:pt x="7253" y="3341"/>
                    <a:pt x="7062" y="3341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9" name="Google Shape;3479;p25"/>
            <p:cNvSpPr/>
            <p:nvPr/>
          </p:nvSpPr>
          <p:spPr>
            <a:xfrm>
              <a:off x="6507741" y="577294"/>
              <a:ext cx="93352" cy="26720"/>
            </a:xfrm>
            <a:custGeom>
              <a:avLst/>
              <a:gdLst/>
              <a:ahLst/>
              <a:cxnLst/>
              <a:rect l="l" t="t" r="r" b="b"/>
              <a:pathLst>
                <a:path w="1125" h="322" extrusionOk="0">
                  <a:moveTo>
                    <a:pt x="1" y="1"/>
                  </a:moveTo>
                  <a:cubicBezTo>
                    <a:pt x="17" y="1"/>
                    <a:pt x="34" y="1"/>
                    <a:pt x="52" y="3"/>
                  </a:cubicBezTo>
                  <a:lnTo>
                    <a:pt x="52" y="3"/>
                  </a:lnTo>
                  <a:cubicBezTo>
                    <a:pt x="34" y="1"/>
                    <a:pt x="17" y="1"/>
                    <a:pt x="1" y="1"/>
                  </a:cubicBezTo>
                  <a:close/>
                  <a:moveTo>
                    <a:pt x="52" y="3"/>
                  </a:moveTo>
                  <a:cubicBezTo>
                    <a:pt x="132" y="10"/>
                    <a:pt x="225" y="32"/>
                    <a:pt x="328" y="61"/>
                  </a:cubicBezTo>
                  <a:lnTo>
                    <a:pt x="328" y="61"/>
                  </a:lnTo>
                  <a:cubicBezTo>
                    <a:pt x="225" y="32"/>
                    <a:pt x="131" y="10"/>
                    <a:pt x="52" y="3"/>
                  </a:cubicBezTo>
                  <a:close/>
                  <a:moveTo>
                    <a:pt x="328" y="61"/>
                  </a:moveTo>
                  <a:lnTo>
                    <a:pt x="328" y="61"/>
                  </a:lnTo>
                  <a:cubicBezTo>
                    <a:pt x="572" y="132"/>
                    <a:pt x="866" y="249"/>
                    <a:pt x="1124" y="322"/>
                  </a:cubicBezTo>
                  <a:cubicBezTo>
                    <a:pt x="1004" y="282"/>
                    <a:pt x="873" y="241"/>
                    <a:pt x="743" y="191"/>
                  </a:cubicBezTo>
                  <a:cubicBezTo>
                    <a:pt x="597" y="146"/>
                    <a:pt x="455" y="98"/>
                    <a:pt x="328" y="61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0" name="Google Shape;3480;p25"/>
            <p:cNvSpPr/>
            <p:nvPr/>
          </p:nvSpPr>
          <p:spPr>
            <a:xfrm>
              <a:off x="6038323" y="551487"/>
              <a:ext cx="598535" cy="160732"/>
            </a:xfrm>
            <a:custGeom>
              <a:avLst/>
              <a:gdLst/>
              <a:ahLst/>
              <a:cxnLst/>
              <a:rect l="l" t="t" r="r" b="b"/>
              <a:pathLst>
                <a:path w="7213" h="1937" extrusionOk="0">
                  <a:moveTo>
                    <a:pt x="2368" y="1"/>
                  </a:moveTo>
                  <a:cubicBezTo>
                    <a:pt x="2017" y="31"/>
                    <a:pt x="1565" y="71"/>
                    <a:pt x="1234" y="302"/>
                  </a:cubicBezTo>
                  <a:cubicBezTo>
                    <a:pt x="1224" y="312"/>
                    <a:pt x="1204" y="322"/>
                    <a:pt x="1194" y="322"/>
                  </a:cubicBezTo>
                  <a:cubicBezTo>
                    <a:pt x="1194" y="322"/>
                    <a:pt x="1194" y="332"/>
                    <a:pt x="1194" y="332"/>
                  </a:cubicBezTo>
                  <a:lnTo>
                    <a:pt x="1184" y="332"/>
                  </a:lnTo>
                  <a:cubicBezTo>
                    <a:pt x="1184" y="342"/>
                    <a:pt x="1184" y="342"/>
                    <a:pt x="1184" y="342"/>
                  </a:cubicBezTo>
                  <a:lnTo>
                    <a:pt x="1174" y="342"/>
                  </a:lnTo>
                  <a:cubicBezTo>
                    <a:pt x="1174" y="342"/>
                    <a:pt x="1164" y="352"/>
                    <a:pt x="1164" y="352"/>
                  </a:cubicBezTo>
                  <a:lnTo>
                    <a:pt x="1154" y="352"/>
                  </a:lnTo>
                  <a:cubicBezTo>
                    <a:pt x="1154" y="352"/>
                    <a:pt x="1154" y="362"/>
                    <a:pt x="1154" y="362"/>
                  </a:cubicBezTo>
                  <a:lnTo>
                    <a:pt x="1144" y="362"/>
                  </a:lnTo>
                  <a:cubicBezTo>
                    <a:pt x="1144" y="362"/>
                    <a:pt x="1144" y="372"/>
                    <a:pt x="1144" y="372"/>
                  </a:cubicBezTo>
                  <a:lnTo>
                    <a:pt x="1134" y="372"/>
                  </a:lnTo>
                  <a:cubicBezTo>
                    <a:pt x="893" y="593"/>
                    <a:pt x="422" y="1164"/>
                    <a:pt x="1" y="1586"/>
                  </a:cubicBezTo>
                  <a:cubicBezTo>
                    <a:pt x="11" y="1586"/>
                    <a:pt x="21" y="1596"/>
                    <a:pt x="31" y="1596"/>
                  </a:cubicBezTo>
                  <a:cubicBezTo>
                    <a:pt x="452" y="1144"/>
                    <a:pt x="923" y="583"/>
                    <a:pt x="1134" y="412"/>
                  </a:cubicBezTo>
                  <a:cubicBezTo>
                    <a:pt x="1204" y="362"/>
                    <a:pt x="1285" y="322"/>
                    <a:pt x="1365" y="282"/>
                  </a:cubicBezTo>
                  <a:cubicBezTo>
                    <a:pt x="1425" y="332"/>
                    <a:pt x="1485" y="392"/>
                    <a:pt x="1545" y="422"/>
                  </a:cubicBezTo>
                  <a:cubicBezTo>
                    <a:pt x="1937" y="643"/>
                    <a:pt x="2508" y="532"/>
                    <a:pt x="3000" y="763"/>
                  </a:cubicBezTo>
                  <a:cubicBezTo>
                    <a:pt x="3481" y="994"/>
                    <a:pt x="4765" y="1806"/>
                    <a:pt x="5026" y="1806"/>
                  </a:cubicBezTo>
                  <a:cubicBezTo>
                    <a:pt x="5036" y="1806"/>
                    <a:pt x="5046" y="1806"/>
                    <a:pt x="5046" y="1796"/>
                  </a:cubicBezTo>
                  <a:cubicBezTo>
                    <a:pt x="5076" y="1796"/>
                    <a:pt x="5096" y="1786"/>
                    <a:pt x="5116" y="1786"/>
                  </a:cubicBezTo>
                  <a:cubicBezTo>
                    <a:pt x="5206" y="1786"/>
                    <a:pt x="5237" y="1876"/>
                    <a:pt x="5367" y="1917"/>
                  </a:cubicBezTo>
                  <a:cubicBezTo>
                    <a:pt x="5407" y="1927"/>
                    <a:pt x="5457" y="1937"/>
                    <a:pt x="5497" y="1937"/>
                  </a:cubicBezTo>
                  <a:cubicBezTo>
                    <a:pt x="5537" y="1937"/>
                    <a:pt x="5568" y="1937"/>
                    <a:pt x="5608" y="1927"/>
                  </a:cubicBezTo>
                  <a:cubicBezTo>
                    <a:pt x="5287" y="1636"/>
                    <a:pt x="5016" y="1385"/>
                    <a:pt x="5106" y="1385"/>
                  </a:cubicBezTo>
                  <a:cubicBezTo>
                    <a:pt x="5116" y="1385"/>
                    <a:pt x="5136" y="1395"/>
                    <a:pt x="5166" y="1405"/>
                  </a:cubicBezTo>
                  <a:cubicBezTo>
                    <a:pt x="5287" y="1455"/>
                    <a:pt x="5588" y="1596"/>
                    <a:pt x="5969" y="1776"/>
                  </a:cubicBezTo>
                  <a:cubicBezTo>
                    <a:pt x="6069" y="1736"/>
                    <a:pt x="6169" y="1696"/>
                    <a:pt x="6280" y="1686"/>
                  </a:cubicBezTo>
                  <a:cubicBezTo>
                    <a:pt x="6280" y="1686"/>
                    <a:pt x="6290" y="1676"/>
                    <a:pt x="6300" y="1676"/>
                  </a:cubicBezTo>
                  <a:cubicBezTo>
                    <a:pt x="6360" y="1676"/>
                    <a:pt x="6460" y="1696"/>
                    <a:pt x="6551" y="1706"/>
                  </a:cubicBezTo>
                  <a:cubicBezTo>
                    <a:pt x="6651" y="1716"/>
                    <a:pt x="6761" y="1726"/>
                    <a:pt x="6851" y="1726"/>
                  </a:cubicBezTo>
                  <a:cubicBezTo>
                    <a:pt x="6942" y="1726"/>
                    <a:pt x="7022" y="1716"/>
                    <a:pt x="7062" y="1686"/>
                  </a:cubicBezTo>
                  <a:cubicBezTo>
                    <a:pt x="7132" y="1636"/>
                    <a:pt x="7182" y="1535"/>
                    <a:pt x="7213" y="1425"/>
                  </a:cubicBezTo>
                  <a:cubicBezTo>
                    <a:pt x="6821" y="1124"/>
                    <a:pt x="6430" y="823"/>
                    <a:pt x="6340" y="783"/>
                  </a:cubicBezTo>
                  <a:cubicBezTo>
                    <a:pt x="6099" y="663"/>
                    <a:pt x="6430" y="663"/>
                    <a:pt x="6781" y="633"/>
                  </a:cubicBezTo>
                  <a:cubicBezTo>
                    <a:pt x="6661" y="593"/>
                    <a:pt x="6530" y="552"/>
                    <a:pt x="6400" y="502"/>
                  </a:cubicBezTo>
                  <a:cubicBezTo>
                    <a:pt x="6109" y="412"/>
                    <a:pt x="5838" y="312"/>
                    <a:pt x="5658" y="312"/>
                  </a:cubicBezTo>
                  <a:lnTo>
                    <a:pt x="5618" y="312"/>
                  </a:lnTo>
                  <a:cubicBezTo>
                    <a:pt x="5588" y="312"/>
                    <a:pt x="5568" y="322"/>
                    <a:pt x="5537" y="332"/>
                  </a:cubicBezTo>
                  <a:cubicBezTo>
                    <a:pt x="5487" y="352"/>
                    <a:pt x="5447" y="362"/>
                    <a:pt x="5397" y="362"/>
                  </a:cubicBezTo>
                  <a:cubicBezTo>
                    <a:pt x="5257" y="362"/>
                    <a:pt x="5126" y="292"/>
                    <a:pt x="4966" y="221"/>
                  </a:cubicBezTo>
                  <a:cubicBezTo>
                    <a:pt x="4805" y="151"/>
                    <a:pt x="4625" y="81"/>
                    <a:pt x="4394" y="81"/>
                  </a:cubicBezTo>
                  <a:lnTo>
                    <a:pt x="4304" y="81"/>
                  </a:lnTo>
                  <a:cubicBezTo>
                    <a:pt x="4223" y="91"/>
                    <a:pt x="4133" y="91"/>
                    <a:pt x="4043" y="91"/>
                  </a:cubicBezTo>
                  <a:cubicBezTo>
                    <a:pt x="3782" y="91"/>
                    <a:pt x="3471" y="71"/>
                    <a:pt x="3190" y="51"/>
                  </a:cubicBezTo>
                  <a:cubicBezTo>
                    <a:pt x="2909" y="21"/>
                    <a:pt x="2649" y="1"/>
                    <a:pt x="2468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1" name="Google Shape;3481;p25"/>
            <p:cNvSpPr/>
            <p:nvPr/>
          </p:nvSpPr>
          <p:spPr>
            <a:xfrm>
              <a:off x="5812784" y="787067"/>
              <a:ext cx="87461" cy="61654"/>
            </a:xfrm>
            <a:custGeom>
              <a:avLst/>
              <a:gdLst/>
              <a:ahLst/>
              <a:cxnLst/>
              <a:rect l="l" t="t" r="r" b="b"/>
              <a:pathLst>
                <a:path w="1054" h="743" extrusionOk="0">
                  <a:moveTo>
                    <a:pt x="0" y="743"/>
                  </a:moveTo>
                  <a:cubicBezTo>
                    <a:pt x="412" y="502"/>
                    <a:pt x="632" y="361"/>
                    <a:pt x="1054" y="0"/>
                  </a:cubicBezTo>
                  <a:cubicBezTo>
                    <a:pt x="632" y="361"/>
                    <a:pt x="412" y="502"/>
                    <a:pt x="0" y="743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2" name="Google Shape;3482;p25"/>
            <p:cNvSpPr/>
            <p:nvPr/>
          </p:nvSpPr>
          <p:spPr>
            <a:xfrm>
              <a:off x="5703748" y="783748"/>
              <a:ext cx="201475" cy="133266"/>
            </a:xfrm>
            <a:custGeom>
              <a:avLst/>
              <a:gdLst/>
              <a:ahLst/>
              <a:cxnLst/>
              <a:rect l="l" t="t" r="r" b="b"/>
              <a:pathLst>
                <a:path w="2428" h="1606" extrusionOk="0">
                  <a:moveTo>
                    <a:pt x="2428" y="0"/>
                  </a:moveTo>
                  <a:cubicBezTo>
                    <a:pt x="2408" y="10"/>
                    <a:pt x="2388" y="30"/>
                    <a:pt x="2368" y="40"/>
                  </a:cubicBezTo>
                  <a:cubicBezTo>
                    <a:pt x="1946" y="401"/>
                    <a:pt x="1726" y="542"/>
                    <a:pt x="1314" y="783"/>
                  </a:cubicBezTo>
                  <a:cubicBezTo>
                    <a:pt x="1294" y="793"/>
                    <a:pt x="1274" y="803"/>
                    <a:pt x="1244" y="823"/>
                  </a:cubicBezTo>
                  <a:cubicBezTo>
                    <a:pt x="793" y="1084"/>
                    <a:pt x="452" y="1224"/>
                    <a:pt x="111" y="1485"/>
                  </a:cubicBezTo>
                  <a:cubicBezTo>
                    <a:pt x="71" y="1525"/>
                    <a:pt x="30" y="1565"/>
                    <a:pt x="0" y="1605"/>
                  </a:cubicBezTo>
                  <a:cubicBezTo>
                    <a:pt x="20" y="1595"/>
                    <a:pt x="40" y="1585"/>
                    <a:pt x="61" y="1575"/>
                  </a:cubicBezTo>
                  <a:cubicBezTo>
                    <a:pt x="392" y="1314"/>
                    <a:pt x="743" y="1174"/>
                    <a:pt x="1194" y="913"/>
                  </a:cubicBezTo>
                  <a:cubicBezTo>
                    <a:pt x="1645" y="642"/>
                    <a:pt x="1876" y="512"/>
                    <a:pt x="2307" y="131"/>
                  </a:cubicBezTo>
                  <a:cubicBezTo>
                    <a:pt x="2327" y="121"/>
                    <a:pt x="2347" y="111"/>
                    <a:pt x="2358" y="91"/>
                  </a:cubicBezTo>
                  <a:cubicBezTo>
                    <a:pt x="2378" y="60"/>
                    <a:pt x="2398" y="30"/>
                    <a:pt x="2428" y="0"/>
                  </a:cubicBezTo>
                  <a:close/>
                </a:path>
              </a:pathLst>
            </a:custGeom>
            <a:solidFill>
              <a:srgbClr val="93D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3" name="Google Shape;3483;p25"/>
            <p:cNvSpPr/>
            <p:nvPr/>
          </p:nvSpPr>
          <p:spPr>
            <a:xfrm>
              <a:off x="8189912" y="760431"/>
              <a:ext cx="10870" cy="2572"/>
            </a:xfrm>
            <a:custGeom>
              <a:avLst/>
              <a:gdLst/>
              <a:ahLst/>
              <a:cxnLst/>
              <a:rect l="l" t="t" r="r" b="b"/>
              <a:pathLst>
                <a:path w="131" h="31" extrusionOk="0">
                  <a:moveTo>
                    <a:pt x="1" y="0"/>
                  </a:moveTo>
                  <a:cubicBezTo>
                    <a:pt x="51" y="20"/>
                    <a:pt x="91" y="30"/>
                    <a:pt x="131" y="30"/>
                  </a:cubicBezTo>
                  <a:cubicBezTo>
                    <a:pt x="101" y="30"/>
                    <a:pt x="51" y="20"/>
                    <a:pt x="1" y="0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4" name="Google Shape;3484;p25"/>
            <p:cNvSpPr/>
            <p:nvPr/>
          </p:nvSpPr>
          <p:spPr>
            <a:xfrm>
              <a:off x="7913588" y="662182"/>
              <a:ext cx="731718" cy="348848"/>
            </a:xfrm>
            <a:custGeom>
              <a:avLst/>
              <a:gdLst/>
              <a:ahLst/>
              <a:cxnLst/>
              <a:rect l="l" t="t" r="r" b="b"/>
              <a:pathLst>
                <a:path w="8818" h="4204" extrusionOk="0">
                  <a:moveTo>
                    <a:pt x="973" y="1"/>
                  </a:moveTo>
                  <a:cubicBezTo>
                    <a:pt x="903" y="1"/>
                    <a:pt x="843" y="1"/>
                    <a:pt x="793" y="11"/>
                  </a:cubicBezTo>
                  <a:lnTo>
                    <a:pt x="733" y="11"/>
                  </a:lnTo>
                  <a:cubicBezTo>
                    <a:pt x="733" y="11"/>
                    <a:pt x="733" y="11"/>
                    <a:pt x="733" y="21"/>
                  </a:cubicBezTo>
                  <a:lnTo>
                    <a:pt x="713" y="21"/>
                  </a:lnTo>
                  <a:cubicBezTo>
                    <a:pt x="502" y="81"/>
                    <a:pt x="301" y="322"/>
                    <a:pt x="51" y="392"/>
                  </a:cubicBezTo>
                  <a:cubicBezTo>
                    <a:pt x="0" y="532"/>
                    <a:pt x="31" y="633"/>
                    <a:pt x="201" y="633"/>
                  </a:cubicBezTo>
                  <a:lnTo>
                    <a:pt x="211" y="633"/>
                  </a:lnTo>
                  <a:cubicBezTo>
                    <a:pt x="452" y="623"/>
                    <a:pt x="632" y="593"/>
                    <a:pt x="793" y="593"/>
                  </a:cubicBezTo>
                  <a:cubicBezTo>
                    <a:pt x="993" y="593"/>
                    <a:pt x="1154" y="643"/>
                    <a:pt x="1324" y="833"/>
                  </a:cubicBezTo>
                  <a:cubicBezTo>
                    <a:pt x="1565" y="1124"/>
                    <a:pt x="2267" y="1746"/>
                    <a:pt x="2438" y="1746"/>
                  </a:cubicBezTo>
                  <a:cubicBezTo>
                    <a:pt x="2488" y="1746"/>
                    <a:pt x="2498" y="1716"/>
                    <a:pt x="2468" y="1626"/>
                  </a:cubicBezTo>
                  <a:cubicBezTo>
                    <a:pt x="2448" y="1586"/>
                    <a:pt x="2468" y="1576"/>
                    <a:pt x="2498" y="1576"/>
                  </a:cubicBezTo>
                  <a:cubicBezTo>
                    <a:pt x="2659" y="1576"/>
                    <a:pt x="3311" y="1967"/>
                    <a:pt x="3983" y="2348"/>
                  </a:cubicBezTo>
                  <a:cubicBezTo>
                    <a:pt x="4665" y="2739"/>
                    <a:pt x="5357" y="3130"/>
                    <a:pt x="5607" y="3130"/>
                  </a:cubicBezTo>
                  <a:cubicBezTo>
                    <a:pt x="5648" y="3130"/>
                    <a:pt x="5668" y="3130"/>
                    <a:pt x="5688" y="3110"/>
                  </a:cubicBezTo>
                  <a:cubicBezTo>
                    <a:pt x="5718" y="3080"/>
                    <a:pt x="5768" y="3070"/>
                    <a:pt x="5818" y="3070"/>
                  </a:cubicBezTo>
                  <a:cubicBezTo>
                    <a:pt x="6249" y="3070"/>
                    <a:pt x="7363" y="3953"/>
                    <a:pt x="8506" y="4163"/>
                  </a:cubicBezTo>
                  <a:cubicBezTo>
                    <a:pt x="8637" y="4184"/>
                    <a:pt x="8717" y="4204"/>
                    <a:pt x="8747" y="4204"/>
                  </a:cubicBezTo>
                  <a:cubicBezTo>
                    <a:pt x="8817" y="4204"/>
                    <a:pt x="8727" y="4143"/>
                    <a:pt x="8486" y="3983"/>
                  </a:cubicBezTo>
                  <a:cubicBezTo>
                    <a:pt x="8326" y="3873"/>
                    <a:pt x="8105" y="3732"/>
                    <a:pt x="7854" y="3582"/>
                  </a:cubicBezTo>
                  <a:cubicBezTo>
                    <a:pt x="7714" y="3542"/>
                    <a:pt x="7584" y="3461"/>
                    <a:pt x="7463" y="3381"/>
                  </a:cubicBezTo>
                  <a:cubicBezTo>
                    <a:pt x="7222" y="3221"/>
                    <a:pt x="6540" y="2829"/>
                    <a:pt x="5818" y="2428"/>
                  </a:cubicBezTo>
                  <a:cubicBezTo>
                    <a:pt x="5136" y="2057"/>
                    <a:pt x="4514" y="1716"/>
                    <a:pt x="4133" y="1495"/>
                  </a:cubicBezTo>
                  <a:cubicBezTo>
                    <a:pt x="3892" y="1355"/>
                    <a:pt x="3732" y="1275"/>
                    <a:pt x="3722" y="1265"/>
                  </a:cubicBezTo>
                  <a:cubicBezTo>
                    <a:pt x="3692" y="1255"/>
                    <a:pt x="3621" y="1214"/>
                    <a:pt x="3601" y="1194"/>
                  </a:cubicBezTo>
                  <a:lnTo>
                    <a:pt x="3581" y="1164"/>
                  </a:lnTo>
                  <a:cubicBezTo>
                    <a:pt x="3541" y="1194"/>
                    <a:pt x="3501" y="1214"/>
                    <a:pt x="3461" y="1214"/>
                  </a:cubicBezTo>
                  <a:cubicBezTo>
                    <a:pt x="3431" y="1214"/>
                    <a:pt x="3381" y="1204"/>
                    <a:pt x="3331" y="1184"/>
                  </a:cubicBezTo>
                  <a:cubicBezTo>
                    <a:pt x="3080" y="1084"/>
                    <a:pt x="2257" y="231"/>
                    <a:pt x="2007" y="141"/>
                  </a:cubicBezTo>
                  <a:cubicBezTo>
                    <a:pt x="1796" y="61"/>
                    <a:pt x="1334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5" name="Google Shape;3485;p25"/>
            <p:cNvSpPr/>
            <p:nvPr/>
          </p:nvSpPr>
          <p:spPr>
            <a:xfrm>
              <a:off x="7782065" y="722094"/>
              <a:ext cx="184050" cy="65056"/>
            </a:xfrm>
            <a:custGeom>
              <a:avLst/>
              <a:gdLst/>
              <a:ahLst/>
              <a:cxnLst/>
              <a:rect l="l" t="t" r="r" b="b"/>
              <a:pathLst>
                <a:path w="2218" h="784" extrusionOk="0">
                  <a:moveTo>
                    <a:pt x="1254" y="1"/>
                  </a:moveTo>
                  <a:cubicBezTo>
                    <a:pt x="1204" y="1"/>
                    <a:pt x="1144" y="21"/>
                    <a:pt x="1054" y="71"/>
                  </a:cubicBezTo>
                  <a:cubicBezTo>
                    <a:pt x="643" y="312"/>
                    <a:pt x="1" y="603"/>
                    <a:pt x="402" y="683"/>
                  </a:cubicBezTo>
                  <a:cubicBezTo>
                    <a:pt x="643" y="733"/>
                    <a:pt x="923" y="783"/>
                    <a:pt x="1204" y="783"/>
                  </a:cubicBezTo>
                  <a:cubicBezTo>
                    <a:pt x="1405" y="783"/>
                    <a:pt x="1595" y="763"/>
                    <a:pt x="1776" y="713"/>
                  </a:cubicBezTo>
                  <a:cubicBezTo>
                    <a:pt x="2217" y="583"/>
                    <a:pt x="1906" y="352"/>
                    <a:pt x="1626" y="202"/>
                  </a:cubicBezTo>
                  <a:cubicBezTo>
                    <a:pt x="1445" y="101"/>
                    <a:pt x="1375" y="1"/>
                    <a:pt x="12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6" name="Google Shape;3486;p25"/>
            <p:cNvSpPr/>
            <p:nvPr/>
          </p:nvSpPr>
          <p:spPr>
            <a:xfrm>
              <a:off x="6665901" y="2137069"/>
              <a:ext cx="5062" cy="5145"/>
            </a:xfrm>
            <a:custGeom>
              <a:avLst/>
              <a:gdLst/>
              <a:ahLst/>
              <a:cxnLst/>
              <a:rect l="l" t="t" r="r" b="b"/>
              <a:pathLst>
                <a:path w="61" h="62" extrusionOk="0">
                  <a:moveTo>
                    <a:pt x="51" y="1"/>
                  </a:moveTo>
                  <a:cubicBezTo>
                    <a:pt x="31" y="11"/>
                    <a:pt x="11" y="21"/>
                    <a:pt x="1" y="51"/>
                  </a:cubicBezTo>
                  <a:cubicBezTo>
                    <a:pt x="21" y="51"/>
                    <a:pt x="41" y="61"/>
                    <a:pt x="61" y="61"/>
                  </a:cubicBezTo>
                  <a:cubicBezTo>
                    <a:pt x="61" y="41"/>
                    <a:pt x="61" y="21"/>
                    <a:pt x="51" y="1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7" name="Google Shape;3487;p25"/>
            <p:cNvSpPr/>
            <p:nvPr/>
          </p:nvSpPr>
          <p:spPr>
            <a:xfrm>
              <a:off x="4769061" y="320969"/>
              <a:ext cx="4571202" cy="2073421"/>
            </a:xfrm>
            <a:custGeom>
              <a:avLst/>
              <a:gdLst/>
              <a:ahLst/>
              <a:cxnLst/>
              <a:rect l="l" t="t" r="r" b="b"/>
              <a:pathLst>
                <a:path w="55088" h="24987" extrusionOk="0">
                  <a:moveTo>
                    <a:pt x="25498" y="0"/>
                  </a:moveTo>
                  <a:lnTo>
                    <a:pt x="25498" y="0"/>
                  </a:lnTo>
                  <a:cubicBezTo>
                    <a:pt x="25427" y="91"/>
                    <a:pt x="25357" y="281"/>
                    <a:pt x="25227" y="502"/>
                  </a:cubicBezTo>
                  <a:cubicBezTo>
                    <a:pt x="25237" y="492"/>
                    <a:pt x="25247" y="482"/>
                    <a:pt x="25247" y="472"/>
                  </a:cubicBezTo>
                  <a:cubicBezTo>
                    <a:pt x="25377" y="281"/>
                    <a:pt x="25437" y="111"/>
                    <a:pt x="25498" y="0"/>
                  </a:cubicBezTo>
                  <a:close/>
                  <a:moveTo>
                    <a:pt x="23662" y="2167"/>
                  </a:moveTo>
                  <a:cubicBezTo>
                    <a:pt x="23592" y="2267"/>
                    <a:pt x="23542" y="2378"/>
                    <a:pt x="23472" y="2498"/>
                  </a:cubicBezTo>
                  <a:cubicBezTo>
                    <a:pt x="23552" y="2378"/>
                    <a:pt x="23602" y="2267"/>
                    <a:pt x="23662" y="2167"/>
                  </a:cubicBezTo>
                  <a:close/>
                  <a:moveTo>
                    <a:pt x="80" y="8506"/>
                  </a:moveTo>
                  <a:cubicBezTo>
                    <a:pt x="70" y="8526"/>
                    <a:pt x="60" y="8536"/>
                    <a:pt x="50" y="8556"/>
                  </a:cubicBezTo>
                  <a:cubicBezTo>
                    <a:pt x="39" y="8574"/>
                    <a:pt x="30" y="8591"/>
                    <a:pt x="22" y="8608"/>
                  </a:cubicBezTo>
                  <a:lnTo>
                    <a:pt x="22" y="8608"/>
                  </a:lnTo>
                  <a:cubicBezTo>
                    <a:pt x="39" y="8580"/>
                    <a:pt x="60" y="8551"/>
                    <a:pt x="80" y="8516"/>
                  </a:cubicBezTo>
                  <a:cubicBezTo>
                    <a:pt x="80" y="8516"/>
                    <a:pt x="80" y="8506"/>
                    <a:pt x="80" y="8506"/>
                  </a:cubicBezTo>
                  <a:close/>
                  <a:moveTo>
                    <a:pt x="22" y="8608"/>
                  </a:moveTo>
                  <a:lnTo>
                    <a:pt x="22" y="8608"/>
                  </a:lnTo>
                  <a:cubicBezTo>
                    <a:pt x="14" y="8621"/>
                    <a:pt x="6" y="8634"/>
                    <a:pt x="0" y="8647"/>
                  </a:cubicBezTo>
                  <a:cubicBezTo>
                    <a:pt x="9" y="8634"/>
                    <a:pt x="15" y="8621"/>
                    <a:pt x="22" y="8608"/>
                  </a:cubicBezTo>
                  <a:close/>
                  <a:moveTo>
                    <a:pt x="23010" y="21867"/>
                  </a:moveTo>
                  <a:cubicBezTo>
                    <a:pt x="22990" y="21897"/>
                    <a:pt x="22970" y="21927"/>
                    <a:pt x="22960" y="21957"/>
                  </a:cubicBezTo>
                  <a:cubicBezTo>
                    <a:pt x="25207" y="22739"/>
                    <a:pt x="27534" y="23371"/>
                    <a:pt x="29801" y="24104"/>
                  </a:cubicBezTo>
                  <a:cubicBezTo>
                    <a:pt x="30463" y="24314"/>
                    <a:pt x="31646" y="24986"/>
                    <a:pt x="32389" y="24986"/>
                  </a:cubicBezTo>
                  <a:cubicBezTo>
                    <a:pt x="32419" y="24986"/>
                    <a:pt x="32449" y="24976"/>
                    <a:pt x="32479" y="24976"/>
                  </a:cubicBezTo>
                  <a:cubicBezTo>
                    <a:pt x="32690" y="24966"/>
                    <a:pt x="55088" y="23211"/>
                    <a:pt x="55088" y="23211"/>
                  </a:cubicBezTo>
                  <a:lnTo>
                    <a:pt x="55078" y="23131"/>
                  </a:lnTo>
                  <a:lnTo>
                    <a:pt x="32539" y="24886"/>
                  </a:lnTo>
                  <a:cubicBezTo>
                    <a:pt x="32539" y="24886"/>
                    <a:pt x="28477" y="23522"/>
                    <a:pt x="23010" y="21867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8" name="Google Shape;3488;p25"/>
            <p:cNvSpPr/>
            <p:nvPr/>
          </p:nvSpPr>
          <p:spPr>
            <a:xfrm>
              <a:off x="4751553" y="320969"/>
              <a:ext cx="4587881" cy="2065040"/>
            </a:xfrm>
            <a:custGeom>
              <a:avLst/>
              <a:gdLst/>
              <a:ahLst/>
              <a:cxnLst/>
              <a:rect l="l" t="t" r="r" b="b"/>
              <a:pathLst>
                <a:path w="55289" h="24886" extrusionOk="0">
                  <a:moveTo>
                    <a:pt x="25709" y="0"/>
                  </a:moveTo>
                  <a:cubicBezTo>
                    <a:pt x="25648" y="111"/>
                    <a:pt x="25588" y="281"/>
                    <a:pt x="25458" y="472"/>
                  </a:cubicBezTo>
                  <a:cubicBezTo>
                    <a:pt x="26130" y="1074"/>
                    <a:pt x="27093" y="2057"/>
                    <a:pt x="27444" y="2297"/>
                  </a:cubicBezTo>
                  <a:cubicBezTo>
                    <a:pt x="28577" y="3050"/>
                    <a:pt x="28587" y="2468"/>
                    <a:pt x="29731" y="3170"/>
                  </a:cubicBezTo>
                  <a:cubicBezTo>
                    <a:pt x="29590" y="2959"/>
                    <a:pt x="29540" y="2819"/>
                    <a:pt x="29410" y="2618"/>
                  </a:cubicBezTo>
                  <a:lnTo>
                    <a:pt x="29410" y="2618"/>
                  </a:lnTo>
                  <a:cubicBezTo>
                    <a:pt x="29962" y="3009"/>
                    <a:pt x="30915" y="3551"/>
                    <a:pt x="31777" y="4023"/>
                  </a:cubicBezTo>
                  <a:cubicBezTo>
                    <a:pt x="31958" y="4053"/>
                    <a:pt x="32078" y="4073"/>
                    <a:pt x="32108" y="4073"/>
                  </a:cubicBezTo>
                  <a:cubicBezTo>
                    <a:pt x="31877" y="3692"/>
                    <a:pt x="31306" y="3581"/>
                    <a:pt x="31175" y="3160"/>
                  </a:cubicBezTo>
                  <a:cubicBezTo>
                    <a:pt x="31075" y="2849"/>
                    <a:pt x="29380" y="1726"/>
                    <a:pt x="29129" y="1525"/>
                  </a:cubicBezTo>
                  <a:cubicBezTo>
                    <a:pt x="28918" y="1364"/>
                    <a:pt x="28708" y="1204"/>
                    <a:pt x="28517" y="1053"/>
                  </a:cubicBezTo>
                  <a:cubicBezTo>
                    <a:pt x="28447" y="1033"/>
                    <a:pt x="28397" y="1033"/>
                    <a:pt x="28357" y="1033"/>
                  </a:cubicBezTo>
                  <a:cubicBezTo>
                    <a:pt x="28246" y="1033"/>
                    <a:pt x="28196" y="1074"/>
                    <a:pt x="28146" y="1114"/>
                  </a:cubicBezTo>
                  <a:cubicBezTo>
                    <a:pt x="28106" y="1164"/>
                    <a:pt x="28076" y="1204"/>
                    <a:pt x="27986" y="1204"/>
                  </a:cubicBezTo>
                  <a:cubicBezTo>
                    <a:pt x="27956" y="1204"/>
                    <a:pt x="27915" y="1194"/>
                    <a:pt x="27855" y="1174"/>
                  </a:cubicBezTo>
                  <a:cubicBezTo>
                    <a:pt x="27253" y="973"/>
                    <a:pt x="26371" y="652"/>
                    <a:pt x="25699" y="20"/>
                  </a:cubicBezTo>
                  <a:cubicBezTo>
                    <a:pt x="25709" y="10"/>
                    <a:pt x="25709" y="0"/>
                    <a:pt x="25709" y="0"/>
                  </a:cubicBezTo>
                  <a:close/>
                  <a:moveTo>
                    <a:pt x="29280" y="5116"/>
                  </a:moveTo>
                  <a:cubicBezTo>
                    <a:pt x="29560" y="5116"/>
                    <a:pt x="30373" y="5437"/>
                    <a:pt x="30373" y="5437"/>
                  </a:cubicBezTo>
                  <a:cubicBezTo>
                    <a:pt x="30854" y="5597"/>
                    <a:pt x="31476" y="5988"/>
                    <a:pt x="31496" y="6179"/>
                  </a:cubicBezTo>
                  <a:cubicBezTo>
                    <a:pt x="31506" y="6229"/>
                    <a:pt x="31466" y="6249"/>
                    <a:pt x="31406" y="6249"/>
                  </a:cubicBezTo>
                  <a:cubicBezTo>
                    <a:pt x="31236" y="6249"/>
                    <a:pt x="30864" y="6109"/>
                    <a:pt x="30513" y="6059"/>
                  </a:cubicBezTo>
                  <a:cubicBezTo>
                    <a:pt x="30032" y="5988"/>
                    <a:pt x="29069" y="5246"/>
                    <a:pt x="29199" y="5136"/>
                  </a:cubicBezTo>
                  <a:cubicBezTo>
                    <a:pt x="29209" y="5126"/>
                    <a:pt x="29239" y="5116"/>
                    <a:pt x="29280" y="5116"/>
                  </a:cubicBezTo>
                  <a:close/>
                  <a:moveTo>
                    <a:pt x="16872" y="4564"/>
                  </a:moveTo>
                  <a:cubicBezTo>
                    <a:pt x="17022" y="4564"/>
                    <a:pt x="17193" y="4624"/>
                    <a:pt x="17363" y="4685"/>
                  </a:cubicBezTo>
                  <a:cubicBezTo>
                    <a:pt x="17524" y="4745"/>
                    <a:pt x="17674" y="4795"/>
                    <a:pt x="17775" y="4795"/>
                  </a:cubicBezTo>
                  <a:cubicBezTo>
                    <a:pt x="17795" y="4795"/>
                    <a:pt x="17825" y="4795"/>
                    <a:pt x="17845" y="4785"/>
                  </a:cubicBezTo>
                  <a:cubicBezTo>
                    <a:pt x="17845" y="4775"/>
                    <a:pt x="17855" y="4775"/>
                    <a:pt x="17865" y="4775"/>
                  </a:cubicBezTo>
                  <a:cubicBezTo>
                    <a:pt x="17995" y="4775"/>
                    <a:pt x="18386" y="5006"/>
                    <a:pt x="18778" y="5236"/>
                  </a:cubicBezTo>
                  <a:cubicBezTo>
                    <a:pt x="19159" y="5467"/>
                    <a:pt x="19540" y="5698"/>
                    <a:pt x="19650" y="5698"/>
                  </a:cubicBezTo>
                  <a:cubicBezTo>
                    <a:pt x="19670" y="5698"/>
                    <a:pt x="19680" y="5688"/>
                    <a:pt x="19670" y="5657"/>
                  </a:cubicBezTo>
                  <a:cubicBezTo>
                    <a:pt x="19660" y="5617"/>
                    <a:pt x="19680" y="5607"/>
                    <a:pt x="19710" y="5607"/>
                  </a:cubicBezTo>
                  <a:cubicBezTo>
                    <a:pt x="19961" y="5607"/>
                    <a:pt x="21195" y="6350"/>
                    <a:pt x="21656" y="6610"/>
                  </a:cubicBezTo>
                  <a:cubicBezTo>
                    <a:pt x="22168" y="6911"/>
                    <a:pt x="22268" y="7012"/>
                    <a:pt x="22148" y="7012"/>
                  </a:cubicBezTo>
                  <a:cubicBezTo>
                    <a:pt x="21957" y="7012"/>
                    <a:pt x="21175" y="6731"/>
                    <a:pt x="20844" y="6640"/>
                  </a:cubicBezTo>
                  <a:cubicBezTo>
                    <a:pt x="20663" y="6590"/>
                    <a:pt x="20513" y="6560"/>
                    <a:pt x="20392" y="6560"/>
                  </a:cubicBezTo>
                  <a:cubicBezTo>
                    <a:pt x="20152" y="6560"/>
                    <a:pt x="20031" y="6661"/>
                    <a:pt x="20122" y="6831"/>
                  </a:cubicBezTo>
                  <a:cubicBezTo>
                    <a:pt x="20132" y="6861"/>
                    <a:pt x="20102" y="6871"/>
                    <a:pt x="20031" y="6871"/>
                  </a:cubicBezTo>
                  <a:cubicBezTo>
                    <a:pt x="19540" y="6871"/>
                    <a:pt x="17323" y="6219"/>
                    <a:pt x="17163" y="5978"/>
                  </a:cubicBezTo>
                  <a:cubicBezTo>
                    <a:pt x="17113" y="5908"/>
                    <a:pt x="17183" y="5888"/>
                    <a:pt x="17293" y="5888"/>
                  </a:cubicBezTo>
                  <a:cubicBezTo>
                    <a:pt x="17423" y="5888"/>
                    <a:pt x="17604" y="5918"/>
                    <a:pt x="17785" y="5938"/>
                  </a:cubicBezTo>
                  <a:cubicBezTo>
                    <a:pt x="17955" y="5968"/>
                    <a:pt x="18116" y="5988"/>
                    <a:pt x="18196" y="5988"/>
                  </a:cubicBezTo>
                  <a:cubicBezTo>
                    <a:pt x="18286" y="5988"/>
                    <a:pt x="18276" y="5958"/>
                    <a:pt x="18075" y="5868"/>
                  </a:cubicBezTo>
                  <a:cubicBezTo>
                    <a:pt x="17333" y="5527"/>
                    <a:pt x="16390" y="4805"/>
                    <a:pt x="16691" y="4614"/>
                  </a:cubicBezTo>
                  <a:cubicBezTo>
                    <a:pt x="16741" y="4574"/>
                    <a:pt x="16802" y="4564"/>
                    <a:pt x="16872" y="4564"/>
                  </a:cubicBezTo>
                  <a:close/>
                  <a:moveTo>
                    <a:pt x="23352" y="6480"/>
                  </a:moveTo>
                  <a:cubicBezTo>
                    <a:pt x="23412" y="6480"/>
                    <a:pt x="23512" y="6510"/>
                    <a:pt x="23683" y="6580"/>
                  </a:cubicBezTo>
                  <a:cubicBezTo>
                    <a:pt x="24826" y="7082"/>
                    <a:pt x="25879" y="7914"/>
                    <a:pt x="25528" y="7914"/>
                  </a:cubicBezTo>
                  <a:cubicBezTo>
                    <a:pt x="25478" y="7914"/>
                    <a:pt x="25408" y="7904"/>
                    <a:pt x="25297" y="7864"/>
                  </a:cubicBezTo>
                  <a:cubicBezTo>
                    <a:pt x="24435" y="7573"/>
                    <a:pt x="23913" y="7473"/>
                    <a:pt x="23121" y="7072"/>
                  </a:cubicBezTo>
                  <a:cubicBezTo>
                    <a:pt x="22629" y="6821"/>
                    <a:pt x="23221" y="6971"/>
                    <a:pt x="23422" y="6861"/>
                  </a:cubicBezTo>
                  <a:cubicBezTo>
                    <a:pt x="23522" y="6811"/>
                    <a:pt x="23181" y="6480"/>
                    <a:pt x="23352" y="6480"/>
                  </a:cubicBezTo>
                  <a:close/>
                  <a:moveTo>
                    <a:pt x="29241" y="5769"/>
                  </a:moveTo>
                  <a:lnTo>
                    <a:pt x="29241" y="5769"/>
                  </a:lnTo>
                  <a:cubicBezTo>
                    <a:pt x="29333" y="5878"/>
                    <a:pt x="29792" y="5898"/>
                    <a:pt x="29932" y="5928"/>
                  </a:cubicBezTo>
                  <a:cubicBezTo>
                    <a:pt x="30082" y="5958"/>
                    <a:pt x="30222" y="5988"/>
                    <a:pt x="30363" y="6049"/>
                  </a:cubicBezTo>
                  <a:cubicBezTo>
                    <a:pt x="30764" y="6209"/>
                    <a:pt x="31095" y="6500"/>
                    <a:pt x="31396" y="6801"/>
                  </a:cubicBezTo>
                  <a:cubicBezTo>
                    <a:pt x="31847" y="6871"/>
                    <a:pt x="32560" y="7082"/>
                    <a:pt x="33171" y="7242"/>
                  </a:cubicBezTo>
                  <a:cubicBezTo>
                    <a:pt x="33553" y="7343"/>
                    <a:pt x="34746" y="7613"/>
                    <a:pt x="35208" y="7654"/>
                  </a:cubicBezTo>
                  <a:cubicBezTo>
                    <a:pt x="35669" y="7684"/>
                    <a:pt x="37234" y="8135"/>
                    <a:pt x="37475" y="8356"/>
                  </a:cubicBezTo>
                  <a:cubicBezTo>
                    <a:pt x="37505" y="8386"/>
                    <a:pt x="37485" y="8406"/>
                    <a:pt x="37424" y="8406"/>
                  </a:cubicBezTo>
                  <a:cubicBezTo>
                    <a:pt x="37254" y="8406"/>
                    <a:pt x="36823" y="8316"/>
                    <a:pt x="36341" y="8225"/>
                  </a:cubicBezTo>
                  <a:cubicBezTo>
                    <a:pt x="35860" y="8135"/>
                    <a:pt x="35338" y="8045"/>
                    <a:pt x="34997" y="8045"/>
                  </a:cubicBezTo>
                  <a:cubicBezTo>
                    <a:pt x="34937" y="8045"/>
                    <a:pt x="34887" y="8055"/>
                    <a:pt x="34836" y="8055"/>
                  </a:cubicBezTo>
                  <a:cubicBezTo>
                    <a:pt x="34726" y="8075"/>
                    <a:pt x="34606" y="8085"/>
                    <a:pt x="34485" y="8085"/>
                  </a:cubicBezTo>
                  <a:cubicBezTo>
                    <a:pt x="33853" y="8085"/>
                    <a:pt x="33101" y="7894"/>
                    <a:pt x="32560" y="7654"/>
                  </a:cubicBezTo>
                  <a:cubicBezTo>
                    <a:pt x="31928" y="7363"/>
                    <a:pt x="30945" y="6781"/>
                    <a:pt x="31256" y="6781"/>
                  </a:cubicBezTo>
                  <a:lnTo>
                    <a:pt x="31296" y="6781"/>
                  </a:lnTo>
                  <a:cubicBezTo>
                    <a:pt x="31035" y="6681"/>
                    <a:pt x="30774" y="6590"/>
                    <a:pt x="30503" y="6490"/>
                  </a:cubicBezTo>
                  <a:cubicBezTo>
                    <a:pt x="30393" y="6450"/>
                    <a:pt x="30273" y="6400"/>
                    <a:pt x="30162" y="6360"/>
                  </a:cubicBezTo>
                  <a:cubicBezTo>
                    <a:pt x="30032" y="6309"/>
                    <a:pt x="29901" y="6259"/>
                    <a:pt x="29781" y="6199"/>
                  </a:cubicBezTo>
                  <a:cubicBezTo>
                    <a:pt x="29571" y="6089"/>
                    <a:pt x="29391" y="5949"/>
                    <a:pt x="29241" y="5769"/>
                  </a:cubicBezTo>
                  <a:close/>
                  <a:moveTo>
                    <a:pt x="2949" y="8616"/>
                  </a:moveTo>
                  <a:cubicBezTo>
                    <a:pt x="3080" y="8616"/>
                    <a:pt x="3220" y="8647"/>
                    <a:pt x="3371" y="8717"/>
                  </a:cubicBezTo>
                  <a:cubicBezTo>
                    <a:pt x="4314" y="9178"/>
                    <a:pt x="6390" y="9941"/>
                    <a:pt x="5808" y="9941"/>
                  </a:cubicBezTo>
                  <a:cubicBezTo>
                    <a:pt x="5778" y="9941"/>
                    <a:pt x="5738" y="9941"/>
                    <a:pt x="5698" y="9930"/>
                  </a:cubicBezTo>
                  <a:cubicBezTo>
                    <a:pt x="4915" y="9860"/>
                    <a:pt x="4203" y="9620"/>
                    <a:pt x="3652" y="9620"/>
                  </a:cubicBezTo>
                  <a:cubicBezTo>
                    <a:pt x="3551" y="9620"/>
                    <a:pt x="3451" y="9630"/>
                    <a:pt x="3371" y="9640"/>
                  </a:cubicBezTo>
                  <a:cubicBezTo>
                    <a:pt x="3321" y="9650"/>
                    <a:pt x="3270" y="9660"/>
                    <a:pt x="3230" y="9660"/>
                  </a:cubicBezTo>
                  <a:cubicBezTo>
                    <a:pt x="3070" y="9660"/>
                    <a:pt x="3020" y="9569"/>
                    <a:pt x="2969" y="9479"/>
                  </a:cubicBezTo>
                  <a:cubicBezTo>
                    <a:pt x="2919" y="9389"/>
                    <a:pt x="2869" y="9299"/>
                    <a:pt x="2679" y="9299"/>
                  </a:cubicBezTo>
                  <a:cubicBezTo>
                    <a:pt x="2618" y="9299"/>
                    <a:pt x="2548" y="9309"/>
                    <a:pt x="2458" y="9329"/>
                  </a:cubicBezTo>
                  <a:cubicBezTo>
                    <a:pt x="2097" y="9419"/>
                    <a:pt x="1716" y="9479"/>
                    <a:pt x="1515" y="9479"/>
                  </a:cubicBezTo>
                  <a:cubicBezTo>
                    <a:pt x="1314" y="9479"/>
                    <a:pt x="1284" y="9419"/>
                    <a:pt x="1565" y="9268"/>
                  </a:cubicBezTo>
                  <a:cubicBezTo>
                    <a:pt x="2147" y="8958"/>
                    <a:pt x="1956" y="9098"/>
                    <a:pt x="2247" y="8887"/>
                  </a:cubicBezTo>
                  <a:cubicBezTo>
                    <a:pt x="2438" y="8747"/>
                    <a:pt x="2679" y="8616"/>
                    <a:pt x="2949" y="8616"/>
                  </a:cubicBezTo>
                  <a:close/>
                  <a:moveTo>
                    <a:pt x="23512" y="2729"/>
                  </a:moveTo>
                  <a:cubicBezTo>
                    <a:pt x="23512" y="2729"/>
                    <a:pt x="23502" y="2739"/>
                    <a:pt x="23502" y="2739"/>
                  </a:cubicBezTo>
                  <a:cubicBezTo>
                    <a:pt x="23482" y="2779"/>
                    <a:pt x="23452" y="2819"/>
                    <a:pt x="23412" y="2859"/>
                  </a:cubicBezTo>
                  <a:cubicBezTo>
                    <a:pt x="23191" y="3120"/>
                    <a:pt x="23151" y="3240"/>
                    <a:pt x="22940" y="3421"/>
                  </a:cubicBezTo>
                  <a:cubicBezTo>
                    <a:pt x="22820" y="3601"/>
                    <a:pt x="22800" y="3952"/>
                    <a:pt x="22720" y="4203"/>
                  </a:cubicBezTo>
                  <a:cubicBezTo>
                    <a:pt x="23151" y="4534"/>
                    <a:pt x="23592" y="4875"/>
                    <a:pt x="23693" y="4935"/>
                  </a:cubicBezTo>
                  <a:cubicBezTo>
                    <a:pt x="23703" y="4945"/>
                    <a:pt x="23713" y="4945"/>
                    <a:pt x="23713" y="4945"/>
                  </a:cubicBezTo>
                  <a:cubicBezTo>
                    <a:pt x="23753" y="4945"/>
                    <a:pt x="23582" y="4725"/>
                    <a:pt x="23402" y="4504"/>
                  </a:cubicBezTo>
                  <a:cubicBezTo>
                    <a:pt x="23231" y="4293"/>
                    <a:pt x="23051" y="4073"/>
                    <a:pt x="23091" y="4073"/>
                  </a:cubicBezTo>
                  <a:lnTo>
                    <a:pt x="23091" y="4073"/>
                  </a:lnTo>
                  <a:cubicBezTo>
                    <a:pt x="23091" y="4073"/>
                    <a:pt x="23101" y="4073"/>
                    <a:pt x="23111" y="4083"/>
                  </a:cubicBezTo>
                  <a:cubicBezTo>
                    <a:pt x="24475" y="5036"/>
                    <a:pt x="26150" y="6249"/>
                    <a:pt x="27554" y="7423"/>
                  </a:cubicBezTo>
                  <a:cubicBezTo>
                    <a:pt x="26250" y="7022"/>
                    <a:pt x="25277" y="6179"/>
                    <a:pt x="23993" y="5708"/>
                  </a:cubicBezTo>
                  <a:cubicBezTo>
                    <a:pt x="23713" y="5607"/>
                    <a:pt x="22379" y="4975"/>
                    <a:pt x="21476" y="4554"/>
                  </a:cubicBezTo>
                  <a:cubicBezTo>
                    <a:pt x="21355" y="4614"/>
                    <a:pt x="21235" y="4685"/>
                    <a:pt x="21115" y="4705"/>
                  </a:cubicBezTo>
                  <a:cubicBezTo>
                    <a:pt x="21175" y="4755"/>
                    <a:pt x="21235" y="4815"/>
                    <a:pt x="21295" y="4865"/>
                  </a:cubicBezTo>
                  <a:cubicBezTo>
                    <a:pt x="21686" y="5216"/>
                    <a:pt x="22078" y="5557"/>
                    <a:pt x="22007" y="5557"/>
                  </a:cubicBezTo>
                  <a:cubicBezTo>
                    <a:pt x="21977" y="5557"/>
                    <a:pt x="21897" y="5517"/>
                    <a:pt x="21737" y="5427"/>
                  </a:cubicBezTo>
                  <a:cubicBezTo>
                    <a:pt x="21626" y="5357"/>
                    <a:pt x="19891" y="4584"/>
                    <a:pt x="19761" y="4524"/>
                  </a:cubicBezTo>
                  <a:cubicBezTo>
                    <a:pt x="19660" y="4484"/>
                    <a:pt x="19590" y="4464"/>
                    <a:pt x="19540" y="4464"/>
                  </a:cubicBezTo>
                  <a:cubicBezTo>
                    <a:pt x="19460" y="4464"/>
                    <a:pt x="19450" y="4514"/>
                    <a:pt x="19460" y="4574"/>
                  </a:cubicBezTo>
                  <a:cubicBezTo>
                    <a:pt x="19460" y="4634"/>
                    <a:pt x="19470" y="4695"/>
                    <a:pt x="19420" y="4695"/>
                  </a:cubicBezTo>
                  <a:cubicBezTo>
                    <a:pt x="19389" y="4695"/>
                    <a:pt x="19339" y="4674"/>
                    <a:pt x="19259" y="4624"/>
                  </a:cubicBezTo>
                  <a:cubicBezTo>
                    <a:pt x="18838" y="4384"/>
                    <a:pt x="18095" y="4063"/>
                    <a:pt x="17373" y="3692"/>
                  </a:cubicBezTo>
                  <a:cubicBezTo>
                    <a:pt x="17293" y="3661"/>
                    <a:pt x="17223" y="3641"/>
                    <a:pt x="17153" y="3641"/>
                  </a:cubicBezTo>
                  <a:cubicBezTo>
                    <a:pt x="16922" y="3641"/>
                    <a:pt x="16711" y="3832"/>
                    <a:pt x="16491" y="4023"/>
                  </a:cubicBezTo>
                  <a:cubicBezTo>
                    <a:pt x="16270" y="4213"/>
                    <a:pt x="16039" y="4404"/>
                    <a:pt x="15738" y="4404"/>
                  </a:cubicBezTo>
                  <a:cubicBezTo>
                    <a:pt x="15678" y="4404"/>
                    <a:pt x="15608" y="4394"/>
                    <a:pt x="15538" y="4374"/>
                  </a:cubicBezTo>
                  <a:cubicBezTo>
                    <a:pt x="15297" y="4624"/>
                    <a:pt x="15066" y="4835"/>
                    <a:pt x="14906" y="4935"/>
                  </a:cubicBezTo>
                  <a:cubicBezTo>
                    <a:pt x="14474" y="5186"/>
                    <a:pt x="14244" y="5326"/>
                    <a:pt x="13833" y="5668"/>
                  </a:cubicBezTo>
                  <a:cubicBezTo>
                    <a:pt x="13742" y="5808"/>
                    <a:pt x="13742" y="5878"/>
                    <a:pt x="13822" y="5878"/>
                  </a:cubicBezTo>
                  <a:cubicBezTo>
                    <a:pt x="13913" y="5878"/>
                    <a:pt x="14133" y="5768"/>
                    <a:pt x="14454" y="5527"/>
                  </a:cubicBezTo>
                  <a:cubicBezTo>
                    <a:pt x="15016" y="5106"/>
                    <a:pt x="15417" y="4845"/>
                    <a:pt x="15558" y="4845"/>
                  </a:cubicBezTo>
                  <a:cubicBezTo>
                    <a:pt x="15638" y="4845"/>
                    <a:pt x="15628" y="4925"/>
                    <a:pt x="15538" y="5106"/>
                  </a:cubicBezTo>
                  <a:cubicBezTo>
                    <a:pt x="15257" y="5587"/>
                    <a:pt x="14264" y="6390"/>
                    <a:pt x="14103" y="6831"/>
                  </a:cubicBezTo>
                  <a:cubicBezTo>
                    <a:pt x="14023" y="7057"/>
                    <a:pt x="13790" y="7059"/>
                    <a:pt x="13470" y="7059"/>
                  </a:cubicBezTo>
                  <a:cubicBezTo>
                    <a:pt x="13463" y="7059"/>
                    <a:pt x="13456" y="7059"/>
                    <a:pt x="13448" y="7059"/>
                  </a:cubicBezTo>
                  <a:cubicBezTo>
                    <a:pt x="13132" y="7059"/>
                    <a:pt x="12735" y="7062"/>
                    <a:pt x="12318" y="7272"/>
                  </a:cubicBezTo>
                  <a:cubicBezTo>
                    <a:pt x="11917" y="7473"/>
                    <a:pt x="11566" y="7613"/>
                    <a:pt x="11385" y="7613"/>
                  </a:cubicBezTo>
                  <a:cubicBezTo>
                    <a:pt x="11225" y="7613"/>
                    <a:pt x="11215" y="7483"/>
                    <a:pt x="11475" y="7182"/>
                  </a:cubicBezTo>
                  <a:lnTo>
                    <a:pt x="11475" y="7182"/>
                  </a:lnTo>
                  <a:cubicBezTo>
                    <a:pt x="11084" y="7403"/>
                    <a:pt x="10091" y="7383"/>
                    <a:pt x="9780" y="7623"/>
                  </a:cubicBezTo>
                  <a:cubicBezTo>
                    <a:pt x="9600" y="7764"/>
                    <a:pt x="9379" y="7874"/>
                    <a:pt x="9178" y="7924"/>
                  </a:cubicBezTo>
                  <a:cubicBezTo>
                    <a:pt x="10001" y="8386"/>
                    <a:pt x="11335" y="8958"/>
                    <a:pt x="12819" y="9670"/>
                  </a:cubicBezTo>
                  <a:cubicBezTo>
                    <a:pt x="13913" y="10121"/>
                    <a:pt x="14926" y="10512"/>
                    <a:pt x="15317" y="10623"/>
                  </a:cubicBezTo>
                  <a:cubicBezTo>
                    <a:pt x="15467" y="10663"/>
                    <a:pt x="15628" y="10723"/>
                    <a:pt x="15768" y="10803"/>
                  </a:cubicBezTo>
                  <a:cubicBezTo>
                    <a:pt x="16220" y="11084"/>
                    <a:pt x="14234" y="11375"/>
                    <a:pt x="12819" y="11375"/>
                  </a:cubicBezTo>
                  <a:cubicBezTo>
                    <a:pt x="12188" y="11375"/>
                    <a:pt x="11676" y="11315"/>
                    <a:pt x="11536" y="11174"/>
                  </a:cubicBezTo>
                  <a:cubicBezTo>
                    <a:pt x="11465" y="11104"/>
                    <a:pt x="11405" y="11014"/>
                    <a:pt x="11325" y="10974"/>
                  </a:cubicBezTo>
                  <a:cubicBezTo>
                    <a:pt x="11265" y="10944"/>
                    <a:pt x="11205" y="10924"/>
                    <a:pt x="11144" y="10924"/>
                  </a:cubicBezTo>
                  <a:cubicBezTo>
                    <a:pt x="11014" y="10924"/>
                    <a:pt x="10884" y="10984"/>
                    <a:pt x="10753" y="11014"/>
                  </a:cubicBezTo>
                  <a:cubicBezTo>
                    <a:pt x="10623" y="11044"/>
                    <a:pt x="10502" y="11054"/>
                    <a:pt x="10392" y="11054"/>
                  </a:cubicBezTo>
                  <a:cubicBezTo>
                    <a:pt x="10011" y="11054"/>
                    <a:pt x="9680" y="10893"/>
                    <a:pt x="9369" y="10623"/>
                  </a:cubicBezTo>
                  <a:cubicBezTo>
                    <a:pt x="8687" y="10001"/>
                    <a:pt x="6891" y="9870"/>
                    <a:pt x="6831" y="9830"/>
                  </a:cubicBezTo>
                  <a:cubicBezTo>
                    <a:pt x="6651" y="9690"/>
                    <a:pt x="5628" y="8556"/>
                    <a:pt x="5427" y="8456"/>
                  </a:cubicBezTo>
                  <a:cubicBezTo>
                    <a:pt x="5317" y="8396"/>
                    <a:pt x="5196" y="8346"/>
                    <a:pt x="5066" y="8346"/>
                  </a:cubicBezTo>
                  <a:lnTo>
                    <a:pt x="5036" y="8346"/>
                  </a:lnTo>
                  <a:cubicBezTo>
                    <a:pt x="4925" y="8346"/>
                    <a:pt x="4003" y="7854"/>
                    <a:pt x="3451" y="7583"/>
                  </a:cubicBezTo>
                  <a:cubicBezTo>
                    <a:pt x="3341" y="7523"/>
                    <a:pt x="3290" y="7503"/>
                    <a:pt x="3270" y="7503"/>
                  </a:cubicBezTo>
                  <a:cubicBezTo>
                    <a:pt x="3190" y="7503"/>
                    <a:pt x="3521" y="7774"/>
                    <a:pt x="3310" y="7824"/>
                  </a:cubicBezTo>
                  <a:lnTo>
                    <a:pt x="3300" y="7824"/>
                  </a:lnTo>
                  <a:cubicBezTo>
                    <a:pt x="3230" y="7824"/>
                    <a:pt x="2990" y="7694"/>
                    <a:pt x="2759" y="7563"/>
                  </a:cubicBezTo>
                  <a:cubicBezTo>
                    <a:pt x="2729" y="7543"/>
                    <a:pt x="2699" y="7523"/>
                    <a:pt x="2669" y="7513"/>
                  </a:cubicBezTo>
                  <a:cubicBezTo>
                    <a:pt x="2638" y="7523"/>
                    <a:pt x="2598" y="7533"/>
                    <a:pt x="2558" y="7553"/>
                  </a:cubicBezTo>
                  <a:cubicBezTo>
                    <a:pt x="2478" y="7573"/>
                    <a:pt x="1655" y="7774"/>
                    <a:pt x="1385" y="7804"/>
                  </a:cubicBezTo>
                  <a:cubicBezTo>
                    <a:pt x="1304" y="7874"/>
                    <a:pt x="1204" y="7954"/>
                    <a:pt x="1144" y="7995"/>
                  </a:cubicBezTo>
                  <a:cubicBezTo>
                    <a:pt x="1064" y="8065"/>
                    <a:pt x="1064" y="8065"/>
                    <a:pt x="1254" y="8125"/>
                  </a:cubicBezTo>
                  <a:cubicBezTo>
                    <a:pt x="1415" y="8185"/>
                    <a:pt x="1114" y="8406"/>
                    <a:pt x="933" y="8406"/>
                  </a:cubicBezTo>
                  <a:lnTo>
                    <a:pt x="883" y="8406"/>
                  </a:lnTo>
                  <a:cubicBezTo>
                    <a:pt x="793" y="8376"/>
                    <a:pt x="693" y="8356"/>
                    <a:pt x="602" y="8356"/>
                  </a:cubicBezTo>
                  <a:cubicBezTo>
                    <a:pt x="502" y="8356"/>
                    <a:pt x="412" y="8376"/>
                    <a:pt x="362" y="8436"/>
                  </a:cubicBezTo>
                  <a:cubicBezTo>
                    <a:pt x="331" y="8466"/>
                    <a:pt x="311" y="8486"/>
                    <a:pt x="291" y="8506"/>
                  </a:cubicBezTo>
                  <a:cubicBezTo>
                    <a:pt x="291" y="8506"/>
                    <a:pt x="291" y="8516"/>
                    <a:pt x="291" y="8516"/>
                  </a:cubicBezTo>
                  <a:cubicBezTo>
                    <a:pt x="261" y="8566"/>
                    <a:pt x="231" y="8606"/>
                    <a:pt x="211" y="8647"/>
                  </a:cubicBezTo>
                  <a:cubicBezTo>
                    <a:pt x="121" y="8787"/>
                    <a:pt x="61" y="8857"/>
                    <a:pt x="0" y="8887"/>
                  </a:cubicBezTo>
                  <a:cubicBezTo>
                    <a:pt x="422" y="9118"/>
                    <a:pt x="592" y="9208"/>
                    <a:pt x="472" y="9208"/>
                  </a:cubicBezTo>
                  <a:cubicBezTo>
                    <a:pt x="442" y="9208"/>
                    <a:pt x="392" y="9198"/>
                    <a:pt x="321" y="9188"/>
                  </a:cubicBezTo>
                  <a:lnTo>
                    <a:pt x="321" y="9188"/>
                  </a:lnTo>
                  <a:cubicBezTo>
                    <a:pt x="351" y="9208"/>
                    <a:pt x="372" y="9218"/>
                    <a:pt x="392" y="9228"/>
                  </a:cubicBezTo>
                  <a:cubicBezTo>
                    <a:pt x="442" y="9258"/>
                    <a:pt x="1013" y="9620"/>
                    <a:pt x="1204" y="9720"/>
                  </a:cubicBezTo>
                  <a:cubicBezTo>
                    <a:pt x="1385" y="9820"/>
                    <a:pt x="2177" y="10051"/>
                    <a:pt x="2388" y="10171"/>
                  </a:cubicBezTo>
                  <a:cubicBezTo>
                    <a:pt x="2458" y="10211"/>
                    <a:pt x="2508" y="10221"/>
                    <a:pt x="2538" y="10221"/>
                  </a:cubicBezTo>
                  <a:cubicBezTo>
                    <a:pt x="2578" y="10221"/>
                    <a:pt x="2578" y="10181"/>
                    <a:pt x="2568" y="10141"/>
                  </a:cubicBezTo>
                  <a:cubicBezTo>
                    <a:pt x="2558" y="10091"/>
                    <a:pt x="2548" y="10051"/>
                    <a:pt x="2578" y="10051"/>
                  </a:cubicBezTo>
                  <a:lnTo>
                    <a:pt x="2598" y="10051"/>
                  </a:lnTo>
                  <a:cubicBezTo>
                    <a:pt x="3331" y="10402"/>
                    <a:pt x="3020" y="10211"/>
                    <a:pt x="3652" y="10733"/>
                  </a:cubicBezTo>
                  <a:cubicBezTo>
                    <a:pt x="5407" y="12197"/>
                    <a:pt x="6570" y="14695"/>
                    <a:pt x="6510" y="14765"/>
                  </a:cubicBezTo>
                  <a:cubicBezTo>
                    <a:pt x="6420" y="14855"/>
                    <a:pt x="6290" y="14886"/>
                    <a:pt x="6179" y="14936"/>
                  </a:cubicBezTo>
                  <a:cubicBezTo>
                    <a:pt x="5938" y="15046"/>
                    <a:pt x="5758" y="15257"/>
                    <a:pt x="5597" y="15467"/>
                  </a:cubicBezTo>
                  <a:cubicBezTo>
                    <a:pt x="5387" y="15718"/>
                    <a:pt x="5176" y="16049"/>
                    <a:pt x="5297" y="16350"/>
                  </a:cubicBezTo>
                  <a:cubicBezTo>
                    <a:pt x="5367" y="16531"/>
                    <a:pt x="5537" y="16641"/>
                    <a:pt x="5718" y="16731"/>
                  </a:cubicBezTo>
                  <a:cubicBezTo>
                    <a:pt x="6370" y="17052"/>
                    <a:pt x="7102" y="17032"/>
                    <a:pt x="7744" y="17353"/>
                  </a:cubicBezTo>
                  <a:cubicBezTo>
                    <a:pt x="7914" y="17443"/>
                    <a:pt x="8105" y="17473"/>
                    <a:pt x="8296" y="17473"/>
                  </a:cubicBezTo>
                  <a:cubicBezTo>
                    <a:pt x="8577" y="17473"/>
                    <a:pt x="8857" y="17413"/>
                    <a:pt x="9118" y="17403"/>
                  </a:cubicBezTo>
                  <a:cubicBezTo>
                    <a:pt x="9700" y="17363"/>
                    <a:pt x="10332" y="16862"/>
                    <a:pt x="10863" y="16641"/>
                  </a:cubicBezTo>
                  <a:cubicBezTo>
                    <a:pt x="11596" y="16330"/>
                    <a:pt x="12328" y="16029"/>
                    <a:pt x="13070" y="15718"/>
                  </a:cubicBezTo>
                  <a:lnTo>
                    <a:pt x="17363" y="13933"/>
                  </a:lnTo>
                  <a:cubicBezTo>
                    <a:pt x="18065" y="13642"/>
                    <a:pt x="18768" y="13351"/>
                    <a:pt x="19480" y="13070"/>
                  </a:cubicBezTo>
                  <a:cubicBezTo>
                    <a:pt x="19831" y="12940"/>
                    <a:pt x="20413" y="12589"/>
                    <a:pt x="20844" y="12589"/>
                  </a:cubicBezTo>
                  <a:cubicBezTo>
                    <a:pt x="20924" y="12589"/>
                    <a:pt x="21004" y="12609"/>
                    <a:pt x="21075" y="12639"/>
                  </a:cubicBezTo>
                  <a:cubicBezTo>
                    <a:pt x="20884" y="12759"/>
                    <a:pt x="20663" y="12869"/>
                    <a:pt x="20453" y="12970"/>
                  </a:cubicBezTo>
                  <a:cubicBezTo>
                    <a:pt x="19590" y="13371"/>
                    <a:pt x="18758" y="13682"/>
                    <a:pt x="17925" y="14173"/>
                  </a:cubicBezTo>
                  <a:cubicBezTo>
                    <a:pt x="17002" y="14725"/>
                    <a:pt x="16099" y="15287"/>
                    <a:pt x="15207" y="15879"/>
                  </a:cubicBezTo>
                  <a:cubicBezTo>
                    <a:pt x="14826" y="16139"/>
                    <a:pt x="14444" y="16390"/>
                    <a:pt x="14013" y="16541"/>
                  </a:cubicBezTo>
                  <a:cubicBezTo>
                    <a:pt x="13833" y="16611"/>
                    <a:pt x="13632" y="16651"/>
                    <a:pt x="13471" y="16761"/>
                  </a:cubicBezTo>
                  <a:cubicBezTo>
                    <a:pt x="13181" y="16952"/>
                    <a:pt x="13030" y="17303"/>
                    <a:pt x="12729" y="17493"/>
                  </a:cubicBezTo>
                  <a:cubicBezTo>
                    <a:pt x="12458" y="17674"/>
                    <a:pt x="12097" y="17684"/>
                    <a:pt x="11846" y="17915"/>
                  </a:cubicBezTo>
                  <a:cubicBezTo>
                    <a:pt x="11766" y="17985"/>
                    <a:pt x="11656" y="18065"/>
                    <a:pt x="11626" y="18166"/>
                  </a:cubicBezTo>
                  <a:cubicBezTo>
                    <a:pt x="11756" y="18166"/>
                    <a:pt x="11796" y="18266"/>
                    <a:pt x="11887" y="18336"/>
                  </a:cubicBezTo>
                  <a:cubicBezTo>
                    <a:pt x="11997" y="18426"/>
                    <a:pt x="12198" y="18426"/>
                    <a:pt x="12338" y="18446"/>
                  </a:cubicBezTo>
                  <a:cubicBezTo>
                    <a:pt x="12980" y="18527"/>
                    <a:pt x="13592" y="18647"/>
                    <a:pt x="14174" y="18958"/>
                  </a:cubicBezTo>
                  <a:cubicBezTo>
                    <a:pt x="14294" y="19018"/>
                    <a:pt x="14414" y="19088"/>
                    <a:pt x="14545" y="19108"/>
                  </a:cubicBezTo>
                  <a:lnTo>
                    <a:pt x="14555" y="19118"/>
                  </a:lnTo>
                  <a:lnTo>
                    <a:pt x="14645" y="19118"/>
                  </a:lnTo>
                  <a:cubicBezTo>
                    <a:pt x="14705" y="19118"/>
                    <a:pt x="14765" y="19108"/>
                    <a:pt x="14836" y="19098"/>
                  </a:cubicBezTo>
                  <a:cubicBezTo>
                    <a:pt x="15929" y="18928"/>
                    <a:pt x="16912" y="18246"/>
                    <a:pt x="17955" y="17895"/>
                  </a:cubicBezTo>
                  <a:cubicBezTo>
                    <a:pt x="20182" y="17142"/>
                    <a:pt x="22479" y="16852"/>
                    <a:pt x="24796" y="16420"/>
                  </a:cubicBezTo>
                  <a:cubicBezTo>
                    <a:pt x="25237" y="16340"/>
                    <a:pt x="25689" y="16250"/>
                    <a:pt x="26100" y="16049"/>
                  </a:cubicBezTo>
                  <a:cubicBezTo>
                    <a:pt x="26531" y="15838"/>
                    <a:pt x="26892" y="15517"/>
                    <a:pt x="27294" y="15257"/>
                  </a:cubicBezTo>
                  <a:cubicBezTo>
                    <a:pt x="28036" y="14775"/>
                    <a:pt x="29009" y="14364"/>
                    <a:pt x="29881" y="14244"/>
                  </a:cubicBezTo>
                  <a:lnTo>
                    <a:pt x="29881" y="14244"/>
                  </a:lnTo>
                  <a:cubicBezTo>
                    <a:pt x="29711" y="14565"/>
                    <a:pt x="29370" y="14876"/>
                    <a:pt x="29069" y="15106"/>
                  </a:cubicBezTo>
                  <a:cubicBezTo>
                    <a:pt x="28517" y="15517"/>
                    <a:pt x="28096" y="15879"/>
                    <a:pt x="27594" y="16360"/>
                  </a:cubicBezTo>
                  <a:cubicBezTo>
                    <a:pt x="27454" y="16480"/>
                    <a:pt x="27304" y="16591"/>
                    <a:pt x="27213" y="16751"/>
                  </a:cubicBezTo>
                  <a:cubicBezTo>
                    <a:pt x="27133" y="16892"/>
                    <a:pt x="27123" y="17062"/>
                    <a:pt x="27043" y="17203"/>
                  </a:cubicBezTo>
                  <a:cubicBezTo>
                    <a:pt x="26752" y="17764"/>
                    <a:pt x="25097" y="18326"/>
                    <a:pt x="24525" y="18527"/>
                  </a:cubicBezTo>
                  <a:cubicBezTo>
                    <a:pt x="24184" y="18637"/>
                    <a:pt x="23843" y="18747"/>
                    <a:pt x="23502" y="18858"/>
                  </a:cubicBezTo>
                  <a:cubicBezTo>
                    <a:pt x="23432" y="18888"/>
                    <a:pt x="22248" y="19329"/>
                    <a:pt x="22449" y="19550"/>
                  </a:cubicBezTo>
                  <a:cubicBezTo>
                    <a:pt x="22539" y="19560"/>
                    <a:pt x="22639" y="19560"/>
                    <a:pt x="22730" y="19560"/>
                  </a:cubicBezTo>
                  <a:cubicBezTo>
                    <a:pt x="22860" y="19560"/>
                    <a:pt x="22990" y="19560"/>
                    <a:pt x="23111" y="19540"/>
                  </a:cubicBezTo>
                  <a:cubicBezTo>
                    <a:pt x="24214" y="19419"/>
                    <a:pt x="25578" y="18707"/>
                    <a:pt x="26601" y="18276"/>
                  </a:cubicBezTo>
                  <a:cubicBezTo>
                    <a:pt x="27494" y="17895"/>
                    <a:pt x="28437" y="17193"/>
                    <a:pt x="29350" y="16962"/>
                  </a:cubicBezTo>
                  <a:lnTo>
                    <a:pt x="29350" y="16962"/>
                  </a:lnTo>
                  <a:cubicBezTo>
                    <a:pt x="29049" y="17483"/>
                    <a:pt x="28497" y="17604"/>
                    <a:pt x="28026" y="17915"/>
                  </a:cubicBezTo>
                  <a:cubicBezTo>
                    <a:pt x="27544" y="18246"/>
                    <a:pt x="27143" y="18667"/>
                    <a:pt x="26742" y="19078"/>
                  </a:cubicBezTo>
                  <a:cubicBezTo>
                    <a:pt x="26160" y="19660"/>
                    <a:pt x="25558" y="20232"/>
                    <a:pt x="24876" y="20693"/>
                  </a:cubicBezTo>
                  <a:cubicBezTo>
                    <a:pt x="24375" y="21014"/>
                    <a:pt x="23542" y="21335"/>
                    <a:pt x="23221" y="21867"/>
                  </a:cubicBezTo>
                  <a:cubicBezTo>
                    <a:pt x="28688" y="23522"/>
                    <a:pt x="32750" y="24886"/>
                    <a:pt x="32750" y="24886"/>
                  </a:cubicBezTo>
                  <a:lnTo>
                    <a:pt x="55289" y="23131"/>
                  </a:lnTo>
                  <a:lnTo>
                    <a:pt x="54306" y="14244"/>
                  </a:lnTo>
                  <a:cubicBezTo>
                    <a:pt x="54276" y="14224"/>
                    <a:pt x="54256" y="14214"/>
                    <a:pt x="54226" y="14193"/>
                  </a:cubicBezTo>
                  <a:cubicBezTo>
                    <a:pt x="54015" y="14073"/>
                    <a:pt x="53634" y="14203"/>
                    <a:pt x="53453" y="14053"/>
                  </a:cubicBezTo>
                  <a:cubicBezTo>
                    <a:pt x="52270" y="13120"/>
                    <a:pt x="51718" y="11636"/>
                    <a:pt x="49973" y="11495"/>
                  </a:cubicBezTo>
                  <a:cubicBezTo>
                    <a:pt x="49822" y="11485"/>
                    <a:pt x="49672" y="11485"/>
                    <a:pt x="49541" y="11415"/>
                  </a:cubicBezTo>
                  <a:cubicBezTo>
                    <a:pt x="49451" y="11355"/>
                    <a:pt x="49381" y="11275"/>
                    <a:pt x="49311" y="11194"/>
                  </a:cubicBezTo>
                  <a:cubicBezTo>
                    <a:pt x="48618" y="10382"/>
                    <a:pt x="47676" y="9790"/>
                    <a:pt x="46642" y="9519"/>
                  </a:cubicBezTo>
                  <a:cubicBezTo>
                    <a:pt x="46231" y="9409"/>
                    <a:pt x="45589" y="9208"/>
                    <a:pt x="45178" y="9078"/>
                  </a:cubicBezTo>
                  <a:cubicBezTo>
                    <a:pt x="44225" y="8807"/>
                    <a:pt x="43433" y="8376"/>
                    <a:pt x="42680" y="7814"/>
                  </a:cubicBezTo>
                  <a:cubicBezTo>
                    <a:pt x="42610" y="7764"/>
                    <a:pt x="42620" y="7744"/>
                    <a:pt x="42680" y="7744"/>
                  </a:cubicBezTo>
                  <a:cubicBezTo>
                    <a:pt x="42891" y="7744"/>
                    <a:pt x="43683" y="7975"/>
                    <a:pt x="43944" y="8085"/>
                  </a:cubicBezTo>
                  <a:cubicBezTo>
                    <a:pt x="44095" y="8145"/>
                    <a:pt x="44175" y="8165"/>
                    <a:pt x="44215" y="8165"/>
                  </a:cubicBezTo>
                  <a:cubicBezTo>
                    <a:pt x="44335" y="8165"/>
                    <a:pt x="43653" y="7764"/>
                    <a:pt x="42821" y="7353"/>
                  </a:cubicBezTo>
                  <a:cubicBezTo>
                    <a:pt x="41988" y="6951"/>
                    <a:pt x="41005" y="6540"/>
                    <a:pt x="40544" y="6540"/>
                  </a:cubicBezTo>
                  <a:cubicBezTo>
                    <a:pt x="40464" y="6540"/>
                    <a:pt x="40403" y="6550"/>
                    <a:pt x="40353" y="6580"/>
                  </a:cubicBezTo>
                  <a:cubicBezTo>
                    <a:pt x="40133" y="6721"/>
                    <a:pt x="40724" y="7092"/>
                    <a:pt x="40925" y="7262"/>
                  </a:cubicBezTo>
                  <a:cubicBezTo>
                    <a:pt x="41487" y="7754"/>
                    <a:pt x="41487" y="8045"/>
                    <a:pt x="41176" y="8045"/>
                  </a:cubicBezTo>
                  <a:cubicBezTo>
                    <a:pt x="41075" y="8045"/>
                    <a:pt x="40955" y="8015"/>
                    <a:pt x="40815" y="7965"/>
                  </a:cubicBezTo>
                  <a:cubicBezTo>
                    <a:pt x="40484" y="7844"/>
                    <a:pt x="39350" y="7433"/>
                    <a:pt x="38869" y="7433"/>
                  </a:cubicBezTo>
                  <a:lnTo>
                    <a:pt x="38789" y="7433"/>
                  </a:lnTo>
                  <a:cubicBezTo>
                    <a:pt x="38768" y="7443"/>
                    <a:pt x="38748" y="7443"/>
                    <a:pt x="38718" y="7443"/>
                  </a:cubicBezTo>
                  <a:cubicBezTo>
                    <a:pt x="38648" y="7443"/>
                    <a:pt x="38538" y="7433"/>
                    <a:pt x="38417" y="7423"/>
                  </a:cubicBezTo>
                  <a:cubicBezTo>
                    <a:pt x="38307" y="7413"/>
                    <a:pt x="38177" y="7403"/>
                    <a:pt x="38076" y="7403"/>
                  </a:cubicBezTo>
                  <a:cubicBezTo>
                    <a:pt x="37976" y="7403"/>
                    <a:pt x="37896" y="7413"/>
                    <a:pt x="37856" y="7433"/>
                  </a:cubicBezTo>
                  <a:cubicBezTo>
                    <a:pt x="37826" y="7463"/>
                    <a:pt x="37785" y="7473"/>
                    <a:pt x="37725" y="7473"/>
                  </a:cubicBezTo>
                  <a:cubicBezTo>
                    <a:pt x="37194" y="7473"/>
                    <a:pt x="35649" y="6490"/>
                    <a:pt x="35167" y="6259"/>
                  </a:cubicBezTo>
                  <a:cubicBezTo>
                    <a:pt x="35137" y="6249"/>
                    <a:pt x="35117" y="6239"/>
                    <a:pt x="35097" y="6239"/>
                  </a:cubicBezTo>
                  <a:cubicBezTo>
                    <a:pt x="34997" y="6239"/>
                    <a:pt x="34887" y="6249"/>
                    <a:pt x="34776" y="6269"/>
                  </a:cubicBezTo>
                  <a:cubicBezTo>
                    <a:pt x="34676" y="6289"/>
                    <a:pt x="34576" y="6320"/>
                    <a:pt x="34485" y="6370"/>
                  </a:cubicBezTo>
                  <a:cubicBezTo>
                    <a:pt x="34245" y="6480"/>
                    <a:pt x="33984" y="6540"/>
                    <a:pt x="33713" y="6540"/>
                  </a:cubicBezTo>
                  <a:cubicBezTo>
                    <a:pt x="33392" y="6540"/>
                    <a:pt x="33071" y="6460"/>
                    <a:pt x="32780" y="6299"/>
                  </a:cubicBezTo>
                  <a:cubicBezTo>
                    <a:pt x="31336" y="5547"/>
                    <a:pt x="29952" y="4604"/>
                    <a:pt x="28347" y="4494"/>
                  </a:cubicBezTo>
                  <a:lnTo>
                    <a:pt x="28297" y="4494"/>
                  </a:lnTo>
                  <a:cubicBezTo>
                    <a:pt x="28246" y="4494"/>
                    <a:pt x="28196" y="4504"/>
                    <a:pt x="28166" y="4534"/>
                  </a:cubicBezTo>
                  <a:cubicBezTo>
                    <a:pt x="28126" y="4584"/>
                    <a:pt x="28136" y="4644"/>
                    <a:pt x="28146" y="4695"/>
                  </a:cubicBezTo>
                  <a:cubicBezTo>
                    <a:pt x="28216" y="5066"/>
                    <a:pt x="28467" y="5387"/>
                    <a:pt x="28567" y="5748"/>
                  </a:cubicBezTo>
                  <a:cubicBezTo>
                    <a:pt x="28678" y="6149"/>
                    <a:pt x="29861" y="6761"/>
                    <a:pt x="29601" y="7082"/>
                  </a:cubicBezTo>
                  <a:cubicBezTo>
                    <a:pt x="29219" y="6610"/>
                    <a:pt x="27915" y="6019"/>
                    <a:pt x="26742" y="5086"/>
                  </a:cubicBezTo>
                  <a:cubicBezTo>
                    <a:pt x="26040" y="4524"/>
                    <a:pt x="25448" y="3551"/>
                    <a:pt x="24946" y="3200"/>
                  </a:cubicBezTo>
                  <a:cubicBezTo>
                    <a:pt x="24866" y="3140"/>
                    <a:pt x="24816" y="3120"/>
                    <a:pt x="24776" y="3120"/>
                  </a:cubicBezTo>
                  <a:cubicBezTo>
                    <a:pt x="24655" y="3120"/>
                    <a:pt x="24746" y="3381"/>
                    <a:pt x="24836" y="3651"/>
                  </a:cubicBezTo>
                  <a:cubicBezTo>
                    <a:pt x="24926" y="3912"/>
                    <a:pt x="25017" y="4183"/>
                    <a:pt x="24896" y="4183"/>
                  </a:cubicBezTo>
                  <a:cubicBezTo>
                    <a:pt x="24866" y="4183"/>
                    <a:pt x="24826" y="4163"/>
                    <a:pt x="24766" y="4123"/>
                  </a:cubicBezTo>
                  <a:cubicBezTo>
                    <a:pt x="24405" y="3892"/>
                    <a:pt x="23923" y="3230"/>
                    <a:pt x="23512" y="2729"/>
                  </a:cubicBezTo>
                  <a:close/>
                </a:path>
              </a:pathLst>
            </a:custGeom>
            <a:gradFill>
              <a:gsLst>
                <a:gs pos="0">
                  <a:schemeClr val="dk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9" name="Google Shape;3489;p25"/>
            <p:cNvSpPr/>
            <p:nvPr/>
          </p:nvSpPr>
          <p:spPr>
            <a:xfrm>
              <a:off x="7177805" y="799514"/>
              <a:ext cx="178988" cy="85801"/>
            </a:xfrm>
            <a:custGeom>
              <a:avLst/>
              <a:gdLst/>
              <a:ahLst/>
              <a:cxnLst/>
              <a:rect l="l" t="t" r="r" b="b"/>
              <a:pathLst>
                <a:path w="2157" h="1034" extrusionOk="0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lnTo>
                    <a:pt x="2" y="2"/>
                  </a:lnTo>
                  <a:cubicBezTo>
                    <a:pt x="1" y="2"/>
                    <a:pt x="1" y="1"/>
                    <a:pt x="0" y="1"/>
                  </a:cubicBezTo>
                  <a:close/>
                  <a:moveTo>
                    <a:pt x="2" y="2"/>
                  </a:moveTo>
                  <a:cubicBezTo>
                    <a:pt x="152" y="182"/>
                    <a:pt x="332" y="322"/>
                    <a:pt x="542" y="432"/>
                  </a:cubicBezTo>
                  <a:cubicBezTo>
                    <a:pt x="662" y="492"/>
                    <a:pt x="793" y="542"/>
                    <a:pt x="923" y="593"/>
                  </a:cubicBezTo>
                  <a:cubicBezTo>
                    <a:pt x="1034" y="633"/>
                    <a:pt x="1154" y="683"/>
                    <a:pt x="1264" y="723"/>
                  </a:cubicBezTo>
                  <a:cubicBezTo>
                    <a:pt x="1535" y="823"/>
                    <a:pt x="1796" y="914"/>
                    <a:pt x="2057" y="1014"/>
                  </a:cubicBezTo>
                  <a:cubicBezTo>
                    <a:pt x="2087" y="1024"/>
                    <a:pt x="2127" y="1024"/>
                    <a:pt x="2157" y="1034"/>
                  </a:cubicBezTo>
                  <a:cubicBezTo>
                    <a:pt x="1856" y="733"/>
                    <a:pt x="1525" y="442"/>
                    <a:pt x="1124" y="282"/>
                  </a:cubicBezTo>
                  <a:cubicBezTo>
                    <a:pt x="983" y="221"/>
                    <a:pt x="843" y="191"/>
                    <a:pt x="693" y="161"/>
                  </a:cubicBezTo>
                  <a:cubicBezTo>
                    <a:pt x="553" y="131"/>
                    <a:pt x="94" y="111"/>
                    <a:pt x="2" y="2"/>
                  </a:cubicBezTo>
                  <a:close/>
                </a:path>
              </a:pathLst>
            </a:custGeom>
            <a:solidFill>
              <a:srgbClr val="CC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0" name="Google Shape;3490;p25"/>
            <p:cNvSpPr/>
            <p:nvPr/>
          </p:nvSpPr>
          <p:spPr>
            <a:xfrm>
              <a:off x="6883973" y="315160"/>
              <a:ext cx="234004" cy="105717"/>
            </a:xfrm>
            <a:custGeom>
              <a:avLst/>
              <a:gdLst/>
              <a:ahLst/>
              <a:cxnLst/>
              <a:rect l="l" t="t" r="r" b="b"/>
              <a:pathLst>
                <a:path w="2820" h="1274" extrusionOk="0">
                  <a:moveTo>
                    <a:pt x="2288" y="1274"/>
                  </a:moveTo>
                  <a:cubicBezTo>
                    <a:pt x="2258" y="1274"/>
                    <a:pt x="2217" y="1264"/>
                    <a:pt x="2157" y="1244"/>
                  </a:cubicBezTo>
                  <a:cubicBezTo>
                    <a:pt x="1555" y="1043"/>
                    <a:pt x="673" y="722"/>
                    <a:pt x="1" y="90"/>
                  </a:cubicBezTo>
                  <a:cubicBezTo>
                    <a:pt x="11" y="80"/>
                    <a:pt x="11" y="70"/>
                    <a:pt x="11" y="70"/>
                  </a:cubicBezTo>
                  <a:cubicBezTo>
                    <a:pt x="51" y="20"/>
                    <a:pt x="91" y="0"/>
                    <a:pt x="131" y="0"/>
                  </a:cubicBezTo>
                  <a:cubicBezTo>
                    <a:pt x="191" y="0"/>
                    <a:pt x="271" y="40"/>
                    <a:pt x="372" y="120"/>
                  </a:cubicBezTo>
                  <a:cubicBezTo>
                    <a:pt x="462" y="191"/>
                    <a:pt x="582" y="221"/>
                    <a:pt x="703" y="221"/>
                  </a:cubicBezTo>
                  <a:cubicBezTo>
                    <a:pt x="733" y="221"/>
                    <a:pt x="763" y="221"/>
                    <a:pt x="793" y="211"/>
                  </a:cubicBezTo>
                  <a:cubicBezTo>
                    <a:pt x="913" y="311"/>
                    <a:pt x="1515" y="431"/>
                    <a:pt x="1646" y="431"/>
                  </a:cubicBezTo>
                  <a:cubicBezTo>
                    <a:pt x="1656" y="431"/>
                    <a:pt x="1656" y="431"/>
                    <a:pt x="1666" y="431"/>
                  </a:cubicBezTo>
                  <a:cubicBezTo>
                    <a:pt x="1676" y="421"/>
                    <a:pt x="1686" y="421"/>
                    <a:pt x="1696" y="421"/>
                  </a:cubicBezTo>
                  <a:cubicBezTo>
                    <a:pt x="1856" y="421"/>
                    <a:pt x="2298" y="722"/>
                    <a:pt x="2819" y="1123"/>
                  </a:cubicBezTo>
                  <a:cubicBezTo>
                    <a:pt x="2749" y="1103"/>
                    <a:pt x="2699" y="1103"/>
                    <a:pt x="2659" y="1103"/>
                  </a:cubicBezTo>
                  <a:cubicBezTo>
                    <a:pt x="2548" y="1103"/>
                    <a:pt x="2498" y="1144"/>
                    <a:pt x="2448" y="1184"/>
                  </a:cubicBezTo>
                  <a:cubicBezTo>
                    <a:pt x="2408" y="1234"/>
                    <a:pt x="2378" y="1274"/>
                    <a:pt x="2288" y="1274"/>
                  </a:cubicBezTo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1" name="Google Shape;3491;p25"/>
            <p:cNvSpPr/>
            <p:nvPr/>
          </p:nvSpPr>
          <p:spPr>
            <a:xfrm>
              <a:off x="6863974" y="360052"/>
              <a:ext cx="83" cy="8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C46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2" name="Google Shape;3492;p25"/>
            <p:cNvSpPr/>
            <p:nvPr/>
          </p:nvSpPr>
          <p:spPr>
            <a:xfrm>
              <a:off x="6702495" y="360052"/>
              <a:ext cx="961489" cy="548581"/>
            </a:xfrm>
            <a:custGeom>
              <a:avLst/>
              <a:gdLst/>
              <a:ahLst/>
              <a:cxnLst/>
              <a:rect l="l" t="t" r="r" b="b"/>
              <a:pathLst>
                <a:path w="11587" h="6611" extrusionOk="0">
                  <a:moveTo>
                    <a:pt x="1947" y="1"/>
                  </a:moveTo>
                  <a:cubicBezTo>
                    <a:pt x="1947" y="11"/>
                    <a:pt x="1937" y="21"/>
                    <a:pt x="1927" y="31"/>
                  </a:cubicBezTo>
                  <a:cubicBezTo>
                    <a:pt x="1917" y="51"/>
                    <a:pt x="1907" y="71"/>
                    <a:pt x="1897" y="91"/>
                  </a:cubicBezTo>
                  <a:cubicBezTo>
                    <a:pt x="1586" y="572"/>
                    <a:pt x="934" y="1194"/>
                    <a:pt x="593" y="1455"/>
                  </a:cubicBezTo>
                  <a:cubicBezTo>
                    <a:pt x="492" y="1535"/>
                    <a:pt x="422" y="1616"/>
                    <a:pt x="362" y="1696"/>
                  </a:cubicBezTo>
                  <a:cubicBezTo>
                    <a:pt x="302" y="1796"/>
                    <a:pt x="252" y="1907"/>
                    <a:pt x="172" y="2027"/>
                  </a:cubicBezTo>
                  <a:cubicBezTo>
                    <a:pt x="121" y="2097"/>
                    <a:pt x="71" y="2177"/>
                    <a:pt x="1" y="2258"/>
                  </a:cubicBezTo>
                  <a:cubicBezTo>
                    <a:pt x="412" y="2759"/>
                    <a:pt x="894" y="3421"/>
                    <a:pt x="1255" y="3652"/>
                  </a:cubicBezTo>
                  <a:cubicBezTo>
                    <a:pt x="1315" y="3692"/>
                    <a:pt x="1355" y="3712"/>
                    <a:pt x="1385" y="3712"/>
                  </a:cubicBezTo>
                  <a:cubicBezTo>
                    <a:pt x="1506" y="3712"/>
                    <a:pt x="1415" y="3441"/>
                    <a:pt x="1325" y="3180"/>
                  </a:cubicBezTo>
                  <a:cubicBezTo>
                    <a:pt x="1235" y="2910"/>
                    <a:pt x="1144" y="2649"/>
                    <a:pt x="1265" y="2649"/>
                  </a:cubicBezTo>
                  <a:cubicBezTo>
                    <a:pt x="1305" y="2649"/>
                    <a:pt x="1355" y="2669"/>
                    <a:pt x="1435" y="2729"/>
                  </a:cubicBezTo>
                  <a:cubicBezTo>
                    <a:pt x="1937" y="3080"/>
                    <a:pt x="2529" y="4053"/>
                    <a:pt x="3231" y="4615"/>
                  </a:cubicBezTo>
                  <a:cubicBezTo>
                    <a:pt x="4404" y="5548"/>
                    <a:pt x="5708" y="6139"/>
                    <a:pt x="6090" y="6611"/>
                  </a:cubicBezTo>
                  <a:cubicBezTo>
                    <a:pt x="6350" y="6290"/>
                    <a:pt x="5167" y="5678"/>
                    <a:pt x="5056" y="5277"/>
                  </a:cubicBezTo>
                  <a:cubicBezTo>
                    <a:pt x="4956" y="4916"/>
                    <a:pt x="4705" y="4595"/>
                    <a:pt x="4635" y="4224"/>
                  </a:cubicBezTo>
                  <a:cubicBezTo>
                    <a:pt x="4625" y="4173"/>
                    <a:pt x="4615" y="4113"/>
                    <a:pt x="4655" y="4063"/>
                  </a:cubicBezTo>
                  <a:cubicBezTo>
                    <a:pt x="4685" y="4033"/>
                    <a:pt x="4735" y="4023"/>
                    <a:pt x="4786" y="4023"/>
                  </a:cubicBezTo>
                  <a:lnTo>
                    <a:pt x="4836" y="4023"/>
                  </a:lnTo>
                  <a:cubicBezTo>
                    <a:pt x="6441" y="4133"/>
                    <a:pt x="7825" y="5076"/>
                    <a:pt x="9269" y="5828"/>
                  </a:cubicBezTo>
                  <a:cubicBezTo>
                    <a:pt x="9560" y="5989"/>
                    <a:pt x="9881" y="6069"/>
                    <a:pt x="10202" y="6069"/>
                  </a:cubicBezTo>
                  <a:cubicBezTo>
                    <a:pt x="10473" y="6069"/>
                    <a:pt x="10734" y="6009"/>
                    <a:pt x="10974" y="5899"/>
                  </a:cubicBezTo>
                  <a:cubicBezTo>
                    <a:pt x="11065" y="5849"/>
                    <a:pt x="11165" y="5818"/>
                    <a:pt x="11265" y="5798"/>
                  </a:cubicBezTo>
                  <a:cubicBezTo>
                    <a:pt x="11376" y="5778"/>
                    <a:pt x="11486" y="5768"/>
                    <a:pt x="11586" y="5768"/>
                  </a:cubicBezTo>
                  <a:cubicBezTo>
                    <a:pt x="11516" y="5738"/>
                    <a:pt x="11456" y="5728"/>
                    <a:pt x="11406" y="5728"/>
                  </a:cubicBezTo>
                  <a:cubicBezTo>
                    <a:pt x="11336" y="5728"/>
                    <a:pt x="11285" y="5738"/>
                    <a:pt x="11235" y="5758"/>
                  </a:cubicBezTo>
                  <a:cubicBezTo>
                    <a:pt x="11185" y="5768"/>
                    <a:pt x="11135" y="5788"/>
                    <a:pt x="11065" y="5788"/>
                  </a:cubicBezTo>
                  <a:cubicBezTo>
                    <a:pt x="11025" y="5788"/>
                    <a:pt x="10984" y="5778"/>
                    <a:pt x="10924" y="5768"/>
                  </a:cubicBezTo>
                  <a:cubicBezTo>
                    <a:pt x="10423" y="5608"/>
                    <a:pt x="9349" y="4976"/>
                    <a:pt x="8958" y="4896"/>
                  </a:cubicBezTo>
                  <a:cubicBezTo>
                    <a:pt x="8738" y="4855"/>
                    <a:pt x="8497" y="4855"/>
                    <a:pt x="8326" y="4705"/>
                  </a:cubicBezTo>
                  <a:cubicBezTo>
                    <a:pt x="8246" y="4645"/>
                    <a:pt x="8196" y="4555"/>
                    <a:pt x="8146" y="4474"/>
                  </a:cubicBezTo>
                  <a:cubicBezTo>
                    <a:pt x="7745" y="3852"/>
                    <a:pt x="7504" y="3933"/>
                    <a:pt x="6992" y="3481"/>
                  </a:cubicBezTo>
                  <a:cubicBezTo>
                    <a:pt x="6872" y="3401"/>
                    <a:pt x="6922" y="3371"/>
                    <a:pt x="7052" y="3371"/>
                  </a:cubicBezTo>
                  <a:cubicBezTo>
                    <a:pt x="7243" y="3371"/>
                    <a:pt x="7614" y="3431"/>
                    <a:pt x="7935" y="3491"/>
                  </a:cubicBezTo>
                  <a:cubicBezTo>
                    <a:pt x="8056" y="3511"/>
                    <a:pt x="8166" y="3531"/>
                    <a:pt x="8266" y="3552"/>
                  </a:cubicBezTo>
                  <a:cubicBezTo>
                    <a:pt x="7404" y="3080"/>
                    <a:pt x="6451" y="2538"/>
                    <a:pt x="5899" y="2147"/>
                  </a:cubicBezTo>
                  <a:lnTo>
                    <a:pt x="5899" y="2147"/>
                  </a:lnTo>
                  <a:cubicBezTo>
                    <a:pt x="6029" y="2348"/>
                    <a:pt x="6079" y="2488"/>
                    <a:pt x="6220" y="2699"/>
                  </a:cubicBezTo>
                  <a:cubicBezTo>
                    <a:pt x="5076" y="1997"/>
                    <a:pt x="5066" y="2579"/>
                    <a:pt x="3933" y="1826"/>
                  </a:cubicBezTo>
                  <a:cubicBezTo>
                    <a:pt x="3582" y="1586"/>
                    <a:pt x="2619" y="603"/>
                    <a:pt x="1947" y="1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3" name="Google Shape;3493;p25"/>
            <p:cNvSpPr/>
            <p:nvPr/>
          </p:nvSpPr>
          <p:spPr>
            <a:xfrm>
              <a:off x="6040813" y="574804"/>
              <a:ext cx="997254" cy="362125"/>
            </a:xfrm>
            <a:custGeom>
              <a:avLst/>
              <a:gdLst/>
              <a:ahLst/>
              <a:cxnLst/>
              <a:rect l="l" t="t" r="r" b="b"/>
              <a:pathLst>
                <a:path w="12018" h="4364" extrusionOk="0">
                  <a:moveTo>
                    <a:pt x="1335" y="1"/>
                  </a:moveTo>
                  <a:cubicBezTo>
                    <a:pt x="1255" y="41"/>
                    <a:pt x="1174" y="81"/>
                    <a:pt x="1104" y="131"/>
                  </a:cubicBezTo>
                  <a:cubicBezTo>
                    <a:pt x="893" y="302"/>
                    <a:pt x="422" y="863"/>
                    <a:pt x="1" y="1315"/>
                  </a:cubicBezTo>
                  <a:cubicBezTo>
                    <a:pt x="71" y="1335"/>
                    <a:pt x="141" y="1345"/>
                    <a:pt x="201" y="1345"/>
                  </a:cubicBezTo>
                  <a:cubicBezTo>
                    <a:pt x="502" y="1345"/>
                    <a:pt x="733" y="1154"/>
                    <a:pt x="954" y="964"/>
                  </a:cubicBezTo>
                  <a:cubicBezTo>
                    <a:pt x="1174" y="773"/>
                    <a:pt x="1385" y="582"/>
                    <a:pt x="1616" y="582"/>
                  </a:cubicBezTo>
                  <a:cubicBezTo>
                    <a:pt x="1686" y="582"/>
                    <a:pt x="1756" y="602"/>
                    <a:pt x="1836" y="633"/>
                  </a:cubicBezTo>
                  <a:cubicBezTo>
                    <a:pt x="2558" y="1004"/>
                    <a:pt x="3301" y="1325"/>
                    <a:pt x="3722" y="1565"/>
                  </a:cubicBezTo>
                  <a:cubicBezTo>
                    <a:pt x="3802" y="1615"/>
                    <a:pt x="3852" y="1636"/>
                    <a:pt x="3883" y="1636"/>
                  </a:cubicBezTo>
                  <a:cubicBezTo>
                    <a:pt x="3933" y="1636"/>
                    <a:pt x="3923" y="1575"/>
                    <a:pt x="3923" y="1515"/>
                  </a:cubicBezTo>
                  <a:cubicBezTo>
                    <a:pt x="3913" y="1455"/>
                    <a:pt x="3923" y="1405"/>
                    <a:pt x="4003" y="1405"/>
                  </a:cubicBezTo>
                  <a:cubicBezTo>
                    <a:pt x="4053" y="1405"/>
                    <a:pt x="4123" y="1425"/>
                    <a:pt x="4224" y="1465"/>
                  </a:cubicBezTo>
                  <a:cubicBezTo>
                    <a:pt x="4354" y="1525"/>
                    <a:pt x="6089" y="2298"/>
                    <a:pt x="6200" y="2368"/>
                  </a:cubicBezTo>
                  <a:cubicBezTo>
                    <a:pt x="6360" y="2458"/>
                    <a:pt x="6440" y="2498"/>
                    <a:pt x="6470" y="2498"/>
                  </a:cubicBezTo>
                  <a:cubicBezTo>
                    <a:pt x="6541" y="2498"/>
                    <a:pt x="6149" y="2157"/>
                    <a:pt x="5758" y="1806"/>
                  </a:cubicBezTo>
                  <a:cubicBezTo>
                    <a:pt x="5698" y="1756"/>
                    <a:pt x="5638" y="1696"/>
                    <a:pt x="5578" y="1646"/>
                  </a:cubicBezTo>
                  <a:cubicBezTo>
                    <a:pt x="5538" y="1656"/>
                    <a:pt x="5507" y="1656"/>
                    <a:pt x="5467" y="1656"/>
                  </a:cubicBezTo>
                  <a:cubicBezTo>
                    <a:pt x="5427" y="1656"/>
                    <a:pt x="5377" y="1646"/>
                    <a:pt x="5337" y="1636"/>
                  </a:cubicBezTo>
                  <a:cubicBezTo>
                    <a:pt x="5207" y="1595"/>
                    <a:pt x="5176" y="1505"/>
                    <a:pt x="5086" y="1505"/>
                  </a:cubicBezTo>
                  <a:cubicBezTo>
                    <a:pt x="5066" y="1505"/>
                    <a:pt x="5046" y="1515"/>
                    <a:pt x="5016" y="1515"/>
                  </a:cubicBezTo>
                  <a:cubicBezTo>
                    <a:pt x="5016" y="1525"/>
                    <a:pt x="5006" y="1525"/>
                    <a:pt x="4996" y="1525"/>
                  </a:cubicBezTo>
                  <a:cubicBezTo>
                    <a:pt x="4735" y="1525"/>
                    <a:pt x="3451" y="713"/>
                    <a:pt x="2970" y="482"/>
                  </a:cubicBezTo>
                  <a:cubicBezTo>
                    <a:pt x="2478" y="251"/>
                    <a:pt x="1907" y="362"/>
                    <a:pt x="1515" y="141"/>
                  </a:cubicBezTo>
                  <a:cubicBezTo>
                    <a:pt x="1455" y="111"/>
                    <a:pt x="1395" y="51"/>
                    <a:pt x="1335" y="1"/>
                  </a:cubicBezTo>
                  <a:close/>
                  <a:moveTo>
                    <a:pt x="7554" y="1014"/>
                  </a:moveTo>
                  <a:lnTo>
                    <a:pt x="7554" y="1014"/>
                  </a:lnTo>
                  <a:cubicBezTo>
                    <a:pt x="7514" y="1014"/>
                    <a:pt x="7694" y="1234"/>
                    <a:pt x="7865" y="1445"/>
                  </a:cubicBezTo>
                  <a:cubicBezTo>
                    <a:pt x="8045" y="1666"/>
                    <a:pt x="8216" y="1886"/>
                    <a:pt x="8176" y="1886"/>
                  </a:cubicBezTo>
                  <a:cubicBezTo>
                    <a:pt x="8176" y="1886"/>
                    <a:pt x="8166" y="1886"/>
                    <a:pt x="8156" y="1876"/>
                  </a:cubicBezTo>
                  <a:cubicBezTo>
                    <a:pt x="8055" y="1816"/>
                    <a:pt x="7614" y="1475"/>
                    <a:pt x="7183" y="1144"/>
                  </a:cubicBezTo>
                  <a:cubicBezTo>
                    <a:pt x="7152" y="1254"/>
                    <a:pt x="7102" y="1355"/>
                    <a:pt x="7032" y="1405"/>
                  </a:cubicBezTo>
                  <a:cubicBezTo>
                    <a:pt x="6992" y="1435"/>
                    <a:pt x="6912" y="1445"/>
                    <a:pt x="6821" y="1445"/>
                  </a:cubicBezTo>
                  <a:cubicBezTo>
                    <a:pt x="6731" y="1445"/>
                    <a:pt x="6621" y="1435"/>
                    <a:pt x="6521" y="1425"/>
                  </a:cubicBezTo>
                  <a:cubicBezTo>
                    <a:pt x="6430" y="1415"/>
                    <a:pt x="6330" y="1395"/>
                    <a:pt x="6270" y="1395"/>
                  </a:cubicBezTo>
                  <a:cubicBezTo>
                    <a:pt x="6260" y="1395"/>
                    <a:pt x="6250" y="1405"/>
                    <a:pt x="6250" y="1405"/>
                  </a:cubicBezTo>
                  <a:cubicBezTo>
                    <a:pt x="6139" y="1415"/>
                    <a:pt x="6039" y="1455"/>
                    <a:pt x="5939" y="1495"/>
                  </a:cubicBezTo>
                  <a:cubicBezTo>
                    <a:pt x="6842" y="1916"/>
                    <a:pt x="8176" y="2548"/>
                    <a:pt x="8456" y="2649"/>
                  </a:cubicBezTo>
                  <a:cubicBezTo>
                    <a:pt x="9740" y="3120"/>
                    <a:pt x="10713" y="3963"/>
                    <a:pt x="12017" y="4364"/>
                  </a:cubicBezTo>
                  <a:cubicBezTo>
                    <a:pt x="10613" y="3190"/>
                    <a:pt x="8938" y="1977"/>
                    <a:pt x="7574" y="1024"/>
                  </a:cubicBezTo>
                  <a:cubicBezTo>
                    <a:pt x="7564" y="1014"/>
                    <a:pt x="7554" y="1014"/>
                    <a:pt x="7554" y="10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4" name="Google Shape;3494;p25"/>
            <p:cNvSpPr/>
            <p:nvPr/>
          </p:nvSpPr>
          <p:spPr>
            <a:xfrm>
              <a:off x="7319286" y="883573"/>
              <a:ext cx="544432" cy="134925"/>
            </a:xfrm>
            <a:custGeom>
              <a:avLst/>
              <a:gdLst/>
              <a:ahLst/>
              <a:cxnLst/>
              <a:rect l="l" t="t" r="r" b="b"/>
              <a:pathLst>
                <a:path w="6561" h="1626" extrusionOk="0">
                  <a:moveTo>
                    <a:pt x="312" y="1"/>
                  </a:moveTo>
                  <a:cubicBezTo>
                    <a:pt x="1" y="1"/>
                    <a:pt x="984" y="583"/>
                    <a:pt x="1616" y="874"/>
                  </a:cubicBezTo>
                  <a:cubicBezTo>
                    <a:pt x="2157" y="1114"/>
                    <a:pt x="2909" y="1305"/>
                    <a:pt x="3541" y="1305"/>
                  </a:cubicBezTo>
                  <a:cubicBezTo>
                    <a:pt x="3662" y="1305"/>
                    <a:pt x="3782" y="1295"/>
                    <a:pt x="3892" y="1275"/>
                  </a:cubicBezTo>
                  <a:cubicBezTo>
                    <a:pt x="3943" y="1275"/>
                    <a:pt x="3993" y="1265"/>
                    <a:pt x="4053" y="1265"/>
                  </a:cubicBezTo>
                  <a:cubicBezTo>
                    <a:pt x="4394" y="1265"/>
                    <a:pt x="4916" y="1355"/>
                    <a:pt x="5397" y="1445"/>
                  </a:cubicBezTo>
                  <a:cubicBezTo>
                    <a:pt x="5879" y="1536"/>
                    <a:pt x="6310" y="1626"/>
                    <a:pt x="6480" y="1626"/>
                  </a:cubicBezTo>
                  <a:cubicBezTo>
                    <a:pt x="6541" y="1626"/>
                    <a:pt x="6561" y="1606"/>
                    <a:pt x="6531" y="1576"/>
                  </a:cubicBezTo>
                  <a:cubicBezTo>
                    <a:pt x="6290" y="1355"/>
                    <a:pt x="4725" y="904"/>
                    <a:pt x="4264" y="874"/>
                  </a:cubicBezTo>
                  <a:cubicBezTo>
                    <a:pt x="3802" y="833"/>
                    <a:pt x="2609" y="563"/>
                    <a:pt x="2227" y="462"/>
                  </a:cubicBezTo>
                  <a:cubicBezTo>
                    <a:pt x="1616" y="302"/>
                    <a:pt x="903" y="91"/>
                    <a:pt x="452" y="21"/>
                  </a:cubicBezTo>
                  <a:lnTo>
                    <a:pt x="452" y="21"/>
                  </a:lnTo>
                  <a:cubicBezTo>
                    <a:pt x="472" y="31"/>
                    <a:pt x="482" y="41"/>
                    <a:pt x="502" y="61"/>
                  </a:cubicBezTo>
                  <a:cubicBezTo>
                    <a:pt x="452" y="41"/>
                    <a:pt x="402" y="21"/>
                    <a:pt x="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5" name="Google Shape;3495;p25"/>
            <p:cNvSpPr/>
            <p:nvPr/>
          </p:nvSpPr>
          <p:spPr>
            <a:xfrm>
              <a:off x="7348412" y="883573"/>
              <a:ext cx="12613" cy="5145"/>
            </a:xfrm>
            <a:custGeom>
              <a:avLst/>
              <a:gdLst/>
              <a:ahLst/>
              <a:cxnLst/>
              <a:rect l="l" t="t" r="r" b="b"/>
              <a:pathLst>
                <a:path w="152" h="62" extrusionOk="0">
                  <a:moveTo>
                    <a:pt x="1" y="1"/>
                  </a:moveTo>
                  <a:lnTo>
                    <a:pt x="1" y="1"/>
                  </a:lnTo>
                  <a:cubicBezTo>
                    <a:pt x="51" y="21"/>
                    <a:pt x="101" y="41"/>
                    <a:pt x="151" y="61"/>
                  </a:cubicBezTo>
                  <a:cubicBezTo>
                    <a:pt x="131" y="41"/>
                    <a:pt x="121" y="31"/>
                    <a:pt x="101" y="21"/>
                  </a:cubicBezTo>
                  <a:cubicBezTo>
                    <a:pt x="71" y="11"/>
                    <a:pt x="31" y="11"/>
                    <a:pt x="1" y="1"/>
                  </a:cubicBezTo>
                  <a:close/>
                </a:path>
              </a:pathLst>
            </a:custGeom>
            <a:solidFill>
              <a:srgbClr val="7ECD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6" name="Google Shape;3496;p25"/>
            <p:cNvSpPr/>
            <p:nvPr/>
          </p:nvSpPr>
          <p:spPr>
            <a:xfrm>
              <a:off x="7163615" y="745411"/>
              <a:ext cx="202388" cy="94182"/>
            </a:xfrm>
            <a:custGeom>
              <a:avLst/>
              <a:gdLst/>
              <a:ahLst/>
              <a:cxnLst/>
              <a:rect l="l" t="t" r="r" b="b"/>
              <a:pathLst>
                <a:path w="2439" h="1135" extrusionOk="0">
                  <a:moveTo>
                    <a:pt x="212" y="1"/>
                  </a:moveTo>
                  <a:cubicBezTo>
                    <a:pt x="171" y="1"/>
                    <a:pt x="141" y="11"/>
                    <a:pt x="131" y="21"/>
                  </a:cubicBezTo>
                  <a:cubicBezTo>
                    <a:pt x="1" y="131"/>
                    <a:pt x="964" y="873"/>
                    <a:pt x="1445" y="944"/>
                  </a:cubicBezTo>
                  <a:cubicBezTo>
                    <a:pt x="1796" y="994"/>
                    <a:pt x="2168" y="1134"/>
                    <a:pt x="2338" y="1134"/>
                  </a:cubicBezTo>
                  <a:cubicBezTo>
                    <a:pt x="2398" y="1134"/>
                    <a:pt x="2438" y="1114"/>
                    <a:pt x="2428" y="1064"/>
                  </a:cubicBezTo>
                  <a:cubicBezTo>
                    <a:pt x="2408" y="873"/>
                    <a:pt x="1786" y="482"/>
                    <a:pt x="1305" y="322"/>
                  </a:cubicBezTo>
                  <a:cubicBezTo>
                    <a:pt x="1305" y="322"/>
                    <a:pt x="492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7" name="Google Shape;3497;p25"/>
            <p:cNvSpPr/>
            <p:nvPr/>
          </p:nvSpPr>
          <p:spPr>
            <a:xfrm>
              <a:off x="5682090" y="723007"/>
              <a:ext cx="367104" cy="229772"/>
            </a:xfrm>
            <a:custGeom>
              <a:avLst/>
              <a:gdLst/>
              <a:ahLst/>
              <a:cxnLst/>
              <a:rect l="l" t="t" r="r" b="b"/>
              <a:pathLst>
                <a:path w="4424" h="2769" extrusionOk="0">
                  <a:moveTo>
                    <a:pt x="2619" y="823"/>
                  </a:moveTo>
                  <a:cubicBezTo>
                    <a:pt x="2616" y="826"/>
                    <a:pt x="2614" y="829"/>
                    <a:pt x="2612" y="832"/>
                  </a:cubicBezTo>
                  <a:lnTo>
                    <a:pt x="2612" y="832"/>
                  </a:lnTo>
                  <a:cubicBezTo>
                    <a:pt x="2615" y="829"/>
                    <a:pt x="2617" y="826"/>
                    <a:pt x="2619" y="823"/>
                  </a:cubicBezTo>
                  <a:close/>
                  <a:moveTo>
                    <a:pt x="4344" y="0"/>
                  </a:moveTo>
                  <a:cubicBezTo>
                    <a:pt x="4203" y="0"/>
                    <a:pt x="3802" y="261"/>
                    <a:pt x="3240" y="682"/>
                  </a:cubicBezTo>
                  <a:cubicBezTo>
                    <a:pt x="2919" y="923"/>
                    <a:pt x="2699" y="1033"/>
                    <a:pt x="2608" y="1033"/>
                  </a:cubicBezTo>
                  <a:cubicBezTo>
                    <a:pt x="2530" y="1033"/>
                    <a:pt x="2528" y="966"/>
                    <a:pt x="2612" y="832"/>
                  </a:cubicBezTo>
                  <a:lnTo>
                    <a:pt x="2612" y="832"/>
                  </a:lnTo>
                  <a:cubicBezTo>
                    <a:pt x="2601" y="846"/>
                    <a:pt x="2585" y="854"/>
                    <a:pt x="2568" y="863"/>
                  </a:cubicBezTo>
                  <a:cubicBezTo>
                    <a:pt x="2137" y="1244"/>
                    <a:pt x="1906" y="1374"/>
                    <a:pt x="1455" y="1645"/>
                  </a:cubicBezTo>
                  <a:cubicBezTo>
                    <a:pt x="1004" y="1906"/>
                    <a:pt x="653" y="2046"/>
                    <a:pt x="322" y="2307"/>
                  </a:cubicBezTo>
                  <a:cubicBezTo>
                    <a:pt x="301" y="2317"/>
                    <a:pt x="281" y="2327"/>
                    <a:pt x="261" y="2337"/>
                  </a:cubicBezTo>
                  <a:cubicBezTo>
                    <a:pt x="1" y="2638"/>
                    <a:pt x="11" y="2768"/>
                    <a:pt x="171" y="2768"/>
                  </a:cubicBezTo>
                  <a:cubicBezTo>
                    <a:pt x="352" y="2768"/>
                    <a:pt x="703" y="2628"/>
                    <a:pt x="1104" y="2427"/>
                  </a:cubicBezTo>
                  <a:cubicBezTo>
                    <a:pt x="1521" y="2217"/>
                    <a:pt x="1918" y="2214"/>
                    <a:pt x="2234" y="2214"/>
                  </a:cubicBezTo>
                  <a:cubicBezTo>
                    <a:pt x="2242" y="2214"/>
                    <a:pt x="2249" y="2214"/>
                    <a:pt x="2256" y="2214"/>
                  </a:cubicBezTo>
                  <a:cubicBezTo>
                    <a:pt x="2576" y="2214"/>
                    <a:pt x="2809" y="2212"/>
                    <a:pt x="2889" y="1986"/>
                  </a:cubicBezTo>
                  <a:cubicBezTo>
                    <a:pt x="3050" y="1545"/>
                    <a:pt x="4043" y="742"/>
                    <a:pt x="4324" y="261"/>
                  </a:cubicBezTo>
                  <a:cubicBezTo>
                    <a:pt x="4414" y="80"/>
                    <a:pt x="4424" y="0"/>
                    <a:pt x="4344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8" name="Google Shape;3498;p25"/>
            <p:cNvSpPr/>
            <p:nvPr/>
          </p:nvSpPr>
          <p:spPr>
            <a:xfrm>
              <a:off x="6111595" y="699689"/>
              <a:ext cx="487839" cy="203135"/>
            </a:xfrm>
            <a:custGeom>
              <a:avLst/>
              <a:gdLst/>
              <a:ahLst/>
              <a:cxnLst/>
              <a:rect l="l" t="t" r="r" b="b"/>
              <a:pathLst>
                <a:path w="5879" h="2448" extrusionOk="0">
                  <a:moveTo>
                    <a:pt x="482" y="0"/>
                  </a:moveTo>
                  <a:cubicBezTo>
                    <a:pt x="412" y="0"/>
                    <a:pt x="351" y="10"/>
                    <a:pt x="301" y="50"/>
                  </a:cubicBezTo>
                  <a:cubicBezTo>
                    <a:pt x="0" y="241"/>
                    <a:pt x="943" y="963"/>
                    <a:pt x="1685" y="1304"/>
                  </a:cubicBezTo>
                  <a:cubicBezTo>
                    <a:pt x="1886" y="1394"/>
                    <a:pt x="1896" y="1424"/>
                    <a:pt x="1806" y="1424"/>
                  </a:cubicBezTo>
                  <a:cubicBezTo>
                    <a:pt x="1726" y="1424"/>
                    <a:pt x="1565" y="1404"/>
                    <a:pt x="1395" y="1374"/>
                  </a:cubicBezTo>
                  <a:cubicBezTo>
                    <a:pt x="1214" y="1354"/>
                    <a:pt x="1033" y="1324"/>
                    <a:pt x="903" y="1324"/>
                  </a:cubicBezTo>
                  <a:cubicBezTo>
                    <a:pt x="793" y="1324"/>
                    <a:pt x="723" y="1344"/>
                    <a:pt x="773" y="1414"/>
                  </a:cubicBezTo>
                  <a:cubicBezTo>
                    <a:pt x="933" y="1655"/>
                    <a:pt x="3150" y="2307"/>
                    <a:pt x="3641" y="2307"/>
                  </a:cubicBezTo>
                  <a:cubicBezTo>
                    <a:pt x="3712" y="2307"/>
                    <a:pt x="3742" y="2297"/>
                    <a:pt x="3732" y="2267"/>
                  </a:cubicBezTo>
                  <a:cubicBezTo>
                    <a:pt x="3641" y="2097"/>
                    <a:pt x="3762" y="1996"/>
                    <a:pt x="4002" y="1996"/>
                  </a:cubicBezTo>
                  <a:cubicBezTo>
                    <a:pt x="4123" y="1996"/>
                    <a:pt x="4273" y="2026"/>
                    <a:pt x="4454" y="2076"/>
                  </a:cubicBezTo>
                  <a:cubicBezTo>
                    <a:pt x="4785" y="2167"/>
                    <a:pt x="5567" y="2448"/>
                    <a:pt x="5758" y="2448"/>
                  </a:cubicBezTo>
                  <a:cubicBezTo>
                    <a:pt x="5878" y="2448"/>
                    <a:pt x="5778" y="2347"/>
                    <a:pt x="5266" y="2046"/>
                  </a:cubicBezTo>
                  <a:cubicBezTo>
                    <a:pt x="4805" y="1786"/>
                    <a:pt x="3571" y="1043"/>
                    <a:pt x="3320" y="1043"/>
                  </a:cubicBezTo>
                  <a:cubicBezTo>
                    <a:pt x="3290" y="1043"/>
                    <a:pt x="3270" y="1053"/>
                    <a:pt x="3280" y="1093"/>
                  </a:cubicBezTo>
                  <a:cubicBezTo>
                    <a:pt x="3290" y="1124"/>
                    <a:pt x="3280" y="1134"/>
                    <a:pt x="3260" y="1134"/>
                  </a:cubicBezTo>
                  <a:cubicBezTo>
                    <a:pt x="3150" y="1134"/>
                    <a:pt x="2769" y="903"/>
                    <a:pt x="2388" y="672"/>
                  </a:cubicBezTo>
                  <a:cubicBezTo>
                    <a:pt x="1996" y="442"/>
                    <a:pt x="1605" y="211"/>
                    <a:pt x="1475" y="211"/>
                  </a:cubicBezTo>
                  <a:cubicBezTo>
                    <a:pt x="1465" y="211"/>
                    <a:pt x="1455" y="211"/>
                    <a:pt x="1455" y="221"/>
                  </a:cubicBezTo>
                  <a:cubicBezTo>
                    <a:pt x="1435" y="231"/>
                    <a:pt x="1405" y="231"/>
                    <a:pt x="1385" y="231"/>
                  </a:cubicBezTo>
                  <a:cubicBezTo>
                    <a:pt x="1284" y="231"/>
                    <a:pt x="1134" y="181"/>
                    <a:pt x="973" y="121"/>
                  </a:cubicBezTo>
                  <a:cubicBezTo>
                    <a:pt x="803" y="60"/>
                    <a:pt x="632" y="0"/>
                    <a:pt x="482" y="0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9" name="Google Shape;3499;p25"/>
            <p:cNvSpPr/>
            <p:nvPr/>
          </p:nvSpPr>
          <p:spPr>
            <a:xfrm>
              <a:off x="6629307" y="858596"/>
              <a:ext cx="269768" cy="119159"/>
            </a:xfrm>
            <a:custGeom>
              <a:avLst/>
              <a:gdLst/>
              <a:ahLst/>
              <a:cxnLst/>
              <a:rect l="l" t="t" r="r" b="b"/>
              <a:pathLst>
                <a:path w="3251" h="1436" extrusionOk="0">
                  <a:moveTo>
                    <a:pt x="723" y="1"/>
                  </a:moveTo>
                  <a:cubicBezTo>
                    <a:pt x="552" y="1"/>
                    <a:pt x="893" y="332"/>
                    <a:pt x="793" y="382"/>
                  </a:cubicBezTo>
                  <a:cubicBezTo>
                    <a:pt x="592" y="492"/>
                    <a:pt x="0" y="342"/>
                    <a:pt x="492" y="593"/>
                  </a:cubicBezTo>
                  <a:cubicBezTo>
                    <a:pt x="1284" y="994"/>
                    <a:pt x="1806" y="1094"/>
                    <a:pt x="2668" y="1385"/>
                  </a:cubicBezTo>
                  <a:cubicBezTo>
                    <a:pt x="2779" y="1425"/>
                    <a:pt x="2849" y="1435"/>
                    <a:pt x="2899" y="1435"/>
                  </a:cubicBezTo>
                  <a:cubicBezTo>
                    <a:pt x="3250" y="1435"/>
                    <a:pt x="2197" y="603"/>
                    <a:pt x="1054" y="101"/>
                  </a:cubicBezTo>
                  <a:cubicBezTo>
                    <a:pt x="883" y="31"/>
                    <a:pt x="783" y="1"/>
                    <a:pt x="723" y="1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0" name="Google Shape;3500;p25"/>
            <p:cNvSpPr/>
            <p:nvPr/>
          </p:nvSpPr>
          <p:spPr>
            <a:xfrm>
              <a:off x="8210740" y="291843"/>
              <a:ext cx="985553" cy="605173"/>
            </a:xfrm>
            <a:custGeom>
              <a:avLst/>
              <a:gdLst/>
              <a:ahLst/>
              <a:cxnLst/>
              <a:rect l="l" t="t" r="r" b="b"/>
              <a:pathLst>
                <a:path w="11877" h="7293" extrusionOk="0">
                  <a:moveTo>
                    <a:pt x="191" y="5417"/>
                  </a:moveTo>
                  <a:cubicBezTo>
                    <a:pt x="121" y="5495"/>
                    <a:pt x="75" y="5554"/>
                    <a:pt x="34" y="5596"/>
                  </a:cubicBezTo>
                  <a:lnTo>
                    <a:pt x="34" y="5596"/>
                  </a:lnTo>
                  <a:cubicBezTo>
                    <a:pt x="77" y="5554"/>
                    <a:pt x="123" y="5493"/>
                    <a:pt x="191" y="5417"/>
                  </a:cubicBezTo>
                  <a:close/>
                  <a:moveTo>
                    <a:pt x="34" y="5596"/>
                  </a:moveTo>
                  <a:cubicBezTo>
                    <a:pt x="26" y="5604"/>
                    <a:pt x="18" y="5611"/>
                    <a:pt x="10" y="5617"/>
                  </a:cubicBezTo>
                  <a:cubicBezTo>
                    <a:pt x="10" y="5617"/>
                    <a:pt x="0" y="5627"/>
                    <a:pt x="0" y="5627"/>
                  </a:cubicBezTo>
                  <a:cubicBezTo>
                    <a:pt x="12" y="5618"/>
                    <a:pt x="23" y="5608"/>
                    <a:pt x="34" y="5596"/>
                  </a:cubicBezTo>
                  <a:close/>
                  <a:moveTo>
                    <a:pt x="11074" y="0"/>
                  </a:moveTo>
                  <a:lnTo>
                    <a:pt x="11876" y="7292"/>
                  </a:lnTo>
                  <a:cubicBezTo>
                    <a:pt x="11656" y="4855"/>
                    <a:pt x="11345" y="2428"/>
                    <a:pt x="11074" y="0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1" name="Google Shape;3501;p25"/>
            <p:cNvSpPr/>
            <p:nvPr/>
          </p:nvSpPr>
          <p:spPr>
            <a:xfrm>
              <a:off x="8211570" y="291843"/>
              <a:ext cx="989702" cy="670063"/>
            </a:xfrm>
            <a:custGeom>
              <a:avLst/>
              <a:gdLst/>
              <a:ahLst/>
              <a:cxnLst/>
              <a:rect l="l" t="t" r="r" b="b"/>
              <a:pathLst>
                <a:path w="11927" h="8075" extrusionOk="0">
                  <a:moveTo>
                    <a:pt x="11064" y="0"/>
                  </a:moveTo>
                  <a:lnTo>
                    <a:pt x="11435" y="3391"/>
                  </a:lnTo>
                  <a:cubicBezTo>
                    <a:pt x="11094" y="3581"/>
                    <a:pt x="10693" y="3782"/>
                    <a:pt x="10141" y="4043"/>
                  </a:cubicBezTo>
                  <a:cubicBezTo>
                    <a:pt x="9439" y="4384"/>
                    <a:pt x="8396" y="5005"/>
                    <a:pt x="7353" y="5326"/>
                  </a:cubicBezTo>
                  <a:cubicBezTo>
                    <a:pt x="7252" y="5357"/>
                    <a:pt x="7192" y="5367"/>
                    <a:pt x="7162" y="5367"/>
                  </a:cubicBezTo>
                  <a:cubicBezTo>
                    <a:pt x="6972" y="5367"/>
                    <a:pt x="7995" y="4815"/>
                    <a:pt x="8436" y="4414"/>
                  </a:cubicBezTo>
                  <a:cubicBezTo>
                    <a:pt x="8496" y="4353"/>
                    <a:pt x="8506" y="4333"/>
                    <a:pt x="8476" y="4333"/>
                  </a:cubicBezTo>
                  <a:cubicBezTo>
                    <a:pt x="8306" y="4333"/>
                    <a:pt x="6721" y="5176"/>
                    <a:pt x="5286" y="5497"/>
                  </a:cubicBezTo>
                  <a:cubicBezTo>
                    <a:pt x="5196" y="5517"/>
                    <a:pt x="5136" y="5527"/>
                    <a:pt x="5096" y="5527"/>
                  </a:cubicBezTo>
                  <a:cubicBezTo>
                    <a:pt x="4755" y="5527"/>
                    <a:pt x="6631" y="4694"/>
                    <a:pt x="7874" y="3802"/>
                  </a:cubicBezTo>
                  <a:cubicBezTo>
                    <a:pt x="8536" y="3330"/>
                    <a:pt x="8907" y="2909"/>
                    <a:pt x="8877" y="2448"/>
                  </a:cubicBezTo>
                  <a:cubicBezTo>
                    <a:pt x="8857" y="2227"/>
                    <a:pt x="8667" y="2157"/>
                    <a:pt x="8396" y="2157"/>
                  </a:cubicBezTo>
                  <a:lnTo>
                    <a:pt x="8266" y="2157"/>
                  </a:lnTo>
                  <a:cubicBezTo>
                    <a:pt x="8245" y="2317"/>
                    <a:pt x="8185" y="2548"/>
                    <a:pt x="7985" y="2708"/>
                  </a:cubicBezTo>
                  <a:cubicBezTo>
                    <a:pt x="7654" y="2969"/>
                    <a:pt x="7303" y="3110"/>
                    <a:pt x="7192" y="3230"/>
                  </a:cubicBezTo>
                  <a:cubicBezTo>
                    <a:pt x="7022" y="3431"/>
                    <a:pt x="6570" y="3370"/>
                    <a:pt x="6350" y="3541"/>
                  </a:cubicBezTo>
                  <a:cubicBezTo>
                    <a:pt x="6039" y="3772"/>
                    <a:pt x="5969" y="4123"/>
                    <a:pt x="5537" y="4263"/>
                  </a:cubicBezTo>
                  <a:cubicBezTo>
                    <a:pt x="5327" y="4333"/>
                    <a:pt x="5106" y="4343"/>
                    <a:pt x="4895" y="4424"/>
                  </a:cubicBezTo>
                  <a:cubicBezTo>
                    <a:pt x="4624" y="4534"/>
                    <a:pt x="4414" y="4725"/>
                    <a:pt x="4173" y="4895"/>
                  </a:cubicBezTo>
                  <a:cubicBezTo>
                    <a:pt x="3942" y="5056"/>
                    <a:pt x="1936" y="5387"/>
                    <a:pt x="1816" y="5387"/>
                  </a:cubicBezTo>
                  <a:lnTo>
                    <a:pt x="1806" y="5387"/>
                  </a:lnTo>
                  <a:cubicBezTo>
                    <a:pt x="1736" y="5377"/>
                    <a:pt x="2257" y="5015"/>
                    <a:pt x="1856" y="5015"/>
                  </a:cubicBezTo>
                  <a:cubicBezTo>
                    <a:pt x="1776" y="5015"/>
                    <a:pt x="1655" y="5036"/>
                    <a:pt x="1495" y="5066"/>
                  </a:cubicBezTo>
                  <a:cubicBezTo>
                    <a:pt x="1054" y="5156"/>
                    <a:pt x="231" y="5367"/>
                    <a:pt x="221" y="5367"/>
                  </a:cubicBezTo>
                  <a:lnTo>
                    <a:pt x="211" y="5367"/>
                  </a:lnTo>
                  <a:cubicBezTo>
                    <a:pt x="201" y="5387"/>
                    <a:pt x="191" y="5397"/>
                    <a:pt x="181" y="5417"/>
                  </a:cubicBezTo>
                  <a:cubicBezTo>
                    <a:pt x="101" y="5507"/>
                    <a:pt x="51" y="5577"/>
                    <a:pt x="0" y="5617"/>
                  </a:cubicBezTo>
                  <a:cubicBezTo>
                    <a:pt x="161" y="5728"/>
                    <a:pt x="341" y="5838"/>
                    <a:pt x="542" y="5958"/>
                  </a:cubicBezTo>
                  <a:cubicBezTo>
                    <a:pt x="953" y="6179"/>
                    <a:pt x="1605" y="6540"/>
                    <a:pt x="2227" y="6891"/>
                  </a:cubicBezTo>
                  <a:cubicBezTo>
                    <a:pt x="2929" y="7282"/>
                    <a:pt x="3682" y="7694"/>
                    <a:pt x="4263" y="8045"/>
                  </a:cubicBezTo>
                  <a:cubicBezTo>
                    <a:pt x="4324" y="8065"/>
                    <a:pt x="4384" y="8075"/>
                    <a:pt x="4444" y="8075"/>
                  </a:cubicBezTo>
                  <a:cubicBezTo>
                    <a:pt x="4504" y="8075"/>
                    <a:pt x="4554" y="8065"/>
                    <a:pt x="4604" y="8045"/>
                  </a:cubicBezTo>
                  <a:cubicBezTo>
                    <a:pt x="4986" y="7904"/>
                    <a:pt x="5266" y="7613"/>
                    <a:pt x="5678" y="7473"/>
                  </a:cubicBezTo>
                  <a:cubicBezTo>
                    <a:pt x="5738" y="7453"/>
                    <a:pt x="5808" y="7433"/>
                    <a:pt x="5878" y="7433"/>
                  </a:cubicBezTo>
                  <a:lnTo>
                    <a:pt x="5898" y="7433"/>
                  </a:lnTo>
                  <a:cubicBezTo>
                    <a:pt x="6049" y="7443"/>
                    <a:pt x="6189" y="7533"/>
                    <a:pt x="6340" y="7533"/>
                  </a:cubicBezTo>
                  <a:cubicBezTo>
                    <a:pt x="6390" y="7543"/>
                    <a:pt x="6430" y="7543"/>
                    <a:pt x="6470" y="7543"/>
                  </a:cubicBezTo>
                  <a:cubicBezTo>
                    <a:pt x="6701" y="7543"/>
                    <a:pt x="6921" y="7513"/>
                    <a:pt x="7142" y="7493"/>
                  </a:cubicBezTo>
                  <a:cubicBezTo>
                    <a:pt x="7363" y="7463"/>
                    <a:pt x="7593" y="7443"/>
                    <a:pt x="7824" y="7443"/>
                  </a:cubicBezTo>
                  <a:lnTo>
                    <a:pt x="8115" y="7443"/>
                  </a:lnTo>
                  <a:cubicBezTo>
                    <a:pt x="8346" y="7443"/>
                    <a:pt x="8576" y="7403"/>
                    <a:pt x="8807" y="7393"/>
                  </a:cubicBezTo>
                  <a:lnTo>
                    <a:pt x="8867" y="7393"/>
                  </a:lnTo>
                  <a:cubicBezTo>
                    <a:pt x="9148" y="7393"/>
                    <a:pt x="9419" y="7453"/>
                    <a:pt x="9680" y="7533"/>
                  </a:cubicBezTo>
                  <a:cubicBezTo>
                    <a:pt x="10081" y="7674"/>
                    <a:pt x="10472" y="7884"/>
                    <a:pt x="10894" y="7884"/>
                  </a:cubicBezTo>
                  <a:cubicBezTo>
                    <a:pt x="10994" y="7884"/>
                    <a:pt x="11104" y="7874"/>
                    <a:pt x="11215" y="7864"/>
                  </a:cubicBezTo>
                  <a:cubicBezTo>
                    <a:pt x="11315" y="7854"/>
                    <a:pt x="11425" y="7844"/>
                    <a:pt x="11525" y="7844"/>
                  </a:cubicBezTo>
                  <a:cubicBezTo>
                    <a:pt x="11666" y="7844"/>
                    <a:pt x="11806" y="7864"/>
                    <a:pt x="11927" y="7944"/>
                  </a:cubicBezTo>
                  <a:cubicBezTo>
                    <a:pt x="11907" y="7724"/>
                    <a:pt x="11887" y="7513"/>
                    <a:pt x="11866" y="7292"/>
                  </a:cubicBezTo>
                  <a:lnTo>
                    <a:pt x="1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2" name="Google Shape;3502;p25"/>
            <p:cNvSpPr/>
            <p:nvPr/>
          </p:nvSpPr>
          <p:spPr>
            <a:xfrm>
              <a:off x="8606057" y="287694"/>
              <a:ext cx="554472" cy="462862"/>
            </a:xfrm>
            <a:custGeom>
              <a:avLst/>
              <a:gdLst/>
              <a:ahLst/>
              <a:cxnLst/>
              <a:rect l="l" t="t" r="r" b="b"/>
              <a:pathLst>
                <a:path w="6682" h="5578" extrusionOk="0">
                  <a:moveTo>
                    <a:pt x="342" y="5577"/>
                  </a:moveTo>
                  <a:cubicBezTo>
                    <a:pt x="1" y="5577"/>
                    <a:pt x="1877" y="4744"/>
                    <a:pt x="3120" y="3852"/>
                  </a:cubicBezTo>
                  <a:cubicBezTo>
                    <a:pt x="3782" y="3380"/>
                    <a:pt x="4153" y="2959"/>
                    <a:pt x="4123" y="2498"/>
                  </a:cubicBezTo>
                  <a:cubicBezTo>
                    <a:pt x="4103" y="2277"/>
                    <a:pt x="3913" y="2207"/>
                    <a:pt x="3642" y="2207"/>
                  </a:cubicBezTo>
                  <a:cubicBezTo>
                    <a:pt x="3602" y="2207"/>
                    <a:pt x="3552" y="2207"/>
                    <a:pt x="3512" y="2207"/>
                  </a:cubicBezTo>
                  <a:cubicBezTo>
                    <a:pt x="3512" y="2177"/>
                    <a:pt x="3512" y="2137"/>
                    <a:pt x="3512" y="2117"/>
                  </a:cubicBezTo>
                  <a:cubicBezTo>
                    <a:pt x="3512" y="2076"/>
                    <a:pt x="3512" y="2056"/>
                    <a:pt x="3512" y="2046"/>
                  </a:cubicBezTo>
                  <a:lnTo>
                    <a:pt x="3512" y="2046"/>
                  </a:lnTo>
                  <a:lnTo>
                    <a:pt x="3512" y="2046"/>
                  </a:lnTo>
                  <a:lnTo>
                    <a:pt x="3512" y="2046"/>
                  </a:lnTo>
                  <a:lnTo>
                    <a:pt x="3512" y="2046"/>
                  </a:lnTo>
                  <a:cubicBezTo>
                    <a:pt x="3512" y="2046"/>
                    <a:pt x="4625" y="1164"/>
                    <a:pt x="4956" y="903"/>
                  </a:cubicBezTo>
                  <a:cubicBezTo>
                    <a:pt x="5287" y="652"/>
                    <a:pt x="5738" y="381"/>
                    <a:pt x="6300" y="0"/>
                  </a:cubicBezTo>
                  <a:cubicBezTo>
                    <a:pt x="6300" y="10"/>
                    <a:pt x="6310" y="30"/>
                    <a:pt x="6310" y="50"/>
                  </a:cubicBezTo>
                  <a:lnTo>
                    <a:pt x="6681" y="3441"/>
                  </a:lnTo>
                  <a:cubicBezTo>
                    <a:pt x="6340" y="3631"/>
                    <a:pt x="5939" y="3832"/>
                    <a:pt x="5387" y="4093"/>
                  </a:cubicBezTo>
                  <a:cubicBezTo>
                    <a:pt x="4685" y="4434"/>
                    <a:pt x="3642" y="5055"/>
                    <a:pt x="2599" y="5376"/>
                  </a:cubicBezTo>
                  <a:cubicBezTo>
                    <a:pt x="2498" y="5407"/>
                    <a:pt x="2438" y="5417"/>
                    <a:pt x="2408" y="5417"/>
                  </a:cubicBezTo>
                  <a:cubicBezTo>
                    <a:pt x="2218" y="5417"/>
                    <a:pt x="3241" y="4865"/>
                    <a:pt x="3682" y="4464"/>
                  </a:cubicBezTo>
                  <a:cubicBezTo>
                    <a:pt x="3742" y="4403"/>
                    <a:pt x="3752" y="4383"/>
                    <a:pt x="3722" y="4383"/>
                  </a:cubicBezTo>
                  <a:cubicBezTo>
                    <a:pt x="3552" y="4383"/>
                    <a:pt x="1967" y="5226"/>
                    <a:pt x="532" y="5547"/>
                  </a:cubicBezTo>
                  <a:cubicBezTo>
                    <a:pt x="442" y="5567"/>
                    <a:pt x="382" y="5577"/>
                    <a:pt x="342" y="5577"/>
                  </a:cubicBezTo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3" name="Google Shape;3503;p25"/>
            <p:cNvSpPr/>
            <p:nvPr/>
          </p:nvSpPr>
          <p:spPr>
            <a:xfrm>
              <a:off x="8396366" y="863658"/>
              <a:ext cx="169030" cy="95759"/>
            </a:xfrm>
            <a:custGeom>
              <a:avLst/>
              <a:gdLst/>
              <a:ahLst/>
              <a:cxnLst/>
              <a:rect l="l" t="t" r="r" b="b"/>
              <a:pathLst>
                <a:path w="2037" h="1154" extrusionOk="0">
                  <a:moveTo>
                    <a:pt x="0" y="0"/>
                  </a:moveTo>
                  <a:cubicBezTo>
                    <a:pt x="42" y="23"/>
                    <a:pt x="84" y="47"/>
                    <a:pt x="126" y="70"/>
                  </a:cubicBezTo>
                  <a:lnTo>
                    <a:pt x="126" y="70"/>
                  </a:lnTo>
                  <a:cubicBezTo>
                    <a:pt x="84" y="47"/>
                    <a:pt x="42" y="24"/>
                    <a:pt x="0" y="0"/>
                  </a:cubicBezTo>
                  <a:close/>
                  <a:moveTo>
                    <a:pt x="126" y="70"/>
                  </a:moveTo>
                  <a:cubicBezTo>
                    <a:pt x="800" y="446"/>
                    <a:pt x="1418" y="802"/>
                    <a:pt x="1645" y="953"/>
                  </a:cubicBezTo>
                  <a:cubicBezTo>
                    <a:pt x="1766" y="1033"/>
                    <a:pt x="1896" y="1114"/>
                    <a:pt x="2036" y="1154"/>
                  </a:cubicBezTo>
                  <a:cubicBezTo>
                    <a:pt x="1489" y="823"/>
                    <a:pt x="791" y="440"/>
                    <a:pt x="126" y="70"/>
                  </a:cubicBezTo>
                  <a:close/>
                </a:path>
              </a:pathLst>
            </a:custGeom>
            <a:solidFill>
              <a:srgbClr val="70BB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4" name="Google Shape;3504;p25"/>
            <p:cNvSpPr/>
            <p:nvPr/>
          </p:nvSpPr>
          <p:spPr>
            <a:xfrm>
              <a:off x="8210740" y="757941"/>
              <a:ext cx="913" cy="913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0"/>
                  </a:moveTo>
                  <a:lnTo>
                    <a:pt x="0" y="10"/>
                  </a:lnTo>
                  <a:cubicBezTo>
                    <a:pt x="0" y="10"/>
                    <a:pt x="10" y="0"/>
                    <a:pt x="10" y="0"/>
                  </a:cubicBezTo>
                  <a:lnTo>
                    <a:pt x="10" y="0"/>
                  </a:lnTo>
                  <a:cubicBezTo>
                    <a:pt x="10" y="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2C46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5" name="Google Shape;3505;p25"/>
            <p:cNvSpPr/>
            <p:nvPr/>
          </p:nvSpPr>
          <p:spPr>
            <a:xfrm>
              <a:off x="8210740" y="757941"/>
              <a:ext cx="45805" cy="28379"/>
            </a:xfrm>
            <a:custGeom>
              <a:avLst/>
              <a:gdLst/>
              <a:ahLst/>
              <a:cxnLst/>
              <a:rect l="l" t="t" r="r" b="b"/>
              <a:pathLst>
                <a:path w="552" h="342" extrusionOk="0">
                  <a:moveTo>
                    <a:pt x="10" y="0"/>
                  </a:moveTo>
                  <a:cubicBezTo>
                    <a:pt x="10" y="0"/>
                    <a:pt x="0" y="10"/>
                    <a:pt x="0" y="10"/>
                  </a:cubicBezTo>
                  <a:lnTo>
                    <a:pt x="20" y="40"/>
                  </a:lnTo>
                  <a:cubicBezTo>
                    <a:pt x="40" y="60"/>
                    <a:pt x="111" y="101"/>
                    <a:pt x="141" y="111"/>
                  </a:cubicBezTo>
                  <a:cubicBezTo>
                    <a:pt x="151" y="121"/>
                    <a:pt x="311" y="201"/>
                    <a:pt x="552" y="341"/>
                  </a:cubicBezTo>
                  <a:cubicBezTo>
                    <a:pt x="351" y="221"/>
                    <a:pt x="171" y="111"/>
                    <a:pt x="10" y="0"/>
                  </a:cubicBezTo>
                  <a:close/>
                </a:path>
              </a:pathLst>
            </a:custGeom>
            <a:solidFill>
              <a:srgbClr val="70BB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6" name="Google Shape;3506;p25"/>
            <p:cNvSpPr/>
            <p:nvPr/>
          </p:nvSpPr>
          <p:spPr>
            <a:xfrm>
              <a:off x="8339774" y="603930"/>
              <a:ext cx="267196" cy="83312"/>
            </a:xfrm>
            <a:custGeom>
              <a:avLst/>
              <a:gdLst/>
              <a:ahLst/>
              <a:cxnLst/>
              <a:rect l="l" t="t" r="r" b="b"/>
              <a:pathLst>
                <a:path w="3220" h="1004" extrusionOk="0">
                  <a:moveTo>
                    <a:pt x="3069" y="1"/>
                  </a:moveTo>
                  <a:cubicBezTo>
                    <a:pt x="2929" y="1"/>
                    <a:pt x="2809" y="11"/>
                    <a:pt x="2698" y="41"/>
                  </a:cubicBezTo>
                  <a:cubicBezTo>
                    <a:pt x="2237" y="191"/>
                    <a:pt x="1725" y="1"/>
                    <a:pt x="1394" y="261"/>
                  </a:cubicBezTo>
                  <a:cubicBezTo>
                    <a:pt x="1063" y="512"/>
                    <a:pt x="20" y="944"/>
                    <a:pt x="20" y="944"/>
                  </a:cubicBezTo>
                  <a:lnTo>
                    <a:pt x="0" y="944"/>
                  </a:lnTo>
                  <a:cubicBezTo>
                    <a:pt x="10" y="964"/>
                    <a:pt x="30" y="974"/>
                    <a:pt x="60" y="984"/>
                  </a:cubicBezTo>
                  <a:cubicBezTo>
                    <a:pt x="80" y="994"/>
                    <a:pt x="100" y="1004"/>
                    <a:pt x="130" y="1004"/>
                  </a:cubicBezTo>
                  <a:cubicBezTo>
                    <a:pt x="151" y="1004"/>
                    <a:pt x="181" y="994"/>
                    <a:pt x="211" y="994"/>
                  </a:cubicBezTo>
                  <a:cubicBezTo>
                    <a:pt x="782" y="903"/>
                    <a:pt x="1364" y="823"/>
                    <a:pt x="1906" y="613"/>
                  </a:cubicBezTo>
                  <a:cubicBezTo>
                    <a:pt x="2076" y="542"/>
                    <a:pt x="2247" y="462"/>
                    <a:pt x="2427" y="442"/>
                  </a:cubicBezTo>
                  <a:cubicBezTo>
                    <a:pt x="2628" y="412"/>
                    <a:pt x="3180" y="221"/>
                    <a:pt x="3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7" name="Google Shape;3507;p25"/>
            <p:cNvSpPr/>
            <p:nvPr/>
          </p:nvSpPr>
          <p:spPr>
            <a:xfrm>
              <a:off x="8680988" y="1046712"/>
              <a:ext cx="571898" cy="270598"/>
            </a:xfrm>
            <a:custGeom>
              <a:avLst/>
              <a:gdLst/>
              <a:ahLst/>
              <a:cxnLst/>
              <a:rect l="l" t="t" r="r" b="b"/>
              <a:pathLst>
                <a:path w="6892" h="3261" extrusionOk="0">
                  <a:moveTo>
                    <a:pt x="271" y="1"/>
                  </a:moveTo>
                  <a:cubicBezTo>
                    <a:pt x="1" y="1"/>
                    <a:pt x="833" y="723"/>
                    <a:pt x="1395" y="1084"/>
                  </a:cubicBezTo>
                  <a:cubicBezTo>
                    <a:pt x="2087" y="1546"/>
                    <a:pt x="1846" y="1024"/>
                    <a:pt x="3471" y="2027"/>
                  </a:cubicBezTo>
                  <a:cubicBezTo>
                    <a:pt x="4173" y="2468"/>
                    <a:pt x="4464" y="2609"/>
                    <a:pt x="4544" y="2609"/>
                  </a:cubicBezTo>
                  <a:cubicBezTo>
                    <a:pt x="4665" y="2609"/>
                    <a:pt x="4444" y="2368"/>
                    <a:pt x="4374" y="2228"/>
                  </a:cubicBezTo>
                  <a:cubicBezTo>
                    <a:pt x="4354" y="2208"/>
                    <a:pt x="4364" y="2198"/>
                    <a:pt x="4384" y="2198"/>
                  </a:cubicBezTo>
                  <a:cubicBezTo>
                    <a:pt x="4564" y="2198"/>
                    <a:pt x="6139" y="3181"/>
                    <a:pt x="6540" y="3261"/>
                  </a:cubicBezTo>
                  <a:lnTo>
                    <a:pt x="6601" y="3261"/>
                  </a:lnTo>
                  <a:cubicBezTo>
                    <a:pt x="6892" y="3261"/>
                    <a:pt x="6179" y="2639"/>
                    <a:pt x="5066" y="1836"/>
                  </a:cubicBezTo>
                  <a:cubicBezTo>
                    <a:pt x="4123" y="1154"/>
                    <a:pt x="3892" y="944"/>
                    <a:pt x="3521" y="944"/>
                  </a:cubicBezTo>
                  <a:cubicBezTo>
                    <a:pt x="3431" y="944"/>
                    <a:pt x="3331" y="954"/>
                    <a:pt x="3210" y="974"/>
                  </a:cubicBezTo>
                  <a:cubicBezTo>
                    <a:pt x="3140" y="994"/>
                    <a:pt x="3070" y="994"/>
                    <a:pt x="3000" y="994"/>
                  </a:cubicBezTo>
                  <a:cubicBezTo>
                    <a:pt x="2418" y="994"/>
                    <a:pt x="1696" y="623"/>
                    <a:pt x="733" y="171"/>
                  </a:cubicBezTo>
                  <a:cubicBezTo>
                    <a:pt x="492" y="51"/>
                    <a:pt x="342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8" name="Google Shape;3508;p25"/>
            <p:cNvSpPr/>
            <p:nvPr/>
          </p:nvSpPr>
          <p:spPr>
            <a:xfrm>
              <a:off x="4251349" y="1370500"/>
              <a:ext cx="30869" cy="20081"/>
            </a:xfrm>
            <a:custGeom>
              <a:avLst/>
              <a:gdLst/>
              <a:ahLst/>
              <a:cxnLst/>
              <a:rect l="l" t="t" r="r" b="b"/>
              <a:pathLst>
                <a:path w="372" h="242" extrusionOk="0">
                  <a:moveTo>
                    <a:pt x="0" y="241"/>
                  </a:moveTo>
                  <a:cubicBezTo>
                    <a:pt x="0" y="241"/>
                    <a:pt x="0" y="241"/>
                    <a:pt x="0" y="241"/>
                  </a:cubicBezTo>
                  <a:cubicBezTo>
                    <a:pt x="0" y="241"/>
                    <a:pt x="0" y="241"/>
                    <a:pt x="0" y="241"/>
                  </a:cubicBezTo>
                  <a:close/>
                  <a:moveTo>
                    <a:pt x="0" y="241"/>
                  </a:moveTo>
                  <a:cubicBezTo>
                    <a:pt x="130" y="151"/>
                    <a:pt x="251" y="71"/>
                    <a:pt x="361" y="11"/>
                  </a:cubicBezTo>
                  <a:cubicBezTo>
                    <a:pt x="251" y="71"/>
                    <a:pt x="130" y="151"/>
                    <a:pt x="0" y="241"/>
                  </a:cubicBezTo>
                  <a:close/>
                  <a:moveTo>
                    <a:pt x="361" y="11"/>
                  </a:moveTo>
                  <a:cubicBezTo>
                    <a:pt x="361" y="11"/>
                    <a:pt x="371" y="11"/>
                    <a:pt x="371" y="1"/>
                  </a:cubicBezTo>
                  <a:cubicBezTo>
                    <a:pt x="371" y="11"/>
                    <a:pt x="361" y="11"/>
                    <a:pt x="361" y="11"/>
                  </a:cubicBezTo>
                  <a:close/>
                  <a:moveTo>
                    <a:pt x="371" y="1"/>
                  </a:moveTo>
                  <a:cubicBezTo>
                    <a:pt x="371" y="1"/>
                    <a:pt x="371" y="1"/>
                    <a:pt x="371" y="1"/>
                  </a:cubicBezTo>
                  <a:cubicBezTo>
                    <a:pt x="371" y="1"/>
                    <a:pt x="371" y="1"/>
                    <a:pt x="371" y="1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9" name="Google Shape;3509;p25"/>
            <p:cNvSpPr/>
            <p:nvPr/>
          </p:nvSpPr>
          <p:spPr>
            <a:xfrm>
              <a:off x="4214672" y="1035095"/>
              <a:ext cx="840753" cy="398802"/>
            </a:xfrm>
            <a:custGeom>
              <a:avLst/>
              <a:gdLst/>
              <a:ahLst/>
              <a:cxnLst/>
              <a:rect l="l" t="t" r="r" b="b"/>
              <a:pathLst>
                <a:path w="10132" h="4806" extrusionOk="0">
                  <a:moveTo>
                    <a:pt x="4855" y="0"/>
                  </a:moveTo>
                  <a:cubicBezTo>
                    <a:pt x="4845" y="10"/>
                    <a:pt x="4825" y="21"/>
                    <a:pt x="4815" y="31"/>
                  </a:cubicBezTo>
                  <a:cubicBezTo>
                    <a:pt x="4364" y="291"/>
                    <a:pt x="3301" y="1324"/>
                    <a:pt x="2970" y="1696"/>
                  </a:cubicBezTo>
                  <a:cubicBezTo>
                    <a:pt x="2649" y="2067"/>
                    <a:pt x="1726" y="2368"/>
                    <a:pt x="1545" y="2949"/>
                  </a:cubicBezTo>
                  <a:cubicBezTo>
                    <a:pt x="1365" y="3541"/>
                    <a:pt x="1275" y="3772"/>
                    <a:pt x="823" y="4043"/>
                  </a:cubicBezTo>
                  <a:lnTo>
                    <a:pt x="813" y="4043"/>
                  </a:lnTo>
                  <a:cubicBezTo>
                    <a:pt x="813" y="4053"/>
                    <a:pt x="803" y="4053"/>
                    <a:pt x="803" y="4053"/>
                  </a:cubicBezTo>
                  <a:cubicBezTo>
                    <a:pt x="693" y="4113"/>
                    <a:pt x="572" y="4193"/>
                    <a:pt x="442" y="4283"/>
                  </a:cubicBezTo>
                  <a:cubicBezTo>
                    <a:pt x="282" y="4394"/>
                    <a:pt x="121" y="4504"/>
                    <a:pt x="1" y="4594"/>
                  </a:cubicBezTo>
                  <a:cubicBezTo>
                    <a:pt x="91" y="4775"/>
                    <a:pt x="352" y="4805"/>
                    <a:pt x="572" y="4805"/>
                  </a:cubicBezTo>
                  <a:lnTo>
                    <a:pt x="593" y="4805"/>
                  </a:lnTo>
                  <a:cubicBezTo>
                    <a:pt x="2518" y="4795"/>
                    <a:pt x="4444" y="4775"/>
                    <a:pt x="6360" y="4765"/>
                  </a:cubicBezTo>
                  <a:cubicBezTo>
                    <a:pt x="6511" y="4765"/>
                    <a:pt x="6651" y="4765"/>
                    <a:pt x="6791" y="4715"/>
                  </a:cubicBezTo>
                  <a:cubicBezTo>
                    <a:pt x="6982" y="4655"/>
                    <a:pt x="7132" y="4494"/>
                    <a:pt x="7313" y="4404"/>
                  </a:cubicBezTo>
                  <a:cubicBezTo>
                    <a:pt x="7403" y="4364"/>
                    <a:pt x="7634" y="4354"/>
                    <a:pt x="7935" y="4354"/>
                  </a:cubicBezTo>
                  <a:lnTo>
                    <a:pt x="8446" y="4354"/>
                  </a:lnTo>
                  <a:cubicBezTo>
                    <a:pt x="8627" y="4364"/>
                    <a:pt x="8808" y="4364"/>
                    <a:pt x="8988" y="4364"/>
                  </a:cubicBezTo>
                  <a:cubicBezTo>
                    <a:pt x="9600" y="4364"/>
                    <a:pt x="10132" y="4324"/>
                    <a:pt x="10091" y="4113"/>
                  </a:cubicBezTo>
                  <a:cubicBezTo>
                    <a:pt x="10061" y="3912"/>
                    <a:pt x="9700" y="3571"/>
                    <a:pt x="9580" y="3401"/>
                  </a:cubicBezTo>
                  <a:cubicBezTo>
                    <a:pt x="9399" y="3160"/>
                    <a:pt x="8456" y="2829"/>
                    <a:pt x="8276" y="2588"/>
                  </a:cubicBezTo>
                  <a:cubicBezTo>
                    <a:pt x="8035" y="2257"/>
                    <a:pt x="7193" y="2257"/>
                    <a:pt x="6781" y="2167"/>
                  </a:cubicBezTo>
                  <a:cubicBezTo>
                    <a:pt x="6671" y="2137"/>
                    <a:pt x="6139" y="1846"/>
                    <a:pt x="6059" y="1776"/>
                  </a:cubicBezTo>
                  <a:cubicBezTo>
                    <a:pt x="5979" y="1696"/>
                    <a:pt x="5337" y="1365"/>
                    <a:pt x="5317" y="1264"/>
                  </a:cubicBezTo>
                  <a:cubicBezTo>
                    <a:pt x="5156" y="703"/>
                    <a:pt x="5086" y="542"/>
                    <a:pt x="4896" y="61"/>
                  </a:cubicBezTo>
                  <a:cubicBezTo>
                    <a:pt x="4886" y="41"/>
                    <a:pt x="4876" y="21"/>
                    <a:pt x="48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0" name="Google Shape;3510;p25"/>
            <p:cNvSpPr/>
            <p:nvPr/>
          </p:nvSpPr>
          <p:spPr>
            <a:xfrm>
              <a:off x="4861418" y="842000"/>
              <a:ext cx="643510" cy="132436"/>
            </a:xfrm>
            <a:custGeom>
              <a:avLst/>
              <a:gdLst/>
              <a:ahLst/>
              <a:cxnLst/>
              <a:rect l="l" t="t" r="r" b="b"/>
              <a:pathLst>
                <a:path w="7755" h="1596" extrusionOk="0">
                  <a:moveTo>
                    <a:pt x="7634" y="1595"/>
                  </a:moveTo>
                  <a:cubicBezTo>
                    <a:pt x="7573" y="1595"/>
                    <a:pt x="7523" y="1595"/>
                    <a:pt x="7473" y="1575"/>
                  </a:cubicBezTo>
                  <a:cubicBezTo>
                    <a:pt x="7523" y="1595"/>
                    <a:pt x="7573" y="1595"/>
                    <a:pt x="7634" y="1595"/>
                  </a:cubicBezTo>
                  <a:cubicBezTo>
                    <a:pt x="7674" y="1595"/>
                    <a:pt x="7714" y="1595"/>
                    <a:pt x="7754" y="1595"/>
                  </a:cubicBezTo>
                  <a:lnTo>
                    <a:pt x="7754" y="1595"/>
                  </a:lnTo>
                  <a:cubicBezTo>
                    <a:pt x="7714" y="1595"/>
                    <a:pt x="7674" y="1595"/>
                    <a:pt x="7634" y="1595"/>
                  </a:cubicBezTo>
                  <a:close/>
                  <a:moveTo>
                    <a:pt x="0" y="1535"/>
                  </a:moveTo>
                  <a:lnTo>
                    <a:pt x="0" y="1535"/>
                  </a:lnTo>
                  <a:cubicBezTo>
                    <a:pt x="171" y="1405"/>
                    <a:pt x="372" y="1234"/>
                    <a:pt x="572" y="1114"/>
                  </a:cubicBezTo>
                  <a:cubicBezTo>
                    <a:pt x="372" y="1234"/>
                    <a:pt x="171" y="1405"/>
                    <a:pt x="0" y="1535"/>
                  </a:cubicBezTo>
                  <a:close/>
                  <a:moveTo>
                    <a:pt x="572" y="1114"/>
                  </a:moveTo>
                  <a:lnTo>
                    <a:pt x="572" y="1114"/>
                  </a:lnTo>
                  <a:lnTo>
                    <a:pt x="572" y="1114"/>
                  </a:lnTo>
                  <a:close/>
                  <a:moveTo>
                    <a:pt x="572" y="1104"/>
                  </a:moveTo>
                  <a:cubicBezTo>
                    <a:pt x="572" y="1104"/>
                    <a:pt x="582" y="1104"/>
                    <a:pt x="582" y="1104"/>
                  </a:cubicBezTo>
                  <a:cubicBezTo>
                    <a:pt x="582" y="1104"/>
                    <a:pt x="572" y="1104"/>
                    <a:pt x="572" y="1104"/>
                  </a:cubicBezTo>
                  <a:close/>
                  <a:moveTo>
                    <a:pt x="582" y="1104"/>
                  </a:moveTo>
                  <a:lnTo>
                    <a:pt x="582" y="1104"/>
                  </a:lnTo>
                  <a:lnTo>
                    <a:pt x="582" y="1104"/>
                  </a:lnTo>
                  <a:close/>
                  <a:moveTo>
                    <a:pt x="582" y="1104"/>
                  </a:moveTo>
                  <a:lnTo>
                    <a:pt x="592" y="1094"/>
                  </a:lnTo>
                  <a:lnTo>
                    <a:pt x="582" y="1104"/>
                  </a:lnTo>
                  <a:close/>
                  <a:moveTo>
                    <a:pt x="602" y="1094"/>
                  </a:moveTo>
                  <a:cubicBezTo>
                    <a:pt x="602" y="1094"/>
                    <a:pt x="602" y="1094"/>
                    <a:pt x="602" y="1094"/>
                  </a:cubicBezTo>
                  <a:cubicBezTo>
                    <a:pt x="602" y="1094"/>
                    <a:pt x="602" y="1094"/>
                    <a:pt x="602" y="1094"/>
                  </a:cubicBezTo>
                  <a:close/>
                  <a:moveTo>
                    <a:pt x="602" y="1094"/>
                  </a:moveTo>
                  <a:cubicBezTo>
                    <a:pt x="602" y="1094"/>
                    <a:pt x="602" y="1094"/>
                    <a:pt x="602" y="1084"/>
                  </a:cubicBezTo>
                  <a:cubicBezTo>
                    <a:pt x="602" y="1094"/>
                    <a:pt x="602" y="1094"/>
                    <a:pt x="602" y="1094"/>
                  </a:cubicBezTo>
                  <a:close/>
                  <a:moveTo>
                    <a:pt x="612" y="1084"/>
                  </a:moveTo>
                  <a:cubicBezTo>
                    <a:pt x="612" y="1084"/>
                    <a:pt x="612" y="1084"/>
                    <a:pt x="612" y="1084"/>
                  </a:cubicBezTo>
                  <a:cubicBezTo>
                    <a:pt x="612" y="1084"/>
                    <a:pt x="612" y="1084"/>
                    <a:pt x="612" y="1084"/>
                  </a:cubicBezTo>
                  <a:close/>
                  <a:moveTo>
                    <a:pt x="612" y="1084"/>
                  </a:moveTo>
                  <a:cubicBezTo>
                    <a:pt x="612" y="1084"/>
                    <a:pt x="612" y="1084"/>
                    <a:pt x="622" y="1084"/>
                  </a:cubicBezTo>
                  <a:cubicBezTo>
                    <a:pt x="612" y="1084"/>
                    <a:pt x="612" y="1084"/>
                    <a:pt x="612" y="1084"/>
                  </a:cubicBezTo>
                  <a:close/>
                  <a:moveTo>
                    <a:pt x="622" y="1084"/>
                  </a:moveTo>
                  <a:lnTo>
                    <a:pt x="622" y="1074"/>
                  </a:lnTo>
                  <a:lnTo>
                    <a:pt x="622" y="1084"/>
                  </a:lnTo>
                  <a:close/>
                  <a:moveTo>
                    <a:pt x="622" y="1074"/>
                  </a:moveTo>
                  <a:cubicBezTo>
                    <a:pt x="622" y="1074"/>
                    <a:pt x="632" y="1074"/>
                    <a:pt x="632" y="1074"/>
                  </a:cubicBezTo>
                  <a:cubicBezTo>
                    <a:pt x="632" y="1074"/>
                    <a:pt x="622" y="1074"/>
                    <a:pt x="622" y="1074"/>
                  </a:cubicBezTo>
                  <a:close/>
                  <a:moveTo>
                    <a:pt x="632" y="1074"/>
                  </a:moveTo>
                  <a:cubicBezTo>
                    <a:pt x="632" y="1074"/>
                    <a:pt x="632" y="1074"/>
                    <a:pt x="632" y="1074"/>
                  </a:cubicBezTo>
                  <a:cubicBezTo>
                    <a:pt x="632" y="1074"/>
                    <a:pt x="632" y="1074"/>
                    <a:pt x="632" y="1074"/>
                  </a:cubicBezTo>
                  <a:close/>
                  <a:moveTo>
                    <a:pt x="632" y="1074"/>
                  </a:moveTo>
                  <a:cubicBezTo>
                    <a:pt x="632" y="1074"/>
                    <a:pt x="642" y="1074"/>
                    <a:pt x="642" y="1074"/>
                  </a:cubicBezTo>
                  <a:cubicBezTo>
                    <a:pt x="642" y="1074"/>
                    <a:pt x="632" y="1074"/>
                    <a:pt x="632" y="1074"/>
                  </a:cubicBezTo>
                  <a:close/>
                  <a:moveTo>
                    <a:pt x="642" y="1064"/>
                  </a:moveTo>
                  <a:cubicBezTo>
                    <a:pt x="642" y="1064"/>
                    <a:pt x="642" y="1064"/>
                    <a:pt x="642" y="1064"/>
                  </a:cubicBezTo>
                  <a:cubicBezTo>
                    <a:pt x="642" y="1064"/>
                    <a:pt x="642" y="1064"/>
                    <a:pt x="642" y="1064"/>
                  </a:cubicBezTo>
                  <a:close/>
                  <a:moveTo>
                    <a:pt x="652" y="1064"/>
                  </a:moveTo>
                  <a:cubicBezTo>
                    <a:pt x="652" y="1064"/>
                    <a:pt x="652" y="1064"/>
                    <a:pt x="652" y="1064"/>
                  </a:cubicBezTo>
                  <a:cubicBezTo>
                    <a:pt x="652" y="1064"/>
                    <a:pt x="652" y="1064"/>
                    <a:pt x="652" y="1064"/>
                  </a:cubicBezTo>
                  <a:close/>
                  <a:moveTo>
                    <a:pt x="662" y="1054"/>
                  </a:moveTo>
                  <a:cubicBezTo>
                    <a:pt x="662" y="1054"/>
                    <a:pt x="662" y="1054"/>
                    <a:pt x="662" y="1054"/>
                  </a:cubicBezTo>
                  <a:cubicBezTo>
                    <a:pt x="662" y="1054"/>
                    <a:pt x="662" y="1054"/>
                    <a:pt x="662" y="1054"/>
                  </a:cubicBezTo>
                  <a:close/>
                  <a:moveTo>
                    <a:pt x="662" y="1054"/>
                  </a:moveTo>
                  <a:cubicBezTo>
                    <a:pt x="662" y="1054"/>
                    <a:pt x="662" y="1054"/>
                    <a:pt x="662" y="1054"/>
                  </a:cubicBezTo>
                  <a:cubicBezTo>
                    <a:pt x="662" y="1054"/>
                    <a:pt x="662" y="1054"/>
                    <a:pt x="662" y="1054"/>
                  </a:cubicBezTo>
                  <a:close/>
                  <a:moveTo>
                    <a:pt x="672" y="1054"/>
                  </a:moveTo>
                  <a:cubicBezTo>
                    <a:pt x="672" y="1054"/>
                    <a:pt x="672" y="1054"/>
                    <a:pt x="672" y="1054"/>
                  </a:cubicBezTo>
                  <a:cubicBezTo>
                    <a:pt x="672" y="1054"/>
                    <a:pt x="672" y="1054"/>
                    <a:pt x="672" y="1054"/>
                  </a:cubicBezTo>
                  <a:close/>
                  <a:moveTo>
                    <a:pt x="672" y="1044"/>
                  </a:moveTo>
                  <a:cubicBezTo>
                    <a:pt x="672" y="1044"/>
                    <a:pt x="672" y="1044"/>
                    <a:pt x="683" y="1044"/>
                  </a:cubicBezTo>
                  <a:cubicBezTo>
                    <a:pt x="672" y="1044"/>
                    <a:pt x="672" y="1044"/>
                    <a:pt x="672" y="1044"/>
                  </a:cubicBezTo>
                  <a:close/>
                  <a:moveTo>
                    <a:pt x="683" y="1044"/>
                  </a:moveTo>
                  <a:cubicBezTo>
                    <a:pt x="683" y="1044"/>
                    <a:pt x="683" y="1044"/>
                    <a:pt x="683" y="1044"/>
                  </a:cubicBezTo>
                  <a:cubicBezTo>
                    <a:pt x="683" y="1044"/>
                    <a:pt x="683" y="1044"/>
                    <a:pt x="683" y="1044"/>
                  </a:cubicBezTo>
                  <a:close/>
                  <a:moveTo>
                    <a:pt x="693" y="1044"/>
                  </a:moveTo>
                  <a:cubicBezTo>
                    <a:pt x="693" y="1044"/>
                    <a:pt x="693" y="1044"/>
                    <a:pt x="693" y="1034"/>
                  </a:cubicBezTo>
                  <a:cubicBezTo>
                    <a:pt x="693" y="1044"/>
                    <a:pt x="693" y="1044"/>
                    <a:pt x="693" y="1044"/>
                  </a:cubicBezTo>
                  <a:close/>
                  <a:moveTo>
                    <a:pt x="693" y="1034"/>
                  </a:moveTo>
                  <a:cubicBezTo>
                    <a:pt x="693" y="1034"/>
                    <a:pt x="693" y="1034"/>
                    <a:pt x="703" y="1034"/>
                  </a:cubicBezTo>
                  <a:cubicBezTo>
                    <a:pt x="693" y="1034"/>
                    <a:pt x="693" y="1034"/>
                    <a:pt x="693" y="1034"/>
                  </a:cubicBezTo>
                  <a:close/>
                  <a:moveTo>
                    <a:pt x="713" y="1034"/>
                  </a:moveTo>
                  <a:lnTo>
                    <a:pt x="713" y="1034"/>
                  </a:lnTo>
                  <a:lnTo>
                    <a:pt x="713" y="1034"/>
                  </a:lnTo>
                  <a:close/>
                  <a:moveTo>
                    <a:pt x="713" y="1023"/>
                  </a:moveTo>
                  <a:cubicBezTo>
                    <a:pt x="713" y="1023"/>
                    <a:pt x="713" y="1023"/>
                    <a:pt x="713" y="1023"/>
                  </a:cubicBezTo>
                  <a:cubicBezTo>
                    <a:pt x="713" y="1023"/>
                    <a:pt x="713" y="1023"/>
                    <a:pt x="713" y="1023"/>
                  </a:cubicBezTo>
                  <a:close/>
                  <a:moveTo>
                    <a:pt x="723" y="1023"/>
                  </a:moveTo>
                  <a:lnTo>
                    <a:pt x="723" y="1023"/>
                  </a:lnTo>
                  <a:lnTo>
                    <a:pt x="723" y="1023"/>
                  </a:lnTo>
                  <a:close/>
                  <a:moveTo>
                    <a:pt x="723" y="1023"/>
                  </a:moveTo>
                  <a:cubicBezTo>
                    <a:pt x="723" y="1023"/>
                    <a:pt x="723" y="1023"/>
                    <a:pt x="723" y="1023"/>
                  </a:cubicBezTo>
                  <a:cubicBezTo>
                    <a:pt x="723" y="1023"/>
                    <a:pt x="723" y="1023"/>
                    <a:pt x="723" y="1023"/>
                  </a:cubicBezTo>
                  <a:close/>
                  <a:moveTo>
                    <a:pt x="743" y="1013"/>
                  </a:moveTo>
                  <a:lnTo>
                    <a:pt x="743" y="1013"/>
                  </a:lnTo>
                  <a:lnTo>
                    <a:pt x="743" y="1013"/>
                  </a:lnTo>
                  <a:close/>
                  <a:moveTo>
                    <a:pt x="753" y="1003"/>
                  </a:moveTo>
                  <a:lnTo>
                    <a:pt x="753" y="1003"/>
                  </a:lnTo>
                  <a:lnTo>
                    <a:pt x="753" y="1003"/>
                  </a:lnTo>
                  <a:close/>
                  <a:moveTo>
                    <a:pt x="763" y="1003"/>
                  </a:moveTo>
                  <a:lnTo>
                    <a:pt x="763" y="1003"/>
                  </a:lnTo>
                  <a:lnTo>
                    <a:pt x="763" y="1003"/>
                  </a:lnTo>
                  <a:close/>
                  <a:moveTo>
                    <a:pt x="773" y="1003"/>
                  </a:moveTo>
                  <a:lnTo>
                    <a:pt x="773" y="1003"/>
                  </a:lnTo>
                  <a:lnTo>
                    <a:pt x="773" y="1003"/>
                  </a:lnTo>
                  <a:close/>
                  <a:moveTo>
                    <a:pt x="783" y="993"/>
                  </a:moveTo>
                  <a:lnTo>
                    <a:pt x="783" y="993"/>
                  </a:lnTo>
                  <a:lnTo>
                    <a:pt x="783" y="993"/>
                  </a:lnTo>
                  <a:close/>
                  <a:moveTo>
                    <a:pt x="783" y="993"/>
                  </a:moveTo>
                  <a:cubicBezTo>
                    <a:pt x="783" y="993"/>
                    <a:pt x="783" y="993"/>
                    <a:pt x="783" y="993"/>
                  </a:cubicBezTo>
                  <a:cubicBezTo>
                    <a:pt x="783" y="993"/>
                    <a:pt x="783" y="993"/>
                    <a:pt x="783" y="993"/>
                  </a:cubicBezTo>
                  <a:close/>
                  <a:moveTo>
                    <a:pt x="793" y="983"/>
                  </a:moveTo>
                  <a:cubicBezTo>
                    <a:pt x="793" y="983"/>
                    <a:pt x="793" y="983"/>
                    <a:pt x="803" y="983"/>
                  </a:cubicBezTo>
                  <a:cubicBezTo>
                    <a:pt x="793" y="983"/>
                    <a:pt x="793" y="983"/>
                    <a:pt x="793" y="983"/>
                  </a:cubicBezTo>
                  <a:close/>
                  <a:moveTo>
                    <a:pt x="803" y="983"/>
                  </a:moveTo>
                  <a:lnTo>
                    <a:pt x="803" y="983"/>
                  </a:lnTo>
                  <a:lnTo>
                    <a:pt x="803" y="983"/>
                  </a:lnTo>
                  <a:close/>
                  <a:moveTo>
                    <a:pt x="813" y="983"/>
                  </a:moveTo>
                  <a:lnTo>
                    <a:pt x="813" y="983"/>
                  </a:lnTo>
                  <a:lnTo>
                    <a:pt x="813" y="983"/>
                  </a:lnTo>
                  <a:close/>
                  <a:moveTo>
                    <a:pt x="813" y="983"/>
                  </a:moveTo>
                  <a:cubicBezTo>
                    <a:pt x="813" y="983"/>
                    <a:pt x="813" y="983"/>
                    <a:pt x="813" y="983"/>
                  </a:cubicBezTo>
                  <a:cubicBezTo>
                    <a:pt x="813" y="983"/>
                    <a:pt x="813" y="983"/>
                    <a:pt x="813" y="983"/>
                  </a:cubicBezTo>
                  <a:close/>
                  <a:moveTo>
                    <a:pt x="813" y="973"/>
                  </a:moveTo>
                  <a:lnTo>
                    <a:pt x="813" y="973"/>
                  </a:lnTo>
                  <a:lnTo>
                    <a:pt x="813" y="973"/>
                  </a:lnTo>
                  <a:close/>
                  <a:moveTo>
                    <a:pt x="823" y="973"/>
                  </a:moveTo>
                  <a:lnTo>
                    <a:pt x="823" y="973"/>
                  </a:lnTo>
                  <a:lnTo>
                    <a:pt x="823" y="973"/>
                  </a:lnTo>
                  <a:close/>
                  <a:moveTo>
                    <a:pt x="823" y="973"/>
                  </a:moveTo>
                  <a:cubicBezTo>
                    <a:pt x="823" y="973"/>
                    <a:pt x="823" y="973"/>
                    <a:pt x="833" y="973"/>
                  </a:cubicBezTo>
                  <a:cubicBezTo>
                    <a:pt x="823" y="973"/>
                    <a:pt x="823" y="973"/>
                    <a:pt x="823" y="973"/>
                  </a:cubicBezTo>
                  <a:close/>
                  <a:moveTo>
                    <a:pt x="833" y="973"/>
                  </a:moveTo>
                  <a:lnTo>
                    <a:pt x="833" y="973"/>
                  </a:lnTo>
                  <a:lnTo>
                    <a:pt x="833" y="973"/>
                  </a:lnTo>
                  <a:close/>
                  <a:moveTo>
                    <a:pt x="833" y="973"/>
                  </a:moveTo>
                  <a:cubicBezTo>
                    <a:pt x="843" y="973"/>
                    <a:pt x="843" y="973"/>
                    <a:pt x="843" y="973"/>
                  </a:cubicBezTo>
                  <a:cubicBezTo>
                    <a:pt x="843" y="973"/>
                    <a:pt x="843" y="973"/>
                    <a:pt x="833" y="973"/>
                  </a:cubicBezTo>
                  <a:close/>
                  <a:moveTo>
                    <a:pt x="843" y="963"/>
                  </a:moveTo>
                  <a:cubicBezTo>
                    <a:pt x="843" y="963"/>
                    <a:pt x="843" y="963"/>
                    <a:pt x="843" y="963"/>
                  </a:cubicBezTo>
                  <a:cubicBezTo>
                    <a:pt x="843" y="963"/>
                    <a:pt x="843" y="963"/>
                    <a:pt x="843" y="963"/>
                  </a:cubicBezTo>
                  <a:close/>
                  <a:moveTo>
                    <a:pt x="843" y="963"/>
                  </a:moveTo>
                  <a:cubicBezTo>
                    <a:pt x="843" y="963"/>
                    <a:pt x="843" y="963"/>
                    <a:pt x="853" y="963"/>
                  </a:cubicBezTo>
                  <a:cubicBezTo>
                    <a:pt x="843" y="963"/>
                    <a:pt x="843" y="963"/>
                    <a:pt x="843" y="963"/>
                  </a:cubicBezTo>
                  <a:close/>
                  <a:moveTo>
                    <a:pt x="853" y="963"/>
                  </a:moveTo>
                  <a:cubicBezTo>
                    <a:pt x="853" y="963"/>
                    <a:pt x="853" y="963"/>
                    <a:pt x="853" y="963"/>
                  </a:cubicBezTo>
                  <a:cubicBezTo>
                    <a:pt x="853" y="963"/>
                    <a:pt x="853" y="963"/>
                    <a:pt x="853" y="963"/>
                  </a:cubicBezTo>
                  <a:close/>
                  <a:moveTo>
                    <a:pt x="853" y="963"/>
                  </a:moveTo>
                  <a:cubicBezTo>
                    <a:pt x="853" y="963"/>
                    <a:pt x="853" y="963"/>
                    <a:pt x="863" y="963"/>
                  </a:cubicBezTo>
                  <a:cubicBezTo>
                    <a:pt x="853" y="963"/>
                    <a:pt x="853" y="963"/>
                    <a:pt x="853" y="963"/>
                  </a:cubicBezTo>
                  <a:close/>
                  <a:moveTo>
                    <a:pt x="863" y="963"/>
                  </a:moveTo>
                  <a:cubicBezTo>
                    <a:pt x="863" y="963"/>
                    <a:pt x="863" y="963"/>
                    <a:pt x="863" y="963"/>
                  </a:cubicBezTo>
                  <a:cubicBezTo>
                    <a:pt x="863" y="963"/>
                    <a:pt x="863" y="963"/>
                    <a:pt x="863" y="963"/>
                  </a:cubicBezTo>
                  <a:close/>
                  <a:moveTo>
                    <a:pt x="863" y="963"/>
                  </a:moveTo>
                  <a:cubicBezTo>
                    <a:pt x="863" y="963"/>
                    <a:pt x="863" y="963"/>
                    <a:pt x="873" y="963"/>
                  </a:cubicBezTo>
                  <a:cubicBezTo>
                    <a:pt x="863" y="963"/>
                    <a:pt x="863" y="963"/>
                    <a:pt x="863" y="963"/>
                  </a:cubicBezTo>
                  <a:close/>
                  <a:moveTo>
                    <a:pt x="873" y="953"/>
                  </a:moveTo>
                  <a:cubicBezTo>
                    <a:pt x="873" y="953"/>
                    <a:pt x="873" y="953"/>
                    <a:pt x="873" y="953"/>
                  </a:cubicBezTo>
                  <a:cubicBezTo>
                    <a:pt x="873" y="953"/>
                    <a:pt x="873" y="953"/>
                    <a:pt x="873" y="953"/>
                  </a:cubicBezTo>
                  <a:close/>
                  <a:moveTo>
                    <a:pt x="873" y="953"/>
                  </a:moveTo>
                  <a:cubicBezTo>
                    <a:pt x="873" y="953"/>
                    <a:pt x="873" y="953"/>
                    <a:pt x="883" y="953"/>
                  </a:cubicBezTo>
                  <a:cubicBezTo>
                    <a:pt x="873" y="953"/>
                    <a:pt x="873" y="953"/>
                    <a:pt x="873" y="953"/>
                  </a:cubicBezTo>
                  <a:close/>
                  <a:moveTo>
                    <a:pt x="883" y="953"/>
                  </a:moveTo>
                  <a:cubicBezTo>
                    <a:pt x="883" y="953"/>
                    <a:pt x="883" y="953"/>
                    <a:pt x="883" y="953"/>
                  </a:cubicBezTo>
                  <a:cubicBezTo>
                    <a:pt x="883" y="953"/>
                    <a:pt x="883" y="953"/>
                    <a:pt x="883" y="953"/>
                  </a:cubicBezTo>
                  <a:close/>
                  <a:moveTo>
                    <a:pt x="883" y="953"/>
                  </a:moveTo>
                  <a:cubicBezTo>
                    <a:pt x="883" y="953"/>
                    <a:pt x="883" y="953"/>
                    <a:pt x="883" y="953"/>
                  </a:cubicBezTo>
                  <a:cubicBezTo>
                    <a:pt x="883" y="953"/>
                    <a:pt x="883" y="953"/>
                    <a:pt x="883" y="953"/>
                  </a:cubicBezTo>
                  <a:close/>
                  <a:moveTo>
                    <a:pt x="893" y="953"/>
                  </a:moveTo>
                  <a:cubicBezTo>
                    <a:pt x="893" y="953"/>
                    <a:pt x="893" y="953"/>
                    <a:pt x="893" y="953"/>
                  </a:cubicBezTo>
                  <a:cubicBezTo>
                    <a:pt x="893" y="953"/>
                    <a:pt x="893" y="953"/>
                    <a:pt x="893" y="953"/>
                  </a:cubicBezTo>
                  <a:close/>
                  <a:moveTo>
                    <a:pt x="893" y="953"/>
                  </a:moveTo>
                  <a:cubicBezTo>
                    <a:pt x="893" y="953"/>
                    <a:pt x="893" y="953"/>
                    <a:pt x="893" y="953"/>
                  </a:cubicBezTo>
                  <a:cubicBezTo>
                    <a:pt x="893" y="953"/>
                    <a:pt x="893" y="953"/>
                    <a:pt x="893" y="953"/>
                  </a:cubicBezTo>
                  <a:close/>
                  <a:moveTo>
                    <a:pt x="903" y="953"/>
                  </a:moveTo>
                  <a:cubicBezTo>
                    <a:pt x="903" y="943"/>
                    <a:pt x="903" y="943"/>
                    <a:pt x="903" y="943"/>
                  </a:cubicBezTo>
                  <a:cubicBezTo>
                    <a:pt x="903" y="943"/>
                    <a:pt x="903" y="943"/>
                    <a:pt x="903" y="953"/>
                  </a:cubicBezTo>
                  <a:close/>
                  <a:moveTo>
                    <a:pt x="903" y="943"/>
                  </a:moveTo>
                  <a:cubicBezTo>
                    <a:pt x="903" y="943"/>
                    <a:pt x="903" y="943"/>
                    <a:pt x="903" y="943"/>
                  </a:cubicBezTo>
                  <a:cubicBezTo>
                    <a:pt x="903" y="943"/>
                    <a:pt x="903" y="943"/>
                    <a:pt x="903" y="943"/>
                  </a:cubicBezTo>
                  <a:close/>
                  <a:moveTo>
                    <a:pt x="913" y="943"/>
                  </a:moveTo>
                  <a:cubicBezTo>
                    <a:pt x="913" y="943"/>
                    <a:pt x="913" y="943"/>
                    <a:pt x="913" y="943"/>
                  </a:cubicBezTo>
                  <a:cubicBezTo>
                    <a:pt x="913" y="943"/>
                    <a:pt x="913" y="943"/>
                    <a:pt x="913" y="943"/>
                  </a:cubicBezTo>
                  <a:close/>
                  <a:moveTo>
                    <a:pt x="913" y="943"/>
                  </a:moveTo>
                  <a:lnTo>
                    <a:pt x="913" y="943"/>
                  </a:lnTo>
                  <a:lnTo>
                    <a:pt x="913" y="943"/>
                  </a:lnTo>
                  <a:close/>
                  <a:moveTo>
                    <a:pt x="913" y="943"/>
                  </a:moveTo>
                  <a:cubicBezTo>
                    <a:pt x="923" y="943"/>
                    <a:pt x="923" y="943"/>
                    <a:pt x="923" y="943"/>
                  </a:cubicBezTo>
                  <a:cubicBezTo>
                    <a:pt x="923" y="943"/>
                    <a:pt x="923" y="943"/>
                    <a:pt x="913" y="943"/>
                  </a:cubicBezTo>
                  <a:close/>
                  <a:moveTo>
                    <a:pt x="923" y="943"/>
                  </a:moveTo>
                  <a:cubicBezTo>
                    <a:pt x="923" y="943"/>
                    <a:pt x="923" y="943"/>
                    <a:pt x="923" y="943"/>
                  </a:cubicBezTo>
                  <a:cubicBezTo>
                    <a:pt x="923" y="943"/>
                    <a:pt x="923" y="943"/>
                    <a:pt x="923" y="943"/>
                  </a:cubicBezTo>
                  <a:close/>
                  <a:moveTo>
                    <a:pt x="923" y="943"/>
                  </a:moveTo>
                  <a:cubicBezTo>
                    <a:pt x="923" y="943"/>
                    <a:pt x="933" y="943"/>
                    <a:pt x="933" y="943"/>
                  </a:cubicBezTo>
                  <a:cubicBezTo>
                    <a:pt x="933" y="943"/>
                    <a:pt x="923" y="943"/>
                    <a:pt x="923" y="943"/>
                  </a:cubicBezTo>
                  <a:close/>
                  <a:moveTo>
                    <a:pt x="933" y="943"/>
                  </a:moveTo>
                  <a:cubicBezTo>
                    <a:pt x="933" y="943"/>
                    <a:pt x="933" y="943"/>
                    <a:pt x="933" y="943"/>
                  </a:cubicBezTo>
                  <a:cubicBezTo>
                    <a:pt x="933" y="943"/>
                    <a:pt x="933" y="943"/>
                    <a:pt x="933" y="943"/>
                  </a:cubicBezTo>
                  <a:close/>
                  <a:moveTo>
                    <a:pt x="933" y="943"/>
                  </a:moveTo>
                  <a:cubicBezTo>
                    <a:pt x="933" y="943"/>
                    <a:pt x="933" y="943"/>
                    <a:pt x="943" y="943"/>
                  </a:cubicBezTo>
                  <a:cubicBezTo>
                    <a:pt x="933" y="943"/>
                    <a:pt x="933" y="943"/>
                    <a:pt x="933" y="943"/>
                  </a:cubicBezTo>
                  <a:close/>
                  <a:moveTo>
                    <a:pt x="943" y="933"/>
                  </a:moveTo>
                  <a:cubicBezTo>
                    <a:pt x="943" y="933"/>
                    <a:pt x="943" y="933"/>
                    <a:pt x="943" y="933"/>
                  </a:cubicBezTo>
                  <a:cubicBezTo>
                    <a:pt x="943" y="933"/>
                    <a:pt x="943" y="933"/>
                    <a:pt x="943" y="933"/>
                  </a:cubicBezTo>
                  <a:close/>
                  <a:moveTo>
                    <a:pt x="943" y="933"/>
                  </a:moveTo>
                  <a:cubicBezTo>
                    <a:pt x="943" y="933"/>
                    <a:pt x="943" y="933"/>
                    <a:pt x="943" y="933"/>
                  </a:cubicBezTo>
                  <a:cubicBezTo>
                    <a:pt x="943" y="933"/>
                    <a:pt x="943" y="933"/>
                    <a:pt x="943" y="933"/>
                  </a:cubicBezTo>
                  <a:close/>
                  <a:moveTo>
                    <a:pt x="953" y="933"/>
                  </a:moveTo>
                  <a:cubicBezTo>
                    <a:pt x="953" y="933"/>
                    <a:pt x="953" y="933"/>
                    <a:pt x="953" y="933"/>
                  </a:cubicBezTo>
                  <a:cubicBezTo>
                    <a:pt x="953" y="933"/>
                    <a:pt x="953" y="933"/>
                    <a:pt x="953" y="933"/>
                  </a:cubicBezTo>
                  <a:close/>
                  <a:moveTo>
                    <a:pt x="953" y="933"/>
                  </a:moveTo>
                  <a:cubicBezTo>
                    <a:pt x="953" y="933"/>
                    <a:pt x="953" y="933"/>
                    <a:pt x="953" y="933"/>
                  </a:cubicBezTo>
                  <a:cubicBezTo>
                    <a:pt x="953" y="933"/>
                    <a:pt x="953" y="933"/>
                    <a:pt x="953" y="933"/>
                  </a:cubicBezTo>
                  <a:close/>
                  <a:moveTo>
                    <a:pt x="963" y="933"/>
                  </a:moveTo>
                  <a:cubicBezTo>
                    <a:pt x="963" y="933"/>
                    <a:pt x="963" y="933"/>
                    <a:pt x="963" y="933"/>
                  </a:cubicBezTo>
                  <a:cubicBezTo>
                    <a:pt x="963" y="933"/>
                    <a:pt x="963" y="933"/>
                    <a:pt x="963" y="933"/>
                  </a:cubicBezTo>
                  <a:close/>
                  <a:moveTo>
                    <a:pt x="963" y="933"/>
                  </a:moveTo>
                  <a:cubicBezTo>
                    <a:pt x="963" y="933"/>
                    <a:pt x="963" y="933"/>
                    <a:pt x="963" y="933"/>
                  </a:cubicBezTo>
                  <a:cubicBezTo>
                    <a:pt x="963" y="933"/>
                    <a:pt x="963" y="933"/>
                    <a:pt x="963" y="933"/>
                  </a:cubicBezTo>
                  <a:close/>
                  <a:moveTo>
                    <a:pt x="963" y="933"/>
                  </a:moveTo>
                  <a:cubicBezTo>
                    <a:pt x="963" y="933"/>
                    <a:pt x="973" y="933"/>
                    <a:pt x="973" y="933"/>
                  </a:cubicBezTo>
                  <a:cubicBezTo>
                    <a:pt x="973" y="933"/>
                    <a:pt x="963" y="933"/>
                    <a:pt x="963" y="933"/>
                  </a:cubicBezTo>
                  <a:close/>
                  <a:moveTo>
                    <a:pt x="973" y="933"/>
                  </a:moveTo>
                  <a:lnTo>
                    <a:pt x="973" y="933"/>
                  </a:lnTo>
                  <a:lnTo>
                    <a:pt x="973" y="933"/>
                  </a:lnTo>
                  <a:close/>
                  <a:moveTo>
                    <a:pt x="973" y="933"/>
                  </a:moveTo>
                  <a:cubicBezTo>
                    <a:pt x="973" y="933"/>
                    <a:pt x="973" y="933"/>
                    <a:pt x="983" y="933"/>
                  </a:cubicBezTo>
                  <a:cubicBezTo>
                    <a:pt x="973" y="933"/>
                    <a:pt x="973" y="933"/>
                    <a:pt x="973" y="933"/>
                  </a:cubicBezTo>
                  <a:close/>
                  <a:moveTo>
                    <a:pt x="983" y="933"/>
                  </a:moveTo>
                  <a:lnTo>
                    <a:pt x="983" y="933"/>
                  </a:lnTo>
                  <a:lnTo>
                    <a:pt x="983" y="933"/>
                  </a:lnTo>
                  <a:close/>
                  <a:moveTo>
                    <a:pt x="983" y="933"/>
                  </a:moveTo>
                  <a:lnTo>
                    <a:pt x="983" y="933"/>
                  </a:lnTo>
                  <a:lnTo>
                    <a:pt x="983" y="933"/>
                  </a:lnTo>
                  <a:close/>
                  <a:moveTo>
                    <a:pt x="993" y="933"/>
                  </a:moveTo>
                  <a:cubicBezTo>
                    <a:pt x="993" y="933"/>
                    <a:pt x="993" y="933"/>
                    <a:pt x="993" y="933"/>
                  </a:cubicBezTo>
                  <a:cubicBezTo>
                    <a:pt x="993" y="933"/>
                    <a:pt x="993" y="933"/>
                    <a:pt x="993" y="933"/>
                  </a:cubicBezTo>
                  <a:close/>
                  <a:moveTo>
                    <a:pt x="993" y="933"/>
                  </a:moveTo>
                  <a:cubicBezTo>
                    <a:pt x="993" y="933"/>
                    <a:pt x="993" y="933"/>
                    <a:pt x="993" y="933"/>
                  </a:cubicBezTo>
                  <a:cubicBezTo>
                    <a:pt x="993" y="933"/>
                    <a:pt x="993" y="933"/>
                    <a:pt x="993" y="933"/>
                  </a:cubicBezTo>
                  <a:close/>
                  <a:moveTo>
                    <a:pt x="1024" y="923"/>
                  </a:moveTo>
                  <a:cubicBezTo>
                    <a:pt x="1365" y="863"/>
                    <a:pt x="2107" y="51"/>
                    <a:pt x="2498" y="0"/>
                  </a:cubicBezTo>
                  <a:cubicBezTo>
                    <a:pt x="2107" y="51"/>
                    <a:pt x="1365" y="863"/>
                    <a:pt x="1024" y="923"/>
                  </a:cubicBezTo>
                  <a:close/>
                  <a:moveTo>
                    <a:pt x="2578" y="0"/>
                  </a:moveTo>
                  <a:cubicBezTo>
                    <a:pt x="2568" y="0"/>
                    <a:pt x="2548" y="0"/>
                    <a:pt x="2528" y="0"/>
                  </a:cubicBezTo>
                  <a:cubicBezTo>
                    <a:pt x="2548" y="0"/>
                    <a:pt x="2568" y="0"/>
                    <a:pt x="2578" y="0"/>
                  </a:cubicBezTo>
                  <a:close/>
                  <a:moveTo>
                    <a:pt x="2498" y="0"/>
                  </a:moveTo>
                  <a:cubicBezTo>
                    <a:pt x="2508" y="0"/>
                    <a:pt x="2518" y="0"/>
                    <a:pt x="2528" y="0"/>
                  </a:cubicBezTo>
                  <a:lnTo>
                    <a:pt x="2528" y="0"/>
                  </a:lnTo>
                  <a:cubicBezTo>
                    <a:pt x="2518" y="0"/>
                    <a:pt x="2508" y="0"/>
                    <a:pt x="2498" y="0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1" name="Google Shape;3511;p25"/>
            <p:cNvSpPr/>
            <p:nvPr/>
          </p:nvSpPr>
          <p:spPr>
            <a:xfrm>
              <a:off x="4861418" y="842000"/>
              <a:ext cx="1059655" cy="334658"/>
            </a:xfrm>
            <a:custGeom>
              <a:avLst/>
              <a:gdLst/>
              <a:ahLst/>
              <a:cxnLst/>
              <a:rect l="l" t="t" r="r" b="b"/>
              <a:pathLst>
                <a:path w="12770" h="4033" extrusionOk="0">
                  <a:moveTo>
                    <a:pt x="2498" y="0"/>
                  </a:moveTo>
                  <a:cubicBezTo>
                    <a:pt x="2107" y="51"/>
                    <a:pt x="1365" y="863"/>
                    <a:pt x="1024" y="923"/>
                  </a:cubicBezTo>
                  <a:cubicBezTo>
                    <a:pt x="1014" y="923"/>
                    <a:pt x="1003" y="933"/>
                    <a:pt x="993" y="933"/>
                  </a:cubicBezTo>
                  <a:lnTo>
                    <a:pt x="943" y="933"/>
                  </a:lnTo>
                  <a:cubicBezTo>
                    <a:pt x="943" y="933"/>
                    <a:pt x="943" y="943"/>
                    <a:pt x="943" y="943"/>
                  </a:cubicBezTo>
                  <a:lnTo>
                    <a:pt x="903" y="943"/>
                  </a:lnTo>
                  <a:cubicBezTo>
                    <a:pt x="903" y="943"/>
                    <a:pt x="903" y="943"/>
                    <a:pt x="903" y="953"/>
                  </a:cubicBezTo>
                  <a:lnTo>
                    <a:pt x="873" y="953"/>
                  </a:lnTo>
                  <a:cubicBezTo>
                    <a:pt x="873" y="953"/>
                    <a:pt x="873" y="953"/>
                    <a:pt x="873" y="963"/>
                  </a:cubicBezTo>
                  <a:lnTo>
                    <a:pt x="843" y="963"/>
                  </a:lnTo>
                  <a:cubicBezTo>
                    <a:pt x="843" y="973"/>
                    <a:pt x="843" y="973"/>
                    <a:pt x="843" y="973"/>
                  </a:cubicBezTo>
                  <a:lnTo>
                    <a:pt x="813" y="973"/>
                  </a:lnTo>
                  <a:cubicBezTo>
                    <a:pt x="813" y="983"/>
                    <a:pt x="813" y="983"/>
                    <a:pt x="813" y="983"/>
                  </a:cubicBezTo>
                  <a:lnTo>
                    <a:pt x="793" y="983"/>
                  </a:lnTo>
                  <a:cubicBezTo>
                    <a:pt x="793" y="983"/>
                    <a:pt x="793" y="993"/>
                    <a:pt x="783" y="993"/>
                  </a:cubicBezTo>
                  <a:cubicBezTo>
                    <a:pt x="783" y="993"/>
                    <a:pt x="773" y="993"/>
                    <a:pt x="773" y="1003"/>
                  </a:cubicBezTo>
                  <a:lnTo>
                    <a:pt x="753" y="1003"/>
                  </a:lnTo>
                  <a:cubicBezTo>
                    <a:pt x="753" y="1013"/>
                    <a:pt x="743" y="1013"/>
                    <a:pt x="743" y="1013"/>
                  </a:cubicBezTo>
                  <a:cubicBezTo>
                    <a:pt x="733" y="1013"/>
                    <a:pt x="733" y="1023"/>
                    <a:pt x="723" y="1023"/>
                  </a:cubicBezTo>
                  <a:lnTo>
                    <a:pt x="713" y="1023"/>
                  </a:lnTo>
                  <a:cubicBezTo>
                    <a:pt x="713" y="1034"/>
                    <a:pt x="713" y="1034"/>
                    <a:pt x="713" y="1034"/>
                  </a:cubicBezTo>
                  <a:lnTo>
                    <a:pt x="693" y="1034"/>
                  </a:lnTo>
                  <a:cubicBezTo>
                    <a:pt x="693" y="1044"/>
                    <a:pt x="693" y="1044"/>
                    <a:pt x="693" y="1044"/>
                  </a:cubicBezTo>
                  <a:lnTo>
                    <a:pt x="672" y="1044"/>
                  </a:lnTo>
                  <a:cubicBezTo>
                    <a:pt x="672" y="1054"/>
                    <a:pt x="672" y="1054"/>
                    <a:pt x="672" y="1054"/>
                  </a:cubicBezTo>
                  <a:lnTo>
                    <a:pt x="662" y="1054"/>
                  </a:lnTo>
                  <a:lnTo>
                    <a:pt x="652" y="1064"/>
                  </a:lnTo>
                  <a:lnTo>
                    <a:pt x="642" y="1064"/>
                  </a:lnTo>
                  <a:cubicBezTo>
                    <a:pt x="642" y="1064"/>
                    <a:pt x="642" y="1064"/>
                    <a:pt x="642" y="1074"/>
                  </a:cubicBezTo>
                  <a:lnTo>
                    <a:pt x="622" y="1074"/>
                  </a:lnTo>
                  <a:lnTo>
                    <a:pt x="622" y="1084"/>
                  </a:lnTo>
                  <a:lnTo>
                    <a:pt x="602" y="1084"/>
                  </a:lnTo>
                  <a:cubicBezTo>
                    <a:pt x="602" y="1094"/>
                    <a:pt x="602" y="1094"/>
                    <a:pt x="602" y="1094"/>
                  </a:cubicBezTo>
                  <a:lnTo>
                    <a:pt x="592" y="1094"/>
                  </a:lnTo>
                  <a:lnTo>
                    <a:pt x="582" y="1104"/>
                  </a:lnTo>
                  <a:lnTo>
                    <a:pt x="572" y="1104"/>
                  </a:lnTo>
                  <a:lnTo>
                    <a:pt x="572" y="1114"/>
                  </a:lnTo>
                  <a:cubicBezTo>
                    <a:pt x="372" y="1234"/>
                    <a:pt x="171" y="1405"/>
                    <a:pt x="0" y="1535"/>
                  </a:cubicBezTo>
                  <a:lnTo>
                    <a:pt x="10" y="1535"/>
                  </a:lnTo>
                  <a:cubicBezTo>
                    <a:pt x="20" y="1535"/>
                    <a:pt x="41" y="1535"/>
                    <a:pt x="61" y="1525"/>
                  </a:cubicBezTo>
                  <a:cubicBezTo>
                    <a:pt x="101" y="1505"/>
                    <a:pt x="131" y="1475"/>
                    <a:pt x="161" y="1455"/>
                  </a:cubicBezTo>
                  <a:cubicBezTo>
                    <a:pt x="372" y="1284"/>
                    <a:pt x="783" y="1023"/>
                    <a:pt x="933" y="1023"/>
                  </a:cubicBezTo>
                  <a:cubicBezTo>
                    <a:pt x="973" y="1023"/>
                    <a:pt x="1144" y="1124"/>
                    <a:pt x="1345" y="1234"/>
                  </a:cubicBezTo>
                  <a:cubicBezTo>
                    <a:pt x="1686" y="1104"/>
                    <a:pt x="1696" y="1003"/>
                    <a:pt x="2107" y="863"/>
                  </a:cubicBezTo>
                  <a:cubicBezTo>
                    <a:pt x="2227" y="823"/>
                    <a:pt x="2348" y="783"/>
                    <a:pt x="2478" y="783"/>
                  </a:cubicBezTo>
                  <a:lnTo>
                    <a:pt x="2488" y="783"/>
                  </a:lnTo>
                  <a:cubicBezTo>
                    <a:pt x="2739" y="783"/>
                    <a:pt x="3170" y="913"/>
                    <a:pt x="3381" y="1054"/>
                  </a:cubicBezTo>
                  <a:cubicBezTo>
                    <a:pt x="3832" y="1375"/>
                    <a:pt x="4645" y="1655"/>
                    <a:pt x="5186" y="1696"/>
                  </a:cubicBezTo>
                  <a:cubicBezTo>
                    <a:pt x="5196" y="1706"/>
                    <a:pt x="5196" y="1706"/>
                    <a:pt x="5196" y="1706"/>
                  </a:cubicBezTo>
                  <a:cubicBezTo>
                    <a:pt x="5297" y="1706"/>
                    <a:pt x="5066" y="1545"/>
                    <a:pt x="4835" y="1385"/>
                  </a:cubicBezTo>
                  <a:cubicBezTo>
                    <a:pt x="4594" y="1234"/>
                    <a:pt x="4354" y="1074"/>
                    <a:pt x="4414" y="1074"/>
                  </a:cubicBezTo>
                  <a:cubicBezTo>
                    <a:pt x="4424" y="1074"/>
                    <a:pt x="4424" y="1074"/>
                    <a:pt x="4434" y="1084"/>
                  </a:cubicBezTo>
                  <a:cubicBezTo>
                    <a:pt x="4825" y="1174"/>
                    <a:pt x="5337" y="1365"/>
                    <a:pt x="5908" y="1605"/>
                  </a:cubicBezTo>
                  <a:cubicBezTo>
                    <a:pt x="6621" y="1906"/>
                    <a:pt x="8607" y="2979"/>
                    <a:pt x="9389" y="3351"/>
                  </a:cubicBezTo>
                  <a:cubicBezTo>
                    <a:pt x="9439" y="3371"/>
                    <a:pt x="9469" y="3381"/>
                    <a:pt x="9479" y="3381"/>
                  </a:cubicBezTo>
                  <a:cubicBezTo>
                    <a:pt x="9550" y="3381"/>
                    <a:pt x="9289" y="3170"/>
                    <a:pt x="9028" y="2949"/>
                  </a:cubicBezTo>
                  <a:cubicBezTo>
                    <a:pt x="8767" y="2739"/>
                    <a:pt x="8506" y="2518"/>
                    <a:pt x="8577" y="2518"/>
                  </a:cubicBezTo>
                  <a:cubicBezTo>
                    <a:pt x="8587" y="2518"/>
                    <a:pt x="8607" y="2528"/>
                    <a:pt x="8647" y="2548"/>
                  </a:cubicBezTo>
                  <a:cubicBezTo>
                    <a:pt x="9229" y="2809"/>
                    <a:pt x="10894" y="3601"/>
                    <a:pt x="11265" y="3722"/>
                  </a:cubicBezTo>
                  <a:cubicBezTo>
                    <a:pt x="11576" y="3822"/>
                    <a:pt x="12468" y="4033"/>
                    <a:pt x="12689" y="4033"/>
                  </a:cubicBezTo>
                  <a:cubicBezTo>
                    <a:pt x="12759" y="4033"/>
                    <a:pt x="12769" y="4013"/>
                    <a:pt x="12679" y="3962"/>
                  </a:cubicBezTo>
                  <a:cubicBezTo>
                    <a:pt x="12278" y="3762"/>
                    <a:pt x="11877" y="3571"/>
                    <a:pt x="11495" y="3391"/>
                  </a:cubicBezTo>
                  <a:cubicBezTo>
                    <a:pt x="9710" y="2658"/>
                    <a:pt x="7684" y="1766"/>
                    <a:pt x="7694" y="1675"/>
                  </a:cubicBezTo>
                  <a:cubicBezTo>
                    <a:pt x="7744" y="1675"/>
                    <a:pt x="7794" y="1665"/>
                    <a:pt x="7854" y="1645"/>
                  </a:cubicBezTo>
                  <a:cubicBezTo>
                    <a:pt x="7814" y="1625"/>
                    <a:pt x="7784" y="1605"/>
                    <a:pt x="7754" y="1595"/>
                  </a:cubicBezTo>
                  <a:lnTo>
                    <a:pt x="7634" y="1595"/>
                  </a:lnTo>
                  <a:cubicBezTo>
                    <a:pt x="7573" y="1595"/>
                    <a:pt x="7523" y="1595"/>
                    <a:pt x="7473" y="1575"/>
                  </a:cubicBezTo>
                  <a:lnTo>
                    <a:pt x="7453" y="1575"/>
                  </a:lnTo>
                  <a:cubicBezTo>
                    <a:pt x="7202" y="1475"/>
                    <a:pt x="6430" y="963"/>
                    <a:pt x="6290" y="863"/>
                  </a:cubicBezTo>
                  <a:cubicBezTo>
                    <a:pt x="6159" y="753"/>
                    <a:pt x="5678" y="793"/>
                    <a:pt x="5417" y="582"/>
                  </a:cubicBezTo>
                  <a:cubicBezTo>
                    <a:pt x="5156" y="372"/>
                    <a:pt x="4785" y="291"/>
                    <a:pt x="4294" y="211"/>
                  </a:cubicBezTo>
                  <a:cubicBezTo>
                    <a:pt x="3802" y="141"/>
                    <a:pt x="2949" y="91"/>
                    <a:pt x="2578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2" name="Google Shape;3512;p25"/>
            <p:cNvSpPr/>
            <p:nvPr/>
          </p:nvSpPr>
          <p:spPr>
            <a:xfrm>
              <a:off x="4866397" y="926889"/>
              <a:ext cx="948959" cy="196497"/>
            </a:xfrm>
            <a:custGeom>
              <a:avLst/>
              <a:gdLst/>
              <a:ahLst/>
              <a:cxnLst/>
              <a:rect l="l" t="t" r="r" b="b"/>
              <a:pathLst>
                <a:path w="11436" h="2368" extrusionOk="0">
                  <a:moveTo>
                    <a:pt x="873" y="0"/>
                  </a:moveTo>
                  <a:cubicBezTo>
                    <a:pt x="723" y="0"/>
                    <a:pt x="312" y="261"/>
                    <a:pt x="101" y="432"/>
                  </a:cubicBezTo>
                  <a:cubicBezTo>
                    <a:pt x="71" y="452"/>
                    <a:pt x="41" y="482"/>
                    <a:pt x="1" y="502"/>
                  </a:cubicBezTo>
                  <a:cubicBezTo>
                    <a:pt x="271" y="472"/>
                    <a:pt x="1094" y="271"/>
                    <a:pt x="1174" y="251"/>
                  </a:cubicBezTo>
                  <a:cubicBezTo>
                    <a:pt x="1214" y="231"/>
                    <a:pt x="1254" y="221"/>
                    <a:pt x="1285" y="211"/>
                  </a:cubicBezTo>
                  <a:cubicBezTo>
                    <a:pt x="1084" y="101"/>
                    <a:pt x="913" y="0"/>
                    <a:pt x="873" y="0"/>
                  </a:cubicBezTo>
                  <a:close/>
                  <a:moveTo>
                    <a:pt x="7794" y="622"/>
                  </a:moveTo>
                  <a:cubicBezTo>
                    <a:pt x="7734" y="642"/>
                    <a:pt x="7684" y="652"/>
                    <a:pt x="7634" y="652"/>
                  </a:cubicBezTo>
                  <a:cubicBezTo>
                    <a:pt x="7624" y="743"/>
                    <a:pt x="9650" y="1635"/>
                    <a:pt x="11435" y="2368"/>
                  </a:cubicBezTo>
                  <a:cubicBezTo>
                    <a:pt x="9951" y="1656"/>
                    <a:pt x="8617" y="1084"/>
                    <a:pt x="7794" y="62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3" name="Google Shape;3513;p25"/>
            <p:cNvSpPr/>
            <p:nvPr/>
          </p:nvSpPr>
          <p:spPr>
            <a:xfrm>
              <a:off x="4858099" y="1035924"/>
              <a:ext cx="423696" cy="109949"/>
            </a:xfrm>
            <a:custGeom>
              <a:avLst/>
              <a:gdLst/>
              <a:ahLst/>
              <a:cxnLst/>
              <a:rect l="l" t="t" r="r" b="b"/>
              <a:pathLst>
                <a:path w="5106" h="1325" extrusionOk="0">
                  <a:moveTo>
                    <a:pt x="1665" y="0"/>
                  </a:moveTo>
                  <a:cubicBezTo>
                    <a:pt x="1395" y="0"/>
                    <a:pt x="1154" y="131"/>
                    <a:pt x="963" y="271"/>
                  </a:cubicBezTo>
                  <a:cubicBezTo>
                    <a:pt x="672" y="482"/>
                    <a:pt x="863" y="342"/>
                    <a:pt x="281" y="652"/>
                  </a:cubicBezTo>
                  <a:cubicBezTo>
                    <a:pt x="0" y="803"/>
                    <a:pt x="30" y="863"/>
                    <a:pt x="231" y="863"/>
                  </a:cubicBezTo>
                  <a:cubicBezTo>
                    <a:pt x="432" y="863"/>
                    <a:pt x="813" y="803"/>
                    <a:pt x="1174" y="713"/>
                  </a:cubicBezTo>
                  <a:cubicBezTo>
                    <a:pt x="1264" y="693"/>
                    <a:pt x="1334" y="683"/>
                    <a:pt x="1395" y="683"/>
                  </a:cubicBezTo>
                  <a:cubicBezTo>
                    <a:pt x="1585" y="683"/>
                    <a:pt x="1635" y="773"/>
                    <a:pt x="1685" y="863"/>
                  </a:cubicBezTo>
                  <a:cubicBezTo>
                    <a:pt x="1736" y="953"/>
                    <a:pt x="1786" y="1044"/>
                    <a:pt x="1946" y="1044"/>
                  </a:cubicBezTo>
                  <a:cubicBezTo>
                    <a:pt x="1986" y="1044"/>
                    <a:pt x="2037" y="1034"/>
                    <a:pt x="2087" y="1024"/>
                  </a:cubicBezTo>
                  <a:cubicBezTo>
                    <a:pt x="2167" y="1014"/>
                    <a:pt x="2267" y="1004"/>
                    <a:pt x="2368" y="1004"/>
                  </a:cubicBezTo>
                  <a:cubicBezTo>
                    <a:pt x="2919" y="1004"/>
                    <a:pt x="3631" y="1244"/>
                    <a:pt x="4414" y="1314"/>
                  </a:cubicBezTo>
                  <a:cubicBezTo>
                    <a:pt x="4454" y="1325"/>
                    <a:pt x="4494" y="1325"/>
                    <a:pt x="4524" y="1325"/>
                  </a:cubicBezTo>
                  <a:cubicBezTo>
                    <a:pt x="5106" y="1325"/>
                    <a:pt x="3030" y="562"/>
                    <a:pt x="2087" y="101"/>
                  </a:cubicBezTo>
                  <a:cubicBezTo>
                    <a:pt x="1936" y="31"/>
                    <a:pt x="1796" y="0"/>
                    <a:pt x="1665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4" name="Google Shape;3514;p25"/>
            <p:cNvSpPr/>
            <p:nvPr/>
          </p:nvSpPr>
          <p:spPr>
            <a:xfrm>
              <a:off x="4722427" y="1047542"/>
              <a:ext cx="16679" cy="3485"/>
            </a:xfrm>
            <a:custGeom>
              <a:avLst/>
              <a:gdLst/>
              <a:ahLst/>
              <a:cxnLst/>
              <a:rect l="l" t="t" r="r" b="b"/>
              <a:pathLst>
                <a:path w="201" h="42" extrusionOk="0">
                  <a:moveTo>
                    <a:pt x="201" y="41"/>
                  </a:moveTo>
                  <a:cubicBezTo>
                    <a:pt x="171" y="31"/>
                    <a:pt x="131" y="31"/>
                    <a:pt x="91" y="21"/>
                  </a:cubicBezTo>
                  <a:cubicBezTo>
                    <a:pt x="131" y="31"/>
                    <a:pt x="171" y="31"/>
                    <a:pt x="201" y="41"/>
                  </a:cubicBezTo>
                  <a:lnTo>
                    <a:pt x="201" y="41"/>
                  </a:lnTo>
                  <a:close/>
                  <a:moveTo>
                    <a:pt x="20" y="1"/>
                  </a:moveTo>
                  <a:cubicBezTo>
                    <a:pt x="10" y="1"/>
                    <a:pt x="10" y="1"/>
                    <a:pt x="0" y="1"/>
                  </a:cubicBezTo>
                  <a:cubicBezTo>
                    <a:pt x="10" y="1"/>
                    <a:pt x="10" y="1"/>
                    <a:pt x="20" y="1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5" name="Google Shape;3515;p25"/>
            <p:cNvSpPr/>
            <p:nvPr/>
          </p:nvSpPr>
          <p:spPr>
            <a:xfrm>
              <a:off x="4617540" y="1028456"/>
              <a:ext cx="160732" cy="55016"/>
            </a:xfrm>
            <a:custGeom>
              <a:avLst/>
              <a:gdLst/>
              <a:ahLst/>
              <a:cxnLst/>
              <a:rect l="l" t="t" r="r" b="b"/>
              <a:pathLst>
                <a:path w="1937" h="663" extrusionOk="0">
                  <a:moveTo>
                    <a:pt x="362" y="0"/>
                  </a:moveTo>
                  <a:cubicBezTo>
                    <a:pt x="241" y="0"/>
                    <a:pt x="121" y="20"/>
                    <a:pt x="0" y="80"/>
                  </a:cubicBezTo>
                  <a:lnTo>
                    <a:pt x="21" y="80"/>
                  </a:lnTo>
                  <a:cubicBezTo>
                    <a:pt x="21" y="101"/>
                    <a:pt x="31" y="121"/>
                    <a:pt x="41" y="141"/>
                  </a:cubicBezTo>
                  <a:cubicBezTo>
                    <a:pt x="191" y="351"/>
                    <a:pt x="492" y="562"/>
                    <a:pt x="683" y="562"/>
                  </a:cubicBezTo>
                  <a:lnTo>
                    <a:pt x="713" y="562"/>
                  </a:lnTo>
                  <a:cubicBezTo>
                    <a:pt x="783" y="552"/>
                    <a:pt x="863" y="552"/>
                    <a:pt x="943" y="552"/>
                  </a:cubicBezTo>
                  <a:cubicBezTo>
                    <a:pt x="1164" y="552"/>
                    <a:pt x="1445" y="582"/>
                    <a:pt x="1846" y="652"/>
                  </a:cubicBezTo>
                  <a:cubicBezTo>
                    <a:pt x="1876" y="652"/>
                    <a:pt x="1906" y="662"/>
                    <a:pt x="1936" y="662"/>
                  </a:cubicBezTo>
                  <a:cubicBezTo>
                    <a:pt x="1836" y="602"/>
                    <a:pt x="1746" y="542"/>
                    <a:pt x="1676" y="502"/>
                  </a:cubicBezTo>
                  <a:cubicBezTo>
                    <a:pt x="1485" y="401"/>
                    <a:pt x="1405" y="361"/>
                    <a:pt x="1435" y="361"/>
                  </a:cubicBezTo>
                  <a:cubicBezTo>
                    <a:pt x="1445" y="361"/>
                    <a:pt x="1465" y="371"/>
                    <a:pt x="1505" y="371"/>
                  </a:cubicBezTo>
                  <a:cubicBezTo>
                    <a:pt x="1515" y="381"/>
                    <a:pt x="1525" y="381"/>
                    <a:pt x="1545" y="381"/>
                  </a:cubicBezTo>
                  <a:cubicBezTo>
                    <a:pt x="1565" y="381"/>
                    <a:pt x="1595" y="371"/>
                    <a:pt x="1615" y="361"/>
                  </a:cubicBezTo>
                  <a:cubicBezTo>
                    <a:pt x="1575" y="331"/>
                    <a:pt x="1515" y="301"/>
                    <a:pt x="1465" y="271"/>
                  </a:cubicBezTo>
                  <a:cubicBezTo>
                    <a:pt x="1435" y="261"/>
                    <a:pt x="1395" y="261"/>
                    <a:pt x="1355" y="251"/>
                  </a:cubicBezTo>
                  <a:cubicBezTo>
                    <a:pt x="1335" y="241"/>
                    <a:pt x="1314" y="241"/>
                    <a:pt x="1284" y="231"/>
                  </a:cubicBezTo>
                  <a:lnTo>
                    <a:pt x="1264" y="231"/>
                  </a:lnTo>
                  <a:cubicBezTo>
                    <a:pt x="1004" y="161"/>
                    <a:pt x="683" y="0"/>
                    <a:pt x="362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6" name="Google Shape;3516;p25"/>
            <p:cNvSpPr/>
            <p:nvPr/>
          </p:nvSpPr>
          <p:spPr>
            <a:xfrm>
              <a:off x="4734044" y="1058412"/>
              <a:ext cx="66716" cy="26720"/>
            </a:xfrm>
            <a:custGeom>
              <a:avLst/>
              <a:gdLst/>
              <a:ahLst/>
              <a:cxnLst/>
              <a:rect l="l" t="t" r="r" b="b"/>
              <a:pathLst>
                <a:path w="804" h="322" extrusionOk="0">
                  <a:moveTo>
                    <a:pt x="31" y="0"/>
                  </a:moveTo>
                  <a:cubicBezTo>
                    <a:pt x="1" y="0"/>
                    <a:pt x="81" y="40"/>
                    <a:pt x="272" y="141"/>
                  </a:cubicBezTo>
                  <a:cubicBezTo>
                    <a:pt x="342" y="181"/>
                    <a:pt x="432" y="241"/>
                    <a:pt x="532" y="301"/>
                  </a:cubicBezTo>
                  <a:cubicBezTo>
                    <a:pt x="603" y="311"/>
                    <a:pt x="653" y="321"/>
                    <a:pt x="683" y="321"/>
                  </a:cubicBezTo>
                  <a:cubicBezTo>
                    <a:pt x="803" y="321"/>
                    <a:pt x="633" y="231"/>
                    <a:pt x="211" y="0"/>
                  </a:cubicBezTo>
                  <a:cubicBezTo>
                    <a:pt x="191" y="10"/>
                    <a:pt x="161" y="20"/>
                    <a:pt x="141" y="20"/>
                  </a:cubicBezTo>
                  <a:cubicBezTo>
                    <a:pt x="121" y="20"/>
                    <a:pt x="111" y="20"/>
                    <a:pt x="101" y="10"/>
                  </a:cubicBezTo>
                  <a:cubicBezTo>
                    <a:pt x="61" y="10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7EC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7" name="Google Shape;3517;p25"/>
            <p:cNvSpPr/>
            <p:nvPr/>
          </p:nvSpPr>
          <p:spPr>
            <a:xfrm>
              <a:off x="4617540" y="1035095"/>
              <a:ext cx="3402" cy="5062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0" y="0"/>
                  </a:moveTo>
                  <a:cubicBezTo>
                    <a:pt x="21" y="21"/>
                    <a:pt x="31" y="41"/>
                    <a:pt x="41" y="61"/>
                  </a:cubicBezTo>
                  <a:cubicBezTo>
                    <a:pt x="31" y="41"/>
                    <a:pt x="21" y="21"/>
                    <a:pt x="21" y="0"/>
                  </a:cubicBezTo>
                  <a:close/>
                </a:path>
              </a:pathLst>
            </a:custGeom>
            <a:solidFill>
              <a:srgbClr val="7EC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518" name="Google Shape;3518;p25"/>
          <p:cNvGrpSpPr/>
          <p:nvPr/>
        </p:nvGrpSpPr>
        <p:grpSpPr>
          <a:xfrm>
            <a:off x="-111323" y="4544400"/>
            <a:ext cx="4138865" cy="1588333"/>
            <a:chOff x="-111323" y="734400"/>
            <a:chExt cx="4138865" cy="1588333"/>
          </a:xfrm>
        </p:grpSpPr>
        <p:sp>
          <p:nvSpPr>
            <p:cNvPr id="3519" name="Google Shape;3519;p25"/>
            <p:cNvSpPr/>
            <p:nvPr/>
          </p:nvSpPr>
          <p:spPr>
            <a:xfrm>
              <a:off x="328393" y="1724964"/>
              <a:ext cx="169640" cy="76574"/>
            </a:xfrm>
            <a:custGeom>
              <a:avLst/>
              <a:gdLst/>
              <a:ahLst/>
              <a:cxnLst/>
              <a:rect l="l" t="t" r="r" b="b"/>
              <a:pathLst>
                <a:path w="2047" h="924" extrusionOk="0">
                  <a:moveTo>
                    <a:pt x="40" y="0"/>
                  </a:moveTo>
                  <a:lnTo>
                    <a:pt x="0" y="10"/>
                  </a:lnTo>
                  <a:cubicBezTo>
                    <a:pt x="171" y="111"/>
                    <a:pt x="341" y="221"/>
                    <a:pt x="522" y="311"/>
                  </a:cubicBezTo>
                  <a:cubicBezTo>
                    <a:pt x="933" y="542"/>
                    <a:pt x="1374" y="743"/>
                    <a:pt x="1826" y="923"/>
                  </a:cubicBezTo>
                  <a:cubicBezTo>
                    <a:pt x="1906" y="873"/>
                    <a:pt x="1976" y="823"/>
                    <a:pt x="2046" y="763"/>
                  </a:cubicBezTo>
                  <a:cubicBezTo>
                    <a:pt x="1384" y="512"/>
                    <a:pt x="712" y="251"/>
                    <a:pt x="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0" name="Google Shape;3520;p25"/>
            <p:cNvSpPr/>
            <p:nvPr/>
          </p:nvSpPr>
          <p:spPr>
            <a:xfrm>
              <a:off x="331708" y="1503200"/>
              <a:ext cx="895354" cy="284999"/>
            </a:xfrm>
            <a:custGeom>
              <a:avLst/>
              <a:gdLst/>
              <a:ahLst/>
              <a:cxnLst/>
              <a:rect l="l" t="t" r="r" b="b"/>
              <a:pathLst>
                <a:path w="10804" h="3439" extrusionOk="0">
                  <a:moveTo>
                    <a:pt x="10380" y="0"/>
                  </a:moveTo>
                  <a:cubicBezTo>
                    <a:pt x="10188" y="0"/>
                    <a:pt x="9986" y="48"/>
                    <a:pt x="9800" y="99"/>
                  </a:cubicBezTo>
                  <a:cubicBezTo>
                    <a:pt x="6530" y="961"/>
                    <a:pt x="3270" y="1814"/>
                    <a:pt x="0" y="2676"/>
                  </a:cubicBezTo>
                  <a:cubicBezTo>
                    <a:pt x="672" y="2927"/>
                    <a:pt x="1344" y="3188"/>
                    <a:pt x="2006" y="3439"/>
                  </a:cubicBezTo>
                  <a:lnTo>
                    <a:pt x="2016" y="3429"/>
                  </a:lnTo>
                  <a:cubicBezTo>
                    <a:pt x="2498" y="2977"/>
                    <a:pt x="3320" y="2877"/>
                    <a:pt x="3952" y="2626"/>
                  </a:cubicBezTo>
                  <a:cubicBezTo>
                    <a:pt x="6229" y="1724"/>
                    <a:pt x="8426" y="751"/>
                    <a:pt x="10803" y="109"/>
                  </a:cubicBezTo>
                  <a:cubicBezTo>
                    <a:pt x="10676" y="29"/>
                    <a:pt x="10531" y="0"/>
                    <a:pt x="103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1" name="Google Shape;3521;p25"/>
            <p:cNvSpPr/>
            <p:nvPr/>
          </p:nvSpPr>
          <p:spPr>
            <a:xfrm>
              <a:off x="67348" y="852161"/>
              <a:ext cx="653450" cy="297678"/>
            </a:xfrm>
            <a:custGeom>
              <a:avLst/>
              <a:gdLst/>
              <a:ahLst/>
              <a:cxnLst/>
              <a:rect l="l" t="t" r="r" b="b"/>
              <a:pathLst>
                <a:path w="7885" h="3592" extrusionOk="0">
                  <a:moveTo>
                    <a:pt x="6589" y="0"/>
                  </a:moveTo>
                  <a:cubicBezTo>
                    <a:pt x="6253" y="0"/>
                    <a:pt x="5295" y="296"/>
                    <a:pt x="4314" y="592"/>
                  </a:cubicBezTo>
                  <a:cubicBezTo>
                    <a:pt x="3325" y="891"/>
                    <a:pt x="2310" y="1189"/>
                    <a:pt x="1858" y="1189"/>
                  </a:cubicBezTo>
                  <a:cubicBezTo>
                    <a:pt x="1824" y="1189"/>
                    <a:pt x="1793" y="1188"/>
                    <a:pt x="1766" y="1184"/>
                  </a:cubicBezTo>
                  <a:cubicBezTo>
                    <a:pt x="1164" y="1435"/>
                    <a:pt x="572" y="1706"/>
                    <a:pt x="1" y="1986"/>
                  </a:cubicBezTo>
                  <a:cubicBezTo>
                    <a:pt x="612" y="2247"/>
                    <a:pt x="1806" y="2769"/>
                    <a:pt x="2318" y="2869"/>
                  </a:cubicBezTo>
                  <a:cubicBezTo>
                    <a:pt x="2498" y="2909"/>
                    <a:pt x="2689" y="2939"/>
                    <a:pt x="2839" y="3050"/>
                  </a:cubicBezTo>
                  <a:cubicBezTo>
                    <a:pt x="2950" y="3130"/>
                    <a:pt x="3040" y="3250"/>
                    <a:pt x="3150" y="3331"/>
                  </a:cubicBezTo>
                  <a:cubicBezTo>
                    <a:pt x="3369" y="3500"/>
                    <a:pt x="4195" y="3592"/>
                    <a:pt x="4830" y="3592"/>
                  </a:cubicBezTo>
                  <a:cubicBezTo>
                    <a:pt x="5361" y="3592"/>
                    <a:pt x="5758" y="3528"/>
                    <a:pt x="5557" y="3391"/>
                  </a:cubicBezTo>
                  <a:cubicBezTo>
                    <a:pt x="5216" y="3160"/>
                    <a:pt x="2318" y="2869"/>
                    <a:pt x="5608" y="2227"/>
                  </a:cubicBezTo>
                  <a:cubicBezTo>
                    <a:pt x="6009" y="2147"/>
                    <a:pt x="6300" y="1786"/>
                    <a:pt x="6962" y="1665"/>
                  </a:cubicBezTo>
                  <a:cubicBezTo>
                    <a:pt x="7885" y="1505"/>
                    <a:pt x="4574" y="1104"/>
                    <a:pt x="5507" y="963"/>
                  </a:cubicBezTo>
                  <a:cubicBezTo>
                    <a:pt x="6390" y="833"/>
                    <a:pt x="7112" y="602"/>
                    <a:pt x="7744" y="321"/>
                  </a:cubicBezTo>
                  <a:lnTo>
                    <a:pt x="7744" y="321"/>
                  </a:lnTo>
                  <a:cubicBezTo>
                    <a:pt x="7565" y="327"/>
                    <a:pt x="7399" y="333"/>
                    <a:pt x="7254" y="333"/>
                  </a:cubicBezTo>
                  <a:cubicBezTo>
                    <a:pt x="6878" y="333"/>
                    <a:pt x="6646" y="291"/>
                    <a:pt x="6711" y="81"/>
                  </a:cubicBezTo>
                  <a:cubicBezTo>
                    <a:pt x="6731" y="25"/>
                    <a:pt x="6686" y="0"/>
                    <a:pt x="6589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2" name="Google Shape;3522;p25"/>
            <p:cNvSpPr/>
            <p:nvPr/>
          </p:nvSpPr>
          <p:spPr>
            <a:xfrm>
              <a:off x="849573" y="1734080"/>
              <a:ext cx="1109000" cy="313507"/>
            </a:xfrm>
            <a:custGeom>
              <a:avLst/>
              <a:gdLst/>
              <a:ahLst/>
              <a:cxnLst/>
              <a:rect l="l" t="t" r="r" b="b"/>
              <a:pathLst>
                <a:path w="13382" h="3783" extrusionOk="0">
                  <a:moveTo>
                    <a:pt x="13381" y="1"/>
                  </a:moveTo>
                  <a:lnTo>
                    <a:pt x="13381" y="1"/>
                  </a:lnTo>
                  <a:cubicBezTo>
                    <a:pt x="13380" y="2"/>
                    <a:pt x="13380" y="2"/>
                    <a:pt x="13379" y="3"/>
                  </a:cubicBezTo>
                  <a:lnTo>
                    <a:pt x="13379" y="3"/>
                  </a:lnTo>
                  <a:cubicBezTo>
                    <a:pt x="13380" y="2"/>
                    <a:pt x="13380" y="2"/>
                    <a:pt x="13381" y="1"/>
                  </a:cubicBezTo>
                  <a:close/>
                  <a:moveTo>
                    <a:pt x="13379" y="3"/>
                  </a:moveTo>
                  <a:cubicBezTo>
                    <a:pt x="13173" y="222"/>
                    <a:pt x="12116" y="272"/>
                    <a:pt x="11796" y="362"/>
                  </a:cubicBezTo>
                  <a:cubicBezTo>
                    <a:pt x="11265" y="512"/>
                    <a:pt x="10783" y="743"/>
                    <a:pt x="10262" y="924"/>
                  </a:cubicBezTo>
                  <a:cubicBezTo>
                    <a:pt x="9088" y="1345"/>
                    <a:pt x="7844" y="1495"/>
                    <a:pt x="6610" y="1576"/>
                  </a:cubicBezTo>
                  <a:cubicBezTo>
                    <a:pt x="4414" y="1716"/>
                    <a:pt x="2147" y="1586"/>
                    <a:pt x="0" y="2127"/>
                  </a:cubicBezTo>
                  <a:cubicBezTo>
                    <a:pt x="582" y="2268"/>
                    <a:pt x="1174" y="2408"/>
                    <a:pt x="1756" y="2549"/>
                  </a:cubicBezTo>
                  <a:cubicBezTo>
                    <a:pt x="3230" y="2920"/>
                    <a:pt x="4685" y="3341"/>
                    <a:pt x="6139" y="3782"/>
                  </a:cubicBezTo>
                  <a:cubicBezTo>
                    <a:pt x="6510" y="3692"/>
                    <a:pt x="6881" y="3622"/>
                    <a:pt x="7132" y="3542"/>
                  </a:cubicBezTo>
                  <a:cubicBezTo>
                    <a:pt x="7934" y="3311"/>
                    <a:pt x="8938" y="3211"/>
                    <a:pt x="9640" y="2729"/>
                  </a:cubicBezTo>
                  <a:cubicBezTo>
                    <a:pt x="10011" y="2468"/>
                    <a:pt x="10272" y="2077"/>
                    <a:pt x="10613" y="1766"/>
                  </a:cubicBezTo>
                  <a:cubicBezTo>
                    <a:pt x="11424" y="1025"/>
                    <a:pt x="12636" y="804"/>
                    <a:pt x="13379" y="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3" name="Google Shape;3523;p25"/>
            <p:cNvSpPr/>
            <p:nvPr/>
          </p:nvSpPr>
          <p:spPr>
            <a:xfrm>
              <a:off x="1046227" y="883735"/>
              <a:ext cx="122651" cy="106077"/>
            </a:xfrm>
            <a:custGeom>
              <a:avLst/>
              <a:gdLst/>
              <a:ahLst/>
              <a:cxnLst/>
              <a:rect l="l" t="t" r="r" b="b"/>
              <a:pathLst>
                <a:path w="1480" h="1280" extrusionOk="0">
                  <a:moveTo>
                    <a:pt x="927" y="1"/>
                  </a:moveTo>
                  <a:cubicBezTo>
                    <a:pt x="687" y="161"/>
                    <a:pt x="476" y="322"/>
                    <a:pt x="396" y="582"/>
                  </a:cubicBezTo>
                  <a:cubicBezTo>
                    <a:pt x="278" y="943"/>
                    <a:pt x="1" y="1279"/>
                    <a:pt x="260" y="1279"/>
                  </a:cubicBezTo>
                  <a:cubicBezTo>
                    <a:pt x="332" y="1279"/>
                    <a:pt x="446" y="1253"/>
                    <a:pt x="616" y="1194"/>
                  </a:cubicBezTo>
                  <a:cubicBezTo>
                    <a:pt x="787" y="1134"/>
                    <a:pt x="1108" y="933"/>
                    <a:pt x="1479" y="693"/>
                  </a:cubicBezTo>
                  <a:cubicBezTo>
                    <a:pt x="1469" y="432"/>
                    <a:pt x="1459" y="191"/>
                    <a:pt x="1309" y="81"/>
                  </a:cubicBezTo>
                  <a:cubicBezTo>
                    <a:pt x="1218" y="21"/>
                    <a:pt x="1078" y="1"/>
                    <a:pt x="9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4" name="Google Shape;3524;p25"/>
            <p:cNvSpPr/>
            <p:nvPr/>
          </p:nvSpPr>
          <p:spPr>
            <a:xfrm>
              <a:off x="3197823" y="1250607"/>
              <a:ext cx="829719" cy="741295"/>
            </a:xfrm>
            <a:custGeom>
              <a:avLst/>
              <a:gdLst/>
              <a:ahLst/>
              <a:cxnLst/>
              <a:rect l="l" t="t" r="r" b="b"/>
              <a:pathLst>
                <a:path w="10012" h="8945" extrusionOk="0">
                  <a:moveTo>
                    <a:pt x="3162" y="2492"/>
                  </a:moveTo>
                  <a:cubicBezTo>
                    <a:pt x="3273" y="2492"/>
                    <a:pt x="3730" y="2742"/>
                    <a:pt x="4233" y="2986"/>
                  </a:cubicBezTo>
                  <a:cubicBezTo>
                    <a:pt x="4741" y="3236"/>
                    <a:pt x="5288" y="3486"/>
                    <a:pt x="5566" y="3486"/>
                  </a:cubicBezTo>
                  <a:cubicBezTo>
                    <a:pt x="5634" y="3486"/>
                    <a:pt x="5686" y="3471"/>
                    <a:pt x="5718" y="3437"/>
                  </a:cubicBezTo>
                  <a:cubicBezTo>
                    <a:pt x="5779" y="3377"/>
                    <a:pt x="5849" y="3350"/>
                    <a:pt x="5931" y="3350"/>
                  </a:cubicBezTo>
                  <a:cubicBezTo>
                    <a:pt x="6324" y="3350"/>
                    <a:pt x="6999" y="3967"/>
                    <a:pt x="8326" y="4481"/>
                  </a:cubicBezTo>
                  <a:cubicBezTo>
                    <a:pt x="8326" y="4481"/>
                    <a:pt x="9438" y="5156"/>
                    <a:pt x="8679" y="5156"/>
                  </a:cubicBezTo>
                  <a:cubicBezTo>
                    <a:pt x="8585" y="5156"/>
                    <a:pt x="8462" y="5146"/>
                    <a:pt x="8306" y="5123"/>
                  </a:cubicBezTo>
                  <a:cubicBezTo>
                    <a:pt x="6882" y="4922"/>
                    <a:pt x="3511" y="3046"/>
                    <a:pt x="3170" y="2575"/>
                  </a:cubicBezTo>
                  <a:cubicBezTo>
                    <a:pt x="3127" y="2517"/>
                    <a:pt x="3127" y="2492"/>
                    <a:pt x="3162" y="2492"/>
                  </a:cubicBezTo>
                  <a:close/>
                  <a:moveTo>
                    <a:pt x="136" y="1"/>
                  </a:moveTo>
                  <a:cubicBezTo>
                    <a:pt x="53" y="1"/>
                    <a:pt x="1" y="34"/>
                    <a:pt x="1" y="117"/>
                  </a:cubicBezTo>
                  <a:cubicBezTo>
                    <a:pt x="201" y="228"/>
                    <a:pt x="1656" y="1090"/>
                    <a:pt x="1435" y="1120"/>
                  </a:cubicBezTo>
                  <a:cubicBezTo>
                    <a:pt x="1392" y="1127"/>
                    <a:pt x="1342" y="1130"/>
                    <a:pt x="1285" y="1130"/>
                  </a:cubicBezTo>
                  <a:cubicBezTo>
                    <a:pt x="1076" y="1130"/>
                    <a:pt x="782" y="1092"/>
                    <a:pt x="482" y="1060"/>
                  </a:cubicBezTo>
                  <a:lnTo>
                    <a:pt x="482" y="1060"/>
                  </a:lnTo>
                  <a:cubicBezTo>
                    <a:pt x="1502" y="1500"/>
                    <a:pt x="2592" y="2001"/>
                    <a:pt x="2204" y="2001"/>
                  </a:cubicBezTo>
                  <a:cubicBezTo>
                    <a:pt x="2176" y="2001"/>
                    <a:pt x="2141" y="1998"/>
                    <a:pt x="2097" y="1993"/>
                  </a:cubicBezTo>
                  <a:cubicBezTo>
                    <a:pt x="1355" y="1903"/>
                    <a:pt x="994" y="1883"/>
                    <a:pt x="251" y="1853"/>
                  </a:cubicBezTo>
                  <a:lnTo>
                    <a:pt x="251" y="1853"/>
                  </a:lnTo>
                  <a:cubicBezTo>
                    <a:pt x="773" y="2093"/>
                    <a:pt x="1395" y="2344"/>
                    <a:pt x="1766" y="2545"/>
                  </a:cubicBezTo>
                  <a:cubicBezTo>
                    <a:pt x="3110" y="3277"/>
                    <a:pt x="4865" y="3588"/>
                    <a:pt x="5557" y="4942"/>
                  </a:cubicBezTo>
                  <a:cubicBezTo>
                    <a:pt x="5838" y="5474"/>
                    <a:pt x="6059" y="5494"/>
                    <a:pt x="6621" y="5684"/>
                  </a:cubicBezTo>
                  <a:cubicBezTo>
                    <a:pt x="8185" y="6216"/>
                    <a:pt x="7965" y="7741"/>
                    <a:pt x="8988" y="8804"/>
                  </a:cubicBezTo>
                  <a:cubicBezTo>
                    <a:pt x="9088" y="8904"/>
                    <a:pt x="9269" y="8924"/>
                    <a:pt x="9439" y="8944"/>
                  </a:cubicBezTo>
                  <a:cubicBezTo>
                    <a:pt x="9469" y="8744"/>
                    <a:pt x="9479" y="8533"/>
                    <a:pt x="9499" y="8322"/>
                  </a:cubicBezTo>
                  <a:cubicBezTo>
                    <a:pt x="9640" y="7600"/>
                    <a:pt x="9580" y="6828"/>
                    <a:pt x="9620" y="6096"/>
                  </a:cubicBezTo>
                  <a:cubicBezTo>
                    <a:pt x="9650" y="5484"/>
                    <a:pt x="10011" y="4380"/>
                    <a:pt x="9730" y="3809"/>
                  </a:cubicBezTo>
                  <a:cubicBezTo>
                    <a:pt x="9499" y="3367"/>
                    <a:pt x="8466" y="3066"/>
                    <a:pt x="7945" y="2836"/>
                  </a:cubicBezTo>
                  <a:cubicBezTo>
                    <a:pt x="7824" y="2836"/>
                    <a:pt x="7624" y="2806"/>
                    <a:pt x="7303" y="2745"/>
                  </a:cubicBezTo>
                  <a:cubicBezTo>
                    <a:pt x="5755" y="2469"/>
                    <a:pt x="3979" y="1364"/>
                    <a:pt x="3762" y="1364"/>
                  </a:cubicBezTo>
                  <a:cubicBezTo>
                    <a:pt x="3742" y="1364"/>
                    <a:pt x="3735" y="1372"/>
                    <a:pt x="3742" y="1391"/>
                  </a:cubicBezTo>
                  <a:cubicBezTo>
                    <a:pt x="3802" y="1598"/>
                    <a:pt x="5036" y="2437"/>
                    <a:pt x="4747" y="2437"/>
                  </a:cubicBezTo>
                  <a:cubicBezTo>
                    <a:pt x="4700" y="2437"/>
                    <a:pt x="4613" y="2415"/>
                    <a:pt x="4474" y="2364"/>
                  </a:cubicBezTo>
                  <a:cubicBezTo>
                    <a:pt x="3561" y="2041"/>
                    <a:pt x="1300" y="337"/>
                    <a:pt x="1214" y="337"/>
                  </a:cubicBezTo>
                  <a:cubicBezTo>
                    <a:pt x="1207" y="337"/>
                    <a:pt x="1216" y="350"/>
                    <a:pt x="1244" y="378"/>
                  </a:cubicBezTo>
                  <a:cubicBezTo>
                    <a:pt x="1296" y="430"/>
                    <a:pt x="1306" y="451"/>
                    <a:pt x="1286" y="451"/>
                  </a:cubicBezTo>
                  <a:cubicBezTo>
                    <a:pt x="1240" y="451"/>
                    <a:pt x="1034" y="339"/>
                    <a:pt x="803" y="228"/>
                  </a:cubicBezTo>
                  <a:cubicBezTo>
                    <a:pt x="561" y="116"/>
                    <a:pt x="29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5" name="Google Shape;3525;p25"/>
            <p:cNvSpPr/>
            <p:nvPr/>
          </p:nvSpPr>
          <p:spPr>
            <a:xfrm>
              <a:off x="2154635" y="1028594"/>
              <a:ext cx="974332" cy="499473"/>
            </a:xfrm>
            <a:custGeom>
              <a:avLst/>
              <a:gdLst/>
              <a:ahLst/>
              <a:cxnLst/>
              <a:rect l="l" t="t" r="r" b="b"/>
              <a:pathLst>
                <a:path w="11757" h="6027" extrusionOk="0">
                  <a:moveTo>
                    <a:pt x="851" y="0"/>
                  </a:moveTo>
                  <a:cubicBezTo>
                    <a:pt x="603" y="0"/>
                    <a:pt x="461" y="180"/>
                    <a:pt x="0" y="359"/>
                  </a:cubicBezTo>
                  <a:cubicBezTo>
                    <a:pt x="181" y="509"/>
                    <a:pt x="401" y="630"/>
                    <a:pt x="592" y="750"/>
                  </a:cubicBezTo>
                  <a:cubicBezTo>
                    <a:pt x="712" y="810"/>
                    <a:pt x="1304" y="1432"/>
                    <a:pt x="1425" y="1472"/>
                  </a:cubicBezTo>
                  <a:cubicBezTo>
                    <a:pt x="2217" y="1683"/>
                    <a:pt x="2929" y="2596"/>
                    <a:pt x="3852" y="3087"/>
                  </a:cubicBezTo>
                  <a:cubicBezTo>
                    <a:pt x="3915" y="3122"/>
                    <a:pt x="4311" y="3192"/>
                    <a:pt x="4632" y="3192"/>
                  </a:cubicBezTo>
                  <a:cubicBezTo>
                    <a:pt x="4874" y="3192"/>
                    <a:pt x="5073" y="3152"/>
                    <a:pt x="5056" y="3027"/>
                  </a:cubicBezTo>
                  <a:cubicBezTo>
                    <a:pt x="5040" y="2918"/>
                    <a:pt x="5080" y="2870"/>
                    <a:pt x="5159" y="2870"/>
                  </a:cubicBezTo>
                  <a:cubicBezTo>
                    <a:pt x="5606" y="2870"/>
                    <a:pt x="7327" y="4352"/>
                    <a:pt x="7914" y="4692"/>
                  </a:cubicBezTo>
                  <a:cubicBezTo>
                    <a:pt x="9360" y="5528"/>
                    <a:pt x="11028" y="6027"/>
                    <a:pt x="11395" y="6027"/>
                  </a:cubicBezTo>
                  <a:cubicBezTo>
                    <a:pt x="11402" y="6027"/>
                    <a:pt x="11409" y="6027"/>
                    <a:pt x="11415" y="6026"/>
                  </a:cubicBezTo>
                  <a:cubicBezTo>
                    <a:pt x="11756" y="6016"/>
                    <a:pt x="9008" y="4361"/>
                    <a:pt x="8195" y="3438"/>
                  </a:cubicBezTo>
                  <a:cubicBezTo>
                    <a:pt x="7844" y="3037"/>
                    <a:pt x="7914" y="2576"/>
                    <a:pt x="7834" y="2265"/>
                  </a:cubicBezTo>
                  <a:cubicBezTo>
                    <a:pt x="7764" y="2245"/>
                    <a:pt x="7694" y="2235"/>
                    <a:pt x="7633" y="2205"/>
                  </a:cubicBezTo>
                  <a:cubicBezTo>
                    <a:pt x="7533" y="2205"/>
                    <a:pt x="7383" y="2164"/>
                    <a:pt x="7172" y="2104"/>
                  </a:cubicBezTo>
                  <a:cubicBezTo>
                    <a:pt x="6791" y="1990"/>
                    <a:pt x="6558" y="1948"/>
                    <a:pt x="6419" y="1948"/>
                  </a:cubicBezTo>
                  <a:cubicBezTo>
                    <a:pt x="6130" y="1948"/>
                    <a:pt x="6249" y="2130"/>
                    <a:pt x="6289" y="2225"/>
                  </a:cubicBezTo>
                  <a:cubicBezTo>
                    <a:pt x="6292" y="2231"/>
                    <a:pt x="6290" y="2234"/>
                    <a:pt x="6285" y="2234"/>
                  </a:cubicBezTo>
                  <a:cubicBezTo>
                    <a:pt x="6227" y="2234"/>
                    <a:pt x="5769" y="1933"/>
                    <a:pt x="5286" y="1633"/>
                  </a:cubicBezTo>
                  <a:cubicBezTo>
                    <a:pt x="4807" y="1333"/>
                    <a:pt x="4305" y="1033"/>
                    <a:pt x="4156" y="1033"/>
                  </a:cubicBezTo>
                  <a:cubicBezTo>
                    <a:pt x="4131" y="1033"/>
                    <a:pt x="4116" y="1042"/>
                    <a:pt x="4113" y="1061"/>
                  </a:cubicBezTo>
                  <a:cubicBezTo>
                    <a:pt x="4107" y="1098"/>
                    <a:pt x="4072" y="1113"/>
                    <a:pt x="4016" y="1113"/>
                  </a:cubicBezTo>
                  <a:cubicBezTo>
                    <a:pt x="3892" y="1113"/>
                    <a:pt x="3663" y="1037"/>
                    <a:pt x="3421" y="961"/>
                  </a:cubicBezTo>
                  <a:cubicBezTo>
                    <a:pt x="3179" y="889"/>
                    <a:pt x="2921" y="817"/>
                    <a:pt x="2742" y="817"/>
                  </a:cubicBezTo>
                  <a:cubicBezTo>
                    <a:pt x="2646" y="817"/>
                    <a:pt x="2573" y="838"/>
                    <a:pt x="2538" y="891"/>
                  </a:cubicBezTo>
                  <a:cubicBezTo>
                    <a:pt x="2512" y="929"/>
                    <a:pt x="2476" y="946"/>
                    <a:pt x="2432" y="946"/>
                  </a:cubicBezTo>
                  <a:cubicBezTo>
                    <a:pt x="2125" y="946"/>
                    <a:pt x="1432" y="106"/>
                    <a:pt x="993" y="18"/>
                  </a:cubicBezTo>
                  <a:cubicBezTo>
                    <a:pt x="941" y="6"/>
                    <a:pt x="894" y="0"/>
                    <a:pt x="851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6" name="Google Shape;3526;p25"/>
            <p:cNvSpPr/>
            <p:nvPr/>
          </p:nvSpPr>
          <p:spPr>
            <a:xfrm>
              <a:off x="1438873" y="1956010"/>
              <a:ext cx="425716" cy="163010"/>
            </a:xfrm>
            <a:custGeom>
              <a:avLst/>
              <a:gdLst/>
              <a:ahLst/>
              <a:cxnLst/>
              <a:rect l="l" t="t" r="r" b="b"/>
              <a:pathLst>
                <a:path w="5137" h="1967" extrusionOk="0">
                  <a:moveTo>
                    <a:pt x="5137" y="1"/>
                  </a:moveTo>
                  <a:cubicBezTo>
                    <a:pt x="5076" y="81"/>
                    <a:pt x="4134" y="312"/>
                    <a:pt x="4013" y="362"/>
                  </a:cubicBezTo>
                  <a:cubicBezTo>
                    <a:pt x="3512" y="543"/>
                    <a:pt x="3000" y="703"/>
                    <a:pt x="2489" y="843"/>
                  </a:cubicBezTo>
                  <a:cubicBezTo>
                    <a:pt x="1666" y="1064"/>
                    <a:pt x="833" y="1235"/>
                    <a:pt x="1" y="1395"/>
                  </a:cubicBezTo>
                  <a:cubicBezTo>
                    <a:pt x="623" y="1586"/>
                    <a:pt x="1245" y="1776"/>
                    <a:pt x="1867" y="1967"/>
                  </a:cubicBezTo>
                  <a:cubicBezTo>
                    <a:pt x="2017" y="1867"/>
                    <a:pt x="2158" y="1756"/>
                    <a:pt x="2298" y="1646"/>
                  </a:cubicBezTo>
                  <a:cubicBezTo>
                    <a:pt x="2539" y="1445"/>
                    <a:pt x="2769" y="1235"/>
                    <a:pt x="3030" y="1064"/>
                  </a:cubicBezTo>
                  <a:cubicBezTo>
                    <a:pt x="3662" y="673"/>
                    <a:pt x="4685" y="613"/>
                    <a:pt x="5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7" name="Google Shape;3527;p25"/>
            <p:cNvSpPr/>
            <p:nvPr/>
          </p:nvSpPr>
          <p:spPr>
            <a:xfrm>
              <a:off x="3145448" y="1136907"/>
              <a:ext cx="710797" cy="348727"/>
            </a:xfrm>
            <a:custGeom>
              <a:avLst/>
              <a:gdLst/>
              <a:ahLst/>
              <a:cxnLst/>
              <a:rect l="l" t="t" r="r" b="b"/>
              <a:pathLst>
                <a:path w="8577" h="4208" extrusionOk="0">
                  <a:moveTo>
                    <a:pt x="255" y="0"/>
                  </a:moveTo>
                  <a:cubicBezTo>
                    <a:pt x="167" y="0"/>
                    <a:pt x="82" y="8"/>
                    <a:pt x="1" y="25"/>
                  </a:cubicBezTo>
                  <a:cubicBezTo>
                    <a:pt x="141" y="256"/>
                    <a:pt x="251" y="1289"/>
                    <a:pt x="633" y="1489"/>
                  </a:cubicBezTo>
                  <a:cubicBezTo>
                    <a:pt x="633" y="1406"/>
                    <a:pt x="685" y="1373"/>
                    <a:pt x="768" y="1373"/>
                  </a:cubicBezTo>
                  <a:cubicBezTo>
                    <a:pt x="925" y="1373"/>
                    <a:pt x="1193" y="1488"/>
                    <a:pt x="1435" y="1600"/>
                  </a:cubicBezTo>
                  <a:cubicBezTo>
                    <a:pt x="1666" y="1711"/>
                    <a:pt x="1872" y="1823"/>
                    <a:pt x="1918" y="1823"/>
                  </a:cubicBezTo>
                  <a:cubicBezTo>
                    <a:pt x="1938" y="1823"/>
                    <a:pt x="1928" y="1802"/>
                    <a:pt x="1876" y="1750"/>
                  </a:cubicBezTo>
                  <a:cubicBezTo>
                    <a:pt x="1848" y="1722"/>
                    <a:pt x="1839" y="1709"/>
                    <a:pt x="1846" y="1709"/>
                  </a:cubicBezTo>
                  <a:cubicBezTo>
                    <a:pt x="1932" y="1709"/>
                    <a:pt x="4193" y="3413"/>
                    <a:pt x="5106" y="3736"/>
                  </a:cubicBezTo>
                  <a:cubicBezTo>
                    <a:pt x="5245" y="3787"/>
                    <a:pt x="5332" y="3809"/>
                    <a:pt x="5379" y="3809"/>
                  </a:cubicBezTo>
                  <a:cubicBezTo>
                    <a:pt x="5668" y="3809"/>
                    <a:pt x="4434" y="2970"/>
                    <a:pt x="4374" y="2763"/>
                  </a:cubicBezTo>
                  <a:cubicBezTo>
                    <a:pt x="4367" y="2744"/>
                    <a:pt x="4374" y="2736"/>
                    <a:pt x="4394" y="2736"/>
                  </a:cubicBezTo>
                  <a:cubicBezTo>
                    <a:pt x="4611" y="2736"/>
                    <a:pt x="6387" y="3841"/>
                    <a:pt x="7935" y="4117"/>
                  </a:cubicBezTo>
                  <a:cubicBezTo>
                    <a:pt x="8256" y="4178"/>
                    <a:pt x="8456" y="4208"/>
                    <a:pt x="8577" y="4208"/>
                  </a:cubicBezTo>
                  <a:cubicBezTo>
                    <a:pt x="7684" y="3806"/>
                    <a:pt x="6781" y="3425"/>
                    <a:pt x="5869" y="3064"/>
                  </a:cubicBezTo>
                  <a:cubicBezTo>
                    <a:pt x="4685" y="1780"/>
                    <a:pt x="3000" y="757"/>
                    <a:pt x="1064" y="155"/>
                  </a:cubicBezTo>
                  <a:cubicBezTo>
                    <a:pt x="814" y="72"/>
                    <a:pt x="524" y="0"/>
                    <a:pt x="255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8" name="Google Shape;3528;p25"/>
            <p:cNvSpPr/>
            <p:nvPr/>
          </p:nvSpPr>
          <p:spPr>
            <a:xfrm>
              <a:off x="3145448" y="1137239"/>
              <a:ext cx="710797" cy="348396"/>
            </a:xfrm>
            <a:custGeom>
              <a:avLst/>
              <a:gdLst/>
              <a:ahLst/>
              <a:cxnLst/>
              <a:rect l="l" t="t" r="r" b="b"/>
              <a:pathLst>
                <a:path w="8577" h="4204" extrusionOk="0">
                  <a:moveTo>
                    <a:pt x="261" y="1"/>
                  </a:moveTo>
                  <a:cubicBezTo>
                    <a:pt x="171" y="1"/>
                    <a:pt x="81" y="11"/>
                    <a:pt x="1" y="21"/>
                  </a:cubicBezTo>
                  <a:cubicBezTo>
                    <a:pt x="141" y="252"/>
                    <a:pt x="251" y="1285"/>
                    <a:pt x="633" y="1485"/>
                  </a:cubicBezTo>
                  <a:cubicBezTo>
                    <a:pt x="633" y="1425"/>
                    <a:pt x="663" y="1395"/>
                    <a:pt x="713" y="1375"/>
                  </a:cubicBezTo>
                  <a:lnTo>
                    <a:pt x="773" y="1375"/>
                  </a:lnTo>
                  <a:cubicBezTo>
                    <a:pt x="933" y="1375"/>
                    <a:pt x="1194" y="1485"/>
                    <a:pt x="1435" y="1596"/>
                  </a:cubicBezTo>
                  <a:cubicBezTo>
                    <a:pt x="1435" y="1606"/>
                    <a:pt x="1445" y="1606"/>
                    <a:pt x="1455" y="1606"/>
                  </a:cubicBezTo>
                  <a:cubicBezTo>
                    <a:pt x="1676" y="1716"/>
                    <a:pt x="1876" y="1826"/>
                    <a:pt x="1916" y="1826"/>
                  </a:cubicBezTo>
                  <a:cubicBezTo>
                    <a:pt x="1927" y="1826"/>
                    <a:pt x="1927" y="1816"/>
                    <a:pt x="1927" y="1816"/>
                  </a:cubicBezTo>
                  <a:cubicBezTo>
                    <a:pt x="1927" y="1806"/>
                    <a:pt x="1916" y="1786"/>
                    <a:pt x="1876" y="1746"/>
                  </a:cubicBezTo>
                  <a:cubicBezTo>
                    <a:pt x="1856" y="1726"/>
                    <a:pt x="1846" y="1716"/>
                    <a:pt x="1846" y="1706"/>
                  </a:cubicBezTo>
                  <a:cubicBezTo>
                    <a:pt x="1937" y="1706"/>
                    <a:pt x="4163" y="3381"/>
                    <a:pt x="5086" y="3722"/>
                  </a:cubicBezTo>
                  <a:cubicBezTo>
                    <a:pt x="5086" y="3722"/>
                    <a:pt x="5096" y="3732"/>
                    <a:pt x="5096" y="3732"/>
                  </a:cubicBezTo>
                  <a:lnTo>
                    <a:pt x="5116" y="3732"/>
                  </a:lnTo>
                  <a:cubicBezTo>
                    <a:pt x="5116" y="3732"/>
                    <a:pt x="5116" y="3732"/>
                    <a:pt x="5116" y="3742"/>
                  </a:cubicBezTo>
                  <a:lnTo>
                    <a:pt x="5146" y="3742"/>
                  </a:lnTo>
                  <a:cubicBezTo>
                    <a:pt x="5146" y="3752"/>
                    <a:pt x="5156" y="3752"/>
                    <a:pt x="5156" y="3752"/>
                  </a:cubicBezTo>
                  <a:lnTo>
                    <a:pt x="5166" y="3752"/>
                  </a:lnTo>
                  <a:cubicBezTo>
                    <a:pt x="5257" y="3782"/>
                    <a:pt x="5317" y="3802"/>
                    <a:pt x="5367" y="3802"/>
                  </a:cubicBezTo>
                  <a:lnTo>
                    <a:pt x="5377" y="3802"/>
                  </a:lnTo>
                  <a:cubicBezTo>
                    <a:pt x="5407" y="3802"/>
                    <a:pt x="5427" y="3792"/>
                    <a:pt x="5427" y="3782"/>
                  </a:cubicBezTo>
                  <a:cubicBezTo>
                    <a:pt x="5427" y="3632"/>
                    <a:pt x="4434" y="2940"/>
                    <a:pt x="4374" y="2759"/>
                  </a:cubicBezTo>
                  <a:cubicBezTo>
                    <a:pt x="4374" y="2759"/>
                    <a:pt x="4364" y="2759"/>
                    <a:pt x="4364" y="2749"/>
                  </a:cubicBezTo>
                  <a:cubicBezTo>
                    <a:pt x="4364" y="2739"/>
                    <a:pt x="4374" y="2739"/>
                    <a:pt x="4394" y="2739"/>
                  </a:cubicBezTo>
                  <a:cubicBezTo>
                    <a:pt x="4615" y="2739"/>
                    <a:pt x="6390" y="3833"/>
                    <a:pt x="7935" y="4113"/>
                  </a:cubicBezTo>
                  <a:cubicBezTo>
                    <a:pt x="8256" y="4174"/>
                    <a:pt x="8456" y="4204"/>
                    <a:pt x="8577" y="4204"/>
                  </a:cubicBezTo>
                  <a:cubicBezTo>
                    <a:pt x="7684" y="3802"/>
                    <a:pt x="6781" y="3421"/>
                    <a:pt x="5869" y="3060"/>
                  </a:cubicBezTo>
                  <a:cubicBezTo>
                    <a:pt x="4685" y="1776"/>
                    <a:pt x="3000" y="753"/>
                    <a:pt x="1064" y="151"/>
                  </a:cubicBezTo>
                  <a:cubicBezTo>
                    <a:pt x="813" y="71"/>
                    <a:pt x="532" y="1"/>
                    <a:pt x="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9" name="Google Shape;3529;p25"/>
            <p:cNvSpPr/>
            <p:nvPr/>
          </p:nvSpPr>
          <p:spPr>
            <a:xfrm>
              <a:off x="3456879" y="1457123"/>
              <a:ext cx="523174" cy="220855"/>
            </a:xfrm>
            <a:custGeom>
              <a:avLst/>
              <a:gdLst/>
              <a:ahLst/>
              <a:cxnLst/>
              <a:rect l="l" t="t" r="r" b="b"/>
              <a:pathLst>
                <a:path w="6313" h="2665" extrusionOk="0">
                  <a:moveTo>
                    <a:pt x="36" y="0"/>
                  </a:moveTo>
                  <a:cubicBezTo>
                    <a:pt x="1" y="0"/>
                    <a:pt x="1" y="25"/>
                    <a:pt x="44" y="83"/>
                  </a:cubicBezTo>
                  <a:cubicBezTo>
                    <a:pt x="385" y="554"/>
                    <a:pt x="3756" y="2430"/>
                    <a:pt x="5180" y="2631"/>
                  </a:cubicBezTo>
                  <a:cubicBezTo>
                    <a:pt x="5336" y="2654"/>
                    <a:pt x="5459" y="2664"/>
                    <a:pt x="5553" y="2664"/>
                  </a:cubicBezTo>
                  <a:cubicBezTo>
                    <a:pt x="6312" y="2664"/>
                    <a:pt x="5200" y="1989"/>
                    <a:pt x="5200" y="1989"/>
                  </a:cubicBezTo>
                  <a:cubicBezTo>
                    <a:pt x="3873" y="1475"/>
                    <a:pt x="3198" y="858"/>
                    <a:pt x="2805" y="858"/>
                  </a:cubicBezTo>
                  <a:cubicBezTo>
                    <a:pt x="2723" y="858"/>
                    <a:pt x="2653" y="885"/>
                    <a:pt x="2592" y="945"/>
                  </a:cubicBezTo>
                  <a:cubicBezTo>
                    <a:pt x="2560" y="979"/>
                    <a:pt x="2508" y="994"/>
                    <a:pt x="2440" y="994"/>
                  </a:cubicBezTo>
                  <a:cubicBezTo>
                    <a:pt x="2162" y="994"/>
                    <a:pt x="1615" y="744"/>
                    <a:pt x="1107" y="494"/>
                  </a:cubicBezTo>
                  <a:cubicBezTo>
                    <a:pt x="604" y="250"/>
                    <a:pt x="147" y="0"/>
                    <a:pt x="36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0" name="Google Shape;3530;p25"/>
            <p:cNvSpPr/>
            <p:nvPr/>
          </p:nvSpPr>
          <p:spPr>
            <a:xfrm>
              <a:off x="3457211" y="1457289"/>
              <a:ext cx="482152" cy="221187"/>
            </a:xfrm>
            <a:custGeom>
              <a:avLst/>
              <a:gdLst/>
              <a:ahLst/>
              <a:cxnLst/>
              <a:rect l="l" t="t" r="r" b="b"/>
              <a:pathLst>
                <a:path w="5818" h="2669" extrusionOk="0">
                  <a:moveTo>
                    <a:pt x="30" y="1"/>
                  </a:moveTo>
                  <a:cubicBezTo>
                    <a:pt x="10" y="1"/>
                    <a:pt x="0" y="11"/>
                    <a:pt x="0" y="21"/>
                  </a:cubicBezTo>
                  <a:cubicBezTo>
                    <a:pt x="0" y="31"/>
                    <a:pt x="10" y="51"/>
                    <a:pt x="40" y="81"/>
                  </a:cubicBezTo>
                  <a:cubicBezTo>
                    <a:pt x="381" y="552"/>
                    <a:pt x="3752" y="2428"/>
                    <a:pt x="5176" y="2629"/>
                  </a:cubicBezTo>
                  <a:cubicBezTo>
                    <a:pt x="5326" y="2659"/>
                    <a:pt x="5447" y="2669"/>
                    <a:pt x="5547" y="2669"/>
                  </a:cubicBezTo>
                  <a:cubicBezTo>
                    <a:pt x="5738" y="2669"/>
                    <a:pt x="5818" y="2619"/>
                    <a:pt x="5818" y="2558"/>
                  </a:cubicBezTo>
                  <a:cubicBezTo>
                    <a:pt x="5808" y="2368"/>
                    <a:pt x="5196" y="1987"/>
                    <a:pt x="5196" y="1987"/>
                  </a:cubicBezTo>
                  <a:cubicBezTo>
                    <a:pt x="3872" y="1475"/>
                    <a:pt x="3200" y="853"/>
                    <a:pt x="2809" y="853"/>
                  </a:cubicBezTo>
                  <a:cubicBezTo>
                    <a:pt x="2718" y="853"/>
                    <a:pt x="2648" y="883"/>
                    <a:pt x="2588" y="943"/>
                  </a:cubicBezTo>
                  <a:cubicBezTo>
                    <a:pt x="2558" y="974"/>
                    <a:pt x="2508" y="994"/>
                    <a:pt x="2438" y="994"/>
                  </a:cubicBezTo>
                  <a:cubicBezTo>
                    <a:pt x="2157" y="994"/>
                    <a:pt x="1605" y="743"/>
                    <a:pt x="1103" y="492"/>
                  </a:cubicBezTo>
                  <a:cubicBezTo>
                    <a:pt x="602" y="251"/>
                    <a:pt x="141" y="1"/>
                    <a:pt x="30" y="1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1" name="Google Shape;3531;p25"/>
            <p:cNvSpPr/>
            <p:nvPr/>
          </p:nvSpPr>
          <p:spPr>
            <a:xfrm>
              <a:off x="3134674" y="1334473"/>
              <a:ext cx="278037" cy="82044"/>
            </a:xfrm>
            <a:custGeom>
              <a:avLst/>
              <a:gdLst/>
              <a:ahLst/>
              <a:cxnLst/>
              <a:rect l="l" t="t" r="r" b="b"/>
              <a:pathLst>
                <a:path w="3355" h="990" extrusionOk="0">
                  <a:moveTo>
                    <a:pt x="576" y="0"/>
                  </a:moveTo>
                  <a:cubicBezTo>
                    <a:pt x="314" y="0"/>
                    <a:pt x="116" y="39"/>
                    <a:pt x="70" y="159"/>
                  </a:cubicBezTo>
                  <a:cubicBezTo>
                    <a:pt x="0" y="349"/>
                    <a:pt x="452" y="590"/>
                    <a:pt x="1013" y="841"/>
                  </a:cubicBezTo>
                  <a:cubicBezTo>
                    <a:pt x="1756" y="871"/>
                    <a:pt x="2117" y="891"/>
                    <a:pt x="2859" y="981"/>
                  </a:cubicBezTo>
                  <a:cubicBezTo>
                    <a:pt x="2903" y="986"/>
                    <a:pt x="2938" y="989"/>
                    <a:pt x="2966" y="989"/>
                  </a:cubicBezTo>
                  <a:cubicBezTo>
                    <a:pt x="3354" y="989"/>
                    <a:pt x="2264" y="488"/>
                    <a:pt x="1244" y="48"/>
                  </a:cubicBezTo>
                  <a:cubicBezTo>
                    <a:pt x="1011" y="22"/>
                    <a:pt x="775" y="0"/>
                    <a:pt x="576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2" name="Google Shape;3532;p25"/>
            <p:cNvSpPr/>
            <p:nvPr/>
          </p:nvSpPr>
          <p:spPr>
            <a:xfrm>
              <a:off x="3139647" y="1334308"/>
              <a:ext cx="247789" cy="82375"/>
            </a:xfrm>
            <a:custGeom>
              <a:avLst/>
              <a:gdLst/>
              <a:ahLst/>
              <a:cxnLst/>
              <a:rect l="l" t="t" r="r" b="b"/>
              <a:pathLst>
                <a:path w="2990" h="994" extrusionOk="0">
                  <a:moveTo>
                    <a:pt x="512" y="0"/>
                  </a:moveTo>
                  <a:cubicBezTo>
                    <a:pt x="261" y="0"/>
                    <a:pt x="71" y="40"/>
                    <a:pt x="21" y="151"/>
                  </a:cubicBezTo>
                  <a:cubicBezTo>
                    <a:pt x="21" y="151"/>
                    <a:pt x="10" y="161"/>
                    <a:pt x="10" y="161"/>
                  </a:cubicBezTo>
                  <a:cubicBezTo>
                    <a:pt x="10" y="171"/>
                    <a:pt x="10" y="191"/>
                    <a:pt x="10" y="201"/>
                  </a:cubicBezTo>
                  <a:cubicBezTo>
                    <a:pt x="0" y="381"/>
                    <a:pt x="432" y="612"/>
                    <a:pt x="953" y="843"/>
                  </a:cubicBezTo>
                  <a:cubicBezTo>
                    <a:pt x="1696" y="873"/>
                    <a:pt x="2057" y="893"/>
                    <a:pt x="2799" y="983"/>
                  </a:cubicBezTo>
                  <a:cubicBezTo>
                    <a:pt x="2839" y="993"/>
                    <a:pt x="2879" y="993"/>
                    <a:pt x="2909" y="993"/>
                  </a:cubicBezTo>
                  <a:cubicBezTo>
                    <a:pt x="2959" y="993"/>
                    <a:pt x="2990" y="983"/>
                    <a:pt x="2990" y="963"/>
                  </a:cubicBezTo>
                  <a:cubicBezTo>
                    <a:pt x="2990" y="853"/>
                    <a:pt x="2057" y="431"/>
                    <a:pt x="1184" y="50"/>
                  </a:cubicBezTo>
                  <a:lnTo>
                    <a:pt x="1124" y="50"/>
                  </a:lnTo>
                  <a:lnTo>
                    <a:pt x="1114" y="40"/>
                  </a:lnTo>
                  <a:lnTo>
                    <a:pt x="1104" y="40"/>
                  </a:lnTo>
                  <a:cubicBezTo>
                    <a:pt x="903" y="20"/>
                    <a:pt x="693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3" name="Google Shape;3533;p25"/>
            <p:cNvSpPr/>
            <p:nvPr/>
          </p:nvSpPr>
          <p:spPr>
            <a:xfrm>
              <a:off x="1974223" y="937850"/>
              <a:ext cx="813062" cy="275965"/>
            </a:xfrm>
            <a:custGeom>
              <a:avLst/>
              <a:gdLst/>
              <a:ahLst/>
              <a:cxnLst/>
              <a:rect l="l" t="t" r="r" b="b"/>
              <a:pathLst>
                <a:path w="9811" h="3330" extrusionOk="0">
                  <a:moveTo>
                    <a:pt x="3297" y="1"/>
                  </a:moveTo>
                  <a:cubicBezTo>
                    <a:pt x="3197" y="1"/>
                    <a:pt x="3110" y="16"/>
                    <a:pt x="3040" y="50"/>
                  </a:cubicBezTo>
                  <a:cubicBezTo>
                    <a:pt x="1977" y="772"/>
                    <a:pt x="1184" y="682"/>
                    <a:pt x="1" y="942"/>
                  </a:cubicBezTo>
                  <a:cubicBezTo>
                    <a:pt x="141" y="996"/>
                    <a:pt x="335" y="1009"/>
                    <a:pt x="547" y="1009"/>
                  </a:cubicBezTo>
                  <a:cubicBezTo>
                    <a:pt x="653" y="1009"/>
                    <a:pt x="763" y="1006"/>
                    <a:pt x="873" y="1003"/>
                  </a:cubicBezTo>
                  <a:cubicBezTo>
                    <a:pt x="986" y="1000"/>
                    <a:pt x="1099" y="997"/>
                    <a:pt x="1206" y="997"/>
                  </a:cubicBezTo>
                  <a:cubicBezTo>
                    <a:pt x="1517" y="997"/>
                    <a:pt x="1785" y="1024"/>
                    <a:pt x="1896" y="1173"/>
                  </a:cubicBezTo>
                  <a:cubicBezTo>
                    <a:pt x="1967" y="1273"/>
                    <a:pt x="2067" y="1374"/>
                    <a:pt x="2177" y="1454"/>
                  </a:cubicBezTo>
                  <a:cubicBezTo>
                    <a:pt x="2638" y="1275"/>
                    <a:pt x="2780" y="1095"/>
                    <a:pt x="3028" y="1095"/>
                  </a:cubicBezTo>
                  <a:cubicBezTo>
                    <a:pt x="3071" y="1095"/>
                    <a:pt x="3118" y="1101"/>
                    <a:pt x="3170" y="1113"/>
                  </a:cubicBezTo>
                  <a:cubicBezTo>
                    <a:pt x="3609" y="1201"/>
                    <a:pt x="4302" y="2041"/>
                    <a:pt x="4609" y="2041"/>
                  </a:cubicBezTo>
                  <a:cubicBezTo>
                    <a:pt x="4653" y="2041"/>
                    <a:pt x="4689" y="2024"/>
                    <a:pt x="4715" y="1986"/>
                  </a:cubicBezTo>
                  <a:cubicBezTo>
                    <a:pt x="4750" y="1933"/>
                    <a:pt x="4823" y="1912"/>
                    <a:pt x="4919" y="1912"/>
                  </a:cubicBezTo>
                  <a:cubicBezTo>
                    <a:pt x="5098" y="1912"/>
                    <a:pt x="5356" y="1984"/>
                    <a:pt x="5598" y="2056"/>
                  </a:cubicBezTo>
                  <a:cubicBezTo>
                    <a:pt x="5840" y="2132"/>
                    <a:pt x="6069" y="2208"/>
                    <a:pt x="6193" y="2208"/>
                  </a:cubicBezTo>
                  <a:cubicBezTo>
                    <a:pt x="6249" y="2208"/>
                    <a:pt x="6284" y="2193"/>
                    <a:pt x="6290" y="2156"/>
                  </a:cubicBezTo>
                  <a:cubicBezTo>
                    <a:pt x="6293" y="2137"/>
                    <a:pt x="6308" y="2128"/>
                    <a:pt x="6333" y="2128"/>
                  </a:cubicBezTo>
                  <a:cubicBezTo>
                    <a:pt x="6482" y="2128"/>
                    <a:pt x="6984" y="2428"/>
                    <a:pt x="7463" y="2728"/>
                  </a:cubicBezTo>
                  <a:cubicBezTo>
                    <a:pt x="7946" y="3028"/>
                    <a:pt x="8404" y="3329"/>
                    <a:pt x="8462" y="3329"/>
                  </a:cubicBezTo>
                  <a:cubicBezTo>
                    <a:pt x="8467" y="3329"/>
                    <a:pt x="8469" y="3326"/>
                    <a:pt x="8466" y="3320"/>
                  </a:cubicBezTo>
                  <a:cubicBezTo>
                    <a:pt x="8426" y="3225"/>
                    <a:pt x="8307" y="3043"/>
                    <a:pt x="8596" y="3043"/>
                  </a:cubicBezTo>
                  <a:cubicBezTo>
                    <a:pt x="8735" y="3043"/>
                    <a:pt x="8968" y="3085"/>
                    <a:pt x="9349" y="3199"/>
                  </a:cubicBezTo>
                  <a:cubicBezTo>
                    <a:pt x="9560" y="3259"/>
                    <a:pt x="9710" y="3300"/>
                    <a:pt x="9810" y="3300"/>
                  </a:cubicBezTo>
                  <a:cubicBezTo>
                    <a:pt x="9600" y="3229"/>
                    <a:pt x="9419" y="3119"/>
                    <a:pt x="9289" y="2959"/>
                  </a:cubicBezTo>
                  <a:cubicBezTo>
                    <a:pt x="9058" y="2678"/>
                    <a:pt x="7263" y="1594"/>
                    <a:pt x="6892" y="1414"/>
                  </a:cubicBezTo>
                  <a:cubicBezTo>
                    <a:pt x="6661" y="1293"/>
                    <a:pt x="6380" y="1223"/>
                    <a:pt x="6139" y="1113"/>
                  </a:cubicBezTo>
                  <a:cubicBezTo>
                    <a:pt x="5266" y="694"/>
                    <a:pt x="3974" y="1"/>
                    <a:pt x="3297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4" name="Google Shape;3534;p25"/>
            <p:cNvSpPr/>
            <p:nvPr/>
          </p:nvSpPr>
          <p:spPr>
            <a:xfrm>
              <a:off x="1974223" y="937767"/>
              <a:ext cx="813062" cy="276048"/>
            </a:xfrm>
            <a:custGeom>
              <a:avLst/>
              <a:gdLst/>
              <a:ahLst/>
              <a:cxnLst/>
              <a:rect l="l" t="t" r="r" b="b"/>
              <a:pathLst>
                <a:path w="9811" h="3331" extrusionOk="0">
                  <a:moveTo>
                    <a:pt x="3291" y="1"/>
                  </a:moveTo>
                  <a:cubicBezTo>
                    <a:pt x="3190" y="1"/>
                    <a:pt x="3110" y="21"/>
                    <a:pt x="3040" y="51"/>
                  </a:cubicBezTo>
                  <a:cubicBezTo>
                    <a:pt x="1977" y="773"/>
                    <a:pt x="1184" y="683"/>
                    <a:pt x="1" y="943"/>
                  </a:cubicBezTo>
                  <a:cubicBezTo>
                    <a:pt x="11" y="943"/>
                    <a:pt x="21" y="943"/>
                    <a:pt x="21" y="953"/>
                  </a:cubicBezTo>
                  <a:cubicBezTo>
                    <a:pt x="151" y="994"/>
                    <a:pt x="322" y="1004"/>
                    <a:pt x="512" y="1014"/>
                  </a:cubicBezTo>
                  <a:lnTo>
                    <a:pt x="542" y="1014"/>
                  </a:lnTo>
                  <a:cubicBezTo>
                    <a:pt x="653" y="1014"/>
                    <a:pt x="763" y="1004"/>
                    <a:pt x="873" y="1004"/>
                  </a:cubicBezTo>
                  <a:cubicBezTo>
                    <a:pt x="984" y="1004"/>
                    <a:pt x="1094" y="994"/>
                    <a:pt x="1204" y="994"/>
                  </a:cubicBezTo>
                  <a:lnTo>
                    <a:pt x="1295" y="994"/>
                  </a:lnTo>
                  <a:cubicBezTo>
                    <a:pt x="1565" y="1004"/>
                    <a:pt x="1786" y="1044"/>
                    <a:pt x="1886" y="1164"/>
                  </a:cubicBezTo>
                  <a:cubicBezTo>
                    <a:pt x="1886" y="1164"/>
                    <a:pt x="1886" y="1174"/>
                    <a:pt x="1896" y="1174"/>
                  </a:cubicBezTo>
                  <a:cubicBezTo>
                    <a:pt x="1967" y="1274"/>
                    <a:pt x="2067" y="1375"/>
                    <a:pt x="2177" y="1455"/>
                  </a:cubicBezTo>
                  <a:lnTo>
                    <a:pt x="2187" y="1455"/>
                  </a:lnTo>
                  <a:cubicBezTo>
                    <a:pt x="2197" y="1445"/>
                    <a:pt x="2207" y="1445"/>
                    <a:pt x="2217" y="1445"/>
                  </a:cubicBezTo>
                  <a:cubicBezTo>
                    <a:pt x="2217" y="1435"/>
                    <a:pt x="2227" y="1435"/>
                    <a:pt x="2227" y="1435"/>
                  </a:cubicBezTo>
                  <a:lnTo>
                    <a:pt x="2237" y="1435"/>
                  </a:lnTo>
                  <a:cubicBezTo>
                    <a:pt x="2237" y="1435"/>
                    <a:pt x="2237" y="1425"/>
                    <a:pt x="2247" y="1425"/>
                  </a:cubicBezTo>
                  <a:cubicBezTo>
                    <a:pt x="2268" y="1415"/>
                    <a:pt x="2288" y="1405"/>
                    <a:pt x="2308" y="1405"/>
                  </a:cubicBezTo>
                  <a:cubicBezTo>
                    <a:pt x="2308" y="1395"/>
                    <a:pt x="2318" y="1395"/>
                    <a:pt x="2318" y="1395"/>
                  </a:cubicBezTo>
                  <a:lnTo>
                    <a:pt x="2328" y="1395"/>
                  </a:lnTo>
                  <a:cubicBezTo>
                    <a:pt x="2669" y="1234"/>
                    <a:pt x="2809" y="1094"/>
                    <a:pt x="3030" y="1094"/>
                  </a:cubicBezTo>
                  <a:lnTo>
                    <a:pt x="3040" y="1094"/>
                  </a:lnTo>
                  <a:cubicBezTo>
                    <a:pt x="3070" y="1094"/>
                    <a:pt x="3110" y="1094"/>
                    <a:pt x="3160" y="1104"/>
                  </a:cubicBezTo>
                  <a:lnTo>
                    <a:pt x="3170" y="1104"/>
                  </a:lnTo>
                  <a:lnTo>
                    <a:pt x="3170" y="1114"/>
                  </a:lnTo>
                  <a:lnTo>
                    <a:pt x="3200" y="1114"/>
                  </a:lnTo>
                  <a:cubicBezTo>
                    <a:pt x="3632" y="1224"/>
                    <a:pt x="4314" y="2047"/>
                    <a:pt x="4615" y="2047"/>
                  </a:cubicBezTo>
                  <a:cubicBezTo>
                    <a:pt x="4655" y="2047"/>
                    <a:pt x="4685" y="2027"/>
                    <a:pt x="4715" y="1997"/>
                  </a:cubicBezTo>
                  <a:cubicBezTo>
                    <a:pt x="4715" y="1997"/>
                    <a:pt x="4715" y="1997"/>
                    <a:pt x="4715" y="1987"/>
                  </a:cubicBezTo>
                  <a:cubicBezTo>
                    <a:pt x="4755" y="1936"/>
                    <a:pt x="4825" y="1916"/>
                    <a:pt x="4926" y="1916"/>
                  </a:cubicBezTo>
                  <a:lnTo>
                    <a:pt x="4976" y="1916"/>
                  </a:lnTo>
                  <a:cubicBezTo>
                    <a:pt x="5006" y="1916"/>
                    <a:pt x="5026" y="1916"/>
                    <a:pt x="5056" y="1926"/>
                  </a:cubicBezTo>
                  <a:cubicBezTo>
                    <a:pt x="5186" y="1946"/>
                    <a:pt x="5337" y="1987"/>
                    <a:pt x="5497" y="2027"/>
                  </a:cubicBezTo>
                  <a:cubicBezTo>
                    <a:pt x="5497" y="2027"/>
                    <a:pt x="5497" y="2027"/>
                    <a:pt x="5507" y="2037"/>
                  </a:cubicBezTo>
                  <a:lnTo>
                    <a:pt x="5537" y="2037"/>
                  </a:lnTo>
                  <a:cubicBezTo>
                    <a:pt x="5537" y="2047"/>
                    <a:pt x="5548" y="2047"/>
                    <a:pt x="5548" y="2047"/>
                  </a:cubicBezTo>
                  <a:lnTo>
                    <a:pt x="5568" y="2047"/>
                  </a:lnTo>
                  <a:lnTo>
                    <a:pt x="5598" y="2057"/>
                  </a:lnTo>
                  <a:cubicBezTo>
                    <a:pt x="5628" y="2067"/>
                    <a:pt x="5648" y="2077"/>
                    <a:pt x="5678" y="2087"/>
                  </a:cubicBezTo>
                  <a:cubicBezTo>
                    <a:pt x="5828" y="2127"/>
                    <a:pt x="5959" y="2167"/>
                    <a:pt x="6069" y="2197"/>
                  </a:cubicBezTo>
                  <a:lnTo>
                    <a:pt x="6109" y="2197"/>
                  </a:lnTo>
                  <a:cubicBezTo>
                    <a:pt x="6119" y="2197"/>
                    <a:pt x="6139" y="2207"/>
                    <a:pt x="6149" y="2207"/>
                  </a:cubicBezTo>
                  <a:lnTo>
                    <a:pt x="6199" y="2207"/>
                  </a:lnTo>
                  <a:cubicBezTo>
                    <a:pt x="6250" y="2207"/>
                    <a:pt x="6290" y="2187"/>
                    <a:pt x="6290" y="2157"/>
                  </a:cubicBezTo>
                  <a:cubicBezTo>
                    <a:pt x="6290" y="2157"/>
                    <a:pt x="6290" y="2157"/>
                    <a:pt x="6290" y="2147"/>
                  </a:cubicBezTo>
                  <a:cubicBezTo>
                    <a:pt x="6300" y="2137"/>
                    <a:pt x="6310" y="2127"/>
                    <a:pt x="6330" y="2127"/>
                  </a:cubicBezTo>
                  <a:lnTo>
                    <a:pt x="6340" y="2127"/>
                  </a:lnTo>
                  <a:cubicBezTo>
                    <a:pt x="6470" y="2127"/>
                    <a:pt x="6892" y="2378"/>
                    <a:pt x="7323" y="2639"/>
                  </a:cubicBezTo>
                  <a:cubicBezTo>
                    <a:pt x="7363" y="2669"/>
                    <a:pt x="7393" y="2689"/>
                    <a:pt x="7433" y="2709"/>
                  </a:cubicBezTo>
                  <a:cubicBezTo>
                    <a:pt x="7433" y="2709"/>
                    <a:pt x="7433" y="2709"/>
                    <a:pt x="7443" y="2719"/>
                  </a:cubicBezTo>
                  <a:cubicBezTo>
                    <a:pt x="7443" y="2719"/>
                    <a:pt x="7453" y="2719"/>
                    <a:pt x="7463" y="2729"/>
                  </a:cubicBezTo>
                  <a:cubicBezTo>
                    <a:pt x="7473" y="2729"/>
                    <a:pt x="7473" y="2739"/>
                    <a:pt x="7473" y="2739"/>
                  </a:cubicBezTo>
                  <a:cubicBezTo>
                    <a:pt x="7483" y="2739"/>
                    <a:pt x="7483" y="2739"/>
                    <a:pt x="7483" y="2749"/>
                  </a:cubicBezTo>
                  <a:cubicBezTo>
                    <a:pt x="7493" y="2749"/>
                    <a:pt x="7503" y="2749"/>
                    <a:pt x="7503" y="2759"/>
                  </a:cubicBezTo>
                  <a:cubicBezTo>
                    <a:pt x="7524" y="2769"/>
                    <a:pt x="7544" y="2779"/>
                    <a:pt x="7554" y="2789"/>
                  </a:cubicBezTo>
                  <a:cubicBezTo>
                    <a:pt x="8005" y="3070"/>
                    <a:pt x="8406" y="3331"/>
                    <a:pt x="8466" y="3331"/>
                  </a:cubicBezTo>
                  <a:cubicBezTo>
                    <a:pt x="8466" y="3331"/>
                    <a:pt x="8466" y="3331"/>
                    <a:pt x="8466" y="3321"/>
                  </a:cubicBezTo>
                  <a:cubicBezTo>
                    <a:pt x="8446" y="3281"/>
                    <a:pt x="8406" y="3210"/>
                    <a:pt x="8406" y="3150"/>
                  </a:cubicBezTo>
                  <a:cubicBezTo>
                    <a:pt x="8406" y="3090"/>
                    <a:pt x="8446" y="3050"/>
                    <a:pt x="8597" y="3050"/>
                  </a:cubicBezTo>
                  <a:lnTo>
                    <a:pt x="8617" y="3050"/>
                  </a:lnTo>
                  <a:cubicBezTo>
                    <a:pt x="8757" y="3050"/>
                    <a:pt x="8988" y="3090"/>
                    <a:pt x="9349" y="3200"/>
                  </a:cubicBezTo>
                  <a:cubicBezTo>
                    <a:pt x="9560" y="3260"/>
                    <a:pt x="9710" y="3301"/>
                    <a:pt x="9810" y="3301"/>
                  </a:cubicBezTo>
                  <a:cubicBezTo>
                    <a:pt x="9600" y="3230"/>
                    <a:pt x="9419" y="3120"/>
                    <a:pt x="9289" y="2960"/>
                  </a:cubicBezTo>
                  <a:cubicBezTo>
                    <a:pt x="9058" y="2679"/>
                    <a:pt x="7263" y="1595"/>
                    <a:pt x="6892" y="1415"/>
                  </a:cubicBezTo>
                  <a:cubicBezTo>
                    <a:pt x="6661" y="1294"/>
                    <a:pt x="6380" y="1224"/>
                    <a:pt x="6139" y="1114"/>
                  </a:cubicBezTo>
                  <a:cubicBezTo>
                    <a:pt x="5267" y="693"/>
                    <a:pt x="3973" y="1"/>
                    <a:pt x="32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5" name="Google Shape;3535;p25"/>
            <p:cNvSpPr/>
            <p:nvPr/>
          </p:nvSpPr>
          <p:spPr>
            <a:xfrm>
              <a:off x="213616" y="734980"/>
              <a:ext cx="711709" cy="215800"/>
            </a:xfrm>
            <a:custGeom>
              <a:avLst/>
              <a:gdLst/>
              <a:ahLst/>
              <a:cxnLst/>
              <a:rect l="l" t="t" r="r" b="b"/>
              <a:pathLst>
                <a:path w="8588" h="2604" extrusionOk="0">
                  <a:moveTo>
                    <a:pt x="8587" y="0"/>
                  </a:moveTo>
                  <a:cubicBezTo>
                    <a:pt x="8336" y="20"/>
                    <a:pt x="8086" y="90"/>
                    <a:pt x="7775" y="211"/>
                  </a:cubicBezTo>
                  <a:cubicBezTo>
                    <a:pt x="6721" y="662"/>
                    <a:pt x="5528" y="883"/>
                    <a:pt x="4374" y="1174"/>
                  </a:cubicBezTo>
                  <a:cubicBezTo>
                    <a:pt x="2860" y="1545"/>
                    <a:pt x="1395" y="2026"/>
                    <a:pt x="1" y="2598"/>
                  </a:cubicBezTo>
                  <a:cubicBezTo>
                    <a:pt x="28" y="2602"/>
                    <a:pt x="59" y="2603"/>
                    <a:pt x="93" y="2603"/>
                  </a:cubicBezTo>
                  <a:cubicBezTo>
                    <a:pt x="545" y="2603"/>
                    <a:pt x="1560" y="2305"/>
                    <a:pt x="2549" y="2006"/>
                  </a:cubicBezTo>
                  <a:cubicBezTo>
                    <a:pt x="3530" y="1710"/>
                    <a:pt x="4488" y="1414"/>
                    <a:pt x="4824" y="1414"/>
                  </a:cubicBezTo>
                  <a:cubicBezTo>
                    <a:pt x="4921" y="1414"/>
                    <a:pt x="4966" y="1439"/>
                    <a:pt x="4946" y="1495"/>
                  </a:cubicBezTo>
                  <a:cubicBezTo>
                    <a:pt x="4881" y="1705"/>
                    <a:pt x="5113" y="1747"/>
                    <a:pt x="5489" y="1747"/>
                  </a:cubicBezTo>
                  <a:cubicBezTo>
                    <a:pt x="5634" y="1747"/>
                    <a:pt x="5800" y="1741"/>
                    <a:pt x="5979" y="1735"/>
                  </a:cubicBezTo>
                  <a:cubicBezTo>
                    <a:pt x="7062" y="1254"/>
                    <a:pt x="7835" y="602"/>
                    <a:pt x="8587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6" name="Google Shape;3536;p25"/>
            <p:cNvSpPr/>
            <p:nvPr/>
          </p:nvSpPr>
          <p:spPr>
            <a:xfrm>
              <a:off x="213616" y="734980"/>
              <a:ext cx="711709" cy="216214"/>
            </a:xfrm>
            <a:custGeom>
              <a:avLst/>
              <a:gdLst/>
              <a:ahLst/>
              <a:cxnLst/>
              <a:rect l="l" t="t" r="r" b="b"/>
              <a:pathLst>
                <a:path w="8588" h="2609" extrusionOk="0">
                  <a:moveTo>
                    <a:pt x="8587" y="0"/>
                  </a:moveTo>
                  <a:cubicBezTo>
                    <a:pt x="8336" y="20"/>
                    <a:pt x="8086" y="90"/>
                    <a:pt x="7775" y="211"/>
                  </a:cubicBezTo>
                  <a:cubicBezTo>
                    <a:pt x="6721" y="662"/>
                    <a:pt x="5528" y="883"/>
                    <a:pt x="4374" y="1174"/>
                  </a:cubicBezTo>
                  <a:cubicBezTo>
                    <a:pt x="2860" y="1545"/>
                    <a:pt x="1395" y="2026"/>
                    <a:pt x="1" y="2598"/>
                  </a:cubicBezTo>
                  <a:lnTo>
                    <a:pt x="11" y="2598"/>
                  </a:lnTo>
                  <a:cubicBezTo>
                    <a:pt x="31" y="2598"/>
                    <a:pt x="51" y="2608"/>
                    <a:pt x="81" y="2608"/>
                  </a:cubicBezTo>
                  <a:lnTo>
                    <a:pt x="101" y="2608"/>
                  </a:lnTo>
                  <a:cubicBezTo>
                    <a:pt x="543" y="2608"/>
                    <a:pt x="1556" y="2307"/>
                    <a:pt x="2549" y="2006"/>
                  </a:cubicBezTo>
                  <a:cubicBezTo>
                    <a:pt x="3532" y="1715"/>
                    <a:pt x="4485" y="1414"/>
                    <a:pt x="4826" y="1414"/>
                  </a:cubicBezTo>
                  <a:lnTo>
                    <a:pt x="4836" y="1414"/>
                  </a:lnTo>
                  <a:cubicBezTo>
                    <a:pt x="4916" y="1414"/>
                    <a:pt x="4956" y="1434"/>
                    <a:pt x="4956" y="1475"/>
                  </a:cubicBezTo>
                  <a:cubicBezTo>
                    <a:pt x="4956" y="1485"/>
                    <a:pt x="4956" y="1485"/>
                    <a:pt x="4946" y="1495"/>
                  </a:cubicBezTo>
                  <a:cubicBezTo>
                    <a:pt x="4936" y="1525"/>
                    <a:pt x="4936" y="1545"/>
                    <a:pt x="4936" y="1565"/>
                  </a:cubicBezTo>
                  <a:cubicBezTo>
                    <a:pt x="4936" y="1715"/>
                    <a:pt x="5167" y="1745"/>
                    <a:pt x="5508" y="1745"/>
                  </a:cubicBezTo>
                  <a:lnTo>
                    <a:pt x="5889" y="1745"/>
                  </a:lnTo>
                  <a:cubicBezTo>
                    <a:pt x="5919" y="1735"/>
                    <a:pt x="5939" y="1735"/>
                    <a:pt x="5959" y="1735"/>
                  </a:cubicBezTo>
                  <a:lnTo>
                    <a:pt x="5979" y="1735"/>
                  </a:lnTo>
                  <a:cubicBezTo>
                    <a:pt x="7062" y="1254"/>
                    <a:pt x="7835" y="602"/>
                    <a:pt x="85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7" name="Google Shape;3537;p25"/>
            <p:cNvSpPr/>
            <p:nvPr/>
          </p:nvSpPr>
          <p:spPr>
            <a:xfrm>
              <a:off x="1123049" y="826387"/>
              <a:ext cx="193756" cy="114778"/>
            </a:xfrm>
            <a:custGeom>
              <a:avLst/>
              <a:gdLst/>
              <a:ahLst/>
              <a:cxnLst/>
              <a:rect l="l" t="t" r="r" b="b"/>
              <a:pathLst>
                <a:path w="2338" h="1385" extrusionOk="0">
                  <a:moveTo>
                    <a:pt x="833" y="0"/>
                  </a:moveTo>
                  <a:cubicBezTo>
                    <a:pt x="632" y="321"/>
                    <a:pt x="291" y="502"/>
                    <a:pt x="0" y="693"/>
                  </a:cubicBezTo>
                  <a:cubicBezTo>
                    <a:pt x="151" y="693"/>
                    <a:pt x="291" y="713"/>
                    <a:pt x="382" y="773"/>
                  </a:cubicBezTo>
                  <a:cubicBezTo>
                    <a:pt x="532" y="883"/>
                    <a:pt x="542" y="1124"/>
                    <a:pt x="552" y="1385"/>
                  </a:cubicBezTo>
                  <a:cubicBezTo>
                    <a:pt x="1224" y="943"/>
                    <a:pt x="2037" y="392"/>
                    <a:pt x="2337" y="311"/>
                  </a:cubicBezTo>
                  <a:cubicBezTo>
                    <a:pt x="1846" y="201"/>
                    <a:pt x="1244" y="261"/>
                    <a:pt x="833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8" name="Google Shape;3538;p25"/>
            <p:cNvSpPr/>
            <p:nvPr/>
          </p:nvSpPr>
          <p:spPr>
            <a:xfrm>
              <a:off x="1123049" y="826387"/>
              <a:ext cx="193756" cy="114778"/>
            </a:xfrm>
            <a:custGeom>
              <a:avLst/>
              <a:gdLst/>
              <a:ahLst/>
              <a:cxnLst/>
              <a:rect l="l" t="t" r="r" b="b"/>
              <a:pathLst>
                <a:path w="2338" h="1385" extrusionOk="0">
                  <a:moveTo>
                    <a:pt x="833" y="0"/>
                  </a:moveTo>
                  <a:cubicBezTo>
                    <a:pt x="632" y="321"/>
                    <a:pt x="291" y="502"/>
                    <a:pt x="0" y="693"/>
                  </a:cubicBezTo>
                  <a:lnTo>
                    <a:pt x="30" y="693"/>
                  </a:lnTo>
                  <a:cubicBezTo>
                    <a:pt x="171" y="693"/>
                    <a:pt x="291" y="713"/>
                    <a:pt x="382" y="773"/>
                  </a:cubicBezTo>
                  <a:cubicBezTo>
                    <a:pt x="532" y="883"/>
                    <a:pt x="542" y="1124"/>
                    <a:pt x="552" y="1385"/>
                  </a:cubicBezTo>
                  <a:cubicBezTo>
                    <a:pt x="1224" y="943"/>
                    <a:pt x="2037" y="392"/>
                    <a:pt x="2337" y="311"/>
                  </a:cubicBezTo>
                  <a:cubicBezTo>
                    <a:pt x="1846" y="201"/>
                    <a:pt x="1244" y="261"/>
                    <a:pt x="833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9" name="Google Shape;3539;p25"/>
            <p:cNvSpPr/>
            <p:nvPr/>
          </p:nvSpPr>
          <p:spPr>
            <a:xfrm>
              <a:off x="321681" y="1721649"/>
              <a:ext cx="10110" cy="4226"/>
            </a:xfrm>
            <a:custGeom>
              <a:avLst/>
              <a:gdLst/>
              <a:ahLst/>
              <a:cxnLst/>
              <a:rect l="l" t="t" r="r" b="b"/>
              <a:pathLst>
                <a:path w="122" h="51" extrusionOk="0">
                  <a:moveTo>
                    <a:pt x="1" y="0"/>
                  </a:moveTo>
                  <a:cubicBezTo>
                    <a:pt x="31" y="10"/>
                    <a:pt x="51" y="30"/>
                    <a:pt x="81" y="50"/>
                  </a:cubicBezTo>
                  <a:lnTo>
                    <a:pt x="121" y="40"/>
                  </a:lnTo>
                  <a:cubicBezTo>
                    <a:pt x="81" y="30"/>
                    <a:pt x="41" y="10"/>
                    <a:pt x="1" y="0"/>
                  </a:cubicBezTo>
                  <a:close/>
                </a:path>
              </a:pathLst>
            </a:custGeom>
            <a:solidFill>
              <a:srgbClr val="C4EA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0" name="Google Shape;3540;p25"/>
            <p:cNvSpPr/>
            <p:nvPr/>
          </p:nvSpPr>
          <p:spPr>
            <a:xfrm>
              <a:off x="479634" y="1788112"/>
              <a:ext cx="279363" cy="100690"/>
            </a:xfrm>
            <a:custGeom>
              <a:avLst/>
              <a:gdLst/>
              <a:ahLst/>
              <a:cxnLst/>
              <a:rect l="l" t="t" r="r" b="b"/>
              <a:pathLst>
                <a:path w="3371" h="1215" extrusionOk="0">
                  <a:moveTo>
                    <a:pt x="221" y="1"/>
                  </a:moveTo>
                  <a:cubicBezTo>
                    <a:pt x="151" y="61"/>
                    <a:pt x="81" y="111"/>
                    <a:pt x="1" y="161"/>
                  </a:cubicBezTo>
                  <a:cubicBezTo>
                    <a:pt x="1064" y="593"/>
                    <a:pt x="2207" y="924"/>
                    <a:pt x="3371" y="1214"/>
                  </a:cubicBezTo>
                  <a:cubicBezTo>
                    <a:pt x="2348" y="813"/>
                    <a:pt x="1295" y="412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1" name="Google Shape;3541;p25"/>
            <p:cNvSpPr/>
            <p:nvPr/>
          </p:nvSpPr>
          <p:spPr>
            <a:xfrm>
              <a:off x="2028256" y="1258646"/>
              <a:ext cx="184640" cy="10856"/>
            </a:xfrm>
            <a:custGeom>
              <a:avLst/>
              <a:gdLst/>
              <a:ahLst/>
              <a:cxnLst/>
              <a:rect l="l" t="t" r="r" b="b"/>
              <a:pathLst>
                <a:path w="2228" h="131" extrusionOk="0">
                  <a:moveTo>
                    <a:pt x="2177" y="131"/>
                  </a:moveTo>
                  <a:lnTo>
                    <a:pt x="2177" y="131"/>
                  </a:lnTo>
                  <a:cubicBezTo>
                    <a:pt x="2197" y="131"/>
                    <a:pt x="2217" y="131"/>
                    <a:pt x="2227" y="131"/>
                  </a:cubicBezTo>
                  <a:cubicBezTo>
                    <a:pt x="2217" y="131"/>
                    <a:pt x="2197" y="131"/>
                    <a:pt x="2177" y="131"/>
                  </a:cubicBezTo>
                  <a:close/>
                  <a:moveTo>
                    <a:pt x="2227" y="131"/>
                  </a:moveTo>
                  <a:lnTo>
                    <a:pt x="2227" y="131"/>
                  </a:lnTo>
                  <a:lnTo>
                    <a:pt x="2227" y="131"/>
                  </a:lnTo>
                  <a:close/>
                  <a:moveTo>
                    <a:pt x="1285" y="20"/>
                  </a:moveTo>
                  <a:cubicBezTo>
                    <a:pt x="1285" y="20"/>
                    <a:pt x="1285" y="20"/>
                    <a:pt x="1274" y="20"/>
                  </a:cubicBezTo>
                  <a:lnTo>
                    <a:pt x="1274" y="20"/>
                  </a:lnTo>
                  <a:lnTo>
                    <a:pt x="1274" y="20"/>
                  </a:lnTo>
                  <a:cubicBezTo>
                    <a:pt x="1285" y="20"/>
                    <a:pt x="1285" y="20"/>
                    <a:pt x="1285" y="20"/>
                  </a:cubicBezTo>
                  <a:close/>
                  <a:moveTo>
                    <a:pt x="1244" y="20"/>
                  </a:moveTo>
                  <a:cubicBezTo>
                    <a:pt x="1244" y="10"/>
                    <a:pt x="1244" y="10"/>
                    <a:pt x="1234" y="10"/>
                  </a:cubicBezTo>
                  <a:cubicBezTo>
                    <a:pt x="1244" y="10"/>
                    <a:pt x="1244" y="10"/>
                    <a:pt x="1244" y="20"/>
                  </a:cubicBezTo>
                  <a:close/>
                  <a:moveTo>
                    <a:pt x="1164" y="0"/>
                  </a:moveTo>
                  <a:cubicBezTo>
                    <a:pt x="1164" y="0"/>
                    <a:pt x="1164" y="0"/>
                    <a:pt x="1164" y="0"/>
                  </a:cubicBezTo>
                  <a:cubicBezTo>
                    <a:pt x="1164" y="0"/>
                    <a:pt x="1164" y="0"/>
                    <a:pt x="1164" y="0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2" name="Google Shape;3542;p25"/>
            <p:cNvSpPr/>
            <p:nvPr/>
          </p:nvSpPr>
          <p:spPr>
            <a:xfrm>
              <a:off x="2070686" y="1252845"/>
              <a:ext cx="127209" cy="5884"/>
            </a:xfrm>
            <a:custGeom>
              <a:avLst/>
              <a:gdLst/>
              <a:ahLst/>
              <a:cxnLst/>
              <a:rect l="l" t="t" r="r" b="b"/>
              <a:pathLst>
                <a:path w="1535" h="71" extrusionOk="0">
                  <a:moveTo>
                    <a:pt x="592" y="70"/>
                  </a:moveTo>
                  <a:cubicBezTo>
                    <a:pt x="592" y="60"/>
                    <a:pt x="582" y="60"/>
                    <a:pt x="572" y="60"/>
                  </a:cubicBezTo>
                  <a:cubicBezTo>
                    <a:pt x="582" y="60"/>
                    <a:pt x="592" y="60"/>
                    <a:pt x="592" y="70"/>
                  </a:cubicBezTo>
                  <a:close/>
                  <a:moveTo>
                    <a:pt x="542" y="60"/>
                  </a:moveTo>
                  <a:cubicBezTo>
                    <a:pt x="522" y="60"/>
                    <a:pt x="492" y="50"/>
                    <a:pt x="472" y="50"/>
                  </a:cubicBezTo>
                  <a:cubicBezTo>
                    <a:pt x="492" y="50"/>
                    <a:pt x="522" y="60"/>
                    <a:pt x="542" y="60"/>
                  </a:cubicBezTo>
                  <a:close/>
                  <a:moveTo>
                    <a:pt x="472" y="50"/>
                  </a:moveTo>
                  <a:cubicBezTo>
                    <a:pt x="361" y="30"/>
                    <a:pt x="251" y="20"/>
                    <a:pt x="151" y="10"/>
                  </a:cubicBezTo>
                  <a:cubicBezTo>
                    <a:pt x="251" y="20"/>
                    <a:pt x="361" y="30"/>
                    <a:pt x="472" y="50"/>
                  </a:cubicBezTo>
                  <a:close/>
                  <a:moveTo>
                    <a:pt x="131" y="10"/>
                  </a:moveTo>
                  <a:cubicBezTo>
                    <a:pt x="90" y="0"/>
                    <a:pt x="50" y="0"/>
                    <a:pt x="0" y="0"/>
                  </a:cubicBezTo>
                  <a:cubicBezTo>
                    <a:pt x="50" y="0"/>
                    <a:pt x="90" y="0"/>
                    <a:pt x="131" y="10"/>
                  </a:cubicBezTo>
                  <a:close/>
                  <a:moveTo>
                    <a:pt x="1535" y="10"/>
                  </a:moveTo>
                  <a:cubicBezTo>
                    <a:pt x="1535" y="10"/>
                    <a:pt x="1535" y="0"/>
                    <a:pt x="1535" y="0"/>
                  </a:cubicBezTo>
                  <a:cubicBezTo>
                    <a:pt x="1535" y="0"/>
                    <a:pt x="1535" y="10"/>
                    <a:pt x="1535" y="10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3" name="Google Shape;3543;p25"/>
            <p:cNvSpPr/>
            <p:nvPr/>
          </p:nvSpPr>
          <p:spPr>
            <a:xfrm>
              <a:off x="2054857" y="1251187"/>
              <a:ext cx="140552" cy="912"/>
            </a:xfrm>
            <a:custGeom>
              <a:avLst/>
              <a:gdLst/>
              <a:ahLst/>
              <a:cxnLst/>
              <a:rect l="l" t="t" r="r" b="b"/>
              <a:pathLst>
                <a:path w="1696" h="11" extrusionOk="0">
                  <a:moveTo>
                    <a:pt x="161" y="10"/>
                  </a:moveTo>
                  <a:cubicBezTo>
                    <a:pt x="101" y="10"/>
                    <a:pt x="51" y="10"/>
                    <a:pt x="1" y="0"/>
                  </a:cubicBezTo>
                  <a:cubicBezTo>
                    <a:pt x="51" y="10"/>
                    <a:pt x="101" y="10"/>
                    <a:pt x="161" y="10"/>
                  </a:cubicBezTo>
                  <a:close/>
                  <a:moveTo>
                    <a:pt x="1696" y="10"/>
                  </a:moveTo>
                  <a:cubicBezTo>
                    <a:pt x="1686" y="10"/>
                    <a:pt x="1686" y="0"/>
                    <a:pt x="1676" y="0"/>
                  </a:cubicBezTo>
                  <a:cubicBezTo>
                    <a:pt x="1686" y="0"/>
                    <a:pt x="1686" y="10"/>
                    <a:pt x="1696" y="10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4" name="Google Shape;3544;p25"/>
            <p:cNvSpPr/>
            <p:nvPr/>
          </p:nvSpPr>
          <p:spPr>
            <a:xfrm>
              <a:off x="1943478" y="1133924"/>
              <a:ext cx="315993" cy="117347"/>
            </a:xfrm>
            <a:custGeom>
              <a:avLst/>
              <a:gdLst/>
              <a:ahLst/>
              <a:cxnLst/>
              <a:rect l="l" t="t" r="r" b="b"/>
              <a:pathLst>
                <a:path w="3813" h="1416" extrusionOk="0">
                  <a:moveTo>
                    <a:pt x="1284" y="1415"/>
                  </a:moveTo>
                  <a:lnTo>
                    <a:pt x="1284" y="1415"/>
                  </a:lnTo>
                  <a:lnTo>
                    <a:pt x="1284" y="1415"/>
                  </a:lnTo>
                  <a:lnTo>
                    <a:pt x="1284" y="1415"/>
                  </a:lnTo>
                  <a:close/>
                  <a:moveTo>
                    <a:pt x="3752" y="994"/>
                  </a:moveTo>
                  <a:lnTo>
                    <a:pt x="3752" y="994"/>
                  </a:lnTo>
                  <a:lnTo>
                    <a:pt x="3752" y="994"/>
                  </a:lnTo>
                  <a:lnTo>
                    <a:pt x="3752" y="994"/>
                  </a:lnTo>
                  <a:close/>
                  <a:moveTo>
                    <a:pt x="3812" y="994"/>
                  </a:moveTo>
                  <a:lnTo>
                    <a:pt x="3812" y="994"/>
                  </a:lnTo>
                  <a:lnTo>
                    <a:pt x="3812" y="994"/>
                  </a:lnTo>
                  <a:lnTo>
                    <a:pt x="3812" y="994"/>
                  </a:lnTo>
                  <a:close/>
                  <a:moveTo>
                    <a:pt x="3692" y="994"/>
                  </a:moveTo>
                  <a:cubicBezTo>
                    <a:pt x="3682" y="984"/>
                    <a:pt x="3672" y="984"/>
                    <a:pt x="3652" y="984"/>
                  </a:cubicBezTo>
                  <a:cubicBezTo>
                    <a:pt x="3672" y="984"/>
                    <a:pt x="3682" y="984"/>
                    <a:pt x="3692" y="994"/>
                  </a:cubicBezTo>
                  <a:close/>
                  <a:moveTo>
                    <a:pt x="3632" y="984"/>
                  </a:moveTo>
                  <a:lnTo>
                    <a:pt x="3622" y="974"/>
                  </a:lnTo>
                  <a:lnTo>
                    <a:pt x="3632" y="984"/>
                  </a:lnTo>
                  <a:close/>
                  <a:moveTo>
                    <a:pt x="3611" y="974"/>
                  </a:moveTo>
                  <a:cubicBezTo>
                    <a:pt x="3581" y="974"/>
                    <a:pt x="3561" y="964"/>
                    <a:pt x="3531" y="954"/>
                  </a:cubicBezTo>
                  <a:cubicBezTo>
                    <a:pt x="3561" y="964"/>
                    <a:pt x="3581" y="974"/>
                    <a:pt x="3611" y="974"/>
                  </a:cubicBezTo>
                  <a:close/>
                  <a:moveTo>
                    <a:pt x="2558" y="562"/>
                  </a:moveTo>
                  <a:cubicBezTo>
                    <a:pt x="2217" y="412"/>
                    <a:pt x="1886" y="282"/>
                    <a:pt x="1625" y="282"/>
                  </a:cubicBezTo>
                  <a:cubicBezTo>
                    <a:pt x="1605" y="282"/>
                    <a:pt x="1585" y="282"/>
                    <a:pt x="1565" y="282"/>
                  </a:cubicBezTo>
                  <a:cubicBezTo>
                    <a:pt x="1585" y="282"/>
                    <a:pt x="1605" y="282"/>
                    <a:pt x="1625" y="282"/>
                  </a:cubicBezTo>
                  <a:cubicBezTo>
                    <a:pt x="1886" y="282"/>
                    <a:pt x="2217" y="412"/>
                    <a:pt x="2558" y="562"/>
                  </a:cubicBezTo>
                  <a:close/>
                  <a:moveTo>
                    <a:pt x="1405" y="302"/>
                  </a:moveTo>
                  <a:lnTo>
                    <a:pt x="1405" y="302"/>
                  </a:lnTo>
                  <a:lnTo>
                    <a:pt x="1405" y="302"/>
                  </a:lnTo>
                  <a:lnTo>
                    <a:pt x="1405" y="302"/>
                  </a:lnTo>
                  <a:close/>
                  <a:moveTo>
                    <a:pt x="1395" y="302"/>
                  </a:moveTo>
                  <a:cubicBezTo>
                    <a:pt x="1174" y="302"/>
                    <a:pt x="873" y="191"/>
                    <a:pt x="592" y="71"/>
                  </a:cubicBezTo>
                  <a:cubicBezTo>
                    <a:pt x="873" y="191"/>
                    <a:pt x="1174" y="302"/>
                    <a:pt x="1395" y="302"/>
                  </a:cubicBezTo>
                  <a:close/>
                  <a:moveTo>
                    <a:pt x="1495" y="302"/>
                  </a:moveTo>
                  <a:cubicBezTo>
                    <a:pt x="1495" y="292"/>
                    <a:pt x="1505" y="292"/>
                    <a:pt x="1505" y="292"/>
                  </a:cubicBezTo>
                  <a:cubicBezTo>
                    <a:pt x="1505" y="292"/>
                    <a:pt x="1505" y="292"/>
                    <a:pt x="1505" y="292"/>
                  </a:cubicBezTo>
                  <a:cubicBezTo>
                    <a:pt x="1505" y="292"/>
                    <a:pt x="1505" y="292"/>
                    <a:pt x="1505" y="292"/>
                  </a:cubicBezTo>
                  <a:cubicBezTo>
                    <a:pt x="1505" y="292"/>
                    <a:pt x="1495" y="292"/>
                    <a:pt x="1495" y="302"/>
                  </a:cubicBezTo>
                  <a:close/>
                  <a:moveTo>
                    <a:pt x="1515" y="292"/>
                  </a:moveTo>
                  <a:cubicBezTo>
                    <a:pt x="1515" y="292"/>
                    <a:pt x="1515" y="292"/>
                    <a:pt x="1515" y="292"/>
                  </a:cubicBezTo>
                  <a:cubicBezTo>
                    <a:pt x="1515" y="292"/>
                    <a:pt x="1515" y="292"/>
                    <a:pt x="1515" y="292"/>
                  </a:cubicBezTo>
                  <a:close/>
                  <a:moveTo>
                    <a:pt x="592" y="71"/>
                  </a:moveTo>
                  <a:lnTo>
                    <a:pt x="582" y="61"/>
                  </a:lnTo>
                  <a:lnTo>
                    <a:pt x="592" y="71"/>
                  </a:lnTo>
                  <a:close/>
                  <a:moveTo>
                    <a:pt x="562" y="61"/>
                  </a:moveTo>
                  <a:cubicBezTo>
                    <a:pt x="562" y="51"/>
                    <a:pt x="552" y="51"/>
                    <a:pt x="542" y="51"/>
                  </a:cubicBezTo>
                  <a:lnTo>
                    <a:pt x="542" y="51"/>
                  </a:lnTo>
                  <a:lnTo>
                    <a:pt x="542" y="51"/>
                  </a:lnTo>
                  <a:cubicBezTo>
                    <a:pt x="552" y="51"/>
                    <a:pt x="562" y="51"/>
                    <a:pt x="562" y="61"/>
                  </a:cubicBezTo>
                  <a:close/>
                  <a:moveTo>
                    <a:pt x="522" y="41"/>
                  </a:moveTo>
                  <a:cubicBezTo>
                    <a:pt x="522" y="41"/>
                    <a:pt x="512" y="31"/>
                    <a:pt x="512" y="31"/>
                  </a:cubicBezTo>
                  <a:cubicBezTo>
                    <a:pt x="512" y="31"/>
                    <a:pt x="522" y="41"/>
                    <a:pt x="522" y="41"/>
                  </a:cubicBezTo>
                  <a:close/>
                  <a:moveTo>
                    <a:pt x="482" y="21"/>
                  </a:moveTo>
                  <a:cubicBezTo>
                    <a:pt x="482" y="21"/>
                    <a:pt x="472" y="21"/>
                    <a:pt x="472" y="11"/>
                  </a:cubicBezTo>
                  <a:cubicBezTo>
                    <a:pt x="472" y="21"/>
                    <a:pt x="482" y="21"/>
                    <a:pt x="482" y="21"/>
                  </a:cubicBezTo>
                  <a:close/>
                  <a:moveTo>
                    <a:pt x="452" y="11"/>
                  </a:moveTo>
                  <a:cubicBezTo>
                    <a:pt x="452" y="11"/>
                    <a:pt x="452" y="11"/>
                    <a:pt x="452" y="11"/>
                  </a:cubicBezTo>
                  <a:cubicBezTo>
                    <a:pt x="452" y="11"/>
                    <a:pt x="452" y="11"/>
                    <a:pt x="452" y="11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5" name="Google Shape;3545;p25"/>
            <p:cNvSpPr/>
            <p:nvPr/>
          </p:nvSpPr>
          <p:spPr>
            <a:xfrm>
              <a:off x="790568" y="949369"/>
              <a:ext cx="443119" cy="207927"/>
            </a:xfrm>
            <a:custGeom>
              <a:avLst/>
              <a:gdLst/>
              <a:ahLst/>
              <a:cxnLst/>
              <a:rect l="l" t="t" r="r" b="b"/>
              <a:pathLst>
                <a:path w="5347" h="2509" extrusionOk="0">
                  <a:moveTo>
                    <a:pt x="5346" y="2509"/>
                  </a:moveTo>
                  <a:cubicBezTo>
                    <a:pt x="5346" y="2509"/>
                    <a:pt x="5346" y="2509"/>
                    <a:pt x="5346" y="2509"/>
                  </a:cubicBezTo>
                  <a:cubicBezTo>
                    <a:pt x="5346" y="2509"/>
                    <a:pt x="5346" y="2509"/>
                    <a:pt x="5346" y="2509"/>
                  </a:cubicBezTo>
                  <a:close/>
                  <a:moveTo>
                    <a:pt x="5306" y="2479"/>
                  </a:moveTo>
                  <a:cubicBezTo>
                    <a:pt x="4915" y="2087"/>
                    <a:pt x="4594" y="1827"/>
                    <a:pt x="4323" y="1827"/>
                  </a:cubicBezTo>
                  <a:cubicBezTo>
                    <a:pt x="4594" y="1827"/>
                    <a:pt x="4915" y="2087"/>
                    <a:pt x="5306" y="2479"/>
                  </a:cubicBezTo>
                  <a:close/>
                  <a:moveTo>
                    <a:pt x="3902" y="1927"/>
                  </a:moveTo>
                  <a:lnTo>
                    <a:pt x="3902" y="1927"/>
                  </a:lnTo>
                  <a:lnTo>
                    <a:pt x="3902" y="1927"/>
                  </a:lnTo>
                  <a:lnTo>
                    <a:pt x="3902" y="1927"/>
                  </a:lnTo>
                  <a:close/>
                  <a:moveTo>
                    <a:pt x="3862" y="1927"/>
                  </a:moveTo>
                  <a:cubicBezTo>
                    <a:pt x="3721" y="1917"/>
                    <a:pt x="3551" y="1857"/>
                    <a:pt x="3390" y="1776"/>
                  </a:cubicBezTo>
                  <a:cubicBezTo>
                    <a:pt x="3551" y="1857"/>
                    <a:pt x="3721" y="1917"/>
                    <a:pt x="3862" y="1927"/>
                  </a:cubicBezTo>
                  <a:close/>
                  <a:moveTo>
                    <a:pt x="4113" y="1877"/>
                  </a:moveTo>
                  <a:cubicBezTo>
                    <a:pt x="4113" y="1877"/>
                    <a:pt x="4113" y="1877"/>
                    <a:pt x="4113" y="1877"/>
                  </a:cubicBezTo>
                  <a:cubicBezTo>
                    <a:pt x="4113" y="1877"/>
                    <a:pt x="4113" y="1877"/>
                    <a:pt x="4113" y="1877"/>
                  </a:cubicBezTo>
                  <a:close/>
                  <a:moveTo>
                    <a:pt x="4123" y="1877"/>
                  </a:moveTo>
                  <a:cubicBezTo>
                    <a:pt x="4123" y="1877"/>
                    <a:pt x="4123" y="1877"/>
                    <a:pt x="4123" y="1877"/>
                  </a:cubicBezTo>
                  <a:cubicBezTo>
                    <a:pt x="4133" y="1877"/>
                    <a:pt x="4133" y="1867"/>
                    <a:pt x="4133" y="1867"/>
                  </a:cubicBezTo>
                  <a:cubicBezTo>
                    <a:pt x="4133" y="1867"/>
                    <a:pt x="4133" y="1877"/>
                    <a:pt x="4123" y="1877"/>
                  </a:cubicBezTo>
                  <a:cubicBezTo>
                    <a:pt x="4123" y="1877"/>
                    <a:pt x="4123" y="1877"/>
                    <a:pt x="4123" y="1877"/>
                  </a:cubicBezTo>
                  <a:close/>
                  <a:moveTo>
                    <a:pt x="4313" y="1827"/>
                  </a:moveTo>
                  <a:lnTo>
                    <a:pt x="4313" y="1827"/>
                  </a:lnTo>
                  <a:lnTo>
                    <a:pt x="4313" y="1827"/>
                  </a:lnTo>
                  <a:lnTo>
                    <a:pt x="4313" y="1827"/>
                  </a:lnTo>
                  <a:close/>
                  <a:moveTo>
                    <a:pt x="3380" y="1776"/>
                  </a:moveTo>
                  <a:cubicBezTo>
                    <a:pt x="3360" y="1766"/>
                    <a:pt x="3340" y="1746"/>
                    <a:pt x="3320" y="1736"/>
                  </a:cubicBezTo>
                  <a:cubicBezTo>
                    <a:pt x="3340" y="1746"/>
                    <a:pt x="3360" y="1766"/>
                    <a:pt x="3380" y="1776"/>
                  </a:cubicBezTo>
                  <a:close/>
                  <a:moveTo>
                    <a:pt x="1976" y="914"/>
                  </a:moveTo>
                  <a:cubicBezTo>
                    <a:pt x="1976" y="914"/>
                    <a:pt x="1976" y="914"/>
                    <a:pt x="1976" y="914"/>
                  </a:cubicBezTo>
                  <a:cubicBezTo>
                    <a:pt x="1976" y="914"/>
                    <a:pt x="1976" y="914"/>
                    <a:pt x="1976" y="914"/>
                  </a:cubicBezTo>
                  <a:close/>
                  <a:moveTo>
                    <a:pt x="1966" y="914"/>
                  </a:moveTo>
                  <a:lnTo>
                    <a:pt x="1966" y="914"/>
                  </a:lnTo>
                  <a:cubicBezTo>
                    <a:pt x="1956" y="914"/>
                    <a:pt x="1956" y="914"/>
                    <a:pt x="1946" y="904"/>
                  </a:cubicBezTo>
                  <a:cubicBezTo>
                    <a:pt x="1956" y="914"/>
                    <a:pt x="1956" y="914"/>
                    <a:pt x="1966" y="914"/>
                  </a:cubicBezTo>
                  <a:lnTo>
                    <a:pt x="1966" y="914"/>
                  </a:lnTo>
                  <a:close/>
                  <a:moveTo>
                    <a:pt x="1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0" y="1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6" name="Google Shape;3546;p25"/>
            <p:cNvSpPr/>
            <p:nvPr/>
          </p:nvSpPr>
          <p:spPr>
            <a:xfrm>
              <a:off x="1505419" y="1031660"/>
              <a:ext cx="83" cy="8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7" name="Google Shape;3547;p25"/>
            <p:cNvSpPr/>
            <p:nvPr/>
          </p:nvSpPr>
          <p:spPr>
            <a:xfrm>
              <a:off x="1505419" y="1031660"/>
              <a:ext cx="83" cy="8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4EA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8" name="Google Shape;3548;p25"/>
            <p:cNvSpPr/>
            <p:nvPr/>
          </p:nvSpPr>
          <p:spPr>
            <a:xfrm>
              <a:off x="1931793" y="1116687"/>
              <a:ext cx="956349" cy="447926"/>
            </a:xfrm>
            <a:custGeom>
              <a:avLst/>
              <a:gdLst/>
              <a:ahLst/>
              <a:cxnLst/>
              <a:rect l="l" t="t" r="r" b="b"/>
              <a:pathLst>
                <a:path w="11540" h="5405" extrusionOk="0">
                  <a:moveTo>
                    <a:pt x="60" y="0"/>
                  </a:moveTo>
                  <a:cubicBezTo>
                    <a:pt x="0" y="0"/>
                    <a:pt x="17" y="60"/>
                    <a:pt x="152" y="219"/>
                  </a:cubicBezTo>
                  <a:cubicBezTo>
                    <a:pt x="703" y="881"/>
                    <a:pt x="1847" y="1021"/>
                    <a:pt x="3151" y="1623"/>
                  </a:cubicBezTo>
                  <a:cubicBezTo>
                    <a:pt x="3507" y="1789"/>
                    <a:pt x="3517" y="1844"/>
                    <a:pt x="3344" y="1844"/>
                  </a:cubicBezTo>
                  <a:cubicBezTo>
                    <a:pt x="3171" y="1844"/>
                    <a:pt x="2815" y="1789"/>
                    <a:pt x="2438" y="1733"/>
                  </a:cubicBezTo>
                  <a:cubicBezTo>
                    <a:pt x="2065" y="1679"/>
                    <a:pt x="1674" y="1625"/>
                    <a:pt x="1425" y="1625"/>
                  </a:cubicBezTo>
                  <a:cubicBezTo>
                    <a:pt x="1259" y="1625"/>
                    <a:pt x="1157" y="1649"/>
                    <a:pt x="1165" y="1713"/>
                  </a:cubicBezTo>
                  <a:cubicBezTo>
                    <a:pt x="1215" y="2064"/>
                    <a:pt x="2910" y="2486"/>
                    <a:pt x="5478" y="3639"/>
                  </a:cubicBezTo>
                  <a:cubicBezTo>
                    <a:pt x="7440" y="4513"/>
                    <a:pt x="10680" y="5405"/>
                    <a:pt x="11337" y="5405"/>
                  </a:cubicBezTo>
                  <a:cubicBezTo>
                    <a:pt x="11540" y="5405"/>
                    <a:pt x="11497" y="5320"/>
                    <a:pt x="11095" y="5124"/>
                  </a:cubicBezTo>
                  <a:cubicBezTo>
                    <a:pt x="9380" y="4291"/>
                    <a:pt x="8828" y="4000"/>
                    <a:pt x="8828" y="4000"/>
                  </a:cubicBezTo>
                  <a:cubicBezTo>
                    <a:pt x="7043" y="3286"/>
                    <a:pt x="4504" y="1201"/>
                    <a:pt x="3952" y="1201"/>
                  </a:cubicBezTo>
                  <a:cubicBezTo>
                    <a:pt x="3945" y="1201"/>
                    <a:pt x="3939" y="1201"/>
                    <a:pt x="3933" y="1202"/>
                  </a:cubicBezTo>
                  <a:cubicBezTo>
                    <a:pt x="3921" y="1203"/>
                    <a:pt x="3909" y="1203"/>
                    <a:pt x="3897" y="1203"/>
                  </a:cubicBezTo>
                  <a:cubicBezTo>
                    <a:pt x="3653" y="1203"/>
                    <a:pt x="3271" y="1022"/>
                    <a:pt x="2870" y="841"/>
                  </a:cubicBezTo>
                  <a:cubicBezTo>
                    <a:pt x="2474" y="665"/>
                    <a:pt x="2070" y="489"/>
                    <a:pt x="1767" y="489"/>
                  </a:cubicBezTo>
                  <a:cubicBezTo>
                    <a:pt x="1725" y="489"/>
                    <a:pt x="1684" y="492"/>
                    <a:pt x="1646" y="500"/>
                  </a:cubicBezTo>
                  <a:cubicBezTo>
                    <a:pt x="1612" y="507"/>
                    <a:pt x="1575" y="510"/>
                    <a:pt x="1536" y="510"/>
                  </a:cubicBezTo>
                  <a:cubicBezTo>
                    <a:pt x="1299" y="510"/>
                    <a:pt x="976" y="388"/>
                    <a:pt x="683" y="259"/>
                  </a:cubicBezTo>
                  <a:cubicBezTo>
                    <a:pt x="397" y="128"/>
                    <a:pt x="147" y="0"/>
                    <a:pt x="60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9" name="Google Shape;3549;p25"/>
            <p:cNvSpPr/>
            <p:nvPr/>
          </p:nvSpPr>
          <p:spPr>
            <a:xfrm>
              <a:off x="1934362" y="1116521"/>
              <a:ext cx="946818" cy="448092"/>
            </a:xfrm>
            <a:custGeom>
              <a:avLst/>
              <a:gdLst/>
              <a:ahLst/>
              <a:cxnLst/>
              <a:rect l="l" t="t" r="r" b="b"/>
              <a:pathLst>
                <a:path w="11425" h="5407" extrusionOk="0">
                  <a:moveTo>
                    <a:pt x="30" y="0"/>
                  </a:moveTo>
                  <a:cubicBezTo>
                    <a:pt x="10" y="0"/>
                    <a:pt x="0" y="10"/>
                    <a:pt x="0" y="30"/>
                  </a:cubicBezTo>
                  <a:cubicBezTo>
                    <a:pt x="0" y="60"/>
                    <a:pt x="30" y="120"/>
                    <a:pt x="110" y="211"/>
                  </a:cubicBezTo>
                  <a:cubicBezTo>
                    <a:pt x="110" y="211"/>
                    <a:pt x="110" y="221"/>
                    <a:pt x="121" y="221"/>
                  </a:cubicBezTo>
                  <a:cubicBezTo>
                    <a:pt x="672" y="883"/>
                    <a:pt x="1816" y="1023"/>
                    <a:pt x="3120" y="1625"/>
                  </a:cubicBezTo>
                  <a:lnTo>
                    <a:pt x="3130" y="1625"/>
                  </a:lnTo>
                  <a:cubicBezTo>
                    <a:pt x="3140" y="1635"/>
                    <a:pt x="3150" y="1635"/>
                    <a:pt x="3150" y="1635"/>
                  </a:cubicBezTo>
                  <a:cubicBezTo>
                    <a:pt x="3160" y="1645"/>
                    <a:pt x="3170" y="1645"/>
                    <a:pt x="3180" y="1645"/>
                  </a:cubicBezTo>
                  <a:cubicBezTo>
                    <a:pt x="3350" y="1735"/>
                    <a:pt x="3421" y="1786"/>
                    <a:pt x="3421" y="1816"/>
                  </a:cubicBezTo>
                  <a:cubicBezTo>
                    <a:pt x="3421" y="1836"/>
                    <a:pt x="3380" y="1846"/>
                    <a:pt x="3310" y="1846"/>
                  </a:cubicBezTo>
                  <a:cubicBezTo>
                    <a:pt x="3140" y="1846"/>
                    <a:pt x="2779" y="1786"/>
                    <a:pt x="2407" y="1735"/>
                  </a:cubicBezTo>
                  <a:cubicBezTo>
                    <a:pt x="2036" y="1685"/>
                    <a:pt x="1645" y="1625"/>
                    <a:pt x="1394" y="1625"/>
                  </a:cubicBezTo>
                  <a:cubicBezTo>
                    <a:pt x="1234" y="1625"/>
                    <a:pt x="1134" y="1655"/>
                    <a:pt x="1134" y="1705"/>
                  </a:cubicBezTo>
                  <a:cubicBezTo>
                    <a:pt x="1134" y="1715"/>
                    <a:pt x="1134" y="1715"/>
                    <a:pt x="1134" y="1715"/>
                  </a:cubicBezTo>
                  <a:cubicBezTo>
                    <a:pt x="1184" y="2066"/>
                    <a:pt x="2879" y="2488"/>
                    <a:pt x="5447" y="3641"/>
                  </a:cubicBezTo>
                  <a:cubicBezTo>
                    <a:pt x="5457" y="3641"/>
                    <a:pt x="5467" y="3641"/>
                    <a:pt x="5467" y="3651"/>
                  </a:cubicBezTo>
                  <a:cubicBezTo>
                    <a:pt x="5487" y="3651"/>
                    <a:pt x="5497" y="3661"/>
                    <a:pt x="5507" y="3661"/>
                  </a:cubicBezTo>
                  <a:cubicBezTo>
                    <a:pt x="5517" y="3671"/>
                    <a:pt x="5527" y="3671"/>
                    <a:pt x="5537" y="3671"/>
                  </a:cubicBezTo>
                  <a:cubicBezTo>
                    <a:pt x="5547" y="3681"/>
                    <a:pt x="5557" y="3681"/>
                    <a:pt x="5567" y="3691"/>
                  </a:cubicBezTo>
                  <a:cubicBezTo>
                    <a:pt x="7533" y="4554"/>
                    <a:pt x="10663" y="5407"/>
                    <a:pt x="11305" y="5407"/>
                  </a:cubicBezTo>
                  <a:cubicBezTo>
                    <a:pt x="11385" y="5407"/>
                    <a:pt x="11425" y="5397"/>
                    <a:pt x="11425" y="5366"/>
                  </a:cubicBezTo>
                  <a:cubicBezTo>
                    <a:pt x="11425" y="5326"/>
                    <a:pt x="11315" y="5246"/>
                    <a:pt x="11064" y="5126"/>
                  </a:cubicBezTo>
                  <a:cubicBezTo>
                    <a:pt x="9349" y="4293"/>
                    <a:pt x="8797" y="4002"/>
                    <a:pt x="8797" y="4002"/>
                  </a:cubicBezTo>
                  <a:cubicBezTo>
                    <a:pt x="7012" y="3280"/>
                    <a:pt x="4464" y="1204"/>
                    <a:pt x="3922" y="1204"/>
                  </a:cubicBezTo>
                  <a:lnTo>
                    <a:pt x="3862" y="1204"/>
                  </a:lnTo>
                  <a:cubicBezTo>
                    <a:pt x="3611" y="1204"/>
                    <a:pt x="3240" y="1023"/>
                    <a:pt x="2839" y="843"/>
                  </a:cubicBezTo>
                  <a:cubicBezTo>
                    <a:pt x="2448" y="672"/>
                    <a:pt x="2036" y="492"/>
                    <a:pt x="1735" y="492"/>
                  </a:cubicBezTo>
                  <a:cubicBezTo>
                    <a:pt x="1695" y="492"/>
                    <a:pt x="1655" y="502"/>
                    <a:pt x="1615" y="502"/>
                  </a:cubicBezTo>
                  <a:cubicBezTo>
                    <a:pt x="1585" y="512"/>
                    <a:pt x="1545" y="512"/>
                    <a:pt x="1515" y="512"/>
                  </a:cubicBezTo>
                  <a:cubicBezTo>
                    <a:pt x="1274" y="512"/>
                    <a:pt x="943" y="391"/>
                    <a:pt x="652" y="261"/>
                  </a:cubicBezTo>
                  <a:cubicBezTo>
                    <a:pt x="371" y="131"/>
                    <a:pt x="121" y="0"/>
                    <a:pt x="30" y="0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0" name="Google Shape;3550;p25"/>
            <p:cNvSpPr/>
            <p:nvPr/>
          </p:nvSpPr>
          <p:spPr>
            <a:xfrm>
              <a:off x="789159" y="943154"/>
              <a:ext cx="638118" cy="393230"/>
            </a:xfrm>
            <a:custGeom>
              <a:avLst/>
              <a:gdLst/>
              <a:ahLst/>
              <a:cxnLst/>
              <a:rect l="l" t="t" r="r" b="b"/>
              <a:pathLst>
                <a:path w="7700" h="4745" extrusionOk="0">
                  <a:moveTo>
                    <a:pt x="45" y="1"/>
                  </a:moveTo>
                  <a:cubicBezTo>
                    <a:pt x="9" y="1"/>
                    <a:pt x="1" y="23"/>
                    <a:pt x="27" y="76"/>
                  </a:cubicBezTo>
                  <a:cubicBezTo>
                    <a:pt x="208" y="457"/>
                    <a:pt x="1823" y="1932"/>
                    <a:pt x="2475" y="2453"/>
                  </a:cubicBezTo>
                  <a:cubicBezTo>
                    <a:pt x="3127" y="2965"/>
                    <a:pt x="4039" y="2744"/>
                    <a:pt x="4782" y="3346"/>
                  </a:cubicBezTo>
                  <a:cubicBezTo>
                    <a:pt x="5310" y="3776"/>
                    <a:pt x="7165" y="4745"/>
                    <a:pt x="7541" y="4745"/>
                  </a:cubicBezTo>
                  <a:cubicBezTo>
                    <a:pt x="7700" y="4745"/>
                    <a:pt x="7593" y="4571"/>
                    <a:pt x="7008" y="4108"/>
                  </a:cubicBezTo>
                  <a:cubicBezTo>
                    <a:pt x="5676" y="3055"/>
                    <a:pt x="4917" y="1905"/>
                    <a:pt x="4334" y="1905"/>
                  </a:cubicBezTo>
                  <a:cubicBezTo>
                    <a:pt x="4267" y="1905"/>
                    <a:pt x="4202" y="1920"/>
                    <a:pt x="4140" y="1952"/>
                  </a:cubicBezTo>
                  <a:cubicBezTo>
                    <a:pt x="4069" y="1986"/>
                    <a:pt x="3994" y="2002"/>
                    <a:pt x="3913" y="2002"/>
                  </a:cubicBezTo>
                  <a:cubicBezTo>
                    <a:pt x="3296" y="2002"/>
                    <a:pt x="2427" y="1086"/>
                    <a:pt x="1983" y="989"/>
                  </a:cubicBezTo>
                  <a:cubicBezTo>
                    <a:pt x="1551" y="894"/>
                    <a:pt x="268" y="1"/>
                    <a:pt x="45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1" name="Google Shape;3551;p25"/>
            <p:cNvSpPr/>
            <p:nvPr/>
          </p:nvSpPr>
          <p:spPr>
            <a:xfrm>
              <a:off x="789740" y="943568"/>
              <a:ext cx="629334" cy="392484"/>
            </a:xfrm>
            <a:custGeom>
              <a:avLst/>
              <a:gdLst/>
              <a:ahLst/>
              <a:cxnLst/>
              <a:rect l="l" t="t" r="r" b="b"/>
              <a:pathLst>
                <a:path w="7594" h="4736" extrusionOk="0">
                  <a:moveTo>
                    <a:pt x="40" y="1"/>
                  </a:moveTo>
                  <a:cubicBezTo>
                    <a:pt x="10" y="1"/>
                    <a:pt x="0" y="11"/>
                    <a:pt x="0" y="31"/>
                  </a:cubicBezTo>
                  <a:cubicBezTo>
                    <a:pt x="0" y="41"/>
                    <a:pt x="0" y="51"/>
                    <a:pt x="10" y="71"/>
                  </a:cubicBezTo>
                  <a:lnTo>
                    <a:pt x="20" y="71"/>
                  </a:lnTo>
                  <a:cubicBezTo>
                    <a:pt x="201" y="452"/>
                    <a:pt x="1816" y="1927"/>
                    <a:pt x="2468" y="2448"/>
                  </a:cubicBezTo>
                  <a:cubicBezTo>
                    <a:pt x="3120" y="2960"/>
                    <a:pt x="4032" y="2739"/>
                    <a:pt x="4775" y="3341"/>
                  </a:cubicBezTo>
                  <a:cubicBezTo>
                    <a:pt x="4785" y="3351"/>
                    <a:pt x="4785" y="3351"/>
                    <a:pt x="4785" y="3351"/>
                  </a:cubicBezTo>
                  <a:cubicBezTo>
                    <a:pt x="5316" y="3782"/>
                    <a:pt x="7152" y="4735"/>
                    <a:pt x="7533" y="4735"/>
                  </a:cubicBezTo>
                  <a:cubicBezTo>
                    <a:pt x="7573" y="4735"/>
                    <a:pt x="7593" y="4725"/>
                    <a:pt x="7593" y="4695"/>
                  </a:cubicBezTo>
                  <a:cubicBezTo>
                    <a:pt x="7593" y="4625"/>
                    <a:pt x="7423" y="4444"/>
                    <a:pt x="7001" y="4103"/>
                  </a:cubicBezTo>
                  <a:cubicBezTo>
                    <a:pt x="5667" y="3050"/>
                    <a:pt x="4915" y="1897"/>
                    <a:pt x="4323" y="1897"/>
                  </a:cubicBezTo>
                  <a:cubicBezTo>
                    <a:pt x="4263" y="1897"/>
                    <a:pt x="4193" y="1917"/>
                    <a:pt x="4133" y="1947"/>
                  </a:cubicBezTo>
                  <a:cubicBezTo>
                    <a:pt x="4062" y="1977"/>
                    <a:pt x="3992" y="1997"/>
                    <a:pt x="3912" y="1997"/>
                  </a:cubicBezTo>
                  <a:cubicBezTo>
                    <a:pt x="3290" y="1997"/>
                    <a:pt x="2417" y="1074"/>
                    <a:pt x="1976" y="984"/>
                  </a:cubicBezTo>
                  <a:cubicBezTo>
                    <a:pt x="1535" y="883"/>
                    <a:pt x="261" y="1"/>
                    <a:pt x="40" y="1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2" name="Google Shape;3552;p25"/>
            <p:cNvSpPr/>
            <p:nvPr/>
          </p:nvSpPr>
          <p:spPr>
            <a:xfrm>
              <a:off x="2934291" y="1138896"/>
              <a:ext cx="263617" cy="130110"/>
            </a:xfrm>
            <a:custGeom>
              <a:avLst/>
              <a:gdLst/>
              <a:ahLst/>
              <a:cxnLst/>
              <a:rect l="l" t="t" r="r" b="b"/>
              <a:pathLst>
                <a:path w="3181" h="1570" extrusionOk="0">
                  <a:moveTo>
                    <a:pt x="2549" y="1"/>
                  </a:moveTo>
                  <a:cubicBezTo>
                    <a:pt x="2488" y="21"/>
                    <a:pt x="2428" y="31"/>
                    <a:pt x="2368" y="61"/>
                  </a:cubicBezTo>
                  <a:cubicBezTo>
                    <a:pt x="2218" y="121"/>
                    <a:pt x="1124" y="613"/>
                    <a:pt x="1" y="854"/>
                  </a:cubicBezTo>
                  <a:cubicBezTo>
                    <a:pt x="377" y="887"/>
                    <a:pt x="811" y="997"/>
                    <a:pt x="1252" y="997"/>
                  </a:cubicBezTo>
                  <a:cubicBezTo>
                    <a:pt x="1471" y="997"/>
                    <a:pt x="1691" y="970"/>
                    <a:pt x="1907" y="894"/>
                  </a:cubicBezTo>
                  <a:cubicBezTo>
                    <a:pt x="1973" y="870"/>
                    <a:pt x="2038" y="860"/>
                    <a:pt x="2101" y="860"/>
                  </a:cubicBezTo>
                  <a:cubicBezTo>
                    <a:pt x="2359" y="860"/>
                    <a:pt x="2584" y="1037"/>
                    <a:pt x="2769" y="1215"/>
                  </a:cubicBezTo>
                  <a:cubicBezTo>
                    <a:pt x="2947" y="1392"/>
                    <a:pt x="3079" y="1569"/>
                    <a:pt x="3141" y="1569"/>
                  </a:cubicBezTo>
                  <a:cubicBezTo>
                    <a:pt x="3167" y="1569"/>
                    <a:pt x="3181" y="1539"/>
                    <a:pt x="3181" y="1465"/>
                  </a:cubicBezTo>
                  <a:cubicBezTo>
                    <a:pt x="2799" y="1265"/>
                    <a:pt x="2689" y="232"/>
                    <a:pt x="2549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3" name="Google Shape;3553;p25"/>
            <p:cNvSpPr/>
            <p:nvPr/>
          </p:nvSpPr>
          <p:spPr>
            <a:xfrm>
              <a:off x="2934291" y="1138896"/>
              <a:ext cx="263617" cy="129778"/>
            </a:xfrm>
            <a:custGeom>
              <a:avLst/>
              <a:gdLst/>
              <a:ahLst/>
              <a:cxnLst/>
              <a:rect l="l" t="t" r="r" b="b"/>
              <a:pathLst>
                <a:path w="3181" h="1566" extrusionOk="0">
                  <a:moveTo>
                    <a:pt x="2549" y="1"/>
                  </a:moveTo>
                  <a:cubicBezTo>
                    <a:pt x="2488" y="21"/>
                    <a:pt x="2428" y="31"/>
                    <a:pt x="2368" y="61"/>
                  </a:cubicBezTo>
                  <a:cubicBezTo>
                    <a:pt x="2218" y="121"/>
                    <a:pt x="1124" y="613"/>
                    <a:pt x="1" y="854"/>
                  </a:cubicBezTo>
                  <a:cubicBezTo>
                    <a:pt x="31" y="854"/>
                    <a:pt x="61" y="864"/>
                    <a:pt x="101" y="864"/>
                  </a:cubicBezTo>
                  <a:lnTo>
                    <a:pt x="111" y="864"/>
                  </a:lnTo>
                  <a:cubicBezTo>
                    <a:pt x="121" y="864"/>
                    <a:pt x="141" y="864"/>
                    <a:pt x="151" y="874"/>
                  </a:cubicBezTo>
                  <a:cubicBezTo>
                    <a:pt x="482" y="914"/>
                    <a:pt x="864" y="994"/>
                    <a:pt x="1245" y="994"/>
                  </a:cubicBezTo>
                  <a:cubicBezTo>
                    <a:pt x="1465" y="994"/>
                    <a:pt x="1686" y="974"/>
                    <a:pt x="1907" y="894"/>
                  </a:cubicBezTo>
                  <a:cubicBezTo>
                    <a:pt x="1917" y="894"/>
                    <a:pt x="1917" y="894"/>
                    <a:pt x="1917" y="884"/>
                  </a:cubicBezTo>
                  <a:lnTo>
                    <a:pt x="1927" y="884"/>
                  </a:lnTo>
                  <a:cubicBezTo>
                    <a:pt x="1987" y="864"/>
                    <a:pt x="2047" y="854"/>
                    <a:pt x="2097" y="854"/>
                  </a:cubicBezTo>
                  <a:lnTo>
                    <a:pt x="2107" y="854"/>
                  </a:lnTo>
                  <a:cubicBezTo>
                    <a:pt x="2358" y="864"/>
                    <a:pt x="2589" y="1034"/>
                    <a:pt x="2769" y="1215"/>
                  </a:cubicBezTo>
                  <a:cubicBezTo>
                    <a:pt x="2769" y="1215"/>
                    <a:pt x="2779" y="1225"/>
                    <a:pt x="2789" y="1235"/>
                  </a:cubicBezTo>
                  <a:cubicBezTo>
                    <a:pt x="2940" y="1385"/>
                    <a:pt x="3060" y="1546"/>
                    <a:pt x="3130" y="1566"/>
                  </a:cubicBezTo>
                  <a:lnTo>
                    <a:pt x="3140" y="1566"/>
                  </a:lnTo>
                  <a:cubicBezTo>
                    <a:pt x="3171" y="1566"/>
                    <a:pt x="3181" y="1536"/>
                    <a:pt x="3181" y="1465"/>
                  </a:cubicBezTo>
                  <a:cubicBezTo>
                    <a:pt x="2799" y="1265"/>
                    <a:pt x="2689" y="232"/>
                    <a:pt x="2549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4" name="Google Shape;3554;p25"/>
            <p:cNvSpPr/>
            <p:nvPr/>
          </p:nvSpPr>
          <p:spPr>
            <a:xfrm>
              <a:off x="2907523" y="1283922"/>
              <a:ext cx="330330" cy="120248"/>
            </a:xfrm>
            <a:custGeom>
              <a:avLst/>
              <a:gdLst/>
              <a:ahLst/>
              <a:cxnLst/>
              <a:rect l="l" t="t" r="r" b="b"/>
              <a:pathLst>
                <a:path w="3986" h="1451" extrusionOk="0">
                  <a:moveTo>
                    <a:pt x="2401" y="1"/>
                  </a:moveTo>
                  <a:cubicBezTo>
                    <a:pt x="2335" y="1"/>
                    <a:pt x="2288" y="27"/>
                    <a:pt x="2260" y="87"/>
                  </a:cubicBezTo>
                  <a:cubicBezTo>
                    <a:pt x="2190" y="220"/>
                    <a:pt x="2035" y="307"/>
                    <a:pt x="1690" y="307"/>
                  </a:cubicBezTo>
                  <a:cubicBezTo>
                    <a:pt x="1441" y="307"/>
                    <a:pt x="1093" y="262"/>
                    <a:pt x="605" y="157"/>
                  </a:cubicBezTo>
                  <a:cubicBezTo>
                    <a:pt x="448" y="122"/>
                    <a:pt x="331" y="107"/>
                    <a:pt x="249" y="107"/>
                  </a:cubicBezTo>
                  <a:cubicBezTo>
                    <a:pt x="1" y="107"/>
                    <a:pt x="63" y="244"/>
                    <a:pt x="244" y="387"/>
                  </a:cubicBezTo>
                  <a:cubicBezTo>
                    <a:pt x="437" y="525"/>
                    <a:pt x="748" y="672"/>
                    <a:pt x="984" y="672"/>
                  </a:cubicBezTo>
                  <a:cubicBezTo>
                    <a:pt x="1006" y="672"/>
                    <a:pt x="1026" y="671"/>
                    <a:pt x="1046" y="668"/>
                  </a:cubicBezTo>
                  <a:cubicBezTo>
                    <a:pt x="1072" y="665"/>
                    <a:pt x="1099" y="663"/>
                    <a:pt x="1127" y="663"/>
                  </a:cubicBezTo>
                  <a:cubicBezTo>
                    <a:pt x="1342" y="663"/>
                    <a:pt x="1595" y="762"/>
                    <a:pt x="1808" y="869"/>
                  </a:cubicBezTo>
                  <a:cubicBezTo>
                    <a:pt x="2031" y="970"/>
                    <a:pt x="2227" y="1076"/>
                    <a:pt x="2325" y="1076"/>
                  </a:cubicBezTo>
                  <a:cubicBezTo>
                    <a:pt x="2372" y="1076"/>
                    <a:pt x="2397" y="1051"/>
                    <a:pt x="2390" y="989"/>
                  </a:cubicBezTo>
                  <a:cubicBezTo>
                    <a:pt x="2387" y="934"/>
                    <a:pt x="2403" y="910"/>
                    <a:pt x="2436" y="910"/>
                  </a:cubicBezTo>
                  <a:cubicBezTo>
                    <a:pt x="2593" y="910"/>
                    <a:pt x="3131" y="1434"/>
                    <a:pt x="3744" y="1451"/>
                  </a:cubicBezTo>
                  <a:lnTo>
                    <a:pt x="3754" y="1451"/>
                  </a:lnTo>
                  <a:cubicBezTo>
                    <a:pt x="3193" y="1200"/>
                    <a:pt x="2741" y="959"/>
                    <a:pt x="2811" y="769"/>
                  </a:cubicBezTo>
                  <a:cubicBezTo>
                    <a:pt x="2857" y="649"/>
                    <a:pt x="3055" y="610"/>
                    <a:pt x="3317" y="610"/>
                  </a:cubicBezTo>
                  <a:cubicBezTo>
                    <a:pt x="3516" y="610"/>
                    <a:pt x="3752" y="632"/>
                    <a:pt x="3985" y="658"/>
                  </a:cubicBezTo>
                  <a:cubicBezTo>
                    <a:pt x="3825" y="588"/>
                    <a:pt x="3664" y="518"/>
                    <a:pt x="3514" y="458"/>
                  </a:cubicBezTo>
                  <a:cubicBezTo>
                    <a:pt x="2942" y="213"/>
                    <a:pt x="2590" y="1"/>
                    <a:pt x="2401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5" name="Google Shape;3555;p25"/>
            <p:cNvSpPr/>
            <p:nvPr/>
          </p:nvSpPr>
          <p:spPr>
            <a:xfrm>
              <a:off x="2914402" y="1283590"/>
              <a:ext cx="323451" cy="120579"/>
            </a:xfrm>
            <a:custGeom>
              <a:avLst/>
              <a:gdLst/>
              <a:ahLst/>
              <a:cxnLst/>
              <a:rect l="l" t="t" r="r" b="b"/>
              <a:pathLst>
                <a:path w="3903" h="1455" extrusionOk="0">
                  <a:moveTo>
                    <a:pt x="2317" y="0"/>
                  </a:moveTo>
                  <a:cubicBezTo>
                    <a:pt x="2247" y="0"/>
                    <a:pt x="2197" y="30"/>
                    <a:pt x="2177" y="91"/>
                  </a:cubicBezTo>
                  <a:cubicBezTo>
                    <a:pt x="2107" y="221"/>
                    <a:pt x="1946" y="311"/>
                    <a:pt x="1605" y="311"/>
                  </a:cubicBezTo>
                  <a:cubicBezTo>
                    <a:pt x="1354" y="311"/>
                    <a:pt x="1013" y="261"/>
                    <a:pt x="522" y="161"/>
                  </a:cubicBezTo>
                  <a:cubicBezTo>
                    <a:pt x="371" y="121"/>
                    <a:pt x="251" y="111"/>
                    <a:pt x="171" y="111"/>
                  </a:cubicBezTo>
                  <a:cubicBezTo>
                    <a:pt x="50" y="111"/>
                    <a:pt x="0" y="141"/>
                    <a:pt x="0" y="191"/>
                  </a:cubicBezTo>
                  <a:cubicBezTo>
                    <a:pt x="0" y="241"/>
                    <a:pt x="60" y="311"/>
                    <a:pt x="141" y="381"/>
                  </a:cubicBezTo>
                  <a:lnTo>
                    <a:pt x="151" y="381"/>
                  </a:lnTo>
                  <a:cubicBezTo>
                    <a:pt x="161" y="381"/>
                    <a:pt x="161" y="391"/>
                    <a:pt x="161" y="391"/>
                  </a:cubicBezTo>
                  <a:cubicBezTo>
                    <a:pt x="171" y="391"/>
                    <a:pt x="171" y="401"/>
                    <a:pt x="181" y="401"/>
                  </a:cubicBezTo>
                  <a:cubicBezTo>
                    <a:pt x="191" y="411"/>
                    <a:pt x="191" y="411"/>
                    <a:pt x="191" y="411"/>
                  </a:cubicBezTo>
                  <a:cubicBezTo>
                    <a:pt x="201" y="411"/>
                    <a:pt x="201" y="422"/>
                    <a:pt x="211" y="422"/>
                  </a:cubicBezTo>
                  <a:cubicBezTo>
                    <a:pt x="401" y="552"/>
                    <a:pt x="682" y="672"/>
                    <a:pt x="893" y="672"/>
                  </a:cubicBezTo>
                  <a:lnTo>
                    <a:pt x="963" y="672"/>
                  </a:lnTo>
                  <a:cubicBezTo>
                    <a:pt x="993" y="662"/>
                    <a:pt x="1013" y="662"/>
                    <a:pt x="1043" y="662"/>
                  </a:cubicBezTo>
                  <a:cubicBezTo>
                    <a:pt x="1254" y="662"/>
                    <a:pt x="1505" y="773"/>
                    <a:pt x="1725" y="873"/>
                  </a:cubicBezTo>
                  <a:cubicBezTo>
                    <a:pt x="1735" y="873"/>
                    <a:pt x="1735" y="873"/>
                    <a:pt x="1745" y="883"/>
                  </a:cubicBezTo>
                  <a:lnTo>
                    <a:pt x="1756" y="883"/>
                  </a:lnTo>
                  <a:cubicBezTo>
                    <a:pt x="1756" y="883"/>
                    <a:pt x="1766" y="883"/>
                    <a:pt x="1766" y="893"/>
                  </a:cubicBezTo>
                  <a:cubicBezTo>
                    <a:pt x="1776" y="893"/>
                    <a:pt x="1786" y="893"/>
                    <a:pt x="1796" y="903"/>
                  </a:cubicBezTo>
                  <a:lnTo>
                    <a:pt x="1806" y="903"/>
                  </a:lnTo>
                  <a:cubicBezTo>
                    <a:pt x="1966" y="983"/>
                    <a:pt x="2117" y="1063"/>
                    <a:pt x="2207" y="1074"/>
                  </a:cubicBezTo>
                  <a:cubicBezTo>
                    <a:pt x="2217" y="1074"/>
                    <a:pt x="2217" y="1084"/>
                    <a:pt x="2217" y="1084"/>
                  </a:cubicBezTo>
                  <a:lnTo>
                    <a:pt x="2247" y="1084"/>
                  </a:lnTo>
                  <a:cubicBezTo>
                    <a:pt x="2287" y="1084"/>
                    <a:pt x="2307" y="1063"/>
                    <a:pt x="2307" y="1013"/>
                  </a:cubicBezTo>
                  <a:cubicBezTo>
                    <a:pt x="2307" y="1003"/>
                    <a:pt x="2307" y="1003"/>
                    <a:pt x="2307" y="993"/>
                  </a:cubicBezTo>
                  <a:cubicBezTo>
                    <a:pt x="2307" y="993"/>
                    <a:pt x="2307" y="983"/>
                    <a:pt x="2307" y="983"/>
                  </a:cubicBezTo>
                  <a:cubicBezTo>
                    <a:pt x="2307" y="933"/>
                    <a:pt x="2327" y="913"/>
                    <a:pt x="2357" y="913"/>
                  </a:cubicBezTo>
                  <a:cubicBezTo>
                    <a:pt x="2508" y="913"/>
                    <a:pt x="3049" y="1445"/>
                    <a:pt x="3661" y="1455"/>
                  </a:cubicBezTo>
                  <a:lnTo>
                    <a:pt x="3671" y="1455"/>
                  </a:lnTo>
                  <a:cubicBezTo>
                    <a:pt x="3150" y="1224"/>
                    <a:pt x="2718" y="993"/>
                    <a:pt x="2728" y="813"/>
                  </a:cubicBezTo>
                  <a:cubicBezTo>
                    <a:pt x="2728" y="803"/>
                    <a:pt x="2728" y="783"/>
                    <a:pt x="2728" y="773"/>
                  </a:cubicBezTo>
                  <a:cubicBezTo>
                    <a:pt x="2728" y="773"/>
                    <a:pt x="2739" y="763"/>
                    <a:pt x="2739" y="763"/>
                  </a:cubicBezTo>
                  <a:cubicBezTo>
                    <a:pt x="2789" y="652"/>
                    <a:pt x="2979" y="612"/>
                    <a:pt x="3230" y="612"/>
                  </a:cubicBezTo>
                  <a:cubicBezTo>
                    <a:pt x="3411" y="612"/>
                    <a:pt x="3621" y="632"/>
                    <a:pt x="3822" y="652"/>
                  </a:cubicBezTo>
                  <a:lnTo>
                    <a:pt x="3832" y="652"/>
                  </a:lnTo>
                  <a:lnTo>
                    <a:pt x="3842" y="662"/>
                  </a:lnTo>
                  <a:lnTo>
                    <a:pt x="3902" y="662"/>
                  </a:lnTo>
                  <a:cubicBezTo>
                    <a:pt x="3742" y="592"/>
                    <a:pt x="3581" y="522"/>
                    <a:pt x="3431" y="462"/>
                  </a:cubicBezTo>
                  <a:cubicBezTo>
                    <a:pt x="2859" y="221"/>
                    <a:pt x="2508" y="0"/>
                    <a:pt x="23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6" name="Google Shape;3556;p25"/>
            <p:cNvSpPr/>
            <p:nvPr/>
          </p:nvSpPr>
          <p:spPr>
            <a:xfrm>
              <a:off x="1792154" y="1015915"/>
              <a:ext cx="362567" cy="69033"/>
            </a:xfrm>
            <a:custGeom>
              <a:avLst/>
              <a:gdLst/>
              <a:ahLst/>
              <a:cxnLst/>
              <a:rect l="l" t="t" r="r" b="b"/>
              <a:pathLst>
                <a:path w="4375" h="833" extrusionOk="0">
                  <a:moveTo>
                    <a:pt x="2198" y="0"/>
                  </a:moveTo>
                  <a:cubicBezTo>
                    <a:pt x="1997" y="41"/>
                    <a:pt x="1786" y="101"/>
                    <a:pt x="1556" y="171"/>
                  </a:cubicBezTo>
                  <a:cubicBezTo>
                    <a:pt x="934" y="362"/>
                    <a:pt x="512" y="672"/>
                    <a:pt x="1" y="833"/>
                  </a:cubicBezTo>
                  <a:cubicBezTo>
                    <a:pt x="362" y="833"/>
                    <a:pt x="884" y="753"/>
                    <a:pt x="1455" y="622"/>
                  </a:cubicBezTo>
                  <a:cubicBezTo>
                    <a:pt x="1680" y="567"/>
                    <a:pt x="1847" y="546"/>
                    <a:pt x="1978" y="546"/>
                  </a:cubicBezTo>
                  <a:cubicBezTo>
                    <a:pt x="2204" y="546"/>
                    <a:pt x="2325" y="609"/>
                    <a:pt x="2458" y="672"/>
                  </a:cubicBezTo>
                  <a:cubicBezTo>
                    <a:pt x="2600" y="733"/>
                    <a:pt x="2750" y="798"/>
                    <a:pt x="3030" y="798"/>
                  </a:cubicBezTo>
                  <a:cubicBezTo>
                    <a:pt x="3168" y="798"/>
                    <a:pt x="3337" y="782"/>
                    <a:pt x="3552" y="743"/>
                  </a:cubicBezTo>
                  <a:cubicBezTo>
                    <a:pt x="3913" y="672"/>
                    <a:pt x="4174" y="592"/>
                    <a:pt x="4374" y="512"/>
                  </a:cubicBezTo>
                  <a:cubicBezTo>
                    <a:pt x="4264" y="432"/>
                    <a:pt x="4164" y="331"/>
                    <a:pt x="4093" y="231"/>
                  </a:cubicBezTo>
                  <a:cubicBezTo>
                    <a:pt x="3982" y="82"/>
                    <a:pt x="3714" y="55"/>
                    <a:pt x="3403" y="55"/>
                  </a:cubicBezTo>
                  <a:cubicBezTo>
                    <a:pt x="3296" y="55"/>
                    <a:pt x="3183" y="58"/>
                    <a:pt x="3070" y="61"/>
                  </a:cubicBezTo>
                  <a:cubicBezTo>
                    <a:pt x="2960" y="64"/>
                    <a:pt x="2850" y="67"/>
                    <a:pt x="2744" y="67"/>
                  </a:cubicBezTo>
                  <a:cubicBezTo>
                    <a:pt x="2532" y="67"/>
                    <a:pt x="2338" y="54"/>
                    <a:pt x="2198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7" name="Google Shape;3557;p25"/>
            <p:cNvSpPr/>
            <p:nvPr/>
          </p:nvSpPr>
          <p:spPr>
            <a:xfrm>
              <a:off x="1792154" y="1015915"/>
              <a:ext cx="362567" cy="69033"/>
            </a:xfrm>
            <a:custGeom>
              <a:avLst/>
              <a:gdLst/>
              <a:ahLst/>
              <a:cxnLst/>
              <a:rect l="l" t="t" r="r" b="b"/>
              <a:pathLst>
                <a:path w="4375" h="833" extrusionOk="0">
                  <a:moveTo>
                    <a:pt x="2198" y="0"/>
                  </a:moveTo>
                  <a:cubicBezTo>
                    <a:pt x="1997" y="41"/>
                    <a:pt x="1786" y="101"/>
                    <a:pt x="1556" y="171"/>
                  </a:cubicBezTo>
                  <a:cubicBezTo>
                    <a:pt x="934" y="362"/>
                    <a:pt x="512" y="672"/>
                    <a:pt x="1" y="833"/>
                  </a:cubicBezTo>
                  <a:lnTo>
                    <a:pt x="121" y="833"/>
                  </a:lnTo>
                  <a:cubicBezTo>
                    <a:pt x="442" y="823"/>
                    <a:pt x="854" y="753"/>
                    <a:pt x="1305" y="652"/>
                  </a:cubicBezTo>
                  <a:lnTo>
                    <a:pt x="1315" y="652"/>
                  </a:lnTo>
                  <a:cubicBezTo>
                    <a:pt x="1345" y="642"/>
                    <a:pt x="1375" y="632"/>
                    <a:pt x="1415" y="632"/>
                  </a:cubicBezTo>
                  <a:cubicBezTo>
                    <a:pt x="1425" y="622"/>
                    <a:pt x="1445" y="622"/>
                    <a:pt x="1455" y="622"/>
                  </a:cubicBezTo>
                  <a:lnTo>
                    <a:pt x="1465" y="612"/>
                  </a:lnTo>
                  <a:lnTo>
                    <a:pt x="1495" y="612"/>
                  </a:lnTo>
                  <a:cubicBezTo>
                    <a:pt x="1506" y="602"/>
                    <a:pt x="1516" y="602"/>
                    <a:pt x="1526" y="602"/>
                  </a:cubicBezTo>
                  <a:cubicBezTo>
                    <a:pt x="1706" y="562"/>
                    <a:pt x="1847" y="542"/>
                    <a:pt x="1967" y="542"/>
                  </a:cubicBezTo>
                  <a:lnTo>
                    <a:pt x="1977" y="542"/>
                  </a:lnTo>
                  <a:cubicBezTo>
                    <a:pt x="2198" y="542"/>
                    <a:pt x="2328" y="602"/>
                    <a:pt x="2458" y="672"/>
                  </a:cubicBezTo>
                  <a:cubicBezTo>
                    <a:pt x="2468" y="672"/>
                    <a:pt x="2468" y="672"/>
                    <a:pt x="2478" y="682"/>
                  </a:cubicBezTo>
                  <a:lnTo>
                    <a:pt x="2489" y="682"/>
                  </a:lnTo>
                  <a:cubicBezTo>
                    <a:pt x="2609" y="743"/>
                    <a:pt x="2759" y="793"/>
                    <a:pt x="3020" y="793"/>
                  </a:cubicBezTo>
                  <a:cubicBezTo>
                    <a:pt x="3161" y="793"/>
                    <a:pt x="3321" y="783"/>
                    <a:pt x="3532" y="743"/>
                  </a:cubicBezTo>
                  <a:lnTo>
                    <a:pt x="3552" y="743"/>
                  </a:lnTo>
                  <a:cubicBezTo>
                    <a:pt x="3913" y="672"/>
                    <a:pt x="4174" y="592"/>
                    <a:pt x="4374" y="512"/>
                  </a:cubicBezTo>
                  <a:cubicBezTo>
                    <a:pt x="4264" y="432"/>
                    <a:pt x="4164" y="331"/>
                    <a:pt x="4093" y="231"/>
                  </a:cubicBezTo>
                  <a:cubicBezTo>
                    <a:pt x="3983" y="81"/>
                    <a:pt x="3712" y="51"/>
                    <a:pt x="3401" y="51"/>
                  </a:cubicBezTo>
                  <a:cubicBezTo>
                    <a:pt x="3291" y="51"/>
                    <a:pt x="3181" y="61"/>
                    <a:pt x="3070" y="61"/>
                  </a:cubicBezTo>
                  <a:cubicBezTo>
                    <a:pt x="2960" y="61"/>
                    <a:pt x="2850" y="71"/>
                    <a:pt x="2739" y="71"/>
                  </a:cubicBezTo>
                  <a:cubicBezTo>
                    <a:pt x="2529" y="71"/>
                    <a:pt x="2338" y="51"/>
                    <a:pt x="2198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8" name="Google Shape;3558;p25"/>
            <p:cNvSpPr/>
            <p:nvPr/>
          </p:nvSpPr>
          <p:spPr>
            <a:xfrm>
              <a:off x="709105" y="734400"/>
              <a:ext cx="482981" cy="162181"/>
            </a:xfrm>
            <a:custGeom>
              <a:avLst/>
              <a:gdLst/>
              <a:ahLst/>
              <a:cxnLst/>
              <a:rect l="l" t="t" r="r" b="b"/>
              <a:pathLst>
                <a:path w="5828" h="1957" extrusionOk="0">
                  <a:moveTo>
                    <a:pt x="2775" y="1"/>
                  </a:moveTo>
                  <a:cubicBezTo>
                    <a:pt x="2720" y="1"/>
                    <a:pt x="2664" y="3"/>
                    <a:pt x="2608" y="7"/>
                  </a:cubicBezTo>
                  <a:cubicBezTo>
                    <a:pt x="1856" y="609"/>
                    <a:pt x="1083" y="1261"/>
                    <a:pt x="0" y="1742"/>
                  </a:cubicBezTo>
                  <a:cubicBezTo>
                    <a:pt x="97" y="1740"/>
                    <a:pt x="197" y="1739"/>
                    <a:pt x="300" y="1739"/>
                  </a:cubicBezTo>
                  <a:cubicBezTo>
                    <a:pt x="698" y="1739"/>
                    <a:pt x="1128" y="1763"/>
                    <a:pt x="1495" y="1883"/>
                  </a:cubicBezTo>
                  <a:cubicBezTo>
                    <a:pt x="1656" y="1935"/>
                    <a:pt x="1787" y="1957"/>
                    <a:pt x="1898" y="1957"/>
                  </a:cubicBezTo>
                  <a:cubicBezTo>
                    <a:pt x="2125" y="1957"/>
                    <a:pt x="2269" y="1867"/>
                    <a:pt x="2418" y="1772"/>
                  </a:cubicBezTo>
                  <a:cubicBezTo>
                    <a:pt x="2566" y="1679"/>
                    <a:pt x="2711" y="1589"/>
                    <a:pt x="2941" y="1589"/>
                  </a:cubicBezTo>
                  <a:cubicBezTo>
                    <a:pt x="3131" y="1589"/>
                    <a:pt x="3378" y="1650"/>
                    <a:pt x="3732" y="1823"/>
                  </a:cubicBezTo>
                  <a:cubicBezTo>
                    <a:pt x="3827" y="1870"/>
                    <a:pt x="3947" y="1887"/>
                    <a:pt x="4080" y="1887"/>
                  </a:cubicBezTo>
                  <a:cubicBezTo>
                    <a:pt x="4367" y="1887"/>
                    <a:pt x="4714" y="1809"/>
                    <a:pt x="4995" y="1803"/>
                  </a:cubicBezTo>
                  <a:cubicBezTo>
                    <a:pt x="5286" y="1612"/>
                    <a:pt x="5627" y="1431"/>
                    <a:pt x="5828" y="1110"/>
                  </a:cubicBezTo>
                  <a:cubicBezTo>
                    <a:pt x="5798" y="1090"/>
                    <a:pt x="5768" y="1070"/>
                    <a:pt x="5728" y="1040"/>
                  </a:cubicBezTo>
                  <a:cubicBezTo>
                    <a:pt x="5346" y="719"/>
                    <a:pt x="4915" y="408"/>
                    <a:pt x="4363" y="288"/>
                  </a:cubicBezTo>
                  <a:cubicBezTo>
                    <a:pt x="3691" y="144"/>
                    <a:pt x="3242" y="1"/>
                    <a:pt x="2775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9" name="Google Shape;3559;p25"/>
            <p:cNvSpPr/>
            <p:nvPr/>
          </p:nvSpPr>
          <p:spPr>
            <a:xfrm>
              <a:off x="709105" y="734980"/>
              <a:ext cx="482981" cy="161353"/>
            </a:xfrm>
            <a:custGeom>
              <a:avLst/>
              <a:gdLst/>
              <a:ahLst/>
              <a:cxnLst/>
              <a:rect l="l" t="t" r="r" b="b"/>
              <a:pathLst>
                <a:path w="5828" h="1947" extrusionOk="0">
                  <a:moveTo>
                    <a:pt x="2608" y="0"/>
                  </a:moveTo>
                  <a:cubicBezTo>
                    <a:pt x="1856" y="602"/>
                    <a:pt x="1083" y="1254"/>
                    <a:pt x="0" y="1735"/>
                  </a:cubicBezTo>
                  <a:lnTo>
                    <a:pt x="311" y="1735"/>
                  </a:lnTo>
                  <a:cubicBezTo>
                    <a:pt x="702" y="1735"/>
                    <a:pt x="1114" y="1755"/>
                    <a:pt x="1475" y="1876"/>
                  </a:cubicBezTo>
                  <a:lnTo>
                    <a:pt x="1495" y="1876"/>
                  </a:lnTo>
                  <a:cubicBezTo>
                    <a:pt x="1505" y="1876"/>
                    <a:pt x="1505" y="1886"/>
                    <a:pt x="1515" y="1886"/>
                  </a:cubicBezTo>
                  <a:cubicBezTo>
                    <a:pt x="1665" y="1926"/>
                    <a:pt x="1786" y="1946"/>
                    <a:pt x="1896" y="1946"/>
                  </a:cubicBezTo>
                  <a:cubicBezTo>
                    <a:pt x="2117" y="1946"/>
                    <a:pt x="2267" y="1866"/>
                    <a:pt x="2407" y="1776"/>
                  </a:cubicBezTo>
                  <a:cubicBezTo>
                    <a:pt x="2407" y="1765"/>
                    <a:pt x="2418" y="1765"/>
                    <a:pt x="2418" y="1765"/>
                  </a:cubicBezTo>
                  <a:cubicBezTo>
                    <a:pt x="2418" y="1765"/>
                    <a:pt x="2428" y="1765"/>
                    <a:pt x="2428" y="1755"/>
                  </a:cubicBezTo>
                  <a:lnTo>
                    <a:pt x="2438" y="1755"/>
                  </a:lnTo>
                  <a:cubicBezTo>
                    <a:pt x="2438" y="1755"/>
                    <a:pt x="2448" y="1745"/>
                    <a:pt x="2448" y="1745"/>
                  </a:cubicBezTo>
                  <a:cubicBezTo>
                    <a:pt x="2588" y="1665"/>
                    <a:pt x="2728" y="1585"/>
                    <a:pt x="2939" y="1585"/>
                  </a:cubicBezTo>
                  <a:lnTo>
                    <a:pt x="2949" y="1585"/>
                  </a:lnTo>
                  <a:cubicBezTo>
                    <a:pt x="3140" y="1585"/>
                    <a:pt x="3380" y="1645"/>
                    <a:pt x="3732" y="1816"/>
                  </a:cubicBezTo>
                  <a:cubicBezTo>
                    <a:pt x="3822" y="1866"/>
                    <a:pt x="3942" y="1886"/>
                    <a:pt x="4073" y="1886"/>
                  </a:cubicBezTo>
                  <a:lnTo>
                    <a:pt x="4083" y="1886"/>
                  </a:lnTo>
                  <a:cubicBezTo>
                    <a:pt x="4183" y="1886"/>
                    <a:pt x="4283" y="1876"/>
                    <a:pt x="4394" y="1856"/>
                  </a:cubicBezTo>
                  <a:cubicBezTo>
                    <a:pt x="4594" y="1836"/>
                    <a:pt x="4805" y="1796"/>
                    <a:pt x="4995" y="1796"/>
                  </a:cubicBezTo>
                  <a:cubicBezTo>
                    <a:pt x="5286" y="1605"/>
                    <a:pt x="5627" y="1424"/>
                    <a:pt x="5828" y="1103"/>
                  </a:cubicBezTo>
                  <a:cubicBezTo>
                    <a:pt x="5798" y="1083"/>
                    <a:pt x="5768" y="1063"/>
                    <a:pt x="5728" y="1033"/>
                  </a:cubicBezTo>
                  <a:cubicBezTo>
                    <a:pt x="5346" y="712"/>
                    <a:pt x="4915" y="401"/>
                    <a:pt x="4363" y="281"/>
                  </a:cubicBezTo>
                  <a:cubicBezTo>
                    <a:pt x="3701" y="141"/>
                    <a:pt x="3250" y="0"/>
                    <a:pt x="2789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60" name="Google Shape;3560;p25"/>
            <p:cNvSpPr/>
            <p:nvPr/>
          </p:nvSpPr>
          <p:spPr>
            <a:xfrm>
              <a:off x="1168794" y="852161"/>
              <a:ext cx="1331015" cy="815134"/>
            </a:xfrm>
            <a:custGeom>
              <a:avLst/>
              <a:gdLst/>
              <a:ahLst/>
              <a:cxnLst/>
              <a:rect l="l" t="t" r="r" b="b"/>
              <a:pathLst>
                <a:path w="16061" h="9836" extrusionOk="0">
                  <a:moveTo>
                    <a:pt x="1785" y="0"/>
                  </a:moveTo>
                  <a:cubicBezTo>
                    <a:pt x="1485" y="81"/>
                    <a:pt x="672" y="632"/>
                    <a:pt x="0" y="1074"/>
                  </a:cubicBezTo>
                  <a:cubicBezTo>
                    <a:pt x="10" y="1344"/>
                    <a:pt x="10" y="1615"/>
                    <a:pt x="140" y="1716"/>
                  </a:cubicBezTo>
                  <a:cubicBezTo>
                    <a:pt x="622" y="2067"/>
                    <a:pt x="1043" y="2327"/>
                    <a:pt x="1454" y="2378"/>
                  </a:cubicBezTo>
                  <a:cubicBezTo>
                    <a:pt x="2273" y="2461"/>
                    <a:pt x="5689" y="6273"/>
                    <a:pt x="6420" y="6273"/>
                  </a:cubicBezTo>
                  <a:cubicBezTo>
                    <a:pt x="6477" y="6273"/>
                    <a:pt x="6518" y="6249"/>
                    <a:pt x="6540" y="6199"/>
                  </a:cubicBezTo>
                  <a:cubicBezTo>
                    <a:pt x="6616" y="6031"/>
                    <a:pt x="6750" y="5958"/>
                    <a:pt x="6928" y="5958"/>
                  </a:cubicBezTo>
                  <a:cubicBezTo>
                    <a:pt x="7965" y="5958"/>
                    <a:pt x="10469" y="8453"/>
                    <a:pt x="11274" y="8847"/>
                  </a:cubicBezTo>
                  <a:cubicBezTo>
                    <a:pt x="11657" y="9041"/>
                    <a:pt x="11864" y="9109"/>
                    <a:pt x="11982" y="9109"/>
                  </a:cubicBezTo>
                  <a:cubicBezTo>
                    <a:pt x="12125" y="9109"/>
                    <a:pt x="12134" y="9007"/>
                    <a:pt x="12167" y="8907"/>
                  </a:cubicBezTo>
                  <a:cubicBezTo>
                    <a:pt x="12197" y="8804"/>
                    <a:pt x="12250" y="8701"/>
                    <a:pt x="12482" y="8701"/>
                  </a:cubicBezTo>
                  <a:cubicBezTo>
                    <a:pt x="12787" y="8701"/>
                    <a:pt x="13403" y="8878"/>
                    <a:pt x="14685" y="9459"/>
                  </a:cubicBezTo>
                  <a:cubicBezTo>
                    <a:pt x="15271" y="9727"/>
                    <a:pt x="15600" y="9836"/>
                    <a:pt x="15732" y="9836"/>
                  </a:cubicBezTo>
                  <a:cubicBezTo>
                    <a:pt x="16060" y="9836"/>
                    <a:pt x="15172" y="9160"/>
                    <a:pt x="14013" y="8566"/>
                  </a:cubicBezTo>
                  <a:cubicBezTo>
                    <a:pt x="12378" y="7724"/>
                    <a:pt x="11274" y="6861"/>
                    <a:pt x="10201" y="6771"/>
                  </a:cubicBezTo>
                  <a:cubicBezTo>
                    <a:pt x="9298" y="6701"/>
                    <a:pt x="6971" y="4875"/>
                    <a:pt x="5075" y="3130"/>
                  </a:cubicBezTo>
                  <a:cubicBezTo>
                    <a:pt x="4734" y="2939"/>
                    <a:pt x="4393" y="2568"/>
                    <a:pt x="4062" y="2167"/>
                  </a:cubicBezTo>
                  <a:cubicBezTo>
                    <a:pt x="3701" y="1726"/>
                    <a:pt x="3360" y="1254"/>
                    <a:pt x="3099" y="1003"/>
                  </a:cubicBezTo>
                  <a:lnTo>
                    <a:pt x="2347" y="261"/>
                  </a:lnTo>
                  <a:cubicBezTo>
                    <a:pt x="2197" y="121"/>
                    <a:pt x="1996" y="41"/>
                    <a:pt x="1785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61" name="Google Shape;3561;p25"/>
            <p:cNvSpPr/>
            <p:nvPr/>
          </p:nvSpPr>
          <p:spPr>
            <a:xfrm>
              <a:off x="1168794" y="852161"/>
              <a:ext cx="1309303" cy="815548"/>
            </a:xfrm>
            <a:custGeom>
              <a:avLst/>
              <a:gdLst/>
              <a:ahLst/>
              <a:cxnLst/>
              <a:rect l="l" t="t" r="r" b="b"/>
              <a:pathLst>
                <a:path w="15799" h="9841" extrusionOk="0">
                  <a:moveTo>
                    <a:pt x="1785" y="0"/>
                  </a:moveTo>
                  <a:cubicBezTo>
                    <a:pt x="1485" y="81"/>
                    <a:pt x="672" y="632"/>
                    <a:pt x="0" y="1074"/>
                  </a:cubicBezTo>
                  <a:cubicBezTo>
                    <a:pt x="10" y="1344"/>
                    <a:pt x="10" y="1615"/>
                    <a:pt x="140" y="1716"/>
                  </a:cubicBezTo>
                  <a:cubicBezTo>
                    <a:pt x="622" y="2067"/>
                    <a:pt x="1043" y="2327"/>
                    <a:pt x="1454" y="2378"/>
                  </a:cubicBezTo>
                  <a:cubicBezTo>
                    <a:pt x="2277" y="2458"/>
                    <a:pt x="5697" y="6280"/>
                    <a:pt x="6420" y="6280"/>
                  </a:cubicBezTo>
                  <a:cubicBezTo>
                    <a:pt x="6480" y="6280"/>
                    <a:pt x="6520" y="6249"/>
                    <a:pt x="6540" y="6199"/>
                  </a:cubicBezTo>
                  <a:cubicBezTo>
                    <a:pt x="6620" y="6039"/>
                    <a:pt x="6751" y="5959"/>
                    <a:pt x="6931" y="5959"/>
                  </a:cubicBezTo>
                  <a:cubicBezTo>
                    <a:pt x="7954" y="5959"/>
                    <a:pt x="10402" y="8386"/>
                    <a:pt x="11234" y="8837"/>
                  </a:cubicBezTo>
                  <a:lnTo>
                    <a:pt x="11244" y="8837"/>
                  </a:lnTo>
                  <a:cubicBezTo>
                    <a:pt x="11254" y="8837"/>
                    <a:pt x="11264" y="8847"/>
                    <a:pt x="11274" y="8847"/>
                  </a:cubicBezTo>
                  <a:cubicBezTo>
                    <a:pt x="11274" y="8857"/>
                    <a:pt x="11284" y="8857"/>
                    <a:pt x="11284" y="8857"/>
                  </a:cubicBezTo>
                  <a:cubicBezTo>
                    <a:pt x="11294" y="8867"/>
                    <a:pt x="11304" y="8867"/>
                    <a:pt x="11314" y="8867"/>
                  </a:cubicBezTo>
                  <a:cubicBezTo>
                    <a:pt x="11314" y="8877"/>
                    <a:pt x="11325" y="8877"/>
                    <a:pt x="11325" y="8877"/>
                  </a:cubicBezTo>
                  <a:lnTo>
                    <a:pt x="11335" y="8877"/>
                  </a:lnTo>
                  <a:cubicBezTo>
                    <a:pt x="11335" y="8877"/>
                    <a:pt x="11335" y="8877"/>
                    <a:pt x="11335" y="8887"/>
                  </a:cubicBezTo>
                  <a:cubicBezTo>
                    <a:pt x="11676" y="9048"/>
                    <a:pt x="11866" y="9108"/>
                    <a:pt x="11976" y="9108"/>
                  </a:cubicBezTo>
                  <a:cubicBezTo>
                    <a:pt x="12117" y="9108"/>
                    <a:pt x="12137" y="9018"/>
                    <a:pt x="12157" y="8918"/>
                  </a:cubicBezTo>
                  <a:cubicBezTo>
                    <a:pt x="12167" y="8918"/>
                    <a:pt x="12167" y="8907"/>
                    <a:pt x="12167" y="8907"/>
                  </a:cubicBezTo>
                  <a:cubicBezTo>
                    <a:pt x="12197" y="8807"/>
                    <a:pt x="12247" y="8707"/>
                    <a:pt x="12488" y="8707"/>
                  </a:cubicBezTo>
                  <a:cubicBezTo>
                    <a:pt x="12779" y="8707"/>
                    <a:pt x="13371" y="8867"/>
                    <a:pt x="14564" y="9409"/>
                  </a:cubicBezTo>
                  <a:lnTo>
                    <a:pt x="14574" y="9409"/>
                  </a:lnTo>
                  <a:cubicBezTo>
                    <a:pt x="14604" y="9419"/>
                    <a:pt x="14625" y="9439"/>
                    <a:pt x="14655" y="9449"/>
                  </a:cubicBezTo>
                  <a:cubicBezTo>
                    <a:pt x="14665" y="9449"/>
                    <a:pt x="14675" y="9459"/>
                    <a:pt x="14685" y="9459"/>
                  </a:cubicBezTo>
                  <a:cubicBezTo>
                    <a:pt x="14695" y="9469"/>
                    <a:pt x="14705" y="9469"/>
                    <a:pt x="14715" y="9479"/>
                  </a:cubicBezTo>
                  <a:lnTo>
                    <a:pt x="14725" y="9479"/>
                  </a:lnTo>
                  <a:cubicBezTo>
                    <a:pt x="14725" y="9479"/>
                    <a:pt x="14735" y="9479"/>
                    <a:pt x="14735" y="9489"/>
                  </a:cubicBezTo>
                  <a:lnTo>
                    <a:pt x="14755" y="9489"/>
                  </a:lnTo>
                  <a:cubicBezTo>
                    <a:pt x="14815" y="9519"/>
                    <a:pt x="14875" y="9549"/>
                    <a:pt x="14925" y="9570"/>
                  </a:cubicBezTo>
                  <a:cubicBezTo>
                    <a:pt x="15367" y="9760"/>
                    <a:pt x="15618" y="9840"/>
                    <a:pt x="15728" y="9840"/>
                  </a:cubicBezTo>
                  <a:cubicBezTo>
                    <a:pt x="15778" y="9840"/>
                    <a:pt x="15798" y="9820"/>
                    <a:pt x="15798" y="9800"/>
                  </a:cubicBezTo>
                  <a:cubicBezTo>
                    <a:pt x="15798" y="9650"/>
                    <a:pt x="15006" y="9078"/>
                    <a:pt x="14013" y="8566"/>
                  </a:cubicBezTo>
                  <a:cubicBezTo>
                    <a:pt x="12378" y="7724"/>
                    <a:pt x="11274" y="6861"/>
                    <a:pt x="10201" y="6771"/>
                  </a:cubicBezTo>
                  <a:cubicBezTo>
                    <a:pt x="9298" y="6701"/>
                    <a:pt x="6971" y="4875"/>
                    <a:pt x="5075" y="3130"/>
                  </a:cubicBezTo>
                  <a:cubicBezTo>
                    <a:pt x="4734" y="2939"/>
                    <a:pt x="4393" y="2568"/>
                    <a:pt x="4062" y="2167"/>
                  </a:cubicBezTo>
                  <a:cubicBezTo>
                    <a:pt x="3701" y="1726"/>
                    <a:pt x="3360" y="1254"/>
                    <a:pt x="3099" y="1003"/>
                  </a:cubicBezTo>
                  <a:lnTo>
                    <a:pt x="2347" y="261"/>
                  </a:lnTo>
                  <a:cubicBezTo>
                    <a:pt x="2197" y="121"/>
                    <a:pt x="1996" y="41"/>
                    <a:pt x="1785" y="0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62" name="Google Shape;3562;p25"/>
            <p:cNvSpPr/>
            <p:nvPr/>
          </p:nvSpPr>
          <p:spPr>
            <a:xfrm>
              <a:off x="-111323" y="866249"/>
              <a:ext cx="4091498" cy="1456484"/>
            </a:xfrm>
            <a:custGeom>
              <a:avLst/>
              <a:gdLst/>
              <a:ahLst/>
              <a:cxnLst/>
              <a:rect l="l" t="t" r="r" b="b"/>
              <a:pathLst>
                <a:path w="49371" h="17575" extrusionOk="0">
                  <a:moveTo>
                    <a:pt x="10913" y="934"/>
                  </a:moveTo>
                  <a:cubicBezTo>
                    <a:pt x="11134" y="934"/>
                    <a:pt x="12388" y="1796"/>
                    <a:pt x="12829" y="1907"/>
                  </a:cubicBezTo>
                  <a:cubicBezTo>
                    <a:pt x="12839" y="1917"/>
                    <a:pt x="12839" y="1917"/>
                    <a:pt x="12849" y="1917"/>
                  </a:cubicBezTo>
                  <a:lnTo>
                    <a:pt x="12859" y="1917"/>
                  </a:lnTo>
                  <a:cubicBezTo>
                    <a:pt x="13180" y="1997"/>
                    <a:pt x="13702" y="2468"/>
                    <a:pt x="14203" y="2739"/>
                  </a:cubicBezTo>
                  <a:cubicBezTo>
                    <a:pt x="14223" y="2749"/>
                    <a:pt x="14243" y="2769"/>
                    <a:pt x="14263" y="2779"/>
                  </a:cubicBezTo>
                  <a:lnTo>
                    <a:pt x="14273" y="2779"/>
                  </a:lnTo>
                  <a:cubicBezTo>
                    <a:pt x="14434" y="2860"/>
                    <a:pt x="14604" y="2920"/>
                    <a:pt x="14745" y="2930"/>
                  </a:cubicBezTo>
                  <a:lnTo>
                    <a:pt x="14785" y="2930"/>
                  </a:lnTo>
                  <a:cubicBezTo>
                    <a:pt x="14855" y="2930"/>
                    <a:pt x="14935" y="2910"/>
                    <a:pt x="14996" y="2880"/>
                  </a:cubicBezTo>
                  <a:lnTo>
                    <a:pt x="15006" y="2880"/>
                  </a:lnTo>
                  <a:cubicBezTo>
                    <a:pt x="15016" y="2880"/>
                    <a:pt x="15016" y="2870"/>
                    <a:pt x="15016" y="2870"/>
                  </a:cubicBezTo>
                  <a:cubicBezTo>
                    <a:pt x="15076" y="2850"/>
                    <a:pt x="15136" y="2830"/>
                    <a:pt x="15196" y="2830"/>
                  </a:cubicBezTo>
                  <a:lnTo>
                    <a:pt x="15206" y="2830"/>
                  </a:lnTo>
                  <a:cubicBezTo>
                    <a:pt x="15477" y="2830"/>
                    <a:pt x="15798" y="3090"/>
                    <a:pt x="16189" y="3482"/>
                  </a:cubicBezTo>
                  <a:cubicBezTo>
                    <a:pt x="16199" y="3492"/>
                    <a:pt x="16219" y="3502"/>
                    <a:pt x="16229" y="3512"/>
                  </a:cubicBezTo>
                  <a:cubicBezTo>
                    <a:pt x="16621" y="3893"/>
                    <a:pt x="17092" y="4394"/>
                    <a:pt x="17674" y="4876"/>
                  </a:cubicBezTo>
                  <a:cubicBezTo>
                    <a:pt x="17674" y="4876"/>
                    <a:pt x="17684" y="4876"/>
                    <a:pt x="17684" y="4886"/>
                  </a:cubicBezTo>
                  <a:cubicBezTo>
                    <a:pt x="17704" y="4896"/>
                    <a:pt x="17724" y="4916"/>
                    <a:pt x="17744" y="4936"/>
                  </a:cubicBezTo>
                  <a:cubicBezTo>
                    <a:pt x="17754" y="4936"/>
                    <a:pt x="17754" y="4936"/>
                    <a:pt x="17754" y="4946"/>
                  </a:cubicBezTo>
                  <a:cubicBezTo>
                    <a:pt x="17774" y="4956"/>
                    <a:pt x="17794" y="4976"/>
                    <a:pt x="17814" y="4996"/>
                  </a:cubicBezTo>
                  <a:cubicBezTo>
                    <a:pt x="17834" y="5006"/>
                    <a:pt x="17854" y="5016"/>
                    <a:pt x="17874" y="5036"/>
                  </a:cubicBezTo>
                  <a:cubicBezTo>
                    <a:pt x="18296" y="5377"/>
                    <a:pt x="18466" y="5558"/>
                    <a:pt x="18466" y="5628"/>
                  </a:cubicBezTo>
                  <a:cubicBezTo>
                    <a:pt x="18466" y="5658"/>
                    <a:pt x="18446" y="5668"/>
                    <a:pt x="18406" y="5668"/>
                  </a:cubicBezTo>
                  <a:cubicBezTo>
                    <a:pt x="18035" y="5668"/>
                    <a:pt x="16199" y="4715"/>
                    <a:pt x="15668" y="4284"/>
                  </a:cubicBezTo>
                  <a:lnTo>
                    <a:pt x="15658" y="4284"/>
                  </a:lnTo>
                  <a:cubicBezTo>
                    <a:pt x="15658" y="4284"/>
                    <a:pt x="15648" y="4284"/>
                    <a:pt x="15648" y="4274"/>
                  </a:cubicBezTo>
                  <a:cubicBezTo>
                    <a:pt x="14905" y="3672"/>
                    <a:pt x="13993" y="3893"/>
                    <a:pt x="13341" y="3381"/>
                  </a:cubicBezTo>
                  <a:cubicBezTo>
                    <a:pt x="12689" y="2860"/>
                    <a:pt x="11074" y="1385"/>
                    <a:pt x="10893" y="1004"/>
                  </a:cubicBezTo>
                  <a:lnTo>
                    <a:pt x="10883" y="1004"/>
                  </a:lnTo>
                  <a:cubicBezTo>
                    <a:pt x="10873" y="984"/>
                    <a:pt x="10873" y="974"/>
                    <a:pt x="10873" y="964"/>
                  </a:cubicBezTo>
                  <a:cubicBezTo>
                    <a:pt x="10873" y="944"/>
                    <a:pt x="10883" y="934"/>
                    <a:pt x="10913" y="934"/>
                  </a:cubicBezTo>
                  <a:close/>
                  <a:moveTo>
                    <a:pt x="24715" y="3020"/>
                  </a:moveTo>
                  <a:cubicBezTo>
                    <a:pt x="24795" y="3020"/>
                    <a:pt x="24996" y="3120"/>
                    <a:pt x="25247" y="3241"/>
                  </a:cubicBezTo>
                  <a:lnTo>
                    <a:pt x="25267" y="3241"/>
                  </a:lnTo>
                  <a:cubicBezTo>
                    <a:pt x="25267" y="3251"/>
                    <a:pt x="25277" y="3251"/>
                    <a:pt x="25277" y="3251"/>
                  </a:cubicBezTo>
                  <a:cubicBezTo>
                    <a:pt x="25287" y="3251"/>
                    <a:pt x="25297" y="3261"/>
                    <a:pt x="25307" y="3261"/>
                  </a:cubicBezTo>
                  <a:cubicBezTo>
                    <a:pt x="25307" y="3261"/>
                    <a:pt x="25317" y="3271"/>
                    <a:pt x="25317" y="3271"/>
                  </a:cubicBezTo>
                  <a:cubicBezTo>
                    <a:pt x="25327" y="3271"/>
                    <a:pt x="25337" y="3271"/>
                    <a:pt x="25337" y="3281"/>
                  </a:cubicBezTo>
                  <a:cubicBezTo>
                    <a:pt x="25347" y="3281"/>
                    <a:pt x="25357" y="3281"/>
                    <a:pt x="25357" y="3291"/>
                  </a:cubicBezTo>
                  <a:lnTo>
                    <a:pt x="25377" y="3291"/>
                  </a:lnTo>
                  <a:lnTo>
                    <a:pt x="25387" y="3301"/>
                  </a:lnTo>
                  <a:cubicBezTo>
                    <a:pt x="25668" y="3421"/>
                    <a:pt x="25969" y="3532"/>
                    <a:pt x="26190" y="3532"/>
                  </a:cubicBezTo>
                  <a:lnTo>
                    <a:pt x="26290" y="3532"/>
                  </a:lnTo>
                  <a:cubicBezTo>
                    <a:pt x="26290" y="3522"/>
                    <a:pt x="26300" y="3522"/>
                    <a:pt x="26300" y="3522"/>
                  </a:cubicBezTo>
                  <a:lnTo>
                    <a:pt x="26310" y="3522"/>
                  </a:lnTo>
                  <a:cubicBezTo>
                    <a:pt x="26330" y="3522"/>
                    <a:pt x="26350" y="3522"/>
                    <a:pt x="26360" y="3512"/>
                  </a:cubicBezTo>
                  <a:lnTo>
                    <a:pt x="26420" y="3512"/>
                  </a:lnTo>
                  <a:cubicBezTo>
                    <a:pt x="26681" y="3512"/>
                    <a:pt x="27012" y="3642"/>
                    <a:pt x="27353" y="3792"/>
                  </a:cubicBezTo>
                  <a:cubicBezTo>
                    <a:pt x="27413" y="3813"/>
                    <a:pt x="27464" y="3843"/>
                    <a:pt x="27524" y="3863"/>
                  </a:cubicBezTo>
                  <a:cubicBezTo>
                    <a:pt x="27815" y="3993"/>
                    <a:pt x="28096" y="4123"/>
                    <a:pt x="28326" y="4184"/>
                  </a:cubicBezTo>
                  <a:cubicBezTo>
                    <a:pt x="28356" y="4194"/>
                    <a:pt x="28376" y="4204"/>
                    <a:pt x="28406" y="4204"/>
                  </a:cubicBezTo>
                  <a:lnTo>
                    <a:pt x="28417" y="4204"/>
                  </a:lnTo>
                  <a:lnTo>
                    <a:pt x="28427" y="4214"/>
                  </a:lnTo>
                  <a:lnTo>
                    <a:pt x="28447" y="4214"/>
                  </a:lnTo>
                  <a:cubicBezTo>
                    <a:pt x="28467" y="4214"/>
                    <a:pt x="28477" y="4214"/>
                    <a:pt x="28487" y="4224"/>
                  </a:cubicBezTo>
                  <a:lnTo>
                    <a:pt x="28607" y="4224"/>
                  </a:lnTo>
                  <a:cubicBezTo>
                    <a:pt x="29139" y="4224"/>
                    <a:pt x="31646" y="6260"/>
                    <a:pt x="33432" y="7002"/>
                  </a:cubicBezTo>
                  <a:cubicBezTo>
                    <a:pt x="33452" y="7002"/>
                    <a:pt x="33462" y="7012"/>
                    <a:pt x="33482" y="7022"/>
                  </a:cubicBezTo>
                  <a:cubicBezTo>
                    <a:pt x="33482" y="7022"/>
                    <a:pt x="34034" y="7313"/>
                    <a:pt x="35749" y="8146"/>
                  </a:cubicBezTo>
                  <a:cubicBezTo>
                    <a:pt x="35759" y="8156"/>
                    <a:pt x="35759" y="8156"/>
                    <a:pt x="35769" y="8156"/>
                  </a:cubicBezTo>
                  <a:cubicBezTo>
                    <a:pt x="35779" y="8166"/>
                    <a:pt x="35779" y="8166"/>
                    <a:pt x="35789" y="8166"/>
                  </a:cubicBezTo>
                  <a:cubicBezTo>
                    <a:pt x="36010" y="8276"/>
                    <a:pt x="36110" y="8346"/>
                    <a:pt x="36110" y="8386"/>
                  </a:cubicBezTo>
                  <a:cubicBezTo>
                    <a:pt x="36110" y="8417"/>
                    <a:pt x="36070" y="8427"/>
                    <a:pt x="35990" y="8427"/>
                  </a:cubicBezTo>
                  <a:cubicBezTo>
                    <a:pt x="35348" y="8427"/>
                    <a:pt x="32218" y="7574"/>
                    <a:pt x="30252" y="6711"/>
                  </a:cubicBezTo>
                  <a:cubicBezTo>
                    <a:pt x="30242" y="6701"/>
                    <a:pt x="30232" y="6701"/>
                    <a:pt x="30222" y="6691"/>
                  </a:cubicBezTo>
                  <a:lnTo>
                    <a:pt x="30212" y="6691"/>
                  </a:lnTo>
                  <a:cubicBezTo>
                    <a:pt x="30202" y="6691"/>
                    <a:pt x="30202" y="6681"/>
                    <a:pt x="30192" y="6681"/>
                  </a:cubicBezTo>
                  <a:lnTo>
                    <a:pt x="30182" y="6681"/>
                  </a:lnTo>
                  <a:cubicBezTo>
                    <a:pt x="30172" y="6681"/>
                    <a:pt x="30162" y="6671"/>
                    <a:pt x="30152" y="6671"/>
                  </a:cubicBezTo>
                  <a:cubicBezTo>
                    <a:pt x="30152" y="6671"/>
                    <a:pt x="30152" y="6671"/>
                    <a:pt x="30152" y="6661"/>
                  </a:cubicBezTo>
                  <a:lnTo>
                    <a:pt x="30132" y="6661"/>
                  </a:lnTo>
                  <a:cubicBezTo>
                    <a:pt x="27564" y="5508"/>
                    <a:pt x="25869" y="5086"/>
                    <a:pt x="25819" y="4735"/>
                  </a:cubicBezTo>
                  <a:cubicBezTo>
                    <a:pt x="25819" y="4735"/>
                    <a:pt x="25819" y="4735"/>
                    <a:pt x="25819" y="4725"/>
                  </a:cubicBezTo>
                  <a:cubicBezTo>
                    <a:pt x="25819" y="4675"/>
                    <a:pt x="25919" y="4645"/>
                    <a:pt x="26079" y="4645"/>
                  </a:cubicBezTo>
                  <a:lnTo>
                    <a:pt x="26140" y="4645"/>
                  </a:lnTo>
                  <a:cubicBezTo>
                    <a:pt x="26190" y="4655"/>
                    <a:pt x="26240" y="4655"/>
                    <a:pt x="26300" y="4655"/>
                  </a:cubicBezTo>
                  <a:cubicBezTo>
                    <a:pt x="26310" y="4655"/>
                    <a:pt x="26320" y="4655"/>
                    <a:pt x="26330" y="4665"/>
                  </a:cubicBezTo>
                  <a:cubicBezTo>
                    <a:pt x="26380" y="4665"/>
                    <a:pt x="26420" y="4665"/>
                    <a:pt x="26461" y="4675"/>
                  </a:cubicBezTo>
                  <a:lnTo>
                    <a:pt x="26481" y="4675"/>
                  </a:lnTo>
                  <a:cubicBezTo>
                    <a:pt x="26581" y="4685"/>
                    <a:pt x="26691" y="4695"/>
                    <a:pt x="26802" y="4715"/>
                  </a:cubicBezTo>
                  <a:cubicBezTo>
                    <a:pt x="26822" y="4715"/>
                    <a:pt x="26852" y="4725"/>
                    <a:pt x="26872" y="4725"/>
                  </a:cubicBezTo>
                  <a:lnTo>
                    <a:pt x="26902" y="4725"/>
                  </a:lnTo>
                  <a:cubicBezTo>
                    <a:pt x="26912" y="4725"/>
                    <a:pt x="26922" y="4725"/>
                    <a:pt x="26922" y="4735"/>
                  </a:cubicBezTo>
                  <a:lnTo>
                    <a:pt x="26982" y="4735"/>
                  </a:lnTo>
                  <a:cubicBezTo>
                    <a:pt x="27012" y="4745"/>
                    <a:pt x="27032" y="4745"/>
                    <a:pt x="27052" y="4745"/>
                  </a:cubicBezTo>
                  <a:cubicBezTo>
                    <a:pt x="27062" y="4745"/>
                    <a:pt x="27062" y="4745"/>
                    <a:pt x="27062" y="4755"/>
                  </a:cubicBezTo>
                  <a:lnTo>
                    <a:pt x="27103" y="4755"/>
                  </a:lnTo>
                  <a:cubicBezTo>
                    <a:pt x="27474" y="4806"/>
                    <a:pt x="27825" y="4866"/>
                    <a:pt x="27995" y="4866"/>
                  </a:cubicBezTo>
                  <a:lnTo>
                    <a:pt x="28045" y="4866"/>
                  </a:lnTo>
                  <a:cubicBezTo>
                    <a:pt x="28086" y="4856"/>
                    <a:pt x="28106" y="4846"/>
                    <a:pt x="28106" y="4836"/>
                  </a:cubicBezTo>
                  <a:cubicBezTo>
                    <a:pt x="28106" y="4806"/>
                    <a:pt x="28035" y="4755"/>
                    <a:pt x="27865" y="4675"/>
                  </a:cubicBezTo>
                  <a:cubicBezTo>
                    <a:pt x="27865" y="4675"/>
                    <a:pt x="27865" y="4665"/>
                    <a:pt x="27865" y="4665"/>
                  </a:cubicBezTo>
                  <a:lnTo>
                    <a:pt x="27845" y="4665"/>
                  </a:lnTo>
                  <a:cubicBezTo>
                    <a:pt x="27845" y="4655"/>
                    <a:pt x="27845" y="4655"/>
                    <a:pt x="27835" y="4655"/>
                  </a:cubicBezTo>
                  <a:cubicBezTo>
                    <a:pt x="27825" y="4655"/>
                    <a:pt x="27825" y="4645"/>
                    <a:pt x="27815" y="4645"/>
                  </a:cubicBezTo>
                  <a:lnTo>
                    <a:pt x="27805" y="4645"/>
                  </a:lnTo>
                  <a:cubicBezTo>
                    <a:pt x="26501" y="4043"/>
                    <a:pt x="25357" y="3903"/>
                    <a:pt x="24806" y="3241"/>
                  </a:cubicBezTo>
                  <a:cubicBezTo>
                    <a:pt x="24806" y="3241"/>
                    <a:pt x="24795" y="3241"/>
                    <a:pt x="24795" y="3231"/>
                  </a:cubicBezTo>
                  <a:cubicBezTo>
                    <a:pt x="24715" y="3140"/>
                    <a:pt x="24685" y="3080"/>
                    <a:pt x="24685" y="3050"/>
                  </a:cubicBezTo>
                  <a:cubicBezTo>
                    <a:pt x="24685" y="3030"/>
                    <a:pt x="24695" y="3020"/>
                    <a:pt x="24715" y="3020"/>
                  </a:cubicBezTo>
                  <a:close/>
                  <a:moveTo>
                    <a:pt x="12839" y="1"/>
                  </a:moveTo>
                  <a:cubicBezTo>
                    <a:pt x="12628" y="1"/>
                    <a:pt x="12488" y="81"/>
                    <a:pt x="12348" y="161"/>
                  </a:cubicBezTo>
                  <a:cubicBezTo>
                    <a:pt x="12348" y="161"/>
                    <a:pt x="12338" y="171"/>
                    <a:pt x="12338" y="171"/>
                  </a:cubicBezTo>
                  <a:lnTo>
                    <a:pt x="12328" y="171"/>
                  </a:lnTo>
                  <a:cubicBezTo>
                    <a:pt x="12328" y="181"/>
                    <a:pt x="12318" y="181"/>
                    <a:pt x="12318" y="181"/>
                  </a:cubicBezTo>
                  <a:cubicBezTo>
                    <a:pt x="12318" y="181"/>
                    <a:pt x="12307" y="181"/>
                    <a:pt x="12307" y="192"/>
                  </a:cubicBezTo>
                  <a:cubicBezTo>
                    <a:pt x="12167" y="282"/>
                    <a:pt x="12017" y="362"/>
                    <a:pt x="11796" y="362"/>
                  </a:cubicBezTo>
                  <a:lnTo>
                    <a:pt x="11786" y="362"/>
                  </a:lnTo>
                  <a:cubicBezTo>
                    <a:pt x="11686" y="362"/>
                    <a:pt x="11555" y="342"/>
                    <a:pt x="11415" y="302"/>
                  </a:cubicBezTo>
                  <a:cubicBezTo>
                    <a:pt x="11405" y="302"/>
                    <a:pt x="11405" y="292"/>
                    <a:pt x="11395" y="292"/>
                  </a:cubicBezTo>
                  <a:lnTo>
                    <a:pt x="11375" y="292"/>
                  </a:lnTo>
                  <a:cubicBezTo>
                    <a:pt x="11014" y="171"/>
                    <a:pt x="10602" y="151"/>
                    <a:pt x="10211" y="151"/>
                  </a:cubicBezTo>
                  <a:lnTo>
                    <a:pt x="9900" y="151"/>
                  </a:lnTo>
                  <a:cubicBezTo>
                    <a:pt x="9268" y="432"/>
                    <a:pt x="8546" y="663"/>
                    <a:pt x="7663" y="793"/>
                  </a:cubicBezTo>
                  <a:cubicBezTo>
                    <a:pt x="7553" y="813"/>
                    <a:pt x="7503" y="833"/>
                    <a:pt x="7503" y="864"/>
                  </a:cubicBezTo>
                  <a:cubicBezTo>
                    <a:pt x="7493" y="1004"/>
                    <a:pt x="9288" y="1265"/>
                    <a:pt x="9288" y="1425"/>
                  </a:cubicBezTo>
                  <a:cubicBezTo>
                    <a:pt x="9288" y="1455"/>
                    <a:pt x="9238" y="1475"/>
                    <a:pt x="9118" y="1495"/>
                  </a:cubicBezTo>
                  <a:cubicBezTo>
                    <a:pt x="8456" y="1616"/>
                    <a:pt x="8165" y="1977"/>
                    <a:pt x="7764" y="2057"/>
                  </a:cubicBezTo>
                  <a:cubicBezTo>
                    <a:pt x="6600" y="2278"/>
                    <a:pt x="6209" y="2468"/>
                    <a:pt x="6209" y="2619"/>
                  </a:cubicBezTo>
                  <a:cubicBezTo>
                    <a:pt x="6209" y="2900"/>
                    <a:pt x="7493" y="3070"/>
                    <a:pt x="7713" y="3221"/>
                  </a:cubicBezTo>
                  <a:cubicBezTo>
                    <a:pt x="7744" y="3251"/>
                    <a:pt x="7764" y="3271"/>
                    <a:pt x="7764" y="3291"/>
                  </a:cubicBezTo>
                  <a:cubicBezTo>
                    <a:pt x="7764" y="3381"/>
                    <a:pt x="7413" y="3421"/>
                    <a:pt x="6981" y="3421"/>
                  </a:cubicBezTo>
                  <a:cubicBezTo>
                    <a:pt x="6339" y="3421"/>
                    <a:pt x="5517" y="3331"/>
                    <a:pt x="5306" y="3161"/>
                  </a:cubicBezTo>
                  <a:cubicBezTo>
                    <a:pt x="5196" y="3080"/>
                    <a:pt x="5106" y="2960"/>
                    <a:pt x="4995" y="2880"/>
                  </a:cubicBezTo>
                  <a:cubicBezTo>
                    <a:pt x="4845" y="2769"/>
                    <a:pt x="4654" y="2739"/>
                    <a:pt x="4474" y="2699"/>
                  </a:cubicBezTo>
                  <a:cubicBezTo>
                    <a:pt x="3962" y="2599"/>
                    <a:pt x="2768" y="2077"/>
                    <a:pt x="2157" y="1816"/>
                  </a:cubicBezTo>
                  <a:cubicBezTo>
                    <a:pt x="2116" y="1837"/>
                    <a:pt x="2066" y="1857"/>
                    <a:pt x="2026" y="1877"/>
                  </a:cubicBezTo>
                  <a:cubicBezTo>
                    <a:pt x="1454" y="2168"/>
                    <a:pt x="883" y="2478"/>
                    <a:pt x="512" y="2910"/>
                  </a:cubicBezTo>
                  <a:cubicBezTo>
                    <a:pt x="150" y="3311"/>
                    <a:pt x="0" y="3792"/>
                    <a:pt x="0" y="4274"/>
                  </a:cubicBezTo>
                  <a:cubicBezTo>
                    <a:pt x="0" y="4665"/>
                    <a:pt x="100" y="5056"/>
                    <a:pt x="261" y="5417"/>
                  </a:cubicBezTo>
                  <a:cubicBezTo>
                    <a:pt x="642" y="6240"/>
                    <a:pt x="1354" y="6972"/>
                    <a:pt x="2056" y="7674"/>
                  </a:cubicBezTo>
                  <a:cubicBezTo>
                    <a:pt x="3019" y="8617"/>
                    <a:pt x="4012" y="9560"/>
                    <a:pt x="5226" y="10322"/>
                  </a:cubicBezTo>
                  <a:cubicBezTo>
                    <a:pt x="5266" y="10332"/>
                    <a:pt x="5306" y="10352"/>
                    <a:pt x="5346" y="10362"/>
                  </a:cubicBezTo>
                  <a:cubicBezTo>
                    <a:pt x="8616" y="9500"/>
                    <a:pt x="11876" y="8647"/>
                    <a:pt x="15146" y="7785"/>
                  </a:cubicBezTo>
                  <a:lnTo>
                    <a:pt x="15166" y="7785"/>
                  </a:lnTo>
                  <a:cubicBezTo>
                    <a:pt x="15176" y="7775"/>
                    <a:pt x="15176" y="7775"/>
                    <a:pt x="15186" y="7775"/>
                  </a:cubicBezTo>
                  <a:cubicBezTo>
                    <a:pt x="15357" y="7734"/>
                    <a:pt x="15547" y="7694"/>
                    <a:pt x="15728" y="7684"/>
                  </a:cubicBezTo>
                  <a:cubicBezTo>
                    <a:pt x="15878" y="7694"/>
                    <a:pt x="16019" y="7714"/>
                    <a:pt x="16149" y="7795"/>
                  </a:cubicBezTo>
                  <a:cubicBezTo>
                    <a:pt x="13772" y="8437"/>
                    <a:pt x="11575" y="9410"/>
                    <a:pt x="9298" y="10312"/>
                  </a:cubicBezTo>
                  <a:cubicBezTo>
                    <a:pt x="8666" y="10563"/>
                    <a:pt x="7844" y="10663"/>
                    <a:pt x="7362" y="11115"/>
                  </a:cubicBezTo>
                  <a:lnTo>
                    <a:pt x="7352" y="11125"/>
                  </a:lnTo>
                  <a:cubicBezTo>
                    <a:pt x="8426" y="11536"/>
                    <a:pt x="9479" y="11937"/>
                    <a:pt x="10502" y="12338"/>
                  </a:cubicBezTo>
                  <a:cubicBezTo>
                    <a:pt x="10863" y="12429"/>
                    <a:pt x="11224" y="12519"/>
                    <a:pt x="11595" y="12599"/>
                  </a:cubicBezTo>
                  <a:cubicBezTo>
                    <a:pt x="13742" y="12058"/>
                    <a:pt x="16009" y="12188"/>
                    <a:pt x="18205" y="12048"/>
                  </a:cubicBezTo>
                  <a:cubicBezTo>
                    <a:pt x="19439" y="11967"/>
                    <a:pt x="20683" y="11817"/>
                    <a:pt x="21857" y="11396"/>
                  </a:cubicBezTo>
                  <a:cubicBezTo>
                    <a:pt x="22378" y="11215"/>
                    <a:pt x="22860" y="10984"/>
                    <a:pt x="23391" y="10834"/>
                  </a:cubicBezTo>
                  <a:cubicBezTo>
                    <a:pt x="23711" y="10744"/>
                    <a:pt x="24768" y="10694"/>
                    <a:pt x="24974" y="10475"/>
                  </a:cubicBezTo>
                  <a:lnTo>
                    <a:pt x="24974" y="10475"/>
                  </a:lnTo>
                  <a:cubicBezTo>
                    <a:pt x="24231" y="11276"/>
                    <a:pt x="23019" y="11497"/>
                    <a:pt x="22208" y="12238"/>
                  </a:cubicBezTo>
                  <a:cubicBezTo>
                    <a:pt x="21867" y="12549"/>
                    <a:pt x="21606" y="12940"/>
                    <a:pt x="21235" y="13201"/>
                  </a:cubicBezTo>
                  <a:cubicBezTo>
                    <a:pt x="20533" y="13683"/>
                    <a:pt x="19529" y="13783"/>
                    <a:pt x="18727" y="14014"/>
                  </a:cubicBezTo>
                  <a:cubicBezTo>
                    <a:pt x="18476" y="14094"/>
                    <a:pt x="18105" y="14164"/>
                    <a:pt x="17734" y="14254"/>
                  </a:cubicBezTo>
                  <a:cubicBezTo>
                    <a:pt x="18055" y="14355"/>
                    <a:pt x="18376" y="14445"/>
                    <a:pt x="18707" y="14545"/>
                  </a:cubicBezTo>
                  <a:cubicBezTo>
                    <a:pt x="19539" y="14385"/>
                    <a:pt x="20372" y="14214"/>
                    <a:pt x="21195" y="13993"/>
                  </a:cubicBezTo>
                  <a:cubicBezTo>
                    <a:pt x="21706" y="13853"/>
                    <a:pt x="22218" y="13693"/>
                    <a:pt x="22719" y="13512"/>
                  </a:cubicBezTo>
                  <a:cubicBezTo>
                    <a:pt x="22840" y="13462"/>
                    <a:pt x="23782" y="13231"/>
                    <a:pt x="23843" y="13151"/>
                  </a:cubicBezTo>
                  <a:lnTo>
                    <a:pt x="23843" y="13151"/>
                  </a:lnTo>
                  <a:cubicBezTo>
                    <a:pt x="23391" y="13763"/>
                    <a:pt x="22368" y="13823"/>
                    <a:pt x="21736" y="14214"/>
                  </a:cubicBezTo>
                  <a:cubicBezTo>
                    <a:pt x="21475" y="14385"/>
                    <a:pt x="21245" y="14595"/>
                    <a:pt x="21004" y="14796"/>
                  </a:cubicBezTo>
                  <a:cubicBezTo>
                    <a:pt x="20864" y="14906"/>
                    <a:pt x="20723" y="15017"/>
                    <a:pt x="20573" y="15117"/>
                  </a:cubicBezTo>
                  <a:cubicBezTo>
                    <a:pt x="21686" y="15448"/>
                    <a:pt x="22789" y="15779"/>
                    <a:pt x="23913" y="16080"/>
                  </a:cubicBezTo>
                  <a:cubicBezTo>
                    <a:pt x="27082" y="16922"/>
                    <a:pt x="30413" y="17574"/>
                    <a:pt x="33763" y="17574"/>
                  </a:cubicBezTo>
                  <a:cubicBezTo>
                    <a:pt x="34164" y="17574"/>
                    <a:pt x="34565" y="17564"/>
                    <a:pt x="34966" y="17544"/>
                  </a:cubicBezTo>
                  <a:cubicBezTo>
                    <a:pt x="36521" y="17474"/>
                    <a:pt x="38056" y="17243"/>
                    <a:pt x="39581" y="17013"/>
                  </a:cubicBezTo>
                  <a:cubicBezTo>
                    <a:pt x="41557" y="16722"/>
                    <a:pt x="43523" y="16431"/>
                    <a:pt x="45488" y="16140"/>
                  </a:cubicBezTo>
                  <a:cubicBezTo>
                    <a:pt x="46732" y="15949"/>
                    <a:pt x="48076" y="15719"/>
                    <a:pt x="48799" y="14956"/>
                  </a:cubicBezTo>
                  <a:cubicBezTo>
                    <a:pt x="49170" y="14565"/>
                    <a:pt x="49310" y="14074"/>
                    <a:pt x="49370" y="13582"/>
                  </a:cubicBezTo>
                  <a:cubicBezTo>
                    <a:pt x="49200" y="13562"/>
                    <a:pt x="49019" y="13542"/>
                    <a:pt x="48919" y="13442"/>
                  </a:cubicBezTo>
                  <a:cubicBezTo>
                    <a:pt x="47896" y="12379"/>
                    <a:pt x="48116" y="10854"/>
                    <a:pt x="46552" y="10322"/>
                  </a:cubicBezTo>
                  <a:cubicBezTo>
                    <a:pt x="45990" y="10132"/>
                    <a:pt x="45769" y="10112"/>
                    <a:pt x="45488" y="9580"/>
                  </a:cubicBezTo>
                  <a:cubicBezTo>
                    <a:pt x="44796" y="8226"/>
                    <a:pt x="43041" y="7915"/>
                    <a:pt x="41697" y="7183"/>
                  </a:cubicBezTo>
                  <a:cubicBezTo>
                    <a:pt x="41326" y="6982"/>
                    <a:pt x="40704" y="6731"/>
                    <a:pt x="40182" y="6491"/>
                  </a:cubicBezTo>
                  <a:lnTo>
                    <a:pt x="40172" y="6491"/>
                  </a:lnTo>
                  <a:cubicBezTo>
                    <a:pt x="39560" y="6481"/>
                    <a:pt x="39019" y="5949"/>
                    <a:pt x="38868" y="5949"/>
                  </a:cubicBezTo>
                  <a:cubicBezTo>
                    <a:pt x="38838" y="5959"/>
                    <a:pt x="38818" y="5969"/>
                    <a:pt x="38818" y="6019"/>
                  </a:cubicBezTo>
                  <a:cubicBezTo>
                    <a:pt x="38818" y="6019"/>
                    <a:pt x="38818" y="6029"/>
                    <a:pt x="38818" y="6029"/>
                  </a:cubicBezTo>
                  <a:cubicBezTo>
                    <a:pt x="38818" y="6039"/>
                    <a:pt x="38818" y="6039"/>
                    <a:pt x="38818" y="6039"/>
                  </a:cubicBezTo>
                  <a:cubicBezTo>
                    <a:pt x="38818" y="6039"/>
                    <a:pt x="38818" y="6049"/>
                    <a:pt x="38818" y="6049"/>
                  </a:cubicBezTo>
                  <a:cubicBezTo>
                    <a:pt x="38818" y="6099"/>
                    <a:pt x="38798" y="6120"/>
                    <a:pt x="38758" y="6120"/>
                  </a:cubicBezTo>
                  <a:lnTo>
                    <a:pt x="38728" y="6120"/>
                  </a:lnTo>
                  <a:cubicBezTo>
                    <a:pt x="38728" y="6120"/>
                    <a:pt x="38728" y="6110"/>
                    <a:pt x="38718" y="6110"/>
                  </a:cubicBezTo>
                  <a:cubicBezTo>
                    <a:pt x="38628" y="6099"/>
                    <a:pt x="38477" y="6019"/>
                    <a:pt x="38317" y="5939"/>
                  </a:cubicBezTo>
                  <a:lnTo>
                    <a:pt x="38307" y="5939"/>
                  </a:lnTo>
                  <a:cubicBezTo>
                    <a:pt x="38297" y="5929"/>
                    <a:pt x="38287" y="5929"/>
                    <a:pt x="38277" y="5929"/>
                  </a:cubicBezTo>
                  <a:cubicBezTo>
                    <a:pt x="38277" y="5919"/>
                    <a:pt x="38267" y="5919"/>
                    <a:pt x="38267" y="5919"/>
                  </a:cubicBezTo>
                  <a:lnTo>
                    <a:pt x="38256" y="5919"/>
                  </a:lnTo>
                  <a:cubicBezTo>
                    <a:pt x="38246" y="5909"/>
                    <a:pt x="38246" y="5909"/>
                    <a:pt x="38236" y="5909"/>
                  </a:cubicBezTo>
                  <a:cubicBezTo>
                    <a:pt x="38016" y="5809"/>
                    <a:pt x="37765" y="5698"/>
                    <a:pt x="37554" y="5698"/>
                  </a:cubicBezTo>
                  <a:cubicBezTo>
                    <a:pt x="37524" y="5698"/>
                    <a:pt x="37504" y="5698"/>
                    <a:pt x="37474" y="5708"/>
                  </a:cubicBezTo>
                  <a:lnTo>
                    <a:pt x="37384" y="5708"/>
                  </a:lnTo>
                  <a:cubicBezTo>
                    <a:pt x="37173" y="5698"/>
                    <a:pt x="36902" y="5588"/>
                    <a:pt x="36722" y="5458"/>
                  </a:cubicBezTo>
                  <a:cubicBezTo>
                    <a:pt x="36712" y="5458"/>
                    <a:pt x="36712" y="5447"/>
                    <a:pt x="36702" y="5447"/>
                  </a:cubicBezTo>
                  <a:cubicBezTo>
                    <a:pt x="36702" y="5447"/>
                    <a:pt x="36702" y="5447"/>
                    <a:pt x="36692" y="5437"/>
                  </a:cubicBezTo>
                  <a:cubicBezTo>
                    <a:pt x="36682" y="5437"/>
                    <a:pt x="36682" y="5427"/>
                    <a:pt x="36672" y="5427"/>
                  </a:cubicBezTo>
                  <a:cubicBezTo>
                    <a:pt x="36672" y="5427"/>
                    <a:pt x="36672" y="5417"/>
                    <a:pt x="36662" y="5417"/>
                  </a:cubicBezTo>
                  <a:lnTo>
                    <a:pt x="36652" y="5417"/>
                  </a:lnTo>
                  <a:cubicBezTo>
                    <a:pt x="36571" y="5347"/>
                    <a:pt x="36511" y="5277"/>
                    <a:pt x="36511" y="5227"/>
                  </a:cubicBezTo>
                  <a:cubicBezTo>
                    <a:pt x="36511" y="5177"/>
                    <a:pt x="36561" y="5147"/>
                    <a:pt x="36682" y="5147"/>
                  </a:cubicBezTo>
                  <a:lnTo>
                    <a:pt x="36702" y="5147"/>
                  </a:lnTo>
                  <a:cubicBezTo>
                    <a:pt x="36782" y="5147"/>
                    <a:pt x="36872" y="5157"/>
                    <a:pt x="37003" y="5187"/>
                  </a:cubicBezTo>
                  <a:cubicBezTo>
                    <a:pt x="37013" y="5187"/>
                    <a:pt x="37023" y="5197"/>
                    <a:pt x="37033" y="5197"/>
                  </a:cubicBezTo>
                  <a:cubicBezTo>
                    <a:pt x="37043" y="5197"/>
                    <a:pt x="37063" y="5197"/>
                    <a:pt x="37073" y="5207"/>
                  </a:cubicBezTo>
                  <a:cubicBezTo>
                    <a:pt x="37534" y="5307"/>
                    <a:pt x="37865" y="5347"/>
                    <a:pt x="38106" y="5347"/>
                  </a:cubicBezTo>
                  <a:lnTo>
                    <a:pt x="38116" y="5347"/>
                  </a:lnTo>
                  <a:cubicBezTo>
                    <a:pt x="38457" y="5347"/>
                    <a:pt x="38608" y="5267"/>
                    <a:pt x="38678" y="5137"/>
                  </a:cubicBezTo>
                  <a:cubicBezTo>
                    <a:pt x="38678" y="5137"/>
                    <a:pt x="38678" y="5127"/>
                    <a:pt x="38678" y="5127"/>
                  </a:cubicBezTo>
                  <a:lnTo>
                    <a:pt x="38688" y="5127"/>
                  </a:lnTo>
                  <a:cubicBezTo>
                    <a:pt x="38708" y="5066"/>
                    <a:pt x="38758" y="5036"/>
                    <a:pt x="38828" y="5036"/>
                  </a:cubicBezTo>
                  <a:cubicBezTo>
                    <a:pt x="38838" y="5036"/>
                    <a:pt x="38858" y="5036"/>
                    <a:pt x="38878" y="5046"/>
                  </a:cubicBezTo>
                  <a:cubicBezTo>
                    <a:pt x="39069" y="5076"/>
                    <a:pt x="39380" y="5247"/>
                    <a:pt x="39841" y="5458"/>
                  </a:cubicBezTo>
                  <a:cubicBezTo>
                    <a:pt x="39851" y="5458"/>
                    <a:pt x="39861" y="5468"/>
                    <a:pt x="39871" y="5468"/>
                  </a:cubicBezTo>
                  <a:lnTo>
                    <a:pt x="39881" y="5468"/>
                  </a:lnTo>
                  <a:cubicBezTo>
                    <a:pt x="39891" y="5478"/>
                    <a:pt x="39891" y="5478"/>
                    <a:pt x="39901" y="5478"/>
                  </a:cubicBezTo>
                  <a:cubicBezTo>
                    <a:pt x="39901" y="5488"/>
                    <a:pt x="39912" y="5488"/>
                    <a:pt x="39912" y="5488"/>
                  </a:cubicBezTo>
                  <a:lnTo>
                    <a:pt x="39922" y="5488"/>
                  </a:lnTo>
                  <a:cubicBezTo>
                    <a:pt x="39932" y="5498"/>
                    <a:pt x="39932" y="5498"/>
                    <a:pt x="39942" y="5498"/>
                  </a:cubicBezTo>
                  <a:cubicBezTo>
                    <a:pt x="40092" y="5558"/>
                    <a:pt x="40253" y="5628"/>
                    <a:pt x="40413" y="5698"/>
                  </a:cubicBezTo>
                  <a:lnTo>
                    <a:pt x="40423" y="5698"/>
                  </a:lnTo>
                  <a:cubicBezTo>
                    <a:pt x="40433" y="5698"/>
                    <a:pt x="40443" y="5708"/>
                    <a:pt x="40453" y="5708"/>
                  </a:cubicBezTo>
                  <a:lnTo>
                    <a:pt x="40493" y="5708"/>
                  </a:lnTo>
                  <a:lnTo>
                    <a:pt x="40543" y="5718"/>
                  </a:lnTo>
                  <a:lnTo>
                    <a:pt x="40553" y="5718"/>
                  </a:lnTo>
                  <a:cubicBezTo>
                    <a:pt x="40644" y="5728"/>
                    <a:pt x="40734" y="5738"/>
                    <a:pt x="40814" y="5748"/>
                  </a:cubicBezTo>
                  <a:cubicBezTo>
                    <a:pt x="40965" y="5758"/>
                    <a:pt x="41105" y="5768"/>
                    <a:pt x="41226" y="5768"/>
                  </a:cubicBezTo>
                  <a:cubicBezTo>
                    <a:pt x="41276" y="5768"/>
                    <a:pt x="41326" y="5768"/>
                    <a:pt x="41366" y="5758"/>
                  </a:cubicBezTo>
                  <a:cubicBezTo>
                    <a:pt x="41386" y="5758"/>
                    <a:pt x="41386" y="5758"/>
                    <a:pt x="41386" y="5748"/>
                  </a:cubicBezTo>
                  <a:cubicBezTo>
                    <a:pt x="41396" y="5618"/>
                    <a:pt x="40112" y="4856"/>
                    <a:pt x="39932" y="4755"/>
                  </a:cubicBezTo>
                  <a:cubicBezTo>
                    <a:pt x="39932" y="4826"/>
                    <a:pt x="39922" y="4856"/>
                    <a:pt x="39891" y="4856"/>
                  </a:cubicBezTo>
                  <a:lnTo>
                    <a:pt x="39881" y="4856"/>
                  </a:lnTo>
                  <a:cubicBezTo>
                    <a:pt x="39811" y="4836"/>
                    <a:pt x="39691" y="4675"/>
                    <a:pt x="39540" y="4525"/>
                  </a:cubicBezTo>
                  <a:cubicBezTo>
                    <a:pt x="39530" y="4515"/>
                    <a:pt x="39520" y="4505"/>
                    <a:pt x="39520" y="4505"/>
                  </a:cubicBezTo>
                  <a:cubicBezTo>
                    <a:pt x="39340" y="4324"/>
                    <a:pt x="39109" y="4154"/>
                    <a:pt x="38858" y="4144"/>
                  </a:cubicBezTo>
                  <a:lnTo>
                    <a:pt x="38848" y="4144"/>
                  </a:lnTo>
                  <a:cubicBezTo>
                    <a:pt x="38798" y="4144"/>
                    <a:pt x="38738" y="4154"/>
                    <a:pt x="38678" y="4174"/>
                  </a:cubicBezTo>
                  <a:lnTo>
                    <a:pt x="38668" y="4174"/>
                  </a:lnTo>
                  <a:cubicBezTo>
                    <a:pt x="38668" y="4184"/>
                    <a:pt x="38668" y="4184"/>
                    <a:pt x="38658" y="4184"/>
                  </a:cubicBezTo>
                  <a:cubicBezTo>
                    <a:pt x="38437" y="4264"/>
                    <a:pt x="38216" y="4284"/>
                    <a:pt x="37996" y="4284"/>
                  </a:cubicBezTo>
                  <a:cubicBezTo>
                    <a:pt x="37615" y="4284"/>
                    <a:pt x="37233" y="4204"/>
                    <a:pt x="36902" y="4164"/>
                  </a:cubicBezTo>
                  <a:cubicBezTo>
                    <a:pt x="36892" y="4154"/>
                    <a:pt x="36872" y="4154"/>
                    <a:pt x="36862" y="4154"/>
                  </a:cubicBezTo>
                  <a:lnTo>
                    <a:pt x="36852" y="4154"/>
                  </a:lnTo>
                  <a:cubicBezTo>
                    <a:pt x="36812" y="4154"/>
                    <a:pt x="36782" y="4144"/>
                    <a:pt x="36752" y="4144"/>
                  </a:cubicBezTo>
                  <a:cubicBezTo>
                    <a:pt x="36391" y="4214"/>
                    <a:pt x="36020" y="4264"/>
                    <a:pt x="35689" y="4264"/>
                  </a:cubicBezTo>
                  <a:cubicBezTo>
                    <a:pt x="35508" y="4264"/>
                    <a:pt x="35338" y="4254"/>
                    <a:pt x="35177" y="4224"/>
                  </a:cubicBezTo>
                  <a:lnTo>
                    <a:pt x="35177" y="4224"/>
                  </a:lnTo>
                  <a:cubicBezTo>
                    <a:pt x="35257" y="4535"/>
                    <a:pt x="35187" y="4996"/>
                    <a:pt x="35538" y="5397"/>
                  </a:cubicBezTo>
                  <a:cubicBezTo>
                    <a:pt x="36301" y="6260"/>
                    <a:pt x="38778" y="7775"/>
                    <a:pt x="38788" y="7965"/>
                  </a:cubicBezTo>
                  <a:cubicBezTo>
                    <a:pt x="38788" y="7975"/>
                    <a:pt x="38778" y="7985"/>
                    <a:pt x="38758" y="7985"/>
                  </a:cubicBezTo>
                  <a:lnTo>
                    <a:pt x="38738" y="7985"/>
                  </a:lnTo>
                  <a:cubicBezTo>
                    <a:pt x="38387" y="7985"/>
                    <a:pt x="36702" y="7484"/>
                    <a:pt x="35257" y="6651"/>
                  </a:cubicBezTo>
                  <a:cubicBezTo>
                    <a:pt x="34676" y="6310"/>
                    <a:pt x="32950" y="4836"/>
                    <a:pt x="32509" y="4836"/>
                  </a:cubicBezTo>
                  <a:cubicBezTo>
                    <a:pt x="32439" y="4836"/>
                    <a:pt x="32399" y="4866"/>
                    <a:pt x="32399" y="4946"/>
                  </a:cubicBezTo>
                  <a:cubicBezTo>
                    <a:pt x="32399" y="4956"/>
                    <a:pt x="32399" y="4966"/>
                    <a:pt x="32399" y="4976"/>
                  </a:cubicBezTo>
                  <a:cubicBezTo>
                    <a:pt x="32399" y="4976"/>
                    <a:pt x="32399" y="4976"/>
                    <a:pt x="32399" y="4986"/>
                  </a:cubicBezTo>
                  <a:cubicBezTo>
                    <a:pt x="32399" y="4996"/>
                    <a:pt x="32399" y="4996"/>
                    <a:pt x="32399" y="5006"/>
                  </a:cubicBezTo>
                  <a:cubicBezTo>
                    <a:pt x="32409" y="5116"/>
                    <a:pt x="32208" y="5147"/>
                    <a:pt x="31977" y="5147"/>
                  </a:cubicBezTo>
                  <a:cubicBezTo>
                    <a:pt x="31646" y="5147"/>
                    <a:pt x="31255" y="5086"/>
                    <a:pt x="31195" y="5046"/>
                  </a:cubicBezTo>
                  <a:cubicBezTo>
                    <a:pt x="30272" y="4555"/>
                    <a:pt x="29560" y="3642"/>
                    <a:pt x="28768" y="3431"/>
                  </a:cubicBezTo>
                  <a:cubicBezTo>
                    <a:pt x="28647" y="3391"/>
                    <a:pt x="28055" y="2769"/>
                    <a:pt x="27935" y="2709"/>
                  </a:cubicBezTo>
                  <a:cubicBezTo>
                    <a:pt x="27744" y="2589"/>
                    <a:pt x="27524" y="2468"/>
                    <a:pt x="27343" y="2318"/>
                  </a:cubicBezTo>
                  <a:cubicBezTo>
                    <a:pt x="27143" y="2398"/>
                    <a:pt x="26882" y="2478"/>
                    <a:pt x="26521" y="2549"/>
                  </a:cubicBezTo>
                  <a:lnTo>
                    <a:pt x="26501" y="2549"/>
                  </a:lnTo>
                  <a:cubicBezTo>
                    <a:pt x="26290" y="2589"/>
                    <a:pt x="26130" y="2599"/>
                    <a:pt x="25989" y="2599"/>
                  </a:cubicBezTo>
                  <a:cubicBezTo>
                    <a:pt x="25728" y="2599"/>
                    <a:pt x="25578" y="2549"/>
                    <a:pt x="25458" y="2488"/>
                  </a:cubicBezTo>
                  <a:lnTo>
                    <a:pt x="25447" y="2488"/>
                  </a:lnTo>
                  <a:cubicBezTo>
                    <a:pt x="25437" y="2478"/>
                    <a:pt x="25437" y="2478"/>
                    <a:pt x="25427" y="2478"/>
                  </a:cubicBezTo>
                  <a:cubicBezTo>
                    <a:pt x="25297" y="2408"/>
                    <a:pt x="25167" y="2348"/>
                    <a:pt x="24946" y="2348"/>
                  </a:cubicBezTo>
                  <a:lnTo>
                    <a:pt x="24936" y="2348"/>
                  </a:lnTo>
                  <a:cubicBezTo>
                    <a:pt x="24816" y="2348"/>
                    <a:pt x="24675" y="2368"/>
                    <a:pt x="24495" y="2408"/>
                  </a:cubicBezTo>
                  <a:cubicBezTo>
                    <a:pt x="24485" y="2408"/>
                    <a:pt x="24475" y="2408"/>
                    <a:pt x="24464" y="2418"/>
                  </a:cubicBezTo>
                  <a:lnTo>
                    <a:pt x="24434" y="2418"/>
                  </a:lnTo>
                  <a:lnTo>
                    <a:pt x="24424" y="2428"/>
                  </a:lnTo>
                  <a:cubicBezTo>
                    <a:pt x="24414" y="2428"/>
                    <a:pt x="24394" y="2428"/>
                    <a:pt x="24384" y="2438"/>
                  </a:cubicBezTo>
                  <a:cubicBezTo>
                    <a:pt x="24344" y="2438"/>
                    <a:pt x="24314" y="2448"/>
                    <a:pt x="24284" y="2458"/>
                  </a:cubicBezTo>
                  <a:lnTo>
                    <a:pt x="24274" y="2458"/>
                  </a:lnTo>
                  <a:cubicBezTo>
                    <a:pt x="23823" y="2559"/>
                    <a:pt x="23411" y="2629"/>
                    <a:pt x="23090" y="2639"/>
                  </a:cubicBezTo>
                  <a:lnTo>
                    <a:pt x="22970" y="2639"/>
                  </a:lnTo>
                  <a:cubicBezTo>
                    <a:pt x="22769" y="2699"/>
                    <a:pt x="22549" y="2739"/>
                    <a:pt x="22298" y="2739"/>
                  </a:cubicBezTo>
                  <a:cubicBezTo>
                    <a:pt x="22238" y="2739"/>
                    <a:pt x="22167" y="2739"/>
                    <a:pt x="22097" y="2729"/>
                  </a:cubicBezTo>
                  <a:lnTo>
                    <a:pt x="22047" y="2729"/>
                  </a:lnTo>
                  <a:cubicBezTo>
                    <a:pt x="21867" y="2729"/>
                    <a:pt x="21646" y="2809"/>
                    <a:pt x="21425" y="2890"/>
                  </a:cubicBezTo>
                  <a:cubicBezTo>
                    <a:pt x="21215" y="2970"/>
                    <a:pt x="20994" y="3050"/>
                    <a:pt x="20813" y="3050"/>
                  </a:cubicBezTo>
                  <a:cubicBezTo>
                    <a:pt x="20743" y="3050"/>
                    <a:pt x="20683" y="3040"/>
                    <a:pt x="20623" y="3010"/>
                  </a:cubicBezTo>
                  <a:cubicBezTo>
                    <a:pt x="20593" y="3000"/>
                    <a:pt x="20553" y="2980"/>
                    <a:pt x="20522" y="2960"/>
                  </a:cubicBezTo>
                  <a:lnTo>
                    <a:pt x="20522" y="2960"/>
                  </a:lnTo>
                  <a:cubicBezTo>
                    <a:pt x="22418" y="4705"/>
                    <a:pt x="24745" y="6531"/>
                    <a:pt x="25648" y="6601"/>
                  </a:cubicBezTo>
                  <a:cubicBezTo>
                    <a:pt x="26721" y="6691"/>
                    <a:pt x="27825" y="7554"/>
                    <a:pt x="29460" y="8396"/>
                  </a:cubicBezTo>
                  <a:cubicBezTo>
                    <a:pt x="29460" y="8396"/>
                    <a:pt x="29470" y="8396"/>
                    <a:pt x="29470" y="8406"/>
                  </a:cubicBezTo>
                  <a:lnTo>
                    <a:pt x="29480" y="8406"/>
                  </a:lnTo>
                  <a:cubicBezTo>
                    <a:pt x="29490" y="8406"/>
                    <a:pt x="29500" y="8417"/>
                    <a:pt x="29510" y="8417"/>
                  </a:cubicBezTo>
                  <a:cubicBezTo>
                    <a:pt x="30483" y="8928"/>
                    <a:pt x="31245" y="9480"/>
                    <a:pt x="31245" y="9630"/>
                  </a:cubicBezTo>
                  <a:cubicBezTo>
                    <a:pt x="31245" y="9650"/>
                    <a:pt x="31225" y="9670"/>
                    <a:pt x="31175" y="9670"/>
                  </a:cubicBezTo>
                  <a:cubicBezTo>
                    <a:pt x="31065" y="9670"/>
                    <a:pt x="30814" y="9590"/>
                    <a:pt x="30383" y="9400"/>
                  </a:cubicBezTo>
                  <a:lnTo>
                    <a:pt x="30372" y="9400"/>
                  </a:lnTo>
                  <a:cubicBezTo>
                    <a:pt x="30322" y="9379"/>
                    <a:pt x="30262" y="9349"/>
                    <a:pt x="30202" y="9319"/>
                  </a:cubicBezTo>
                  <a:lnTo>
                    <a:pt x="30182" y="9319"/>
                  </a:lnTo>
                  <a:cubicBezTo>
                    <a:pt x="30182" y="9309"/>
                    <a:pt x="30172" y="9309"/>
                    <a:pt x="30172" y="9309"/>
                  </a:cubicBezTo>
                  <a:lnTo>
                    <a:pt x="30162" y="9309"/>
                  </a:lnTo>
                  <a:cubicBezTo>
                    <a:pt x="30152" y="9299"/>
                    <a:pt x="30142" y="9299"/>
                    <a:pt x="30132" y="9289"/>
                  </a:cubicBezTo>
                  <a:cubicBezTo>
                    <a:pt x="30122" y="9289"/>
                    <a:pt x="30112" y="9279"/>
                    <a:pt x="30102" y="9279"/>
                  </a:cubicBezTo>
                  <a:cubicBezTo>
                    <a:pt x="30072" y="9269"/>
                    <a:pt x="30051" y="9249"/>
                    <a:pt x="30021" y="9239"/>
                  </a:cubicBezTo>
                  <a:lnTo>
                    <a:pt x="30011" y="9239"/>
                  </a:lnTo>
                  <a:cubicBezTo>
                    <a:pt x="28818" y="8697"/>
                    <a:pt x="28226" y="8537"/>
                    <a:pt x="27935" y="8537"/>
                  </a:cubicBezTo>
                  <a:cubicBezTo>
                    <a:pt x="27694" y="8537"/>
                    <a:pt x="27644" y="8637"/>
                    <a:pt x="27614" y="8737"/>
                  </a:cubicBezTo>
                  <a:cubicBezTo>
                    <a:pt x="27614" y="8737"/>
                    <a:pt x="27614" y="8748"/>
                    <a:pt x="27604" y="8748"/>
                  </a:cubicBezTo>
                  <a:cubicBezTo>
                    <a:pt x="27584" y="8848"/>
                    <a:pt x="27564" y="8938"/>
                    <a:pt x="27423" y="8938"/>
                  </a:cubicBezTo>
                  <a:lnTo>
                    <a:pt x="27403" y="8938"/>
                  </a:lnTo>
                  <a:cubicBezTo>
                    <a:pt x="27293" y="8938"/>
                    <a:pt x="27103" y="8868"/>
                    <a:pt x="26782" y="8717"/>
                  </a:cubicBezTo>
                  <a:cubicBezTo>
                    <a:pt x="26782" y="8707"/>
                    <a:pt x="26782" y="8707"/>
                    <a:pt x="26782" y="8707"/>
                  </a:cubicBezTo>
                  <a:lnTo>
                    <a:pt x="26772" y="8707"/>
                  </a:lnTo>
                  <a:cubicBezTo>
                    <a:pt x="26772" y="8707"/>
                    <a:pt x="26761" y="8707"/>
                    <a:pt x="26761" y="8697"/>
                  </a:cubicBezTo>
                  <a:cubicBezTo>
                    <a:pt x="26751" y="8697"/>
                    <a:pt x="26741" y="8697"/>
                    <a:pt x="26731" y="8687"/>
                  </a:cubicBezTo>
                  <a:cubicBezTo>
                    <a:pt x="26731" y="8687"/>
                    <a:pt x="26721" y="8687"/>
                    <a:pt x="26721" y="8677"/>
                  </a:cubicBezTo>
                  <a:cubicBezTo>
                    <a:pt x="26711" y="8677"/>
                    <a:pt x="26701" y="8667"/>
                    <a:pt x="26691" y="8667"/>
                  </a:cubicBezTo>
                  <a:lnTo>
                    <a:pt x="26681" y="8667"/>
                  </a:lnTo>
                  <a:cubicBezTo>
                    <a:pt x="25849" y="8216"/>
                    <a:pt x="23401" y="5789"/>
                    <a:pt x="22378" y="5789"/>
                  </a:cubicBezTo>
                  <a:cubicBezTo>
                    <a:pt x="22198" y="5789"/>
                    <a:pt x="22067" y="5869"/>
                    <a:pt x="21987" y="6029"/>
                  </a:cubicBezTo>
                  <a:cubicBezTo>
                    <a:pt x="21967" y="6079"/>
                    <a:pt x="21927" y="6110"/>
                    <a:pt x="21867" y="6110"/>
                  </a:cubicBezTo>
                  <a:cubicBezTo>
                    <a:pt x="21144" y="6110"/>
                    <a:pt x="17784" y="2368"/>
                    <a:pt x="16922" y="2208"/>
                  </a:cubicBezTo>
                  <a:lnTo>
                    <a:pt x="16901" y="2208"/>
                  </a:lnTo>
                  <a:cubicBezTo>
                    <a:pt x="16490" y="2157"/>
                    <a:pt x="16069" y="1897"/>
                    <a:pt x="15587" y="1546"/>
                  </a:cubicBezTo>
                  <a:cubicBezTo>
                    <a:pt x="15457" y="1445"/>
                    <a:pt x="15457" y="1174"/>
                    <a:pt x="15447" y="904"/>
                  </a:cubicBezTo>
                  <a:cubicBezTo>
                    <a:pt x="15076" y="1144"/>
                    <a:pt x="14755" y="1345"/>
                    <a:pt x="14584" y="1405"/>
                  </a:cubicBezTo>
                  <a:cubicBezTo>
                    <a:pt x="14414" y="1465"/>
                    <a:pt x="14294" y="1485"/>
                    <a:pt x="14223" y="1485"/>
                  </a:cubicBezTo>
                  <a:cubicBezTo>
                    <a:pt x="14153" y="1485"/>
                    <a:pt x="14123" y="1455"/>
                    <a:pt x="14123" y="1405"/>
                  </a:cubicBezTo>
                  <a:cubicBezTo>
                    <a:pt x="14123" y="1285"/>
                    <a:pt x="14283" y="1044"/>
                    <a:pt x="14364" y="793"/>
                  </a:cubicBezTo>
                  <a:cubicBezTo>
                    <a:pt x="14444" y="533"/>
                    <a:pt x="14655" y="372"/>
                    <a:pt x="14895" y="212"/>
                  </a:cubicBezTo>
                  <a:cubicBezTo>
                    <a:pt x="14705" y="212"/>
                    <a:pt x="14494" y="252"/>
                    <a:pt x="14294" y="272"/>
                  </a:cubicBezTo>
                  <a:cubicBezTo>
                    <a:pt x="14183" y="292"/>
                    <a:pt x="14083" y="302"/>
                    <a:pt x="13983" y="302"/>
                  </a:cubicBezTo>
                  <a:lnTo>
                    <a:pt x="13973" y="302"/>
                  </a:lnTo>
                  <a:cubicBezTo>
                    <a:pt x="13842" y="302"/>
                    <a:pt x="13722" y="282"/>
                    <a:pt x="13632" y="232"/>
                  </a:cubicBezTo>
                  <a:cubicBezTo>
                    <a:pt x="13280" y="61"/>
                    <a:pt x="13040" y="1"/>
                    <a:pt x="128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3563" name="Google Shape;3563;p25"/>
          <p:cNvSpPr txBox="1">
            <a:spLocks noGrp="1"/>
          </p:cNvSpPr>
          <p:nvPr>
            <p:ph type="title" hasCustomPrompt="1"/>
          </p:nvPr>
        </p:nvSpPr>
        <p:spPr>
          <a:xfrm>
            <a:off x="910527" y="1821613"/>
            <a:ext cx="933900" cy="764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564" name="Google Shape;3564;p25"/>
          <p:cNvSpPr txBox="1">
            <a:spLocks noGrp="1"/>
          </p:cNvSpPr>
          <p:nvPr>
            <p:ph type="subTitle" idx="1"/>
          </p:nvPr>
        </p:nvSpPr>
        <p:spPr>
          <a:xfrm>
            <a:off x="2073013" y="2055989"/>
            <a:ext cx="2317800" cy="5265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65" name="Google Shape;3565;p25"/>
          <p:cNvSpPr txBox="1">
            <a:spLocks noGrp="1"/>
          </p:cNvSpPr>
          <p:nvPr>
            <p:ph type="subTitle" idx="2"/>
          </p:nvPr>
        </p:nvSpPr>
        <p:spPr>
          <a:xfrm>
            <a:off x="2073163" y="3368087"/>
            <a:ext cx="2317800" cy="5265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66" name="Google Shape;3566;p25"/>
          <p:cNvSpPr txBox="1">
            <a:spLocks noGrp="1"/>
          </p:cNvSpPr>
          <p:nvPr>
            <p:ph type="title" idx="3" hasCustomPrompt="1"/>
          </p:nvPr>
        </p:nvSpPr>
        <p:spPr>
          <a:xfrm>
            <a:off x="910680" y="3129738"/>
            <a:ext cx="933900" cy="764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567" name="Google Shape;3567;p25"/>
          <p:cNvSpPr txBox="1">
            <a:spLocks noGrp="1"/>
          </p:cNvSpPr>
          <p:nvPr>
            <p:ph type="subTitle" idx="4"/>
          </p:nvPr>
        </p:nvSpPr>
        <p:spPr>
          <a:xfrm>
            <a:off x="2073018" y="1825425"/>
            <a:ext cx="2317800" cy="379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0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endParaRPr/>
          </a:p>
        </p:txBody>
      </p:sp>
      <p:sp>
        <p:nvSpPr>
          <p:cNvPr id="3568" name="Google Shape;3568;p25"/>
          <p:cNvSpPr txBox="1">
            <a:spLocks noGrp="1"/>
          </p:cNvSpPr>
          <p:nvPr>
            <p:ph type="subTitle" idx="5"/>
          </p:nvPr>
        </p:nvSpPr>
        <p:spPr>
          <a:xfrm>
            <a:off x="2073168" y="3129800"/>
            <a:ext cx="2317800" cy="379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0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endParaRPr/>
          </a:p>
        </p:txBody>
      </p:sp>
      <p:sp>
        <p:nvSpPr>
          <p:cNvPr id="3569" name="Google Shape;3569;p25"/>
          <p:cNvSpPr txBox="1">
            <a:spLocks noGrp="1"/>
          </p:cNvSpPr>
          <p:nvPr>
            <p:ph type="title" idx="6" hasCustomPrompt="1"/>
          </p:nvPr>
        </p:nvSpPr>
        <p:spPr>
          <a:xfrm>
            <a:off x="7299578" y="1821613"/>
            <a:ext cx="933900" cy="764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570" name="Google Shape;3570;p25"/>
          <p:cNvSpPr txBox="1">
            <a:spLocks noGrp="1"/>
          </p:cNvSpPr>
          <p:nvPr>
            <p:ph type="subTitle" idx="7"/>
          </p:nvPr>
        </p:nvSpPr>
        <p:spPr>
          <a:xfrm>
            <a:off x="4753168" y="2055989"/>
            <a:ext cx="2317800" cy="5265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71" name="Google Shape;3571;p25"/>
          <p:cNvSpPr txBox="1">
            <a:spLocks noGrp="1"/>
          </p:cNvSpPr>
          <p:nvPr>
            <p:ph type="subTitle" idx="8"/>
          </p:nvPr>
        </p:nvSpPr>
        <p:spPr>
          <a:xfrm>
            <a:off x="4753168" y="3368038"/>
            <a:ext cx="2317800" cy="5265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72" name="Google Shape;3572;p25"/>
          <p:cNvSpPr txBox="1">
            <a:spLocks noGrp="1"/>
          </p:cNvSpPr>
          <p:nvPr>
            <p:ph type="title" idx="9" hasCustomPrompt="1"/>
          </p:nvPr>
        </p:nvSpPr>
        <p:spPr>
          <a:xfrm>
            <a:off x="7299578" y="3129738"/>
            <a:ext cx="933900" cy="764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573" name="Google Shape;3573;p25"/>
          <p:cNvSpPr txBox="1">
            <a:spLocks noGrp="1"/>
          </p:cNvSpPr>
          <p:nvPr>
            <p:ph type="subTitle" idx="13"/>
          </p:nvPr>
        </p:nvSpPr>
        <p:spPr>
          <a:xfrm>
            <a:off x="4753173" y="1825425"/>
            <a:ext cx="2317800" cy="379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0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endParaRPr/>
          </a:p>
        </p:txBody>
      </p:sp>
      <p:sp>
        <p:nvSpPr>
          <p:cNvPr id="3574" name="Google Shape;3574;p25"/>
          <p:cNvSpPr txBox="1">
            <a:spLocks noGrp="1"/>
          </p:cNvSpPr>
          <p:nvPr>
            <p:ph type="subTitle" idx="14"/>
          </p:nvPr>
        </p:nvSpPr>
        <p:spPr>
          <a:xfrm>
            <a:off x="4753173" y="3129750"/>
            <a:ext cx="2317800" cy="379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0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endParaRPr/>
          </a:p>
        </p:txBody>
      </p:sp>
      <p:grpSp>
        <p:nvGrpSpPr>
          <p:cNvPr id="3575" name="Google Shape;3575;p25"/>
          <p:cNvGrpSpPr/>
          <p:nvPr/>
        </p:nvGrpSpPr>
        <p:grpSpPr>
          <a:xfrm>
            <a:off x="4524488" y="4913850"/>
            <a:ext cx="95025" cy="95025"/>
            <a:chOff x="1926825" y="664875"/>
            <a:chExt cx="95025" cy="95025"/>
          </a:xfrm>
        </p:grpSpPr>
        <p:sp>
          <p:nvSpPr>
            <p:cNvPr id="3576" name="Google Shape;3576;p25"/>
            <p:cNvSpPr/>
            <p:nvPr/>
          </p:nvSpPr>
          <p:spPr>
            <a:xfrm>
              <a:off x="1972350" y="664875"/>
              <a:ext cx="3975" cy="95025"/>
            </a:xfrm>
            <a:custGeom>
              <a:avLst/>
              <a:gdLst/>
              <a:ahLst/>
              <a:cxnLst/>
              <a:rect l="l" t="t" r="r" b="b"/>
              <a:pathLst>
                <a:path w="159" h="3801" extrusionOk="0">
                  <a:moveTo>
                    <a:pt x="86" y="0"/>
                  </a:moveTo>
                  <a:cubicBezTo>
                    <a:pt x="37" y="0"/>
                    <a:pt x="0" y="25"/>
                    <a:pt x="0" y="74"/>
                  </a:cubicBezTo>
                  <a:lnTo>
                    <a:pt x="0" y="3727"/>
                  </a:lnTo>
                  <a:cubicBezTo>
                    <a:pt x="0" y="3764"/>
                    <a:pt x="37" y="3801"/>
                    <a:pt x="86" y="3801"/>
                  </a:cubicBezTo>
                  <a:cubicBezTo>
                    <a:pt x="122" y="3801"/>
                    <a:pt x="159" y="3764"/>
                    <a:pt x="159" y="3727"/>
                  </a:cubicBezTo>
                  <a:lnTo>
                    <a:pt x="159" y="74"/>
                  </a:lnTo>
                  <a:cubicBezTo>
                    <a:pt x="159" y="25"/>
                    <a:pt x="122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77" name="Google Shape;3577;p25"/>
            <p:cNvSpPr/>
            <p:nvPr/>
          </p:nvSpPr>
          <p:spPr>
            <a:xfrm>
              <a:off x="1926825" y="708550"/>
              <a:ext cx="95025" cy="3700"/>
            </a:xfrm>
            <a:custGeom>
              <a:avLst/>
              <a:gdLst/>
              <a:ahLst/>
              <a:cxnLst/>
              <a:rect l="l" t="t" r="r" b="b"/>
              <a:pathLst>
                <a:path w="3801" h="148" extrusionOk="0">
                  <a:moveTo>
                    <a:pt x="74" y="1"/>
                  </a:moveTo>
                  <a:cubicBezTo>
                    <a:pt x="37" y="1"/>
                    <a:pt x="0" y="37"/>
                    <a:pt x="0" y="74"/>
                  </a:cubicBezTo>
                  <a:cubicBezTo>
                    <a:pt x="0" y="123"/>
                    <a:pt x="37" y="147"/>
                    <a:pt x="74" y="147"/>
                  </a:cubicBezTo>
                  <a:lnTo>
                    <a:pt x="3727" y="147"/>
                  </a:lnTo>
                  <a:cubicBezTo>
                    <a:pt x="3764" y="147"/>
                    <a:pt x="3801" y="123"/>
                    <a:pt x="3801" y="74"/>
                  </a:cubicBezTo>
                  <a:cubicBezTo>
                    <a:pt x="3801" y="37"/>
                    <a:pt x="3764" y="1"/>
                    <a:pt x="37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3578" name="Google Shape;3578;p25"/>
          <p:cNvSpPr txBox="1">
            <a:spLocks noGrp="1"/>
          </p:cNvSpPr>
          <p:nvPr>
            <p:ph type="title" idx="15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3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579" name="Google Shape;3579;p25"/>
          <p:cNvGrpSpPr/>
          <p:nvPr/>
        </p:nvGrpSpPr>
        <p:grpSpPr>
          <a:xfrm rot="210135">
            <a:off x="4500529" y="4280229"/>
            <a:ext cx="4319878" cy="935888"/>
            <a:chOff x="4963752" y="4000536"/>
            <a:chExt cx="2501340" cy="541907"/>
          </a:xfrm>
        </p:grpSpPr>
        <p:sp>
          <p:nvSpPr>
            <p:cNvPr id="3580" name="Google Shape;3580;p25"/>
            <p:cNvSpPr/>
            <p:nvPr/>
          </p:nvSpPr>
          <p:spPr>
            <a:xfrm>
              <a:off x="5654130" y="4242777"/>
              <a:ext cx="302221" cy="80900"/>
            </a:xfrm>
            <a:custGeom>
              <a:avLst/>
              <a:gdLst/>
              <a:ahLst/>
              <a:cxnLst/>
              <a:rect l="l" t="t" r="r" b="b"/>
              <a:pathLst>
                <a:path w="6743" h="1805" extrusionOk="0">
                  <a:moveTo>
                    <a:pt x="3531" y="1"/>
                  </a:moveTo>
                  <a:cubicBezTo>
                    <a:pt x="3435" y="1"/>
                    <a:pt x="3356" y="63"/>
                    <a:pt x="3341" y="228"/>
                  </a:cubicBezTo>
                  <a:cubicBezTo>
                    <a:pt x="3310" y="178"/>
                    <a:pt x="3270" y="97"/>
                    <a:pt x="3210" y="77"/>
                  </a:cubicBezTo>
                  <a:cubicBezTo>
                    <a:pt x="3189" y="66"/>
                    <a:pt x="3168" y="60"/>
                    <a:pt x="3146" y="60"/>
                  </a:cubicBezTo>
                  <a:cubicBezTo>
                    <a:pt x="2960" y="60"/>
                    <a:pt x="2757" y="455"/>
                    <a:pt x="2739" y="689"/>
                  </a:cubicBezTo>
                  <a:cubicBezTo>
                    <a:pt x="2679" y="639"/>
                    <a:pt x="2608" y="649"/>
                    <a:pt x="2548" y="629"/>
                  </a:cubicBezTo>
                  <a:cubicBezTo>
                    <a:pt x="2548" y="689"/>
                    <a:pt x="2518" y="739"/>
                    <a:pt x="2528" y="799"/>
                  </a:cubicBezTo>
                  <a:cubicBezTo>
                    <a:pt x="2433" y="745"/>
                    <a:pt x="2320" y="618"/>
                    <a:pt x="2226" y="618"/>
                  </a:cubicBezTo>
                  <a:cubicBezTo>
                    <a:pt x="2181" y="618"/>
                    <a:pt x="2139" y="648"/>
                    <a:pt x="2107" y="729"/>
                  </a:cubicBezTo>
                  <a:cubicBezTo>
                    <a:pt x="2028" y="662"/>
                    <a:pt x="1946" y="607"/>
                    <a:pt x="1872" y="607"/>
                  </a:cubicBezTo>
                  <a:cubicBezTo>
                    <a:pt x="1814" y="607"/>
                    <a:pt x="1760" y="641"/>
                    <a:pt x="1716" y="729"/>
                  </a:cubicBezTo>
                  <a:cubicBezTo>
                    <a:pt x="1655" y="654"/>
                    <a:pt x="1520" y="470"/>
                    <a:pt x="1428" y="470"/>
                  </a:cubicBezTo>
                  <a:cubicBezTo>
                    <a:pt x="1398" y="470"/>
                    <a:pt x="1372" y="489"/>
                    <a:pt x="1354" y="539"/>
                  </a:cubicBezTo>
                  <a:cubicBezTo>
                    <a:pt x="1320" y="445"/>
                    <a:pt x="1273" y="407"/>
                    <a:pt x="1220" y="407"/>
                  </a:cubicBezTo>
                  <a:cubicBezTo>
                    <a:pt x="1166" y="407"/>
                    <a:pt x="1105" y="447"/>
                    <a:pt x="1044" y="509"/>
                  </a:cubicBezTo>
                  <a:cubicBezTo>
                    <a:pt x="953" y="408"/>
                    <a:pt x="893" y="278"/>
                    <a:pt x="763" y="258"/>
                  </a:cubicBezTo>
                  <a:cubicBezTo>
                    <a:pt x="760" y="257"/>
                    <a:pt x="757" y="257"/>
                    <a:pt x="754" y="257"/>
                  </a:cubicBezTo>
                  <a:cubicBezTo>
                    <a:pt x="678" y="257"/>
                    <a:pt x="620" y="381"/>
                    <a:pt x="562" y="448"/>
                  </a:cubicBezTo>
                  <a:cubicBezTo>
                    <a:pt x="527" y="421"/>
                    <a:pt x="494" y="409"/>
                    <a:pt x="463" y="409"/>
                  </a:cubicBezTo>
                  <a:cubicBezTo>
                    <a:pt x="335" y="409"/>
                    <a:pt x="245" y="612"/>
                    <a:pt x="221" y="749"/>
                  </a:cubicBezTo>
                  <a:cubicBezTo>
                    <a:pt x="0" y="890"/>
                    <a:pt x="161" y="1221"/>
                    <a:pt x="341" y="1361"/>
                  </a:cubicBezTo>
                  <a:cubicBezTo>
                    <a:pt x="552" y="1522"/>
                    <a:pt x="893" y="1522"/>
                    <a:pt x="1134" y="1532"/>
                  </a:cubicBezTo>
                  <a:cubicBezTo>
                    <a:pt x="1675" y="1572"/>
                    <a:pt x="2207" y="1702"/>
                    <a:pt x="2749" y="1772"/>
                  </a:cubicBezTo>
                  <a:cubicBezTo>
                    <a:pt x="2920" y="1795"/>
                    <a:pt x="3090" y="1805"/>
                    <a:pt x="3261" y="1805"/>
                  </a:cubicBezTo>
                  <a:cubicBezTo>
                    <a:pt x="3983" y="1805"/>
                    <a:pt x="4707" y="1636"/>
                    <a:pt x="5437" y="1612"/>
                  </a:cubicBezTo>
                  <a:cubicBezTo>
                    <a:pt x="5668" y="1602"/>
                    <a:pt x="6671" y="1652"/>
                    <a:pt x="6711" y="1211"/>
                  </a:cubicBezTo>
                  <a:cubicBezTo>
                    <a:pt x="6742" y="951"/>
                    <a:pt x="6421" y="684"/>
                    <a:pt x="6180" y="684"/>
                  </a:cubicBezTo>
                  <a:cubicBezTo>
                    <a:pt x="6114" y="684"/>
                    <a:pt x="6054" y="704"/>
                    <a:pt x="6009" y="749"/>
                  </a:cubicBezTo>
                  <a:cubicBezTo>
                    <a:pt x="5967" y="642"/>
                    <a:pt x="5872" y="602"/>
                    <a:pt x="5763" y="602"/>
                  </a:cubicBezTo>
                  <a:cubicBezTo>
                    <a:pt x="5586" y="602"/>
                    <a:pt x="5373" y="706"/>
                    <a:pt x="5286" y="799"/>
                  </a:cubicBezTo>
                  <a:cubicBezTo>
                    <a:pt x="5216" y="736"/>
                    <a:pt x="5127" y="693"/>
                    <a:pt x="5042" y="693"/>
                  </a:cubicBezTo>
                  <a:cubicBezTo>
                    <a:pt x="5005" y="693"/>
                    <a:pt x="4969" y="701"/>
                    <a:pt x="4935" y="719"/>
                  </a:cubicBezTo>
                  <a:cubicBezTo>
                    <a:pt x="4888" y="636"/>
                    <a:pt x="4792" y="557"/>
                    <a:pt x="4715" y="557"/>
                  </a:cubicBezTo>
                  <a:cubicBezTo>
                    <a:pt x="4661" y="557"/>
                    <a:pt x="4617" y="596"/>
                    <a:pt x="4604" y="699"/>
                  </a:cubicBezTo>
                  <a:cubicBezTo>
                    <a:pt x="4566" y="544"/>
                    <a:pt x="4454" y="485"/>
                    <a:pt x="4327" y="485"/>
                  </a:cubicBezTo>
                  <a:cubicBezTo>
                    <a:pt x="4290" y="485"/>
                    <a:pt x="4252" y="489"/>
                    <a:pt x="4213" y="498"/>
                  </a:cubicBezTo>
                  <a:cubicBezTo>
                    <a:pt x="4223" y="353"/>
                    <a:pt x="4046" y="227"/>
                    <a:pt x="3926" y="227"/>
                  </a:cubicBezTo>
                  <a:cubicBezTo>
                    <a:pt x="3921" y="227"/>
                    <a:pt x="3917" y="227"/>
                    <a:pt x="3912" y="228"/>
                  </a:cubicBezTo>
                  <a:lnTo>
                    <a:pt x="3932" y="298"/>
                  </a:lnTo>
                  <a:cubicBezTo>
                    <a:pt x="3871" y="151"/>
                    <a:pt x="3680" y="1"/>
                    <a:pt x="35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3581" name="Google Shape;3581;p25"/>
            <p:cNvGrpSpPr/>
            <p:nvPr/>
          </p:nvGrpSpPr>
          <p:grpSpPr>
            <a:xfrm rot="-278360">
              <a:off x="6533282" y="4037668"/>
              <a:ext cx="925757" cy="187175"/>
              <a:chOff x="1255200" y="4115196"/>
              <a:chExt cx="828298" cy="167470"/>
            </a:xfrm>
          </p:grpSpPr>
          <p:sp>
            <p:nvSpPr>
              <p:cNvPr id="3582" name="Google Shape;3582;p25"/>
              <p:cNvSpPr/>
              <p:nvPr/>
            </p:nvSpPr>
            <p:spPr>
              <a:xfrm>
                <a:off x="1806305" y="4141304"/>
                <a:ext cx="203600" cy="110522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2756" extrusionOk="0">
                    <a:moveTo>
                      <a:pt x="4069" y="1"/>
                    </a:moveTo>
                    <a:cubicBezTo>
                      <a:pt x="3971" y="1"/>
                      <a:pt x="3853" y="67"/>
                      <a:pt x="3762" y="224"/>
                    </a:cubicBezTo>
                    <a:cubicBezTo>
                      <a:pt x="3742" y="204"/>
                      <a:pt x="3732" y="174"/>
                      <a:pt x="3712" y="154"/>
                    </a:cubicBezTo>
                    <a:cubicBezTo>
                      <a:pt x="3632" y="224"/>
                      <a:pt x="3562" y="324"/>
                      <a:pt x="3511" y="425"/>
                    </a:cubicBezTo>
                    <a:cubicBezTo>
                      <a:pt x="3478" y="387"/>
                      <a:pt x="3447" y="371"/>
                      <a:pt x="3417" y="371"/>
                    </a:cubicBezTo>
                    <a:cubicBezTo>
                      <a:pt x="3240" y="371"/>
                      <a:pt x="3124" y="949"/>
                      <a:pt x="3090" y="1087"/>
                    </a:cubicBezTo>
                    <a:cubicBezTo>
                      <a:pt x="3054" y="997"/>
                      <a:pt x="2994" y="923"/>
                      <a:pt x="2910" y="923"/>
                    </a:cubicBezTo>
                    <a:cubicBezTo>
                      <a:pt x="2900" y="923"/>
                      <a:pt x="2890" y="924"/>
                      <a:pt x="2879" y="926"/>
                    </a:cubicBezTo>
                    <a:cubicBezTo>
                      <a:pt x="2739" y="966"/>
                      <a:pt x="2719" y="1137"/>
                      <a:pt x="2719" y="1368"/>
                    </a:cubicBezTo>
                    <a:cubicBezTo>
                      <a:pt x="2729" y="1608"/>
                      <a:pt x="2849" y="1699"/>
                      <a:pt x="2859" y="1939"/>
                    </a:cubicBezTo>
                    <a:cubicBezTo>
                      <a:pt x="2830" y="1916"/>
                      <a:pt x="2808" y="1906"/>
                      <a:pt x="2784" y="1906"/>
                    </a:cubicBezTo>
                    <a:cubicBezTo>
                      <a:pt x="2767" y="1906"/>
                      <a:pt x="2750" y="1911"/>
                      <a:pt x="2729" y="1919"/>
                    </a:cubicBezTo>
                    <a:cubicBezTo>
                      <a:pt x="2619" y="1959"/>
                      <a:pt x="2669" y="2030"/>
                      <a:pt x="2639" y="2090"/>
                    </a:cubicBezTo>
                    <a:cubicBezTo>
                      <a:pt x="2619" y="2058"/>
                      <a:pt x="2573" y="2045"/>
                      <a:pt x="2523" y="2045"/>
                    </a:cubicBezTo>
                    <a:cubicBezTo>
                      <a:pt x="2447" y="2045"/>
                      <a:pt x="2362" y="2074"/>
                      <a:pt x="2338" y="2110"/>
                    </a:cubicBezTo>
                    <a:cubicBezTo>
                      <a:pt x="2299" y="1983"/>
                      <a:pt x="2317" y="1829"/>
                      <a:pt x="2208" y="1829"/>
                    </a:cubicBezTo>
                    <a:cubicBezTo>
                      <a:pt x="2204" y="1829"/>
                      <a:pt x="2201" y="1829"/>
                      <a:pt x="2197" y="1829"/>
                    </a:cubicBezTo>
                    <a:cubicBezTo>
                      <a:pt x="2188" y="1829"/>
                      <a:pt x="2179" y="1830"/>
                      <a:pt x="2170" y="1830"/>
                    </a:cubicBezTo>
                    <a:cubicBezTo>
                      <a:pt x="2060" y="1830"/>
                      <a:pt x="1957" y="1804"/>
                      <a:pt x="1870" y="1804"/>
                    </a:cubicBezTo>
                    <a:cubicBezTo>
                      <a:pt x="1776" y="1804"/>
                      <a:pt x="1701" y="1834"/>
                      <a:pt x="1656" y="1959"/>
                    </a:cubicBezTo>
                    <a:cubicBezTo>
                      <a:pt x="1568" y="1928"/>
                      <a:pt x="1454" y="1882"/>
                      <a:pt x="1357" y="1882"/>
                    </a:cubicBezTo>
                    <a:cubicBezTo>
                      <a:pt x="1265" y="1882"/>
                      <a:pt x="1189" y="1923"/>
                      <a:pt x="1164" y="2060"/>
                    </a:cubicBezTo>
                    <a:cubicBezTo>
                      <a:pt x="1023" y="1978"/>
                      <a:pt x="942" y="1929"/>
                      <a:pt x="868" y="1929"/>
                    </a:cubicBezTo>
                    <a:cubicBezTo>
                      <a:pt x="779" y="1929"/>
                      <a:pt x="701" y="2000"/>
                      <a:pt x="542" y="2170"/>
                    </a:cubicBezTo>
                    <a:cubicBezTo>
                      <a:pt x="468" y="2111"/>
                      <a:pt x="401" y="2086"/>
                      <a:pt x="341" y="2086"/>
                    </a:cubicBezTo>
                    <a:cubicBezTo>
                      <a:pt x="167" y="2086"/>
                      <a:pt x="53" y="2299"/>
                      <a:pt x="1" y="2501"/>
                    </a:cubicBezTo>
                    <a:cubicBezTo>
                      <a:pt x="161" y="2601"/>
                      <a:pt x="282" y="2672"/>
                      <a:pt x="582" y="2712"/>
                    </a:cubicBezTo>
                    <a:cubicBezTo>
                      <a:pt x="738" y="2732"/>
                      <a:pt x="893" y="2739"/>
                      <a:pt x="1050" y="2739"/>
                    </a:cubicBezTo>
                    <a:cubicBezTo>
                      <a:pt x="1207" y="2739"/>
                      <a:pt x="1365" y="2732"/>
                      <a:pt x="1525" y="2722"/>
                    </a:cubicBezTo>
                    <a:cubicBezTo>
                      <a:pt x="1556" y="2721"/>
                      <a:pt x="1586" y="2721"/>
                      <a:pt x="1617" y="2721"/>
                    </a:cubicBezTo>
                    <a:cubicBezTo>
                      <a:pt x="1920" y="2721"/>
                      <a:pt x="2218" y="2756"/>
                      <a:pt x="2520" y="2756"/>
                    </a:cubicBezTo>
                    <a:cubicBezTo>
                      <a:pt x="2576" y="2756"/>
                      <a:pt x="2632" y="2755"/>
                      <a:pt x="2689" y="2752"/>
                    </a:cubicBezTo>
                    <a:cubicBezTo>
                      <a:pt x="3221" y="2732"/>
                      <a:pt x="3722" y="2531"/>
                      <a:pt x="4244" y="2501"/>
                    </a:cubicBezTo>
                    <a:cubicBezTo>
                      <a:pt x="4424" y="2491"/>
                      <a:pt x="5076" y="2491"/>
                      <a:pt x="4916" y="2150"/>
                    </a:cubicBezTo>
                    <a:cubicBezTo>
                      <a:pt x="4956" y="2140"/>
                      <a:pt x="4996" y="2090"/>
                      <a:pt x="5036" y="2080"/>
                    </a:cubicBezTo>
                    <a:cubicBezTo>
                      <a:pt x="4956" y="1969"/>
                      <a:pt x="4815" y="1849"/>
                      <a:pt x="4765" y="1759"/>
                    </a:cubicBezTo>
                    <a:cubicBezTo>
                      <a:pt x="4765" y="1759"/>
                      <a:pt x="4795" y="1659"/>
                      <a:pt x="4775" y="1628"/>
                    </a:cubicBezTo>
                    <a:cubicBezTo>
                      <a:pt x="4765" y="1598"/>
                      <a:pt x="4615" y="1508"/>
                      <a:pt x="4575" y="1478"/>
                    </a:cubicBezTo>
                    <a:lnTo>
                      <a:pt x="4575" y="1478"/>
                    </a:lnTo>
                    <a:cubicBezTo>
                      <a:pt x="4588" y="1480"/>
                      <a:pt x="4600" y="1480"/>
                      <a:pt x="4611" y="1480"/>
                    </a:cubicBezTo>
                    <a:cubicBezTo>
                      <a:pt x="4803" y="1480"/>
                      <a:pt x="4697" y="1244"/>
                      <a:pt x="4555" y="1187"/>
                    </a:cubicBezTo>
                    <a:cubicBezTo>
                      <a:pt x="4728" y="1007"/>
                      <a:pt x="4534" y="916"/>
                      <a:pt x="4363" y="916"/>
                    </a:cubicBezTo>
                    <a:cubicBezTo>
                      <a:pt x="4306" y="916"/>
                      <a:pt x="4251" y="926"/>
                      <a:pt x="4214" y="946"/>
                    </a:cubicBezTo>
                    <a:cubicBezTo>
                      <a:pt x="4314" y="816"/>
                      <a:pt x="4234" y="615"/>
                      <a:pt x="4123" y="525"/>
                    </a:cubicBezTo>
                    <a:cubicBezTo>
                      <a:pt x="4372" y="231"/>
                      <a:pt x="4254" y="1"/>
                      <a:pt x="4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583" name="Google Shape;3583;p25"/>
              <p:cNvSpPr/>
              <p:nvPr/>
            </p:nvSpPr>
            <p:spPr>
              <a:xfrm>
                <a:off x="1807508" y="4214252"/>
                <a:ext cx="79684" cy="22538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62" extrusionOk="0">
                    <a:moveTo>
                      <a:pt x="1987" y="0"/>
                    </a:moveTo>
                    <a:cubicBezTo>
                      <a:pt x="1956" y="7"/>
                      <a:pt x="1924" y="8"/>
                      <a:pt x="1893" y="8"/>
                    </a:cubicBezTo>
                    <a:cubicBezTo>
                      <a:pt x="1873" y="8"/>
                      <a:pt x="1853" y="7"/>
                      <a:pt x="1833" y="7"/>
                    </a:cubicBezTo>
                    <a:cubicBezTo>
                      <a:pt x="1744" y="7"/>
                      <a:pt x="1664" y="18"/>
                      <a:pt x="1626" y="140"/>
                    </a:cubicBezTo>
                    <a:cubicBezTo>
                      <a:pt x="1538" y="109"/>
                      <a:pt x="1424" y="63"/>
                      <a:pt x="1327" y="63"/>
                    </a:cubicBezTo>
                    <a:cubicBezTo>
                      <a:pt x="1235" y="63"/>
                      <a:pt x="1159" y="104"/>
                      <a:pt x="1134" y="241"/>
                    </a:cubicBezTo>
                    <a:cubicBezTo>
                      <a:pt x="993" y="159"/>
                      <a:pt x="912" y="110"/>
                      <a:pt x="838" y="110"/>
                    </a:cubicBezTo>
                    <a:cubicBezTo>
                      <a:pt x="749" y="110"/>
                      <a:pt x="671" y="181"/>
                      <a:pt x="512" y="351"/>
                    </a:cubicBezTo>
                    <a:cubicBezTo>
                      <a:pt x="436" y="290"/>
                      <a:pt x="368" y="265"/>
                      <a:pt x="306" y="265"/>
                    </a:cubicBezTo>
                    <a:cubicBezTo>
                      <a:pt x="166" y="265"/>
                      <a:pt x="64" y="401"/>
                      <a:pt x="1" y="562"/>
                    </a:cubicBezTo>
                    <a:cubicBezTo>
                      <a:pt x="50" y="477"/>
                      <a:pt x="120" y="421"/>
                      <a:pt x="203" y="421"/>
                    </a:cubicBezTo>
                    <a:cubicBezTo>
                      <a:pt x="237" y="421"/>
                      <a:pt x="274" y="431"/>
                      <a:pt x="312" y="451"/>
                    </a:cubicBezTo>
                    <a:cubicBezTo>
                      <a:pt x="352" y="472"/>
                      <a:pt x="368" y="480"/>
                      <a:pt x="379" y="480"/>
                    </a:cubicBezTo>
                    <a:cubicBezTo>
                      <a:pt x="394" y="480"/>
                      <a:pt x="398" y="461"/>
                      <a:pt x="452" y="431"/>
                    </a:cubicBezTo>
                    <a:cubicBezTo>
                      <a:pt x="477" y="416"/>
                      <a:pt x="507" y="406"/>
                      <a:pt x="534" y="406"/>
                    </a:cubicBezTo>
                    <a:cubicBezTo>
                      <a:pt x="560" y="406"/>
                      <a:pt x="583" y="416"/>
                      <a:pt x="593" y="441"/>
                    </a:cubicBezTo>
                    <a:cubicBezTo>
                      <a:pt x="625" y="344"/>
                      <a:pt x="707" y="293"/>
                      <a:pt x="788" y="293"/>
                    </a:cubicBezTo>
                    <a:cubicBezTo>
                      <a:pt x="833" y="293"/>
                      <a:pt x="878" y="309"/>
                      <a:pt x="914" y="341"/>
                    </a:cubicBezTo>
                    <a:cubicBezTo>
                      <a:pt x="931" y="303"/>
                      <a:pt x="953" y="290"/>
                      <a:pt x="978" y="290"/>
                    </a:cubicBezTo>
                    <a:cubicBezTo>
                      <a:pt x="1011" y="290"/>
                      <a:pt x="1049" y="314"/>
                      <a:pt x="1084" y="331"/>
                    </a:cubicBezTo>
                    <a:cubicBezTo>
                      <a:pt x="1106" y="348"/>
                      <a:pt x="1122" y="358"/>
                      <a:pt x="1137" y="358"/>
                    </a:cubicBezTo>
                    <a:cubicBezTo>
                      <a:pt x="1157" y="358"/>
                      <a:pt x="1176" y="341"/>
                      <a:pt x="1204" y="301"/>
                    </a:cubicBezTo>
                    <a:cubicBezTo>
                      <a:pt x="1245" y="241"/>
                      <a:pt x="1245" y="201"/>
                      <a:pt x="1315" y="181"/>
                    </a:cubicBezTo>
                    <a:cubicBezTo>
                      <a:pt x="1328" y="178"/>
                      <a:pt x="1341" y="176"/>
                      <a:pt x="1352" y="176"/>
                    </a:cubicBezTo>
                    <a:cubicBezTo>
                      <a:pt x="1417" y="176"/>
                      <a:pt x="1451" y="223"/>
                      <a:pt x="1485" y="291"/>
                    </a:cubicBezTo>
                    <a:cubicBezTo>
                      <a:pt x="1498" y="276"/>
                      <a:pt x="1511" y="270"/>
                      <a:pt x="1525" y="270"/>
                    </a:cubicBezTo>
                    <a:cubicBezTo>
                      <a:pt x="1562" y="270"/>
                      <a:pt x="1602" y="312"/>
                      <a:pt x="1638" y="312"/>
                    </a:cubicBezTo>
                    <a:cubicBezTo>
                      <a:pt x="1640" y="312"/>
                      <a:pt x="1643" y="312"/>
                      <a:pt x="1646" y="311"/>
                    </a:cubicBezTo>
                    <a:cubicBezTo>
                      <a:pt x="1706" y="301"/>
                      <a:pt x="1706" y="261"/>
                      <a:pt x="1716" y="211"/>
                    </a:cubicBezTo>
                    <a:cubicBezTo>
                      <a:pt x="1746" y="140"/>
                      <a:pt x="1776" y="40"/>
                      <a:pt x="1856" y="40"/>
                    </a:cubicBezTo>
                    <a:cubicBezTo>
                      <a:pt x="1861" y="39"/>
                      <a:pt x="1865" y="39"/>
                      <a:pt x="1869" y="39"/>
                    </a:cubicBezTo>
                    <a:cubicBezTo>
                      <a:pt x="1895" y="39"/>
                      <a:pt x="1907" y="62"/>
                      <a:pt x="1927" y="62"/>
                    </a:cubicBezTo>
                    <a:cubicBezTo>
                      <a:pt x="1930" y="62"/>
                      <a:pt x="1933" y="61"/>
                      <a:pt x="1937" y="60"/>
                    </a:cubicBezTo>
                    <a:cubicBezTo>
                      <a:pt x="1967" y="50"/>
                      <a:pt x="1977" y="20"/>
                      <a:pt x="19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584" name="Google Shape;3584;p25"/>
              <p:cNvSpPr/>
              <p:nvPr/>
            </p:nvSpPr>
            <p:spPr>
              <a:xfrm>
                <a:off x="1915306" y="4141344"/>
                <a:ext cx="63202" cy="59231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1477" extrusionOk="0">
                    <a:moveTo>
                      <a:pt x="1352" y="0"/>
                    </a:moveTo>
                    <a:cubicBezTo>
                      <a:pt x="1253" y="0"/>
                      <a:pt x="1136" y="67"/>
                      <a:pt x="1044" y="223"/>
                    </a:cubicBezTo>
                    <a:cubicBezTo>
                      <a:pt x="1024" y="203"/>
                      <a:pt x="1014" y="173"/>
                      <a:pt x="994" y="153"/>
                    </a:cubicBezTo>
                    <a:cubicBezTo>
                      <a:pt x="914" y="223"/>
                      <a:pt x="844" y="323"/>
                      <a:pt x="793" y="424"/>
                    </a:cubicBezTo>
                    <a:cubicBezTo>
                      <a:pt x="760" y="386"/>
                      <a:pt x="729" y="370"/>
                      <a:pt x="699" y="370"/>
                    </a:cubicBezTo>
                    <a:cubicBezTo>
                      <a:pt x="522" y="370"/>
                      <a:pt x="406" y="948"/>
                      <a:pt x="372" y="1086"/>
                    </a:cubicBezTo>
                    <a:cubicBezTo>
                      <a:pt x="336" y="996"/>
                      <a:pt x="276" y="922"/>
                      <a:pt x="192" y="922"/>
                    </a:cubicBezTo>
                    <a:cubicBezTo>
                      <a:pt x="182" y="922"/>
                      <a:pt x="172" y="923"/>
                      <a:pt x="161" y="925"/>
                    </a:cubicBezTo>
                    <a:cubicBezTo>
                      <a:pt x="21" y="965"/>
                      <a:pt x="1" y="1136"/>
                      <a:pt x="1" y="1367"/>
                    </a:cubicBezTo>
                    <a:cubicBezTo>
                      <a:pt x="1" y="1407"/>
                      <a:pt x="11" y="1437"/>
                      <a:pt x="21" y="1477"/>
                    </a:cubicBezTo>
                    <a:cubicBezTo>
                      <a:pt x="21" y="1377"/>
                      <a:pt x="31" y="1276"/>
                      <a:pt x="81" y="1216"/>
                    </a:cubicBezTo>
                    <a:cubicBezTo>
                      <a:pt x="119" y="1161"/>
                      <a:pt x="148" y="1140"/>
                      <a:pt x="174" y="1140"/>
                    </a:cubicBezTo>
                    <a:cubicBezTo>
                      <a:pt x="235" y="1140"/>
                      <a:pt x="271" y="1264"/>
                      <a:pt x="342" y="1306"/>
                    </a:cubicBezTo>
                    <a:cubicBezTo>
                      <a:pt x="352" y="1276"/>
                      <a:pt x="352" y="1246"/>
                      <a:pt x="362" y="1216"/>
                    </a:cubicBezTo>
                    <a:lnTo>
                      <a:pt x="392" y="1226"/>
                    </a:lnTo>
                    <a:cubicBezTo>
                      <a:pt x="402" y="1196"/>
                      <a:pt x="402" y="1156"/>
                      <a:pt x="432" y="1126"/>
                    </a:cubicBezTo>
                    <a:cubicBezTo>
                      <a:pt x="434" y="1122"/>
                      <a:pt x="437" y="1120"/>
                      <a:pt x="441" y="1120"/>
                    </a:cubicBezTo>
                    <a:cubicBezTo>
                      <a:pt x="451" y="1120"/>
                      <a:pt x="464" y="1132"/>
                      <a:pt x="474" y="1132"/>
                    </a:cubicBezTo>
                    <a:cubicBezTo>
                      <a:pt x="477" y="1132"/>
                      <a:pt x="480" y="1130"/>
                      <a:pt x="482" y="1126"/>
                    </a:cubicBezTo>
                    <a:cubicBezTo>
                      <a:pt x="513" y="1096"/>
                      <a:pt x="492" y="955"/>
                      <a:pt x="492" y="925"/>
                    </a:cubicBezTo>
                    <a:cubicBezTo>
                      <a:pt x="482" y="795"/>
                      <a:pt x="482" y="725"/>
                      <a:pt x="553" y="604"/>
                    </a:cubicBezTo>
                    <a:cubicBezTo>
                      <a:pt x="596" y="534"/>
                      <a:pt x="643" y="498"/>
                      <a:pt x="692" y="498"/>
                    </a:cubicBezTo>
                    <a:cubicBezTo>
                      <a:pt x="734" y="498"/>
                      <a:pt x="778" y="524"/>
                      <a:pt x="823" y="574"/>
                    </a:cubicBezTo>
                    <a:cubicBezTo>
                      <a:pt x="841" y="530"/>
                      <a:pt x="891" y="397"/>
                      <a:pt x="944" y="397"/>
                    </a:cubicBezTo>
                    <a:cubicBezTo>
                      <a:pt x="951" y="397"/>
                      <a:pt x="957" y="399"/>
                      <a:pt x="964" y="404"/>
                    </a:cubicBezTo>
                    <a:cubicBezTo>
                      <a:pt x="1019" y="365"/>
                      <a:pt x="1055" y="265"/>
                      <a:pt x="1111" y="265"/>
                    </a:cubicBezTo>
                    <a:cubicBezTo>
                      <a:pt x="1127" y="265"/>
                      <a:pt x="1144" y="273"/>
                      <a:pt x="1165" y="293"/>
                    </a:cubicBezTo>
                    <a:cubicBezTo>
                      <a:pt x="1205" y="223"/>
                      <a:pt x="1315" y="83"/>
                      <a:pt x="1405" y="83"/>
                    </a:cubicBezTo>
                    <a:cubicBezTo>
                      <a:pt x="1475" y="93"/>
                      <a:pt x="1516" y="193"/>
                      <a:pt x="1536" y="283"/>
                    </a:cubicBezTo>
                    <a:cubicBezTo>
                      <a:pt x="1575" y="113"/>
                      <a:pt x="1480" y="0"/>
                      <a:pt x="13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585" name="Google Shape;3585;p25"/>
              <p:cNvSpPr/>
              <p:nvPr/>
            </p:nvSpPr>
            <p:spPr>
              <a:xfrm>
                <a:off x="1984004" y="4115196"/>
                <a:ext cx="99494" cy="134263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3348" extrusionOk="0">
                    <a:moveTo>
                      <a:pt x="1197" y="0"/>
                    </a:moveTo>
                    <a:cubicBezTo>
                      <a:pt x="1129" y="0"/>
                      <a:pt x="1083" y="158"/>
                      <a:pt x="1046" y="273"/>
                    </a:cubicBezTo>
                    <a:lnTo>
                      <a:pt x="1076" y="364"/>
                    </a:lnTo>
                    <a:cubicBezTo>
                      <a:pt x="896" y="474"/>
                      <a:pt x="886" y="534"/>
                      <a:pt x="956" y="695"/>
                    </a:cubicBezTo>
                    <a:cubicBezTo>
                      <a:pt x="976" y="745"/>
                      <a:pt x="866" y="725"/>
                      <a:pt x="826" y="785"/>
                    </a:cubicBezTo>
                    <a:cubicBezTo>
                      <a:pt x="776" y="845"/>
                      <a:pt x="776" y="996"/>
                      <a:pt x="786" y="1076"/>
                    </a:cubicBezTo>
                    <a:cubicBezTo>
                      <a:pt x="485" y="1126"/>
                      <a:pt x="505" y="1407"/>
                      <a:pt x="575" y="1587"/>
                    </a:cubicBezTo>
                    <a:cubicBezTo>
                      <a:pt x="344" y="1688"/>
                      <a:pt x="625" y="2209"/>
                      <a:pt x="625" y="2410"/>
                    </a:cubicBezTo>
                    <a:cubicBezTo>
                      <a:pt x="224" y="2430"/>
                      <a:pt x="364" y="2691"/>
                      <a:pt x="364" y="2891"/>
                    </a:cubicBezTo>
                    <a:cubicBezTo>
                      <a:pt x="347" y="2889"/>
                      <a:pt x="330" y="2888"/>
                      <a:pt x="314" y="2888"/>
                    </a:cubicBezTo>
                    <a:cubicBezTo>
                      <a:pt x="0" y="2888"/>
                      <a:pt x="79" y="3253"/>
                      <a:pt x="394" y="3262"/>
                    </a:cubicBezTo>
                    <a:cubicBezTo>
                      <a:pt x="394" y="3262"/>
                      <a:pt x="1065" y="3348"/>
                      <a:pt x="1599" y="3348"/>
                    </a:cubicBezTo>
                    <a:cubicBezTo>
                      <a:pt x="1904" y="3348"/>
                      <a:pt x="2164" y="3320"/>
                      <a:pt x="2230" y="3232"/>
                    </a:cubicBezTo>
                    <a:cubicBezTo>
                      <a:pt x="2250" y="3212"/>
                      <a:pt x="2481" y="3112"/>
                      <a:pt x="2300" y="2841"/>
                    </a:cubicBezTo>
                    <a:cubicBezTo>
                      <a:pt x="2260" y="2771"/>
                      <a:pt x="2120" y="2801"/>
                      <a:pt x="2080" y="2721"/>
                    </a:cubicBezTo>
                    <a:cubicBezTo>
                      <a:pt x="2039" y="2620"/>
                      <a:pt x="1989" y="2530"/>
                      <a:pt x="1929" y="2460"/>
                    </a:cubicBezTo>
                    <a:cubicBezTo>
                      <a:pt x="1889" y="2410"/>
                      <a:pt x="1749" y="2420"/>
                      <a:pt x="1749" y="2360"/>
                    </a:cubicBezTo>
                    <a:cubicBezTo>
                      <a:pt x="1738" y="2320"/>
                      <a:pt x="1799" y="2229"/>
                      <a:pt x="1799" y="2189"/>
                    </a:cubicBezTo>
                    <a:cubicBezTo>
                      <a:pt x="1819" y="1908"/>
                      <a:pt x="1688" y="1958"/>
                      <a:pt x="1648" y="1868"/>
                    </a:cubicBezTo>
                    <a:cubicBezTo>
                      <a:pt x="1588" y="1768"/>
                      <a:pt x="1708" y="1768"/>
                      <a:pt x="1618" y="1507"/>
                    </a:cubicBezTo>
                    <a:cubicBezTo>
                      <a:pt x="1608" y="1467"/>
                      <a:pt x="1608" y="1357"/>
                      <a:pt x="1618" y="1236"/>
                    </a:cubicBezTo>
                    <a:cubicBezTo>
                      <a:pt x="1658" y="1016"/>
                      <a:pt x="1518" y="1026"/>
                      <a:pt x="1528" y="945"/>
                    </a:cubicBezTo>
                    <a:cubicBezTo>
                      <a:pt x="1548" y="835"/>
                      <a:pt x="1588" y="775"/>
                      <a:pt x="1458" y="655"/>
                    </a:cubicBezTo>
                    <a:lnTo>
                      <a:pt x="1458" y="655"/>
                    </a:lnTo>
                    <a:cubicBezTo>
                      <a:pt x="1463" y="655"/>
                      <a:pt x="1468" y="655"/>
                      <a:pt x="1473" y="655"/>
                    </a:cubicBezTo>
                    <a:cubicBezTo>
                      <a:pt x="1576" y="655"/>
                      <a:pt x="1449" y="552"/>
                      <a:pt x="1488" y="514"/>
                    </a:cubicBezTo>
                    <a:cubicBezTo>
                      <a:pt x="1461" y="451"/>
                      <a:pt x="1458" y="381"/>
                      <a:pt x="1386" y="381"/>
                    </a:cubicBezTo>
                    <a:cubicBezTo>
                      <a:pt x="1378" y="381"/>
                      <a:pt x="1368" y="382"/>
                      <a:pt x="1357" y="384"/>
                    </a:cubicBezTo>
                    <a:cubicBezTo>
                      <a:pt x="1397" y="344"/>
                      <a:pt x="1317" y="123"/>
                      <a:pt x="1287" y="83"/>
                    </a:cubicBezTo>
                    <a:cubicBezTo>
                      <a:pt x="1254" y="24"/>
                      <a:pt x="1224" y="0"/>
                      <a:pt x="11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586" name="Google Shape;3586;p25"/>
              <p:cNvSpPr/>
              <p:nvPr/>
            </p:nvSpPr>
            <p:spPr>
              <a:xfrm>
                <a:off x="2003815" y="4141023"/>
                <a:ext cx="20974" cy="37857"/>
              </a:xfrm>
              <a:custGeom>
                <a:avLst/>
                <a:gdLst/>
                <a:ahLst/>
                <a:cxnLst/>
                <a:rect l="l" t="t" r="r" b="b"/>
                <a:pathLst>
                  <a:path w="523" h="944" extrusionOk="0">
                    <a:moveTo>
                      <a:pt x="442" y="0"/>
                    </a:moveTo>
                    <a:lnTo>
                      <a:pt x="442" y="0"/>
                    </a:lnTo>
                    <a:cubicBezTo>
                      <a:pt x="452" y="21"/>
                      <a:pt x="452" y="41"/>
                      <a:pt x="462" y="51"/>
                    </a:cubicBezTo>
                    <a:cubicBezTo>
                      <a:pt x="482" y="101"/>
                      <a:pt x="372" y="81"/>
                      <a:pt x="332" y="141"/>
                    </a:cubicBezTo>
                    <a:cubicBezTo>
                      <a:pt x="282" y="201"/>
                      <a:pt x="282" y="352"/>
                      <a:pt x="292" y="432"/>
                    </a:cubicBezTo>
                    <a:cubicBezTo>
                      <a:pt x="1" y="482"/>
                      <a:pt x="11" y="763"/>
                      <a:pt x="81" y="943"/>
                    </a:cubicBezTo>
                    <a:cubicBezTo>
                      <a:pt x="71" y="853"/>
                      <a:pt x="41" y="713"/>
                      <a:pt x="151" y="673"/>
                    </a:cubicBezTo>
                    <a:lnTo>
                      <a:pt x="171" y="683"/>
                    </a:lnTo>
                    <a:cubicBezTo>
                      <a:pt x="171" y="662"/>
                      <a:pt x="151" y="612"/>
                      <a:pt x="181" y="592"/>
                    </a:cubicBezTo>
                    <a:cubicBezTo>
                      <a:pt x="191" y="586"/>
                      <a:pt x="205" y="583"/>
                      <a:pt x="220" y="583"/>
                    </a:cubicBezTo>
                    <a:cubicBezTo>
                      <a:pt x="249" y="583"/>
                      <a:pt x="285" y="592"/>
                      <a:pt x="312" y="592"/>
                    </a:cubicBezTo>
                    <a:cubicBezTo>
                      <a:pt x="312" y="576"/>
                      <a:pt x="333" y="468"/>
                      <a:pt x="369" y="468"/>
                    </a:cubicBezTo>
                    <a:cubicBezTo>
                      <a:pt x="376" y="468"/>
                      <a:pt x="384" y="472"/>
                      <a:pt x="392" y="482"/>
                    </a:cubicBezTo>
                    <a:cubicBezTo>
                      <a:pt x="392" y="455"/>
                      <a:pt x="400" y="306"/>
                      <a:pt x="460" y="306"/>
                    </a:cubicBezTo>
                    <a:cubicBezTo>
                      <a:pt x="467" y="306"/>
                      <a:pt x="474" y="307"/>
                      <a:pt x="482" y="311"/>
                    </a:cubicBezTo>
                    <a:cubicBezTo>
                      <a:pt x="482" y="281"/>
                      <a:pt x="472" y="241"/>
                      <a:pt x="482" y="221"/>
                    </a:cubicBezTo>
                    <a:cubicBezTo>
                      <a:pt x="482" y="201"/>
                      <a:pt x="512" y="191"/>
                      <a:pt x="512" y="181"/>
                    </a:cubicBezTo>
                    <a:cubicBezTo>
                      <a:pt x="522" y="151"/>
                      <a:pt x="512" y="81"/>
                      <a:pt x="502" y="61"/>
                    </a:cubicBezTo>
                    <a:cubicBezTo>
                      <a:pt x="492" y="41"/>
                      <a:pt x="472" y="21"/>
                      <a:pt x="4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587" name="Google Shape;3587;p25"/>
              <p:cNvSpPr/>
              <p:nvPr/>
            </p:nvSpPr>
            <p:spPr>
              <a:xfrm>
                <a:off x="2006622" y="4178841"/>
                <a:ext cx="842" cy="842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1" y="0"/>
                    </a:moveTo>
                    <a:lnTo>
                      <a:pt x="1" y="1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588" name="Google Shape;3588;p25"/>
              <p:cNvSpPr/>
              <p:nvPr/>
            </p:nvSpPr>
            <p:spPr>
              <a:xfrm>
                <a:off x="2024348" y="4115276"/>
                <a:ext cx="7660" cy="1652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412" extrusionOk="0">
                    <a:moveTo>
                      <a:pt x="191" y="1"/>
                    </a:moveTo>
                    <a:cubicBezTo>
                      <a:pt x="121" y="1"/>
                      <a:pt x="81" y="151"/>
                      <a:pt x="40" y="271"/>
                    </a:cubicBezTo>
                    <a:lnTo>
                      <a:pt x="70" y="362"/>
                    </a:lnTo>
                    <a:cubicBezTo>
                      <a:pt x="40" y="382"/>
                      <a:pt x="20" y="392"/>
                      <a:pt x="0" y="412"/>
                    </a:cubicBezTo>
                    <a:lnTo>
                      <a:pt x="10" y="412"/>
                    </a:lnTo>
                    <a:cubicBezTo>
                      <a:pt x="40" y="412"/>
                      <a:pt x="91" y="412"/>
                      <a:pt x="121" y="392"/>
                    </a:cubicBezTo>
                    <a:cubicBezTo>
                      <a:pt x="111" y="372"/>
                      <a:pt x="91" y="362"/>
                      <a:pt x="81" y="342"/>
                    </a:cubicBezTo>
                    <a:cubicBezTo>
                      <a:pt x="70" y="281"/>
                      <a:pt x="141" y="281"/>
                      <a:pt x="191" y="241"/>
                    </a:cubicBezTo>
                    <a:cubicBezTo>
                      <a:pt x="171" y="201"/>
                      <a:pt x="161" y="171"/>
                      <a:pt x="191" y="141"/>
                    </a:cubicBezTo>
                    <a:cubicBezTo>
                      <a:pt x="181" y="121"/>
                      <a:pt x="151" y="101"/>
                      <a:pt x="151" y="81"/>
                    </a:cubicBezTo>
                    <a:cubicBezTo>
                      <a:pt x="141" y="51"/>
                      <a:pt x="161" y="2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589" name="Google Shape;3589;p25"/>
              <p:cNvSpPr/>
              <p:nvPr/>
            </p:nvSpPr>
            <p:spPr>
              <a:xfrm>
                <a:off x="1471238" y="4158708"/>
                <a:ext cx="44233" cy="75433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881" extrusionOk="0">
                    <a:moveTo>
                      <a:pt x="261" y="1"/>
                    </a:moveTo>
                    <a:cubicBezTo>
                      <a:pt x="201" y="61"/>
                      <a:pt x="281" y="111"/>
                      <a:pt x="211" y="171"/>
                    </a:cubicBezTo>
                    <a:lnTo>
                      <a:pt x="171" y="252"/>
                    </a:lnTo>
                    <a:cubicBezTo>
                      <a:pt x="101" y="312"/>
                      <a:pt x="161" y="382"/>
                      <a:pt x="161" y="462"/>
                    </a:cubicBezTo>
                    <a:cubicBezTo>
                      <a:pt x="161" y="552"/>
                      <a:pt x="60" y="643"/>
                      <a:pt x="40" y="723"/>
                    </a:cubicBezTo>
                    <a:cubicBezTo>
                      <a:pt x="20" y="823"/>
                      <a:pt x="40" y="853"/>
                      <a:pt x="70" y="944"/>
                    </a:cubicBezTo>
                    <a:cubicBezTo>
                      <a:pt x="111" y="1054"/>
                      <a:pt x="81" y="1134"/>
                      <a:pt x="40" y="1235"/>
                    </a:cubicBezTo>
                    <a:cubicBezTo>
                      <a:pt x="0" y="1305"/>
                      <a:pt x="20" y="1345"/>
                      <a:pt x="40" y="1425"/>
                    </a:cubicBezTo>
                    <a:cubicBezTo>
                      <a:pt x="60" y="1525"/>
                      <a:pt x="81" y="1576"/>
                      <a:pt x="161" y="1666"/>
                    </a:cubicBezTo>
                    <a:cubicBezTo>
                      <a:pt x="271" y="1716"/>
                      <a:pt x="331" y="1746"/>
                      <a:pt x="422" y="1786"/>
                    </a:cubicBezTo>
                    <a:cubicBezTo>
                      <a:pt x="542" y="1836"/>
                      <a:pt x="702" y="1856"/>
                      <a:pt x="843" y="1877"/>
                    </a:cubicBezTo>
                    <a:cubicBezTo>
                      <a:pt x="867" y="1879"/>
                      <a:pt x="889" y="1881"/>
                      <a:pt x="910" y="1881"/>
                    </a:cubicBezTo>
                    <a:cubicBezTo>
                      <a:pt x="1037" y="1881"/>
                      <a:pt x="1102" y="1827"/>
                      <a:pt x="1094" y="1706"/>
                    </a:cubicBezTo>
                    <a:cubicBezTo>
                      <a:pt x="1084" y="1556"/>
                      <a:pt x="933" y="1415"/>
                      <a:pt x="853" y="1295"/>
                    </a:cubicBezTo>
                    <a:cubicBezTo>
                      <a:pt x="783" y="1194"/>
                      <a:pt x="793" y="1144"/>
                      <a:pt x="763" y="1044"/>
                    </a:cubicBezTo>
                    <a:cubicBezTo>
                      <a:pt x="732" y="944"/>
                      <a:pt x="632" y="934"/>
                      <a:pt x="582" y="843"/>
                    </a:cubicBezTo>
                    <a:cubicBezTo>
                      <a:pt x="542" y="763"/>
                      <a:pt x="542" y="713"/>
                      <a:pt x="472" y="643"/>
                    </a:cubicBezTo>
                    <a:cubicBezTo>
                      <a:pt x="422" y="593"/>
                      <a:pt x="482" y="573"/>
                      <a:pt x="472" y="522"/>
                    </a:cubicBezTo>
                    <a:cubicBezTo>
                      <a:pt x="452" y="482"/>
                      <a:pt x="472" y="452"/>
                      <a:pt x="442" y="422"/>
                    </a:cubicBezTo>
                    <a:cubicBezTo>
                      <a:pt x="432" y="402"/>
                      <a:pt x="391" y="392"/>
                      <a:pt x="371" y="372"/>
                    </a:cubicBezTo>
                    <a:cubicBezTo>
                      <a:pt x="351" y="342"/>
                      <a:pt x="351" y="322"/>
                      <a:pt x="341" y="282"/>
                    </a:cubicBezTo>
                    <a:cubicBezTo>
                      <a:pt x="331" y="242"/>
                      <a:pt x="331" y="171"/>
                      <a:pt x="321" y="121"/>
                    </a:cubicBezTo>
                    <a:cubicBezTo>
                      <a:pt x="311" y="71"/>
                      <a:pt x="271" y="41"/>
                      <a:pt x="2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590" name="Google Shape;3590;p25"/>
              <p:cNvSpPr/>
              <p:nvPr/>
            </p:nvSpPr>
            <p:spPr>
              <a:xfrm>
                <a:off x="1399613" y="4139018"/>
                <a:ext cx="60394" cy="97569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433" extrusionOk="0">
                    <a:moveTo>
                      <a:pt x="573" y="0"/>
                    </a:moveTo>
                    <a:cubicBezTo>
                      <a:pt x="512" y="61"/>
                      <a:pt x="502" y="121"/>
                      <a:pt x="472" y="191"/>
                    </a:cubicBezTo>
                    <a:cubicBezTo>
                      <a:pt x="442" y="251"/>
                      <a:pt x="392" y="331"/>
                      <a:pt x="382" y="412"/>
                    </a:cubicBezTo>
                    <a:cubicBezTo>
                      <a:pt x="372" y="502"/>
                      <a:pt x="382" y="552"/>
                      <a:pt x="352" y="642"/>
                    </a:cubicBezTo>
                    <a:cubicBezTo>
                      <a:pt x="332" y="723"/>
                      <a:pt x="282" y="803"/>
                      <a:pt x="252" y="873"/>
                    </a:cubicBezTo>
                    <a:cubicBezTo>
                      <a:pt x="222" y="973"/>
                      <a:pt x="302" y="1084"/>
                      <a:pt x="252" y="1184"/>
                    </a:cubicBezTo>
                    <a:cubicBezTo>
                      <a:pt x="242" y="1204"/>
                      <a:pt x="191" y="1224"/>
                      <a:pt x="181" y="1254"/>
                    </a:cubicBezTo>
                    <a:cubicBezTo>
                      <a:pt x="161" y="1314"/>
                      <a:pt x="211" y="1364"/>
                      <a:pt x="222" y="1415"/>
                    </a:cubicBezTo>
                    <a:cubicBezTo>
                      <a:pt x="232" y="1495"/>
                      <a:pt x="322" y="1786"/>
                      <a:pt x="211" y="1786"/>
                    </a:cubicBezTo>
                    <a:cubicBezTo>
                      <a:pt x="191" y="1856"/>
                      <a:pt x="211" y="1946"/>
                      <a:pt x="171" y="2016"/>
                    </a:cubicBezTo>
                    <a:cubicBezTo>
                      <a:pt x="156" y="2011"/>
                      <a:pt x="139" y="2011"/>
                      <a:pt x="121" y="2011"/>
                    </a:cubicBezTo>
                    <a:cubicBezTo>
                      <a:pt x="104" y="2011"/>
                      <a:pt x="86" y="2011"/>
                      <a:pt x="71" y="2006"/>
                    </a:cubicBezTo>
                    <a:lnTo>
                      <a:pt x="71" y="2006"/>
                    </a:lnTo>
                    <a:cubicBezTo>
                      <a:pt x="1" y="2077"/>
                      <a:pt x="91" y="2217"/>
                      <a:pt x="151" y="2277"/>
                    </a:cubicBezTo>
                    <a:cubicBezTo>
                      <a:pt x="201" y="2297"/>
                      <a:pt x="292" y="2357"/>
                      <a:pt x="382" y="2368"/>
                    </a:cubicBezTo>
                    <a:cubicBezTo>
                      <a:pt x="492" y="2388"/>
                      <a:pt x="623" y="2388"/>
                      <a:pt x="733" y="2398"/>
                    </a:cubicBezTo>
                    <a:cubicBezTo>
                      <a:pt x="833" y="2407"/>
                      <a:pt x="989" y="2432"/>
                      <a:pt x="1133" y="2432"/>
                    </a:cubicBezTo>
                    <a:cubicBezTo>
                      <a:pt x="1307" y="2432"/>
                      <a:pt x="1463" y="2395"/>
                      <a:pt x="1485" y="2247"/>
                    </a:cubicBezTo>
                    <a:cubicBezTo>
                      <a:pt x="1505" y="2127"/>
                      <a:pt x="1465" y="1956"/>
                      <a:pt x="1395" y="1846"/>
                    </a:cubicBezTo>
                    <a:cubicBezTo>
                      <a:pt x="1345" y="1776"/>
                      <a:pt x="1174" y="1615"/>
                      <a:pt x="1154" y="1535"/>
                    </a:cubicBezTo>
                    <a:cubicBezTo>
                      <a:pt x="1134" y="1475"/>
                      <a:pt x="1204" y="1425"/>
                      <a:pt x="1184" y="1364"/>
                    </a:cubicBezTo>
                    <a:lnTo>
                      <a:pt x="1134" y="1314"/>
                    </a:lnTo>
                    <a:cubicBezTo>
                      <a:pt x="1084" y="1254"/>
                      <a:pt x="994" y="1204"/>
                      <a:pt x="964" y="1134"/>
                    </a:cubicBezTo>
                    <a:cubicBezTo>
                      <a:pt x="914" y="1033"/>
                      <a:pt x="1004" y="1064"/>
                      <a:pt x="1024" y="963"/>
                    </a:cubicBezTo>
                    <a:cubicBezTo>
                      <a:pt x="1034" y="933"/>
                      <a:pt x="984" y="873"/>
                      <a:pt x="984" y="833"/>
                    </a:cubicBezTo>
                    <a:cubicBezTo>
                      <a:pt x="974" y="813"/>
                      <a:pt x="1004" y="793"/>
                      <a:pt x="984" y="753"/>
                    </a:cubicBezTo>
                    <a:cubicBezTo>
                      <a:pt x="964" y="682"/>
                      <a:pt x="914" y="662"/>
                      <a:pt x="904" y="592"/>
                    </a:cubicBezTo>
                    <a:cubicBezTo>
                      <a:pt x="904" y="512"/>
                      <a:pt x="954" y="512"/>
                      <a:pt x="853" y="452"/>
                    </a:cubicBezTo>
                    <a:cubicBezTo>
                      <a:pt x="813" y="422"/>
                      <a:pt x="763" y="432"/>
                      <a:pt x="733" y="392"/>
                    </a:cubicBezTo>
                    <a:cubicBezTo>
                      <a:pt x="693" y="341"/>
                      <a:pt x="753" y="261"/>
                      <a:pt x="643" y="231"/>
                    </a:cubicBezTo>
                    <a:cubicBezTo>
                      <a:pt x="663" y="131"/>
                      <a:pt x="703" y="71"/>
                      <a:pt x="5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591" name="Google Shape;3591;p25"/>
              <p:cNvSpPr/>
              <p:nvPr/>
            </p:nvSpPr>
            <p:spPr>
              <a:xfrm>
                <a:off x="1618459" y="4185498"/>
                <a:ext cx="222489" cy="84656"/>
              </a:xfrm>
              <a:custGeom>
                <a:avLst/>
                <a:gdLst/>
                <a:ahLst/>
                <a:cxnLst/>
                <a:rect l="l" t="t" r="r" b="b"/>
                <a:pathLst>
                  <a:path w="5548" h="2111" extrusionOk="0">
                    <a:moveTo>
                      <a:pt x="2379" y="1"/>
                    </a:moveTo>
                    <a:cubicBezTo>
                      <a:pt x="2247" y="1"/>
                      <a:pt x="2147" y="156"/>
                      <a:pt x="2147" y="316"/>
                    </a:cubicBezTo>
                    <a:cubicBezTo>
                      <a:pt x="2047" y="225"/>
                      <a:pt x="1951" y="171"/>
                      <a:pt x="1870" y="171"/>
                    </a:cubicBezTo>
                    <a:cubicBezTo>
                      <a:pt x="1771" y="171"/>
                      <a:pt x="1694" y="250"/>
                      <a:pt x="1655" y="436"/>
                    </a:cubicBezTo>
                    <a:cubicBezTo>
                      <a:pt x="1655" y="429"/>
                      <a:pt x="1641" y="424"/>
                      <a:pt x="1618" y="424"/>
                    </a:cubicBezTo>
                    <a:cubicBezTo>
                      <a:pt x="1521" y="424"/>
                      <a:pt x="1266" y="505"/>
                      <a:pt x="1314" y="757"/>
                    </a:cubicBezTo>
                    <a:cubicBezTo>
                      <a:pt x="1268" y="746"/>
                      <a:pt x="1229" y="741"/>
                      <a:pt x="1194" y="741"/>
                    </a:cubicBezTo>
                    <a:cubicBezTo>
                      <a:pt x="1101" y="741"/>
                      <a:pt x="1038" y="776"/>
                      <a:pt x="943" y="827"/>
                    </a:cubicBezTo>
                    <a:cubicBezTo>
                      <a:pt x="930" y="831"/>
                      <a:pt x="919" y="832"/>
                      <a:pt x="909" y="832"/>
                    </a:cubicBezTo>
                    <a:cubicBezTo>
                      <a:pt x="884" y="832"/>
                      <a:pt x="865" y="824"/>
                      <a:pt x="844" y="824"/>
                    </a:cubicBezTo>
                    <a:cubicBezTo>
                      <a:pt x="827" y="824"/>
                      <a:pt x="808" y="829"/>
                      <a:pt x="783" y="847"/>
                    </a:cubicBezTo>
                    <a:cubicBezTo>
                      <a:pt x="733" y="878"/>
                      <a:pt x="743" y="1008"/>
                      <a:pt x="662" y="1058"/>
                    </a:cubicBezTo>
                    <a:cubicBezTo>
                      <a:pt x="636" y="1025"/>
                      <a:pt x="607" y="1013"/>
                      <a:pt x="580" y="1013"/>
                    </a:cubicBezTo>
                    <a:cubicBezTo>
                      <a:pt x="515" y="1013"/>
                      <a:pt x="456" y="1083"/>
                      <a:pt x="442" y="1118"/>
                    </a:cubicBezTo>
                    <a:cubicBezTo>
                      <a:pt x="383" y="1087"/>
                      <a:pt x="321" y="1071"/>
                      <a:pt x="262" y="1071"/>
                    </a:cubicBezTo>
                    <a:cubicBezTo>
                      <a:pt x="171" y="1071"/>
                      <a:pt x="89" y="1109"/>
                      <a:pt x="41" y="1188"/>
                    </a:cubicBezTo>
                    <a:cubicBezTo>
                      <a:pt x="0" y="1269"/>
                      <a:pt x="31" y="1289"/>
                      <a:pt x="71" y="1379"/>
                    </a:cubicBezTo>
                    <a:cubicBezTo>
                      <a:pt x="191" y="1600"/>
                      <a:pt x="462" y="1800"/>
                      <a:pt x="652" y="1891"/>
                    </a:cubicBezTo>
                    <a:cubicBezTo>
                      <a:pt x="942" y="2018"/>
                      <a:pt x="1413" y="2110"/>
                      <a:pt x="1776" y="2110"/>
                    </a:cubicBezTo>
                    <a:cubicBezTo>
                      <a:pt x="1840" y="2110"/>
                      <a:pt x="1901" y="2107"/>
                      <a:pt x="1956" y="2101"/>
                    </a:cubicBezTo>
                    <a:cubicBezTo>
                      <a:pt x="2348" y="2051"/>
                      <a:pt x="2719" y="1901"/>
                      <a:pt x="3120" y="1861"/>
                    </a:cubicBezTo>
                    <a:cubicBezTo>
                      <a:pt x="3410" y="1823"/>
                      <a:pt x="3689" y="1803"/>
                      <a:pt x="3974" y="1803"/>
                    </a:cubicBezTo>
                    <a:cubicBezTo>
                      <a:pt x="4073" y="1803"/>
                      <a:pt x="4172" y="1805"/>
                      <a:pt x="4273" y="1810"/>
                    </a:cubicBezTo>
                    <a:cubicBezTo>
                      <a:pt x="4306" y="1811"/>
                      <a:pt x="4342" y="1812"/>
                      <a:pt x="4383" y="1812"/>
                    </a:cubicBezTo>
                    <a:cubicBezTo>
                      <a:pt x="4748" y="1812"/>
                      <a:pt x="5407" y="1755"/>
                      <a:pt x="5497" y="1349"/>
                    </a:cubicBezTo>
                    <a:cubicBezTo>
                      <a:pt x="5547" y="1158"/>
                      <a:pt x="5447" y="1219"/>
                      <a:pt x="5347" y="1098"/>
                    </a:cubicBezTo>
                    <a:cubicBezTo>
                      <a:pt x="5246" y="988"/>
                      <a:pt x="5256" y="737"/>
                      <a:pt x="5116" y="697"/>
                    </a:cubicBezTo>
                    <a:cubicBezTo>
                      <a:pt x="5107" y="694"/>
                      <a:pt x="5097" y="692"/>
                      <a:pt x="5087" y="692"/>
                    </a:cubicBezTo>
                    <a:cubicBezTo>
                      <a:pt x="5034" y="692"/>
                      <a:pt x="4976" y="733"/>
                      <a:pt x="4925" y="767"/>
                    </a:cubicBezTo>
                    <a:cubicBezTo>
                      <a:pt x="4915" y="737"/>
                      <a:pt x="4905" y="687"/>
                      <a:pt x="4915" y="657"/>
                    </a:cubicBezTo>
                    <a:lnTo>
                      <a:pt x="4845" y="657"/>
                    </a:lnTo>
                    <a:cubicBezTo>
                      <a:pt x="4875" y="557"/>
                      <a:pt x="4855" y="547"/>
                      <a:pt x="4805" y="476"/>
                    </a:cubicBezTo>
                    <a:lnTo>
                      <a:pt x="4765" y="516"/>
                    </a:lnTo>
                    <a:cubicBezTo>
                      <a:pt x="4727" y="462"/>
                      <a:pt x="4690" y="440"/>
                      <a:pt x="4657" y="440"/>
                    </a:cubicBezTo>
                    <a:cubicBezTo>
                      <a:pt x="4567" y="440"/>
                      <a:pt x="4501" y="597"/>
                      <a:pt x="4494" y="707"/>
                    </a:cubicBezTo>
                    <a:cubicBezTo>
                      <a:pt x="4414" y="677"/>
                      <a:pt x="4354" y="607"/>
                      <a:pt x="4304" y="536"/>
                    </a:cubicBezTo>
                    <a:lnTo>
                      <a:pt x="4304" y="536"/>
                    </a:lnTo>
                    <a:cubicBezTo>
                      <a:pt x="4307" y="548"/>
                      <a:pt x="4311" y="558"/>
                      <a:pt x="4315" y="567"/>
                    </a:cubicBezTo>
                    <a:lnTo>
                      <a:pt x="4315" y="567"/>
                    </a:lnTo>
                    <a:cubicBezTo>
                      <a:pt x="4283" y="505"/>
                      <a:pt x="4232" y="481"/>
                      <a:pt x="4174" y="481"/>
                    </a:cubicBezTo>
                    <a:cubicBezTo>
                      <a:pt x="4086" y="481"/>
                      <a:pt x="3984" y="536"/>
                      <a:pt x="3912" y="597"/>
                    </a:cubicBezTo>
                    <a:cubicBezTo>
                      <a:pt x="3909" y="504"/>
                      <a:pt x="3863" y="471"/>
                      <a:pt x="3803" y="471"/>
                    </a:cubicBezTo>
                    <a:cubicBezTo>
                      <a:pt x="3700" y="471"/>
                      <a:pt x="3556" y="571"/>
                      <a:pt x="3511" y="647"/>
                    </a:cubicBezTo>
                    <a:cubicBezTo>
                      <a:pt x="3495" y="549"/>
                      <a:pt x="3419" y="498"/>
                      <a:pt x="3338" y="498"/>
                    </a:cubicBezTo>
                    <a:cubicBezTo>
                      <a:pt x="3319" y="498"/>
                      <a:pt x="3299" y="501"/>
                      <a:pt x="3280" y="506"/>
                    </a:cubicBezTo>
                    <a:cubicBezTo>
                      <a:pt x="3369" y="360"/>
                      <a:pt x="3221" y="299"/>
                      <a:pt x="3062" y="299"/>
                    </a:cubicBezTo>
                    <a:cubicBezTo>
                      <a:pt x="2970" y="299"/>
                      <a:pt x="2874" y="319"/>
                      <a:pt x="2819" y="356"/>
                    </a:cubicBezTo>
                    <a:cubicBezTo>
                      <a:pt x="2827" y="248"/>
                      <a:pt x="2713" y="45"/>
                      <a:pt x="2605" y="45"/>
                    </a:cubicBezTo>
                    <a:cubicBezTo>
                      <a:pt x="2582" y="45"/>
                      <a:pt x="2559" y="54"/>
                      <a:pt x="2538" y="75"/>
                    </a:cubicBezTo>
                    <a:cubicBezTo>
                      <a:pt x="2483" y="23"/>
                      <a:pt x="2429" y="1"/>
                      <a:pt x="23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592" name="Google Shape;3592;p25"/>
              <p:cNvSpPr/>
              <p:nvPr/>
            </p:nvSpPr>
            <p:spPr>
              <a:xfrm>
                <a:off x="1439436" y="4198531"/>
                <a:ext cx="71262" cy="43632"/>
              </a:xfrm>
              <a:custGeom>
                <a:avLst/>
                <a:gdLst/>
                <a:ahLst/>
                <a:cxnLst/>
                <a:rect l="l" t="t" r="r" b="b"/>
                <a:pathLst>
                  <a:path w="1777" h="1088" extrusionOk="0">
                    <a:moveTo>
                      <a:pt x="853" y="1"/>
                    </a:moveTo>
                    <a:cubicBezTo>
                      <a:pt x="753" y="1"/>
                      <a:pt x="633" y="171"/>
                      <a:pt x="583" y="232"/>
                    </a:cubicBezTo>
                    <a:cubicBezTo>
                      <a:pt x="522" y="302"/>
                      <a:pt x="472" y="382"/>
                      <a:pt x="402" y="422"/>
                    </a:cubicBezTo>
                    <a:cubicBezTo>
                      <a:pt x="392" y="402"/>
                      <a:pt x="372" y="382"/>
                      <a:pt x="372" y="362"/>
                    </a:cubicBezTo>
                    <a:cubicBezTo>
                      <a:pt x="302" y="402"/>
                      <a:pt x="222" y="452"/>
                      <a:pt x="181" y="512"/>
                    </a:cubicBezTo>
                    <a:cubicBezTo>
                      <a:pt x="171" y="502"/>
                      <a:pt x="161" y="492"/>
                      <a:pt x="151" y="472"/>
                    </a:cubicBezTo>
                    <a:cubicBezTo>
                      <a:pt x="81" y="532"/>
                      <a:pt x="1" y="603"/>
                      <a:pt x="1" y="713"/>
                    </a:cubicBezTo>
                    <a:cubicBezTo>
                      <a:pt x="11" y="753"/>
                      <a:pt x="51" y="884"/>
                      <a:pt x="81" y="984"/>
                    </a:cubicBezTo>
                    <a:cubicBezTo>
                      <a:pt x="129" y="991"/>
                      <a:pt x="176" y="993"/>
                      <a:pt x="223" y="993"/>
                    </a:cubicBezTo>
                    <a:cubicBezTo>
                      <a:pt x="273" y="993"/>
                      <a:pt x="324" y="991"/>
                      <a:pt x="375" y="991"/>
                    </a:cubicBezTo>
                    <a:cubicBezTo>
                      <a:pt x="404" y="991"/>
                      <a:pt x="433" y="992"/>
                      <a:pt x="462" y="994"/>
                    </a:cubicBezTo>
                    <a:cubicBezTo>
                      <a:pt x="621" y="1003"/>
                      <a:pt x="754" y="1065"/>
                      <a:pt x="918" y="1065"/>
                    </a:cubicBezTo>
                    <a:cubicBezTo>
                      <a:pt x="930" y="1065"/>
                      <a:pt x="942" y="1065"/>
                      <a:pt x="954" y="1064"/>
                    </a:cubicBezTo>
                    <a:cubicBezTo>
                      <a:pt x="1104" y="1064"/>
                      <a:pt x="1255" y="1064"/>
                      <a:pt x="1415" y="1074"/>
                    </a:cubicBezTo>
                    <a:cubicBezTo>
                      <a:pt x="1461" y="1074"/>
                      <a:pt x="1536" y="1087"/>
                      <a:pt x="1606" y="1087"/>
                    </a:cubicBezTo>
                    <a:cubicBezTo>
                      <a:pt x="1658" y="1087"/>
                      <a:pt x="1706" y="1080"/>
                      <a:pt x="1736" y="1054"/>
                    </a:cubicBezTo>
                    <a:cubicBezTo>
                      <a:pt x="1776" y="1024"/>
                      <a:pt x="1776" y="994"/>
                      <a:pt x="1776" y="954"/>
                    </a:cubicBezTo>
                    <a:cubicBezTo>
                      <a:pt x="1776" y="894"/>
                      <a:pt x="1756" y="823"/>
                      <a:pt x="1736" y="763"/>
                    </a:cubicBezTo>
                    <a:cubicBezTo>
                      <a:pt x="1712" y="706"/>
                      <a:pt x="1588" y="470"/>
                      <a:pt x="1499" y="470"/>
                    </a:cubicBezTo>
                    <a:cubicBezTo>
                      <a:pt x="1481" y="470"/>
                      <a:pt x="1464" y="480"/>
                      <a:pt x="1450" y="503"/>
                    </a:cubicBezTo>
                    <a:lnTo>
                      <a:pt x="1450" y="503"/>
                    </a:lnTo>
                    <a:cubicBezTo>
                      <a:pt x="1496" y="403"/>
                      <a:pt x="1173" y="412"/>
                      <a:pt x="1114" y="392"/>
                    </a:cubicBezTo>
                    <a:cubicBezTo>
                      <a:pt x="1136" y="348"/>
                      <a:pt x="1105" y="299"/>
                      <a:pt x="1071" y="299"/>
                    </a:cubicBezTo>
                    <a:cubicBezTo>
                      <a:pt x="1061" y="299"/>
                      <a:pt x="1052" y="302"/>
                      <a:pt x="1044" y="310"/>
                    </a:cubicBezTo>
                    <a:lnTo>
                      <a:pt x="1044" y="310"/>
                    </a:lnTo>
                    <a:cubicBezTo>
                      <a:pt x="1110" y="214"/>
                      <a:pt x="940" y="10"/>
                      <a:pt x="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593" name="Google Shape;3593;p25"/>
              <p:cNvSpPr/>
              <p:nvPr/>
            </p:nvSpPr>
            <p:spPr>
              <a:xfrm>
                <a:off x="1307495" y="4187583"/>
                <a:ext cx="87744" cy="42709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1065" extrusionOk="0">
                    <a:moveTo>
                      <a:pt x="979" y="1"/>
                    </a:moveTo>
                    <a:cubicBezTo>
                      <a:pt x="883" y="1"/>
                      <a:pt x="768" y="197"/>
                      <a:pt x="723" y="364"/>
                    </a:cubicBezTo>
                    <a:cubicBezTo>
                      <a:pt x="663" y="344"/>
                      <a:pt x="583" y="284"/>
                      <a:pt x="532" y="234"/>
                    </a:cubicBezTo>
                    <a:cubicBezTo>
                      <a:pt x="502" y="274"/>
                      <a:pt x="482" y="314"/>
                      <a:pt x="442" y="344"/>
                    </a:cubicBezTo>
                    <a:cubicBezTo>
                      <a:pt x="442" y="304"/>
                      <a:pt x="412" y="284"/>
                      <a:pt x="402" y="254"/>
                    </a:cubicBezTo>
                    <a:cubicBezTo>
                      <a:pt x="352" y="274"/>
                      <a:pt x="292" y="294"/>
                      <a:pt x="232" y="294"/>
                    </a:cubicBezTo>
                    <a:cubicBezTo>
                      <a:pt x="229" y="295"/>
                      <a:pt x="226" y="295"/>
                      <a:pt x="224" y="295"/>
                    </a:cubicBezTo>
                    <a:cubicBezTo>
                      <a:pt x="205" y="295"/>
                      <a:pt x="199" y="269"/>
                      <a:pt x="173" y="269"/>
                    </a:cubicBezTo>
                    <a:cubicBezTo>
                      <a:pt x="167" y="269"/>
                      <a:pt x="160" y="270"/>
                      <a:pt x="151" y="274"/>
                    </a:cubicBezTo>
                    <a:cubicBezTo>
                      <a:pt x="51" y="314"/>
                      <a:pt x="1" y="474"/>
                      <a:pt x="51" y="575"/>
                    </a:cubicBezTo>
                    <a:cubicBezTo>
                      <a:pt x="71" y="605"/>
                      <a:pt x="51" y="675"/>
                      <a:pt x="81" y="735"/>
                    </a:cubicBezTo>
                    <a:cubicBezTo>
                      <a:pt x="141" y="846"/>
                      <a:pt x="272" y="846"/>
                      <a:pt x="362" y="866"/>
                    </a:cubicBezTo>
                    <a:cubicBezTo>
                      <a:pt x="700" y="948"/>
                      <a:pt x="1071" y="1064"/>
                      <a:pt x="1427" y="1064"/>
                    </a:cubicBezTo>
                    <a:cubicBezTo>
                      <a:pt x="1504" y="1064"/>
                      <a:pt x="1581" y="1059"/>
                      <a:pt x="1656" y="1046"/>
                    </a:cubicBezTo>
                    <a:cubicBezTo>
                      <a:pt x="1947" y="996"/>
                      <a:pt x="2187" y="755"/>
                      <a:pt x="1856" y="535"/>
                    </a:cubicBezTo>
                    <a:cubicBezTo>
                      <a:pt x="1806" y="505"/>
                      <a:pt x="1696" y="464"/>
                      <a:pt x="1646" y="444"/>
                    </a:cubicBezTo>
                    <a:cubicBezTo>
                      <a:pt x="1606" y="434"/>
                      <a:pt x="1536" y="414"/>
                      <a:pt x="1485" y="384"/>
                    </a:cubicBezTo>
                    <a:cubicBezTo>
                      <a:pt x="1525" y="240"/>
                      <a:pt x="1398" y="207"/>
                      <a:pt x="1274" y="207"/>
                    </a:cubicBezTo>
                    <a:cubicBezTo>
                      <a:pt x="1208" y="207"/>
                      <a:pt x="1143" y="217"/>
                      <a:pt x="1104" y="224"/>
                    </a:cubicBezTo>
                    <a:cubicBezTo>
                      <a:pt x="1079" y="62"/>
                      <a:pt x="1032" y="1"/>
                      <a:pt x="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594" name="Google Shape;3594;p25"/>
              <p:cNvSpPr/>
              <p:nvPr/>
            </p:nvSpPr>
            <p:spPr>
              <a:xfrm>
                <a:off x="1330033" y="4187703"/>
                <a:ext cx="347007" cy="94963"/>
              </a:xfrm>
              <a:custGeom>
                <a:avLst/>
                <a:gdLst/>
                <a:ahLst/>
                <a:cxnLst/>
                <a:rect l="l" t="t" r="r" b="b"/>
                <a:pathLst>
                  <a:path w="8653" h="2368" extrusionOk="0">
                    <a:moveTo>
                      <a:pt x="6049" y="0"/>
                    </a:moveTo>
                    <a:cubicBezTo>
                      <a:pt x="5858" y="90"/>
                      <a:pt x="5598" y="60"/>
                      <a:pt x="5598" y="341"/>
                    </a:cubicBezTo>
                    <a:cubicBezTo>
                      <a:pt x="5578" y="331"/>
                      <a:pt x="5567" y="301"/>
                      <a:pt x="5547" y="291"/>
                    </a:cubicBezTo>
                    <a:cubicBezTo>
                      <a:pt x="5267" y="421"/>
                      <a:pt x="5156" y="502"/>
                      <a:pt x="5126" y="843"/>
                    </a:cubicBezTo>
                    <a:cubicBezTo>
                      <a:pt x="5060" y="722"/>
                      <a:pt x="4954" y="667"/>
                      <a:pt x="4856" y="667"/>
                    </a:cubicBezTo>
                    <a:cubicBezTo>
                      <a:pt x="4716" y="667"/>
                      <a:pt x="4591" y="779"/>
                      <a:pt x="4615" y="973"/>
                    </a:cubicBezTo>
                    <a:cubicBezTo>
                      <a:pt x="4585" y="943"/>
                      <a:pt x="4554" y="913"/>
                      <a:pt x="4534" y="883"/>
                    </a:cubicBezTo>
                    <a:cubicBezTo>
                      <a:pt x="4534" y="953"/>
                      <a:pt x="4484" y="1023"/>
                      <a:pt x="4504" y="1123"/>
                    </a:cubicBezTo>
                    <a:cubicBezTo>
                      <a:pt x="4392" y="1080"/>
                      <a:pt x="4223" y="990"/>
                      <a:pt x="4098" y="990"/>
                    </a:cubicBezTo>
                    <a:cubicBezTo>
                      <a:pt x="4021" y="990"/>
                      <a:pt x="3962" y="1024"/>
                      <a:pt x="3943" y="1123"/>
                    </a:cubicBezTo>
                    <a:cubicBezTo>
                      <a:pt x="3863" y="1038"/>
                      <a:pt x="3710" y="953"/>
                      <a:pt x="3596" y="953"/>
                    </a:cubicBezTo>
                    <a:cubicBezTo>
                      <a:pt x="3521" y="953"/>
                      <a:pt x="3463" y="989"/>
                      <a:pt x="3451" y="1083"/>
                    </a:cubicBezTo>
                    <a:cubicBezTo>
                      <a:pt x="3421" y="973"/>
                      <a:pt x="3381" y="873"/>
                      <a:pt x="3341" y="782"/>
                    </a:cubicBezTo>
                    <a:cubicBezTo>
                      <a:pt x="3180" y="792"/>
                      <a:pt x="3030" y="873"/>
                      <a:pt x="2909" y="983"/>
                    </a:cubicBezTo>
                    <a:cubicBezTo>
                      <a:pt x="2899" y="923"/>
                      <a:pt x="2859" y="893"/>
                      <a:pt x="2849" y="833"/>
                    </a:cubicBezTo>
                    <a:cubicBezTo>
                      <a:pt x="2830" y="839"/>
                      <a:pt x="2811" y="842"/>
                      <a:pt x="2792" y="842"/>
                    </a:cubicBezTo>
                    <a:cubicBezTo>
                      <a:pt x="2706" y="842"/>
                      <a:pt x="2619" y="785"/>
                      <a:pt x="2546" y="785"/>
                    </a:cubicBezTo>
                    <a:cubicBezTo>
                      <a:pt x="2490" y="785"/>
                      <a:pt x="2442" y="818"/>
                      <a:pt x="2408" y="933"/>
                    </a:cubicBezTo>
                    <a:cubicBezTo>
                      <a:pt x="2324" y="789"/>
                      <a:pt x="2180" y="731"/>
                      <a:pt x="2036" y="731"/>
                    </a:cubicBezTo>
                    <a:cubicBezTo>
                      <a:pt x="1939" y="731"/>
                      <a:pt x="1843" y="758"/>
                      <a:pt x="1766" y="802"/>
                    </a:cubicBezTo>
                    <a:cubicBezTo>
                      <a:pt x="1736" y="722"/>
                      <a:pt x="1666" y="672"/>
                      <a:pt x="1636" y="592"/>
                    </a:cubicBezTo>
                    <a:cubicBezTo>
                      <a:pt x="1515" y="602"/>
                      <a:pt x="1445" y="592"/>
                      <a:pt x="1355" y="682"/>
                    </a:cubicBezTo>
                    <a:lnTo>
                      <a:pt x="1274" y="602"/>
                    </a:lnTo>
                    <a:cubicBezTo>
                      <a:pt x="1254" y="612"/>
                      <a:pt x="1234" y="632"/>
                      <a:pt x="1224" y="652"/>
                    </a:cubicBezTo>
                    <a:cubicBezTo>
                      <a:pt x="1194" y="602"/>
                      <a:pt x="1124" y="552"/>
                      <a:pt x="1094" y="512"/>
                    </a:cubicBezTo>
                    <a:cubicBezTo>
                      <a:pt x="1064" y="542"/>
                      <a:pt x="984" y="582"/>
                      <a:pt x="953" y="612"/>
                    </a:cubicBezTo>
                    <a:cubicBezTo>
                      <a:pt x="833" y="431"/>
                      <a:pt x="763" y="351"/>
                      <a:pt x="552" y="351"/>
                    </a:cubicBezTo>
                    <a:cubicBezTo>
                      <a:pt x="492" y="391"/>
                      <a:pt x="452" y="401"/>
                      <a:pt x="402" y="431"/>
                    </a:cubicBezTo>
                    <a:cubicBezTo>
                      <a:pt x="392" y="431"/>
                      <a:pt x="362" y="371"/>
                      <a:pt x="352" y="361"/>
                    </a:cubicBezTo>
                    <a:cubicBezTo>
                      <a:pt x="332" y="411"/>
                      <a:pt x="291" y="461"/>
                      <a:pt x="281" y="512"/>
                    </a:cubicBezTo>
                    <a:cubicBezTo>
                      <a:pt x="221" y="451"/>
                      <a:pt x="151" y="451"/>
                      <a:pt x="111" y="411"/>
                    </a:cubicBezTo>
                    <a:cubicBezTo>
                      <a:pt x="31" y="542"/>
                      <a:pt x="1" y="702"/>
                      <a:pt x="21" y="863"/>
                    </a:cubicBezTo>
                    <a:cubicBezTo>
                      <a:pt x="41" y="1224"/>
                      <a:pt x="1" y="1685"/>
                      <a:pt x="322" y="2006"/>
                    </a:cubicBezTo>
                    <a:cubicBezTo>
                      <a:pt x="582" y="2247"/>
                      <a:pt x="1102" y="2368"/>
                      <a:pt x="1445" y="2368"/>
                    </a:cubicBezTo>
                    <a:cubicBezTo>
                      <a:pt x="1459" y="2368"/>
                      <a:pt x="1472" y="2368"/>
                      <a:pt x="1485" y="2367"/>
                    </a:cubicBezTo>
                    <a:cubicBezTo>
                      <a:pt x="1866" y="2347"/>
                      <a:pt x="2247" y="2277"/>
                      <a:pt x="2639" y="2277"/>
                    </a:cubicBezTo>
                    <a:cubicBezTo>
                      <a:pt x="3086" y="2277"/>
                      <a:pt x="3539" y="2324"/>
                      <a:pt x="3990" y="2324"/>
                    </a:cubicBezTo>
                    <a:cubicBezTo>
                      <a:pt x="4165" y="2324"/>
                      <a:pt x="4340" y="2317"/>
                      <a:pt x="4514" y="2297"/>
                    </a:cubicBezTo>
                    <a:cubicBezTo>
                      <a:pt x="5527" y="2187"/>
                      <a:pt x="6561" y="1816"/>
                      <a:pt x="7564" y="1585"/>
                    </a:cubicBezTo>
                    <a:cubicBezTo>
                      <a:pt x="7864" y="1525"/>
                      <a:pt x="8376" y="1545"/>
                      <a:pt x="8527" y="1254"/>
                    </a:cubicBezTo>
                    <a:cubicBezTo>
                      <a:pt x="8653" y="1025"/>
                      <a:pt x="8537" y="771"/>
                      <a:pt x="8325" y="771"/>
                    </a:cubicBezTo>
                    <a:cubicBezTo>
                      <a:pt x="8268" y="771"/>
                      <a:pt x="8204" y="790"/>
                      <a:pt x="8135" y="833"/>
                    </a:cubicBezTo>
                    <a:cubicBezTo>
                      <a:pt x="8115" y="752"/>
                      <a:pt x="8045" y="722"/>
                      <a:pt x="8015" y="672"/>
                    </a:cubicBezTo>
                    <a:cubicBezTo>
                      <a:pt x="7975" y="692"/>
                      <a:pt x="7955" y="722"/>
                      <a:pt x="7925" y="752"/>
                    </a:cubicBezTo>
                    <a:cubicBezTo>
                      <a:pt x="7925" y="732"/>
                      <a:pt x="7925" y="672"/>
                      <a:pt x="7905" y="652"/>
                    </a:cubicBezTo>
                    <a:cubicBezTo>
                      <a:pt x="7764" y="672"/>
                      <a:pt x="7624" y="722"/>
                      <a:pt x="7503" y="792"/>
                    </a:cubicBezTo>
                    <a:cubicBezTo>
                      <a:pt x="7473" y="772"/>
                      <a:pt x="7373" y="692"/>
                      <a:pt x="7353" y="672"/>
                    </a:cubicBezTo>
                    <a:cubicBezTo>
                      <a:pt x="7403" y="582"/>
                      <a:pt x="7393" y="461"/>
                      <a:pt x="7413" y="361"/>
                    </a:cubicBezTo>
                    <a:lnTo>
                      <a:pt x="7413" y="361"/>
                    </a:lnTo>
                    <a:cubicBezTo>
                      <a:pt x="7182" y="381"/>
                      <a:pt x="6962" y="512"/>
                      <a:pt x="6751" y="562"/>
                    </a:cubicBezTo>
                    <a:cubicBezTo>
                      <a:pt x="6721" y="542"/>
                      <a:pt x="6631" y="481"/>
                      <a:pt x="6611" y="451"/>
                    </a:cubicBezTo>
                    <a:cubicBezTo>
                      <a:pt x="6591" y="471"/>
                      <a:pt x="6581" y="502"/>
                      <a:pt x="6550" y="522"/>
                    </a:cubicBezTo>
                    <a:cubicBezTo>
                      <a:pt x="6664" y="296"/>
                      <a:pt x="6553" y="84"/>
                      <a:pt x="6404" y="84"/>
                    </a:cubicBezTo>
                    <a:cubicBezTo>
                      <a:pt x="6341" y="84"/>
                      <a:pt x="6272" y="122"/>
                      <a:pt x="6209" y="211"/>
                    </a:cubicBezTo>
                    <a:cubicBezTo>
                      <a:pt x="6139" y="70"/>
                      <a:pt x="6169" y="171"/>
                      <a:pt x="6069" y="90"/>
                    </a:cubicBezTo>
                    <a:cubicBezTo>
                      <a:pt x="6059" y="70"/>
                      <a:pt x="6059" y="10"/>
                      <a:pt x="60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595" name="Google Shape;3595;p25"/>
              <p:cNvSpPr/>
              <p:nvPr/>
            </p:nvSpPr>
            <p:spPr>
              <a:xfrm>
                <a:off x="1509858" y="4187703"/>
                <a:ext cx="110242" cy="67452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1682" extrusionOk="0">
                    <a:moveTo>
                      <a:pt x="1565" y="0"/>
                    </a:moveTo>
                    <a:cubicBezTo>
                      <a:pt x="1374" y="90"/>
                      <a:pt x="1114" y="60"/>
                      <a:pt x="1114" y="341"/>
                    </a:cubicBezTo>
                    <a:cubicBezTo>
                      <a:pt x="1094" y="331"/>
                      <a:pt x="1083" y="301"/>
                      <a:pt x="1063" y="291"/>
                    </a:cubicBezTo>
                    <a:cubicBezTo>
                      <a:pt x="783" y="421"/>
                      <a:pt x="672" y="502"/>
                      <a:pt x="642" y="843"/>
                    </a:cubicBezTo>
                    <a:cubicBezTo>
                      <a:pt x="576" y="722"/>
                      <a:pt x="470" y="667"/>
                      <a:pt x="372" y="667"/>
                    </a:cubicBezTo>
                    <a:cubicBezTo>
                      <a:pt x="232" y="667"/>
                      <a:pt x="107" y="779"/>
                      <a:pt x="131" y="973"/>
                    </a:cubicBezTo>
                    <a:cubicBezTo>
                      <a:pt x="101" y="943"/>
                      <a:pt x="70" y="913"/>
                      <a:pt x="50" y="883"/>
                    </a:cubicBezTo>
                    <a:cubicBezTo>
                      <a:pt x="50" y="953"/>
                      <a:pt x="0" y="1023"/>
                      <a:pt x="20" y="1123"/>
                    </a:cubicBezTo>
                    <a:cubicBezTo>
                      <a:pt x="30" y="1194"/>
                      <a:pt x="0" y="1254"/>
                      <a:pt x="10" y="1304"/>
                    </a:cubicBezTo>
                    <a:cubicBezTo>
                      <a:pt x="40" y="1384"/>
                      <a:pt x="60" y="1354"/>
                      <a:pt x="111" y="1414"/>
                    </a:cubicBezTo>
                    <a:cubicBezTo>
                      <a:pt x="161" y="1454"/>
                      <a:pt x="151" y="1515"/>
                      <a:pt x="221" y="1545"/>
                    </a:cubicBezTo>
                    <a:cubicBezTo>
                      <a:pt x="251" y="1560"/>
                      <a:pt x="291" y="1563"/>
                      <a:pt x="336" y="1563"/>
                    </a:cubicBezTo>
                    <a:cubicBezTo>
                      <a:pt x="384" y="1563"/>
                      <a:pt x="437" y="1559"/>
                      <a:pt x="486" y="1559"/>
                    </a:cubicBezTo>
                    <a:cubicBezTo>
                      <a:pt x="513" y="1559"/>
                      <a:pt x="539" y="1560"/>
                      <a:pt x="562" y="1565"/>
                    </a:cubicBezTo>
                    <a:cubicBezTo>
                      <a:pt x="831" y="1626"/>
                      <a:pt x="1153" y="1682"/>
                      <a:pt x="1452" y="1682"/>
                    </a:cubicBezTo>
                    <a:cubicBezTo>
                      <a:pt x="1543" y="1682"/>
                      <a:pt x="1631" y="1677"/>
                      <a:pt x="1715" y="1665"/>
                    </a:cubicBezTo>
                    <a:cubicBezTo>
                      <a:pt x="1796" y="1655"/>
                      <a:pt x="1866" y="1605"/>
                      <a:pt x="1946" y="1595"/>
                    </a:cubicBezTo>
                    <a:cubicBezTo>
                      <a:pt x="1961" y="1593"/>
                      <a:pt x="1977" y="1592"/>
                      <a:pt x="1993" y="1592"/>
                    </a:cubicBezTo>
                    <a:cubicBezTo>
                      <a:pt x="2061" y="1592"/>
                      <a:pt x="2134" y="1607"/>
                      <a:pt x="2207" y="1615"/>
                    </a:cubicBezTo>
                    <a:cubicBezTo>
                      <a:pt x="2387" y="1615"/>
                      <a:pt x="2528" y="1595"/>
                      <a:pt x="2648" y="1454"/>
                    </a:cubicBezTo>
                    <a:cubicBezTo>
                      <a:pt x="2688" y="1404"/>
                      <a:pt x="2749" y="1334"/>
                      <a:pt x="2729" y="1284"/>
                    </a:cubicBezTo>
                    <a:cubicBezTo>
                      <a:pt x="2718" y="1229"/>
                      <a:pt x="2696" y="1219"/>
                      <a:pt x="2668" y="1219"/>
                    </a:cubicBezTo>
                    <a:cubicBezTo>
                      <a:pt x="2653" y="1219"/>
                      <a:pt x="2635" y="1222"/>
                      <a:pt x="2618" y="1222"/>
                    </a:cubicBezTo>
                    <a:cubicBezTo>
                      <a:pt x="2604" y="1222"/>
                      <a:pt x="2591" y="1220"/>
                      <a:pt x="2578" y="1214"/>
                    </a:cubicBezTo>
                    <a:cubicBezTo>
                      <a:pt x="2594" y="1173"/>
                      <a:pt x="2557" y="1138"/>
                      <a:pt x="2521" y="1138"/>
                    </a:cubicBezTo>
                    <a:cubicBezTo>
                      <a:pt x="2513" y="1138"/>
                      <a:pt x="2505" y="1140"/>
                      <a:pt x="2498" y="1143"/>
                    </a:cubicBezTo>
                    <a:cubicBezTo>
                      <a:pt x="2468" y="1103"/>
                      <a:pt x="2448" y="1043"/>
                      <a:pt x="2468" y="993"/>
                    </a:cubicBezTo>
                    <a:cubicBezTo>
                      <a:pt x="2439" y="979"/>
                      <a:pt x="2421" y="965"/>
                      <a:pt x="2399" y="965"/>
                    </a:cubicBezTo>
                    <a:cubicBezTo>
                      <a:pt x="2389" y="965"/>
                      <a:pt x="2379" y="967"/>
                      <a:pt x="2367" y="973"/>
                    </a:cubicBezTo>
                    <a:lnTo>
                      <a:pt x="2387" y="953"/>
                    </a:lnTo>
                    <a:cubicBezTo>
                      <a:pt x="2365" y="927"/>
                      <a:pt x="2344" y="918"/>
                      <a:pt x="2324" y="918"/>
                    </a:cubicBezTo>
                    <a:cubicBezTo>
                      <a:pt x="2283" y="918"/>
                      <a:pt x="2247" y="956"/>
                      <a:pt x="2207" y="963"/>
                    </a:cubicBezTo>
                    <a:cubicBezTo>
                      <a:pt x="2187" y="973"/>
                      <a:pt x="2177" y="993"/>
                      <a:pt x="2157" y="993"/>
                    </a:cubicBezTo>
                    <a:cubicBezTo>
                      <a:pt x="2137" y="993"/>
                      <a:pt x="2087" y="963"/>
                      <a:pt x="2056" y="963"/>
                    </a:cubicBezTo>
                    <a:cubicBezTo>
                      <a:pt x="2117" y="933"/>
                      <a:pt x="2247" y="742"/>
                      <a:pt x="2107" y="732"/>
                    </a:cubicBezTo>
                    <a:cubicBezTo>
                      <a:pt x="2127" y="702"/>
                      <a:pt x="2127" y="682"/>
                      <a:pt x="2157" y="652"/>
                    </a:cubicBezTo>
                    <a:cubicBezTo>
                      <a:pt x="2137" y="612"/>
                      <a:pt x="2087" y="602"/>
                      <a:pt x="2056" y="592"/>
                    </a:cubicBezTo>
                    <a:cubicBezTo>
                      <a:pt x="2077" y="542"/>
                      <a:pt x="2107" y="502"/>
                      <a:pt x="2127" y="461"/>
                    </a:cubicBezTo>
                    <a:lnTo>
                      <a:pt x="2127" y="451"/>
                    </a:lnTo>
                    <a:cubicBezTo>
                      <a:pt x="2107" y="471"/>
                      <a:pt x="2097" y="502"/>
                      <a:pt x="2066" y="522"/>
                    </a:cubicBezTo>
                    <a:cubicBezTo>
                      <a:pt x="2180" y="296"/>
                      <a:pt x="2069" y="84"/>
                      <a:pt x="1920" y="84"/>
                    </a:cubicBezTo>
                    <a:cubicBezTo>
                      <a:pt x="1857" y="84"/>
                      <a:pt x="1788" y="122"/>
                      <a:pt x="1725" y="211"/>
                    </a:cubicBezTo>
                    <a:cubicBezTo>
                      <a:pt x="1655" y="70"/>
                      <a:pt x="1685" y="171"/>
                      <a:pt x="1585" y="90"/>
                    </a:cubicBezTo>
                    <a:cubicBezTo>
                      <a:pt x="1575" y="70"/>
                      <a:pt x="1575" y="10"/>
                      <a:pt x="15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596" name="Google Shape;3596;p25"/>
              <p:cNvSpPr/>
              <p:nvPr/>
            </p:nvSpPr>
            <p:spPr>
              <a:xfrm>
                <a:off x="1255200" y="4198531"/>
                <a:ext cx="110282" cy="67493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683" extrusionOk="0">
                    <a:moveTo>
                      <a:pt x="1566" y="1"/>
                    </a:moveTo>
                    <a:cubicBezTo>
                      <a:pt x="1385" y="101"/>
                      <a:pt x="1124" y="61"/>
                      <a:pt x="1124" y="342"/>
                    </a:cubicBezTo>
                    <a:cubicBezTo>
                      <a:pt x="1104" y="332"/>
                      <a:pt x="1094" y="302"/>
                      <a:pt x="1074" y="302"/>
                    </a:cubicBezTo>
                    <a:cubicBezTo>
                      <a:pt x="793" y="432"/>
                      <a:pt x="683" y="502"/>
                      <a:pt x="643" y="843"/>
                    </a:cubicBezTo>
                    <a:cubicBezTo>
                      <a:pt x="581" y="725"/>
                      <a:pt x="478" y="671"/>
                      <a:pt x="380" y="671"/>
                    </a:cubicBezTo>
                    <a:cubicBezTo>
                      <a:pt x="238" y="671"/>
                      <a:pt x="108" y="784"/>
                      <a:pt x="131" y="974"/>
                    </a:cubicBezTo>
                    <a:cubicBezTo>
                      <a:pt x="111" y="954"/>
                      <a:pt x="81" y="914"/>
                      <a:pt x="61" y="894"/>
                    </a:cubicBezTo>
                    <a:cubicBezTo>
                      <a:pt x="61" y="954"/>
                      <a:pt x="1" y="1034"/>
                      <a:pt x="21" y="1134"/>
                    </a:cubicBezTo>
                    <a:lnTo>
                      <a:pt x="21" y="1124"/>
                    </a:lnTo>
                    <a:lnTo>
                      <a:pt x="21" y="1124"/>
                    </a:lnTo>
                    <a:cubicBezTo>
                      <a:pt x="31" y="1194"/>
                      <a:pt x="11" y="1255"/>
                      <a:pt x="21" y="1305"/>
                    </a:cubicBezTo>
                    <a:cubicBezTo>
                      <a:pt x="51" y="1385"/>
                      <a:pt x="71" y="1355"/>
                      <a:pt x="121" y="1415"/>
                    </a:cubicBezTo>
                    <a:cubicBezTo>
                      <a:pt x="161" y="1455"/>
                      <a:pt x="161" y="1515"/>
                      <a:pt x="222" y="1546"/>
                    </a:cubicBezTo>
                    <a:cubicBezTo>
                      <a:pt x="255" y="1560"/>
                      <a:pt x="298" y="1564"/>
                      <a:pt x="344" y="1564"/>
                    </a:cubicBezTo>
                    <a:cubicBezTo>
                      <a:pt x="394" y="1564"/>
                      <a:pt x="448" y="1560"/>
                      <a:pt x="497" y="1560"/>
                    </a:cubicBezTo>
                    <a:cubicBezTo>
                      <a:pt x="524" y="1560"/>
                      <a:pt x="550" y="1561"/>
                      <a:pt x="573" y="1566"/>
                    </a:cubicBezTo>
                    <a:cubicBezTo>
                      <a:pt x="842" y="1627"/>
                      <a:pt x="1164" y="1683"/>
                      <a:pt x="1462" y="1683"/>
                    </a:cubicBezTo>
                    <a:cubicBezTo>
                      <a:pt x="1553" y="1683"/>
                      <a:pt x="1642" y="1678"/>
                      <a:pt x="1726" y="1666"/>
                    </a:cubicBezTo>
                    <a:cubicBezTo>
                      <a:pt x="1806" y="1656"/>
                      <a:pt x="1877" y="1616"/>
                      <a:pt x="1947" y="1596"/>
                    </a:cubicBezTo>
                    <a:cubicBezTo>
                      <a:pt x="1964" y="1594"/>
                      <a:pt x="1981" y="1593"/>
                      <a:pt x="1998" y="1593"/>
                    </a:cubicBezTo>
                    <a:cubicBezTo>
                      <a:pt x="2071" y="1593"/>
                      <a:pt x="2143" y="1608"/>
                      <a:pt x="2208" y="1616"/>
                    </a:cubicBezTo>
                    <a:cubicBezTo>
                      <a:pt x="2229" y="1617"/>
                      <a:pt x="2250" y="1618"/>
                      <a:pt x="2271" y="1618"/>
                    </a:cubicBezTo>
                    <a:cubicBezTo>
                      <a:pt x="2430" y="1618"/>
                      <a:pt x="2551" y="1580"/>
                      <a:pt x="2649" y="1455"/>
                    </a:cubicBezTo>
                    <a:cubicBezTo>
                      <a:pt x="2689" y="1405"/>
                      <a:pt x="2749" y="1345"/>
                      <a:pt x="2739" y="1285"/>
                    </a:cubicBezTo>
                    <a:cubicBezTo>
                      <a:pt x="2730" y="1232"/>
                      <a:pt x="2709" y="1221"/>
                      <a:pt x="2682" y="1221"/>
                    </a:cubicBezTo>
                    <a:cubicBezTo>
                      <a:pt x="2660" y="1221"/>
                      <a:pt x="2635" y="1228"/>
                      <a:pt x="2608" y="1228"/>
                    </a:cubicBezTo>
                    <a:cubicBezTo>
                      <a:pt x="2599" y="1228"/>
                      <a:pt x="2589" y="1227"/>
                      <a:pt x="2579" y="1225"/>
                    </a:cubicBezTo>
                    <a:cubicBezTo>
                      <a:pt x="2603" y="1175"/>
                      <a:pt x="2567" y="1139"/>
                      <a:pt x="2526" y="1139"/>
                    </a:cubicBezTo>
                    <a:cubicBezTo>
                      <a:pt x="2517" y="1139"/>
                      <a:pt x="2507" y="1141"/>
                      <a:pt x="2498" y="1144"/>
                    </a:cubicBezTo>
                    <a:cubicBezTo>
                      <a:pt x="2468" y="1104"/>
                      <a:pt x="2458" y="1044"/>
                      <a:pt x="2468" y="994"/>
                    </a:cubicBezTo>
                    <a:cubicBezTo>
                      <a:pt x="2449" y="981"/>
                      <a:pt x="2434" y="968"/>
                      <a:pt x="2416" y="968"/>
                    </a:cubicBezTo>
                    <a:cubicBezTo>
                      <a:pt x="2405" y="968"/>
                      <a:pt x="2393" y="973"/>
                      <a:pt x="2378" y="984"/>
                    </a:cubicBezTo>
                    <a:lnTo>
                      <a:pt x="2388" y="954"/>
                    </a:lnTo>
                    <a:cubicBezTo>
                      <a:pt x="2369" y="928"/>
                      <a:pt x="2351" y="919"/>
                      <a:pt x="2333" y="919"/>
                    </a:cubicBezTo>
                    <a:cubicBezTo>
                      <a:pt x="2295" y="919"/>
                      <a:pt x="2258" y="960"/>
                      <a:pt x="2218" y="974"/>
                    </a:cubicBezTo>
                    <a:cubicBezTo>
                      <a:pt x="2198" y="974"/>
                      <a:pt x="2188" y="994"/>
                      <a:pt x="2167" y="994"/>
                    </a:cubicBezTo>
                    <a:cubicBezTo>
                      <a:pt x="2147" y="994"/>
                      <a:pt x="2097" y="964"/>
                      <a:pt x="2067" y="964"/>
                    </a:cubicBezTo>
                    <a:cubicBezTo>
                      <a:pt x="2127" y="934"/>
                      <a:pt x="2258" y="743"/>
                      <a:pt x="2117" y="733"/>
                    </a:cubicBezTo>
                    <a:cubicBezTo>
                      <a:pt x="2137" y="703"/>
                      <a:pt x="2137" y="683"/>
                      <a:pt x="2167" y="653"/>
                    </a:cubicBezTo>
                    <a:cubicBezTo>
                      <a:pt x="2147" y="613"/>
                      <a:pt x="2097" y="603"/>
                      <a:pt x="2057" y="593"/>
                    </a:cubicBezTo>
                    <a:cubicBezTo>
                      <a:pt x="2087" y="542"/>
                      <a:pt x="2107" y="502"/>
                      <a:pt x="2137" y="462"/>
                    </a:cubicBezTo>
                    <a:lnTo>
                      <a:pt x="2127" y="462"/>
                    </a:lnTo>
                    <a:cubicBezTo>
                      <a:pt x="2107" y="482"/>
                      <a:pt x="2107" y="512"/>
                      <a:pt x="2077" y="522"/>
                    </a:cubicBezTo>
                    <a:cubicBezTo>
                      <a:pt x="2189" y="298"/>
                      <a:pt x="2076" y="89"/>
                      <a:pt x="1930" y="89"/>
                    </a:cubicBezTo>
                    <a:cubicBezTo>
                      <a:pt x="1866" y="89"/>
                      <a:pt x="1797" y="128"/>
                      <a:pt x="1736" y="222"/>
                    </a:cubicBezTo>
                    <a:cubicBezTo>
                      <a:pt x="1656" y="71"/>
                      <a:pt x="1696" y="171"/>
                      <a:pt x="1586" y="91"/>
                    </a:cubicBezTo>
                    <a:cubicBezTo>
                      <a:pt x="1586" y="71"/>
                      <a:pt x="1586" y="21"/>
                      <a:pt x="15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597" name="Google Shape;3597;p25"/>
              <p:cNvSpPr/>
              <p:nvPr/>
            </p:nvSpPr>
            <p:spPr>
              <a:xfrm>
                <a:off x="1510259" y="4187703"/>
                <a:ext cx="70019" cy="44273"/>
              </a:xfrm>
              <a:custGeom>
                <a:avLst/>
                <a:gdLst/>
                <a:ahLst/>
                <a:cxnLst/>
                <a:rect l="l" t="t" r="r" b="b"/>
                <a:pathLst>
                  <a:path w="1746" h="1104" extrusionOk="0">
                    <a:moveTo>
                      <a:pt x="1555" y="0"/>
                    </a:moveTo>
                    <a:cubicBezTo>
                      <a:pt x="1364" y="90"/>
                      <a:pt x="1104" y="60"/>
                      <a:pt x="1104" y="341"/>
                    </a:cubicBezTo>
                    <a:cubicBezTo>
                      <a:pt x="1084" y="331"/>
                      <a:pt x="1073" y="301"/>
                      <a:pt x="1053" y="291"/>
                    </a:cubicBezTo>
                    <a:cubicBezTo>
                      <a:pt x="773" y="421"/>
                      <a:pt x="662" y="502"/>
                      <a:pt x="632" y="843"/>
                    </a:cubicBezTo>
                    <a:cubicBezTo>
                      <a:pt x="566" y="722"/>
                      <a:pt x="460" y="667"/>
                      <a:pt x="362" y="667"/>
                    </a:cubicBezTo>
                    <a:cubicBezTo>
                      <a:pt x="222" y="667"/>
                      <a:pt x="97" y="779"/>
                      <a:pt x="121" y="973"/>
                    </a:cubicBezTo>
                    <a:cubicBezTo>
                      <a:pt x="91" y="943"/>
                      <a:pt x="60" y="913"/>
                      <a:pt x="40" y="883"/>
                    </a:cubicBezTo>
                    <a:cubicBezTo>
                      <a:pt x="40" y="943"/>
                      <a:pt x="0" y="1013"/>
                      <a:pt x="0" y="1103"/>
                    </a:cubicBezTo>
                    <a:cubicBezTo>
                      <a:pt x="20" y="1073"/>
                      <a:pt x="50" y="1043"/>
                      <a:pt x="80" y="1023"/>
                    </a:cubicBezTo>
                    <a:cubicBezTo>
                      <a:pt x="103" y="1012"/>
                      <a:pt x="122" y="1007"/>
                      <a:pt x="138" y="1007"/>
                    </a:cubicBezTo>
                    <a:cubicBezTo>
                      <a:pt x="208" y="1007"/>
                      <a:pt x="232" y="1093"/>
                      <a:pt x="321" y="1093"/>
                    </a:cubicBezTo>
                    <a:cubicBezTo>
                      <a:pt x="321" y="993"/>
                      <a:pt x="331" y="933"/>
                      <a:pt x="422" y="893"/>
                    </a:cubicBezTo>
                    <a:cubicBezTo>
                      <a:pt x="432" y="893"/>
                      <a:pt x="452" y="913"/>
                      <a:pt x="472" y="913"/>
                    </a:cubicBezTo>
                    <a:cubicBezTo>
                      <a:pt x="499" y="904"/>
                      <a:pt x="526" y="861"/>
                      <a:pt x="554" y="861"/>
                    </a:cubicBezTo>
                    <a:cubicBezTo>
                      <a:pt x="557" y="861"/>
                      <a:pt x="559" y="862"/>
                      <a:pt x="562" y="863"/>
                    </a:cubicBezTo>
                    <a:cubicBezTo>
                      <a:pt x="599" y="863"/>
                      <a:pt x="593" y="924"/>
                      <a:pt x="633" y="924"/>
                    </a:cubicBezTo>
                    <a:cubicBezTo>
                      <a:pt x="636" y="924"/>
                      <a:pt x="639" y="923"/>
                      <a:pt x="642" y="923"/>
                    </a:cubicBezTo>
                    <a:cubicBezTo>
                      <a:pt x="682" y="913"/>
                      <a:pt x="672" y="802"/>
                      <a:pt x="692" y="762"/>
                    </a:cubicBezTo>
                    <a:cubicBezTo>
                      <a:pt x="742" y="672"/>
                      <a:pt x="853" y="652"/>
                      <a:pt x="923" y="612"/>
                    </a:cubicBezTo>
                    <a:cubicBezTo>
                      <a:pt x="973" y="592"/>
                      <a:pt x="1003" y="542"/>
                      <a:pt x="1073" y="522"/>
                    </a:cubicBezTo>
                    <a:cubicBezTo>
                      <a:pt x="1174" y="502"/>
                      <a:pt x="1174" y="532"/>
                      <a:pt x="1244" y="421"/>
                    </a:cubicBezTo>
                    <a:cubicBezTo>
                      <a:pt x="1267" y="375"/>
                      <a:pt x="1255" y="328"/>
                      <a:pt x="1299" y="328"/>
                    </a:cubicBezTo>
                    <a:cubicBezTo>
                      <a:pt x="1312" y="328"/>
                      <a:pt x="1329" y="332"/>
                      <a:pt x="1354" y="341"/>
                    </a:cubicBezTo>
                    <a:cubicBezTo>
                      <a:pt x="1330" y="242"/>
                      <a:pt x="1386" y="157"/>
                      <a:pt x="1479" y="157"/>
                    </a:cubicBezTo>
                    <a:cubicBezTo>
                      <a:pt x="1499" y="157"/>
                      <a:pt x="1521" y="161"/>
                      <a:pt x="1545" y="171"/>
                    </a:cubicBezTo>
                    <a:cubicBezTo>
                      <a:pt x="1575" y="181"/>
                      <a:pt x="1595" y="221"/>
                      <a:pt x="1635" y="231"/>
                    </a:cubicBezTo>
                    <a:cubicBezTo>
                      <a:pt x="1639" y="233"/>
                      <a:pt x="1645" y="234"/>
                      <a:pt x="1652" y="234"/>
                    </a:cubicBezTo>
                    <a:cubicBezTo>
                      <a:pt x="1669" y="234"/>
                      <a:pt x="1695" y="228"/>
                      <a:pt x="1719" y="228"/>
                    </a:cubicBezTo>
                    <a:cubicBezTo>
                      <a:pt x="1728" y="228"/>
                      <a:pt x="1737" y="229"/>
                      <a:pt x="1746" y="231"/>
                    </a:cubicBezTo>
                    <a:lnTo>
                      <a:pt x="1736" y="191"/>
                    </a:lnTo>
                    <a:lnTo>
                      <a:pt x="1715" y="211"/>
                    </a:lnTo>
                    <a:cubicBezTo>
                      <a:pt x="1645" y="70"/>
                      <a:pt x="1675" y="171"/>
                      <a:pt x="1575" y="90"/>
                    </a:cubicBezTo>
                    <a:cubicBezTo>
                      <a:pt x="1565" y="70"/>
                      <a:pt x="1565" y="10"/>
                      <a:pt x="155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3598" name="Google Shape;3598;p25"/>
            <p:cNvGrpSpPr/>
            <p:nvPr/>
          </p:nvGrpSpPr>
          <p:grpSpPr>
            <a:xfrm rot="-575426">
              <a:off x="4977464" y="4241675"/>
              <a:ext cx="824216" cy="233743"/>
              <a:chOff x="2436564" y="2774658"/>
              <a:chExt cx="737475" cy="209143"/>
            </a:xfrm>
          </p:grpSpPr>
          <p:sp>
            <p:nvSpPr>
              <p:cNvPr id="3599" name="Google Shape;3599;p25"/>
              <p:cNvSpPr/>
              <p:nvPr/>
            </p:nvSpPr>
            <p:spPr>
              <a:xfrm>
                <a:off x="2436564" y="2775028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00" name="Google Shape;3600;p25"/>
              <p:cNvSpPr/>
              <p:nvPr/>
            </p:nvSpPr>
            <p:spPr>
              <a:xfrm rot="-293525">
                <a:off x="2946011" y="2783857"/>
                <a:ext cx="222094" cy="148664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01" name="Google Shape;3601;p25"/>
              <p:cNvSpPr/>
              <p:nvPr/>
            </p:nvSpPr>
            <p:spPr>
              <a:xfrm>
                <a:off x="2530687" y="2788623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02" name="Google Shape;3602;p25"/>
              <p:cNvSpPr/>
              <p:nvPr/>
            </p:nvSpPr>
            <p:spPr>
              <a:xfrm>
                <a:off x="2874784" y="2820106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03" name="Google Shape;3603;p25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3604" name="Google Shape;3604;p25"/>
            <p:cNvGrpSpPr/>
            <p:nvPr/>
          </p:nvGrpSpPr>
          <p:grpSpPr>
            <a:xfrm rot="-263875">
              <a:off x="5836717" y="4098665"/>
              <a:ext cx="813287" cy="233323"/>
              <a:chOff x="2447923" y="2707800"/>
              <a:chExt cx="727715" cy="208774"/>
            </a:xfrm>
          </p:grpSpPr>
          <p:sp>
            <p:nvSpPr>
              <p:cNvPr id="3605" name="Google Shape;3605;p25"/>
              <p:cNvSpPr/>
              <p:nvPr/>
            </p:nvSpPr>
            <p:spPr>
              <a:xfrm>
                <a:off x="2447923" y="2707800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06" name="Google Shape;3606;p25"/>
              <p:cNvSpPr/>
              <p:nvPr/>
            </p:nvSpPr>
            <p:spPr>
              <a:xfrm>
                <a:off x="2953550" y="2749147"/>
                <a:ext cx="222088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07" name="Google Shape;3607;p25"/>
              <p:cNvSpPr/>
              <p:nvPr/>
            </p:nvSpPr>
            <p:spPr>
              <a:xfrm>
                <a:off x="2542046" y="2721395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08" name="Google Shape;3608;p25"/>
              <p:cNvSpPr/>
              <p:nvPr/>
            </p:nvSpPr>
            <p:spPr>
              <a:xfrm>
                <a:off x="2871498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09" name="Google Shape;3609;p25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3610" name="Google Shape;3610;p25"/>
          <p:cNvGrpSpPr/>
          <p:nvPr/>
        </p:nvGrpSpPr>
        <p:grpSpPr>
          <a:xfrm>
            <a:off x="3420803" y="4520104"/>
            <a:ext cx="5754727" cy="1542783"/>
            <a:chOff x="4803729" y="4063251"/>
            <a:chExt cx="4372560" cy="1172238"/>
          </a:xfrm>
        </p:grpSpPr>
        <p:sp>
          <p:nvSpPr>
            <p:cNvPr id="3611" name="Google Shape;3611;p25"/>
            <p:cNvSpPr/>
            <p:nvPr/>
          </p:nvSpPr>
          <p:spPr>
            <a:xfrm flipH="1">
              <a:off x="4803729" y="4106166"/>
              <a:ext cx="4372560" cy="1129323"/>
            </a:xfrm>
            <a:custGeom>
              <a:avLst/>
              <a:gdLst/>
              <a:ahLst/>
              <a:cxnLst/>
              <a:rect l="l" t="t" r="r" b="b"/>
              <a:pathLst>
                <a:path w="63444" h="16386" extrusionOk="0">
                  <a:moveTo>
                    <a:pt x="15553" y="1"/>
                  </a:moveTo>
                  <a:cubicBezTo>
                    <a:pt x="10767" y="1"/>
                    <a:pt x="5589" y="135"/>
                    <a:pt x="1" y="437"/>
                  </a:cubicBezTo>
                  <a:lnTo>
                    <a:pt x="4334" y="16385"/>
                  </a:lnTo>
                  <a:lnTo>
                    <a:pt x="48438" y="15874"/>
                  </a:lnTo>
                  <a:lnTo>
                    <a:pt x="63444" y="6545"/>
                  </a:lnTo>
                  <a:cubicBezTo>
                    <a:pt x="63444" y="6545"/>
                    <a:pt x="51146" y="918"/>
                    <a:pt x="22499" y="96"/>
                  </a:cubicBezTo>
                  <a:cubicBezTo>
                    <a:pt x="21586" y="76"/>
                    <a:pt x="20663" y="56"/>
                    <a:pt x="19721" y="36"/>
                  </a:cubicBezTo>
                  <a:cubicBezTo>
                    <a:pt x="18366" y="13"/>
                    <a:pt x="16977" y="1"/>
                    <a:pt x="15553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lt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3612" name="Google Shape;3612;p25"/>
            <p:cNvGrpSpPr/>
            <p:nvPr/>
          </p:nvGrpSpPr>
          <p:grpSpPr>
            <a:xfrm>
              <a:off x="5160532" y="4063251"/>
              <a:ext cx="3785570" cy="655357"/>
              <a:chOff x="5160532" y="3836864"/>
              <a:chExt cx="3785570" cy="655357"/>
            </a:xfrm>
          </p:grpSpPr>
          <p:sp>
            <p:nvSpPr>
              <p:cNvPr id="3613" name="Google Shape;3613;p25"/>
              <p:cNvSpPr/>
              <p:nvPr/>
            </p:nvSpPr>
            <p:spPr>
              <a:xfrm flipH="1">
                <a:off x="5160532" y="4021428"/>
                <a:ext cx="907056" cy="470793"/>
              </a:xfrm>
              <a:custGeom>
                <a:avLst/>
                <a:gdLst/>
                <a:ahLst/>
                <a:cxnLst/>
                <a:rect l="l" t="t" r="r" b="b"/>
                <a:pathLst>
                  <a:path w="13161" h="6831" extrusionOk="0">
                    <a:moveTo>
                      <a:pt x="1" y="0"/>
                    </a:moveTo>
                    <a:cubicBezTo>
                      <a:pt x="1" y="0"/>
                      <a:pt x="7403" y="2197"/>
                      <a:pt x="11205" y="6831"/>
                    </a:cubicBezTo>
                    <a:lnTo>
                      <a:pt x="13161" y="6069"/>
                    </a:lnTo>
                    <a:cubicBezTo>
                      <a:pt x="12940" y="5778"/>
                      <a:pt x="10172" y="2528"/>
                      <a:pt x="1586" y="8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14" name="Google Shape;3614;p25"/>
              <p:cNvSpPr/>
              <p:nvPr/>
            </p:nvSpPr>
            <p:spPr>
              <a:xfrm flipH="1">
                <a:off x="7283440" y="3858987"/>
                <a:ext cx="273819" cy="298010"/>
              </a:xfrm>
              <a:custGeom>
                <a:avLst/>
                <a:gdLst/>
                <a:ahLst/>
                <a:cxnLst/>
                <a:rect l="l" t="t" r="r" b="b"/>
                <a:pathLst>
                  <a:path w="3973" h="4324" extrusionOk="0">
                    <a:moveTo>
                      <a:pt x="1184" y="0"/>
                    </a:moveTo>
                    <a:lnTo>
                      <a:pt x="0" y="171"/>
                    </a:lnTo>
                    <a:cubicBezTo>
                      <a:pt x="1755" y="1444"/>
                      <a:pt x="1083" y="3972"/>
                      <a:pt x="1083" y="3972"/>
                    </a:cubicBezTo>
                    <a:lnTo>
                      <a:pt x="3772" y="4323"/>
                    </a:lnTo>
                    <a:cubicBezTo>
                      <a:pt x="3972" y="3390"/>
                      <a:pt x="3681" y="2568"/>
                      <a:pt x="3340" y="2006"/>
                    </a:cubicBezTo>
                    <a:cubicBezTo>
                      <a:pt x="2638" y="843"/>
                      <a:pt x="1404" y="0"/>
                      <a:pt x="1184" y="0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15" name="Google Shape;3615;p25"/>
              <p:cNvSpPr/>
              <p:nvPr/>
            </p:nvSpPr>
            <p:spPr>
              <a:xfrm flipH="1">
                <a:off x="6563169" y="3910813"/>
                <a:ext cx="508147" cy="419654"/>
              </a:xfrm>
              <a:custGeom>
                <a:avLst/>
                <a:gdLst/>
                <a:ahLst/>
                <a:cxnLst/>
                <a:rect l="l" t="t" r="r" b="b"/>
                <a:pathLst>
                  <a:path w="7373" h="60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06" y="522"/>
                      <a:pt x="4093" y="3712"/>
                      <a:pt x="4123" y="5467"/>
                    </a:cubicBezTo>
                    <a:lnTo>
                      <a:pt x="7373" y="6089"/>
                    </a:lnTo>
                    <a:cubicBezTo>
                      <a:pt x="7373" y="6089"/>
                      <a:pt x="4695" y="1344"/>
                      <a:pt x="1736" y="16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16" name="Google Shape;3616;p25"/>
              <p:cNvSpPr/>
              <p:nvPr/>
            </p:nvSpPr>
            <p:spPr>
              <a:xfrm flipH="1">
                <a:off x="6198105" y="3919084"/>
                <a:ext cx="643713" cy="526135"/>
              </a:xfrm>
              <a:custGeom>
                <a:avLst/>
                <a:gdLst/>
                <a:ahLst/>
                <a:cxnLst/>
                <a:rect l="l" t="t" r="r" b="b"/>
                <a:pathLst>
                  <a:path w="9340" h="7634" extrusionOk="0">
                    <a:moveTo>
                      <a:pt x="1" y="1"/>
                    </a:moveTo>
                    <a:cubicBezTo>
                      <a:pt x="1315" y="312"/>
                      <a:pt x="5357" y="3742"/>
                      <a:pt x="6581" y="6721"/>
                    </a:cubicBezTo>
                    <a:lnTo>
                      <a:pt x="9339" y="7634"/>
                    </a:lnTo>
                    <a:cubicBezTo>
                      <a:pt x="9339" y="7634"/>
                      <a:pt x="6872" y="2689"/>
                      <a:pt x="1656" y="13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17" name="Google Shape;3617;p25"/>
              <p:cNvSpPr/>
              <p:nvPr/>
            </p:nvSpPr>
            <p:spPr>
              <a:xfrm flipH="1">
                <a:off x="5830354" y="3957127"/>
                <a:ext cx="732895" cy="528203"/>
              </a:xfrm>
              <a:custGeom>
                <a:avLst/>
                <a:gdLst/>
                <a:ahLst/>
                <a:cxnLst/>
                <a:rect l="l" t="t" r="r" b="b"/>
                <a:pathLst>
                  <a:path w="10634" h="766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228" y="582"/>
                      <a:pt x="6862" y="4935"/>
                      <a:pt x="8196" y="7664"/>
                    </a:cubicBezTo>
                    <a:lnTo>
                      <a:pt x="10633" y="7664"/>
                    </a:lnTo>
                    <a:cubicBezTo>
                      <a:pt x="10633" y="7664"/>
                      <a:pt x="7123" y="2909"/>
                      <a:pt x="1987" y="22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18" name="Google Shape;3618;p25"/>
              <p:cNvSpPr/>
              <p:nvPr/>
            </p:nvSpPr>
            <p:spPr>
              <a:xfrm flipH="1">
                <a:off x="5589140" y="3986831"/>
                <a:ext cx="739029" cy="465348"/>
              </a:xfrm>
              <a:custGeom>
                <a:avLst/>
                <a:gdLst/>
                <a:ahLst/>
                <a:cxnLst/>
                <a:rect l="l" t="t" r="r" b="b"/>
                <a:pathLst>
                  <a:path w="10723" h="6752" extrusionOk="0">
                    <a:moveTo>
                      <a:pt x="0" y="1"/>
                    </a:moveTo>
                    <a:cubicBezTo>
                      <a:pt x="1776" y="582"/>
                      <a:pt x="7032" y="3943"/>
                      <a:pt x="8737" y="6751"/>
                    </a:cubicBezTo>
                    <a:lnTo>
                      <a:pt x="10723" y="6360"/>
                    </a:lnTo>
                    <a:cubicBezTo>
                      <a:pt x="10723" y="6360"/>
                      <a:pt x="6330" y="1465"/>
                      <a:pt x="1375" y="1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19" name="Google Shape;3619;p25"/>
              <p:cNvSpPr/>
              <p:nvPr/>
            </p:nvSpPr>
            <p:spPr>
              <a:xfrm flipH="1">
                <a:off x="7573105" y="3836864"/>
                <a:ext cx="217167" cy="292428"/>
              </a:xfrm>
              <a:custGeom>
                <a:avLst/>
                <a:gdLst/>
                <a:ahLst/>
                <a:cxnLst/>
                <a:rect l="l" t="t" r="r" b="b"/>
                <a:pathLst>
                  <a:path w="3151" h="4243" extrusionOk="0">
                    <a:moveTo>
                      <a:pt x="1475" y="0"/>
                    </a:moveTo>
                    <a:cubicBezTo>
                      <a:pt x="1275" y="0"/>
                      <a:pt x="1074" y="151"/>
                      <a:pt x="1044" y="722"/>
                    </a:cubicBezTo>
                    <a:cubicBezTo>
                      <a:pt x="954" y="2117"/>
                      <a:pt x="1" y="3471"/>
                      <a:pt x="1" y="3471"/>
                    </a:cubicBezTo>
                    <a:lnTo>
                      <a:pt x="1876" y="4243"/>
                    </a:lnTo>
                    <a:cubicBezTo>
                      <a:pt x="1876" y="4243"/>
                      <a:pt x="3150" y="2086"/>
                      <a:pt x="1987" y="231"/>
                    </a:cubicBezTo>
                    <a:cubicBezTo>
                      <a:pt x="1987" y="231"/>
                      <a:pt x="1726" y="0"/>
                      <a:pt x="1475" y="0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20" name="Google Shape;3620;p25"/>
              <p:cNvSpPr/>
              <p:nvPr/>
            </p:nvSpPr>
            <p:spPr>
              <a:xfrm flipH="1">
                <a:off x="7789508" y="3849958"/>
                <a:ext cx="255831" cy="207449"/>
              </a:xfrm>
              <a:custGeom>
                <a:avLst/>
                <a:gdLst/>
                <a:ahLst/>
                <a:cxnLst/>
                <a:rect l="l" t="t" r="r" b="b"/>
                <a:pathLst>
                  <a:path w="3712" h="3010" extrusionOk="0">
                    <a:moveTo>
                      <a:pt x="2809" y="1"/>
                    </a:moveTo>
                    <a:cubicBezTo>
                      <a:pt x="2588" y="1"/>
                      <a:pt x="2368" y="41"/>
                      <a:pt x="2187" y="161"/>
                    </a:cubicBezTo>
                    <a:cubicBezTo>
                      <a:pt x="1615" y="532"/>
                      <a:pt x="0" y="2749"/>
                      <a:pt x="0" y="2749"/>
                    </a:cubicBezTo>
                    <a:lnTo>
                      <a:pt x="1796" y="3010"/>
                    </a:lnTo>
                    <a:cubicBezTo>
                      <a:pt x="1796" y="3010"/>
                      <a:pt x="2478" y="1505"/>
                      <a:pt x="3712" y="191"/>
                    </a:cubicBezTo>
                    <a:cubicBezTo>
                      <a:pt x="3712" y="191"/>
                      <a:pt x="3270" y="1"/>
                      <a:pt x="2809" y="1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21" name="Google Shape;3621;p25"/>
              <p:cNvSpPr/>
              <p:nvPr/>
            </p:nvSpPr>
            <p:spPr>
              <a:xfrm flipH="1">
                <a:off x="8024519" y="3851337"/>
                <a:ext cx="308417" cy="181191"/>
              </a:xfrm>
              <a:custGeom>
                <a:avLst/>
                <a:gdLst/>
                <a:ahLst/>
                <a:cxnLst/>
                <a:rect l="l" t="t" r="r" b="b"/>
                <a:pathLst>
                  <a:path w="4475" h="2629" extrusionOk="0">
                    <a:moveTo>
                      <a:pt x="3140" y="1"/>
                    </a:moveTo>
                    <a:cubicBezTo>
                      <a:pt x="3140" y="1"/>
                      <a:pt x="1405" y="934"/>
                      <a:pt x="141" y="2418"/>
                    </a:cubicBezTo>
                    <a:cubicBezTo>
                      <a:pt x="1" y="2579"/>
                      <a:pt x="282" y="2629"/>
                      <a:pt x="673" y="2629"/>
                    </a:cubicBezTo>
                    <a:cubicBezTo>
                      <a:pt x="1315" y="2629"/>
                      <a:pt x="2258" y="2498"/>
                      <a:pt x="2258" y="2498"/>
                    </a:cubicBezTo>
                    <a:cubicBezTo>
                      <a:pt x="3351" y="863"/>
                      <a:pt x="4474" y="91"/>
                      <a:pt x="4474" y="91"/>
                    </a:cubicBezTo>
                    <a:lnTo>
                      <a:pt x="3140" y="1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22" name="Google Shape;3622;p25"/>
              <p:cNvSpPr/>
              <p:nvPr/>
            </p:nvSpPr>
            <p:spPr>
              <a:xfrm flipH="1">
                <a:off x="8525001" y="3881799"/>
                <a:ext cx="421101" cy="132051"/>
              </a:xfrm>
              <a:custGeom>
                <a:avLst/>
                <a:gdLst/>
                <a:ahLst/>
                <a:cxnLst/>
                <a:rect l="l" t="t" r="r" b="b"/>
                <a:pathLst>
                  <a:path w="6110" h="1916" extrusionOk="0">
                    <a:moveTo>
                      <a:pt x="4023" y="0"/>
                    </a:moveTo>
                    <a:cubicBezTo>
                      <a:pt x="4023" y="0"/>
                      <a:pt x="1917" y="140"/>
                      <a:pt x="392" y="1555"/>
                    </a:cubicBezTo>
                    <a:cubicBezTo>
                      <a:pt x="1" y="1916"/>
                      <a:pt x="2398" y="1916"/>
                      <a:pt x="2478" y="1916"/>
                    </a:cubicBezTo>
                    <a:cubicBezTo>
                      <a:pt x="3572" y="291"/>
                      <a:pt x="6109" y="0"/>
                      <a:pt x="6109" y="0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23" name="Google Shape;3623;p25"/>
              <p:cNvSpPr/>
              <p:nvPr/>
            </p:nvSpPr>
            <p:spPr>
              <a:xfrm flipH="1">
                <a:off x="8291370" y="3872770"/>
                <a:ext cx="333297" cy="14666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8" extrusionOk="0">
                    <a:moveTo>
                      <a:pt x="3582" y="1"/>
                    </a:moveTo>
                    <a:cubicBezTo>
                      <a:pt x="3411" y="1"/>
                      <a:pt x="3261" y="11"/>
                      <a:pt x="3140" y="51"/>
                    </a:cubicBezTo>
                    <a:cubicBezTo>
                      <a:pt x="2127" y="332"/>
                      <a:pt x="1" y="1947"/>
                      <a:pt x="1" y="1947"/>
                    </a:cubicBezTo>
                    <a:lnTo>
                      <a:pt x="1877" y="2127"/>
                    </a:lnTo>
                    <a:cubicBezTo>
                      <a:pt x="1877" y="2127"/>
                      <a:pt x="3823" y="372"/>
                      <a:pt x="4836" y="161"/>
                    </a:cubicBezTo>
                    <a:cubicBezTo>
                      <a:pt x="4836" y="161"/>
                      <a:pt x="4154" y="1"/>
                      <a:pt x="3582" y="1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24" name="Google Shape;3624;p25"/>
              <p:cNvSpPr/>
              <p:nvPr/>
            </p:nvSpPr>
            <p:spPr>
              <a:xfrm flipH="1">
                <a:off x="6948908" y="3891447"/>
                <a:ext cx="364380" cy="340189"/>
              </a:xfrm>
              <a:custGeom>
                <a:avLst/>
                <a:gdLst/>
                <a:ahLst/>
                <a:cxnLst/>
                <a:rect l="l" t="t" r="r" b="b"/>
                <a:pathLst>
                  <a:path w="5287" h="493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55" y="683"/>
                      <a:pt x="2629" y="2187"/>
                      <a:pt x="2699" y="4374"/>
                    </a:cubicBezTo>
                    <a:lnTo>
                      <a:pt x="5287" y="4936"/>
                    </a:lnTo>
                    <a:cubicBezTo>
                      <a:pt x="5287" y="4936"/>
                      <a:pt x="4685" y="1515"/>
                      <a:pt x="1596" y="23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3625" name="Google Shape;3625;p25"/>
          <p:cNvGrpSpPr/>
          <p:nvPr/>
        </p:nvGrpSpPr>
        <p:grpSpPr>
          <a:xfrm rot="-321541" flipH="1">
            <a:off x="-41943" y="4342401"/>
            <a:ext cx="4319936" cy="935901"/>
            <a:chOff x="4963752" y="4000536"/>
            <a:chExt cx="2501340" cy="541907"/>
          </a:xfrm>
        </p:grpSpPr>
        <p:sp>
          <p:nvSpPr>
            <p:cNvPr id="3626" name="Google Shape;3626;p25"/>
            <p:cNvSpPr/>
            <p:nvPr/>
          </p:nvSpPr>
          <p:spPr>
            <a:xfrm>
              <a:off x="5654130" y="4242777"/>
              <a:ext cx="302221" cy="80900"/>
            </a:xfrm>
            <a:custGeom>
              <a:avLst/>
              <a:gdLst/>
              <a:ahLst/>
              <a:cxnLst/>
              <a:rect l="l" t="t" r="r" b="b"/>
              <a:pathLst>
                <a:path w="6743" h="1805" extrusionOk="0">
                  <a:moveTo>
                    <a:pt x="3531" y="1"/>
                  </a:moveTo>
                  <a:cubicBezTo>
                    <a:pt x="3435" y="1"/>
                    <a:pt x="3356" y="63"/>
                    <a:pt x="3341" y="228"/>
                  </a:cubicBezTo>
                  <a:cubicBezTo>
                    <a:pt x="3310" y="178"/>
                    <a:pt x="3270" y="97"/>
                    <a:pt x="3210" y="77"/>
                  </a:cubicBezTo>
                  <a:cubicBezTo>
                    <a:pt x="3189" y="66"/>
                    <a:pt x="3168" y="60"/>
                    <a:pt x="3146" y="60"/>
                  </a:cubicBezTo>
                  <a:cubicBezTo>
                    <a:pt x="2960" y="60"/>
                    <a:pt x="2757" y="455"/>
                    <a:pt x="2739" y="689"/>
                  </a:cubicBezTo>
                  <a:cubicBezTo>
                    <a:pt x="2679" y="639"/>
                    <a:pt x="2608" y="649"/>
                    <a:pt x="2548" y="629"/>
                  </a:cubicBezTo>
                  <a:cubicBezTo>
                    <a:pt x="2548" y="689"/>
                    <a:pt x="2518" y="739"/>
                    <a:pt x="2528" y="799"/>
                  </a:cubicBezTo>
                  <a:cubicBezTo>
                    <a:pt x="2433" y="745"/>
                    <a:pt x="2320" y="618"/>
                    <a:pt x="2226" y="618"/>
                  </a:cubicBezTo>
                  <a:cubicBezTo>
                    <a:pt x="2181" y="618"/>
                    <a:pt x="2139" y="648"/>
                    <a:pt x="2107" y="729"/>
                  </a:cubicBezTo>
                  <a:cubicBezTo>
                    <a:pt x="2028" y="662"/>
                    <a:pt x="1946" y="607"/>
                    <a:pt x="1872" y="607"/>
                  </a:cubicBezTo>
                  <a:cubicBezTo>
                    <a:pt x="1814" y="607"/>
                    <a:pt x="1760" y="641"/>
                    <a:pt x="1716" y="729"/>
                  </a:cubicBezTo>
                  <a:cubicBezTo>
                    <a:pt x="1655" y="654"/>
                    <a:pt x="1520" y="470"/>
                    <a:pt x="1428" y="470"/>
                  </a:cubicBezTo>
                  <a:cubicBezTo>
                    <a:pt x="1398" y="470"/>
                    <a:pt x="1372" y="489"/>
                    <a:pt x="1354" y="539"/>
                  </a:cubicBezTo>
                  <a:cubicBezTo>
                    <a:pt x="1320" y="445"/>
                    <a:pt x="1273" y="407"/>
                    <a:pt x="1220" y="407"/>
                  </a:cubicBezTo>
                  <a:cubicBezTo>
                    <a:pt x="1166" y="407"/>
                    <a:pt x="1105" y="447"/>
                    <a:pt x="1044" y="509"/>
                  </a:cubicBezTo>
                  <a:cubicBezTo>
                    <a:pt x="953" y="408"/>
                    <a:pt x="893" y="278"/>
                    <a:pt x="763" y="258"/>
                  </a:cubicBezTo>
                  <a:cubicBezTo>
                    <a:pt x="760" y="257"/>
                    <a:pt x="757" y="257"/>
                    <a:pt x="754" y="257"/>
                  </a:cubicBezTo>
                  <a:cubicBezTo>
                    <a:pt x="678" y="257"/>
                    <a:pt x="620" y="381"/>
                    <a:pt x="562" y="448"/>
                  </a:cubicBezTo>
                  <a:cubicBezTo>
                    <a:pt x="527" y="421"/>
                    <a:pt x="494" y="409"/>
                    <a:pt x="463" y="409"/>
                  </a:cubicBezTo>
                  <a:cubicBezTo>
                    <a:pt x="335" y="409"/>
                    <a:pt x="245" y="612"/>
                    <a:pt x="221" y="749"/>
                  </a:cubicBezTo>
                  <a:cubicBezTo>
                    <a:pt x="0" y="890"/>
                    <a:pt x="161" y="1221"/>
                    <a:pt x="341" y="1361"/>
                  </a:cubicBezTo>
                  <a:cubicBezTo>
                    <a:pt x="552" y="1522"/>
                    <a:pt x="893" y="1522"/>
                    <a:pt x="1134" y="1532"/>
                  </a:cubicBezTo>
                  <a:cubicBezTo>
                    <a:pt x="1675" y="1572"/>
                    <a:pt x="2207" y="1702"/>
                    <a:pt x="2749" y="1772"/>
                  </a:cubicBezTo>
                  <a:cubicBezTo>
                    <a:pt x="2920" y="1795"/>
                    <a:pt x="3090" y="1805"/>
                    <a:pt x="3261" y="1805"/>
                  </a:cubicBezTo>
                  <a:cubicBezTo>
                    <a:pt x="3983" y="1805"/>
                    <a:pt x="4707" y="1636"/>
                    <a:pt x="5437" y="1612"/>
                  </a:cubicBezTo>
                  <a:cubicBezTo>
                    <a:pt x="5668" y="1602"/>
                    <a:pt x="6671" y="1652"/>
                    <a:pt x="6711" y="1211"/>
                  </a:cubicBezTo>
                  <a:cubicBezTo>
                    <a:pt x="6742" y="951"/>
                    <a:pt x="6421" y="684"/>
                    <a:pt x="6180" y="684"/>
                  </a:cubicBezTo>
                  <a:cubicBezTo>
                    <a:pt x="6114" y="684"/>
                    <a:pt x="6054" y="704"/>
                    <a:pt x="6009" y="749"/>
                  </a:cubicBezTo>
                  <a:cubicBezTo>
                    <a:pt x="5967" y="642"/>
                    <a:pt x="5872" y="602"/>
                    <a:pt x="5763" y="602"/>
                  </a:cubicBezTo>
                  <a:cubicBezTo>
                    <a:pt x="5586" y="602"/>
                    <a:pt x="5373" y="706"/>
                    <a:pt x="5286" y="799"/>
                  </a:cubicBezTo>
                  <a:cubicBezTo>
                    <a:pt x="5216" y="736"/>
                    <a:pt x="5127" y="693"/>
                    <a:pt x="5042" y="693"/>
                  </a:cubicBezTo>
                  <a:cubicBezTo>
                    <a:pt x="5005" y="693"/>
                    <a:pt x="4969" y="701"/>
                    <a:pt x="4935" y="719"/>
                  </a:cubicBezTo>
                  <a:cubicBezTo>
                    <a:pt x="4888" y="636"/>
                    <a:pt x="4792" y="557"/>
                    <a:pt x="4715" y="557"/>
                  </a:cubicBezTo>
                  <a:cubicBezTo>
                    <a:pt x="4661" y="557"/>
                    <a:pt x="4617" y="596"/>
                    <a:pt x="4604" y="699"/>
                  </a:cubicBezTo>
                  <a:cubicBezTo>
                    <a:pt x="4566" y="544"/>
                    <a:pt x="4454" y="485"/>
                    <a:pt x="4327" y="485"/>
                  </a:cubicBezTo>
                  <a:cubicBezTo>
                    <a:pt x="4290" y="485"/>
                    <a:pt x="4252" y="489"/>
                    <a:pt x="4213" y="498"/>
                  </a:cubicBezTo>
                  <a:cubicBezTo>
                    <a:pt x="4223" y="353"/>
                    <a:pt x="4046" y="227"/>
                    <a:pt x="3926" y="227"/>
                  </a:cubicBezTo>
                  <a:cubicBezTo>
                    <a:pt x="3921" y="227"/>
                    <a:pt x="3917" y="227"/>
                    <a:pt x="3912" y="228"/>
                  </a:cubicBezTo>
                  <a:lnTo>
                    <a:pt x="3932" y="298"/>
                  </a:lnTo>
                  <a:cubicBezTo>
                    <a:pt x="3871" y="151"/>
                    <a:pt x="3680" y="1"/>
                    <a:pt x="35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3627" name="Google Shape;3627;p25"/>
            <p:cNvGrpSpPr/>
            <p:nvPr/>
          </p:nvGrpSpPr>
          <p:grpSpPr>
            <a:xfrm rot="-278360">
              <a:off x="6533282" y="4037668"/>
              <a:ext cx="925757" cy="187175"/>
              <a:chOff x="1255200" y="4115196"/>
              <a:chExt cx="828298" cy="167470"/>
            </a:xfrm>
          </p:grpSpPr>
          <p:sp>
            <p:nvSpPr>
              <p:cNvPr id="3628" name="Google Shape;3628;p25"/>
              <p:cNvSpPr/>
              <p:nvPr/>
            </p:nvSpPr>
            <p:spPr>
              <a:xfrm>
                <a:off x="1806305" y="4141304"/>
                <a:ext cx="203600" cy="110522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2756" extrusionOk="0">
                    <a:moveTo>
                      <a:pt x="4069" y="1"/>
                    </a:moveTo>
                    <a:cubicBezTo>
                      <a:pt x="3971" y="1"/>
                      <a:pt x="3853" y="67"/>
                      <a:pt x="3762" y="224"/>
                    </a:cubicBezTo>
                    <a:cubicBezTo>
                      <a:pt x="3742" y="204"/>
                      <a:pt x="3732" y="174"/>
                      <a:pt x="3712" y="154"/>
                    </a:cubicBezTo>
                    <a:cubicBezTo>
                      <a:pt x="3632" y="224"/>
                      <a:pt x="3562" y="324"/>
                      <a:pt x="3511" y="425"/>
                    </a:cubicBezTo>
                    <a:cubicBezTo>
                      <a:pt x="3478" y="387"/>
                      <a:pt x="3447" y="371"/>
                      <a:pt x="3417" y="371"/>
                    </a:cubicBezTo>
                    <a:cubicBezTo>
                      <a:pt x="3240" y="371"/>
                      <a:pt x="3124" y="949"/>
                      <a:pt x="3090" y="1087"/>
                    </a:cubicBezTo>
                    <a:cubicBezTo>
                      <a:pt x="3054" y="997"/>
                      <a:pt x="2994" y="923"/>
                      <a:pt x="2910" y="923"/>
                    </a:cubicBezTo>
                    <a:cubicBezTo>
                      <a:pt x="2900" y="923"/>
                      <a:pt x="2890" y="924"/>
                      <a:pt x="2879" y="926"/>
                    </a:cubicBezTo>
                    <a:cubicBezTo>
                      <a:pt x="2739" y="966"/>
                      <a:pt x="2719" y="1137"/>
                      <a:pt x="2719" y="1368"/>
                    </a:cubicBezTo>
                    <a:cubicBezTo>
                      <a:pt x="2729" y="1608"/>
                      <a:pt x="2849" y="1699"/>
                      <a:pt x="2859" y="1939"/>
                    </a:cubicBezTo>
                    <a:cubicBezTo>
                      <a:pt x="2830" y="1916"/>
                      <a:pt x="2808" y="1906"/>
                      <a:pt x="2784" y="1906"/>
                    </a:cubicBezTo>
                    <a:cubicBezTo>
                      <a:pt x="2767" y="1906"/>
                      <a:pt x="2750" y="1911"/>
                      <a:pt x="2729" y="1919"/>
                    </a:cubicBezTo>
                    <a:cubicBezTo>
                      <a:pt x="2619" y="1959"/>
                      <a:pt x="2669" y="2030"/>
                      <a:pt x="2639" y="2090"/>
                    </a:cubicBezTo>
                    <a:cubicBezTo>
                      <a:pt x="2619" y="2058"/>
                      <a:pt x="2573" y="2045"/>
                      <a:pt x="2523" y="2045"/>
                    </a:cubicBezTo>
                    <a:cubicBezTo>
                      <a:pt x="2447" y="2045"/>
                      <a:pt x="2362" y="2074"/>
                      <a:pt x="2338" y="2110"/>
                    </a:cubicBezTo>
                    <a:cubicBezTo>
                      <a:pt x="2299" y="1983"/>
                      <a:pt x="2317" y="1829"/>
                      <a:pt x="2208" y="1829"/>
                    </a:cubicBezTo>
                    <a:cubicBezTo>
                      <a:pt x="2204" y="1829"/>
                      <a:pt x="2201" y="1829"/>
                      <a:pt x="2197" y="1829"/>
                    </a:cubicBezTo>
                    <a:cubicBezTo>
                      <a:pt x="2188" y="1829"/>
                      <a:pt x="2179" y="1830"/>
                      <a:pt x="2170" y="1830"/>
                    </a:cubicBezTo>
                    <a:cubicBezTo>
                      <a:pt x="2060" y="1830"/>
                      <a:pt x="1957" y="1804"/>
                      <a:pt x="1870" y="1804"/>
                    </a:cubicBezTo>
                    <a:cubicBezTo>
                      <a:pt x="1776" y="1804"/>
                      <a:pt x="1701" y="1834"/>
                      <a:pt x="1656" y="1959"/>
                    </a:cubicBezTo>
                    <a:cubicBezTo>
                      <a:pt x="1568" y="1928"/>
                      <a:pt x="1454" y="1882"/>
                      <a:pt x="1357" y="1882"/>
                    </a:cubicBezTo>
                    <a:cubicBezTo>
                      <a:pt x="1265" y="1882"/>
                      <a:pt x="1189" y="1923"/>
                      <a:pt x="1164" y="2060"/>
                    </a:cubicBezTo>
                    <a:cubicBezTo>
                      <a:pt x="1023" y="1978"/>
                      <a:pt x="942" y="1929"/>
                      <a:pt x="868" y="1929"/>
                    </a:cubicBezTo>
                    <a:cubicBezTo>
                      <a:pt x="779" y="1929"/>
                      <a:pt x="701" y="2000"/>
                      <a:pt x="542" y="2170"/>
                    </a:cubicBezTo>
                    <a:cubicBezTo>
                      <a:pt x="468" y="2111"/>
                      <a:pt x="401" y="2086"/>
                      <a:pt x="341" y="2086"/>
                    </a:cubicBezTo>
                    <a:cubicBezTo>
                      <a:pt x="167" y="2086"/>
                      <a:pt x="53" y="2299"/>
                      <a:pt x="1" y="2501"/>
                    </a:cubicBezTo>
                    <a:cubicBezTo>
                      <a:pt x="161" y="2601"/>
                      <a:pt x="282" y="2672"/>
                      <a:pt x="582" y="2712"/>
                    </a:cubicBezTo>
                    <a:cubicBezTo>
                      <a:pt x="738" y="2732"/>
                      <a:pt x="893" y="2739"/>
                      <a:pt x="1050" y="2739"/>
                    </a:cubicBezTo>
                    <a:cubicBezTo>
                      <a:pt x="1207" y="2739"/>
                      <a:pt x="1365" y="2732"/>
                      <a:pt x="1525" y="2722"/>
                    </a:cubicBezTo>
                    <a:cubicBezTo>
                      <a:pt x="1556" y="2721"/>
                      <a:pt x="1586" y="2721"/>
                      <a:pt x="1617" y="2721"/>
                    </a:cubicBezTo>
                    <a:cubicBezTo>
                      <a:pt x="1920" y="2721"/>
                      <a:pt x="2218" y="2756"/>
                      <a:pt x="2520" y="2756"/>
                    </a:cubicBezTo>
                    <a:cubicBezTo>
                      <a:pt x="2576" y="2756"/>
                      <a:pt x="2632" y="2755"/>
                      <a:pt x="2689" y="2752"/>
                    </a:cubicBezTo>
                    <a:cubicBezTo>
                      <a:pt x="3221" y="2732"/>
                      <a:pt x="3722" y="2531"/>
                      <a:pt x="4244" y="2501"/>
                    </a:cubicBezTo>
                    <a:cubicBezTo>
                      <a:pt x="4424" y="2491"/>
                      <a:pt x="5076" y="2491"/>
                      <a:pt x="4916" y="2150"/>
                    </a:cubicBezTo>
                    <a:cubicBezTo>
                      <a:pt x="4956" y="2140"/>
                      <a:pt x="4996" y="2090"/>
                      <a:pt x="5036" y="2080"/>
                    </a:cubicBezTo>
                    <a:cubicBezTo>
                      <a:pt x="4956" y="1969"/>
                      <a:pt x="4815" y="1849"/>
                      <a:pt x="4765" y="1759"/>
                    </a:cubicBezTo>
                    <a:cubicBezTo>
                      <a:pt x="4765" y="1759"/>
                      <a:pt x="4795" y="1659"/>
                      <a:pt x="4775" y="1628"/>
                    </a:cubicBezTo>
                    <a:cubicBezTo>
                      <a:pt x="4765" y="1598"/>
                      <a:pt x="4615" y="1508"/>
                      <a:pt x="4575" y="1478"/>
                    </a:cubicBezTo>
                    <a:lnTo>
                      <a:pt x="4575" y="1478"/>
                    </a:lnTo>
                    <a:cubicBezTo>
                      <a:pt x="4588" y="1480"/>
                      <a:pt x="4600" y="1480"/>
                      <a:pt x="4611" y="1480"/>
                    </a:cubicBezTo>
                    <a:cubicBezTo>
                      <a:pt x="4803" y="1480"/>
                      <a:pt x="4697" y="1244"/>
                      <a:pt x="4555" y="1187"/>
                    </a:cubicBezTo>
                    <a:cubicBezTo>
                      <a:pt x="4728" y="1007"/>
                      <a:pt x="4534" y="916"/>
                      <a:pt x="4363" y="916"/>
                    </a:cubicBezTo>
                    <a:cubicBezTo>
                      <a:pt x="4306" y="916"/>
                      <a:pt x="4251" y="926"/>
                      <a:pt x="4214" y="946"/>
                    </a:cubicBezTo>
                    <a:cubicBezTo>
                      <a:pt x="4314" y="816"/>
                      <a:pt x="4234" y="615"/>
                      <a:pt x="4123" y="525"/>
                    </a:cubicBezTo>
                    <a:cubicBezTo>
                      <a:pt x="4372" y="231"/>
                      <a:pt x="4254" y="1"/>
                      <a:pt x="4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29" name="Google Shape;3629;p25"/>
              <p:cNvSpPr/>
              <p:nvPr/>
            </p:nvSpPr>
            <p:spPr>
              <a:xfrm>
                <a:off x="1807508" y="4214252"/>
                <a:ext cx="79684" cy="22538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62" extrusionOk="0">
                    <a:moveTo>
                      <a:pt x="1987" y="0"/>
                    </a:moveTo>
                    <a:cubicBezTo>
                      <a:pt x="1956" y="7"/>
                      <a:pt x="1924" y="8"/>
                      <a:pt x="1893" y="8"/>
                    </a:cubicBezTo>
                    <a:cubicBezTo>
                      <a:pt x="1873" y="8"/>
                      <a:pt x="1853" y="7"/>
                      <a:pt x="1833" y="7"/>
                    </a:cubicBezTo>
                    <a:cubicBezTo>
                      <a:pt x="1744" y="7"/>
                      <a:pt x="1664" y="18"/>
                      <a:pt x="1626" y="140"/>
                    </a:cubicBezTo>
                    <a:cubicBezTo>
                      <a:pt x="1538" y="109"/>
                      <a:pt x="1424" y="63"/>
                      <a:pt x="1327" y="63"/>
                    </a:cubicBezTo>
                    <a:cubicBezTo>
                      <a:pt x="1235" y="63"/>
                      <a:pt x="1159" y="104"/>
                      <a:pt x="1134" y="241"/>
                    </a:cubicBezTo>
                    <a:cubicBezTo>
                      <a:pt x="993" y="159"/>
                      <a:pt x="912" y="110"/>
                      <a:pt x="838" y="110"/>
                    </a:cubicBezTo>
                    <a:cubicBezTo>
                      <a:pt x="749" y="110"/>
                      <a:pt x="671" y="181"/>
                      <a:pt x="512" y="351"/>
                    </a:cubicBezTo>
                    <a:cubicBezTo>
                      <a:pt x="436" y="290"/>
                      <a:pt x="368" y="265"/>
                      <a:pt x="306" y="265"/>
                    </a:cubicBezTo>
                    <a:cubicBezTo>
                      <a:pt x="166" y="265"/>
                      <a:pt x="64" y="401"/>
                      <a:pt x="1" y="562"/>
                    </a:cubicBezTo>
                    <a:cubicBezTo>
                      <a:pt x="50" y="477"/>
                      <a:pt x="120" y="421"/>
                      <a:pt x="203" y="421"/>
                    </a:cubicBezTo>
                    <a:cubicBezTo>
                      <a:pt x="237" y="421"/>
                      <a:pt x="274" y="431"/>
                      <a:pt x="312" y="451"/>
                    </a:cubicBezTo>
                    <a:cubicBezTo>
                      <a:pt x="352" y="472"/>
                      <a:pt x="368" y="480"/>
                      <a:pt x="379" y="480"/>
                    </a:cubicBezTo>
                    <a:cubicBezTo>
                      <a:pt x="394" y="480"/>
                      <a:pt x="398" y="461"/>
                      <a:pt x="452" y="431"/>
                    </a:cubicBezTo>
                    <a:cubicBezTo>
                      <a:pt x="477" y="416"/>
                      <a:pt x="507" y="406"/>
                      <a:pt x="534" y="406"/>
                    </a:cubicBezTo>
                    <a:cubicBezTo>
                      <a:pt x="560" y="406"/>
                      <a:pt x="583" y="416"/>
                      <a:pt x="593" y="441"/>
                    </a:cubicBezTo>
                    <a:cubicBezTo>
                      <a:pt x="625" y="344"/>
                      <a:pt x="707" y="293"/>
                      <a:pt x="788" y="293"/>
                    </a:cubicBezTo>
                    <a:cubicBezTo>
                      <a:pt x="833" y="293"/>
                      <a:pt x="878" y="309"/>
                      <a:pt x="914" y="341"/>
                    </a:cubicBezTo>
                    <a:cubicBezTo>
                      <a:pt x="931" y="303"/>
                      <a:pt x="953" y="290"/>
                      <a:pt x="978" y="290"/>
                    </a:cubicBezTo>
                    <a:cubicBezTo>
                      <a:pt x="1011" y="290"/>
                      <a:pt x="1049" y="314"/>
                      <a:pt x="1084" y="331"/>
                    </a:cubicBezTo>
                    <a:cubicBezTo>
                      <a:pt x="1106" y="348"/>
                      <a:pt x="1122" y="358"/>
                      <a:pt x="1137" y="358"/>
                    </a:cubicBezTo>
                    <a:cubicBezTo>
                      <a:pt x="1157" y="358"/>
                      <a:pt x="1176" y="341"/>
                      <a:pt x="1204" y="301"/>
                    </a:cubicBezTo>
                    <a:cubicBezTo>
                      <a:pt x="1245" y="241"/>
                      <a:pt x="1245" y="201"/>
                      <a:pt x="1315" y="181"/>
                    </a:cubicBezTo>
                    <a:cubicBezTo>
                      <a:pt x="1328" y="178"/>
                      <a:pt x="1341" y="176"/>
                      <a:pt x="1352" y="176"/>
                    </a:cubicBezTo>
                    <a:cubicBezTo>
                      <a:pt x="1417" y="176"/>
                      <a:pt x="1451" y="223"/>
                      <a:pt x="1485" y="291"/>
                    </a:cubicBezTo>
                    <a:cubicBezTo>
                      <a:pt x="1498" y="276"/>
                      <a:pt x="1511" y="270"/>
                      <a:pt x="1525" y="270"/>
                    </a:cubicBezTo>
                    <a:cubicBezTo>
                      <a:pt x="1562" y="270"/>
                      <a:pt x="1602" y="312"/>
                      <a:pt x="1638" y="312"/>
                    </a:cubicBezTo>
                    <a:cubicBezTo>
                      <a:pt x="1640" y="312"/>
                      <a:pt x="1643" y="312"/>
                      <a:pt x="1646" y="311"/>
                    </a:cubicBezTo>
                    <a:cubicBezTo>
                      <a:pt x="1706" y="301"/>
                      <a:pt x="1706" y="261"/>
                      <a:pt x="1716" y="211"/>
                    </a:cubicBezTo>
                    <a:cubicBezTo>
                      <a:pt x="1746" y="140"/>
                      <a:pt x="1776" y="40"/>
                      <a:pt x="1856" y="40"/>
                    </a:cubicBezTo>
                    <a:cubicBezTo>
                      <a:pt x="1861" y="39"/>
                      <a:pt x="1865" y="39"/>
                      <a:pt x="1869" y="39"/>
                    </a:cubicBezTo>
                    <a:cubicBezTo>
                      <a:pt x="1895" y="39"/>
                      <a:pt x="1907" y="62"/>
                      <a:pt x="1927" y="62"/>
                    </a:cubicBezTo>
                    <a:cubicBezTo>
                      <a:pt x="1930" y="62"/>
                      <a:pt x="1933" y="61"/>
                      <a:pt x="1937" y="60"/>
                    </a:cubicBezTo>
                    <a:cubicBezTo>
                      <a:pt x="1967" y="50"/>
                      <a:pt x="1977" y="20"/>
                      <a:pt x="19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30" name="Google Shape;3630;p25"/>
              <p:cNvSpPr/>
              <p:nvPr/>
            </p:nvSpPr>
            <p:spPr>
              <a:xfrm>
                <a:off x="1915306" y="4141344"/>
                <a:ext cx="63202" cy="59231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1477" extrusionOk="0">
                    <a:moveTo>
                      <a:pt x="1352" y="0"/>
                    </a:moveTo>
                    <a:cubicBezTo>
                      <a:pt x="1253" y="0"/>
                      <a:pt x="1136" y="67"/>
                      <a:pt x="1044" y="223"/>
                    </a:cubicBezTo>
                    <a:cubicBezTo>
                      <a:pt x="1024" y="203"/>
                      <a:pt x="1014" y="173"/>
                      <a:pt x="994" y="153"/>
                    </a:cubicBezTo>
                    <a:cubicBezTo>
                      <a:pt x="914" y="223"/>
                      <a:pt x="844" y="323"/>
                      <a:pt x="793" y="424"/>
                    </a:cubicBezTo>
                    <a:cubicBezTo>
                      <a:pt x="760" y="386"/>
                      <a:pt x="729" y="370"/>
                      <a:pt x="699" y="370"/>
                    </a:cubicBezTo>
                    <a:cubicBezTo>
                      <a:pt x="522" y="370"/>
                      <a:pt x="406" y="948"/>
                      <a:pt x="372" y="1086"/>
                    </a:cubicBezTo>
                    <a:cubicBezTo>
                      <a:pt x="336" y="996"/>
                      <a:pt x="276" y="922"/>
                      <a:pt x="192" y="922"/>
                    </a:cubicBezTo>
                    <a:cubicBezTo>
                      <a:pt x="182" y="922"/>
                      <a:pt x="172" y="923"/>
                      <a:pt x="161" y="925"/>
                    </a:cubicBezTo>
                    <a:cubicBezTo>
                      <a:pt x="21" y="965"/>
                      <a:pt x="1" y="1136"/>
                      <a:pt x="1" y="1367"/>
                    </a:cubicBezTo>
                    <a:cubicBezTo>
                      <a:pt x="1" y="1407"/>
                      <a:pt x="11" y="1437"/>
                      <a:pt x="21" y="1477"/>
                    </a:cubicBezTo>
                    <a:cubicBezTo>
                      <a:pt x="21" y="1377"/>
                      <a:pt x="31" y="1276"/>
                      <a:pt x="81" y="1216"/>
                    </a:cubicBezTo>
                    <a:cubicBezTo>
                      <a:pt x="119" y="1161"/>
                      <a:pt x="148" y="1140"/>
                      <a:pt x="174" y="1140"/>
                    </a:cubicBezTo>
                    <a:cubicBezTo>
                      <a:pt x="235" y="1140"/>
                      <a:pt x="271" y="1264"/>
                      <a:pt x="342" y="1306"/>
                    </a:cubicBezTo>
                    <a:cubicBezTo>
                      <a:pt x="352" y="1276"/>
                      <a:pt x="352" y="1246"/>
                      <a:pt x="362" y="1216"/>
                    </a:cubicBezTo>
                    <a:lnTo>
                      <a:pt x="392" y="1226"/>
                    </a:lnTo>
                    <a:cubicBezTo>
                      <a:pt x="402" y="1196"/>
                      <a:pt x="402" y="1156"/>
                      <a:pt x="432" y="1126"/>
                    </a:cubicBezTo>
                    <a:cubicBezTo>
                      <a:pt x="434" y="1122"/>
                      <a:pt x="437" y="1120"/>
                      <a:pt x="441" y="1120"/>
                    </a:cubicBezTo>
                    <a:cubicBezTo>
                      <a:pt x="451" y="1120"/>
                      <a:pt x="464" y="1132"/>
                      <a:pt x="474" y="1132"/>
                    </a:cubicBezTo>
                    <a:cubicBezTo>
                      <a:pt x="477" y="1132"/>
                      <a:pt x="480" y="1130"/>
                      <a:pt x="482" y="1126"/>
                    </a:cubicBezTo>
                    <a:cubicBezTo>
                      <a:pt x="513" y="1096"/>
                      <a:pt x="492" y="955"/>
                      <a:pt x="492" y="925"/>
                    </a:cubicBezTo>
                    <a:cubicBezTo>
                      <a:pt x="482" y="795"/>
                      <a:pt x="482" y="725"/>
                      <a:pt x="553" y="604"/>
                    </a:cubicBezTo>
                    <a:cubicBezTo>
                      <a:pt x="596" y="534"/>
                      <a:pt x="643" y="498"/>
                      <a:pt x="692" y="498"/>
                    </a:cubicBezTo>
                    <a:cubicBezTo>
                      <a:pt x="734" y="498"/>
                      <a:pt x="778" y="524"/>
                      <a:pt x="823" y="574"/>
                    </a:cubicBezTo>
                    <a:cubicBezTo>
                      <a:pt x="841" y="530"/>
                      <a:pt x="891" y="397"/>
                      <a:pt x="944" y="397"/>
                    </a:cubicBezTo>
                    <a:cubicBezTo>
                      <a:pt x="951" y="397"/>
                      <a:pt x="957" y="399"/>
                      <a:pt x="964" y="404"/>
                    </a:cubicBezTo>
                    <a:cubicBezTo>
                      <a:pt x="1019" y="365"/>
                      <a:pt x="1055" y="265"/>
                      <a:pt x="1111" y="265"/>
                    </a:cubicBezTo>
                    <a:cubicBezTo>
                      <a:pt x="1127" y="265"/>
                      <a:pt x="1144" y="273"/>
                      <a:pt x="1165" y="293"/>
                    </a:cubicBezTo>
                    <a:cubicBezTo>
                      <a:pt x="1205" y="223"/>
                      <a:pt x="1315" y="83"/>
                      <a:pt x="1405" y="83"/>
                    </a:cubicBezTo>
                    <a:cubicBezTo>
                      <a:pt x="1475" y="93"/>
                      <a:pt x="1516" y="193"/>
                      <a:pt x="1536" y="283"/>
                    </a:cubicBezTo>
                    <a:cubicBezTo>
                      <a:pt x="1575" y="113"/>
                      <a:pt x="1480" y="0"/>
                      <a:pt x="13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31" name="Google Shape;3631;p25"/>
              <p:cNvSpPr/>
              <p:nvPr/>
            </p:nvSpPr>
            <p:spPr>
              <a:xfrm>
                <a:off x="1984004" y="4115196"/>
                <a:ext cx="99494" cy="134263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3348" extrusionOk="0">
                    <a:moveTo>
                      <a:pt x="1197" y="0"/>
                    </a:moveTo>
                    <a:cubicBezTo>
                      <a:pt x="1129" y="0"/>
                      <a:pt x="1083" y="158"/>
                      <a:pt x="1046" y="273"/>
                    </a:cubicBezTo>
                    <a:lnTo>
                      <a:pt x="1076" y="364"/>
                    </a:lnTo>
                    <a:cubicBezTo>
                      <a:pt x="896" y="474"/>
                      <a:pt x="886" y="534"/>
                      <a:pt x="956" y="695"/>
                    </a:cubicBezTo>
                    <a:cubicBezTo>
                      <a:pt x="976" y="745"/>
                      <a:pt x="866" y="725"/>
                      <a:pt x="826" y="785"/>
                    </a:cubicBezTo>
                    <a:cubicBezTo>
                      <a:pt x="776" y="845"/>
                      <a:pt x="776" y="996"/>
                      <a:pt x="786" y="1076"/>
                    </a:cubicBezTo>
                    <a:cubicBezTo>
                      <a:pt x="485" y="1126"/>
                      <a:pt x="505" y="1407"/>
                      <a:pt x="575" y="1587"/>
                    </a:cubicBezTo>
                    <a:cubicBezTo>
                      <a:pt x="344" y="1688"/>
                      <a:pt x="625" y="2209"/>
                      <a:pt x="625" y="2410"/>
                    </a:cubicBezTo>
                    <a:cubicBezTo>
                      <a:pt x="224" y="2430"/>
                      <a:pt x="364" y="2691"/>
                      <a:pt x="364" y="2891"/>
                    </a:cubicBezTo>
                    <a:cubicBezTo>
                      <a:pt x="347" y="2889"/>
                      <a:pt x="330" y="2888"/>
                      <a:pt x="314" y="2888"/>
                    </a:cubicBezTo>
                    <a:cubicBezTo>
                      <a:pt x="0" y="2888"/>
                      <a:pt x="79" y="3253"/>
                      <a:pt x="394" y="3262"/>
                    </a:cubicBezTo>
                    <a:cubicBezTo>
                      <a:pt x="394" y="3262"/>
                      <a:pt x="1065" y="3348"/>
                      <a:pt x="1599" y="3348"/>
                    </a:cubicBezTo>
                    <a:cubicBezTo>
                      <a:pt x="1904" y="3348"/>
                      <a:pt x="2164" y="3320"/>
                      <a:pt x="2230" y="3232"/>
                    </a:cubicBezTo>
                    <a:cubicBezTo>
                      <a:pt x="2250" y="3212"/>
                      <a:pt x="2481" y="3112"/>
                      <a:pt x="2300" y="2841"/>
                    </a:cubicBezTo>
                    <a:cubicBezTo>
                      <a:pt x="2260" y="2771"/>
                      <a:pt x="2120" y="2801"/>
                      <a:pt x="2080" y="2721"/>
                    </a:cubicBezTo>
                    <a:cubicBezTo>
                      <a:pt x="2039" y="2620"/>
                      <a:pt x="1989" y="2530"/>
                      <a:pt x="1929" y="2460"/>
                    </a:cubicBezTo>
                    <a:cubicBezTo>
                      <a:pt x="1889" y="2410"/>
                      <a:pt x="1749" y="2420"/>
                      <a:pt x="1749" y="2360"/>
                    </a:cubicBezTo>
                    <a:cubicBezTo>
                      <a:pt x="1738" y="2320"/>
                      <a:pt x="1799" y="2229"/>
                      <a:pt x="1799" y="2189"/>
                    </a:cubicBezTo>
                    <a:cubicBezTo>
                      <a:pt x="1819" y="1908"/>
                      <a:pt x="1688" y="1958"/>
                      <a:pt x="1648" y="1868"/>
                    </a:cubicBezTo>
                    <a:cubicBezTo>
                      <a:pt x="1588" y="1768"/>
                      <a:pt x="1708" y="1768"/>
                      <a:pt x="1618" y="1507"/>
                    </a:cubicBezTo>
                    <a:cubicBezTo>
                      <a:pt x="1608" y="1467"/>
                      <a:pt x="1608" y="1357"/>
                      <a:pt x="1618" y="1236"/>
                    </a:cubicBezTo>
                    <a:cubicBezTo>
                      <a:pt x="1658" y="1016"/>
                      <a:pt x="1518" y="1026"/>
                      <a:pt x="1528" y="945"/>
                    </a:cubicBezTo>
                    <a:cubicBezTo>
                      <a:pt x="1548" y="835"/>
                      <a:pt x="1588" y="775"/>
                      <a:pt x="1458" y="655"/>
                    </a:cubicBezTo>
                    <a:lnTo>
                      <a:pt x="1458" y="655"/>
                    </a:lnTo>
                    <a:cubicBezTo>
                      <a:pt x="1463" y="655"/>
                      <a:pt x="1468" y="655"/>
                      <a:pt x="1473" y="655"/>
                    </a:cubicBezTo>
                    <a:cubicBezTo>
                      <a:pt x="1576" y="655"/>
                      <a:pt x="1449" y="552"/>
                      <a:pt x="1488" y="514"/>
                    </a:cubicBezTo>
                    <a:cubicBezTo>
                      <a:pt x="1461" y="451"/>
                      <a:pt x="1458" y="381"/>
                      <a:pt x="1386" y="381"/>
                    </a:cubicBezTo>
                    <a:cubicBezTo>
                      <a:pt x="1378" y="381"/>
                      <a:pt x="1368" y="382"/>
                      <a:pt x="1357" y="384"/>
                    </a:cubicBezTo>
                    <a:cubicBezTo>
                      <a:pt x="1397" y="344"/>
                      <a:pt x="1317" y="123"/>
                      <a:pt x="1287" y="83"/>
                    </a:cubicBezTo>
                    <a:cubicBezTo>
                      <a:pt x="1254" y="24"/>
                      <a:pt x="1224" y="0"/>
                      <a:pt x="11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32" name="Google Shape;3632;p25"/>
              <p:cNvSpPr/>
              <p:nvPr/>
            </p:nvSpPr>
            <p:spPr>
              <a:xfrm>
                <a:off x="2003815" y="4141023"/>
                <a:ext cx="20974" cy="37857"/>
              </a:xfrm>
              <a:custGeom>
                <a:avLst/>
                <a:gdLst/>
                <a:ahLst/>
                <a:cxnLst/>
                <a:rect l="l" t="t" r="r" b="b"/>
                <a:pathLst>
                  <a:path w="523" h="944" extrusionOk="0">
                    <a:moveTo>
                      <a:pt x="442" y="0"/>
                    </a:moveTo>
                    <a:lnTo>
                      <a:pt x="442" y="0"/>
                    </a:lnTo>
                    <a:cubicBezTo>
                      <a:pt x="452" y="21"/>
                      <a:pt x="452" y="41"/>
                      <a:pt x="462" y="51"/>
                    </a:cubicBezTo>
                    <a:cubicBezTo>
                      <a:pt x="482" y="101"/>
                      <a:pt x="372" y="81"/>
                      <a:pt x="332" y="141"/>
                    </a:cubicBezTo>
                    <a:cubicBezTo>
                      <a:pt x="282" y="201"/>
                      <a:pt x="282" y="352"/>
                      <a:pt x="292" y="432"/>
                    </a:cubicBezTo>
                    <a:cubicBezTo>
                      <a:pt x="1" y="482"/>
                      <a:pt x="11" y="763"/>
                      <a:pt x="81" y="943"/>
                    </a:cubicBezTo>
                    <a:cubicBezTo>
                      <a:pt x="71" y="853"/>
                      <a:pt x="41" y="713"/>
                      <a:pt x="151" y="673"/>
                    </a:cubicBezTo>
                    <a:lnTo>
                      <a:pt x="171" y="683"/>
                    </a:lnTo>
                    <a:cubicBezTo>
                      <a:pt x="171" y="662"/>
                      <a:pt x="151" y="612"/>
                      <a:pt x="181" y="592"/>
                    </a:cubicBezTo>
                    <a:cubicBezTo>
                      <a:pt x="191" y="586"/>
                      <a:pt x="205" y="583"/>
                      <a:pt x="220" y="583"/>
                    </a:cubicBezTo>
                    <a:cubicBezTo>
                      <a:pt x="249" y="583"/>
                      <a:pt x="285" y="592"/>
                      <a:pt x="312" y="592"/>
                    </a:cubicBezTo>
                    <a:cubicBezTo>
                      <a:pt x="312" y="576"/>
                      <a:pt x="333" y="468"/>
                      <a:pt x="369" y="468"/>
                    </a:cubicBezTo>
                    <a:cubicBezTo>
                      <a:pt x="376" y="468"/>
                      <a:pt x="384" y="472"/>
                      <a:pt x="392" y="482"/>
                    </a:cubicBezTo>
                    <a:cubicBezTo>
                      <a:pt x="392" y="455"/>
                      <a:pt x="400" y="306"/>
                      <a:pt x="460" y="306"/>
                    </a:cubicBezTo>
                    <a:cubicBezTo>
                      <a:pt x="467" y="306"/>
                      <a:pt x="474" y="307"/>
                      <a:pt x="482" y="311"/>
                    </a:cubicBezTo>
                    <a:cubicBezTo>
                      <a:pt x="482" y="281"/>
                      <a:pt x="472" y="241"/>
                      <a:pt x="482" y="221"/>
                    </a:cubicBezTo>
                    <a:cubicBezTo>
                      <a:pt x="482" y="201"/>
                      <a:pt x="512" y="191"/>
                      <a:pt x="512" y="181"/>
                    </a:cubicBezTo>
                    <a:cubicBezTo>
                      <a:pt x="522" y="151"/>
                      <a:pt x="512" y="81"/>
                      <a:pt x="502" y="61"/>
                    </a:cubicBezTo>
                    <a:cubicBezTo>
                      <a:pt x="492" y="41"/>
                      <a:pt x="472" y="21"/>
                      <a:pt x="4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33" name="Google Shape;3633;p25"/>
              <p:cNvSpPr/>
              <p:nvPr/>
            </p:nvSpPr>
            <p:spPr>
              <a:xfrm>
                <a:off x="2006622" y="4178841"/>
                <a:ext cx="842" cy="842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1" y="0"/>
                    </a:moveTo>
                    <a:lnTo>
                      <a:pt x="1" y="1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34" name="Google Shape;3634;p25"/>
              <p:cNvSpPr/>
              <p:nvPr/>
            </p:nvSpPr>
            <p:spPr>
              <a:xfrm>
                <a:off x="2024348" y="4115276"/>
                <a:ext cx="7660" cy="1652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412" extrusionOk="0">
                    <a:moveTo>
                      <a:pt x="191" y="1"/>
                    </a:moveTo>
                    <a:cubicBezTo>
                      <a:pt x="121" y="1"/>
                      <a:pt x="81" y="151"/>
                      <a:pt x="40" y="271"/>
                    </a:cubicBezTo>
                    <a:lnTo>
                      <a:pt x="70" y="362"/>
                    </a:lnTo>
                    <a:cubicBezTo>
                      <a:pt x="40" y="382"/>
                      <a:pt x="20" y="392"/>
                      <a:pt x="0" y="412"/>
                    </a:cubicBezTo>
                    <a:lnTo>
                      <a:pt x="10" y="412"/>
                    </a:lnTo>
                    <a:cubicBezTo>
                      <a:pt x="40" y="412"/>
                      <a:pt x="91" y="412"/>
                      <a:pt x="121" y="392"/>
                    </a:cubicBezTo>
                    <a:cubicBezTo>
                      <a:pt x="111" y="372"/>
                      <a:pt x="91" y="362"/>
                      <a:pt x="81" y="342"/>
                    </a:cubicBezTo>
                    <a:cubicBezTo>
                      <a:pt x="70" y="281"/>
                      <a:pt x="141" y="281"/>
                      <a:pt x="191" y="241"/>
                    </a:cubicBezTo>
                    <a:cubicBezTo>
                      <a:pt x="171" y="201"/>
                      <a:pt x="161" y="171"/>
                      <a:pt x="191" y="141"/>
                    </a:cubicBezTo>
                    <a:cubicBezTo>
                      <a:pt x="181" y="121"/>
                      <a:pt x="151" y="101"/>
                      <a:pt x="151" y="81"/>
                    </a:cubicBezTo>
                    <a:cubicBezTo>
                      <a:pt x="141" y="51"/>
                      <a:pt x="161" y="2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35" name="Google Shape;3635;p25"/>
              <p:cNvSpPr/>
              <p:nvPr/>
            </p:nvSpPr>
            <p:spPr>
              <a:xfrm>
                <a:off x="1471238" y="4158708"/>
                <a:ext cx="44233" cy="75433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881" extrusionOk="0">
                    <a:moveTo>
                      <a:pt x="261" y="1"/>
                    </a:moveTo>
                    <a:cubicBezTo>
                      <a:pt x="201" y="61"/>
                      <a:pt x="281" y="111"/>
                      <a:pt x="211" y="171"/>
                    </a:cubicBezTo>
                    <a:lnTo>
                      <a:pt x="171" y="252"/>
                    </a:lnTo>
                    <a:cubicBezTo>
                      <a:pt x="101" y="312"/>
                      <a:pt x="161" y="382"/>
                      <a:pt x="161" y="462"/>
                    </a:cubicBezTo>
                    <a:cubicBezTo>
                      <a:pt x="161" y="552"/>
                      <a:pt x="60" y="643"/>
                      <a:pt x="40" y="723"/>
                    </a:cubicBezTo>
                    <a:cubicBezTo>
                      <a:pt x="20" y="823"/>
                      <a:pt x="40" y="853"/>
                      <a:pt x="70" y="944"/>
                    </a:cubicBezTo>
                    <a:cubicBezTo>
                      <a:pt x="111" y="1054"/>
                      <a:pt x="81" y="1134"/>
                      <a:pt x="40" y="1235"/>
                    </a:cubicBezTo>
                    <a:cubicBezTo>
                      <a:pt x="0" y="1305"/>
                      <a:pt x="20" y="1345"/>
                      <a:pt x="40" y="1425"/>
                    </a:cubicBezTo>
                    <a:cubicBezTo>
                      <a:pt x="60" y="1525"/>
                      <a:pt x="81" y="1576"/>
                      <a:pt x="161" y="1666"/>
                    </a:cubicBezTo>
                    <a:cubicBezTo>
                      <a:pt x="271" y="1716"/>
                      <a:pt x="331" y="1746"/>
                      <a:pt x="422" y="1786"/>
                    </a:cubicBezTo>
                    <a:cubicBezTo>
                      <a:pt x="542" y="1836"/>
                      <a:pt x="702" y="1856"/>
                      <a:pt x="843" y="1877"/>
                    </a:cubicBezTo>
                    <a:cubicBezTo>
                      <a:pt x="867" y="1879"/>
                      <a:pt x="889" y="1881"/>
                      <a:pt x="910" y="1881"/>
                    </a:cubicBezTo>
                    <a:cubicBezTo>
                      <a:pt x="1037" y="1881"/>
                      <a:pt x="1102" y="1827"/>
                      <a:pt x="1094" y="1706"/>
                    </a:cubicBezTo>
                    <a:cubicBezTo>
                      <a:pt x="1084" y="1556"/>
                      <a:pt x="933" y="1415"/>
                      <a:pt x="853" y="1295"/>
                    </a:cubicBezTo>
                    <a:cubicBezTo>
                      <a:pt x="783" y="1194"/>
                      <a:pt x="793" y="1144"/>
                      <a:pt x="763" y="1044"/>
                    </a:cubicBezTo>
                    <a:cubicBezTo>
                      <a:pt x="732" y="944"/>
                      <a:pt x="632" y="934"/>
                      <a:pt x="582" y="843"/>
                    </a:cubicBezTo>
                    <a:cubicBezTo>
                      <a:pt x="542" y="763"/>
                      <a:pt x="542" y="713"/>
                      <a:pt x="472" y="643"/>
                    </a:cubicBezTo>
                    <a:cubicBezTo>
                      <a:pt x="422" y="593"/>
                      <a:pt x="482" y="573"/>
                      <a:pt x="472" y="522"/>
                    </a:cubicBezTo>
                    <a:cubicBezTo>
                      <a:pt x="452" y="482"/>
                      <a:pt x="472" y="452"/>
                      <a:pt x="442" y="422"/>
                    </a:cubicBezTo>
                    <a:cubicBezTo>
                      <a:pt x="432" y="402"/>
                      <a:pt x="391" y="392"/>
                      <a:pt x="371" y="372"/>
                    </a:cubicBezTo>
                    <a:cubicBezTo>
                      <a:pt x="351" y="342"/>
                      <a:pt x="351" y="322"/>
                      <a:pt x="341" y="282"/>
                    </a:cubicBezTo>
                    <a:cubicBezTo>
                      <a:pt x="331" y="242"/>
                      <a:pt x="331" y="171"/>
                      <a:pt x="321" y="121"/>
                    </a:cubicBezTo>
                    <a:cubicBezTo>
                      <a:pt x="311" y="71"/>
                      <a:pt x="271" y="41"/>
                      <a:pt x="2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36" name="Google Shape;3636;p25"/>
              <p:cNvSpPr/>
              <p:nvPr/>
            </p:nvSpPr>
            <p:spPr>
              <a:xfrm>
                <a:off x="1399613" y="4139018"/>
                <a:ext cx="60394" cy="97569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433" extrusionOk="0">
                    <a:moveTo>
                      <a:pt x="573" y="0"/>
                    </a:moveTo>
                    <a:cubicBezTo>
                      <a:pt x="512" y="61"/>
                      <a:pt x="502" y="121"/>
                      <a:pt x="472" y="191"/>
                    </a:cubicBezTo>
                    <a:cubicBezTo>
                      <a:pt x="442" y="251"/>
                      <a:pt x="392" y="331"/>
                      <a:pt x="382" y="412"/>
                    </a:cubicBezTo>
                    <a:cubicBezTo>
                      <a:pt x="372" y="502"/>
                      <a:pt x="382" y="552"/>
                      <a:pt x="352" y="642"/>
                    </a:cubicBezTo>
                    <a:cubicBezTo>
                      <a:pt x="332" y="723"/>
                      <a:pt x="282" y="803"/>
                      <a:pt x="252" y="873"/>
                    </a:cubicBezTo>
                    <a:cubicBezTo>
                      <a:pt x="222" y="973"/>
                      <a:pt x="302" y="1084"/>
                      <a:pt x="252" y="1184"/>
                    </a:cubicBezTo>
                    <a:cubicBezTo>
                      <a:pt x="242" y="1204"/>
                      <a:pt x="191" y="1224"/>
                      <a:pt x="181" y="1254"/>
                    </a:cubicBezTo>
                    <a:cubicBezTo>
                      <a:pt x="161" y="1314"/>
                      <a:pt x="211" y="1364"/>
                      <a:pt x="222" y="1415"/>
                    </a:cubicBezTo>
                    <a:cubicBezTo>
                      <a:pt x="232" y="1495"/>
                      <a:pt x="322" y="1786"/>
                      <a:pt x="211" y="1786"/>
                    </a:cubicBezTo>
                    <a:cubicBezTo>
                      <a:pt x="191" y="1856"/>
                      <a:pt x="211" y="1946"/>
                      <a:pt x="171" y="2016"/>
                    </a:cubicBezTo>
                    <a:cubicBezTo>
                      <a:pt x="156" y="2011"/>
                      <a:pt x="139" y="2011"/>
                      <a:pt x="121" y="2011"/>
                    </a:cubicBezTo>
                    <a:cubicBezTo>
                      <a:pt x="104" y="2011"/>
                      <a:pt x="86" y="2011"/>
                      <a:pt x="71" y="2006"/>
                    </a:cubicBezTo>
                    <a:lnTo>
                      <a:pt x="71" y="2006"/>
                    </a:lnTo>
                    <a:cubicBezTo>
                      <a:pt x="1" y="2077"/>
                      <a:pt x="91" y="2217"/>
                      <a:pt x="151" y="2277"/>
                    </a:cubicBezTo>
                    <a:cubicBezTo>
                      <a:pt x="201" y="2297"/>
                      <a:pt x="292" y="2357"/>
                      <a:pt x="382" y="2368"/>
                    </a:cubicBezTo>
                    <a:cubicBezTo>
                      <a:pt x="492" y="2388"/>
                      <a:pt x="623" y="2388"/>
                      <a:pt x="733" y="2398"/>
                    </a:cubicBezTo>
                    <a:cubicBezTo>
                      <a:pt x="833" y="2407"/>
                      <a:pt x="989" y="2432"/>
                      <a:pt x="1133" y="2432"/>
                    </a:cubicBezTo>
                    <a:cubicBezTo>
                      <a:pt x="1307" y="2432"/>
                      <a:pt x="1463" y="2395"/>
                      <a:pt x="1485" y="2247"/>
                    </a:cubicBezTo>
                    <a:cubicBezTo>
                      <a:pt x="1505" y="2127"/>
                      <a:pt x="1465" y="1956"/>
                      <a:pt x="1395" y="1846"/>
                    </a:cubicBezTo>
                    <a:cubicBezTo>
                      <a:pt x="1345" y="1776"/>
                      <a:pt x="1174" y="1615"/>
                      <a:pt x="1154" y="1535"/>
                    </a:cubicBezTo>
                    <a:cubicBezTo>
                      <a:pt x="1134" y="1475"/>
                      <a:pt x="1204" y="1425"/>
                      <a:pt x="1184" y="1364"/>
                    </a:cubicBezTo>
                    <a:lnTo>
                      <a:pt x="1134" y="1314"/>
                    </a:lnTo>
                    <a:cubicBezTo>
                      <a:pt x="1084" y="1254"/>
                      <a:pt x="994" y="1204"/>
                      <a:pt x="964" y="1134"/>
                    </a:cubicBezTo>
                    <a:cubicBezTo>
                      <a:pt x="914" y="1033"/>
                      <a:pt x="1004" y="1064"/>
                      <a:pt x="1024" y="963"/>
                    </a:cubicBezTo>
                    <a:cubicBezTo>
                      <a:pt x="1034" y="933"/>
                      <a:pt x="984" y="873"/>
                      <a:pt x="984" y="833"/>
                    </a:cubicBezTo>
                    <a:cubicBezTo>
                      <a:pt x="974" y="813"/>
                      <a:pt x="1004" y="793"/>
                      <a:pt x="984" y="753"/>
                    </a:cubicBezTo>
                    <a:cubicBezTo>
                      <a:pt x="964" y="682"/>
                      <a:pt x="914" y="662"/>
                      <a:pt x="904" y="592"/>
                    </a:cubicBezTo>
                    <a:cubicBezTo>
                      <a:pt x="904" y="512"/>
                      <a:pt x="954" y="512"/>
                      <a:pt x="853" y="452"/>
                    </a:cubicBezTo>
                    <a:cubicBezTo>
                      <a:pt x="813" y="422"/>
                      <a:pt x="763" y="432"/>
                      <a:pt x="733" y="392"/>
                    </a:cubicBezTo>
                    <a:cubicBezTo>
                      <a:pt x="693" y="341"/>
                      <a:pt x="753" y="261"/>
                      <a:pt x="643" y="231"/>
                    </a:cubicBezTo>
                    <a:cubicBezTo>
                      <a:pt x="663" y="131"/>
                      <a:pt x="703" y="71"/>
                      <a:pt x="5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37" name="Google Shape;3637;p25"/>
              <p:cNvSpPr/>
              <p:nvPr/>
            </p:nvSpPr>
            <p:spPr>
              <a:xfrm>
                <a:off x="1618459" y="4185498"/>
                <a:ext cx="222489" cy="84656"/>
              </a:xfrm>
              <a:custGeom>
                <a:avLst/>
                <a:gdLst/>
                <a:ahLst/>
                <a:cxnLst/>
                <a:rect l="l" t="t" r="r" b="b"/>
                <a:pathLst>
                  <a:path w="5548" h="2111" extrusionOk="0">
                    <a:moveTo>
                      <a:pt x="2379" y="1"/>
                    </a:moveTo>
                    <a:cubicBezTo>
                      <a:pt x="2247" y="1"/>
                      <a:pt x="2147" y="156"/>
                      <a:pt x="2147" y="316"/>
                    </a:cubicBezTo>
                    <a:cubicBezTo>
                      <a:pt x="2047" y="225"/>
                      <a:pt x="1951" y="171"/>
                      <a:pt x="1870" y="171"/>
                    </a:cubicBezTo>
                    <a:cubicBezTo>
                      <a:pt x="1771" y="171"/>
                      <a:pt x="1694" y="250"/>
                      <a:pt x="1655" y="436"/>
                    </a:cubicBezTo>
                    <a:cubicBezTo>
                      <a:pt x="1655" y="429"/>
                      <a:pt x="1641" y="424"/>
                      <a:pt x="1618" y="424"/>
                    </a:cubicBezTo>
                    <a:cubicBezTo>
                      <a:pt x="1521" y="424"/>
                      <a:pt x="1266" y="505"/>
                      <a:pt x="1314" y="757"/>
                    </a:cubicBezTo>
                    <a:cubicBezTo>
                      <a:pt x="1268" y="746"/>
                      <a:pt x="1229" y="741"/>
                      <a:pt x="1194" y="741"/>
                    </a:cubicBezTo>
                    <a:cubicBezTo>
                      <a:pt x="1101" y="741"/>
                      <a:pt x="1038" y="776"/>
                      <a:pt x="943" y="827"/>
                    </a:cubicBezTo>
                    <a:cubicBezTo>
                      <a:pt x="930" y="831"/>
                      <a:pt x="919" y="832"/>
                      <a:pt x="909" y="832"/>
                    </a:cubicBezTo>
                    <a:cubicBezTo>
                      <a:pt x="884" y="832"/>
                      <a:pt x="865" y="824"/>
                      <a:pt x="844" y="824"/>
                    </a:cubicBezTo>
                    <a:cubicBezTo>
                      <a:pt x="827" y="824"/>
                      <a:pt x="808" y="829"/>
                      <a:pt x="783" y="847"/>
                    </a:cubicBezTo>
                    <a:cubicBezTo>
                      <a:pt x="733" y="878"/>
                      <a:pt x="743" y="1008"/>
                      <a:pt x="662" y="1058"/>
                    </a:cubicBezTo>
                    <a:cubicBezTo>
                      <a:pt x="636" y="1025"/>
                      <a:pt x="607" y="1013"/>
                      <a:pt x="580" y="1013"/>
                    </a:cubicBezTo>
                    <a:cubicBezTo>
                      <a:pt x="515" y="1013"/>
                      <a:pt x="456" y="1083"/>
                      <a:pt x="442" y="1118"/>
                    </a:cubicBezTo>
                    <a:cubicBezTo>
                      <a:pt x="383" y="1087"/>
                      <a:pt x="321" y="1071"/>
                      <a:pt x="262" y="1071"/>
                    </a:cubicBezTo>
                    <a:cubicBezTo>
                      <a:pt x="171" y="1071"/>
                      <a:pt x="89" y="1109"/>
                      <a:pt x="41" y="1188"/>
                    </a:cubicBezTo>
                    <a:cubicBezTo>
                      <a:pt x="0" y="1269"/>
                      <a:pt x="31" y="1289"/>
                      <a:pt x="71" y="1379"/>
                    </a:cubicBezTo>
                    <a:cubicBezTo>
                      <a:pt x="191" y="1600"/>
                      <a:pt x="462" y="1800"/>
                      <a:pt x="652" y="1891"/>
                    </a:cubicBezTo>
                    <a:cubicBezTo>
                      <a:pt x="942" y="2018"/>
                      <a:pt x="1413" y="2110"/>
                      <a:pt x="1776" y="2110"/>
                    </a:cubicBezTo>
                    <a:cubicBezTo>
                      <a:pt x="1840" y="2110"/>
                      <a:pt x="1901" y="2107"/>
                      <a:pt x="1956" y="2101"/>
                    </a:cubicBezTo>
                    <a:cubicBezTo>
                      <a:pt x="2348" y="2051"/>
                      <a:pt x="2719" y="1901"/>
                      <a:pt x="3120" y="1861"/>
                    </a:cubicBezTo>
                    <a:cubicBezTo>
                      <a:pt x="3410" y="1823"/>
                      <a:pt x="3689" y="1803"/>
                      <a:pt x="3974" y="1803"/>
                    </a:cubicBezTo>
                    <a:cubicBezTo>
                      <a:pt x="4073" y="1803"/>
                      <a:pt x="4172" y="1805"/>
                      <a:pt x="4273" y="1810"/>
                    </a:cubicBezTo>
                    <a:cubicBezTo>
                      <a:pt x="4306" y="1811"/>
                      <a:pt x="4342" y="1812"/>
                      <a:pt x="4383" y="1812"/>
                    </a:cubicBezTo>
                    <a:cubicBezTo>
                      <a:pt x="4748" y="1812"/>
                      <a:pt x="5407" y="1755"/>
                      <a:pt x="5497" y="1349"/>
                    </a:cubicBezTo>
                    <a:cubicBezTo>
                      <a:pt x="5547" y="1158"/>
                      <a:pt x="5447" y="1219"/>
                      <a:pt x="5347" y="1098"/>
                    </a:cubicBezTo>
                    <a:cubicBezTo>
                      <a:pt x="5246" y="988"/>
                      <a:pt x="5256" y="737"/>
                      <a:pt x="5116" y="697"/>
                    </a:cubicBezTo>
                    <a:cubicBezTo>
                      <a:pt x="5107" y="694"/>
                      <a:pt x="5097" y="692"/>
                      <a:pt x="5087" y="692"/>
                    </a:cubicBezTo>
                    <a:cubicBezTo>
                      <a:pt x="5034" y="692"/>
                      <a:pt x="4976" y="733"/>
                      <a:pt x="4925" y="767"/>
                    </a:cubicBezTo>
                    <a:cubicBezTo>
                      <a:pt x="4915" y="737"/>
                      <a:pt x="4905" y="687"/>
                      <a:pt x="4915" y="657"/>
                    </a:cubicBezTo>
                    <a:lnTo>
                      <a:pt x="4845" y="657"/>
                    </a:lnTo>
                    <a:cubicBezTo>
                      <a:pt x="4875" y="557"/>
                      <a:pt x="4855" y="547"/>
                      <a:pt x="4805" y="476"/>
                    </a:cubicBezTo>
                    <a:lnTo>
                      <a:pt x="4765" y="516"/>
                    </a:lnTo>
                    <a:cubicBezTo>
                      <a:pt x="4727" y="462"/>
                      <a:pt x="4690" y="440"/>
                      <a:pt x="4657" y="440"/>
                    </a:cubicBezTo>
                    <a:cubicBezTo>
                      <a:pt x="4567" y="440"/>
                      <a:pt x="4501" y="597"/>
                      <a:pt x="4494" y="707"/>
                    </a:cubicBezTo>
                    <a:cubicBezTo>
                      <a:pt x="4414" y="677"/>
                      <a:pt x="4354" y="607"/>
                      <a:pt x="4304" y="536"/>
                    </a:cubicBezTo>
                    <a:lnTo>
                      <a:pt x="4304" y="536"/>
                    </a:lnTo>
                    <a:cubicBezTo>
                      <a:pt x="4307" y="548"/>
                      <a:pt x="4311" y="558"/>
                      <a:pt x="4315" y="567"/>
                    </a:cubicBezTo>
                    <a:lnTo>
                      <a:pt x="4315" y="567"/>
                    </a:lnTo>
                    <a:cubicBezTo>
                      <a:pt x="4283" y="505"/>
                      <a:pt x="4232" y="481"/>
                      <a:pt x="4174" y="481"/>
                    </a:cubicBezTo>
                    <a:cubicBezTo>
                      <a:pt x="4086" y="481"/>
                      <a:pt x="3984" y="536"/>
                      <a:pt x="3912" y="597"/>
                    </a:cubicBezTo>
                    <a:cubicBezTo>
                      <a:pt x="3909" y="504"/>
                      <a:pt x="3863" y="471"/>
                      <a:pt x="3803" y="471"/>
                    </a:cubicBezTo>
                    <a:cubicBezTo>
                      <a:pt x="3700" y="471"/>
                      <a:pt x="3556" y="571"/>
                      <a:pt x="3511" y="647"/>
                    </a:cubicBezTo>
                    <a:cubicBezTo>
                      <a:pt x="3495" y="549"/>
                      <a:pt x="3419" y="498"/>
                      <a:pt x="3338" y="498"/>
                    </a:cubicBezTo>
                    <a:cubicBezTo>
                      <a:pt x="3319" y="498"/>
                      <a:pt x="3299" y="501"/>
                      <a:pt x="3280" y="506"/>
                    </a:cubicBezTo>
                    <a:cubicBezTo>
                      <a:pt x="3369" y="360"/>
                      <a:pt x="3221" y="299"/>
                      <a:pt x="3062" y="299"/>
                    </a:cubicBezTo>
                    <a:cubicBezTo>
                      <a:pt x="2970" y="299"/>
                      <a:pt x="2874" y="319"/>
                      <a:pt x="2819" y="356"/>
                    </a:cubicBezTo>
                    <a:cubicBezTo>
                      <a:pt x="2827" y="248"/>
                      <a:pt x="2713" y="45"/>
                      <a:pt x="2605" y="45"/>
                    </a:cubicBezTo>
                    <a:cubicBezTo>
                      <a:pt x="2582" y="45"/>
                      <a:pt x="2559" y="54"/>
                      <a:pt x="2538" y="75"/>
                    </a:cubicBezTo>
                    <a:cubicBezTo>
                      <a:pt x="2483" y="23"/>
                      <a:pt x="2429" y="1"/>
                      <a:pt x="23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38" name="Google Shape;3638;p25"/>
              <p:cNvSpPr/>
              <p:nvPr/>
            </p:nvSpPr>
            <p:spPr>
              <a:xfrm>
                <a:off x="1439436" y="4198531"/>
                <a:ext cx="71262" cy="43632"/>
              </a:xfrm>
              <a:custGeom>
                <a:avLst/>
                <a:gdLst/>
                <a:ahLst/>
                <a:cxnLst/>
                <a:rect l="l" t="t" r="r" b="b"/>
                <a:pathLst>
                  <a:path w="1777" h="1088" extrusionOk="0">
                    <a:moveTo>
                      <a:pt x="853" y="1"/>
                    </a:moveTo>
                    <a:cubicBezTo>
                      <a:pt x="753" y="1"/>
                      <a:pt x="633" y="171"/>
                      <a:pt x="583" y="232"/>
                    </a:cubicBezTo>
                    <a:cubicBezTo>
                      <a:pt x="522" y="302"/>
                      <a:pt x="472" y="382"/>
                      <a:pt x="402" y="422"/>
                    </a:cubicBezTo>
                    <a:cubicBezTo>
                      <a:pt x="392" y="402"/>
                      <a:pt x="372" y="382"/>
                      <a:pt x="372" y="362"/>
                    </a:cubicBezTo>
                    <a:cubicBezTo>
                      <a:pt x="302" y="402"/>
                      <a:pt x="222" y="452"/>
                      <a:pt x="181" y="512"/>
                    </a:cubicBezTo>
                    <a:cubicBezTo>
                      <a:pt x="171" y="502"/>
                      <a:pt x="161" y="492"/>
                      <a:pt x="151" y="472"/>
                    </a:cubicBezTo>
                    <a:cubicBezTo>
                      <a:pt x="81" y="532"/>
                      <a:pt x="1" y="603"/>
                      <a:pt x="1" y="713"/>
                    </a:cubicBezTo>
                    <a:cubicBezTo>
                      <a:pt x="11" y="753"/>
                      <a:pt x="51" y="884"/>
                      <a:pt x="81" y="984"/>
                    </a:cubicBezTo>
                    <a:cubicBezTo>
                      <a:pt x="129" y="991"/>
                      <a:pt x="176" y="993"/>
                      <a:pt x="223" y="993"/>
                    </a:cubicBezTo>
                    <a:cubicBezTo>
                      <a:pt x="273" y="993"/>
                      <a:pt x="324" y="991"/>
                      <a:pt x="375" y="991"/>
                    </a:cubicBezTo>
                    <a:cubicBezTo>
                      <a:pt x="404" y="991"/>
                      <a:pt x="433" y="992"/>
                      <a:pt x="462" y="994"/>
                    </a:cubicBezTo>
                    <a:cubicBezTo>
                      <a:pt x="621" y="1003"/>
                      <a:pt x="754" y="1065"/>
                      <a:pt x="918" y="1065"/>
                    </a:cubicBezTo>
                    <a:cubicBezTo>
                      <a:pt x="930" y="1065"/>
                      <a:pt x="942" y="1065"/>
                      <a:pt x="954" y="1064"/>
                    </a:cubicBezTo>
                    <a:cubicBezTo>
                      <a:pt x="1104" y="1064"/>
                      <a:pt x="1255" y="1064"/>
                      <a:pt x="1415" y="1074"/>
                    </a:cubicBezTo>
                    <a:cubicBezTo>
                      <a:pt x="1461" y="1074"/>
                      <a:pt x="1536" y="1087"/>
                      <a:pt x="1606" y="1087"/>
                    </a:cubicBezTo>
                    <a:cubicBezTo>
                      <a:pt x="1658" y="1087"/>
                      <a:pt x="1706" y="1080"/>
                      <a:pt x="1736" y="1054"/>
                    </a:cubicBezTo>
                    <a:cubicBezTo>
                      <a:pt x="1776" y="1024"/>
                      <a:pt x="1776" y="994"/>
                      <a:pt x="1776" y="954"/>
                    </a:cubicBezTo>
                    <a:cubicBezTo>
                      <a:pt x="1776" y="894"/>
                      <a:pt x="1756" y="823"/>
                      <a:pt x="1736" y="763"/>
                    </a:cubicBezTo>
                    <a:cubicBezTo>
                      <a:pt x="1712" y="706"/>
                      <a:pt x="1588" y="470"/>
                      <a:pt x="1499" y="470"/>
                    </a:cubicBezTo>
                    <a:cubicBezTo>
                      <a:pt x="1481" y="470"/>
                      <a:pt x="1464" y="480"/>
                      <a:pt x="1450" y="503"/>
                    </a:cubicBezTo>
                    <a:lnTo>
                      <a:pt x="1450" y="503"/>
                    </a:lnTo>
                    <a:cubicBezTo>
                      <a:pt x="1496" y="403"/>
                      <a:pt x="1173" y="412"/>
                      <a:pt x="1114" y="392"/>
                    </a:cubicBezTo>
                    <a:cubicBezTo>
                      <a:pt x="1136" y="348"/>
                      <a:pt x="1105" y="299"/>
                      <a:pt x="1071" y="299"/>
                    </a:cubicBezTo>
                    <a:cubicBezTo>
                      <a:pt x="1061" y="299"/>
                      <a:pt x="1052" y="302"/>
                      <a:pt x="1044" y="310"/>
                    </a:cubicBezTo>
                    <a:lnTo>
                      <a:pt x="1044" y="310"/>
                    </a:lnTo>
                    <a:cubicBezTo>
                      <a:pt x="1110" y="214"/>
                      <a:pt x="940" y="10"/>
                      <a:pt x="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39" name="Google Shape;3639;p25"/>
              <p:cNvSpPr/>
              <p:nvPr/>
            </p:nvSpPr>
            <p:spPr>
              <a:xfrm>
                <a:off x="1307495" y="4187583"/>
                <a:ext cx="87744" cy="42709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1065" extrusionOk="0">
                    <a:moveTo>
                      <a:pt x="979" y="1"/>
                    </a:moveTo>
                    <a:cubicBezTo>
                      <a:pt x="883" y="1"/>
                      <a:pt x="768" y="197"/>
                      <a:pt x="723" y="364"/>
                    </a:cubicBezTo>
                    <a:cubicBezTo>
                      <a:pt x="663" y="344"/>
                      <a:pt x="583" y="284"/>
                      <a:pt x="532" y="234"/>
                    </a:cubicBezTo>
                    <a:cubicBezTo>
                      <a:pt x="502" y="274"/>
                      <a:pt x="482" y="314"/>
                      <a:pt x="442" y="344"/>
                    </a:cubicBezTo>
                    <a:cubicBezTo>
                      <a:pt x="442" y="304"/>
                      <a:pt x="412" y="284"/>
                      <a:pt x="402" y="254"/>
                    </a:cubicBezTo>
                    <a:cubicBezTo>
                      <a:pt x="352" y="274"/>
                      <a:pt x="292" y="294"/>
                      <a:pt x="232" y="294"/>
                    </a:cubicBezTo>
                    <a:cubicBezTo>
                      <a:pt x="229" y="295"/>
                      <a:pt x="226" y="295"/>
                      <a:pt x="224" y="295"/>
                    </a:cubicBezTo>
                    <a:cubicBezTo>
                      <a:pt x="205" y="295"/>
                      <a:pt x="199" y="269"/>
                      <a:pt x="173" y="269"/>
                    </a:cubicBezTo>
                    <a:cubicBezTo>
                      <a:pt x="167" y="269"/>
                      <a:pt x="160" y="270"/>
                      <a:pt x="151" y="274"/>
                    </a:cubicBezTo>
                    <a:cubicBezTo>
                      <a:pt x="51" y="314"/>
                      <a:pt x="1" y="474"/>
                      <a:pt x="51" y="575"/>
                    </a:cubicBezTo>
                    <a:cubicBezTo>
                      <a:pt x="71" y="605"/>
                      <a:pt x="51" y="675"/>
                      <a:pt x="81" y="735"/>
                    </a:cubicBezTo>
                    <a:cubicBezTo>
                      <a:pt x="141" y="846"/>
                      <a:pt x="272" y="846"/>
                      <a:pt x="362" y="866"/>
                    </a:cubicBezTo>
                    <a:cubicBezTo>
                      <a:pt x="700" y="948"/>
                      <a:pt x="1071" y="1064"/>
                      <a:pt x="1427" y="1064"/>
                    </a:cubicBezTo>
                    <a:cubicBezTo>
                      <a:pt x="1504" y="1064"/>
                      <a:pt x="1581" y="1059"/>
                      <a:pt x="1656" y="1046"/>
                    </a:cubicBezTo>
                    <a:cubicBezTo>
                      <a:pt x="1947" y="996"/>
                      <a:pt x="2187" y="755"/>
                      <a:pt x="1856" y="535"/>
                    </a:cubicBezTo>
                    <a:cubicBezTo>
                      <a:pt x="1806" y="505"/>
                      <a:pt x="1696" y="464"/>
                      <a:pt x="1646" y="444"/>
                    </a:cubicBezTo>
                    <a:cubicBezTo>
                      <a:pt x="1606" y="434"/>
                      <a:pt x="1536" y="414"/>
                      <a:pt x="1485" y="384"/>
                    </a:cubicBezTo>
                    <a:cubicBezTo>
                      <a:pt x="1525" y="240"/>
                      <a:pt x="1398" y="207"/>
                      <a:pt x="1274" y="207"/>
                    </a:cubicBezTo>
                    <a:cubicBezTo>
                      <a:pt x="1208" y="207"/>
                      <a:pt x="1143" y="217"/>
                      <a:pt x="1104" y="224"/>
                    </a:cubicBezTo>
                    <a:cubicBezTo>
                      <a:pt x="1079" y="62"/>
                      <a:pt x="1032" y="1"/>
                      <a:pt x="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40" name="Google Shape;3640;p25"/>
              <p:cNvSpPr/>
              <p:nvPr/>
            </p:nvSpPr>
            <p:spPr>
              <a:xfrm>
                <a:off x="1330033" y="4187703"/>
                <a:ext cx="347007" cy="94963"/>
              </a:xfrm>
              <a:custGeom>
                <a:avLst/>
                <a:gdLst/>
                <a:ahLst/>
                <a:cxnLst/>
                <a:rect l="l" t="t" r="r" b="b"/>
                <a:pathLst>
                  <a:path w="8653" h="2368" extrusionOk="0">
                    <a:moveTo>
                      <a:pt x="6049" y="0"/>
                    </a:moveTo>
                    <a:cubicBezTo>
                      <a:pt x="5858" y="90"/>
                      <a:pt x="5598" y="60"/>
                      <a:pt x="5598" y="341"/>
                    </a:cubicBezTo>
                    <a:cubicBezTo>
                      <a:pt x="5578" y="331"/>
                      <a:pt x="5567" y="301"/>
                      <a:pt x="5547" y="291"/>
                    </a:cubicBezTo>
                    <a:cubicBezTo>
                      <a:pt x="5267" y="421"/>
                      <a:pt x="5156" y="502"/>
                      <a:pt x="5126" y="843"/>
                    </a:cubicBezTo>
                    <a:cubicBezTo>
                      <a:pt x="5060" y="722"/>
                      <a:pt x="4954" y="667"/>
                      <a:pt x="4856" y="667"/>
                    </a:cubicBezTo>
                    <a:cubicBezTo>
                      <a:pt x="4716" y="667"/>
                      <a:pt x="4591" y="779"/>
                      <a:pt x="4615" y="973"/>
                    </a:cubicBezTo>
                    <a:cubicBezTo>
                      <a:pt x="4585" y="943"/>
                      <a:pt x="4554" y="913"/>
                      <a:pt x="4534" y="883"/>
                    </a:cubicBezTo>
                    <a:cubicBezTo>
                      <a:pt x="4534" y="953"/>
                      <a:pt x="4484" y="1023"/>
                      <a:pt x="4504" y="1123"/>
                    </a:cubicBezTo>
                    <a:cubicBezTo>
                      <a:pt x="4392" y="1080"/>
                      <a:pt x="4223" y="990"/>
                      <a:pt x="4098" y="990"/>
                    </a:cubicBezTo>
                    <a:cubicBezTo>
                      <a:pt x="4021" y="990"/>
                      <a:pt x="3962" y="1024"/>
                      <a:pt x="3943" y="1123"/>
                    </a:cubicBezTo>
                    <a:cubicBezTo>
                      <a:pt x="3863" y="1038"/>
                      <a:pt x="3710" y="953"/>
                      <a:pt x="3596" y="953"/>
                    </a:cubicBezTo>
                    <a:cubicBezTo>
                      <a:pt x="3521" y="953"/>
                      <a:pt x="3463" y="989"/>
                      <a:pt x="3451" y="1083"/>
                    </a:cubicBezTo>
                    <a:cubicBezTo>
                      <a:pt x="3421" y="973"/>
                      <a:pt x="3381" y="873"/>
                      <a:pt x="3341" y="782"/>
                    </a:cubicBezTo>
                    <a:cubicBezTo>
                      <a:pt x="3180" y="792"/>
                      <a:pt x="3030" y="873"/>
                      <a:pt x="2909" y="983"/>
                    </a:cubicBezTo>
                    <a:cubicBezTo>
                      <a:pt x="2899" y="923"/>
                      <a:pt x="2859" y="893"/>
                      <a:pt x="2849" y="833"/>
                    </a:cubicBezTo>
                    <a:cubicBezTo>
                      <a:pt x="2830" y="839"/>
                      <a:pt x="2811" y="842"/>
                      <a:pt x="2792" y="842"/>
                    </a:cubicBezTo>
                    <a:cubicBezTo>
                      <a:pt x="2706" y="842"/>
                      <a:pt x="2619" y="785"/>
                      <a:pt x="2546" y="785"/>
                    </a:cubicBezTo>
                    <a:cubicBezTo>
                      <a:pt x="2490" y="785"/>
                      <a:pt x="2442" y="818"/>
                      <a:pt x="2408" y="933"/>
                    </a:cubicBezTo>
                    <a:cubicBezTo>
                      <a:pt x="2324" y="789"/>
                      <a:pt x="2180" y="731"/>
                      <a:pt x="2036" y="731"/>
                    </a:cubicBezTo>
                    <a:cubicBezTo>
                      <a:pt x="1939" y="731"/>
                      <a:pt x="1843" y="758"/>
                      <a:pt x="1766" y="802"/>
                    </a:cubicBezTo>
                    <a:cubicBezTo>
                      <a:pt x="1736" y="722"/>
                      <a:pt x="1666" y="672"/>
                      <a:pt x="1636" y="592"/>
                    </a:cubicBezTo>
                    <a:cubicBezTo>
                      <a:pt x="1515" y="602"/>
                      <a:pt x="1445" y="592"/>
                      <a:pt x="1355" y="682"/>
                    </a:cubicBezTo>
                    <a:lnTo>
                      <a:pt x="1274" y="602"/>
                    </a:lnTo>
                    <a:cubicBezTo>
                      <a:pt x="1254" y="612"/>
                      <a:pt x="1234" y="632"/>
                      <a:pt x="1224" y="652"/>
                    </a:cubicBezTo>
                    <a:cubicBezTo>
                      <a:pt x="1194" y="602"/>
                      <a:pt x="1124" y="552"/>
                      <a:pt x="1094" y="512"/>
                    </a:cubicBezTo>
                    <a:cubicBezTo>
                      <a:pt x="1064" y="542"/>
                      <a:pt x="984" y="582"/>
                      <a:pt x="953" y="612"/>
                    </a:cubicBezTo>
                    <a:cubicBezTo>
                      <a:pt x="833" y="431"/>
                      <a:pt x="763" y="351"/>
                      <a:pt x="552" y="351"/>
                    </a:cubicBezTo>
                    <a:cubicBezTo>
                      <a:pt x="492" y="391"/>
                      <a:pt x="452" y="401"/>
                      <a:pt x="402" y="431"/>
                    </a:cubicBezTo>
                    <a:cubicBezTo>
                      <a:pt x="392" y="431"/>
                      <a:pt x="362" y="371"/>
                      <a:pt x="352" y="361"/>
                    </a:cubicBezTo>
                    <a:cubicBezTo>
                      <a:pt x="332" y="411"/>
                      <a:pt x="291" y="461"/>
                      <a:pt x="281" y="512"/>
                    </a:cubicBezTo>
                    <a:cubicBezTo>
                      <a:pt x="221" y="451"/>
                      <a:pt x="151" y="451"/>
                      <a:pt x="111" y="411"/>
                    </a:cubicBezTo>
                    <a:cubicBezTo>
                      <a:pt x="31" y="542"/>
                      <a:pt x="1" y="702"/>
                      <a:pt x="21" y="863"/>
                    </a:cubicBezTo>
                    <a:cubicBezTo>
                      <a:pt x="41" y="1224"/>
                      <a:pt x="1" y="1685"/>
                      <a:pt x="322" y="2006"/>
                    </a:cubicBezTo>
                    <a:cubicBezTo>
                      <a:pt x="582" y="2247"/>
                      <a:pt x="1102" y="2368"/>
                      <a:pt x="1445" y="2368"/>
                    </a:cubicBezTo>
                    <a:cubicBezTo>
                      <a:pt x="1459" y="2368"/>
                      <a:pt x="1472" y="2368"/>
                      <a:pt x="1485" y="2367"/>
                    </a:cubicBezTo>
                    <a:cubicBezTo>
                      <a:pt x="1866" y="2347"/>
                      <a:pt x="2247" y="2277"/>
                      <a:pt x="2639" y="2277"/>
                    </a:cubicBezTo>
                    <a:cubicBezTo>
                      <a:pt x="3086" y="2277"/>
                      <a:pt x="3539" y="2324"/>
                      <a:pt x="3990" y="2324"/>
                    </a:cubicBezTo>
                    <a:cubicBezTo>
                      <a:pt x="4165" y="2324"/>
                      <a:pt x="4340" y="2317"/>
                      <a:pt x="4514" y="2297"/>
                    </a:cubicBezTo>
                    <a:cubicBezTo>
                      <a:pt x="5527" y="2187"/>
                      <a:pt x="6561" y="1816"/>
                      <a:pt x="7564" y="1585"/>
                    </a:cubicBezTo>
                    <a:cubicBezTo>
                      <a:pt x="7864" y="1525"/>
                      <a:pt x="8376" y="1545"/>
                      <a:pt x="8527" y="1254"/>
                    </a:cubicBezTo>
                    <a:cubicBezTo>
                      <a:pt x="8653" y="1025"/>
                      <a:pt x="8537" y="771"/>
                      <a:pt x="8325" y="771"/>
                    </a:cubicBezTo>
                    <a:cubicBezTo>
                      <a:pt x="8268" y="771"/>
                      <a:pt x="8204" y="790"/>
                      <a:pt x="8135" y="833"/>
                    </a:cubicBezTo>
                    <a:cubicBezTo>
                      <a:pt x="8115" y="752"/>
                      <a:pt x="8045" y="722"/>
                      <a:pt x="8015" y="672"/>
                    </a:cubicBezTo>
                    <a:cubicBezTo>
                      <a:pt x="7975" y="692"/>
                      <a:pt x="7955" y="722"/>
                      <a:pt x="7925" y="752"/>
                    </a:cubicBezTo>
                    <a:cubicBezTo>
                      <a:pt x="7925" y="732"/>
                      <a:pt x="7925" y="672"/>
                      <a:pt x="7905" y="652"/>
                    </a:cubicBezTo>
                    <a:cubicBezTo>
                      <a:pt x="7764" y="672"/>
                      <a:pt x="7624" y="722"/>
                      <a:pt x="7503" y="792"/>
                    </a:cubicBezTo>
                    <a:cubicBezTo>
                      <a:pt x="7473" y="772"/>
                      <a:pt x="7373" y="692"/>
                      <a:pt x="7353" y="672"/>
                    </a:cubicBezTo>
                    <a:cubicBezTo>
                      <a:pt x="7403" y="582"/>
                      <a:pt x="7393" y="461"/>
                      <a:pt x="7413" y="361"/>
                    </a:cubicBezTo>
                    <a:lnTo>
                      <a:pt x="7413" y="361"/>
                    </a:lnTo>
                    <a:cubicBezTo>
                      <a:pt x="7182" y="381"/>
                      <a:pt x="6962" y="512"/>
                      <a:pt x="6751" y="562"/>
                    </a:cubicBezTo>
                    <a:cubicBezTo>
                      <a:pt x="6721" y="542"/>
                      <a:pt x="6631" y="481"/>
                      <a:pt x="6611" y="451"/>
                    </a:cubicBezTo>
                    <a:cubicBezTo>
                      <a:pt x="6591" y="471"/>
                      <a:pt x="6581" y="502"/>
                      <a:pt x="6550" y="522"/>
                    </a:cubicBezTo>
                    <a:cubicBezTo>
                      <a:pt x="6664" y="296"/>
                      <a:pt x="6553" y="84"/>
                      <a:pt x="6404" y="84"/>
                    </a:cubicBezTo>
                    <a:cubicBezTo>
                      <a:pt x="6341" y="84"/>
                      <a:pt x="6272" y="122"/>
                      <a:pt x="6209" y="211"/>
                    </a:cubicBezTo>
                    <a:cubicBezTo>
                      <a:pt x="6139" y="70"/>
                      <a:pt x="6169" y="171"/>
                      <a:pt x="6069" y="90"/>
                    </a:cubicBezTo>
                    <a:cubicBezTo>
                      <a:pt x="6059" y="70"/>
                      <a:pt x="6059" y="10"/>
                      <a:pt x="60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41" name="Google Shape;3641;p25"/>
              <p:cNvSpPr/>
              <p:nvPr/>
            </p:nvSpPr>
            <p:spPr>
              <a:xfrm>
                <a:off x="1509858" y="4187703"/>
                <a:ext cx="110242" cy="67452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1682" extrusionOk="0">
                    <a:moveTo>
                      <a:pt x="1565" y="0"/>
                    </a:moveTo>
                    <a:cubicBezTo>
                      <a:pt x="1374" y="90"/>
                      <a:pt x="1114" y="60"/>
                      <a:pt x="1114" y="341"/>
                    </a:cubicBezTo>
                    <a:cubicBezTo>
                      <a:pt x="1094" y="331"/>
                      <a:pt x="1083" y="301"/>
                      <a:pt x="1063" y="291"/>
                    </a:cubicBezTo>
                    <a:cubicBezTo>
                      <a:pt x="783" y="421"/>
                      <a:pt x="672" y="502"/>
                      <a:pt x="642" y="843"/>
                    </a:cubicBezTo>
                    <a:cubicBezTo>
                      <a:pt x="576" y="722"/>
                      <a:pt x="470" y="667"/>
                      <a:pt x="372" y="667"/>
                    </a:cubicBezTo>
                    <a:cubicBezTo>
                      <a:pt x="232" y="667"/>
                      <a:pt x="107" y="779"/>
                      <a:pt x="131" y="973"/>
                    </a:cubicBezTo>
                    <a:cubicBezTo>
                      <a:pt x="101" y="943"/>
                      <a:pt x="70" y="913"/>
                      <a:pt x="50" y="883"/>
                    </a:cubicBezTo>
                    <a:cubicBezTo>
                      <a:pt x="50" y="953"/>
                      <a:pt x="0" y="1023"/>
                      <a:pt x="20" y="1123"/>
                    </a:cubicBezTo>
                    <a:cubicBezTo>
                      <a:pt x="30" y="1194"/>
                      <a:pt x="0" y="1254"/>
                      <a:pt x="10" y="1304"/>
                    </a:cubicBezTo>
                    <a:cubicBezTo>
                      <a:pt x="40" y="1384"/>
                      <a:pt x="60" y="1354"/>
                      <a:pt x="111" y="1414"/>
                    </a:cubicBezTo>
                    <a:cubicBezTo>
                      <a:pt x="161" y="1454"/>
                      <a:pt x="151" y="1515"/>
                      <a:pt x="221" y="1545"/>
                    </a:cubicBezTo>
                    <a:cubicBezTo>
                      <a:pt x="251" y="1560"/>
                      <a:pt x="291" y="1563"/>
                      <a:pt x="336" y="1563"/>
                    </a:cubicBezTo>
                    <a:cubicBezTo>
                      <a:pt x="384" y="1563"/>
                      <a:pt x="437" y="1559"/>
                      <a:pt x="486" y="1559"/>
                    </a:cubicBezTo>
                    <a:cubicBezTo>
                      <a:pt x="513" y="1559"/>
                      <a:pt x="539" y="1560"/>
                      <a:pt x="562" y="1565"/>
                    </a:cubicBezTo>
                    <a:cubicBezTo>
                      <a:pt x="831" y="1626"/>
                      <a:pt x="1153" y="1682"/>
                      <a:pt x="1452" y="1682"/>
                    </a:cubicBezTo>
                    <a:cubicBezTo>
                      <a:pt x="1543" y="1682"/>
                      <a:pt x="1631" y="1677"/>
                      <a:pt x="1715" y="1665"/>
                    </a:cubicBezTo>
                    <a:cubicBezTo>
                      <a:pt x="1796" y="1655"/>
                      <a:pt x="1866" y="1605"/>
                      <a:pt x="1946" y="1595"/>
                    </a:cubicBezTo>
                    <a:cubicBezTo>
                      <a:pt x="1961" y="1593"/>
                      <a:pt x="1977" y="1592"/>
                      <a:pt x="1993" y="1592"/>
                    </a:cubicBezTo>
                    <a:cubicBezTo>
                      <a:pt x="2061" y="1592"/>
                      <a:pt x="2134" y="1607"/>
                      <a:pt x="2207" y="1615"/>
                    </a:cubicBezTo>
                    <a:cubicBezTo>
                      <a:pt x="2387" y="1615"/>
                      <a:pt x="2528" y="1595"/>
                      <a:pt x="2648" y="1454"/>
                    </a:cubicBezTo>
                    <a:cubicBezTo>
                      <a:pt x="2688" y="1404"/>
                      <a:pt x="2749" y="1334"/>
                      <a:pt x="2729" y="1284"/>
                    </a:cubicBezTo>
                    <a:cubicBezTo>
                      <a:pt x="2718" y="1229"/>
                      <a:pt x="2696" y="1219"/>
                      <a:pt x="2668" y="1219"/>
                    </a:cubicBezTo>
                    <a:cubicBezTo>
                      <a:pt x="2653" y="1219"/>
                      <a:pt x="2635" y="1222"/>
                      <a:pt x="2618" y="1222"/>
                    </a:cubicBezTo>
                    <a:cubicBezTo>
                      <a:pt x="2604" y="1222"/>
                      <a:pt x="2591" y="1220"/>
                      <a:pt x="2578" y="1214"/>
                    </a:cubicBezTo>
                    <a:cubicBezTo>
                      <a:pt x="2594" y="1173"/>
                      <a:pt x="2557" y="1138"/>
                      <a:pt x="2521" y="1138"/>
                    </a:cubicBezTo>
                    <a:cubicBezTo>
                      <a:pt x="2513" y="1138"/>
                      <a:pt x="2505" y="1140"/>
                      <a:pt x="2498" y="1143"/>
                    </a:cubicBezTo>
                    <a:cubicBezTo>
                      <a:pt x="2468" y="1103"/>
                      <a:pt x="2448" y="1043"/>
                      <a:pt x="2468" y="993"/>
                    </a:cubicBezTo>
                    <a:cubicBezTo>
                      <a:pt x="2439" y="979"/>
                      <a:pt x="2421" y="965"/>
                      <a:pt x="2399" y="965"/>
                    </a:cubicBezTo>
                    <a:cubicBezTo>
                      <a:pt x="2389" y="965"/>
                      <a:pt x="2379" y="967"/>
                      <a:pt x="2367" y="973"/>
                    </a:cubicBezTo>
                    <a:lnTo>
                      <a:pt x="2387" y="953"/>
                    </a:lnTo>
                    <a:cubicBezTo>
                      <a:pt x="2365" y="927"/>
                      <a:pt x="2344" y="918"/>
                      <a:pt x="2324" y="918"/>
                    </a:cubicBezTo>
                    <a:cubicBezTo>
                      <a:pt x="2283" y="918"/>
                      <a:pt x="2247" y="956"/>
                      <a:pt x="2207" y="963"/>
                    </a:cubicBezTo>
                    <a:cubicBezTo>
                      <a:pt x="2187" y="973"/>
                      <a:pt x="2177" y="993"/>
                      <a:pt x="2157" y="993"/>
                    </a:cubicBezTo>
                    <a:cubicBezTo>
                      <a:pt x="2137" y="993"/>
                      <a:pt x="2087" y="963"/>
                      <a:pt x="2056" y="963"/>
                    </a:cubicBezTo>
                    <a:cubicBezTo>
                      <a:pt x="2117" y="933"/>
                      <a:pt x="2247" y="742"/>
                      <a:pt x="2107" y="732"/>
                    </a:cubicBezTo>
                    <a:cubicBezTo>
                      <a:pt x="2127" y="702"/>
                      <a:pt x="2127" y="682"/>
                      <a:pt x="2157" y="652"/>
                    </a:cubicBezTo>
                    <a:cubicBezTo>
                      <a:pt x="2137" y="612"/>
                      <a:pt x="2087" y="602"/>
                      <a:pt x="2056" y="592"/>
                    </a:cubicBezTo>
                    <a:cubicBezTo>
                      <a:pt x="2077" y="542"/>
                      <a:pt x="2107" y="502"/>
                      <a:pt x="2127" y="461"/>
                    </a:cubicBezTo>
                    <a:lnTo>
                      <a:pt x="2127" y="451"/>
                    </a:lnTo>
                    <a:cubicBezTo>
                      <a:pt x="2107" y="471"/>
                      <a:pt x="2097" y="502"/>
                      <a:pt x="2066" y="522"/>
                    </a:cubicBezTo>
                    <a:cubicBezTo>
                      <a:pt x="2180" y="296"/>
                      <a:pt x="2069" y="84"/>
                      <a:pt x="1920" y="84"/>
                    </a:cubicBezTo>
                    <a:cubicBezTo>
                      <a:pt x="1857" y="84"/>
                      <a:pt x="1788" y="122"/>
                      <a:pt x="1725" y="211"/>
                    </a:cubicBezTo>
                    <a:cubicBezTo>
                      <a:pt x="1655" y="70"/>
                      <a:pt x="1685" y="171"/>
                      <a:pt x="1585" y="90"/>
                    </a:cubicBezTo>
                    <a:cubicBezTo>
                      <a:pt x="1575" y="70"/>
                      <a:pt x="1575" y="10"/>
                      <a:pt x="15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42" name="Google Shape;3642;p25"/>
              <p:cNvSpPr/>
              <p:nvPr/>
            </p:nvSpPr>
            <p:spPr>
              <a:xfrm>
                <a:off x="1255200" y="4198531"/>
                <a:ext cx="110282" cy="67493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683" extrusionOk="0">
                    <a:moveTo>
                      <a:pt x="1566" y="1"/>
                    </a:moveTo>
                    <a:cubicBezTo>
                      <a:pt x="1385" y="101"/>
                      <a:pt x="1124" y="61"/>
                      <a:pt x="1124" y="342"/>
                    </a:cubicBezTo>
                    <a:cubicBezTo>
                      <a:pt x="1104" y="332"/>
                      <a:pt x="1094" y="302"/>
                      <a:pt x="1074" y="302"/>
                    </a:cubicBezTo>
                    <a:cubicBezTo>
                      <a:pt x="793" y="432"/>
                      <a:pt x="683" y="502"/>
                      <a:pt x="643" y="843"/>
                    </a:cubicBezTo>
                    <a:cubicBezTo>
                      <a:pt x="581" y="725"/>
                      <a:pt x="478" y="671"/>
                      <a:pt x="380" y="671"/>
                    </a:cubicBezTo>
                    <a:cubicBezTo>
                      <a:pt x="238" y="671"/>
                      <a:pt x="108" y="784"/>
                      <a:pt x="131" y="974"/>
                    </a:cubicBezTo>
                    <a:cubicBezTo>
                      <a:pt x="111" y="954"/>
                      <a:pt x="81" y="914"/>
                      <a:pt x="61" y="894"/>
                    </a:cubicBezTo>
                    <a:cubicBezTo>
                      <a:pt x="61" y="954"/>
                      <a:pt x="1" y="1034"/>
                      <a:pt x="21" y="1134"/>
                    </a:cubicBezTo>
                    <a:lnTo>
                      <a:pt x="21" y="1124"/>
                    </a:lnTo>
                    <a:lnTo>
                      <a:pt x="21" y="1124"/>
                    </a:lnTo>
                    <a:cubicBezTo>
                      <a:pt x="31" y="1194"/>
                      <a:pt x="11" y="1255"/>
                      <a:pt x="21" y="1305"/>
                    </a:cubicBezTo>
                    <a:cubicBezTo>
                      <a:pt x="51" y="1385"/>
                      <a:pt x="71" y="1355"/>
                      <a:pt x="121" y="1415"/>
                    </a:cubicBezTo>
                    <a:cubicBezTo>
                      <a:pt x="161" y="1455"/>
                      <a:pt x="161" y="1515"/>
                      <a:pt x="222" y="1546"/>
                    </a:cubicBezTo>
                    <a:cubicBezTo>
                      <a:pt x="255" y="1560"/>
                      <a:pt x="298" y="1564"/>
                      <a:pt x="344" y="1564"/>
                    </a:cubicBezTo>
                    <a:cubicBezTo>
                      <a:pt x="394" y="1564"/>
                      <a:pt x="448" y="1560"/>
                      <a:pt x="497" y="1560"/>
                    </a:cubicBezTo>
                    <a:cubicBezTo>
                      <a:pt x="524" y="1560"/>
                      <a:pt x="550" y="1561"/>
                      <a:pt x="573" y="1566"/>
                    </a:cubicBezTo>
                    <a:cubicBezTo>
                      <a:pt x="842" y="1627"/>
                      <a:pt x="1164" y="1683"/>
                      <a:pt x="1462" y="1683"/>
                    </a:cubicBezTo>
                    <a:cubicBezTo>
                      <a:pt x="1553" y="1683"/>
                      <a:pt x="1642" y="1678"/>
                      <a:pt x="1726" y="1666"/>
                    </a:cubicBezTo>
                    <a:cubicBezTo>
                      <a:pt x="1806" y="1656"/>
                      <a:pt x="1877" y="1616"/>
                      <a:pt x="1947" y="1596"/>
                    </a:cubicBezTo>
                    <a:cubicBezTo>
                      <a:pt x="1964" y="1594"/>
                      <a:pt x="1981" y="1593"/>
                      <a:pt x="1998" y="1593"/>
                    </a:cubicBezTo>
                    <a:cubicBezTo>
                      <a:pt x="2071" y="1593"/>
                      <a:pt x="2143" y="1608"/>
                      <a:pt x="2208" y="1616"/>
                    </a:cubicBezTo>
                    <a:cubicBezTo>
                      <a:pt x="2229" y="1617"/>
                      <a:pt x="2250" y="1618"/>
                      <a:pt x="2271" y="1618"/>
                    </a:cubicBezTo>
                    <a:cubicBezTo>
                      <a:pt x="2430" y="1618"/>
                      <a:pt x="2551" y="1580"/>
                      <a:pt x="2649" y="1455"/>
                    </a:cubicBezTo>
                    <a:cubicBezTo>
                      <a:pt x="2689" y="1405"/>
                      <a:pt x="2749" y="1345"/>
                      <a:pt x="2739" y="1285"/>
                    </a:cubicBezTo>
                    <a:cubicBezTo>
                      <a:pt x="2730" y="1232"/>
                      <a:pt x="2709" y="1221"/>
                      <a:pt x="2682" y="1221"/>
                    </a:cubicBezTo>
                    <a:cubicBezTo>
                      <a:pt x="2660" y="1221"/>
                      <a:pt x="2635" y="1228"/>
                      <a:pt x="2608" y="1228"/>
                    </a:cubicBezTo>
                    <a:cubicBezTo>
                      <a:pt x="2599" y="1228"/>
                      <a:pt x="2589" y="1227"/>
                      <a:pt x="2579" y="1225"/>
                    </a:cubicBezTo>
                    <a:cubicBezTo>
                      <a:pt x="2603" y="1175"/>
                      <a:pt x="2567" y="1139"/>
                      <a:pt x="2526" y="1139"/>
                    </a:cubicBezTo>
                    <a:cubicBezTo>
                      <a:pt x="2517" y="1139"/>
                      <a:pt x="2507" y="1141"/>
                      <a:pt x="2498" y="1144"/>
                    </a:cubicBezTo>
                    <a:cubicBezTo>
                      <a:pt x="2468" y="1104"/>
                      <a:pt x="2458" y="1044"/>
                      <a:pt x="2468" y="994"/>
                    </a:cubicBezTo>
                    <a:cubicBezTo>
                      <a:pt x="2449" y="981"/>
                      <a:pt x="2434" y="968"/>
                      <a:pt x="2416" y="968"/>
                    </a:cubicBezTo>
                    <a:cubicBezTo>
                      <a:pt x="2405" y="968"/>
                      <a:pt x="2393" y="973"/>
                      <a:pt x="2378" y="984"/>
                    </a:cubicBezTo>
                    <a:lnTo>
                      <a:pt x="2388" y="954"/>
                    </a:lnTo>
                    <a:cubicBezTo>
                      <a:pt x="2369" y="928"/>
                      <a:pt x="2351" y="919"/>
                      <a:pt x="2333" y="919"/>
                    </a:cubicBezTo>
                    <a:cubicBezTo>
                      <a:pt x="2295" y="919"/>
                      <a:pt x="2258" y="960"/>
                      <a:pt x="2218" y="974"/>
                    </a:cubicBezTo>
                    <a:cubicBezTo>
                      <a:pt x="2198" y="974"/>
                      <a:pt x="2188" y="994"/>
                      <a:pt x="2167" y="994"/>
                    </a:cubicBezTo>
                    <a:cubicBezTo>
                      <a:pt x="2147" y="994"/>
                      <a:pt x="2097" y="964"/>
                      <a:pt x="2067" y="964"/>
                    </a:cubicBezTo>
                    <a:cubicBezTo>
                      <a:pt x="2127" y="934"/>
                      <a:pt x="2258" y="743"/>
                      <a:pt x="2117" y="733"/>
                    </a:cubicBezTo>
                    <a:cubicBezTo>
                      <a:pt x="2137" y="703"/>
                      <a:pt x="2137" y="683"/>
                      <a:pt x="2167" y="653"/>
                    </a:cubicBezTo>
                    <a:cubicBezTo>
                      <a:pt x="2147" y="613"/>
                      <a:pt x="2097" y="603"/>
                      <a:pt x="2057" y="593"/>
                    </a:cubicBezTo>
                    <a:cubicBezTo>
                      <a:pt x="2087" y="542"/>
                      <a:pt x="2107" y="502"/>
                      <a:pt x="2137" y="462"/>
                    </a:cubicBezTo>
                    <a:lnTo>
                      <a:pt x="2127" y="462"/>
                    </a:lnTo>
                    <a:cubicBezTo>
                      <a:pt x="2107" y="482"/>
                      <a:pt x="2107" y="512"/>
                      <a:pt x="2077" y="522"/>
                    </a:cubicBezTo>
                    <a:cubicBezTo>
                      <a:pt x="2189" y="298"/>
                      <a:pt x="2076" y="89"/>
                      <a:pt x="1930" y="89"/>
                    </a:cubicBezTo>
                    <a:cubicBezTo>
                      <a:pt x="1866" y="89"/>
                      <a:pt x="1797" y="128"/>
                      <a:pt x="1736" y="222"/>
                    </a:cubicBezTo>
                    <a:cubicBezTo>
                      <a:pt x="1656" y="71"/>
                      <a:pt x="1696" y="171"/>
                      <a:pt x="1586" y="91"/>
                    </a:cubicBezTo>
                    <a:cubicBezTo>
                      <a:pt x="1586" y="71"/>
                      <a:pt x="1586" y="21"/>
                      <a:pt x="15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43" name="Google Shape;3643;p25"/>
              <p:cNvSpPr/>
              <p:nvPr/>
            </p:nvSpPr>
            <p:spPr>
              <a:xfrm>
                <a:off x="1510259" y="4187703"/>
                <a:ext cx="70019" cy="44273"/>
              </a:xfrm>
              <a:custGeom>
                <a:avLst/>
                <a:gdLst/>
                <a:ahLst/>
                <a:cxnLst/>
                <a:rect l="l" t="t" r="r" b="b"/>
                <a:pathLst>
                  <a:path w="1746" h="1104" extrusionOk="0">
                    <a:moveTo>
                      <a:pt x="1555" y="0"/>
                    </a:moveTo>
                    <a:cubicBezTo>
                      <a:pt x="1364" y="90"/>
                      <a:pt x="1104" y="60"/>
                      <a:pt x="1104" y="341"/>
                    </a:cubicBezTo>
                    <a:cubicBezTo>
                      <a:pt x="1084" y="331"/>
                      <a:pt x="1073" y="301"/>
                      <a:pt x="1053" y="291"/>
                    </a:cubicBezTo>
                    <a:cubicBezTo>
                      <a:pt x="773" y="421"/>
                      <a:pt x="662" y="502"/>
                      <a:pt x="632" y="843"/>
                    </a:cubicBezTo>
                    <a:cubicBezTo>
                      <a:pt x="566" y="722"/>
                      <a:pt x="460" y="667"/>
                      <a:pt x="362" y="667"/>
                    </a:cubicBezTo>
                    <a:cubicBezTo>
                      <a:pt x="222" y="667"/>
                      <a:pt x="97" y="779"/>
                      <a:pt x="121" y="973"/>
                    </a:cubicBezTo>
                    <a:cubicBezTo>
                      <a:pt x="91" y="943"/>
                      <a:pt x="60" y="913"/>
                      <a:pt x="40" y="883"/>
                    </a:cubicBezTo>
                    <a:cubicBezTo>
                      <a:pt x="40" y="943"/>
                      <a:pt x="0" y="1013"/>
                      <a:pt x="0" y="1103"/>
                    </a:cubicBezTo>
                    <a:cubicBezTo>
                      <a:pt x="20" y="1073"/>
                      <a:pt x="50" y="1043"/>
                      <a:pt x="80" y="1023"/>
                    </a:cubicBezTo>
                    <a:cubicBezTo>
                      <a:pt x="103" y="1012"/>
                      <a:pt x="122" y="1007"/>
                      <a:pt x="138" y="1007"/>
                    </a:cubicBezTo>
                    <a:cubicBezTo>
                      <a:pt x="208" y="1007"/>
                      <a:pt x="232" y="1093"/>
                      <a:pt x="321" y="1093"/>
                    </a:cubicBezTo>
                    <a:cubicBezTo>
                      <a:pt x="321" y="993"/>
                      <a:pt x="331" y="933"/>
                      <a:pt x="422" y="893"/>
                    </a:cubicBezTo>
                    <a:cubicBezTo>
                      <a:pt x="432" y="893"/>
                      <a:pt x="452" y="913"/>
                      <a:pt x="472" y="913"/>
                    </a:cubicBezTo>
                    <a:cubicBezTo>
                      <a:pt x="499" y="904"/>
                      <a:pt x="526" y="861"/>
                      <a:pt x="554" y="861"/>
                    </a:cubicBezTo>
                    <a:cubicBezTo>
                      <a:pt x="557" y="861"/>
                      <a:pt x="559" y="862"/>
                      <a:pt x="562" y="863"/>
                    </a:cubicBezTo>
                    <a:cubicBezTo>
                      <a:pt x="599" y="863"/>
                      <a:pt x="593" y="924"/>
                      <a:pt x="633" y="924"/>
                    </a:cubicBezTo>
                    <a:cubicBezTo>
                      <a:pt x="636" y="924"/>
                      <a:pt x="639" y="923"/>
                      <a:pt x="642" y="923"/>
                    </a:cubicBezTo>
                    <a:cubicBezTo>
                      <a:pt x="682" y="913"/>
                      <a:pt x="672" y="802"/>
                      <a:pt x="692" y="762"/>
                    </a:cubicBezTo>
                    <a:cubicBezTo>
                      <a:pt x="742" y="672"/>
                      <a:pt x="853" y="652"/>
                      <a:pt x="923" y="612"/>
                    </a:cubicBezTo>
                    <a:cubicBezTo>
                      <a:pt x="973" y="592"/>
                      <a:pt x="1003" y="542"/>
                      <a:pt x="1073" y="522"/>
                    </a:cubicBezTo>
                    <a:cubicBezTo>
                      <a:pt x="1174" y="502"/>
                      <a:pt x="1174" y="532"/>
                      <a:pt x="1244" y="421"/>
                    </a:cubicBezTo>
                    <a:cubicBezTo>
                      <a:pt x="1267" y="375"/>
                      <a:pt x="1255" y="328"/>
                      <a:pt x="1299" y="328"/>
                    </a:cubicBezTo>
                    <a:cubicBezTo>
                      <a:pt x="1312" y="328"/>
                      <a:pt x="1329" y="332"/>
                      <a:pt x="1354" y="341"/>
                    </a:cubicBezTo>
                    <a:cubicBezTo>
                      <a:pt x="1330" y="242"/>
                      <a:pt x="1386" y="157"/>
                      <a:pt x="1479" y="157"/>
                    </a:cubicBezTo>
                    <a:cubicBezTo>
                      <a:pt x="1499" y="157"/>
                      <a:pt x="1521" y="161"/>
                      <a:pt x="1545" y="171"/>
                    </a:cubicBezTo>
                    <a:cubicBezTo>
                      <a:pt x="1575" y="181"/>
                      <a:pt x="1595" y="221"/>
                      <a:pt x="1635" y="231"/>
                    </a:cubicBezTo>
                    <a:cubicBezTo>
                      <a:pt x="1639" y="233"/>
                      <a:pt x="1645" y="234"/>
                      <a:pt x="1652" y="234"/>
                    </a:cubicBezTo>
                    <a:cubicBezTo>
                      <a:pt x="1669" y="234"/>
                      <a:pt x="1695" y="228"/>
                      <a:pt x="1719" y="228"/>
                    </a:cubicBezTo>
                    <a:cubicBezTo>
                      <a:pt x="1728" y="228"/>
                      <a:pt x="1737" y="229"/>
                      <a:pt x="1746" y="231"/>
                    </a:cubicBezTo>
                    <a:lnTo>
                      <a:pt x="1736" y="191"/>
                    </a:lnTo>
                    <a:lnTo>
                      <a:pt x="1715" y="211"/>
                    </a:lnTo>
                    <a:cubicBezTo>
                      <a:pt x="1645" y="70"/>
                      <a:pt x="1675" y="171"/>
                      <a:pt x="1575" y="90"/>
                    </a:cubicBezTo>
                    <a:cubicBezTo>
                      <a:pt x="1565" y="70"/>
                      <a:pt x="1565" y="10"/>
                      <a:pt x="155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3644" name="Google Shape;3644;p25"/>
            <p:cNvGrpSpPr/>
            <p:nvPr/>
          </p:nvGrpSpPr>
          <p:grpSpPr>
            <a:xfrm rot="-575426">
              <a:off x="4977464" y="4241675"/>
              <a:ext cx="824216" cy="233743"/>
              <a:chOff x="2436564" y="2774658"/>
              <a:chExt cx="737475" cy="209143"/>
            </a:xfrm>
          </p:grpSpPr>
          <p:sp>
            <p:nvSpPr>
              <p:cNvPr id="3645" name="Google Shape;3645;p25"/>
              <p:cNvSpPr/>
              <p:nvPr/>
            </p:nvSpPr>
            <p:spPr>
              <a:xfrm>
                <a:off x="2436564" y="2775028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46" name="Google Shape;3646;p25"/>
              <p:cNvSpPr/>
              <p:nvPr/>
            </p:nvSpPr>
            <p:spPr>
              <a:xfrm rot="-293525">
                <a:off x="2946011" y="2783857"/>
                <a:ext cx="222094" cy="148664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47" name="Google Shape;3647;p25"/>
              <p:cNvSpPr/>
              <p:nvPr/>
            </p:nvSpPr>
            <p:spPr>
              <a:xfrm>
                <a:off x="2530687" y="2788623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48" name="Google Shape;3648;p25"/>
              <p:cNvSpPr/>
              <p:nvPr/>
            </p:nvSpPr>
            <p:spPr>
              <a:xfrm>
                <a:off x="2874784" y="2820106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49" name="Google Shape;3649;p25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3650" name="Google Shape;3650;p25"/>
            <p:cNvGrpSpPr/>
            <p:nvPr/>
          </p:nvGrpSpPr>
          <p:grpSpPr>
            <a:xfrm rot="-263875">
              <a:off x="5836717" y="4098665"/>
              <a:ext cx="813287" cy="233323"/>
              <a:chOff x="2447923" y="2707800"/>
              <a:chExt cx="727715" cy="208774"/>
            </a:xfrm>
          </p:grpSpPr>
          <p:sp>
            <p:nvSpPr>
              <p:cNvPr id="3651" name="Google Shape;3651;p25"/>
              <p:cNvSpPr/>
              <p:nvPr/>
            </p:nvSpPr>
            <p:spPr>
              <a:xfrm>
                <a:off x="2447923" y="2707800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52" name="Google Shape;3652;p25"/>
              <p:cNvSpPr/>
              <p:nvPr/>
            </p:nvSpPr>
            <p:spPr>
              <a:xfrm>
                <a:off x="2953550" y="2749147"/>
                <a:ext cx="222088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53" name="Google Shape;3653;p25"/>
              <p:cNvSpPr/>
              <p:nvPr/>
            </p:nvSpPr>
            <p:spPr>
              <a:xfrm>
                <a:off x="2542046" y="2721395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54" name="Google Shape;3654;p25"/>
              <p:cNvSpPr/>
              <p:nvPr/>
            </p:nvSpPr>
            <p:spPr>
              <a:xfrm>
                <a:off x="2871498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55" name="Google Shape;3655;p25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3656" name="Google Shape;3656;p25"/>
          <p:cNvGrpSpPr/>
          <p:nvPr/>
        </p:nvGrpSpPr>
        <p:grpSpPr>
          <a:xfrm>
            <a:off x="1163692" y="4665021"/>
            <a:ext cx="4372560" cy="1169857"/>
            <a:chOff x="644679" y="5813076"/>
            <a:chExt cx="4372560" cy="1169857"/>
          </a:xfrm>
        </p:grpSpPr>
        <p:sp>
          <p:nvSpPr>
            <p:cNvPr id="3657" name="Google Shape;3657;p25"/>
            <p:cNvSpPr/>
            <p:nvPr/>
          </p:nvSpPr>
          <p:spPr>
            <a:xfrm>
              <a:off x="644679" y="5853610"/>
              <a:ext cx="4372560" cy="1129323"/>
            </a:xfrm>
            <a:custGeom>
              <a:avLst/>
              <a:gdLst/>
              <a:ahLst/>
              <a:cxnLst/>
              <a:rect l="l" t="t" r="r" b="b"/>
              <a:pathLst>
                <a:path w="63444" h="16386" extrusionOk="0">
                  <a:moveTo>
                    <a:pt x="15553" y="1"/>
                  </a:moveTo>
                  <a:cubicBezTo>
                    <a:pt x="10767" y="1"/>
                    <a:pt x="5589" y="135"/>
                    <a:pt x="1" y="437"/>
                  </a:cubicBezTo>
                  <a:lnTo>
                    <a:pt x="4334" y="16385"/>
                  </a:lnTo>
                  <a:lnTo>
                    <a:pt x="48438" y="15874"/>
                  </a:lnTo>
                  <a:lnTo>
                    <a:pt x="63444" y="6545"/>
                  </a:lnTo>
                  <a:cubicBezTo>
                    <a:pt x="63444" y="6545"/>
                    <a:pt x="51146" y="918"/>
                    <a:pt x="22499" y="96"/>
                  </a:cubicBezTo>
                  <a:cubicBezTo>
                    <a:pt x="21586" y="76"/>
                    <a:pt x="20663" y="56"/>
                    <a:pt x="19721" y="36"/>
                  </a:cubicBezTo>
                  <a:cubicBezTo>
                    <a:pt x="18366" y="13"/>
                    <a:pt x="16977" y="1"/>
                    <a:pt x="15553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58" name="Google Shape;3658;p25"/>
            <p:cNvSpPr/>
            <p:nvPr/>
          </p:nvSpPr>
          <p:spPr>
            <a:xfrm>
              <a:off x="3753380" y="5997640"/>
              <a:ext cx="907056" cy="470793"/>
            </a:xfrm>
            <a:custGeom>
              <a:avLst/>
              <a:gdLst/>
              <a:ahLst/>
              <a:cxnLst/>
              <a:rect l="l" t="t" r="r" b="b"/>
              <a:pathLst>
                <a:path w="13161" h="6831" extrusionOk="0">
                  <a:moveTo>
                    <a:pt x="1" y="0"/>
                  </a:moveTo>
                  <a:cubicBezTo>
                    <a:pt x="1" y="0"/>
                    <a:pt x="7403" y="2197"/>
                    <a:pt x="11205" y="6831"/>
                  </a:cubicBezTo>
                  <a:lnTo>
                    <a:pt x="13161" y="6069"/>
                  </a:lnTo>
                  <a:cubicBezTo>
                    <a:pt x="12940" y="5778"/>
                    <a:pt x="10172" y="2528"/>
                    <a:pt x="1586" y="8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59" name="Google Shape;3659;p25"/>
            <p:cNvSpPr/>
            <p:nvPr/>
          </p:nvSpPr>
          <p:spPr>
            <a:xfrm>
              <a:off x="2263710" y="5835199"/>
              <a:ext cx="273819" cy="298010"/>
            </a:xfrm>
            <a:custGeom>
              <a:avLst/>
              <a:gdLst/>
              <a:ahLst/>
              <a:cxnLst/>
              <a:rect l="l" t="t" r="r" b="b"/>
              <a:pathLst>
                <a:path w="3973" h="4324" extrusionOk="0">
                  <a:moveTo>
                    <a:pt x="1184" y="0"/>
                  </a:moveTo>
                  <a:lnTo>
                    <a:pt x="0" y="171"/>
                  </a:lnTo>
                  <a:cubicBezTo>
                    <a:pt x="1755" y="1444"/>
                    <a:pt x="1083" y="3972"/>
                    <a:pt x="1083" y="3972"/>
                  </a:cubicBezTo>
                  <a:lnTo>
                    <a:pt x="3772" y="4323"/>
                  </a:lnTo>
                  <a:cubicBezTo>
                    <a:pt x="3972" y="3390"/>
                    <a:pt x="3681" y="2568"/>
                    <a:pt x="3340" y="2006"/>
                  </a:cubicBezTo>
                  <a:cubicBezTo>
                    <a:pt x="2638" y="843"/>
                    <a:pt x="1404" y="0"/>
                    <a:pt x="1184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0" name="Google Shape;3660;p25"/>
            <p:cNvSpPr/>
            <p:nvPr/>
          </p:nvSpPr>
          <p:spPr>
            <a:xfrm>
              <a:off x="2749653" y="5887026"/>
              <a:ext cx="508147" cy="419654"/>
            </a:xfrm>
            <a:custGeom>
              <a:avLst/>
              <a:gdLst/>
              <a:ahLst/>
              <a:cxnLst/>
              <a:rect l="l" t="t" r="r" b="b"/>
              <a:pathLst>
                <a:path w="7373" h="6089" extrusionOk="0">
                  <a:moveTo>
                    <a:pt x="1" y="0"/>
                  </a:moveTo>
                  <a:lnTo>
                    <a:pt x="1" y="0"/>
                  </a:lnTo>
                  <a:cubicBezTo>
                    <a:pt x="1806" y="522"/>
                    <a:pt x="4093" y="3712"/>
                    <a:pt x="4123" y="5467"/>
                  </a:cubicBezTo>
                  <a:lnTo>
                    <a:pt x="7373" y="6089"/>
                  </a:lnTo>
                  <a:cubicBezTo>
                    <a:pt x="7373" y="6089"/>
                    <a:pt x="4695" y="1344"/>
                    <a:pt x="1736" y="1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1" name="Google Shape;3661;p25"/>
            <p:cNvSpPr/>
            <p:nvPr/>
          </p:nvSpPr>
          <p:spPr>
            <a:xfrm>
              <a:off x="2979151" y="5895296"/>
              <a:ext cx="643713" cy="526135"/>
            </a:xfrm>
            <a:custGeom>
              <a:avLst/>
              <a:gdLst/>
              <a:ahLst/>
              <a:cxnLst/>
              <a:rect l="l" t="t" r="r" b="b"/>
              <a:pathLst>
                <a:path w="9340" h="7634" extrusionOk="0">
                  <a:moveTo>
                    <a:pt x="1" y="1"/>
                  </a:moveTo>
                  <a:cubicBezTo>
                    <a:pt x="1315" y="312"/>
                    <a:pt x="5357" y="3742"/>
                    <a:pt x="6581" y="6721"/>
                  </a:cubicBezTo>
                  <a:lnTo>
                    <a:pt x="9339" y="7634"/>
                  </a:lnTo>
                  <a:cubicBezTo>
                    <a:pt x="9339" y="7634"/>
                    <a:pt x="6872" y="2689"/>
                    <a:pt x="1656" y="1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2" name="Google Shape;3662;p25"/>
            <p:cNvSpPr/>
            <p:nvPr/>
          </p:nvSpPr>
          <p:spPr>
            <a:xfrm>
              <a:off x="3257719" y="5933339"/>
              <a:ext cx="732895" cy="528203"/>
            </a:xfrm>
            <a:custGeom>
              <a:avLst/>
              <a:gdLst/>
              <a:ahLst/>
              <a:cxnLst/>
              <a:rect l="l" t="t" r="r" b="b"/>
              <a:pathLst>
                <a:path w="10634" h="7664" extrusionOk="0">
                  <a:moveTo>
                    <a:pt x="1" y="0"/>
                  </a:moveTo>
                  <a:lnTo>
                    <a:pt x="1" y="0"/>
                  </a:lnTo>
                  <a:cubicBezTo>
                    <a:pt x="2228" y="582"/>
                    <a:pt x="6862" y="4935"/>
                    <a:pt x="8196" y="7664"/>
                  </a:cubicBezTo>
                  <a:lnTo>
                    <a:pt x="10633" y="7664"/>
                  </a:lnTo>
                  <a:cubicBezTo>
                    <a:pt x="10633" y="7664"/>
                    <a:pt x="7123" y="2909"/>
                    <a:pt x="1987" y="22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3" name="Google Shape;3663;p25"/>
            <p:cNvSpPr/>
            <p:nvPr/>
          </p:nvSpPr>
          <p:spPr>
            <a:xfrm>
              <a:off x="3492800" y="5963043"/>
              <a:ext cx="739029" cy="465348"/>
            </a:xfrm>
            <a:custGeom>
              <a:avLst/>
              <a:gdLst/>
              <a:ahLst/>
              <a:cxnLst/>
              <a:rect l="l" t="t" r="r" b="b"/>
              <a:pathLst>
                <a:path w="10723" h="6752" extrusionOk="0">
                  <a:moveTo>
                    <a:pt x="0" y="1"/>
                  </a:moveTo>
                  <a:cubicBezTo>
                    <a:pt x="1776" y="582"/>
                    <a:pt x="7032" y="3943"/>
                    <a:pt x="8737" y="6751"/>
                  </a:cubicBezTo>
                  <a:lnTo>
                    <a:pt x="10723" y="6360"/>
                  </a:lnTo>
                  <a:cubicBezTo>
                    <a:pt x="10723" y="6360"/>
                    <a:pt x="6330" y="1465"/>
                    <a:pt x="1375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4" name="Google Shape;3664;p25"/>
            <p:cNvSpPr/>
            <p:nvPr/>
          </p:nvSpPr>
          <p:spPr>
            <a:xfrm>
              <a:off x="4094871" y="6057738"/>
              <a:ext cx="862878" cy="273819"/>
            </a:xfrm>
            <a:custGeom>
              <a:avLst/>
              <a:gdLst/>
              <a:ahLst/>
              <a:cxnLst/>
              <a:rect l="l" t="t" r="r" b="b"/>
              <a:pathLst>
                <a:path w="12520" h="3973" extrusionOk="0">
                  <a:moveTo>
                    <a:pt x="1" y="1"/>
                  </a:moveTo>
                  <a:cubicBezTo>
                    <a:pt x="3732" y="1044"/>
                    <a:pt x="8868" y="2950"/>
                    <a:pt x="9901" y="3973"/>
                  </a:cubicBezTo>
                  <a:lnTo>
                    <a:pt x="12519" y="3321"/>
                  </a:lnTo>
                  <a:cubicBezTo>
                    <a:pt x="12519" y="3321"/>
                    <a:pt x="6029" y="272"/>
                    <a:pt x="5016" y="272"/>
                  </a:cubicBezTo>
                  <a:lnTo>
                    <a:pt x="4986" y="272"/>
                  </a:lnTo>
                  <a:cubicBezTo>
                    <a:pt x="4906" y="282"/>
                    <a:pt x="4806" y="282"/>
                    <a:pt x="4695" y="282"/>
                  </a:cubicBezTo>
                  <a:cubicBezTo>
                    <a:pt x="3421" y="28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5" name="Google Shape;3665;p25"/>
            <p:cNvSpPr/>
            <p:nvPr/>
          </p:nvSpPr>
          <p:spPr>
            <a:xfrm>
              <a:off x="2030697" y="5813076"/>
              <a:ext cx="217167" cy="292428"/>
            </a:xfrm>
            <a:custGeom>
              <a:avLst/>
              <a:gdLst/>
              <a:ahLst/>
              <a:cxnLst/>
              <a:rect l="l" t="t" r="r" b="b"/>
              <a:pathLst>
                <a:path w="3151" h="4243" extrusionOk="0">
                  <a:moveTo>
                    <a:pt x="1475" y="0"/>
                  </a:moveTo>
                  <a:cubicBezTo>
                    <a:pt x="1275" y="0"/>
                    <a:pt x="1074" y="151"/>
                    <a:pt x="1044" y="722"/>
                  </a:cubicBezTo>
                  <a:cubicBezTo>
                    <a:pt x="954" y="2117"/>
                    <a:pt x="1" y="3471"/>
                    <a:pt x="1" y="3471"/>
                  </a:cubicBezTo>
                  <a:lnTo>
                    <a:pt x="1876" y="4243"/>
                  </a:lnTo>
                  <a:cubicBezTo>
                    <a:pt x="1876" y="4243"/>
                    <a:pt x="3150" y="2086"/>
                    <a:pt x="1987" y="231"/>
                  </a:cubicBezTo>
                  <a:cubicBezTo>
                    <a:pt x="1987" y="231"/>
                    <a:pt x="1726" y="0"/>
                    <a:pt x="1475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6" name="Google Shape;3666;p25"/>
            <p:cNvSpPr/>
            <p:nvPr/>
          </p:nvSpPr>
          <p:spPr>
            <a:xfrm>
              <a:off x="1775630" y="5826171"/>
              <a:ext cx="255831" cy="207449"/>
            </a:xfrm>
            <a:custGeom>
              <a:avLst/>
              <a:gdLst/>
              <a:ahLst/>
              <a:cxnLst/>
              <a:rect l="l" t="t" r="r" b="b"/>
              <a:pathLst>
                <a:path w="3712" h="3010" extrusionOk="0">
                  <a:moveTo>
                    <a:pt x="2809" y="1"/>
                  </a:moveTo>
                  <a:cubicBezTo>
                    <a:pt x="2588" y="1"/>
                    <a:pt x="2368" y="41"/>
                    <a:pt x="2187" y="161"/>
                  </a:cubicBezTo>
                  <a:cubicBezTo>
                    <a:pt x="1615" y="532"/>
                    <a:pt x="0" y="2749"/>
                    <a:pt x="0" y="2749"/>
                  </a:cubicBezTo>
                  <a:lnTo>
                    <a:pt x="1796" y="3010"/>
                  </a:lnTo>
                  <a:cubicBezTo>
                    <a:pt x="1796" y="3010"/>
                    <a:pt x="2478" y="1505"/>
                    <a:pt x="3712" y="191"/>
                  </a:cubicBezTo>
                  <a:cubicBezTo>
                    <a:pt x="3712" y="191"/>
                    <a:pt x="3270" y="1"/>
                    <a:pt x="2809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7" name="Google Shape;3667;p25"/>
            <p:cNvSpPr/>
            <p:nvPr/>
          </p:nvSpPr>
          <p:spPr>
            <a:xfrm>
              <a:off x="1488033" y="5827549"/>
              <a:ext cx="308417" cy="181191"/>
            </a:xfrm>
            <a:custGeom>
              <a:avLst/>
              <a:gdLst/>
              <a:ahLst/>
              <a:cxnLst/>
              <a:rect l="l" t="t" r="r" b="b"/>
              <a:pathLst>
                <a:path w="4475" h="2629" extrusionOk="0">
                  <a:moveTo>
                    <a:pt x="3140" y="1"/>
                  </a:moveTo>
                  <a:cubicBezTo>
                    <a:pt x="3140" y="1"/>
                    <a:pt x="1405" y="934"/>
                    <a:pt x="141" y="2418"/>
                  </a:cubicBezTo>
                  <a:cubicBezTo>
                    <a:pt x="1" y="2579"/>
                    <a:pt x="282" y="2629"/>
                    <a:pt x="673" y="2629"/>
                  </a:cubicBezTo>
                  <a:cubicBezTo>
                    <a:pt x="1315" y="2629"/>
                    <a:pt x="2258" y="2498"/>
                    <a:pt x="2258" y="2498"/>
                  </a:cubicBezTo>
                  <a:cubicBezTo>
                    <a:pt x="3351" y="863"/>
                    <a:pt x="4474" y="91"/>
                    <a:pt x="4474" y="91"/>
                  </a:cubicBezTo>
                  <a:lnTo>
                    <a:pt x="3140" y="1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8" name="Google Shape;3668;p25"/>
            <p:cNvSpPr/>
            <p:nvPr/>
          </p:nvSpPr>
          <p:spPr>
            <a:xfrm>
              <a:off x="874867" y="5858011"/>
              <a:ext cx="421101" cy="132051"/>
            </a:xfrm>
            <a:custGeom>
              <a:avLst/>
              <a:gdLst/>
              <a:ahLst/>
              <a:cxnLst/>
              <a:rect l="l" t="t" r="r" b="b"/>
              <a:pathLst>
                <a:path w="6110" h="1916" extrusionOk="0">
                  <a:moveTo>
                    <a:pt x="4023" y="0"/>
                  </a:moveTo>
                  <a:cubicBezTo>
                    <a:pt x="4023" y="0"/>
                    <a:pt x="1917" y="140"/>
                    <a:pt x="392" y="1555"/>
                  </a:cubicBezTo>
                  <a:cubicBezTo>
                    <a:pt x="1" y="1916"/>
                    <a:pt x="2398" y="1916"/>
                    <a:pt x="2478" y="1916"/>
                  </a:cubicBezTo>
                  <a:cubicBezTo>
                    <a:pt x="3572" y="291"/>
                    <a:pt x="6109" y="0"/>
                    <a:pt x="6109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9" name="Google Shape;3669;p25"/>
            <p:cNvSpPr/>
            <p:nvPr/>
          </p:nvSpPr>
          <p:spPr>
            <a:xfrm>
              <a:off x="1196302" y="5848983"/>
              <a:ext cx="333297" cy="146662"/>
            </a:xfrm>
            <a:custGeom>
              <a:avLst/>
              <a:gdLst/>
              <a:ahLst/>
              <a:cxnLst/>
              <a:rect l="l" t="t" r="r" b="b"/>
              <a:pathLst>
                <a:path w="4836" h="2128" extrusionOk="0">
                  <a:moveTo>
                    <a:pt x="3582" y="1"/>
                  </a:moveTo>
                  <a:cubicBezTo>
                    <a:pt x="3411" y="1"/>
                    <a:pt x="3261" y="11"/>
                    <a:pt x="3140" y="51"/>
                  </a:cubicBezTo>
                  <a:cubicBezTo>
                    <a:pt x="2127" y="332"/>
                    <a:pt x="1" y="1947"/>
                    <a:pt x="1" y="1947"/>
                  </a:cubicBezTo>
                  <a:lnTo>
                    <a:pt x="1877" y="2127"/>
                  </a:lnTo>
                  <a:cubicBezTo>
                    <a:pt x="1877" y="2127"/>
                    <a:pt x="3823" y="372"/>
                    <a:pt x="4836" y="161"/>
                  </a:cubicBezTo>
                  <a:cubicBezTo>
                    <a:pt x="4836" y="161"/>
                    <a:pt x="4154" y="1"/>
                    <a:pt x="358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70" name="Google Shape;3670;p25"/>
            <p:cNvSpPr/>
            <p:nvPr/>
          </p:nvSpPr>
          <p:spPr>
            <a:xfrm>
              <a:off x="2507681" y="5867660"/>
              <a:ext cx="364380" cy="340189"/>
            </a:xfrm>
            <a:custGeom>
              <a:avLst/>
              <a:gdLst/>
              <a:ahLst/>
              <a:cxnLst/>
              <a:rect l="l" t="t" r="r" b="b"/>
              <a:pathLst>
                <a:path w="5287" h="4936" extrusionOk="0">
                  <a:moveTo>
                    <a:pt x="1" y="0"/>
                  </a:moveTo>
                  <a:lnTo>
                    <a:pt x="1" y="0"/>
                  </a:lnTo>
                  <a:cubicBezTo>
                    <a:pt x="1455" y="683"/>
                    <a:pt x="2629" y="2187"/>
                    <a:pt x="2699" y="4374"/>
                  </a:cubicBezTo>
                  <a:lnTo>
                    <a:pt x="5287" y="4936"/>
                  </a:lnTo>
                  <a:cubicBezTo>
                    <a:pt x="5287" y="4936"/>
                    <a:pt x="4685" y="1515"/>
                    <a:pt x="1596" y="2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71" name="Google Shape;3671;p25"/>
            <p:cNvSpPr/>
            <p:nvPr/>
          </p:nvSpPr>
          <p:spPr>
            <a:xfrm>
              <a:off x="2531286" y="6433924"/>
              <a:ext cx="11026" cy="5513"/>
            </a:xfrm>
            <a:custGeom>
              <a:avLst/>
              <a:gdLst/>
              <a:ahLst/>
              <a:cxnLst/>
              <a:rect l="l" t="t" r="r" b="b"/>
              <a:pathLst>
                <a:path w="142" h="71" extrusionOk="0">
                  <a:moveTo>
                    <a:pt x="141" y="70"/>
                  </a:moveTo>
                  <a:lnTo>
                    <a:pt x="141" y="70"/>
                  </a:lnTo>
                  <a:lnTo>
                    <a:pt x="141" y="70"/>
                  </a:lnTo>
                  <a:close/>
                  <a:moveTo>
                    <a:pt x="141" y="70"/>
                  </a:moveTo>
                  <a:lnTo>
                    <a:pt x="141" y="70"/>
                  </a:lnTo>
                  <a:lnTo>
                    <a:pt x="141" y="70"/>
                  </a:lnTo>
                  <a:close/>
                  <a:moveTo>
                    <a:pt x="111" y="60"/>
                  </a:moveTo>
                  <a:cubicBezTo>
                    <a:pt x="101" y="50"/>
                    <a:pt x="101" y="50"/>
                    <a:pt x="101" y="50"/>
                  </a:cubicBezTo>
                  <a:cubicBezTo>
                    <a:pt x="101" y="50"/>
                    <a:pt x="101" y="50"/>
                    <a:pt x="111" y="60"/>
                  </a:cubicBezTo>
                  <a:close/>
                  <a:moveTo>
                    <a:pt x="71" y="40"/>
                  </a:moveTo>
                  <a:cubicBezTo>
                    <a:pt x="71" y="40"/>
                    <a:pt x="71" y="40"/>
                    <a:pt x="61" y="30"/>
                  </a:cubicBezTo>
                  <a:cubicBezTo>
                    <a:pt x="71" y="40"/>
                    <a:pt x="71" y="40"/>
                    <a:pt x="71" y="40"/>
                  </a:cubicBezTo>
                  <a:close/>
                  <a:moveTo>
                    <a:pt x="41" y="20"/>
                  </a:moveTo>
                  <a:cubicBezTo>
                    <a:pt x="41" y="20"/>
                    <a:pt x="31" y="20"/>
                    <a:pt x="31" y="20"/>
                  </a:cubicBezTo>
                  <a:cubicBezTo>
                    <a:pt x="31" y="20"/>
                    <a:pt x="41" y="20"/>
                    <a:pt x="41" y="20"/>
                  </a:cubicBezTo>
                  <a:close/>
                  <a:moveTo>
                    <a:pt x="1" y="1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0"/>
                  </a:cubicBezTo>
                  <a:close/>
                </a:path>
              </a:pathLst>
            </a:custGeom>
            <a:solidFill>
              <a:srgbClr val="D5E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672" name="Google Shape;3672;p25"/>
          <p:cNvGrpSpPr/>
          <p:nvPr/>
        </p:nvGrpSpPr>
        <p:grpSpPr>
          <a:xfrm>
            <a:off x="-55133" y="4676324"/>
            <a:ext cx="4443632" cy="1316135"/>
            <a:chOff x="-13849" y="4011750"/>
            <a:chExt cx="3821164" cy="1131770"/>
          </a:xfrm>
        </p:grpSpPr>
        <p:sp>
          <p:nvSpPr>
            <p:cNvPr id="3673" name="Google Shape;3673;p25"/>
            <p:cNvSpPr/>
            <p:nvPr/>
          </p:nvSpPr>
          <p:spPr>
            <a:xfrm>
              <a:off x="5721" y="4011750"/>
              <a:ext cx="3801593" cy="1131770"/>
            </a:xfrm>
            <a:custGeom>
              <a:avLst/>
              <a:gdLst/>
              <a:ahLst/>
              <a:cxnLst/>
              <a:rect l="l" t="t" r="r" b="b"/>
              <a:pathLst>
                <a:path w="66444" h="19781" extrusionOk="0">
                  <a:moveTo>
                    <a:pt x="61" y="0"/>
                  </a:moveTo>
                  <a:lnTo>
                    <a:pt x="1" y="19781"/>
                  </a:lnTo>
                  <a:cubicBezTo>
                    <a:pt x="1" y="19781"/>
                    <a:pt x="29054" y="19749"/>
                    <a:pt x="48541" y="19749"/>
                  </a:cubicBezTo>
                  <a:cubicBezTo>
                    <a:pt x="58285" y="19749"/>
                    <a:pt x="65637" y="19757"/>
                    <a:pt x="65771" y="19781"/>
                  </a:cubicBezTo>
                  <a:cubicBezTo>
                    <a:pt x="65773" y="19781"/>
                    <a:pt x="65774" y="19781"/>
                    <a:pt x="65776" y="19781"/>
                  </a:cubicBezTo>
                  <a:cubicBezTo>
                    <a:pt x="66174" y="19781"/>
                    <a:pt x="66443" y="10853"/>
                    <a:pt x="66443" y="10853"/>
                  </a:cubicBezTo>
                  <a:cubicBezTo>
                    <a:pt x="45881" y="532"/>
                    <a:pt x="61" y="0"/>
                    <a:pt x="61" y="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3674" name="Google Shape;3674;p25"/>
            <p:cNvGrpSpPr/>
            <p:nvPr/>
          </p:nvGrpSpPr>
          <p:grpSpPr>
            <a:xfrm>
              <a:off x="-13849" y="4011750"/>
              <a:ext cx="3801593" cy="1131760"/>
              <a:chOff x="-13849" y="4011750"/>
              <a:chExt cx="3801593" cy="1131760"/>
            </a:xfrm>
          </p:grpSpPr>
          <p:sp>
            <p:nvSpPr>
              <p:cNvPr id="3675" name="Google Shape;3675;p25"/>
              <p:cNvSpPr/>
              <p:nvPr/>
            </p:nvSpPr>
            <p:spPr>
              <a:xfrm>
                <a:off x="-2349" y="4373857"/>
                <a:ext cx="3790093" cy="374243"/>
              </a:xfrm>
              <a:custGeom>
                <a:avLst/>
                <a:gdLst/>
                <a:ahLst/>
                <a:cxnLst/>
                <a:rect l="l" t="t" r="r" b="b"/>
                <a:pathLst>
                  <a:path w="66243" h="6541" extrusionOk="0">
                    <a:moveTo>
                      <a:pt x="33954" y="1"/>
                    </a:moveTo>
                    <a:cubicBezTo>
                      <a:pt x="32128" y="1"/>
                      <a:pt x="30243" y="21"/>
                      <a:pt x="28307" y="61"/>
                    </a:cubicBezTo>
                    <a:cubicBezTo>
                      <a:pt x="19630" y="261"/>
                      <a:pt x="9429" y="633"/>
                      <a:pt x="0" y="2298"/>
                    </a:cubicBezTo>
                    <a:lnTo>
                      <a:pt x="71" y="6541"/>
                    </a:lnTo>
                    <a:cubicBezTo>
                      <a:pt x="4093" y="5467"/>
                      <a:pt x="14856" y="2990"/>
                      <a:pt x="28949" y="1916"/>
                    </a:cubicBezTo>
                    <a:cubicBezTo>
                      <a:pt x="32680" y="1636"/>
                      <a:pt x="36582" y="1435"/>
                      <a:pt x="40704" y="1435"/>
                    </a:cubicBezTo>
                    <a:cubicBezTo>
                      <a:pt x="47605" y="1435"/>
                      <a:pt x="55118" y="1987"/>
                      <a:pt x="63414" y="3642"/>
                    </a:cubicBezTo>
                    <a:cubicBezTo>
                      <a:pt x="63985" y="3752"/>
                      <a:pt x="65680" y="4906"/>
                      <a:pt x="66222" y="5006"/>
                    </a:cubicBezTo>
                    <a:cubicBezTo>
                      <a:pt x="66232" y="4725"/>
                      <a:pt x="66242" y="4554"/>
                      <a:pt x="66242" y="4524"/>
                    </a:cubicBezTo>
                    <a:cubicBezTo>
                      <a:pt x="66232" y="4524"/>
                      <a:pt x="66222" y="4514"/>
                      <a:pt x="66212" y="4514"/>
                    </a:cubicBezTo>
                    <a:cubicBezTo>
                      <a:pt x="66202" y="4504"/>
                      <a:pt x="66202" y="4504"/>
                      <a:pt x="66202" y="4504"/>
                    </a:cubicBezTo>
                    <a:cubicBezTo>
                      <a:pt x="66192" y="4504"/>
                      <a:pt x="66182" y="4494"/>
                      <a:pt x="66172" y="4494"/>
                    </a:cubicBezTo>
                    <a:cubicBezTo>
                      <a:pt x="66172" y="4494"/>
                      <a:pt x="66172" y="4494"/>
                      <a:pt x="66162" y="4484"/>
                    </a:cubicBezTo>
                    <a:cubicBezTo>
                      <a:pt x="66162" y="4484"/>
                      <a:pt x="66152" y="4484"/>
                      <a:pt x="66142" y="4474"/>
                    </a:cubicBezTo>
                    <a:lnTo>
                      <a:pt x="66132" y="4474"/>
                    </a:lnTo>
                    <a:cubicBezTo>
                      <a:pt x="66122" y="4464"/>
                      <a:pt x="66112" y="4464"/>
                      <a:pt x="66102" y="4464"/>
                    </a:cubicBezTo>
                    <a:cubicBezTo>
                      <a:pt x="66102" y="4454"/>
                      <a:pt x="66102" y="4454"/>
                      <a:pt x="66102" y="4454"/>
                    </a:cubicBezTo>
                    <a:cubicBezTo>
                      <a:pt x="64647" y="3732"/>
                      <a:pt x="63073" y="3060"/>
                      <a:pt x="61407" y="2438"/>
                    </a:cubicBezTo>
                    <a:cubicBezTo>
                      <a:pt x="57024" y="1054"/>
                      <a:pt x="46994" y="1"/>
                      <a:pt x="33954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76" name="Google Shape;3676;p25"/>
              <p:cNvSpPr/>
              <p:nvPr/>
            </p:nvSpPr>
            <p:spPr>
              <a:xfrm>
                <a:off x="-13849" y="4558659"/>
                <a:ext cx="3549619" cy="584852"/>
              </a:xfrm>
              <a:custGeom>
                <a:avLst/>
                <a:gdLst/>
                <a:ahLst/>
                <a:cxnLst/>
                <a:rect l="l" t="t" r="r" b="b"/>
                <a:pathLst>
                  <a:path w="62040" h="10222" extrusionOk="0">
                    <a:moveTo>
                      <a:pt x="49993" y="0"/>
                    </a:moveTo>
                    <a:cubicBezTo>
                      <a:pt x="48458" y="0"/>
                      <a:pt x="46793" y="41"/>
                      <a:pt x="45028" y="121"/>
                    </a:cubicBezTo>
                    <a:cubicBezTo>
                      <a:pt x="31687" y="783"/>
                      <a:pt x="18006" y="1645"/>
                      <a:pt x="11" y="6611"/>
                    </a:cubicBezTo>
                    <a:lnTo>
                      <a:pt x="1" y="10222"/>
                    </a:lnTo>
                    <a:lnTo>
                      <a:pt x="71" y="10222"/>
                    </a:lnTo>
                    <a:cubicBezTo>
                      <a:pt x="1285" y="10222"/>
                      <a:pt x="18557" y="10201"/>
                      <a:pt x="35028" y="10191"/>
                    </a:cubicBezTo>
                    <a:cubicBezTo>
                      <a:pt x="45921" y="7122"/>
                      <a:pt x="62040" y="823"/>
                      <a:pt x="62040" y="823"/>
                    </a:cubicBezTo>
                    <a:cubicBezTo>
                      <a:pt x="62040" y="823"/>
                      <a:pt x="57366" y="0"/>
                      <a:pt x="49993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77" name="Google Shape;3677;p25"/>
              <p:cNvSpPr/>
              <p:nvPr/>
            </p:nvSpPr>
            <p:spPr>
              <a:xfrm>
                <a:off x="-7499" y="4181046"/>
                <a:ext cx="3075535" cy="192872"/>
              </a:xfrm>
              <a:custGeom>
                <a:avLst/>
                <a:gdLst/>
                <a:ahLst/>
                <a:cxnLst/>
                <a:rect l="l" t="t" r="r" b="b"/>
                <a:pathLst>
                  <a:path w="53754" h="3371" extrusionOk="0">
                    <a:moveTo>
                      <a:pt x="16761" y="0"/>
                    </a:moveTo>
                    <a:cubicBezTo>
                      <a:pt x="9569" y="0"/>
                      <a:pt x="3601" y="311"/>
                      <a:pt x="0" y="622"/>
                    </a:cubicBezTo>
                    <a:lnTo>
                      <a:pt x="40" y="2759"/>
                    </a:lnTo>
                    <a:cubicBezTo>
                      <a:pt x="7854" y="1665"/>
                      <a:pt x="15848" y="1294"/>
                      <a:pt x="23171" y="1294"/>
                    </a:cubicBezTo>
                    <a:cubicBezTo>
                      <a:pt x="39340" y="1294"/>
                      <a:pt x="52159" y="3130"/>
                      <a:pt x="52159" y="3130"/>
                    </a:cubicBezTo>
                    <a:lnTo>
                      <a:pt x="53754" y="3371"/>
                    </a:lnTo>
                    <a:cubicBezTo>
                      <a:pt x="52430" y="3020"/>
                      <a:pt x="51076" y="2689"/>
                      <a:pt x="49702" y="2368"/>
                    </a:cubicBezTo>
                    <a:cubicBezTo>
                      <a:pt x="38317" y="552"/>
                      <a:pt x="26431" y="0"/>
                      <a:pt x="16761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78" name="Google Shape;3678;p25"/>
              <p:cNvSpPr/>
              <p:nvPr/>
            </p:nvSpPr>
            <p:spPr>
              <a:xfrm>
                <a:off x="-10931" y="4011750"/>
                <a:ext cx="2320297" cy="202656"/>
              </a:xfrm>
              <a:custGeom>
                <a:avLst/>
                <a:gdLst/>
                <a:ahLst/>
                <a:cxnLst/>
                <a:rect l="l" t="t" r="r" b="b"/>
                <a:pathLst>
                  <a:path w="40554" h="3542" extrusionOk="0">
                    <a:moveTo>
                      <a:pt x="10" y="0"/>
                    </a:moveTo>
                    <a:lnTo>
                      <a:pt x="0" y="1565"/>
                    </a:lnTo>
                    <a:cubicBezTo>
                      <a:pt x="1675" y="1485"/>
                      <a:pt x="3631" y="1455"/>
                      <a:pt x="5778" y="1455"/>
                    </a:cubicBezTo>
                    <a:cubicBezTo>
                      <a:pt x="16089" y="1455"/>
                      <a:pt x="30844" y="2297"/>
                      <a:pt x="40553" y="3541"/>
                    </a:cubicBezTo>
                    <a:cubicBezTo>
                      <a:pt x="21546" y="372"/>
                      <a:pt x="1705" y="30"/>
                      <a:pt x="110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3679" name="Google Shape;3679;p25"/>
          <p:cNvGrpSpPr/>
          <p:nvPr/>
        </p:nvGrpSpPr>
        <p:grpSpPr>
          <a:xfrm>
            <a:off x="1888320" y="4213958"/>
            <a:ext cx="7318608" cy="1849125"/>
            <a:chOff x="1888320" y="3587521"/>
            <a:chExt cx="7318608" cy="1849125"/>
          </a:xfrm>
        </p:grpSpPr>
        <p:sp>
          <p:nvSpPr>
            <p:cNvPr id="3680" name="Google Shape;3680;p25"/>
            <p:cNvSpPr/>
            <p:nvPr/>
          </p:nvSpPr>
          <p:spPr>
            <a:xfrm rot="143046">
              <a:off x="1917384" y="3737863"/>
              <a:ext cx="7260480" cy="1548441"/>
            </a:xfrm>
            <a:custGeom>
              <a:avLst/>
              <a:gdLst/>
              <a:ahLst/>
              <a:cxnLst/>
              <a:rect l="l" t="t" r="r" b="b"/>
              <a:pathLst>
                <a:path w="93506" h="19942" extrusionOk="0">
                  <a:moveTo>
                    <a:pt x="93505" y="1"/>
                  </a:moveTo>
                  <a:cubicBezTo>
                    <a:pt x="93504" y="1"/>
                    <a:pt x="16962" y="15739"/>
                    <a:pt x="1" y="19941"/>
                  </a:cubicBezTo>
                  <a:lnTo>
                    <a:pt x="93375" y="17905"/>
                  </a:lnTo>
                  <a:lnTo>
                    <a:pt x="93505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lt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1" name="Google Shape;3681;p25"/>
            <p:cNvSpPr/>
            <p:nvPr/>
          </p:nvSpPr>
          <p:spPr>
            <a:xfrm rot="143046">
              <a:off x="5997787" y="4442569"/>
              <a:ext cx="3158223" cy="781985"/>
            </a:xfrm>
            <a:custGeom>
              <a:avLst/>
              <a:gdLst/>
              <a:ahLst/>
              <a:cxnLst/>
              <a:rect l="l" t="t" r="r" b="b"/>
              <a:pathLst>
                <a:path w="40674" h="10071" extrusionOk="0">
                  <a:moveTo>
                    <a:pt x="33653" y="10071"/>
                  </a:moveTo>
                  <a:lnTo>
                    <a:pt x="33653" y="10071"/>
                  </a:lnTo>
                  <a:lnTo>
                    <a:pt x="40674" y="9920"/>
                  </a:lnTo>
                  <a:lnTo>
                    <a:pt x="33653" y="10071"/>
                  </a:lnTo>
                  <a:close/>
                  <a:moveTo>
                    <a:pt x="0" y="502"/>
                  </a:moveTo>
                  <a:lnTo>
                    <a:pt x="0" y="502"/>
                  </a:lnTo>
                  <a:cubicBezTo>
                    <a:pt x="803" y="331"/>
                    <a:pt x="1595" y="161"/>
                    <a:pt x="2387" y="0"/>
                  </a:cubicBezTo>
                  <a:cubicBezTo>
                    <a:pt x="1595" y="161"/>
                    <a:pt x="803" y="331"/>
                    <a:pt x="0" y="502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2" name="Google Shape;3682;p25"/>
            <p:cNvSpPr/>
            <p:nvPr/>
          </p:nvSpPr>
          <p:spPr>
            <a:xfrm rot="143046">
              <a:off x="5998047" y="4430090"/>
              <a:ext cx="3158999" cy="794486"/>
            </a:xfrm>
            <a:custGeom>
              <a:avLst/>
              <a:gdLst/>
              <a:ahLst/>
              <a:cxnLst/>
              <a:rect l="l" t="t" r="r" b="b"/>
              <a:pathLst>
                <a:path w="40684" h="10232" extrusionOk="0">
                  <a:moveTo>
                    <a:pt x="3150" y="1"/>
                  </a:moveTo>
                  <a:cubicBezTo>
                    <a:pt x="2899" y="51"/>
                    <a:pt x="2648" y="101"/>
                    <a:pt x="2387" y="161"/>
                  </a:cubicBezTo>
                  <a:cubicBezTo>
                    <a:pt x="1595" y="322"/>
                    <a:pt x="803" y="492"/>
                    <a:pt x="0" y="663"/>
                  </a:cubicBezTo>
                  <a:cubicBezTo>
                    <a:pt x="11716" y="1676"/>
                    <a:pt x="25879" y="6982"/>
                    <a:pt x="33653" y="10232"/>
                  </a:cubicBezTo>
                  <a:lnTo>
                    <a:pt x="40674" y="10081"/>
                  </a:lnTo>
                  <a:lnTo>
                    <a:pt x="40684" y="9409"/>
                  </a:lnTo>
                  <a:cubicBezTo>
                    <a:pt x="38066" y="8286"/>
                    <a:pt x="31947" y="5828"/>
                    <a:pt x="23672" y="3571"/>
                  </a:cubicBezTo>
                  <a:cubicBezTo>
                    <a:pt x="17764" y="1957"/>
                    <a:pt x="10763" y="422"/>
                    <a:pt x="315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3" name="Google Shape;3683;p25"/>
            <p:cNvSpPr/>
            <p:nvPr/>
          </p:nvSpPr>
          <p:spPr>
            <a:xfrm rot="143046">
              <a:off x="6673450" y="4294666"/>
              <a:ext cx="2496280" cy="622420"/>
            </a:xfrm>
            <a:custGeom>
              <a:avLst/>
              <a:gdLst/>
              <a:ahLst/>
              <a:cxnLst/>
              <a:rect l="l" t="t" r="r" b="b"/>
              <a:pathLst>
                <a:path w="32149" h="8016" extrusionOk="0">
                  <a:moveTo>
                    <a:pt x="3792" y="1"/>
                  </a:moveTo>
                  <a:cubicBezTo>
                    <a:pt x="2568" y="252"/>
                    <a:pt x="1334" y="512"/>
                    <a:pt x="80" y="773"/>
                  </a:cubicBezTo>
                  <a:lnTo>
                    <a:pt x="0" y="793"/>
                  </a:lnTo>
                  <a:cubicBezTo>
                    <a:pt x="8035" y="1355"/>
                    <a:pt x="22158" y="3792"/>
                    <a:pt x="32128" y="8015"/>
                  </a:cubicBezTo>
                  <a:lnTo>
                    <a:pt x="32148" y="4805"/>
                  </a:lnTo>
                  <a:cubicBezTo>
                    <a:pt x="27133" y="3592"/>
                    <a:pt x="13572" y="482"/>
                    <a:pt x="3792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4" name="Google Shape;3684;p25"/>
            <p:cNvSpPr/>
            <p:nvPr/>
          </p:nvSpPr>
          <p:spPr>
            <a:xfrm rot="143046">
              <a:off x="5401255" y="4552724"/>
              <a:ext cx="2533706" cy="668387"/>
            </a:xfrm>
            <a:custGeom>
              <a:avLst/>
              <a:gdLst/>
              <a:ahLst/>
              <a:cxnLst/>
              <a:rect l="l" t="t" r="r" b="b"/>
              <a:pathLst>
                <a:path w="32631" h="8608" extrusionOk="0">
                  <a:moveTo>
                    <a:pt x="21205" y="8607"/>
                  </a:moveTo>
                  <a:cubicBezTo>
                    <a:pt x="21205" y="8607"/>
                    <a:pt x="21205" y="8607"/>
                    <a:pt x="21205" y="8607"/>
                  </a:cubicBezTo>
                  <a:lnTo>
                    <a:pt x="32630" y="8356"/>
                  </a:lnTo>
                  <a:lnTo>
                    <a:pt x="32630" y="8356"/>
                  </a:lnTo>
                  <a:lnTo>
                    <a:pt x="21205" y="8607"/>
                  </a:lnTo>
                  <a:close/>
                  <a:moveTo>
                    <a:pt x="1" y="201"/>
                  </a:moveTo>
                  <a:cubicBezTo>
                    <a:pt x="322" y="131"/>
                    <a:pt x="643" y="61"/>
                    <a:pt x="964" y="1"/>
                  </a:cubicBezTo>
                  <a:cubicBezTo>
                    <a:pt x="643" y="61"/>
                    <a:pt x="322" y="131"/>
                    <a:pt x="1" y="20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5" name="Google Shape;3685;p25"/>
            <p:cNvSpPr/>
            <p:nvPr/>
          </p:nvSpPr>
          <p:spPr>
            <a:xfrm rot="143046">
              <a:off x="5301147" y="4535112"/>
              <a:ext cx="2634182" cy="683917"/>
            </a:xfrm>
            <a:custGeom>
              <a:avLst/>
              <a:gdLst/>
              <a:ahLst/>
              <a:cxnLst/>
              <a:rect l="l" t="t" r="r" b="b"/>
              <a:pathLst>
                <a:path w="33925" h="8808" extrusionOk="0">
                  <a:moveTo>
                    <a:pt x="3211" y="0"/>
                  </a:moveTo>
                  <a:cubicBezTo>
                    <a:pt x="2890" y="60"/>
                    <a:pt x="2569" y="131"/>
                    <a:pt x="2258" y="201"/>
                  </a:cubicBezTo>
                  <a:cubicBezTo>
                    <a:pt x="1937" y="261"/>
                    <a:pt x="1616" y="331"/>
                    <a:pt x="1295" y="401"/>
                  </a:cubicBezTo>
                  <a:cubicBezTo>
                    <a:pt x="864" y="492"/>
                    <a:pt x="432" y="582"/>
                    <a:pt x="1" y="672"/>
                  </a:cubicBezTo>
                  <a:cubicBezTo>
                    <a:pt x="10804" y="2759"/>
                    <a:pt x="18337" y="6470"/>
                    <a:pt x="22499" y="8807"/>
                  </a:cubicBezTo>
                  <a:lnTo>
                    <a:pt x="33924" y="8556"/>
                  </a:lnTo>
                  <a:cubicBezTo>
                    <a:pt x="24967" y="3902"/>
                    <a:pt x="12359" y="933"/>
                    <a:pt x="3211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6" name="Google Shape;3686;p25"/>
            <p:cNvSpPr/>
            <p:nvPr/>
          </p:nvSpPr>
          <p:spPr>
            <a:xfrm rot="143046">
              <a:off x="6061508" y="5216857"/>
              <a:ext cx="252431" cy="5513"/>
            </a:xfrm>
            <a:custGeom>
              <a:avLst/>
              <a:gdLst/>
              <a:ahLst/>
              <a:cxnLst/>
              <a:rect l="l" t="t" r="r" b="b"/>
              <a:pathLst>
                <a:path w="3251" h="71" extrusionOk="0">
                  <a:moveTo>
                    <a:pt x="0" y="71"/>
                  </a:moveTo>
                  <a:lnTo>
                    <a:pt x="3250" y="1"/>
                  </a:lnTo>
                  <a:lnTo>
                    <a:pt x="3250" y="1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7" name="Google Shape;3687;p25"/>
            <p:cNvSpPr/>
            <p:nvPr/>
          </p:nvSpPr>
          <p:spPr>
            <a:xfrm rot="143046">
              <a:off x="4636540" y="4632656"/>
              <a:ext cx="1689448" cy="566359"/>
            </a:xfrm>
            <a:custGeom>
              <a:avLst/>
              <a:gdLst/>
              <a:ahLst/>
              <a:cxnLst/>
              <a:rect l="l" t="t" r="r" b="b"/>
              <a:pathLst>
                <a:path w="21758" h="7294" extrusionOk="0">
                  <a:moveTo>
                    <a:pt x="2910" y="1"/>
                  </a:moveTo>
                  <a:cubicBezTo>
                    <a:pt x="1937" y="202"/>
                    <a:pt x="964" y="412"/>
                    <a:pt x="1" y="613"/>
                  </a:cubicBezTo>
                  <a:cubicBezTo>
                    <a:pt x="2709" y="1536"/>
                    <a:pt x="5417" y="2709"/>
                    <a:pt x="7022" y="3381"/>
                  </a:cubicBezTo>
                  <a:cubicBezTo>
                    <a:pt x="12158" y="5528"/>
                    <a:pt x="14134" y="6711"/>
                    <a:pt x="14906" y="7293"/>
                  </a:cubicBezTo>
                  <a:lnTo>
                    <a:pt x="18507" y="7213"/>
                  </a:lnTo>
                  <a:lnTo>
                    <a:pt x="21757" y="7143"/>
                  </a:lnTo>
                  <a:cubicBezTo>
                    <a:pt x="18878" y="4113"/>
                    <a:pt x="9711" y="1335"/>
                    <a:pt x="291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8" name="Google Shape;3688;p25"/>
            <p:cNvSpPr/>
            <p:nvPr/>
          </p:nvSpPr>
          <p:spPr>
            <a:xfrm rot="143046">
              <a:off x="7395956" y="4106506"/>
              <a:ext cx="1791399" cy="352907"/>
            </a:xfrm>
            <a:custGeom>
              <a:avLst/>
              <a:gdLst/>
              <a:ahLst/>
              <a:cxnLst/>
              <a:rect l="l" t="t" r="r" b="b"/>
              <a:pathLst>
                <a:path w="23071" h="4545" extrusionOk="0">
                  <a:moveTo>
                    <a:pt x="9399" y="1"/>
                  </a:moveTo>
                  <a:cubicBezTo>
                    <a:pt x="8666" y="1"/>
                    <a:pt x="7904" y="11"/>
                    <a:pt x="7112" y="31"/>
                  </a:cubicBezTo>
                  <a:cubicBezTo>
                    <a:pt x="4895" y="482"/>
                    <a:pt x="2518" y="984"/>
                    <a:pt x="0" y="1505"/>
                  </a:cubicBezTo>
                  <a:cubicBezTo>
                    <a:pt x="7573" y="1636"/>
                    <a:pt x="18918" y="2990"/>
                    <a:pt x="23040" y="4545"/>
                  </a:cubicBezTo>
                  <a:lnTo>
                    <a:pt x="23060" y="2749"/>
                  </a:lnTo>
                  <a:lnTo>
                    <a:pt x="23070" y="1154"/>
                  </a:lnTo>
                  <a:cubicBezTo>
                    <a:pt x="23060" y="1154"/>
                    <a:pt x="18767" y="1"/>
                    <a:pt x="9399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9" name="Google Shape;3689;p25"/>
            <p:cNvSpPr/>
            <p:nvPr/>
          </p:nvSpPr>
          <p:spPr>
            <a:xfrm rot="143046">
              <a:off x="8460094" y="3874023"/>
              <a:ext cx="743860" cy="153509"/>
            </a:xfrm>
            <a:custGeom>
              <a:avLst/>
              <a:gdLst/>
              <a:ahLst/>
              <a:cxnLst/>
              <a:rect l="l" t="t" r="r" b="b"/>
              <a:pathLst>
                <a:path w="9580" h="1977" extrusionOk="0">
                  <a:moveTo>
                    <a:pt x="9569" y="1"/>
                  </a:moveTo>
                  <a:lnTo>
                    <a:pt x="9569" y="11"/>
                  </a:lnTo>
                  <a:lnTo>
                    <a:pt x="9549" y="11"/>
                  </a:lnTo>
                  <a:cubicBezTo>
                    <a:pt x="9228" y="71"/>
                    <a:pt x="5627" y="813"/>
                    <a:pt x="0" y="1977"/>
                  </a:cubicBezTo>
                  <a:cubicBezTo>
                    <a:pt x="4032" y="1887"/>
                    <a:pt x="7443" y="1846"/>
                    <a:pt x="9569" y="1826"/>
                  </a:cubicBezTo>
                  <a:lnTo>
                    <a:pt x="9579" y="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90" name="Google Shape;3690;p25"/>
            <p:cNvSpPr/>
            <p:nvPr/>
          </p:nvSpPr>
          <p:spPr>
            <a:xfrm rot="143046">
              <a:off x="3990951" y="4756076"/>
              <a:ext cx="1383285" cy="396467"/>
            </a:xfrm>
            <a:custGeom>
              <a:avLst/>
              <a:gdLst/>
              <a:ahLst/>
              <a:cxnLst/>
              <a:rect l="l" t="t" r="r" b="b"/>
              <a:pathLst>
                <a:path w="17815" h="5106" extrusionOk="0">
                  <a:moveTo>
                    <a:pt x="1716" y="0"/>
                  </a:moveTo>
                  <a:cubicBezTo>
                    <a:pt x="1134" y="120"/>
                    <a:pt x="562" y="241"/>
                    <a:pt x="1" y="361"/>
                  </a:cubicBezTo>
                  <a:cubicBezTo>
                    <a:pt x="3190" y="1615"/>
                    <a:pt x="11295" y="5106"/>
                    <a:pt x="11295" y="5106"/>
                  </a:cubicBezTo>
                  <a:lnTo>
                    <a:pt x="17815" y="3912"/>
                  </a:lnTo>
                  <a:cubicBezTo>
                    <a:pt x="17815" y="3912"/>
                    <a:pt x="8627" y="1344"/>
                    <a:pt x="1716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91" name="Google Shape;3691;p25"/>
            <p:cNvSpPr/>
            <p:nvPr/>
          </p:nvSpPr>
          <p:spPr>
            <a:xfrm rot="143046">
              <a:off x="3540962" y="4844831"/>
              <a:ext cx="784314" cy="331088"/>
            </a:xfrm>
            <a:custGeom>
              <a:avLst/>
              <a:gdLst/>
              <a:ahLst/>
              <a:cxnLst/>
              <a:rect l="l" t="t" r="r" b="b"/>
              <a:pathLst>
                <a:path w="10101" h="4264" extrusionOk="0">
                  <a:moveTo>
                    <a:pt x="4534" y="4264"/>
                  </a:moveTo>
                  <a:cubicBezTo>
                    <a:pt x="4534" y="4264"/>
                    <a:pt x="4534" y="4264"/>
                    <a:pt x="4534" y="4264"/>
                  </a:cubicBezTo>
                  <a:lnTo>
                    <a:pt x="10101" y="4143"/>
                  </a:lnTo>
                  <a:lnTo>
                    <a:pt x="4534" y="4264"/>
                  </a:lnTo>
                  <a:close/>
                  <a:moveTo>
                    <a:pt x="0" y="61"/>
                  </a:moveTo>
                  <a:cubicBezTo>
                    <a:pt x="90" y="41"/>
                    <a:pt x="191" y="21"/>
                    <a:pt x="281" y="1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191" y="21"/>
                    <a:pt x="90" y="41"/>
                    <a:pt x="0" y="6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92" name="Google Shape;3692;p25"/>
            <p:cNvSpPr/>
            <p:nvPr/>
          </p:nvSpPr>
          <p:spPr>
            <a:xfrm rot="143046">
              <a:off x="3251978" y="4844116"/>
              <a:ext cx="1328000" cy="331088"/>
            </a:xfrm>
            <a:custGeom>
              <a:avLst/>
              <a:gdLst/>
              <a:ahLst/>
              <a:cxnLst/>
              <a:rect l="l" t="t" r="r" b="b"/>
              <a:pathLst>
                <a:path w="17103" h="4264" extrusionOk="0">
                  <a:moveTo>
                    <a:pt x="4003" y="1"/>
                  </a:moveTo>
                  <a:cubicBezTo>
                    <a:pt x="3913" y="21"/>
                    <a:pt x="3812" y="41"/>
                    <a:pt x="3722" y="61"/>
                  </a:cubicBezTo>
                  <a:cubicBezTo>
                    <a:pt x="2448" y="332"/>
                    <a:pt x="1205" y="603"/>
                    <a:pt x="1" y="873"/>
                  </a:cubicBezTo>
                  <a:cubicBezTo>
                    <a:pt x="1776" y="1545"/>
                    <a:pt x="5648" y="3160"/>
                    <a:pt x="8256" y="4264"/>
                  </a:cubicBezTo>
                  <a:lnTo>
                    <a:pt x="13823" y="4143"/>
                  </a:lnTo>
                  <a:lnTo>
                    <a:pt x="17103" y="4073"/>
                  </a:lnTo>
                  <a:cubicBezTo>
                    <a:pt x="15719" y="3562"/>
                    <a:pt x="9640" y="1335"/>
                    <a:pt x="4003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693" name="Google Shape;3693;p25"/>
          <p:cNvGrpSpPr/>
          <p:nvPr/>
        </p:nvGrpSpPr>
        <p:grpSpPr>
          <a:xfrm flipH="1">
            <a:off x="121030" y="4640507"/>
            <a:ext cx="8901933" cy="1094777"/>
            <a:chOff x="-75995" y="4254507"/>
            <a:chExt cx="8901933" cy="1094777"/>
          </a:xfrm>
        </p:grpSpPr>
        <p:grpSp>
          <p:nvGrpSpPr>
            <p:cNvPr id="3694" name="Google Shape;3694;p25"/>
            <p:cNvGrpSpPr/>
            <p:nvPr/>
          </p:nvGrpSpPr>
          <p:grpSpPr>
            <a:xfrm>
              <a:off x="1847659" y="4405094"/>
              <a:ext cx="5081829" cy="944189"/>
              <a:chOff x="238125" y="2195725"/>
              <a:chExt cx="7120400" cy="1322950"/>
            </a:xfrm>
          </p:grpSpPr>
          <p:sp>
            <p:nvSpPr>
              <p:cNvPr id="3695" name="Google Shape;3695;p25"/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96" name="Google Shape;3696;p25"/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97" name="Google Shape;3697;p25"/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98" name="Google Shape;3698;p25"/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699" name="Google Shape;3699;p25"/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00" name="Google Shape;3700;p25"/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01" name="Google Shape;3701;p25"/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02" name="Google Shape;3702;p25"/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03" name="Google Shape;3703;p25"/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04" name="Google Shape;3704;p25"/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05" name="Google Shape;3705;p25"/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06" name="Google Shape;3706;p25"/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07" name="Google Shape;3707;p25"/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08" name="Google Shape;3708;p25"/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09" name="Google Shape;3709;p25"/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10" name="Google Shape;3710;p25"/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11" name="Google Shape;3711;p25"/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12" name="Google Shape;3712;p25"/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13" name="Google Shape;3713;p25"/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14" name="Google Shape;3714;p25"/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15" name="Google Shape;3715;p25"/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16" name="Google Shape;3716;p25"/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17" name="Google Shape;3717;p25"/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18" name="Google Shape;3718;p25"/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19" name="Google Shape;3719;p25"/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20" name="Google Shape;3720;p25"/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21" name="Google Shape;3721;p25"/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22" name="Google Shape;3722;p25"/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23" name="Google Shape;3723;p25"/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24" name="Google Shape;3724;p25"/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25" name="Google Shape;3725;p25"/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26" name="Google Shape;3726;p25"/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27" name="Google Shape;3727;p25"/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28" name="Google Shape;3728;p25"/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29" name="Google Shape;3729;p25"/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30" name="Google Shape;3730;p25"/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31" name="Google Shape;3731;p25"/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32" name="Google Shape;3732;p25"/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33" name="Google Shape;3733;p25"/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34" name="Google Shape;3734;p25"/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35" name="Google Shape;3735;p25"/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36" name="Google Shape;3736;p25"/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37" name="Google Shape;3737;p25"/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38" name="Google Shape;3738;p25"/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39" name="Google Shape;3739;p25"/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40" name="Google Shape;3740;p25"/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41" name="Google Shape;3741;p25"/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42" name="Google Shape;3742;p25"/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43" name="Google Shape;3743;p25"/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44" name="Google Shape;3744;p25"/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45" name="Google Shape;3745;p25"/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46" name="Google Shape;3746;p25"/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47" name="Google Shape;3747;p25"/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48" name="Google Shape;3748;p25"/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49" name="Google Shape;3749;p25"/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50" name="Google Shape;3750;p25"/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51" name="Google Shape;3751;p25"/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52" name="Google Shape;3752;p25"/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53" name="Google Shape;3753;p25"/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54" name="Google Shape;3754;p25"/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55" name="Google Shape;3755;p25"/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56" name="Google Shape;3756;p25"/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57" name="Google Shape;3757;p25"/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58" name="Google Shape;3758;p25"/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59" name="Google Shape;3759;p25"/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60" name="Google Shape;3760;p25"/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61" name="Google Shape;3761;p25"/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62" name="Google Shape;3762;p25"/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63" name="Google Shape;3763;p25"/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64" name="Google Shape;3764;p25"/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65" name="Google Shape;3765;p25"/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66" name="Google Shape;3766;p25"/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67" name="Google Shape;3767;p25"/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68" name="Google Shape;3768;p25"/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69" name="Google Shape;3769;p25"/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70" name="Google Shape;3770;p25"/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71" name="Google Shape;3771;p25"/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72" name="Google Shape;3772;p25"/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73" name="Google Shape;3773;p25"/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74" name="Google Shape;3774;p25"/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75" name="Google Shape;3775;p25"/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76" name="Google Shape;3776;p25"/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77" name="Google Shape;3777;p25"/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78" name="Google Shape;3778;p25"/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79" name="Google Shape;3779;p25"/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80" name="Google Shape;3780;p25"/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81" name="Google Shape;3781;p25"/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82" name="Google Shape;3782;p25"/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83" name="Google Shape;3783;p25"/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84" name="Google Shape;3784;p25"/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85" name="Google Shape;3785;p25"/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86" name="Google Shape;3786;p25"/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87" name="Google Shape;3787;p25"/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88" name="Google Shape;3788;p25"/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89" name="Google Shape;3789;p25"/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90" name="Google Shape;3790;p25"/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91" name="Google Shape;3791;p25"/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92" name="Google Shape;3792;p25"/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93" name="Google Shape;3793;p25"/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94" name="Google Shape;3794;p25"/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95" name="Google Shape;3795;p25"/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96" name="Google Shape;3796;p25"/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97" name="Google Shape;3797;p25"/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98" name="Google Shape;3798;p25"/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799" name="Google Shape;3799;p25"/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00" name="Google Shape;3800;p25"/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01" name="Google Shape;3801;p25"/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02" name="Google Shape;3802;p25"/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03" name="Google Shape;3803;p25"/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04" name="Google Shape;3804;p25"/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05" name="Google Shape;3805;p25"/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06" name="Google Shape;3806;p25"/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07" name="Google Shape;3807;p25"/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08" name="Google Shape;3808;p25"/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09" name="Google Shape;3809;p25"/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10" name="Google Shape;3810;p25"/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11" name="Google Shape;3811;p25"/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12" name="Google Shape;3812;p25"/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13" name="Google Shape;3813;p25"/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14" name="Google Shape;3814;p25"/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15" name="Google Shape;3815;p25"/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16" name="Google Shape;3816;p25"/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17" name="Google Shape;3817;p25"/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18" name="Google Shape;3818;p25"/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19" name="Google Shape;3819;p25"/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20" name="Google Shape;3820;p25"/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21" name="Google Shape;3821;p25"/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22" name="Google Shape;3822;p25"/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23" name="Google Shape;3823;p25"/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24" name="Google Shape;3824;p25"/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25" name="Google Shape;3825;p25"/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26" name="Google Shape;3826;p25"/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27" name="Google Shape;3827;p25"/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28" name="Google Shape;3828;p25"/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29" name="Google Shape;3829;p25"/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30" name="Google Shape;3830;p25"/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31" name="Google Shape;3831;p25"/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32" name="Google Shape;3832;p25"/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33" name="Google Shape;3833;p25"/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34" name="Google Shape;3834;p25"/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35" name="Google Shape;3835;p25"/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36" name="Google Shape;3836;p25"/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37" name="Google Shape;3837;p25"/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38" name="Google Shape;3838;p25"/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39" name="Google Shape;3839;p25"/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40" name="Google Shape;3840;p25"/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41" name="Google Shape;3841;p25"/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3842" name="Google Shape;3842;p25"/>
            <p:cNvGrpSpPr/>
            <p:nvPr/>
          </p:nvGrpSpPr>
          <p:grpSpPr>
            <a:xfrm>
              <a:off x="3744109" y="4254507"/>
              <a:ext cx="5081829" cy="944189"/>
              <a:chOff x="238125" y="2195725"/>
              <a:chExt cx="7120400" cy="1322950"/>
            </a:xfrm>
          </p:grpSpPr>
          <p:sp>
            <p:nvSpPr>
              <p:cNvPr id="3843" name="Google Shape;3843;p25"/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44" name="Google Shape;3844;p25"/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45" name="Google Shape;3845;p25"/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46" name="Google Shape;3846;p25"/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47" name="Google Shape;3847;p25"/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48" name="Google Shape;3848;p25"/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49" name="Google Shape;3849;p25"/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50" name="Google Shape;3850;p25"/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51" name="Google Shape;3851;p25"/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52" name="Google Shape;3852;p25"/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53" name="Google Shape;3853;p25"/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54" name="Google Shape;3854;p25"/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55" name="Google Shape;3855;p25"/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56" name="Google Shape;3856;p25"/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57" name="Google Shape;3857;p25"/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58" name="Google Shape;3858;p25"/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59" name="Google Shape;3859;p25"/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60" name="Google Shape;3860;p25"/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61" name="Google Shape;3861;p25"/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62" name="Google Shape;3862;p25"/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63" name="Google Shape;3863;p25"/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64" name="Google Shape;3864;p25"/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65" name="Google Shape;3865;p25"/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66" name="Google Shape;3866;p25"/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67" name="Google Shape;3867;p25"/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68" name="Google Shape;3868;p25"/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69" name="Google Shape;3869;p25"/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70" name="Google Shape;3870;p25"/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71" name="Google Shape;3871;p25"/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72" name="Google Shape;3872;p25"/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73" name="Google Shape;3873;p25"/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74" name="Google Shape;3874;p25"/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75" name="Google Shape;3875;p25"/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76" name="Google Shape;3876;p25"/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77" name="Google Shape;3877;p25"/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78" name="Google Shape;3878;p25"/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79" name="Google Shape;3879;p25"/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80" name="Google Shape;3880;p25"/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81" name="Google Shape;3881;p25"/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82" name="Google Shape;3882;p25"/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83" name="Google Shape;3883;p25"/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84" name="Google Shape;3884;p25"/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85" name="Google Shape;3885;p25"/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86" name="Google Shape;3886;p25"/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87" name="Google Shape;3887;p25"/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88" name="Google Shape;3888;p25"/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89" name="Google Shape;3889;p25"/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90" name="Google Shape;3890;p25"/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91" name="Google Shape;3891;p25"/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92" name="Google Shape;3892;p25"/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93" name="Google Shape;3893;p25"/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94" name="Google Shape;3894;p25"/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95" name="Google Shape;3895;p25"/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96" name="Google Shape;3896;p25"/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97" name="Google Shape;3897;p25"/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98" name="Google Shape;3898;p25"/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899" name="Google Shape;3899;p25"/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00" name="Google Shape;3900;p25"/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01" name="Google Shape;3901;p25"/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02" name="Google Shape;3902;p25"/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03" name="Google Shape;3903;p25"/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04" name="Google Shape;3904;p25"/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05" name="Google Shape;3905;p25"/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06" name="Google Shape;3906;p25"/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07" name="Google Shape;3907;p25"/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08" name="Google Shape;3908;p25"/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09" name="Google Shape;3909;p25"/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10" name="Google Shape;3910;p25"/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11" name="Google Shape;3911;p25"/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12" name="Google Shape;3912;p25"/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13" name="Google Shape;3913;p25"/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14" name="Google Shape;3914;p25"/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15" name="Google Shape;3915;p25"/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16" name="Google Shape;3916;p25"/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17" name="Google Shape;3917;p25"/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18" name="Google Shape;3918;p25"/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19" name="Google Shape;3919;p25"/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20" name="Google Shape;3920;p25"/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21" name="Google Shape;3921;p25"/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22" name="Google Shape;3922;p25"/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23" name="Google Shape;3923;p25"/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24" name="Google Shape;3924;p25"/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25" name="Google Shape;3925;p25"/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26" name="Google Shape;3926;p25"/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27" name="Google Shape;3927;p25"/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28" name="Google Shape;3928;p25"/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29" name="Google Shape;3929;p25"/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30" name="Google Shape;3930;p25"/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31" name="Google Shape;3931;p25"/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32" name="Google Shape;3932;p25"/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33" name="Google Shape;3933;p25"/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34" name="Google Shape;3934;p25"/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35" name="Google Shape;3935;p25"/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36" name="Google Shape;3936;p25"/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37" name="Google Shape;3937;p25"/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38" name="Google Shape;3938;p25"/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39" name="Google Shape;3939;p25"/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40" name="Google Shape;3940;p25"/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41" name="Google Shape;3941;p25"/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42" name="Google Shape;3942;p25"/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43" name="Google Shape;3943;p25"/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44" name="Google Shape;3944;p25"/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45" name="Google Shape;3945;p25"/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46" name="Google Shape;3946;p25"/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47" name="Google Shape;3947;p25"/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48" name="Google Shape;3948;p25"/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49" name="Google Shape;3949;p25"/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50" name="Google Shape;3950;p25"/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51" name="Google Shape;3951;p25"/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52" name="Google Shape;3952;p25"/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53" name="Google Shape;3953;p25"/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54" name="Google Shape;3954;p25"/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55" name="Google Shape;3955;p25"/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56" name="Google Shape;3956;p25"/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57" name="Google Shape;3957;p25"/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58" name="Google Shape;3958;p25"/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59" name="Google Shape;3959;p25"/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60" name="Google Shape;3960;p25"/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61" name="Google Shape;3961;p25"/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62" name="Google Shape;3962;p25"/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63" name="Google Shape;3963;p25"/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64" name="Google Shape;3964;p25"/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65" name="Google Shape;3965;p25"/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66" name="Google Shape;3966;p25"/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67" name="Google Shape;3967;p25"/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68" name="Google Shape;3968;p25"/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69" name="Google Shape;3969;p25"/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70" name="Google Shape;3970;p25"/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71" name="Google Shape;3971;p25"/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72" name="Google Shape;3972;p25"/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73" name="Google Shape;3973;p25"/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74" name="Google Shape;3974;p25"/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75" name="Google Shape;3975;p25"/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76" name="Google Shape;3976;p25"/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77" name="Google Shape;3977;p25"/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78" name="Google Shape;3978;p25"/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79" name="Google Shape;3979;p25"/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80" name="Google Shape;3980;p25"/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81" name="Google Shape;3981;p25"/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82" name="Google Shape;3982;p25"/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83" name="Google Shape;3983;p25"/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84" name="Google Shape;3984;p25"/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85" name="Google Shape;3985;p25"/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86" name="Google Shape;3986;p25"/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87" name="Google Shape;3987;p25"/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88" name="Google Shape;3988;p25"/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89" name="Google Shape;3989;p25"/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3990" name="Google Shape;3990;p25"/>
            <p:cNvGrpSpPr/>
            <p:nvPr/>
          </p:nvGrpSpPr>
          <p:grpSpPr>
            <a:xfrm>
              <a:off x="-75995" y="4389444"/>
              <a:ext cx="2222158" cy="795026"/>
              <a:chOff x="-75995" y="6598257"/>
              <a:chExt cx="2222158" cy="795026"/>
            </a:xfrm>
          </p:grpSpPr>
          <p:sp>
            <p:nvSpPr>
              <p:cNvPr id="3991" name="Google Shape;3991;p25"/>
              <p:cNvSpPr/>
              <p:nvPr/>
            </p:nvSpPr>
            <p:spPr>
              <a:xfrm>
                <a:off x="1214464" y="6650750"/>
                <a:ext cx="19181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92" name="Google Shape;3992;p25"/>
              <p:cNvSpPr/>
              <p:nvPr/>
            </p:nvSpPr>
            <p:spPr>
              <a:xfrm>
                <a:off x="1239462" y="6656584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93" name="Google Shape;3993;p25"/>
              <p:cNvSpPr/>
              <p:nvPr/>
            </p:nvSpPr>
            <p:spPr>
              <a:xfrm>
                <a:off x="1258624" y="6720335"/>
                <a:ext cx="21268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94" name="Google Shape;3994;p25"/>
              <p:cNvSpPr/>
              <p:nvPr/>
            </p:nvSpPr>
            <p:spPr>
              <a:xfrm>
                <a:off x="1919064" y="6865341"/>
                <a:ext cx="18770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95" name="Google Shape;3995;p25"/>
              <p:cNvSpPr/>
              <p:nvPr/>
            </p:nvSpPr>
            <p:spPr>
              <a:xfrm>
                <a:off x="1944062" y="6871176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96" name="Google Shape;3996;p25"/>
              <p:cNvSpPr/>
              <p:nvPr/>
            </p:nvSpPr>
            <p:spPr>
              <a:xfrm>
                <a:off x="1962814" y="6934927"/>
                <a:ext cx="21679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97" name="Google Shape;3997;p25"/>
              <p:cNvSpPr/>
              <p:nvPr/>
            </p:nvSpPr>
            <p:spPr>
              <a:xfrm>
                <a:off x="1801554" y="6659492"/>
                <a:ext cx="15434" cy="121686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98" name="Google Shape;3998;p25"/>
              <p:cNvSpPr/>
              <p:nvPr/>
            </p:nvSpPr>
            <p:spPr>
              <a:xfrm>
                <a:off x="1820734" y="6663668"/>
                <a:ext cx="28352" cy="86268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3999" name="Google Shape;3999;p25"/>
              <p:cNvSpPr/>
              <p:nvPr/>
            </p:nvSpPr>
            <p:spPr>
              <a:xfrm>
                <a:off x="1834901" y="6712413"/>
                <a:ext cx="17093" cy="70442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00" name="Google Shape;4000;p25"/>
              <p:cNvSpPr/>
              <p:nvPr/>
            </p:nvSpPr>
            <p:spPr>
              <a:xfrm>
                <a:off x="2121987" y="6885343"/>
                <a:ext cx="16683" cy="70014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01" name="Google Shape;4001;p25"/>
              <p:cNvSpPr/>
              <p:nvPr/>
            </p:nvSpPr>
            <p:spPr>
              <a:xfrm>
                <a:off x="208183" y="6744922"/>
                <a:ext cx="15006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02" name="Google Shape;4002;p25"/>
              <p:cNvSpPr/>
              <p:nvPr/>
            </p:nvSpPr>
            <p:spPr>
              <a:xfrm>
                <a:off x="231503" y="6752006"/>
                <a:ext cx="10027" cy="95440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03" name="Google Shape;4003;p25"/>
              <p:cNvSpPr/>
              <p:nvPr/>
            </p:nvSpPr>
            <p:spPr>
              <a:xfrm>
                <a:off x="250684" y="6795327"/>
                <a:ext cx="16683" cy="74189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04" name="Google Shape;4004;p25"/>
              <p:cNvSpPr/>
              <p:nvPr/>
            </p:nvSpPr>
            <p:spPr>
              <a:xfrm>
                <a:off x="-75995" y="6897422"/>
                <a:ext cx="39182" cy="124184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05" name="Google Shape;4005;p25"/>
              <p:cNvSpPr/>
              <p:nvPr/>
            </p:nvSpPr>
            <p:spPr>
              <a:xfrm>
                <a:off x="29008" y="6929503"/>
                <a:ext cx="15844" cy="8336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06" name="Google Shape;4006;p25"/>
              <p:cNvSpPr/>
              <p:nvPr/>
            </p:nvSpPr>
            <p:spPr>
              <a:xfrm>
                <a:off x="239015" y="6796576"/>
                <a:ext cx="15844" cy="8295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07" name="Google Shape;4007;p25"/>
              <p:cNvSpPr/>
              <p:nvPr/>
            </p:nvSpPr>
            <p:spPr>
              <a:xfrm>
                <a:off x="-14741" y="6941582"/>
                <a:ext cx="3765" cy="75866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08" name="Google Shape;4008;p25"/>
              <p:cNvSpPr/>
              <p:nvPr/>
            </p:nvSpPr>
            <p:spPr>
              <a:xfrm>
                <a:off x="-32673" y="6892837"/>
                <a:ext cx="18360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09" name="Google Shape;4009;p25"/>
              <p:cNvSpPr/>
              <p:nvPr/>
            </p:nvSpPr>
            <p:spPr>
              <a:xfrm>
                <a:off x="-9335" y="6896173"/>
                <a:ext cx="26692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10" name="Google Shape;4010;p25"/>
              <p:cNvSpPr/>
              <p:nvPr/>
            </p:nvSpPr>
            <p:spPr>
              <a:xfrm>
                <a:off x="7758" y="6947845"/>
                <a:ext cx="14595" cy="7501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11" name="Google Shape;4011;p25"/>
              <p:cNvSpPr/>
              <p:nvPr/>
            </p:nvSpPr>
            <p:spPr>
              <a:xfrm>
                <a:off x="491094" y="7054507"/>
                <a:ext cx="44606" cy="262106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12" name="Google Shape;4012;p25"/>
              <p:cNvSpPr/>
              <p:nvPr/>
            </p:nvSpPr>
            <p:spPr>
              <a:xfrm>
                <a:off x="625269" y="7119918"/>
                <a:ext cx="27103" cy="176694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13" name="Google Shape;4013;p25"/>
              <p:cNvSpPr/>
              <p:nvPr/>
            </p:nvSpPr>
            <p:spPr>
              <a:xfrm>
                <a:off x="568601" y="7145754"/>
                <a:ext cx="6263" cy="161689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14" name="Google Shape;4014;p25"/>
              <p:cNvSpPr/>
              <p:nvPr/>
            </p:nvSpPr>
            <p:spPr>
              <a:xfrm>
                <a:off x="550277" y="7043677"/>
                <a:ext cx="16683" cy="27334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15" name="Google Shape;4015;p25"/>
              <p:cNvSpPr/>
              <p:nvPr/>
            </p:nvSpPr>
            <p:spPr>
              <a:xfrm>
                <a:off x="575685" y="7049512"/>
                <a:ext cx="42108" cy="196268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16" name="Google Shape;4016;p25"/>
              <p:cNvSpPr/>
              <p:nvPr/>
            </p:nvSpPr>
            <p:spPr>
              <a:xfrm>
                <a:off x="596525" y="7158672"/>
                <a:ext cx="24177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17" name="Google Shape;4017;p25"/>
              <p:cNvSpPr/>
              <p:nvPr/>
            </p:nvSpPr>
            <p:spPr>
              <a:xfrm>
                <a:off x="661115" y="6730755"/>
                <a:ext cx="40431" cy="117939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18" name="Google Shape;4018;p25"/>
              <p:cNvSpPr/>
              <p:nvPr/>
            </p:nvSpPr>
            <p:spPr>
              <a:xfrm>
                <a:off x="697353" y="6743245"/>
                <a:ext cx="21696" cy="71691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19" name="Google Shape;4019;p25"/>
              <p:cNvSpPr/>
              <p:nvPr/>
            </p:nvSpPr>
            <p:spPr>
              <a:xfrm>
                <a:off x="620273" y="6731576"/>
                <a:ext cx="18342" cy="107519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20" name="Google Shape;4020;p25"/>
              <p:cNvSpPr/>
              <p:nvPr/>
            </p:nvSpPr>
            <p:spPr>
              <a:xfrm>
                <a:off x="723599" y="6882006"/>
                <a:ext cx="20019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21" name="Google Shape;4021;p25"/>
              <p:cNvSpPr/>
              <p:nvPr/>
            </p:nvSpPr>
            <p:spPr>
              <a:xfrm>
                <a:off x="751523" y="6961584"/>
                <a:ext cx="751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22" name="Google Shape;4022;p25"/>
              <p:cNvSpPr/>
              <p:nvPr/>
            </p:nvSpPr>
            <p:spPr>
              <a:xfrm>
                <a:off x="598612" y="6888661"/>
                <a:ext cx="24177" cy="15378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23" name="Google Shape;4023;p25"/>
              <p:cNvSpPr/>
              <p:nvPr/>
            </p:nvSpPr>
            <p:spPr>
              <a:xfrm>
                <a:off x="552347" y="6936997"/>
                <a:ext cx="10438" cy="52118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24" name="Google Shape;4024;p25"/>
              <p:cNvSpPr/>
              <p:nvPr/>
            </p:nvSpPr>
            <p:spPr>
              <a:xfrm>
                <a:off x="494020" y="6916585"/>
                <a:ext cx="11259" cy="65446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25" name="Google Shape;4025;p25"/>
              <p:cNvSpPr/>
              <p:nvPr/>
            </p:nvSpPr>
            <p:spPr>
              <a:xfrm>
                <a:off x="349014" y="6838256"/>
                <a:ext cx="17932" cy="105842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26" name="Google Shape;4026;p25"/>
              <p:cNvSpPr/>
              <p:nvPr/>
            </p:nvSpPr>
            <p:spPr>
              <a:xfrm>
                <a:off x="386519" y="6892426"/>
                <a:ext cx="15006" cy="74171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27" name="Google Shape;4027;p25"/>
              <p:cNvSpPr/>
              <p:nvPr/>
            </p:nvSpPr>
            <p:spPr>
              <a:xfrm>
                <a:off x="332349" y="6873246"/>
                <a:ext cx="18770" cy="95029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28" name="Google Shape;4028;p25"/>
              <p:cNvSpPr/>
              <p:nvPr/>
            </p:nvSpPr>
            <p:spPr>
              <a:xfrm>
                <a:off x="1145699" y="6924917"/>
                <a:ext cx="82111" cy="468366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29" name="Google Shape;4029;p25"/>
              <p:cNvSpPr/>
              <p:nvPr/>
            </p:nvSpPr>
            <p:spPr>
              <a:xfrm>
                <a:off x="1132781" y="6941582"/>
                <a:ext cx="24605" cy="37128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30" name="Google Shape;4030;p25"/>
              <p:cNvSpPr/>
              <p:nvPr/>
            </p:nvSpPr>
            <p:spPr>
              <a:xfrm>
                <a:off x="1071528" y="7058254"/>
                <a:ext cx="14613" cy="327107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31" name="Google Shape;4031;p25"/>
              <p:cNvSpPr/>
              <p:nvPr/>
            </p:nvSpPr>
            <p:spPr>
              <a:xfrm>
                <a:off x="1321965" y="6953251"/>
                <a:ext cx="32099" cy="356689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32" name="Google Shape;4032;p25"/>
              <p:cNvSpPr/>
              <p:nvPr/>
            </p:nvSpPr>
            <p:spPr>
              <a:xfrm>
                <a:off x="1300287" y="6971593"/>
                <a:ext cx="20019" cy="27918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33" name="Google Shape;4033;p25"/>
              <p:cNvSpPr/>
              <p:nvPr/>
            </p:nvSpPr>
            <p:spPr>
              <a:xfrm>
                <a:off x="1629891" y="6847427"/>
                <a:ext cx="40021" cy="473772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34" name="Google Shape;4034;p25"/>
              <p:cNvSpPr/>
              <p:nvPr/>
            </p:nvSpPr>
            <p:spPr>
              <a:xfrm>
                <a:off x="1599059" y="6871586"/>
                <a:ext cx="24587" cy="371267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35" name="Google Shape;4035;p25"/>
              <p:cNvSpPr/>
              <p:nvPr/>
            </p:nvSpPr>
            <p:spPr>
              <a:xfrm>
                <a:off x="1530294" y="6996180"/>
                <a:ext cx="44196" cy="325429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36" name="Google Shape;4036;p25"/>
              <p:cNvSpPr/>
              <p:nvPr/>
            </p:nvSpPr>
            <p:spPr>
              <a:xfrm>
                <a:off x="906949" y="6758251"/>
                <a:ext cx="34186" cy="163348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37" name="Google Shape;4037;p25"/>
              <p:cNvSpPr/>
              <p:nvPr/>
            </p:nvSpPr>
            <p:spPr>
              <a:xfrm>
                <a:off x="927360" y="6816167"/>
                <a:ext cx="25854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38" name="Google Shape;4038;p25"/>
              <p:cNvSpPr/>
              <p:nvPr/>
            </p:nvSpPr>
            <p:spPr>
              <a:xfrm>
                <a:off x="865697" y="6790331"/>
                <a:ext cx="10848" cy="163776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39" name="Google Shape;4039;p25"/>
              <p:cNvSpPr/>
              <p:nvPr/>
            </p:nvSpPr>
            <p:spPr>
              <a:xfrm>
                <a:off x="1765726" y="6798664"/>
                <a:ext cx="40841" cy="192110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40" name="Google Shape;4040;p25"/>
              <p:cNvSpPr/>
              <p:nvPr/>
            </p:nvSpPr>
            <p:spPr>
              <a:xfrm>
                <a:off x="1758232" y="6805337"/>
                <a:ext cx="10848" cy="152107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41" name="Google Shape;4041;p25"/>
              <p:cNvSpPr/>
              <p:nvPr/>
            </p:nvSpPr>
            <p:spPr>
              <a:xfrm>
                <a:off x="1723225" y="6852423"/>
                <a:ext cx="8761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42" name="Google Shape;4042;p25"/>
              <p:cNvSpPr/>
              <p:nvPr/>
            </p:nvSpPr>
            <p:spPr>
              <a:xfrm>
                <a:off x="1796968" y="6851174"/>
                <a:ext cx="10438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43" name="Google Shape;4043;p25"/>
              <p:cNvSpPr/>
              <p:nvPr/>
            </p:nvSpPr>
            <p:spPr>
              <a:xfrm>
                <a:off x="1041945" y="6697836"/>
                <a:ext cx="9189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44" name="Google Shape;4044;p25"/>
              <p:cNvSpPr/>
              <p:nvPr/>
            </p:nvSpPr>
            <p:spPr>
              <a:xfrm>
                <a:off x="1027778" y="6705758"/>
                <a:ext cx="12525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45" name="Google Shape;4045;p25"/>
              <p:cNvSpPr/>
              <p:nvPr/>
            </p:nvSpPr>
            <p:spPr>
              <a:xfrm>
                <a:off x="1007366" y="6737411"/>
                <a:ext cx="15023" cy="80862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46" name="Google Shape;4046;p25"/>
              <p:cNvSpPr/>
              <p:nvPr/>
            </p:nvSpPr>
            <p:spPr>
              <a:xfrm>
                <a:off x="1054453" y="6729506"/>
                <a:ext cx="12936" cy="8125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47" name="Google Shape;4047;p25"/>
              <p:cNvSpPr/>
              <p:nvPr/>
            </p:nvSpPr>
            <p:spPr>
              <a:xfrm>
                <a:off x="1096543" y="6891177"/>
                <a:ext cx="9171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48" name="Google Shape;4048;p25"/>
              <p:cNvSpPr/>
              <p:nvPr/>
            </p:nvSpPr>
            <p:spPr>
              <a:xfrm>
                <a:off x="1082376" y="6899081"/>
                <a:ext cx="12508" cy="92531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49" name="Google Shape;4049;p25"/>
              <p:cNvSpPr/>
              <p:nvPr/>
            </p:nvSpPr>
            <p:spPr>
              <a:xfrm>
                <a:off x="1109033" y="6923258"/>
                <a:ext cx="12936" cy="80844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50" name="Google Shape;4050;p25"/>
              <p:cNvSpPr/>
              <p:nvPr/>
            </p:nvSpPr>
            <p:spPr>
              <a:xfrm>
                <a:off x="1410303" y="6632407"/>
                <a:ext cx="12936" cy="97937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51" name="Google Shape;4051;p25"/>
              <p:cNvSpPr/>
              <p:nvPr/>
            </p:nvSpPr>
            <p:spPr>
              <a:xfrm>
                <a:off x="1403630" y="6637421"/>
                <a:ext cx="5442" cy="76687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52" name="Google Shape;4052;p25"/>
              <p:cNvSpPr/>
              <p:nvPr/>
            </p:nvSpPr>
            <p:spPr>
              <a:xfrm>
                <a:off x="1424042" y="6659082"/>
                <a:ext cx="6691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53" name="Google Shape;4053;p25"/>
              <p:cNvSpPr/>
              <p:nvPr/>
            </p:nvSpPr>
            <p:spPr>
              <a:xfrm>
                <a:off x="1378633" y="6656174"/>
                <a:ext cx="6263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54" name="Google Shape;4054;p25"/>
              <p:cNvSpPr/>
              <p:nvPr/>
            </p:nvSpPr>
            <p:spPr>
              <a:xfrm>
                <a:off x="211502" y="6943259"/>
                <a:ext cx="9599" cy="99186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55" name="Google Shape;4055;p25"/>
              <p:cNvSpPr/>
              <p:nvPr/>
            </p:nvSpPr>
            <p:spPr>
              <a:xfrm>
                <a:off x="194426" y="6949504"/>
                <a:ext cx="16683" cy="7709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56" name="Google Shape;4056;p25"/>
              <p:cNvSpPr/>
              <p:nvPr/>
            </p:nvSpPr>
            <p:spPr>
              <a:xfrm>
                <a:off x="221511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57" name="Google Shape;4057;p25"/>
              <p:cNvSpPr/>
              <p:nvPr/>
            </p:nvSpPr>
            <p:spPr>
              <a:xfrm>
                <a:off x="168590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58" name="Google Shape;4058;p25"/>
              <p:cNvSpPr/>
              <p:nvPr/>
            </p:nvSpPr>
            <p:spPr>
              <a:xfrm>
                <a:off x="779857" y="7121595"/>
                <a:ext cx="25015" cy="202102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59" name="Google Shape;4059;p25"/>
              <p:cNvSpPr/>
              <p:nvPr/>
            </p:nvSpPr>
            <p:spPr>
              <a:xfrm>
                <a:off x="759034" y="7128679"/>
                <a:ext cx="12097" cy="16044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60" name="Google Shape;4060;p25"/>
              <p:cNvSpPr/>
              <p:nvPr/>
            </p:nvSpPr>
            <p:spPr>
              <a:xfrm>
                <a:off x="807780" y="7177014"/>
                <a:ext cx="15023" cy="141259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61" name="Google Shape;4061;p25"/>
              <p:cNvSpPr/>
              <p:nvPr/>
            </p:nvSpPr>
            <p:spPr>
              <a:xfrm>
                <a:off x="700279" y="7162419"/>
                <a:ext cx="14595" cy="141277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62" name="Google Shape;4062;p25"/>
              <p:cNvSpPr/>
              <p:nvPr/>
            </p:nvSpPr>
            <p:spPr>
              <a:xfrm>
                <a:off x="2108659" y="6598257"/>
                <a:ext cx="37505" cy="12959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63" name="Google Shape;4063;p25"/>
              <p:cNvSpPr/>
              <p:nvPr/>
            </p:nvSpPr>
            <p:spPr>
              <a:xfrm>
                <a:off x="2104073" y="6600327"/>
                <a:ext cx="15006" cy="104182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64" name="Google Shape;4064;p25"/>
              <p:cNvSpPr/>
              <p:nvPr/>
            </p:nvSpPr>
            <p:spPr>
              <a:xfrm>
                <a:off x="2078237" y="6629499"/>
                <a:ext cx="10010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65" name="Google Shape;4065;p25"/>
              <p:cNvSpPr/>
              <p:nvPr/>
            </p:nvSpPr>
            <p:spPr>
              <a:xfrm>
                <a:off x="2129071" y="6634085"/>
                <a:ext cx="12508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66" name="Google Shape;4066;p25"/>
              <p:cNvSpPr/>
              <p:nvPr/>
            </p:nvSpPr>
            <p:spPr>
              <a:xfrm>
                <a:off x="2052401" y="6678673"/>
                <a:ext cx="14185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67" name="Google Shape;4067;p25"/>
              <p:cNvSpPr/>
              <p:nvPr/>
            </p:nvSpPr>
            <p:spPr>
              <a:xfrm>
                <a:off x="1533631" y="6679494"/>
                <a:ext cx="15862" cy="118367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68" name="Google Shape;4068;p25"/>
              <p:cNvSpPr/>
              <p:nvPr/>
            </p:nvSpPr>
            <p:spPr>
              <a:xfrm>
                <a:off x="1525709" y="6685328"/>
                <a:ext cx="5852" cy="92942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69" name="Google Shape;4069;p25"/>
              <p:cNvSpPr/>
              <p:nvPr/>
            </p:nvSpPr>
            <p:spPr>
              <a:xfrm>
                <a:off x="1550296" y="6711575"/>
                <a:ext cx="7530" cy="81701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070" name="Google Shape;4070;p25"/>
              <p:cNvSpPr/>
              <p:nvPr/>
            </p:nvSpPr>
            <p:spPr>
              <a:xfrm>
                <a:off x="1626144" y="6651160"/>
                <a:ext cx="14185" cy="91693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_ONLY_1_1">
    <p:spTree>
      <p:nvGrpSpPr>
        <p:cNvPr id="1" name="Shape 4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0" name="Google Shape;4620;p2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3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4621" name="Google Shape;4621;p27"/>
          <p:cNvGrpSpPr/>
          <p:nvPr/>
        </p:nvGrpSpPr>
        <p:grpSpPr>
          <a:xfrm rot="154389">
            <a:off x="2519821" y="4808919"/>
            <a:ext cx="4067648" cy="723474"/>
            <a:chOff x="2222738" y="1303375"/>
            <a:chExt cx="1965725" cy="349625"/>
          </a:xfrm>
        </p:grpSpPr>
        <p:sp>
          <p:nvSpPr>
            <p:cNvPr id="4622" name="Google Shape;4622;p27"/>
            <p:cNvSpPr/>
            <p:nvPr/>
          </p:nvSpPr>
          <p:spPr>
            <a:xfrm>
              <a:off x="2222738" y="1303375"/>
              <a:ext cx="1907300" cy="333750"/>
            </a:xfrm>
            <a:custGeom>
              <a:avLst/>
              <a:gdLst/>
              <a:ahLst/>
              <a:cxnLst/>
              <a:rect l="l" t="t" r="r" b="b"/>
              <a:pathLst>
                <a:path w="76292" h="13350" extrusionOk="0">
                  <a:moveTo>
                    <a:pt x="71186" y="1"/>
                  </a:moveTo>
                  <a:cubicBezTo>
                    <a:pt x="64079" y="1"/>
                    <a:pt x="52095" y="313"/>
                    <a:pt x="44985" y="771"/>
                  </a:cubicBezTo>
                  <a:cubicBezTo>
                    <a:pt x="36397" y="1317"/>
                    <a:pt x="8778" y="4103"/>
                    <a:pt x="1540" y="4103"/>
                  </a:cubicBezTo>
                  <a:cubicBezTo>
                    <a:pt x="799" y="4103"/>
                    <a:pt x="272" y="4074"/>
                    <a:pt x="0" y="4010"/>
                  </a:cubicBezTo>
                  <a:lnTo>
                    <a:pt x="0" y="4010"/>
                  </a:lnTo>
                  <a:lnTo>
                    <a:pt x="12191" y="13349"/>
                  </a:lnTo>
                  <a:lnTo>
                    <a:pt x="75733" y="13238"/>
                  </a:lnTo>
                  <a:lnTo>
                    <a:pt x="76292" y="110"/>
                  </a:lnTo>
                  <a:cubicBezTo>
                    <a:pt x="75363" y="35"/>
                    <a:pt x="73543" y="1"/>
                    <a:pt x="711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23" name="Google Shape;4623;p27"/>
            <p:cNvSpPr/>
            <p:nvPr/>
          </p:nvSpPr>
          <p:spPr>
            <a:xfrm>
              <a:off x="2538038" y="1383525"/>
              <a:ext cx="1650425" cy="117425"/>
            </a:xfrm>
            <a:custGeom>
              <a:avLst/>
              <a:gdLst/>
              <a:ahLst/>
              <a:cxnLst/>
              <a:rect l="l" t="t" r="r" b="b"/>
              <a:pathLst>
                <a:path w="66017" h="4697" extrusionOk="0">
                  <a:moveTo>
                    <a:pt x="64630" y="0"/>
                  </a:moveTo>
                  <a:cubicBezTo>
                    <a:pt x="50347" y="0"/>
                    <a:pt x="25262" y="1493"/>
                    <a:pt x="0" y="3854"/>
                  </a:cubicBezTo>
                  <a:lnTo>
                    <a:pt x="86" y="4696"/>
                  </a:lnTo>
                  <a:cubicBezTo>
                    <a:pt x="25319" y="2335"/>
                    <a:pt x="50366" y="851"/>
                    <a:pt x="64617" y="851"/>
                  </a:cubicBezTo>
                  <a:cubicBezTo>
                    <a:pt x="65093" y="851"/>
                    <a:pt x="65557" y="853"/>
                    <a:pt x="66008" y="856"/>
                  </a:cubicBezTo>
                  <a:lnTo>
                    <a:pt x="66017" y="5"/>
                  </a:lnTo>
                  <a:cubicBezTo>
                    <a:pt x="65567" y="2"/>
                    <a:pt x="65104" y="0"/>
                    <a:pt x="64630" y="0"/>
                  </a:cubicBezTo>
                  <a:close/>
                </a:path>
              </a:pathLst>
            </a:custGeom>
            <a:solidFill>
              <a:srgbClr val="401E15">
                <a:alpha val="157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24" name="Google Shape;4624;p27"/>
            <p:cNvSpPr/>
            <p:nvPr/>
          </p:nvSpPr>
          <p:spPr>
            <a:xfrm>
              <a:off x="2460713" y="1329600"/>
              <a:ext cx="1706925" cy="124525"/>
            </a:xfrm>
            <a:custGeom>
              <a:avLst/>
              <a:gdLst/>
              <a:ahLst/>
              <a:cxnLst/>
              <a:rect l="l" t="t" r="r" b="b"/>
              <a:pathLst>
                <a:path w="68277" h="4981" extrusionOk="0">
                  <a:moveTo>
                    <a:pt x="64102" y="1"/>
                  </a:moveTo>
                  <a:cubicBezTo>
                    <a:pt x="61312" y="1"/>
                    <a:pt x="57250" y="21"/>
                    <a:pt x="52305" y="100"/>
                  </a:cubicBezTo>
                  <a:cubicBezTo>
                    <a:pt x="45028" y="212"/>
                    <a:pt x="36565" y="891"/>
                    <a:pt x="26771" y="1681"/>
                  </a:cubicBezTo>
                  <a:cubicBezTo>
                    <a:pt x="25611" y="1767"/>
                    <a:pt x="24443" y="1862"/>
                    <a:pt x="23249" y="1956"/>
                  </a:cubicBezTo>
                  <a:cubicBezTo>
                    <a:pt x="18652" y="2326"/>
                    <a:pt x="14047" y="2841"/>
                    <a:pt x="9588" y="3339"/>
                  </a:cubicBezTo>
                  <a:cubicBezTo>
                    <a:pt x="6221" y="3717"/>
                    <a:pt x="3042" y="4070"/>
                    <a:pt x="0" y="4345"/>
                  </a:cubicBezTo>
                  <a:lnTo>
                    <a:pt x="61" y="4980"/>
                  </a:lnTo>
                  <a:cubicBezTo>
                    <a:pt x="3111" y="4705"/>
                    <a:pt x="6298" y="4345"/>
                    <a:pt x="9666" y="3967"/>
                  </a:cubicBezTo>
                  <a:cubicBezTo>
                    <a:pt x="14116" y="3468"/>
                    <a:pt x="18721" y="2961"/>
                    <a:pt x="23300" y="2592"/>
                  </a:cubicBezTo>
                  <a:cubicBezTo>
                    <a:pt x="24495" y="2497"/>
                    <a:pt x="25672" y="2403"/>
                    <a:pt x="26823" y="2308"/>
                  </a:cubicBezTo>
                  <a:cubicBezTo>
                    <a:pt x="36608" y="1527"/>
                    <a:pt x="45062" y="848"/>
                    <a:pt x="52322" y="736"/>
                  </a:cubicBezTo>
                  <a:cubicBezTo>
                    <a:pt x="57259" y="657"/>
                    <a:pt x="61314" y="636"/>
                    <a:pt x="64099" y="636"/>
                  </a:cubicBezTo>
                  <a:cubicBezTo>
                    <a:pt x="66739" y="636"/>
                    <a:pt x="68238" y="655"/>
                    <a:pt x="68268" y="659"/>
                  </a:cubicBezTo>
                  <a:lnTo>
                    <a:pt x="68276" y="23"/>
                  </a:lnTo>
                  <a:cubicBezTo>
                    <a:pt x="68247" y="19"/>
                    <a:pt x="66745" y="1"/>
                    <a:pt x="64102" y="1"/>
                  </a:cubicBezTo>
                  <a:close/>
                </a:path>
              </a:pathLst>
            </a:custGeom>
            <a:solidFill>
              <a:srgbClr val="401E15">
                <a:alpha val="157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25" name="Google Shape;4625;p27"/>
            <p:cNvSpPr/>
            <p:nvPr/>
          </p:nvSpPr>
          <p:spPr>
            <a:xfrm>
              <a:off x="2612563" y="1454750"/>
              <a:ext cx="1564725" cy="108275"/>
            </a:xfrm>
            <a:custGeom>
              <a:avLst/>
              <a:gdLst/>
              <a:ahLst/>
              <a:cxnLst/>
              <a:rect l="l" t="t" r="r" b="b"/>
              <a:pathLst>
                <a:path w="62589" h="4331" extrusionOk="0">
                  <a:moveTo>
                    <a:pt x="62555" y="0"/>
                  </a:moveTo>
                  <a:cubicBezTo>
                    <a:pt x="62288" y="9"/>
                    <a:pt x="34804" y="842"/>
                    <a:pt x="1" y="3273"/>
                  </a:cubicBezTo>
                  <a:lnTo>
                    <a:pt x="78" y="4330"/>
                  </a:lnTo>
                  <a:cubicBezTo>
                    <a:pt x="34856" y="1907"/>
                    <a:pt x="62314" y="1065"/>
                    <a:pt x="62589" y="1057"/>
                  </a:cubicBezTo>
                  <a:lnTo>
                    <a:pt x="62555" y="0"/>
                  </a:lnTo>
                  <a:close/>
                </a:path>
              </a:pathLst>
            </a:custGeom>
            <a:solidFill>
              <a:srgbClr val="401E15">
                <a:alpha val="157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26" name="Google Shape;4626;p27"/>
            <p:cNvSpPr/>
            <p:nvPr/>
          </p:nvSpPr>
          <p:spPr>
            <a:xfrm>
              <a:off x="2644138" y="1536350"/>
              <a:ext cx="1530575" cy="116650"/>
            </a:xfrm>
            <a:custGeom>
              <a:avLst/>
              <a:gdLst/>
              <a:ahLst/>
              <a:cxnLst/>
              <a:rect l="l" t="t" r="r" b="b"/>
              <a:pathLst>
                <a:path w="61223" h="4666" extrusionOk="0">
                  <a:moveTo>
                    <a:pt x="61154" y="1"/>
                  </a:moveTo>
                  <a:cubicBezTo>
                    <a:pt x="60845" y="18"/>
                    <a:pt x="30019" y="1711"/>
                    <a:pt x="1" y="3394"/>
                  </a:cubicBezTo>
                  <a:lnTo>
                    <a:pt x="69" y="4666"/>
                  </a:lnTo>
                  <a:cubicBezTo>
                    <a:pt x="30088" y="2982"/>
                    <a:pt x="60914" y="1290"/>
                    <a:pt x="61223" y="1272"/>
                  </a:cubicBezTo>
                  <a:lnTo>
                    <a:pt x="61154" y="1"/>
                  </a:lnTo>
                  <a:close/>
                </a:path>
              </a:pathLst>
            </a:custGeom>
            <a:solidFill>
              <a:srgbClr val="401E15">
                <a:alpha val="157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627" name="Google Shape;4627;p27"/>
          <p:cNvGrpSpPr/>
          <p:nvPr/>
        </p:nvGrpSpPr>
        <p:grpSpPr>
          <a:xfrm>
            <a:off x="-55133" y="4600124"/>
            <a:ext cx="4443632" cy="1316135"/>
            <a:chOff x="-13849" y="4011750"/>
            <a:chExt cx="3821164" cy="1131770"/>
          </a:xfrm>
        </p:grpSpPr>
        <p:sp>
          <p:nvSpPr>
            <p:cNvPr id="4628" name="Google Shape;4628;p27"/>
            <p:cNvSpPr/>
            <p:nvPr/>
          </p:nvSpPr>
          <p:spPr>
            <a:xfrm>
              <a:off x="5721" y="4011750"/>
              <a:ext cx="3801593" cy="1131770"/>
            </a:xfrm>
            <a:custGeom>
              <a:avLst/>
              <a:gdLst/>
              <a:ahLst/>
              <a:cxnLst/>
              <a:rect l="l" t="t" r="r" b="b"/>
              <a:pathLst>
                <a:path w="66444" h="19781" extrusionOk="0">
                  <a:moveTo>
                    <a:pt x="61" y="0"/>
                  </a:moveTo>
                  <a:lnTo>
                    <a:pt x="1" y="19781"/>
                  </a:lnTo>
                  <a:cubicBezTo>
                    <a:pt x="1" y="19781"/>
                    <a:pt x="29054" y="19749"/>
                    <a:pt x="48541" y="19749"/>
                  </a:cubicBezTo>
                  <a:cubicBezTo>
                    <a:pt x="58285" y="19749"/>
                    <a:pt x="65637" y="19757"/>
                    <a:pt x="65771" y="19781"/>
                  </a:cubicBezTo>
                  <a:cubicBezTo>
                    <a:pt x="65773" y="19781"/>
                    <a:pt x="65774" y="19781"/>
                    <a:pt x="65776" y="19781"/>
                  </a:cubicBezTo>
                  <a:cubicBezTo>
                    <a:pt x="66174" y="19781"/>
                    <a:pt x="66443" y="10853"/>
                    <a:pt x="66443" y="10853"/>
                  </a:cubicBezTo>
                  <a:cubicBezTo>
                    <a:pt x="45881" y="532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4629" name="Google Shape;4629;p27"/>
            <p:cNvGrpSpPr/>
            <p:nvPr/>
          </p:nvGrpSpPr>
          <p:grpSpPr>
            <a:xfrm>
              <a:off x="-13849" y="4011750"/>
              <a:ext cx="3801593" cy="1131760"/>
              <a:chOff x="-13849" y="4011750"/>
              <a:chExt cx="3801593" cy="1131760"/>
            </a:xfrm>
          </p:grpSpPr>
          <p:sp>
            <p:nvSpPr>
              <p:cNvPr id="4630" name="Google Shape;4630;p27"/>
              <p:cNvSpPr/>
              <p:nvPr/>
            </p:nvSpPr>
            <p:spPr>
              <a:xfrm>
                <a:off x="-2349" y="4373857"/>
                <a:ext cx="3790093" cy="374243"/>
              </a:xfrm>
              <a:custGeom>
                <a:avLst/>
                <a:gdLst/>
                <a:ahLst/>
                <a:cxnLst/>
                <a:rect l="l" t="t" r="r" b="b"/>
                <a:pathLst>
                  <a:path w="66243" h="6541" extrusionOk="0">
                    <a:moveTo>
                      <a:pt x="33954" y="1"/>
                    </a:moveTo>
                    <a:cubicBezTo>
                      <a:pt x="32128" y="1"/>
                      <a:pt x="30243" y="21"/>
                      <a:pt x="28307" y="61"/>
                    </a:cubicBezTo>
                    <a:cubicBezTo>
                      <a:pt x="19630" y="261"/>
                      <a:pt x="9429" y="633"/>
                      <a:pt x="0" y="2298"/>
                    </a:cubicBezTo>
                    <a:lnTo>
                      <a:pt x="71" y="6541"/>
                    </a:lnTo>
                    <a:cubicBezTo>
                      <a:pt x="4093" y="5467"/>
                      <a:pt x="14856" y="2990"/>
                      <a:pt x="28949" y="1916"/>
                    </a:cubicBezTo>
                    <a:cubicBezTo>
                      <a:pt x="32680" y="1636"/>
                      <a:pt x="36582" y="1435"/>
                      <a:pt x="40704" y="1435"/>
                    </a:cubicBezTo>
                    <a:cubicBezTo>
                      <a:pt x="47605" y="1435"/>
                      <a:pt x="55118" y="1987"/>
                      <a:pt x="63414" y="3642"/>
                    </a:cubicBezTo>
                    <a:cubicBezTo>
                      <a:pt x="63985" y="3752"/>
                      <a:pt x="65680" y="4906"/>
                      <a:pt x="66222" y="5006"/>
                    </a:cubicBezTo>
                    <a:cubicBezTo>
                      <a:pt x="66232" y="4725"/>
                      <a:pt x="66242" y="4554"/>
                      <a:pt x="66242" y="4524"/>
                    </a:cubicBezTo>
                    <a:cubicBezTo>
                      <a:pt x="66232" y="4524"/>
                      <a:pt x="66222" y="4514"/>
                      <a:pt x="66212" y="4514"/>
                    </a:cubicBezTo>
                    <a:cubicBezTo>
                      <a:pt x="66202" y="4504"/>
                      <a:pt x="66202" y="4504"/>
                      <a:pt x="66202" y="4504"/>
                    </a:cubicBezTo>
                    <a:cubicBezTo>
                      <a:pt x="66192" y="4504"/>
                      <a:pt x="66182" y="4494"/>
                      <a:pt x="66172" y="4494"/>
                    </a:cubicBezTo>
                    <a:cubicBezTo>
                      <a:pt x="66172" y="4494"/>
                      <a:pt x="66172" y="4494"/>
                      <a:pt x="66162" y="4484"/>
                    </a:cubicBezTo>
                    <a:cubicBezTo>
                      <a:pt x="66162" y="4484"/>
                      <a:pt x="66152" y="4484"/>
                      <a:pt x="66142" y="4474"/>
                    </a:cubicBezTo>
                    <a:lnTo>
                      <a:pt x="66132" y="4474"/>
                    </a:lnTo>
                    <a:cubicBezTo>
                      <a:pt x="66122" y="4464"/>
                      <a:pt x="66112" y="4464"/>
                      <a:pt x="66102" y="4464"/>
                    </a:cubicBezTo>
                    <a:cubicBezTo>
                      <a:pt x="66102" y="4454"/>
                      <a:pt x="66102" y="4454"/>
                      <a:pt x="66102" y="4454"/>
                    </a:cubicBezTo>
                    <a:cubicBezTo>
                      <a:pt x="64647" y="3732"/>
                      <a:pt x="63073" y="3060"/>
                      <a:pt x="61407" y="2438"/>
                    </a:cubicBezTo>
                    <a:cubicBezTo>
                      <a:pt x="57024" y="1054"/>
                      <a:pt x="46994" y="1"/>
                      <a:pt x="33954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31" name="Google Shape;4631;p27"/>
              <p:cNvSpPr/>
              <p:nvPr/>
            </p:nvSpPr>
            <p:spPr>
              <a:xfrm>
                <a:off x="-13849" y="4558659"/>
                <a:ext cx="3549619" cy="584852"/>
              </a:xfrm>
              <a:custGeom>
                <a:avLst/>
                <a:gdLst/>
                <a:ahLst/>
                <a:cxnLst/>
                <a:rect l="l" t="t" r="r" b="b"/>
                <a:pathLst>
                  <a:path w="62040" h="10222" extrusionOk="0">
                    <a:moveTo>
                      <a:pt x="49993" y="0"/>
                    </a:moveTo>
                    <a:cubicBezTo>
                      <a:pt x="48458" y="0"/>
                      <a:pt x="46793" y="41"/>
                      <a:pt x="45028" y="121"/>
                    </a:cubicBezTo>
                    <a:cubicBezTo>
                      <a:pt x="31687" y="783"/>
                      <a:pt x="18006" y="1645"/>
                      <a:pt x="11" y="6611"/>
                    </a:cubicBezTo>
                    <a:lnTo>
                      <a:pt x="1" y="10222"/>
                    </a:lnTo>
                    <a:lnTo>
                      <a:pt x="71" y="10222"/>
                    </a:lnTo>
                    <a:cubicBezTo>
                      <a:pt x="1285" y="10222"/>
                      <a:pt x="18557" y="10201"/>
                      <a:pt x="35028" y="10191"/>
                    </a:cubicBezTo>
                    <a:cubicBezTo>
                      <a:pt x="45921" y="7122"/>
                      <a:pt x="62040" y="823"/>
                      <a:pt x="62040" y="823"/>
                    </a:cubicBezTo>
                    <a:cubicBezTo>
                      <a:pt x="62040" y="823"/>
                      <a:pt x="57366" y="0"/>
                      <a:pt x="49993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32" name="Google Shape;4632;p27"/>
              <p:cNvSpPr/>
              <p:nvPr/>
            </p:nvSpPr>
            <p:spPr>
              <a:xfrm>
                <a:off x="-7499" y="4181046"/>
                <a:ext cx="3075535" cy="192872"/>
              </a:xfrm>
              <a:custGeom>
                <a:avLst/>
                <a:gdLst/>
                <a:ahLst/>
                <a:cxnLst/>
                <a:rect l="l" t="t" r="r" b="b"/>
                <a:pathLst>
                  <a:path w="53754" h="3371" extrusionOk="0">
                    <a:moveTo>
                      <a:pt x="16761" y="0"/>
                    </a:moveTo>
                    <a:cubicBezTo>
                      <a:pt x="9569" y="0"/>
                      <a:pt x="3601" y="311"/>
                      <a:pt x="0" y="622"/>
                    </a:cubicBezTo>
                    <a:lnTo>
                      <a:pt x="40" y="2759"/>
                    </a:lnTo>
                    <a:cubicBezTo>
                      <a:pt x="7854" y="1665"/>
                      <a:pt x="15848" y="1294"/>
                      <a:pt x="23171" y="1294"/>
                    </a:cubicBezTo>
                    <a:cubicBezTo>
                      <a:pt x="39340" y="1294"/>
                      <a:pt x="52159" y="3130"/>
                      <a:pt x="52159" y="3130"/>
                    </a:cubicBezTo>
                    <a:lnTo>
                      <a:pt x="53754" y="3371"/>
                    </a:lnTo>
                    <a:cubicBezTo>
                      <a:pt x="52430" y="3020"/>
                      <a:pt x="51076" y="2689"/>
                      <a:pt x="49702" y="2368"/>
                    </a:cubicBezTo>
                    <a:cubicBezTo>
                      <a:pt x="38317" y="552"/>
                      <a:pt x="26431" y="0"/>
                      <a:pt x="16761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33" name="Google Shape;4633;p27"/>
              <p:cNvSpPr/>
              <p:nvPr/>
            </p:nvSpPr>
            <p:spPr>
              <a:xfrm>
                <a:off x="-10931" y="4011750"/>
                <a:ext cx="2320297" cy="202656"/>
              </a:xfrm>
              <a:custGeom>
                <a:avLst/>
                <a:gdLst/>
                <a:ahLst/>
                <a:cxnLst/>
                <a:rect l="l" t="t" r="r" b="b"/>
                <a:pathLst>
                  <a:path w="40554" h="3542" extrusionOk="0">
                    <a:moveTo>
                      <a:pt x="10" y="0"/>
                    </a:moveTo>
                    <a:lnTo>
                      <a:pt x="0" y="1565"/>
                    </a:lnTo>
                    <a:cubicBezTo>
                      <a:pt x="1675" y="1485"/>
                      <a:pt x="3631" y="1455"/>
                      <a:pt x="5778" y="1455"/>
                    </a:cubicBezTo>
                    <a:cubicBezTo>
                      <a:pt x="16089" y="1455"/>
                      <a:pt x="30844" y="2297"/>
                      <a:pt x="40553" y="3541"/>
                    </a:cubicBezTo>
                    <a:cubicBezTo>
                      <a:pt x="21546" y="372"/>
                      <a:pt x="1705" y="30"/>
                      <a:pt x="110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4634" name="Google Shape;4634;p27"/>
          <p:cNvGrpSpPr/>
          <p:nvPr/>
        </p:nvGrpSpPr>
        <p:grpSpPr>
          <a:xfrm>
            <a:off x="1888320" y="4158948"/>
            <a:ext cx="7318608" cy="1849125"/>
            <a:chOff x="1888320" y="3587521"/>
            <a:chExt cx="7318608" cy="1849125"/>
          </a:xfrm>
        </p:grpSpPr>
        <p:sp>
          <p:nvSpPr>
            <p:cNvPr id="4635" name="Google Shape;4635;p27"/>
            <p:cNvSpPr/>
            <p:nvPr/>
          </p:nvSpPr>
          <p:spPr>
            <a:xfrm rot="143046">
              <a:off x="1917384" y="3737863"/>
              <a:ext cx="7260480" cy="1548441"/>
            </a:xfrm>
            <a:custGeom>
              <a:avLst/>
              <a:gdLst/>
              <a:ahLst/>
              <a:cxnLst/>
              <a:rect l="l" t="t" r="r" b="b"/>
              <a:pathLst>
                <a:path w="93506" h="19942" extrusionOk="0">
                  <a:moveTo>
                    <a:pt x="93505" y="1"/>
                  </a:moveTo>
                  <a:cubicBezTo>
                    <a:pt x="93504" y="1"/>
                    <a:pt x="16962" y="15739"/>
                    <a:pt x="1" y="19941"/>
                  </a:cubicBezTo>
                  <a:lnTo>
                    <a:pt x="93375" y="17905"/>
                  </a:lnTo>
                  <a:lnTo>
                    <a:pt x="93505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lt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36" name="Google Shape;4636;p27"/>
            <p:cNvSpPr/>
            <p:nvPr/>
          </p:nvSpPr>
          <p:spPr>
            <a:xfrm rot="143046">
              <a:off x="5997787" y="4442569"/>
              <a:ext cx="3158223" cy="781985"/>
            </a:xfrm>
            <a:custGeom>
              <a:avLst/>
              <a:gdLst/>
              <a:ahLst/>
              <a:cxnLst/>
              <a:rect l="l" t="t" r="r" b="b"/>
              <a:pathLst>
                <a:path w="40674" h="10071" extrusionOk="0">
                  <a:moveTo>
                    <a:pt x="33653" y="10071"/>
                  </a:moveTo>
                  <a:lnTo>
                    <a:pt x="33653" y="10071"/>
                  </a:lnTo>
                  <a:lnTo>
                    <a:pt x="40674" y="9920"/>
                  </a:lnTo>
                  <a:lnTo>
                    <a:pt x="33653" y="10071"/>
                  </a:lnTo>
                  <a:close/>
                  <a:moveTo>
                    <a:pt x="0" y="502"/>
                  </a:moveTo>
                  <a:lnTo>
                    <a:pt x="0" y="502"/>
                  </a:lnTo>
                  <a:cubicBezTo>
                    <a:pt x="803" y="331"/>
                    <a:pt x="1595" y="161"/>
                    <a:pt x="2387" y="0"/>
                  </a:cubicBezTo>
                  <a:cubicBezTo>
                    <a:pt x="1595" y="161"/>
                    <a:pt x="803" y="331"/>
                    <a:pt x="0" y="502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37" name="Google Shape;4637;p27"/>
            <p:cNvSpPr/>
            <p:nvPr/>
          </p:nvSpPr>
          <p:spPr>
            <a:xfrm rot="143046">
              <a:off x="5998047" y="4430090"/>
              <a:ext cx="3158999" cy="794486"/>
            </a:xfrm>
            <a:custGeom>
              <a:avLst/>
              <a:gdLst/>
              <a:ahLst/>
              <a:cxnLst/>
              <a:rect l="l" t="t" r="r" b="b"/>
              <a:pathLst>
                <a:path w="40684" h="10232" extrusionOk="0">
                  <a:moveTo>
                    <a:pt x="3150" y="1"/>
                  </a:moveTo>
                  <a:cubicBezTo>
                    <a:pt x="2899" y="51"/>
                    <a:pt x="2648" y="101"/>
                    <a:pt x="2387" y="161"/>
                  </a:cubicBezTo>
                  <a:cubicBezTo>
                    <a:pt x="1595" y="322"/>
                    <a:pt x="803" y="492"/>
                    <a:pt x="0" y="663"/>
                  </a:cubicBezTo>
                  <a:cubicBezTo>
                    <a:pt x="11716" y="1676"/>
                    <a:pt x="25879" y="6982"/>
                    <a:pt x="33653" y="10232"/>
                  </a:cubicBezTo>
                  <a:lnTo>
                    <a:pt x="40674" y="10081"/>
                  </a:lnTo>
                  <a:lnTo>
                    <a:pt x="40684" y="9409"/>
                  </a:lnTo>
                  <a:cubicBezTo>
                    <a:pt x="38066" y="8286"/>
                    <a:pt x="31947" y="5828"/>
                    <a:pt x="23672" y="3571"/>
                  </a:cubicBezTo>
                  <a:cubicBezTo>
                    <a:pt x="17764" y="1957"/>
                    <a:pt x="10763" y="422"/>
                    <a:pt x="315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38" name="Google Shape;4638;p27"/>
            <p:cNvSpPr/>
            <p:nvPr/>
          </p:nvSpPr>
          <p:spPr>
            <a:xfrm rot="143046">
              <a:off x="6673450" y="4294666"/>
              <a:ext cx="2496280" cy="622420"/>
            </a:xfrm>
            <a:custGeom>
              <a:avLst/>
              <a:gdLst/>
              <a:ahLst/>
              <a:cxnLst/>
              <a:rect l="l" t="t" r="r" b="b"/>
              <a:pathLst>
                <a:path w="32149" h="8016" extrusionOk="0">
                  <a:moveTo>
                    <a:pt x="3792" y="1"/>
                  </a:moveTo>
                  <a:cubicBezTo>
                    <a:pt x="2568" y="252"/>
                    <a:pt x="1334" y="512"/>
                    <a:pt x="80" y="773"/>
                  </a:cubicBezTo>
                  <a:lnTo>
                    <a:pt x="0" y="793"/>
                  </a:lnTo>
                  <a:cubicBezTo>
                    <a:pt x="8035" y="1355"/>
                    <a:pt x="22158" y="3792"/>
                    <a:pt x="32128" y="8015"/>
                  </a:cubicBezTo>
                  <a:lnTo>
                    <a:pt x="32148" y="4805"/>
                  </a:lnTo>
                  <a:cubicBezTo>
                    <a:pt x="27133" y="3592"/>
                    <a:pt x="13572" y="482"/>
                    <a:pt x="3792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39" name="Google Shape;4639;p27"/>
            <p:cNvSpPr/>
            <p:nvPr/>
          </p:nvSpPr>
          <p:spPr>
            <a:xfrm rot="143046">
              <a:off x="5401255" y="4552724"/>
              <a:ext cx="2533706" cy="668387"/>
            </a:xfrm>
            <a:custGeom>
              <a:avLst/>
              <a:gdLst/>
              <a:ahLst/>
              <a:cxnLst/>
              <a:rect l="l" t="t" r="r" b="b"/>
              <a:pathLst>
                <a:path w="32631" h="8608" extrusionOk="0">
                  <a:moveTo>
                    <a:pt x="21205" y="8607"/>
                  </a:moveTo>
                  <a:cubicBezTo>
                    <a:pt x="21205" y="8607"/>
                    <a:pt x="21205" y="8607"/>
                    <a:pt x="21205" y="8607"/>
                  </a:cubicBezTo>
                  <a:lnTo>
                    <a:pt x="32630" y="8356"/>
                  </a:lnTo>
                  <a:lnTo>
                    <a:pt x="32630" y="8356"/>
                  </a:lnTo>
                  <a:lnTo>
                    <a:pt x="21205" y="8607"/>
                  </a:lnTo>
                  <a:close/>
                  <a:moveTo>
                    <a:pt x="1" y="201"/>
                  </a:moveTo>
                  <a:cubicBezTo>
                    <a:pt x="322" y="131"/>
                    <a:pt x="643" y="61"/>
                    <a:pt x="964" y="1"/>
                  </a:cubicBezTo>
                  <a:cubicBezTo>
                    <a:pt x="643" y="61"/>
                    <a:pt x="322" y="131"/>
                    <a:pt x="1" y="20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40" name="Google Shape;4640;p27"/>
            <p:cNvSpPr/>
            <p:nvPr/>
          </p:nvSpPr>
          <p:spPr>
            <a:xfrm rot="143046">
              <a:off x="5301147" y="4535112"/>
              <a:ext cx="2634182" cy="683917"/>
            </a:xfrm>
            <a:custGeom>
              <a:avLst/>
              <a:gdLst/>
              <a:ahLst/>
              <a:cxnLst/>
              <a:rect l="l" t="t" r="r" b="b"/>
              <a:pathLst>
                <a:path w="33925" h="8808" extrusionOk="0">
                  <a:moveTo>
                    <a:pt x="3211" y="0"/>
                  </a:moveTo>
                  <a:cubicBezTo>
                    <a:pt x="2890" y="60"/>
                    <a:pt x="2569" y="131"/>
                    <a:pt x="2258" y="201"/>
                  </a:cubicBezTo>
                  <a:cubicBezTo>
                    <a:pt x="1937" y="261"/>
                    <a:pt x="1616" y="331"/>
                    <a:pt x="1295" y="401"/>
                  </a:cubicBezTo>
                  <a:cubicBezTo>
                    <a:pt x="864" y="492"/>
                    <a:pt x="432" y="582"/>
                    <a:pt x="1" y="672"/>
                  </a:cubicBezTo>
                  <a:cubicBezTo>
                    <a:pt x="10804" y="2759"/>
                    <a:pt x="18337" y="6470"/>
                    <a:pt x="22499" y="8807"/>
                  </a:cubicBezTo>
                  <a:lnTo>
                    <a:pt x="33924" y="8556"/>
                  </a:lnTo>
                  <a:cubicBezTo>
                    <a:pt x="24967" y="3902"/>
                    <a:pt x="12359" y="933"/>
                    <a:pt x="3211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41" name="Google Shape;4641;p27"/>
            <p:cNvSpPr/>
            <p:nvPr/>
          </p:nvSpPr>
          <p:spPr>
            <a:xfrm rot="143046">
              <a:off x="6061508" y="5216857"/>
              <a:ext cx="252431" cy="5513"/>
            </a:xfrm>
            <a:custGeom>
              <a:avLst/>
              <a:gdLst/>
              <a:ahLst/>
              <a:cxnLst/>
              <a:rect l="l" t="t" r="r" b="b"/>
              <a:pathLst>
                <a:path w="3251" h="71" extrusionOk="0">
                  <a:moveTo>
                    <a:pt x="0" y="71"/>
                  </a:moveTo>
                  <a:lnTo>
                    <a:pt x="3250" y="1"/>
                  </a:lnTo>
                  <a:lnTo>
                    <a:pt x="3250" y="1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42" name="Google Shape;4642;p27"/>
            <p:cNvSpPr/>
            <p:nvPr/>
          </p:nvSpPr>
          <p:spPr>
            <a:xfrm rot="143046">
              <a:off x="4636540" y="4632656"/>
              <a:ext cx="1689448" cy="566359"/>
            </a:xfrm>
            <a:custGeom>
              <a:avLst/>
              <a:gdLst/>
              <a:ahLst/>
              <a:cxnLst/>
              <a:rect l="l" t="t" r="r" b="b"/>
              <a:pathLst>
                <a:path w="21758" h="7294" extrusionOk="0">
                  <a:moveTo>
                    <a:pt x="2910" y="1"/>
                  </a:moveTo>
                  <a:cubicBezTo>
                    <a:pt x="1937" y="202"/>
                    <a:pt x="964" y="412"/>
                    <a:pt x="1" y="613"/>
                  </a:cubicBezTo>
                  <a:cubicBezTo>
                    <a:pt x="2709" y="1536"/>
                    <a:pt x="5417" y="2709"/>
                    <a:pt x="7022" y="3381"/>
                  </a:cubicBezTo>
                  <a:cubicBezTo>
                    <a:pt x="12158" y="5528"/>
                    <a:pt x="14134" y="6711"/>
                    <a:pt x="14906" y="7293"/>
                  </a:cubicBezTo>
                  <a:lnTo>
                    <a:pt x="18507" y="7213"/>
                  </a:lnTo>
                  <a:lnTo>
                    <a:pt x="21757" y="7143"/>
                  </a:lnTo>
                  <a:cubicBezTo>
                    <a:pt x="18878" y="4113"/>
                    <a:pt x="9711" y="1335"/>
                    <a:pt x="291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43" name="Google Shape;4643;p27"/>
            <p:cNvSpPr/>
            <p:nvPr/>
          </p:nvSpPr>
          <p:spPr>
            <a:xfrm rot="143046">
              <a:off x="7395956" y="4106506"/>
              <a:ext cx="1791399" cy="352907"/>
            </a:xfrm>
            <a:custGeom>
              <a:avLst/>
              <a:gdLst/>
              <a:ahLst/>
              <a:cxnLst/>
              <a:rect l="l" t="t" r="r" b="b"/>
              <a:pathLst>
                <a:path w="23071" h="4545" extrusionOk="0">
                  <a:moveTo>
                    <a:pt x="9399" y="1"/>
                  </a:moveTo>
                  <a:cubicBezTo>
                    <a:pt x="8666" y="1"/>
                    <a:pt x="7904" y="11"/>
                    <a:pt x="7112" y="31"/>
                  </a:cubicBezTo>
                  <a:cubicBezTo>
                    <a:pt x="4895" y="482"/>
                    <a:pt x="2518" y="984"/>
                    <a:pt x="0" y="1505"/>
                  </a:cubicBezTo>
                  <a:cubicBezTo>
                    <a:pt x="7573" y="1636"/>
                    <a:pt x="18918" y="2990"/>
                    <a:pt x="23040" y="4545"/>
                  </a:cubicBezTo>
                  <a:lnTo>
                    <a:pt x="23060" y="2749"/>
                  </a:lnTo>
                  <a:lnTo>
                    <a:pt x="23070" y="1154"/>
                  </a:lnTo>
                  <a:cubicBezTo>
                    <a:pt x="23060" y="1154"/>
                    <a:pt x="18767" y="1"/>
                    <a:pt x="9399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44" name="Google Shape;4644;p27"/>
            <p:cNvSpPr/>
            <p:nvPr/>
          </p:nvSpPr>
          <p:spPr>
            <a:xfrm rot="143046">
              <a:off x="8460094" y="3874023"/>
              <a:ext cx="743860" cy="153509"/>
            </a:xfrm>
            <a:custGeom>
              <a:avLst/>
              <a:gdLst/>
              <a:ahLst/>
              <a:cxnLst/>
              <a:rect l="l" t="t" r="r" b="b"/>
              <a:pathLst>
                <a:path w="9580" h="1977" extrusionOk="0">
                  <a:moveTo>
                    <a:pt x="9569" y="1"/>
                  </a:moveTo>
                  <a:lnTo>
                    <a:pt x="9569" y="11"/>
                  </a:lnTo>
                  <a:lnTo>
                    <a:pt x="9549" y="11"/>
                  </a:lnTo>
                  <a:cubicBezTo>
                    <a:pt x="9228" y="71"/>
                    <a:pt x="5627" y="813"/>
                    <a:pt x="0" y="1977"/>
                  </a:cubicBezTo>
                  <a:cubicBezTo>
                    <a:pt x="4032" y="1887"/>
                    <a:pt x="7443" y="1846"/>
                    <a:pt x="9569" y="1826"/>
                  </a:cubicBezTo>
                  <a:lnTo>
                    <a:pt x="9579" y="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45" name="Google Shape;4645;p27"/>
            <p:cNvSpPr/>
            <p:nvPr/>
          </p:nvSpPr>
          <p:spPr>
            <a:xfrm rot="143046">
              <a:off x="3990951" y="4756076"/>
              <a:ext cx="1383285" cy="396467"/>
            </a:xfrm>
            <a:custGeom>
              <a:avLst/>
              <a:gdLst/>
              <a:ahLst/>
              <a:cxnLst/>
              <a:rect l="l" t="t" r="r" b="b"/>
              <a:pathLst>
                <a:path w="17815" h="5106" extrusionOk="0">
                  <a:moveTo>
                    <a:pt x="1716" y="0"/>
                  </a:moveTo>
                  <a:cubicBezTo>
                    <a:pt x="1134" y="120"/>
                    <a:pt x="562" y="241"/>
                    <a:pt x="1" y="361"/>
                  </a:cubicBezTo>
                  <a:cubicBezTo>
                    <a:pt x="3190" y="1615"/>
                    <a:pt x="11295" y="5106"/>
                    <a:pt x="11295" y="5106"/>
                  </a:cubicBezTo>
                  <a:lnTo>
                    <a:pt x="17815" y="3912"/>
                  </a:lnTo>
                  <a:cubicBezTo>
                    <a:pt x="17815" y="3912"/>
                    <a:pt x="8627" y="1344"/>
                    <a:pt x="1716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46" name="Google Shape;4646;p27"/>
            <p:cNvSpPr/>
            <p:nvPr/>
          </p:nvSpPr>
          <p:spPr>
            <a:xfrm rot="143046">
              <a:off x="3540962" y="4844831"/>
              <a:ext cx="784314" cy="331088"/>
            </a:xfrm>
            <a:custGeom>
              <a:avLst/>
              <a:gdLst/>
              <a:ahLst/>
              <a:cxnLst/>
              <a:rect l="l" t="t" r="r" b="b"/>
              <a:pathLst>
                <a:path w="10101" h="4264" extrusionOk="0">
                  <a:moveTo>
                    <a:pt x="4534" y="4264"/>
                  </a:moveTo>
                  <a:cubicBezTo>
                    <a:pt x="4534" y="4264"/>
                    <a:pt x="4534" y="4264"/>
                    <a:pt x="4534" y="4264"/>
                  </a:cubicBezTo>
                  <a:lnTo>
                    <a:pt x="10101" y="4143"/>
                  </a:lnTo>
                  <a:lnTo>
                    <a:pt x="4534" y="4264"/>
                  </a:lnTo>
                  <a:close/>
                  <a:moveTo>
                    <a:pt x="0" y="61"/>
                  </a:moveTo>
                  <a:cubicBezTo>
                    <a:pt x="90" y="41"/>
                    <a:pt x="191" y="21"/>
                    <a:pt x="281" y="1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191" y="21"/>
                    <a:pt x="90" y="41"/>
                    <a:pt x="0" y="6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47" name="Google Shape;4647;p27"/>
            <p:cNvSpPr/>
            <p:nvPr/>
          </p:nvSpPr>
          <p:spPr>
            <a:xfrm rot="143046">
              <a:off x="3251978" y="4844116"/>
              <a:ext cx="1328000" cy="331088"/>
            </a:xfrm>
            <a:custGeom>
              <a:avLst/>
              <a:gdLst/>
              <a:ahLst/>
              <a:cxnLst/>
              <a:rect l="l" t="t" r="r" b="b"/>
              <a:pathLst>
                <a:path w="17103" h="4264" extrusionOk="0">
                  <a:moveTo>
                    <a:pt x="4003" y="1"/>
                  </a:moveTo>
                  <a:cubicBezTo>
                    <a:pt x="3913" y="21"/>
                    <a:pt x="3812" y="41"/>
                    <a:pt x="3722" y="61"/>
                  </a:cubicBezTo>
                  <a:cubicBezTo>
                    <a:pt x="2448" y="332"/>
                    <a:pt x="1205" y="603"/>
                    <a:pt x="1" y="873"/>
                  </a:cubicBezTo>
                  <a:cubicBezTo>
                    <a:pt x="1776" y="1545"/>
                    <a:pt x="5648" y="3160"/>
                    <a:pt x="8256" y="4264"/>
                  </a:cubicBezTo>
                  <a:lnTo>
                    <a:pt x="13823" y="4143"/>
                  </a:lnTo>
                  <a:lnTo>
                    <a:pt x="17103" y="4073"/>
                  </a:lnTo>
                  <a:cubicBezTo>
                    <a:pt x="15719" y="3562"/>
                    <a:pt x="9640" y="1335"/>
                    <a:pt x="4003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648" name="Google Shape;4648;p27"/>
          <p:cNvGrpSpPr/>
          <p:nvPr/>
        </p:nvGrpSpPr>
        <p:grpSpPr>
          <a:xfrm flipH="1">
            <a:off x="197230" y="4640507"/>
            <a:ext cx="8901933" cy="1094777"/>
            <a:chOff x="-75995" y="4254507"/>
            <a:chExt cx="8901933" cy="1094777"/>
          </a:xfrm>
        </p:grpSpPr>
        <p:grpSp>
          <p:nvGrpSpPr>
            <p:cNvPr id="4649" name="Google Shape;4649;p27"/>
            <p:cNvGrpSpPr/>
            <p:nvPr/>
          </p:nvGrpSpPr>
          <p:grpSpPr>
            <a:xfrm>
              <a:off x="1847659" y="4405094"/>
              <a:ext cx="5081829" cy="944189"/>
              <a:chOff x="238125" y="2195725"/>
              <a:chExt cx="7120400" cy="1322950"/>
            </a:xfrm>
          </p:grpSpPr>
          <p:sp>
            <p:nvSpPr>
              <p:cNvPr id="4650" name="Google Shape;4650;p27"/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51" name="Google Shape;4651;p27"/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52" name="Google Shape;4652;p27"/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53" name="Google Shape;4653;p27"/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54" name="Google Shape;4654;p27"/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55" name="Google Shape;4655;p27"/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56" name="Google Shape;4656;p27"/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57" name="Google Shape;4657;p27"/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58" name="Google Shape;4658;p27"/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59" name="Google Shape;4659;p27"/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60" name="Google Shape;4660;p27"/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61" name="Google Shape;4661;p27"/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62" name="Google Shape;4662;p27"/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63" name="Google Shape;4663;p27"/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64" name="Google Shape;4664;p27"/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65" name="Google Shape;4665;p27"/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66" name="Google Shape;4666;p27"/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67" name="Google Shape;4667;p27"/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68" name="Google Shape;4668;p27"/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69" name="Google Shape;4669;p27"/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70" name="Google Shape;4670;p27"/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71" name="Google Shape;4671;p27"/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72" name="Google Shape;4672;p27"/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73" name="Google Shape;4673;p27"/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74" name="Google Shape;4674;p27"/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75" name="Google Shape;4675;p27"/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76" name="Google Shape;4676;p27"/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77" name="Google Shape;4677;p27"/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78" name="Google Shape;4678;p27"/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79" name="Google Shape;4679;p27"/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80" name="Google Shape;4680;p27"/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81" name="Google Shape;4681;p27"/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82" name="Google Shape;4682;p27"/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83" name="Google Shape;4683;p27"/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84" name="Google Shape;4684;p27"/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85" name="Google Shape;4685;p27"/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86" name="Google Shape;4686;p27"/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87" name="Google Shape;4687;p27"/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88" name="Google Shape;4688;p27"/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89" name="Google Shape;4689;p27"/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90" name="Google Shape;4690;p27"/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91" name="Google Shape;4691;p27"/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92" name="Google Shape;4692;p27"/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93" name="Google Shape;4693;p27"/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94" name="Google Shape;4694;p27"/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95" name="Google Shape;4695;p27"/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96" name="Google Shape;4696;p27"/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97" name="Google Shape;4697;p27"/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98" name="Google Shape;4698;p27"/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699" name="Google Shape;4699;p27"/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00" name="Google Shape;4700;p27"/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01" name="Google Shape;4701;p27"/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02" name="Google Shape;4702;p27"/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03" name="Google Shape;4703;p27"/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04" name="Google Shape;4704;p27"/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05" name="Google Shape;4705;p27"/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06" name="Google Shape;4706;p27"/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07" name="Google Shape;4707;p27"/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08" name="Google Shape;4708;p27"/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09" name="Google Shape;4709;p27"/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10" name="Google Shape;4710;p27"/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11" name="Google Shape;4711;p27"/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12" name="Google Shape;4712;p27"/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13" name="Google Shape;4713;p27"/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14" name="Google Shape;4714;p27"/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15" name="Google Shape;4715;p27"/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16" name="Google Shape;4716;p27"/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17" name="Google Shape;4717;p27"/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18" name="Google Shape;4718;p27"/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19" name="Google Shape;4719;p27"/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20" name="Google Shape;4720;p27"/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21" name="Google Shape;4721;p27"/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22" name="Google Shape;4722;p27"/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23" name="Google Shape;4723;p27"/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24" name="Google Shape;4724;p27"/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25" name="Google Shape;4725;p27"/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26" name="Google Shape;4726;p27"/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27" name="Google Shape;4727;p27"/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28" name="Google Shape;4728;p27"/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29" name="Google Shape;4729;p27"/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30" name="Google Shape;4730;p27"/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31" name="Google Shape;4731;p27"/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32" name="Google Shape;4732;p27"/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33" name="Google Shape;4733;p27"/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34" name="Google Shape;4734;p27"/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35" name="Google Shape;4735;p27"/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36" name="Google Shape;4736;p27"/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37" name="Google Shape;4737;p27"/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38" name="Google Shape;4738;p27"/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39" name="Google Shape;4739;p27"/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40" name="Google Shape;4740;p27"/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41" name="Google Shape;4741;p27"/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42" name="Google Shape;4742;p27"/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43" name="Google Shape;4743;p27"/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44" name="Google Shape;4744;p27"/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45" name="Google Shape;4745;p27"/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46" name="Google Shape;4746;p27"/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47" name="Google Shape;4747;p27"/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48" name="Google Shape;4748;p27"/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49" name="Google Shape;4749;p27"/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50" name="Google Shape;4750;p27"/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51" name="Google Shape;4751;p27"/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52" name="Google Shape;4752;p27"/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53" name="Google Shape;4753;p27"/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54" name="Google Shape;4754;p27"/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55" name="Google Shape;4755;p27"/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56" name="Google Shape;4756;p27"/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57" name="Google Shape;4757;p27"/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58" name="Google Shape;4758;p27"/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59" name="Google Shape;4759;p27"/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60" name="Google Shape;4760;p27"/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61" name="Google Shape;4761;p27"/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62" name="Google Shape;4762;p27"/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63" name="Google Shape;4763;p27"/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64" name="Google Shape;4764;p27"/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65" name="Google Shape;4765;p27"/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66" name="Google Shape;4766;p27"/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67" name="Google Shape;4767;p27"/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68" name="Google Shape;4768;p27"/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69" name="Google Shape;4769;p27"/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70" name="Google Shape;4770;p27"/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71" name="Google Shape;4771;p27"/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72" name="Google Shape;4772;p27"/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73" name="Google Shape;4773;p27"/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74" name="Google Shape;4774;p27"/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75" name="Google Shape;4775;p27"/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76" name="Google Shape;4776;p27"/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77" name="Google Shape;4777;p27"/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78" name="Google Shape;4778;p27"/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79" name="Google Shape;4779;p27"/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80" name="Google Shape;4780;p27"/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81" name="Google Shape;4781;p27"/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82" name="Google Shape;4782;p27"/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83" name="Google Shape;4783;p27"/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84" name="Google Shape;4784;p27"/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85" name="Google Shape;4785;p27"/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86" name="Google Shape;4786;p27"/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87" name="Google Shape;4787;p27"/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88" name="Google Shape;4788;p27"/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89" name="Google Shape;4789;p27"/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90" name="Google Shape;4790;p27"/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91" name="Google Shape;4791;p27"/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92" name="Google Shape;4792;p27"/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93" name="Google Shape;4793;p27"/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94" name="Google Shape;4794;p27"/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95" name="Google Shape;4795;p27"/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96" name="Google Shape;4796;p27"/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4797" name="Google Shape;4797;p27"/>
            <p:cNvGrpSpPr/>
            <p:nvPr/>
          </p:nvGrpSpPr>
          <p:grpSpPr>
            <a:xfrm>
              <a:off x="3744109" y="4254507"/>
              <a:ext cx="5081829" cy="944189"/>
              <a:chOff x="238125" y="2195725"/>
              <a:chExt cx="7120400" cy="1322950"/>
            </a:xfrm>
          </p:grpSpPr>
          <p:sp>
            <p:nvSpPr>
              <p:cNvPr id="4798" name="Google Shape;4798;p27"/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799" name="Google Shape;4799;p27"/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00" name="Google Shape;4800;p27"/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01" name="Google Shape;4801;p27"/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02" name="Google Shape;4802;p27"/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03" name="Google Shape;4803;p27"/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04" name="Google Shape;4804;p27"/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05" name="Google Shape;4805;p27"/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06" name="Google Shape;4806;p27"/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07" name="Google Shape;4807;p27"/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08" name="Google Shape;4808;p27"/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09" name="Google Shape;4809;p27"/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10" name="Google Shape;4810;p27"/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11" name="Google Shape;4811;p27"/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12" name="Google Shape;4812;p27"/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13" name="Google Shape;4813;p27"/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14" name="Google Shape;4814;p27"/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15" name="Google Shape;4815;p27"/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16" name="Google Shape;4816;p27"/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17" name="Google Shape;4817;p27"/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18" name="Google Shape;4818;p27"/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19" name="Google Shape;4819;p27"/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20" name="Google Shape;4820;p27"/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21" name="Google Shape;4821;p27"/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22" name="Google Shape;4822;p27"/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23" name="Google Shape;4823;p27"/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24" name="Google Shape;4824;p27"/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25" name="Google Shape;4825;p27"/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26" name="Google Shape;4826;p27"/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27" name="Google Shape;4827;p27"/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28" name="Google Shape;4828;p27"/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29" name="Google Shape;4829;p27"/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30" name="Google Shape;4830;p27"/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31" name="Google Shape;4831;p27"/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32" name="Google Shape;4832;p27"/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33" name="Google Shape;4833;p27"/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34" name="Google Shape;4834;p27"/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35" name="Google Shape;4835;p27"/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36" name="Google Shape;4836;p27"/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37" name="Google Shape;4837;p27"/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38" name="Google Shape;4838;p27"/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39" name="Google Shape;4839;p27"/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40" name="Google Shape;4840;p27"/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41" name="Google Shape;4841;p27"/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42" name="Google Shape;4842;p27"/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43" name="Google Shape;4843;p27"/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44" name="Google Shape;4844;p27"/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45" name="Google Shape;4845;p27"/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46" name="Google Shape;4846;p27"/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47" name="Google Shape;4847;p27"/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48" name="Google Shape;4848;p27"/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49" name="Google Shape;4849;p27"/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50" name="Google Shape;4850;p27"/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51" name="Google Shape;4851;p27"/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52" name="Google Shape;4852;p27"/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53" name="Google Shape;4853;p27"/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54" name="Google Shape;4854;p27"/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55" name="Google Shape;4855;p27"/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56" name="Google Shape;4856;p27"/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57" name="Google Shape;4857;p27"/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58" name="Google Shape;4858;p27"/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59" name="Google Shape;4859;p27"/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60" name="Google Shape;4860;p27"/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61" name="Google Shape;4861;p27"/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62" name="Google Shape;4862;p27"/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63" name="Google Shape;4863;p27"/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64" name="Google Shape;4864;p27"/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65" name="Google Shape;4865;p27"/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66" name="Google Shape;4866;p27"/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67" name="Google Shape;4867;p27"/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68" name="Google Shape;4868;p27"/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69" name="Google Shape;4869;p27"/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70" name="Google Shape;4870;p27"/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71" name="Google Shape;4871;p27"/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72" name="Google Shape;4872;p27"/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73" name="Google Shape;4873;p27"/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74" name="Google Shape;4874;p27"/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75" name="Google Shape;4875;p27"/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76" name="Google Shape;4876;p27"/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77" name="Google Shape;4877;p27"/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78" name="Google Shape;4878;p27"/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79" name="Google Shape;4879;p27"/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80" name="Google Shape;4880;p27"/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81" name="Google Shape;4881;p27"/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82" name="Google Shape;4882;p27"/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83" name="Google Shape;4883;p27"/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84" name="Google Shape;4884;p27"/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85" name="Google Shape;4885;p27"/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86" name="Google Shape;4886;p27"/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87" name="Google Shape;4887;p27"/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88" name="Google Shape;4888;p27"/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89" name="Google Shape;4889;p27"/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90" name="Google Shape;4890;p27"/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91" name="Google Shape;4891;p27"/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92" name="Google Shape;4892;p27"/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93" name="Google Shape;4893;p27"/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94" name="Google Shape;4894;p27"/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95" name="Google Shape;4895;p27"/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96" name="Google Shape;4896;p27"/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97" name="Google Shape;4897;p27"/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98" name="Google Shape;4898;p27"/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899" name="Google Shape;4899;p27"/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00" name="Google Shape;4900;p27"/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01" name="Google Shape;4901;p27"/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02" name="Google Shape;4902;p27"/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03" name="Google Shape;4903;p27"/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04" name="Google Shape;4904;p27"/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05" name="Google Shape;4905;p27"/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06" name="Google Shape;4906;p27"/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07" name="Google Shape;4907;p27"/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08" name="Google Shape;4908;p27"/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09" name="Google Shape;4909;p27"/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10" name="Google Shape;4910;p27"/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11" name="Google Shape;4911;p27"/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12" name="Google Shape;4912;p27"/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13" name="Google Shape;4913;p27"/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14" name="Google Shape;4914;p27"/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15" name="Google Shape;4915;p27"/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16" name="Google Shape;4916;p27"/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17" name="Google Shape;4917;p27"/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18" name="Google Shape;4918;p27"/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19" name="Google Shape;4919;p27"/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20" name="Google Shape;4920;p27"/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21" name="Google Shape;4921;p27"/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22" name="Google Shape;4922;p27"/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23" name="Google Shape;4923;p27"/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24" name="Google Shape;4924;p27"/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25" name="Google Shape;4925;p27"/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26" name="Google Shape;4926;p27"/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27" name="Google Shape;4927;p27"/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28" name="Google Shape;4928;p27"/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29" name="Google Shape;4929;p27"/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30" name="Google Shape;4930;p27"/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31" name="Google Shape;4931;p27"/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32" name="Google Shape;4932;p27"/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33" name="Google Shape;4933;p27"/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34" name="Google Shape;4934;p27"/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35" name="Google Shape;4935;p27"/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36" name="Google Shape;4936;p27"/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37" name="Google Shape;4937;p27"/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38" name="Google Shape;4938;p27"/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39" name="Google Shape;4939;p27"/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40" name="Google Shape;4940;p27"/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41" name="Google Shape;4941;p27"/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42" name="Google Shape;4942;p27"/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43" name="Google Shape;4943;p27"/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44" name="Google Shape;4944;p27"/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4945" name="Google Shape;4945;p27"/>
            <p:cNvGrpSpPr/>
            <p:nvPr/>
          </p:nvGrpSpPr>
          <p:grpSpPr>
            <a:xfrm>
              <a:off x="-75995" y="4389444"/>
              <a:ext cx="2222158" cy="795026"/>
              <a:chOff x="-75995" y="6598257"/>
              <a:chExt cx="2222158" cy="795026"/>
            </a:xfrm>
          </p:grpSpPr>
          <p:sp>
            <p:nvSpPr>
              <p:cNvPr id="4946" name="Google Shape;4946;p27"/>
              <p:cNvSpPr/>
              <p:nvPr/>
            </p:nvSpPr>
            <p:spPr>
              <a:xfrm>
                <a:off x="1214464" y="6650750"/>
                <a:ext cx="19181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47" name="Google Shape;4947;p27"/>
              <p:cNvSpPr/>
              <p:nvPr/>
            </p:nvSpPr>
            <p:spPr>
              <a:xfrm>
                <a:off x="1239462" y="6656584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48" name="Google Shape;4948;p27"/>
              <p:cNvSpPr/>
              <p:nvPr/>
            </p:nvSpPr>
            <p:spPr>
              <a:xfrm>
                <a:off x="1258624" y="6720335"/>
                <a:ext cx="21268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49" name="Google Shape;4949;p27"/>
              <p:cNvSpPr/>
              <p:nvPr/>
            </p:nvSpPr>
            <p:spPr>
              <a:xfrm>
                <a:off x="1919064" y="6865341"/>
                <a:ext cx="18770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50" name="Google Shape;4950;p27"/>
              <p:cNvSpPr/>
              <p:nvPr/>
            </p:nvSpPr>
            <p:spPr>
              <a:xfrm>
                <a:off x="1944062" y="6871176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51" name="Google Shape;4951;p27"/>
              <p:cNvSpPr/>
              <p:nvPr/>
            </p:nvSpPr>
            <p:spPr>
              <a:xfrm>
                <a:off x="1962814" y="6934927"/>
                <a:ext cx="21679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52" name="Google Shape;4952;p27"/>
              <p:cNvSpPr/>
              <p:nvPr/>
            </p:nvSpPr>
            <p:spPr>
              <a:xfrm>
                <a:off x="1801554" y="6659492"/>
                <a:ext cx="15434" cy="121686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53" name="Google Shape;4953;p27"/>
              <p:cNvSpPr/>
              <p:nvPr/>
            </p:nvSpPr>
            <p:spPr>
              <a:xfrm>
                <a:off x="1820734" y="6663668"/>
                <a:ext cx="28352" cy="86268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54" name="Google Shape;4954;p27"/>
              <p:cNvSpPr/>
              <p:nvPr/>
            </p:nvSpPr>
            <p:spPr>
              <a:xfrm>
                <a:off x="1834901" y="6712413"/>
                <a:ext cx="17093" cy="70442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55" name="Google Shape;4955;p27"/>
              <p:cNvSpPr/>
              <p:nvPr/>
            </p:nvSpPr>
            <p:spPr>
              <a:xfrm>
                <a:off x="2121987" y="6885343"/>
                <a:ext cx="16683" cy="70014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56" name="Google Shape;4956;p27"/>
              <p:cNvSpPr/>
              <p:nvPr/>
            </p:nvSpPr>
            <p:spPr>
              <a:xfrm>
                <a:off x="208183" y="6744922"/>
                <a:ext cx="15006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57" name="Google Shape;4957;p27"/>
              <p:cNvSpPr/>
              <p:nvPr/>
            </p:nvSpPr>
            <p:spPr>
              <a:xfrm>
                <a:off x="231503" y="6752006"/>
                <a:ext cx="10027" cy="95440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58" name="Google Shape;4958;p27"/>
              <p:cNvSpPr/>
              <p:nvPr/>
            </p:nvSpPr>
            <p:spPr>
              <a:xfrm>
                <a:off x="250684" y="6795327"/>
                <a:ext cx="16683" cy="74189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59" name="Google Shape;4959;p27"/>
              <p:cNvSpPr/>
              <p:nvPr/>
            </p:nvSpPr>
            <p:spPr>
              <a:xfrm>
                <a:off x="-75995" y="6897422"/>
                <a:ext cx="39182" cy="124184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60" name="Google Shape;4960;p27"/>
              <p:cNvSpPr/>
              <p:nvPr/>
            </p:nvSpPr>
            <p:spPr>
              <a:xfrm>
                <a:off x="29008" y="6929503"/>
                <a:ext cx="15844" cy="8336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61" name="Google Shape;4961;p27"/>
              <p:cNvSpPr/>
              <p:nvPr/>
            </p:nvSpPr>
            <p:spPr>
              <a:xfrm>
                <a:off x="239015" y="6796576"/>
                <a:ext cx="15844" cy="8295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62" name="Google Shape;4962;p27"/>
              <p:cNvSpPr/>
              <p:nvPr/>
            </p:nvSpPr>
            <p:spPr>
              <a:xfrm>
                <a:off x="-14741" y="6941582"/>
                <a:ext cx="3765" cy="75866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63" name="Google Shape;4963;p27"/>
              <p:cNvSpPr/>
              <p:nvPr/>
            </p:nvSpPr>
            <p:spPr>
              <a:xfrm>
                <a:off x="-32673" y="6892837"/>
                <a:ext cx="18360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64" name="Google Shape;4964;p27"/>
              <p:cNvSpPr/>
              <p:nvPr/>
            </p:nvSpPr>
            <p:spPr>
              <a:xfrm>
                <a:off x="-9335" y="6896173"/>
                <a:ext cx="26692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65" name="Google Shape;4965;p27"/>
              <p:cNvSpPr/>
              <p:nvPr/>
            </p:nvSpPr>
            <p:spPr>
              <a:xfrm>
                <a:off x="7758" y="6947845"/>
                <a:ext cx="14595" cy="7501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66" name="Google Shape;4966;p27"/>
              <p:cNvSpPr/>
              <p:nvPr/>
            </p:nvSpPr>
            <p:spPr>
              <a:xfrm>
                <a:off x="491094" y="7054507"/>
                <a:ext cx="44606" cy="262106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67" name="Google Shape;4967;p27"/>
              <p:cNvSpPr/>
              <p:nvPr/>
            </p:nvSpPr>
            <p:spPr>
              <a:xfrm>
                <a:off x="625269" y="7119918"/>
                <a:ext cx="27103" cy="176694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68" name="Google Shape;4968;p27"/>
              <p:cNvSpPr/>
              <p:nvPr/>
            </p:nvSpPr>
            <p:spPr>
              <a:xfrm>
                <a:off x="568601" y="7145754"/>
                <a:ext cx="6263" cy="161689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69" name="Google Shape;4969;p27"/>
              <p:cNvSpPr/>
              <p:nvPr/>
            </p:nvSpPr>
            <p:spPr>
              <a:xfrm>
                <a:off x="550277" y="7043677"/>
                <a:ext cx="16683" cy="27334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70" name="Google Shape;4970;p27"/>
              <p:cNvSpPr/>
              <p:nvPr/>
            </p:nvSpPr>
            <p:spPr>
              <a:xfrm>
                <a:off x="575685" y="7049512"/>
                <a:ext cx="42108" cy="196268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71" name="Google Shape;4971;p27"/>
              <p:cNvSpPr/>
              <p:nvPr/>
            </p:nvSpPr>
            <p:spPr>
              <a:xfrm>
                <a:off x="596525" y="7158672"/>
                <a:ext cx="24177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72" name="Google Shape;4972;p27"/>
              <p:cNvSpPr/>
              <p:nvPr/>
            </p:nvSpPr>
            <p:spPr>
              <a:xfrm>
                <a:off x="661115" y="6730755"/>
                <a:ext cx="40431" cy="117939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73" name="Google Shape;4973;p27"/>
              <p:cNvSpPr/>
              <p:nvPr/>
            </p:nvSpPr>
            <p:spPr>
              <a:xfrm>
                <a:off x="697353" y="6743245"/>
                <a:ext cx="21696" cy="71691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74" name="Google Shape;4974;p27"/>
              <p:cNvSpPr/>
              <p:nvPr/>
            </p:nvSpPr>
            <p:spPr>
              <a:xfrm>
                <a:off x="620273" y="6731576"/>
                <a:ext cx="18342" cy="107519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75" name="Google Shape;4975;p27"/>
              <p:cNvSpPr/>
              <p:nvPr/>
            </p:nvSpPr>
            <p:spPr>
              <a:xfrm>
                <a:off x="723599" y="6882006"/>
                <a:ext cx="20019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76" name="Google Shape;4976;p27"/>
              <p:cNvSpPr/>
              <p:nvPr/>
            </p:nvSpPr>
            <p:spPr>
              <a:xfrm>
                <a:off x="751523" y="6961584"/>
                <a:ext cx="751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77" name="Google Shape;4977;p27"/>
              <p:cNvSpPr/>
              <p:nvPr/>
            </p:nvSpPr>
            <p:spPr>
              <a:xfrm>
                <a:off x="598612" y="6888661"/>
                <a:ext cx="24177" cy="15378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78" name="Google Shape;4978;p27"/>
              <p:cNvSpPr/>
              <p:nvPr/>
            </p:nvSpPr>
            <p:spPr>
              <a:xfrm>
                <a:off x="552347" y="6936997"/>
                <a:ext cx="10438" cy="52118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79" name="Google Shape;4979;p27"/>
              <p:cNvSpPr/>
              <p:nvPr/>
            </p:nvSpPr>
            <p:spPr>
              <a:xfrm>
                <a:off x="494020" y="6916585"/>
                <a:ext cx="11259" cy="65446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80" name="Google Shape;4980;p27"/>
              <p:cNvSpPr/>
              <p:nvPr/>
            </p:nvSpPr>
            <p:spPr>
              <a:xfrm>
                <a:off x="349014" y="6838256"/>
                <a:ext cx="17932" cy="105842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81" name="Google Shape;4981;p27"/>
              <p:cNvSpPr/>
              <p:nvPr/>
            </p:nvSpPr>
            <p:spPr>
              <a:xfrm>
                <a:off x="386519" y="6892426"/>
                <a:ext cx="15006" cy="74171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82" name="Google Shape;4982;p27"/>
              <p:cNvSpPr/>
              <p:nvPr/>
            </p:nvSpPr>
            <p:spPr>
              <a:xfrm>
                <a:off x="332349" y="6873246"/>
                <a:ext cx="18770" cy="95029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83" name="Google Shape;4983;p27"/>
              <p:cNvSpPr/>
              <p:nvPr/>
            </p:nvSpPr>
            <p:spPr>
              <a:xfrm>
                <a:off x="1145699" y="6924917"/>
                <a:ext cx="82111" cy="468366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84" name="Google Shape;4984;p27"/>
              <p:cNvSpPr/>
              <p:nvPr/>
            </p:nvSpPr>
            <p:spPr>
              <a:xfrm>
                <a:off x="1132781" y="6941582"/>
                <a:ext cx="24605" cy="37128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85" name="Google Shape;4985;p27"/>
              <p:cNvSpPr/>
              <p:nvPr/>
            </p:nvSpPr>
            <p:spPr>
              <a:xfrm>
                <a:off x="1071528" y="7058254"/>
                <a:ext cx="14613" cy="327107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86" name="Google Shape;4986;p27"/>
              <p:cNvSpPr/>
              <p:nvPr/>
            </p:nvSpPr>
            <p:spPr>
              <a:xfrm>
                <a:off x="1321965" y="6953251"/>
                <a:ext cx="32099" cy="356689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87" name="Google Shape;4987;p27"/>
              <p:cNvSpPr/>
              <p:nvPr/>
            </p:nvSpPr>
            <p:spPr>
              <a:xfrm>
                <a:off x="1300287" y="6971593"/>
                <a:ext cx="20019" cy="27918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88" name="Google Shape;4988;p27"/>
              <p:cNvSpPr/>
              <p:nvPr/>
            </p:nvSpPr>
            <p:spPr>
              <a:xfrm>
                <a:off x="1629891" y="6847427"/>
                <a:ext cx="40021" cy="473772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89" name="Google Shape;4989;p27"/>
              <p:cNvSpPr/>
              <p:nvPr/>
            </p:nvSpPr>
            <p:spPr>
              <a:xfrm>
                <a:off x="1599059" y="6871586"/>
                <a:ext cx="24587" cy="371267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90" name="Google Shape;4990;p27"/>
              <p:cNvSpPr/>
              <p:nvPr/>
            </p:nvSpPr>
            <p:spPr>
              <a:xfrm>
                <a:off x="1530294" y="6996180"/>
                <a:ext cx="44196" cy="325429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91" name="Google Shape;4991;p27"/>
              <p:cNvSpPr/>
              <p:nvPr/>
            </p:nvSpPr>
            <p:spPr>
              <a:xfrm>
                <a:off x="906949" y="6758251"/>
                <a:ext cx="34186" cy="163348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92" name="Google Shape;4992;p27"/>
              <p:cNvSpPr/>
              <p:nvPr/>
            </p:nvSpPr>
            <p:spPr>
              <a:xfrm>
                <a:off x="927360" y="6816167"/>
                <a:ext cx="25854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93" name="Google Shape;4993;p27"/>
              <p:cNvSpPr/>
              <p:nvPr/>
            </p:nvSpPr>
            <p:spPr>
              <a:xfrm>
                <a:off x="865697" y="6790331"/>
                <a:ext cx="10848" cy="163776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94" name="Google Shape;4994;p27"/>
              <p:cNvSpPr/>
              <p:nvPr/>
            </p:nvSpPr>
            <p:spPr>
              <a:xfrm>
                <a:off x="1765726" y="6798664"/>
                <a:ext cx="40841" cy="192110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95" name="Google Shape;4995;p27"/>
              <p:cNvSpPr/>
              <p:nvPr/>
            </p:nvSpPr>
            <p:spPr>
              <a:xfrm>
                <a:off x="1758232" y="6805337"/>
                <a:ext cx="10848" cy="152107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96" name="Google Shape;4996;p27"/>
              <p:cNvSpPr/>
              <p:nvPr/>
            </p:nvSpPr>
            <p:spPr>
              <a:xfrm>
                <a:off x="1723225" y="6852423"/>
                <a:ext cx="8761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97" name="Google Shape;4997;p27"/>
              <p:cNvSpPr/>
              <p:nvPr/>
            </p:nvSpPr>
            <p:spPr>
              <a:xfrm>
                <a:off x="1796968" y="6851174"/>
                <a:ext cx="10438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98" name="Google Shape;4998;p27"/>
              <p:cNvSpPr/>
              <p:nvPr/>
            </p:nvSpPr>
            <p:spPr>
              <a:xfrm>
                <a:off x="1041945" y="6697836"/>
                <a:ext cx="9189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4999" name="Google Shape;4999;p27"/>
              <p:cNvSpPr/>
              <p:nvPr/>
            </p:nvSpPr>
            <p:spPr>
              <a:xfrm>
                <a:off x="1027778" y="6705758"/>
                <a:ext cx="12525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00" name="Google Shape;5000;p27"/>
              <p:cNvSpPr/>
              <p:nvPr/>
            </p:nvSpPr>
            <p:spPr>
              <a:xfrm>
                <a:off x="1007366" y="6737411"/>
                <a:ext cx="15023" cy="80862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01" name="Google Shape;5001;p27"/>
              <p:cNvSpPr/>
              <p:nvPr/>
            </p:nvSpPr>
            <p:spPr>
              <a:xfrm>
                <a:off x="1054453" y="6729506"/>
                <a:ext cx="12936" cy="8125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02" name="Google Shape;5002;p27"/>
              <p:cNvSpPr/>
              <p:nvPr/>
            </p:nvSpPr>
            <p:spPr>
              <a:xfrm>
                <a:off x="1096543" y="6891177"/>
                <a:ext cx="9171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03" name="Google Shape;5003;p27"/>
              <p:cNvSpPr/>
              <p:nvPr/>
            </p:nvSpPr>
            <p:spPr>
              <a:xfrm>
                <a:off x="1082376" y="6899081"/>
                <a:ext cx="12508" cy="92531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04" name="Google Shape;5004;p27"/>
              <p:cNvSpPr/>
              <p:nvPr/>
            </p:nvSpPr>
            <p:spPr>
              <a:xfrm>
                <a:off x="1109033" y="6923258"/>
                <a:ext cx="12936" cy="80844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05" name="Google Shape;5005;p27"/>
              <p:cNvSpPr/>
              <p:nvPr/>
            </p:nvSpPr>
            <p:spPr>
              <a:xfrm>
                <a:off x="1410303" y="6632407"/>
                <a:ext cx="12936" cy="97937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06" name="Google Shape;5006;p27"/>
              <p:cNvSpPr/>
              <p:nvPr/>
            </p:nvSpPr>
            <p:spPr>
              <a:xfrm>
                <a:off x="1403630" y="6637421"/>
                <a:ext cx="5442" cy="76687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07" name="Google Shape;5007;p27"/>
              <p:cNvSpPr/>
              <p:nvPr/>
            </p:nvSpPr>
            <p:spPr>
              <a:xfrm>
                <a:off x="1424042" y="6659082"/>
                <a:ext cx="6691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08" name="Google Shape;5008;p27"/>
              <p:cNvSpPr/>
              <p:nvPr/>
            </p:nvSpPr>
            <p:spPr>
              <a:xfrm>
                <a:off x="1378633" y="6656174"/>
                <a:ext cx="6263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09" name="Google Shape;5009;p27"/>
              <p:cNvSpPr/>
              <p:nvPr/>
            </p:nvSpPr>
            <p:spPr>
              <a:xfrm>
                <a:off x="211502" y="6943259"/>
                <a:ext cx="9599" cy="99186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10" name="Google Shape;5010;p27"/>
              <p:cNvSpPr/>
              <p:nvPr/>
            </p:nvSpPr>
            <p:spPr>
              <a:xfrm>
                <a:off x="194426" y="6949504"/>
                <a:ext cx="16683" cy="7709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11" name="Google Shape;5011;p27"/>
              <p:cNvSpPr/>
              <p:nvPr/>
            </p:nvSpPr>
            <p:spPr>
              <a:xfrm>
                <a:off x="221511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12" name="Google Shape;5012;p27"/>
              <p:cNvSpPr/>
              <p:nvPr/>
            </p:nvSpPr>
            <p:spPr>
              <a:xfrm>
                <a:off x="168590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13" name="Google Shape;5013;p27"/>
              <p:cNvSpPr/>
              <p:nvPr/>
            </p:nvSpPr>
            <p:spPr>
              <a:xfrm>
                <a:off x="779857" y="7121595"/>
                <a:ext cx="25015" cy="202102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14" name="Google Shape;5014;p27"/>
              <p:cNvSpPr/>
              <p:nvPr/>
            </p:nvSpPr>
            <p:spPr>
              <a:xfrm>
                <a:off x="759034" y="7128679"/>
                <a:ext cx="12097" cy="16044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15" name="Google Shape;5015;p27"/>
              <p:cNvSpPr/>
              <p:nvPr/>
            </p:nvSpPr>
            <p:spPr>
              <a:xfrm>
                <a:off x="807780" y="7177014"/>
                <a:ext cx="15023" cy="141259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16" name="Google Shape;5016;p27"/>
              <p:cNvSpPr/>
              <p:nvPr/>
            </p:nvSpPr>
            <p:spPr>
              <a:xfrm>
                <a:off x="700279" y="7162419"/>
                <a:ext cx="14595" cy="141277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17" name="Google Shape;5017;p27"/>
              <p:cNvSpPr/>
              <p:nvPr/>
            </p:nvSpPr>
            <p:spPr>
              <a:xfrm>
                <a:off x="2108659" y="6598257"/>
                <a:ext cx="37505" cy="12959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18" name="Google Shape;5018;p27"/>
              <p:cNvSpPr/>
              <p:nvPr/>
            </p:nvSpPr>
            <p:spPr>
              <a:xfrm>
                <a:off x="2104073" y="6600327"/>
                <a:ext cx="15006" cy="104182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19" name="Google Shape;5019;p27"/>
              <p:cNvSpPr/>
              <p:nvPr/>
            </p:nvSpPr>
            <p:spPr>
              <a:xfrm>
                <a:off x="2078237" y="6629499"/>
                <a:ext cx="10010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20" name="Google Shape;5020;p27"/>
              <p:cNvSpPr/>
              <p:nvPr/>
            </p:nvSpPr>
            <p:spPr>
              <a:xfrm>
                <a:off x="2129071" y="6634085"/>
                <a:ext cx="12508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21" name="Google Shape;5021;p27"/>
              <p:cNvSpPr/>
              <p:nvPr/>
            </p:nvSpPr>
            <p:spPr>
              <a:xfrm>
                <a:off x="2052401" y="6678673"/>
                <a:ext cx="14185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22" name="Google Shape;5022;p27"/>
              <p:cNvSpPr/>
              <p:nvPr/>
            </p:nvSpPr>
            <p:spPr>
              <a:xfrm>
                <a:off x="1533631" y="6679494"/>
                <a:ext cx="15862" cy="118367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23" name="Google Shape;5023;p27"/>
              <p:cNvSpPr/>
              <p:nvPr/>
            </p:nvSpPr>
            <p:spPr>
              <a:xfrm>
                <a:off x="1525709" y="6685328"/>
                <a:ext cx="5852" cy="92942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24" name="Google Shape;5024;p27"/>
              <p:cNvSpPr/>
              <p:nvPr/>
            </p:nvSpPr>
            <p:spPr>
              <a:xfrm>
                <a:off x="1550296" y="6711575"/>
                <a:ext cx="7530" cy="81701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25" name="Google Shape;5025;p27"/>
              <p:cNvSpPr/>
              <p:nvPr/>
            </p:nvSpPr>
            <p:spPr>
              <a:xfrm>
                <a:off x="1626144" y="6651160"/>
                <a:ext cx="14185" cy="91693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CUSTOM_1_1_1_1_1">
    <p:spTree>
      <p:nvGrpSpPr>
        <p:cNvPr id="1" name="Shape 6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96" name="Google Shape;6696;p34"/>
          <p:cNvGrpSpPr/>
          <p:nvPr/>
        </p:nvGrpSpPr>
        <p:grpSpPr>
          <a:xfrm>
            <a:off x="-320148" y="3628650"/>
            <a:ext cx="4138865" cy="1588333"/>
            <a:chOff x="-111323" y="734400"/>
            <a:chExt cx="4138865" cy="1588333"/>
          </a:xfrm>
        </p:grpSpPr>
        <p:sp>
          <p:nvSpPr>
            <p:cNvPr id="6697" name="Google Shape;6697;p34"/>
            <p:cNvSpPr/>
            <p:nvPr/>
          </p:nvSpPr>
          <p:spPr>
            <a:xfrm>
              <a:off x="328393" y="1724964"/>
              <a:ext cx="169640" cy="76574"/>
            </a:xfrm>
            <a:custGeom>
              <a:avLst/>
              <a:gdLst/>
              <a:ahLst/>
              <a:cxnLst/>
              <a:rect l="l" t="t" r="r" b="b"/>
              <a:pathLst>
                <a:path w="2047" h="924" extrusionOk="0">
                  <a:moveTo>
                    <a:pt x="40" y="0"/>
                  </a:moveTo>
                  <a:lnTo>
                    <a:pt x="0" y="10"/>
                  </a:lnTo>
                  <a:cubicBezTo>
                    <a:pt x="171" y="111"/>
                    <a:pt x="341" y="221"/>
                    <a:pt x="522" y="311"/>
                  </a:cubicBezTo>
                  <a:cubicBezTo>
                    <a:pt x="933" y="542"/>
                    <a:pt x="1374" y="743"/>
                    <a:pt x="1826" y="923"/>
                  </a:cubicBezTo>
                  <a:cubicBezTo>
                    <a:pt x="1906" y="873"/>
                    <a:pt x="1976" y="823"/>
                    <a:pt x="2046" y="763"/>
                  </a:cubicBezTo>
                  <a:cubicBezTo>
                    <a:pt x="1384" y="512"/>
                    <a:pt x="712" y="251"/>
                    <a:pt x="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98" name="Google Shape;6698;p34"/>
            <p:cNvSpPr/>
            <p:nvPr/>
          </p:nvSpPr>
          <p:spPr>
            <a:xfrm>
              <a:off x="331708" y="1503200"/>
              <a:ext cx="895354" cy="284999"/>
            </a:xfrm>
            <a:custGeom>
              <a:avLst/>
              <a:gdLst/>
              <a:ahLst/>
              <a:cxnLst/>
              <a:rect l="l" t="t" r="r" b="b"/>
              <a:pathLst>
                <a:path w="10804" h="3439" extrusionOk="0">
                  <a:moveTo>
                    <a:pt x="10380" y="0"/>
                  </a:moveTo>
                  <a:cubicBezTo>
                    <a:pt x="10188" y="0"/>
                    <a:pt x="9986" y="48"/>
                    <a:pt x="9800" y="99"/>
                  </a:cubicBezTo>
                  <a:cubicBezTo>
                    <a:pt x="6530" y="961"/>
                    <a:pt x="3270" y="1814"/>
                    <a:pt x="0" y="2676"/>
                  </a:cubicBezTo>
                  <a:cubicBezTo>
                    <a:pt x="672" y="2927"/>
                    <a:pt x="1344" y="3188"/>
                    <a:pt x="2006" y="3439"/>
                  </a:cubicBezTo>
                  <a:lnTo>
                    <a:pt x="2016" y="3429"/>
                  </a:lnTo>
                  <a:cubicBezTo>
                    <a:pt x="2498" y="2977"/>
                    <a:pt x="3320" y="2877"/>
                    <a:pt x="3952" y="2626"/>
                  </a:cubicBezTo>
                  <a:cubicBezTo>
                    <a:pt x="6229" y="1724"/>
                    <a:pt x="8426" y="751"/>
                    <a:pt x="10803" y="109"/>
                  </a:cubicBezTo>
                  <a:cubicBezTo>
                    <a:pt x="10676" y="29"/>
                    <a:pt x="10531" y="0"/>
                    <a:pt x="103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99" name="Google Shape;6699;p34"/>
            <p:cNvSpPr/>
            <p:nvPr/>
          </p:nvSpPr>
          <p:spPr>
            <a:xfrm>
              <a:off x="67348" y="852161"/>
              <a:ext cx="653450" cy="297678"/>
            </a:xfrm>
            <a:custGeom>
              <a:avLst/>
              <a:gdLst/>
              <a:ahLst/>
              <a:cxnLst/>
              <a:rect l="l" t="t" r="r" b="b"/>
              <a:pathLst>
                <a:path w="7885" h="3592" extrusionOk="0">
                  <a:moveTo>
                    <a:pt x="6589" y="0"/>
                  </a:moveTo>
                  <a:cubicBezTo>
                    <a:pt x="6253" y="0"/>
                    <a:pt x="5295" y="296"/>
                    <a:pt x="4314" y="592"/>
                  </a:cubicBezTo>
                  <a:cubicBezTo>
                    <a:pt x="3325" y="891"/>
                    <a:pt x="2310" y="1189"/>
                    <a:pt x="1858" y="1189"/>
                  </a:cubicBezTo>
                  <a:cubicBezTo>
                    <a:pt x="1824" y="1189"/>
                    <a:pt x="1793" y="1188"/>
                    <a:pt x="1766" y="1184"/>
                  </a:cubicBezTo>
                  <a:cubicBezTo>
                    <a:pt x="1164" y="1435"/>
                    <a:pt x="572" y="1706"/>
                    <a:pt x="1" y="1986"/>
                  </a:cubicBezTo>
                  <a:cubicBezTo>
                    <a:pt x="612" y="2247"/>
                    <a:pt x="1806" y="2769"/>
                    <a:pt x="2318" y="2869"/>
                  </a:cubicBezTo>
                  <a:cubicBezTo>
                    <a:pt x="2498" y="2909"/>
                    <a:pt x="2689" y="2939"/>
                    <a:pt x="2839" y="3050"/>
                  </a:cubicBezTo>
                  <a:cubicBezTo>
                    <a:pt x="2950" y="3130"/>
                    <a:pt x="3040" y="3250"/>
                    <a:pt x="3150" y="3331"/>
                  </a:cubicBezTo>
                  <a:cubicBezTo>
                    <a:pt x="3369" y="3500"/>
                    <a:pt x="4195" y="3592"/>
                    <a:pt x="4830" y="3592"/>
                  </a:cubicBezTo>
                  <a:cubicBezTo>
                    <a:pt x="5361" y="3592"/>
                    <a:pt x="5758" y="3528"/>
                    <a:pt x="5557" y="3391"/>
                  </a:cubicBezTo>
                  <a:cubicBezTo>
                    <a:pt x="5216" y="3160"/>
                    <a:pt x="2318" y="2869"/>
                    <a:pt x="5608" y="2227"/>
                  </a:cubicBezTo>
                  <a:cubicBezTo>
                    <a:pt x="6009" y="2147"/>
                    <a:pt x="6300" y="1786"/>
                    <a:pt x="6962" y="1665"/>
                  </a:cubicBezTo>
                  <a:cubicBezTo>
                    <a:pt x="7885" y="1505"/>
                    <a:pt x="4574" y="1104"/>
                    <a:pt x="5507" y="963"/>
                  </a:cubicBezTo>
                  <a:cubicBezTo>
                    <a:pt x="6390" y="833"/>
                    <a:pt x="7112" y="602"/>
                    <a:pt x="7744" y="321"/>
                  </a:cubicBezTo>
                  <a:lnTo>
                    <a:pt x="7744" y="321"/>
                  </a:lnTo>
                  <a:cubicBezTo>
                    <a:pt x="7565" y="327"/>
                    <a:pt x="7399" y="333"/>
                    <a:pt x="7254" y="333"/>
                  </a:cubicBezTo>
                  <a:cubicBezTo>
                    <a:pt x="6878" y="333"/>
                    <a:pt x="6646" y="291"/>
                    <a:pt x="6711" y="81"/>
                  </a:cubicBezTo>
                  <a:cubicBezTo>
                    <a:pt x="6731" y="25"/>
                    <a:pt x="6686" y="0"/>
                    <a:pt x="6589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0" name="Google Shape;6700;p34"/>
            <p:cNvSpPr/>
            <p:nvPr/>
          </p:nvSpPr>
          <p:spPr>
            <a:xfrm>
              <a:off x="849573" y="1734080"/>
              <a:ext cx="1109000" cy="313507"/>
            </a:xfrm>
            <a:custGeom>
              <a:avLst/>
              <a:gdLst/>
              <a:ahLst/>
              <a:cxnLst/>
              <a:rect l="l" t="t" r="r" b="b"/>
              <a:pathLst>
                <a:path w="13382" h="3783" extrusionOk="0">
                  <a:moveTo>
                    <a:pt x="13381" y="1"/>
                  </a:moveTo>
                  <a:lnTo>
                    <a:pt x="13381" y="1"/>
                  </a:lnTo>
                  <a:cubicBezTo>
                    <a:pt x="13380" y="2"/>
                    <a:pt x="13380" y="2"/>
                    <a:pt x="13379" y="3"/>
                  </a:cubicBezTo>
                  <a:lnTo>
                    <a:pt x="13379" y="3"/>
                  </a:lnTo>
                  <a:cubicBezTo>
                    <a:pt x="13380" y="2"/>
                    <a:pt x="13380" y="2"/>
                    <a:pt x="13381" y="1"/>
                  </a:cubicBezTo>
                  <a:close/>
                  <a:moveTo>
                    <a:pt x="13379" y="3"/>
                  </a:moveTo>
                  <a:cubicBezTo>
                    <a:pt x="13173" y="222"/>
                    <a:pt x="12116" y="272"/>
                    <a:pt x="11796" y="362"/>
                  </a:cubicBezTo>
                  <a:cubicBezTo>
                    <a:pt x="11265" y="512"/>
                    <a:pt x="10783" y="743"/>
                    <a:pt x="10262" y="924"/>
                  </a:cubicBezTo>
                  <a:cubicBezTo>
                    <a:pt x="9088" y="1345"/>
                    <a:pt x="7844" y="1495"/>
                    <a:pt x="6610" y="1576"/>
                  </a:cubicBezTo>
                  <a:cubicBezTo>
                    <a:pt x="4414" y="1716"/>
                    <a:pt x="2147" y="1586"/>
                    <a:pt x="0" y="2127"/>
                  </a:cubicBezTo>
                  <a:cubicBezTo>
                    <a:pt x="582" y="2268"/>
                    <a:pt x="1174" y="2408"/>
                    <a:pt x="1756" y="2549"/>
                  </a:cubicBezTo>
                  <a:cubicBezTo>
                    <a:pt x="3230" y="2920"/>
                    <a:pt x="4685" y="3341"/>
                    <a:pt x="6139" y="3782"/>
                  </a:cubicBezTo>
                  <a:cubicBezTo>
                    <a:pt x="6510" y="3692"/>
                    <a:pt x="6881" y="3622"/>
                    <a:pt x="7132" y="3542"/>
                  </a:cubicBezTo>
                  <a:cubicBezTo>
                    <a:pt x="7934" y="3311"/>
                    <a:pt x="8938" y="3211"/>
                    <a:pt x="9640" y="2729"/>
                  </a:cubicBezTo>
                  <a:cubicBezTo>
                    <a:pt x="10011" y="2468"/>
                    <a:pt x="10272" y="2077"/>
                    <a:pt x="10613" y="1766"/>
                  </a:cubicBezTo>
                  <a:cubicBezTo>
                    <a:pt x="11424" y="1025"/>
                    <a:pt x="12636" y="804"/>
                    <a:pt x="13379" y="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1" name="Google Shape;6701;p34"/>
            <p:cNvSpPr/>
            <p:nvPr/>
          </p:nvSpPr>
          <p:spPr>
            <a:xfrm>
              <a:off x="1046227" y="883735"/>
              <a:ext cx="122651" cy="106077"/>
            </a:xfrm>
            <a:custGeom>
              <a:avLst/>
              <a:gdLst/>
              <a:ahLst/>
              <a:cxnLst/>
              <a:rect l="l" t="t" r="r" b="b"/>
              <a:pathLst>
                <a:path w="1480" h="1280" extrusionOk="0">
                  <a:moveTo>
                    <a:pt x="927" y="1"/>
                  </a:moveTo>
                  <a:cubicBezTo>
                    <a:pt x="687" y="161"/>
                    <a:pt x="476" y="322"/>
                    <a:pt x="396" y="582"/>
                  </a:cubicBezTo>
                  <a:cubicBezTo>
                    <a:pt x="278" y="943"/>
                    <a:pt x="1" y="1279"/>
                    <a:pt x="260" y="1279"/>
                  </a:cubicBezTo>
                  <a:cubicBezTo>
                    <a:pt x="332" y="1279"/>
                    <a:pt x="446" y="1253"/>
                    <a:pt x="616" y="1194"/>
                  </a:cubicBezTo>
                  <a:cubicBezTo>
                    <a:pt x="787" y="1134"/>
                    <a:pt x="1108" y="933"/>
                    <a:pt x="1479" y="693"/>
                  </a:cubicBezTo>
                  <a:cubicBezTo>
                    <a:pt x="1469" y="432"/>
                    <a:pt x="1459" y="191"/>
                    <a:pt x="1309" y="81"/>
                  </a:cubicBezTo>
                  <a:cubicBezTo>
                    <a:pt x="1218" y="21"/>
                    <a:pt x="1078" y="1"/>
                    <a:pt x="9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2" name="Google Shape;6702;p34"/>
            <p:cNvSpPr/>
            <p:nvPr/>
          </p:nvSpPr>
          <p:spPr>
            <a:xfrm>
              <a:off x="3197823" y="1250607"/>
              <a:ext cx="829719" cy="741295"/>
            </a:xfrm>
            <a:custGeom>
              <a:avLst/>
              <a:gdLst/>
              <a:ahLst/>
              <a:cxnLst/>
              <a:rect l="l" t="t" r="r" b="b"/>
              <a:pathLst>
                <a:path w="10012" h="8945" extrusionOk="0">
                  <a:moveTo>
                    <a:pt x="3162" y="2492"/>
                  </a:moveTo>
                  <a:cubicBezTo>
                    <a:pt x="3273" y="2492"/>
                    <a:pt x="3730" y="2742"/>
                    <a:pt x="4233" y="2986"/>
                  </a:cubicBezTo>
                  <a:cubicBezTo>
                    <a:pt x="4741" y="3236"/>
                    <a:pt x="5288" y="3486"/>
                    <a:pt x="5566" y="3486"/>
                  </a:cubicBezTo>
                  <a:cubicBezTo>
                    <a:pt x="5634" y="3486"/>
                    <a:pt x="5686" y="3471"/>
                    <a:pt x="5718" y="3437"/>
                  </a:cubicBezTo>
                  <a:cubicBezTo>
                    <a:pt x="5779" y="3377"/>
                    <a:pt x="5849" y="3350"/>
                    <a:pt x="5931" y="3350"/>
                  </a:cubicBezTo>
                  <a:cubicBezTo>
                    <a:pt x="6324" y="3350"/>
                    <a:pt x="6999" y="3967"/>
                    <a:pt x="8326" y="4481"/>
                  </a:cubicBezTo>
                  <a:cubicBezTo>
                    <a:pt x="8326" y="4481"/>
                    <a:pt x="9438" y="5156"/>
                    <a:pt x="8679" y="5156"/>
                  </a:cubicBezTo>
                  <a:cubicBezTo>
                    <a:pt x="8585" y="5156"/>
                    <a:pt x="8462" y="5146"/>
                    <a:pt x="8306" y="5123"/>
                  </a:cubicBezTo>
                  <a:cubicBezTo>
                    <a:pt x="6882" y="4922"/>
                    <a:pt x="3511" y="3046"/>
                    <a:pt x="3170" y="2575"/>
                  </a:cubicBezTo>
                  <a:cubicBezTo>
                    <a:pt x="3127" y="2517"/>
                    <a:pt x="3127" y="2492"/>
                    <a:pt x="3162" y="2492"/>
                  </a:cubicBezTo>
                  <a:close/>
                  <a:moveTo>
                    <a:pt x="136" y="1"/>
                  </a:moveTo>
                  <a:cubicBezTo>
                    <a:pt x="53" y="1"/>
                    <a:pt x="1" y="34"/>
                    <a:pt x="1" y="117"/>
                  </a:cubicBezTo>
                  <a:cubicBezTo>
                    <a:pt x="201" y="228"/>
                    <a:pt x="1656" y="1090"/>
                    <a:pt x="1435" y="1120"/>
                  </a:cubicBezTo>
                  <a:cubicBezTo>
                    <a:pt x="1392" y="1127"/>
                    <a:pt x="1342" y="1130"/>
                    <a:pt x="1285" y="1130"/>
                  </a:cubicBezTo>
                  <a:cubicBezTo>
                    <a:pt x="1076" y="1130"/>
                    <a:pt x="782" y="1092"/>
                    <a:pt x="482" y="1060"/>
                  </a:cubicBezTo>
                  <a:lnTo>
                    <a:pt x="482" y="1060"/>
                  </a:lnTo>
                  <a:cubicBezTo>
                    <a:pt x="1502" y="1500"/>
                    <a:pt x="2592" y="2001"/>
                    <a:pt x="2204" y="2001"/>
                  </a:cubicBezTo>
                  <a:cubicBezTo>
                    <a:pt x="2176" y="2001"/>
                    <a:pt x="2141" y="1998"/>
                    <a:pt x="2097" y="1993"/>
                  </a:cubicBezTo>
                  <a:cubicBezTo>
                    <a:pt x="1355" y="1903"/>
                    <a:pt x="994" y="1883"/>
                    <a:pt x="251" y="1853"/>
                  </a:cubicBezTo>
                  <a:lnTo>
                    <a:pt x="251" y="1853"/>
                  </a:lnTo>
                  <a:cubicBezTo>
                    <a:pt x="773" y="2093"/>
                    <a:pt x="1395" y="2344"/>
                    <a:pt x="1766" y="2545"/>
                  </a:cubicBezTo>
                  <a:cubicBezTo>
                    <a:pt x="3110" y="3277"/>
                    <a:pt x="4865" y="3588"/>
                    <a:pt x="5557" y="4942"/>
                  </a:cubicBezTo>
                  <a:cubicBezTo>
                    <a:pt x="5838" y="5474"/>
                    <a:pt x="6059" y="5494"/>
                    <a:pt x="6621" y="5684"/>
                  </a:cubicBezTo>
                  <a:cubicBezTo>
                    <a:pt x="8185" y="6216"/>
                    <a:pt x="7965" y="7741"/>
                    <a:pt x="8988" y="8804"/>
                  </a:cubicBezTo>
                  <a:cubicBezTo>
                    <a:pt x="9088" y="8904"/>
                    <a:pt x="9269" y="8924"/>
                    <a:pt x="9439" y="8944"/>
                  </a:cubicBezTo>
                  <a:cubicBezTo>
                    <a:pt x="9469" y="8744"/>
                    <a:pt x="9479" y="8533"/>
                    <a:pt x="9499" y="8322"/>
                  </a:cubicBezTo>
                  <a:cubicBezTo>
                    <a:pt x="9640" y="7600"/>
                    <a:pt x="9580" y="6828"/>
                    <a:pt x="9620" y="6096"/>
                  </a:cubicBezTo>
                  <a:cubicBezTo>
                    <a:pt x="9650" y="5484"/>
                    <a:pt x="10011" y="4380"/>
                    <a:pt x="9730" y="3809"/>
                  </a:cubicBezTo>
                  <a:cubicBezTo>
                    <a:pt x="9499" y="3367"/>
                    <a:pt x="8466" y="3066"/>
                    <a:pt x="7945" y="2836"/>
                  </a:cubicBezTo>
                  <a:cubicBezTo>
                    <a:pt x="7824" y="2836"/>
                    <a:pt x="7624" y="2806"/>
                    <a:pt x="7303" y="2745"/>
                  </a:cubicBezTo>
                  <a:cubicBezTo>
                    <a:pt x="5755" y="2469"/>
                    <a:pt x="3979" y="1364"/>
                    <a:pt x="3762" y="1364"/>
                  </a:cubicBezTo>
                  <a:cubicBezTo>
                    <a:pt x="3742" y="1364"/>
                    <a:pt x="3735" y="1372"/>
                    <a:pt x="3742" y="1391"/>
                  </a:cubicBezTo>
                  <a:cubicBezTo>
                    <a:pt x="3802" y="1598"/>
                    <a:pt x="5036" y="2437"/>
                    <a:pt x="4747" y="2437"/>
                  </a:cubicBezTo>
                  <a:cubicBezTo>
                    <a:pt x="4700" y="2437"/>
                    <a:pt x="4613" y="2415"/>
                    <a:pt x="4474" y="2364"/>
                  </a:cubicBezTo>
                  <a:cubicBezTo>
                    <a:pt x="3561" y="2041"/>
                    <a:pt x="1300" y="337"/>
                    <a:pt x="1214" y="337"/>
                  </a:cubicBezTo>
                  <a:cubicBezTo>
                    <a:pt x="1207" y="337"/>
                    <a:pt x="1216" y="350"/>
                    <a:pt x="1244" y="378"/>
                  </a:cubicBezTo>
                  <a:cubicBezTo>
                    <a:pt x="1296" y="430"/>
                    <a:pt x="1306" y="451"/>
                    <a:pt x="1286" y="451"/>
                  </a:cubicBezTo>
                  <a:cubicBezTo>
                    <a:pt x="1240" y="451"/>
                    <a:pt x="1034" y="339"/>
                    <a:pt x="803" y="228"/>
                  </a:cubicBezTo>
                  <a:cubicBezTo>
                    <a:pt x="561" y="116"/>
                    <a:pt x="29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3" name="Google Shape;6703;p34"/>
            <p:cNvSpPr/>
            <p:nvPr/>
          </p:nvSpPr>
          <p:spPr>
            <a:xfrm>
              <a:off x="2154635" y="1028594"/>
              <a:ext cx="974332" cy="499473"/>
            </a:xfrm>
            <a:custGeom>
              <a:avLst/>
              <a:gdLst/>
              <a:ahLst/>
              <a:cxnLst/>
              <a:rect l="l" t="t" r="r" b="b"/>
              <a:pathLst>
                <a:path w="11757" h="6027" extrusionOk="0">
                  <a:moveTo>
                    <a:pt x="851" y="0"/>
                  </a:moveTo>
                  <a:cubicBezTo>
                    <a:pt x="603" y="0"/>
                    <a:pt x="461" y="180"/>
                    <a:pt x="0" y="359"/>
                  </a:cubicBezTo>
                  <a:cubicBezTo>
                    <a:pt x="181" y="509"/>
                    <a:pt x="401" y="630"/>
                    <a:pt x="592" y="750"/>
                  </a:cubicBezTo>
                  <a:cubicBezTo>
                    <a:pt x="712" y="810"/>
                    <a:pt x="1304" y="1432"/>
                    <a:pt x="1425" y="1472"/>
                  </a:cubicBezTo>
                  <a:cubicBezTo>
                    <a:pt x="2217" y="1683"/>
                    <a:pt x="2929" y="2596"/>
                    <a:pt x="3852" y="3087"/>
                  </a:cubicBezTo>
                  <a:cubicBezTo>
                    <a:pt x="3915" y="3122"/>
                    <a:pt x="4311" y="3192"/>
                    <a:pt x="4632" y="3192"/>
                  </a:cubicBezTo>
                  <a:cubicBezTo>
                    <a:pt x="4874" y="3192"/>
                    <a:pt x="5073" y="3152"/>
                    <a:pt x="5056" y="3027"/>
                  </a:cubicBezTo>
                  <a:cubicBezTo>
                    <a:pt x="5040" y="2918"/>
                    <a:pt x="5080" y="2870"/>
                    <a:pt x="5159" y="2870"/>
                  </a:cubicBezTo>
                  <a:cubicBezTo>
                    <a:pt x="5606" y="2870"/>
                    <a:pt x="7327" y="4352"/>
                    <a:pt x="7914" y="4692"/>
                  </a:cubicBezTo>
                  <a:cubicBezTo>
                    <a:pt x="9360" y="5528"/>
                    <a:pt x="11028" y="6027"/>
                    <a:pt x="11395" y="6027"/>
                  </a:cubicBezTo>
                  <a:cubicBezTo>
                    <a:pt x="11402" y="6027"/>
                    <a:pt x="11409" y="6027"/>
                    <a:pt x="11415" y="6026"/>
                  </a:cubicBezTo>
                  <a:cubicBezTo>
                    <a:pt x="11756" y="6016"/>
                    <a:pt x="9008" y="4361"/>
                    <a:pt x="8195" y="3438"/>
                  </a:cubicBezTo>
                  <a:cubicBezTo>
                    <a:pt x="7844" y="3037"/>
                    <a:pt x="7914" y="2576"/>
                    <a:pt x="7834" y="2265"/>
                  </a:cubicBezTo>
                  <a:cubicBezTo>
                    <a:pt x="7764" y="2245"/>
                    <a:pt x="7694" y="2235"/>
                    <a:pt x="7633" y="2205"/>
                  </a:cubicBezTo>
                  <a:cubicBezTo>
                    <a:pt x="7533" y="2205"/>
                    <a:pt x="7383" y="2164"/>
                    <a:pt x="7172" y="2104"/>
                  </a:cubicBezTo>
                  <a:cubicBezTo>
                    <a:pt x="6791" y="1990"/>
                    <a:pt x="6558" y="1948"/>
                    <a:pt x="6419" y="1948"/>
                  </a:cubicBezTo>
                  <a:cubicBezTo>
                    <a:pt x="6130" y="1948"/>
                    <a:pt x="6249" y="2130"/>
                    <a:pt x="6289" y="2225"/>
                  </a:cubicBezTo>
                  <a:cubicBezTo>
                    <a:pt x="6292" y="2231"/>
                    <a:pt x="6290" y="2234"/>
                    <a:pt x="6285" y="2234"/>
                  </a:cubicBezTo>
                  <a:cubicBezTo>
                    <a:pt x="6227" y="2234"/>
                    <a:pt x="5769" y="1933"/>
                    <a:pt x="5286" y="1633"/>
                  </a:cubicBezTo>
                  <a:cubicBezTo>
                    <a:pt x="4807" y="1333"/>
                    <a:pt x="4305" y="1033"/>
                    <a:pt x="4156" y="1033"/>
                  </a:cubicBezTo>
                  <a:cubicBezTo>
                    <a:pt x="4131" y="1033"/>
                    <a:pt x="4116" y="1042"/>
                    <a:pt x="4113" y="1061"/>
                  </a:cubicBezTo>
                  <a:cubicBezTo>
                    <a:pt x="4107" y="1098"/>
                    <a:pt x="4072" y="1113"/>
                    <a:pt x="4016" y="1113"/>
                  </a:cubicBezTo>
                  <a:cubicBezTo>
                    <a:pt x="3892" y="1113"/>
                    <a:pt x="3663" y="1037"/>
                    <a:pt x="3421" y="961"/>
                  </a:cubicBezTo>
                  <a:cubicBezTo>
                    <a:pt x="3179" y="889"/>
                    <a:pt x="2921" y="817"/>
                    <a:pt x="2742" y="817"/>
                  </a:cubicBezTo>
                  <a:cubicBezTo>
                    <a:pt x="2646" y="817"/>
                    <a:pt x="2573" y="838"/>
                    <a:pt x="2538" y="891"/>
                  </a:cubicBezTo>
                  <a:cubicBezTo>
                    <a:pt x="2512" y="929"/>
                    <a:pt x="2476" y="946"/>
                    <a:pt x="2432" y="946"/>
                  </a:cubicBezTo>
                  <a:cubicBezTo>
                    <a:pt x="2125" y="946"/>
                    <a:pt x="1432" y="106"/>
                    <a:pt x="993" y="18"/>
                  </a:cubicBezTo>
                  <a:cubicBezTo>
                    <a:pt x="941" y="6"/>
                    <a:pt x="894" y="0"/>
                    <a:pt x="851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4" name="Google Shape;6704;p34"/>
            <p:cNvSpPr/>
            <p:nvPr/>
          </p:nvSpPr>
          <p:spPr>
            <a:xfrm>
              <a:off x="1438873" y="1956010"/>
              <a:ext cx="425716" cy="163010"/>
            </a:xfrm>
            <a:custGeom>
              <a:avLst/>
              <a:gdLst/>
              <a:ahLst/>
              <a:cxnLst/>
              <a:rect l="l" t="t" r="r" b="b"/>
              <a:pathLst>
                <a:path w="5137" h="1967" extrusionOk="0">
                  <a:moveTo>
                    <a:pt x="5137" y="1"/>
                  </a:moveTo>
                  <a:cubicBezTo>
                    <a:pt x="5076" y="81"/>
                    <a:pt x="4134" y="312"/>
                    <a:pt x="4013" y="362"/>
                  </a:cubicBezTo>
                  <a:cubicBezTo>
                    <a:pt x="3512" y="543"/>
                    <a:pt x="3000" y="703"/>
                    <a:pt x="2489" y="843"/>
                  </a:cubicBezTo>
                  <a:cubicBezTo>
                    <a:pt x="1666" y="1064"/>
                    <a:pt x="833" y="1235"/>
                    <a:pt x="1" y="1395"/>
                  </a:cubicBezTo>
                  <a:cubicBezTo>
                    <a:pt x="623" y="1586"/>
                    <a:pt x="1245" y="1776"/>
                    <a:pt x="1867" y="1967"/>
                  </a:cubicBezTo>
                  <a:cubicBezTo>
                    <a:pt x="2017" y="1867"/>
                    <a:pt x="2158" y="1756"/>
                    <a:pt x="2298" y="1646"/>
                  </a:cubicBezTo>
                  <a:cubicBezTo>
                    <a:pt x="2539" y="1445"/>
                    <a:pt x="2769" y="1235"/>
                    <a:pt x="3030" y="1064"/>
                  </a:cubicBezTo>
                  <a:cubicBezTo>
                    <a:pt x="3662" y="673"/>
                    <a:pt x="4685" y="613"/>
                    <a:pt x="5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5" name="Google Shape;6705;p34"/>
            <p:cNvSpPr/>
            <p:nvPr/>
          </p:nvSpPr>
          <p:spPr>
            <a:xfrm>
              <a:off x="3145448" y="1136907"/>
              <a:ext cx="710797" cy="348727"/>
            </a:xfrm>
            <a:custGeom>
              <a:avLst/>
              <a:gdLst/>
              <a:ahLst/>
              <a:cxnLst/>
              <a:rect l="l" t="t" r="r" b="b"/>
              <a:pathLst>
                <a:path w="8577" h="4208" extrusionOk="0">
                  <a:moveTo>
                    <a:pt x="255" y="0"/>
                  </a:moveTo>
                  <a:cubicBezTo>
                    <a:pt x="167" y="0"/>
                    <a:pt x="82" y="8"/>
                    <a:pt x="1" y="25"/>
                  </a:cubicBezTo>
                  <a:cubicBezTo>
                    <a:pt x="141" y="256"/>
                    <a:pt x="251" y="1289"/>
                    <a:pt x="633" y="1489"/>
                  </a:cubicBezTo>
                  <a:cubicBezTo>
                    <a:pt x="633" y="1406"/>
                    <a:pt x="685" y="1373"/>
                    <a:pt x="768" y="1373"/>
                  </a:cubicBezTo>
                  <a:cubicBezTo>
                    <a:pt x="925" y="1373"/>
                    <a:pt x="1193" y="1488"/>
                    <a:pt x="1435" y="1600"/>
                  </a:cubicBezTo>
                  <a:cubicBezTo>
                    <a:pt x="1666" y="1711"/>
                    <a:pt x="1872" y="1823"/>
                    <a:pt x="1918" y="1823"/>
                  </a:cubicBezTo>
                  <a:cubicBezTo>
                    <a:pt x="1938" y="1823"/>
                    <a:pt x="1928" y="1802"/>
                    <a:pt x="1876" y="1750"/>
                  </a:cubicBezTo>
                  <a:cubicBezTo>
                    <a:pt x="1848" y="1722"/>
                    <a:pt x="1839" y="1709"/>
                    <a:pt x="1846" y="1709"/>
                  </a:cubicBezTo>
                  <a:cubicBezTo>
                    <a:pt x="1932" y="1709"/>
                    <a:pt x="4193" y="3413"/>
                    <a:pt x="5106" y="3736"/>
                  </a:cubicBezTo>
                  <a:cubicBezTo>
                    <a:pt x="5245" y="3787"/>
                    <a:pt x="5332" y="3809"/>
                    <a:pt x="5379" y="3809"/>
                  </a:cubicBezTo>
                  <a:cubicBezTo>
                    <a:pt x="5668" y="3809"/>
                    <a:pt x="4434" y="2970"/>
                    <a:pt x="4374" y="2763"/>
                  </a:cubicBezTo>
                  <a:cubicBezTo>
                    <a:pt x="4367" y="2744"/>
                    <a:pt x="4374" y="2736"/>
                    <a:pt x="4394" y="2736"/>
                  </a:cubicBezTo>
                  <a:cubicBezTo>
                    <a:pt x="4611" y="2736"/>
                    <a:pt x="6387" y="3841"/>
                    <a:pt x="7935" y="4117"/>
                  </a:cubicBezTo>
                  <a:cubicBezTo>
                    <a:pt x="8256" y="4178"/>
                    <a:pt x="8456" y="4208"/>
                    <a:pt x="8577" y="4208"/>
                  </a:cubicBezTo>
                  <a:cubicBezTo>
                    <a:pt x="7684" y="3806"/>
                    <a:pt x="6781" y="3425"/>
                    <a:pt x="5869" y="3064"/>
                  </a:cubicBezTo>
                  <a:cubicBezTo>
                    <a:pt x="4685" y="1780"/>
                    <a:pt x="3000" y="757"/>
                    <a:pt x="1064" y="155"/>
                  </a:cubicBezTo>
                  <a:cubicBezTo>
                    <a:pt x="814" y="72"/>
                    <a:pt x="524" y="0"/>
                    <a:pt x="255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6" name="Google Shape;6706;p34"/>
            <p:cNvSpPr/>
            <p:nvPr/>
          </p:nvSpPr>
          <p:spPr>
            <a:xfrm>
              <a:off x="3145448" y="1137239"/>
              <a:ext cx="710797" cy="348396"/>
            </a:xfrm>
            <a:custGeom>
              <a:avLst/>
              <a:gdLst/>
              <a:ahLst/>
              <a:cxnLst/>
              <a:rect l="l" t="t" r="r" b="b"/>
              <a:pathLst>
                <a:path w="8577" h="4204" extrusionOk="0">
                  <a:moveTo>
                    <a:pt x="261" y="1"/>
                  </a:moveTo>
                  <a:cubicBezTo>
                    <a:pt x="171" y="1"/>
                    <a:pt x="81" y="11"/>
                    <a:pt x="1" y="21"/>
                  </a:cubicBezTo>
                  <a:cubicBezTo>
                    <a:pt x="141" y="252"/>
                    <a:pt x="251" y="1285"/>
                    <a:pt x="633" y="1485"/>
                  </a:cubicBezTo>
                  <a:cubicBezTo>
                    <a:pt x="633" y="1425"/>
                    <a:pt x="663" y="1395"/>
                    <a:pt x="713" y="1375"/>
                  </a:cubicBezTo>
                  <a:lnTo>
                    <a:pt x="773" y="1375"/>
                  </a:lnTo>
                  <a:cubicBezTo>
                    <a:pt x="933" y="1375"/>
                    <a:pt x="1194" y="1485"/>
                    <a:pt x="1435" y="1596"/>
                  </a:cubicBezTo>
                  <a:cubicBezTo>
                    <a:pt x="1435" y="1606"/>
                    <a:pt x="1445" y="1606"/>
                    <a:pt x="1455" y="1606"/>
                  </a:cubicBezTo>
                  <a:cubicBezTo>
                    <a:pt x="1676" y="1716"/>
                    <a:pt x="1876" y="1826"/>
                    <a:pt x="1916" y="1826"/>
                  </a:cubicBezTo>
                  <a:cubicBezTo>
                    <a:pt x="1927" y="1826"/>
                    <a:pt x="1927" y="1816"/>
                    <a:pt x="1927" y="1816"/>
                  </a:cubicBezTo>
                  <a:cubicBezTo>
                    <a:pt x="1927" y="1806"/>
                    <a:pt x="1916" y="1786"/>
                    <a:pt x="1876" y="1746"/>
                  </a:cubicBezTo>
                  <a:cubicBezTo>
                    <a:pt x="1856" y="1726"/>
                    <a:pt x="1846" y="1716"/>
                    <a:pt x="1846" y="1706"/>
                  </a:cubicBezTo>
                  <a:cubicBezTo>
                    <a:pt x="1937" y="1706"/>
                    <a:pt x="4163" y="3381"/>
                    <a:pt x="5086" y="3722"/>
                  </a:cubicBezTo>
                  <a:cubicBezTo>
                    <a:pt x="5086" y="3722"/>
                    <a:pt x="5096" y="3732"/>
                    <a:pt x="5096" y="3732"/>
                  </a:cubicBezTo>
                  <a:lnTo>
                    <a:pt x="5116" y="3732"/>
                  </a:lnTo>
                  <a:cubicBezTo>
                    <a:pt x="5116" y="3732"/>
                    <a:pt x="5116" y="3732"/>
                    <a:pt x="5116" y="3742"/>
                  </a:cubicBezTo>
                  <a:lnTo>
                    <a:pt x="5146" y="3742"/>
                  </a:lnTo>
                  <a:cubicBezTo>
                    <a:pt x="5146" y="3752"/>
                    <a:pt x="5156" y="3752"/>
                    <a:pt x="5156" y="3752"/>
                  </a:cubicBezTo>
                  <a:lnTo>
                    <a:pt x="5166" y="3752"/>
                  </a:lnTo>
                  <a:cubicBezTo>
                    <a:pt x="5257" y="3782"/>
                    <a:pt x="5317" y="3802"/>
                    <a:pt x="5367" y="3802"/>
                  </a:cubicBezTo>
                  <a:lnTo>
                    <a:pt x="5377" y="3802"/>
                  </a:lnTo>
                  <a:cubicBezTo>
                    <a:pt x="5407" y="3802"/>
                    <a:pt x="5427" y="3792"/>
                    <a:pt x="5427" y="3782"/>
                  </a:cubicBezTo>
                  <a:cubicBezTo>
                    <a:pt x="5427" y="3632"/>
                    <a:pt x="4434" y="2940"/>
                    <a:pt x="4374" y="2759"/>
                  </a:cubicBezTo>
                  <a:cubicBezTo>
                    <a:pt x="4374" y="2759"/>
                    <a:pt x="4364" y="2759"/>
                    <a:pt x="4364" y="2749"/>
                  </a:cubicBezTo>
                  <a:cubicBezTo>
                    <a:pt x="4364" y="2739"/>
                    <a:pt x="4374" y="2739"/>
                    <a:pt x="4394" y="2739"/>
                  </a:cubicBezTo>
                  <a:cubicBezTo>
                    <a:pt x="4615" y="2739"/>
                    <a:pt x="6390" y="3833"/>
                    <a:pt x="7935" y="4113"/>
                  </a:cubicBezTo>
                  <a:cubicBezTo>
                    <a:pt x="8256" y="4174"/>
                    <a:pt x="8456" y="4204"/>
                    <a:pt x="8577" y="4204"/>
                  </a:cubicBezTo>
                  <a:cubicBezTo>
                    <a:pt x="7684" y="3802"/>
                    <a:pt x="6781" y="3421"/>
                    <a:pt x="5869" y="3060"/>
                  </a:cubicBezTo>
                  <a:cubicBezTo>
                    <a:pt x="4685" y="1776"/>
                    <a:pt x="3000" y="753"/>
                    <a:pt x="1064" y="151"/>
                  </a:cubicBezTo>
                  <a:cubicBezTo>
                    <a:pt x="813" y="71"/>
                    <a:pt x="532" y="1"/>
                    <a:pt x="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7" name="Google Shape;6707;p34"/>
            <p:cNvSpPr/>
            <p:nvPr/>
          </p:nvSpPr>
          <p:spPr>
            <a:xfrm>
              <a:off x="3456879" y="1457123"/>
              <a:ext cx="523174" cy="220855"/>
            </a:xfrm>
            <a:custGeom>
              <a:avLst/>
              <a:gdLst/>
              <a:ahLst/>
              <a:cxnLst/>
              <a:rect l="l" t="t" r="r" b="b"/>
              <a:pathLst>
                <a:path w="6313" h="2665" extrusionOk="0">
                  <a:moveTo>
                    <a:pt x="36" y="0"/>
                  </a:moveTo>
                  <a:cubicBezTo>
                    <a:pt x="1" y="0"/>
                    <a:pt x="1" y="25"/>
                    <a:pt x="44" y="83"/>
                  </a:cubicBezTo>
                  <a:cubicBezTo>
                    <a:pt x="385" y="554"/>
                    <a:pt x="3756" y="2430"/>
                    <a:pt x="5180" y="2631"/>
                  </a:cubicBezTo>
                  <a:cubicBezTo>
                    <a:pt x="5336" y="2654"/>
                    <a:pt x="5459" y="2664"/>
                    <a:pt x="5553" y="2664"/>
                  </a:cubicBezTo>
                  <a:cubicBezTo>
                    <a:pt x="6312" y="2664"/>
                    <a:pt x="5200" y="1989"/>
                    <a:pt x="5200" y="1989"/>
                  </a:cubicBezTo>
                  <a:cubicBezTo>
                    <a:pt x="3873" y="1475"/>
                    <a:pt x="3198" y="858"/>
                    <a:pt x="2805" y="858"/>
                  </a:cubicBezTo>
                  <a:cubicBezTo>
                    <a:pt x="2723" y="858"/>
                    <a:pt x="2653" y="885"/>
                    <a:pt x="2592" y="945"/>
                  </a:cubicBezTo>
                  <a:cubicBezTo>
                    <a:pt x="2560" y="979"/>
                    <a:pt x="2508" y="994"/>
                    <a:pt x="2440" y="994"/>
                  </a:cubicBezTo>
                  <a:cubicBezTo>
                    <a:pt x="2162" y="994"/>
                    <a:pt x="1615" y="744"/>
                    <a:pt x="1107" y="494"/>
                  </a:cubicBezTo>
                  <a:cubicBezTo>
                    <a:pt x="604" y="250"/>
                    <a:pt x="147" y="0"/>
                    <a:pt x="36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8" name="Google Shape;6708;p34"/>
            <p:cNvSpPr/>
            <p:nvPr/>
          </p:nvSpPr>
          <p:spPr>
            <a:xfrm>
              <a:off x="3457211" y="1457289"/>
              <a:ext cx="482152" cy="221187"/>
            </a:xfrm>
            <a:custGeom>
              <a:avLst/>
              <a:gdLst/>
              <a:ahLst/>
              <a:cxnLst/>
              <a:rect l="l" t="t" r="r" b="b"/>
              <a:pathLst>
                <a:path w="5818" h="2669" extrusionOk="0">
                  <a:moveTo>
                    <a:pt x="30" y="1"/>
                  </a:moveTo>
                  <a:cubicBezTo>
                    <a:pt x="10" y="1"/>
                    <a:pt x="0" y="11"/>
                    <a:pt x="0" y="21"/>
                  </a:cubicBezTo>
                  <a:cubicBezTo>
                    <a:pt x="0" y="31"/>
                    <a:pt x="10" y="51"/>
                    <a:pt x="40" y="81"/>
                  </a:cubicBezTo>
                  <a:cubicBezTo>
                    <a:pt x="381" y="552"/>
                    <a:pt x="3752" y="2428"/>
                    <a:pt x="5176" y="2629"/>
                  </a:cubicBezTo>
                  <a:cubicBezTo>
                    <a:pt x="5326" y="2659"/>
                    <a:pt x="5447" y="2669"/>
                    <a:pt x="5547" y="2669"/>
                  </a:cubicBezTo>
                  <a:cubicBezTo>
                    <a:pt x="5738" y="2669"/>
                    <a:pt x="5818" y="2619"/>
                    <a:pt x="5818" y="2558"/>
                  </a:cubicBezTo>
                  <a:cubicBezTo>
                    <a:pt x="5808" y="2368"/>
                    <a:pt x="5196" y="1987"/>
                    <a:pt x="5196" y="1987"/>
                  </a:cubicBezTo>
                  <a:cubicBezTo>
                    <a:pt x="3872" y="1475"/>
                    <a:pt x="3200" y="853"/>
                    <a:pt x="2809" y="853"/>
                  </a:cubicBezTo>
                  <a:cubicBezTo>
                    <a:pt x="2718" y="853"/>
                    <a:pt x="2648" y="883"/>
                    <a:pt x="2588" y="943"/>
                  </a:cubicBezTo>
                  <a:cubicBezTo>
                    <a:pt x="2558" y="974"/>
                    <a:pt x="2508" y="994"/>
                    <a:pt x="2438" y="994"/>
                  </a:cubicBezTo>
                  <a:cubicBezTo>
                    <a:pt x="2157" y="994"/>
                    <a:pt x="1605" y="743"/>
                    <a:pt x="1103" y="492"/>
                  </a:cubicBezTo>
                  <a:cubicBezTo>
                    <a:pt x="602" y="251"/>
                    <a:pt x="141" y="1"/>
                    <a:pt x="30" y="1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9" name="Google Shape;6709;p34"/>
            <p:cNvSpPr/>
            <p:nvPr/>
          </p:nvSpPr>
          <p:spPr>
            <a:xfrm>
              <a:off x="3134674" y="1334473"/>
              <a:ext cx="278037" cy="82044"/>
            </a:xfrm>
            <a:custGeom>
              <a:avLst/>
              <a:gdLst/>
              <a:ahLst/>
              <a:cxnLst/>
              <a:rect l="l" t="t" r="r" b="b"/>
              <a:pathLst>
                <a:path w="3355" h="990" extrusionOk="0">
                  <a:moveTo>
                    <a:pt x="576" y="0"/>
                  </a:moveTo>
                  <a:cubicBezTo>
                    <a:pt x="314" y="0"/>
                    <a:pt x="116" y="39"/>
                    <a:pt x="70" y="159"/>
                  </a:cubicBezTo>
                  <a:cubicBezTo>
                    <a:pt x="0" y="349"/>
                    <a:pt x="452" y="590"/>
                    <a:pt x="1013" y="841"/>
                  </a:cubicBezTo>
                  <a:cubicBezTo>
                    <a:pt x="1756" y="871"/>
                    <a:pt x="2117" y="891"/>
                    <a:pt x="2859" y="981"/>
                  </a:cubicBezTo>
                  <a:cubicBezTo>
                    <a:pt x="2903" y="986"/>
                    <a:pt x="2938" y="989"/>
                    <a:pt x="2966" y="989"/>
                  </a:cubicBezTo>
                  <a:cubicBezTo>
                    <a:pt x="3354" y="989"/>
                    <a:pt x="2264" y="488"/>
                    <a:pt x="1244" y="48"/>
                  </a:cubicBezTo>
                  <a:cubicBezTo>
                    <a:pt x="1011" y="22"/>
                    <a:pt x="775" y="0"/>
                    <a:pt x="576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0" name="Google Shape;6710;p34"/>
            <p:cNvSpPr/>
            <p:nvPr/>
          </p:nvSpPr>
          <p:spPr>
            <a:xfrm>
              <a:off x="3139647" y="1334308"/>
              <a:ext cx="247789" cy="82375"/>
            </a:xfrm>
            <a:custGeom>
              <a:avLst/>
              <a:gdLst/>
              <a:ahLst/>
              <a:cxnLst/>
              <a:rect l="l" t="t" r="r" b="b"/>
              <a:pathLst>
                <a:path w="2990" h="994" extrusionOk="0">
                  <a:moveTo>
                    <a:pt x="512" y="0"/>
                  </a:moveTo>
                  <a:cubicBezTo>
                    <a:pt x="261" y="0"/>
                    <a:pt x="71" y="40"/>
                    <a:pt x="21" y="151"/>
                  </a:cubicBezTo>
                  <a:cubicBezTo>
                    <a:pt x="21" y="151"/>
                    <a:pt x="10" y="161"/>
                    <a:pt x="10" y="161"/>
                  </a:cubicBezTo>
                  <a:cubicBezTo>
                    <a:pt x="10" y="171"/>
                    <a:pt x="10" y="191"/>
                    <a:pt x="10" y="201"/>
                  </a:cubicBezTo>
                  <a:cubicBezTo>
                    <a:pt x="0" y="381"/>
                    <a:pt x="432" y="612"/>
                    <a:pt x="953" y="843"/>
                  </a:cubicBezTo>
                  <a:cubicBezTo>
                    <a:pt x="1696" y="873"/>
                    <a:pt x="2057" y="893"/>
                    <a:pt x="2799" y="983"/>
                  </a:cubicBezTo>
                  <a:cubicBezTo>
                    <a:pt x="2839" y="993"/>
                    <a:pt x="2879" y="993"/>
                    <a:pt x="2909" y="993"/>
                  </a:cubicBezTo>
                  <a:cubicBezTo>
                    <a:pt x="2959" y="993"/>
                    <a:pt x="2990" y="983"/>
                    <a:pt x="2990" y="963"/>
                  </a:cubicBezTo>
                  <a:cubicBezTo>
                    <a:pt x="2990" y="853"/>
                    <a:pt x="2057" y="431"/>
                    <a:pt x="1184" y="50"/>
                  </a:cubicBezTo>
                  <a:lnTo>
                    <a:pt x="1124" y="50"/>
                  </a:lnTo>
                  <a:lnTo>
                    <a:pt x="1114" y="40"/>
                  </a:lnTo>
                  <a:lnTo>
                    <a:pt x="1104" y="40"/>
                  </a:lnTo>
                  <a:cubicBezTo>
                    <a:pt x="903" y="20"/>
                    <a:pt x="693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1" name="Google Shape;6711;p34"/>
            <p:cNvSpPr/>
            <p:nvPr/>
          </p:nvSpPr>
          <p:spPr>
            <a:xfrm>
              <a:off x="1974223" y="937850"/>
              <a:ext cx="813062" cy="275965"/>
            </a:xfrm>
            <a:custGeom>
              <a:avLst/>
              <a:gdLst/>
              <a:ahLst/>
              <a:cxnLst/>
              <a:rect l="l" t="t" r="r" b="b"/>
              <a:pathLst>
                <a:path w="9811" h="3330" extrusionOk="0">
                  <a:moveTo>
                    <a:pt x="3297" y="1"/>
                  </a:moveTo>
                  <a:cubicBezTo>
                    <a:pt x="3197" y="1"/>
                    <a:pt x="3110" y="16"/>
                    <a:pt x="3040" y="50"/>
                  </a:cubicBezTo>
                  <a:cubicBezTo>
                    <a:pt x="1977" y="772"/>
                    <a:pt x="1184" y="682"/>
                    <a:pt x="1" y="942"/>
                  </a:cubicBezTo>
                  <a:cubicBezTo>
                    <a:pt x="141" y="996"/>
                    <a:pt x="335" y="1009"/>
                    <a:pt x="547" y="1009"/>
                  </a:cubicBezTo>
                  <a:cubicBezTo>
                    <a:pt x="653" y="1009"/>
                    <a:pt x="763" y="1006"/>
                    <a:pt x="873" y="1003"/>
                  </a:cubicBezTo>
                  <a:cubicBezTo>
                    <a:pt x="986" y="1000"/>
                    <a:pt x="1099" y="997"/>
                    <a:pt x="1206" y="997"/>
                  </a:cubicBezTo>
                  <a:cubicBezTo>
                    <a:pt x="1517" y="997"/>
                    <a:pt x="1785" y="1024"/>
                    <a:pt x="1896" y="1173"/>
                  </a:cubicBezTo>
                  <a:cubicBezTo>
                    <a:pt x="1967" y="1273"/>
                    <a:pt x="2067" y="1374"/>
                    <a:pt x="2177" y="1454"/>
                  </a:cubicBezTo>
                  <a:cubicBezTo>
                    <a:pt x="2638" y="1275"/>
                    <a:pt x="2780" y="1095"/>
                    <a:pt x="3028" y="1095"/>
                  </a:cubicBezTo>
                  <a:cubicBezTo>
                    <a:pt x="3071" y="1095"/>
                    <a:pt x="3118" y="1101"/>
                    <a:pt x="3170" y="1113"/>
                  </a:cubicBezTo>
                  <a:cubicBezTo>
                    <a:pt x="3609" y="1201"/>
                    <a:pt x="4302" y="2041"/>
                    <a:pt x="4609" y="2041"/>
                  </a:cubicBezTo>
                  <a:cubicBezTo>
                    <a:pt x="4653" y="2041"/>
                    <a:pt x="4689" y="2024"/>
                    <a:pt x="4715" y="1986"/>
                  </a:cubicBezTo>
                  <a:cubicBezTo>
                    <a:pt x="4750" y="1933"/>
                    <a:pt x="4823" y="1912"/>
                    <a:pt x="4919" y="1912"/>
                  </a:cubicBezTo>
                  <a:cubicBezTo>
                    <a:pt x="5098" y="1912"/>
                    <a:pt x="5356" y="1984"/>
                    <a:pt x="5598" y="2056"/>
                  </a:cubicBezTo>
                  <a:cubicBezTo>
                    <a:pt x="5840" y="2132"/>
                    <a:pt x="6069" y="2208"/>
                    <a:pt x="6193" y="2208"/>
                  </a:cubicBezTo>
                  <a:cubicBezTo>
                    <a:pt x="6249" y="2208"/>
                    <a:pt x="6284" y="2193"/>
                    <a:pt x="6290" y="2156"/>
                  </a:cubicBezTo>
                  <a:cubicBezTo>
                    <a:pt x="6293" y="2137"/>
                    <a:pt x="6308" y="2128"/>
                    <a:pt x="6333" y="2128"/>
                  </a:cubicBezTo>
                  <a:cubicBezTo>
                    <a:pt x="6482" y="2128"/>
                    <a:pt x="6984" y="2428"/>
                    <a:pt x="7463" y="2728"/>
                  </a:cubicBezTo>
                  <a:cubicBezTo>
                    <a:pt x="7946" y="3028"/>
                    <a:pt x="8404" y="3329"/>
                    <a:pt x="8462" y="3329"/>
                  </a:cubicBezTo>
                  <a:cubicBezTo>
                    <a:pt x="8467" y="3329"/>
                    <a:pt x="8469" y="3326"/>
                    <a:pt x="8466" y="3320"/>
                  </a:cubicBezTo>
                  <a:cubicBezTo>
                    <a:pt x="8426" y="3225"/>
                    <a:pt x="8307" y="3043"/>
                    <a:pt x="8596" y="3043"/>
                  </a:cubicBezTo>
                  <a:cubicBezTo>
                    <a:pt x="8735" y="3043"/>
                    <a:pt x="8968" y="3085"/>
                    <a:pt x="9349" y="3199"/>
                  </a:cubicBezTo>
                  <a:cubicBezTo>
                    <a:pt x="9560" y="3259"/>
                    <a:pt x="9710" y="3300"/>
                    <a:pt x="9810" y="3300"/>
                  </a:cubicBezTo>
                  <a:cubicBezTo>
                    <a:pt x="9600" y="3229"/>
                    <a:pt x="9419" y="3119"/>
                    <a:pt x="9289" y="2959"/>
                  </a:cubicBezTo>
                  <a:cubicBezTo>
                    <a:pt x="9058" y="2678"/>
                    <a:pt x="7263" y="1594"/>
                    <a:pt x="6892" y="1414"/>
                  </a:cubicBezTo>
                  <a:cubicBezTo>
                    <a:pt x="6661" y="1293"/>
                    <a:pt x="6380" y="1223"/>
                    <a:pt x="6139" y="1113"/>
                  </a:cubicBezTo>
                  <a:cubicBezTo>
                    <a:pt x="5266" y="694"/>
                    <a:pt x="3974" y="1"/>
                    <a:pt x="3297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2" name="Google Shape;6712;p34"/>
            <p:cNvSpPr/>
            <p:nvPr/>
          </p:nvSpPr>
          <p:spPr>
            <a:xfrm>
              <a:off x="1974223" y="937767"/>
              <a:ext cx="813062" cy="276048"/>
            </a:xfrm>
            <a:custGeom>
              <a:avLst/>
              <a:gdLst/>
              <a:ahLst/>
              <a:cxnLst/>
              <a:rect l="l" t="t" r="r" b="b"/>
              <a:pathLst>
                <a:path w="9811" h="3331" extrusionOk="0">
                  <a:moveTo>
                    <a:pt x="3291" y="1"/>
                  </a:moveTo>
                  <a:cubicBezTo>
                    <a:pt x="3190" y="1"/>
                    <a:pt x="3110" y="21"/>
                    <a:pt x="3040" y="51"/>
                  </a:cubicBezTo>
                  <a:cubicBezTo>
                    <a:pt x="1977" y="773"/>
                    <a:pt x="1184" y="683"/>
                    <a:pt x="1" y="943"/>
                  </a:cubicBezTo>
                  <a:cubicBezTo>
                    <a:pt x="11" y="943"/>
                    <a:pt x="21" y="943"/>
                    <a:pt x="21" y="953"/>
                  </a:cubicBezTo>
                  <a:cubicBezTo>
                    <a:pt x="151" y="994"/>
                    <a:pt x="322" y="1004"/>
                    <a:pt x="512" y="1014"/>
                  </a:cubicBezTo>
                  <a:lnTo>
                    <a:pt x="542" y="1014"/>
                  </a:lnTo>
                  <a:cubicBezTo>
                    <a:pt x="653" y="1014"/>
                    <a:pt x="763" y="1004"/>
                    <a:pt x="873" y="1004"/>
                  </a:cubicBezTo>
                  <a:cubicBezTo>
                    <a:pt x="984" y="1004"/>
                    <a:pt x="1094" y="994"/>
                    <a:pt x="1204" y="994"/>
                  </a:cubicBezTo>
                  <a:lnTo>
                    <a:pt x="1295" y="994"/>
                  </a:lnTo>
                  <a:cubicBezTo>
                    <a:pt x="1565" y="1004"/>
                    <a:pt x="1786" y="1044"/>
                    <a:pt x="1886" y="1164"/>
                  </a:cubicBezTo>
                  <a:cubicBezTo>
                    <a:pt x="1886" y="1164"/>
                    <a:pt x="1886" y="1174"/>
                    <a:pt x="1896" y="1174"/>
                  </a:cubicBezTo>
                  <a:cubicBezTo>
                    <a:pt x="1967" y="1274"/>
                    <a:pt x="2067" y="1375"/>
                    <a:pt x="2177" y="1455"/>
                  </a:cubicBezTo>
                  <a:lnTo>
                    <a:pt x="2187" y="1455"/>
                  </a:lnTo>
                  <a:cubicBezTo>
                    <a:pt x="2197" y="1445"/>
                    <a:pt x="2207" y="1445"/>
                    <a:pt x="2217" y="1445"/>
                  </a:cubicBezTo>
                  <a:cubicBezTo>
                    <a:pt x="2217" y="1435"/>
                    <a:pt x="2227" y="1435"/>
                    <a:pt x="2227" y="1435"/>
                  </a:cubicBezTo>
                  <a:lnTo>
                    <a:pt x="2237" y="1435"/>
                  </a:lnTo>
                  <a:cubicBezTo>
                    <a:pt x="2237" y="1435"/>
                    <a:pt x="2237" y="1425"/>
                    <a:pt x="2247" y="1425"/>
                  </a:cubicBezTo>
                  <a:cubicBezTo>
                    <a:pt x="2268" y="1415"/>
                    <a:pt x="2288" y="1405"/>
                    <a:pt x="2308" y="1405"/>
                  </a:cubicBezTo>
                  <a:cubicBezTo>
                    <a:pt x="2308" y="1395"/>
                    <a:pt x="2318" y="1395"/>
                    <a:pt x="2318" y="1395"/>
                  </a:cubicBezTo>
                  <a:lnTo>
                    <a:pt x="2328" y="1395"/>
                  </a:lnTo>
                  <a:cubicBezTo>
                    <a:pt x="2669" y="1234"/>
                    <a:pt x="2809" y="1094"/>
                    <a:pt x="3030" y="1094"/>
                  </a:cubicBezTo>
                  <a:lnTo>
                    <a:pt x="3040" y="1094"/>
                  </a:lnTo>
                  <a:cubicBezTo>
                    <a:pt x="3070" y="1094"/>
                    <a:pt x="3110" y="1094"/>
                    <a:pt x="3160" y="1104"/>
                  </a:cubicBezTo>
                  <a:lnTo>
                    <a:pt x="3170" y="1104"/>
                  </a:lnTo>
                  <a:lnTo>
                    <a:pt x="3170" y="1114"/>
                  </a:lnTo>
                  <a:lnTo>
                    <a:pt x="3200" y="1114"/>
                  </a:lnTo>
                  <a:cubicBezTo>
                    <a:pt x="3632" y="1224"/>
                    <a:pt x="4314" y="2047"/>
                    <a:pt x="4615" y="2047"/>
                  </a:cubicBezTo>
                  <a:cubicBezTo>
                    <a:pt x="4655" y="2047"/>
                    <a:pt x="4685" y="2027"/>
                    <a:pt x="4715" y="1997"/>
                  </a:cubicBezTo>
                  <a:cubicBezTo>
                    <a:pt x="4715" y="1997"/>
                    <a:pt x="4715" y="1997"/>
                    <a:pt x="4715" y="1987"/>
                  </a:cubicBezTo>
                  <a:cubicBezTo>
                    <a:pt x="4755" y="1936"/>
                    <a:pt x="4825" y="1916"/>
                    <a:pt x="4926" y="1916"/>
                  </a:cubicBezTo>
                  <a:lnTo>
                    <a:pt x="4976" y="1916"/>
                  </a:lnTo>
                  <a:cubicBezTo>
                    <a:pt x="5006" y="1916"/>
                    <a:pt x="5026" y="1916"/>
                    <a:pt x="5056" y="1926"/>
                  </a:cubicBezTo>
                  <a:cubicBezTo>
                    <a:pt x="5186" y="1946"/>
                    <a:pt x="5337" y="1987"/>
                    <a:pt x="5497" y="2027"/>
                  </a:cubicBezTo>
                  <a:cubicBezTo>
                    <a:pt x="5497" y="2027"/>
                    <a:pt x="5497" y="2027"/>
                    <a:pt x="5507" y="2037"/>
                  </a:cubicBezTo>
                  <a:lnTo>
                    <a:pt x="5537" y="2037"/>
                  </a:lnTo>
                  <a:cubicBezTo>
                    <a:pt x="5537" y="2047"/>
                    <a:pt x="5548" y="2047"/>
                    <a:pt x="5548" y="2047"/>
                  </a:cubicBezTo>
                  <a:lnTo>
                    <a:pt x="5568" y="2047"/>
                  </a:lnTo>
                  <a:lnTo>
                    <a:pt x="5598" y="2057"/>
                  </a:lnTo>
                  <a:cubicBezTo>
                    <a:pt x="5628" y="2067"/>
                    <a:pt x="5648" y="2077"/>
                    <a:pt x="5678" y="2087"/>
                  </a:cubicBezTo>
                  <a:cubicBezTo>
                    <a:pt x="5828" y="2127"/>
                    <a:pt x="5959" y="2167"/>
                    <a:pt x="6069" y="2197"/>
                  </a:cubicBezTo>
                  <a:lnTo>
                    <a:pt x="6109" y="2197"/>
                  </a:lnTo>
                  <a:cubicBezTo>
                    <a:pt x="6119" y="2197"/>
                    <a:pt x="6139" y="2207"/>
                    <a:pt x="6149" y="2207"/>
                  </a:cubicBezTo>
                  <a:lnTo>
                    <a:pt x="6199" y="2207"/>
                  </a:lnTo>
                  <a:cubicBezTo>
                    <a:pt x="6250" y="2207"/>
                    <a:pt x="6290" y="2187"/>
                    <a:pt x="6290" y="2157"/>
                  </a:cubicBezTo>
                  <a:cubicBezTo>
                    <a:pt x="6290" y="2157"/>
                    <a:pt x="6290" y="2157"/>
                    <a:pt x="6290" y="2147"/>
                  </a:cubicBezTo>
                  <a:cubicBezTo>
                    <a:pt x="6300" y="2137"/>
                    <a:pt x="6310" y="2127"/>
                    <a:pt x="6330" y="2127"/>
                  </a:cubicBezTo>
                  <a:lnTo>
                    <a:pt x="6340" y="2127"/>
                  </a:lnTo>
                  <a:cubicBezTo>
                    <a:pt x="6470" y="2127"/>
                    <a:pt x="6892" y="2378"/>
                    <a:pt x="7323" y="2639"/>
                  </a:cubicBezTo>
                  <a:cubicBezTo>
                    <a:pt x="7363" y="2669"/>
                    <a:pt x="7393" y="2689"/>
                    <a:pt x="7433" y="2709"/>
                  </a:cubicBezTo>
                  <a:cubicBezTo>
                    <a:pt x="7433" y="2709"/>
                    <a:pt x="7433" y="2709"/>
                    <a:pt x="7443" y="2719"/>
                  </a:cubicBezTo>
                  <a:cubicBezTo>
                    <a:pt x="7443" y="2719"/>
                    <a:pt x="7453" y="2719"/>
                    <a:pt x="7463" y="2729"/>
                  </a:cubicBezTo>
                  <a:cubicBezTo>
                    <a:pt x="7473" y="2729"/>
                    <a:pt x="7473" y="2739"/>
                    <a:pt x="7473" y="2739"/>
                  </a:cubicBezTo>
                  <a:cubicBezTo>
                    <a:pt x="7483" y="2739"/>
                    <a:pt x="7483" y="2739"/>
                    <a:pt x="7483" y="2749"/>
                  </a:cubicBezTo>
                  <a:cubicBezTo>
                    <a:pt x="7493" y="2749"/>
                    <a:pt x="7503" y="2749"/>
                    <a:pt x="7503" y="2759"/>
                  </a:cubicBezTo>
                  <a:cubicBezTo>
                    <a:pt x="7524" y="2769"/>
                    <a:pt x="7544" y="2779"/>
                    <a:pt x="7554" y="2789"/>
                  </a:cubicBezTo>
                  <a:cubicBezTo>
                    <a:pt x="8005" y="3070"/>
                    <a:pt x="8406" y="3331"/>
                    <a:pt x="8466" y="3331"/>
                  </a:cubicBezTo>
                  <a:cubicBezTo>
                    <a:pt x="8466" y="3331"/>
                    <a:pt x="8466" y="3331"/>
                    <a:pt x="8466" y="3321"/>
                  </a:cubicBezTo>
                  <a:cubicBezTo>
                    <a:pt x="8446" y="3281"/>
                    <a:pt x="8406" y="3210"/>
                    <a:pt x="8406" y="3150"/>
                  </a:cubicBezTo>
                  <a:cubicBezTo>
                    <a:pt x="8406" y="3090"/>
                    <a:pt x="8446" y="3050"/>
                    <a:pt x="8597" y="3050"/>
                  </a:cubicBezTo>
                  <a:lnTo>
                    <a:pt x="8617" y="3050"/>
                  </a:lnTo>
                  <a:cubicBezTo>
                    <a:pt x="8757" y="3050"/>
                    <a:pt x="8988" y="3090"/>
                    <a:pt x="9349" y="3200"/>
                  </a:cubicBezTo>
                  <a:cubicBezTo>
                    <a:pt x="9560" y="3260"/>
                    <a:pt x="9710" y="3301"/>
                    <a:pt x="9810" y="3301"/>
                  </a:cubicBezTo>
                  <a:cubicBezTo>
                    <a:pt x="9600" y="3230"/>
                    <a:pt x="9419" y="3120"/>
                    <a:pt x="9289" y="2960"/>
                  </a:cubicBezTo>
                  <a:cubicBezTo>
                    <a:pt x="9058" y="2679"/>
                    <a:pt x="7263" y="1595"/>
                    <a:pt x="6892" y="1415"/>
                  </a:cubicBezTo>
                  <a:cubicBezTo>
                    <a:pt x="6661" y="1294"/>
                    <a:pt x="6380" y="1224"/>
                    <a:pt x="6139" y="1114"/>
                  </a:cubicBezTo>
                  <a:cubicBezTo>
                    <a:pt x="5267" y="693"/>
                    <a:pt x="3973" y="1"/>
                    <a:pt x="32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3" name="Google Shape;6713;p34"/>
            <p:cNvSpPr/>
            <p:nvPr/>
          </p:nvSpPr>
          <p:spPr>
            <a:xfrm>
              <a:off x="213616" y="734980"/>
              <a:ext cx="711709" cy="215800"/>
            </a:xfrm>
            <a:custGeom>
              <a:avLst/>
              <a:gdLst/>
              <a:ahLst/>
              <a:cxnLst/>
              <a:rect l="l" t="t" r="r" b="b"/>
              <a:pathLst>
                <a:path w="8588" h="2604" extrusionOk="0">
                  <a:moveTo>
                    <a:pt x="8587" y="0"/>
                  </a:moveTo>
                  <a:cubicBezTo>
                    <a:pt x="8336" y="20"/>
                    <a:pt x="8086" y="90"/>
                    <a:pt x="7775" y="211"/>
                  </a:cubicBezTo>
                  <a:cubicBezTo>
                    <a:pt x="6721" y="662"/>
                    <a:pt x="5528" y="883"/>
                    <a:pt x="4374" y="1174"/>
                  </a:cubicBezTo>
                  <a:cubicBezTo>
                    <a:pt x="2860" y="1545"/>
                    <a:pt x="1395" y="2026"/>
                    <a:pt x="1" y="2598"/>
                  </a:cubicBezTo>
                  <a:cubicBezTo>
                    <a:pt x="28" y="2602"/>
                    <a:pt x="59" y="2603"/>
                    <a:pt x="93" y="2603"/>
                  </a:cubicBezTo>
                  <a:cubicBezTo>
                    <a:pt x="545" y="2603"/>
                    <a:pt x="1560" y="2305"/>
                    <a:pt x="2549" y="2006"/>
                  </a:cubicBezTo>
                  <a:cubicBezTo>
                    <a:pt x="3530" y="1710"/>
                    <a:pt x="4488" y="1414"/>
                    <a:pt x="4824" y="1414"/>
                  </a:cubicBezTo>
                  <a:cubicBezTo>
                    <a:pt x="4921" y="1414"/>
                    <a:pt x="4966" y="1439"/>
                    <a:pt x="4946" y="1495"/>
                  </a:cubicBezTo>
                  <a:cubicBezTo>
                    <a:pt x="4881" y="1705"/>
                    <a:pt x="5113" y="1747"/>
                    <a:pt x="5489" y="1747"/>
                  </a:cubicBezTo>
                  <a:cubicBezTo>
                    <a:pt x="5634" y="1747"/>
                    <a:pt x="5800" y="1741"/>
                    <a:pt x="5979" y="1735"/>
                  </a:cubicBezTo>
                  <a:cubicBezTo>
                    <a:pt x="7062" y="1254"/>
                    <a:pt x="7835" y="602"/>
                    <a:pt x="8587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4" name="Google Shape;6714;p34"/>
            <p:cNvSpPr/>
            <p:nvPr/>
          </p:nvSpPr>
          <p:spPr>
            <a:xfrm>
              <a:off x="213616" y="734980"/>
              <a:ext cx="711709" cy="216214"/>
            </a:xfrm>
            <a:custGeom>
              <a:avLst/>
              <a:gdLst/>
              <a:ahLst/>
              <a:cxnLst/>
              <a:rect l="l" t="t" r="r" b="b"/>
              <a:pathLst>
                <a:path w="8588" h="2609" extrusionOk="0">
                  <a:moveTo>
                    <a:pt x="8587" y="0"/>
                  </a:moveTo>
                  <a:cubicBezTo>
                    <a:pt x="8336" y="20"/>
                    <a:pt x="8086" y="90"/>
                    <a:pt x="7775" y="211"/>
                  </a:cubicBezTo>
                  <a:cubicBezTo>
                    <a:pt x="6721" y="662"/>
                    <a:pt x="5528" y="883"/>
                    <a:pt x="4374" y="1174"/>
                  </a:cubicBezTo>
                  <a:cubicBezTo>
                    <a:pt x="2860" y="1545"/>
                    <a:pt x="1395" y="2026"/>
                    <a:pt x="1" y="2598"/>
                  </a:cubicBezTo>
                  <a:lnTo>
                    <a:pt x="11" y="2598"/>
                  </a:lnTo>
                  <a:cubicBezTo>
                    <a:pt x="31" y="2598"/>
                    <a:pt x="51" y="2608"/>
                    <a:pt x="81" y="2608"/>
                  </a:cubicBezTo>
                  <a:lnTo>
                    <a:pt x="101" y="2608"/>
                  </a:lnTo>
                  <a:cubicBezTo>
                    <a:pt x="543" y="2608"/>
                    <a:pt x="1556" y="2307"/>
                    <a:pt x="2549" y="2006"/>
                  </a:cubicBezTo>
                  <a:cubicBezTo>
                    <a:pt x="3532" y="1715"/>
                    <a:pt x="4485" y="1414"/>
                    <a:pt x="4826" y="1414"/>
                  </a:cubicBezTo>
                  <a:lnTo>
                    <a:pt x="4836" y="1414"/>
                  </a:lnTo>
                  <a:cubicBezTo>
                    <a:pt x="4916" y="1414"/>
                    <a:pt x="4956" y="1434"/>
                    <a:pt x="4956" y="1475"/>
                  </a:cubicBezTo>
                  <a:cubicBezTo>
                    <a:pt x="4956" y="1485"/>
                    <a:pt x="4956" y="1485"/>
                    <a:pt x="4946" y="1495"/>
                  </a:cubicBezTo>
                  <a:cubicBezTo>
                    <a:pt x="4936" y="1525"/>
                    <a:pt x="4936" y="1545"/>
                    <a:pt x="4936" y="1565"/>
                  </a:cubicBezTo>
                  <a:cubicBezTo>
                    <a:pt x="4936" y="1715"/>
                    <a:pt x="5167" y="1745"/>
                    <a:pt x="5508" y="1745"/>
                  </a:cubicBezTo>
                  <a:lnTo>
                    <a:pt x="5889" y="1745"/>
                  </a:lnTo>
                  <a:cubicBezTo>
                    <a:pt x="5919" y="1735"/>
                    <a:pt x="5939" y="1735"/>
                    <a:pt x="5959" y="1735"/>
                  </a:cubicBezTo>
                  <a:lnTo>
                    <a:pt x="5979" y="1735"/>
                  </a:lnTo>
                  <a:cubicBezTo>
                    <a:pt x="7062" y="1254"/>
                    <a:pt x="7835" y="602"/>
                    <a:pt x="85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5" name="Google Shape;6715;p34"/>
            <p:cNvSpPr/>
            <p:nvPr/>
          </p:nvSpPr>
          <p:spPr>
            <a:xfrm>
              <a:off x="1123049" y="826387"/>
              <a:ext cx="193756" cy="114778"/>
            </a:xfrm>
            <a:custGeom>
              <a:avLst/>
              <a:gdLst/>
              <a:ahLst/>
              <a:cxnLst/>
              <a:rect l="l" t="t" r="r" b="b"/>
              <a:pathLst>
                <a:path w="2338" h="1385" extrusionOk="0">
                  <a:moveTo>
                    <a:pt x="833" y="0"/>
                  </a:moveTo>
                  <a:cubicBezTo>
                    <a:pt x="632" y="321"/>
                    <a:pt x="291" y="502"/>
                    <a:pt x="0" y="693"/>
                  </a:cubicBezTo>
                  <a:cubicBezTo>
                    <a:pt x="151" y="693"/>
                    <a:pt x="291" y="713"/>
                    <a:pt x="382" y="773"/>
                  </a:cubicBezTo>
                  <a:cubicBezTo>
                    <a:pt x="532" y="883"/>
                    <a:pt x="542" y="1124"/>
                    <a:pt x="552" y="1385"/>
                  </a:cubicBezTo>
                  <a:cubicBezTo>
                    <a:pt x="1224" y="943"/>
                    <a:pt x="2037" y="392"/>
                    <a:pt x="2337" y="311"/>
                  </a:cubicBezTo>
                  <a:cubicBezTo>
                    <a:pt x="1846" y="201"/>
                    <a:pt x="1244" y="261"/>
                    <a:pt x="833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6" name="Google Shape;6716;p34"/>
            <p:cNvSpPr/>
            <p:nvPr/>
          </p:nvSpPr>
          <p:spPr>
            <a:xfrm>
              <a:off x="1123049" y="826387"/>
              <a:ext cx="193756" cy="114778"/>
            </a:xfrm>
            <a:custGeom>
              <a:avLst/>
              <a:gdLst/>
              <a:ahLst/>
              <a:cxnLst/>
              <a:rect l="l" t="t" r="r" b="b"/>
              <a:pathLst>
                <a:path w="2338" h="1385" extrusionOk="0">
                  <a:moveTo>
                    <a:pt x="833" y="0"/>
                  </a:moveTo>
                  <a:cubicBezTo>
                    <a:pt x="632" y="321"/>
                    <a:pt x="291" y="502"/>
                    <a:pt x="0" y="693"/>
                  </a:cubicBezTo>
                  <a:lnTo>
                    <a:pt x="30" y="693"/>
                  </a:lnTo>
                  <a:cubicBezTo>
                    <a:pt x="171" y="693"/>
                    <a:pt x="291" y="713"/>
                    <a:pt x="382" y="773"/>
                  </a:cubicBezTo>
                  <a:cubicBezTo>
                    <a:pt x="532" y="883"/>
                    <a:pt x="542" y="1124"/>
                    <a:pt x="552" y="1385"/>
                  </a:cubicBezTo>
                  <a:cubicBezTo>
                    <a:pt x="1224" y="943"/>
                    <a:pt x="2037" y="392"/>
                    <a:pt x="2337" y="311"/>
                  </a:cubicBezTo>
                  <a:cubicBezTo>
                    <a:pt x="1846" y="201"/>
                    <a:pt x="1244" y="261"/>
                    <a:pt x="833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7" name="Google Shape;6717;p34"/>
            <p:cNvSpPr/>
            <p:nvPr/>
          </p:nvSpPr>
          <p:spPr>
            <a:xfrm>
              <a:off x="321681" y="1721649"/>
              <a:ext cx="10110" cy="4226"/>
            </a:xfrm>
            <a:custGeom>
              <a:avLst/>
              <a:gdLst/>
              <a:ahLst/>
              <a:cxnLst/>
              <a:rect l="l" t="t" r="r" b="b"/>
              <a:pathLst>
                <a:path w="122" h="51" extrusionOk="0">
                  <a:moveTo>
                    <a:pt x="1" y="0"/>
                  </a:moveTo>
                  <a:cubicBezTo>
                    <a:pt x="31" y="10"/>
                    <a:pt x="51" y="30"/>
                    <a:pt x="81" y="50"/>
                  </a:cubicBezTo>
                  <a:lnTo>
                    <a:pt x="121" y="40"/>
                  </a:lnTo>
                  <a:cubicBezTo>
                    <a:pt x="81" y="30"/>
                    <a:pt x="41" y="10"/>
                    <a:pt x="1" y="0"/>
                  </a:cubicBezTo>
                  <a:close/>
                </a:path>
              </a:pathLst>
            </a:custGeom>
            <a:solidFill>
              <a:srgbClr val="C4EA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8" name="Google Shape;6718;p34"/>
            <p:cNvSpPr/>
            <p:nvPr/>
          </p:nvSpPr>
          <p:spPr>
            <a:xfrm>
              <a:off x="479634" y="1788112"/>
              <a:ext cx="279363" cy="100690"/>
            </a:xfrm>
            <a:custGeom>
              <a:avLst/>
              <a:gdLst/>
              <a:ahLst/>
              <a:cxnLst/>
              <a:rect l="l" t="t" r="r" b="b"/>
              <a:pathLst>
                <a:path w="3371" h="1215" extrusionOk="0">
                  <a:moveTo>
                    <a:pt x="221" y="1"/>
                  </a:moveTo>
                  <a:cubicBezTo>
                    <a:pt x="151" y="61"/>
                    <a:pt x="81" y="111"/>
                    <a:pt x="1" y="161"/>
                  </a:cubicBezTo>
                  <a:cubicBezTo>
                    <a:pt x="1064" y="593"/>
                    <a:pt x="2207" y="924"/>
                    <a:pt x="3371" y="1214"/>
                  </a:cubicBezTo>
                  <a:cubicBezTo>
                    <a:pt x="2348" y="813"/>
                    <a:pt x="1295" y="412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9" name="Google Shape;6719;p34"/>
            <p:cNvSpPr/>
            <p:nvPr/>
          </p:nvSpPr>
          <p:spPr>
            <a:xfrm>
              <a:off x="2028256" y="1258646"/>
              <a:ext cx="184640" cy="10856"/>
            </a:xfrm>
            <a:custGeom>
              <a:avLst/>
              <a:gdLst/>
              <a:ahLst/>
              <a:cxnLst/>
              <a:rect l="l" t="t" r="r" b="b"/>
              <a:pathLst>
                <a:path w="2228" h="131" extrusionOk="0">
                  <a:moveTo>
                    <a:pt x="2177" y="131"/>
                  </a:moveTo>
                  <a:lnTo>
                    <a:pt x="2177" y="131"/>
                  </a:lnTo>
                  <a:cubicBezTo>
                    <a:pt x="2197" y="131"/>
                    <a:pt x="2217" y="131"/>
                    <a:pt x="2227" y="131"/>
                  </a:cubicBezTo>
                  <a:cubicBezTo>
                    <a:pt x="2217" y="131"/>
                    <a:pt x="2197" y="131"/>
                    <a:pt x="2177" y="131"/>
                  </a:cubicBezTo>
                  <a:close/>
                  <a:moveTo>
                    <a:pt x="2227" y="131"/>
                  </a:moveTo>
                  <a:lnTo>
                    <a:pt x="2227" y="131"/>
                  </a:lnTo>
                  <a:lnTo>
                    <a:pt x="2227" y="131"/>
                  </a:lnTo>
                  <a:close/>
                  <a:moveTo>
                    <a:pt x="1285" y="20"/>
                  </a:moveTo>
                  <a:cubicBezTo>
                    <a:pt x="1285" y="20"/>
                    <a:pt x="1285" y="20"/>
                    <a:pt x="1274" y="20"/>
                  </a:cubicBezTo>
                  <a:lnTo>
                    <a:pt x="1274" y="20"/>
                  </a:lnTo>
                  <a:lnTo>
                    <a:pt x="1274" y="20"/>
                  </a:lnTo>
                  <a:cubicBezTo>
                    <a:pt x="1285" y="20"/>
                    <a:pt x="1285" y="20"/>
                    <a:pt x="1285" y="20"/>
                  </a:cubicBezTo>
                  <a:close/>
                  <a:moveTo>
                    <a:pt x="1244" y="20"/>
                  </a:moveTo>
                  <a:cubicBezTo>
                    <a:pt x="1244" y="10"/>
                    <a:pt x="1244" y="10"/>
                    <a:pt x="1234" y="10"/>
                  </a:cubicBezTo>
                  <a:cubicBezTo>
                    <a:pt x="1244" y="10"/>
                    <a:pt x="1244" y="10"/>
                    <a:pt x="1244" y="20"/>
                  </a:cubicBezTo>
                  <a:close/>
                  <a:moveTo>
                    <a:pt x="1164" y="0"/>
                  </a:moveTo>
                  <a:cubicBezTo>
                    <a:pt x="1164" y="0"/>
                    <a:pt x="1164" y="0"/>
                    <a:pt x="1164" y="0"/>
                  </a:cubicBezTo>
                  <a:cubicBezTo>
                    <a:pt x="1164" y="0"/>
                    <a:pt x="1164" y="0"/>
                    <a:pt x="1164" y="0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0" name="Google Shape;6720;p34"/>
            <p:cNvSpPr/>
            <p:nvPr/>
          </p:nvSpPr>
          <p:spPr>
            <a:xfrm>
              <a:off x="2070686" y="1252845"/>
              <a:ext cx="127209" cy="5884"/>
            </a:xfrm>
            <a:custGeom>
              <a:avLst/>
              <a:gdLst/>
              <a:ahLst/>
              <a:cxnLst/>
              <a:rect l="l" t="t" r="r" b="b"/>
              <a:pathLst>
                <a:path w="1535" h="71" extrusionOk="0">
                  <a:moveTo>
                    <a:pt x="592" y="70"/>
                  </a:moveTo>
                  <a:cubicBezTo>
                    <a:pt x="592" y="60"/>
                    <a:pt x="582" y="60"/>
                    <a:pt x="572" y="60"/>
                  </a:cubicBezTo>
                  <a:cubicBezTo>
                    <a:pt x="582" y="60"/>
                    <a:pt x="592" y="60"/>
                    <a:pt x="592" y="70"/>
                  </a:cubicBezTo>
                  <a:close/>
                  <a:moveTo>
                    <a:pt x="542" y="60"/>
                  </a:moveTo>
                  <a:cubicBezTo>
                    <a:pt x="522" y="60"/>
                    <a:pt x="492" y="50"/>
                    <a:pt x="472" y="50"/>
                  </a:cubicBezTo>
                  <a:cubicBezTo>
                    <a:pt x="492" y="50"/>
                    <a:pt x="522" y="60"/>
                    <a:pt x="542" y="60"/>
                  </a:cubicBezTo>
                  <a:close/>
                  <a:moveTo>
                    <a:pt x="472" y="50"/>
                  </a:moveTo>
                  <a:cubicBezTo>
                    <a:pt x="361" y="30"/>
                    <a:pt x="251" y="20"/>
                    <a:pt x="151" y="10"/>
                  </a:cubicBezTo>
                  <a:cubicBezTo>
                    <a:pt x="251" y="20"/>
                    <a:pt x="361" y="30"/>
                    <a:pt x="472" y="50"/>
                  </a:cubicBezTo>
                  <a:close/>
                  <a:moveTo>
                    <a:pt x="131" y="10"/>
                  </a:moveTo>
                  <a:cubicBezTo>
                    <a:pt x="90" y="0"/>
                    <a:pt x="50" y="0"/>
                    <a:pt x="0" y="0"/>
                  </a:cubicBezTo>
                  <a:cubicBezTo>
                    <a:pt x="50" y="0"/>
                    <a:pt x="90" y="0"/>
                    <a:pt x="131" y="10"/>
                  </a:cubicBezTo>
                  <a:close/>
                  <a:moveTo>
                    <a:pt x="1535" y="10"/>
                  </a:moveTo>
                  <a:cubicBezTo>
                    <a:pt x="1535" y="10"/>
                    <a:pt x="1535" y="0"/>
                    <a:pt x="1535" y="0"/>
                  </a:cubicBezTo>
                  <a:cubicBezTo>
                    <a:pt x="1535" y="0"/>
                    <a:pt x="1535" y="10"/>
                    <a:pt x="1535" y="10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1" name="Google Shape;6721;p34"/>
            <p:cNvSpPr/>
            <p:nvPr/>
          </p:nvSpPr>
          <p:spPr>
            <a:xfrm>
              <a:off x="2054857" y="1251187"/>
              <a:ext cx="140552" cy="912"/>
            </a:xfrm>
            <a:custGeom>
              <a:avLst/>
              <a:gdLst/>
              <a:ahLst/>
              <a:cxnLst/>
              <a:rect l="l" t="t" r="r" b="b"/>
              <a:pathLst>
                <a:path w="1696" h="11" extrusionOk="0">
                  <a:moveTo>
                    <a:pt x="161" y="10"/>
                  </a:moveTo>
                  <a:cubicBezTo>
                    <a:pt x="101" y="10"/>
                    <a:pt x="51" y="10"/>
                    <a:pt x="1" y="0"/>
                  </a:cubicBezTo>
                  <a:cubicBezTo>
                    <a:pt x="51" y="10"/>
                    <a:pt x="101" y="10"/>
                    <a:pt x="161" y="10"/>
                  </a:cubicBezTo>
                  <a:close/>
                  <a:moveTo>
                    <a:pt x="1696" y="10"/>
                  </a:moveTo>
                  <a:cubicBezTo>
                    <a:pt x="1686" y="10"/>
                    <a:pt x="1686" y="0"/>
                    <a:pt x="1676" y="0"/>
                  </a:cubicBezTo>
                  <a:cubicBezTo>
                    <a:pt x="1686" y="0"/>
                    <a:pt x="1686" y="10"/>
                    <a:pt x="1696" y="10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2" name="Google Shape;6722;p34"/>
            <p:cNvSpPr/>
            <p:nvPr/>
          </p:nvSpPr>
          <p:spPr>
            <a:xfrm>
              <a:off x="1943478" y="1133924"/>
              <a:ext cx="315993" cy="117347"/>
            </a:xfrm>
            <a:custGeom>
              <a:avLst/>
              <a:gdLst/>
              <a:ahLst/>
              <a:cxnLst/>
              <a:rect l="l" t="t" r="r" b="b"/>
              <a:pathLst>
                <a:path w="3813" h="1416" extrusionOk="0">
                  <a:moveTo>
                    <a:pt x="1284" y="1415"/>
                  </a:moveTo>
                  <a:lnTo>
                    <a:pt x="1284" y="1415"/>
                  </a:lnTo>
                  <a:lnTo>
                    <a:pt x="1284" y="1415"/>
                  </a:lnTo>
                  <a:lnTo>
                    <a:pt x="1284" y="1415"/>
                  </a:lnTo>
                  <a:close/>
                  <a:moveTo>
                    <a:pt x="3752" y="994"/>
                  </a:moveTo>
                  <a:lnTo>
                    <a:pt x="3752" y="994"/>
                  </a:lnTo>
                  <a:lnTo>
                    <a:pt x="3752" y="994"/>
                  </a:lnTo>
                  <a:lnTo>
                    <a:pt x="3752" y="994"/>
                  </a:lnTo>
                  <a:close/>
                  <a:moveTo>
                    <a:pt x="3812" y="994"/>
                  </a:moveTo>
                  <a:lnTo>
                    <a:pt x="3812" y="994"/>
                  </a:lnTo>
                  <a:lnTo>
                    <a:pt x="3812" y="994"/>
                  </a:lnTo>
                  <a:lnTo>
                    <a:pt x="3812" y="994"/>
                  </a:lnTo>
                  <a:close/>
                  <a:moveTo>
                    <a:pt x="3692" y="994"/>
                  </a:moveTo>
                  <a:cubicBezTo>
                    <a:pt x="3682" y="984"/>
                    <a:pt x="3672" y="984"/>
                    <a:pt x="3652" y="984"/>
                  </a:cubicBezTo>
                  <a:cubicBezTo>
                    <a:pt x="3672" y="984"/>
                    <a:pt x="3682" y="984"/>
                    <a:pt x="3692" y="994"/>
                  </a:cubicBezTo>
                  <a:close/>
                  <a:moveTo>
                    <a:pt x="3632" y="984"/>
                  </a:moveTo>
                  <a:lnTo>
                    <a:pt x="3622" y="974"/>
                  </a:lnTo>
                  <a:lnTo>
                    <a:pt x="3632" y="984"/>
                  </a:lnTo>
                  <a:close/>
                  <a:moveTo>
                    <a:pt x="3611" y="974"/>
                  </a:moveTo>
                  <a:cubicBezTo>
                    <a:pt x="3581" y="974"/>
                    <a:pt x="3561" y="964"/>
                    <a:pt x="3531" y="954"/>
                  </a:cubicBezTo>
                  <a:cubicBezTo>
                    <a:pt x="3561" y="964"/>
                    <a:pt x="3581" y="974"/>
                    <a:pt x="3611" y="974"/>
                  </a:cubicBezTo>
                  <a:close/>
                  <a:moveTo>
                    <a:pt x="2558" y="562"/>
                  </a:moveTo>
                  <a:cubicBezTo>
                    <a:pt x="2217" y="412"/>
                    <a:pt x="1886" y="282"/>
                    <a:pt x="1625" y="282"/>
                  </a:cubicBezTo>
                  <a:cubicBezTo>
                    <a:pt x="1605" y="282"/>
                    <a:pt x="1585" y="282"/>
                    <a:pt x="1565" y="282"/>
                  </a:cubicBezTo>
                  <a:cubicBezTo>
                    <a:pt x="1585" y="282"/>
                    <a:pt x="1605" y="282"/>
                    <a:pt x="1625" y="282"/>
                  </a:cubicBezTo>
                  <a:cubicBezTo>
                    <a:pt x="1886" y="282"/>
                    <a:pt x="2217" y="412"/>
                    <a:pt x="2558" y="562"/>
                  </a:cubicBezTo>
                  <a:close/>
                  <a:moveTo>
                    <a:pt x="1405" y="302"/>
                  </a:moveTo>
                  <a:lnTo>
                    <a:pt x="1405" y="302"/>
                  </a:lnTo>
                  <a:lnTo>
                    <a:pt x="1405" y="302"/>
                  </a:lnTo>
                  <a:lnTo>
                    <a:pt x="1405" y="302"/>
                  </a:lnTo>
                  <a:close/>
                  <a:moveTo>
                    <a:pt x="1395" y="302"/>
                  </a:moveTo>
                  <a:cubicBezTo>
                    <a:pt x="1174" y="302"/>
                    <a:pt x="873" y="191"/>
                    <a:pt x="592" y="71"/>
                  </a:cubicBezTo>
                  <a:cubicBezTo>
                    <a:pt x="873" y="191"/>
                    <a:pt x="1174" y="302"/>
                    <a:pt x="1395" y="302"/>
                  </a:cubicBezTo>
                  <a:close/>
                  <a:moveTo>
                    <a:pt x="1495" y="302"/>
                  </a:moveTo>
                  <a:cubicBezTo>
                    <a:pt x="1495" y="292"/>
                    <a:pt x="1505" y="292"/>
                    <a:pt x="1505" y="292"/>
                  </a:cubicBezTo>
                  <a:cubicBezTo>
                    <a:pt x="1505" y="292"/>
                    <a:pt x="1505" y="292"/>
                    <a:pt x="1505" y="292"/>
                  </a:cubicBezTo>
                  <a:cubicBezTo>
                    <a:pt x="1505" y="292"/>
                    <a:pt x="1505" y="292"/>
                    <a:pt x="1505" y="292"/>
                  </a:cubicBezTo>
                  <a:cubicBezTo>
                    <a:pt x="1505" y="292"/>
                    <a:pt x="1495" y="292"/>
                    <a:pt x="1495" y="302"/>
                  </a:cubicBezTo>
                  <a:close/>
                  <a:moveTo>
                    <a:pt x="1515" y="292"/>
                  </a:moveTo>
                  <a:cubicBezTo>
                    <a:pt x="1515" y="292"/>
                    <a:pt x="1515" y="292"/>
                    <a:pt x="1515" y="292"/>
                  </a:cubicBezTo>
                  <a:cubicBezTo>
                    <a:pt x="1515" y="292"/>
                    <a:pt x="1515" y="292"/>
                    <a:pt x="1515" y="292"/>
                  </a:cubicBezTo>
                  <a:close/>
                  <a:moveTo>
                    <a:pt x="592" y="71"/>
                  </a:moveTo>
                  <a:lnTo>
                    <a:pt x="582" y="61"/>
                  </a:lnTo>
                  <a:lnTo>
                    <a:pt x="592" y="71"/>
                  </a:lnTo>
                  <a:close/>
                  <a:moveTo>
                    <a:pt x="562" y="61"/>
                  </a:moveTo>
                  <a:cubicBezTo>
                    <a:pt x="562" y="51"/>
                    <a:pt x="552" y="51"/>
                    <a:pt x="542" y="51"/>
                  </a:cubicBezTo>
                  <a:lnTo>
                    <a:pt x="542" y="51"/>
                  </a:lnTo>
                  <a:lnTo>
                    <a:pt x="542" y="51"/>
                  </a:lnTo>
                  <a:cubicBezTo>
                    <a:pt x="552" y="51"/>
                    <a:pt x="562" y="51"/>
                    <a:pt x="562" y="61"/>
                  </a:cubicBezTo>
                  <a:close/>
                  <a:moveTo>
                    <a:pt x="522" y="41"/>
                  </a:moveTo>
                  <a:cubicBezTo>
                    <a:pt x="522" y="41"/>
                    <a:pt x="512" y="31"/>
                    <a:pt x="512" y="31"/>
                  </a:cubicBezTo>
                  <a:cubicBezTo>
                    <a:pt x="512" y="31"/>
                    <a:pt x="522" y="41"/>
                    <a:pt x="522" y="41"/>
                  </a:cubicBezTo>
                  <a:close/>
                  <a:moveTo>
                    <a:pt x="482" y="21"/>
                  </a:moveTo>
                  <a:cubicBezTo>
                    <a:pt x="482" y="21"/>
                    <a:pt x="472" y="21"/>
                    <a:pt x="472" y="11"/>
                  </a:cubicBezTo>
                  <a:cubicBezTo>
                    <a:pt x="472" y="21"/>
                    <a:pt x="482" y="21"/>
                    <a:pt x="482" y="21"/>
                  </a:cubicBezTo>
                  <a:close/>
                  <a:moveTo>
                    <a:pt x="452" y="11"/>
                  </a:moveTo>
                  <a:cubicBezTo>
                    <a:pt x="452" y="11"/>
                    <a:pt x="452" y="11"/>
                    <a:pt x="452" y="11"/>
                  </a:cubicBezTo>
                  <a:cubicBezTo>
                    <a:pt x="452" y="11"/>
                    <a:pt x="452" y="11"/>
                    <a:pt x="452" y="11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3" name="Google Shape;6723;p34"/>
            <p:cNvSpPr/>
            <p:nvPr/>
          </p:nvSpPr>
          <p:spPr>
            <a:xfrm>
              <a:off x="790568" y="949369"/>
              <a:ext cx="443119" cy="207927"/>
            </a:xfrm>
            <a:custGeom>
              <a:avLst/>
              <a:gdLst/>
              <a:ahLst/>
              <a:cxnLst/>
              <a:rect l="l" t="t" r="r" b="b"/>
              <a:pathLst>
                <a:path w="5347" h="2509" extrusionOk="0">
                  <a:moveTo>
                    <a:pt x="5346" y="2509"/>
                  </a:moveTo>
                  <a:cubicBezTo>
                    <a:pt x="5346" y="2509"/>
                    <a:pt x="5346" y="2509"/>
                    <a:pt x="5346" y="2509"/>
                  </a:cubicBezTo>
                  <a:cubicBezTo>
                    <a:pt x="5346" y="2509"/>
                    <a:pt x="5346" y="2509"/>
                    <a:pt x="5346" y="2509"/>
                  </a:cubicBezTo>
                  <a:close/>
                  <a:moveTo>
                    <a:pt x="5306" y="2479"/>
                  </a:moveTo>
                  <a:cubicBezTo>
                    <a:pt x="4915" y="2087"/>
                    <a:pt x="4594" y="1827"/>
                    <a:pt x="4323" y="1827"/>
                  </a:cubicBezTo>
                  <a:cubicBezTo>
                    <a:pt x="4594" y="1827"/>
                    <a:pt x="4915" y="2087"/>
                    <a:pt x="5306" y="2479"/>
                  </a:cubicBezTo>
                  <a:close/>
                  <a:moveTo>
                    <a:pt x="3902" y="1927"/>
                  </a:moveTo>
                  <a:lnTo>
                    <a:pt x="3902" y="1927"/>
                  </a:lnTo>
                  <a:lnTo>
                    <a:pt x="3902" y="1927"/>
                  </a:lnTo>
                  <a:lnTo>
                    <a:pt x="3902" y="1927"/>
                  </a:lnTo>
                  <a:close/>
                  <a:moveTo>
                    <a:pt x="3862" y="1927"/>
                  </a:moveTo>
                  <a:cubicBezTo>
                    <a:pt x="3721" y="1917"/>
                    <a:pt x="3551" y="1857"/>
                    <a:pt x="3390" y="1776"/>
                  </a:cubicBezTo>
                  <a:cubicBezTo>
                    <a:pt x="3551" y="1857"/>
                    <a:pt x="3721" y="1917"/>
                    <a:pt x="3862" y="1927"/>
                  </a:cubicBezTo>
                  <a:close/>
                  <a:moveTo>
                    <a:pt x="4113" y="1877"/>
                  </a:moveTo>
                  <a:cubicBezTo>
                    <a:pt x="4113" y="1877"/>
                    <a:pt x="4113" y="1877"/>
                    <a:pt x="4113" y="1877"/>
                  </a:cubicBezTo>
                  <a:cubicBezTo>
                    <a:pt x="4113" y="1877"/>
                    <a:pt x="4113" y="1877"/>
                    <a:pt x="4113" y="1877"/>
                  </a:cubicBezTo>
                  <a:close/>
                  <a:moveTo>
                    <a:pt x="4123" y="1877"/>
                  </a:moveTo>
                  <a:cubicBezTo>
                    <a:pt x="4123" y="1877"/>
                    <a:pt x="4123" y="1877"/>
                    <a:pt x="4123" y="1877"/>
                  </a:cubicBezTo>
                  <a:cubicBezTo>
                    <a:pt x="4133" y="1877"/>
                    <a:pt x="4133" y="1867"/>
                    <a:pt x="4133" y="1867"/>
                  </a:cubicBezTo>
                  <a:cubicBezTo>
                    <a:pt x="4133" y="1867"/>
                    <a:pt x="4133" y="1877"/>
                    <a:pt x="4123" y="1877"/>
                  </a:cubicBezTo>
                  <a:cubicBezTo>
                    <a:pt x="4123" y="1877"/>
                    <a:pt x="4123" y="1877"/>
                    <a:pt x="4123" y="1877"/>
                  </a:cubicBezTo>
                  <a:close/>
                  <a:moveTo>
                    <a:pt x="4313" y="1827"/>
                  </a:moveTo>
                  <a:lnTo>
                    <a:pt x="4313" y="1827"/>
                  </a:lnTo>
                  <a:lnTo>
                    <a:pt x="4313" y="1827"/>
                  </a:lnTo>
                  <a:lnTo>
                    <a:pt x="4313" y="1827"/>
                  </a:lnTo>
                  <a:close/>
                  <a:moveTo>
                    <a:pt x="3380" y="1776"/>
                  </a:moveTo>
                  <a:cubicBezTo>
                    <a:pt x="3360" y="1766"/>
                    <a:pt x="3340" y="1746"/>
                    <a:pt x="3320" y="1736"/>
                  </a:cubicBezTo>
                  <a:cubicBezTo>
                    <a:pt x="3340" y="1746"/>
                    <a:pt x="3360" y="1766"/>
                    <a:pt x="3380" y="1776"/>
                  </a:cubicBezTo>
                  <a:close/>
                  <a:moveTo>
                    <a:pt x="1976" y="914"/>
                  </a:moveTo>
                  <a:cubicBezTo>
                    <a:pt x="1976" y="914"/>
                    <a:pt x="1976" y="914"/>
                    <a:pt x="1976" y="914"/>
                  </a:cubicBezTo>
                  <a:cubicBezTo>
                    <a:pt x="1976" y="914"/>
                    <a:pt x="1976" y="914"/>
                    <a:pt x="1976" y="914"/>
                  </a:cubicBezTo>
                  <a:close/>
                  <a:moveTo>
                    <a:pt x="1966" y="914"/>
                  </a:moveTo>
                  <a:lnTo>
                    <a:pt x="1966" y="914"/>
                  </a:lnTo>
                  <a:cubicBezTo>
                    <a:pt x="1956" y="914"/>
                    <a:pt x="1956" y="914"/>
                    <a:pt x="1946" y="904"/>
                  </a:cubicBezTo>
                  <a:cubicBezTo>
                    <a:pt x="1956" y="914"/>
                    <a:pt x="1956" y="914"/>
                    <a:pt x="1966" y="914"/>
                  </a:cubicBezTo>
                  <a:lnTo>
                    <a:pt x="1966" y="914"/>
                  </a:lnTo>
                  <a:close/>
                  <a:moveTo>
                    <a:pt x="1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0" y="1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4" name="Google Shape;6724;p34"/>
            <p:cNvSpPr/>
            <p:nvPr/>
          </p:nvSpPr>
          <p:spPr>
            <a:xfrm>
              <a:off x="1505419" y="1031660"/>
              <a:ext cx="83" cy="8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5" name="Google Shape;6725;p34"/>
            <p:cNvSpPr/>
            <p:nvPr/>
          </p:nvSpPr>
          <p:spPr>
            <a:xfrm>
              <a:off x="1505419" y="1031660"/>
              <a:ext cx="83" cy="8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4EA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6" name="Google Shape;6726;p34"/>
            <p:cNvSpPr/>
            <p:nvPr/>
          </p:nvSpPr>
          <p:spPr>
            <a:xfrm>
              <a:off x="1931793" y="1116687"/>
              <a:ext cx="956349" cy="447926"/>
            </a:xfrm>
            <a:custGeom>
              <a:avLst/>
              <a:gdLst/>
              <a:ahLst/>
              <a:cxnLst/>
              <a:rect l="l" t="t" r="r" b="b"/>
              <a:pathLst>
                <a:path w="11540" h="5405" extrusionOk="0">
                  <a:moveTo>
                    <a:pt x="60" y="0"/>
                  </a:moveTo>
                  <a:cubicBezTo>
                    <a:pt x="0" y="0"/>
                    <a:pt x="17" y="60"/>
                    <a:pt x="152" y="219"/>
                  </a:cubicBezTo>
                  <a:cubicBezTo>
                    <a:pt x="703" y="881"/>
                    <a:pt x="1847" y="1021"/>
                    <a:pt x="3151" y="1623"/>
                  </a:cubicBezTo>
                  <a:cubicBezTo>
                    <a:pt x="3507" y="1789"/>
                    <a:pt x="3517" y="1844"/>
                    <a:pt x="3344" y="1844"/>
                  </a:cubicBezTo>
                  <a:cubicBezTo>
                    <a:pt x="3171" y="1844"/>
                    <a:pt x="2815" y="1789"/>
                    <a:pt x="2438" y="1733"/>
                  </a:cubicBezTo>
                  <a:cubicBezTo>
                    <a:pt x="2065" y="1679"/>
                    <a:pt x="1674" y="1625"/>
                    <a:pt x="1425" y="1625"/>
                  </a:cubicBezTo>
                  <a:cubicBezTo>
                    <a:pt x="1259" y="1625"/>
                    <a:pt x="1157" y="1649"/>
                    <a:pt x="1165" y="1713"/>
                  </a:cubicBezTo>
                  <a:cubicBezTo>
                    <a:pt x="1215" y="2064"/>
                    <a:pt x="2910" y="2486"/>
                    <a:pt x="5478" y="3639"/>
                  </a:cubicBezTo>
                  <a:cubicBezTo>
                    <a:pt x="7440" y="4513"/>
                    <a:pt x="10680" y="5405"/>
                    <a:pt x="11337" y="5405"/>
                  </a:cubicBezTo>
                  <a:cubicBezTo>
                    <a:pt x="11540" y="5405"/>
                    <a:pt x="11497" y="5320"/>
                    <a:pt x="11095" y="5124"/>
                  </a:cubicBezTo>
                  <a:cubicBezTo>
                    <a:pt x="9380" y="4291"/>
                    <a:pt x="8828" y="4000"/>
                    <a:pt x="8828" y="4000"/>
                  </a:cubicBezTo>
                  <a:cubicBezTo>
                    <a:pt x="7043" y="3286"/>
                    <a:pt x="4504" y="1201"/>
                    <a:pt x="3952" y="1201"/>
                  </a:cubicBezTo>
                  <a:cubicBezTo>
                    <a:pt x="3945" y="1201"/>
                    <a:pt x="3939" y="1201"/>
                    <a:pt x="3933" y="1202"/>
                  </a:cubicBezTo>
                  <a:cubicBezTo>
                    <a:pt x="3921" y="1203"/>
                    <a:pt x="3909" y="1203"/>
                    <a:pt x="3897" y="1203"/>
                  </a:cubicBezTo>
                  <a:cubicBezTo>
                    <a:pt x="3653" y="1203"/>
                    <a:pt x="3271" y="1022"/>
                    <a:pt x="2870" y="841"/>
                  </a:cubicBezTo>
                  <a:cubicBezTo>
                    <a:pt x="2474" y="665"/>
                    <a:pt x="2070" y="489"/>
                    <a:pt x="1767" y="489"/>
                  </a:cubicBezTo>
                  <a:cubicBezTo>
                    <a:pt x="1725" y="489"/>
                    <a:pt x="1684" y="492"/>
                    <a:pt x="1646" y="500"/>
                  </a:cubicBezTo>
                  <a:cubicBezTo>
                    <a:pt x="1612" y="507"/>
                    <a:pt x="1575" y="510"/>
                    <a:pt x="1536" y="510"/>
                  </a:cubicBezTo>
                  <a:cubicBezTo>
                    <a:pt x="1299" y="510"/>
                    <a:pt x="976" y="388"/>
                    <a:pt x="683" y="259"/>
                  </a:cubicBezTo>
                  <a:cubicBezTo>
                    <a:pt x="397" y="128"/>
                    <a:pt x="147" y="0"/>
                    <a:pt x="60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7" name="Google Shape;6727;p34"/>
            <p:cNvSpPr/>
            <p:nvPr/>
          </p:nvSpPr>
          <p:spPr>
            <a:xfrm>
              <a:off x="1934362" y="1116521"/>
              <a:ext cx="946818" cy="448092"/>
            </a:xfrm>
            <a:custGeom>
              <a:avLst/>
              <a:gdLst/>
              <a:ahLst/>
              <a:cxnLst/>
              <a:rect l="l" t="t" r="r" b="b"/>
              <a:pathLst>
                <a:path w="11425" h="5407" extrusionOk="0">
                  <a:moveTo>
                    <a:pt x="30" y="0"/>
                  </a:moveTo>
                  <a:cubicBezTo>
                    <a:pt x="10" y="0"/>
                    <a:pt x="0" y="10"/>
                    <a:pt x="0" y="30"/>
                  </a:cubicBezTo>
                  <a:cubicBezTo>
                    <a:pt x="0" y="60"/>
                    <a:pt x="30" y="120"/>
                    <a:pt x="110" y="211"/>
                  </a:cubicBezTo>
                  <a:cubicBezTo>
                    <a:pt x="110" y="211"/>
                    <a:pt x="110" y="221"/>
                    <a:pt x="121" y="221"/>
                  </a:cubicBezTo>
                  <a:cubicBezTo>
                    <a:pt x="672" y="883"/>
                    <a:pt x="1816" y="1023"/>
                    <a:pt x="3120" y="1625"/>
                  </a:cubicBezTo>
                  <a:lnTo>
                    <a:pt x="3130" y="1625"/>
                  </a:lnTo>
                  <a:cubicBezTo>
                    <a:pt x="3140" y="1635"/>
                    <a:pt x="3150" y="1635"/>
                    <a:pt x="3150" y="1635"/>
                  </a:cubicBezTo>
                  <a:cubicBezTo>
                    <a:pt x="3160" y="1645"/>
                    <a:pt x="3170" y="1645"/>
                    <a:pt x="3180" y="1645"/>
                  </a:cubicBezTo>
                  <a:cubicBezTo>
                    <a:pt x="3350" y="1735"/>
                    <a:pt x="3421" y="1786"/>
                    <a:pt x="3421" y="1816"/>
                  </a:cubicBezTo>
                  <a:cubicBezTo>
                    <a:pt x="3421" y="1836"/>
                    <a:pt x="3380" y="1846"/>
                    <a:pt x="3310" y="1846"/>
                  </a:cubicBezTo>
                  <a:cubicBezTo>
                    <a:pt x="3140" y="1846"/>
                    <a:pt x="2779" y="1786"/>
                    <a:pt x="2407" y="1735"/>
                  </a:cubicBezTo>
                  <a:cubicBezTo>
                    <a:pt x="2036" y="1685"/>
                    <a:pt x="1645" y="1625"/>
                    <a:pt x="1394" y="1625"/>
                  </a:cubicBezTo>
                  <a:cubicBezTo>
                    <a:pt x="1234" y="1625"/>
                    <a:pt x="1134" y="1655"/>
                    <a:pt x="1134" y="1705"/>
                  </a:cubicBezTo>
                  <a:cubicBezTo>
                    <a:pt x="1134" y="1715"/>
                    <a:pt x="1134" y="1715"/>
                    <a:pt x="1134" y="1715"/>
                  </a:cubicBezTo>
                  <a:cubicBezTo>
                    <a:pt x="1184" y="2066"/>
                    <a:pt x="2879" y="2488"/>
                    <a:pt x="5447" y="3641"/>
                  </a:cubicBezTo>
                  <a:cubicBezTo>
                    <a:pt x="5457" y="3641"/>
                    <a:pt x="5467" y="3641"/>
                    <a:pt x="5467" y="3651"/>
                  </a:cubicBezTo>
                  <a:cubicBezTo>
                    <a:pt x="5487" y="3651"/>
                    <a:pt x="5497" y="3661"/>
                    <a:pt x="5507" y="3661"/>
                  </a:cubicBezTo>
                  <a:cubicBezTo>
                    <a:pt x="5517" y="3671"/>
                    <a:pt x="5527" y="3671"/>
                    <a:pt x="5537" y="3671"/>
                  </a:cubicBezTo>
                  <a:cubicBezTo>
                    <a:pt x="5547" y="3681"/>
                    <a:pt x="5557" y="3681"/>
                    <a:pt x="5567" y="3691"/>
                  </a:cubicBezTo>
                  <a:cubicBezTo>
                    <a:pt x="7533" y="4554"/>
                    <a:pt x="10663" y="5407"/>
                    <a:pt x="11305" y="5407"/>
                  </a:cubicBezTo>
                  <a:cubicBezTo>
                    <a:pt x="11385" y="5407"/>
                    <a:pt x="11425" y="5397"/>
                    <a:pt x="11425" y="5366"/>
                  </a:cubicBezTo>
                  <a:cubicBezTo>
                    <a:pt x="11425" y="5326"/>
                    <a:pt x="11315" y="5246"/>
                    <a:pt x="11064" y="5126"/>
                  </a:cubicBezTo>
                  <a:cubicBezTo>
                    <a:pt x="9349" y="4293"/>
                    <a:pt x="8797" y="4002"/>
                    <a:pt x="8797" y="4002"/>
                  </a:cubicBezTo>
                  <a:cubicBezTo>
                    <a:pt x="7012" y="3280"/>
                    <a:pt x="4464" y="1204"/>
                    <a:pt x="3922" y="1204"/>
                  </a:cubicBezTo>
                  <a:lnTo>
                    <a:pt x="3862" y="1204"/>
                  </a:lnTo>
                  <a:cubicBezTo>
                    <a:pt x="3611" y="1204"/>
                    <a:pt x="3240" y="1023"/>
                    <a:pt x="2839" y="843"/>
                  </a:cubicBezTo>
                  <a:cubicBezTo>
                    <a:pt x="2448" y="672"/>
                    <a:pt x="2036" y="492"/>
                    <a:pt x="1735" y="492"/>
                  </a:cubicBezTo>
                  <a:cubicBezTo>
                    <a:pt x="1695" y="492"/>
                    <a:pt x="1655" y="502"/>
                    <a:pt x="1615" y="502"/>
                  </a:cubicBezTo>
                  <a:cubicBezTo>
                    <a:pt x="1585" y="512"/>
                    <a:pt x="1545" y="512"/>
                    <a:pt x="1515" y="512"/>
                  </a:cubicBezTo>
                  <a:cubicBezTo>
                    <a:pt x="1274" y="512"/>
                    <a:pt x="943" y="391"/>
                    <a:pt x="652" y="261"/>
                  </a:cubicBezTo>
                  <a:cubicBezTo>
                    <a:pt x="371" y="131"/>
                    <a:pt x="121" y="0"/>
                    <a:pt x="30" y="0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8" name="Google Shape;6728;p34"/>
            <p:cNvSpPr/>
            <p:nvPr/>
          </p:nvSpPr>
          <p:spPr>
            <a:xfrm>
              <a:off x="789159" y="943154"/>
              <a:ext cx="638118" cy="393230"/>
            </a:xfrm>
            <a:custGeom>
              <a:avLst/>
              <a:gdLst/>
              <a:ahLst/>
              <a:cxnLst/>
              <a:rect l="l" t="t" r="r" b="b"/>
              <a:pathLst>
                <a:path w="7700" h="4745" extrusionOk="0">
                  <a:moveTo>
                    <a:pt x="45" y="1"/>
                  </a:moveTo>
                  <a:cubicBezTo>
                    <a:pt x="9" y="1"/>
                    <a:pt x="1" y="23"/>
                    <a:pt x="27" y="76"/>
                  </a:cubicBezTo>
                  <a:cubicBezTo>
                    <a:pt x="208" y="457"/>
                    <a:pt x="1823" y="1932"/>
                    <a:pt x="2475" y="2453"/>
                  </a:cubicBezTo>
                  <a:cubicBezTo>
                    <a:pt x="3127" y="2965"/>
                    <a:pt x="4039" y="2744"/>
                    <a:pt x="4782" y="3346"/>
                  </a:cubicBezTo>
                  <a:cubicBezTo>
                    <a:pt x="5310" y="3776"/>
                    <a:pt x="7165" y="4745"/>
                    <a:pt x="7541" y="4745"/>
                  </a:cubicBezTo>
                  <a:cubicBezTo>
                    <a:pt x="7700" y="4745"/>
                    <a:pt x="7593" y="4571"/>
                    <a:pt x="7008" y="4108"/>
                  </a:cubicBezTo>
                  <a:cubicBezTo>
                    <a:pt x="5676" y="3055"/>
                    <a:pt x="4917" y="1905"/>
                    <a:pt x="4334" y="1905"/>
                  </a:cubicBezTo>
                  <a:cubicBezTo>
                    <a:pt x="4267" y="1905"/>
                    <a:pt x="4202" y="1920"/>
                    <a:pt x="4140" y="1952"/>
                  </a:cubicBezTo>
                  <a:cubicBezTo>
                    <a:pt x="4069" y="1986"/>
                    <a:pt x="3994" y="2002"/>
                    <a:pt x="3913" y="2002"/>
                  </a:cubicBezTo>
                  <a:cubicBezTo>
                    <a:pt x="3296" y="2002"/>
                    <a:pt x="2427" y="1086"/>
                    <a:pt x="1983" y="989"/>
                  </a:cubicBezTo>
                  <a:cubicBezTo>
                    <a:pt x="1551" y="894"/>
                    <a:pt x="268" y="1"/>
                    <a:pt x="45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9" name="Google Shape;6729;p34"/>
            <p:cNvSpPr/>
            <p:nvPr/>
          </p:nvSpPr>
          <p:spPr>
            <a:xfrm>
              <a:off x="789740" y="943568"/>
              <a:ext cx="629334" cy="392484"/>
            </a:xfrm>
            <a:custGeom>
              <a:avLst/>
              <a:gdLst/>
              <a:ahLst/>
              <a:cxnLst/>
              <a:rect l="l" t="t" r="r" b="b"/>
              <a:pathLst>
                <a:path w="7594" h="4736" extrusionOk="0">
                  <a:moveTo>
                    <a:pt x="40" y="1"/>
                  </a:moveTo>
                  <a:cubicBezTo>
                    <a:pt x="10" y="1"/>
                    <a:pt x="0" y="11"/>
                    <a:pt x="0" y="31"/>
                  </a:cubicBezTo>
                  <a:cubicBezTo>
                    <a:pt x="0" y="41"/>
                    <a:pt x="0" y="51"/>
                    <a:pt x="10" y="71"/>
                  </a:cubicBezTo>
                  <a:lnTo>
                    <a:pt x="20" y="71"/>
                  </a:lnTo>
                  <a:cubicBezTo>
                    <a:pt x="201" y="452"/>
                    <a:pt x="1816" y="1927"/>
                    <a:pt x="2468" y="2448"/>
                  </a:cubicBezTo>
                  <a:cubicBezTo>
                    <a:pt x="3120" y="2960"/>
                    <a:pt x="4032" y="2739"/>
                    <a:pt x="4775" y="3341"/>
                  </a:cubicBezTo>
                  <a:cubicBezTo>
                    <a:pt x="4785" y="3351"/>
                    <a:pt x="4785" y="3351"/>
                    <a:pt x="4785" y="3351"/>
                  </a:cubicBezTo>
                  <a:cubicBezTo>
                    <a:pt x="5316" y="3782"/>
                    <a:pt x="7152" y="4735"/>
                    <a:pt x="7533" y="4735"/>
                  </a:cubicBezTo>
                  <a:cubicBezTo>
                    <a:pt x="7573" y="4735"/>
                    <a:pt x="7593" y="4725"/>
                    <a:pt x="7593" y="4695"/>
                  </a:cubicBezTo>
                  <a:cubicBezTo>
                    <a:pt x="7593" y="4625"/>
                    <a:pt x="7423" y="4444"/>
                    <a:pt x="7001" y="4103"/>
                  </a:cubicBezTo>
                  <a:cubicBezTo>
                    <a:pt x="5667" y="3050"/>
                    <a:pt x="4915" y="1897"/>
                    <a:pt x="4323" y="1897"/>
                  </a:cubicBezTo>
                  <a:cubicBezTo>
                    <a:pt x="4263" y="1897"/>
                    <a:pt x="4193" y="1917"/>
                    <a:pt x="4133" y="1947"/>
                  </a:cubicBezTo>
                  <a:cubicBezTo>
                    <a:pt x="4062" y="1977"/>
                    <a:pt x="3992" y="1997"/>
                    <a:pt x="3912" y="1997"/>
                  </a:cubicBezTo>
                  <a:cubicBezTo>
                    <a:pt x="3290" y="1997"/>
                    <a:pt x="2417" y="1074"/>
                    <a:pt x="1976" y="984"/>
                  </a:cubicBezTo>
                  <a:cubicBezTo>
                    <a:pt x="1535" y="883"/>
                    <a:pt x="261" y="1"/>
                    <a:pt x="40" y="1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0" name="Google Shape;6730;p34"/>
            <p:cNvSpPr/>
            <p:nvPr/>
          </p:nvSpPr>
          <p:spPr>
            <a:xfrm>
              <a:off x="2934291" y="1138896"/>
              <a:ext cx="263617" cy="130110"/>
            </a:xfrm>
            <a:custGeom>
              <a:avLst/>
              <a:gdLst/>
              <a:ahLst/>
              <a:cxnLst/>
              <a:rect l="l" t="t" r="r" b="b"/>
              <a:pathLst>
                <a:path w="3181" h="1570" extrusionOk="0">
                  <a:moveTo>
                    <a:pt x="2549" y="1"/>
                  </a:moveTo>
                  <a:cubicBezTo>
                    <a:pt x="2488" y="21"/>
                    <a:pt x="2428" y="31"/>
                    <a:pt x="2368" y="61"/>
                  </a:cubicBezTo>
                  <a:cubicBezTo>
                    <a:pt x="2218" y="121"/>
                    <a:pt x="1124" y="613"/>
                    <a:pt x="1" y="854"/>
                  </a:cubicBezTo>
                  <a:cubicBezTo>
                    <a:pt x="377" y="887"/>
                    <a:pt x="811" y="997"/>
                    <a:pt x="1252" y="997"/>
                  </a:cubicBezTo>
                  <a:cubicBezTo>
                    <a:pt x="1471" y="997"/>
                    <a:pt x="1691" y="970"/>
                    <a:pt x="1907" y="894"/>
                  </a:cubicBezTo>
                  <a:cubicBezTo>
                    <a:pt x="1973" y="870"/>
                    <a:pt x="2038" y="860"/>
                    <a:pt x="2101" y="860"/>
                  </a:cubicBezTo>
                  <a:cubicBezTo>
                    <a:pt x="2359" y="860"/>
                    <a:pt x="2584" y="1037"/>
                    <a:pt x="2769" y="1215"/>
                  </a:cubicBezTo>
                  <a:cubicBezTo>
                    <a:pt x="2947" y="1392"/>
                    <a:pt x="3079" y="1569"/>
                    <a:pt x="3141" y="1569"/>
                  </a:cubicBezTo>
                  <a:cubicBezTo>
                    <a:pt x="3167" y="1569"/>
                    <a:pt x="3181" y="1539"/>
                    <a:pt x="3181" y="1465"/>
                  </a:cubicBezTo>
                  <a:cubicBezTo>
                    <a:pt x="2799" y="1265"/>
                    <a:pt x="2689" y="232"/>
                    <a:pt x="2549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1" name="Google Shape;6731;p34"/>
            <p:cNvSpPr/>
            <p:nvPr/>
          </p:nvSpPr>
          <p:spPr>
            <a:xfrm>
              <a:off x="2934291" y="1138896"/>
              <a:ext cx="263617" cy="129778"/>
            </a:xfrm>
            <a:custGeom>
              <a:avLst/>
              <a:gdLst/>
              <a:ahLst/>
              <a:cxnLst/>
              <a:rect l="l" t="t" r="r" b="b"/>
              <a:pathLst>
                <a:path w="3181" h="1566" extrusionOk="0">
                  <a:moveTo>
                    <a:pt x="2549" y="1"/>
                  </a:moveTo>
                  <a:cubicBezTo>
                    <a:pt x="2488" y="21"/>
                    <a:pt x="2428" y="31"/>
                    <a:pt x="2368" y="61"/>
                  </a:cubicBezTo>
                  <a:cubicBezTo>
                    <a:pt x="2218" y="121"/>
                    <a:pt x="1124" y="613"/>
                    <a:pt x="1" y="854"/>
                  </a:cubicBezTo>
                  <a:cubicBezTo>
                    <a:pt x="31" y="854"/>
                    <a:pt x="61" y="864"/>
                    <a:pt x="101" y="864"/>
                  </a:cubicBezTo>
                  <a:lnTo>
                    <a:pt x="111" y="864"/>
                  </a:lnTo>
                  <a:cubicBezTo>
                    <a:pt x="121" y="864"/>
                    <a:pt x="141" y="864"/>
                    <a:pt x="151" y="874"/>
                  </a:cubicBezTo>
                  <a:cubicBezTo>
                    <a:pt x="482" y="914"/>
                    <a:pt x="864" y="994"/>
                    <a:pt x="1245" y="994"/>
                  </a:cubicBezTo>
                  <a:cubicBezTo>
                    <a:pt x="1465" y="994"/>
                    <a:pt x="1686" y="974"/>
                    <a:pt x="1907" y="894"/>
                  </a:cubicBezTo>
                  <a:cubicBezTo>
                    <a:pt x="1917" y="894"/>
                    <a:pt x="1917" y="894"/>
                    <a:pt x="1917" y="884"/>
                  </a:cubicBezTo>
                  <a:lnTo>
                    <a:pt x="1927" y="884"/>
                  </a:lnTo>
                  <a:cubicBezTo>
                    <a:pt x="1987" y="864"/>
                    <a:pt x="2047" y="854"/>
                    <a:pt x="2097" y="854"/>
                  </a:cubicBezTo>
                  <a:lnTo>
                    <a:pt x="2107" y="854"/>
                  </a:lnTo>
                  <a:cubicBezTo>
                    <a:pt x="2358" y="864"/>
                    <a:pt x="2589" y="1034"/>
                    <a:pt x="2769" y="1215"/>
                  </a:cubicBezTo>
                  <a:cubicBezTo>
                    <a:pt x="2769" y="1215"/>
                    <a:pt x="2779" y="1225"/>
                    <a:pt x="2789" y="1235"/>
                  </a:cubicBezTo>
                  <a:cubicBezTo>
                    <a:pt x="2940" y="1385"/>
                    <a:pt x="3060" y="1546"/>
                    <a:pt x="3130" y="1566"/>
                  </a:cubicBezTo>
                  <a:lnTo>
                    <a:pt x="3140" y="1566"/>
                  </a:lnTo>
                  <a:cubicBezTo>
                    <a:pt x="3171" y="1566"/>
                    <a:pt x="3181" y="1536"/>
                    <a:pt x="3181" y="1465"/>
                  </a:cubicBezTo>
                  <a:cubicBezTo>
                    <a:pt x="2799" y="1265"/>
                    <a:pt x="2689" y="232"/>
                    <a:pt x="2549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2" name="Google Shape;6732;p34"/>
            <p:cNvSpPr/>
            <p:nvPr/>
          </p:nvSpPr>
          <p:spPr>
            <a:xfrm>
              <a:off x="2907523" y="1283922"/>
              <a:ext cx="330330" cy="120248"/>
            </a:xfrm>
            <a:custGeom>
              <a:avLst/>
              <a:gdLst/>
              <a:ahLst/>
              <a:cxnLst/>
              <a:rect l="l" t="t" r="r" b="b"/>
              <a:pathLst>
                <a:path w="3986" h="1451" extrusionOk="0">
                  <a:moveTo>
                    <a:pt x="2401" y="1"/>
                  </a:moveTo>
                  <a:cubicBezTo>
                    <a:pt x="2335" y="1"/>
                    <a:pt x="2288" y="27"/>
                    <a:pt x="2260" y="87"/>
                  </a:cubicBezTo>
                  <a:cubicBezTo>
                    <a:pt x="2190" y="220"/>
                    <a:pt x="2035" y="307"/>
                    <a:pt x="1690" y="307"/>
                  </a:cubicBezTo>
                  <a:cubicBezTo>
                    <a:pt x="1441" y="307"/>
                    <a:pt x="1093" y="262"/>
                    <a:pt x="605" y="157"/>
                  </a:cubicBezTo>
                  <a:cubicBezTo>
                    <a:pt x="448" y="122"/>
                    <a:pt x="331" y="107"/>
                    <a:pt x="249" y="107"/>
                  </a:cubicBezTo>
                  <a:cubicBezTo>
                    <a:pt x="1" y="107"/>
                    <a:pt x="63" y="244"/>
                    <a:pt x="244" y="387"/>
                  </a:cubicBezTo>
                  <a:cubicBezTo>
                    <a:pt x="437" y="525"/>
                    <a:pt x="748" y="672"/>
                    <a:pt x="984" y="672"/>
                  </a:cubicBezTo>
                  <a:cubicBezTo>
                    <a:pt x="1006" y="672"/>
                    <a:pt x="1026" y="671"/>
                    <a:pt x="1046" y="668"/>
                  </a:cubicBezTo>
                  <a:cubicBezTo>
                    <a:pt x="1072" y="665"/>
                    <a:pt x="1099" y="663"/>
                    <a:pt x="1127" y="663"/>
                  </a:cubicBezTo>
                  <a:cubicBezTo>
                    <a:pt x="1342" y="663"/>
                    <a:pt x="1595" y="762"/>
                    <a:pt x="1808" y="869"/>
                  </a:cubicBezTo>
                  <a:cubicBezTo>
                    <a:pt x="2031" y="970"/>
                    <a:pt x="2227" y="1076"/>
                    <a:pt x="2325" y="1076"/>
                  </a:cubicBezTo>
                  <a:cubicBezTo>
                    <a:pt x="2372" y="1076"/>
                    <a:pt x="2397" y="1051"/>
                    <a:pt x="2390" y="989"/>
                  </a:cubicBezTo>
                  <a:cubicBezTo>
                    <a:pt x="2387" y="934"/>
                    <a:pt x="2403" y="910"/>
                    <a:pt x="2436" y="910"/>
                  </a:cubicBezTo>
                  <a:cubicBezTo>
                    <a:pt x="2593" y="910"/>
                    <a:pt x="3131" y="1434"/>
                    <a:pt x="3744" y="1451"/>
                  </a:cubicBezTo>
                  <a:lnTo>
                    <a:pt x="3754" y="1451"/>
                  </a:lnTo>
                  <a:cubicBezTo>
                    <a:pt x="3193" y="1200"/>
                    <a:pt x="2741" y="959"/>
                    <a:pt x="2811" y="769"/>
                  </a:cubicBezTo>
                  <a:cubicBezTo>
                    <a:pt x="2857" y="649"/>
                    <a:pt x="3055" y="610"/>
                    <a:pt x="3317" y="610"/>
                  </a:cubicBezTo>
                  <a:cubicBezTo>
                    <a:pt x="3516" y="610"/>
                    <a:pt x="3752" y="632"/>
                    <a:pt x="3985" y="658"/>
                  </a:cubicBezTo>
                  <a:cubicBezTo>
                    <a:pt x="3825" y="588"/>
                    <a:pt x="3664" y="518"/>
                    <a:pt x="3514" y="458"/>
                  </a:cubicBezTo>
                  <a:cubicBezTo>
                    <a:pt x="2942" y="213"/>
                    <a:pt x="2590" y="1"/>
                    <a:pt x="2401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3" name="Google Shape;6733;p34"/>
            <p:cNvSpPr/>
            <p:nvPr/>
          </p:nvSpPr>
          <p:spPr>
            <a:xfrm>
              <a:off x="2914402" y="1283590"/>
              <a:ext cx="323451" cy="120579"/>
            </a:xfrm>
            <a:custGeom>
              <a:avLst/>
              <a:gdLst/>
              <a:ahLst/>
              <a:cxnLst/>
              <a:rect l="l" t="t" r="r" b="b"/>
              <a:pathLst>
                <a:path w="3903" h="1455" extrusionOk="0">
                  <a:moveTo>
                    <a:pt x="2317" y="0"/>
                  </a:moveTo>
                  <a:cubicBezTo>
                    <a:pt x="2247" y="0"/>
                    <a:pt x="2197" y="30"/>
                    <a:pt x="2177" y="91"/>
                  </a:cubicBezTo>
                  <a:cubicBezTo>
                    <a:pt x="2107" y="221"/>
                    <a:pt x="1946" y="311"/>
                    <a:pt x="1605" y="311"/>
                  </a:cubicBezTo>
                  <a:cubicBezTo>
                    <a:pt x="1354" y="311"/>
                    <a:pt x="1013" y="261"/>
                    <a:pt x="522" y="161"/>
                  </a:cubicBezTo>
                  <a:cubicBezTo>
                    <a:pt x="371" y="121"/>
                    <a:pt x="251" y="111"/>
                    <a:pt x="171" y="111"/>
                  </a:cubicBezTo>
                  <a:cubicBezTo>
                    <a:pt x="50" y="111"/>
                    <a:pt x="0" y="141"/>
                    <a:pt x="0" y="191"/>
                  </a:cubicBezTo>
                  <a:cubicBezTo>
                    <a:pt x="0" y="241"/>
                    <a:pt x="60" y="311"/>
                    <a:pt x="141" y="381"/>
                  </a:cubicBezTo>
                  <a:lnTo>
                    <a:pt x="151" y="381"/>
                  </a:lnTo>
                  <a:cubicBezTo>
                    <a:pt x="161" y="381"/>
                    <a:pt x="161" y="391"/>
                    <a:pt x="161" y="391"/>
                  </a:cubicBezTo>
                  <a:cubicBezTo>
                    <a:pt x="171" y="391"/>
                    <a:pt x="171" y="401"/>
                    <a:pt x="181" y="401"/>
                  </a:cubicBezTo>
                  <a:cubicBezTo>
                    <a:pt x="191" y="411"/>
                    <a:pt x="191" y="411"/>
                    <a:pt x="191" y="411"/>
                  </a:cubicBezTo>
                  <a:cubicBezTo>
                    <a:pt x="201" y="411"/>
                    <a:pt x="201" y="422"/>
                    <a:pt x="211" y="422"/>
                  </a:cubicBezTo>
                  <a:cubicBezTo>
                    <a:pt x="401" y="552"/>
                    <a:pt x="682" y="672"/>
                    <a:pt x="893" y="672"/>
                  </a:cubicBezTo>
                  <a:lnTo>
                    <a:pt x="963" y="672"/>
                  </a:lnTo>
                  <a:cubicBezTo>
                    <a:pt x="993" y="662"/>
                    <a:pt x="1013" y="662"/>
                    <a:pt x="1043" y="662"/>
                  </a:cubicBezTo>
                  <a:cubicBezTo>
                    <a:pt x="1254" y="662"/>
                    <a:pt x="1505" y="773"/>
                    <a:pt x="1725" y="873"/>
                  </a:cubicBezTo>
                  <a:cubicBezTo>
                    <a:pt x="1735" y="873"/>
                    <a:pt x="1735" y="873"/>
                    <a:pt x="1745" y="883"/>
                  </a:cubicBezTo>
                  <a:lnTo>
                    <a:pt x="1756" y="883"/>
                  </a:lnTo>
                  <a:cubicBezTo>
                    <a:pt x="1756" y="883"/>
                    <a:pt x="1766" y="883"/>
                    <a:pt x="1766" y="893"/>
                  </a:cubicBezTo>
                  <a:cubicBezTo>
                    <a:pt x="1776" y="893"/>
                    <a:pt x="1786" y="893"/>
                    <a:pt x="1796" y="903"/>
                  </a:cubicBezTo>
                  <a:lnTo>
                    <a:pt x="1806" y="903"/>
                  </a:lnTo>
                  <a:cubicBezTo>
                    <a:pt x="1966" y="983"/>
                    <a:pt x="2117" y="1063"/>
                    <a:pt x="2207" y="1074"/>
                  </a:cubicBezTo>
                  <a:cubicBezTo>
                    <a:pt x="2217" y="1074"/>
                    <a:pt x="2217" y="1084"/>
                    <a:pt x="2217" y="1084"/>
                  </a:cubicBezTo>
                  <a:lnTo>
                    <a:pt x="2247" y="1084"/>
                  </a:lnTo>
                  <a:cubicBezTo>
                    <a:pt x="2287" y="1084"/>
                    <a:pt x="2307" y="1063"/>
                    <a:pt x="2307" y="1013"/>
                  </a:cubicBezTo>
                  <a:cubicBezTo>
                    <a:pt x="2307" y="1003"/>
                    <a:pt x="2307" y="1003"/>
                    <a:pt x="2307" y="993"/>
                  </a:cubicBezTo>
                  <a:cubicBezTo>
                    <a:pt x="2307" y="993"/>
                    <a:pt x="2307" y="983"/>
                    <a:pt x="2307" y="983"/>
                  </a:cubicBezTo>
                  <a:cubicBezTo>
                    <a:pt x="2307" y="933"/>
                    <a:pt x="2327" y="913"/>
                    <a:pt x="2357" y="913"/>
                  </a:cubicBezTo>
                  <a:cubicBezTo>
                    <a:pt x="2508" y="913"/>
                    <a:pt x="3049" y="1445"/>
                    <a:pt x="3661" y="1455"/>
                  </a:cubicBezTo>
                  <a:lnTo>
                    <a:pt x="3671" y="1455"/>
                  </a:lnTo>
                  <a:cubicBezTo>
                    <a:pt x="3150" y="1224"/>
                    <a:pt x="2718" y="993"/>
                    <a:pt x="2728" y="813"/>
                  </a:cubicBezTo>
                  <a:cubicBezTo>
                    <a:pt x="2728" y="803"/>
                    <a:pt x="2728" y="783"/>
                    <a:pt x="2728" y="773"/>
                  </a:cubicBezTo>
                  <a:cubicBezTo>
                    <a:pt x="2728" y="773"/>
                    <a:pt x="2739" y="763"/>
                    <a:pt x="2739" y="763"/>
                  </a:cubicBezTo>
                  <a:cubicBezTo>
                    <a:pt x="2789" y="652"/>
                    <a:pt x="2979" y="612"/>
                    <a:pt x="3230" y="612"/>
                  </a:cubicBezTo>
                  <a:cubicBezTo>
                    <a:pt x="3411" y="612"/>
                    <a:pt x="3621" y="632"/>
                    <a:pt x="3822" y="652"/>
                  </a:cubicBezTo>
                  <a:lnTo>
                    <a:pt x="3832" y="652"/>
                  </a:lnTo>
                  <a:lnTo>
                    <a:pt x="3842" y="662"/>
                  </a:lnTo>
                  <a:lnTo>
                    <a:pt x="3902" y="662"/>
                  </a:lnTo>
                  <a:cubicBezTo>
                    <a:pt x="3742" y="592"/>
                    <a:pt x="3581" y="522"/>
                    <a:pt x="3431" y="462"/>
                  </a:cubicBezTo>
                  <a:cubicBezTo>
                    <a:pt x="2859" y="221"/>
                    <a:pt x="2508" y="0"/>
                    <a:pt x="23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4" name="Google Shape;6734;p34"/>
            <p:cNvSpPr/>
            <p:nvPr/>
          </p:nvSpPr>
          <p:spPr>
            <a:xfrm>
              <a:off x="1792154" y="1015915"/>
              <a:ext cx="362567" cy="69033"/>
            </a:xfrm>
            <a:custGeom>
              <a:avLst/>
              <a:gdLst/>
              <a:ahLst/>
              <a:cxnLst/>
              <a:rect l="l" t="t" r="r" b="b"/>
              <a:pathLst>
                <a:path w="4375" h="833" extrusionOk="0">
                  <a:moveTo>
                    <a:pt x="2198" y="0"/>
                  </a:moveTo>
                  <a:cubicBezTo>
                    <a:pt x="1997" y="41"/>
                    <a:pt x="1786" y="101"/>
                    <a:pt x="1556" y="171"/>
                  </a:cubicBezTo>
                  <a:cubicBezTo>
                    <a:pt x="934" y="362"/>
                    <a:pt x="512" y="672"/>
                    <a:pt x="1" y="833"/>
                  </a:cubicBezTo>
                  <a:cubicBezTo>
                    <a:pt x="362" y="833"/>
                    <a:pt x="884" y="753"/>
                    <a:pt x="1455" y="622"/>
                  </a:cubicBezTo>
                  <a:cubicBezTo>
                    <a:pt x="1680" y="567"/>
                    <a:pt x="1847" y="546"/>
                    <a:pt x="1978" y="546"/>
                  </a:cubicBezTo>
                  <a:cubicBezTo>
                    <a:pt x="2204" y="546"/>
                    <a:pt x="2325" y="609"/>
                    <a:pt x="2458" y="672"/>
                  </a:cubicBezTo>
                  <a:cubicBezTo>
                    <a:pt x="2600" y="733"/>
                    <a:pt x="2750" y="798"/>
                    <a:pt x="3030" y="798"/>
                  </a:cubicBezTo>
                  <a:cubicBezTo>
                    <a:pt x="3168" y="798"/>
                    <a:pt x="3337" y="782"/>
                    <a:pt x="3552" y="743"/>
                  </a:cubicBezTo>
                  <a:cubicBezTo>
                    <a:pt x="3913" y="672"/>
                    <a:pt x="4174" y="592"/>
                    <a:pt x="4374" y="512"/>
                  </a:cubicBezTo>
                  <a:cubicBezTo>
                    <a:pt x="4264" y="432"/>
                    <a:pt x="4164" y="331"/>
                    <a:pt x="4093" y="231"/>
                  </a:cubicBezTo>
                  <a:cubicBezTo>
                    <a:pt x="3982" y="82"/>
                    <a:pt x="3714" y="55"/>
                    <a:pt x="3403" y="55"/>
                  </a:cubicBezTo>
                  <a:cubicBezTo>
                    <a:pt x="3296" y="55"/>
                    <a:pt x="3183" y="58"/>
                    <a:pt x="3070" y="61"/>
                  </a:cubicBezTo>
                  <a:cubicBezTo>
                    <a:pt x="2960" y="64"/>
                    <a:pt x="2850" y="67"/>
                    <a:pt x="2744" y="67"/>
                  </a:cubicBezTo>
                  <a:cubicBezTo>
                    <a:pt x="2532" y="67"/>
                    <a:pt x="2338" y="54"/>
                    <a:pt x="2198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5" name="Google Shape;6735;p34"/>
            <p:cNvSpPr/>
            <p:nvPr/>
          </p:nvSpPr>
          <p:spPr>
            <a:xfrm>
              <a:off x="1792154" y="1015915"/>
              <a:ext cx="362567" cy="69033"/>
            </a:xfrm>
            <a:custGeom>
              <a:avLst/>
              <a:gdLst/>
              <a:ahLst/>
              <a:cxnLst/>
              <a:rect l="l" t="t" r="r" b="b"/>
              <a:pathLst>
                <a:path w="4375" h="833" extrusionOk="0">
                  <a:moveTo>
                    <a:pt x="2198" y="0"/>
                  </a:moveTo>
                  <a:cubicBezTo>
                    <a:pt x="1997" y="41"/>
                    <a:pt x="1786" y="101"/>
                    <a:pt x="1556" y="171"/>
                  </a:cubicBezTo>
                  <a:cubicBezTo>
                    <a:pt x="934" y="362"/>
                    <a:pt x="512" y="672"/>
                    <a:pt x="1" y="833"/>
                  </a:cubicBezTo>
                  <a:lnTo>
                    <a:pt x="121" y="833"/>
                  </a:lnTo>
                  <a:cubicBezTo>
                    <a:pt x="442" y="823"/>
                    <a:pt x="854" y="753"/>
                    <a:pt x="1305" y="652"/>
                  </a:cubicBezTo>
                  <a:lnTo>
                    <a:pt x="1315" y="652"/>
                  </a:lnTo>
                  <a:cubicBezTo>
                    <a:pt x="1345" y="642"/>
                    <a:pt x="1375" y="632"/>
                    <a:pt x="1415" y="632"/>
                  </a:cubicBezTo>
                  <a:cubicBezTo>
                    <a:pt x="1425" y="622"/>
                    <a:pt x="1445" y="622"/>
                    <a:pt x="1455" y="622"/>
                  </a:cubicBezTo>
                  <a:lnTo>
                    <a:pt x="1465" y="612"/>
                  </a:lnTo>
                  <a:lnTo>
                    <a:pt x="1495" y="612"/>
                  </a:lnTo>
                  <a:cubicBezTo>
                    <a:pt x="1506" y="602"/>
                    <a:pt x="1516" y="602"/>
                    <a:pt x="1526" y="602"/>
                  </a:cubicBezTo>
                  <a:cubicBezTo>
                    <a:pt x="1706" y="562"/>
                    <a:pt x="1847" y="542"/>
                    <a:pt x="1967" y="542"/>
                  </a:cubicBezTo>
                  <a:lnTo>
                    <a:pt x="1977" y="542"/>
                  </a:lnTo>
                  <a:cubicBezTo>
                    <a:pt x="2198" y="542"/>
                    <a:pt x="2328" y="602"/>
                    <a:pt x="2458" y="672"/>
                  </a:cubicBezTo>
                  <a:cubicBezTo>
                    <a:pt x="2468" y="672"/>
                    <a:pt x="2468" y="672"/>
                    <a:pt x="2478" y="682"/>
                  </a:cubicBezTo>
                  <a:lnTo>
                    <a:pt x="2489" y="682"/>
                  </a:lnTo>
                  <a:cubicBezTo>
                    <a:pt x="2609" y="743"/>
                    <a:pt x="2759" y="793"/>
                    <a:pt x="3020" y="793"/>
                  </a:cubicBezTo>
                  <a:cubicBezTo>
                    <a:pt x="3161" y="793"/>
                    <a:pt x="3321" y="783"/>
                    <a:pt x="3532" y="743"/>
                  </a:cubicBezTo>
                  <a:lnTo>
                    <a:pt x="3552" y="743"/>
                  </a:lnTo>
                  <a:cubicBezTo>
                    <a:pt x="3913" y="672"/>
                    <a:pt x="4174" y="592"/>
                    <a:pt x="4374" y="512"/>
                  </a:cubicBezTo>
                  <a:cubicBezTo>
                    <a:pt x="4264" y="432"/>
                    <a:pt x="4164" y="331"/>
                    <a:pt x="4093" y="231"/>
                  </a:cubicBezTo>
                  <a:cubicBezTo>
                    <a:pt x="3983" y="81"/>
                    <a:pt x="3712" y="51"/>
                    <a:pt x="3401" y="51"/>
                  </a:cubicBezTo>
                  <a:cubicBezTo>
                    <a:pt x="3291" y="51"/>
                    <a:pt x="3181" y="61"/>
                    <a:pt x="3070" y="61"/>
                  </a:cubicBezTo>
                  <a:cubicBezTo>
                    <a:pt x="2960" y="61"/>
                    <a:pt x="2850" y="71"/>
                    <a:pt x="2739" y="71"/>
                  </a:cubicBezTo>
                  <a:cubicBezTo>
                    <a:pt x="2529" y="71"/>
                    <a:pt x="2338" y="51"/>
                    <a:pt x="2198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6" name="Google Shape;6736;p34"/>
            <p:cNvSpPr/>
            <p:nvPr/>
          </p:nvSpPr>
          <p:spPr>
            <a:xfrm>
              <a:off x="709105" y="734400"/>
              <a:ext cx="482981" cy="162181"/>
            </a:xfrm>
            <a:custGeom>
              <a:avLst/>
              <a:gdLst/>
              <a:ahLst/>
              <a:cxnLst/>
              <a:rect l="l" t="t" r="r" b="b"/>
              <a:pathLst>
                <a:path w="5828" h="1957" extrusionOk="0">
                  <a:moveTo>
                    <a:pt x="2775" y="1"/>
                  </a:moveTo>
                  <a:cubicBezTo>
                    <a:pt x="2720" y="1"/>
                    <a:pt x="2664" y="3"/>
                    <a:pt x="2608" y="7"/>
                  </a:cubicBezTo>
                  <a:cubicBezTo>
                    <a:pt x="1856" y="609"/>
                    <a:pt x="1083" y="1261"/>
                    <a:pt x="0" y="1742"/>
                  </a:cubicBezTo>
                  <a:cubicBezTo>
                    <a:pt x="97" y="1740"/>
                    <a:pt x="197" y="1739"/>
                    <a:pt x="300" y="1739"/>
                  </a:cubicBezTo>
                  <a:cubicBezTo>
                    <a:pt x="698" y="1739"/>
                    <a:pt x="1128" y="1763"/>
                    <a:pt x="1495" y="1883"/>
                  </a:cubicBezTo>
                  <a:cubicBezTo>
                    <a:pt x="1656" y="1935"/>
                    <a:pt x="1787" y="1957"/>
                    <a:pt x="1898" y="1957"/>
                  </a:cubicBezTo>
                  <a:cubicBezTo>
                    <a:pt x="2125" y="1957"/>
                    <a:pt x="2269" y="1867"/>
                    <a:pt x="2418" y="1772"/>
                  </a:cubicBezTo>
                  <a:cubicBezTo>
                    <a:pt x="2566" y="1679"/>
                    <a:pt x="2711" y="1589"/>
                    <a:pt x="2941" y="1589"/>
                  </a:cubicBezTo>
                  <a:cubicBezTo>
                    <a:pt x="3131" y="1589"/>
                    <a:pt x="3378" y="1650"/>
                    <a:pt x="3732" y="1823"/>
                  </a:cubicBezTo>
                  <a:cubicBezTo>
                    <a:pt x="3827" y="1870"/>
                    <a:pt x="3947" y="1887"/>
                    <a:pt x="4080" y="1887"/>
                  </a:cubicBezTo>
                  <a:cubicBezTo>
                    <a:pt x="4367" y="1887"/>
                    <a:pt x="4714" y="1809"/>
                    <a:pt x="4995" y="1803"/>
                  </a:cubicBezTo>
                  <a:cubicBezTo>
                    <a:pt x="5286" y="1612"/>
                    <a:pt x="5627" y="1431"/>
                    <a:pt x="5828" y="1110"/>
                  </a:cubicBezTo>
                  <a:cubicBezTo>
                    <a:pt x="5798" y="1090"/>
                    <a:pt x="5768" y="1070"/>
                    <a:pt x="5728" y="1040"/>
                  </a:cubicBezTo>
                  <a:cubicBezTo>
                    <a:pt x="5346" y="719"/>
                    <a:pt x="4915" y="408"/>
                    <a:pt x="4363" y="288"/>
                  </a:cubicBezTo>
                  <a:cubicBezTo>
                    <a:pt x="3691" y="144"/>
                    <a:pt x="3242" y="1"/>
                    <a:pt x="2775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7" name="Google Shape;6737;p34"/>
            <p:cNvSpPr/>
            <p:nvPr/>
          </p:nvSpPr>
          <p:spPr>
            <a:xfrm>
              <a:off x="709105" y="734980"/>
              <a:ext cx="482981" cy="161353"/>
            </a:xfrm>
            <a:custGeom>
              <a:avLst/>
              <a:gdLst/>
              <a:ahLst/>
              <a:cxnLst/>
              <a:rect l="l" t="t" r="r" b="b"/>
              <a:pathLst>
                <a:path w="5828" h="1947" extrusionOk="0">
                  <a:moveTo>
                    <a:pt x="2608" y="0"/>
                  </a:moveTo>
                  <a:cubicBezTo>
                    <a:pt x="1856" y="602"/>
                    <a:pt x="1083" y="1254"/>
                    <a:pt x="0" y="1735"/>
                  </a:cubicBezTo>
                  <a:lnTo>
                    <a:pt x="311" y="1735"/>
                  </a:lnTo>
                  <a:cubicBezTo>
                    <a:pt x="702" y="1735"/>
                    <a:pt x="1114" y="1755"/>
                    <a:pt x="1475" y="1876"/>
                  </a:cubicBezTo>
                  <a:lnTo>
                    <a:pt x="1495" y="1876"/>
                  </a:lnTo>
                  <a:cubicBezTo>
                    <a:pt x="1505" y="1876"/>
                    <a:pt x="1505" y="1886"/>
                    <a:pt x="1515" y="1886"/>
                  </a:cubicBezTo>
                  <a:cubicBezTo>
                    <a:pt x="1665" y="1926"/>
                    <a:pt x="1786" y="1946"/>
                    <a:pt x="1896" y="1946"/>
                  </a:cubicBezTo>
                  <a:cubicBezTo>
                    <a:pt x="2117" y="1946"/>
                    <a:pt x="2267" y="1866"/>
                    <a:pt x="2407" y="1776"/>
                  </a:cubicBezTo>
                  <a:cubicBezTo>
                    <a:pt x="2407" y="1765"/>
                    <a:pt x="2418" y="1765"/>
                    <a:pt x="2418" y="1765"/>
                  </a:cubicBezTo>
                  <a:cubicBezTo>
                    <a:pt x="2418" y="1765"/>
                    <a:pt x="2428" y="1765"/>
                    <a:pt x="2428" y="1755"/>
                  </a:cubicBezTo>
                  <a:lnTo>
                    <a:pt x="2438" y="1755"/>
                  </a:lnTo>
                  <a:cubicBezTo>
                    <a:pt x="2438" y="1755"/>
                    <a:pt x="2448" y="1745"/>
                    <a:pt x="2448" y="1745"/>
                  </a:cubicBezTo>
                  <a:cubicBezTo>
                    <a:pt x="2588" y="1665"/>
                    <a:pt x="2728" y="1585"/>
                    <a:pt x="2939" y="1585"/>
                  </a:cubicBezTo>
                  <a:lnTo>
                    <a:pt x="2949" y="1585"/>
                  </a:lnTo>
                  <a:cubicBezTo>
                    <a:pt x="3140" y="1585"/>
                    <a:pt x="3380" y="1645"/>
                    <a:pt x="3732" y="1816"/>
                  </a:cubicBezTo>
                  <a:cubicBezTo>
                    <a:pt x="3822" y="1866"/>
                    <a:pt x="3942" y="1886"/>
                    <a:pt x="4073" y="1886"/>
                  </a:cubicBezTo>
                  <a:lnTo>
                    <a:pt x="4083" y="1886"/>
                  </a:lnTo>
                  <a:cubicBezTo>
                    <a:pt x="4183" y="1886"/>
                    <a:pt x="4283" y="1876"/>
                    <a:pt x="4394" y="1856"/>
                  </a:cubicBezTo>
                  <a:cubicBezTo>
                    <a:pt x="4594" y="1836"/>
                    <a:pt x="4805" y="1796"/>
                    <a:pt x="4995" y="1796"/>
                  </a:cubicBezTo>
                  <a:cubicBezTo>
                    <a:pt x="5286" y="1605"/>
                    <a:pt x="5627" y="1424"/>
                    <a:pt x="5828" y="1103"/>
                  </a:cubicBezTo>
                  <a:cubicBezTo>
                    <a:pt x="5798" y="1083"/>
                    <a:pt x="5768" y="1063"/>
                    <a:pt x="5728" y="1033"/>
                  </a:cubicBezTo>
                  <a:cubicBezTo>
                    <a:pt x="5346" y="712"/>
                    <a:pt x="4915" y="401"/>
                    <a:pt x="4363" y="281"/>
                  </a:cubicBezTo>
                  <a:cubicBezTo>
                    <a:pt x="3701" y="141"/>
                    <a:pt x="3250" y="0"/>
                    <a:pt x="2789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8" name="Google Shape;6738;p34"/>
            <p:cNvSpPr/>
            <p:nvPr/>
          </p:nvSpPr>
          <p:spPr>
            <a:xfrm>
              <a:off x="1168794" y="852161"/>
              <a:ext cx="1331015" cy="815134"/>
            </a:xfrm>
            <a:custGeom>
              <a:avLst/>
              <a:gdLst/>
              <a:ahLst/>
              <a:cxnLst/>
              <a:rect l="l" t="t" r="r" b="b"/>
              <a:pathLst>
                <a:path w="16061" h="9836" extrusionOk="0">
                  <a:moveTo>
                    <a:pt x="1785" y="0"/>
                  </a:moveTo>
                  <a:cubicBezTo>
                    <a:pt x="1485" y="81"/>
                    <a:pt x="672" y="632"/>
                    <a:pt x="0" y="1074"/>
                  </a:cubicBezTo>
                  <a:cubicBezTo>
                    <a:pt x="10" y="1344"/>
                    <a:pt x="10" y="1615"/>
                    <a:pt x="140" y="1716"/>
                  </a:cubicBezTo>
                  <a:cubicBezTo>
                    <a:pt x="622" y="2067"/>
                    <a:pt x="1043" y="2327"/>
                    <a:pt x="1454" y="2378"/>
                  </a:cubicBezTo>
                  <a:cubicBezTo>
                    <a:pt x="2273" y="2461"/>
                    <a:pt x="5689" y="6273"/>
                    <a:pt x="6420" y="6273"/>
                  </a:cubicBezTo>
                  <a:cubicBezTo>
                    <a:pt x="6477" y="6273"/>
                    <a:pt x="6518" y="6249"/>
                    <a:pt x="6540" y="6199"/>
                  </a:cubicBezTo>
                  <a:cubicBezTo>
                    <a:pt x="6616" y="6031"/>
                    <a:pt x="6750" y="5958"/>
                    <a:pt x="6928" y="5958"/>
                  </a:cubicBezTo>
                  <a:cubicBezTo>
                    <a:pt x="7965" y="5958"/>
                    <a:pt x="10469" y="8453"/>
                    <a:pt x="11274" y="8847"/>
                  </a:cubicBezTo>
                  <a:cubicBezTo>
                    <a:pt x="11657" y="9041"/>
                    <a:pt x="11864" y="9109"/>
                    <a:pt x="11982" y="9109"/>
                  </a:cubicBezTo>
                  <a:cubicBezTo>
                    <a:pt x="12125" y="9109"/>
                    <a:pt x="12134" y="9007"/>
                    <a:pt x="12167" y="8907"/>
                  </a:cubicBezTo>
                  <a:cubicBezTo>
                    <a:pt x="12197" y="8804"/>
                    <a:pt x="12250" y="8701"/>
                    <a:pt x="12482" y="8701"/>
                  </a:cubicBezTo>
                  <a:cubicBezTo>
                    <a:pt x="12787" y="8701"/>
                    <a:pt x="13403" y="8878"/>
                    <a:pt x="14685" y="9459"/>
                  </a:cubicBezTo>
                  <a:cubicBezTo>
                    <a:pt x="15271" y="9727"/>
                    <a:pt x="15600" y="9836"/>
                    <a:pt x="15732" y="9836"/>
                  </a:cubicBezTo>
                  <a:cubicBezTo>
                    <a:pt x="16060" y="9836"/>
                    <a:pt x="15172" y="9160"/>
                    <a:pt x="14013" y="8566"/>
                  </a:cubicBezTo>
                  <a:cubicBezTo>
                    <a:pt x="12378" y="7724"/>
                    <a:pt x="11274" y="6861"/>
                    <a:pt x="10201" y="6771"/>
                  </a:cubicBezTo>
                  <a:cubicBezTo>
                    <a:pt x="9298" y="6701"/>
                    <a:pt x="6971" y="4875"/>
                    <a:pt x="5075" y="3130"/>
                  </a:cubicBezTo>
                  <a:cubicBezTo>
                    <a:pt x="4734" y="2939"/>
                    <a:pt x="4393" y="2568"/>
                    <a:pt x="4062" y="2167"/>
                  </a:cubicBezTo>
                  <a:cubicBezTo>
                    <a:pt x="3701" y="1726"/>
                    <a:pt x="3360" y="1254"/>
                    <a:pt x="3099" y="1003"/>
                  </a:cubicBezTo>
                  <a:lnTo>
                    <a:pt x="2347" y="261"/>
                  </a:lnTo>
                  <a:cubicBezTo>
                    <a:pt x="2197" y="121"/>
                    <a:pt x="1996" y="41"/>
                    <a:pt x="1785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9" name="Google Shape;6739;p34"/>
            <p:cNvSpPr/>
            <p:nvPr/>
          </p:nvSpPr>
          <p:spPr>
            <a:xfrm>
              <a:off x="1168794" y="852161"/>
              <a:ext cx="1309303" cy="815548"/>
            </a:xfrm>
            <a:custGeom>
              <a:avLst/>
              <a:gdLst/>
              <a:ahLst/>
              <a:cxnLst/>
              <a:rect l="l" t="t" r="r" b="b"/>
              <a:pathLst>
                <a:path w="15799" h="9841" extrusionOk="0">
                  <a:moveTo>
                    <a:pt x="1785" y="0"/>
                  </a:moveTo>
                  <a:cubicBezTo>
                    <a:pt x="1485" y="81"/>
                    <a:pt x="672" y="632"/>
                    <a:pt x="0" y="1074"/>
                  </a:cubicBezTo>
                  <a:cubicBezTo>
                    <a:pt x="10" y="1344"/>
                    <a:pt x="10" y="1615"/>
                    <a:pt x="140" y="1716"/>
                  </a:cubicBezTo>
                  <a:cubicBezTo>
                    <a:pt x="622" y="2067"/>
                    <a:pt x="1043" y="2327"/>
                    <a:pt x="1454" y="2378"/>
                  </a:cubicBezTo>
                  <a:cubicBezTo>
                    <a:pt x="2277" y="2458"/>
                    <a:pt x="5697" y="6280"/>
                    <a:pt x="6420" y="6280"/>
                  </a:cubicBezTo>
                  <a:cubicBezTo>
                    <a:pt x="6480" y="6280"/>
                    <a:pt x="6520" y="6249"/>
                    <a:pt x="6540" y="6199"/>
                  </a:cubicBezTo>
                  <a:cubicBezTo>
                    <a:pt x="6620" y="6039"/>
                    <a:pt x="6751" y="5959"/>
                    <a:pt x="6931" y="5959"/>
                  </a:cubicBezTo>
                  <a:cubicBezTo>
                    <a:pt x="7954" y="5959"/>
                    <a:pt x="10402" y="8386"/>
                    <a:pt x="11234" y="8837"/>
                  </a:cubicBezTo>
                  <a:lnTo>
                    <a:pt x="11244" y="8837"/>
                  </a:lnTo>
                  <a:cubicBezTo>
                    <a:pt x="11254" y="8837"/>
                    <a:pt x="11264" y="8847"/>
                    <a:pt x="11274" y="8847"/>
                  </a:cubicBezTo>
                  <a:cubicBezTo>
                    <a:pt x="11274" y="8857"/>
                    <a:pt x="11284" y="8857"/>
                    <a:pt x="11284" y="8857"/>
                  </a:cubicBezTo>
                  <a:cubicBezTo>
                    <a:pt x="11294" y="8867"/>
                    <a:pt x="11304" y="8867"/>
                    <a:pt x="11314" y="8867"/>
                  </a:cubicBezTo>
                  <a:cubicBezTo>
                    <a:pt x="11314" y="8877"/>
                    <a:pt x="11325" y="8877"/>
                    <a:pt x="11325" y="8877"/>
                  </a:cubicBezTo>
                  <a:lnTo>
                    <a:pt x="11335" y="8877"/>
                  </a:lnTo>
                  <a:cubicBezTo>
                    <a:pt x="11335" y="8877"/>
                    <a:pt x="11335" y="8877"/>
                    <a:pt x="11335" y="8887"/>
                  </a:cubicBezTo>
                  <a:cubicBezTo>
                    <a:pt x="11676" y="9048"/>
                    <a:pt x="11866" y="9108"/>
                    <a:pt x="11976" y="9108"/>
                  </a:cubicBezTo>
                  <a:cubicBezTo>
                    <a:pt x="12117" y="9108"/>
                    <a:pt x="12137" y="9018"/>
                    <a:pt x="12157" y="8918"/>
                  </a:cubicBezTo>
                  <a:cubicBezTo>
                    <a:pt x="12167" y="8918"/>
                    <a:pt x="12167" y="8907"/>
                    <a:pt x="12167" y="8907"/>
                  </a:cubicBezTo>
                  <a:cubicBezTo>
                    <a:pt x="12197" y="8807"/>
                    <a:pt x="12247" y="8707"/>
                    <a:pt x="12488" y="8707"/>
                  </a:cubicBezTo>
                  <a:cubicBezTo>
                    <a:pt x="12779" y="8707"/>
                    <a:pt x="13371" y="8867"/>
                    <a:pt x="14564" y="9409"/>
                  </a:cubicBezTo>
                  <a:lnTo>
                    <a:pt x="14574" y="9409"/>
                  </a:lnTo>
                  <a:cubicBezTo>
                    <a:pt x="14604" y="9419"/>
                    <a:pt x="14625" y="9439"/>
                    <a:pt x="14655" y="9449"/>
                  </a:cubicBezTo>
                  <a:cubicBezTo>
                    <a:pt x="14665" y="9449"/>
                    <a:pt x="14675" y="9459"/>
                    <a:pt x="14685" y="9459"/>
                  </a:cubicBezTo>
                  <a:cubicBezTo>
                    <a:pt x="14695" y="9469"/>
                    <a:pt x="14705" y="9469"/>
                    <a:pt x="14715" y="9479"/>
                  </a:cubicBezTo>
                  <a:lnTo>
                    <a:pt x="14725" y="9479"/>
                  </a:lnTo>
                  <a:cubicBezTo>
                    <a:pt x="14725" y="9479"/>
                    <a:pt x="14735" y="9479"/>
                    <a:pt x="14735" y="9489"/>
                  </a:cubicBezTo>
                  <a:lnTo>
                    <a:pt x="14755" y="9489"/>
                  </a:lnTo>
                  <a:cubicBezTo>
                    <a:pt x="14815" y="9519"/>
                    <a:pt x="14875" y="9549"/>
                    <a:pt x="14925" y="9570"/>
                  </a:cubicBezTo>
                  <a:cubicBezTo>
                    <a:pt x="15367" y="9760"/>
                    <a:pt x="15618" y="9840"/>
                    <a:pt x="15728" y="9840"/>
                  </a:cubicBezTo>
                  <a:cubicBezTo>
                    <a:pt x="15778" y="9840"/>
                    <a:pt x="15798" y="9820"/>
                    <a:pt x="15798" y="9800"/>
                  </a:cubicBezTo>
                  <a:cubicBezTo>
                    <a:pt x="15798" y="9650"/>
                    <a:pt x="15006" y="9078"/>
                    <a:pt x="14013" y="8566"/>
                  </a:cubicBezTo>
                  <a:cubicBezTo>
                    <a:pt x="12378" y="7724"/>
                    <a:pt x="11274" y="6861"/>
                    <a:pt x="10201" y="6771"/>
                  </a:cubicBezTo>
                  <a:cubicBezTo>
                    <a:pt x="9298" y="6701"/>
                    <a:pt x="6971" y="4875"/>
                    <a:pt x="5075" y="3130"/>
                  </a:cubicBezTo>
                  <a:cubicBezTo>
                    <a:pt x="4734" y="2939"/>
                    <a:pt x="4393" y="2568"/>
                    <a:pt x="4062" y="2167"/>
                  </a:cubicBezTo>
                  <a:cubicBezTo>
                    <a:pt x="3701" y="1726"/>
                    <a:pt x="3360" y="1254"/>
                    <a:pt x="3099" y="1003"/>
                  </a:cubicBezTo>
                  <a:lnTo>
                    <a:pt x="2347" y="261"/>
                  </a:lnTo>
                  <a:cubicBezTo>
                    <a:pt x="2197" y="121"/>
                    <a:pt x="1996" y="41"/>
                    <a:pt x="1785" y="0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0" name="Google Shape;6740;p34"/>
            <p:cNvSpPr/>
            <p:nvPr/>
          </p:nvSpPr>
          <p:spPr>
            <a:xfrm>
              <a:off x="-111323" y="866249"/>
              <a:ext cx="4091498" cy="1456484"/>
            </a:xfrm>
            <a:custGeom>
              <a:avLst/>
              <a:gdLst/>
              <a:ahLst/>
              <a:cxnLst/>
              <a:rect l="l" t="t" r="r" b="b"/>
              <a:pathLst>
                <a:path w="49371" h="17575" extrusionOk="0">
                  <a:moveTo>
                    <a:pt x="10913" y="934"/>
                  </a:moveTo>
                  <a:cubicBezTo>
                    <a:pt x="11134" y="934"/>
                    <a:pt x="12388" y="1796"/>
                    <a:pt x="12829" y="1907"/>
                  </a:cubicBezTo>
                  <a:cubicBezTo>
                    <a:pt x="12839" y="1917"/>
                    <a:pt x="12839" y="1917"/>
                    <a:pt x="12849" y="1917"/>
                  </a:cubicBezTo>
                  <a:lnTo>
                    <a:pt x="12859" y="1917"/>
                  </a:lnTo>
                  <a:cubicBezTo>
                    <a:pt x="13180" y="1997"/>
                    <a:pt x="13702" y="2468"/>
                    <a:pt x="14203" y="2739"/>
                  </a:cubicBezTo>
                  <a:cubicBezTo>
                    <a:pt x="14223" y="2749"/>
                    <a:pt x="14243" y="2769"/>
                    <a:pt x="14263" y="2779"/>
                  </a:cubicBezTo>
                  <a:lnTo>
                    <a:pt x="14273" y="2779"/>
                  </a:lnTo>
                  <a:cubicBezTo>
                    <a:pt x="14434" y="2860"/>
                    <a:pt x="14604" y="2920"/>
                    <a:pt x="14745" y="2930"/>
                  </a:cubicBezTo>
                  <a:lnTo>
                    <a:pt x="14785" y="2930"/>
                  </a:lnTo>
                  <a:cubicBezTo>
                    <a:pt x="14855" y="2930"/>
                    <a:pt x="14935" y="2910"/>
                    <a:pt x="14996" y="2880"/>
                  </a:cubicBezTo>
                  <a:lnTo>
                    <a:pt x="15006" y="2880"/>
                  </a:lnTo>
                  <a:cubicBezTo>
                    <a:pt x="15016" y="2880"/>
                    <a:pt x="15016" y="2870"/>
                    <a:pt x="15016" y="2870"/>
                  </a:cubicBezTo>
                  <a:cubicBezTo>
                    <a:pt x="15076" y="2850"/>
                    <a:pt x="15136" y="2830"/>
                    <a:pt x="15196" y="2830"/>
                  </a:cubicBezTo>
                  <a:lnTo>
                    <a:pt x="15206" y="2830"/>
                  </a:lnTo>
                  <a:cubicBezTo>
                    <a:pt x="15477" y="2830"/>
                    <a:pt x="15798" y="3090"/>
                    <a:pt x="16189" y="3482"/>
                  </a:cubicBezTo>
                  <a:cubicBezTo>
                    <a:pt x="16199" y="3492"/>
                    <a:pt x="16219" y="3502"/>
                    <a:pt x="16229" y="3512"/>
                  </a:cubicBezTo>
                  <a:cubicBezTo>
                    <a:pt x="16621" y="3893"/>
                    <a:pt x="17092" y="4394"/>
                    <a:pt x="17674" y="4876"/>
                  </a:cubicBezTo>
                  <a:cubicBezTo>
                    <a:pt x="17674" y="4876"/>
                    <a:pt x="17684" y="4876"/>
                    <a:pt x="17684" y="4886"/>
                  </a:cubicBezTo>
                  <a:cubicBezTo>
                    <a:pt x="17704" y="4896"/>
                    <a:pt x="17724" y="4916"/>
                    <a:pt x="17744" y="4936"/>
                  </a:cubicBezTo>
                  <a:cubicBezTo>
                    <a:pt x="17754" y="4936"/>
                    <a:pt x="17754" y="4936"/>
                    <a:pt x="17754" y="4946"/>
                  </a:cubicBezTo>
                  <a:cubicBezTo>
                    <a:pt x="17774" y="4956"/>
                    <a:pt x="17794" y="4976"/>
                    <a:pt x="17814" y="4996"/>
                  </a:cubicBezTo>
                  <a:cubicBezTo>
                    <a:pt x="17834" y="5006"/>
                    <a:pt x="17854" y="5016"/>
                    <a:pt x="17874" y="5036"/>
                  </a:cubicBezTo>
                  <a:cubicBezTo>
                    <a:pt x="18296" y="5377"/>
                    <a:pt x="18466" y="5558"/>
                    <a:pt x="18466" y="5628"/>
                  </a:cubicBezTo>
                  <a:cubicBezTo>
                    <a:pt x="18466" y="5658"/>
                    <a:pt x="18446" y="5668"/>
                    <a:pt x="18406" y="5668"/>
                  </a:cubicBezTo>
                  <a:cubicBezTo>
                    <a:pt x="18035" y="5668"/>
                    <a:pt x="16199" y="4715"/>
                    <a:pt x="15668" y="4284"/>
                  </a:cubicBezTo>
                  <a:lnTo>
                    <a:pt x="15658" y="4284"/>
                  </a:lnTo>
                  <a:cubicBezTo>
                    <a:pt x="15658" y="4284"/>
                    <a:pt x="15648" y="4284"/>
                    <a:pt x="15648" y="4274"/>
                  </a:cubicBezTo>
                  <a:cubicBezTo>
                    <a:pt x="14905" y="3672"/>
                    <a:pt x="13993" y="3893"/>
                    <a:pt x="13341" y="3381"/>
                  </a:cubicBezTo>
                  <a:cubicBezTo>
                    <a:pt x="12689" y="2860"/>
                    <a:pt x="11074" y="1385"/>
                    <a:pt x="10893" y="1004"/>
                  </a:cubicBezTo>
                  <a:lnTo>
                    <a:pt x="10883" y="1004"/>
                  </a:lnTo>
                  <a:cubicBezTo>
                    <a:pt x="10873" y="984"/>
                    <a:pt x="10873" y="974"/>
                    <a:pt x="10873" y="964"/>
                  </a:cubicBezTo>
                  <a:cubicBezTo>
                    <a:pt x="10873" y="944"/>
                    <a:pt x="10883" y="934"/>
                    <a:pt x="10913" y="934"/>
                  </a:cubicBezTo>
                  <a:close/>
                  <a:moveTo>
                    <a:pt x="24715" y="3020"/>
                  </a:moveTo>
                  <a:cubicBezTo>
                    <a:pt x="24795" y="3020"/>
                    <a:pt x="24996" y="3120"/>
                    <a:pt x="25247" y="3241"/>
                  </a:cubicBezTo>
                  <a:lnTo>
                    <a:pt x="25267" y="3241"/>
                  </a:lnTo>
                  <a:cubicBezTo>
                    <a:pt x="25267" y="3251"/>
                    <a:pt x="25277" y="3251"/>
                    <a:pt x="25277" y="3251"/>
                  </a:cubicBezTo>
                  <a:cubicBezTo>
                    <a:pt x="25287" y="3251"/>
                    <a:pt x="25297" y="3261"/>
                    <a:pt x="25307" y="3261"/>
                  </a:cubicBezTo>
                  <a:cubicBezTo>
                    <a:pt x="25307" y="3261"/>
                    <a:pt x="25317" y="3271"/>
                    <a:pt x="25317" y="3271"/>
                  </a:cubicBezTo>
                  <a:cubicBezTo>
                    <a:pt x="25327" y="3271"/>
                    <a:pt x="25337" y="3271"/>
                    <a:pt x="25337" y="3281"/>
                  </a:cubicBezTo>
                  <a:cubicBezTo>
                    <a:pt x="25347" y="3281"/>
                    <a:pt x="25357" y="3281"/>
                    <a:pt x="25357" y="3291"/>
                  </a:cubicBezTo>
                  <a:lnTo>
                    <a:pt x="25377" y="3291"/>
                  </a:lnTo>
                  <a:lnTo>
                    <a:pt x="25387" y="3301"/>
                  </a:lnTo>
                  <a:cubicBezTo>
                    <a:pt x="25668" y="3421"/>
                    <a:pt x="25969" y="3532"/>
                    <a:pt x="26190" y="3532"/>
                  </a:cubicBezTo>
                  <a:lnTo>
                    <a:pt x="26290" y="3532"/>
                  </a:lnTo>
                  <a:cubicBezTo>
                    <a:pt x="26290" y="3522"/>
                    <a:pt x="26300" y="3522"/>
                    <a:pt x="26300" y="3522"/>
                  </a:cubicBezTo>
                  <a:lnTo>
                    <a:pt x="26310" y="3522"/>
                  </a:lnTo>
                  <a:cubicBezTo>
                    <a:pt x="26330" y="3522"/>
                    <a:pt x="26350" y="3522"/>
                    <a:pt x="26360" y="3512"/>
                  </a:cubicBezTo>
                  <a:lnTo>
                    <a:pt x="26420" y="3512"/>
                  </a:lnTo>
                  <a:cubicBezTo>
                    <a:pt x="26681" y="3512"/>
                    <a:pt x="27012" y="3642"/>
                    <a:pt x="27353" y="3792"/>
                  </a:cubicBezTo>
                  <a:cubicBezTo>
                    <a:pt x="27413" y="3813"/>
                    <a:pt x="27464" y="3843"/>
                    <a:pt x="27524" y="3863"/>
                  </a:cubicBezTo>
                  <a:cubicBezTo>
                    <a:pt x="27815" y="3993"/>
                    <a:pt x="28096" y="4123"/>
                    <a:pt x="28326" y="4184"/>
                  </a:cubicBezTo>
                  <a:cubicBezTo>
                    <a:pt x="28356" y="4194"/>
                    <a:pt x="28376" y="4204"/>
                    <a:pt x="28406" y="4204"/>
                  </a:cubicBezTo>
                  <a:lnTo>
                    <a:pt x="28417" y="4204"/>
                  </a:lnTo>
                  <a:lnTo>
                    <a:pt x="28427" y="4214"/>
                  </a:lnTo>
                  <a:lnTo>
                    <a:pt x="28447" y="4214"/>
                  </a:lnTo>
                  <a:cubicBezTo>
                    <a:pt x="28467" y="4214"/>
                    <a:pt x="28477" y="4214"/>
                    <a:pt x="28487" y="4224"/>
                  </a:cubicBezTo>
                  <a:lnTo>
                    <a:pt x="28607" y="4224"/>
                  </a:lnTo>
                  <a:cubicBezTo>
                    <a:pt x="29139" y="4224"/>
                    <a:pt x="31646" y="6260"/>
                    <a:pt x="33432" y="7002"/>
                  </a:cubicBezTo>
                  <a:cubicBezTo>
                    <a:pt x="33452" y="7002"/>
                    <a:pt x="33462" y="7012"/>
                    <a:pt x="33482" y="7022"/>
                  </a:cubicBezTo>
                  <a:cubicBezTo>
                    <a:pt x="33482" y="7022"/>
                    <a:pt x="34034" y="7313"/>
                    <a:pt x="35749" y="8146"/>
                  </a:cubicBezTo>
                  <a:cubicBezTo>
                    <a:pt x="35759" y="8156"/>
                    <a:pt x="35759" y="8156"/>
                    <a:pt x="35769" y="8156"/>
                  </a:cubicBezTo>
                  <a:cubicBezTo>
                    <a:pt x="35779" y="8166"/>
                    <a:pt x="35779" y="8166"/>
                    <a:pt x="35789" y="8166"/>
                  </a:cubicBezTo>
                  <a:cubicBezTo>
                    <a:pt x="36010" y="8276"/>
                    <a:pt x="36110" y="8346"/>
                    <a:pt x="36110" y="8386"/>
                  </a:cubicBezTo>
                  <a:cubicBezTo>
                    <a:pt x="36110" y="8417"/>
                    <a:pt x="36070" y="8427"/>
                    <a:pt x="35990" y="8427"/>
                  </a:cubicBezTo>
                  <a:cubicBezTo>
                    <a:pt x="35348" y="8427"/>
                    <a:pt x="32218" y="7574"/>
                    <a:pt x="30252" y="6711"/>
                  </a:cubicBezTo>
                  <a:cubicBezTo>
                    <a:pt x="30242" y="6701"/>
                    <a:pt x="30232" y="6701"/>
                    <a:pt x="30222" y="6691"/>
                  </a:cubicBezTo>
                  <a:lnTo>
                    <a:pt x="30212" y="6691"/>
                  </a:lnTo>
                  <a:cubicBezTo>
                    <a:pt x="30202" y="6691"/>
                    <a:pt x="30202" y="6681"/>
                    <a:pt x="30192" y="6681"/>
                  </a:cubicBezTo>
                  <a:lnTo>
                    <a:pt x="30182" y="6681"/>
                  </a:lnTo>
                  <a:cubicBezTo>
                    <a:pt x="30172" y="6681"/>
                    <a:pt x="30162" y="6671"/>
                    <a:pt x="30152" y="6671"/>
                  </a:cubicBezTo>
                  <a:cubicBezTo>
                    <a:pt x="30152" y="6671"/>
                    <a:pt x="30152" y="6671"/>
                    <a:pt x="30152" y="6661"/>
                  </a:cubicBezTo>
                  <a:lnTo>
                    <a:pt x="30132" y="6661"/>
                  </a:lnTo>
                  <a:cubicBezTo>
                    <a:pt x="27564" y="5508"/>
                    <a:pt x="25869" y="5086"/>
                    <a:pt x="25819" y="4735"/>
                  </a:cubicBezTo>
                  <a:cubicBezTo>
                    <a:pt x="25819" y="4735"/>
                    <a:pt x="25819" y="4735"/>
                    <a:pt x="25819" y="4725"/>
                  </a:cubicBezTo>
                  <a:cubicBezTo>
                    <a:pt x="25819" y="4675"/>
                    <a:pt x="25919" y="4645"/>
                    <a:pt x="26079" y="4645"/>
                  </a:cubicBezTo>
                  <a:lnTo>
                    <a:pt x="26140" y="4645"/>
                  </a:lnTo>
                  <a:cubicBezTo>
                    <a:pt x="26190" y="4655"/>
                    <a:pt x="26240" y="4655"/>
                    <a:pt x="26300" y="4655"/>
                  </a:cubicBezTo>
                  <a:cubicBezTo>
                    <a:pt x="26310" y="4655"/>
                    <a:pt x="26320" y="4655"/>
                    <a:pt x="26330" y="4665"/>
                  </a:cubicBezTo>
                  <a:cubicBezTo>
                    <a:pt x="26380" y="4665"/>
                    <a:pt x="26420" y="4665"/>
                    <a:pt x="26461" y="4675"/>
                  </a:cubicBezTo>
                  <a:lnTo>
                    <a:pt x="26481" y="4675"/>
                  </a:lnTo>
                  <a:cubicBezTo>
                    <a:pt x="26581" y="4685"/>
                    <a:pt x="26691" y="4695"/>
                    <a:pt x="26802" y="4715"/>
                  </a:cubicBezTo>
                  <a:cubicBezTo>
                    <a:pt x="26822" y="4715"/>
                    <a:pt x="26852" y="4725"/>
                    <a:pt x="26872" y="4725"/>
                  </a:cubicBezTo>
                  <a:lnTo>
                    <a:pt x="26902" y="4725"/>
                  </a:lnTo>
                  <a:cubicBezTo>
                    <a:pt x="26912" y="4725"/>
                    <a:pt x="26922" y="4725"/>
                    <a:pt x="26922" y="4735"/>
                  </a:cubicBezTo>
                  <a:lnTo>
                    <a:pt x="26982" y="4735"/>
                  </a:lnTo>
                  <a:cubicBezTo>
                    <a:pt x="27012" y="4745"/>
                    <a:pt x="27032" y="4745"/>
                    <a:pt x="27052" y="4745"/>
                  </a:cubicBezTo>
                  <a:cubicBezTo>
                    <a:pt x="27062" y="4745"/>
                    <a:pt x="27062" y="4745"/>
                    <a:pt x="27062" y="4755"/>
                  </a:cubicBezTo>
                  <a:lnTo>
                    <a:pt x="27103" y="4755"/>
                  </a:lnTo>
                  <a:cubicBezTo>
                    <a:pt x="27474" y="4806"/>
                    <a:pt x="27825" y="4866"/>
                    <a:pt x="27995" y="4866"/>
                  </a:cubicBezTo>
                  <a:lnTo>
                    <a:pt x="28045" y="4866"/>
                  </a:lnTo>
                  <a:cubicBezTo>
                    <a:pt x="28086" y="4856"/>
                    <a:pt x="28106" y="4846"/>
                    <a:pt x="28106" y="4836"/>
                  </a:cubicBezTo>
                  <a:cubicBezTo>
                    <a:pt x="28106" y="4806"/>
                    <a:pt x="28035" y="4755"/>
                    <a:pt x="27865" y="4675"/>
                  </a:cubicBezTo>
                  <a:cubicBezTo>
                    <a:pt x="27865" y="4675"/>
                    <a:pt x="27865" y="4665"/>
                    <a:pt x="27865" y="4665"/>
                  </a:cubicBezTo>
                  <a:lnTo>
                    <a:pt x="27845" y="4665"/>
                  </a:lnTo>
                  <a:cubicBezTo>
                    <a:pt x="27845" y="4655"/>
                    <a:pt x="27845" y="4655"/>
                    <a:pt x="27835" y="4655"/>
                  </a:cubicBezTo>
                  <a:cubicBezTo>
                    <a:pt x="27825" y="4655"/>
                    <a:pt x="27825" y="4645"/>
                    <a:pt x="27815" y="4645"/>
                  </a:cubicBezTo>
                  <a:lnTo>
                    <a:pt x="27805" y="4645"/>
                  </a:lnTo>
                  <a:cubicBezTo>
                    <a:pt x="26501" y="4043"/>
                    <a:pt x="25357" y="3903"/>
                    <a:pt x="24806" y="3241"/>
                  </a:cubicBezTo>
                  <a:cubicBezTo>
                    <a:pt x="24806" y="3241"/>
                    <a:pt x="24795" y="3241"/>
                    <a:pt x="24795" y="3231"/>
                  </a:cubicBezTo>
                  <a:cubicBezTo>
                    <a:pt x="24715" y="3140"/>
                    <a:pt x="24685" y="3080"/>
                    <a:pt x="24685" y="3050"/>
                  </a:cubicBezTo>
                  <a:cubicBezTo>
                    <a:pt x="24685" y="3030"/>
                    <a:pt x="24695" y="3020"/>
                    <a:pt x="24715" y="3020"/>
                  </a:cubicBezTo>
                  <a:close/>
                  <a:moveTo>
                    <a:pt x="12839" y="1"/>
                  </a:moveTo>
                  <a:cubicBezTo>
                    <a:pt x="12628" y="1"/>
                    <a:pt x="12488" y="81"/>
                    <a:pt x="12348" y="161"/>
                  </a:cubicBezTo>
                  <a:cubicBezTo>
                    <a:pt x="12348" y="161"/>
                    <a:pt x="12338" y="171"/>
                    <a:pt x="12338" y="171"/>
                  </a:cubicBezTo>
                  <a:lnTo>
                    <a:pt x="12328" y="171"/>
                  </a:lnTo>
                  <a:cubicBezTo>
                    <a:pt x="12328" y="181"/>
                    <a:pt x="12318" y="181"/>
                    <a:pt x="12318" y="181"/>
                  </a:cubicBezTo>
                  <a:cubicBezTo>
                    <a:pt x="12318" y="181"/>
                    <a:pt x="12307" y="181"/>
                    <a:pt x="12307" y="192"/>
                  </a:cubicBezTo>
                  <a:cubicBezTo>
                    <a:pt x="12167" y="282"/>
                    <a:pt x="12017" y="362"/>
                    <a:pt x="11796" y="362"/>
                  </a:cubicBezTo>
                  <a:lnTo>
                    <a:pt x="11786" y="362"/>
                  </a:lnTo>
                  <a:cubicBezTo>
                    <a:pt x="11686" y="362"/>
                    <a:pt x="11555" y="342"/>
                    <a:pt x="11415" y="302"/>
                  </a:cubicBezTo>
                  <a:cubicBezTo>
                    <a:pt x="11405" y="302"/>
                    <a:pt x="11405" y="292"/>
                    <a:pt x="11395" y="292"/>
                  </a:cubicBezTo>
                  <a:lnTo>
                    <a:pt x="11375" y="292"/>
                  </a:lnTo>
                  <a:cubicBezTo>
                    <a:pt x="11014" y="171"/>
                    <a:pt x="10602" y="151"/>
                    <a:pt x="10211" y="151"/>
                  </a:cubicBezTo>
                  <a:lnTo>
                    <a:pt x="9900" y="151"/>
                  </a:lnTo>
                  <a:cubicBezTo>
                    <a:pt x="9268" y="432"/>
                    <a:pt x="8546" y="663"/>
                    <a:pt x="7663" y="793"/>
                  </a:cubicBezTo>
                  <a:cubicBezTo>
                    <a:pt x="7553" y="813"/>
                    <a:pt x="7503" y="833"/>
                    <a:pt x="7503" y="864"/>
                  </a:cubicBezTo>
                  <a:cubicBezTo>
                    <a:pt x="7493" y="1004"/>
                    <a:pt x="9288" y="1265"/>
                    <a:pt x="9288" y="1425"/>
                  </a:cubicBezTo>
                  <a:cubicBezTo>
                    <a:pt x="9288" y="1455"/>
                    <a:pt x="9238" y="1475"/>
                    <a:pt x="9118" y="1495"/>
                  </a:cubicBezTo>
                  <a:cubicBezTo>
                    <a:pt x="8456" y="1616"/>
                    <a:pt x="8165" y="1977"/>
                    <a:pt x="7764" y="2057"/>
                  </a:cubicBezTo>
                  <a:cubicBezTo>
                    <a:pt x="6600" y="2278"/>
                    <a:pt x="6209" y="2468"/>
                    <a:pt x="6209" y="2619"/>
                  </a:cubicBezTo>
                  <a:cubicBezTo>
                    <a:pt x="6209" y="2900"/>
                    <a:pt x="7493" y="3070"/>
                    <a:pt x="7713" y="3221"/>
                  </a:cubicBezTo>
                  <a:cubicBezTo>
                    <a:pt x="7744" y="3251"/>
                    <a:pt x="7764" y="3271"/>
                    <a:pt x="7764" y="3291"/>
                  </a:cubicBezTo>
                  <a:cubicBezTo>
                    <a:pt x="7764" y="3381"/>
                    <a:pt x="7413" y="3421"/>
                    <a:pt x="6981" y="3421"/>
                  </a:cubicBezTo>
                  <a:cubicBezTo>
                    <a:pt x="6339" y="3421"/>
                    <a:pt x="5517" y="3331"/>
                    <a:pt x="5306" y="3161"/>
                  </a:cubicBezTo>
                  <a:cubicBezTo>
                    <a:pt x="5196" y="3080"/>
                    <a:pt x="5106" y="2960"/>
                    <a:pt x="4995" y="2880"/>
                  </a:cubicBezTo>
                  <a:cubicBezTo>
                    <a:pt x="4845" y="2769"/>
                    <a:pt x="4654" y="2739"/>
                    <a:pt x="4474" y="2699"/>
                  </a:cubicBezTo>
                  <a:cubicBezTo>
                    <a:pt x="3962" y="2599"/>
                    <a:pt x="2768" y="2077"/>
                    <a:pt x="2157" y="1816"/>
                  </a:cubicBezTo>
                  <a:cubicBezTo>
                    <a:pt x="2116" y="1837"/>
                    <a:pt x="2066" y="1857"/>
                    <a:pt x="2026" y="1877"/>
                  </a:cubicBezTo>
                  <a:cubicBezTo>
                    <a:pt x="1454" y="2168"/>
                    <a:pt x="883" y="2478"/>
                    <a:pt x="512" y="2910"/>
                  </a:cubicBezTo>
                  <a:cubicBezTo>
                    <a:pt x="150" y="3311"/>
                    <a:pt x="0" y="3792"/>
                    <a:pt x="0" y="4274"/>
                  </a:cubicBezTo>
                  <a:cubicBezTo>
                    <a:pt x="0" y="4665"/>
                    <a:pt x="100" y="5056"/>
                    <a:pt x="261" y="5417"/>
                  </a:cubicBezTo>
                  <a:cubicBezTo>
                    <a:pt x="642" y="6240"/>
                    <a:pt x="1354" y="6972"/>
                    <a:pt x="2056" y="7674"/>
                  </a:cubicBezTo>
                  <a:cubicBezTo>
                    <a:pt x="3019" y="8617"/>
                    <a:pt x="4012" y="9560"/>
                    <a:pt x="5226" y="10322"/>
                  </a:cubicBezTo>
                  <a:cubicBezTo>
                    <a:pt x="5266" y="10332"/>
                    <a:pt x="5306" y="10352"/>
                    <a:pt x="5346" y="10362"/>
                  </a:cubicBezTo>
                  <a:cubicBezTo>
                    <a:pt x="8616" y="9500"/>
                    <a:pt x="11876" y="8647"/>
                    <a:pt x="15146" y="7785"/>
                  </a:cubicBezTo>
                  <a:lnTo>
                    <a:pt x="15166" y="7785"/>
                  </a:lnTo>
                  <a:cubicBezTo>
                    <a:pt x="15176" y="7775"/>
                    <a:pt x="15176" y="7775"/>
                    <a:pt x="15186" y="7775"/>
                  </a:cubicBezTo>
                  <a:cubicBezTo>
                    <a:pt x="15357" y="7734"/>
                    <a:pt x="15547" y="7694"/>
                    <a:pt x="15728" y="7684"/>
                  </a:cubicBezTo>
                  <a:cubicBezTo>
                    <a:pt x="15878" y="7694"/>
                    <a:pt x="16019" y="7714"/>
                    <a:pt x="16149" y="7795"/>
                  </a:cubicBezTo>
                  <a:cubicBezTo>
                    <a:pt x="13772" y="8437"/>
                    <a:pt x="11575" y="9410"/>
                    <a:pt x="9298" y="10312"/>
                  </a:cubicBezTo>
                  <a:cubicBezTo>
                    <a:pt x="8666" y="10563"/>
                    <a:pt x="7844" y="10663"/>
                    <a:pt x="7362" y="11115"/>
                  </a:cubicBezTo>
                  <a:lnTo>
                    <a:pt x="7352" y="11125"/>
                  </a:lnTo>
                  <a:cubicBezTo>
                    <a:pt x="8426" y="11536"/>
                    <a:pt x="9479" y="11937"/>
                    <a:pt x="10502" y="12338"/>
                  </a:cubicBezTo>
                  <a:cubicBezTo>
                    <a:pt x="10863" y="12429"/>
                    <a:pt x="11224" y="12519"/>
                    <a:pt x="11595" y="12599"/>
                  </a:cubicBezTo>
                  <a:cubicBezTo>
                    <a:pt x="13742" y="12058"/>
                    <a:pt x="16009" y="12188"/>
                    <a:pt x="18205" y="12048"/>
                  </a:cubicBezTo>
                  <a:cubicBezTo>
                    <a:pt x="19439" y="11967"/>
                    <a:pt x="20683" y="11817"/>
                    <a:pt x="21857" y="11396"/>
                  </a:cubicBezTo>
                  <a:cubicBezTo>
                    <a:pt x="22378" y="11215"/>
                    <a:pt x="22860" y="10984"/>
                    <a:pt x="23391" y="10834"/>
                  </a:cubicBezTo>
                  <a:cubicBezTo>
                    <a:pt x="23711" y="10744"/>
                    <a:pt x="24768" y="10694"/>
                    <a:pt x="24974" y="10475"/>
                  </a:cubicBezTo>
                  <a:lnTo>
                    <a:pt x="24974" y="10475"/>
                  </a:lnTo>
                  <a:cubicBezTo>
                    <a:pt x="24231" y="11276"/>
                    <a:pt x="23019" y="11497"/>
                    <a:pt x="22208" y="12238"/>
                  </a:cubicBezTo>
                  <a:cubicBezTo>
                    <a:pt x="21867" y="12549"/>
                    <a:pt x="21606" y="12940"/>
                    <a:pt x="21235" y="13201"/>
                  </a:cubicBezTo>
                  <a:cubicBezTo>
                    <a:pt x="20533" y="13683"/>
                    <a:pt x="19529" y="13783"/>
                    <a:pt x="18727" y="14014"/>
                  </a:cubicBezTo>
                  <a:cubicBezTo>
                    <a:pt x="18476" y="14094"/>
                    <a:pt x="18105" y="14164"/>
                    <a:pt x="17734" y="14254"/>
                  </a:cubicBezTo>
                  <a:cubicBezTo>
                    <a:pt x="18055" y="14355"/>
                    <a:pt x="18376" y="14445"/>
                    <a:pt x="18707" y="14545"/>
                  </a:cubicBezTo>
                  <a:cubicBezTo>
                    <a:pt x="19539" y="14385"/>
                    <a:pt x="20372" y="14214"/>
                    <a:pt x="21195" y="13993"/>
                  </a:cubicBezTo>
                  <a:cubicBezTo>
                    <a:pt x="21706" y="13853"/>
                    <a:pt x="22218" y="13693"/>
                    <a:pt x="22719" y="13512"/>
                  </a:cubicBezTo>
                  <a:cubicBezTo>
                    <a:pt x="22840" y="13462"/>
                    <a:pt x="23782" y="13231"/>
                    <a:pt x="23843" y="13151"/>
                  </a:cubicBezTo>
                  <a:lnTo>
                    <a:pt x="23843" y="13151"/>
                  </a:lnTo>
                  <a:cubicBezTo>
                    <a:pt x="23391" y="13763"/>
                    <a:pt x="22368" y="13823"/>
                    <a:pt x="21736" y="14214"/>
                  </a:cubicBezTo>
                  <a:cubicBezTo>
                    <a:pt x="21475" y="14385"/>
                    <a:pt x="21245" y="14595"/>
                    <a:pt x="21004" y="14796"/>
                  </a:cubicBezTo>
                  <a:cubicBezTo>
                    <a:pt x="20864" y="14906"/>
                    <a:pt x="20723" y="15017"/>
                    <a:pt x="20573" y="15117"/>
                  </a:cubicBezTo>
                  <a:cubicBezTo>
                    <a:pt x="21686" y="15448"/>
                    <a:pt x="22789" y="15779"/>
                    <a:pt x="23913" y="16080"/>
                  </a:cubicBezTo>
                  <a:cubicBezTo>
                    <a:pt x="27082" y="16922"/>
                    <a:pt x="30413" y="17574"/>
                    <a:pt x="33763" y="17574"/>
                  </a:cubicBezTo>
                  <a:cubicBezTo>
                    <a:pt x="34164" y="17574"/>
                    <a:pt x="34565" y="17564"/>
                    <a:pt x="34966" y="17544"/>
                  </a:cubicBezTo>
                  <a:cubicBezTo>
                    <a:pt x="36521" y="17474"/>
                    <a:pt x="38056" y="17243"/>
                    <a:pt x="39581" y="17013"/>
                  </a:cubicBezTo>
                  <a:cubicBezTo>
                    <a:pt x="41557" y="16722"/>
                    <a:pt x="43523" y="16431"/>
                    <a:pt x="45488" y="16140"/>
                  </a:cubicBezTo>
                  <a:cubicBezTo>
                    <a:pt x="46732" y="15949"/>
                    <a:pt x="48076" y="15719"/>
                    <a:pt x="48799" y="14956"/>
                  </a:cubicBezTo>
                  <a:cubicBezTo>
                    <a:pt x="49170" y="14565"/>
                    <a:pt x="49310" y="14074"/>
                    <a:pt x="49370" y="13582"/>
                  </a:cubicBezTo>
                  <a:cubicBezTo>
                    <a:pt x="49200" y="13562"/>
                    <a:pt x="49019" y="13542"/>
                    <a:pt x="48919" y="13442"/>
                  </a:cubicBezTo>
                  <a:cubicBezTo>
                    <a:pt x="47896" y="12379"/>
                    <a:pt x="48116" y="10854"/>
                    <a:pt x="46552" y="10322"/>
                  </a:cubicBezTo>
                  <a:cubicBezTo>
                    <a:pt x="45990" y="10132"/>
                    <a:pt x="45769" y="10112"/>
                    <a:pt x="45488" y="9580"/>
                  </a:cubicBezTo>
                  <a:cubicBezTo>
                    <a:pt x="44796" y="8226"/>
                    <a:pt x="43041" y="7915"/>
                    <a:pt x="41697" y="7183"/>
                  </a:cubicBezTo>
                  <a:cubicBezTo>
                    <a:pt x="41326" y="6982"/>
                    <a:pt x="40704" y="6731"/>
                    <a:pt x="40182" y="6491"/>
                  </a:cubicBezTo>
                  <a:lnTo>
                    <a:pt x="40172" y="6491"/>
                  </a:lnTo>
                  <a:cubicBezTo>
                    <a:pt x="39560" y="6481"/>
                    <a:pt x="39019" y="5949"/>
                    <a:pt x="38868" y="5949"/>
                  </a:cubicBezTo>
                  <a:cubicBezTo>
                    <a:pt x="38838" y="5959"/>
                    <a:pt x="38818" y="5969"/>
                    <a:pt x="38818" y="6019"/>
                  </a:cubicBezTo>
                  <a:cubicBezTo>
                    <a:pt x="38818" y="6019"/>
                    <a:pt x="38818" y="6029"/>
                    <a:pt x="38818" y="6029"/>
                  </a:cubicBezTo>
                  <a:cubicBezTo>
                    <a:pt x="38818" y="6039"/>
                    <a:pt x="38818" y="6039"/>
                    <a:pt x="38818" y="6039"/>
                  </a:cubicBezTo>
                  <a:cubicBezTo>
                    <a:pt x="38818" y="6039"/>
                    <a:pt x="38818" y="6049"/>
                    <a:pt x="38818" y="6049"/>
                  </a:cubicBezTo>
                  <a:cubicBezTo>
                    <a:pt x="38818" y="6099"/>
                    <a:pt x="38798" y="6120"/>
                    <a:pt x="38758" y="6120"/>
                  </a:cubicBezTo>
                  <a:lnTo>
                    <a:pt x="38728" y="6120"/>
                  </a:lnTo>
                  <a:cubicBezTo>
                    <a:pt x="38728" y="6120"/>
                    <a:pt x="38728" y="6110"/>
                    <a:pt x="38718" y="6110"/>
                  </a:cubicBezTo>
                  <a:cubicBezTo>
                    <a:pt x="38628" y="6099"/>
                    <a:pt x="38477" y="6019"/>
                    <a:pt x="38317" y="5939"/>
                  </a:cubicBezTo>
                  <a:lnTo>
                    <a:pt x="38307" y="5939"/>
                  </a:lnTo>
                  <a:cubicBezTo>
                    <a:pt x="38297" y="5929"/>
                    <a:pt x="38287" y="5929"/>
                    <a:pt x="38277" y="5929"/>
                  </a:cubicBezTo>
                  <a:cubicBezTo>
                    <a:pt x="38277" y="5919"/>
                    <a:pt x="38267" y="5919"/>
                    <a:pt x="38267" y="5919"/>
                  </a:cubicBezTo>
                  <a:lnTo>
                    <a:pt x="38256" y="5919"/>
                  </a:lnTo>
                  <a:cubicBezTo>
                    <a:pt x="38246" y="5909"/>
                    <a:pt x="38246" y="5909"/>
                    <a:pt x="38236" y="5909"/>
                  </a:cubicBezTo>
                  <a:cubicBezTo>
                    <a:pt x="38016" y="5809"/>
                    <a:pt x="37765" y="5698"/>
                    <a:pt x="37554" y="5698"/>
                  </a:cubicBezTo>
                  <a:cubicBezTo>
                    <a:pt x="37524" y="5698"/>
                    <a:pt x="37504" y="5698"/>
                    <a:pt x="37474" y="5708"/>
                  </a:cubicBezTo>
                  <a:lnTo>
                    <a:pt x="37384" y="5708"/>
                  </a:lnTo>
                  <a:cubicBezTo>
                    <a:pt x="37173" y="5698"/>
                    <a:pt x="36902" y="5588"/>
                    <a:pt x="36722" y="5458"/>
                  </a:cubicBezTo>
                  <a:cubicBezTo>
                    <a:pt x="36712" y="5458"/>
                    <a:pt x="36712" y="5447"/>
                    <a:pt x="36702" y="5447"/>
                  </a:cubicBezTo>
                  <a:cubicBezTo>
                    <a:pt x="36702" y="5447"/>
                    <a:pt x="36702" y="5447"/>
                    <a:pt x="36692" y="5437"/>
                  </a:cubicBezTo>
                  <a:cubicBezTo>
                    <a:pt x="36682" y="5437"/>
                    <a:pt x="36682" y="5427"/>
                    <a:pt x="36672" y="5427"/>
                  </a:cubicBezTo>
                  <a:cubicBezTo>
                    <a:pt x="36672" y="5427"/>
                    <a:pt x="36672" y="5417"/>
                    <a:pt x="36662" y="5417"/>
                  </a:cubicBezTo>
                  <a:lnTo>
                    <a:pt x="36652" y="5417"/>
                  </a:lnTo>
                  <a:cubicBezTo>
                    <a:pt x="36571" y="5347"/>
                    <a:pt x="36511" y="5277"/>
                    <a:pt x="36511" y="5227"/>
                  </a:cubicBezTo>
                  <a:cubicBezTo>
                    <a:pt x="36511" y="5177"/>
                    <a:pt x="36561" y="5147"/>
                    <a:pt x="36682" y="5147"/>
                  </a:cubicBezTo>
                  <a:lnTo>
                    <a:pt x="36702" y="5147"/>
                  </a:lnTo>
                  <a:cubicBezTo>
                    <a:pt x="36782" y="5147"/>
                    <a:pt x="36872" y="5157"/>
                    <a:pt x="37003" y="5187"/>
                  </a:cubicBezTo>
                  <a:cubicBezTo>
                    <a:pt x="37013" y="5187"/>
                    <a:pt x="37023" y="5197"/>
                    <a:pt x="37033" y="5197"/>
                  </a:cubicBezTo>
                  <a:cubicBezTo>
                    <a:pt x="37043" y="5197"/>
                    <a:pt x="37063" y="5197"/>
                    <a:pt x="37073" y="5207"/>
                  </a:cubicBezTo>
                  <a:cubicBezTo>
                    <a:pt x="37534" y="5307"/>
                    <a:pt x="37865" y="5347"/>
                    <a:pt x="38106" y="5347"/>
                  </a:cubicBezTo>
                  <a:lnTo>
                    <a:pt x="38116" y="5347"/>
                  </a:lnTo>
                  <a:cubicBezTo>
                    <a:pt x="38457" y="5347"/>
                    <a:pt x="38608" y="5267"/>
                    <a:pt x="38678" y="5137"/>
                  </a:cubicBezTo>
                  <a:cubicBezTo>
                    <a:pt x="38678" y="5137"/>
                    <a:pt x="38678" y="5127"/>
                    <a:pt x="38678" y="5127"/>
                  </a:cubicBezTo>
                  <a:lnTo>
                    <a:pt x="38688" y="5127"/>
                  </a:lnTo>
                  <a:cubicBezTo>
                    <a:pt x="38708" y="5066"/>
                    <a:pt x="38758" y="5036"/>
                    <a:pt x="38828" y="5036"/>
                  </a:cubicBezTo>
                  <a:cubicBezTo>
                    <a:pt x="38838" y="5036"/>
                    <a:pt x="38858" y="5036"/>
                    <a:pt x="38878" y="5046"/>
                  </a:cubicBezTo>
                  <a:cubicBezTo>
                    <a:pt x="39069" y="5076"/>
                    <a:pt x="39380" y="5247"/>
                    <a:pt x="39841" y="5458"/>
                  </a:cubicBezTo>
                  <a:cubicBezTo>
                    <a:pt x="39851" y="5458"/>
                    <a:pt x="39861" y="5468"/>
                    <a:pt x="39871" y="5468"/>
                  </a:cubicBezTo>
                  <a:lnTo>
                    <a:pt x="39881" y="5468"/>
                  </a:lnTo>
                  <a:cubicBezTo>
                    <a:pt x="39891" y="5478"/>
                    <a:pt x="39891" y="5478"/>
                    <a:pt x="39901" y="5478"/>
                  </a:cubicBezTo>
                  <a:cubicBezTo>
                    <a:pt x="39901" y="5488"/>
                    <a:pt x="39912" y="5488"/>
                    <a:pt x="39912" y="5488"/>
                  </a:cubicBezTo>
                  <a:lnTo>
                    <a:pt x="39922" y="5488"/>
                  </a:lnTo>
                  <a:cubicBezTo>
                    <a:pt x="39932" y="5498"/>
                    <a:pt x="39932" y="5498"/>
                    <a:pt x="39942" y="5498"/>
                  </a:cubicBezTo>
                  <a:cubicBezTo>
                    <a:pt x="40092" y="5558"/>
                    <a:pt x="40253" y="5628"/>
                    <a:pt x="40413" y="5698"/>
                  </a:cubicBezTo>
                  <a:lnTo>
                    <a:pt x="40423" y="5698"/>
                  </a:lnTo>
                  <a:cubicBezTo>
                    <a:pt x="40433" y="5698"/>
                    <a:pt x="40443" y="5708"/>
                    <a:pt x="40453" y="5708"/>
                  </a:cubicBezTo>
                  <a:lnTo>
                    <a:pt x="40493" y="5708"/>
                  </a:lnTo>
                  <a:lnTo>
                    <a:pt x="40543" y="5718"/>
                  </a:lnTo>
                  <a:lnTo>
                    <a:pt x="40553" y="5718"/>
                  </a:lnTo>
                  <a:cubicBezTo>
                    <a:pt x="40644" y="5728"/>
                    <a:pt x="40734" y="5738"/>
                    <a:pt x="40814" y="5748"/>
                  </a:cubicBezTo>
                  <a:cubicBezTo>
                    <a:pt x="40965" y="5758"/>
                    <a:pt x="41105" y="5768"/>
                    <a:pt x="41226" y="5768"/>
                  </a:cubicBezTo>
                  <a:cubicBezTo>
                    <a:pt x="41276" y="5768"/>
                    <a:pt x="41326" y="5768"/>
                    <a:pt x="41366" y="5758"/>
                  </a:cubicBezTo>
                  <a:cubicBezTo>
                    <a:pt x="41386" y="5758"/>
                    <a:pt x="41386" y="5758"/>
                    <a:pt x="41386" y="5748"/>
                  </a:cubicBezTo>
                  <a:cubicBezTo>
                    <a:pt x="41396" y="5618"/>
                    <a:pt x="40112" y="4856"/>
                    <a:pt x="39932" y="4755"/>
                  </a:cubicBezTo>
                  <a:cubicBezTo>
                    <a:pt x="39932" y="4826"/>
                    <a:pt x="39922" y="4856"/>
                    <a:pt x="39891" y="4856"/>
                  </a:cubicBezTo>
                  <a:lnTo>
                    <a:pt x="39881" y="4856"/>
                  </a:lnTo>
                  <a:cubicBezTo>
                    <a:pt x="39811" y="4836"/>
                    <a:pt x="39691" y="4675"/>
                    <a:pt x="39540" y="4525"/>
                  </a:cubicBezTo>
                  <a:cubicBezTo>
                    <a:pt x="39530" y="4515"/>
                    <a:pt x="39520" y="4505"/>
                    <a:pt x="39520" y="4505"/>
                  </a:cubicBezTo>
                  <a:cubicBezTo>
                    <a:pt x="39340" y="4324"/>
                    <a:pt x="39109" y="4154"/>
                    <a:pt x="38858" y="4144"/>
                  </a:cubicBezTo>
                  <a:lnTo>
                    <a:pt x="38848" y="4144"/>
                  </a:lnTo>
                  <a:cubicBezTo>
                    <a:pt x="38798" y="4144"/>
                    <a:pt x="38738" y="4154"/>
                    <a:pt x="38678" y="4174"/>
                  </a:cubicBezTo>
                  <a:lnTo>
                    <a:pt x="38668" y="4174"/>
                  </a:lnTo>
                  <a:cubicBezTo>
                    <a:pt x="38668" y="4184"/>
                    <a:pt x="38668" y="4184"/>
                    <a:pt x="38658" y="4184"/>
                  </a:cubicBezTo>
                  <a:cubicBezTo>
                    <a:pt x="38437" y="4264"/>
                    <a:pt x="38216" y="4284"/>
                    <a:pt x="37996" y="4284"/>
                  </a:cubicBezTo>
                  <a:cubicBezTo>
                    <a:pt x="37615" y="4284"/>
                    <a:pt x="37233" y="4204"/>
                    <a:pt x="36902" y="4164"/>
                  </a:cubicBezTo>
                  <a:cubicBezTo>
                    <a:pt x="36892" y="4154"/>
                    <a:pt x="36872" y="4154"/>
                    <a:pt x="36862" y="4154"/>
                  </a:cubicBezTo>
                  <a:lnTo>
                    <a:pt x="36852" y="4154"/>
                  </a:lnTo>
                  <a:cubicBezTo>
                    <a:pt x="36812" y="4154"/>
                    <a:pt x="36782" y="4144"/>
                    <a:pt x="36752" y="4144"/>
                  </a:cubicBezTo>
                  <a:cubicBezTo>
                    <a:pt x="36391" y="4214"/>
                    <a:pt x="36020" y="4264"/>
                    <a:pt x="35689" y="4264"/>
                  </a:cubicBezTo>
                  <a:cubicBezTo>
                    <a:pt x="35508" y="4264"/>
                    <a:pt x="35338" y="4254"/>
                    <a:pt x="35177" y="4224"/>
                  </a:cubicBezTo>
                  <a:lnTo>
                    <a:pt x="35177" y="4224"/>
                  </a:lnTo>
                  <a:cubicBezTo>
                    <a:pt x="35257" y="4535"/>
                    <a:pt x="35187" y="4996"/>
                    <a:pt x="35538" y="5397"/>
                  </a:cubicBezTo>
                  <a:cubicBezTo>
                    <a:pt x="36301" y="6260"/>
                    <a:pt x="38778" y="7775"/>
                    <a:pt x="38788" y="7965"/>
                  </a:cubicBezTo>
                  <a:cubicBezTo>
                    <a:pt x="38788" y="7975"/>
                    <a:pt x="38778" y="7985"/>
                    <a:pt x="38758" y="7985"/>
                  </a:cubicBezTo>
                  <a:lnTo>
                    <a:pt x="38738" y="7985"/>
                  </a:lnTo>
                  <a:cubicBezTo>
                    <a:pt x="38387" y="7985"/>
                    <a:pt x="36702" y="7484"/>
                    <a:pt x="35257" y="6651"/>
                  </a:cubicBezTo>
                  <a:cubicBezTo>
                    <a:pt x="34676" y="6310"/>
                    <a:pt x="32950" y="4836"/>
                    <a:pt x="32509" y="4836"/>
                  </a:cubicBezTo>
                  <a:cubicBezTo>
                    <a:pt x="32439" y="4836"/>
                    <a:pt x="32399" y="4866"/>
                    <a:pt x="32399" y="4946"/>
                  </a:cubicBezTo>
                  <a:cubicBezTo>
                    <a:pt x="32399" y="4956"/>
                    <a:pt x="32399" y="4966"/>
                    <a:pt x="32399" y="4976"/>
                  </a:cubicBezTo>
                  <a:cubicBezTo>
                    <a:pt x="32399" y="4976"/>
                    <a:pt x="32399" y="4976"/>
                    <a:pt x="32399" y="4986"/>
                  </a:cubicBezTo>
                  <a:cubicBezTo>
                    <a:pt x="32399" y="4996"/>
                    <a:pt x="32399" y="4996"/>
                    <a:pt x="32399" y="5006"/>
                  </a:cubicBezTo>
                  <a:cubicBezTo>
                    <a:pt x="32409" y="5116"/>
                    <a:pt x="32208" y="5147"/>
                    <a:pt x="31977" y="5147"/>
                  </a:cubicBezTo>
                  <a:cubicBezTo>
                    <a:pt x="31646" y="5147"/>
                    <a:pt x="31255" y="5086"/>
                    <a:pt x="31195" y="5046"/>
                  </a:cubicBezTo>
                  <a:cubicBezTo>
                    <a:pt x="30272" y="4555"/>
                    <a:pt x="29560" y="3642"/>
                    <a:pt x="28768" y="3431"/>
                  </a:cubicBezTo>
                  <a:cubicBezTo>
                    <a:pt x="28647" y="3391"/>
                    <a:pt x="28055" y="2769"/>
                    <a:pt x="27935" y="2709"/>
                  </a:cubicBezTo>
                  <a:cubicBezTo>
                    <a:pt x="27744" y="2589"/>
                    <a:pt x="27524" y="2468"/>
                    <a:pt x="27343" y="2318"/>
                  </a:cubicBezTo>
                  <a:cubicBezTo>
                    <a:pt x="27143" y="2398"/>
                    <a:pt x="26882" y="2478"/>
                    <a:pt x="26521" y="2549"/>
                  </a:cubicBezTo>
                  <a:lnTo>
                    <a:pt x="26501" y="2549"/>
                  </a:lnTo>
                  <a:cubicBezTo>
                    <a:pt x="26290" y="2589"/>
                    <a:pt x="26130" y="2599"/>
                    <a:pt x="25989" y="2599"/>
                  </a:cubicBezTo>
                  <a:cubicBezTo>
                    <a:pt x="25728" y="2599"/>
                    <a:pt x="25578" y="2549"/>
                    <a:pt x="25458" y="2488"/>
                  </a:cubicBezTo>
                  <a:lnTo>
                    <a:pt x="25447" y="2488"/>
                  </a:lnTo>
                  <a:cubicBezTo>
                    <a:pt x="25437" y="2478"/>
                    <a:pt x="25437" y="2478"/>
                    <a:pt x="25427" y="2478"/>
                  </a:cubicBezTo>
                  <a:cubicBezTo>
                    <a:pt x="25297" y="2408"/>
                    <a:pt x="25167" y="2348"/>
                    <a:pt x="24946" y="2348"/>
                  </a:cubicBezTo>
                  <a:lnTo>
                    <a:pt x="24936" y="2348"/>
                  </a:lnTo>
                  <a:cubicBezTo>
                    <a:pt x="24816" y="2348"/>
                    <a:pt x="24675" y="2368"/>
                    <a:pt x="24495" y="2408"/>
                  </a:cubicBezTo>
                  <a:cubicBezTo>
                    <a:pt x="24485" y="2408"/>
                    <a:pt x="24475" y="2408"/>
                    <a:pt x="24464" y="2418"/>
                  </a:cubicBezTo>
                  <a:lnTo>
                    <a:pt x="24434" y="2418"/>
                  </a:lnTo>
                  <a:lnTo>
                    <a:pt x="24424" y="2428"/>
                  </a:lnTo>
                  <a:cubicBezTo>
                    <a:pt x="24414" y="2428"/>
                    <a:pt x="24394" y="2428"/>
                    <a:pt x="24384" y="2438"/>
                  </a:cubicBezTo>
                  <a:cubicBezTo>
                    <a:pt x="24344" y="2438"/>
                    <a:pt x="24314" y="2448"/>
                    <a:pt x="24284" y="2458"/>
                  </a:cubicBezTo>
                  <a:lnTo>
                    <a:pt x="24274" y="2458"/>
                  </a:lnTo>
                  <a:cubicBezTo>
                    <a:pt x="23823" y="2559"/>
                    <a:pt x="23411" y="2629"/>
                    <a:pt x="23090" y="2639"/>
                  </a:cubicBezTo>
                  <a:lnTo>
                    <a:pt x="22970" y="2639"/>
                  </a:lnTo>
                  <a:cubicBezTo>
                    <a:pt x="22769" y="2699"/>
                    <a:pt x="22549" y="2739"/>
                    <a:pt x="22298" y="2739"/>
                  </a:cubicBezTo>
                  <a:cubicBezTo>
                    <a:pt x="22238" y="2739"/>
                    <a:pt x="22167" y="2739"/>
                    <a:pt x="22097" y="2729"/>
                  </a:cubicBezTo>
                  <a:lnTo>
                    <a:pt x="22047" y="2729"/>
                  </a:lnTo>
                  <a:cubicBezTo>
                    <a:pt x="21867" y="2729"/>
                    <a:pt x="21646" y="2809"/>
                    <a:pt x="21425" y="2890"/>
                  </a:cubicBezTo>
                  <a:cubicBezTo>
                    <a:pt x="21215" y="2970"/>
                    <a:pt x="20994" y="3050"/>
                    <a:pt x="20813" y="3050"/>
                  </a:cubicBezTo>
                  <a:cubicBezTo>
                    <a:pt x="20743" y="3050"/>
                    <a:pt x="20683" y="3040"/>
                    <a:pt x="20623" y="3010"/>
                  </a:cubicBezTo>
                  <a:cubicBezTo>
                    <a:pt x="20593" y="3000"/>
                    <a:pt x="20553" y="2980"/>
                    <a:pt x="20522" y="2960"/>
                  </a:cubicBezTo>
                  <a:lnTo>
                    <a:pt x="20522" y="2960"/>
                  </a:lnTo>
                  <a:cubicBezTo>
                    <a:pt x="22418" y="4705"/>
                    <a:pt x="24745" y="6531"/>
                    <a:pt x="25648" y="6601"/>
                  </a:cubicBezTo>
                  <a:cubicBezTo>
                    <a:pt x="26721" y="6691"/>
                    <a:pt x="27825" y="7554"/>
                    <a:pt x="29460" y="8396"/>
                  </a:cubicBezTo>
                  <a:cubicBezTo>
                    <a:pt x="29460" y="8396"/>
                    <a:pt x="29470" y="8396"/>
                    <a:pt x="29470" y="8406"/>
                  </a:cubicBezTo>
                  <a:lnTo>
                    <a:pt x="29480" y="8406"/>
                  </a:lnTo>
                  <a:cubicBezTo>
                    <a:pt x="29490" y="8406"/>
                    <a:pt x="29500" y="8417"/>
                    <a:pt x="29510" y="8417"/>
                  </a:cubicBezTo>
                  <a:cubicBezTo>
                    <a:pt x="30483" y="8928"/>
                    <a:pt x="31245" y="9480"/>
                    <a:pt x="31245" y="9630"/>
                  </a:cubicBezTo>
                  <a:cubicBezTo>
                    <a:pt x="31245" y="9650"/>
                    <a:pt x="31225" y="9670"/>
                    <a:pt x="31175" y="9670"/>
                  </a:cubicBezTo>
                  <a:cubicBezTo>
                    <a:pt x="31065" y="9670"/>
                    <a:pt x="30814" y="9590"/>
                    <a:pt x="30383" y="9400"/>
                  </a:cubicBezTo>
                  <a:lnTo>
                    <a:pt x="30372" y="9400"/>
                  </a:lnTo>
                  <a:cubicBezTo>
                    <a:pt x="30322" y="9379"/>
                    <a:pt x="30262" y="9349"/>
                    <a:pt x="30202" y="9319"/>
                  </a:cubicBezTo>
                  <a:lnTo>
                    <a:pt x="30182" y="9319"/>
                  </a:lnTo>
                  <a:cubicBezTo>
                    <a:pt x="30182" y="9309"/>
                    <a:pt x="30172" y="9309"/>
                    <a:pt x="30172" y="9309"/>
                  </a:cubicBezTo>
                  <a:lnTo>
                    <a:pt x="30162" y="9309"/>
                  </a:lnTo>
                  <a:cubicBezTo>
                    <a:pt x="30152" y="9299"/>
                    <a:pt x="30142" y="9299"/>
                    <a:pt x="30132" y="9289"/>
                  </a:cubicBezTo>
                  <a:cubicBezTo>
                    <a:pt x="30122" y="9289"/>
                    <a:pt x="30112" y="9279"/>
                    <a:pt x="30102" y="9279"/>
                  </a:cubicBezTo>
                  <a:cubicBezTo>
                    <a:pt x="30072" y="9269"/>
                    <a:pt x="30051" y="9249"/>
                    <a:pt x="30021" y="9239"/>
                  </a:cubicBezTo>
                  <a:lnTo>
                    <a:pt x="30011" y="9239"/>
                  </a:lnTo>
                  <a:cubicBezTo>
                    <a:pt x="28818" y="8697"/>
                    <a:pt x="28226" y="8537"/>
                    <a:pt x="27935" y="8537"/>
                  </a:cubicBezTo>
                  <a:cubicBezTo>
                    <a:pt x="27694" y="8537"/>
                    <a:pt x="27644" y="8637"/>
                    <a:pt x="27614" y="8737"/>
                  </a:cubicBezTo>
                  <a:cubicBezTo>
                    <a:pt x="27614" y="8737"/>
                    <a:pt x="27614" y="8748"/>
                    <a:pt x="27604" y="8748"/>
                  </a:cubicBezTo>
                  <a:cubicBezTo>
                    <a:pt x="27584" y="8848"/>
                    <a:pt x="27564" y="8938"/>
                    <a:pt x="27423" y="8938"/>
                  </a:cubicBezTo>
                  <a:lnTo>
                    <a:pt x="27403" y="8938"/>
                  </a:lnTo>
                  <a:cubicBezTo>
                    <a:pt x="27293" y="8938"/>
                    <a:pt x="27103" y="8868"/>
                    <a:pt x="26782" y="8717"/>
                  </a:cubicBezTo>
                  <a:cubicBezTo>
                    <a:pt x="26782" y="8707"/>
                    <a:pt x="26782" y="8707"/>
                    <a:pt x="26782" y="8707"/>
                  </a:cubicBezTo>
                  <a:lnTo>
                    <a:pt x="26772" y="8707"/>
                  </a:lnTo>
                  <a:cubicBezTo>
                    <a:pt x="26772" y="8707"/>
                    <a:pt x="26761" y="8707"/>
                    <a:pt x="26761" y="8697"/>
                  </a:cubicBezTo>
                  <a:cubicBezTo>
                    <a:pt x="26751" y="8697"/>
                    <a:pt x="26741" y="8697"/>
                    <a:pt x="26731" y="8687"/>
                  </a:cubicBezTo>
                  <a:cubicBezTo>
                    <a:pt x="26731" y="8687"/>
                    <a:pt x="26721" y="8687"/>
                    <a:pt x="26721" y="8677"/>
                  </a:cubicBezTo>
                  <a:cubicBezTo>
                    <a:pt x="26711" y="8677"/>
                    <a:pt x="26701" y="8667"/>
                    <a:pt x="26691" y="8667"/>
                  </a:cubicBezTo>
                  <a:lnTo>
                    <a:pt x="26681" y="8667"/>
                  </a:lnTo>
                  <a:cubicBezTo>
                    <a:pt x="25849" y="8216"/>
                    <a:pt x="23401" y="5789"/>
                    <a:pt x="22378" y="5789"/>
                  </a:cubicBezTo>
                  <a:cubicBezTo>
                    <a:pt x="22198" y="5789"/>
                    <a:pt x="22067" y="5869"/>
                    <a:pt x="21987" y="6029"/>
                  </a:cubicBezTo>
                  <a:cubicBezTo>
                    <a:pt x="21967" y="6079"/>
                    <a:pt x="21927" y="6110"/>
                    <a:pt x="21867" y="6110"/>
                  </a:cubicBezTo>
                  <a:cubicBezTo>
                    <a:pt x="21144" y="6110"/>
                    <a:pt x="17784" y="2368"/>
                    <a:pt x="16922" y="2208"/>
                  </a:cubicBezTo>
                  <a:lnTo>
                    <a:pt x="16901" y="2208"/>
                  </a:lnTo>
                  <a:cubicBezTo>
                    <a:pt x="16490" y="2157"/>
                    <a:pt x="16069" y="1897"/>
                    <a:pt x="15587" y="1546"/>
                  </a:cubicBezTo>
                  <a:cubicBezTo>
                    <a:pt x="15457" y="1445"/>
                    <a:pt x="15457" y="1174"/>
                    <a:pt x="15447" y="904"/>
                  </a:cubicBezTo>
                  <a:cubicBezTo>
                    <a:pt x="15076" y="1144"/>
                    <a:pt x="14755" y="1345"/>
                    <a:pt x="14584" y="1405"/>
                  </a:cubicBezTo>
                  <a:cubicBezTo>
                    <a:pt x="14414" y="1465"/>
                    <a:pt x="14294" y="1485"/>
                    <a:pt x="14223" y="1485"/>
                  </a:cubicBezTo>
                  <a:cubicBezTo>
                    <a:pt x="14153" y="1485"/>
                    <a:pt x="14123" y="1455"/>
                    <a:pt x="14123" y="1405"/>
                  </a:cubicBezTo>
                  <a:cubicBezTo>
                    <a:pt x="14123" y="1285"/>
                    <a:pt x="14283" y="1044"/>
                    <a:pt x="14364" y="793"/>
                  </a:cubicBezTo>
                  <a:cubicBezTo>
                    <a:pt x="14444" y="533"/>
                    <a:pt x="14655" y="372"/>
                    <a:pt x="14895" y="212"/>
                  </a:cubicBezTo>
                  <a:cubicBezTo>
                    <a:pt x="14705" y="212"/>
                    <a:pt x="14494" y="252"/>
                    <a:pt x="14294" y="272"/>
                  </a:cubicBezTo>
                  <a:cubicBezTo>
                    <a:pt x="14183" y="292"/>
                    <a:pt x="14083" y="302"/>
                    <a:pt x="13983" y="302"/>
                  </a:cubicBezTo>
                  <a:lnTo>
                    <a:pt x="13973" y="302"/>
                  </a:lnTo>
                  <a:cubicBezTo>
                    <a:pt x="13842" y="302"/>
                    <a:pt x="13722" y="282"/>
                    <a:pt x="13632" y="232"/>
                  </a:cubicBezTo>
                  <a:cubicBezTo>
                    <a:pt x="13280" y="61"/>
                    <a:pt x="13040" y="1"/>
                    <a:pt x="128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6741" name="Google Shape;6741;p34"/>
          <p:cNvGrpSpPr/>
          <p:nvPr/>
        </p:nvGrpSpPr>
        <p:grpSpPr>
          <a:xfrm flipH="1">
            <a:off x="5486402" y="3646100"/>
            <a:ext cx="4138865" cy="1588333"/>
            <a:chOff x="-111323" y="734400"/>
            <a:chExt cx="4138865" cy="1588333"/>
          </a:xfrm>
        </p:grpSpPr>
        <p:sp>
          <p:nvSpPr>
            <p:cNvPr id="6742" name="Google Shape;6742;p34"/>
            <p:cNvSpPr/>
            <p:nvPr/>
          </p:nvSpPr>
          <p:spPr>
            <a:xfrm>
              <a:off x="328393" y="1724964"/>
              <a:ext cx="169640" cy="76574"/>
            </a:xfrm>
            <a:custGeom>
              <a:avLst/>
              <a:gdLst/>
              <a:ahLst/>
              <a:cxnLst/>
              <a:rect l="l" t="t" r="r" b="b"/>
              <a:pathLst>
                <a:path w="2047" h="924" extrusionOk="0">
                  <a:moveTo>
                    <a:pt x="40" y="0"/>
                  </a:moveTo>
                  <a:lnTo>
                    <a:pt x="0" y="10"/>
                  </a:lnTo>
                  <a:cubicBezTo>
                    <a:pt x="171" y="111"/>
                    <a:pt x="341" y="221"/>
                    <a:pt x="522" y="311"/>
                  </a:cubicBezTo>
                  <a:cubicBezTo>
                    <a:pt x="933" y="542"/>
                    <a:pt x="1374" y="743"/>
                    <a:pt x="1826" y="923"/>
                  </a:cubicBezTo>
                  <a:cubicBezTo>
                    <a:pt x="1906" y="873"/>
                    <a:pt x="1976" y="823"/>
                    <a:pt x="2046" y="763"/>
                  </a:cubicBezTo>
                  <a:cubicBezTo>
                    <a:pt x="1384" y="512"/>
                    <a:pt x="712" y="251"/>
                    <a:pt x="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3" name="Google Shape;6743;p34"/>
            <p:cNvSpPr/>
            <p:nvPr/>
          </p:nvSpPr>
          <p:spPr>
            <a:xfrm>
              <a:off x="331708" y="1503200"/>
              <a:ext cx="895354" cy="284999"/>
            </a:xfrm>
            <a:custGeom>
              <a:avLst/>
              <a:gdLst/>
              <a:ahLst/>
              <a:cxnLst/>
              <a:rect l="l" t="t" r="r" b="b"/>
              <a:pathLst>
                <a:path w="10804" h="3439" extrusionOk="0">
                  <a:moveTo>
                    <a:pt x="10380" y="0"/>
                  </a:moveTo>
                  <a:cubicBezTo>
                    <a:pt x="10188" y="0"/>
                    <a:pt x="9986" y="48"/>
                    <a:pt x="9800" y="99"/>
                  </a:cubicBezTo>
                  <a:cubicBezTo>
                    <a:pt x="6530" y="961"/>
                    <a:pt x="3270" y="1814"/>
                    <a:pt x="0" y="2676"/>
                  </a:cubicBezTo>
                  <a:cubicBezTo>
                    <a:pt x="672" y="2927"/>
                    <a:pt x="1344" y="3188"/>
                    <a:pt x="2006" y="3439"/>
                  </a:cubicBezTo>
                  <a:lnTo>
                    <a:pt x="2016" y="3429"/>
                  </a:lnTo>
                  <a:cubicBezTo>
                    <a:pt x="2498" y="2977"/>
                    <a:pt x="3320" y="2877"/>
                    <a:pt x="3952" y="2626"/>
                  </a:cubicBezTo>
                  <a:cubicBezTo>
                    <a:pt x="6229" y="1724"/>
                    <a:pt x="8426" y="751"/>
                    <a:pt x="10803" y="109"/>
                  </a:cubicBezTo>
                  <a:cubicBezTo>
                    <a:pt x="10676" y="29"/>
                    <a:pt x="10531" y="0"/>
                    <a:pt x="103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4" name="Google Shape;6744;p34"/>
            <p:cNvSpPr/>
            <p:nvPr/>
          </p:nvSpPr>
          <p:spPr>
            <a:xfrm>
              <a:off x="67348" y="852161"/>
              <a:ext cx="653450" cy="297678"/>
            </a:xfrm>
            <a:custGeom>
              <a:avLst/>
              <a:gdLst/>
              <a:ahLst/>
              <a:cxnLst/>
              <a:rect l="l" t="t" r="r" b="b"/>
              <a:pathLst>
                <a:path w="7885" h="3592" extrusionOk="0">
                  <a:moveTo>
                    <a:pt x="6589" y="0"/>
                  </a:moveTo>
                  <a:cubicBezTo>
                    <a:pt x="6253" y="0"/>
                    <a:pt x="5295" y="296"/>
                    <a:pt x="4314" y="592"/>
                  </a:cubicBezTo>
                  <a:cubicBezTo>
                    <a:pt x="3325" y="891"/>
                    <a:pt x="2310" y="1189"/>
                    <a:pt x="1858" y="1189"/>
                  </a:cubicBezTo>
                  <a:cubicBezTo>
                    <a:pt x="1824" y="1189"/>
                    <a:pt x="1793" y="1188"/>
                    <a:pt x="1766" y="1184"/>
                  </a:cubicBezTo>
                  <a:cubicBezTo>
                    <a:pt x="1164" y="1435"/>
                    <a:pt x="572" y="1706"/>
                    <a:pt x="1" y="1986"/>
                  </a:cubicBezTo>
                  <a:cubicBezTo>
                    <a:pt x="612" y="2247"/>
                    <a:pt x="1806" y="2769"/>
                    <a:pt x="2318" y="2869"/>
                  </a:cubicBezTo>
                  <a:cubicBezTo>
                    <a:pt x="2498" y="2909"/>
                    <a:pt x="2689" y="2939"/>
                    <a:pt x="2839" y="3050"/>
                  </a:cubicBezTo>
                  <a:cubicBezTo>
                    <a:pt x="2950" y="3130"/>
                    <a:pt x="3040" y="3250"/>
                    <a:pt x="3150" y="3331"/>
                  </a:cubicBezTo>
                  <a:cubicBezTo>
                    <a:pt x="3369" y="3500"/>
                    <a:pt x="4195" y="3592"/>
                    <a:pt x="4830" y="3592"/>
                  </a:cubicBezTo>
                  <a:cubicBezTo>
                    <a:pt x="5361" y="3592"/>
                    <a:pt x="5758" y="3528"/>
                    <a:pt x="5557" y="3391"/>
                  </a:cubicBezTo>
                  <a:cubicBezTo>
                    <a:pt x="5216" y="3160"/>
                    <a:pt x="2318" y="2869"/>
                    <a:pt x="5608" y="2227"/>
                  </a:cubicBezTo>
                  <a:cubicBezTo>
                    <a:pt x="6009" y="2147"/>
                    <a:pt x="6300" y="1786"/>
                    <a:pt x="6962" y="1665"/>
                  </a:cubicBezTo>
                  <a:cubicBezTo>
                    <a:pt x="7885" y="1505"/>
                    <a:pt x="4574" y="1104"/>
                    <a:pt x="5507" y="963"/>
                  </a:cubicBezTo>
                  <a:cubicBezTo>
                    <a:pt x="6390" y="833"/>
                    <a:pt x="7112" y="602"/>
                    <a:pt x="7744" y="321"/>
                  </a:cubicBezTo>
                  <a:lnTo>
                    <a:pt x="7744" y="321"/>
                  </a:lnTo>
                  <a:cubicBezTo>
                    <a:pt x="7565" y="327"/>
                    <a:pt x="7399" y="333"/>
                    <a:pt x="7254" y="333"/>
                  </a:cubicBezTo>
                  <a:cubicBezTo>
                    <a:pt x="6878" y="333"/>
                    <a:pt x="6646" y="291"/>
                    <a:pt x="6711" y="81"/>
                  </a:cubicBezTo>
                  <a:cubicBezTo>
                    <a:pt x="6731" y="25"/>
                    <a:pt x="6686" y="0"/>
                    <a:pt x="6589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5" name="Google Shape;6745;p34"/>
            <p:cNvSpPr/>
            <p:nvPr/>
          </p:nvSpPr>
          <p:spPr>
            <a:xfrm>
              <a:off x="849573" y="1734080"/>
              <a:ext cx="1109000" cy="313507"/>
            </a:xfrm>
            <a:custGeom>
              <a:avLst/>
              <a:gdLst/>
              <a:ahLst/>
              <a:cxnLst/>
              <a:rect l="l" t="t" r="r" b="b"/>
              <a:pathLst>
                <a:path w="13382" h="3783" extrusionOk="0">
                  <a:moveTo>
                    <a:pt x="13381" y="1"/>
                  </a:moveTo>
                  <a:lnTo>
                    <a:pt x="13381" y="1"/>
                  </a:lnTo>
                  <a:cubicBezTo>
                    <a:pt x="13380" y="2"/>
                    <a:pt x="13380" y="2"/>
                    <a:pt x="13379" y="3"/>
                  </a:cubicBezTo>
                  <a:lnTo>
                    <a:pt x="13379" y="3"/>
                  </a:lnTo>
                  <a:cubicBezTo>
                    <a:pt x="13380" y="2"/>
                    <a:pt x="13380" y="2"/>
                    <a:pt x="13381" y="1"/>
                  </a:cubicBezTo>
                  <a:close/>
                  <a:moveTo>
                    <a:pt x="13379" y="3"/>
                  </a:moveTo>
                  <a:cubicBezTo>
                    <a:pt x="13173" y="222"/>
                    <a:pt x="12116" y="272"/>
                    <a:pt x="11796" y="362"/>
                  </a:cubicBezTo>
                  <a:cubicBezTo>
                    <a:pt x="11265" y="512"/>
                    <a:pt x="10783" y="743"/>
                    <a:pt x="10262" y="924"/>
                  </a:cubicBezTo>
                  <a:cubicBezTo>
                    <a:pt x="9088" y="1345"/>
                    <a:pt x="7844" y="1495"/>
                    <a:pt x="6610" y="1576"/>
                  </a:cubicBezTo>
                  <a:cubicBezTo>
                    <a:pt x="4414" y="1716"/>
                    <a:pt x="2147" y="1586"/>
                    <a:pt x="0" y="2127"/>
                  </a:cubicBezTo>
                  <a:cubicBezTo>
                    <a:pt x="582" y="2268"/>
                    <a:pt x="1174" y="2408"/>
                    <a:pt x="1756" y="2549"/>
                  </a:cubicBezTo>
                  <a:cubicBezTo>
                    <a:pt x="3230" y="2920"/>
                    <a:pt x="4685" y="3341"/>
                    <a:pt x="6139" y="3782"/>
                  </a:cubicBezTo>
                  <a:cubicBezTo>
                    <a:pt x="6510" y="3692"/>
                    <a:pt x="6881" y="3622"/>
                    <a:pt x="7132" y="3542"/>
                  </a:cubicBezTo>
                  <a:cubicBezTo>
                    <a:pt x="7934" y="3311"/>
                    <a:pt x="8938" y="3211"/>
                    <a:pt x="9640" y="2729"/>
                  </a:cubicBezTo>
                  <a:cubicBezTo>
                    <a:pt x="10011" y="2468"/>
                    <a:pt x="10272" y="2077"/>
                    <a:pt x="10613" y="1766"/>
                  </a:cubicBezTo>
                  <a:cubicBezTo>
                    <a:pt x="11424" y="1025"/>
                    <a:pt x="12636" y="804"/>
                    <a:pt x="13379" y="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6" name="Google Shape;6746;p34"/>
            <p:cNvSpPr/>
            <p:nvPr/>
          </p:nvSpPr>
          <p:spPr>
            <a:xfrm>
              <a:off x="1046227" y="883735"/>
              <a:ext cx="122651" cy="106077"/>
            </a:xfrm>
            <a:custGeom>
              <a:avLst/>
              <a:gdLst/>
              <a:ahLst/>
              <a:cxnLst/>
              <a:rect l="l" t="t" r="r" b="b"/>
              <a:pathLst>
                <a:path w="1480" h="1280" extrusionOk="0">
                  <a:moveTo>
                    <a:pt x="927" y="1"/>
                  </a:moveTo>
                  <a:cubicBezTo>
                    <a:pt x="687" y="161"/>
                    <a:pt x="476" y="322"/>
                    <a:pt x="396" y="582"/>
                  </a:cubicBezTo>
                  <a:cubicBezTo>
                    <a:pt x="278" y="943"/>
                    <a:pt x="1" y="1279"/>
                    <a:pt x="260" y="1279"/>
                  </a:cubicBezTo>
                  <a:cubicBezTo>
                    <a:pt x="332" y="1279"/>
                    <a:pt x="446" y="1253"/>
                    <a:pt x="616" y="1194"/>
                  </a:cubicBezTo>
                  <a:cubicBezTo>
                    <a:pt x="787" y="1134"/>
                    <a:pt x="1108" y="933"/>
                    <a:pt x="1479" y="693"/>
                  </a:cubicBezTo>
                  <a:cubicBezTo>
                    <a:pt x="1469" y="432"/>
                    <a:pt x="1459" y="191"/>
                    <a:pt x="1309" y="81"/>
                  </a:cubicBezTo>
                  <a:cubicBezTo>
                    <a:pt x="1218" y="21"/>
                    <a:pt x="1078" y="1"/>
                    <a:pt x="9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7" name="Google Shape;6747;p34"/>
            <p:cNvSpPr/>
            <p:nvPr/>
          </p:nvSpPr>
          <p:spPr>
            <a:xfrm>
              <a:off x="3197823" y="1250607"/>
              <a:ext cx="829719" cy="741295"/>
            </a:xfrm>
            <a:custGeom>
              <a:avLst/>
              <a:gdLst/>
              <a:ahLst/>
              <a:cxnLst/>
              <a:rect l="l" t="t" r="r" b="b"/>
              <a:pathLst>
                <a:path w="10012" h="8945" extrusionOk="0">
                  <a:moveTo>
                    <a:pt x="3162" y="2492"/>
                  </a:moveTo>
                  <a:cubicBezTo>
                    <a:pt x="3273" y="2492"/>
                    <a:pt x="3730" y="2742"/>
                    <a:pt x="4233" y="2986"/>
                  </a:cubicBezTo>
                  <a:cubicBezTo>
                    <a:pt x="4741" y="3236"/>
                    <a:pt x="5288" y="3486"/>
                    <a:pt x="5566" y="3486"/>
                  </a:cubicBezTo>
                  <a:cubicBezTo>
                    <a:pt x="5634" y="3486"/>
                    <a:pt x="5686" y="3471"/>
                    <a:pt x="5718" y="3437"/>
                  </a:cubicBezTo>
                  <a:cubicBezTo>
                    <a:pt x="5779" y="3377"/>
                    <a:pt x="5849" y="3350"/>
                    <a:pt x="5931" y="3350"/>
                  </a:cubicBezTo>
                  <a:cubicBezTo>
                    <a:pt x="6324" y="3350"/>
                    <a:pt x="6999" y="3967"/>
                    <a:pt x="8326" y="4481"/>
                  </a:cubicBezTo>
                  <a:cubicBezTo>
                    <a:pt x="8326" y="4481"/>
                    <a:pt x="9438" y="5156"/>
                    <a:pt x="8679" y="5156"/>
                  </a:cubicBezTo>
                  <a:cubicBezTo>
                    <a:pt x="8585" y="5156"/>
                    <a:pt x="8462" y="5146"/>
                    <a:pt x="8306" y="5123"/>
                  </a:cubicBezTo>
                  <a:cubicBezTo>
                    <a:pt x="6882" y="4922"/>
                    <a:pt x="3511" y="3046"/>
                    <a:pt x="3170" y="2575"/>
                  </a:cubicBezTo>
                  <a:cubicBezTo>
                    <a:pt x="3127" y="2517"/>
                    <a:pt x="3127" y="2492"/>
                    <a:pt x="3162" y="2492"/>
                  </a:cubicBezTo>
                  <a:close/>
                  <a:moveTo>
                    <a:pt x="136" y="1"/>
                  </a:moveTo>
                  <a:cubicBezTo>
                    <a:pt x="53" y="1"/>
                    <a:pt x="1" y="34"/>
                    <a:pt x="1" y="117"/>
                  </a:cubicBezTo>
                  <a:cubicBezTo>
                    <a:pt x="201" y="228"/>
                    <a:pt x="1656" y="1090"/>
                    <a:pt x="1435" y="1120"/>
                  </a:cubicBezTo>
                  <a:cubicBezTo>
                    <a:pt x="1392" y="1127"/>
                    <a:pt x="1342" y="1130"/>
                    <a:pt x="1285" y="1130"/>
                  </a:cubicBezTo>
                  <a:cubicBezTo>
                    <a:pt x="1076" y="1130"/>
                    <a:pt x="782" y="1092"/>
                    <a:pt x="482" y="1060"/>
                  </a:cubicBezTo>
                  <a:lnTo>
                    <a:pt x="482" y="1060"/>
                  </a:lnTo>
                  <a:cubicBezTo>
                    <a:pt x="1502" y="1500"/>
                    <a:pt x="2592" y="2001"/>
                    <a:pt x="2204" y="2001"/>
                  </a:cubicBezTo>
                  <a:cubicBezTo>
                    <a:pt x="2176" y="2001"/>
                    <a:pt x="2141" y="1998"/>
                    <a:pt x="2097" y="1993"/>
                  </a:cubicBezTo>
                  <a:cubicBezTo>
                    <a:pt x="1355" y="1903"/>
                    <a:pt x="994" y="1883"/>
                    <a:pt x="251" y="1853"/>
                  </a:cubicBezTo>
                  <a:lnTo>
                    <a:pt x="251" y="1853"/>
                  </a:lnTo>
                  <a:cubicBezTo>
                    <a:pt x="773" y="2093"/>
                    <a:pt x="1395" y="2344"/>
                    <a:pt x="1766" y="2545"/>
                  </a:cubicBezTo>
                  <a:cubicBezTo>
                    <a:pt x="3110" y="3277"/>
                    <a:pt x="4865" y="3588"/>
                    <a:pt x="5557" y="4942"/>
                  </a:cubicBezTo>
                  <a:cubicBezTo>
                    <a:pt x="5838" y="5474"/>
                    <a:pt x="6059" y="5494"/>
                    <a:pt x="6621" y="5684"/>
                  </a:cubicBezTo>
                  <a:cubicBezTo>
                    <a:pt x="8185" y="6216"/>
                    <a:pt x="7965" y="7741"/>
                    <a:pt x="8988" y="8804"/>
                  </a:cubicBezTo>
                  <a:cubicBezTo>
                    <a:pt x="9088" y="8904"/>
                    <a:pt x="9269" y="8924"/>
                    <a:pt x="9439" y="8944"/>
                  </a:cubicBezTo>
                  <a:cubicBezTo>
                    <a:pt x="9469" y="8744"/>
                    <a:pt x="9479" y="8533"/>
                    <a:pt x="9499" y="8322"/>
                  </a:cubicBezTo>
                  <a:cubicBezTo>
                    <a:pt x="9640" y="7600"/>
                    <a:pt x="9580" y="6828"/>
                    <a:pt x="9620" y="6096"/>
                  </a:cubicBezTo>
                  <a:cubicBezTo>
                    <a:pt x="9650" y="5484"/>
                    <a:pt x="10011" y="4380"/>
                    <a:pt x="9730" y="3809"/>
                  </a:cubicBezTo>
                  <a:cubicBezTo>
                    <a:pt x="9499" y="3367"/>
                    <a:pt x="8466" y="3066"/>
                    <a:pt x="7945" y="2836"/>
                  </a:cubicBezTo>
                  <a:cubicBezTo>
                    <a:pt x="7824" y="2836"/>
                    <a:pt x="7624" y="2806"/>
                    <a:pt x="7303" y="2745"/>
                  </a:cubicBezTo>
                  <a:cubicBezTo>
                    <a:pt x="5755" y="2469"/>
                    <a:pt x="3979" y="1364"/>
                    <a:pt x="3762" y="1364"/>
                  </a:cubicBezTo>
                  <a:cubicBezTo>
                    <a:pt x="3742" y="1364"/>
                    <a:pt x="3735" y="1372"/>
                    <a:pt x="3742" y="1391"/>
                  </a:cubicBezTo>
                  <a:cubicBezTo>
                    <a:pt x="3802" y="1598"/>
                    <a:pt x="5036" y="2437"/>
                    <a:pt x="4747" y="2437"/>
                  </a:cubicBezTo>
                  <a:cubicBezTo>
                    <a:pt x="4700" y="2437"/>
                    <a:pt x="4613" y="2415"/>
                    <a:pt x="4474" y="2364"/>
                  </a:cubicBezTo>
                  <a:cubicBezTo>
                    <a:pt x="3561" y="2041"/>
                    <a:pt x="1300" y="337"/>
                    <a:pt x="1214" y="337"/>
                  </a:cubicBezTo>
                  <a:cubicBezTo>
                    <a:pt x="1207" y="337"/>
                    <a:pt x="1216" y="350"/>
                    <a:pt x="1244" y="378"/>
                  </a:cubicBezTo>
                  <a:cubicBezTo>
                    <a:pt x="1296" y="430"/>
                    <a:pt x="1306" y="451"/>
                    <a:pt x="1286" y="451"/>
                  </a:cubicBezTo>
                  <a:cubicBezTo>
                    <a:pt x="1240" y="451"/>
                    <a:pt x="1034" y="339"/>
                    <a:pt x="803" y="228"/>
                  </a:cubicBezTo>
                  <a:cubicBezTo>
                    <a:pt x="561" y="116"/>
                    <a:pt x="29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8" name="Google Shape;6748;p34"/>
            <p:cNvSpPr/>
            <p:nvPr/>
          </p:nvSpPr>
          <p:spPr>
            <a:xfrm>
              <a:off x="2154635" y="1028594"/>
              <a:ext cx="974332" cy="499473"/>
            </a:xfrm>
            <a:custGeom>
              <a:avLst/>
              <a:gdLst/>
              <a:ahLst/>
              <a:cxnLst/>
              <a:rect l="l" t="t" r="r" b="b"/>
              <a:pathLst>
                <a:path w="11757" h="6027" extrusionOk="0">
                  <a:moveTo>
                    <a:pt x="851" y="0"/>
                  </a:moveTo>
                  <a:cubicBezTo>
                    <a:pt x="603" y="0"/>
                    <a:pt x="461" y="180"/>
                    <a:pt x="0" y="359"/>
                  </a:cubicBezTo>
                  <a:cubicBezTo>
                    <a:pt x="181" y="509"/>
                    <a:pt x="401" y="630"/>
                    <a:pt x="592" y="750"/>
                  </a:cubicBezTo>
                  <a:cubicBezTo>
                    <a:pt x="712" y="810"/>
                    <a:pt x="1304" y="1432"/>
                    <a:pt x="1425" y="1472"/>
                  </a:cubicBezTo>
                  <a:cubicBezTo>
                    <a:pt x="2217" y="1683"/>
                    <a:pt x="2929" y="2596"/>
                    <a:pt x="3852" y="3087"/>
                  </a:cubicBezTo>
                  <a:cubicBezTo>
                    <a:pt x="3915" y="3122"/>
                    <a:pt x="4311" y="3192"/>
                    <a:pt x="4632" y="3192"/>
                  </a:cubicBezTo>
                  <a:cubicBezTo>
                    <a:pt x="4874" y="3192"/>
                    <a:pt x="5073" y="3152"/>
                    <a:pt x="5056" y="3027"/>
                  </a:cubicBezTo>
                  <a:cubicBezTo>
                    <a:pt x="5040" y="2918"/>
                    <a:pt x="5080" y="2870"/>
                    <a:pt x="5159" y="2870"/>
                  </a:cubicBezTo>
                  <a:cubicBezTo>
                    <a:pt x="5606" y="2870"/>
                    <a:pt x="7327" y="4352"/>
                    <a:pt x="7914" y="4692"/>
                  </a:cubicBezTo>
                  <a:cubicBezTo>
                    <a:pt x="9360" y="5528"/>
                    <a:pt x="11028" y="6027"/>
                    <a:pt x="11395" y="6027"/>
                  </a:cubicBezTo>
                  <a:cubicBezTo>
                    <a:pt x="11402" y="6027"/>
                    <a:pt x="11409" y="6027"/>
                    <a:pt x="11415" y="6026"/>
                  </a:cubicBezTo>
                  <a:cubicBezTo>
                    <a:pt x="11756" y="6016"/>
                    <a:pt x="9008" y="4361"/>
                    <a:pt x="8195" y="3438"/>
                  </a:cubicBezTo>
                  <a:cubicBezTo>
                    <a:pt x="7844" y="3037"/>
                    <a:pt x="7914" y="2576"/>
                    <a:pt x="7834" y="2265"/>
                  </a:cubicBezTo>
                  <a:cubicBezTo>
                    <a:pt x="7764" y="2245"/>
                    <a:pt x="7694" y="2235"/>
                    <a:pt x="7633" y="2205"/>
                  </a:cubicBezTo>
                  <a:cubicBezTo>
                    <a:pt x="7533" y="2205"/>
                    <a:pt x="7383" y="2164"/>
                    <a:pt x="7172" y="2104"/>
                  </a:cubicBezTo>
                  <a:cubicBezTo>
                    <a:pt x="6791" y="1990"/>
                    <a:pt x="6558" y="1948"/>
                    <a:pt x="6419" y="1948"/>
                  </a:cubicBezTo>
                  <a:cubicBezTo>
                    <a:pt x="6130" y="1948"/>
                    <a:pt x="6249" y="2130"/>
                    <a:pt x="6289" y="2225"/>
                  </a:cubicBezTo>
                  <a:cubicBezTo>
                    <a:pt x="6292" y="2231"/>
                    <a:pt x="6290" y="2234"/>
                    <a:pt x="6285" y="2234"/>
                  </a:cubicBezTo>
                  <a:cubicBezTo>
                    <a:pt x="6227" y="2234"/>
                    <a:pt x="5769" y="1933"/>
                    <a:pt x="5286" y="1633"/>
                  </a:cubicBezTo>
                  <a:cubicBezTo>
                    <a:pt x="4807" y="1333"/>
                    <a:pt x="4305" y="1033"/>
                    <a:pt x="4156" y="1033"/>
                  </a:cubicBezTo>
                  <a:cubicBezTo>
                    <a:pt x="4131" y="1033"/>
                    <a:pt x="4116" y="1042"/>
                    <a:pt x="4113" y="1061"/>
                  </a:cubicBezTo>
                  <a:cubicBezTo>
                    <a:pt x="4107" y="1098"/>
                    <a:pt x="4072" y="1113"/>
                    <a:pt x="4016" y="1113"/>
                  </a:cubicBezTo>
                  <a:cubicBezTo>
                    <a:pt x="3892" y="1113"/>
                    <a:pt x="3663" y="1037"/>
                    <a:pt x="3421" y="961"/>
                  </a:cubicBezTo>
                  <a:cubicBezTo>
                    <a:pt x="3179" y="889"/>
                    <a:pt x="2921" y="817"/>
                    <a:pt x="2742" y="817"/>
                  </a:cubicBezTo>
                  <a:cubicBezTo>
                    <a:pt x="2646" y="817"/>
                    <a:pt x="2573" y="838"/>
                    <a:pt x="2538" y="891"/>
                  </a:cubicBezTo>
                  <a:cubicBezTo>
                    <a:pt x="2512" y="929"/>
                    <a:pt x="2476" y="946"/>
                    <a:pt x="2432" y="946"/>
                  </a:cubicBezTo>
                  <a:cubicBezTo>
                    <a:pt x="2125" y="946"/>
                    <a:pt x="1432" y="106"/>
                    <a:pt x="993" y="18"/>
                  </a:cubicBezTo>
                  <a:cubicBezTo>
                    <a:pt x="941" y="6"/>
                    <a:pt x="894" y="0"/>
                    <a:pt x="851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9" name="Google Shape;6749;p34"/>
            <p:cNvSpPr/>
            <p:nvPr/>
          </p:nvSpPr>
          <p:spPr>
            <a:xfrm>
              <a:off x="1438873" y="1956010"/>
              <a:ext cx="425716" cy="163010"/>
            </a:xfrm>
            <a:custGeom>
              <a:avLst/>
              <a:gdLst/>
              <a:ahLst/>
              <a:cxnLst/>
              <a:rect l="l" t="t" r="r" b="b"/>
              <a:pathLst>
                <a:path w="5137" h="1967" extrusionOk="0">
                  <a:moveTo>
                    <a:pt x="5137" y="1"/>
                  </a:moveTo>
                  <a:cubicBezTo>
                    <a:pt x="5076" y="81"/>
                    <a:pt x="4134" y="312"/>
                    <a:pt x="4013" y="362"/>
                  </a:cubicBezTo>
                  <a:cubicBezTo>
                    <a:pt x="3512" y="543"/>
                    <a:pt x="3000" y="703"/>
                    <a:pt x="2489" y="843"/>
                  </a:cubicBezTo>
                  <a:cubicBezTo>
                    <a:pt x="1666" y="1064"/>
                    <a:pt x="833" y="1235"/>
                    <a:pt x="1" y="1395"/>
                  </a:cubicBezTo>
                  <a:cubicBezTo>
                    <a:pt x="623" y="1586"/>
                    <a:pt x="1245" y="1776"/>
                    <a:pt x="1867" y="1967"/>
                  </a:cubicBezTo>
                  <a:cubicBezTo>
                    <a:pt x="2017" y="1867"/>
                    <a:pt x="2158" y="1756"/>
                    <a:pt x="2298" y="1646"/>
                  </a:cubicBezTo>
                  <a:cubicBezTo>
                    <a:pt x="2539" y="1445"/>
                    <a:pt x="2769" y="1235"/>
                    <a:pt x="3030" y="1064"/>
                  </a:cubicBezTo>
                  <a:cubicBezTo>
                    <a:pt x="3662" y="673"/>
                    <a:pt x="4685" y="613"/>
                    <a:pt x="5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0" name="Google Shape;6750;p34"/>
            <p:cNvSpPr/>
            <p:nvPr/>
          </p:nvSpPr>
          <p:spPr>
            <a:xfrm>
              <a:off x="3145448" y="1136907"/>
              <a:ext cx="710797" cy="348727"/>
            </a:xfrm>
            <a:custGeom>
              <a:avLst/>
              <a:gdLst/>
              <a:ahLst/>
              <a:cxnLst/>
              <a:rect l="l" t="t" r="r" b="b"/>
              <a:pathLst>
                <a:path w="8577" h="4208" extrusionOk="0">
                  <a:moveTo>
                    <a:pt x="255" y="0"/>
                  </a:moveTo>
                  <a:cubicBezTo>
                    <a:pt x="167" y="0"/>
                    <a:pt x="82" y="8"/>
                    <a:pt x="1" y="25"/>
                  </a:cubicBezTo>
                  <a:cubicBezTo>
                    <a:pt x="141" y="256"/>
                    <a:pt x="251" y="1289"/>
                    <a:pt x="633" y="1489"/>
                  </a:cubicBezTo>
                  <a:cubicBezTo>
                    <a:pt x="633" y="1406"/>
                    <a:pt x="685" y="1373"/>
                    <a:pt x="768" y="1373"/>
                  </a:cubicBezTo>
                  <a:cubicBezTo>
                    <a:pt x="925" y="1373"/>
                    <a:pt x="1193" y="1488"/>
                    <a:pt x="1435" y="1600"/>
                  </a:cubicBezTo>
                  <a:cubicBezTo>
                    <a:pt x="1666" y="1711"/>
                    <a:pt x="1872" y="1823"/>
                    <a:pt x="1918" y="1823"/>
                  </a:cubicBezTo>
                  <a:cubicBezTo>
                    <a:pt x="1938" y="1823"/>
                    <a:pt x="1928" y="1802"/>
                    <a:pt x="1876" y="1750"/>
                  </a:cubicBezTo>
                  <a:cubicBezTo>
                    <a:pt x="1848" y="1722"/>
                    <a:pt x="1839" y="1709"/>
                    <a:pt x="1846" y="1709"/>
                  </a:cubicBezTo>
                  <a:cubicBezTo>
                    <a:pt x="1932" y="1709"/>
                    <a:pt x="4193" y="3413"/>
                    <a:pt x="5106" y="3736"/>
                  </a:cubicBezTo>
                  <a:cubicBezTo>
                    <a:pt x="5245" y="3787"/>
                    <a:pt x="5332" y="3809"/>
                    <a:pt x="5379" y="3809"/>
                  </a:cubicBezTo>
                  <a:cubicBezTo>
                    <a:pt x="5668" y="3809"/>
                    <a:pt x="4434" y="2970"/>
                    <a:pt x="4374" y="2763"/>
                  </a:cubicBezTo>
                  <a:cubicBezTo>
                    <a:pt x="4367" y="2744"/>
                    <a:pt x="4374" y="2736"/>
                    <a:pt x="4394" y="2736"/>
                  </a:cubicBezTo>
                  <a:cubicBezTo>
                    <a:pt x="4611" y="2736"/>
                    <a:pt x="6387" y="3841"/>
                    <a:pt x="7935" y="4117"/>
                  </a:cubicBezTo>
                  <a:cubicBezTo>
                    <a:pt x="8256" y="4178"/>
                    <a:pt x="8456" y="4208"/>
                    <a:pt x="8577" y="4208"/>
                  </a:cubicBezTo>
                  <a:cubicBezTo>
                    <a:pt x="7684" y="3806"/>
                    <a:pt x="6781" y="3425"/>
                    <a:pt x="5869" y="3064"/>
                  </a:cubicBezTo>
                  <a:cubicBezTo>
                    <a:pt x="4685" y="1780"/>
                    <a:pt x="3000" y="757"/>
                    <a:pt x="1064" y="155"/>
                  </a:cubicBezTo>
                  <a:cubicBezTo>
                    <a:pt x="814" y="72"/>
                    <a:pt x="524" y="0"/>
                    <a:pt x="255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1" name="Google Shape;6751;p34"/>
            <p:cNvSpPr/>
            <p:nvPr/>
          </p:nvSpPr>
          <p:spPr>
            <a:xfrm>
              <a:off x="3145448" y="1137239"/>
              <a:ext cx="710797" cy="348396"/>
            </a:xfrm>
            <a:custGeom>
              <a:avLst/>
              <a:gdLst/>
              <a:ahLst/>
              <a:cxnLst/>
              <a:rect l="l" t="t" r="r" b="b"/>
              <a:pathLst>
                <a:path w="8577" h="4204" extrusionOk="0">
                  <a:moveTo>
                    <a:pt x="261" y="1"/>
                  </a:moveTo>
                  <a:cubicBezTo>
                    <a:pt x="171" y="1"/>
                    <a:pt x="81" y="11"/>
                    <a:pt x="1" y="21"/>
                  </a:cubicBezTo>
                  <a:cubicBezTo>
                    <a:pt x="141" y="252"/>
                    <a:pt x="251" y="1285"/>
                    <a:pt x="633" y="1485"/>
                  </a:cubicBezTo>
                  <a:cubicBezTo>
                    <a:pt x="633" y="1425"/>
                    <a:pt x="663" y="1395"/>
                    <a:pt x="713" y="1375"/>
                  </a:cubicBezTo>
                  <a:lnTo>
                    <a:pt x="773" y="1375"/>
                  </a:lnTo>
                  <a:cubicBezTo>
                    <a:pt x="933" y="1375"/>
                    <a:pt x="1194" y="1485"/>
                    <a:pt x="1435" y="1596"/>
                  </a:cubicBezTo>
                  <a:cubicBezTo>
                    <a:pt x="1435" y="1606"/>
                    <a:pt x="1445" y="1606"/>
                    <a:pt x="1455" y="1606"/>
                  </a:cubicBezTo>
                  <a:cubicBezTo>
                    <a:pt x="1676" y="1716"/>
                    <a:pt x="1876" y="1826"/>
                    <a:pt x="1916" y="1826"/>
                  </a:cubicBezTo>
                  <a:cubicBezTo>
                    <a:pt x="1927" y="1826"/>
                    <a:pt x="1927" y="1816"/>
                    <a:pt x="1927" y="1816"/>
                  </a:cubicBezTo>
                  <a:cubicBezTo>
                    <a:pt x="1927" y="1806"/>
                    <a:pt x="1916" y="1786"/>
                    <a:pt x="1876" y="1746"/>
                  </a:cubicBezTo>
                  <a:cubicBezTo>
                    <a:pt x="1856" y="1726"/>
                    <a:pt x="1846" y="1716"/>
                    <a:pt x="1846" y="1706"/>
                  </a:cubicBezTo>
                  <a:cubicBezTo>
                    <a:pt x="1937" y="1706"/>
                    <a:pt x="4163" y="3381"/>
                    <a:pt x="5086" y="3722"/>
                  </a:cubicBezTo>
                  <a:cubicBezTo>
                    <a:pt x="5086" y="3722"/>
                    <a:pt x="5096" y="3732"/>
                    <a:pt x="5096" y="3732"/>
                  </a:cubicBezTo>
                  <a:lnTo>
                    <a:pt x="5116" y="3732"/>
                  </a:lnTo>
                  <a:cubicBezTo>
                    <a:pt x="5116" y="3732"/>
                    <a:pt x="5116" y="3732"/>
                    <a:pt x="5116" y="3742"/>
                  </a:cubicBezTo>
                  <a:lnTo>
                    <a:pt x="5146" y="3742"/>
                  </a:lnTo>
                  <a:cubicBezTo>
                    <a:pt x="5146" y="3752"/>
                    <a:pt x="5156" y="3752"/>
                    <a:pt x="5156" y="3752"/>
                  </a:cubicBezTo>
                  <a:lnTo>
                    <a:pt x="5166" y="3752"/>
                  </a:lnTo>
                  <a:cubicBezTo>
                    <a:pt x="5257" y="3782"/>
                    <a:pt x="5317" y="3802"/>
                    <a:pt x="5367" y="3802"/>
                  </a:cubicBezTo>
                  <a:lnTo>
                    <a:pt x="5377" y="3802"/>
                  </a:lnTo>
                  <a:cubicBezTo>
                    <a:pt x="5407" y="3802"/>
                    <a:pt x="5427" y="3792"/>
                    <a:pt x="5427" y="3782"/>
                  </a:cubicBezTo>
                  <a:cubicBezTo>
                    <a:pt x="5427" y="3632"/>
                    <a:pt x="4434" y="2940"/>
                    <a:pt x="4374" y="2759"/>
                  </a:cubicBezTo>
                  <a:cubicBezTo>
                    <a:pt x="4374" y="2759"/>
                    <a:pt x="4364" y="2759"/>
                    <a:pt x="4364" y="2749"/>
                  </a:cubicBezTo>
                  <a:cubicBezTo>
                    <a:pt x="4364" y="2739"/>
                    <a:pt x="4374" y="2739"/>
                    <a:pt x="4394" y="2739"/>
                  </a:cubicBezTo>
                  <a:cubicBezTo>
                    <a:pt x="4615" y="2739"/>
                    <a:pt x="6390" y="3833"/>
                    <a:pt x="7935" y="4113"/>
                  </a:cubicBezTo>
                  <a:cubicBezTo>
                    <a:pt x="8256" y="4174"/>
                    <a:pt x="8456" y="4204"/>
                    <a:pt x="8577" y="4204"/>
                  </a:cubicBezTo>
                  <a:cubicBezTo>
                    <a:pt x="7684" y="3802"/>
                    <a:pt x="6781" y="3421"/>
                    <a:pt x="5869" y="3060"/>
                  </a:cubicBezTo>
                  <a:cubicBezTo>
                    <a:pt x="4685" y="1776"/>
                    <a:pt x="3000" y="753"/>
                    <a:pt x="1064" y="151"/>
                  </a:cubicBezTo>
                  <a:cubicBezTo>
                    <a:pt x="813" y="71"/>
                    <a:pt x="532" y="1"/>
                    <a:pt x="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2" name="Google Shape;6752;p34"/>
            <p:cNvSpPr/>
            <p:nvPr/>
          </p:nvSpPr>
          <p:spPr>
            <a:xfrm>
              <a:off x="3456879" y="1457123"/>
              <a:ext cx="523174" cy="220855"/>
            </a:xfrm>
            <a:custGeom>
              <a:avLst/>
              <a:gdLst/>
              <a:ahLst/>
              <a:cxnLst/>
              <a:rect l="l" t="t" r="r" b="b"/>
              <a:pathLst>
                <a:path w="6313" h="2665" extrusionOk="0">
                  <a:moveTo>
                    <a:pt x="36" y="0"/>
                  </a:moveTo>
                  <a:cubicBezTo>
                    <a:pt x="1" y="0"/>
                    <a:pt x="1" y="25"/>
                    <a:pt x="44" y="83"/>
                  </a:cubicBezTo>
                  <a:cubicBezTo>
                    <a:pt x="385" y="554"/>
                    <a:pt x="3756" y="2430"/>
                    <a:pt x="5180" y="2631"/>
                  </a:cubicBezTo>
                  <a:cubicBezTo>
                    <a:pt x="5336" y="2654"/>
                    <a:pt x="5459" y="2664"/>
                    <a:pt x="5553" y="2664"/>
                  </a:cubicBezTo>
                  <a:cubicBezTo>
                    <a:pt x="6312" y="2664"/>
                    <a:pt x="5200" y="1989"/>
                    <a:pt x="5200" y="1989"/>
                  </a:cubicBezTo>
                  <a:cubicBezTo>
                    <a:pt x="3873" y="1475"/>
                    <a:pt x="3198" y="858"/>
                    <a:pt x="2805" y="858"/>
                  </a:cubicBezTo>
                  <a:cubicBezTo>
                    <a:pt x="2723" y="858"/>
                    <a:pt x="2653" y="885"/>
                    <a:pt x="2592" y="945"/>
                  </a:cubicBezTo>
                  <a:cubicBezTo>
                    <a:pt x="2560" y="979"/>
                    <a:pt x="2508" y="994"/>
                    <a:pt x="2440" y="994"/>
                  </a:cubicBezTo>
                  <a:cubicBezTo>
                    <a:pt x="2162" y="994"/>
                    <a:pt x="1615" y="744"/>
                    <a:pt x="1107" y="494"/>
                  </a:cubicBezTo>
                  <a:cubicBezTo>
                    <a:pt x="604" y="250"/>
                    <a:pt x="147" y="0"/>
                    <a:pt x="36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3" name="Google Shape;6753;p34"/>
            <p:cNvSpPr/>
            <p:nvPr/>
          </p:nvSpPr>
          <p:spPr>
            <a:xfrm>
              <a:off x="3457211" y="1457289"/>
              <a:ext cx="482152" cy="221187"/>
            </a:xfrm>
            <a:custGeom>
              <a:avLst/>
              <a:gdLst/>
              <a:ahLst/>
              <a:cxnLst/>
              <a:rect l="l" t="t" r="r" b="b"/>
              <a:pathLst>
                <a:path w="5818" h="2669" extrusionOk="0">
                  <a:moveTo>
                    <a:pt x="30" y="1"/>
                  </a:moveTo>
                  <a:cubicBezTo>
                    <a:pt x="10" y="1"/>
                    <a:pt x="0" y="11"/>
                    <a:pt x="0" y="21"/>
                  </a:cubicBezTo>
                  <a:cubicBezTo>
                    <a:pt x="0" y="31"/>
                    <a:pt x="10" y="51"/>
                    <a:pt x="40" y="81"/>
                  </a:cubicBezTo>
                  <a:cubicBezTo>
                    <a:pt x="381" y="552"/>
                    <a:pt x="3752" y="2428"/>
                    <a:pt x="5176" y="2629"/>
                  </a:cubicBezTo>
                  <a:cubicBezTo>
                    <a:pt x="5326" y="2659"/>
                    <a:pt x="5447" y="2669"/>
                    <a:pt x="5547" y="2669"/>
                  </a:cubicBezTo>
                  <a:cubicBezTo>
                    <a:pt x="5738" y="2669"/>
                    <a:pt x="5818" y="2619"/>
                    <a:pt x="5818" y="2558"/>
                  </a:cubicBezTo>
                  <a:cubicBezTo>
                    <a:pt x="5808" y="2368"/>
                    <a:pt x="5196" y="1987"/>
                    <a:pt x="5196" y="1987"/>
                  </a:cubicBezTo>
                  <a:cubicBezTo>
                    <a:pt x="3872" y="1475"/>
                    <a:pt x="3200" y="853"/>
                    <a:pt x="2809" y="853"/>
                  </a:cubicBezTo>
                  <a:cubicBezTo>
                    <a:pt x="2718" y="853"/>
                    <a:pt x="2648" y="883"/>
                    <a:pt x="2588" y="943"/>
                  </a:cubicBezTo>
                  <a:cubicBezTo>
                    <a:pt x="2558" y="974"/>
                    <a:pt x="2508" y="994"/>
                    <a:pt x="2438" y="994"/>
                  </a:cubicBezTo>
                  <a:cubicBezTo>
                    <a:pt x="2157" y="994"/>
                    <a:pt x="1605" y="743"/>
                    <a:pt x="1103" y="492"/>
                  </a:cubicBezTo>
                  <a:cubicBezTo>
                    <a:pt x="602" y="251"/>
                    <a:pt x="141" y="1"/>
                    <a:pt x="30" y="1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4" name="Google Shape;6754;p34"/>
            <p:cNvSpPr/>
            <p:nvPr/>
          </p:nvSpPr>
          <p:spPr>
            <a:xfrm>
              <a:off x="3134674" y="1334473"/>
              <a:ext cx="278037" cy="82044"/>
            </a:xfrm>
            <a:custGeom>
              <a:avLst/>
              <a:gdLst/>
              <a:ahLst/>
              <a:cxnLst/>
              <a:rect l="l" t="t" r="r" b="b"/>
              <a:pathLst>
                <a:path w="3355" h="990" extrusionOk="0">
                  <a:moveTo>
                    <a:pt x="576" y="0"/>
                  </a:moveTo>
                  <a:cubicBezTo>
                    <a:pt x="314" y="0"/>
                    <a:pt x="116" y="39"/>
                    <a:pt x="70" y="159"/>
                  </a:cubicBezTo>
                  <a:cubicBezTo>
                    <a:pt x="0" y="349"/>
                    <a:pt x="452" y="590"/>
                    <a:pt x="1013" y="841"/>
                  </a:cubicBezTo>
                  <a:cubicBezTo>
                    <a:pt x="1756" y="871"/>
                    <a:pt x="2117" y="891"/>
                    <a:pt x="2859" y="981"/>
                  </a:cubicBezTo>
                  <a:cubicBezTo>
                    <a:pt x="2903" y="986"/>
                    <a:pt x="2938" y="989"/>
                    <a:pt x="2966" y="989"/>
                  </a:cubicBezTo>
                  <a:cubicBezTo>
                    <a:pt x="3354" y="989"/>
                    <a:pt x="2264" y="488"/>
                    <a:pt x="1244" y="48"/>
                  </a:cubicBezTo>
                  <a:cubicBezTo>
                    <a:pt x="1011" y="22"/>
                    <a:pt x="775" y="0"/>
                    <a:pt x="576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5" name="Google Shape;6755;p34"/>
            <p:cNvSpPr/>
            <p:nvPr/>
          </p:nvSpPr>
          <p:spPr>
            <a:xfrm>
              <a:off x="3139647" y="1334308"/>
              <a:ext cx="247789" cy="82375"/>
            </a:xfrm>
            <a:custGeom>
              <a:avLst/>
              <a:gdLst/>
              <a:ahLst/>
              <a:cxnLst/>
              <a:rect l="l" t="t" r="r" b="b"/>
              <a:pathLst>
                <a:path w="2990" h="994" extrusionOk="0">
                  <a:moveTo>
                    <a:pt x="512" y="0"/>
                  </a:moveTo>
                  <a:cubicBezTo>
                    <a:pt x="261" y="0"/>
                    <a:pt x="71" y="40"/>
                    <a:pt x="21" y="151"/>
                  </a:cubicBezTo>
                  <a:cubicBezTo>
                    <a:pt x="21" y="151"/>
                    <a:pt x="10" y="161"/>
                    <a:pt x="10" y="161"/>
                  </a:cubicBezTo>
                  <a:cubicBezTo>
                    <a:pt x="10" y="171"/>
                    <a:pt x="10" y="191"/>
                    <a:pt x="10" y="201"/>
                  </a:cubicBezTo>
                  <a:cubicBezTo>
                    <a:pt x="0" y="381"/>
                    <a:pt x="432" y="612"/>
                    <a:pt x="953" y="843"/>
                  </a:cubicBezTo>
                  <a:cubicBezTo>
                    <a:pt x="1696" y="873"/>
                    <a:pt x="2057" y="893"/>
                    <a:pt x="2799" y="983"/>
                  </a:cubicBezTo>
                  <a:cubicBezTo>
                    <a:pt x="2839" y="993"/>
                    <a:pt x="2879" y="993"/>
                    <a:pt x="2909" y="993"/>
                  </a:cubicBezTo>
                  <a:cubicBezTo>
                    <a:pt x="2959" y="993"/>
                    <a:pt x="2990" y="983"/>
                    <a:pt x="2990" y="963"/>
                  </a:cubicBezTo>
                  <a:cubicBezTo>
                    <a:pt x="2990" y="853"/>
                    <a:pt x="2057" y="431"/>
                    <a:pt x="1184" y="50"/>
                  </a:cubicBezTo>
                  <a:lnTo>
                    <a:pt x="1124" y="50"/>
                  </a:lnTo>
                  <a:lnTo>
                    <a:pt x="1114" y="40"/>
                  </a:lnTo>
                  <a:lnTo>
                    <a:pt x="1104" y="40"/>
                  </a:lnTo>
                  <a:cubicBezTo>
                    <a:pt x="903" y="20"/>
                    <a:pt x="693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6" name="Google Shape;6756;p34"/>
            <p:cNvSpPr/>
            <p:nvPr/>
          </p:nvSpPr>
          <p:spPr>
            <a:xfrm>
              <a:off x="1974223" y="937850"/>
              <a:ext cx="813062" cy="275965"/>
            </a:xfrm>
            <a:custGeom>
              <a:avLst/>
              <a:gdLst/>
              <a:ahLst/>
              <a:cxnLst/>
              <a:rect l="l" t="t" r="r" b="b"/>
              <a:pathLst>
                <a:path w="9811" h="3330" extrusionOk="0">
                  <a:moveTo>
                    <a:pt x="3297" y="1"/>
                  </a:moveTo>
                  <a:cubicBezTo>
                    <a:pt x="3197" y="1"/>
                    <a:pt x="3110" y="16"/>
                    <a:pt x="3040" y="50"/>
                  </a:cubicBezTo>
                  <a:cubicBezTo>
                    <a:pt x="1977" y="772"/>
                    <a:pt x="1184" y="682"/>
                    <a:pt x="1" y="942"/>
                  </a:cubicBezTo>
                  <a:cubicBezTo>
                    <a:pt x="141" y="996"/>
                    <a:pt x="335" y="1009"/>
                    <a:pt x="547" y="1009"/>
                  </a:cubicBezTo>
                  <a:cubicBezTo>
                    <a:pt x="653" y="1009"/>
                    <a:pt x="763" y="1006"/>
                    <a:pt x="873" y="1003"/>
                  </a:cubicBezTo>
                  <a:cubicBezTo>
                    <a:pt x="986" y="1000"/>
                    <a:pt x="1099" y="997"/>
                    <a:pt x="1206" y="997"/>
                  </a:cubicBezTo>
                  <a:cubicBezTo>
                    <a:pt x="1517" y="997"/>
                    <a:pt x="1785" y="1024"/>
                    <a:pt x="1896" y="1173"/>
                  </a:cubicBezTo>
                  <a:cubicBezTo>
                    <a:pt x="1967" y="1273"/>
                    <a:pt x="2067" y="1374"/>
                    <a:pt x="2177" y="1454"/>
                  </a:cubicBezTo>
                  <a:cubicBezTo>
                    <a:pt x="2638" y="1275"/>
                    <a:pt x="2780" y="1095"/>
                    <a:pt x="3028" y="1095"/>
                  </a:cubicBezTo>
                  <a:cubicBezTo>
                    <a:pt x="3071" y="1095"/>
                    <a:pt x="3118" y="1101"/>
                    <a:pt x="3170" y="1113"/>
                  </a:cubicBezTo>
                  <a:cubicBezTo>
                    <a:pt x="3609" y="1201"/>
                    <a:pt x="4302" y="2041"/>
                    <a:pt x="4609" y="2041"/>
                  </a:cubicBezTo>
                  <a:cubicBezTo>
                    <a:pt x="4653" y="2041"/>
                    <a:pt x="4689" y="2024"/>
                    <a:pt x="4715" y="1986"/>
                  </a:cubicBezTo>
                  <a:cubicBezTo>
                    <a:pt x="4750" y="1933"/>
                    <a:pt x="4823" y="1912"/>
                    <a:pt x="4919" y="1912"/>
                  </a:cubicBezTo>
                  <a:cubicBezTo>
                    <a:pt x="5098" y="1912"/>
                    <a:pt x="5356" y="1984"/>
                    <a:pt x="5598" y="2056"/>
                  </a:cubicBezTo>
                  <a:cubicBezTo>
                    <a:pt x="5840" y="2132"/>
                    <a:pt x="6069" y="2208"/>
                    <a:pt x="6193" y="2208"/>
                  </a:cubicBezTo>
                  <a:cubicBezTo>
                    <a:pt x="6249" y="2208"/>
                    <a:pt x="6284" y="2193"/>
                    <a:pt x="6290" y="2156"/>
                  </a:cubicBezTo>
                  <a:cubicBezTo>
                    <a:pt x="6293" y="2137"/>
                    <a:pt x="6308" y="2128"/>
                    <a:pt x="6333" y="2128"/>
                  </a:cubicBezTo>
                  <a:cubicBezTo>
                    <a:pt x="6482" y="2128"/>
                    <a:pt x="6984" y="2428"/>
                    <a:pt x="7463" y="2728"/>
                  </a:cubicBezTo>
                  <a:cubicBezTo>
                    <a:pt x="7946" y="3028"/>
                    <a:pt x="8404" y="3329"/>
                    <a:pt x="8462" y="3329"/>
                  </a:cubicBezTo>
                  <a:cubicBezTo>
                    <a:pt x="8467" y="3329"/>
                    <a:pt x="8469" y="3326"/>
                    <a:pt x="8466" y="3320"/>
                  </a:cubicBezTo>
                  <a:cubicBezTo>
                    <a:pt x="8426" y="3225"/>
                    <a:pt x="8307" y="3043"/>
                    <a:pt x="8596" y="3043"/>
                  </a:cubicBezTo>
                  <a:cubicBezTo>
                    <a:pt x="8735" y="3043"/>
                    <a:pt x="8968" y="3085"/>
                    <a:pt x="9349" y="3199"/>
                  </a:cubicBezTo>
                  <a:cubicBezTo>
                    <a:pt x="9560" y="3259"/>
                    <a:pt x="9710" y="3300"/>
                    <a:pt x="9810" y="3300"/>
                  </a:cubicBezTo>
                  <a:cubicBezTo>
                    <a:pt x="9600" y="3229"/>
                    <a:pt x="9419" y="3119"/>
                    <a:pt x="9289" y="2959"/>
                  </a:cubicBezTo>
                  <a:cubicBezTo>
                    <a:pt x="9058" y="2678"/>
                    <a:pt x="7263" y="1594"/>
                    <a:pt x="6892" y="1414"/>
                  </a:cubicBezTo>
                  <a:cubicBezTo>
                    <a:pt x="6661" y="1293"/>
                    <a:pt x="6380" y="1223"/>
                    <a:pt x="6139" y="1113"/>
                  </a:cubicBezTo>
                  <a:cubicBezTo>
                    <a:pt x="5266" y="694"/>
                    <a:pt x="3974" y="1"/>
                    <a:pt x="3297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7" name="Google Shape;6757;p34"/>
            <p:cNvSpPr/>
            <p:nvPr/>
          </p:nvSpPr>
          <p:spPr>
            <a:xfrm>
              <a:off x="1974223" y="937767"/>
              <a:ext cx="813062" cy="276048"/>
            </a:xfrm>
            <a:custGeom>
              <a:avLst/>
              <a:gdLst/>
              <a:ahLst/>
              <a:cxnLst/>
              <a:rect l="l" t="t" r="r" b="b"/>
              <a:pathLst>
                <a:path w="9811" h="3331" extrusionOk="0">
                  <a:moveTo>
                    <a:pt x="3291" y="1"/>
                  </a:moveTo>
                  <a:cubicBezTo>
                    <a:pt x="3190" y="1"/>
                    <a:pt x="3110" y="21"/>
                    <a:pt x="3040" y="51"/>
                  </a:cubicBezTo>
                  <a:cubicBezTo>
                    <a:pt x="1977" y="773"/>
                    <a:pt x="1184" y="683"/>
                    <a:pt x="1" y="943"/>
                  </a:cubicBezTo>
                  <a:cubicBezTo>
                    <a:pt x="11" y="943"/>
                    <a:pt x="21" y="943"/>
                    <a:pt x="21" y="953"/>
                  </a:cubicBezTo>
                  <a:cubicBezTo>
                    <a:pt x="151" y="994"/>
                    <a:pt x="322" y="1004"/>
                    <a:pt x="512" y="1014"/>
                  </a:cubicBezTo>
                  <a:lnTo>
                    <a:pt x="542" y="1014"/>
                  </a:lnTo>
                  <a:cubicBezTo>
                    <a:pt x="653" y="1014"/>
                    <a:pt x="763" y="1004"/>
                    <a:pt x="873" y="1004"/>
                  </a:cubicBezTo>
                  <a:cubicBezTo>
                    <a:pt x="984" y="1004"/>
                    <a:pt x="1094" y="994"/>
                    <a:pt x="1204" y="994"/>
                  </a:cubicBezTo>
                  <a:lnTo>
                    <a:pt x="1295" y="994"/>
                  </a:lnTo>
                  <a:cubicBezTo>
                    <a:pt x="1565" y="1004"/>
                    <a:pt x="1786" y="1044"/>
                    <a:pt x="1886" y="1164"/>
                  </a:cubicBezTo>
                  <a:cubicBezTo>
                    <a:pt x="1886" y="1164"/>
                    <a:pt x="1886" y="1174"/>
                    <a:pt x="1896" y="1174"/>
                  </a:cubicBezTo>
                  <a:cubicBezTo>
                    <a:pt x="1967" y="1274"/>
                    <a:pt x="2067" y="1375"/>
                    <a:pt x="2177" y="1455"/>
                  </a:cubicBezTo>
                  <a:lnTo>
                    <a:pt x="2187" y="1455"/>
                  </a:lnTo>
                  <a:cubicBezTo>
                    <a:pt x="2197" y="1445"/>
                    <a:pt x="2207" y="1445"/>
                    <a:pt x="2217" y="1445"/>
                  </a:cubicBezTo>
                  <a:cubicBezTo>
                    <a:pt x="2217" y="1435"/>
                    <a:pt x="2227" y="1435"/>
                    <a:pt x="2227" y="1435"/>
                  </a:cubicBezTo>
                  <a:lnTo>
                    <a:pt x="2237" y="1435"/>
                  </a:lnTo>
                  <a:cubicBezTo>
                    <a:pt x="2237" y="1435"/>
                    <a:pt x="2237" y="1425"/>
                    <a:pt x="2247" y="1425"/>
                  </a:cubicBezTo>
                  <a:cubicBezTo>
                    <a:pt x="2268" y="1415"/>
                    <a:pt x="2288" y="1405"/>
                    <a:pt x="2308" y="1405"/>
                  </a:cubicBezTo>
                  <a:cubicBezTo>
                    <a:pt x="2308" y="1395"/>
                    <a:pt x="2318" y="1395"/>
                    <a:pt x="2318" y="1395"/>
                  </a:cubicBezTo>
                  <a:lnTo>
                    <a:pt x="2328" y="1395"/>
                  </a:lnTo>
                  <a:cubicBezTo>
                    <a:pt x="2669" y="1234"/>
                    <a:pt x="2809" y="1094"/>
                    <a:pt x="3030" y="1094"/>
                  </a:cubicBezTo>
                  <a:lnTo>
                    <a:pt x="3040" y="1094"/>
                  </a:lnTo>
                  <a:cubicBezTo>
                    <a:pt x="3070" y="1094"/>
                    <a:pt x="3110" y="1094"/>
                    <a:pt x="3160" y="1104"/>
                  </a:cubicBezTo>
                  <a:lnTo>
                    <a:pt x="3170" y="1104"/>
                  </a:lnTo>
                  <a:lnTo>
                    <a:pt x="3170" y="1114"/>
                  </a:lnTo>
                  <a:lnTo>
                    <a:pt x="3200" y="1114"/>
                  </a:lnTo>
                  <a:cubicBezTo>
                    <a:pt x="3632" y="1224"/>
                    <a:pt x="4314" y="2047"/>
                    <a:pt x="4615" y="2047"/>
                  </a:cubicBezTo>
                  <a:cubicBezTo>
                    <a:pt x="4655" y="2047"/>
                    <a:pt x="4685" y="2027"/>
                    <a:pt x="4715" y="1997"/>
                  </a:cubicBezTo>
                  <a:cubicBezTo>
                    <a:pt x="4715" y="1997"/>
                    <a:pt x="4715" y="1997"/>
                    <a:pt x="4715" y="1987"/>
                  </a:cubicBezTo>
                  <a:cubicBezTo>
                    <a:pt x="4755" y="1936"/>
                    <a:pt x="4825" y="1916"/>
                    <a:pt x="4926" y="1916"/>
                  </a:cubicBezTo>
                  <a:lnTo>
                    <a:pt x="4976" y="1916"/>
                  </a:lnTo>
                  <a:cubicBezTo>
                    <a:pt x="5006" y="1916"/>
                    <a:pt x="5026" y="1916"/>
                    <a:pt x="5056" y="1926"/>
                  </a:cubicBezTo>
                  <a:cubicBezTo>
                    <a:pt x="5186" y="1946"/>
                    <a:pt x="5337" y="1987"/>
                    <a:pt x="5497" y="2027"/>
                  </a:cubicBezTo>
                  <a:cubicBezTo>
                    <a:pt x="5497" y="2027"/>
                    <a:pt x="5497" y="2027"/>
                    <a:pt x="5507" y="2037"/>
                  </a:cubicBezTo>
                  <a:lnTo>
                    <a:pt x="5537" y="2037"/>
                  </a:lnTo>
                  <a:cubicBezTo>
                    <a:pt x="5537" y="2047"/>
                    <a:pt x="5548" y="2047"/>
                    <a:pt x="5548" y="2047"/>
                  </a:cubicBezTo>
                  <a:lnTo>
                    <a:pt x="5568" y="2047"/>
                  </a:lnTo>
                  <a:lnTo>
                    <a:pt x="5598" y="2057"/>
                  </a:lnTo>
                  <a:cubicBezTo>
                    <a:pt x="5628" y="2067"/>
                    <a:pt x="5648" y="2077"/>
                    <a:pt x="5678" y="2087"/>
                  </a:cubicBezTo>
                  <a:cubicBezTo>
                    <a:pt x="5828" y="2127"/>
                    <a:pt x="5959" y="2167"/>
                    <a:pt x="6069" y="2197"/>
                  </a:cubicBezTo>
                  <a:lnTo>
                    <a:pt x="6109" y="2197"/>
                  </a:lnTo>
                  <a:cubicBezTo>
                    <a:pt x="6119" y="2197"/>
                    <a:pt x="6139" y="2207"/>
                    <a:pt x="6149" y="2207"/>
                  </a:cubicBezTo>
                  <a:lnTo>
                    <a:pt x="6199" y="2207"/>
                  </a:lnTo>
                  <a:cubicBezTo>
                    <a:pt x="6250" y="2207"/>
                    <a:pt x="6290" y="2187"/>
                    <a:pt x="6290" y="2157"/>
                  </a:cubicBezTo>
                  <a:cubicBezTo>
                    <a:pt x="6290" y="2157"/>
                    <a:pt x="6290" y="2157"/>
                    <a:pt x="6290" y="2147"/>
                  </a:cubicBezTo>
                  <a:cubicBezTo>
                    <a:pt x="6300" y="2137"/>
                    <a:pt x="6310" y="2127"/>
                    <a:pt x="6330" y="2127"/>
                  </a:cubicBezTo>
                  <a:lnTo>
                    <a:pt x="6340" y="2127"/>
                  </a:lnTo>
                  <a:cubicBezTo>
                    <a:pt x="6470" y="2127"/>
                    <a:pt x="6892" y="2378"/>
                    <a:pt x="7323" y="2639"/>
                  </a:cubicBezTo>
                  <a:cubicBezTo>
                    <a:pt x="7363" y="2669"/>
                    <a:pt x="7393" y="2689"/>
                    <a:pt x="7433" y="2709"/>
                  </a:cubicBezTo>
                  <a:cubicBezTo>
                    <a:pt x="7433" y="2709"/>
                    <a:pt x="7433" y="2709"/>
                    <a:pt x="7443" y="2719"/>
                  </a:cubicBezTo>
                  <a:cubicBezTo>
                    <a:pt x="7443" y="2719"/>
                    <a:pt x="7453" y="2719"/>
                    <a:pt x="7463" y="2729"/>
                  </a:cubicBezTo>
                  <a:cubicBezTo>
                    <a:pt x="7473" y="2729"/>
                    <a:pt x="7473" y="2739"/>
                    <a:pt x="7473" y="2739"/>
                  </a:cubicBezTo>
                  <a:cubicBezTo>
                    <a:pt x="7483" y="2739"/>
                    <a:pt x="7483" y="2739"/>
                    <a:pt x="7483" y="2749"/>
                  </a:cubicBezTo>
                  <a:cubicBezTo>
                    <a:pt x="7493" y="2749"/>
                    <a:pt x="7503" y="2749"/>
                    <a:pt x="7503" y="2759"/>
                  </a:cubicBezTo>
                  <a:cubicBezTo>
                    <a:pt x="7524" y="2769"/>
                    <a:pt x="7544" y="2779"/>
                    <a:pt x="7554" y="2789"/>
                  </a:cubicBezTo>
                  <a:cubicBezTo>
                    <a:pt x="8005" y="3070"/>
                    <a:pt x="8406" y="3331"/>
                    <a:pt x="8466" y="3331"/>
                  </a:cubicBezTo>
                  <a:cubicBezTo>
                    <a:pt x="8466" y="3331"/>
                    <a:pt x="8466" y="3331"/>
                    <a:pt x="8466" y="3321"/>
                  </a:cubicBezTo>
                  <a:cubicBezTo>
                    <a:pt x="8446" y="3281"/>
                    <a:pt x="8406" y="3210"/>
                    <a:pt x="8406" y="3150"/>
                  </a:cubicBezTo>
                  <a:cubicBezTo>
                    <a:pt x="8406" y="3090"/>
                    <a:pt x="8446" y="3050"/>
                    <a:pt x="8597" y="3050"/>
                  </a:cubicBezTo>
                  <a:lnTo>
                    <a:pt x="8617" y="3050"/>
                  </a:lnTo>
                  <a:cubicBezTo>
                    <a:pt x="8757" y="3050"/>
                    <a:pt x="8988" y="3090"/>
                    <a:pt x="9349" y="3200"/>
                  </a:cubicBezTo>
                  <a:cubicBezTo>
                    <a:pt x="9560" y="3260"/>
                    <a:pt x="9710" y="3301"/>
                    <a:pt x="9810" y="3301"/>
                  </a:cubicBezTo>
                  <a:cubicBezTo>
                    <a:pt x="9600" y="3230"/>
                    <a:pt x="9419" y="3120"/>
                    <a:pt x="9289" y="2960"/>
                  </a:cubicBezTo>
                  <a:cubicBezTo>
                    <a:pt x="9058" y="2679"/>
                    <a:pt x="7263" y="1595"/>
                    <a:pt x="6892" y="1415"/>
                  </a:cubicBezTo>
                  <a:cubicBezTo>
                    <a:pt x="6661" y="1294"/>
                    <a:pt x="6380" y="1224"/>
                    <a:pt x="6139" y="1114"/>
                  </a:cubicBezTo>
                  <a:cubicBezTo>
                    <a:pt x="5267" y="693"/>
                    <a:pt x="3973" y="1"/>
                    <a:pt x="32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8" name="Google Shape;6758;p34"/>
            <p:cNvSpPr/>
            <p:nvPr/>
          </p:nvSpPr>
          <p:spPr>
            <a:xfrm>
              <a:off x="213616" y="734980"/>
              <a:ext cx="711709" cy="215800"/>
            </a:xfrm>
            <a:custGeom>
              <a:avLst/>
              <a:gdLst/>
              <a:ahLst/>
              <a:cxnLst/>
              <a:rect l="l" t="t" r="r" b="b"/>
              <a:pathLst>
                <a:path w="8588" h="2604" extrusionOk="0">
                  <a:moveTo>
                    <a:pt x="8587" y="0"/>
                  </a:moveTo>
                  <a:cubicBezTo>
                    <a:pt x="8336" y="20"/>
                    <a:pt x="8086" y="90"/>
                    <a:pt x="7775" y="211"/>
                  </a:cubicBezTo>
                  <a:cubicBezTo>
                    <a:pt x="6721" y="662"/>
                    <a:pt x="5528" y="883"/>
                    <a:pt x="4374" y="1174"/>
                  </a:cubicBezTo>
                  <a:cubicBezTo>
                    <a:pt x="2860" y="1545"/>
                    <a:pt x="1395" y="2026"/>
                    <a:pt x="1" y="2598"/>
                  </a:cubicBezTo>
                  <a:cubicBezTo>
                    <a:pt x="28" y="2602"/>
                    <a:pt x="59" y="2603"/>
                    <a:pt x="93" y="2603"/>
                  </a:cubicBezTo>
                  <a:cubicBezTo>
                    <a:pt x="545" y="2603"/>
                    <a:pt x="1560" y="2305"/>
                    <a:pt x="2549" y="2006"/>
                  </a:cubicBezTo>
                  <a:cubicBezTo>
                    <a:pt x="3530" y="1710"/>
                    <a:pt x="4488" y="1414"/>
                    <a:pt x="4824" y="1414"/>
                  </a:cubicBezTo>
                  <a:cubicBezTo>
                    <a:pt x="4921" y="1414"/>
                    <a:pt x="4966" y="1439"/>
                    <a:pt x="4946" y="1495"/>
                  </a:cubicBezTo>
                  <a:cubicBezTo>
                    <a:pt x="4881" y="1705"/>
                    <a:pt x="5113" y="1747"/>
                    <a:pt x="5489" y="1747"/>
                  </a:cubicBezTo>
                  <a:cubicBezTo>
                    <a:pt x="5634" y="1747"/>
                    <a:pt x="5800" y="1741"/>
                    <a:pt x="5979" y="1735"/>
                  </a:cubicBezTo>
                  <a:cubicBezTo>
                    <a:pt x="7062" y="1254"/>
                    <a:pt x="7835" y="602"/>
                    <a:pt x="8587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9" name="Google Shape;6759;p34"/>
            <p:cNvSpPr/>
            <p:nvPr/>
          </p:nvSpPr>
          <p:spPr>
            <a:xfrm>
              <a:off x="213616" y="734980"/>
              <a:ext cx="711709" cy="216214"/>
            </a:xfrm>
            <a:custGeom>
              <a:avLst/>
              <a:gdLst/>
              <a:ahLst/>
              <a:cxnLst/>
              <a:rect l="l" t="t" r="r" b="b"/>
              <a:pathLst>
                <a:path w="8588" h="2609" extrusionOk="0">
                  <a:moveTo>
                    <a:pt x="8587" y="0"/>
                  </a:moveTo>
                  <a:cubicBezTo>
                    <a:pt x="8336" y="20"/>
                    <a:pt x="8086" y="90"/>
                    <a:pt x="7775" y="211"/>
                  </a:cubicBezTo>
                  <a:cubicBezTo>
                    <a:pt x="6721" y="662"/>
                    <a:pt x="5528" y="883"/>
                    <a:pt x="4374" y="1174"/>
                  </a:cubicBezTo>
                  <a:cubicBezTo>
                    <a:pt x="2860" y="1545"/>
                    <a:pt x="1395" y="2026"/>
                    <a:pt x="1" y="2598"/>
                  </a:cubicBezTo>
                  <a:lnTo>
                    <a:pt x="11" y="2598"/>
                  </a:lnTo>
                  <a:cubicBezTo>
                    <a:pt x="31" y="2598"/>
                    <a:pt x="51" y="2608"/>
                    <a:pt x="81" y="2608"/>
                  </a:cubicBezTo>
                  <a:lnTo>
                    <a:pt x="101" y="2608"/>
                  </a:lnTo>
                  <a:cubicBezTo>
                    <a:pt x="543" y="2608"/>
                    <a:pt x="1556" y="2307"/>
                    <a:pt x="2549" y="2006"/>
                  </a:cubicBezTo>
                  <a:cubicBezTo>
                    <a:pt x="3532" y="1715"/>
                    <a:pt x="4485" y="1414"/>
                    <a:pt x="4826" y="1414"/>
                  </a:cubicBezTo>
                  <a:lnTo>
                    <a:pt x="4836" y="1414"/>
                  </a:lnTo>
                  <a:cubicBezTo>
                    <a:pt x="4916" y="1414"/>
                    <a:pt x="4956" y="1434"/>
                    <a:pt x="4956" y="1475"/>
                  </a:cubicBezTo>
                  <a:cubicBezTo>
                    <a:pt x="4956" y="1485"/>
                    <a:pt x="4956" y="1485"/>
                    <a:pt x="4946" y="1495"/>
                  </a:cubicBezTo>
                  <a:cubicBezTo>
                    <a:pt x="4936" y="1525"/>
                    <a:pt x="4936" y="1545"/>
                    <a:pt x="4936" y="1565"/>
                  </a:cubicBezTo>
                  <a:cubicBezTo>
                    <a:pt x="4936" y="1715"/>
                    <a:pt x="5167" y="1745"/>
                    <a:pt x="5508" y="1745"/>
                  </a:cubicBezTo>
                  <a:lnTo>
                    <a:pt x="5889" y="1745"/>
                  </a:lnTo>
                  <a:cubicBezTo>
                    <a:pt x="5919" y="1735"/>
                    <a:pt x="5939" y="1735"/>
                    <a:pt x="5959" y="1735"/>
                  </a:cubicBezTo>
                  <a:lnTo>
                    <a:pt x="5979" y="1735"/>
                  </a:lnTo>
                  <a:cubicBezTo>
                    <a:pt x="7062" y="1254"/>
                    <a:pt x="7835" y="602"/>
                    <a:pt x="85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0" name="Google Shape;6760;p34"/>
            <p:cNvSpPr/>
            <p:nvPr/>
          </p:nvSpPr>
          <p:spPr>
            <a:xfrm>
              <a:off x="1123049" y="826387"/>
              <a:ext cx="193756" cy="114778"/>
            </a:xfrm>
            <a:custGeom>
              <a:avLst/>
              <a:gdLst/>
              <a:ahLst/>
              <a:cxnLst/>
              <a:rect l="l" t="t" r="r" b="b"/>
              <a:pathLst>
                <a:path w="2338" h="1385" extrusionOk="0">
                  <a:moveTo>
                    <a:pt x="833" y="0"/>
                  </a:moveTo>
                  <a:cubicBezTo>
                    <a:pt x="632" y="321"/>
                    <a:pt x="291" y="502"/>
                    <a:pt x="0" y="693"/>
                  </a:cubicBezTo>
                  <a:cubicBezTo>
                    <a:pt x="151" y="693"/>
                    <a:pt x="291" y="713"/>
                    <a:pt x="382" y="773"/>
                  </a:cubicBezTo>
                  <a:cubicBezTo>
                    <a:pt x="532" y="883"/>
                    <a:pt x="542" y="1124"/>
                    <a:pt x="552" y="1385"/>
                  </a:cubicBezTo>
                  <a:cubicBezTo>
                    <a:pt x="1224" y="943"/>
                    <a:pt x="2037" y="392"/>
                    <a:pt x="2337" y="311"/>
                  </a:cubicBezTo>
                  <a:cubicBezTo>
                    <a:pt x="1846" y="201"/>
                    <a:pt x="1244" y="261"/>
                    <a:pt x="833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1" name="Google Shape;6761;p34"/>
            <p:cNvSpPr/>
            <p:nvPr/>
          </p:nvSpPr>
          <p:spPr>
            <a:xfrm>
              <a:off x="1123049" y="826387"/>
              <a:ext cx="193756" cy="114778"/>
            </a:xfrm>
            <a:custGeom>
              <a:avLst/>
              <a:gdLst/>
              <a:ahLst/>
              <a:cxnLst/>
              <a:rect l="l" t="t" r="r" b="b"/>
              <a:pathLst>
                <a:path w="2338" h="1385" extrusionOk="0">
                  <a:moveTo>
                    <a:pt x="833" y="0"/>
                  </a:moveTo>
                  <a:cubicBezTo>
                    <a:pt x="632" y="321"/>
                    <a:pt x="291" y="502"/>
                    <a:pt x="0" y="693"/>
                  </a:cubicBezTo>
                  <a:lnTo>
                    <a:pt x="30" y="693"/>
                  </a:lnTo>
                  <a:cubicBezTo>
                    <a:pt x="171" y="693"/>
                    <a:pt x="291" y="713"/>
                    <a:pt x="382" y="773"/>
                  </a:cubicBezTo>
                  <a:cubicBezTo>
                    <a:pt x="532" y="883"/>
                    <a:pt x="542" y="1124"/>
                    <a:pt x="552" y="1385"/>
                  </a:cubicBezTo>
                  <a:cubicBezTo>
                    <a:pt x="1224" y="943"/>
                    <a:pt x="2037" y="392"/>
                    <a:pt x="2337" y="311"/>
                  </a:cubicBezTo>
                  <a:cubicBezTo>
                    <a:pt x="1846" y="201"/>
                    <a:pt x="1244" y="261"/>
                    <a:pt x="833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2" name="Google Shape;6762;p34"/>
            <p:cNvSpPr/>
            <p:nvPr/>
          </p:nvSpPr>
          <p:spPr>
            <a:xfrm>
              <a:off x="321681" y="1721649"/>
              <a:ext cx="10110" cy="4226"/>
            </a:xfrm>
            <a:custGeom>
              <a:avLst/>
              <a:gdLst/>
              <a:ahLst/>
              <a:cxnLst/>
              <a:rect l="l" t="t" r="r" b="b"/>
              <a:pathLst>
                <a:path w="122" h="51" extrusionOk="0">
                  <a:moveTo>
                    <a:pt x="1" y="0"/>
                  </a:moveTo>
                  <a:cubicBezTo>
                    <a:pt x="31" y="10"/>
                    <a:pt x="51" y="30"/>
                    <a:pt x="81" y="50"/>
                  </a:cubicBezTo>
                  <a:lnTo>
                    <a:pt x="121" y="40"/>
                  </a:lnTo>
                  <a:cubicBezTo>
                    <a:pt x="81" y="30"/>
                    <a:pt x="41" y="10"/>
                    <a:pt x="1" y="0"/>
                  </a:cubicBezTo>
                  <a:close/>
                </a:path>
              </a:pathLst>
            </a:custGeom>
            <a:solidFill>
              <a:srgbClr val="C4EA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3" name="Google Shape;6763;p34"/>
            <p:cNvSpPr/>
            <p:nvPr/>
          </p:nvSpPr>
          <p:spPr>
            <a:xfrm>
              <a:off x="479634" y="1788112"/>
              <a:ext cx="279363" cy="100690"/>
            </a:xfrm>
            <a:custGeom>
              <a:avLst/>
              <a:gdLst/>
              <a:ahLst/>
              <a:cxnLst/>
              <a:rect l="l" t="t" r="r" b="b"/>
              <a:pathLst>
                <a:path w="3371" h="1215" extrusionOk="0">
                  <a:moveTo>
                    <a:pt x="221" y="1"/>
                  </a:moveTo>
                  <a:cubicBezTo>
                    <a:pt x="151" y="61"/>
                    <a:pt x="81" y="111"/>
                    <a:pt x="1" y="161"/>
                  </a:cubicBezTo>
                  <a:cubicBezTo>
                    <a:pt x="1064" y="593"/>
                    <a:pt x="2207" y="924"/>
                    <a:pt x="3371" y="1214"/>
                  </a:cubicBezTo>
                  <a:cubicBezTo>
                    <a:pt x="2348" y="813"/>
                    <a:pt x="1295" y="412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4" name="Google Shape;6764;p34"/>
            <p:cNvSpPr/>
            <p:nvPr/>
          </p:nvSpPr>
          <p:spPr>
            <a:xfrm>
              <a:off x="2028256" y="1258646"/>
              <a:ext cx="184640" cy="10856"/>
            </a:xfrm>
            <a:custGeom>
              <a:avLst/>
              <a:gdLst/>
              <a:ahLst/>
              <a:cxnLst/>
              <a:rect l="l" t="t" r="r" b="b"/>
              <a:pathLst>
                <a:path w="2228" h="131" extrusionOk="0">
                  <a:moveTo>
                    <a:pt x="2177" y="131"/>
                  </a:moveTo>
                  <a:lnTo>
                    <a:pt x="2177" y="131"/>
                  </a:lnTo>
                  <a:cubicBezTo>
                    <a:pt x="2197" y="131"/>
                    <a:pt x="2217" y="131"/>
                    <a:pt x="2227" y="131"/>
                  </a:cubicBezTo>
                  <a:cubicBezTo>
                    <a:pt x="2217" y="131"/>
                    <a:pt x="2197" y="131"/>
                    <a:pt x="2177" y="131"/>
                  </a:cubicBezTo>
                  <a:close/>
                  <a:moveTo>
                    <a:pt x="2227" y="131"/>
                  </a:moveTo>
                  <a:lnTo>
                    <a:pt x="2227" y="131"/>
                  </a:lnTo>
                  <a:lnTo>
                    <a:pt x="2227" y="131"/>
                  </a:lnTo>
                  <a:close/>
                  <a:moveTo>
                    <a:pt x="1285" y="20"/>
                  </a:moveTo>
                  <a:cubicBezTo>
                    <a:pt x="1285" y="20"/>
                    <a:pt x="1285" y="20"/>
                    <a:pt x="1274" y="20"/>
                  </a:cubicBezTo>
                  <a:lnTo>
                    <a:pt x="1274" y="20"/>
                  </a:lnTo>
                  <a:lnTo>
                    <a:pt x="1274" y="20"/>
                  </a:lnTo>
                  <a:cubicBezTo>
                    <a:pt x="1285" y="20"/>
                    <a:pt x="1285" y="20"/>
                    <a:pt x="1285" y="20"/>
                  </a:cubicBezTo>
                  <a:close/>
                  <a:moveTo>
                    <a:pt x="1244" y="20"/>
                  </a:moveTo>
                  <a:cubicBezTo>
                    <a:pt x="1244" y="10"/>
                    <a:pt x="1244" y="10"/>
                    <a:pt x="1234" y="10"/>
                  </a:cubicBezTo>
                  <a:cubicBezTo>
                    <a:pt x="1244" y="10"/>
                    <a:pt x="1244" y="10"/>
                    <a:pt x="1244" y="20"/>
                  </a:cubicBezTo>
                  <a:close/>
                  <a:moveTo>
                    <a:pt x="1164" y="0"/>
                  </a:moveTo>
                  <a:cubicBezTo>
                    <a:pt x="1164" y="0"/>
                    <a:pt x="1164" y="0"/>
                    <a:pt x="1164" y="0"/>
                  </a:cubicBezTo>
                  <a:cubicBezTo>
                    <a:pt x="1164" y="0"/>
                    <a:pt x="1164" y="0"/>
                    <a:pt x="1164" y="0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5" name="Google Shape;6765;p34"/>
            <p:cNvSpPr/>
            <p:nvPr/>
          </p:nvSpPr>
          <p:spPr>
            <a:xfrm>
              <a:off x="2070686" y="1252845"/>
              <a:ext cx="127209" cy="5884"/>
            </a:xfrm>
            <a:custGeom>
              <a:avLst/>
              <a:gdLst/>
              <a:ahLst/>
              <a:cxnLst/>
              <a:rect l="l" t="t" r="r" b="b"/>
              <a:pathLst>
                <a:path w="1535" h="71" extrusionOk="0">
                  <a:moveTo>
                    <a:pt x="592" y="70"/>
                  </a:moveTo>
                  <a:cubicBezTo>
                    <a:pt x="592" y="60"/>
                    <a:pt x="582" y="60"/>
                    <a:pt x="572" y="60"/>
                  </a:cubicBezTo>
                  <a:cubicBezTo>
                    <a:pt x="582" y="60"/>
                    <a:pt x="592" y="60"/>
                    <a:pt x="592" y="70"/>
                  </a:cubicBezTo>
                  <a:close/>
                  <a:moveTo>
                    <a:pt x="542" y="60"/>
                  </a:moveTo>
                  <a:cubicBezTo>
                    <a:pt x="522" y="60"/>
                    <a:pt x="492" y="50"/>
                    <a:pt x="472" y="50"/>
                  </a:cubicBezTo>
                  <a:cubicBezTo>
                    <a:pt x="492" y="50"/>
                    <a:pt x="522" y="60"/>
                    <a:pt x="542" y="60"/>
                  </a:cubicBezTo>
                  <a:close/>
                  <a:moveTo>
                    <a:pt x="472" y="50"/>
                  </a:moveTo>
                  <a:cubicBezTo>
                    <a:pt x="361" y="30"/>
                    <a:pt x="251" y="20"/>
                    <a:pt x="151" y="10"/>
                  </a:cubicBezTo>
                  <a:cubicBezTo>
                    <a:pt x="251" y="20"/>
                    <a:pt x="361" y="30"/>
                    <a:pt x="472" y="50"/>
                  </a:cubicBezTo>
                  <a:close/>
                  <a:moveTo>
                    <a:pt x="131" y="10"/>
                  </a:moveTo>
                  <a:cubicBezTo>
                    <a:pt x="90" y="0"/>
                    <a:pt x="50" y="0"/>
                    <a:pt x="0" y="0"/>
                  </a:cubicBezTo>
                  <a:cubicBezTo>
                    <a:pt x="50" y="0"/>
                    <a:pt x="90" y="0"/>
                    <a:pt x="131" y="10"/>
                  </a:cubicBezTo>
                  <a:close/>
                  <a:moveTo>
                    <a:pt x="1535" y="10"/>
                  </a:moveTo>
                  <a:cubicBezTo>
                    <a:pt x="1535" y="10"/>
                    <a:pt x="1535" y="0"/>
                    <a:pt x="1535" y="0"/>
                  </a:cubicBezTo>
                  <a:cubicBezTo>
                    <a:pt x="1535" y="0"/>
                    <a:pt x="1535" y="10"/>
                    <a:pt x="1535" y="10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6" name="Google Shape;6766;p34"/>
            <p:cNvSpPr/>
            <p:nvPr/>
          </p:nvSpPr>
          <p:spPr>
            <a:xfrm>
              <a:off x="2054857" y="1251187"/>
              <a:ext cx="140552" cy="912"/>
            </a:xfrm>
            <a:custGeom>
              <a:avLst/>
              <a:gdLst/>
              <a:ahLst/>
              <a:cxnLst/>
              <a:rect l="l" t="t" r="r" b="b"/>
              <a:pathLst>
                <a:path w="1696" h="11" extrusionOk="0">
                  <a:moveTo>
                    <a:pt x="161" y="10"/>
                  </a:moveTo>
                  <a:cubicBezTo>
                    <a:pt x="101" y="10"/>
                    <a:pt x="51" y="10"/>
                    <a:pt x="1" y="0"/>
                  </a:cubicBezTo>
                  <a:cubicBezTo>
                    <a:pt x="51" y="10"/>
                    <a:pt x="101" y="10"/>
                    <a:pt x="161" y="10"/>
                  </a:cubicBezTo>
                  <a:close/>
                  <a:moveTo>
                    <a:pt x="1696" y="10"/>
                  </a:moveTo>
                  <a:cubicBezTo>
                    <a:pt x="1686" y="10"/>
                    <a:pt x="1686" y="0"/>
                    <a:pt x="1676" y="0"/>
                  </a:cubicBezTo>
                  <a:cubicBezTo>
                    <a:pt x="1686" y="0"/>
                    <a:pt x="1686" y="10"/>
                    <a:pt x="1696" y="10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7" name="Google Shape;6767;p34"/>
            <p:cNvSpPr/>
            <p:nvPr/>
          </p:nvSpPr>
          <p:spPr>
            <a:xfrm>
              <a:off x="1943478" y="1133924"/>
              <a:ext cx="315993" cy="117347"/>
            </a:xfrm>
            <a:custGeom>
              <a:avLst/>
              <a:gdLst/>
              <a:ahLst/>
              <a:cxnLst/>
              <a:rect l="l" t="t" r="r" b="b"/>
              <a:pathLst>
                <a:path w="3813" h="1416" extrusionOk="0">
                  <a:moveTo>
                    <a:pt x="1284" y="1415"/>
                  </a:moveTo>
                  <a:lnTo>
                    <a:pt x="1284" y="1415"/>
                  </a:lnTo>
                  <a:lnTo>
                    <a:pt x="1284" y="1415"/>
                  </a:lnTo>
                  <a:lnTo>
                    <a:pt x="1284" y="1415"/>
                  </a:lnTo>
                  <a:close/>
                  <a:moveTo>
                    <a:pt x="3752" y="994"/>
                  </a:moveTo>
                  <a:lnTo>
                    <a:pt x="3752" y="994"/>
                  </a:lnTo>
                  <a:lnTo>
                    <a:pt x="3752" y="994"/>
                  </a:lnTo>
                  <a:lnTo>
                    <a:pt x="3752" y="994"/>
                  </a:lnTo>
                  <a:close/>
                  <a:moveTo>
                    <a:pt x="3812" y="994"/>
                  </a:moveTo>
                  <a:lnTo>
                    <a:pt x="3812" y="994"/>
                  </a:lnTo>
                  <a:lnTo>
                    <a:pt x="3812" y="994"/>
                  </a:lnTo>
                  <a:lnTo>
                    <a:pt x="3812" y="994"/>
                  </a:lnTo>
                  <a:close/>
                  <a:moveTo>
                    <a:pt x="3692" y="994"/>
                  </a:moveTo>
                  <a:cubicBezTo>
                    <a:pt x="3682" y="984"/>
                    <a:pt x="3672" y="984"/>
                    <a:pt x="3652" y="984"/>
                  </a:cubicBezTo>
                  <a:cubicBezTo>
                    <a:pt x="3672" y="984"/>
                    <a:pt x="3682" y="984"/>
                    <a:pt x="3692" y="994"/>
                  </a:cubicBezTo>
                  <a:close/>
                  <a:moveTo>
                    <a:pt x="3632" y="984"/>
                  </a:moveTo>
                  <a:lnTo>
                    <a:pt x="3622" y="974"/>
                  </a:lnTo>
                  <a:lnTo>
                    <a:pt x="3632" y="984"/>
                  </a:lnTo>
                  <a:close/>
                  <a:moveTo>
                    <a:pt x="3611" y="974"/>
                  </a:moveTo>
                  <a:cubicBezTo>
                    <a:pt x="3581" y="974"/>
                    <a:pt x="3561" y="964"/>
                    <a:pt x="3531" y="954"/>
                  </a:cubicBezTo>
                  <a:cubicBezTo>
                    <a:pt x="3561" y="964"/>
                    <a:pt x="3581" y="974"/>
                    <a:pt x="3611" y="974"/>
                  </a:cubicBezTo>
                  <a:close/>
                  <a:moveTo>
                    <a:pt x="2558" y="562"/>
                  </a:moveTo>
                  <a:cubicBezTo>
                    <a:pt x="2217" y="412"/>
                    <a:pt x="1886" y="282"/>
                    <a:pt x="1625" y="282"/>
                  </a:cubicBezTo>
                  <a:cubicBezTo>
                    <a:pt x="1605" y="282"/>
                    <a:pt x="1585" y="282"/>
                    <a:pt x="1565" y="282"/>
                  </a:cubicBezTo>
                  <a:cubicBezTo>
                    <a:pt x="1585" y="282"/>
                    <a:pt x="1605" y="282"/>
                    <a:pt x="1625" y="282"/>
                  </a:cubicBezTo>
                  <a:cubicBezTo>
                    <a:pt x="1886" y="282"/>
                    <a:pt x="2217" y="412"/>
                    <a:pt x="2558" y="562"/>
                  </a:cubicBezTo>
                  <a:close/>
                  <a:moveTo>
                    <a:pt x="1405" y="302"/>
                  </a:moveTo>
                  <a:lnTo>
                    <a:pt x="1405" y="302"/>
                  </a:lnTo>
                  <a:lnTo>
                    <a:pt x="1405" y="302"/>
                  </a:lnTo>
                  <a:lnTo>
                    <a:pt x="1405" y="302"/>
                  </a:lnTo>
                  <a:close/>
                  <a:moveTo>
                    <a:pt x="1395" y="302"/>
                  </a:moveTo>
                  <a:cubicBezTo>
                    <a:pt x="1174" y="302"/>
                    <a:pt x="873" y="191"/>
                    <a:pt x="592" y="71"/>
                  </a:cubicBezTo>
                  <a:cubicBezTo>
                    <a:pt x="873" y="191"/>
                    <a:pt x="1174" y="302"/>
                    <a:pt x="1395" y="302"/>
                  </a:cubicBezTo>
                  <a:close/>
                  <a:moveTo>
                    <a:pt x="1495" y="302"/>
                  </a:moveTo>
                  <a:cubicBezTo>
                    <a:pt x="1495" y="292"/>
                    <a:pt x="1505" y="292"/>
                    <a:pt x="1505" y="292"/>
                  </a:cubicBezTo>
                  <a:cubicBezTo>
                    <a:pt x="1505" y="292"/>
                    <a:pt x="1505" y="292"/>
                    <a:pt x="1505" y="292"/>
                  </a:cubicBezTo>
                  <a:cubicBezTo>
                    <a:pt x="1505" y="292"/>
                    <a:pt x="1505" y="292"/>
                    <a:pt x="1505" y="292"/>
                  </a:cubicBezTo>
                  <a:cubicBezTo>
                    <a:pt x="1505" y="292"/>
                    <a:pt x="1495" y="292"/>
                    <a:pt x="1495" y="302"/>
                  </a:cubicBezTo>
                  <a:close/>
                  <a:moveTo>
                    <a:pt x="1515" y="292"/>
                  </a:moveTo>
                  <a:cubicBezTo>
                    <a:pt x="1515" y="292"/>
                    <a:pt x="1515" y="292"/>
                    <a:pt x="1515" y="292"/>
                  </a:cubicBezTo>
                  <a:cubicBezTo>
                    <a:pt x="1515" y="292"/>
                    <a:pt x="1515" y="292"/>
                    <a:pt x="1515" y="292"/>
                  </a:cubicBezTo>
                  <a:close/>
                  <a:moveTo>
                    <a:pt x="592" y="71"/>
                  </a:moveTo>
                  <a:lnTo>
                    <a:pt x="582" y="61"/>
                  </a:lnTo>
                  <a:lnTo>
                    <a:pt x="592" y="71"/>
                  </a:lnTo>
                  <a:close/>
                  <a:moveTo>
                    <a:pt x="562" y="61"/>
                  </a:moveTo>
                  <a:cubicBezTo>
                    <a:pt x="562" y="51"/>
                    <a:pt x="552" y="51"/>
                    <a:pt x="542" y="51"/>
                  </a:cubicBezTo>
                  <a:lnTo>
                    <a:pt x="542" y="51"/>
                  </a:lnTo>
                  <a:lnTo>
                    <a:pt x="542" y="51"/>
                  </a:lnTo>
                  <a:cubicBezTo>
                    <a:pt x="552" y="51"/>
                    <a:pt x="562" y="51"/>
                    <a:pt x="562" y="61"/>
                  </a:cubicBezTo>
                  <a:close/>
                  <a:moveTo>
                    <a:pt x="522" y="41"/>
                  </a:moveTo>
                  <a:cubicBezTo>
                    <a:pt x="522" y="41"/>
                    <a:pt x="512" y="31"/>
                    <a:pt x="512" y="31"/>
                  </a:cubicBezTo>
                  <a:cubicBezTo>
                    <a:pt x="512" y="31"/>
                    <a:pt x="522" y="41"/>
                    <a:pt x="522" y="41"/>
                  </a:cubicBezTo>
                  <a:close/>
                  <a:moveTo>
                    <a:pt x="482" y="21"/>
                  </a:moveTo>
                  <a:cubicBezTo>
                    <a:pt x="482" y="21"/>
                    <a:pt x="472" y="21"/>
                    <a:pt x="472" y="11"/>
                  </a:cubicBezTo>
                  <a:cubicBezTo>
                    <a:pt x="472" y="21"/>
                    <a:pt x="482" y="21"/>
                    <a:pt x="482" y="21"/>
                  </a:cubicBezTo>
                  <a:close/>
                  <a:moveTo>
                    <a:pt x="452" y="11"/>
                  </a:moveTo>
                  <a:cubicBezTo>
                    <a:pt x="452" y="11"/>
                    <a:pt x="452" y="11"/>
                    <a:pt x="452" y="11"/>
                  </a:cubicBezTo>
                  <a:cubicBezTo>
                    <a:pt x="452" y="11"/>
                    <a:pt x="452" y="11"/>
                    <a:pt x="452" y="11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8" name="Google Shape;6768;p34"/>
            <p:cNvSpPr/>
            <p:nvPr/>
          </p:nvSpPr>
          <p:spPr>
            <a:xfrm>
              <a:off x="790568" y="949369"/>
              <a:ext cx="443119" cy="207927"/>
            </a:xfrm>
            <a:custGeom>
              <a:avLst/>
              <a:gdLst/>
              <a:ahLst/>
              <a:cxnLst/>
              <a:rect l="l" t="t" r="r" b="b"/>
              <a:pathLst>
                <a:path w="5347" h="2509" extrusionOk="0">
                  <a:moveTo>
                    <a:pt x="5346" y="2509"/>
                  </a:moveTo>
                  <a:cubicBezTo>
                    <a:pt x="5346" y="2509"/>
                    <a:pt x="5346" y="2509"/>
                    <a:pt x="5346" y="2509"/>
                  </a:cubicBezTo>
                  <a:cubicBezTo>
                    <a:pt x="5346" y="2509"/>
                    <a:pt x="5346" y="2509"/>
                    <a:pt x="5346" y="2509"/>
                  </a:cubicBezTo>
                  <a:close/>
                  <a:moveTo>
                    <a:pt x="5306" y="2479"/>
                  </a:moveTo>
                  <a:cubicBezTo>
                    <a:pt x="4915" y="2087"/>
                    <a:pt x="4594" y="1827"/>
                    <a:pt x="4323" y="1827"/>
                  </a:cubicBezTo>
                  <a:cubicBezTo>
                    <a:pt x="4594" y="1827"/>
                    <a:pt x="4915" y="2087"/>
                    <a:pt x="5306" y="2479"/>
                  </a:cubicBezTo>
                  <a:close/>
                  <a:moveTo>
                    <a:pt x="3902" y="1927"/>
                  </a:moveTo>
                  <a:lnTo>
                    <a:pt x="3902" y="1927"/>
                  </a:lnTo>
                  <a:lnTo>
                    <a:pt x="3902" y="1927"/>
                  </a:lnTo>
                  <a:lnTo>
                    <a:pt x="3902" y="1927"/>
                  </a:lnTo>
                  <a:close/>
                  <a:moveTo>
                    <a:pt x="3862" y="1927"/>
                  </a:moveTo>
                  <a:cubicBezTo>
                    <a:pt x="3721" y="1917"/>
                    <a:pt x="3551" y="1857"/>
                    <a:pt x="3390" y="1776"/>
                  </a:cubicBezTo>
                  <a:cubicBezTo>
                    <a:pt x="3551" y="1857"/>
                    <a:pt x="3721" y="1917"/>
                    <a:pt x="3862" y="1927"/>
                  </a:cubicBezTo>
                  <a:close/>
                  <a:moveTo>
                    <a:pt x="4113" y="1877"/>
                  </a:moveTo>
                  <a:cubicBezTo>
                    <a:pt x="4113" y="1877"/>
                    <a:pt x="4113" y="1877"/>
                    <a:pt x="4113" y="1877"/>
                  </a:cubicBezTo>
                  <a:cubicBezTo>
                    <a:pt x="4113" y="1877"/>
                    <a:pt x="4113" y="1877"/>
                    <a:pt x="4113" y="1877"/>
                  </a:cubicBezTo>
                  <a:close/>
                  <a:moveTo>
                    <a:pt x="4123" y="1877"/>
                  </a:moveTo>
                  <a:cubicBezTo>
                    <a:pt x="4123" y="1877"/>
                    <a:pt x="4123" y="1877"/>
                    <a:pt x="4123" y="1877"/>
                  </a:cubicBezTo>
                  <a:cubicBezTo>
                    <a:pt x="4133" y="1877"/>
                    <a:pt x="4133" y="1867"/>
                    <a:pt x="4133" y="1867"/>
                  </a:cubicBezTo>
                  <a:cubicBezTo>
                    <a:pt x="4133" y="1867"/>
                    <a:pt x="4133" y="1877"/>
                    <a:pt x="4123" y="1877"/>
                  </a:cubicBezTo>
                  <a:cubicBezTo>
                    <a:pt x="4123" y="1877"/>
                    <a:pt x="4123" y="1877"/>
                    <a:pt x="4123" y="1877"/>
                  </a:cubicBezTo>
                  <a:close/>
                  <a:moveTo>
                    <a:pt x="4313" y="1827"/>
                  </a:moveTo>
                  <a:lnTo>
                    <a:pt x="4313" y="1827"/>
                  </a:lnTo>
                  <a:lnTo>
                    <a:pt x="4313" y="1827"/>
                  </a:lnTo>
                  <a:lnTo>
                    <a:pt x="4313" y="1827"/>
                  </a:lnTo>
                  <a:close/>
                  <a:moveTo>
                    <a:pt x="3380" y="1776"/>
                  </a:moveTo>
                  <a:cubicBezTo>
                    <a:pt x="3360" y="1766"/>
                    <a:pt x="3340" y="1746"/>
                    <a:pt x="3320" y="1736"/>
                  </a:cubicBezTo>
                  <a:cubicBezTo>
                    <a:pt x="3340" y="1746"/>
                    <a:pt x="3360" y="1766"/>
                    <a:pt x="3380" y="1776"/>
                  </a:cubicBezTo>
                  <a:close/>
                  <a:moveTo>
                    <a:pt x="1976" y="914"/>
                  </a:moveTo>
                  <a:cubicBezTo>
                    <a:pt x="1976" y="914"/>
                    <a:pt x="1976" y="914"/>
                    <a:pt x="1976" y="914"/>
                  </a:cubicBezTo>
                  <a:cubicBezTo>
                    <a:pt x="1976" y="914"/>
                    <a:pt x="1976" y="914"/>
                    <a:pt x="1976" y="914"/>
                  </a:cubicBezTo>
                  <a:close/>
                  <a:moveTo>
                    <a:pt x="1966" y="914"/>
                  </a:moveTo>
                  <a:lnTo>
                    <a:pt x="1966" y="914"/>
                  </a:lnTo>
                  <a:cubicBezTo>
                    <a:pt x="1956" y="914"/>
                    <a:pt x="1956" y="914"/>
                    <a:pt x="1946" y="904"/>
                  </a:cubicBezTo>
                  <a:cubicBezTo>
                    <a:pt x="1956" y="914"/>
                    <a:pt x="1956" y="914"/>
                    <a:pt x="1966" y="914"/>
                  </a:cubicBezTo>
                  <a:lnTo>
                    <a:pt x="1966" y="914"/>
                  </a:lnTo>
                  <a:close/>
                  <a:moveTo>
                    <a:pt x="1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0" y="1"/>
                  </a:cubicBezTo>
                  <a:close/>
                </a:path>
              </a:pathLst>
            </a:custGeom>
            <a:solidFill>
              <a:srgbClr val="9D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9" name="Google Shape;6769;p34"/>
            <p:cNvSpPr/>
            <p:nvPr/>
          </p:nvSpPr>
          <p:spPr>
            <a:xfrm>
              <a:off x="1505419" y="1031660"/>
              <a:ext cx="83" cy="8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0" name="Google Shape;6770;p34"/>
            <p:cNvSpPr/>
            <p:nvPr/>
          </p:nvSpPr>
          <p:spPr>
            <a:xfrm>
              <a:off x="1505419" y="1031660"/>
              <a:ext cx="83" cy="8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4EA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1" name="Google Shape;6771;p34"/>
            <p:cNvSpPr/>
            <p:nvPr/>
          </p:nvSpPr>
          <p:spPr>
            <a:xfrm>
              <a:off x="1931793" y="1116687"/>
              <a:ext cx="956349" cy="447926"/>
            </a:xfrm>
            <a:custGeom>
              <a:avLst/>
              <a:gdLst/>
              <a:ahLst/>
              <a:cxnLst/>
              <a:rect l="l" t="t" r="r" b="b"/>
              <a:pathLst>
                <a:path w="11540" h="5405" extrusionOk="0">
                  <a:moveTo>
                    <a:pt x="60" y="0"/>
                  </a:moveTo>
                  <a:cubicBezTo>
                    <a:pt x="0" y="0"/>
                    <a:pt x="17" y="60"/>
                    <a:pt x="152" y="219"/>
                  </a:cubicBezTo>
                  <a:cubicBezTo>
                    <a:pt x="703" y="881"/>
                    <a:pt x="1847" y="1021"/>
                    <a:pt x="3151" y="1623"/>
                  </a:cubicBezTo>
                  <a:cubicBezTo>
                    <a:pt x="3507" y="1789"/>
                    <a:pt x="3517" y="1844"/>
                    <a:pt x="3344" y="1844"/>
                  </a:cubicBezTo>
                  <a:cubicBezTo>
                    <a:pt x="3171" y="1844"/>
                    <a:pt x="2815" y="1789"/>
                    <a:pt x="2438" y="1733"/>
                  </a:cubicBezTo>
                  <a:cubicBezTo>
                    <a:pt x="2065" y="1679"/>
                    <a:pt x="1674" y="1625"/>
                    <a:pt x="1425" y="1625"/>
                  </a:cubicBezTo>
                  <a:cubicBezTo>
                    <a:pt x="1259" y="1625"/>
                    <a:pt x="1157" y="1649"/>
                    <a:pt x="1165" y="1713"/>
                  </a:cubicBezTo>
                  <a:cubicBezTo>
                    <a:pt x="1215" y="2064"/>
                    <a:pt x="2910" y="2486"/>
                    <a:pt x="5478" y="3639"/>
                  </a:cubicBezTo>
                  <a:cubicBezTo>
                    <a:pt x="7440" y="4513"/>
                    <a:pt x="10680" y="5405"/>
                    <a:pt x="11337" y="5405"/>
                  </a:cubicBezTo>
                  <a:cubicBezTo>
                    <a:pt x="11540" y="5405"/>
                    <a:pt x="11497" y="5320"/>
                    <a:pt x="11095" y="5124"/>
                  </a:cubicBezTo>
                  <a:cubicBezTo>
                    <a:pt x="9380" y="4291"/>
                    <a:pt x="8828" y="4000"/>
                    <a:pt x="8828" y="4000"/>
                  </a:cubicBezTo>
                  <a:cubicBezTo>
                    <a:pt x="7043" y="3286"/>
                    <a:pt x="4504" y="1201"/>
                    <a:pt x="3952" y="1201"/>
                  </a:cubicBezTo>
                  <a:cubicBezTo>
                    <a:pt x="3945" y="1201"/>
                    <a:pt x="3939" y="1201"/>
                    <a:pt x="3933" y="1202"/>
                  </a:cubicBezTo>
                  <a:cubicBezTo>
                    <a:pt x="3921" y="1203"/>
                    <a:pt x="3909" y="1203"/>
                    <a:pt x="3897" y="1203"/>
                  </a:cubicBezTo>
                  <a:cubicBezTo>
                    <a:pt x="3653" y="1203"/>
                    <a:pt x="3271" y="1022"/>
                    <a:pt x="2870" y="841"/>
                  </a:cubicBezTo>
                  <a:cubicBezTo>
                    <a:pt x="2474" y="665"/>
                    <a:pt x="2070" y="489"/>
                    <a:pt x="1767" y="489"/>
                  </a:cubicBezTo>
                  <a:cubicBezTo>
                    <a:pt x="1725" y="489"/>
                    <a:pt x="1684" y="492"/>
                    <a:pt x="1646" y="500"/>
                  </a:cubicBezTo>
                  <a:cubicBezTo>
                    <a:pt x="1612" y="507"/>
                    <a:pt x="1575" y="510"/>
                    <a:pt x="1536" y="510"/>
                  </a:cubicBezTo>
                  <a:cubicBezTo>
                    <a:pt x="1299" y="510"/>
                    <a:pt x="976" y="388"/>
                    <a:pt x="683" y="259"/>
                  </a:cubicBezTo>
                  <a:cubicBezTo>
                    <a:pt x="397" y="128"/>
                    <a:pt x="147" y="0"/>
                    <a:pt x="60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2" name="Google Shape;6772;p34"/>
            <p:cNvSpPr/>
            <p:nvPr/>
          </p:nvSpPr>
          <p:spPr>
            <a:xfrm>
              <a:off x="1934362" y="1116521"/>
              <a:ext cx="946818" cy="448092"/>
            </a:xfrm>
            <a:custGeom>
              <a:avLst/>
              <a:gdLst/>
              <a:ahLst/>
              <a:cxnLst/>
              <a:rect l="l" t="t" r="r" b="b"/>
              <a:pathLst>
                <a:path w="11425" h="5407" extrusionOk="0">
                  <a:moveTo>
                    <a:pt x="30" y="0"/>
                  </a:moveTo>
                  <a:cubicBezTo>
                    <a:pt x="10" y="0"/>
                    <a:pt x="0" y="10"/>
                    <a:pt x="0" y="30"/>
                  </a:cubicBezTo>
                  <a:cubicBezTo>
                    <a:pt x="0" y="60"/>
                    <a:pt x="30" y="120"/>
                    <a:pt x="110" y="211"/>
                  </a:cubicBezTo>
                  <a:cubicBezTo>
                    <a:pt x="110" y="211"/>
                    <a:pt x="110" y="221"/>
                    <a:pt x="121" y="221"/>
                  </a:cubicBezTo>
                  <a:cubicBezTo>
                    <a:pt x="672" y="883"/>
                    <a:pt x="1816" y="1023"/>
                    <a:pt x="3120" y="1625"/>
                  </a:cubicBezTo>
                  <a:lnTo>
                    <a:pt x="3130" y="1625"/>
                  </a:lnTo>
                  <a:cubicBezTo>
                    <a:pt x="3140" y="1635"/>
                    <a:pt x="3150" y="1635"/>
                    <a:pt x="3150" y="1635"/>
                  </a:cubicBezTo>
                  <a:cubicBezTo>
                    <a:pt x="3160" y="1645"/>
                    <a:pt x="3170" y="1645"/>
                    <a:pt x="3180" y="1645"/>
                  </a:cubicBezTo>
                  <a:cubicBezTo>
                    <a:pt x="3350" y="1735"/>
                    <a:pt x="3421" y="1786"/>
                    <a:pt x="3421" y="1816"/>
                  </a:cubicBezTo>
                  <a:cubicBezTo>
                    <a:pt x="3421" y="1836"/>
                    <a:pt x="3380" y="1846"/>
                    <a:pt x="3310" y="1846"/>
                  </a:cubicBezTo>
                  <a:cubicBezTo>
                    <a:pt x="3140" y="1846"/>
                    <a:pt x="2779" y="1786"/>
                    <a:pt x="2407" y="1735"/>
                  </a:cubicBezTo>
                  <a:cubicBezTo>
                    <a:pt x="2036" y="1685"/>
                    <a:pt x="1645" y="1625"/>
                    <a:pt x="1394" y="1625"/>
                  </a:cubicBezTo>
                  <a:cubicBezTo>
                    <a:pt x="1234" y="1625"/>
                    <a:pt x="1134" y="1655"/>
                    <a:pt x="1134" y="1705"/>
                  </a:cubicBezTo>
                  <a:cubicBezTo>
                    <a:pt x="1134" y="1715"/>
                    <a:pt x="1134" y="1715"/>
                    <a:pt x="1134" y="1715"/>
                  </a:cubicBezTo>
                  <a:cubicBezTo>
                    <a:pt x="1184" y="2066"/>
                    <a:pt x="2879" y="2488"/>
                    <a:pt x="5447" y="3641"/>
                  </a:cubicBezTo>
                  <a:cubicBezTo>
                    <a:pt x="5457" y="3641"/>
                    <a:pt x="5467" y="3641"/>
                    <a:pt x="5467" y="3651"/>
                  </a:cubicBezTo>
                  <a:cubicBezTo>
                    <a:pt x="5487" y="3651"/>
                    <a:pt x="5497" y="3661"/>
                    <a:pt x="5507" y="3661"/>
                  </a:cubicBezTo>
                  <a:cubicBezTo>
                    <a:pt x="5517" y="3671"/>
                    <a:pt x="5527" y="3671"/>
                    <a:pt x="5537" y="3671"/>
                  </a:cubicBezTo>
                  <a:cubicBezTo>
                    <a:pt x="5547" y="3681"/>
                    <a:pt x="5557" y="3681"/>
                    <a:pt x="5567" y="3691"/>
                  </a:cubicBezTo>
                  <a:cubicBezTo>
                    <a:pt x="7533" y="4554"/>
                    <a:pt x="10663" y="5407"/>
                    <a:pt x="11305" y="5407"/>
                  </a:cubicBezTo>
                  <a:cubicBezTo>
                    <a:pt x="11385" y="5407"/>
                    <a:pt x="11425" y="5397"/>
                    <a:pt x="11425" y="5366"/>
                  </a:cubicBezTo>
                  <a:cubicBezTo>
                    <a:pt x="11425" y="5326"/>
                    <a:pt x="11315" y="5246"/>
                    <a:pt x="11064" y="5126"/>
                  </a:cubicBezTo>
                  <a:cubicBezTo>
                    <a:pt x="9349" y="4293"/>
                    <a:pt x="8797" y="4002"/>
                    <a:pt x="8797" y="4002"/>
                  </a:cubicBezTo>
                  <a:cubicBezTo>
                    <a:pt x="7012" y="3280"/>
                    <a:pt x="4464" y="1204"/>
                    <a:pt x="3922" y="1204"/>
                  </a:cubicBezTo>
                  <a:lnTo>
                    <a:pt x="3862" y="1204"/>
                  </a:lnTo>
                  <a:cubicBezTo>
                    <a:pt x="3611" y="1204"/>
                    <a:pt x="3240" y="1023"/>
                    <a:pt x="2839" y="843"/>
                  </a:cubicBezTo>
                  <a:cubicBezTo>
                    <a:pt x="2448" y="672"/>
                    <a:pt x="2036" y="492"/>
                    <a:pt x="1735" y="492"/>
                  </a:cubicBezTo>
                  <a:cubicBezTo>
                    <a:pt x="1695" y="492"/>
                    <a:pt x="1655" y="502"/>
                    <a:pt x="1615" y="502"/>
                  </a:cubicBezTo>
                  <a:cubicBezTo>
                    <a:pt x="1585" y="512"/>
                    <a:pt x="1545" y="512"/>
                    <a:pt x="1515" y="512"/>
                  </a:cubicBezTo>
                  <a:cubicBezTo>
                    <a:pt x="1274" y="512"/>
                    <a:pt x="943" y="391"/>
                    <a:pt x="652" y="261"/>
                  </a:cubicBezTo>
                  <a:cubicBezTo>
                    <a:pt x="371" y="131"/>
                    <a:pt x="121" y="0"/>
                    <a:pt x="30" y="0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3" name="Google Shape;6773;p34"/>
            <p:cNvSpPr/>
            <p:nvPr/>
          </p:nvSpPr>
          <p:spPr>
            <a:xfrm>
              <a:off x="789159" y="943154"/>
              <a:ext cx="638118" cy="393230"/>
            </a:xfrm>
            <a:custGeom>
              <a:avLst/>
              <a:gdLst/>
              <a:ahLst/>
              <a:cxnLst/>
              <a:rect l="l" t="t" r="r" b="b"/>
              <a:pathLst>
                <a:path w="7700" h="4745" extrusionOk="0">
                  <a:moveTo>
                    <a:pt x="45" y="1"/>
                  </a:moveTo>
                  <a:cubicBezTo>
                    <a:pt x="9" y="1"/>
                    <a:pt x="1" y="23"/>
                    <a:pt x="27" y="76"/>
                  </a:cubicBezTo>
                  <a:cubicBezTo>
                    <a:pt x="208" y="457"/>
                    <a:pt x="1823" y="1932"/>
                    <a:pt x="2475" y="2453"/>
                  </a:cubicBezTo>
                  <a:cubicBezTo>
                    <a:pt x="3127" y="2965"/>
                    <a:pt x="4039" y="2744"/>
                    <a:pt x="4782" y="3346"/>
                  </a:cubicBezTo>
                  <a:cubicBezTo>
                    <a:pt x="5310" y="3776"/>
                    <a:pt x="7165" y="4745"/>
                    <a:pt x="7541" y="4745"/>
                  </a:cubicBezTo>
                  <a:cubicBezTo>
                    <a:pt x="7700" y="4745"/>
                    <a:pt x="7593" y="4571"/>
                    <a:pt x="7008" y="4108"/>
                  </a:cubicBezTo>
                  <a:cubicBezTo>
                    <a:pt x="5676" y="3055"/>
                    <a:pt x="4917" y="1905"/>
                    <a:pt x="4334" y="1905"/>
                  </a:cubicBezTo>
                  <a:cubicBezTo>
                    <a:pt x="4267" y="1905"/>
                    <a:pt x="4202" y="1920"/>
                    <a:pt x="4140" y="1952"/>
                  </a:cubicBezTo>
                  <a:cubicBezTo>
                    <a:pt x="4069" y="1986"/>
                    <a:pt x="3994" y="2002"/>
                    <a:pt x="3913" y="2002"/>
                  </a:cubicBezTo>
                  <a:cubicBezTo>
                    <a:pt x="3296" y="2002"/>
                    <a:pt x="2427" y="1086"/>
                    <a:pt x="1983" y="989"/>
                  </a:cubicBezTo>
                  <a:cubicBezTo>
                    <a:pt x="1551" y="894"/>
                    <a:pt x="268" y="1"/>
                    <a:pt x="45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4" name="Google Shape;6774;p34"/>
            <p:cNvSpPr/>
            <p:nvPr/>
          </p:nvSpPr>
          <p:spPr>
            <a:xfrm>
              <a:off x="789740" y="943568"/>
              <a:ext cx="629334" cy="392484"/>
            </a:xfrm>
            <a:custGeom>
              <a:avLst/>
              <a:gdLst/>
              <a:ahLst/>
              <a:cxnLst/>
              <a:rect l="l" t="t" r="r" b="b"/>
              <a:pathLst>
                <a:path w="7594" h="4736" extrusionOk="0">
                  <a:moveTo>
                    <a:pt x="40" y="1"/>
                  </a:moveTo>
                  <a:cubicBezTo>
                    <a:pt x="10" y="1"/>
                    <a:pt x="0" y="11"/>
                    <a:pt x="0" y="31"/>
                  </a:cubicBezTo>
                  <a:cubicBezTo>
                    <a:pt x="0" y="41"/>
                    <a:pt x="0" y="51"/>
                    <a:pt x="10" y="71"/>
                  </a:cubicBezTo>
                  <a:lnTo>
                    <a:pt x="20" y="71"/>
                  </a:lnTo>
                  <a:cubicBezTo>
                    <a:pt x="201" y="452"/>
                    <a:pt x="1816" y="1927"/>
                    <a:pt x="2468" y="2448"/>
                  </a:cubicBezTo>
                  <a:cubicBezTo>
                    <a:pt x="3120" y="2960"/>
                    <a:pt x="4032" y="2739"/>
                    <a:pt x="4775" y="3341"/>
                  </a:cubicBezTo>
                  <a:cubicBezTo>
                    <a:pt x="4785" y="3351"/>
                    <a:pt x="4785" y="3351"/>
                    <a:pt x="4785" y="3351"/>
                  </a:cubicBezTo>
                  <a:cubicBezTo>
                    <a:pt x="5316" y="3782"/>
                    <a:pt x="7152" y="4735"/>
                    <a:pt x="7533" y="4735"/>
                  </a:cubicBezTo>
                  <a:cubicBezTo>
                    <a:pt x="7573" y="4735"/>
                    <a:pt x="7593" y="4725"/>
                    <a:pt x="7593" y="4695"/>
                  </a:cubicBezTo>
                  <a:cubicBezTo>
                    <a:pt x="7593" y="4625"/>
                    <a:pt x="7423" y="4444"/>
                    <a:pt x="7001" y="4103"/>
                  </a:cubicBezTo>
                  <a:cubicBezTo>
                    <a:pt x="5667" y="3050"/>
                    <a:pt x="4915" y="1897"/>
                    <a:pt x="4323" y="1897"/>
                  </a:cubicBezTo>
                  <a:cubicBezTo>
                    <a:pt x="4263" y="1897"/>
                    <a:pt x="4193" y="1917"/>
                    <a:pt x="4133" y="1947"/>
                  </a:cubicBezTo>
                  <a:cubicBezTo>
                    <a:pt x="4062" y="1977"/>
                    <a:pt x="3992" y="1997"/>
                    <a:pt x="3912" y="1997"/>
                  </a:cubicBezTo>
                  <a:cubicBezTo>
                    <a:pt x="3290" y="1997"/>
                    <a:pt x="2417" y="1074"/>
                    <a:pt x="1976" y="984"/>
                  </a:cubicBezTo>
                  <a:cubicBezTo>
                    <a:pt x="1535" y="883"/>
                    <a:pt x="261" y="1"/>
                    <a:pt x="40" y="1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5" name="Google Shape;6775;p34"/>
            <p:cNvSpPr/>
            <p:nvPr/>
          </p:nvSpPr>
          <p:spPr>
            <a:xfrm>
              <a:off x="2934291" y="1138896"/>
              <a:ext cx="263617" cy="130110"/>
            </a:xfrm>
            <a:custGeom>
              <a:avLst/>
              <a:gdLst/>
              <a:ahLst/>
              <a:cxnLst/>
              <a:rect l="l" t="t" r="r" b="b"/>
              <a:pathLst>
                <a:path w="3181" h="1570" extrusionOk="0">
                  <a:moveTo>
                    <a:pt x="2549" y="1"/>
                  </a:moveTo>
                  <a:cubicBezTo>
                    <a:pt x="2488" y="21"/>
                    <a:pt x="2428" y="31"/>
                    <a:pt x="2368" y="61"/>
                  </a:cubicBezTo>
                  <a:cubicBezTo>
                    <a:pt x="2218" y="121"/>
                    <a:pt x="1124" y="613"/>
                    <a:pt x="1" y="854"/>
                  </a:cubicBezTo>
                  <a:cubicBezTo>
                    <a:pt x="377" y="887"/>
                    <a:pt x="811" y="997"/>
                    <a:pt x="1252" y="997"/>
                  </a:cubicBezTo>
                  <a:cubicBezTo>
                    <a:pt x="1471" y="997"/>
                    <a:pt x="1691" y="970"/>
                    <a:pt x="1907" y="894"/>
                  </a:cubicBezTo>
                  <a:cubicBezTo>
                    <a:pt x="1973" y="870"/>
                    <a:pt x="2038" y="860"/>
                    <a:pt x="2101" y="860"/>
                  </a:cubicBezTo>
                  <a:cubicBezTo>
                    <a:pt x="2359" y="860"/>
                    <a:pt x="2584" y="1037"/>
                    <a:pt x="2769" y="1215"/>
                  </a:cubicBezTo>
                  <a:cubicBezTo>
                    <a:pt x="2947" y="1392"/>
                    <a:pt x="3079" y="1569"/>
                    <a:pt x="3141" y="1569"/>
                  </a:cubicBezTo>
                  <a:cubicBezTo>
                    <a:pt x="3167" y="1569"/>
                    <a:pt x="3181" y="1539"/>
                    <a:pt x="3181" y="1465"/>
                  </a:cubicBezTo>
                  <a:cubicBezTo>
                    <a:pt x="2799" y="1265"/>
                    <a:pt x="2689" y="232"/>
                    <a:pt x="2549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6" name="Google Shape;6776;p34"/>
            <p:cNvSpPr/>
            <p:nvPr/>
          </p:nvSpPr>
          <p:spPr>
            <a:xfrm>
              <a:off x="2934291" y="1138896"/>
              <a:ext cx="263617" cy="129778"/>
            </a:xfrm>
            <a:custGeom>
              <a:avLst/>
              <a:gdLst/>
              <a:ahLst/>
              <a:cxnLst/>
              <a:rect l="l" t="t" r="r" b="b"/>
              <a:pathLst>
                <a:path w="3181" h="1566" extrusionOk="0">
                  <a:moveTo>
                    <a:pt x="2549" y="1"/>
                  </a:moveTo>
                  <a:cubicBezTo>
                    <a:pt x="2488" y="21"/>
                    <a:pt x="2428" y="31"/>
                    <a:pt x="2368" y="61"/>
                  </a:cubicBezTo>
                  <a:cubicBezTo>
                    <a:pt x="2218" y="121"/>
                    <a:pt x="1124" y="613"/>
                    <a:pt x="1" y="854"/>
                  </a:cubicBezTo>
                  <a:cubicBezTo>
                    <a:pt x="31" y="854"/>
                    <a:pt x="61" y="864"/>
                    <a:pt x="101" y="864"/>
                  </a:cubicBezTo>
                  <a:lnTo>
                    <a:pt x="111" y="864"/>
                  </a:lnTo>
                  <a:cubicBezTo>
                    <a:pt x="121" y="864"/>
                    <a:pt x="141" y="864"/>
                    <a:pt x="151" y="874"/>
                  </a:cubicBezTo>
                  <a:cubicBezTo>
                    <a:pt x="482" y="914"/>
                    <a:pt x="864" y="994"/>
                    <a:pt x="1245" y="994"/>
                  </a:cubicBezTo>
                  <a:cubicBezTo>
                    <a:pt x="1465" y="994"/>
                    <a:pt x="1686" y="974"/>
                    <a:pt x="1907" y="894"/>
                  </a:cubicBezTo>
                  <a:cubicBezTo>
                    <a:pt x="1917" y="894"/>
                    <a:pt x="1917" y="894"/>
                    <a:pt x="1917" y="884"/>
                  </a:cubicBezTo>
                  <a:lnTo>
                    <a:pt x="1927" y="884"/>
                  </a:lnTo>
                  <a:cubicBezTo>
                    <a:pt x="1987" y="864"/>
                    <a:pt x="2047" y="854"/>
                    <a:pt x="2097" y="854"/>
                  </a:cubicBezTo>
                  <a:lnTo>
                    <a:pt x="2107" y="854"/>
                  </a:lnTo>
                  <a:cubicBezTo>
                    <a:pt x="2358" y="864"/>
                    <a:pt x="2589" y="1034"/>
                    <a:pt x="2769" y="1215"/>
                  </a:cubicBezTo>
                  <a:cubicBezTo>
                    <a:pt x="2769" y="1215"/>
                    <a:pt x="2779" y="1225"/>
                    <a:pt x="2789" y="1235"/>
                  </a:cubicBezTo>
                  <a:cubicBezTo>
                    <a:pt x="2940" y="1385"/>
                    <a:pt x="3060" y="1546"/>
                    <a:pt x="3130" y="1566"/>
                  </a:cubicBezTo>
                  <a:lnTo>
                    <a:pt x="3140" y="1566"/>
                  </a:lnTo>
                  <a:cubicBezTo>
                    <a:pt x="3171" y="1566"/>
                    <a:pt x="3181" y="1536"/>
                    <a:pt x="3181" y="1465"/>
                  </a:cubicBezTo>
                  <a:cubicBezTo>
                    <a:pt x="2799" y="1265"/>
                    <a:pt x="2689" y="232"/>
                    <a:pt x="2549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7" name="Google Shape;6777;p34"/>
            <p:cNvSpPr/>
            <p:nvPr/>
          </p:nvSpPr>
          <p:spPr>
            <a:xfrm>
              <a:off x="2907523" y="1283922"/>
              <a:ext cx="330330" cy="120248"/>
            </a:xfrm>
            <a:custGeom>
              <a:avLst/>
              <a:gdLst/>
              <a:ahLst/>
              <a:cxnLst/>
              <a:rect l="l" t="t" r="r" b="b"/>
              <a:pathLst>
                <a:path w="3986" h="1451" extrusionOk="0">
                  <a:moveTo>
                    <a:pt x="2401" y="1"/>
                  </a:moveTo>
                  <a:cubicBezTo>
                    <a:pt x="2335" y="1"/>
                    <a:pt x="2288" y="27"/>
                    <a:pt x="2260" y="87"/>
                  </a:cubicBezTo>
                  <a:cubicBezTo>
                    <a:pt x="2190" y="220"/>
                    <a:pt x="2035" y="307"/>
                    <a:pt x="1690" y="307"/>
                  </a:cubicBezTo>
                  <a:cubicBezTo>
                    <a:pt x="1441" y="307"/>
                    <a:pt x="1093" y="262"/>
                    <a:pt x="605" y="157"/>
                  </a:cubicBezTo>
                  <a:cubicBezTo>
                    <a:pt x="448" y="122"/>
                    <a:pt x="331" y="107"/>
                    <a:pt x="249" y="107"/>
                  </a:cubicBezTo>
                  <a:cubicBezTo>
                    <a:pt x="1" y="107"/>
                    <a:pt x="63" y="244"/>
                    <a:pt x="244" y="387"/>
                  </a:cubicBezTo>
                  <a:cubicBezTo>
                    <a:pt x="437" y="525"/>
                    <a:pt x="748" y="672"/>
                    <a:pt x="984" y="672"/>
                  </a:cubicBezTo>
                  <a:cubicBezTo>
                    <a:pt x="1006" y="672"/>
                    <a:pt x="1026" y="671"/>
                    <a:pt x="1046" y="668"/>
                  </a:cubicBezTo>
                  <a:cubicBezTo>
                    <a:pt x="1072" y="665"/>
                    <a:pt x="1099" y="663"/>
                    <a:pt x="1127" y="663"/>
                  </a:cubicBezTo>
                  <a:cubicBezTo>
                    <a:pt x="1342" y="663"/>
                    <a:pt x="1595" y="762"/>
                    <a:pt x="1808" y="869"/>
                  </a:cubicBezTo>
                  <a:cubicBezTo>
                    <a:pt x="2031" y="970"/>
                    <a:pt x="2227" y="1076"/>
                    <a:pt x="2325" y="1076"/>
                  </a:cubicBezTo>
                  <a:cubicBezTo>
                    <a:pt x="2372" y="1076"/>
                    <a:pt x="2397" y="1051"/>
                    <a:pt x="2390" y="989"/>
                  </a:cubicBezTo>
                  <a:cubicBezTo>
                    <a:pt x="2387" y="934"/>
                    <a:pt x="2403" y="910"/>
                    <a:pt x="2436" y="910"/>
                  </a:cubicBezTo>
                  <a:cubicBezTo>
                    <a:pt x="2593" y="910"/>
                    <a:pt x="3131" y="1434"/>
                    <a:pt x="3744" y="1451"/>
                  </a:cubicBezTo>
                  <a:lnTo>
                    <a:pt x="3754" y="1451"/>
                  </a:lnTo>
                  <a:cubicBezTo>
                    <a:pt x="3193" y="1200"/>
                    <a:pt x="2741" y="959"/>
                    <a:pt x="2811" y="769"/>
                  </a:cubicBezTo>
                  <a:cubicBezTo>
                    <a:pt x="2857" y="649"/>
                    <a:pt x="3055" y="610"/>
                    <a:pt x="3317" y="610"/>
                  </a:cubicBezTo>
                  <a:cubicBezTo>
                    <a:pt x="3516" y="610"/>
                    <a:pt x="3752" y="632"/>
                    <a:pt x="3985" y="658"/>
                  </a:cubicBezTo>
                  <a:cubicBezTo>
                    <a:pt x="3825" y="588"/>
                    <a:pt x="3664" y="518"/>
                    <a:pt x="3514" y="458"/>
                  </a:cubicBezTo>
                  <a:cubicBezTo>
                    <a:pt x="2942" y="213"/>
                    <a:pt x="2590" y="1"/>
                    <a:pt x="2401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8" name="Google Shape;6778;p34"/>
            <p:cNvSpPr/>
            <p:nvPr/>
          </p:nvSpPr>
          <p:spPr>
            <a:xfrm>
              <a:off x="2914402" y="1283590"/>
              <a:ext cx="323451" cy="120579"/>
            </a:xfrm>
            <a:custGeom>
              <a:avLst/>
              <a:gdLst/>
              <a:ahLst/>
              <a:cxnLst/>
              <a:rect l="l" t="t" r="r" b="b"/>
              <a:pathLst>
                <a:path w="3903" h="1455" extrusionOk="0">
                  <a:moveTo>
                    <a:pt x="2317" y="0"/>
                  </a:moveTo>
                  <a:cubicBezTo>
                    <a:pt x="2247" y="0"/>
                    <a:pt x="2197" y="30"/>
                    <a:pt x="2177" y="91"/>
                  </a:cubicBezTo>
                  <a:cubicBezTo>
                    <a:pt x="2107" y="221"/>
                    <a:pt x="1946" y="311"/>
                    <a:pt x="1605" y="311"/>
                  </a:cubicBezTo>
                  <a:cubicBezTo>
                    <a:pt x="1354" y="311"/>
                    <a:pt x="1013" y="261"/>
                    <a:pt x="522" y="161"/>
                  </a:cubicBezTo>
                  <a:cubicBezTo>
                    <a:pt x="371" y="121"/>
                    <a:pt x="251" y="111"/>
                    <a:pt x="171" y="111"/>
                  </a:cubicBezTo>
                  <a:cubicBezTo>
                    <a:pt x="50" y="111"/>
                    <a:pt x="0" y="141"/>
                    <a:pt x="0" y="191"/>
                  </a:cubicBezTo>
                  <a:cubicBezTo>
                    <a:pt x="0" y="241"/>
                    <a:pt x="60" y="311"/>
                    <a:pt x="141" y="381"/>
                  </a:cubicBezTo>
                  <a:lnTo>
                    <a:pt x="151" y="381"/>
                  </a:lnTo>
                  <a:cubicBezTo>
                    <a:pt x="161" y="381"/>
                    <a:pt x="161" y="391"/>
                    <a:pt x="161" y="391"/>
                  </a:cubicBezTo>
                  <a:cubicBezTo>
                    <a:pt x="171" y="391"/>
                    <a:pt x="171" y="401"/>
                    <a:pt x="181" y="401"/>
                  </a:cubicBezTo>
                  <a:cubicBezTo>
                    <a:pt x="191" y="411"/>
                    <a:pt x="191" y="411"/>
                    <a:pt x="191" y="411"/>
                  </a:cubicBezTo>
                  <a:cubicBezTo>
                    <a:pt x="201" y="411"/>
                    <a:pt x="201" y="422"/>
                    <a:pt x="211" y="422"/>
                  </a:cubicBezTo>
                  <a:cubicBezTo>
                    <a:pt x="401" y="552"/>
                    <a:pt x="682" y="672"/>
                    <a:pt x="893" y="672"/>
                  </a:cubicBezTo>
                  <a:lnTo>
                    <a:pt x="963" y="672"/>
                  </a:lnTo>
                  <a:cubicBezTo>
                    <a:pt x="993" y="662"/>
                    <a:pt x="1013" y="662"/>
                    <a:pt x="1043" y="662"/>
                  </a:cubicBezTo>
                  <a:cubicBezTo>
                    <a:pt x="1254" y="662"/>
                    <a:pt x="1505" y="773"/>
                    <a:pt x="1725" y="873"/>
                  </a:cubicBezTo>
                  <a:cubicBezTo>
                    <a:pt x="1735" y="873"/>
                    <a:pt x="1735" y="873"/>
                    <a:pt x="1745" y="883"/>
                  </a:cubicBezTo>
                  <a:lnTo>
                    <a:pt x="1756" y="883"/>
                  </a:lnTo>
                  <a:cubicBezTo>
                    <a:pt x="1756" y="883"/>
                    <a:pt x="1766" y="883"/>
                    <a:pt x="1766" y="893"/>
                  </a:cubicBezTo>
                  <a:cubicBezTo>
                    <a:pt x="1776" y="893"/>
                    <a:pt x="1786" y="893"/>
                    <a:pt x="1796" y="903"/>
                  </a:cubicBezTo>
                  <a:lnTo>
                    <a:pt x="1806" y="903"/>
                  </a:lnTo>
                  <a:cubicBezTo>
                    <a:pt x="1966" y="983"/>
                    <a:pt x="2117" y="1063"/>
                    <a:pt x="2207" y="1074"/>
                  </a:cubicBezTo>
                  <a:cubicBezTo>
                    <a:pt x="2217" y="1074"/>
                    <a:pt x="2217" y="1084"/>
                    <a:pt x="2217" y="1084"/>
                  </a:cubicBezTo>
                  <a:lnTo>
                    <a:pt x="2247" y="1084"/>
                  </a:lnTo>
                  <a:cubicBezTo>
                    <a:pt x="2287" y="1084"/>
                    <a:pt x="2307" y="1063"/>
                    <a:pt x="2307" y="1013"/>
                  </a:cubicBezTo>
                  <a:cubicBezTo>
                    <a:pt x="2307" y="1003"/>
                    <a:pt x="2307" y="1003"/>
                    <a:pt x="2307" y="993"/>
                  </a:cubicBezTo>
                  <a:cubicBezTo>
                    <a:pt x="2307" y="993"/>
                    <a:pt x="2307" y="983"/>
                    <a:pt x="2307" y="983"/>
                  </a:cubicBezTo>
                  <a:cubicBezTo>
                    <a:pt x="2307" y="933"/>
                    <a:pt x="2327" y="913"/>
                    <a:pt x="2357" y="913"/>
                  </a:cubicBezTo>
                  <a:cubicBezTo>
                    <a:pt x="2508" y="913"/>
                    <a:pt x="3049" y="1445"/>
                    <a:pt x="3661" y="1455"/>
                  </a:cubicBezTo>
                  <a:lnTo>
                    <a:pt x="3671" y="1455"/>
                  </a:lnTo>
                  <a:cubicBezTo>
                    <a:pt x="3150" y="1224"/>
                    <a:pt x="2718" y="993"/>
                    <a:pt x="2728" y="813"/>
                  </a:cubicBezTo>
                  <a:cubicBezTo>
                    <a:pt x="2728" y="803"/>
                    <a:pt x="2728" y="783"/>
                    <a:pt x="2728" y="773"/>
                  </a:cubicBezTo>
                  <a:cubicBezTo>
                    <a:pt x="2728" y="773"/>
                    <a:pt x="2739" y="763"/>
                    <a:pt x="2739" y="763"/>
                  </a:cubicBezTo>
                  <a:cubicBezTo>
                    <a:pt x="2789" y="652"/>
                    <a:pt x="2979" y="612"/>
                    <a:pt x="3230" y="612"/>
                  </a:cubicBezTo>
                  <a:cubicBezTo>
                    <a:pt x="3411" y="612"/>
                    <a:pt x="3621" y="632"/>
                    <a:pt x="3822" y="652"/>
                  </a:cubicBezTo>
                  <a:lnTo>
                    <a:pt x="3832" y="652"/>
                  </a:lnTo>
                  <a:lnTo>
                    <a:pt x="3842" y="662"/>
                  </a:lnTo>
                  <a:lnTo>
                    <a:pt x="3902" y="662"/>
                  </a:lnTo>
                  <a:cubicBezTo>
                    <a:pt x="3742" y="592"/>
                    <a:pt x="3581" y="522"/>
                    <a:pt x="3431" y="462"/>
                  </a:cubicBezTo>
                  <a:cubicBezTo>
                    <a:pt x="2859" y="221"/>
                    <a:pt x="2508" y="0"/>
                    <a:pt x="23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9" name="Google Shape;6779;p34"/>
            <p:cNvSpPr/>
            <p:nvPr/>
          </p:nvSpPr>
          <p:spPr>
            <a:xfrm>
              <a:off x="1792154" y="1015915"/>
              <a:ext cx="362567" cy="69033"/>
            </a:xfrm>
            <a:custGeom>
              <a:avLst/>
              <a:gdLst/>
              <a:ahLst/>
              <a:cxnLst/>
              <a:rect l="l" t="t" r="r" b="b"/>
              <a:pathLst>
                <a:path w="4375" h="833" extrusionOk="0">
                  <a:moveTo>
                    <a:pt x="2198" y="0"/>
                  </a:moveTo>
                  <a:cubicBezTo>
                    <a:pt x="1997" y="41"/>
                    <a:pt x="1786" y="101"/>
                    <a:pt x="1556" y="171"/>
                  </a:cubicBezTo>
                  <a:cubicBezTo>
                    <a:pt x="934" y="362"/>
                    <a:pt x="512" y="672"/>
                    <a:pt x="1" y="833"/>
                  </a:cubicBezTo>
                  <a:cubicBezTo>
                    <a:pt x="362" y="833"/>
                    <a:pt x="884" y="753"/>
                    <a:pt x="1455" y="622"/>
                  </a:cubicBezTo>
                  <a:cubicBezTo>
                    <a:pt x="1680" y="567"/>
                    <a:pt x="1847" y="546"/>
                    <a:pt x="1978" y="546"/>
                  </a:cubicBezTo>
                  <a:cubicBezTo>
                    <a:pt x="2204" y="546"/>
                    <a:pt x="2325" y="609"/>
                    <a:pt x="2458" y="672"/>
                  </a:cubicBezTo>
                  <a:cubicBezTo>
                    <a:pt x="2600" y="733"/>
                    <a:pt x="2750" y="798"/>
                    <a:pt x="3030" y="798"/>
                  </a:cubicBezTo>
                  <a:cubicBezTo>
                    <a:pt x="3168" y="798"/>
                    <a:pt x="3337" y="782"/>
                    <a:pt x="3552" y="743"/>
                  </a:cubicBezTo>
                  <a:cubicBezTo>
                    <a:pt x="3913" y="672"/>
                    <a:pt x="4174" y="592"/>
                    <a:pt x="4374" y="512"/>
                  </a:cubicBezTo>
                  <a:cubicBezTo>
                    <a:pt x="4264" y="432"/>
                    <a:pt x="4164" y="331"/>
                    <a:pt x="4093" y="231"/>
                  </a:cubicBezTo>
                  <a:cubicBezTo>
                    <a:pt x="3982" y="82"/>
                    <a:pt x="3714" y="55"/>
                    <a:pt x="3403" y="55"/>
                  </a:cubicBezTo>
                  <a:cubicBezTo>
                    <a:pt x="3296" y="55"/>
                    <a:pt x="3183" y="58"/>
                    <a:pt x="3070" y="61"/>
                  </a:cubicBezTo>
                  <a:cubicBezTo>
                    <a:pt x="2960" y="64"/>
                    <a:pt x="2850" y="67"/>
                    <a:pt x="2744" y="67"/>
                  </a:cubicBezTo>
                  <a:cubicBezTo>
                    <a:pt x="2532" y="67"/>
                    <a:pt x="2338" y="54"/>
                    <a:pt x="2198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0" name="Google Shape;6780;p34"/>
            <p:cNvSpPr/>
            <p:nvPr/>
          </p:nvSpPr>
          <p:spPr>
            <a:xfrm>
              <a:off x="1792154" y="1015915"/>
              <a:ext cx="362567" cy="69033"/>
            </a:xfrm>
            <a:custGeom>
              <a:avLst/>
              <a:gdLst/>
              <a:ahLst/>
              <a:cxnLst/>
              <a:rect l="l" t="t" r="r" b="b"/>
              <a:pathLst>
                <a:path w="4375" h="833" extrusionOk="0">
                  <a:moveTo>
                    <a:pt x="2198" y="0"/>
                  </a:moveTo>
                  <a:cubicBezTo>
                    <a:pt x="1997" y="41"/>
                    <a:pt x="1786" y="101"/>
                    <a:pt x="1556" y="171"/>
                  </a:cubicBezTo>
                  <a:cubicBezTo>
                    <a:pt x="934" y="362"/>
                    <a:pt x="512" y="672"/>
                    <a:pt x="1" y="833"/>
                  </a:cubicBezTo>
                  <a:lnTo>
                    <a:pt x="121" y="833"/>
                  </a:lnTo>
                  <a:cubicBezTo>
                    <a:pt x="442" y="823"/>
                    <a:pt x="854" y="753"/>
                    <a:pt x="1305" y="652"/>
                  </a:cubicBezTo>
                  <a:lnTo>
                    <a:pt x="1315" y="652"/>
                  </a:lnTo>
                  <a:cubicBezTo>
                    <a:pt x="1345" y="642"/>
                    <a:pt x="1375" y="632"/>
                    <a:pt x="1415" y="632"/>
                  </a:cubicBezTo>
                  <a:cubicBezTo>
                    <a:pt x="1425" y="622"/>
                    <a:pt x="1445" y="622"/>
                    <a:pt x="1455" y="622"/>
                  </a:cubicBezTo>
                  <a:lnTo>
                    <a:pt x="1465" y="612"/>
                  </a:lnTo>
                  <a:lnTo>
                    <a:pt x="1495" y="612"/>
                  </a:lnTo>
                  <a:cubicBezTo>
                    <a:pt x="1506" y="602"/>
                    <a:pt x="1516" y="602"/>
                    <a:pt x="1526" y="602"/>
                  </a:cubicBezTo>
                  <a:cubicBezTo>
                    <a:pt x="1706" y="562"/>
                    <a:pt x="1847" y="542"/>
                    <a:pt x="1967" y="542"/>
                  </a:cubicBezTo>
                  <a:lnTo>
                    <a:pt x="1977" y="542"/>
                  </a:lnTo>
                  <a:cubicBezTo>
                    <a:pt x="2198" y="542"/>
                    <a:pt x="2328" y="602"/>
                    <a:pt x="2458" y="672"/>
                  </a:cubicBezTo>
                  <a:cubicBezTo>
                    <a:pt x="2468" y="672"/>
                    <a:pt x="2468" y="672"/>
                    <a:pt x="2478" y="682"/>
                  </a:cubicBezTo>
                  <a:lnTo>
                    <a:pt x="2489" y="682"/>
                  </a:lnTo>
                  <a:cubicBezTo>
                    <a:pt x="2609" y="743"/>
                    <a:pt x="2759" y="793"/>
                    <a:pt x="3020" y="793"/>
                  </a:cubicBezTo>
                  <a:cubicBezTo>
                    <a:pt x="3161" y="793"/>
                    <a:pt x="3321" y="783"/>
                    <a:pt x="3532" y="743"/>
                  </a:cubicBezTo>
                  <a:lnTo>
                    <a:pt x="3552" y="743"/>
                  </a:lnTo>
                  <a:cubicBezTo>
                    <a:pt x="3913" y="672"/>
                    <a:pt x="4174" y="592"/>
                    <a:pt x="4374" y="512"/>
                  </a:cubicBezTo>
                  <a:cubicBezTo>
                    <a:pt x="4264" y="432"/>
                    <a:pt x="4164" y="331"/>
                    <a:pt x="4093" y="231"/>
                  </a:cubicBezTo>
                  <a:cubicBezTo>
                    <a:pt x="3983" y="81"/>
                    <a:pt x="3712" y="51"/>
                    <a:pt x="3401" y="51"/>
                  </a:cubicBezTo>
                  <a:cubicBezTo>
                    <a:pt x="3291" y="51"/>
                    <a:pt x="3181" y="61"/>
                    <a:pt x="3070" y="61"/>
                  </a:cubicBezTo>
                  <a:cubicBezTo>
                    <a:pt x="2960" y="61"/>
                    <a:pt x="2850" y="71"/>
                    <a:pt x="2739" y="71"/>
                  </a:cubicBezTo>
                  <a:cubicBezTo>
                    <a:pt x="2529" y="71"/>
                    <a:pt x="2338" y="51"/>
                    <a:pt x="2198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1" name="Google Shape;6781;p34"/>
            <p:cNvSpPr/>
            <p:nvPr/>
          </p:nvSpPr>
          <p:spPr>
            <a:xfrm>
              <a:off x="709105" y="734400"/>
              <a:ext cx="482981" cy="162181"/>
            </a:xfrm>
            <a:custGeom>
              <a:avLst/>
              <a:gdLst/>
              <a:ahLst/>
              <a:cxnLst/>
              <a:rect l="l" t="t" r="r" b="b"/>
              <a:pathLst>
                <a:path w="5828" h="1957" extrusionOk="0">
                  <a:moveTo>
                    <a:pt x="2775" y="1"/>
                  </a:moveTo>
                  <a:cubicBezTo>
                    <a:pt x="2720" y="1"/>
                    <a:pt x="2664" y="3"/>
                    <a:pt x="2608" y="7"/>
                  </a:cubicBezTo>
                  <a:cubicBezTo>
                    <a:pt x="1856" y="609"/>
                    <a:pt x="1083" y="1261"/>
                    <a:pt x="0" y="1742"/>
                  </a:cubicBezTo>
                  <a:cubicBezTo>
                    <a:pt x="97" y="1740"/>
                    <a:pt x="197" y="1739"/>
                    <a:pt x="300" y="1739"/>
                  </a:cubicBezTo>
                  <a:cubicBezTo>
                    <a:pt x="698" y="1739"/>
                    <a:pt x="1128" y="1763"/>
                    <a:pt x="1495" y="1883"/>
                  </a:cubicBezTo>
                  <a:cubicBezTo>
                    <a:pt x="1656" y="1935"/>
                    <a:pt x="1787" y="1957"/>
                    <a:pt x="1898" y="1957"/>
                  </a:cubicBezTo>
                  <a:cubicBezTo>
                    <a:pt x="2125" y="1957"/>
                    <a:pt x="2269" y="1867"/>
                    <a:pt x="2418" y="1772"/>
                  </a:cubicBezTo>
                  <a:cubicBezTo>
                    <a:pt x="2566" y="1679"/>
                    <a:pt x="2711" y="1589"/>
                    <a:pt x="2941" y="1589"/>
                  </a:cubicBezTo>
                  <a:cubicBezTo>
                    <a:pt x="3131" y="1589"/>
                    <a:pt x="3378" y="1650"/>
                    <a:pt x="3732" y="1823"/>
                  </a:cubicBezTo>
                  <a:cubicBezTo>
                    <a:pt x="3827" y="1870"/>
                    <a:pt x="3947" y="1887"/>
                    <a:pt x="4080" y="1887"/>
                  </a:cubicBezTo>
                  <a:cubicBezTo>
                    <a:pt x="4367" y="1887"/>
                    <a:pt x="4714" y="1809"/>
                    <a:pt x="4995" y="1803"/>
                  </a:cubicBezTo>
                  <a:cubicBezTo>
                    <a:pt x="5286" y="1612"/>
                    <a:pt x="5627" y="1431"/>
                    <a:pt x="5828" y="1110"/>
                  </a:cubicBezTo>
                  <a:cubicBezTo>
                    <a:pt x="5798" y="1090"/>
                    <a:pt x="5768" y="1070"/>
                    <a:pt x="5728" y="1040"/>
                  </a:cubicBezTo>
                  <a:cubicBezTo>
                    <a:pt x="5346" y="719"/>
                    <a:pt x="4915" y="408"/>
                    <a:pt x="4363" y="288"/>
                  </a:cubicBezTo>
                  <a:cubicBezTo>
                    <a:pt x="3691" y="144"/>
                    <a:pt x="3242" y="1"/>
                    <a:pt x="2775" y="1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2" name="Google Shape;6782;p34"/>
            <p:cNvSpPr/>
            <p:nvPr/>
          </p:nvSpPr>
          <p:spPr>
            <a:xfrm>
              <a:off x="709105" y="734980"/>
              <a:ext cx="482981" cy="161353"/>
            </a:xfrm>
            <a:custGeom>
              <a:avLst/>
              <a:gdLst/>
              <a:ahLst/>
              <a:cxnLst/>
              <a:rect l="l" t="t" r="r" b="b"/>
              <a:pathLst>
                <a:path w="5828" h="1947" extrusionOk="0">
                  <a:moveTo>
                    <a:pt x="2608" y="0"/>
                  </a:moveTo>
                  <a:cubicBezTo>
                    <a:pt x="1856" y="602"/>
                    <a:pt x="1083" y="1254"/>
                    <a:pt x="0" y="1735"/>
                  </a:cubicBezTo>
                  <a:lnTo>
                    <a:pt x="311" y="1735"/>
                  </a:lnTo>
                  <a:cubicBezTo>
                    <a:pt x="702" y="1735"/>
                    <a:pt x="1114" y="1755"/>
                    <a:pt x="1475" y="1876"/>
                  </a:cubicBezTo>
                  <a:lnTo>
                    <a:pt x="1495" y="1876"/>
                  </a:lnTo>
                  <a:cubicBezTo>
                    <a:pt x="1505" y="1876"/>
                    <a:pt x="1505" y="1886"/>
                    <a:pt x="1515" y="1886"/>
                  </a:cubicBezTo>
                  <a:cubicBezTo>
                    <a:pt x="1665" y="1926"/>
                    <a:pt x="1786" y="1946"/>
                    <a:pt x="1896" y="1946"/>
                  </a:cubicBezTo>
                  <a:cubicBezTo>
                    <a:pt x="2117" y="1946"/>
                    <a:pt x="2267" y="1866"/>
                    <a:pt x="2407" y="1776"/>
                  </a:cubicBezTo>
                  <a:cubicBezTo>
                    <a:pt x="2407" y="1765"/>
                    <a:pt x="2418" y="1765"/>
                    <a:pt x="2418" y="1765"/>
                  </a:cubicBezTo>
                  <a:cubicBezTo>
                    <a:pt x="2418" y="1765"/>
                    <a:pt x="2428" y="1765"/>
                    <a:pt x="2428" y="1755"/>
                  </a:cubicBezTo>
                  <a:lnTo>
                    <a:pt x="2438" y="1755"/>
                  </a:lnTo>
                  <a:cubicBezTo>
                    <a:pt x="2438" y="1755"/>
                    <a:pt x="2448" y="1745"/>
                    <a:pt x="2448" y="1745"/>
                  </a:cubicBezTo>
                  <a:cubicBezTo>
                    <a:pt x="2588" y="1665"/>
                    <a:pt x="2728" y="1585"/>
                    <a:pt x="2939" y="1585"/>
                  </a:cubicBezTo>
                  <a:lnTo>
                    <a:pt x="2949" y="1585"/>
                  </a:lnTo>
                  <a:cubicBezTo>
                    <a:pt x="3140" y="1585"/>
                    <a:pt x="3380" y="1645"/>
                    <a:pt x="3732" y="1816"/>
                  </a:cubicBezTo>
                  <a:cubicBezTo>
                    <a:pt x="3822" y="1866"/>
                    <a:pt x="3942" y="1886"/>
                    <a:pt x="4073" y="1886"/>
                  </a:cubicBezTo>
                  <a:lnTo>
                    <a:pt x="4083" y="1886"/>
                  </a:lnTo>
                  <a:cubicBezTo>
                    <a:pt x="4183" y="1886"/>
                    <a:pt x="4283" y="1876"/>
                    <a:pt x="4394" y="1856"/>
                  </a:cubicBezTo>
                  <a:cubicBezTo>
                    <a:pt x="4594" y="1836"/>
                    <a:pt x="4805" y="1796"/>
                    <a:pt x="4995" y="1796"/>
                  </a:cubicBezTo>
                  <a:cubicBezTo>
                    <a:pt x="5286" y="1605"/>
                    <a:pt x="5627" y="1424"/>
                    <a:pt x="5828" y="1103"/>
                  </a:cubicBezTo>
                  <a:cubicBezTo>
                    <a:pt x="5798" y="1083"/>
                    <a:pt x="5768" y="1063"/>
                    <a:pt x="5728" y="1033"/>
                  </a:cubicBezTo>
                  <a:cubicBezTo>
                    <a:pt x="5346" y="712"/>
                    <a:pt x="4915" y="401"/>
                    <a:pt x="4363" y="281"/>
                  </a:cubicBezTo>
                  <a:cubicBezTo>
                    <a:pt x="3701" y="141"/>
                    <a:pt x="3250" y="0"/>
                    <a:pt x="2789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3" name="Google Shape;6783;p34"/>
            <p:cNvSpPr/>
            <p:nvPr/>
          </p:nvSpPr>
          <p:spPr>
            <a:xfrm>
              <a:off x="1168794" y="852161"/>
              <a:ext cx="1331015" cy="815134"/>
            </a:xfrm>
            <a:custGeom>
              <a:avLst/>
              <a:gdLst/>
              <a:ahLst/>
              <a:cxnLst/>
              <a:rect l="l" t="t" r="r" b="b"/>
              <a:pathLst>
                <a:path w="16061" h="9836" extrusionOk="0">
                  <a:moveTo>
                    <a:pt x="1785" y="0"/>
                  </a:moveTo>
                  <a:cubicBezTo>
                    <a:pt x="1485" y="81"/>
                    <a:pt x="672" y="632"/>
                    <a:pt x="0" y="1074"/>
                  </a:cubicBezTo>
                  <a:cubicBezTo>
                    <a:pt x="10" y="1344"/>
                    <a:pt x="10" y="1615"/>
                    <a:pt x="140" y="1716"/>
                  </a:cubicBezTo>
                  <a:cubicBezTo>
                    <a:pt x="622" y="2067"/>
                    <a:pt x="1043" y="2327"/>
                    <a:pt x="1454" y="2378"/>
                  </a:cubicBezTo>
                  <a:cubicBezTo>
                    <a:pt x="2273" y="2461"/>
                    <a:pt x="5689" y="6273"/>
                    <a:pt x="6420" y="6273"/>
                  </a:cubicBezTo>
                  <a:cubicBezTo>
                    <a:pt x="6477" y="6273"/>
                    <a:pt x="6518" y="6249"/>
                    <a:pt x="6540" y="6199"/>
                  </a:cubicBezTo>
                  <a:cubicBezTo>
                    <a:pt x="6616" y="6031"/>
                    <a:pt x="6750" y="5958"/>
                    <a:pt x="6928" y="5958"/>
                  </a:cubicBezTo>
                  <a:cubicBezTo>
                    <a:pt x="7965" y="5958"/>
                    <a:pt x="10469" y="8453"/>
                    <a:pt x="11274" y="8847"/>
                  </a:cubicBezTo>
                  <a:cubicBezTo>
                    <a:pt x="11657" y="9041"/>
                    <a:pt x="11864" y="9109"/>
                    <a:pt x="11982" y="9109"/>
                  </a:cubicBezTo>
                  <a:cubicBezTo>
                    <a:pt x="12125" y="9109"/>
                    <a:pt x="12134" y="9007"/>
                    <a:pt x="12167" y="8907"/>
                  </a:cubicBezTo>
                  <a:cubicBezTo>
                    <a:pt x="12197" y="8804"/>
                    <a:pt x="12250" y="8701"/>
                    <a:pt x="12482" y="8701"/>
                  </a:cubicBezTo>
                  <a:cubicBezTo>
                    <a:pt x="12787" y="8701"/>
                    <a:pt x="13403" y="8878"/>
                    <a:pt x="14685" y="9459"/>
                  </a:cubicBezTo>
                  <a:cubicBezTo>
                    <a:pt x="15271" y="9727"/>
                    <a:pt x="15600" y="9836"/>
                    <a:pt x="15732" y="9836"/>
                  </a:cubicBezTo>
                  <a:cubicBezTo>
                    <a:pt x="16060" y="9836"/>
                    <a:pt x="15172" y="9160"/>
                    <a:pt x="14013" y="8566"/>
                  </a:cubicBezTo>
                  <a:cubicBezTo>
                    <a:pt x="12378" y="7724"/>
                    <a:pt x="11274" y="6861"/>
                    <a:pt x="10201" y="6771"/>
                  </a:cubicBezTo>
                  <a:cubicBezTo>
                    <a:pt x="9298" y="6701"/>
                    <a:pt x="6971" y="4875"/>
                    <a:pt x="5075" y="3130"/>
                  </a:cubicBezTo>
                  <a:cubicBezTo>
                    <a:pt x="4734" y="2939"/>
                    <a:pt x="4393" y="2568"/>
                    <a:pt x="4062" y="2167"/>
                  </a:cubicBezTo>
                  <a:cubicBezTo>
                    <a:pt x="3701" y="1726"/>
                    <a:pt x="3360" y="1254"/>
                    <a:pt x="3099" y="1003"/>
                  </a:cubicBezTo>
                  <a:lnTo>
                    <a:pt x="2347" y="261"/>
                  </a:lnTo>
                  <a:cubicBezTo>
                    <a:pt x="2197" y="121"/>
                    <a:pt x="1996" y="41"/>
                    <a:pt x="1785" y="0"/>
                  </a:cubicBezTo>
                  <a:close/>
                </a:path>
              </a:pathLst>
            </a:custGeom>
            <a:solidFill>
              <a:srgbClr val="7E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4" name="Google Shape;6784;p34"/>
            <p:cNvSpPr/>
            <p:nvPr/>
          </p:nvSpPr>
          <p:spPr>
            <a:xfrm>
              <a:off x="1168794" y="852161"/>
              <a:ext cx="1309303" cy="815548"/>
            </a:xfrm>
            <a:custGeom>
              <a:avLst/>
              <a:gdLst/>
              <a:ahLst/>
              <a:cxnLst/>
              <a:rect l="l" t="t" r="r" b="b"/>
              <a:pathLst>
                <a:path w="15799" h="9841" extrusionOk="0">
                  <a:moveTo>
                    <a:pt x="1785" y="0"/>
                  </a:moveTo>
                  <a:cubicBezTo>
                    <a:pt x="1485" y="81"/>
                    <a:pt x="672" y="632"/>
                    <a:pt x="0" y="1074"/>
                  </a:cubicBezTo>
                  <a:cubicBezTo>
                    <a:pt x="10" y="1344"/>
                    <a:pt x="10" y="1615"/>
                    <a:pt x="140" y="1716"/>
                  </a:cubicBezTo>
                  <a:cubicBezTo>
                    <a:pt x="622" y="2067"/>
                    <a:pt x="1043" y="2327"/>
                    <a:pt x="1454" y="2378"/>
                  </a:cubicBezTo>
                  <a:cubicBezTo>
                    <a:pt x="2277" y="2458"/>
                    <a:pt x="5697" y="6280"/>
                    <a:pt x="6420" y="6280"/>
                  </a:cubicBezTo>
                  <a:cubicBezTo>
                    <a:pt x="6480" y="6280"/>
                    <a:pt x="6520" y="6249"/>
                    <a:pt x="6540" y="6199"/>
                  </a:cubicBezTo>
                  <a:cubicBezTo>
                    <a:pt x="6620" y="6039"/>
                    <a:pt x="6751" y="5959"/>
                    <a:pt x="6931" y="5959"/>
                  </a:cubicBezTo>
                  <a:cubicBezTo>
                    <a:pt x="7954" y="5959"/>
                    <a:pt x="10402" y="8386"/>
                    <a:pt x="11234" y="8837"/>
                  </a:cubicBezTo>
                  <a:lnTo>
                    <a:pt x="11244" y="8837"/>
                  </a:lnTo>
                  <a:cubicBezTo>
                    <a:pt x="11254" y="8837"/>
                    <a:pt x="11264" y="8847"/>
                    <a:pt x="11274" y="8847"/>
                  </a:cubicBezTo>
                  <a:cubicBezTo>
                    <a:pt x="11274" y="8857"/>
                    <a:pt x="11284" y="8857"/>
                    <a:pt x="11284" y="8857"/>
                  </a:cubicBezTo>
                  <a:cubicBezTo>
                    <a:pt x="11294" y="8867"/>
                    <a:pt x="11304" y="8867"/>
                    <a:pt x="11314" y="8867"/>
                  </a:cubicBezTo>
                  <a:cubicBezTo>
                    <a:pt x="11314" y="8877"/>
                    <a:pt x="11325" y="8877"/>
                    <a:pt x="11325" y="8877"/>
                  </a:cubicBezTo>
                  <a:lnTo>
                    <a:pt x="11335" y="8877"/>
                  </a:lnTo>
                  <a:cubicBezTo>
                    <a:pt x="11335" y="8877"/>
                    <a:pt x="11335" y="8877"/>
                    <a:pt x="11335" y="8887"/>
                  </a:cubicBezTo>
                  <a:cubicBezTo>
                    <a:pt x="11676" y="9048"/>
                    <a:pt x="11866" y="9108"/>
                    <a:pt x="11976" y="9108"/>
                  </a:cubicBezTo>
                  <a:cubicBezTo>
                    <a:pt x="12117" y="9108"/>
                    <a:pt x="12137" y="9018"/>
                    <a:pt x="12157" y="8918"/>
                  </a:cubicBezTo>
                  <a:cubicBezTo>
                    <a:pt x="12167" y="8918"/>
                    <a:pt x="12167" y="8907"/>
                    <a:pt x="12167" y="8907"/>
                  </a:cubicBezTo>
                  <a:cubicBezTo>
                    <a:pt x="12197" y="8807"/>
                    <a:pt x="12247" y="8707"/>
                    <a:pt x="12488" y="8707"/>
                  </a:cubicBezTo>
                  <a:cubicBezTo>
                    <a:pt x="12779" y="8707"/>
                    <a:pt x="13371" y="8867"/>
                    <a:pt x="14564" y="9409"/>
                  </a:cubicBezTo>
                  <a:lnTo>
                    <a:pt x="14574" y="9409"/>
                  </a:lnTo>
                  <a:cubicBezTo>
                    <a:pt x="14604" y="9419"/>
                    <a:pt x="14625" y="9439"/>
                    <a:pt x="14655" y="9449"/>
                  </a:cubicBezTo>
                  <a:cubicBezTo>
                    <a:pt x="14665" y="9449"/>
                    <a:pt x="14675" y="9459"/>
                    <a:pt x="14685" y="9459"/>
                  </a:cubicBezTo>
                  <a:cubicBezTo>
                    <a:pt x="14695" y="9469"/>
                    <a:pt x="14705" y="9469"/>
                    <a:pt x="14715" y="9479"/>
                  </a:cubicBezTo>
                  <a:lnTo>
                    <a:pt x="14725" y="9479"/>
                  </a:lnTo>
                  <a:cubicBezTo>
                    <a:pt x="14725" y="9479"/>
                    <a:pt x="14735" y="9479"/>
                    <a:pt x="14735" y="9489"/>
                  </a:cubicBezTo>
                  <a:lnTo>
                    <a:pt x="14755" y="9489"/>
                  </a:lnTo>
                  <a:cubicBezTo>
                    <a:pt x="14815" y="9519"/>
                    <a:pt x="14875" y="9549"/>
                    <a:pt x="14925" y="9570"/>
                  </a:cubicBezTo>
                  <a:cubicBezTo>
                    <a:pt x="15367" y="9760"/>
                    <a:pt x="15618" y="9840"/>
                    <a:pt x="15728" y="9840"/>
                  </a:cubicBezTo>
                  <a:cubicBezTo>
                    <a:pt x="15778" y="9840"/>
                    <a:pt x="15798" y="9820"/>
                    <a:pt x="15798" y="9800"/>
                  </a:cubicBezTo>
                  <a:cubicBezTo>
                    <a:pt x="15798" y="9650"/>
                    <a:pt x="15006" y="9078"/>
                    <a:pt x="14013" y="8566"/>
                  </a:cubicBezTo>
                  <a:cubicBezTo>
                    <a:pt x="12378" y="7724"/>
                    <a:pt x="11274" y="6861"/>
                    <a:pt x="10201" y="6771"/>
                  </a:cubicBezTo>
                  <a:cubicBezTo>
                    <a:pt x="9298" y="6701"/>
                    <a:pt x="6971" y="4875"/>
                    <a:pt x="5075" y="3130"/>
                  </a:cubicBezTo>
                  <a:cubicBezTo>
                    <a:pt x="4734" y="2939"/>
                    <a:pt x="4393" y="2568"/>
                    <a:pt x="4062" y="2167"/>
                  </a:cubicBezTo>
                  <a:cubicBezTo>
                    <a:pt x="3701" y="1726"/>
                    <a:pt x="3360" y="1254"/>
                    <a:pt x="3099" y="1003"/>
                  </a:cubicBezTo>
                  <a:lnTo>
                    <a:pt x="2347" y="261"/>
                  </a:lnTo>
                  <a:cubicBezTo>
                    <a:pt x="2197" y="121"/>
                    <a:pt x="1996" y="41"/>
                    <a:pt x="1785" y="0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lt1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5" name="Google Shape;6785;p34"/>
            <p:cNvSpPr/>
            <p:nvPr/>
          </p:nvSpPr>
          <p:spPr>
            <a:xfrm>
              <a:off x="-111323" y="866249"/>
              <a:ext cx="4091498" cy="1456484"/>
            </a:xfrm>
            <a:custGeom>
              <a:avLst/>
              <a:gdLst/>
              <a:ahLst/>
              <a:cxnLst/>
              <a:rect l="l" t="t" r="r" b="b"/>
              <a:pathLst>
                <a:path w="49371" h="17575" extrusionOk="0">
                  <a:moveTo>
                    <a:pt x="10913" y="934"/>
                  </a:moveTo>
                  <a:cubicBezTo>
                    <a:pt x="11134" y="934"/>
                    <a:pt x="12388" y="1796"/>
                    <a:pt x="12829" y="1907"/>
                  </a:cubicBezTo>
                  <a:cubicBezTo>
                    <a:pt x="12839" y="1917"/>
                    <a:pt x="12839" y="1917"/>
                    <a:pt x="12849" y="1917"/>
                  </a:cubicBezTo>
                  <a:lnTo>
                    <a:pt x="12859" y="1917"/>
                  </a:lnTo>
                  <a:cubicBezTo>
                    <a:pt x="13180" y="1997"/>
                    <a:pt x="13702" y="2468"/>
                    <a:pt x="14203" y="2739"/>
                  </a:cubicBezTo>
                  <a:cubicBezTo>
                    <a:pt x="14223" y="2749"/>
                    <a:pt x="14243" y="2769"/>
                    <a:pt x="14263" y="2779"/>
                  </a:cubicBezTo>
                  <a:lnTo>
                    <a:pt x="14273" y="2779"/>
                  </a:lnTo>
                  <a:cubicBezTo>
                    <a:pt x="14434" y="2860"/>
                    <a:pt x="14604" y="2920"/>
                    <a:pt x="14745" y="2930"/>
                  </a:cubicBezTo>
                  <a:lnTo>
                    <a:pt x="14785" y="2930"/>
                  </a:lnTo>
                  <a:cubicBezTo>
                    <a:pt x="14855" y="2930"/>
                    <a:pt x="14935" y="2910"/>
                    <a:pt x="14996" y="2880"/>
                  </a:cubicBezTo>
                  <a:lnTo>
                    <a:pt x="15006" y="2880"/>
                  </a:lnTo>
                  <a:cubicBezTo>
                    <a:pt x="15016" y="2880"/>
                    <a:pt x="15016" y="2870"/>
                    <a:pt x="15016" y="2870"/>
                  </a:cubicBezTo>
                  <a:cubicBezTo>
                    <a:pt x="15076" y="2850"/>
                    <a:pt x="15136" y="2830"/>
                    <a:pt x="15196" y="2830"/>
                  </a:cubicBezTo>
                  <a:lnTo>
                    <a:pt x="15206" y="2830"/>
                  </a:lnTo>
                  <a:cubicBezTo>
                    <a:pt x="15477" y="2830"/>
                    <a:pt x="15798" y="3090"/>
                    <a:pt x="16189" y="3482"/>
                  </a:cubicBezTo>
                  <a:cubicBezTo>
                    <a:pt x="16199" y="3492"/>
                    <a:pt x="16219" y="3502"/>
                    <a:pt x="16229" y="3512"/>
                  </a:cubicBezTo>
                  <a:cubicBezTo>
                    <a:pt x="16621" y="3893"/>
                    <a:pt x="17092" y="4394"/>
                    <a:pt x="17674" y="4876"/>
                  </a:cubicBezTo>
                  <a:cubicBezTo>
                    <a:pt x="17674" y="4876"/>
                    <a:pt x="17684" y="4876"/>
                    <a:pt x="17684" y="4886"/>
                  </a:cubicBezTo>
                  <a:cubicBezTo>
                    <a:pt x="17704" y="4896"/>
                    <a:pt x="17724" y="4916"/>
                    <a:pt x="17744" y="4936"/>
                  </a:cubicBezTo>
                  <a:cubicBezTo>
                    <a:pt x="17754" y="4936"/>
                    <a:pt x="17754" y="4936"/>
                    <a:pt x="17754" y="4946"/>
                  </a:cubicBezTo>
                  <a:cubicBezTo>
                    <a:pt x="17774" y="4956"/>
                    <a:pt x="17794" y="4976"/>
                    <a:pt x="17814" y="4996"/>
                  </a:cubicBezTo>
                  <a:cubicBezTo>
                    <a:pt x="17834" y="5006"/>
                    <a:pt x="17854" y="5016"/>
                    <a:pt x="17874" y="5036"/>
                  </a:cubicBezTo>
                  <a:cubicBezTo>
                    <a:pt x="18296" y="5377"/>
                    <a:pt x="18466" y="5558"/>
                    <a:pt x="18466" y="5628"/>
                  </a:cubicBezTo>
                  <a:cubicBezTo>
                    <a:pt x="18466" y="5658"/>
                    <a:pt x="18446" y="5668"/>
                    <a:pt x="18406" y="5668"/>
                  </a:cubicBezTo>
                  <a:cubicBezTo>
                    <a:pt x="18035" y="5668"/>
                    <a:pt x="16199" y="4715"/>
                    <a:pt x="15668" y="4284"/>
                  </a:cubicBezTo>
                  <a:lnTo>
                    <a:pt x="15658" y="4284"/>
                  </a:lnTo>
                  <a:cubicBezTo>
                    <a:pt x="15658" y="4284"/>
                    <a:pt x="15648" y="4284"/>
                    <a:pt x="15648" y="4274"/>
                  </a:cubicBezTo>
                  <a:cubicBezTo>
                    <a:pt x="14905" y="3672"/>
                    <a:pt x="13993" y="3893"/>
                    <a:pt x="13341" y="3381"/>
                  </a:cubicBezTo>
                  <a:cubicBezTo>
                    <a:pt x="12689" y="2860"/>
                    <a:pt x="11074" y="1385"/>
                    <a:pt x="10893" y="1004"/>
                  </a:cubicBezTo>
                  <a:lnTo>
                    <a:pt x="10883" y="1004"/>
                  </a:lnTo>
                  <a:cubicBezTo>
                    <a:pt x="10873" y="984"/>
                    <a:pt x="10873" y="974"/>
                    <a:pt x="10873" y="964"/>
                  </a:cubicBezTo>
                  <a:cubicBezTo>
                    <a:pt x="10873" y="944"/>
                    <a:pt x="10883" y="934"/>
                    <a:pt x="10913" y="934"/>
                  </a:cubicBezTo>
                  <a:close/>
                  <a:moveTo>
                    <a:pt x="24715" y="3020"/>
                  </a:moveTo>
                  <a:cubicBezTo>
                    <a:pt x="24795" y="3020"/>
                    <a:pt x="24996" y="3120"/>
                    <a:pt x="25247" y="3241"/>
                  </a:cubicBezTo>
                  <a:lnTo>
                    <a:pt x="25267" y="3241"/>
                  </a:lnTo>
                  <a:cubicBezTo>
                    <a:pt x="25267" y="3251"/>
                    <a:pt x="25277" y="3251"/>
                    <a:pt x="25277" y="3251"/>
                  </a:cubicBezTo>
                  <a:cubicBezTo>
                    <a:pt x="25287" y="3251"/>
                    <a:pt x="25297" y="3261"/>
                    <a:pt x="25307" y="3261"/>
                  </a:cubicBezTo>
                  <a:cubicBezTo>
                    <a:pt x="25307" y="3261"/>
                    <a:pt x="25317" y="3271"/>
                    <a:pt x="25317" y="3271"/>
                  </a:cubicBezTo>
                  <a:cubicBezTo>
                    <a:pt x="25327" y="3271"/>
                    <a:pt x="25337" y="3271"/>
                    <a:pt x="25337" y="3281"/>
                  </a:cubicBezTo>
                  <a:cubicBezTo>
                    <a:pt x="25347" y="3281"/>
                    <a:pt x="25357" y="3281"/>
                    <a:pt x="25357" y="3291"/>
                  </a:cubicBezTo>
                  <a:lnTo>
                    <a:pt x="25377" y="3291"/>
                  </a:lnTo>
                  <a:lnTo>
                    <a:pt x="25387" y="3301"/>
                  </a:lnTo>
                  <a:cubicBezTo>
                    <a:pt x="25668" y="3421"/>
                    <a:pt x="25969" y="3532"/>
                    <a:pt x="26190" y="3532"/>
                  </a:cubicBezTo>
                  <a:lnTo>
                    <a:pt x="26290" y="3532"/>
                  </a:lnTo>
                  <a:cubicBezTo>
                    <a:pt x="26290" y="3522"/>
                    <a:pt x="26300" y="3522"/>
                    <a:pt x="26300" y="3522"/>
                  </a:cubicBezTo>
                  <a:lnTo>
                    <a:pt x="26310" y="3522"/>
                  </a:lnTo>
                  <a:cubicBezTo>
                    <a:pt x="26330" y="3522"/>
                    <a:pt x="26350" y="3522"/>
                    <a:pt x="26360" y="3512"/>
                  </a:cubicBezTo>
                  <a:lnTo>
                    <a:pt x="26420" y="3512"/>
                  </a:lnTo>
                  <a:cubicBezTo>
                    <a:pt x="26681" y="3512"/>
                    <a:pt x="27012" y="3642"/>
                    <a:pt x="27353" y="3792"/>
                  </a:cubicBezTo>
                  <a:cubicBezTo>
                    <a:pt x="27413" y="3813"/>
                    <a:pt x="27464" y="3843"/>
                    <a:pt x="27524" y="3863"/>
                  </a:cubicBezTo>
                  <a:cubicBezTo>
                    <a:pt x="27815" y="3993"/>
                    <a:pt x="28096" y="4123"/>
                    <a:pt x="28326" y="4184"/>
                  </a:cubicBezTo>
                  <a:cubicBezTo>
                    <a:pt x="28356" y="4194"/>
                    <a:pt x="28376" y="4204"/>
                    <a:pt x="28406" y="4204"/>
                  </a:cubicBezTo>
                  <a:lnTo>
                    <a:pt x="28417" y="4204"/>
                  </a:lnTo>
                  <a:lnTo>
                    <a:pt x="28427" y="4214"/>
                  </a:lnTo>
                  <a:lnTo>
                    <a:pt x="28447" y="4214"/>
                  </a:lnTo>
                  <a:cubicBezTo>
                    <a:pt x="28467" y="4214"/>
                    <a:pt x="28477" y="4214"/>
                    <a:pt x="28487" y="4224"/>
                  </a:cubicBezTo>
                  <a:lnTo>
                    <a:pt x="28607" y="4224"/>
                  </a:lnTo>
                  <a:cubicBezTo>
                    <a:pt x="29139" y="4224"/>
                    <a:pt x="31646" y="6260"/>
                    <a:pt x="33432" y="7002"/>
                  </a:cubicBezTo>
                  <a:cubicBezTo>
                    <a:pt x="33452" y="7002"/>
                    <a:pt x="33462" y="7012"/>
                    <a:pt x="33482" y="7022"/>
                  </a:cubicBezTo>
                  <a:cubicBezTo>
                    <a:pt x="33482" y="7022"/>
                    <a:pt x="34034" y="7313"/>
                    <a:pt x="35749" y="8146"/>
                  </a:cubicBezTo>
                  <a:cubicBezTo>
                    <a:pt x="35759" y="8156"/>
                    <a:pt x="35759" y="8156"/>
                    <a:pt x="35769" y="8156"/>
                  </a:cubicBezTo>
                  <a:cubicBezTo>
                    <a:pt x="35779" y="8166"/>
                    <a:pt x="35779" y="8166"/>
                    <a:pt x="35789" y="8166"/>
                  </a:cubicBezTo>
                  <a:cubicBezTo>
                    <a:pt x="36010" y="8276"/>
                    <a:pt x="36110" y="8346"/>
                    <a:pt x="36110" y="8386"/>
                  </a:cubicBezTo>
                  <a:cubicBezTo>
                    <a:pt x="36110" y="8417"/>
                    <a:pt x="36070" y="8427"/>
                    <a:pt x="35990" y="8427"/>
                  </a:cubicBezTo>
                  <a:cubicBezTo>
                    <a:pt x="35348" y="8427"/>
                    <a:pt x="32218" y="7574"/>
                    <a:pt x="30252" y="6711"/>
                  </a:cubicBezTo>
                  <a:cubicBezTo>
                    <a:pt x="30242" y="6701"/>
                    <a:pt x="30232" y="6701"/>
                    <a:pt x="30222" y="6691"/>
                  </a:cubicBezTo>
                  <a:lnTo>
                    <a:pt x="30212" y="6691"/>
                  </a:lnTo>
                  <a:cubicBezTo>
                    <a:pt x="30202" y="6691"/>
                    <a:pt x="30202" y="6681"/>
                    <a:pt x="30192" y="6681"/>
                  </a:cubicBezTo>
                  <a:lnTo>
                    <a:pt x="30182" y="6681"/>
                  </a:lnTo>
                  <a:cubicBezTo>
                    <a:pt x="30172" y="6681"/>
                    <a:pt x="30162" y="6671"/>
                    <a:pt x="30152" y="6671"/>
                  </a:cubicBezTo>
                  <a:cubicBezTo>
                    <a:pt x="30152" y="6671"/>
                    <a:pt x="30152" y="6671"/>
                    <a:pt x="30152" y="6661"/>
                  </a:cubicBezTo>
                  <a:lnTo>
                    <a:pt x="30132" y="6661"/>
                  </a:lnTo>
                  <a:cubicBezTo>
                    <a:pt x="27564" y="5508"/>
                    <a:pt x="25869" y="5086"/>
                    <a:pt x="25819" y="4735"/>
                  </a:cubicBezTo>
                  <a:cubicBezTo>
                    <a:pt x="25819" y="4735"/>
                    <a:pt x="25819" y="4735"/>
                    <a:pt x="25819" y="4725"/>
                  </a:cubicBezTo>
                  <a:cubicBezTo>
                    <a:pt x="25819" y="4675"/>
                    <a:pt x="25919" y="4645"/>
                    <a:pt x="26079" y="4645"/>
                  </a:cubicBezTo>
                  <a:lnTo>
                    <a:pt x="26140" y="4645"/>
                  </a:lnTo>
                  <a:cubicBezTo>
                    <a:pt x="26190" y="4655"/>
                    <a:pt x="26240" y="4655"/>
                    <a:pt x="26300" y="4655"/>
                  </a:cubicBezTo>
                  <a:cubicBezTo>
                    <a:pt x="26310" y="4655"/>
                    <a:pt x="26320" y="4655"/>
                    <a:pt x="26330" y="4665"/>
                  </a:cubicBezTo>
                  <a:cubicBezTo>
                    <a:pt x="26380" y="4665"/>
                    <a:pt x="26420" y="4665"/>
                    <a:pt x="26461" y="4675"/>
                  </a:cubicBezTo>
                  <a:lnTo>
                    <a:pt x="26481" y="4675"/>
                  </a:lnTo>
                  <a:cubicBezTo>
                    <a:pt x="26581" y="4685"/>
                    <a:pt x="26691" y="4695"/>
                    <a:pt x="26802" y="4715"/>
                  </a:cubicBezTo>
                  <a:cubicBezTo>
                    <a:pt x="26822" y="4715"/>
                    <a:pt x="26852" y="4725"/>
                    <a:pt x="26872" y="4725"/>
                  </a:cubicBezTo>
                  <a:lnTo>
                    <a:pt x="26902" y="4725"/>
                  </a:lnTo>
                  <a:cubicBezTo>
                    <a:pt x="26912" y="4725"/>
                    <a:pt x="26922" y="4725"/>
                    <a:pt x="26922" y="4735"/>
                  </a:cubicBezTo>
                  <a:lnTo>
                    <a:pt x="26982" y="4735"/>
                  </a:lnTo>
                  <a:cubicBezTo>
                    <a:pt x="27012" y="4745"/>
                    <a:pt x="27032" y="4745"/>
                    <a:pt x="27052" y="4745"/>
                  </a:cubicBezTo>
                  <a:cubicBezTo>
                    <a:pt x="27062" y="4745"/>
                    <a:pt x="27062" y="4745"/>
                    <a:pt x="27062" y="4755"/>
                  </a:cubicBezTo>
                  <a:lnTo>
                    <a:pt x="27103" y="4755"/>
                  </a:lnTo>
                  <a:cubicBezTo>
                    <a:pt x="27474" y="4806"/>
                    <a:pt x="27825" y="4866"/>
                    <a:pt x="27995" y="4866"/>
                  </a:cubicBezTo>
                  <a:lnTo>
                    <a:pt x="28045" y="4866"/>
                  </a:lnTo>
                  <a:cubicBezTo>
                    <a:pt x="28086" y="4856"/>
                    <a:pt x="28106" y="4846"/>
                    <a:pt x="28106" y="4836"/>
                  </a:cubicBezTo>
                  <a:cubicBezTo>
                    <a:pt x="28106" y="4806"/>
                    <a:pt x="28035" y="4755"/>
                    <a:pt x="27865" y="4675"/>
                  </a:cubicBezTo>
                  <a:cubicBezTo>
                    <a:pt x="27865" y="4675"/>
                    <a:pt x="27865" y="4665"/>
                    <a:pt x="27865" y="4665"/>
                  </a:cubicBezTo>
                  <a:lnTo>
                    <a:pt x="27845" y="4665"/>
                  </a:lnTo>
                  <a:cubicBezTo>
                    <a:pt x="27845" y="4655"/>
                    <a:pt x="27845" y="4655"/>
                    <a:pt x="27835" y="4655"/>
                  </a:cubicBezTo>
                  <a:cubicBezTo>
                    <a:pt x="27825" y="4655"/>
                    <a:pt x="27825" y="4645"/>
                    <a:pt x="27815" y="4645"/>
                  </a:cubicBezTo>
                  <a:lnTo>
                    <a:pt x="27805" y="4645"/>
                  </a:lnTo>
                  <a:cubicBezTo>
                    <a:pt x="26501" y="4043"/>
                    <a:pt x="25357" y="3903"/>
                    <a:pt x="24806" y="3241"/>
                  </a:cubicBezTo>
                  <a:cubicBezTo>
                    <a:pt x="24806" y="3241"/>
                    <a:pt x="24795" y="3241"/>
                    <a:pt x="24795" y="3231"/>
                  </a:cubicBezTo>
                  <a:cubicBezTo>
                    <a:pt x="24715" y="3140"/>
                    <a:pt x="24685" y="3080"/>
                    <a:pt x="24685" y="3050"/>
                  </a:cubicBezTo>
                  <a:cubicBezTo>
                    <a:pt x="24685" y="3030"/>
                    <a:pt x="24695" y="3020"/>
                    <a:pt x="24715" y="3020"/>
                  </a:cubicBezTo>
                  <a:close/>
                  <a:moveTo>
                    <a:pt x="12839" y="1"/>
                  </a:moveTo>
                  <a:cubicBezTo>
                    <a:pt x="12628" y="1"/>
                    <a:pt x="12488" y="81"/>
                    <a:pt x="12348" y="161"/>
                  </a:cubicBezTo>
                  <a:cubicBezTo>
                    <a:pt x="12348" y="161"/>
                    <a:pt x="12338" y="171"/>
                    <a:pt x="12338" y="171"/>
                  </a:cubicBezTo>
                  <a:lnTo>
                    <a:pt x="12328" y="171"/>
                  </a:lnTo>
                  <a:cubicBezTo>
                    <a:pt x="12328" y="181"/>
                    <a:pt x="12318" y="181"/>
                    <a:pt x="12318" y="181"/>
                  </a:cubicBezTo>
                  <a:cubicBezTo>
                    <a:pt x="12318" y="181"/>
                    <a:pt x="12307" y="181"/>
                    <a:pt x="12307" y="192"/>
                  </a:cubicBezTo>
                  <a:cubicBezTo>
                    <a:pt x="12167" y="282"/>
                    <a:pt x="12017" y="362"/>
                    <a:pt x="11796" y="362"/>
                  </a:cubicBezTo>
                  <a:lnTo>
                    <a:pt x="11786" y="362"/>
                  </a:lnTo>
                  <a:cubicBezTo>
                    <a:pt x="11686" y="362"/>
                    <a:pt x="11555" y="342"/>
                    <a:pt x="11415" y="302"/>
                  </a:cubicBezTo>
                  <a:cubicBezTo>
                    <a:pt x="11405" y="302"/>
                    <a:pt x="11405" y="292"/>
                    <a:pt x="11395" y="292"/>
                  </a:cubicBezTo>
                  <a:lnTo>
                    <a:pt x="11375" y="292"/>
                  </a:lnTo>
                  <a:cubicBezTo>
                    <a:pt x="11014" y="171"/>
                    <a:pt x="10602" y="151"/>
                    <a:pt x="10211" y="151"/>
                  </a:cubicBezTo>
                  <a:lnTo>
                    <a:pt x="9900" y="151"/>
                  </a:lnTo>
                  <a:cubicBezTo>
                    <a:pt x="9268" y="432"/>
                    <a:pt x="8546" y="663"/>
                    <a:pt x="7663" y="793"/>
                  </a:cubicBezTo>
                  <a:cubicBezTo>
                    <a:pt x="7553" y="813"/>
                    <a:pt x="7503" y="833"/>
                    <a:pt x="7503" y="864"/>
                  </a:cubicBezTo>
                  <a:cubicBezTo>
                    <a:pt x="7493" y="1004"/>
                    <a:pt x="9288" y="1265"/>
                    <a:pt x="9288" y="1425"/>
                  </a:cubicBezTo>
                  <a:cubicBezTo>
                    <a:pt x="9288" y="1455"/>
                    <a:pt x="9238" y="1475"/>
                    <a:pt x="9118" y="1495"/>
                  </a:cubicBezTo>
                  <a:cubicBezTo>
                    <a:pt x="8456" y="1616"/>
                    <a:pt x="8165" y="1977"/>
                    <a:pt x="7764" y="2057"/>
                  </a:cubicBezTo>
                  <a:cubicBezTo>
                    <a:pt x="6600" y="2278"/>
                    <a:pt x="6209" y="2468"/>
                    <a:pt x="6209" y="2619"/>
                  </a:cubicBezTo>
                  <a:cubicBezTo>
                    <a:pt x="6209" y="2900"/>
                    <a:pt x="7493" y="3070"/>
                    <a:pt x="7713" y="3221"/>
                  </a:cubicBezTo>
                  <a:cubicBezTo>
                    <a:pt x="7744" y="3251"/>
                    <a:pt x="7764" y="3271"/>
                    <a:pt x="7764" y="3291"/>
                  </a:cubicBezTo>
                  <a:cubicBezTo>
                    <a:pt x="7764" y="3381"/>
                    <a:pt x="7413" y="3421"/>
                    <a:pt x="6981" y="3421"/>
                  </a:cubicBezTo>
                  <a:cubicBezTo>
                    <a:pt x="6339" y="3421"/>
                    <a:pt x="5517" y="3331"/>
                    <a:pt x="5306" y="3161"/>
                  </a:cubicBezTo>
                  <a:cubicBezTo>
                    <a:pt x="5196" y="3080"/>
                    <a:pt x="5106" y="2960"/>
                    <a:pt x="4995" y="2880"/>
                  </a:cubicBezTo>
                  <a:cubicBezTo>
                    <a:pt x="4845" y="2769"/>
                    <a:pt x="4654" y="2739"/>
                    <a:pt x="4474" y="2699"/>
                  </a:cubicBezTo>
                  <a:cubicBezTo>
                    <a:pt x="3962" y="2599"/>
                    <a:pt x="2768" y="2077"/>
                    <a:pt x="2157" y="1816"/>
                  </a:cubicBezTo>
                  <a:cubicBezTo>
                    <a:pt x="2116" y="1837"/>
                    <a:pt x="2066" y="1857"/>
                    <a:pt x="2026" y="1877"/>
                  </a:cubicBezTo>
                  <a:cubicBezTo>
                    <a:pt x="1454" y="2168"/>
                    <a:pt x="883" y="2478"/>
                    <a:pt x="512" y="2910"/>
                  </a:cubicBezTo>
                  <a:cubicBezTo>
                    <a:pt x="150" y="3311"/>
                    <a:pt x="0" y="3792"/>
                    <a:pt x="0" y="4274"/>
                  </a:cubicBezTo>
                  <a:cubicBezTo>
                    <a:pt x="0" y="4665"/>
                    <a:pt x="100" y="5056"/>
                    <a:pt x="261" y="5417"/>
                  </a:cubicBezTo>
                  <a:cubicBezTo>
                    <a:pt x="642" y="6240"/>
                    <a:pt x="1354" y="6972"/>
                    <a:pt x="2056" y="7674"/>
                  </a:cubicBezTo>
                  <a:cubicBezTo>
                    <a:pt x="3019" y="8617"/>
                    <a:pt x="4012" y="9560"/>
                    <a:pt x="5226" y="10322"/>
                  </a:cubicBezTo>
                  <a:cubicBezTo>
                    <a:pt x="5266" y="10332"/>
                    <a:pt x="5306" y="10352"/>
                    <a:pt x="5346" y="10362"/>
                  </a:cubicBezTo>
                  <a:cubicBezTo>
                    <a:pt x="8616" y="9500"/>
                    <a:pt x="11876" y="8647"/>
                    <a:pt x="15146" y="7785"/>
                  </a:cubicBezTo>
                  <a:lnTo>
                    <a:pt x="15166" y="7785"/>
                  </a:lnTo>
                  <a:cubicBezTo>
                    <a:pt x="15176" y="7775"/>
                    <a:pt x="15176" y="7775"/>
                    <a:pt x="15186" y="7775"/>
                  </a:cubicBezTo>
                  <a:cubicBezTo>
                    <a:pt x="15357" y="7734"/>
                    <a:pt x="15547" y="7694"/>
                    <a:pt x="15728" y="7684"/>
                  </a:cubicBezTo>
                  <a:cubicBezTo>
                    <a:pt x="15878" y="7694"/>
                    <a:pt x="16019" y="7714"/>
                    <a:pt x="16149" y="7795"/>
                  </a:cubicBezTo>
                  <a:cubicBezTo>
                    <a:pt x="13772" y="8437"/>
                    <a:pt x="11575" y="9410"/>
                    <a:pt x="9298" y="10312"/>
                  </a:cubicBezTo>
                  <a:cubicBezTo>
                    <a:pt x="8666" y="10563"/>
                    <a:pt x="7844" y="10663"/>
                    <a:pt x="7362" y="11115"/>
                  </a:cubicBezTo>
                  <a:lnTo>
                    <a:pt x="7352" y="11125"/>
                  </a:lnTo>
                  <a:cubicBezTo>
                    <a:pt x="8426" y="11536"/>
                    <a:pt x="9479" y="11937"/>
                    <a:pt x="10502" y="12338"/>
                  </a:cubicBezTo>
                  <a:cubicBezTo>
                    <a:pt x="10863" y="12429"/>
                    <a:pt x="11224" y="12519"/>
                    <a:pt x="11595" y="12599"/>
                  </a:cubicBezTo>
                  <a:cubicBezTo>
                    <a:pt x="13742" y="12058"/>
                    <a:pt x="16009" y="12188"/>
                    <a:pt x="18205" y="12048"/>
                  </a:cubicBezTo>
                  <a:cubicBezTo>
                    <a:pt x="19439" y="11967"/>
                    <a:pt x="20683" y="11817"/>
                    <a:pt x="21857" y="11396"/>
                  </a:cubicBezTo>
                  <a:cubicBezTo>
                    <a:pt x="22378" y="11215"/>
                    <a:pt x="22860" y="10984"/>
                    <a:pt x="23391" y="10834"/>
                  </a:cubicBezTo>
                  <a:cubicBezTo>
                    <a:pt x="23711" y="10744"/>
                    <a:pt x="24768" y="10694"/>
                    <a:pt x="24974" y="10475"/>
                  </a:cubicBezTo>
                  <a:lnTo>
                    <a:pt x="24974" y="10475"/>
                  </a:lnTo>
                  <a:cubicBezTo>
                    <a:pt x="24231" y="11276"/>
                    <a:pt x="23019" y="11497"/>
                    <a:pt x="22208" y="12238"/>
                  </a:cubicBezTo>
                  <a:cubicBezTo>
                    <a:pt x="21867" y="12549"/>
                    <a:pt x="21606" y="12940"/>
                    <a:pt x="21235" y="13201"/>
                  </a:cubicBezTo>
                  <a:cubicBezTo>
                    <a:pt x="20533" y="13683"/>
                    <a:pt x="19529" y="13783"/>
                    <a:pt x="18727" y="14014"/>
                  </a:cubicBezTo>
                  <a:cubicBezTo>
                    <a:pt x="18476" y="14094"/>
                    <a:pt x="18105" y="14164"/>
                    <a:pt x="17734" y="14254"/>
                  </a:cubicBezTo>
                  <a:cubicBezTo>
                    <a:pt x="18055" y="14355"/>
                    <a:pt x="18376" y="14445"/>
                    <a:pt x="18707" y="14545"/>
                  </a:cubicBezTo>
                  <a:cubicBezTo>
                    <a:pt x="19539" y="14385"/>
                    <a:pt x="20372" y="14214"/>
                    <a:pt x="21195" y="13993"/>
                  </a:cubicBezTo>
                  <a:cubicBezTo>
                    <a:pt x="21706" y="13853"/>
                    <a:pt x="22218" y="13693"/>
                    <a:pt x="22719" y="13512"/>
                  </a:cubicBezTo>
                  <a:cubicBezTo>
                    <a:pt x="22840" y="13462"/>
                    <a:pt x="23782" y="13231"/>
                    <a:pt x="23843" y="13151"/>
                  </a:cubicBezTo>
                  <a:lnTo>
                    <a:pt x="23843" y="13151"/>
                  </a:lnTo>
                  <a:cubicBezTo>
                    <a:pt x="23391" y="13763"/>
                    <a:pt x="22368" y="13823"/>
                    <a:pt x="21736" y="14214"/>
                  </a:cubicBezTo>
                  <a:cubicBezTo>
                    <a:pt x="21475" y="14385"/>
                    <a:pt x="21245" y="14595"/>
                    <a:pt x="21004" y="14796"/>
                  </a:cubicBezTo>
                  <a:cubicBezTo>
                    <a:pt x="20864" y="14906"/>
                    <a:pt x="20723" y="15017"/>
                    <a:pt x="20573" y="15117"/>
                  </a:cubicBezTo>
                  <a:cubicBezTo>
                    <a:pt x="21686" y="15448"/>
                    <a:pt x="22789" y="15779"/>
                    <a:pt x="23913" y="16080"/>
                  </a:cubicBezTo>
                  <a:cubicBezTo>
                    <a:pt x="27082" y="16922"/>
                    <a:pt x="30413" y="17574"/>
                    <a:pt x="33763" y="17574"/>
                  </a:cubicBezTo>
                  <a:cubicBezTo>
                    <a:pt x="34164" y="17574"/>
                    <a:pt x="34565" y="17564"/>
                    <a:pt x="34966" y="17544"/>
                  </a:cubicBezTo>
                  <a:cubicBezTo>
                    <a:pt x="36521" y="17474"/>
                    <a:pt x="38056" y="17243"/>
                    <a:pt x="39581" y="17013"/>
                  </a:cubicBezTo>
                  <a:cubicBezTo>
                    <a:pt x="41557" y="16722"/>
                    <a:pt x="43523" y="16431"/>
                    <a:pt x="45488" y="16140"/>
                  </a:cubicBezTo>
                  <a:cubicBezTo>
                    <a:pt x="46732" y="15949"/>
                    <a:pt x="48076" y="15719"/>
                    <a:pt x="48799" y="14956"/>
                  </a:cubicBezTo>
                  <a:cubicBezTo>
                    <a:pt x="49170" y="14565"/>
                    <a:pt x="49310" y="14074"/>
                    <a:pt x="49370" y="13582"/>
                  </a:cubicBezTo>
                  <a:cubicBezTo>
                    <a:pt x="49200" y="13562"/>
                    <a:pt x="49019" y="13542"/>
                    <a:pt x="48919" y="13442"/>
                  </a:cubicBezTo>
                  <a:cubicBezTo>
                    <a:pt x="47896" y="12379"/>
                    <a:pt x="48116" y="10854"/>
                    <a:pt x="46552" y="10322"/>
                  </a:cubicBezTo>
                  <a:cubicBezTo>
                    <a:pt x="45990" y="10132"/>
                    <a:pt x="45769" y="10112"/>
                    <a:pt x="45488" y="9580"/>
                  </a:cubicBezTo>
                  <a:cubicBezTo>
                    <a:pt x="44796" y="8226"/>
                    <a:pt x="43041" y="7915"/>
                    <a:pt x="41697" y="7183"/>
                  </a:cubicBezTo>
                  <a:cubicBezTo>
                    <a:pt x="41326" y="6982"/>
                    <a:pt x="40704" y="6731"/>
                    <a:pt x="40182" y="6491"/>
                  </a:cubicBezTo>
                  <a:lnTo>
                    <a:pt x="40172" y="6491"/>
                  </a:lnTo>
                  <a:cubicBezTo>
                    <a:pt x="39560" y="6481"/>
                    <a:pt x="39019" y="5949"/>
                    <a:pt x="38868" y="5949"/>
                  </a:cubicBezTo>
                  <a:cubicBezTo>
                    <a:pt x="38838" y="5959"/>
                    <a:pt x="38818" y="5969"/>
                    <a:pt x="38818" y="6019"/>
                  </a:cubicBezTo>
                  <a:cubicBezTo>
                    <a:pt x="38818" y="6019"/>
                    <a:pt x="38818" y="6029"/>
                    <a:pt x="38818" y="6029"/>
                  </a:cubicBezTo>
                  <a:cubicBezTo>
                    <a:pt x="38818" y="6039"/>
                    <a:pt x="38818" y="6039"/>
                    <a:pt x="38818" y="6039"/>
                  </a:cubicBezTo>
                  <a:cubicBezTo>
                    <a:pt x="38818" y="6039"/>
                    <a:pt x="38818" y="6049"/>
                    <a:pt x="38818" y="6049"/>
                  </a:cubicBezTo>
                  <a:cubicBezTo>
                    <a:pt x="38818" y="6099"/>
                    <a:pt x="38798" y="6120"/>
                    <a:pt x="38758" y="6120"/>
                  </a:cubicBezTo>
                  <a:lnTo>
                    <a:pt x="38728" y="6120"/>
                  </a:lnTo>
                  <a:cubicBezTo>
                    <a:pt x="38728" y="6120"/>
                    <a:pt x="38728" y="6110"/>
                    <a:pt x="38718" y="6110"/>
                  </a:cubicBezTo>
                  <a:cubicBezTo>
                    <a:pt x="38628" y="6099"/>
                    <a:pt x="38477" y="6019"/>
                    <a:pt x="38317" y="5939"/>
                  </a:cubicBezTo>
                  <a:lnTo>
                    <a:pt x="38307" y="5939"/>
                  </a:lnTo>
                  <a:cubicBezTo>
                    <a:pt x="38297" y="5929"/>
                    <a:pt x="38287" y="5929"/>
                    <a:pt x="38277" y="5929"/>
                  </a:cubicBezTo>
                  <a:cubicBezTo>
                    <a:pt x="38277" y="5919"/>
                    <a:pt x="38267" y="5919"/>
                    <a:pt x="38267" y="5919"/>
                  </a:cubicBezTo>
                  <a:lnTo>
                    <a:pt x="38256" y="5919"/>
                  </a:lnTo>
                  <a:cubicBezTo>
                    <a:pt x="38246" y="5909"/>
                    <a:pt x="38246" y="5909"/>
                    <a:pt x="38236" y="5909"/>
                  </a:cubicBezTo>
                  <a:cubicBezTo>
                    <a:pt x="38016" y="5809"/>
                    <a:pt x="37765" y="5698"/>
                    <a:pt x="37554" y="5698"/>
                  </a:cubicBezTo>
                  <a:cubicBezTo>
                    <a:pt x="37524" y="5698"/>
                    <a:pt x="37504" y="5698"/>
                    <a:pt x="37474" y="5708"/>
                  </a:cubicBezTo>
                  <a:lnTo>
                    <a:pt x="37384" y="5708"/>
                  </a:lnTo>
                  <a:cubicBezTo>
                    <a:pt x="37173" y="5698"/>
                    <a:pt x="36902" y="5588"/>
                    <a:pt x="36722" y="5458"/>
                  </a:cubicBezTo>
                  <a:cubicBezTo>
                    <a:pt x="36712" y="5458"/>
                    <a:pt x="36712" y="5447"/>
                    <a:pt x="36702" y="5447"/>
                  </a:cubicBezTo>
                  <a:cubicBezTo>
                    <a:pt x="36702" y="5447"/>
                    <a:pt x="36702" y="5447"/>
                    <a:pt x="36692" y="5437"/>
                  </a:cubicBezTo>
                  <a:cubicBezTo>
                    <a:pt x="36682" y="5437"/>
                    <a:pt x="36682" y="5427"/>
                    <a:pt x="36672" y="5427"/>
                  </a:cubicBezTo>
                  <a:cubicBezTo>
                    <a:pt x="36672" y="5427"/>
                    <a:pt x="36672" y="5417"/>
                    <a:pt x="36662" y="5417"/>
                  </a:cubicBezTo>
                  <a:lnTo>
                    <a:pt x="36652" y="5417"/>
                  </a:lnTo>
                  <a:cubicBezTo>
                    <a:pt x="36571" y="5347"/>
                    <a:pt x="36511" y="5277"/>
                    <a:pt x="36511" y="5227"/>
                  </a:cubicBezTo>
                  <a:cubicBezTo>
                    <a:pt x="36511" y="5177"/>
                    <a:pt x="36561" y="5147"/>
                    <a:pt x="36682" y="5147"/>
                  </a:cubicBezTo>
                  <a:lnTo>
                    <a:pt x="36702" y="5147"/>
                  </a:lnTo>
                  <a:cubicBezTo>
                    <a:pt x="36782" y="5147"/>
                    <a:pt x="36872" y="5157"/>
                    <a:pt x="37003" y="5187"/>
                  </a:cubicBezTo>
                  <a:cubicBezTo>
                    <a:pt x="37013" y="5187"/>
                    <a:pt x="37023" y="5197"/>
                    <a:pt x="37033" y="5197"/>
                  </a:cubicBezTo>
                  <a:cubicBezTo>
                    <a:pt x="37043" y="5197"/>
                    <a:pt x="37063" y="5197"/>
                    <a:pt x="37073" y="5207"/>
                  </a:cubicBezTo>
                  <a:cubicBezTo>
                    <a:pt x="37534" y="5307"/>
                    <a:pt x="37865" y="5347"/>
                    <a:pt x="38106" y="5347"/>
                  </a:cubicBezTo>
                  <a:lnTo>
                    <a:pt x="38116" y="5347"/>
                  </a:lnTo>
                  <a:cubicBezTo>
                    <a:pt x="38457" y="5347"/>
                    <a:pt x="38608" y="5267"/>
                    <a:pt x="38678" y="5137"/>
                  </a:cubicBezTo>
                  <a:cubicBezTo>
                    <a:pt x="38678" y="5137"/>
                    <a:pt x="38678" y="5127"/>
                    <a:pt x="38678" y="5127"/>
                  </a:cubicBezTo>
                  <a:lnTo>
                    <a:pt x="38688" y="5127"/>
                  </a:lnTo>
                  <a:cubicBezTo>
                    <a:pt x="38708" y="5066"/>
                    <a:pt x="38758" y="5036"/>
                    <a:pt x="38828" y="5036"/>
                  </a:cubicBezTo>
                  <a:cubicBezTo>
                    <a:pt x="38838" y="5036"/>
                    <a:pt x="38858" y="5036"/>
                    <a:pt x="38878" y="5046"/>
                  </a:cubicBezTo>
                  <a:cubicBezTo>
                    <a:pt x="39069" y="5076"/>
                    <a:pt x="39380" y="5247"/>
                    <a:pt x="39841" y="5458"/>
                  </a:cubicBezTo>
                  <a:cubicBezTo>
                    <a:pt x="39851" y="5458"/>
                    <a:pt x="39861" y="5468"/>
                    <a:pt x="39871" y="5468"/>
                  </a:cubicBezTo>
                  <a:lnTo>
                    <a:pt x="39881" y="5468"/>
                  </a:lnTo>
                  <a:cubicBezTo>
                    <a:pt x="39891" y="5478"/>
                    <a:pt x="39891" y="5478"/>
                    <a:pt x="39901" y="5478"/>
                  </a:cubicBezTo>
                  <a:cubicBezTo>
                    <a:pt x="39901" y="5488"/>
                    <a:pt x="39912" y="5488"/>
                    <a:pt x="39912" y="5488"/>
                  </a:cubicBezTo>
                  <a:lnTo>
                    <a:pt x="39922" y="5488"/>
                  </a:lnTo>
                  <a:cubicBezTo>
                    <a:pt x="39932" y="5498"/>
                    <a:pt x="39932" y="5498"/>
                    <a:pt x="39942" y="5498"/>
                  </a:cubicBezTo>
                  <a:cubicBezTo>
                    <a:pt x="40092" y="5558"/>
                    <a:pt x="40253" y="5628"/>
                    <a:pt x="40413" y="5698"/>
                  </a:cubicBezTo>
                  <a:lnTo>
                    <a:pt x="40423" y="5698"/>
                  </a:lnTo>
                  <a:cubicBezTo>
                    <a:pt x="40433" y="5698"/>
                    <a:pt x="40443" y="5708"/>
                    <a:pt x="40453" y="5708"/>
                  </a:cubicBezTo>
                  <a:lnTo>
                    <a:pt x="40493" y="5708"/>
                  </a:lnTo>
                  <a:lnTo>
                    <a:pt x="40543" y="5718"/>
                  </a:lnTo>
                  <a:lnTo>
                    <a:pt x="40553" y="5718"/>
                  </a:lnTo>
                  <a:cubicBezTo>
                    <a:pt x="40644" y="5728"/>
                    <a:pt x="40734" y="5738"/>
                    <a:pt x="40814" y="5748"/>
                  </a:cubicBezTo>
                  <a:cubicBezTo>
                    <a:pt x="40965" y="5758"/>
                    <a:pt x="41105" y="5768"/>
                    <a:pt x="41226" y="5768"/>
                  </a:cubicBezTo>
                  <a:cubicBezTo>
                    <a:pt x="41276" y="5768"/>
                    <a:pt x="41326" y="5768"/>
                    <a:pt x="41366" y="5758"/>
                  </a:cubicBezTo>
                  <a:cubicBezTo>
                    <a:pt x="41386" y="5758"/>
                    <a:pt x="41386" y="5758"/>
                    <a:pt x="41386" y="5748"/>
                  </a:cubicBezTo>
                  <a:cubicBezTo>
                    <a:pt x="41396" y="5618"/>
                    <a:pt x="40112" y="4856"/>
                    <a:pt x="39932" y="4755"/>
                  </a:cubicBezTo>
                  <a:cubicBezTo>
                    <a:pt x="39932" y="4826"/>
                    <a:pt x="39922" y="4856"/>
                    <a:pt x="39891" y="4856"/>
                  </a:cubicBezTo>
                  <a:lnTo>
                    <a:pt x="39881" y="4856"/>
                  </a:lnTo>
                  <a:cubicBezTo>
                    <a:pt x="39811" y="4836"/>
                    <a:pt x="39691" y="4675"/>
                    <a:pt x="39540" y="4525"/>
                  </a:cubicBezTo>
                  <a:cubicBezTo>
                    <a:pt x="39530" y="4515"/>
                    <a:pt x="39520" y="4505"/>
                    <a:pt x="39520" y="4505"/>
                  </a:cubicBezTo>
                  <a:cubicBezTo>
                    <a:pt x="39340" y="4324"/>
                    <a:pt x="39109" y="4154"/>
                    <a:pt x="38858" y="4144"/>
                  </a:cubicBezTo>
                  <a:lnTo>
                    <a:pt x="38848" y="4144"/>
                  </a:lnTo>
                  <a:cubicBezTo>
                    <a:pt x="38798" y="4144"/>
                    <a:pt x="38738" y="4154"/>
                    <a:pt x="38678" y="4174"/>
                  </a:cubicBezTo>
                  <a:lnTo>
                    <a:pt x="38668" y="4174"/>
                  </a:lnTo>
                  <a:cubicBezTo>
                    <a:pt x="38668" y="4184"/>
                    <a:pt x="38668" y="4184"/>
                    <a:pt x="38658" y="4184"/>
                  </a:cubicBezTo>
                  <a:cubicBezTo>
                    <a:pt x="38437" y="4264"/>
                    <a:pt x="38216" y="4284"/>
                    <a:pt x="37996" y="4284"/>
                  </a:cubicBezTo>
                  <a:cubicBezTo>
                    <a:pt x="37615" y="4284"/>
                    <a:pt x="37233" y="4204"/>
                    <a:pt x="36902" y="4164"/>
                  </a:cubicBezTo>
                  <a:cubicBezTo>
                    <a:pt x="36892" y="4154"/>
                    <a:pt x="36872" y="4154"/>
                    <a:pt x="36862" y="4154"/>
                  </a:cubicBezTo>
                  <a:lnTo>
                    <a:pt x="36852" y="4154"/>
                  </a:lnTo>
                  <a:cubicBezTo>
                    <a:pt x="36812" y="4154"/>
                    <a:pt x="36782" y="4144"/>
                    <a:pt x="36752" y="4144"/>
                  </a:cubicBezTo>
                  <a:cubicBezTo>
                    <a:pt x="36391" y="4214"/>
                    <a:pt x="36020" y="4264"/>
                    <a:pt x="35689" y="4264"/>
                  </a:cubicBezTo>
                  <a:cubicBezTo>
                    <a:pt x="35508" y="4264"/>
                    <a:pt x="35338" y="4254"/>
                    <a:pt x="35177" y="4224"/>
                  </a:cubicBezTo>
                  <a:lnTo>
                    <a:pt x="35177" y="4224"/>
                  </a:lnTo>
                  <a:cubicBezTo>
                    <a:pt x="35257" y="4535"/>
                    <a:pt x="35187" y="4996"/>
                    <a:pt x="35538" y="5397"/>
                  </a:cubicBezTo>
                  <a:cubicBezTo>
                    <a:pt x="36301" y="6260"/>
                    <a:pt x="38778" y="7775"/>
                    <a:pt x="38788" y="7965"/>
                  </a:cubicBezTo>
                  <a:cubicBezTo>
                    <a:pt x="38788" y="7975"/>
                    <a:pt x="38778" y="7985"/>
                    <a:pt x="38758" y="7985"/>
                  </a:cubicBezTo>
                  <a:lnTo>
                    <a:pt x="38738" y="7985"/>
                  </a:lnTo>
                  <a:cubicBezTo>
                    <a:pt x="38387" y="7985"/>
                    <a:pt x="36702" y="7484"/>
                    <a:pt x="35257" y="6651"/>
                  </a:cubicBezTo>
                  <a:cubicBezTo>
                    <a:pt x="34676" y="6310"/>
                    <a:pt x="32950" y="4836"/>
                    <a:pt x="32509" y="4836"/>
                  </a:cubicBezTo>
                  <a:cubicBezTo>
                    <a:pt x="32439" y="4836"/>
                    <a:pt x="32399" y="4866"/>
                    <a:pt x="32399" y="4946"/>
                  </a:cubicBezTo>
                  <a:cubicBezTo>
                    <a:pt x="32399" y="4956"/>
                    <a:pt x="32399" y="4966"/>
                    <a:pt x="32399" y="4976"/>
                  </a:cubicBezTo>
                  <a:cubicBezTo>
                    <a:pt x="32399" y="4976"/>
                    <a:pt x="32399" y="4976"/>
                    <a:pt x="32399" y="4986"/>
                  </a:cubicBezTo>
                  <a:cubicBezTo>
                    <a:pt x="32399" y="4996"/>
                    <a:pt x="32399" y="4996"/>
                    <a:pt x="32399" y="5006"/>
                  </a:cubicBezTo>
                  <a:cubicBezTo>
                    <a:pt x="32409" y="5116"/>
                    <a:pt x="32208" y="5147"/>
                    <a:pt x="31977" y="5147"/>
                  </a:cubicBezTo>
                  <a:cubicBezTo>
                    <a:pt x="31646" y="5147"/>
                    <a:pt x="31255" y="5086"/>
                    <a:pt x="31195" y="5046"/>
                  </a:cubicBezTo>
                  <a:cubicBezTo>
                    <a:pt x="30272" y="4555"/>
                    <a:pt x="29560" y="3642"/>
                    <a:pt x="28768" y="3431"/>
                  </a:cubicBezTo>
                  <a:cubicBezTo>
                    <a:pt x="28647" y="3391"/>
                    <a:pt x="28055" y="2769"/>
                    <a:pt x="27935" y="2709"/>
                  </a:cubicBezTo>
                  <a:cubicBezTo>
                    <a:pt x="27744" y="2589"/>
                    <a:pt x="27524" y="2468"/>
                    <a:pt x="27343" y="2318"/>
                  </a:cubicBezTo>
                  <a:cubicBezTo>
                    <a:pt x="27143" y="2398"/>
                    <a:pt x="26882" y="2478"/>
                    <a:pt x="26521" y="2549"/>
                  </a:cubicBezTo>
                  <a:lnTo>
                    <a:pt x="26501" y="2549"/>
                  </a:lnTo>
                  <a:cubicBezTo>
                    <a:pt x="26290" y="2589"/>
                    <a:pt x="26130" y="2599"/>
                    <a:pt x="25989" y="2599"/>
                  </a:cubicBezTo>
                  <a:cubicBezTo>
                    <a:pt x="25728" y="2599"/>
                    <a:pt x="25578" y="2549"/>
                    <a:pt x="25458" y="2488"/>
                  </a:cubicBezTo>
                  <a:lnTo>
                    <a:pt x="25447" y="2488"/>
                  </a:lnTo>
                  <a:cubicBezTo>
                    <a:pt x="25437" y="2478"/>
                    <a:pt x="25437" y="2478"/>
                    <a:pt x="25427" y="2478"/>
                  </a:cubicBezTo>
                  <a:cubicBezTo>
                    <a:pt x="25297" y="2408"/>
                    <a:pt x="25167" y="2348"/>
                    <a:pt x="24946" y="2348"/>
                  </a:cubicBezTo>
                  <a:lnTo>
                    <a:pt x="24936" y="2348"/>
                  </a:lnTo>
                  <a:cubicBezTo>
                    <a:pt x="24816" y="2348"/>
                    <a:pt x="24675" y="2368"/>
                    <a:pt x="24495" y="2408"/>
                  </a:cubicBezTo>
                  <a:cubicBezTo>
                    <a:pt x="24485" y="2408"/>
                    <a:pt x="24475" y="2408"/>
                    <a:pt x="24464" y="2418"/>
                  </a:cubicBezTo>
                  <a:lnTo>
                    <a:pt x="24434" y="2418"/>
                  </a:lnTo>
                  <a:lnTo>
                    <a:pt x="24424" y="2428"/>
                  </a:lnTo>
                  <a:cubicBezTo>
                    <a:pt x="24414" y="2428"/>
                    <a:pt x="24394" y="2428"/>
                    <a:pt x="24384" y="2438"/>
                  </a:cubicBezTo>
                  <a:cubicBezTo>
                    <a:pt x="24344" y="2438"/>
                    <a:pt x="24314" y="2448"/>
                    <a:pt x="24284" y="2458"/>
                  </a:cubicBezTo>
                  <a:lnTo>
                    <a:pt x="24274" y="2458"/>
                  </a:lnTo>
                  <a:cubicBezTo>
                    <a:pt x="23823" y="2559"/>
                    <a:pt x="23411" y="2629"/>
                    <a:pt x="23090" y="2639"/>
                  </a:cubicBezTo>
                  <a:lnTo>
                    <a:pt x="22970" y="2639"/>
                  </a:lnTo>
                  <a:cubicBezTo>
                    <a:pt x="22769" y="2699"/>
                    <a:pt x="22549" y="2739"/>
                    <a:pt x="22298" y="2739"/>
                  </a:cubicBezTo>
                  <a:cubicBezTo>
                    <a:pt x="22238" y="2739"/>
                    <a:pt x="22167" y="2739"/>
                    <a:pt x="22097" y="2729"/>
                  </a:cubicBezTo>
                  <a:lnTo>
                    <a:pt x="22047" y="2729"/>
                  </a:lnTo>
                  <a:cubicBezTo>
                    <a:pt x="21867" y="2729"/>
                    <a:pt x="21646" y="2809"/>
                    <a:pt x="21425" y="2890"/>
                  </a:cubicBezTo>
                  <a:cubicBezTo>
                    <a:pt x="21215" y="2970"/>
                    <a:pt x="20994" y="3050"/>
                    <a:pt x="20813" y="3050"/>
                  </a:cubicBezTo>
                  <a:cubicBezTo>
                    <a:pt x="20743" y="3050"/>
                    <a:pt x="20683" y="3040"/>
                    <a:pt x="20623" y="3010"/>
                  </a:cubicBezTo>
                  <a:cubicBezTo>
                    <a:pt x="20593" y="3000"/>
                    <a:pt x="20553" y="2980"/>
                    <a:pt x="20522" y="2960"/>
                  </a:cubicBezTo>
                  <a:lnTo>
                    <a:pt x="20522" y="2960"/>
                  </a:lnTo>
                  <a:cubicBezTo>
                    <a:pt x="22418" y="4705"/>
                    <a:pt x="24745" y="6531"/>
                    <a:pt x="25648" y="6601"/>
                  </a:cubicBezTo>
                  <a:cubicBezTo>
                    <a:pt x="26721" y="6691"/>
                    <a:pt x="27825" y="7554"/>
                    <a:pt x="29460" y="8396"/>
                  </a:cubicBezTo>
                  <a:cubicBezTo>
                    <a:pt x="29460" y="8396"/>
                    <a:pt x="29470" y="8396"/>
                    <a:pt x="29470" y="8406"/>
                  </a:cubicBezTo>
                  <a:lnTo>
                    <a:pt x="29480" y="8406"/>
                  </a:lnTo>
                  <a:cubicBezTo>
                    <a:pt x="29490" y="8406"/>
                    <a:pt x="29500" y="8417"/>
                    <a:pt x="29510" y="8417"/>
                  </a:cubicBezTo>
                  <a:cubicBezTo>
                    <a:pt x="30483" y="8928"/>
                    <a:pt x="31245" y="9480"/>
                    <a:pt x="31245" y="9630"/>
                  </a:cubicBezTo>
                  <a:cubicBezTo>
                    <a:pt x="31245" y="9650"/>
                    <a:pt x="31225" y="9670"/>
                    <a:pt x="31175" y="9670"/>
                  </a:cubicBezTo>
                  <a:cubicBezTo>
                    <a:pt x="31065" y="9670"/>
                    <a:pt x="30814" y="9590"/>
                    <a:pt x="30383" y="9400"/>
                  </a:cubicBezTo>
                  <a:lnTo>
                    <a:pt x="30372" y="9400"/>
                  </a:lnTo>
                  <a:cubicBezTo>
                    <a:pt x="30322" y="9379"/>
                    <a:pt x="30262" y="9349"/>
                    <a:pt x="30202" y="9319"/>
                  </a:cubicBezTo>
                  <a:lnTo>
                    <a:pt x="30182" y="9319"/>
                  </a:lnTo>
                  <a:cubicBezTo>
                    <a:pt x="30182" y="9309"/>
                    <a:pt x="30172" y="9309"/>
                    <a:pt x="30172" y="9309"/>
                  </a:cubicBezTo>
                  <a:lnTo>
                    <a:pt x="30162" y="9309"/>
                  </a:lnTo>
                  <a:cubicBezTo>
                    <a:pt x="30152" y="9299"/>
                    <a:pt x="30142" y="9299"/>
                    <a:pt x="30132" y="9289"/>
                  </a:cubicBezTo>
                  <a:cubicBezTo>
                    <a:pt x="30122" y="9289"/>
                    <a:pt x="30112" y="9279"/>
                    <a:pt x="30102" y="9279"/>
                  </a:cubicBezTo>
                  <a:cubicBezTo>
                    <a:pt x="30072" y="9269"/>
                    <a:pt x="30051" y="9249"/>
                    <a:pt x="30021" y="9239"/>
                  </a:cubicBezTo>
                  <a:lnTo>
                    <a:pt x="30011" y="9239"/>
                  </a:lnTo>
                  <a:cubicBezTo>
                    <a:pt x="28818" y="8697"/>
                    <a:pt x="28226" y="8537"/>
                    <a:pt x="27935" y="8537"/>
                  </a:cubicBezTo>
                  <a:cubicBezTo>
                    <a:pt x="27694" y="8537"/>
                    <a:pt x="27644" y="8637"/>
                    <a:pt x="27614" y="8737"/>
                  </a:cubicBezTo>
                  <a:cubicBezTo>
                    <a:pt x="27614" y="8737"/>
                    <a:pt x="27614" y="8748"/>
                    <a:pt x="27604" y="8748"/>
                  </a:cubicBezTo>
                  <a:cubicBezTo>
                    <a:pt x="27584" y="8848"/>
                    <a:pt x="27564" y="8938"/>
                    <a:pt x="27423" y="8938"/>
                  </a:cubicBezTo>
                  <a:lnTo>
                    <a:pt x="27403" y="8938"/>
                  </a:lnTo>
                  <a:cubicBezTo>
                    <a:pt x="27293" y="8938"/>
                    <a:pt x="27103" y="8868"/>
                    <a:pt x="26782" y="8717"/>
                  </a:cubicBezTo>
                  <a:cubicBezTo>
                    <a:pt x="26782" y="8707"/>
                    <a:pt x="26782" y="8707"/>
                    <a:pt x="26782" y="8707"/>
                  </a:cubicBezTo>
                  <a:lnTo>
                    <a:pt x="26772" y="8707"/>
                  </a:lnTo>
                  <a:cubicBezTo>
                    <a:pt x="26772" y="8707"/>
                    <a:pt x="26761" y="8707"/>
                    <a:pt x="26761" y="8697"/>
                  </a:cubicBezTo>
                  <a:cubicBezTo>
                    <a:pt x="26751" y="8697"/>
                    <a:pt x="26741" y="8697"/>
                    <a:pt x="26731" y="8687"/>
                  </a:cubicBezTo>
                  <a:cubicBezTo>
                    <a:pt x="26731" y="8687"/>
                    <a:pt x="26721" y="8687"/>
                    <a:pt x="26721" y="8677"/>
                  </a:cubicBezTo>
                  <a:cubicBezTo>
                    <a:pt x="26711" y="8677"/>
                    <a:pt x="26701" y="8667"/>
                    <a:pt x="26691" y="8667"/>
                  </a:cubicBezTo>
                  <a:lnTo>
                    <a:pt x="26681" y="8667"/>
                  </a:lnTo>
                  <a:cubicBezTo>
                    <a:pt x="25849" y="8216"/>
                    <a:pt x="23401" y="5789"/>
                    <a:pt x="22378" y="5789"/>
                  </a:cubicBezTo>
                  <a:cubicBezTo>
                    <a:pt x="22198" y="5789"/>
                    <a:pt x="22067" y="5869"/>
                    <a:pt x="21987" y="6029"/>
                  </a:cubicBezTo>
                  <a:cubicBezTo>
                    <a:pt x="21967" y="6079"/>
                    <a:pt x="21927" y="6110"/>
                    <a:pt x="21867" y="6110"/>
                  </a:cubicBezTo>
                  <a:cubicBezTo>
                    <a:pt x="21144" y="6110"/>
                    <a:pt x="17784" y="2368"/>
                    <a:pt x="16922" y="2208"/>
                  </a:cubicBezTo>
                  <a:lnTo>
                    <a:pt x="16901" y="2208"/>
                  </a:lnTo>
                  <a:cubicBezTo>
                    <a:pt x="16490" y="2157"/>
                    <a:pt x="16069" y="1897"/>
                    <a:pt x="15587" y="1546"/>
                  </a:cubicBezTo>
                  <a:cubicBezTo>
                    <a:pt x="15457" y="1445"/>
                    <a:pt x="15457" y="1174"/>
                    <a:pt x="15447" y="904"/>
                  </a:cubicBezTo>
                  <a:cubicBezTo>
                    <a:pt x="15076" y="1144"/>
                    <a:pt x="14755" y="1345"/>
                    <a:pt x="14584" y="1405"/>
                  </a:cubicBezTo>
                  <a:cubicBezTo>
                    <a:pt x="14414" y="1465"/>
                    <a:pt x="14294" y="1485"/>
                    <a:pt x="14223" y="1485"/>
                  </a:cubicBezTo>
                  <a:cubicBezTo>
                    <a:pt x="14153" y="1485"/>
                    <a:pt x="14123" y="1455"/>
                    <a:pt x="14123" y="1405"/>
                  </a:cubicBezTo>
                  <a:cubicBezTo>
                    <a:pt x="14123" y="1285"/>
                    <a:pt x="14283" y="1044"/>
                    <a:pt x="14364" y="793"/>
                  </a:cubicBezTo>
                  <a:cubicBezTo>
                    <a:pt x="14444" y="533"/>
                    <a:pt x="14655" y="372"/>
                    <a:pt x="14895" y="212"/>
                  </a:cubicBezTo>
                  <a:cubicBezTo>
                    <a:pt x="14705" y="212"/>
                    <a:pt x="14494" y="252"/>
                    <a:pt x="14294" y="272"/>
                  </a:cubicBezTo>
                  <a:cubicBezTo>
                    <a:pt x="14183" y="292"/>
                    <a:pt x="14083" y="302"/>
                    <a:pt x="13983" y="302"/>
                  </a:cubicBezTo>
                  <a:lnTo>
                    <a:pt x="13973" y="302"/>
                  </a:lnTo>
                  <a:cubicBezTo>
                    <a:pt x="13842" y="302"/>
                    <a:pt x="13722" y="282"/>
                    <a:pt x="13632" y="232"/>
                  </a:cubicBezTo>
                  <a:cubicBezTo>
                    <a:pt x="13280" y="61"/>
                    <a:pt x="13040" y="1"/>
                    <a:pt x="128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6786" name="Google Shape;6786;p34"/>
          <p:cNvGrpSpPr/>
          <p:nvPr/>
        </p:nvGrpSpPr>
        <p:grpSpPr>
          <a:xfrm rot="-232075">
            <a:off x="4718893" y="3972315"/>
            <a:ext cx="4319899" cy="935893"/>
            <a:chOff x="4963752" y="4000536"/>
            <a:chExt cx="2501340" cy="541907"/>
          </a:xfrm>
        </p:grpSpPr>
        <p:sp>
          <p:nvSpPr>
            <p:cNvPr id="6787" name="Google Shape;6787;p34"/>
            <p:cNvSpPr/>
            <p:nvPr/>
          </p:nvSpPr>
          <p:spPr>
            <a:xfrm>
              <a:off x="5654130" y="4242777"/>
              <a:ext cx="302221" cy="80900"/>
            </a:xfrm>
            <a:custGeom>
              <a:avLst/>
              <a:gdLst/>
              <a:ahLst/>
              <a:cxnLst/>
              <a:rect l="l" t="t" r="r" b="b"/>
              <a:pathLst>
                <a:path w="6743" h="1805" extrusionOk="0">
                  <a:moveTo>
                    <a:pt x="3531" y="1"/>
                  </a:moveTo>
                  <a:cubicBezTo>
                    <a:pt x="3435" y="1"/>
                    <a:pt x="3356" y="63"/>
                    <a:pt x="3341" y="228"/>
                  </a:cubicBezTo>
                  <a:cubicBezTo>
                    <a:pt x="3310" y="178"/>
                    <a:pt x="3270" y="97"/>
                    <a:pt x="3210" y="77"/>
                  </a:cubicBezTo>
                  <a:cubicBezTo>
                    <a:pt x="3189" y="66"/>
                    <a:pt x="3168" y="60"/>
                    <a:pt x="3146" y="60"/>
                  </a:cubicBezTo>
                  <a:cubicBezTo>
                    <a:pt x="2960" y="60"/>
                    <a:pt x="2757" y="455"/>
                    <a:pt x="2739" y="689"/>
                  </a:cubicBezTo>
                  <a:cubicBezTo>
                    <a:pt x="2679" y="639"/>
                    <a:pt x="2608" y="649"/>
                    <a:pt x="2548" y="629"/>
                  </a:cubicBezTo>
                  <a:cubicBezTo>
                    <a:pt x="2548" y="689"/>
                    <a:pt x="2518" y="739"/>
                    <a:pt x="2528" y="799"/>
                  </a:cubicBezTo>
                  <a:cubicBezTo>
                    <a:pt x="2433" y="745"/>
                    <a:pt x="2320" y="618"/>
                    <a:pt x="2226" y="618"/>
                  </a:cubicBezTo>
                  <a:cubicBezTo>
                    <a:pt x="2181" y="618"/>
                    <a:pt x="2139" y="648"/>
                    <a:pt x="2107" y="729"/>
                  </a:cubicBezTo>
                  <a:cubicBezTo>
                    <a:pt x="2028" y="662"/>
                    <a:pt x="1946" y="607"/>
                    <a:pt x="1872" y="607"/>
                  </a:cubicBezTo>
                  <a:cubicBezTo>
                    <a:pt x="1814" y="607"/>
                    <a:pt x="1760" y="641"/>
                    <a:pt x="1716" y="729"/>
                  </a:cubicBezTo>
                  <a:cubicBezTo>
                    <a:pt x="1655" y="654"/>
                    <a:pt x="1520" y="470"/>
                    <a:pt x="1428" y="470"/>
                  </a:cubicBezTo>
                  <a:cubicBezTo>
                    <a:pt x="1398" y="470"/>
                    <a:pt x="1372" y="489"/>
                    <a:pt x="1354" y="539"/>
                  </a:cubicBezTo>
                  <a:cubicBezTo>
                    <a:pt x="1320" y="445"/>
                    <a:pt x="1273" y="407"/>
                    <a:pt x="1220" y="407"/>
                  </a:cubicBezTo>
                  <a:cubicBezTo>
                    <a:pt x="1166" y="407"/>
                    <a:pt x="1105" y="447"/>
                    <a:pt x="1044" y="509"/>
                  </a:cubicBezTo>
                  <a:cubicBezTo>
                    <a:pt x="953" y="408"/>
                    <a:pt x="893" y="278"/>
                    <a:pt x="763" y="258"/>
                  </a:cubicBezTo>
                  <a:cubicBezTo>
                    <a:pt x="760" y="257"/>
                    <a:pt x="757" y="257"/>
                    <a:pt x="754" y="257"/>
                  </a:cubicBezTo>
                  <a:cubicBezTo>
                    <a:pt x="678" y="257"/>
                    <a:pt x="620" y="381"/>
                    <a:pt x="562" y="448"/>
                  </a:cubicBezTo>
                  <a:cubicBezTo>
                    <a:pt x="527" y="421"/>
                    <a:pt x="494" y="409"/>
                    <a:pt x="463" y="409"/>
                  </a:cubicBezTo>
                  <a:cubicBezTo>
                    <a:pt x="335" y="409"/>
                    <a:pt x="245" y="612"/>
                    <a:pt x="221" y="749"/>
                  </a:cubicBezTo>
                  <a:cubicBezTo>
                    <a:pt x="0" y="890"/>
                    <a:pt x="161" y="1221"/>
                    <a:pt x="341" y="1361"/>
                  </a:cubicBezTo>
                  <a:cubicBezTo>
                    <a:pt x="552" y="1522"/>
                    <a:pt x="893" y="1522"/>
                    <a:pt x="1134" y="1532"/>
                  </a:cubicBezTo>
                  <a:cubicBezTo>
                    <a:pt x="1675" y="1572"/>
                    <a:pt x="2207" y="1702"/>
                    <a:pt x="2749" y="1772"/>
                  </a:cubicBezTo>
                  <a:cubicBezTo>
                    <a:pt x="2920" y="1795"/>
                    <a:pt x="3090" y="1805"/>
                    <a:pt x="3261" y="1805"/>
                  </a:cubicBezTo>
                  <a:cubicBezTo>
                    <a:pt x="3983" y="1805"/>
                    <a:pt x="4707" y="1636"/>
                    <a:pt x="5437" y="1612"/>
                  </a:cubicBezTo>
                  <a:cubicBezTo>
                    <a:pt x="5668" y="1602"/>
                    <a:pt x="6671" y="1652"/>
                    <a:pt x="6711" y="1211"/>
                  </a:cubicBezTo>
                  <a:cubicBezTo>
                    <a:pt x="6742" y="951"/>
                    <a:pt x="6421" y="684"/>
                    <a:pt x="6180" y="684"/>
                  </a:cubicBezTo>
                  <a:cubicBezTo>
                    <a:pt x="6114" y="684"/>
                    <a:pt x="6054" y="704"/>
                    <a:pt x="6009" y="749"/>
                  </a:cubicBezTo>
                  <a:cubicBezTo>
                    <a:pt x="5967" y="642"/>
                    <a:pt x="5872" y="602"/>
                    <a:pt x="5763" y="602"/>
                  </a:cubicBezTo>
                  <a:cubicBezTo>
                    <a:pt x="5586" y="602"/>
                    <a:pt x="5373" y="706"/>
                    <a:pt x="5286" y="799"/>
                  </a:cubicBezTo>
                  <a:cubicBezTo>
                    <a:pt x="5216" y="736"/>
                    <a:pt x="5127" y="693"/>
                    <a:pt x="5042" y="693"/>
                  </a:cubicBezTo>
                  <a:cubicBezTo>
                    <a:pt x="5005" y="693"/>
                    <a:pt x="4969" y="701"/>
                    <a:pt x="4935" y="719"/>
                  </a:cubicBezTo>
                  <a:cubicBezTo>
                    <a:pt x="4888" y="636"/>
                    <a:pt x="4792" y="557"/>
                    <a:pt x="4715" y="557"/>
                  </a:cubicBezTo>
                  <a:cubicBezTo>
                    <a:pt x="4661" y="557"/>
                    <a:pt x="4617" y="596"/>
                    <a:pt x="4604" y="699"/>
                  </a:cubicBezTo>
                  <a:cubicBezTo>
                    <a:pt x="4566" y="544"/>
                    <a:pt x="4454" y="485"/>
                    <a:pt x="4327" y="485"/>
                  </a:cubicBezTo>
                  <a:cubicBezTo>
                    <a:pt x="4290" y="485"/>
                    <a:pt x="4252" y="489"/>
                    <a:pt x="4213" y="498"/>
                  </a:cubicBezTo>
                  <a:cubicBezTo>
                    <a:pt x="4223" y="353"/>
                    <a:pt x="4046" y="227"/>
                    <a:pt x="3926" y="227"/>
                  </a:cubicBezTo>
                  <a:cubicBezTo>
                    <a:pt x="3921" y="227"/>
                    <a:pt x="3917" y="227"/>
                    <a:pt x="3912" y="228"/>
                  </a:cubicBezTo>
                  <a:lnTo>
                    <a:pt x="3932" y="298"/>
                  </a:lnTo>
                  <a:cubicBezTo>
                    <a:pt x="3871" y="151"/>
                    <a:pt x="3680" y="1"/>
                    <a:pt x="35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6788" name="Google Shape;6788;p34"/>
            <p:cNvGrpSpPr/>
            <p:nvPr/>
          </p:nvGrpSpPr>
          <p:grpSpPr>
            <a:xfrm rot="-278360">
              <a:off x="6533282" y="4037668"/>
              <a:ext cx="925757" cy="187175"/>
              <a:chOff x="1255200" y="4115196"/>
              <a:chExt cx="828298" cy="167470"/>
            </a:xfrm>
          </p:grpSpPr>
          <p:sp>
            <p:nvSpPr>
              <p:cNvPr id="6789" name="Google Shape;6789;p34"/>
              <p:cNvSpPr/>
              <p:nvPr/>
            </p:nvSpPr>
            <p:spPr>
              <a:xfrm>
                <a:off x="1806305" y="4141304"/>
                <a:ext cx="203600" cy="110522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2756" extrusionOk="0">
                    <a:moveTo>
                      <a:pt x="4069" y="1"/>
                    </a:moveTo>
                    <a:cubicBezTo>
                      <a:pt x="3971" y="1"/>
                      <a:pt x="3853" y="67"/>
                      <a:pt x="3762" y="224"/>
                    </a:cubicBezTo>
                    <a:cubicBezTo>
                      <a:pt x="3742" y="204"/>
                      <a:pt x="3732" y="174"/>
                      <a:pt x="3712" y="154"/>
                    </a:cubicBezTo>
                    <a:cubicBezTo>
                      <a:pt x="3632" y="224"/>
                      <a:pt x="3562" y="324"/>
                      <a:pt x="3511" y="425"/>
                    </a:cubicBezTo>
                    <a:cubicBezTo>
                      <a:pt x="3478" y="387"/>
                      <a:pt x="3447" y="371"/>
                      <a:pt x="3417" y="371"/>
                    </a:cubicBezTo>
                    <a:cubicBezTo>
                      <a:pt x="3240" y="371"/>
                      <a:pt x="3124" y="949"/>
                      <a:pt x="3090" y="1087"/>
                    </a:cubicBezTo>
                    <a:cubicBezTo>
                      <a:pt x="3054" y="997"/>
                      <a:pt x="2994" y="923"/>
                      <a:pt x="2910" y="923"/>
                    </a:cubicBezTo>
                    <a:cubicBezTo>
                      <a:pt x="2900" y="923"/>
                      <a:pt x="2890" y="924"/>
                      <a:pt x="2879" y="926"/>
                    </a:cubicBezTo>
                    <a:cubicBezTo>
                      <a:pt x="2739" y="966"/>
                      <a:pt x="2719" y="1137"/>
                      <a:pt x="2719" y="1368"/>
                    </a:cubicBezTo>
                    <a:cubicBezTo>
                      <a:pt x="2729" y="1608"/>
                      <a:pt x="2849" y="1699"/>
                      <a:pt x="2859" y="1939"/>
                    </a:cubicBezTo>
                    <a:cubicBezTo>
                      <a:pt x="2830" y="1916"/>
                      <a:pt x="2808" y="1906"/>
                      <a:pt x="2784" y="1906"/>
                    </a:cubicBezTo>
                    <a:cubicBezTo>
                      <a:pt x="2767" y="1906"/>
                      <a:pt x="2750" y="1911"/>
                      <a:pt x="2729" y="1919"/>
                    </a:cubicBezTo>
                    <a:cubicBezTo>
                      <a:pt x="2619" y="1959"/>
                      <a:pt x="2669" y="2030"/>
                      <a:pt x="2639" y="2090"/>
                    </a:cubicBezTo>
                    <a:cubicBezTo>
                      <a:pt x="2619" y="2058"/>
                      <a:pt x="2573" y="2045"/>
                      <a:pt x="2523" y="2045"/>
                    </a:cubicBezTo>
                    <a:cubicBezTo>
                      <a:pt x="2447" y="2045"/>
                      <a:pt x="2362" y="2074"/>
                      <a:pt x="2338" y="2110"/>
                    </a:cubicBezTo>
                    <a:cubicBezTo>
                      <a:pt x="2299" y="1983"/>
                      <a:pt x="2317" y="1829"/>
                      <a:pt x="2208" y="1829"/>
                    </a:cubicBezTo>
                    <a:cubicBezTo>
                      <a:pt x="2204" y="1829"/>
                      <a:pt x="2201" y="1829"/>
                      <a:pt x="2197" y="1829"/>
                    </a:cubicBezTo>
                    <a:cubicBezTo>
                      <a:pt x="2188" y="1829"/>
                      <a:pt x="2179" y="1830"/>
                      <a:pt x="2170" y="1830"/>
                    </a:cubicBezTo>
                    <a:cubicBezTo>
                      <a:pt x="2060" y="1830"/>
                      <a:pt x="1957" y="1804"/>
                      <a:pt x="1870" y="1804"/>
                    </a:cubicBezTo>
                    <a:cubicBezTo>
                      <a:pt x="1776" y="1804"/>
                      <a:pt x="1701" y="1834"/>
                      <a:pt x="1656" y="1959"/>
                    </a:cubicBezTo>
                    <a:cubicBezTo>
                      <a:pt x="1568" y="1928"/>
                      <a:pt x="1454" y="1882"/>
                      <a:pt x="1357" y="1882"/>
                    </a:cubicBezTo>
                    <a:cubicBezTo>
                      <a:pt x="1265" y="1882"/>
                      <a:pt x="1189" y="1923"/>
                      <a:pt x="1164" y="2060"/>
                    </a:cubicBezTo>
                    <a:cubicBezTo>
                      <a:pt x="1023" y="1978"/>
                      <a:pt x="942" y="1929"/>
                      <a:pt x="868" y="1929"/>
                    </a:cubicBezTo>
                    <a:cubicBezTo>
                      <a:pt x="779" y="1929"/>
                      <a:pt x="701" y="2000"/>
                      <a:pt x="542" y="2170"/>
                    </a:cubicBezTo>
                    <a:cubicBezTo>
                      <a:pt x="468" y="2111"/>
                      <a:pt x="401" y="2086"/>
                      <a:pt x="341" y="2086"/>
                    </a:cubicBezTo>
                    <a:cubicBezTo>
                      <a:pt x="167" y="2086"/>
                      <a:pt x="53" y="2299"/>
                      <a:pt x="1" y="2501"/>
                    </a:cubicBezTo>
                    <a:cubicBezTo>
                      <a:pt x="161" y="2601"/>
                      <a:pt x="282" y="2672"/>
                      <a:pt x="582" y="2712"/>
                    </a:cubicBezTo>
                    <a:cubicBezTo>
                      <a:pt x="738" y="2732"/>
                      <a:pt x="893" y="2739"/>
                      <a:pt x="1050" y="2739"/>
                    </a:cubicBezTo>
                    <a:cubicBezTo>
                      <a:pt x="1207" y="2739"/>
                      <a:pt x="1365" y="2732"/>
                      <a:pt x="1525" y="2722"/>
                    </a:cubicBezTo>
                    <a:cubicBezTo>
                      <a:pt x="1556" y="2721"/>
                      <a:pt x="1586" y="2721"/>
                      <a:pt x="1617" y="2721"/>
                    </a:cubicBezTo>
                    <a:cubicBezTo>
                      <a:pt x="1920" y="2721"/>
                      <a:pt x="2218" y="2756"/>
                      <a:pt x="2520" y="2756"/>
                    </a:cubicBezTo>
                    <a:cubicBezTo>
                      <a:pt x="2576" y="2756"/>
                      <a:pt x="2632" y="2755"/>
                      <a:pt x="2689" y="2752"/>
                    </a:cubicBezTo>
                    <a:cubicBezTo>
                      <a:pt x="3221" y="2732"/>
                      <a:pt x="3722" y="2531"/>
                      <a:pt x="4244" y="2501"/>
                    </a:cubicBezTo>
                    <a:cubicBezTo>
                      <a:pt x="4424" y="2491"/>
                      <a:pt x="5076" y="2491"/>
                      <a:pt x="4916" y="2150"/>
                    </a:cubicBezTo>
                    <a:cubicBezTo>
                      <a:pt x="4956" y="2140"/>
                      <a:pt x="4996" y="2090"/>
                      <a:pt x="5036" y="2080"/>
                    </a:cubicBezTo>
                    <a:cubicBezTo>
                      <a:pt x="4956" y="1969"/>
                      <a:pt x="4815" y="1849"/>
                      <a:pt x="4765" y="1759"/>
                    </a:cubicBezTo>
                    <a:cubicBezTo>
                      <a:pt x="4765" y="1759"/>
                      <a:pt x="4795" y="1659"/>
                      <a:pt x="4775" y="1628"/>
                    </a:cubicBezTo>
                    <a:cubicBezTo>
                      <a:pt x="4765" y="1598"/>
                      <a:pt x="4615" y="1508"/>
                      <a:pt x="4575" y="1478"/>
                    </a:cubicBezTo>
                    <a:lnTo>
                      <a:pt x="4575" y="1478"/>
                    </a:lnTo>
                    <a:cubicBezTo>
                      <a:pt x="4588" y="1480"/>
                      <a:pt x="4600" y="1480"/>
                      <a:pt x="4611" y="1480"/>
                    </a:cubicBezTo>
                    <a:cubicBezTo>
                      <a:pt x="4803" y="1480"/>
                      <a:pt x="4697" y="1244"/>
                      <a:pt x="4555" y="1187"/>
                    </a:cubicBezTo>
                    <a:cubicBezTo>
                      <a:pt x="4728" y="1007"/>
                      <a:pt x="4534" y="916"/>
                      <a:pt x="4363" y="916"/>
                    </a:cubicBezTo>
                    <a:cubicBezTo>
                      <a:pt x="4306" y="916"/>
                      <a:pt x="4251" y="926"/>
                      <a:pt x="4214" y="946"/>
                    </a:cubicBezTo>
                    <a:cubicBezTo>
                      <a:pt x="4314" y="816"/>
                      <a:pt x="4234" y="615"/>
                      <a:pt x="4123" y="525"/>
                    </a:cubicBezTo>
                    <a:cubicBezTo>
                      <a:pt x="4372" y="231"/>
                      <a:pt x="4254" y="1"/>
                      <a:pt x="4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790" name="Google Shape;6790;p34"/>
              <p:cNvSpPr/>
              <p:nvPr/>
            </p:nvSpPr>
            <p:spPr>
              <a:xfrm>
                <a:off x="1807508" y="4214252"/>
                <a:ext cx="79684" cy="22538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62" extrusionOk="0">
                    <a:moveTo>
                      <a:pt x="1987" y="0"/>
                    </a:moveTo>
                    <a:cubicBezTo>
                      <a:pt x="1956" y="7"/>
                      <a:pt x="1924" y="8"/>
                      <a:pt x="1893" y="8"/>
                    </a:cubicBezTo>
                    <a:cubicBezTo>
                      <a:pt x="1873" y="8"/>
                      <a:pt x="1853" y="7"/>
                      <a:pt x="1833" y="7"/>
                    </a:cubicBezTo>
                    <a:cubicBezTo>
                      <a:pt x="1744" y="7"/>
                      <a:pt x="1664" y="18"/>
                      <a:pt x="1626" y="140"/>
                    </a:cubicBezTo>
                    <a:cubicBezTo>
                      <a:pt x="1538" y="109"/>
                      <a:pt x="1424" y="63"/>
                      <a:pt x="1327" y="63"/>
                    </a:cubicBezTo>
                    <a:cubicBezTo>
                      <a:pt x="1235" y="63"/>
                      <a:pt x="1159" y="104"/>
                      <a:pt x="1134" y="241"/>
                    </a:cubicBezTo>
                    <a:cubicBezTo>
                      <a:pt x="993" y="159"/>
                      <a:pt x="912" y="110"/>
                      <a:pt x="838" y="110"/>
                    </a:cubicBezTo>
                    <a:cubicBezTo>
                      <a:pt x="749" y="110"/>
                      <a:pt x="671" y="181"/>
                      <a:pt x="512" y="351"/>
                    </a:cubicBezTo>
                    <a:cubicBezTo>
                      <a:pt x="436" y="290"/>
                      <a:pt x="368" y="265"/>
                      <a:pt x="306" y="265"/>
                    </a:cubicBezTo>
                    <a:cubicBezTo>
                      <a:pt x="166" y="265"/>
                      <a:pt x="64" y="401"/>
                      <a:pt x="1" y="562"/>
                    </a:cubicBezTo>
                    <a:cubicBezTo>
                      <a:pt x="50" y="477"/>
                      <a:pt x="120" y="421"/>
                      <a:pt x="203" y="421"/>
                    </a:cubicBezTo>
                    <a:cubicBezTo>
                      <a:pt x="237" y="421"/>
                      <a:pt x="274" y="431"/>
                      <a:pt x="312" y="451"/>
                    </a:cubicBezTo>
                    <a:cubicBezTo>
                      <a:pt x="352" y="472"/>
                      <a:pt x="368" y="480"/>
                      <a:pt x="379" y="480"/>
                    </a:cubicBezTo>
                    <a:cubicBezTo>
                      <a:pt x="394" y="480"/>
                      <a:pt x="398" y="461"/>
                      <a:pt x="452" y="431"/>
                    </a:cubicBezTo>
                    <a:cubicBezTo>
                      <a:pt x="477" y="416"/>
                      <a:pt x="507" y="406"/>
                      <a:pt x="534" y="406"/>
                    </a:cubicBezTo>
                    <a:cubicBezTo>
                      <a:pt x="560" y="406"/>
                      <a:pt x="583" y="416"/>
                      <a:pt x="593" y="441"/>
                    </a:cubicBezTo>
                    <a:cubicBezTo>
                      <a:pt x="625" y="344"/>
                      <a:pt x="707" y="293"/>
                      <a:pt x="788" y="293"/>
                    </a:cubicBezTo>
                    <a:cubicBezTo>
                      <a:pt x="833" y="293"/>
                      <a:pt x="878" y="309"/>
                      <a:pt x="914" y="341"/>
                    </a:cubicBezTo>
                    <a:cubicBezTo>
                      <a:pt x="931" y="303"/>
                      <a:pt x="953" y="290"/>
                      <a:pt x="978" y="290"/>
                    </a:cubicBezTo>
                    <a:cubicBezTo>
                      <a:pt x="1011" y="290"/>
                      <a:pt x="1049" y="314"/>
                      <a:pt x="1084" y="331"/>
                    </a:cubicBezTo>
                    <a:cubicBezTo>
                      <a:pt x="1106" y="348"/>
                      <a:pt x="1122" y="358"/>
                      <a:pt x="1137" y="358"/>
                    </a:cubicBezTo>
                    <a:cubicBezTo>
                      <a:pt x="1157" y="358"/>
                      <a:pt x="1176" y="341"/>
                      <a:pt x="1204" y="301"/>
                    </a:cubicBezTo>
                    <a:cubicBezTo>
                      <a:pt x="1245" y="241"/>
                      <a:pt x="1245" y="201"/>
                      <a:pt x="1315" y="181"/>
                    </a:cubicBezTo>
                    <a:cubicBezTo>
                      <a:pt x="1328" y="178"/>
                      <a:pt x="1341" y="176"/>
                      <a:pt x="1352" y="176"/>
                    </a:cubicBezTo>
                    <a:cubicBezTo>
                      <a:pt x="1417" y="176"/>
                      <a:pt x="1451" y="223"/>
                      <a:pt x="1485" y="291"/>
                    </a:cubicBezTo>
                    <a:cubicBezTo>
                      <a:pt x="1498" y="276"/>
                      <a:pt x="1511" y="270"/>
                      <a:pt x="1525" y="270"/>
                    </a:cubicBezTo>
                    <a:cubicBezTo>
                      <a:pt x="1562" y="270"/>
                      <a:pt x="1602" y="312"/>
                      <a:pt x="1638" y="312"/>
                    </a:cubicBezTo>
                    <a:cubicBezTo>
                      <a:pt x="1640" y="312"/>
                      <a:pt x="1643" y="312"/>
                      <a:pt x="1646" y="311"/>
                    </a:cubicBezTo>
                    <a:cubicBezTo>
                      <a:pt x="1706" y="301"/>
                      <a:pt x="1706" y="261"/>
                      <a:pt x="1716" y="211"/>
                    </a:cubicBezTo>
                    <a:cubicBezTo>
                      <a:pt x="1746" y="140"/>
                      <a:pt x="1776" y="40"/>
                      <a:pt x="1856" y="40"/>
                    </a:cubicBezTo>
                    <a:cubicBezTo>
                      <a:pt x="1861" y="39"/>
                      <a:pt x="1865" y="39"/>
                      <a:pt x="1869" y="39"/>
                    </a:cubicBezTo>
                    <a:cubicBezTo>
                      <a:pt x="1895" y="39"/>
                      <a:pt x="1907" y="62"/>
                      <a:pt x="1927" y="62"/>
                    </a:cubicBezTo>
                    <a:cubicBezTo>
                      <a:pt x="1930" y="62"/>
                      <a:pt x="1933" y="61"/>
                      <a:pt x="1937" y="60"/>
                    </a:cubicBezTo>
                    <a:cubicBezTo>
                      <a:pt x="1967" y="50"/>
                      <a:pt x="1977" y="20"/>
                      <a:pt x="19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791" name="Google Shape;6791;p34"/>
              <p:cNvSpPr/>
              <p:nvPr/>
            </p:nvSpPr>
            <p:spPr>
              <a:xfrm>
                <a:off x="1915306" y="4141344"/>
                <a:ext cx="63202" cy="59231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1477" extrusionOk="0">
                    <a:moveTo>
                      <a:pt x="1352" y="0"/>
                    </a:moveTo>
                    <a:cubicBezTo>
                      <a:pt x="1253" y="0"/>
                      <a:pt x="1136" y="67"/>
                      <a:pt x="1044" y="223"/>
                    </a:cubicBezTo>
                    <a:cubicBezTo>
                      <a:pt x="1024" y="203"/>
                      <a:pt x="1014" y="173"/>
                      <a:pt x="994" y="153"/>
                    </a:cubicBezTo>
                    <a:cubicBezTo>
                      <a:pt x="914" y="223"/>
                      <a:pt x="844" y="323"/>
                      <a:pt x="793" y="424"/>
                    </a:cubicBezTo>
                    <a:cubicBezTo>
                      <a:pt x="760" y="386"/>
                      <a:pt x="729" y="370"/>
                      <a:pt x="699" y="370"/>
                    </a:cubicBezTo>
                    <a:cubicBezTo>
                      <a:pt x="522" y="370"/>
                      <a:pt x="406" y="948"/>
                      <a:pt x="372" y="1086"/>
                    </a:cubicBezTo>
                    <a:cubicBezTo>
                      <a:pt x="336" y="996"/>
                      <a:pt x="276" y="922"/>
                      <a:pt x="192" y="922"/>
                    </a:cubicBezTo>
                    <a:cubicBezTo>
                      <a:pt x="182" y="922"/>
                      <a:pt x="172" y="923"/>
                      <a:pt x="161" y="925"/>
                    </a:cubicBezTo>
                    <a:cubicBezTo>
                      <a:pt x="21" y="965"/>
                      <a:pt x="1" y="1136"/>
                      <a:pt x="1" y="1367"/>
                    </a:cubicBezTo>
                    <a:cubicBezTo>
                      <a:pt x="1" y="1407"/>
                      <a:pt x="11" y="1437"/>
                      <a:pt x="21" y="1477"/>
                    </a:cubicBezTo>
                    <a:cubicBezTo>
                      <a:pt x="21" y="1377"/>
                      <a:pt x="31" y="1276"/>
                      <a:pt x="81" y="1216"/>
                    </a:cubicBezTo>
                    <a:cubicBezTo>
                      <a:pt x="119" y="1161"/>
                      <a:pt x="148" y="1140"/>
                      <a:pt x="174" y="1140"/>
                    </a:cubicBezTo>
                    <a:cubicBezTo>
                      <a:pt x="235" y="1140"/>
                      <a:pt x="271" y="1264"/>
                      <a:pt x="342" y="1306"/>
                    </a:cubicBezTo>
                    <a:cubicBezTo>
                      <a:pt x="352" y="1276"/>
                      <a:pt x="352" y="1246"/>
                      <a:pt x="362" y="1216"/>
                    </a:cubicBezTo>
                    <a:lnTo>
                      <a:pt x="392" y="1226"/>
                    </a:lnTo>
                    <a:cubicBezTo>
                      <a:pt x="402" y="1196"/>
                      <a:pt x="402" y="1156"/>
                      <a:pt x="432" y="1126"/>
                    </a:cubicBezTo>
                    <a:cubicBezTo>
                      <a:pt x="434" y="1122"/>
                      <a:pt x="437" y="1120"/>
                      <a:pt x="441" y="1120"/>
                    </a:cubicBezTo>
                    <a:cubicBezTo>
                      <a:pt x="451" y="1120"/>
                      <a:pt x="464" y="1132"/>
                      <a:pt x="474" y="1132"/>
                    </a:cubicBezTo>
                    <a:cubicBezTo>
                      <a:pt x="477" y="1132"/>
                      <a:pt x="480" y="1130"/>
                      <a:pt x="482" y="1126"/>
                    </a:cubicBezTo>
                    <a:cubicBezTo>
                      <a:pt x="513" y="1096"/>
                      <a:pt x="492" y="955"/>
                      <a:pt x="492" y="925"/>
                    </a:cubicBezTo>
                    <a:cubicBezTo>
                      <a:pt x="482" y="795"/>
                      <a:pt x="482" y="725"/>
                      <a:pt x="553" y="604"/>
                    </a:cubicBezTo>
                    <a:cubicBezTo>
                      <a:pt x="596" y="534"/>
                      <a:pt x="643" y="498"/>
                      <a:pt x="692" y="498"/>
                    </a:cubicBezTo>
                    <a:cubicBezTo>
                      <a:pt x="734" y="498"/>
                      <a:pt x="778" y="524"/>
                      <a:pt x="823" y="574"/>
                    </a:cubicBezTo>
                    <a:cubicBezTo>
                      <a:pt x="841" y="530"/>
                      <a:pt x="891" y="397"/>
                      <a:pt x="944" y="397"/>
                    </a:cubicBezTo>
                    <a:cubicBezTo>
                      <a:pt x="951" y="397"/>
                      <a:pt x="957" y="399"/>
                      <a:pt x="964" y="404"/>
                    </a:cubicBezTo>
                    <a:cubicBezTo>
                      <a:pt x="1019" y="365"/>
                      <a:pt x="1055" y="265"/>
                      <a:pt x="1111" y="265"/>
                    </a:cubicBezTo>
                    <a:cubicBezTo>
                      <a:pt x="1127" y="265"/>
                      <a:pt x="1144" y="273"/>
                      <a:pt x="1165" y="293"/>
                    </a:cubicBezTo>
                    <a:cubicBezTo>
                      <a:pt x="1205" y="223"/>
                      <a:pt x="1315" y="83"/>
                      <a:pt x="1405" y="83"/>
                    </a:cubicBezTo>
                    <a:cubicBezTo>
                      <a:pt x="1475" y="93"/>
                      <a:pt x="1516" y="193"/>
                      <a:pt x="1536" y="283"/>
                    </a:cubicBezTo>
                    <a:cubicBezTo>
                      <a:pt x="1575" y="113"/>
                      <a:pt x="1480" y="0"/>
                      <a:pt x="13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792" name="Google Shape;6792;p34"/>
              <p:cNvSpPr/>
              <p:nvPr/>
            </p:nvSpPr>
            <p:spPr>
              <a:xfrm>
                <a:off x="1984004" y="4115196"/>
                <a:ext cx="99494" cy="134263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3348" extrusionOk="0">
                    <a:moveTo>
                      <a:pt x="1197" y="0"/>
                    </a:moveTo>
                    <a:cubicBezTo>
                      <a:pt x="1129" y="0"/>
                      <a:pt x="1083" y="158"/>
                      <a:pt x="1046" y="273"/>
                    </a:cubicBezTo>
                    <a:lnTo>
                      <a:pt x="1076" y="364"/>
                    </a:lnTo>
                    <a:cubicBezTo>
                      <a:pt x="896" y="474"/>
                      <a:pt x="886" y="534"/>
                      <a:pt x="956" y="695"/>
                    </a:cubicBezTo>
                    <a:cubicBezTo>
                      <a:pt x="976" y="745"/>
                      <a:pt x="866" y="725"/>
                      <a:pt x="826" y="785"/>
                    </a:cubicBezTo>
                    <a:cubicBezTo>
                      <a:pt x="776" y="845"/>
                      <a:pt x="776" y="996"/>
                      <a:pt x="786" y="1076"/>
                    </a:cubicBezTo>
                    <a:cubicBezTo>
                      <a:pt x="485" y="1126"/>
                      <a:pt x="505" y="1407"/>
                      <a:pt x="575" y="1587"/>
                    </a:cubicBezTo>
                    <a:cubicBezTo>
                      <a:pt x="344" y="1688"/>
                      <a:pt x="625" y="2209"/>
                      <a:pt x="625" y="2410"/>
                    </a:cubicBezTo>
                    <a:cubicBezTo>
                      <a:pt x="224" y="2430"/>
                      <a:pt x="364" y="2691"/>
                      <a:pt x="364" y="2891"/>
                    </a:cubicBezTo>
                    <a:cubicBezTo>
                      <a:pt x="347" y="2889"/>
                      <a:pt x="330" y="2888"/>
                      <a:pt x="314" y="2888"/>
                    </a:cubicBezTo>
                    <a:cubicBezTo>
                      <a:pt x="0" y="2888"/>
                      <a:pt x="79" y="3253"/>
                      <a:pt x="394" y="3262"/>
                    </a:cubicBezTo>
                    <a:cubicBezTo>
                      <a:pt x="394" y="3262"/>
                      <a:pt x="1065" y="3348"/>
                      <a:pt x="1599" y="3348"/>
                    </a:cubicBezTo>
                    <a:cubicBezTo>
                      <a:pt x="1904" y="3348"/>
                      <a:pt x="2164" y="3320"/>
                      <a:pt x="2230" y="3232"/>
                    </a:cubicBezTo>
                    <a:cubicBezTo>
                      <a:pt x="2250" y="3212"/>
                      <a:pt x="2481" y="3112"/>
                      <a:pt x="2300" y="2841"/>
                    </a:cubicBezTo>
                    <a:cubicBezTo>
                      <a:pt x="2260" y="2771"/>
                      <a:pt x="2120" y="2801"/>
                      <a:pt x="2080" y="2721"/>
                    </a:cubicBezTo>
                    <a:cubicBezTo>
                      <a:pt x="2039" y="2620"/>
                      <a:pt x="1989" y="2530"/>
                      <a:pt x="1929" y="2460"/>
                    </a:cubicBezTo>
                    <a:cubicBezTo>
                      <a:pt x="1889" y="2410"/>
                      <a:pt x="1749" y="2420"/>
                      <a:pt x="1749" y="2360"/>
                    </a:cubicBezTo>
                    <a:cubicBezTo>
                      <a:pt x="1738" y="2320"/>
                      <a:pt x="1799" y="2229"/>
                      <a:pt x="1799" y="2189"/>
                    </a:cubicBezTo>
                    <a:cubicBezTo>
                      <a:pt x="1819" y="1908"/>
                      <a:pt x="1688" y="1958"/>
                      <a:pt x="1648" y="1868"/>
                    </a:cubicBezTo>
                    <a:cubicBezTo>
                      <a:pt x="1588" y="1768"/>
                      <a:pt x="1708" y="1768"/>
                      <a:pt x="1618" y="1507"/>
                    </a:cubicBezTo>
                    <a:cubicBezTo>
                      <a:pt x="1608" y="1467"/>
                      <a:pt x="1608" y="1357"/>
                      <a:pt x="1618" y="1236"/>
                    </a:cubicBezTo>
                    <a:cubicBezTo>
                      <a:pt x="1658" y="1016"/>
                      <a:pt x="1518" y="1026"/>
                      <a:pt x="1528" y="945"/>
                    </a:cubicBezTo>
                    <a:cubicBezTo>
                      <a:pt x="1548" y="835"/>
                      <a:pt x="1588" y="775"/>
                      <a:pt x="1458" y="655"/>
                    </a:cubicBezTo>
                    <a:lnTo>
                      <a:pt x="1458" y="655"/>
                    </a:lnTo>
                    <a:cubicBezTo>
                      <a:pt x="1463" y="655"/>
                      <a:pt x="1468" y="655"/>
                      <a:pt x="1473" y="655"/>
                    </a:cubicBezTo>
                    <a:cubicBezTo>
                      <a:pt x="1576" y="655"/>
                      <a:pt x="1449" y="552"/>
                      <a:pt x="1488" y="514"/>
                    </a:cubicBezTo>
                    <a:cubicBezTo>
                      <a:pt x="1461" y="451"/>
                      <a:pt x="1458" y="381"/>
                      <a:pt x="1386" y="381"/>
                    </a:cubicBezTo>
                    <a:cubicBezTo>
                      <a:pt x="1378" y="381"/>
                      <a:pt x="1368" y="382"/>
                      <a:pt x="1357" y="384"/>
                    </a:cubicBezTo>
                    <a:cubicBezTo>
                      <a:pt x="1397" y="344"/>
                      <a:pt x="1317" y="123"/>
                      <a:pt x="1287" y="83"/>
                    </a:cubicBezTo>
                    <a:cubicBezTo>
                      <a:pt x="1254" y="24"/>
                      <a:pt x="1224" y="0"/>
                      <a:pt x="11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793" name="Google Shape;6793;p34"/>
              <p:cNvSpPr/>
              <p:nvPr/>
            </p:nvSpPr>
            <p:spPr>
              <a:xfrm>
                <a:off x="2003815" y="4141023"/>
                <a:ext cx="20974" cy="37857"/>
              </a:xfrm>
              <a:custGeom>
                <a:avLst/>
                <a:gdLst/>
                <a:ahLst/>
                <a:cxnLst/>
                <a:rect l="l" t="t" r="r" b="b"/>
                <a:pathLst>
                  <a:path w="523" h="944" extrusionOk="0">
                    <a:moveTo>
                      <a:pt x="442" y="0"/>
                    </a:moveTo>
                    <a:lnTo>
                      <a:pt x="442" y="0"/>
                    </a:lnTo>
                    <a:cubicBezTo>
                      <a:pt x="452" y="21"/>
                      <a:pt x="452" y="41"/>
                      <a:pt x="462" y="51"/>
                    </a:cubicBezTo>
                    <a:cubicBezTo>
                      <a:pt x="482" y="101"/>
                      <a:pt x="372" y="81"/>
                      <a:pt x="332" y="141"/>
                    </a:cubicBezTo>
                    <a:cubicBezTo>
                      <a:pt x="282" y="201"/>
                      <a:pt x="282" y="352"/>
                      <a:pt x="292" y="432"/>
                    </a:cubicBezTo>
                    <a:cubicBezTo>
                      <a:pt x="1" y="482"/>
                      <a:pt x="11" y="763"/>
                      <a:pt x="81" y="943"/>
                    </a:cubicBezTo>
                    <a:cubicBezTo>
                      <a:pt x="71" y="853"/>
                      <a:pt x="41" y="713"/>
                      <a:pt x="151" y="673"/>
                    </a:cubicBezTo>
                    <a:lnTo>
                      <a:pt x="171" y="683"/>
                    </a:lnTo>
                    <a:cubicBezTo>
                      <a:pt x="171" y="662"/>
                      <a:pt x="151" y="612"/>
                      <a:pt x="181" y="592"/>
                    </a:cubicBezTo>
                    <a:cubicBezTo>
                      <a:pt x="191" y="586"/>
                      <a:pt x="205" y="583"/>
                      <a:pt x="220" y="583"/>
                    </a:cubicBezTo>
                    <a:cubicBezTo>
                      <a:pt x="249" y="583"/>
                      <a:pt x="285" y="592"/>
                      <a:pt x="312" y="592"/>
                    </a:cubicBezTo>
                    <a:cubicBezTo>
                      <a:pt x="312" y="576"/>
                      <a:pt x="333" y="468"/>
                      <a:pt x="369" y="468"/>
                    </a:cubicBezTo>
                    <a:cubicBezTo>
                      <a:pt x="376" y="468"/>
                      <a:pt x="384" y="472"/>
                      <a:pt x="392" y="482"/>
                    </a:cubicBezTo>
                    <a:cubicBezTo>
                      <a:pt x="392" y="455"/>
                      <a:pt x="400" y="306"/>
                      <a:pt x="460" y="306"/>
                    </a:cubicBezTo>
                    <a:cubicBezTo>
                      <a:pt x="467" y="306"/>
                      <a:pt x="474" y="307"/>
                      <a:pt x="482" y="311"/>
                    </a:cubicBezTo>
                    <a:cubicBezTo>
                      <a:pt x="482" y="281"/>
                      <a:pt x="472" y="241"/>
                      <a:pt x="482" y="221"/>
                    </a:cubicBezTo>
                    <a:cubicBezTo>
                      <a:pt x="482" y="201"/>
                      <a:pt x="512" y="191"/>
                      <a:pt x="512" y="181"/>
                    </a:cubicBezTo>
                    <a:cubicBezTo>
                      <a:pt x="522" y="151"/>
                      <a:pt x="512" y="81"/>
                      <a:pt x="502" y="61"/>
                    </a:cubicBezTo>
                    <a:cubicBezTo>
                      <a:pt x="492" y="41"/>
                      <a:pt x="472" y="21"/>
                      <a:pt x="4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794" name="Google Shape;6794;p34"/>
              <p:cNvSpPr/>
              <p:nvPr/>
            </p:nvSpPr>
            <p:spPr>
              <a:xfrm>
                <a:off x="2006622" y="4178841"/>
                <a:ext cx="842" cy="842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1" y="0"/>
                    </a:moveTo>
                    <a:lnTo>
                      <a:pt x="1" y="1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795" name="Google Shape;6795;p34"/>
              <p:cNvSpPr/>
              <p:nvPr/>
            </p:nvSpPr>
            <p:spPr>
              <a:xfrm>
                <a:off x="2024348" y="4115276"/>
                <a:ext cx="7660" cy="1652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412" extrusionOk="0">
                    <a:moveTo>
                      <a:pt x="191" y="1"/>
                    </a:moveTo>
                    <a:cubicBezTo>
                      <a:pt x="121" y="1"/>
                      <a:pt x="81" y="151"/>
                      <a:pt x="40" y="271"/>
                    </a:cubicBezTo>
                    <a:lnTo>
                      <a:pt x="70" y="362"/>
                    </a:lnTo>
                    <a:cubicBezTo>
                      <a:pt x="40" y="382"/>
                      <a:pt x="20" y="392"/>
                      <a:pt x="0" y="412"/>
                    </a:cubicBezTo>
                    <a:lnTo>
                      <a:pt x="10" y="412"/>
                    </a:lnTo>
                    <a:cubicBezTo>
                      <a:pt x="40" y="412"/>
                      <a:pt x="91" y="412"/>
                      <a:pt x="121" y="392"/>
                    </a:cubicBezTo>
                    <a:cubicBezTo>
                      <a:pt x="111" y="372"/>
                      <a:pt x="91" y="362"/>
                      <a:pt x="81" y="342"/>
                    </a:cubicBezTo>
                    <a:cubicBezTo>
                      <a:pt x="70" y="281"/>
                      <a:pt x="141" y="281"/>
                      <a:pt x="191" y="241"/>
                    </a:cubicBezTo>
                    <a:cubicBezTo>
                      <a:pt x="171" y="201"/>
                      <a:pt x="161" y="171"/>
                      <a:pt x="191" y="141"/>
                    </a:cubicBezTo>
                    <a:cubicBezTo>
                      <a:pt x="181" y="121"/>
                      <a:pt x="151" y="101"/>
                      <a:pt x="151" y="81"/>
                    </a:cubicBezTo>
                    <a:cubicBezTo>
                      <a:pt x="141" y="51"/>
                      <a:pt x="161" y="2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796" name="Google Shape;6796;p34"/>
              <p:cNvSpPr/>
              <p:nvPr/>
            </p:nvSpPr>
            <p:spPr>
              <a:xfrm>
                <a:off x="1471238" y="4158708"/>
                <a:ext cx="44233" cy="75433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881" extrusionOk="0">
                    <a:moveTo>
                      <a:pt x="261" y="1"/>
                    </a:moveTo>
                    <a:cubicBezTo>
                      <a:pt x="201" y="61"/>
                      <a:pt x="281" y="111"/>
                      <a:pt x="211" y="171"/>
                    </a:cubicBezTo>
                    <a:lnTo>
                      <a:pt x="171" y="252"/>
                    </a:lnTo>
                    <a:cubicBezTo>
                      <a:pt x="101" y="312"/>
                      <a:pt x="161" y="382"/>
                      <a:pt x="161" y="462"/>
                    </a:cubicBezTo>
                    <a:cubicBezTo>
                      <a:pt x="161" y="552"/>
                      <a:pt x="60" y="643"/>
                      <a:pt x="40" y="723"/>
                    </a:cubicBezTo>
                    <a:cubicBezTo>
                      <a:pt x="20" y="823"/>
                      <a:pt x="40" y="853"/>
                      <a:pt x="70" y="944"/>
                    </a:cubicBezTo>
                    <a:cubicBezTo>
                      <a:pt x="111" y="1054"/>
                      <a:pt x="81" y="1134"/>
                      <a:pt x="40" y="1235"/>
                    </a:cubicBezTo>
                    <a:cubicBezTo>
                      <a:pt x="0" y="1305"/>
                      <a:pt x="20" y="1345"/>
                      <a:pt x="40" y="1425"/>
                    </a:cubicBezTo>
                    <a:cubicBezTo>
                      <a:pt x="60" y="1525"/>
                      <a:pt x="81" y="1576"/>
                      <a:pt x="161" y="1666"/>
                    </a:cubicBezTo>
                    <a:cubicBezTo>
                      <a:pt x="271" y="1716"/>
                      <a:pt x="331" y="1746"/>
                      <a:pt x="422" y="1786"/>
                    </a:cubicBezTo>
                    <a:cubicBezTo>
                      <a:pt x="542" y="1836"/>
                      <a:pt x="702" y="1856"/>
                      <a:pt x="843" y="1877"/>
                    </a:cubicBezTo>
                    <a:cubicBezTo>
                      <a:pt x="867" y="1879"/>
                      <a:pt x="889" y="1881"/>
                      <a:pt x="910" y="1881"/>
                    </a:cubicBezTo>
                    <a:cubicBezTo>
                      <a:pt x="1037" y="1881"/>
                      <a:pt x="1102" y="1827"/>
                      <a:pt x="1094" y="1706"/>
                    </a:cubicBezTo>
                    <a:cubicBezTo>
                      <a:pt x="1084" y="1556"/>
                      <a:pt x="933" y="1415"/>
                      <a:pt x="853" y="1295"/>
                    </a:cubicBezTo>
                    <a:cubicBezTo>
                      <a:pt x="783" y="1194"/>
                      <a:pt x="793" y="1144"/>
                      <a:pt x="763" y="1044"/>
                    </a:cubicBezTo>
                    <a:cubicBezTo>
                      <a:pt x="732" y="944"/>
                      <a:pt x="632" y="934"/>
                      <a:pt x="582" y="843"/>
                    </a:cubicBezTo>
                    <a:cubicBezTo>
                      <a:pt x="542" y="763"/>
                      <a:pt x="542" y="713"/>
                      <a:pt x="472" y="643"/>
                    </a:cubicBezTo>
                    <a:cubicBezTo>
                      <a:pt x="422" y="593"/>
                      <a:pt x="482" y="573"/>
                      <a:pt x="472" y="522"/>
                    </a:cubicBezTo>
                    <a:cubicBezTo>
                      <a:pt x="452" y="482"/>
                      <a:pt x="472" y="452"/>
                      <a:pt x="442" y="422"/>
                    </a:cubicBezTo>
                    <a:cubicBezTo>
                      <a:pt x="432" y="402"/>
                      <a:pt x="391" y="392"/>
                      <a:pt x="371" y="372"/>
                    </a:cubicBezTo>
                    <a:cubicBezTo>
                      <a:pt x="351" y="342"/>
                      <a:pt x="351" y="322"/>
                      <a:pt x="341" y="282"/>
                    </a:cubicBezTo>
                    <a:cubicBezTo>
                      <a:pt x="331" y="242"/>
                      <a:pt x="331" y="171"/>
                      <a:pt x="321" y="121"/>
                    </a:cubicBezTo>
                    <a:cubicBezTo>
                      <a:pt x="311" y="71"/>
                      <a:pt x="271" y="41"/>
                      <a:pt x="2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797" name="Google Shape;6797;p34"/>
              <p:cNvSpPr/>
              <p:nvPr/>
            </p:nvSpPr>
            <p:spPr>
              <a:xfrm>
                <a:off x="1399613" y="4139018"/>
                <a:ext cx="60394" cy="97569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433" extrusionOk="0">
                    <a:moveTo>
                      <a:pt x="573" y="0"/>
                    </a:moveTo>
                    <a:cubicBezTo>
                      <a:pt x="512" y="61"/>
                      <a:pt x="502" y="121"/>
                      <a:pt x="472" y="191"/>
                    </a:cubicBezTo>
                    <a:cubicBezTo>
                      <a:pt x="442" y="251"/>
                      <a:pt x="392" y="331"/>
                      <a:pt x="382" y="412"/>
                    </a:cubicBezTo>
                    <a:cubicBezTo>
                      <a:pt x="372" y="502"/>
                      <a:pt x="382" y="552"/>
                      <a:pt x="352" y="642"/>
                    </a:cubicBezTo>
                    <a:cubicBezTo>
                      <a:pt x="332" y="723"/>
                      <a:pt x="282" y="803"/>
                      <a:pt x="252" y="873"/>
                    </a:cubicBezTo>
                    <a:cubicBezTo>
                      <a:pt x="222" y="973"/>
                      <a:pt x="302" y="1084"/>
                      <a:pt x="252" y="1184"/>
                    </a:cubicBezTo>
                    <a:cubicBezTo>
                      <a:pt x="242" y="1204"/>
                      <a:pt x="191" y="1224"/>
                      <a:pt x="181" y="1254"/>
                    </a:cubicBezTo>
                    <a:cubicBezTo>
                      <a:pt x="161" y="1314"/>
                      <a:pt x="211" y="1364"/>
                      <a:pt x="222" y="1415"/>
                    </a:cubicBezTo>
                    <a:cubicBezTo>
                      <a:pt x="232" y="1495"/>
                      <a:pt x="322" y="1786"/>
                      <a:pt x="211" y="1786"/>
                    </a:cubicBezTo>
                    <a:cubicBezTo>
                      <a:pt x="191" y="1856"/>
                      <a:pt x="211" y="1946"/>
                      <a:pt x="171" y="2016"/>
                    </a:cubicBezTo>
                    <a:cubicBezTo>
                      <a:pt x="156" y="2011"/>
                      <a:pt x="139" y="2011"/>
                      <a:pt x="121" y="2011"/>
                    </a:cubicBezTo>
                    <a:cubicBezTo>
                      <a:pt x="104" y="2011"/>
                      <a:pt x="86" y="2011"/>
                      <a:pt x="71" y="2006"/>
                    </a:cubicBezTo>
                    <a:lnTo>
                      <a:pt x="71" y="2006"/>
                    </a:lnTo>
                    <a:cubicBezTo>
                      <a:pt x="1" y="2077"/>
                      <a:pt x="91" y="2217"/>
                      <a:pt x="151" y="2277"/>
                    </a:cubicBezTo>
                    <a:cubicBezTo>
                      <a:pt x="201" y="2297"/>
                      <a:pt x="292" y="2357"/>
                      <a:pt x="382" y="2368"/>
                    </a:cubicBezTo>
                    <a:cubicBezTo>
                      <a:pt x="492" y="2388"/>
                      <a:pt x="623" y="2388"/>
                      <a:pt x="733" y="2398"/>
                    </a:cubicBezTo>
                    <a:cubicBezTo>
                      <a:pt x="833" y="2407"/>
                      <a:pt x="989" y="2432"/>
                      <a:pt x="1133" y="2432"/>
                    </a:cubicBezTo>
                    <a:cubicBezTo>
                      <a:pt x="1307" y="2432"/>
                      <a:pt x="1463" y="2395"/>
                      <a:pt x="1485" y="2247"/>
                    </a:cubicBezTo>
                    <a:cubicBezTo>
                      <a:pt x="1505" y="2127"/>
                      <a:pt x="1465" y="1956"/>
                      <a:pt x="1395" y="1846"/>
                    </a:cubicBezTo>
                    <a:cubicBezTo>
                      <a:pt x="1345" y="1776"/>
                      <a:pt x="1174" y="1615"/>
                      <a:pt x="1154" y="1535"/>
                    </a:cubicBezTo>
                    <a:cubicBezTo>
                      <a:pt x="1134" y="1475"/>
                      <a:pt x="1204" y="1425"/>
                      <a:pt x="1184" y="1364"/>
                    </a:cubicBezTo>
                    <a:lnTo>
                      <a:pt x="1134" y="1314"/>
                    </a:lnTo>
                    <a:cubicBezTo>
                      <a:pt x="1084" y="1254"/>
                      <a:pt x="994" y="1204"/>
                      <a:pt x="964" y="1134"/>
                    </a:cubicBezTo>
                    <a:cubicBezTo>
                      <a:pt x="914" y="1033"/>
                      <a:pt x="1004" y="1064"/>
                      <a:pt x="1024" y="963"/>
                    </a:cubicBezTo>
                    <a:cubicBezTo>
                      <a:pt x="1034" y="933"/>
                      <a:pt x="984" y="873"/>
                      <a:pt x="984" y="833"/>
                    </a:cubicBezTo>
                    <a:cubicBezTo>
                      <a:pt x="974" y="813"/>
                      <a:pt x="1004" y="793"/>
                      <a:pt x="984" y="753"/>
                    </a:cubicBezTo>
                    <a:cubicBezTo>
                      <a:pt x="964" y="682"/>
                      <a:pt x="914" y="662"/>
                      <a:pt x="904" y="592"/>
                    </a:cubicBezTo>
                    <a:cubicBezTo>
                      <a:pt x="904" y="512"/>
                      <a:pt x="954" y="512"/>
                      <a:pt x="853" y="452"/>
                    </a:cubicBezTo>
                    <a:cubicBezTo>
                      <a:pt x="813" y="422"/>
                      <a:pt x="763" y="432"/>
                      <a:pt x="733" y="392"/>
                    </a:cubicBezTo>
                    <a:cubicBezTo>
                      <a:pt x="693" y="341"/>
                      <a:pt x="753" y="261"/>
                      <a:pt x="643" y="231"/>
                    </a:cubicBezTo>
                    <a:cubicBezTo>
                      <a:pt x="663" y="131"/>
                      <a:pt x="703" y="71"/>
                      <a:pt x="5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798" name="Google Shape;6798;p34"/>
              <p:cNvSpPr/>
              <p:nvPr/>
            </p:nvSpPr>
            <p:spPr>
              <a:xfrm>
                <a:off x="1618459" y="4185498"/>
                <a:ext cx="222489" cy="84656"/>
              </a:xfrm>
              <a:custGeom>
                <a:avLst/>
                <a:gdLst/>
                <a:ahLst/>
                <a:cxnLst/>
                <a:rect l="l" t="t" r="r" b="b"/>
                <a:pathLst>
                  <a:path w="5548" h="2111" extrusionOk="0">
                    <a:moveTo>
                      <a:pt x="2379" y="1"/>
                    </a:moveTo>
                    <a:cubicBezTo>
                      <a:pt x="2247" y="1"/>
                      <a:pt x="2147" y="156"/>
                      <a:pt x="2147" y="316"/>
                    </a:cubicBezTo>
                    <a:cubicBezTo>
                      <a:pt x="2047" y="225"/>
                      <a:pt x="1951" y="171"/>
                      <a:pt x="1870" y="171"/>
                    </a:cubicBezTo>
                    <a:cubicBezTo>
                      <a:pt x="1771" y="171"/>
                      <a:pt x="1694" y="250"/>
                      <a:pt x="1655" y="436"/>
                    </a:cubicBezTo>
                    <a:cubicBezTo>
                      <a:pt x="1655" y="429"/>
                      <a:pt x="1641" y="424"/>
                      <a:pt x="1618" y="424"/>
                    </a:cubicBezTo>
                    <a:cubicBezTo>
                      <a:pt x="1521" y="424"/>
                      <a:pt x="1266" y="505"/>
                      <a:pt x="1314" y="757"/>
                    </a:cubicBezTo>
                    <a:cubicBezTo>
                      <a:pt x="1268" y="746"/>
                      <a:pt x="1229" y="741"/>
                      <a:pt x="1194" y="741"/>
                    </a:cubicBezTo>
                    <a:cubicBezTo>
                      <a:pt x="1101" y="741"/>
                      <a:pt x="1038" y="776"/>
                      <a:pt x="943" y="827"/>
                    </a:cubicBezTo>
                    <a:cubicBezTo>
                      <a:pt x="930" y="831"/>
                      <a:pt x="919" y="832"/>
                      <a:pt x="909" y="832"/>
                    </a:cubicBezTo>
                    <a:cubicBezTo>
                      <a:pt x="884" y="832"/>
                      <a:pt x="865" y="824"/>
                      <a:pt x="844" y="824"/>
                    </a:cubicBezTo>
                    <a:cubicBezTo>
                      <a:pt x="827" y="824"/>
                      <a:pt x="808" y="829"/>
                      <a:pt x="783" y="847"/>
                    </a:cubicBezTo>
                    <a:cubicBezTo>
                      <a:pt x="733" y="878"/>
                      <a:pt x="743" y="1008"/>
                      <a:pt x="662" y="1058"/>
                    </a:cubicBezTo>
                    <a:cubicBezTo>
                      <a:pt x="636" y="1025"/>
                      <a:pt x="607" y="1013"/>
                      <a:pt x="580" y="1013"/>
                    </a:cubicBezTo>
                    <a:cubicBezTo>
                      <a:pt x="515" y="1013"/>
                      <a:pt x="456" y="1083"/>
                      <a:pt x="442" y="1118"/>
                    </a:cubicBezTo>
                    <a:cubicBezTo>
                      <a:pt x="383" y="1087"/>
                      <a:pt x="321" y="1071"/>
                      <a:pt x="262" y="1071"/>
                    </a:cubicBezTo>
                    <a:cubicBezTo>
                      <a:pt x="171" y="1071"/>
                      <a:pt x="89" y="1109"/>
                      <a:pt x="41" y="1188"/>
                    </a:cubicBezTo>
                    <a:cubicBezTo>
                      <a:pt x="0" y="1269"/>
                      <a:pt x="31" y="1289"/>
                      <a:pt x="71" y="1379"/>
                    </a:cubicBezTo>
                    <a:cubicBezTo>
                      <a:pt x="191" y="1600"/>
                      <a:pt x="462" y="1800"/>
                      <a:pt x="652" y="1891"/>
                    </a:cubicBezTo>
                    <a:cubicBezTo>
                      <a:pt x="942" y="2018"/>
                      <a:pt x="1413" y="2110"/>
                      <a:pt x="1776" y="2110"/>
                    </a:cubicBezTo>
                    <a:cubicBezTo>
                      <a:pt x="1840" y="2110"/>
                      <a:pt x="1901" y="2107"/>
                      <a:pt x="1956" y="2101"/>
                    </a:cubicBezTo>
                    <a:cubicBezTo>
                      <a:pt x="2348" y="2051"/>
                      <a:pt x="2719" y="1901"/>
                      <a:pt x="3120" y="1861"/>
                    </a:cubicBezTo>
                    <a:cubicBezTo>
                      <a:pt x="3410" y="1823"/>
                      <a:pt x="3689" y="1803"/>
                      <a:pt x="3974" y="1803"/>
                    </a:cubicBezTo>
                    <a:cubicBezTo>
                      <a:pt x="4073" y="1803"/>
                      <a:pt x="4172" y="1805"/>
                      <a:pt x="4273" y="1810"/>
                    </a:cubicBezTo>
                    <a:cubicBezTo>
                      <a:pt x="4306" y="1811"/>
                      <a:pt x="4342" y="1812"/>
                      <a:pt x="4383" y="1812"/>
                    </a:cubicBezTo>
                    <a:cubicBezTo>
                      <a:pt x="4748" y="1812"/>
                      <a:pt x="5407" y="1755"/>
                      <a:pt x="5497" y="1349"/>
                    </a:cubicBezTo>
                    <a:cubicBezTo>
                      <a:pt x="5547" y="1158"/>
                      <a:pt x="5447" y="1219"/>
                      <a:pt x="5347" y="1098"/>
                    </a:cubicBezTo>
                    <a:cubicBezTo>
                      <a:pt x="5246" y="988"/>
                      <a:pt x="5256" y="737"/>
                      <a:pt x="5116" y="697"/>
                    </a:cubicBezTo>
                    <a:cubicBezTo>
                      <a:pt x="5107" y="694"/>
                      <a:pt x="5097" y="692"/>
                      <a:pt x="5087" y="692"/>
                    </a:cubicBezTo>
                    <a:cubicBezTo>
                      <a:pt x="5034" y="692"/>
                      <a:pt x="4976" y="733"/>
                      <a:pt x="4925" y="767"/>
                    </a:cubicBezTo>
                    <a:cubicBezTo>
                      <a:pt x="4915" y="737"/>
                      <a:pt x="4905" y="687"/>
                      <a:pt x="4915" y="657"/>
                    </a:cubicBezTo>
                    <a:lnTo>
                      <a:pt x="4845" y="657"/>
                    </a:lnTo>
                    <a:cubicBezTo>
                      <a:pt x="4875" y="557"/>
                      <a:pt x="4855" y="547"/>
                      <a:pt x="4805" y="476"/>
                    </a:cubicBezTo>
                    <a:lnTo>
                      <a:pt x="4765" y="516"/>
                    </a:lnTo>
                    <a:cubicBezTo>
                      <a:pt x="4727" y="462"/>
                      <a:pt x="4690" y="440"/>
                      <a:pt x="4657" y="440"/>
                    </a:cubicBezTo>
                    <a:cubicBezTo>
                      <a:pt x="4567" y="440"/>
                      <a:pt x="4501" y="597"/>
                      <a:pt x="4494" y="707"/>
                    </a:cubicBezTo>
                    <a:cubicBezTo>
                      <a:pt x="4414" y="677"/>
                      <a:pt x="4354" y="607"/>
                      <a:pt x="4304" y="536"/>
                    </a:cubicBezTo>
                    <a:lnTo>
                      <a:pt x="4304" y="536"/>
                    </a:lnTo>
                    <a:cubicBezTo>
                      <a:pt x="4307" y="548"/>
                      <a:pt x="4311" y="558"/>
                      <a:pt x="4315" y="567"/>
                    </a:cubicBezTo>
                    <a:lnTo>
                      <a:pt x="4315" y="567"/>
                    </a:lnTo>
                    <a:cubicBezTo>
                      <a:pt x="4283" y="505"/>
                      <a:pt x="4232" y="481"/>
                      <a:pt x="4174" y="481"/>
                    </a:cubicBezTo>
                    <a:cubicBezTo>
                      <a:pt x="4086" y="481"/>
                      <a:pt x="3984" y="536"/>
                      <a:pt x="3912" y="597"/>
                    </a:cubicBezTo>
                    <a:cubicBezTo>
                      <a:pt x="3909" y="504"/>
                      <a:pt x="3863" y="471"/>
                      <a:pt x="3803" y="471"/>
                    </a:cubicBezTo>
                    <a:cubicBezTo>
                      <a:pt x="3700" y="471"/>
                      <a:pt x="3556" y="571"/>
                      <a:pt x="3511" y="647"/>
                    </a:cubicBezTo>
                    <a:cubicBezTo>
                      <a:pt x="3495" y="549"/>
                      <a:pt x="3419" y="498"/>
                      <a:pt x="3338" y="498"/>
                    </a:cubicBezTo>
                    <a:cubicBezTo>
                      <a:pt x="3319" y="498"/>
                      <a:pt x="3299" y="501"/>
                      <a:pt x="3280" y="506"/>
                    </a:cubicBezTo>
                    <a:cubicBezTo>
                      <a:pt x="3369" y="360"/>
                      <a:pt x="3221" y="299"/>
                      <a:pt x="3062" y="299"/>
                    </a:cubicBezTo>
                    <a:cubicBezTo>
                      <a:pt x="2970" y="299"/>
                      <a:pt x="2874" y="319"/>
                      <a:pt x="2819" y="356"/>
                    </a:cubicBezTo>
                    <a:cubicBezTo>
                      <a:pt x="2827" y="248"/>
                      <a:pt x="2713" y="45"/>
                      <a:pt x="2605" y="45"/>
                    </a:cubicBezTo>
                    <a:cubicBezTo>
                      <a:pt x="2582" y="45"/>
                      <a:pt x="2559" y="54"/>
                      <a:pt x="2538" y="75"/>
                    </a:cubicBezTo>
                    <a:cubicBezTo>
                      <a:pt x="2483" y="23"/>
                      <a:pt x="2429" y="1"/>
                      <a:pt x="23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799" name="Google Shape;6799;p34"/>
              <p:cNvSpPr/>
              <p:nvPr/>
            </p:nvSpPr>
            <p:spPr>
              <a:xfrm>
                <a:off x="1439436" y="4198531"/>
                <a:ext cx="71262" cy="43632"/>
              </a:xfrm>
              <a:custGeom>
                <a:avLst/>
                <a:gdLst/>
                <a:ahLst/>
                <a:cxnLst/>
                <a:rect l="l" t="t" r="r" b="b"/>
                <a:pathLst>
                  <a:path w="1777" h="1088" extrusionOk="0">
                    <a:moveTo>
                      <a:pt x="853" y="1"/>
                    </a:moveTo>
                    <a:cubicBezTo>
                      <a:pt x="753" y="1"/>
                      <a:pt x="633" y="171"/>
                      <a:pt x="583" y="232"/>
                    </a:cubicBezTo>
                    <a:cubicBezTo>
                      <a:pt x="522" y="302"/>
                      <a:pt x="472" y="382"/>
                      <a:pt x="402" y="422"/>
                    </a:cubicBezTo>
                    <a:cubicBezTo>
                      <a:pt x="392" y="402"/>
                      <a:pt x="372" y="382"/>
                      <a:pt x="372" y="362"/>
                    </a:cubicBezTo>
                    <a:cubicBezTo>
                      <a:pt x="302" y="402"/>
                      <a:pt x="222" y="452"/>
                      <a:pt x="181" y="512"/>
                    </a:cubicBezTo>
                    <a:cubicBezTo>
                      <a:pt x="171" y="502"/>
                      <a:pt x="161" y="492"/>
                      <a:pt x="151" y="472"/>
                    </a:cubicBezTo>
                    <a:cubicBezTo>
                      <a:pt x="81" y="532"/>
                      <a:pt x="1" y="603"/>
                      <a:pt x="1" y="713"/>
                    </a:cubicBezTo>
                    <a:cubicBezTo>
                      <a:pt x="11" y="753"/>
                      <a:pt x="51" y="884"/>
                      <a:pt x="81" y="984"/>
                    </a:cubicBezTo>
                    <a:cubicBezTo>
                      <a:pt x="129" y="991"/>
                      <a:pt x="176" y="993"/>
                      <a:pt x="223" y="993"/>
                    </a:cubicBezTo>
                    <a:cubicBezTo>
                      <a:pt x="273" y="993"/>
                      <a:pt x="324" y="991"/>
                      <a:pt x="375" y="991"/>
                    </a:cubicBezTo>
                    <a:cubicBezTo>
                      <a:pt x="404" y="991"/>
                      <a:pt x="433" y="992"/>
                      <a:pt x="462" y="994"/>
                    </a:cubicBezTo>
                    <a:cubicBezTo>
                      <a:pt x="621" y="1003"/>
                      <a:pt x="754" y="1065"/>
                      <a:pt x="918" y="1065"/>
                    </a:cubicBezTo>
                    <a:cubicBezTo>
                      <a:pt x="930" y="1065"/>
                      <a:pt x="942" y="1065"/>
                      <a:pt x="954" y="1064"/>
                    </a:cubicBezTo>
                    <a:cubicBezTo>
                      <a:pt x="1104" y="1064"/>
                      <a:pt x="1255" y="1064"/>
                      <a:pt x="1415" y="1074"/>
                    </a:cubicBezTo>
                    <a:cubicBezTo>
                      <a:pt x="1461" y="1074"/>
                      <a:pt x="1536" y="1087"/>
                      <a:pt x="1606" y="1087"/>
                    </a:cubicBezTo>
                    <a:cubicBezTo>
                      <a:pt x="1658" y="1087"/>
                      <a:pt x="1706" y="1080"/>
                      <a:pt x="1736" y="1054"/>
                    </a:cubicBezTo>
                    <a:cubicBezTo>
                      <a:pt x="1776" y="1024"/>
                      <a:pt x="1776" y="994"/>
                      <a:pt x="1776" y="954"/>
                    </a:cubicBezTo>
                    <a:cubicBezTo>
                      <a:pt x="1776" y="894"/>
                      <a:pt x="1756" y="823"/>
                      <a:pt x="1736" y="763"/>
                    </a:cubicBezTo>
                    <a:cubicBezTo>
                      <a:pt x="1712" y="706"/>
                      <a:pt x="1588" y="470"/>
                      <a:pt x="1499" y="470"/>
                    </a:cubicBezTo>
                    <a:cubicBezTo>
                      <a:pt x="1481" y="470"/>
                      <a:pt x="1464" y="480"/>
                      <a:pt x="1450" y="503"/>
                    </a:cubicBezTo>
                    <a:lnTo>
                      <a:pt x="1450" y="503"/>
                    </a:lnTo>
                    <a:cubicBezTo>
                      <a:pt x="1496" y="403"/>
                      <a:pt x="1173" y="412"/>
                      <a:pt x="1114" y="392"/>
                    </a:cubicBezTo>
                    <a:cubicBezTo>
                      <a:pt x="1136" y="348"/>
                      <a:pt x="1105" y="299"/>
                      <a:pt x="1071" y="299"/>
                    </a:cubicBezTo>
                    <a:cubicBezTo>
                      <a:pt x="1061" y="299"/>
                      <a:pt x="1052" y="302"/>
                      <a:pt x="1044" y="310"/>
                    </a:cubicBezTo>
                    <a:lnTo>
                      <a:pt x="1044" y="310"/>
                    </a:lnTo>
                    <a:cubicBezTo>
                      <a:pt x="1110" y="214"/>
                      <a:pt x="940" y="10"/>
                      <a:pt x="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00" name="Google Shape;6800;p34"/>
              <p:cNvSpPr/>
              <p:nvPr/>
            </p:nvSpPr>
            <p:spPr>
              <a:xfrm>
                <a:off x="1307495" y="4187583"/>
                <a:ext cx="87744" cy="42709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1065" extrusionOk="0">
                    <a:moveTo>
                      <a:pt x="979" y="1"/>
                    </a:moveTo>
                    <a:cubicBezTo>
                      <a:pt x="883" y="1"/>
                      <a:pt x="768" y="197"/>
                      <a:pt x="723" y="364"/>
                    </a:cubicBezTo>
                    <a:cubicBezTo>
                      <a:pt x="663" y="344"/>
                      <a:pt x="583" y="284"/>
                      <a:pt x="532" y="234"/>
                    </a:cubicBezTo>
                    <a:cubicBezTo>
                      <a:pt x="502" y="274"/>
                      <a:pt x="482" y="314"/>
                      <a:pt x="442" y="344"/>
                    </a:cubicBezTo>
                    <a:cubicBezTo>
                      <a:pt x="442" y="304"/>
                      <a:pt x="412" y="284"/>
                      <a:pt x="402" y="254"/>
                    </a:cubicBezTo>
                    <a:cubicBezTo>
                      <a:pt x="352" y="274"/>
                      <a:pt x="292" y="294"/>
                      <a:pt x="232" y="294"/>
                    </a:cubicBezTo>
                    <a:cubicBezTo>
                      <a:pt x="229" y="295"/>
                      <a:pt x="226" y="295"/>
                      <a:pt x="224" y="295"/>
                    </a:cubicBezTo>
                    <a:cubicBezTo>
                      <a:pt x="205" y="295"/>
                      <a:pt x="199" y="269"/>
                      <a:pt x="173" y="269"/>
                    </a:cubicBezTo>
                    <a:cubicBezTo>
                      <a:pt x="167" y="269"/>
                      <a:pt x="160" y="270"/>
                      <a:pt x="151" y="274"/>
                    </a:cubicBezTo>
                    <a:cubicBezTo>
                      <a:pt x="51" y="314"/>
                      <a:pt x="1" y="474"/>
                      <a:pt x="51" y="575"/>
                    </a:cubicBezTo>
                    <a:cubicBezTo>
                      <a:pt x="71" y="605"/>
                      <a:pt x="51" y="675"/>
                      <a:pt x="81" y="735"/>
                    </a:cubicBezTo>
                    <a:cubicBezTo>
                      <a:pt x="141" y="846"/>
                      <a:pt x="272" y="846"/>
                      <a:pt x="362" y="866"/>
                    </a:cubicBezTo>
                    <a:cubicBezTo>
                      <a:pt x="700" y="948"/>
                      <a:pt x="1071" y="1064"/>
                      <a:pt x="1427" y="1064"/>
                    </a:cubicBezTo>
                    <a:cubicBezTo>
                      <a:pt x="1504" y="1064"/>
                      <a:pt x="1581" y="1059"/>
                      <a:pt x="1656" y="1046"/>
                    </a:cubicBezTo>
                    <a:cubicBezTo>
                      <a:pt x="1947" y="996"/>
                      <a:pt x="2187" y="755"/>
                      <a:pt x="1856" y="535"/>
                    </a:cubicBezTo>
                    <a:cubicBezTo>
                      <a:pt x="1806" y="505"/>
                      <a:pt x="1696" y="464"/>
                      <a:pt x="1646" y="444"/>
                    </a:cubicBezTo>
                    <a:cubicBezTo>
                      <a:pt x="1606" y="434"/>
                      <a:pt x="1536" y="414"/>
                      <a:pt x="1485" y="384"/>
                    </a:cubicBezTo>
                    <a:cubicBezTo>
                      <a:pt x="1525" y="240"/>
                      <a:pt x="1398" y="207"/>
                      <a:pt x="1274" y="207"/>
                    </a:cubicBezTo>
                    <a:cubicBezTo>
                      <a:pt x="1208" y="207"/>
                      <a:pt x="1143" y="217"/>
                      <a:pt x="1104" y="224"/>
                    </a:cubicBezTo>
                    <a:cubicBezTo>
                      <a:pt x="1079" y="62"/>
                      <a:pt x="1032" y="1"/>
                      <a:pt x="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01" name="Google Shape;6801;p34"/>
              <p:cNvSpPr/>
              <p:nvPr/>
            </p:nvSpPr>
            <p:spPr>
              <a:xfrm>
                <a:off x="1330033" y="4187703"/>
                <a:ext cx="347007" cy="94963"/>
              </a:xfrm>
              <a:custGeom>
                <a:avLst/>
                <a:gdLst/>
                <a:ahLst/>
                <a:cxnLst/>
                <a:rect l="l" t="t" r="r" b="b"/>
                <a:pathLst>
                  <a:path w="8653" h="2368" extrusionOk="0">
                    <a:moveTo>
                      <a:pt x="6049" y="0"/>
                    </a:moveTo>
                    <a:cubicBezTo>
                      <a:pt x="5858" y="90"/>
                      <a:pt x="5598" y="60"/>
                      <a:pt x="5598" y="341"/>
                    </a:cubicBezTo>
                    <a:cubicBezTo>
                      <a:pt x="5578" y="331"/>
                      <a:pt x="5567" y="301"/>
                      <a:pt x="5547" y="291"/>
                    </a:cubicBezTo>
                    <a:cubicBezTo>
                      <a:pt x="5267" y="421"/>
                      <a:pt x="5156" y="502"/>
                      <a:pt x="5126" y="843"/>
                    </a:cubicBezTo>
                    <a:cubicBezTo>
                      <a:pt x="5060" y="722"/>
                      <a:pt x="4954" y="667"/>
                      <a:pt x="4856" y="667"/>
                    </a:cubicBezTo>
                    <a:cubicBezTo>
                      <a:pt x="4716" y="667"/>
                      <a:pt x="4591" y="779"/>
                      <a:pt x="4615" y="973"/>
                    </a:cubicBezTo>
                    <a:cubicBezTo>
                      <a:pt x="4585" y="943"/>
                      <a:pt x="4554" y="913"/>
                      <a:pt x="4534" y="883"/>
                    </a:cubicBezTo>
                    <a:cubicBezTo>
                      <a:pt x="4534" y="953"/>
                      <a:pt x="4484" y="1023"/>
                      <a:pt x="4504" y="1123"/>
                    </a:cubicBezTo>
                    <a:cubicBezTo>
                      <a:pt x="4392" y="1080"/>
                      <a:pt x="4223" y="990"/>
                      <a:pt x="4098" y="990"/>
                    </a:cubicBezTo>
                    <a:cubicBezTo>
                      <a:pt x="4021" y="990"/>
                      <a:pt x="3962" y="1024"/>
                      <a:pt x="3943" y="1123"/>
                    </a:cubicBezTo>
                    <a:cubicBezTo>
                      <a:pt x="3863" y="1038"/>
                      <a:pt x="3710" y="953"/>
                      <a:pt x="3596" y="953"/>
                    </a:cubicBezTo>
                    <a:cubicBezTo>
                      <a:pt x="3521" y="953"/>
                      <a:pt x="3463" y="989"/>
                      <a:pt x="3451" y="1083"/>
                    </a:cubicBezTo>
                    <a:cubicBezTo>
                      <a:pt x="3421" y="973"/>
                      <a:pt x="3381" y="873"/>
                      <a:pt x="3341" y="782"/>
                    </a:cubicBezTo>
                    <a:cubicBezTo>
                      <a:pt x="3180" y="792"/>
                      <a:pt x="3030" y="873"/>
                      <a:pt x="2909" y="983"/>
                    </a:cubicBezTo>
                    <a:cubicBezTo>
                      <a:pt x="2899" y="923"/>
                      <a:pt x="2859" y="893"/>
                      <a:pt x="2849" y="833"/>
                    </a:cubicBezTo>
                    <a:cubicBezTo>
                      <a:pt x="2830" y="839"/>
                      <a:pt x="2811" y="842"/>
                      <a:pt x="2792" y="842"/>
                    </a:cubicBezTo>
                    <a:cubicBezTo>
                      <a:pt x="2706" y="842"/>
                      <a:pt x="2619" y="785"/>
                      <a:pt x="2546" y="785"/>
                    </a:cubicBezTo>
                    <a:cubicBezTo>
                      <a:pt x="2490" y="785"/>
                      <a:pt x="2442" y="818"/>
                      <a:pt x="2408" y="933"/>
                    </a:cubicBezTo>
                    <a:cubicBezTo>
                      <a:pt x="2324" y="789"/>
                      <a:pt x="2180" y="731"/>
                      <a:pt x="2036" y="731"/>
                    </a:cubicBezTo>
                    <a:cubicBezTo>
                      <a:pt x="1939" y="731"/>
                      <a:pt x="1843" y="758"/>
                      <a:pt x="1766" y="802"/>
                    </a:cubicBezTo>
                    <a:cubicBezTo>
                      <a:pt x="1736" y="722"/>
                      <a:pt x="1666" y="672"/>
                      <a:pt x="1636" y="592"/>
                    </a:cubicBezTo>
                    <a:cubicBezTo>
                      <a:pt x="1515" y="602"/>
                      <a:pt x="1445" y="592"/>
                      <a:pt x="1355" y="682"/>
                    </a:cubicBezTo>
                    <a:lnTo>
                      <a:pt x="1274" y="602"/>
                    </a:lnTo>
                    <a:cubicBezTo>
                      <a:pt x="1254" y="612"/>
                      <a:pt x="1234" y="632"/>
                      <a:pt x="1224" y="652"/>
                    </a:cubicBezTo>
                    <a:cubicBezTo>
                      <a:pt x="1194" y="602"/>
                      <a:pt x="1124" y="552"/>
                      <a:pt x="1094" y="512"/>
                    </a:cubicBezTo>
                    <a:cubicBezTo>
                      <a:pt x="1064" y="542"/>
                      <a:pt x="984" y="582"/>
                      <a:pt x="953" y="612"/>
                    </a:cubicBezTo>
                    <a:cubicBezTo>
                      <a:pt x="833" y="431"/>
                      <a:pt x="763" y="351"/>
                      <a:pt x="552" y="351"/>
                    </a:cubicBezTo>
                    <a:cubicBezTo>
                      <a:pt x="492" y="391"/>
                      <a:pt x="452" y="401"/>
                      <a:pt x="402" y="431"/>
                    </a:cubicBezTo>
                    <a:cubicBezTo>
                      <a:pt x="392" y="431"/>
                      <a:pt x="362" y="371"/>
                      <a:pt x="352" y="361"/>
                    </a:cubicBezTo>
                    <a:cubicBezTo>
                      <a:pt x="332" y="411"/>
                      <a:pt x="291" y="461"/>
                      <a:pt x="281" y="512"/>
                    </a:cubicBezTo>
                    <a:cubicBezTo>
                      <a:pt x="221" y="451"/>
                      <a:pt x="151" y="451"/>
                      <a:pt x="111" y="411"/>
                    </a:cubicBezTo>
                    <a:cubicBezTo>
                      <a:pt x="31" y="542"/>
                      <a:pt x="1" y="702"/>
                      <a:pt x="21" y="863"/>
                    </a:cubicBezTo>
                    <a:cubicBezTo>
                      <a:pt x="41" y="1224"/>
                      <a:pt x="1" y="1685"/>
                      <a:pt x="322" y="2006"/>
                    </a:cubicBezTo>
                    <a:cubicBezTo>
                      <a:pt x="582" y="2247"/>
                      <a:pt x="1102" y="2368"/>
                      <a:pt x="1445" y="2368"/>
                    </a:cubicBezTo>
                    <a:cubicBezTo>
                      <a:pt x="1459" y="2368"/>
                      <a:pt x="1472" y="2368"/>
                      <a:pt x="1485" y="2367"/>
                    </a:cubicBezTo>
                    <a:cubicBezTo>
                      <a:pt x="1866" y="2347"/>
                      <a:pt x="2247" y="2277"/>
                      <a:pt x="2639" y="2277"/>
                    </a:cubicBezTo>
                    <a:cubicBezTo>
                      <a:pt x="3086" y="2277"/>
                      <a:pt x="3539" y="2324"/>
                      <a:pt x="3990" y="2324"/>
                    </a:cubicBezTo>
                    <a:cubicBezTo>
                      <a:pt x="4165" y="2324"/>
                      <a:pt x="4340" y="2317"/>
                      <a:pt x="4514" y="2297"/>
                    </a:cubicBezTo>
                    <a:cubicBezTo>
                      <a:pt x="5527" y="2187"/>
                      <a:pt x="6561" y="1816"/>
                      <a:pt x="7564" y="1585"/>
                    </a:cubicBezTo>
                    <a:cubicBezTo>
                      <a:pt x="7864" y="1525"/>
                      <a:pt x="8376" y="1545"/>
                      <a:pt x="8527" y="1254"/>
                    </a:cubicBezTo>
                    <a:cubicBezTo>
                      <a:pt x="8653" y="1025"/>
                      <a:pt x="8537" y="771"/>
                      <a:pt x="8325" y="771"/>
                    </a:cubicBezTo>
                    <a:cubicBezTo>
                      <a:pt x="8268" y="771"/>
                      <a:pt x="8204" y="790"/>
                      <a:pt x="8135" y="833"/>
                    </a:cubicBezTo>
                    <a:cubicBezTo>
                      <a:pt x="8115" y="752"/>
                      <a:pt x="8045" y="722"/>
                      <a:pt x="8015" y="672"/>
                    </a:cubicBezTo>
                    <a:cubicBezTo>
                      <a:pt x="7975" y="692"/>
                      <a:pt x="7955" y="722"/>
                      <a:pt x="7925" y="752"/>
                    </a:cubicBezTo>
                    <a:cubicBezTo>
                      <a:pt x="7925" y="732"/>
                      <a:pt x="7925" y="672"/>
                      <a:pt x="7905" y="652"/>
                    </a:cubicBezTo>
                    <a:cubicBezTo>
                      <a:pt x="7764" y="672"/>
                      <a:pt x="7624" y="722"/>
                      <a:pt x="7503" y="792"/>
                    </a:cubicBezTo>
                    <a:cubicBezTo>
                      <a:pt x="7473" y="772"/>
                      <a:pt x="7373" y="692"/>
                      <a:pt x="7353" y="672"/>
                    </a:cubicBezTo>
                    <a:cubicBezTo>
                      <a:pt x="7403" y="582"/>
                      <a:pt x="7393" y="461"/>
                      <a:pt x="7413" y="361"/>
                    </a:cubicBezTo>
                    <a:lnTo>
                      <a:pt x="7413" y="361"/>
                    </a:lnTo>
                    <a:cubicBezTo>
                      <a:pt x="7182" y="381"/>
                      <a:pt x="6962" y="512"/>
                      <a:pt x="6751" y="562"/>
                    </a:cubicBezTo>
                    <a:cubicBezTo>
                      <a:pt x="6721" y="542"/>
                      <a:pt x="6631" y="481"/>
                      <a:pt x="6611" y="451"/>
                    </a:cubicBezTo>
                    <a:cubicBezTo>
                      <a:pt x="6591" y="471"/>
                      <a:pt x="6581" y="502"/>
                      <a:pt x="6550" y="522"/>
                    </a:cubicBezTo>
                    <a:cubicBezTo>
                      <a:pt x="6664" y="296"/>
                      <a:pt x="6553" y="84"/>
                      <a:pt x="6404" y="84"/>
                    </a:cubicBezTo>
                    <a:cubicBezTo>
                      <a:pt x="6341" y="84"/>
                      <a:pt x="6272" y="122"/>
                      <a:pt x="6209" y="211"/>
                    </a:cubicBezTo>
                    <a:cubicBezTo>
                      <a:pt x="6139" y="70"/>
                      <a:pt x="6169" y="171"/>
                      <a:pt x="6069" y="90"/>
                    </a:cubicBezTo>
                    <a:cubicBezTo>
                      <a:pt x="6059" y="70"/>
                      <a:pt x="6059" y="10"/>
                      <a:pt x="60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02" name="Google Shape;6802;p34"/>
              <p:cNvSpPr/>
              <p:nvPr/>
            </p:nvSpPr>
            <p:spPr>
              <a:xfrm>
                <a:off x="1509858" y="4187703"/>
                <a:ext cx="110242" cy="67452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1682" extrusionOk="0">
                    <a:moveTo>
                      <a:pt x="1565" y="0"/>
                    </a:moveTo>
                    <a:cubicBezTo>
                      <a:pt x="1374" y="90"/>
                      <a:pt x="1114" y="60"/>
                      <a:pt x="1114" y="341"/>
                    </a:cubicBezTo>
                    <a:cubicBezTo>
                      <a:pt x="1094" y="331"/>
                      <a:pt x="1083" y="301"/>
                      <a:pt x="1063" y="291"/>
                    </a:cubicBezTo>
                    <a:cubicBezTo>
                      <a:pt x="783" y="421"/>
                      <a:pt x="672" y="502"/>
                      <a:pt x="642" y="843"/>
                    </a:cubicBezTo>
                    <a:cubicBezTo>
                      <a:pt x="576" y="722"/>
                      <a:pt x="470" y="667"/>
                      <a:pt x="372" y="667"/>
                    </a:cubicBezTo>
                    <a:cubicBezTo>
                      <a:pt x="232" y="667"/>
                      <a:pt x="107" y="779"/>
                      <a:pt x="131" y="973"/>
                    </a:cubicBezTo>
                    <a:cubicBezTo>
                      <a:pt x="101" y="943"/>
                      <a:pt x="70" y="913"/>
                      <a:pt x="50" y="883"/>
                    </a:cubicBezTo>
                    <a:cubicBezTo>
                      <a:pt x="50" y="953"/>
                      <a:pt x="0" y="1023"/>
                      <a:pt x="20" y="1123"/>
                    </a:cubicBezTo>
                    <a:cubicBezTo>
                      <a:pt x="30" y="1194"/>
                      <a:pt x="0" y="1254"/>
                      <a:pt x="10" y="1304"/>
                    </a:cubicBezTo>
                    <a:cubicBezTo>
                      <a:pt x="40" y="1384"/>
                      <a:pt x="60" y="1354"/>
                      <a:pt x="111" y="1414"/>
                    </a:cubicBezTo>
                    <a:cubicBezTo>
                      <a:pt x="161" y="1454"/>
                      <a:pt x="151" y="1515"/>
                      <a:pt x="221" y="1545"/>
                    </a:cubicBezTo>
                    <a:cubicBezTo>
                      <a:pt x="251" y="1560"/>
                      <a:pt x="291" y="1563"/>
                      <a:pt x="336" y="1563"/>
                    </a:cubicBezTo>
                    <a:cubicBezTo>
                      <a:pt x="384" y="1563"/>
                      <a:pt x="437" y="1559"/>
                      <a:pt x="486" y="1559"/>
                    </a:cubicBezTo>
                    <a:cubicBezTo>
                      <a:pt x="513" y="1559"/>
                      <a:pt x="539" y="1560"/>
                      <a:pt x="562" y="1565"/>
                    </a:cubicBezTo>
                    <a:cubicBezTo>
                      <a:pt x="831" y="1626"/>
                      <a:pt x="1153" y="1682"/>
                      <a:pt x="1452" y="1682"/>
                    </a:cubicBezTo>
                    <a:cubicBezTo>
                      <a:pt x="1543" y="1682"/>
                      <a:pt x="1631" y="1677"/>
                      <a:pt x="1715" y="1665"/>
                    </a:cubicBezTo>
                    <a:cubicBezTo>
                      <a:pt x="1796" y="1655"/>
                      <a:pt x="1866" y="1605"/>
                      <a:pt x="1946" y="1595"/>
                    </a:cubicBezTo>
                    <a:cubicBezTo>
                      <a:pt x="1961" y="1593"/>
                      <a:pt x="1977" y="1592"/>
                      <a:pt x="1993" y="1592"/>
                    </a:cubicBezTo>
                    <a:cubicBezTo>
                      <a:pt x="2061" y="1592"/>
                      <a:pt x="2134" y="1607"/>
                      <a:pt x="2207" y="1615"/>
                    </a:cubicBezTo>
                    <a:cubicBezTo>
                      <a:pt x="2387" y="1615"/>
                      <a:pt x="2528" y="1595"/>
                      <a:pt x="2648" y="1454"/>
                    </a:cubicBezTo>
                    <a:cubicBezTo>
                      <a:pt x="2688" y="1404"/>
                      <a:pt x="2749" y="1334"/>
                      <a:pt x="2729" y="1284"/>
                    </a:cubicBezTo>
                    <a:cubicBezTo>
                      <a:pt x="2718" y="1229"/>
                      <a:pt x="2696" y="1219"/>
                      <a:pt x="2668" y="1219"/>
                    </a:cubicBezTo>
                    <a:cubicBezTo>
                      <a:pt x="2653" y="1219"/>
                      <a:pt x="2635" y="1222"/>
                      <a:pt x="2618" y="1222"/>
                    </a:cubicBezTo>
                    <a:cubicBezTo>
                      <a:pt x="2604" y="1222"/>
                      <a:pt x="2591" y="1220"/>
                      <a:pt x="2578" y="1214"/>
                    </a:cubicBezTo>
                    <a:cubicBezTo>
                      <a:pt x="2594" y="1173"/>
                      <a:pt x="2557" y="1138"/>
                      <a:pt x="2521" y="1138"/>
                    </a:cubicBezTo>
                    <a:cubicBezTo>
                      <a:pt x="2513" y="1138"/>
                      <a:pt x="2505" y="1140"/>
                      <a:pt x="2498" y="1143"/>
                    </a:cubicBezTo>
                    <a:cubicBezTo>
                      <a:pt x="2468" y="1103"/>
                      <a:pt x="2448" y="1043"/>
                      <a:pt x="2468" y="993"/>
                    </a:cubicBezTo>
                    <a:cubicBezTo>
                      <a:pt x="2439" y="979"/>
                      <a:pt x="2421" y="965"/>
                      <a:pt x="2399" y="965"/>
                    </a:cubicBezTo>
                    <a:cubicBezTo>
                      <a:pt x="2389" y="965"/>
                      <a:pt x="2379" y="967"/>
                      <a:pt x="2367" y="973"/>
                    </a:cubicBezTo>
                    <a:lnTo>
                      <a:pt x="2387" y="953"/>
                    </a:lnTo>
                    <a:cubicBezTo>
                      <a:pt x="2365" y="927"/>
                      <a:pt x="2344" y="918"/>
                      <a:pt x="2324" y="918"/>
                    </a:cubicBezTo>
                    <a:cubicBezTo>
                      <a:pt x="2283" y="918"/>
                      <a:pt x="2247" y="956"/>
                      <a:pt x="2207" y="963"/>
                    </a:cubicBezTo>
                    <a:cubicBezTo>
                      <a:pt x="2187" y="973"/>
                      <a:pt x="2177" y="993"/>
                      <a:pt x="2157" y="993"/>
                    </a:cubicBezTo>
                    <a:cubicBezTo>
                      <a:pt x="2137" y="993"/>
                      <a:pt x="2087" y="963"/>
                      <a:pt x="2056" y="963"/>
                    </a:cubicBezTo>
                    <a:cubicBezTo>
                      <a:pt x="2117" y="933"/>
                      <a:pt x="2247" y="742"/>
                      <a:pt x="2107" y="732"/>
                    </a:cubicBezTo>
                    <a:cubicBezTo>
                      <a:pt x="2127" y="702"/>
                      <a:pt x="2127" y="682"/>
                      <a:pt x="2157" y="652"/>
                    </a:cubicBezTo>
                    <a:cubicBezTo>
                      <a:pt x="2137" y="612"/>
                      <a:pt x="2087" y="602"/>
                      <a:pt x="2056" y="592"/>
                    </a:cubicBezTo>
                    <a:cubicBezTo>
                      <a:pt x="2077" y="542"/>
                      <a:pt x="2107" y="502"/>
                      <a:pt x="2127" y="461"/>
                    </a:cubicBezTo>
                    <a:lnTo>
                      <a:pt x="2127" y="451"/>
                    </a:lnTo>
                    <a:cubicBezTo>
                      <a:pt x="2107" y="471"/>
                      <a:pt x="2097" y="502"/>
                      <a:pt x="2066" y="522"/>
                    </a:cubicBezTo>
                    <a:cubicBezTo>
                      <a:pt x="2180" y="296"/>
                      <a:pt x="2069" y="84"/>
                      <a:pt x="1920" y="84"/>
                    </a:cubicBezTo>
                    <a:cubicBezTo>
                      <a:pt x="1857" y="84"/>
                      <a:pt x="1788" y="122"/>
                      <a:pt x="1725" y="211"/>
                    </a:cubicBezTo>
                    <a:cubicBezTo>
                      <a:pt x="1655" y="70"/>
                      <a:pt x="1685" y="171"/>
                      <a:pt x="1585" y="90"/>
                    </a:cubicBezTo>
                    <a:cubicBezTo>
                      <a:pt x="1575" y="70"/>
                      <a:pt x="1575" y="10"/>
                      <a:pt x="15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03" name="Google Shape;6803;p34"/>
              <p:cNvSpPr/>
              <p:nvPr/>
            </p:nvSpPr>
            <p:spPr>
              <a:xfrm>
                <a:off x="1255200" y="4198531"/>
                <a:ext cx="110282" cy="67493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683" extrusionOk="0">
                    <a:moveTo>
                      <a:pt x="1566" y="1"/>
                    </a:moveTo>
                    <a:cubicBezTo>
                      <a:pt x="1385" y="101"/>
                      <a:pt x="1124" y="61"/>
                      <a:pt x="1124" y="342"/>
                    </a:cubicBezTo>
                    <a:cubicBezTo>
                      <a:pt x="1104" y="332"/>
                      <a:pt x="1094" y="302"/>
                      <a:pt x="1074" y="302"/>
                    </a:cubicBezTo>
                    <a:cubicBezTo>
                      <a:pt x="793" y="432"/>
                      <a:pt x="683" y="502"/>
                      <a:pt x="643" y="843"/>
                    </a:cubicBezTo>
                    <a:cubicBezTo>
                      <a:pt x="581" y="725"/>
                      <a:pt x="478" y="671"/>
                      <a:pt x="380" y="671"/>
                    </a:cubicBezTo>
                    <a:cubicBezTo>
                      <a:pt x="238" y="671"/>
                      <a:pt x="108" y="784"/>
                      <a:pt x="131" y="974"/>
                    </a:cubicBezTo>
                    <a:cubicBezTo>
                      <a:pt x="111" y="954"/>
                      <a:pt x="81" y="914"/>
                      <a:pt x="61" y="894"/>
                    </a:cubicBezTo>
                    <a:cubicBezTo>
                      <a:pt x="61" y="954"/>
                      <a:pt x="1" y="1034"/>
                      <a:pt x="21" y="1134"/>
                    </a:cubicBezTo>
                    <a:lnTo>
                      <a:pt x="21" y="1124"/>
                    </a:lnTo>
                    <a:lnTo>
                      <a:pt x="21" y="1124"/>
                    </a:lnTo>
                    <a:cubicBezTo>
                      <a:pt x="31" y="1194"/>
                      <a:pt x="11" y="1255"/>
                      <a:pt x="21" y="1305"/>
                    </a:cubicBezTo>
                    <a:cubicBezTo>
                      <a:pt x="51" y="1385"/>
                      <a:pt x="71" y="1355"/>
                      <a:pt x="121" y="1415"/>
                    </a:cubicBezTo>
                    <a:cubicBezTo>
                      <a:pt x="161" y="1455"/>
                      <a:pt x="161" y="1515"/>
                      <a:pt x="222" y="1546"/>
                    </a:cubicBezTo>
                    <a:cubicBezTo>
                      <a:pt x="255" y="1560"/>
                      <a:pt x="298" y="1564"/>
                      <a:pt x="344" y="1564"/>
                    </a:cubicBezTo>
                    <a:cubicBezTo>
                      <a:pt x="394" y="1564"/>
                      <a:pt x="448" y="1560"/>
                      <a:pt x="497" y="1560"/>
                    </a:cubicBezTo>
                    <a:cubicBezTo>
                      <a:pt x="524" y="1560"/>
                      <a:pt x="550" y="1561"/>
                      <a:pt x="573" y="1566"/>
                    </a:cubicBezTo>
                    <a:cubicBezTo>
                      <a:pt x="842" y="1627"/>
                      <a:pt x="1164" y="1683"/>
                      <a:pt x="1462" y="1683"/>
                    </a:cubicBezTo>
                    <a:cubicBezTo>
                      <a:pt x="1553" y="1683"/>
                      <a:pt x="1642" y="1678"/>
                      <a:pt x="1726" y="1666"/>
                    </a:cubicBezTo>
                    <a:cubicBezTo>
                      <a:pt x="1806" y="1656"/>
                      <a:pt x="1877" y="1616"/>
                      <a:pt x="1947" y="1596"/>
                    </a:cubicBezTo>
                    <a:cubicBezTo>
                      <a:pt x="1964" y="1594"/>
                      <a:pt x="1981" y="1593"/>
                      <a:pt x="1998" y="1593"/>
                    </a:cubicBezTo>
                    <a:cubicBezTo>
                      <a:pt x="2071" y="1593"/>
                      <a:pt x="2143" y="1608"/>
                      <a:pt x="2208" y="1616"/>
                    </a:cubicBezTo>
                    <a:cubicBezTo>
                      <a:pt x="2229" y="1617"/>
                      <a:pt x="2250" y="1618"/>
                      <a:pt x="2271" y="1618"/>
                    </a:cubicBezTo>
                    <a:cubicBezTo>
                      <a:pt x="2430" y="1618"/>
                      <a:pt x="2551" y="1580"/>
                      <a:pt x="2649" y="1455"/>
                    </a:cubicBezTo>
                    <a:cubicBezTo>
                      <a:pt x="2689" y="1405"/>
                      <a:pt x="2749" y="1345"/>
                      <a:pt x="2739" y="1285"/>
                    </a:cubicBezTo>
                    <a:cubicBezTo>
                      <a:pt x="2730" y="1232"/>
                      <a:pt x="2709" y="1221"/>
                      <a:pt x="2682" y="1221"/>
                    </a:cubicBezTo>
                    <a:cubicBezTo>
                      <a:pt x="2660" y="1221"/>
                      <a:pt x="2635" y="1228"/>
                      <a:pt x="2608" y="1228"/>
                    </a:cubicBezTo>
                    <a:cubicBezTo>
                      <a:pt x="2599" y="1228"/>
                      <a:pt x="2589" y="1227"/>
                      <a:pt x="2579" y="1225"/>
                    </a:cubicBezTo>
                    <a:cubicBezTo>
                      <a:pt x="2603" y="1175"/>
                      <a:pt x="2567" y="1139"/>
                      <a:pt x="2526" y="1139"/>
                    </a:cubicBezTo>
                    <a:cubicBezTo>
                      <a:pt x="2517" y="1139"/>
                      <a:pt x="2507" y="1141"/>
                      <a:pt x="2498" y="1144"/>
                    </a:cubicBezTo>
                    <a:cubicBezTo>
                      <a:pt x="2468" y="1104"/>
                      <a:pt x="2458" y="1044"/>
                      <a:pt x="2468" y="994"/>
                    </a:cubicBezTo>
                    <a:cubicBezTo>
                      <a:pt x="2449" y="981"/>
                      <a:pt x="2434" y="968"/>
                      <a:pt x="2416" y="968"/>
                    </a:cubicBezTo>
                    <a:cubicBezTo>
                      <a:pt x="2405" y="968"/>
                      <a:pt x="2393" y="973"/>
                      <a:pt x="2378" y="984"/>
                    </a:cubicBezTo>
                    <a:lnTo>
                      <a:pt x="2388" y="954"/>
                    </a:lnTo>
                    <a:cubicBezTo>
                      <a:pt x="2369" y="928"/>
                      <a:pt x="2351" y="919"/>
                      <a:pt x="2333" y="919"/>
                    </a:cubicBezTo>
                    <a:cubicBezTo>
                      <a:pt x="2295" y="919"/>
                      <a:pt x="2258" y="960"/>
                      <a:pt x="2218" y="974"/>
                    </a:cubicBezTo>
                    <a:cubicBezTo>
                      <a:pt x="2198" y="974"/>
                      <a:pt x="2188" y="994"/>
                      <a:pt x="2167" y="994"/>
                    </a:cubicBezTo>
                    <a:cubicBezTo>
                      <a:pt x="2147" y="994"/>
                      <a:pt x="2097" y="964"/>
                      <a:pt x="2067" y="964"/>
                    </a:cubicBezTo>
                    <a:cubicBezTo>
                      <a:pt x="2127" y="934"/>
                      <a:pt x="2258" y="743"/>
                      <a:pt x="2117" y="733"/>
                    </a:cubicBezTo>
                    <a:cubicBezTo>
                      <a:pt x="2137" y="703"/>
                      <a:pt x="2137" y="683"/>
                      <a:pt x="2167" y="653"/>
                    </a:cubicBezTo>
                    <a:cubicBezTo>
                      <a:pt x="2147" y="613"/>
                      <a:pt x="2097" y="603"/>
                      <a:pt x="2057" y="593"/>
                    </a:cubicBezTo>
                    <a:cubicBezTo>
                      <a:pt x="2087" y="542"/>
                      <a:pt x="2107" y="502"/>
                      <a:pt x="2137" y="462"/>
                    </a:cubicBezTo>
                    <a:lnTo>
                      <a:pt x="2127" y="462"/>
                    </a:lnTo>
                    <a:cubicBezTo>
                      <a:pt x="2107" y="482"/>
                      <a:pt x="2107" y="512"/>
                      <a:pt x="2077" y="522"/>
                    </a:cubicBezTo>
                    <a:cubicBezTo>
                      <a:pt x="2189" y="298"/>
                      <a:pt x="2076" y="89"/>
                      <a:pt x="1930" y="89"/>
                    </a:cubicBezTo>
                    <a:cubicBezTo>
                      <a:pt x="1866" y="89"/>
                      <a:pt x="1797" y="128"/>
                      <a:pt x="1736" y="222"/>
                    </a:cubicBezTo>
                    <a:cubicBezTo>
                      <a:pt x="1656" y="71"/>
                      <a:pt x="1696" y="171"/>
                      <a:pt x="1586" y="91"/>
                    </a:cubicBezTo>
                    <a:cubicBezTo>
                      <a:pt x="1586" y="71"/>
                      <a:pt x="1586" y="21"/>
                      <a:pt x="15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04" name="Google Shape;6804;p34"/>
              <p:cNvSpPr/>
              <p:nvPr/>
            </p:nvSpPr>
            <p:spPr>
              <a:xfrm>
                <a:off x="1510259" y="4187703"/>
                <a:ext cx="70019" cy="44273"/>
              </a:xfrm>
              <a:custGeom>
                <a:avLst/>
                <a:gdLst/>
                <a:ahLst/>
                <a:cxnLst/>
                <a:rect l="l" t="t" r="r" b="b"/>
                <a:pathLst>
                  <a:path w="1746" h="1104" extrusionOk="0">
                    <a:moveTo>
                      <a:pt x="1555" y="0"/>
                    </a:moveTo>
                    <a:cubicBezTo>
                      <a:pt x="1364" y="90"/>
                      <a:pt x="1104" y="60"/>
                      <a:pt x="1104" y="341"/>
                    </a:cubicBezTo>
                    <a:cubicBezTo>
                      <a:pt x="1084" y="331"/>
                      <a:pt x="1073" y="301"/>
                      <a:pt x="1053" y="291"/>
                    </a:cubicBezTo>
                    <a:cubicBezTo>
                      <a:pt x="773" y="421"/>
                      <a:pt x="662" y="502"/>
                      <a:pt x="632" y="843"/>
                    </a:cubicBezTo>
                    <a:cubicBezTo>
                      <a:pt x="566" y="722"/>
                      <a:pt x="460" y="667"/>
                      <a:pt x="362" y="667"/>
                    </a:cubicBezTo>
                    <a:cubicBezTo>
                      <a:pt x="222" y="667"/>
                      <a:pt x="97" y="779"/>
                      <a:pt x="121" y="973"/>
                    </a:cubicBezTo>
                    <a:cubicBezTo>
                      <a:pt x="91" y="943"/>
                      <a:pt x="60" y="913"/>
                      <a:pt x="40" y="883"/>
                    </a:cubicBezTo>
                    <a:cubicBezTo>
                      <a:pt x="40" y="943"/>
                      <a:pt x="0" y="1013"/>
                      <a:pt x="0" y="1103"/>
                    </a:cubicBezTo>
                    <a:cubicBezTo>
                      <a:pt x="20" y="1073"/>
                      <a:pt x="50" y="1043"/>
                      <a:pt x="80" y="1023"/>
                    </a:cubicBezTo>
                    <a:cubicBezTo>
                      <a:pt x="103" y="1012"/>
                      <a:pt x="122" y="1007"/>
                      <a:pt x="138" y="1007"/>
                    </a:cubicBezTo>
                    <a:cubicBezTo>
                      <a:pt x="208" y="1007"/>
                      <a:pt x="232" y="1093"/>
                      <a:pt x="321" y="1093"/>
                    </a:cubicBezTo>
                    <a:cubicBezTo>
                      <a:pt x="321" y="993"/>
                      <a:pt x="331" y="933"/>
                      <a:pt x="422" y="893"/>
                    </a:cubicBezTo>
                    <a:cubicBezTo>
                      <a:pt x="432" y="893"/>
                      <a:pt x="452" y="913"/>
                      <a:pt x="472" y="913"/>
                    </a:cubicBezTo>
                    <a:cubicBezTo>
                      <a:pt x="499" y="904"/>
                      <a:pt x="526" y="861"/>
                      <a:pt x="554" y="861"/>
                    </a:cubicBezTo>
                    <a:cubicBezTo>
                      <a:pt x="557" y="861"/>
                      <a:pt x="559" y="862"/>
                      <a:pt x="562" y="863"/>
                    </a:cubicBezTo>
                    <a:cubicBezTo>
                      <a:pt x="599" y="863"/>
                      <a:pt x="593" y="924"/>
                      <a:pt x="633" y="924"/>
                    </a:cubicBezTo>
                    <a:cubicBezTo>
                      <a:pt x="636" y="924"/>
                      <a:pt x="639" y="923"/>
                      <a:pt x="642" y="923"/>
                    </a:cubicBezTo>
                    <a:cubicBezTo>
                      <a:pt x="682" y="913"/>
                      <a:pt x="672" y="802"/>
                      <a:pt x="692" y="762"/>
                    </a:cubicBezTo>
                    <a:cubicBezTo>
                      <a:pt x="742" y="672"/>
                      <a:pt x="853" y="652"/>
                      <a:pt x="923" y="612"/>
                    </a:cubicBezTo>
                    <a:cubicBezTo>
                      <a:pt x="973" y="592"/>
                      <a:pt x="1003" y="542"/>
                      <a:pt x="1073" y="522"/>
                    </a:cubicBezTo>
                    <a:cubicBezTo>
                      <a:pt x="1174" y="502"/>
                      <a:pt x="1174" y="532"/>
                      <a:pt x="1244" y="421"/>
                    </a:cubicBezTo>
                    <a:cubicBezTo>
                      <a:pt x="1267" y="375"/>
                      <a:pt x="1255" y="328"/>
                      <a:pt x="1299" y="328"/>
                    </a:cubicBezTo>
                    <a:cubicBezTo>
                      <a:pt x="1312" y="328"/>
                      <a:pt x="1329" y="332"/>
                      <a:pt x="1354" y="341"/>
                    </a:cubicBezTo>
                    <a:cubicBezTo>
                      <a:pt x="1330" y="242"/>
                      <a:pt x="1386" y="157"/>
                      <a:pt x="1479" y="157"/>
                    </a:cubicBezTo>
                    <a:cubicBezTo>
                      <a:pt x="1499" y="157"/>
                      <a:pt x="1521" y="161"/>
                      <a:pt x="1545" y="171"/>
                    </a:cubicBezTo>
                    <a:cubicBezTo>
                      <a:pt x="1575" y="181"/>
                      <a:pt x="1595" y="221"/>
                      <a:pt x="1635" y="231"/>
                    </a:cubicBezTo>
                    <a:cubicBezTo>
                      <a:pt x="1639" y="233"/>
                      <a:pt x="1645" y="234"/>
                      <a:pt x="1652" y="234"/>
                    </a:cubicBezTo>
                    <a:cubicBezTo>
                      <a:pt x="1669" y="234"/>
                      <a:pt x="1695" y="228"/>
                      <a:pt x="1719" y="228"/>
                    </a:cubicBezTo>
                    <a:cubicBezTo>
                      <a:pt x="1728" y="228"/>
                      <a:pt x="1737" y="229"/>
                      <a:pt x="1746" y="231"/>
                    </a:cubicBezTo>
                    <a:lnTo>
                      <a:pt x="1736" y="191"/>
                    </a:lnTo>
                    <a:lnTo>
                      <a:pt x="1715" y="211"/>
                    </a:lnTo>
                    <a:cubicBezTo>
                      <a:pt x="1645" y="70"/>
                      <a:pt x="1675" y="171"/>
                      <a:pt x="1575" y="90"/>
                    </a:cubicBezTo>
                    <a:cubicBezTo>
                      <a:pt x="1565" y="70"/>
                      <a:pt x="1565" y="10"/>
                      <a:pt x="155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6805" name="Google Shape;6805;p34"/>
            <p:cNvGrpSpPr/>
            <p:nvPr/>
          </p:nvGrpSpPr>
          <p:grpSpPr>
            <a:xfrm rot="-575426">
              <a:off x="4977464" y="4241675"/>
              <a:ext cx="824216" cy="233743"/>
              <a:chOff x="2436564" y="2774658"/>
              <a:chExt cx="737475" cy="209143"/>
            </a:xfrm>
          </p:grpSpPr>
          <p:sp>
            <p:nvSpPr>
              <p:cNvPr id="6806" name="Google Shape;6806;p34"/>
              <p:cNvSpPr/>
              <p:nvPr/>
            </p:nvSpPr>
            <p:spPr>
              <a:xfrm>
                <a:off x="2436564" y="2775028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07" name="Google Shape;6807;p34"/>
              <p:cNvSpPr/>
              <p:nvPr/>
            </p:nvSpPr>
            <p:spPr>
              <a:xfrm rot="-293525">
                <a:off x="2946011" y="2783857"/>
                <a:ext cx="222094" cy="148664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08" name="Google Shape;6808;p34"/>
              <p:cNvSpPr/>
              <p:nvPr/>
            </p:nvSpPr>
            <p:spPr>
              <a:xfrm>
                <a:off x="2530687" y="2788623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09" name="Google Shape;6809;p34"/>
              <p:cNvSpPr/>
              <p:nvPr/>
            </p:nvSpPr>
            <p:spPr>
              <a:xfrm>
                <a:off x="2874784" y="2820106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10" name="Google Shape;6810;p34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6811" name="Google Shape;6811;p34"/>
            <p:cNvGrpSpPr/>
            <p:nvPr/>
          </p:nvGrpSpPr>
          <p:grpSpPr>
            <a:xfrm rot="-263875">
              <a:off x="5836717" y="4098665"/>
              <a:ext cx="813287" cy="233323"/>
              <a:chOff x="2447923" y="2707800"/>
              <a:chExt cx="727715" cy="208774"/>
            </a:xfrm>
          </p:grpSpPr>
          <p:sp>
            <p:nvSpPr>
              <p:cNvPr id="6812" name="Google Shape;6812;p34"/>
              <p:cNvSpPr/>
              <p:nvPr/>
            </p:nvSpPr>
            <p:spPr>
              <a:xfrm>
                <a:off x="2447923" y="2707800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13" name="Google Shape;6813;p34"/>
              <p:cNvSpPr/>
              <p:nvPr/>
            </p:nvSpPr>
            <p:spPr>
              <a:xfrm>
                <a:off x="2953550" y="2749147"/>
                <a:ext cx="222088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14" name="Google Shape;6814;p34"/>
              <p:cNvSpPr/>
              <p:nvPr/>
            </p:nvSpPr>
            <p:spPr>
              <a:xfrm>
                <a:off x="2542046" y="2721395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15" name="Google Shape;6815;p34"/>
              <p:cNvSpPr/>
              <p:nvPr/>
            </p:nvSpPr>
            <p:spPr>
              <a:xfrm>
                <a:off x="2871498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16" name="Google Shape;6816;p34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6817" name="Google Shape;6817;p34"/>
          <p:cNvGrpSpPr/>
          <p:nvPr/>
        </p:nvGrpSpPr>
        <p:grpSpPr>
          <a:xfrm rot="131613" flipH="1">
            <a:off x="-75669" y="3856742"/>
            <a:ext cx="4319728" cy="935855"/>
            <a:chOff x="4963752" y="4000536"/>
            <a:chExt cx="2501340" cy="541907"/>
          </a:xfrm>
        </p:grpSpPr>
        <p:sp>
          <p:nvSpPr>
            <p:cNvPr id="6818" name="Google Shape;6818;p34"/>
            <p:cNvSpPr/>
            <p:nvPr/>
          </p:nvSpPr>
          <p:spPr>
            <a:xfrm>
              <a:off x="5654130" y="4242777"/>
              <a:ext cx="302221" cy="80900"/>
            </a:xfrm>
            <a:custGeom>
              <a:avLst/>
              <a:gdLst/>
              <a:ahLst/>
              <a:cxnLst/>
              <a:rect l="l" t="t" r="r" b="b"/>
              <a:pathLst>
                <a:path w="6743" h="1805" extrusionOk="0">
                  <a:moveTo>
                    <a:pt x="3531" y="1"/>
                  </a:moveTo>
                  <a:cubicBezTo>
                    <a:pt x="3435" y="1"/>
                    <a:pt x="3356" y="63"/>
                    <a:pt x="3341" y="228"/>
                  </a:cubicBezTo>
                  <a:cubicBezTo>
                    <a:pt x="3310" y="178"/>
                    <a:pt x="3270" y="97"/>
                    <a:pt x="3210" y="77"/>
                  </a:cubicBezTo>
                  <a:cubicBezTo>
                    <a:pt x="3189" y="66"/>
                    <a:pt x="3168" y="60"/>
                    <a:pt x="3146" y="60"/>
                  </a:cubicBezTo>
                  <a:cubicBezTo>
                    <a:pt x="2960" y="60"/>
                    <a:pt x="2757" y="455"/>
                    <a:pt x="2739" y="689"/>
                  </a:cubicBezTo>
                  <a:cubicBezTo>
                    <a:pt x="2679" y="639"/>
                    <a:pt x="2608" y="649"/>
                    <a:pt x="2548" y="629"/>
                  </a:cubicBezTo>
                  <a:cubicBezTo>
                    <a:pt x="2548" y="689"/>
                    <a:pt x="2518" y="739"/>
                    <a:pt x="2528" y="799"/>
                  </a:cubicBezTo>
                  <a:cubicBezTo>
                    <a:pt x="2433" y="745"/>
                    <a:pt x="2320" y="618"/>
                    <a:pt x="2226" y="618"/>
                  </a:cubicBezTo>
                  <a:cubicBezTo>
                    <a:pt x="2181" y="618"/>
                    <a:pt x="2139" y="648"/>
                    <a:pt x="2107" y="729"/>
                  </a:cubicBezTo>
                  <a:cubicBezTo>
                    <a:pt x="2028" y="662"/>
                    <a:pt x="1946" y="607"/>
                    <a:pt x="1872" y="607"/>
                  </a:cubicBezTo>
                  <a:cubicBezTo>
                    <a:pt x="1814" y="607"/>
                    <a:pt x="1760" y="641"/>
                    <a:pt x="1716" y="729"/>
                  </a:cubicBezTo>
                  <a:cubicBezTo>
                    <a:pt x="1655" y="654"/>
                    <a:pt x="1520" y="470"/>
                    <a:pt x="1428" y="470"/>
                  </a:cubicBezTo>
                  <a:cubicBezTo>
                    <a:pt x="1398" y="470"/>
                    <a:pt x="1372" y="489"/>
                    <a:pt x="1354" y="539"/>
                  </a:cubicBezTo>
                  <a:cubicBezTo>
                    <a:pt x="1320" y="445"/>
                    <a:pt x="1273" y="407"/>
                    <a:pt x="1220" y="407"/>
                  </a:cubicBezTo>
                  <a:cubicBezTo>
                    <a:pt x="1166" y="407"/>
                    <a:pt x="1105" y="447"/>
                    <a:pt x="1044" y="509"/>
                  </a:cubicBezTo>
                  <a:cubicBezTo>
                    <a:pt x="953" y="408"/>
                    <a:pt x="893" y="278"/>
                    <a:pt x="763" y="258"/>
                  </a:cubicBezTo>
                  <a:cubicBezTo>
                    <a:pt x="760" y="257"/>
                    <a:pt x="757" y="257"/>
                    <a:pt x="754" y="257"/>
                  </a:cubicBezTo>
                  <a:cubicBezTo>
                    <a:pt x="678" y="257"/>
                    <a:pt x="620" y="381"/>
                    <a:pt x="562" y="448"/>
                  </a:cubicBezTo>
                  <a:cubicBezTo>
                    <a:pt x="527" y="421"/>
                    <a:pt x="494" y="409"/>
                    <a:pt x="463" y="409"/>
                  </a:cubicBezTo>
                  <a:cubicBezTo>
                    <a:pt x="335" y="409"/>
                    <a:pt x="245" y="612"/>
                    <a:pt x="221" y="749"/>
                  </a:cubicBezTo>
                  <a:cubicBezTo>
                    <a:pt x="0" y="890"/>
                    <a:pt x="161" y="1221"/>
                    <a:pt x="341" y="1361"/>
                  </a:cubicBezTo>
                  <a:cubicBezTo>
                    <a:pt x="552" y="1522"/>
                    <a:pt x="893" y="1522"/>
                    <a:pt x="1134" y="1532"/>
                  </a:cubicBezTo>
                  <a:cubicBezTo>
                    <a:pt x="1675" y="1572"/>
                    <a:pt x="2207" y="1702"/>
                    <a:pt x="2749" y="1772"/>
                  </a:cubicBezTo>
                  <a:cubicBezTo>
                    <a:pt x="2920" y="1795"/>
                    <a:pt x="3090" y="1805"/>
                    <a:pt x="3261" y="1805"/>
                  </a:cubicBezTo>
                  <a:cubicBezTo>
                    <a:pt x="3983" y="1805"/>
                    <a:pt x="4707" y="1636"/>
                    <a:pt x="5437" y="1612"/>
                  </a:cubicBezTo>
                  <a:cubicBezTo>
                    <a:pt x="5668" y="1602"/>
                    <a:pt x="6671" y="1652"/>
                    <a:pt x="6711" y="1211"/>
                  </a:cubicBezTo>
                  <a:cubicBezTo>
                    <a:pt x="6742" y="951"/>
                    <a:pt x="6421" y="684"/>
                    <a:pt x="6180" y="684"/>
                  </a:cubicBezTo>
                  <a:cubicBezTo>
                    <a:pt x="6114" y="684"/>
                    <a:pt x="6054" y="704"/>
                    <a:pt x="6009" y="749"/>
                  </a:cubicBezTo>
                  <a:cubicBezTo>
                    <a:pt x="5967" y="642"/>
                    <a:pt x="5872" y="602"/>
                    <a:pt x="5763" y="602"/>
                  </a:cubicBezTo>
                  <a:cubicBezTo>
                    <a:pt x="5586" y="602"/>
                    <a:pt x="5373" y="706"/>
                    <a:pt x="5286" y="799"/>
                  </a:cubicBezTo>
                  <a:cubicBezTo>
                    <a:pt x="5216" y="736"/>
                    <a:pt x="5127" y="693"/>
                    <a:pt x="5042" y="693"/>
                  </a:cubicBezTo>
                  <a:cubicBezTo>
                    <a:pt x="5005" y="693"/>
                    <a:pt x="4969" y="701"/>
                    <a:pt x="4935" y="719"/>
                  </a:cubicBezTo>
                  <a:cubicBezTo>
                    <a:pt x="4888" y="636"/>
                    <a:pt x="4792" y="557"/>
                    <a:pt x="4715" y="557"/>
                  </a:cubicBezTo>
                  <a:cubicBezTo>
                    <a:pt x="4661" y="557"/>
                    <a:pt x="4617" y="596"/>
                    <a:pt x="4604" y="699"/>
                  </a:cubicBezTo>
                  <a:cubicBezTo>
                    <a:pt x="4566" y="544"/>
                    <a:pt x="4454" y="485"/>
                    <a:pt x="4327" y="485"/>
                  </a:cubicBezTo>
                  <a:cubicBezTo>
                    <a:pt x="4290" y="485"/>
                    <a:pt x="4252" y="489"/>
                    <a:pt x="4213" y="498"/>
                  </a:cubicBezTo>
                  <a:cubicBezTo>
                    <a:pt x="4223" y="353"/>
                    <a:pt x="4046" y="227"/>
                    <a:pt x="3926" y="227"/>
                  </a:cubicBezTo>
                  <a:cubicBezTo>
                    <a:pt x="3921" y="227"/>
                    <a:pt x="3917" y="227"/>
                    <a:pt x="3912" y="228"/>
                  </a:cubicBezTo>
                  <a:lnTo>
                    <a:pt x="3932" y="298"/>
                  </a:lnTo>
                  <a:cubicBezTo>
                    <a:pt x="3871" y="151"/>
                    <a:pt x="3680" y="1"/>
                    <a:pt x="35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6819" name="Google Shape;6819;p34"/>
            <p:cNvGrpSpPr/>
            <p:nvPr/>
          </p:nvGrpSpPr>
          <p:grpSpPr>
            <a:xfrm rot="-278360">
              <a:off x="6533282" y="4037668"/>
              <a:ext cx="925757" cy="187175"/>
              <a:chOff x="1255200" y="4115196"/>
              <a:chExt cx="828298" cy="167470"/>
            </a:xfrm>
          </p:grpSpPr>
          <p:sp>
            <p:nvSpPr>
              <p:cNvPr id="6820" name="Google Shape;6820;p34"/>
              <p:cNvSpPr/>
              <p:nvPr/>
            </p:nvSpPr>
            <p:spPr>
              <a:xfrm>
                <a:off x="1806305" y="4141304"/>
                <a:ext cx="203600" cy="110522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2756" extrusionOk="0">
                    <a:moveTo>
                      <a:pt x="4069" y="1"/>
                    </a:moveTo>
                    <a:cubicBezTo>
                      <a:pt x="3971" y="1"/>
                      <a:pt x="3853" y="67"/>
                      <a:pt x="3762" y="224"/>
                    </a:cubicBezTo>
                    <a:cubicBezTo>
                      <a:pt x="3742" y="204"/>
                      <a:pt x="3732" y="174"/>
                      <a:pt x="3712" y="154"/>
                    </a:cubicBezTo>
                    <a:cubicBezTo>
                      <a:pt x="3632" y="224"/>
                      <a:pt x="3562" y="324"/>
                      <a:pt x="3511" y="425"/>
                    </a:cubicBezTo>
                    <a:cubicBezTo>
                      <a:pt x="3478" y="387"/>
                      <a:pt x="3447" y="371"/>
                      <a:pt x="3417" y="371"/>
                    </a:cubicBezTo>
                    <a:cubicBezTo>
                      <a:pt x="3240" y="371"/>
                      <a:pt x="3124" y="949"/>
                      <a:pt x="3090" y="1087"/>
                    </a:cubicBezTo>
                    <a:cubicBezTo>
                      <a:pt x="3054" y="997"/>
                      <a:pt x="2994" y="923"/>
                      <a:pt x="2910" y="923"/>
                    </a:cubicBezTo>
                    <a:cubicBezTo>
                      <a:pt x="2900" y="923"/>
                      <a:pt x="2890" y="924"/>
                      <a:pt x="2879" y="926"/>
                    </a:cubicBezTo>
                    <a:cubicBezTo>
                      <a:pt x="2739" y="966"/>
                      <a:pt x="2719" y="1137"/>
                      <a:pt x="2719" y="1368"/>
                    </a:cubicBezTo>
                    <a:cubicBezTo>
                      <a:pt x="2729" y="1608"/>
                      <a:pt x="2849" y="1699"/>
                      <a:pt x="2859" y="1939"/>
                    </a:cubicBezTo>
                    <a:cubicBezTo>
                      <a:pt x="2830" y="1916"/>
                      <a:pt x="2808" y="1906"/>
                      <a:pt x="2784" y="1906"/>
                    </a:cubicBezTo>
                    <a:cubicBezTo>
                      <a:pt x="2767" y="1906"/>
                      <a:pt x="2750" y="1911"/>
                      <a:pt x="2729" y="1919"/>
                    </a:cubicBezTo>
                    <a:cubicBezTo>
                      <a:pt x="2619" y="1959"/>
                      <a:pt x="2669" y="2030"/>
                      <a:pt x="2639" y="2090"/>
                    </a:cubicBezTo>
                    <a:cubicBezTo>
                      <a:pt x="2619" y="2058"/>
                      <a:pt x="2573" y="2045"/>
                      <a:pt x="2523" y="2045"/>
                    </a:cubicBezTo>
                    <a:cubicBezTo>
                      <a:pt x="2447" y="2045"/>
                      <a:pt x="2362" y="2074"/>
                      <a:pt x="2338" y="2110"/>
                    </a:cubicBezTo>
                    <a:cubicBezTo>
                      <a:pt x="2299" y="1983"/>
                      <a:pt x="2317" y="1829"/>
                      <a:pt x="2208" y="1829"/>
                    </a:cubicBezTo>
                    <a:cubicBezTo>
                      <a:pt x="2204" y="1829"/>
                      <a:pt x="2201" y="1829"/>
                      <a:pt x="2197" y="1829"/>
                    </a:cubicBezTo>
                    <a:cubicBezTo>
                      <a:pt x="2188" y="1829"/>
                      <a:pt x="2179" y="1830"/>
                      <a:pt x="2170" y="1830"/>
                    </a:cubicBezTo>
                    <a:cubicBezTo>
                      <a:pt x="2060" y="1830"/>
                      <a:pt x="1957" y="1804"/>
                      <a:pt x="1870" y="1804"/>
                    </a:cubicBezTo>
                    <a:cubicBezTo>
                      <a:pt x="1776" y="1804"/>
                      <a:pt x="1701" y="1834"/>
                      <a:pt x="1656" y="1959"/>
                    </a:cubicBezTo>
                    <a:cubicBezTo>
                      <a:pt x="1568" y="1928"/>
                      <a:pt x="1454" y="1882"/>
                      <a:pt x="1357" y="1882"/>
                    </a:cubicBezTo>
                    <a:cubicBezTo>
                      <a:pt x="1265" y="1882"/>
                      <a:pt x="1189" y="1923"/>
                      <a:pt x="1164" y="2060"/>
                    </a:cubicBezTo>
                    <a:cubicBezTo>
                      <a:pt x="1023" y="1978"/>
                      <a:pt x="942" y="1929"/>
                      <a:pt x="868" y="1929"/>
                    </a:cubicBezTo>
                    <a:cubicBezTo>
                      <a:pt x="779" y="1929"/>
                      <a:pt x="701" y="2000"/>
                      <a:pt x="542" y="2170"/>
                    </a:cubicBezTo>
                    <a:cubicBezTo>
                      <a:pt x="468" y="2111"/>
                      <a:pt x="401" y="2086"/>
                      <a:pt x="341" y="2086"/>
                    </a:cubicBezTo>
                    <a:cubicBezTo>
                      <a:pt x="167" y="2086"/>
                      <a:pt x="53" y="2299"/>
                      <a:pt x="1" y="2501"/>
                    </a:cubicBezTo>
                    <a:cubicBezTo>
                      <a:pt x="161" y="2601"/>
                      <a:pt x="282" y="2672"/>
                      <a:pt x="582" y="2712"/>
                    </a:cubicBezTo>
                    <a:cubicBezTo>
                      <a:pt x="738" y="2732"/>
                      <a:pt x="893" y="2739"/>
                      <a:pt x="1050" y="2739"/>
                    </a:cubicBezTo>
                    <a:cubicBezTo>
                      <a:pt x="1207" y="2739"/>
                      <a:pt x="1365" y="2732"/>
                      <a:pt x="1525" y="2722"/>
                    </a:cubicBezTo>
                    <a:cubicBezTo>
                      <a:pt x="1556" y="2721"/>
                      <a:pt x="1586" y="2721"/>
                      <a:pt x="1617" y="2721"/>
                    </a:cubicBezTo>
                    <a:cubicBezTo>
                      <a:pt x="1920" y="2721"/>
                      <a:pt x="2218" y="2756"/>
                      <a:pt x="2520" y="2756"/>
                    </a:cubicBezTo>
                    <a:cubicBezTo>
                      <a:pt x="2576" y="2756"/>
                      <a:pt x="2632" y="2755"/>
                      <a:pt x="2689" y="2752"/>
                    </a:cubicBezTo>
                    <a:cubicBezTo>
                      <a:pt x="3221" y="2732"/>
                      <a:pt x="3722" y="2531"/>
                      <a:pt x="4244" y="2501"/>
                    </a:cubicBezTo>
                    <a:cubicBezTo>
                      <a:pt x="4424" y="2491"/>
                      <a:pt x="5076" y="2491"/>
                      <a:pt x="4916" y="2150"/>
                    </a:cubicBezTo>
                    <a:cubicBezTo>
                      <a:pt x="4956" y="2140"/>
                      <a:pt x="4996" y="2090"/>
                      <a:pt x="5036" y="2080"/>
                    </a:cubicBezTo>
                    <a:cubicBezTo>
                      <a:pt x="4956" y="1969"/>
                      <a:pt x="4815" y="1849"/>
                      <a:pt x="4765" y="1759"/>
                    </a:cubicBezTo>
                    <a:cubicBezTo>
                      <a:pt x="4765" y="1759"/>
                      <a:pt x="4795" y="1659"/>
                      <a:pt x="4775" y="1628"/>
                    </a:cubicBezTo>
                    <a:cubicBezTo>
                      <a:pt x="4765" y="1598"/>
                      <a:pt x="4615" y="1508"/>
                      <a:pt x="4575" y="1478"/>
                    </a:cubicBezTo>
                    <a:lnTo>
                      <a:pt x="4575" y="1478"/>
                    </a:lnTo>
                    <a:cubicBezTo>
                      <a:pt x="4588" y="1480"/>
                      <a:pt x="4600" y="1480"/>
                      <a:pt x="4611" y="1480"/>
                    </a:cubicBezTo>
                    <a:cubicBezTo>
                      <a:pt x="4803" y="1480"/>
                      <a:pt x="4697" y="1244"/>
                      <a:pt x="4555" y="1187"/>
                    </a:cubicBezTo>
                    <a:cubicBezTo>
                      <a:pt x="4728" y="1007"/>
                      <a:pt x="4534" y="916"/>
                      <a:pt x="4363" y="916"/>
                    </a:cubicBezTo>
                    <a:cubicBezTo>
                      <a:pt x="4306" y="916"/>
                      <a:pt x="4251" y="926"/>
                      <a:pt x="4214" y="946"/>
                    </a:cubicBezTo>
                    <a:cubicBezTo>
                      <a:pt x="4314" y="816"/>
                      <a:pt x="4234" y="615"/>
                      <a:pt x="4123" y="525"/>
                    </a:cubicBezTo>
                    <a:cubicBezTo>
                      <a:pt x="4372" y="231"/>
                      <a:pt x="4254" y="1"/>
                      <a:pt x="4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21" name="Google Shape;6821;p34"/>
              <p:cNvSpPr/>
              <p:nvPr/>
            </p:nvSpPr>
            <p:spPr>
              <a:xfrm>
                <a:off x="1807508" y="4214252"/>
                <a:ext cx="79684" cy="22538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62" extrusionOk="0">
                    <a:moveTo>
                      <a:pt x="1987" y="0"/>
                    </a:moveTo>
                    <a:cubicBezTo>
                      <a:pt x="1956" y="7"/>
                      <a:pt x="1924" y="8"/>
                      <a:pt x="1893" y="8"/>
                    </a:cubicBezTo>
                    <a:cubicBezTo>
                      <a:pt x="1873" y="8"/>
                      <a:pt x="1853" y="7"/>
                      <a:pt x="1833" y="7"/>
                    </a:cubicBezTo>
                    <a:cubicBezTo>
                      <a:pt x="1744" y="7"/>
                      <a:pt x="1664" y="18"/>
                      <a:pt x="1626" y="140"/>
                    </a:cubicBezTo>
                    <a:cubicBezTo>
                      <a:pt x="1538" y="109"/>
                      <a:pt x="1424" y="63"/>
                      <a:pt x="1327" y="63"/>
                    </a:cubicBezTo>
                    <a:cubicBezTo>
                      <a:pt x="1235" y="63"/>
                      <a:pt x="1159" y="104"/>
                      <a:pt x="1134" y="241"/>
                    </a:cubicBezTo>
                    <a:cubicBezTo>
                      <a:pt x="993" y="159"/>
                      <a:pt x="912" y="110"/>
                      <a:pt x="838" y="110"/>
                    </a:cubicBezTo>
                    <a:cubicBezTo>
                      <a:pt x="749" y="110"/>
                      <a:pt x="671" y="181"/>
                      <a:pt x="512" y="351"/>
                    </a:cubicBezTo>
                    <a:cubicBezTo>
                      <a:pt x="436" y="290"/>
                      <a:pt x="368" y="265"/>
                      <a:pt x="306" y="265"/>
                    </a:cubicBezTo>
                    <a:cubicBezTo>
                      <a:pt x="166" y="265"/>
                      <a:pt x="64" y="401"/>
                      <a:pt x="1" y="562"/>
                    </a:cubicBezTo>
                    <a:cubicBezTo>
                      <a:pt x="50" y="477"/>
                      <a:pt x="120" y="421"/>
                      <a:pt x="203" y="421"/>
                    </a:cubicBezTo>
                    <a:cubicBezTo>
                      <a:pt x="237" y="421"/>
                      <a:pt x="274" y="431"/>
                      <a:pt x="312" y="451"/>
                    </a:cubicBezTo>
                    <a:cubicBezTo>
                      <a:pt x="352" y="472"/>
                      <a:pt x="368" y="480"/>
                      <a:pt x="379" y="480"/>
                    </a:cubicBezTo>
                    <a:cubicBezTo>
                      <a:pt x="394" y="480"/>
                      <a:pt x="398" y="461"/>
                      <a:pt x="452" y="431"/>
                    </a:cubicBezTo>
                    <a:cubicBezTo>
                      <a:pt x="477" y="416"/>
                      <a:pt x="507" y="406"/>
                      <a:pt x="534" y="406"/>
                    </a:cubicBezTo>
                    <a:cubicBezTo>
                      <a:pt x="560" y="406"/>
                      <a:pt x="583" y="416"/>
                      <a:pt x="593" y="441"/>
                    </a:cubicBezTo>
                    <a:cubicBezTo>
                      <a:pt x="625" y="344"/>
                      <a:pt x="707" y="293"/>
                      <a:pt x="788" y="293"/>
                    </a:cubicBezTo>
                    <a:cubicBezTo>
                      <a:pt x="833" y="293"/>
                      <a:pt x="878" y="309"/>
                      <a:pt x="914" y="341"/>
                    </a:cubicBezTo>
                    <a:cubicBezTo>
                      <a:pt x="931" y="303"/>
                      <a:pt x="953" y="290"/>
                      <a:pt x="978" y="290"/>
                    </a:cubicBezTo>
                    <a:cubicBezTo>
                      <a:pt x="1011" y="290"/>
                      <a:pt x="1049" y="314"/>
                      <a:pt x="1084" y="331"/>
                    </a:cubicBezTo>
                    <a:cubicBezTo>
                      <a:pt x="1106" y="348"/>
                      <a:pt x="1122" y="358"/>
                      <a:pt x="1137" y="358"/>
                    </a:cubicBezTo>
                    <a:cubicBezTo>
                      <a:pt x="1157" y="358"/>
                      <a:pt x="1176" y="341"/>
                      <a:pt x="1204" y="301"/>
                    </a:cubicBezTo>
                    <a:cubicBezTo>
                      <a:pt x="1245" y="241"/>
                      <a:pt x="1245" y="201"/>
                      <a:pt x="1315" y="181"/>
                    </a:cubicBezTo>
                    <a:cubicBezTo>
                      <a:pt x="1328" y="178"/>
                      <a:pt x="1341" y="176"/>
                      <a:pt x="1352" y="176"/>
                    </a:cubicBezTo>
                    <a:cubicBezTo>
                      <a:pt x="1417" y="176"/>
                      <a:pt x="1451" y="223"/>
                      <a:pt x="1485" y="291"/>
                    </a:cubicBezTo>
                    <a:cubicBezTo>
                      <a:pt x="1498" y="276"/>
                      <a:pt x="1511" y="270"/>
                      <a:pt x="1525" y="270"/>
                    </a:cubicBezTo>
                    <a:cubicBezTo>
                      <a:pt x="1562" y="270"/>
                      <a:pt x="1602" y="312"/>
                      <a:pt x="1638" y="312"/>
                    </a:cubicBezTo>
                    <a:cubicBezTo>
                      <a:pt x="1640" y="312"/>
                      <a:pt x="1643" y="312"/>
                      <a:pt x="1646" y="311"/>
                    </a:cubicBezTo>
                    <a:cubicBezTo>
                      <a:pt x="1706" y="301"/>
                      <a:pt x="1706" y="261"/>
                      <a:pt x="1716" y="211"/>
                    </a:cubicBezTo>
                    <a:cubicBezTo>
                      <a:pt x="1746" y="140"/>
                      <a:pt x="1776" y="40"/>
                      <a:pt x="1856" y="40"/>
                    </a:cubicBezTo>
                    <a:cubicBezTo>
                      <a:pt x="1861" y="39"/>
                      <a:pt x="1865" y="39"/>
                      <a:pt x="1869" y="39"/>
                    </a:cubicBezTo>
                    <a:cubicBezTo>
                      <a:pt x="1895" y="39"/>
                      <a:pt x="1907" y="62"/>
                      <a:pt x="1927" y="62"/>
                    </a:cubicBezTo>
                    <a:cubicBezTo>
                      <a:pt x="1930" y="62"/>
                      <a:pt x="1933" y="61"/>
                      <a:pt x="1937" y="60"/>
                    </a:cubicBezTo>
                    <a:cubicBezTo>
                      <a:pt x="1967" y="50"/>
                      <a:pt x="1977" y="20"/>
                      <a:pt x="19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22" name="Google Shape;6822;p34"/>
              <p:cNvSpPr/>
              <p:nvPr/>
            </p:nvSpPr>
            <p:spPr>
              <a:xfrm>
                <a:off x="1915306" y="4141344"/>
                <a:ext cx="63202" cy="59231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1477" extrusionOk="0">
                    <a:moveTo>
                      <a:pt x="1352" y="0"/>
                    </a:moveTo>
                    <a:cubicBezTo>
                      <a:pt x="1253" y="0"/>
                      <a:pt x="1136" y="67"/>
                      <a:pt x="1044" y="223"/>
                    </a:cubicBezTo>
                    <a:cubicBezTo>
                      <a:pt x="1024" y="203"/>
                      <a:pt x="1014" y="173"/>
                      <a:pt x="994" y="153"/>
                    </a:cubicBezTo>
                    <a:cubicBezTo>
                      <a:pt x="914" y="223"/>
                      <a:pt x="844" y="323"/>
                      <a:pt x="793" y="424"/>
                    </a:cubicBezTo>
                    <a:cubicBezTo>
                      <a:pt x="760" y="386"/>
                      <a:pt x="729" y="370"/>
                      <a:pt x="699" y="370"/>
                    </a:cubicBezTo>
                    <a:cubicBezTo>
                      <a:pt x="522" y="370"/>
                      <a:pt x="406" y="948"/>
                      <a:pt x="372" y="1086"/>
                    </a:cubicBezTo>
                    <a:cubicBezTo>
                      <a:pt x="336" y="996"/>
                      <a:pt x="276" y="922"/>
                      <a:pt x="192" y="922"/>
                    </a:cubicBezTo>
                    <a:cubicBezTo>
                      <a:pt x="182" y="922"/>
                      <a:pt x="172" y="923"/>
                      <a:pt x="161" y="925"/>
                    </a:cubicBezTo>
                    <a:cubicBezTo>
                      <a:pt x="21" y="965"/>
                      <a:pt x="1" y="1136"/>
                      <a:pt x="1" y="1367"/>
                    </a:cubicBezTo>
                    <a:cubicBezTo>
                      <a:pt x="1" y="1407"/>
                      <a:pt x="11" y="1437"/>
                      <a:pt x="21" y="1477"/>
                    </a:cubicBezTo>
                    <a:cubicBezTo>
                      <a:pt x="21" y="1377"/>
                      <a:pt x="31" y="1276"/>
                      <a:pt x="81" y="1216"/>
                    </a:cubicBezTo>
                    <a:cubicBezTo>
                      <a:pt x="119" y="1161"/>
                      <a:pt x="148" y="1140"/>
                      <a:pt x="174" y="1140"/>
                    </a:cubicBezTo>
                    <a:cubicBezTo>
                      <a:pt x="235" y="1140"/>
                      <a:pt x="271" y="1264"/>
                      <a:pt x="342" y="1306"/>
                    </a:cubicBezTo>
                    <a:cubicBezTo>
                      <a:pt x="352" y="1276"/>
                      <a:pt x="352" y="1246"/>
                      <a:pt x="362" y="1216"/>
                    </a:cubicBezTo>
                    <a:lnTo>
                      <a:pt x="392" y="1226"/>
                    </a:lnTo>
                    <a:cubicBezTo>
                      <a:pt x="402" y="1196"/>
                      <a:pt x="402" y="1156"/>
                      <a:pt x="432" y="1126"/>
                    </a:cubicBezTo>
                    <a:cubicBezTo>
                      <a:pt x="434" y="1122"/>
                      <a:pt x="437" y="1120"/>
                      <a:pt x="441" y="1120"/>
                    </a:cubicBezTo>
                    <a:cubicBezTo>
                      <a:pt x="451" y="1120"/>
                      <a:pt x="464" y="1132"/>
                      <a:pt x="474" y="1132"/>
                    </a:cubicBezTo>
                    <a:cubicBezTo>
                      <a:pt x="477" y="1132"/>
                      <a:pt x="480" y="1130"/>
                      <a:pt x="482" y="1126"/>
                    </a:cubicBezTo>
                    <a:cubicBezTo>
                      <a:pt x="513" y="1096"/>
                      <a:pt x="492" y="955"/>
                      <a:pt x="492" y="925"/>
                    </a:cubicBezTo>
                    <a:cubicBezTo>
                      <a:pt x="482" y="795"/>
                      <a:pt x="482" y="725"/>
                      <a:pt x="553" y="604"/>
                    </a:cubicBezTo>
                    <a:cubicBezTo>
                      <a:pt x="596" y="534"/>
                      <a:pt x="643" y="498"/>
                      <a:pt x="692" y="498"/>
                    </a:cubicBezTo>
                    <a:cubicBezTo>
                      <a:pt x="734" y="498"/>
                      <a:pt x="778" y="524"/>
                      <a:pt x="823" y="574"/>
                    </a:cubicBezTo>
                    <a:cubicBezTo>
                      <a:pt x="841" y="530"/>
                      <a:pt x="891" y="397"/>
                      <a:pt x="944" y="397"/>
                    </a:cubicBezTo>
                    <a:cubicBezTo>
                      <a:pt x="951" y="397"/>
                      <a:pt x="957" y="399"/>
                      <a:pt x="964" y="404"/>
                    </a:cubicBezTo>
                    <a:cubicBezTo>
                      <a:pt x="1019" y="365"/>
                      <a:pt x="1055" y="265"/>
                      <a:pt x="1111" y="265"/>
                    </a:cubicBezTo>
                    <a:cubicBezTo>
                      <a:pt x="1127" y="265"/>
                      <a:pt x="1144" y="273"/>
                      <a:pt x="1165" y="293"/>
                    </a:cubicBezTo>
                    <a:cubicBezTo>
                      <a:pt x="1205" y="223"/>
                      <a:pt x="1315" y="83"/>
                      <a:pt x="1405" y="83"/>
                    </a:cubicBezTo>
                    <a:cubicBezTo>
                      <a:pt x="1475" y="93"/>
                      <a:pt x="1516" y="193"/>
                      <a:pt x="1536" y="283"/>
                    </a:cubicBezTo>
                    <a:cubicBezTo>
                      <a:pt x="1575" y="113"/>
                      <a:pt x="1480" y="0"/>
                      <a:pt x="13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23" name="Google Shape;6823;p34"/>
              <p:cNvSpPr/>
              <p:nvPr/>
            </p:nvSpPr>
            <p:spPr>
              <a:xfrm>
                <a:off x="1984004" y="4115196"/>
                <a:ext cx="99494" cy="134263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3348" extrusionOk="0">
                    <a:moveTo>
                      <a:pt x="1197" y="0"/>
                    </a:moveTo>
                    <a:cubicBezTo>
                      <a:pt x="1129" y="0"/>
                      <a:pt x="1083" y="158"/>
                      <a:pt x="1046" y="273"/>
                    </a:cubicBezTo>
                    <a:lnTo>
                      <a:pt x="1076" y="364"/>
                    </a:lnTo>
                    <a:cubicBezTo>
                      <a:pt x="896" y="474"/>
                      <a:pt x="886" y="534"/>
                      <a:pt x="956" y="695"/>
                    </a:cubicBezTo>
                    <a:cubicBezTo>
                      <a:pt x="976" y="745"/>
                      <a:pt x="866" y="725"/>
                      <a:pt x="826" y="785"/>
                    </a:cubicBezTo>
                    <a:cubicBezTo>
                      <a:pt x="776" y="845"/>
                      <a:pt x="776" y="996"/>
                      <a:pt x="786" y="1076"/>
                    </a:cubicBezTo>
                    <a:cubicBezTo>
                      <a:pt x="485" y="1126"/>
                      <a:pt x="505" y="1407"/>
                      <a:pt x="575" y="1587"/>
                    </a:cubicBezTo>
                    <a:cubicBezTo>
                      <a:pt x="344" y="1688"/>
                      <a:pt x="625" y="2209"/>
                      <a:pt x="625" y="2410"/>
                    </a:cubicBezTo>
                    <a:cubicBezTo>
                      <a:pt x="224" y="2430"/>
                      <a:pt x="364" y="2691"/>
                      <a:pt x="364" y="2891"/>
                    </a:cubicBezTo>
                    <a:cubicBezTo>
                      <a:pt x="347" y="2889"/>
                      <a:pt x="330" y="2888"/>
                      <a:pt x="314" y="2888"/>
                    </a:cubicBezTo>
                    <a:cubicBezTo>
                      <a:pt x="0" y="2888"/>
                      <a:pt x="79" y="3253"/>
                      <a:pt x="394" y="3262"/>
                    </a:cubicBezTo>
                    <a:cubicBezTo>
                      <a:pt x="394" y="3262"/>
                      <a:pt x="1065" y="3348"/>
                      <a:pt x="1599" y="3348"/>
                    </a:cubicBezTo>
                    <a:cubicBezTo>
                      <a:pt x="1904" y="3348"/>
                      <a:pt x="2164" y="3320"/>
                      <a:pt x="2230" y="3232"/>
                    </a:cubicBezTo>
                    <a:cubicBezTo>
                      <a:pt x="2250" y="3212"/>
                      <a:pt x="2481" y="3112"/>
                      <a:pt x="2300" y="2841"/>
                    </a:cubicBezTo>
                    <a:cubicBezTo>
                      <a:pt x="2260" y="2771"/>
                      <a:pt x="2120" y="2801"/>
                      <a:pt x="2080" y="2721"/>
                    </a:cubicBezTo>
                    <a:cubicBezTo>
                      <a:pt x="2039" y="2620"/>
                      <a:pt x="1989" y="2530"/>
                      <a:pt x="1929" y="2460"/>
                    </a:cubicBezTo>
                    <a:cubicBezTo>
                      <a:pt x="1889" y="2410"/>
                      <a:pt x="1749" y="2420"/>
                      <a:pt x="1749" y="2360"/>
                    </a:cubicBezTo>
                    <a:cubicBezTo>
                      <a:pt x="1738" y="2320"/>
                      <a:pt x="1799" y="2229"/>
                      <a:pt x="1799" y="2189"/>
                    </a:cubicBezTo>
                    <a:cubicBezTo>
                      <a:pt x="1819" y="1908"/>
                      <a:pt x="1688" y="1958"/>
                      <a:pt x="1648" y="1868"/>
                    </a:cubicBezTo>
                    <a:cubicBezTo>
                      <a:pt x="1588" y="1768"/>
                      <a:pt x="1708" y="1768"/>
                      <a:pt x="1618" y="1507"/>
                    </a:cubicBezTo>
                    <a:cubicBezTo>
                      <a:pt x="1608" y="1467"/>
                      <a:pt x="1608" y="1357"/>
                      <a:pt x="1618" y="1236"/>
                    </a:cubicBezTo>
                    <a:cubicBezTo>
                      <a:pt x="1658" y="1016"/>
                      <a:pt x="1518" y="1026"/>
                      <a:pt x="1528" y="945"/>
                    </a:cubicBezTo>
                    <a:cubicBezTo>
                      <a:pt x="1548" y="835"/>
                      <a:pt x="1588" y="775"/>
                      <a:pt x="1458" y="655"/>
                    </a:cubicBezTo>
                    <a:lnTo>
                      <a:pt x="1458" y="655"/>
                    </a:lnTo>
                    <a:cubicBezTo>
                      <a:pt x="1463" y="655"/>
                      <a:pt x="1468" y="655"/>
                      <a:pt x="1473" y="655"/>
                    </a:cubicBezTo>
                    <a:cubicBezTo>
                      <a:pt x="1576" y="655"/>
                      <a:pt x="1449" y="552"/>
                      <a:pt x="1488" y="514"/>
                    </a:cubicBezTo>
                    <a:cubicBezTo>
                      <a:pt x="1461" y="451"/>
                      <a:pt x="1458" y="381"/>
                      <a:pt x="1386" y="381"/>
                    </a:cubicBezTo>
                    <a:cubicBezTo>
                      <a:pt x="1378" y="381"/>
                      <a:pt x="1368" y="382"/>
                      <a:pt x="1357" y="384"/>
                    </a:cubicBezTo>
                    <a:cubicBezTo>
                      <a:pt x="1397" y="344"/>
                      <a:pt x="1317" y="123"/>
                      <a:pt x="1287" y="83"/>
                    </a:cubicBezTo>
                    <a:cubicBezTo>
                      <a:pt x="1254" y="24"/>
                      <a:pt x="1224" y="0"/>
                      <a:pt x="11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24" name="Google Shape;6824;p34"/>
              <p:cNvSpPr/>
              <p:nvPr/>
            </p:nvSpPr>
            <p:spPr>
              <a:xfrm>
                <a:off x="2003815" y="4141023"/>
                <a:ext cx="20974" cy="37857"/>
              </a:xfrm>
              <a:custGeom>
                <a:avLst/>
                <a:gdLst/>
                <a:ahLst/>
                <a:cxnLst/>
                <a:rect l="l" t="t" r="r" b="b"/>
                <a:pathLst>
                  <a:path w="523" h="944" extrusionOk="0">
                    <a:moveTo>
                      <a:pt x="442" y="0"/>
                    </a:moveTo>
                    <a:lnTo>
                      <a:pt x="442" y="0"/>
                    </a:lnTo>
                    <a:cubicBezTo>
                      <a:pt x="452" y="21"/>
                      <a:pt x="452" y="41"/>
                      <a:pt x="462" y="51"/>
                    </a:cubicBezTo>
                    <a:cubicBezTo>
                      <a:pt x="482" y="101"/>
                      <a:pt x="372" y="81"/>
                      <a:pt x="332" y="141"/>
                    </a:cubicBezTo>
                    <a:cubicBezTo>
                      <a:pt x="282" y="201"/>
                      <a:pt x="282" y="352"/>
                      <a:pt x="292" y="432"/>
                    </a:cubicBezTo>
                    <a:cubicBezTo>
                      <a:pt x="1" y="482"/>
                      <a:pt x="11" y="763"/>
                      <a:pt x="81" y="943"/>
                    </a:cubicBezTo>
                    <a:cubicBezTo>
                      <a:pt x="71" y="853"/>
                      <a:pt x="41" y="713"/>
                      <a:pt x="151" y="673"/>
                    </a:cubicBezTo>
                    <a:lnTo>
                      <a:pt x="171" y="683"/>
                    </a:lnTo>
                    <a:cubicBezTo>
                      <a:pt x="171" y="662"/>
                      <a:pt x="151" y="612"/>
                      <a:pt x="181" y="592"/>
                    </a:cubicBezTo>
                    <a:cubicBezTo>
                      <a:pt x="191" y="586"/>
                      <a:pt x="205" y="583"/>
                      <a:pt x="220" y="583"/>
                    </a:cubicBezTo>
                    <a:cubicBezTo>
                      <a:pt x="249" y="583"/>
                      <a:pt x="285" y="592"/>
                      <a:pt x="312" y="592"/>
                    </a:cubicBezTo>
                    <a:cubicBezTo>
                      <a:pt x="312" y="576"/>
                      <a:pt x="333" y="468"/>
                      <a:pt x="369" y="468"/>
                    </a:cubicBezTo>
                    <a:cubicBezTo>
                      <a:pt x="376" y="468"/>
                      <a:pt x="384" y="472"/>
                      <a:pt x="392" y="482"/>
                    </a:cubicBezTo>
                    <a:cubicBezTo>
                      <a:pt x="392" y="455"/>
                      <a:pt x="400" y="306"/>
                      <a:pt x="460" y="306"/>
                    </a:cubicBezTo>
                    <a:cubicBezTo>
                      <a:pt x="467" y="306"/>
                      <a:pt x="474" y="307"/>
                      <a:pt x="482" y="311"/>
                    </a:cubicBezTo>
                    <a:cubicBezTo>
                      <a:pt x="482" y="281"/>
                      <a:pt x="472" y="241"/>
                      <a:pt x="482" y="221"/>
                    </a:cubicBezTo>
                    <a:cubicBezTo>
                      <a:pt x="482" y="201"/>
                      <a:pt x="512" y="191"/>
                      <a:pt x="512" y="181"/>
                    </a:cubicBezTo>
                    <a:cubicBezTo>
                      <a:pt x="522" y="151"/>
                      <a:pt x="512" y="81"/>
                      <a:pt x="502" y="61"/>
                    </a:cubicBezTo>
                    <a:cubicBezTo>
                      <a:pt x="492" y="41"/>
                      <a:pt x="472" y="21"/>
                      <a:pt x="4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25" name="Google Shape;6825;p34"/>
              <p:cNvSpPr/>
              <p:nvPr/>
            </p:nvSpPr>
            <p:spPr>
              <a:xfrm>
                <a:off x="2006622" y="4178841"/>
                <a:ext cx="842" cy="842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1" y="0"/>
                    </a:moveTo>
                    <a:lnTo>
                      <a:pt x="1" y="1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26" name="Google Shape;6826;p34"/>
              <p:cNvSpPr/>
              <p:nvPr/>
            </p:nvSpPr>
            <p:spPr>
              <a:xfrm>
                <a:off x="2024348" y="4115276"/>
                <a:ext cx="7660" cy="1652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412" extrusionOk="0">
                    <a:moveTo>
                      <a:pt x="191" y="1"/>
                    </a:moveTo>
                    <a:cubicBezTo>
                      <a:pt x="121" y="1"/>
                      <a:pt x="81" y="151"/>
                      <a:pt x="40" y="271"/>
                    </a:cubicBezTo>
                    <a:lnTo>
                      <a:pt x="70" y="362"/>
                    </a:lnTo>
                    <a:cubicBezTo>
                      <a:pt x="40" y="382"/>
                      <a:pt x="20" y="392"/>
                      <a:pt x="0" y="412"/>
                    </a:cubicBezTo>
                    <a:lnTo>
                      <a:pt x="10" y="412"/>
                    </a:lnTo>
                    <a:cubicBezTo>
                      <a:pt x="40" y="412"/>
                      <a:pt x="91" y="412"/>
                      <a:pt x="121" y="392"/>
                    </a:cubicBezTo>
                    <a:cubicBezTo>
                      <a:pt x="111" y="372"/>
                      <a:pt x="91" y="362"/>
                      <a:pt x="81" y="342"/>
                    </a:cubicBezTo>
                    <a:cubicBezTo>
                      <a:pt x="70" y="281"/>
                      <a:pt x="141" y="281"/>
                      <a:pt x="191" y="241"/>
                    </a:cubicBezTo>
                    <a:cubicBezTo>
                      <a:pt x="171" y="201"/>
                      <a:pt x="161" y="171"/>
                      <a:pt x="191" y="141"/>
                    </a:cubicBezTo>
                    <a:cubicBezTo>
                      <a:pt x="181" y="121"/>
                      <a:pt x="151" y="101"/>
                      <a:pt x="151" y="81"/>
                    </a:cubicBezTo>
                    <a:cubicBezTo>
                      <a:pt x="141" y="51"/>
                      <a:pt x="161" y="2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27" name="Google Shape;6827;p34"/>
              <p:cNvSpPr/>
              <p:nvPr/>
            </p:nvSpPr>
            <p:spPr>
              <a:xfrm>
                <a:off x="1471238" y="4158708"/>
                <a:ext cx="44233" cy="75433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881" extrusionOk="0">
                    <a:moveTo>
                      <a:pt x="261" y="1"/>
                    </a:moveTo>
                    <a:cubicBezTo>
                      <a:pt x="201" y="61"/>
                      <a:pt x="281" y="111"/>
                      <a:pt x="211" y="171"/>
                    </a:cubicBezTo>
                    <a:lnTo>
                      <a:pt x="171" y="252"/>
                    </a:lnTo>
                    <a:cubicBezTo>
                      <a:pt x="101" y="312"/>
                      <a:pt x="161" y="382"/>
                      <a:pt x="161" y="462"/>
                    </a:cubicBezTo>
                    <a:cubicBezTo>
                      <a:pt x="161" y="552"/>
                      <a:pt x="60" y="643"/>
                      <a:pt x="40" y="723"/>
                    </a:cubicBezTo>
                    <a:cubicBezTo>
                      <a:pt x="20" y="823"/>
                      <a:pt x="40" y="853"/>
                      <a:pt x="70" y="944"/>
                    </a:cubicBezTo>
                    <a:cubicBezTo>
                      <a:pt x="111" y="1054"/>
                      <a:pt x="81" y="1134"/>
                      <a:pt x="40" y="1235"/>
                    </a:cubicBezTo>
                    <a:cubicBezTo>
                      <a:pt x="0" y="1305"/>
                      <a:pt x="20" y="1345"/>
                      <a:pt x="40" y="1425"/>
                    </a:cubicBezTo>
                    <a:cubicBezTo>
                      <a:pt x="60" y="1525"/>
                      <a:pt x="81" y="1576"/>
                      <a:pt x="161" y="1666"/>
                    </a:cubicBezTo>
                    <a:cubicBezTo>
                      <a:pt x="271" y="1716"/>
                      <a:pt x="331" y="1746"/>
                      <a:pt x="422" y="1786"/>
                    </a:cubicBezTo>
                    <a:cubicBezTo>
                      <a:pt x="542" y="1836"/>
                      <a:pt x="702" y="1856"/>
                      <a:pt x="843" y="1877"/>
                    </a:cubicBezTo>
                    <a:cubicBezTo>
                      <a:pt x="867" y="1879"/>
                      <a:pt x="889" y="1881"/>
                      <a:pt x="910" y="1881"/>
                    </a:cubicBezTo>
                    <a:cubicBezTo>
                      <a:pt x="1037" y="1881"/>
                      <a:pt x="1102" y="1827"/>
                      <a:pt x="1094" y="1706"/>
                    </a:cubicBezTo>
                    <a:cubicBezTo>
                      <a:pt x="1084" y="1556"/>
                      <a:pt x="933" y="1415"/>
                      <a:pt x="853" y="1295"/>
                    </a:cubicBezTo>
                    <a:cubicBezTo>
                      <a:pt x="783" y="1194"/>
                      <a:pt x="793" y="1144"/>
                      <a:pt x="763" y="1044"/>
                    </a:cubicBezTo>
                    <a:cubicBezTo>
                      <a:pt x="732" y="944"/>
                      <a:pt x="632" y="934"/>
                      <a:pt x="582" y="843"/>
                    </a:cubicBezTo>
                    <a:cubicBezTo>
                      <a:pt x="542" y="763"/>
                      <a:pt x="542" y="713"/>
                      <a:pt x="472" y="643"/>
                    </a:cubicBezTo>
                    <a:cubicBezTo>
                      <a:pt x="422" y="593"/>
                      <a:pt x="482" y="573"/>
                      <a:pt x="472" y="522"/>
                    </a:cubicBezTo>
                    <a:cubicBezTo>
                      <a:pt x="452" y="482"/>
                      <a:pt x="472" y="452"/>
                      <a:pt x="442" y="422"/>
                    </a:cubicBezTo>
                    <a:cubicBezTo>
                      <a:pt x="432" y="402"/>
                      <a:pt x="391" y="392"/>
                      <a:pt x="371" y="372"/>
                    </a:cubicBezTo>
                    <a:cubicBezTo>
                      <a:pt x="351" y="342"/>
                      <a:pt x="351" y="322"/>
                      <a:pt x="341" y="282"/>
                    </a:cubicBezTo>
                    <a:cubicBezTo>
                      <a:pt x="331" y="242"/>
                      <a:pt x="331" y="171"/>
                      <a:pt x="321" y="121"/>
                    </a:cubicBezTo>
                    <a:cubicBezTo>
                      <a:pt x="311" y="71"/>
                      <a:pt x="271" y="41"/>
                      <a:pt x="2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28" name="Google Shape;6828;p34"/>
              <p:cNvSpPr/>
              <p:nvPr/>
            </p:nvSpPr>
            <p:spPr>
              <a:xfrm>
                <a:off x="1399613" y="4139018"/>
                <a:ext cx="60394" cy="97569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433" extrusionOk="0">
                    <a:moveTo>
                      <a:pt x="573" y="0"/>
                    </a:moveTo>
                    <a:cubicBezTo>
                      <a:pt x="512" y="61"/>
                      <a:pt x="502" y="121"/>
                      <a:pt x="472" y="191"/>
                    </a:cubicBezTo>
                    <a:cubicBezTo>
                      <a:pt x="442" y="251"/>
                      <a:pt x="392" y="331"/>
                      <a:pt x="382" y="412"/>
                    </a:cubicBezTo>
                    <a:cubicBezTo>
                      <a:pt x="372" y="502"/>
                      <a:pt x="382" y="552"/>
                      <a:pt x="352" y="642"/>
                    </a:cubicBezTo>
                    <a:cubicBezTo>
                      <a:pt x="332" y="723"/>
                      <a:pt x="282" y="803"/>
                      <a:pt x="252" y="873"/>
                    </a:cubicBezTo>
                    <a:cubicBezTo>
                      <a:pt x="222" y="973"/>
                      <a:pt x="302" y="1084"/>
                      <a:pt x="252" y="1184"/>
                    </a:cubicBezTo>
                    <a:cubicBezTo>
                      <a:pt x="242" y="1204"/>
                      <a:pt x="191" y="1224"/>
                      <a:pt x="181" y="1254"/>
                    </a:cubicBezTo>
                    <a:cubicBezTo>
                      <a:pt x="161" y="1314"/>
                      <a:pt x="211" y="1364"/>
                      <a:pt x="222" y="1415"/>
                    </a:cubicBezTo>
                    <a:cubicBezTo>
                      <a:pt x="232" y="1495"/>
                      <a:pt x="322" y="1786"/>
                      <a:pt x="211" y="1786"/>
                    </a:cubicBezTo>
                    <a:cubicBezTo>
                      <a:pt x="191" y="1856"/>
                      <a:pt x="211" y="1946"/>
                      <a:pt x="171" y="2016"/>
                    </a:cubicBezTo>
                    <a:cubicBezTo>
                      <a:pt x="156" y="2011"/>
                      <a:pt x="139" y="2011"/>
                      <a:pt x="121" y="2011"/>
                    </a:cubicBezTo>
                    <a:cubicBezTo>
                      <a:pt x="104" y="2011"/>
                      <a:pt x="86" y="2011"/>
                      <a:pt x="71" y="2006"/>
                    </a:cubicBezTo>
                    <a:lnTo>
                      <a:pt x="71" y="2006"/>
                    </a:lnTo>
                    <a:cubicBezTo>
                      <a:pt x="1" y="2077"/>
                      <a:pt x="91" y="2217"/>
                      <a:pt x="151" y="2277"/>
                    </a:cubicBezTo>
                    <a:cubicBezTo>
                      <a:pt x="201" y="2297"/>
                      <a:pt x="292" y="2357"/>
                      <a:pt x="382" y="2368"/>
                    </a:cubicBezTo>
                    <a:cubicBezTo>
                      <a:pt x="492" y="2388"/>
                      <a:pt x="623" y="2388"/>
                      <a:pt x="733" y="2398"/>
                    </a:cubicBezTo>
                    <a:cubicBezTo>
                      <a:pt x="833" y="2407"/>
                      <a:pt x="989" y="2432"/>
                      <a:pt x="1133" y="2432"/>
                    </a:cubicBezTo>
                    <a:cubicBezTo>
                      <a:pt x="1307" y="2432"/>
                      <a:pt x="1463" y="2395"/>
                      <a:pt x="1485" y="2247"/>
                    </a:cubicBezTo>
                    <a:cubicBezTo>
                      <a:pt x="1505" y="2127"/>
                      <a:pt x="1465" y="1956"/>
                      <a:pt x="1395" y="1846"/>
                    </a:cubicBezTo>
                    <a:cubicBezTo>
                      <a:pt x="1345" y="1776"/>
                      <a:pt x="1174" y="1615"/>
                      <a:pt x="1154" y="1535"/>
                    </a:cubicBezTo>
                    <a:cubicBezTo>
                      <a:pt x="1134" y="1475"/>
                      <a:pt x="1204" y="1425"/>
                      <a:pt x="1184" y="1364"/>
                    </a:cubicBezTo>
                    <a:lnTo>
                      <a:pt x="1134" y="1314"/>
                    </a:lnTo>
                    <a:cubicBezTo>
                      <a:pt x="1084" y="1254"/>
                      <a:pt x="994" y="1204"/>
                      <a:pt x="964" y="1134"/>
                    </a:cubicBezTo>
                    <a:cubicBezTo>
                      <a:pt x="914" y="1033"/>
                      <a:pt x="1004" y="1064"/>
                      <a:pt x="1024" y="963"/>
                    </a:cubicBezTo>
                    <a:cubicBezTo>
                      <a:pt x="1034" y="933"/>
                      <a:pt x="984" y="873"/>
                      <a:pt x="984" y="833"/>
                    </a:cubicBezTo>
                    <a:cubicBezTo>
                      <a:pt x="974" y="813"/>
                      <a:pt x="1004" y="793"/>
                      <a:pt x="984" y="753"/>
                    </a:cubicBezTo>
                    <a:cubicBezTo>
                      <a:pt x="964" y="682"/>
                      <a:pt x="914" y="662"/>
                      <a:pt x="904" y="592"/>
                    </a:cubicBezTo>
                    <a:cubicBezTo>
                      <a:pt x="904" y="512"/>
                      <a:pt x="954" y="512"/>
                      <a:pt x="853" y="452"/>
                    </a:cubicBezTo>
                    <a:cubicBezTo>
                      <a:pt x="813" y="422"/>
                      <a:pt x="763" y="432"/>
                      <a:pt x="733" y="392"/>
                    </a:cubicBezTo>
                    <a:cubicBezTo>
                      <a:pt x="693" y="341"/>
                      <a:pt x="753" y="261"/>
                      <a:pt x="643" y="231"/>
                    </a:cubicBezTo>
                    <a:cubicBezTo>
                      <a:pt x="663" y="131"/>
                      <a:pt x="703" y="71"/>
                      <a:pt x="5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29" name="Google Shape;6829;p34"/>
              <p:cNvSpPr/>
              <p:nvPr/>
            </p:nvSpPr>
            <p:spPr>
              <a:xfrm>
                <a:off x="1618459" y="4185498"/>
                <a:ext cx="222489" cy="84656"/>
              </a:xfrm>
              <a:custGeom>
                <a:avLst/>
                <a:gdLst/>
                <a:ahLst/>
                <a:cxnLst/>
                <a:rect l="l" t="t" r="r" b="b"/>
                <a:pathLst>
                  <a:path w="5548" h="2111" extrusionOk="0">
                    <a:moveTo>
                      <a:pt x="2379" y="1"/>
                    </a:moveTo>
                    <a:cubicBezTo>
                      <a:pt x="2247" y="1"/>
                      <a:pt x="2147" y="156"/>
                      <a:pt x="2147" y="316"/>
                    </a:cubicBezTo>
                    <a:cubicBezTo>
                      <a:pt x="2047" y="225"/>
                      <a:pt x="1951" y="171"/>
                      <a:pt x="1870" y="171"/>
                    </a:cubicBezTo>
                    <a:cubicBezTo>
                      <a:pt x="1771" y="171"/>
                      <a:pt x="1694" y="250"/>
                      <a:pt x="1655" y="436"/>
                    </a:cubicBezTo>
                    <a:cubicBezTo>
                      <a:pt x="1655" y="429"/>
                      <a:pt x="1641" y="424"/>
                      <a:pt x="1618" y="424"/>
                    </a:cubicBezTo>
                    <a:cubicBezTo>
                      <a:pt x="1521" y="424"/>
                      <a:pt x="1266" y="505"/>
                      <a:pt x="1314" y="757"/>
                    </a:cubicBezTo>
                    <a:cubicBezTo>
                      <a:pt x="1268" y="746"/>
                      <a:pt x="1229" y="741"/>
                      <a:pt x="1194" y="741"/>
                    </a:cubicBezTo>
                    <a:cubicBezTo>
                      <a:pt x="1101" y="741"/>
                      <a:pt x="1038" y="776"/>
                      <a:pt x="943" y="827"/>
                    </a:cubicBezTo>
                    <a:cubicBezTo>
                      <a:pt x="930" y="831"/>
                      <a:pt x="919" y="832"/>
                      <a:pt x="909" y="832"/>
                    </a:cubicBezTo>
                    <a:cubicBezTo>
                      <a:pt x="884" y="832"/>
                      <a:pt x="865" y="824"/>
                      <a:pt x="844" y="824"/>
                    </a:cubicBezTo>
                    <a:cubicBezTo>
                      <a:pt x="827" y="824"/>
                      <a:pt x="808" y="829"/>
                      <a:pt x="783" y="847"/>
                    </a:cubicBezTo>
                    <a:cubicBezTo>
                      <a:pt x="733" y="878"/>
                      <a:pt x="743" y="1008"/>
                      <a:pt x="662" y="1058"/>
                    </a:cubicBezTo>
                    <a:cubicBezTo>
                      <a:pt x="636" y="1025"/>
                      <a:pt x="607" y="1013"/>
                      <a:pt x="580" y="1013"/>
                    </a:cubicBezTo>
                    <a:cubicBezTo>
                      <a:pt x="515" y="1013"/>
                      <a:pt x="456" y="1083"/>
                      <a:pt x="442" y="1118"/>
                    </a:cubicBezTo>
                    <a:cubicBezTo>
                      <a:pt x="383" y="1087"/>
                      <a:pt x="321" y="1071"/>
                      <a:pt x="262" y="1071"/>
                    </a:cubicBezTo>
                    <a:cubicBezTo>
                      <a:pt x="171" y="1071"/>
                      <a:pt x="89" y="1109"/>
                      <a:pt x="41" y="1188"/>
                    </a:cubicBezTo>
                    <a:cubicBezTo>
                      <a:pt x="0" y="1269"/>
                      <a:pt x="31" y="1289"/>
                      <a:pt x="71" y="1379"/>
                    </a:cubicBezTo>
                    <a:cubicBezTo>
                      <a:pt x="191" y="1600"/>
                      <a:pt x="462" y="1800"/>
                      <a:pt x="652" y="1891"/>
                    </a:cubicBezTo>
                    <a:cubicBezTo>
                      <a:pt x="942" y="2018"/>
                      <a:pt x="1413" y="2110"/>
                      <a:pt x="1776" y="2110"/>
                    </a:cubicBezTo>
                    <a:cubicBezTo>
                      <a:pt x="1840" y="2110"/>
                      <a:pt x="1901" y="2107"/>
                      <a:pt x="1956" y="2101"/>
                    </a:cubicBezTo>
                    <a:cubicBezTo>
                      <a:pt x="2348" y="2051"/>
                      <a:pt x="2719" y="1901"/>
                      <a:pt x="3120" y="1861"/>
                    </a:cubicBezTo>
                    <a:cubicBezTo>
                      <a:pt x="3410" y="1823"/>
                      <a:pt x="3689" y="1803"/>
                      <a:pt x="3974" y="1803"/>
                    </a:cubicBezTo>
                    <a:cubicBezTo>
                      <a:pt x="4073" y="1803"/>
                      <a:pt x="4172" y="1805"/>
                      <a:pt x="4273" y="1810"/>
                    </a:cubicBezTo>
                    <a:cubicBezTo>
                      <a:pt x="4306" y="1811"/>
                      <a:pt x="4342" y="1812"/>
                      <a:pt x="4383" y="1812"/>
                    </a:cubicBezTo>
                    <a:cubicBezTo>
                      <a:pt x="4748" y="1812"/>
                      <a:pt x="5407" y="1755"/>
                      <a:pt x="5497" y="1349"/>
                    </a:cubicBezTo>
                    <a:cubicBezTo>
                      <a:pt x="5547" y="1158"/>
                      <a:pt x="5447" y="1219"/>
                      <a:pt x="5347" y="1098"/>
                    </a:cubicBezTo>
                    <a:cubicBezTo>
                      <a:pt x="5246" y="988"/>
                      <a:pt x="5256" y="737"/>
                      <a:pt x="5116" y="697"/>
                    </a:cubicBezTo>
                    <a:cubicBezTo>
                      <a:pt x="5107" y="694"/>
                      <a:pt x="5097" y="692"/>
                      <a:pt x="5087" y="692"/>
                    </a:cubicBezTo>
                    <a:cubicBezTo>
                      <a:pt x="5034" y="692"/>
                      <a:pt x="4976" y="733"/>
                      <a:pt x="4925" y="767"/>
                    </a:cubicBezTo>
                    <a:cubicBezTo>
                      <a:pt x="4915" y="737"/>
                      <a:pt x="4905" y="687"/>
                      <a:pt x="4915" y="657"/>
                    </a:cubicBezTo>
                    <a:lnTo>
                      <a:pt x="4845" y="657"/>
                    </a:lnTo>
                    <a:cubicBezTo>
                      <a:pt x="4875" y="557"/>
                      <a:pt x="4855" y="547"/>
                      <a:pt x="4805" y="476"/>
                    </a:cubicBezTo>
                    <a:lnTo>
                      <a:pt x="4765" y="516"/>
                    </a:lnTo>
                    <a:cubicBezTo>
                      <a:pt x="4727" y="462"/>
                      <a:pt x="4690" y="440"/>
                      <a:pt x="4657" y="440"/>
                    </a:cubicBezTo>
                    <a:cubicBezTo>
                      <a:pt x="4567" y="440"/>
                      <a:pt x="4501" y="597"/>
                      <a:pt x="4494" y="707"/>
                    </a:cubicBezTo>
                    <a:cubicBezTo>
                      <a:pt x="4414" y="677"/>
                      <a:pt x="4354" y="607"/>
                      <a:pt x="4304" y="536"/>
                    </a:cubicBezTo>
                    <a:lnTo>
                      <a:pt x="4304" y="536"/>
                    </a:lnTo>
                    <a:cubicBezTo>
                      <a:pt x="4307" y="548"/>
                      <a:pt x="4311" y="558"/>
                      <a:pt x="4315" y="567"/>
                    </a:cubicBezTo>
                    <a:lnTo>
                      <a:pt x="4315" y="567"/>
                    </a:lnTo>
                    <a:cubicBezTo>
                      <a:pt x="4283" y="505"/>
                      <a:pt x="4232" y="481"/>
                      <a:pt x="4174" y="481"/>
                    </a:cubicBezTo>
                    <a:cubicBezTo>
                      <a:pt x="4086" y="481"/>
                      <a:pt x="3984" y="536"/>
                      <a:pt x="3912" y="597"/>
                    </a:cubicBezTo>
                    <a:cubicBezTo>
                      <a:pt x="3909" y="504"/>
                      <a:pt x="3863" y="471"/>
                      <a:pt x="3803" y="471"/>
                    </a:cubicBezTo>
                    <a:cubicBezTo>
                      <a:pt x="3700" y="471"/>
                      <a:pt x="3556" y="571"/>
                      <a:pt x="3511" y="647"/>
                    </a:cubicBezTo>
                    <a:cubicBezTo>
                      <a:pt x="3495" y="549"/>
                      <a:pt x="3419" y="498"/>
                      <a:pt x="3338" y="498"/>
                    </a:cubicBezTo>
                    <a:cubicBezTo>
                      <a:pt x="3319" y="498"/>
                      <a:pt x="3299" y="501"/>
                      <a:pt x="3280" y="506"/>
                    </a:cubicBezTo>
                    <a:cubicBezTo>
                      <a:pt x="3369" y="360"/>
                      <a:pt x="3221" y="299"/>
                      <a:pt x="3062" y="299"/>
                    </a:cubicBezTo>
                    <a:cubicBezTo>
                      <a:pt x="2970" y="299"/>
                      <a:pt x="2874" y="319"/>
                      <a:pt x="2819" y="356"/>
                    </a:cubicBezTo>
                    <a:cubicBezTo>
                      <a:pt x="2827" y="248"/>
                      <a:pt x="2713" y="45"/>
                      <a:pt x="2605" y="45"/>
                    </a:cubicBezTo>
                    <a:cubicBezTo>
                      <a:pt x="2582" y="45"/>
                      <a:pt x="2559" y="54"/>
                      <a:pt x="2538" y="75"/>
                    </a:cubicBezTo>
                    <a:cubicBezTo>
                      <a:pt x="2483" y="23"/>
                      <a:pt x="2429" y="1"/>
                      <a:pt x="23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30" name="Google Shape;6830;p34"/>
              <p:cNvSpPr/>
              <p:nvPr/>
            </p:nvSpPr>
            <p:spPr>
              <a:xfrm>
                <a:off x="1439436" y="4198531"/>
                <a:ext cx="71262" cy="43632"/>
              </a:xfrm>
              <a:custGeom>
                <a:avLst/>
                <a:gdLst/>
                <a:ahLst/>
                <a:cxnLst/>
                <a:rect l="l" t="t" r="r" b="b"/>
                <a:pathLst>
                  <a:path w="1777" h="1088" extrusionOk="0">
                    <a:moveTo>
                      <a:pt x="853" y="1"/>
                    </a:moveTo>
                    <a:cubicBezTo>
                      <a:pt x="753" y="1"/>
                      <a:pt x="633" y="171"/>
                      <a:pt x="583" y="232"/>
                    </a:cubicBezTo>
                    <a:cubicBezTo>
                      <a:pt x="522" y="302"/>
                      <a:pt x="472" y="382"/>
                      <a:pt x="402" y="422"/>
                    </a:cubicBezTo>
                    <a:cubicBezTo>
                      <a:pt x="392" y="402"/>
                      <a:pt x="372" y="382"/>
                      <a:pt x="372" y="362"/>
                    </a:cubicBezTo>
                    <a:cubicBezTo>
                      <a:pt x="302" y="402"/>
                      <a:pt x="222" y="452"/>
                      <a:pt x="181" y="512"/>
                    </a:cubicBezTo>
                    <a:cubicBezTo>
                      <a:pt x="171" y="502"/>
                      <a:pt x="161" y="492"/>
                      <a:pt x="151" y="472"/>
                    </a:cubicBezTo>
                    <a:cubicBezTo>
                      <a:pt x="81" y="532"/>
                      <a:pt x="1" y="603"/>
                      <a:pt x="1" y="713"/>
                    </a:cubicBezTo>
                    <a:cubicBezTo>
                      <a:pt x="11" y="753"/>
                      <a:pt x="51" y="884"/>
                      <a:pt x="81" y="984"/>
                    </a:cubicBezTo>
                    <a:cubicBezTo>
                      <a:pt x="129" y="991"/>
                      <a:pt x="176" y="993"/>
                      <a:pt x="223" y="993"/>
                    </a:cubicBezTo>
                    <a:cubicBezTo>
                      <a:pt x="273" y="993"/>
                      <a:pt x="324" y="991"/>
                      <a:pt x="375" y="991"/>
                    </a:cubicBezTo>
                    <a:cubicBezTo>
                      <a:pt x="404" y="991"/>
                      <a:pt x="433" y="992"/>
                      <a:pt x="462" y="994"/>
                    </a:cubicBezTo>
                    <a:cubicBezTo>
                      <a:pt x="621" y="1003"/>
                      <a:pt x="754" y="1065"/>
                      <a:pt x="918" y="1065"/>
                    </a:cubicBezTo>
                    <a:cubicBezTo>
                      <a:pt x="930" y="1065"/>
                      <a:pt x="942" y="1065"/>
                      <a:pt x="954" y="1064"/>
                    </a:cubicBezTo>
                    <a:cubicBezTo>
                      <a:pt x="1104" y="1064"/>
                      <a:pt x="1255" y="1064"/>
                      <a:pt x="1415" y="1074"/>
                    </a:cubicBezTo>
                    <a:cubicBezTo>
                      <a:pt x="1461" y="1074"/>
                      <a:pt x="1536" y="1087"/>
                      <a:pt x="1606" y="1087"/>
                    </a:cubicBezTo>
                    <a:cubicBezTo>
                      <a:pt x="1658" y="1087"/>
                      <a:pt x="1706" y="1080"/>
                      <a:pt x="1736" y="1054"/>
                    </a:cubicBezTo>
                    <a:cubicBezTo>
                      <a:pt x="1776" y="1024"/>
                      <a:pt x="1776" y="994"/>
                      <a:pt x="1776" y="954"/>
                    </a:cubicBezTo>
                    <a:cubicBezTo>
                      <a:pt x="1776" y="894"/>
                      <a:pt x="1756" y="823"/>
                      <a:pt x="1736" y="763"/>
                    </a:cubicBezTo>
                    <a:cubicBezTo>
                      <a:pt x="1712" y="706"/>
                      <a:pt x="1588" y="470"/>
                      <a:pt x="1499" y="470"/>
                    </a:cubicBezTo>
                    <a:cubicBezTo>
                      <a:pt x="1481" y="470"/>
                      <a:pt x="1464" y="480"/>
                      <a:pt x="1450" y="503"/>
                    </a:cubicBezTo>
                    <a:lnTo>
                      <a:pt x="1450" y="503"/>
                    </a:lnTo>
                    <a:cubicBezTo>
                      <a:pt x="1496" y="403"/>
                      <a:pt x="1173" y="412"/>
                      <a:pt x="1114" y="392"/>
                    </a:cubicBezTo>
                    <a:cubicBezTo>
                      <a:pt x="1136" y="348"/>
                      <a:pt x="1105" y="299"/>
                      <a:pt x="1071" y="299"/>
                    </a:cubicBezTo>
                    <a:cubicBezTo>
                      <a:pt x="1061" y="299"/>
                      <a:pt x="1052" y="302"/>
                      <a:pt x="1044" y="310"/>
                    </a:cubicBezTo>
                    <a:lnTo>
                      <a:pt x="1044" y="310"/>
                    </a:lnTo>
                    <a:cubicBezTo>
                      <a:pt x="1110" y="214"/>
                      <a:pt x="940" y="10"/>
                      <a:pt x="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31" name="Google Shape;6831;p34"/>
              <p:cNvSpPr/>
              <p:nvPr/>
            </p:nvSpPr>
            <p:spPr>
              <a:xfrm>
                <a:off x="1307495" y="4187583"/>
                <a:ext cx="87744" cy="42709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1065" extrusionOk="0">
                    <a:moveTo>
                      <a:pt x="979" y="1"/>
                    </a:moveTo>
                    <a:cubicBezTo>
                      <a:pt x="883" y="1"/>
                      <a:pt x="768" y="197"/>
                      <a:pt x="723" y="364"/>
                    </a:cubicBezTo>
                    <a:cubicBezTo>
                      <a:pt x="663" y="344"/>
                      <a:pt x="583" y="284"/>
                      <a:pt x="532" y="234"/>
                    </a:cubicBezTo>
                    <a:cubicBezTo>
                      <a:pt x="502" y="274"/>
                      <a:pt x="482" y="314"/>
                      <a:pt x="442" y="344"/>
                    </a:cubicBezTo>
                    <a:cubicBezTo>
                      <a:pt x="442" y="304"/>
                      <a:pt x="412" y="284"/>
                      <a:pt x="402" y="254"/>
                    </a:cubicBezTo>
                    <a:cubicBezTo>
                      <a:pt x="352" y="274"/>
                      <a:pt x="292" y="294"/>
                      <a:pt x="232" y="294"/>
                    </a:cubicBezTo>
                    <a:cubicBezTo>
                      <a:pt x="229" y="295"/>
                      <a:pt x="226" y="295"/>
                      <a:pt x="224" y="295"/>
                    </a:cubicBezTo>
                    <a:cubicBezTo>
                      <a:pt x="205" y="295"/>
                      <a:pt x="199" y="269"/>
                      <a:pt x="173" y="269"/>
                    </a:cubicBezTo>
                    <a:cubicBezTo>
                      <a:pt x="167" y="269"/>
                      <a:pt x="160" y="270"/>
                      <a:pt x="151" y="274"/>
                    </a:cubicBezTo>
                    <a:cubicBezTo>
                      <a:pt x="51" y="314"/>
                      <a:pt x="1" y="474"/>
                      <a:pt x="51" y="575"/>
                    </a:cubicBezTo>
                    <a:cubicBezTo>
                      <a:pt x="71" y="605"/>
                      <a:pt x="51" y="675"/>
                      <a:pt x="81" y="735"/>
                    </a:cubicBezTo>
                    <a:cubicBezTo>
                      <a:pt x="141" y="846"/>
                      <a:pt x="272" y="846"/>
                      <a:pt x="362" y="866"/>
                    </a:cubicBezTo>
                    <a:cubicBezTo>
                      <a:pt x="700" y="948"/>
                      <a:pt x="1071" y="1064"/>
                      <a:pt x="1427" y="1064"/>
                    </a:cubicBezTo>
                    <a:cubicBezTo>
                      <a:pt x="1504" y="1064"/>
                      <a:pt x="1581" y="1059"/>
                      <a:pt x="1656" y="1046"/>
                    </a:cubicBezTo>
                    <a:cubicBezTo>
                      <a:pt x="1947" y="996"/>
                      <a:pt x="2187" y="755"/>
                      <a:pt x="1856" y="535"/>
                    </a:cubicBezTo>
                    <a:cubicBezTo>
                      <a:pt x="1806" y="505"/>
                      <a:pt x="1696" y="464"/>
                      <a:pt x="1646" y="444"/>
                    </a:cubicBezTo>
                    <a:cubicBezTo>
                      <a:pt x="1606" y="434"/>
                      <a:pt x="1536" y="414"/>
                      <a:pt x="1485" y="384"/>
                    </a:cubicBezTo>
                    <a:cubicBezTo>
                      <a:pt x="1525" y="240"/>
                      <a:pt x="1398" y="207"/>
                      <a:pt x="1274" y="207"/>
                    </a:cubicBezTo>
                    <a:cubicBezTo>
                      <a:pt x="1208" y="207"/>
                      <a:pt x="1143" y="217"/>
                      <a:pt x="1104" y="224"/>
                    </a:cubicBezTo>
                    <a:cubicBezTo>
                      <a:pt x="1079" y="62"/>
                      <a:pt x="1032" y="1"/>
                      <a:pt x="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32" name="Google Shape;6832;p34"/>
              <p:cNvSpPr/>
              <p:nvPr/>
            </p:nvSpPr>
            <p:spPr>
              <a:xfrm>
                <a:off x="1330033" y="4187703"/>
                <a:ext cx="347007" cy="94963"/>
              </a:xfrm>
              <a:custGeom>
                <a:avLst/>
                <a:gdLst/>
                <a:ahLst/>
                <a:cxnLst/>
                <a:rect l="l" t="t" r="r" b="b"/>
                <a:pathLst>
                  <a:path w="8653" h="2368" extrusionOk="0">
                    <a:moveTo>
                      <a:pt x="6049" y="0"/>
                    </a:moveTo>
                    <a:cubicBezTo>
                      <a:pt x="5858" y="90"/>
                      <a:pt x="5598" y="60"/>
                      <a:pt x="5598" y="341"/>
                    </a:cubicBezTo>
                    <a:cubicBezTo>
                      <a:pt x="5578" y="331"/>
                      <a:pt x="5567" y="301"/>
                      <a:pt x="5547" y="291"/>
                    </a:cubicBezTo>
                    <a:cubicBezTo>
                      <a:pt x="5267" y="421"/>
                      <a:pt x="5156" y="502"/>
                      <a:pt x="5126" y="843"/>
                    </a:cubicBezTo>
                    <a:cubicBezTo>
                      <a:pt x="5060" y="722"/>
                      <a:pt x="4954" y="667"/>
                      <a:pt x="4856" y="667"/>
                    </a:cubicBezTo>
                    <a:cubicBezTo>
                      <a:pt x="4716" y="667"/>
                      <a:pt x="4591" y="779"/>
                      <a:pt x="4615" y="973"/>
                    </a:cubicBezTo>
                    <a:cubicBezTo>
                      <a:pt x="4585" y="943"/>
                      <a:pt x="4554" y="913"/>
                      <a:pt x="4534" y="883"/>
                    </a:cubicBezTo>
                    <a:cubicBezTo>
                      <a:pt x="4534" y="953"/>
                      <a:pt x="4484" y="1023"/>
                      <a:pt x="4504" y="1123"/>
                    </a:cubicBezTo>
                    <a:cubicBezTo>
                      <a:pt x="4392" y="1080"/>
                      <a:pt x="4223" y="990"/>
                      <a:pt x="4098" y="990"/>
                    </a:cubicBezTo>
                    <a:cubicBezTo>
                      <a:pt x="4021" y="990"/>
                      <a:pt x="3962" y="1024"/>
                      <a:pt x="3943" y="1123"/>
                    </a:cubicBezTo>
                    <a:cubicBezTo>
                      <a:pt x="3863" y="1038"/>
                      <a:pt x="3710" y="953"/>
                      <a:pt x="3596" y="953"/>
                    </a:cubicBezTo>
                    <a:cubicBezTo>
                      <a:pt x="3521" y="953"/>
                      <a:pt x="3463" y="989"/>
                      <a:pt x="3451" y="1083"/>
                    </a:cubicBezTo>
                    <a:cubicBezTo>
                      <a:pt x="3421" y="973"/>
                      <a:pt x="3381" y="873"/>
                      <a:pt x="3341" y="782"/>
                    </a:cubicBezTo>
                    <a:cubicBezTo>
                      <a:pt x="3180" y="792"/>
                      <a:pt x="3030" y="873"/>
                      <a:pt x="2909" y="983"/>
                    </a:cubicBezTo>
                    <a:cubicBezTo>
                      <a:pt x="2899" y="923"/>
                      <a:pt x="2859" y="893"/>
                      <a:pt x="2849" y="833"/>
                    </a:cubicBezTo>
                    <a:cubicBezTo>
                      <a:pt x="2830" y="839"/>
                      <a:pt x="2811" y="842"/>
                      <a:pt x="2792" y="842"/>
                    </a:cubicBezTo>
                    <a:cubicBezTo>
                      <a:pt x="2706" y="842"/>
                      <a:pt x="2619" y="785"/>
                      <a:pt x="2546" y="785"/>
                    </a:cubicBezTo>
                    <a:cubicBezTo>
                      <a:pt x="2490" y="785"/>
                      <a:pt x="2442" y="818"/>
                      <a:pt x="2408" y="933"/>
                    </a:cubicBezTo>
                    <a:cubicBezTo>
                      <a:pt x="2324" y="789"/>
                      <a:pt x="2180" y="731"/>
                      <a:pt x="2036" y="731"/>
                    </a:cubicBezTo>
                    <a:cubicBezTo>
                      <a:pt x="1939" y="731"/>
                      <a:pt x="1843" y="758"/>
                      <a:pt x="1766" y="802"/>
                    </a:cubicBezTo>
                    <a:cubicBezTo>
                      <a:pt x="1736" y="722"/>
                      <a:pt x="1666" y="672"/>
                      <a:pt x="1636" y="592"/>
                    </a:cubicBezTo>
                    <a:cubicBezTo>
                      <a:pt x="1515" y="602"/>
                      <a:pt x="1445" y="592"/>
                      <a:pt x="1355" y="682"/>
                    </a:cubicBezTo>
                    <a:lnTo>
                      <a:pt x="1274" y="602"/>
                    </a:lnTo>
                    <a:cubicBezTo>
                      <a:pt x="1254" y="612"/>
                      <a:pt x="1234" y="632"/>
                      <a:pt x="1224" y="652"/>
                    </a:cubicBezTo>
                    <a:cubicBezTo>
                      <a:pt x="1194" y="602"/>
                      <a:pt x="1124" y="552"/>
                      <a:pt x="1094" y="512"/>
                    </a:cubicBezTo>
                    <a:cubicBezTo>
                      <a:pt x="1064" y="542"/>
                      <a:pt x="984" y="582"/>
                      <a:pt x="953" y="612"/>
                    </a:cubicBezTo>
                    <a:cubicBezTo>
                      <a:pt x="833" y="431"/>
                      <a:pt x="763" y="351"/>
                      <a:pt x="552" y="351"/>
                    </a:cubicBezTo>
                    <a:cubicBezTo>
                      <a:pt x="492" y="391"/>
                      <a:pt x="452" y="401"/>
                      <a:pt x="402" y="431"/>
                    </a:cubicBezTo>
                    <a:cubicBezTo>
                      <a:pt x="392" y="431"/>
                      <a:pt x="362" y="371"/>
                      <a:pt x="352" y="361"/>
                    </a:cubicBezTo>
                    <a:cubicBezTo>
                      <a:pt x="332" y="411"/>
                      <a:pt x="291" y="461"/>
                      <a:pt x="281" y="512"/>
                    </a:cubicBezTo>
                    <a:cubicBezTo>
                      <a:pt x="221" y="451"/>
                      <a:pt x="151" y="451"/>
                      <a:pt x="111" y="411"/>
                    </a:cubicBezTo>
                    <a:cubicBezTo>
                      <a:pt x="31" y="542"/>
                      <a:pt x="1" y="702"/>
                      <a:pt x="21" y="863"/>
                    </a:cubicBezTo>
                    <a:cubicBezTo>
                      <a:pt x="41" y="1224"/>
                      <a:pt x="1" y="1685"/>
                      <a:pt x="322" y="2006"/>
                    </a:cubicBezTo>
                    <a:cubicBezTo>
                      <a:pt x="582" y="2247"/>
                      <a:pt x="1102" y="2368"/>
                      <a:pt x="1445" y="2368"/>
                    </a:cubicBezTo>
                    <a:cubicBezTo>
                      <a:pt x="1459" y="2368"/>
                      <a:pt x="1472" y="2368"/>
                      <a:pt x="1485" y="2367"/>
                    </a:cubicBezTo>
                    <a:cubicBezTo>
                      <a:pt x="1866" y="2347"/>
                      <a:pt x="2247" y="2277"/>
                      <a:pt x="2639" y="2277"/>
                    </a:cubicBezTo>
                    <a:cubicBezTo>
                      <a:pt x="3086" y="2277"/>
                      <a:pt x="3539" y="2324"/>
                      <a:pt x="3990" y="2324"/>
                    </a:cubicBezTo>
                    <a:cubicBezTo>
                      <a:pt x="4165" y="2324"/>
                      <a:pt x="4340" y="2317"/>
                      <a:pt x="4514" y="2297"/>
                    </a:cubicBezTo>
                    <a:cubicBezTo>
                      <a:pt x="5527" y="2187"/>
                      <a:pt x="6561" y="1816"/>
                      <a:pt x="7564" y="1585"/>
                    </a:cubicBezTo>
                    <a:cubicBezTo>
                      <a:pt x="7864" y="1525"/>
                      <a:pt x="8376" y="1545"/>
                      <a:pt x="8527" y="1254"/>
                    </a:cubicBezTo>
                    <a:cubicBezTo>
                      <a:pt x="8653" y="1025"/>
                      <a:pt x="8537" y="771"/>
                      <a:pt x="8325" y="771"/>
                    </a:cubicBezTo>
                    <a:cubicBezTo>
                      <a:pt x="8268" y="771"/>
                      <a:pt x="8204" y="790"/>
                      <a:pt x="8135" y="833"/>
                    </a:cubicBezTo>
                    <a:cubicBezTo>
                      <a:pt x="8115" y="752"/>
                      <a:pt x="8045" y="722"/>
                      <a:pt x="8015" y="672"/>
                    </a:cubicBezTo>
                    <a:cubicBezTo>
                      <a:pt x="7975" y="692"/>
                      <a:pt x="7955" y="722"/>
                      <a:pt x="7925" y="752"/>
                    </a:cubicBezTo>
                    <a:cubicBezTo>
                      <a:pt x="7925" y="732"/>
                      <a:pt x="7925" y="672"/>
                      <a:pt x="7905" y="652"/>
                    </a:cubicBezTo>
                    <a:cubicBezTo>
                      <a:pt x="7764" y="672"/>
                      <a:pt x="7624" y="722"/>
                      <a:pt x="7503" y="792"/>
                    </a:cubicBezTo>
                    <a:cubicBezTo>
                      <a:pt x="7473" y="772"/>
                      <a:pt x="7373" y="692"/>
                      <a:pt x="7353" y="672"/>
                    </a:cubicBezTo>
                    <a:cubicBezTo>
                      <a:pt x="7403" y="582"/>
                      <a:pt x="7393" y="461"/>
                      <a:pt x="7413" y="361"/>
                    </a:cubicBezTo>
                    <a:lnTo>
                      <a:pt x="7413" y="361"/>
                    </a:lnTo>
                    <a:cubicBezTo>
                      <a:pt x="7182" y="381"/>
                      <a:pt x="6962" y="512"/>
                      <a:pt x="6751" y="562"/>
                    </a:cubicBezTo>
                    <a:cubicBezTo>
                      <a:pt x="6721" y="542"/>
                      <a:pt x="6631" y="481"/>
                      <a:pt x="6611" y="451"/>
                    </a:cubicBezTo>
                    <a:cubicBezTo>
                      <a:pt x="6591" y="471"/>
                      <a:pt x="6581" y="502"/>
                      <a:pt x="6550" y="522"/>
                    </a:cubicBezTo>
                    <a:cubicBezTo>
                      <a:pt x="6664" y="296"/>
                      <a:pt x="6553" y="84"/>
                      <a:pt x="6404" y="84"/>
                    </a:cubicBezTo>
                    <a:cubicBezTo>
                      <a:pt x="6341" y="84"/>
                      <a:pt x="6272" y="122"/>
                      <a:pt x="6209" y="211"/>
                    </a:cubicBezTo>
                    <a:cubicBezTo>
                      <a:pt x="6139" y="70"/>
                      <a:pt x="6169" y="171"/>
                      <a:pt x="6069" y="90"/>
                    </a:cubicBezTo>
                    <a:cubicBezTo>
                      <a:pt x="6059" y="70"/>
                      <a:pt x="6059" y="10"/>
                      <a:pt x="60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33" name="Google Shape;6833;p34"/>
              <p:cNvSpPr/>
              <p:nvPr/>
            </p:nvSpPr>
            <p:spPr>
              <a:xfrm>
                <a:off x="1509858" y="4187703"/>
                <a:ext cx="110242" cy="67452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1682" extrusionOk="0">
                    <a:moveTo>
                      <a:pt x="1565" y="0"/>
                    </a:moveTo>
                    <a:cubicBezTo>
                      <a:pt x="1374" y="90"/>
                      <a:pt x="1114" y="60"/>
                      <a:pt x="1114" y="341"/>
                    </a:cubicBezTo>
                    <a:cubicBezTo>
                      <a:pt x="1094" y="331"/>
                      <a:pt x="1083" y="301"/>
                      <a:pt x="1063" y="291"/>
                    </a:cubicBezTo>
                    <a:cubicBezTo>
                      <a:pt x="783" y="421"/>
                      <a:pt x="672" y="502"/>
                      <a:pt x="642" y="843"/>
                    </a:cubicBezTo>
                    <a:cubicBezTo>
                      <a:pt x="576" y="722"/>
                      <a:pt x="470" y="667"/>
                      <a:pt x="372" y="667"/>
                    </a:cubicBezTo>
                    <a:cubicBezTo>
                      <a:pt x="232" y="667"/>
                      <a:pt x="107" y="779"/>
                      <a:pt x="131" y="973"/>
                    </a:cubicBezTo>
                    <a:cubicBezTo>
                      <a:pt x="101" y="943"/>
                      <a:pt x="70" y="913"/>
                      <a:pt x="50" y="883"/>
                    </a:cubicBezTo>
                    <a:cubicBezTo>
                      <a:pt x="50" y="953"/>
                      <a:pt x="0" y="1023"/>
                      <a:pt x="20" y="1123"/>
                    </a:cubicBezTo>
                    <a:cubicBezTo>
                      <a:pt x="30" y="1194"/>
                      <a:pt x="0" y="1254"/>
                      <a:pt x="10" y="1304"/>
                    </a:cubicBezTo>
                    <a:cubicBezTo>
                      <a:pt x="40" y="1384"/>
                      <a:pt x="60" y="1354"/>
                      <a:pt x="111" y="1414"/>
                    </a:cubicBezTo>
                    <a:cubicBezTo>
                      <a:pt x="161" y="1454"/>
                      <a:pt x="151" y="1515"/>
                      <a:pt x="221" y="1545"/>
                    </a:cubicBezTo>
                    <a:cubicBezTo>
                      <a:pt x="251" y="1560"/>
                      <a:pt x="291" y="1563"/>
                      <a:pt x="336" y="1563"/>
                    </a:cubicBezTo>
                    <a:cubicBezTo>
                      <a:pt x="384" y="1563"/>
                      <a:pt x="437" y="1559"/>
                      <a:pt x="486" y="1559"/>
                    </a:cubicBezTo>
                    <a:cubicBezTo>
                      <a:pt x="513" y="1559"/>
                      <a:pt x="539" y="1560"/>
                      <a:pt x="562" y="1565"/>
                    </a:cubicBezTo>
                    <a:cubicBezTo>
                      <a:pt x="831" y="1626"/>
                      <a:pt x="1153" y="1682"/>
                      <a:pt x="1452" y="1682"/>
                    </a:cubicBezTo>
                    <a:cubicBezTo>
                      <a:pt x="1543" y="1682"/>
                      <a:pt x="1631" y="1677"/>
                      <a:pt x="1715" y="1665"/>
                    </a:cubicBezTo>
                    <a:cubicBezTo>
                      <a:pt x="1796" y="1655"/>
                      <a:pt x="1866" y="1605"/>
                      <a:pt x="1946" y="1595"/>
                    </a:cubicBezTo>
                    <a:cubicBezTo>
                      <a:pt x="1961" y="1593"/>
                      <a:pt x="1977" y="1592"/>
                      <a:pt x="1993" y="1592"/>
                    </a:cubicBezTo>
                    <a:cubicBezTo>
                      <a:pt x="2061" y="1592"/>
                      <a:pt x="2134" y="1607"/>
                      <a:pt x="2207" y="1615"/>
                    </a:cubicBezTo>
                    <a:cubicBezTo>
                      <a:pt x="2387" y="1615"/>
                      <a:pt x="2528" y="1595"/>
                      <a:pt x="2648" y="1454"/>
                    </a:cubicBezTo>
                    <a:cubicBezTo>
                      <a:pt x="2688" y="1404"/>
                      <a:pt x="2749" y="1334"/>
                      <a:pt x="2729" y="1284"/>
                    </a:cubicBezTo>
                    <a:cubicBezTo>
                      <a:pt x="2718" y="1229"/>
                      <a:pt x="2696" y="1219"/>
                      <a:pt x="2668" y="1219"/>
                    </a:cubicBezTo>
                    <a:cubicBezTo>
                      <a:pt x="2653" y="1219"/>
                      <a:pt x="2635" y="1222"/>
                      <a:pt x="2618" y="1222"/>
                    </a:cubicBezTo>
                    <a:cubicBezTo>
                      <a:pt x="2604" y="1222"/>
                      <a:pt x="2591" y="1220"/>
                      <a:pt x="2578" y="1214"/>
                    </a:cubicBezTo>
                    <a:cubicBezTo>
                      <a:pt x="2594" y="1173"/>
                      <a:pt x="2557" y="1138"/>
                      <a:pt x="2521" y="1138"/>
                    </a:cubicBezTo>
                    <a:cubicBezTo>
                      <a:pt x="2513" y="1138"/>
                      <a:pt x="2505" y="1140"/>
                      <a:pt x="2498" y="1143"/>
                    </a:cubicBezTo>
                    <a:cubicBezTo>
                      <a:pt x="2468" y="1103"/>
                      <a:pt x="2448" y="1043"/>
                      <a:pt x="2468" y="993"/>
                    </a:cubicBezTo>
                    <a:cubicBezTo>
                      <a:pt x="2439" y="979"/>
                      <a:pt x="2421" y="965"/>
                      <a:pt x="2399" y="965"/>
                    </a:cubicBezTo>
                    <a:cubicBezTo>
                      <a:pt x="2389" y="965"/>
                      <a:pt x="2379" y="967"/>
                      <a:pt x="2367" y="973"/>
                    </a:cubicBezTo>
                    <a:lnTo>
                      <a:pt x="2387" y="953"/>
                    </a:lnTo>
                    <a:cubicBezTo>
                      <a:pt x="2365" y="927"/>
                      <a:pt x="2344" y="918"/>
                      <a:pt x="2324" y="918"/>
                    </a:cubicBezTo>
                    <a:cubicBezTo>
                      <a:pt x="2283" y="918"/>
                      <a:pt x="2247" y="956"/>
                      <a:pt x="2207" y="963"/>
                    </a:cubicBezTo>
                    <a:cubicBezTo>
                      <a:pt x="2187" y="973"/>
                      <a:pt x="2177" y="993"/>
                      <a:pt x="2157" y="993"/>
                    </a:cubicBezTo>
                    <a:cubicBezTo>
                      <a:pt x="2137" y="993"/>
                      <a:pt x="2087" y="963"/>
                      <a:pt x="2056" y="963"/>
                    </a:cubicBezTo>
                    <a:cubicBezTo>
                      <a:pt x="2117" y="933"/>
                      <a:pt x="2247" y="742"/>
                      <a:pt x="2107" y="732"/>
                    </a:cubicBezTo>
                    <a:cubicBezTo>
                      <a:pt x="2127" y="702"/>
                      <a:pt x="2127" y="682"/>
                      <a:pt x="2157" y="652"/>
                    </a:cubicBezTo>
                    <a:cubicBezTo>
                      <a:pt x="2137" y="612"/>
                      <a:pt x="2087" y="602"/>
                      <a:pt x="2056" y="592"/>
                    </a:cubicBezTo>
                    <a:cubicBezTo>
                      <a:pt x="2077" y="542"/>
                      <a:pt x="2107" y="502"/>
                      <a:pt x="2127" y="461"/>
                    </a:cubicBezTo>
                    <a:lnTo>
                      <a:pt x="2127" y="451"/>
                    </a:lnTo>
                    <a:cubicBezTo>
                      <a:pt x="2107" y="471"/>
                      <a:pt x="2097" y="502"/>
                      <a:pt x="2066" y="522"/>
                    </a:cubicBezTo>
                    <a:cubicBezTo>
                      <a:pt x="2180" y="296"/>
                      <a:pt x="2069" y="84"/>
                      <a:pt x="1920" y="84"/>
                    </a:cubicBezTo>
                    <a:cubicBezTo>
                      <a:pt x="1857" y="84"/>
                      <a:pt x="1788" y="122"/>
                      <a:pt x="1725" y="211"/>
                    </a:cubicBezTo>
                    <a:cubicBezTo>
                      <a:pt x="1655" y="70"/>
                      <a:pt x="1685" y="171"/>
                      <a:pt x="1585" y="90"/>
                    </a:cubicBezTo>
                    <a:cubicBezTo>
                      <a:pt x="1575" y="70"/>
                      <a:pt x="1575" y="10"/>
                      <a:pt x="15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34" name="Google Shape;6834;p34"/>
              <p:cNvSpPr/>
              <p:nvPr/>
            </p:nvSpPr>
            <p:spPr>
              <a:xfrm>
                <a:off x="1255200" y="4198531"/>
                <a:ext cx="110282" cy="67493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683" extrusionOk="0">
                    <a:moveTo>
                      <a:pt x="1566" y="1"/>
                    </a:moveTo>
                    <a:cubicBezTo>
                      <a:pt x="1385" y="101"/>
                      <a:pt x="1124" y="61"/>
                      <a:pt x="1124" y="342"/>
                    </a:cubicBezTo>
                    <a:cubicBezTo>
                      <a:pt x="1104" y="332"/>
                      <a:pt x="1094" y="302"/>
                      <a:pt x="1074" y="302"/>
                    </a:cubicBezTo>
                    <a:cubicBezTo>
                      <a:pt x="793" y="432"/>
                      <a:pt x="683" y="502"/>
                      <a:pt x="643" y="843"/>
                    </a:cubicBezTo>
                    <a:cubicBezTo>
                      <a:pt x="581" y="725"/>
                      <a:pt x="478" y="671"/>
                      <a:pt x="380" y="671"/>
                    </a:cubicBezTo>
                    <a:cubicBezTo>
                      <a:pt x="238" y="671"/>
                      <a:pt x="108" y="784"/>
                      <a:pt x="131" y="974"/>
                    </a:cubicBezTo>
                    <a:cubicBezTo>
                      <a:pt x="111" y="954"/>
                      <a:pt x="81" y="914"/>
                      <a:pt x="61" y="894"/>
                    </a:cubicBezTo>
                    <a:cubicBezTo>
                      <a:pt x="61" y="954"/>
                      <a:pt x="1" y="1034"/>
                      <a:pt x="21" y="1134"/>
                    </a:cubicBezTo>
                    <a:lnTo>
                      <a:pt x="21" y="1124"/>
                    </a:lnTo>
                    <a:lnTo>
                      <a:pt x="21" y="1124"/>
                    </a:lnTo>
                    <a:cubicBezTo>
                      <a:pt x="31" y="1194"/>
                      <a:pt x="11" y="1255"/>
                      <a:pt x="21" y="1305"/>
                    </a:cubicBezTo>
                    <a:cubicBezTo>
                      <a:pt x="51" y="1385"/>
                      <a:pt x="71" y="1355"/>
                      <a:pt x="121" y="1415"/>
                    </a:cubicBezTo>
                    <a:cubicBezTo>
                      <a:pt x="161" y="1455"/>
                      <a:pt x="161" y="1515"/>
                      <a:pt x="222" y="1546"/>
                    </a:cubicBezTo>
                    <a:cubicBezTo>
                      <a:pt x="255" y="1560"/>
                      <a:pt x="298" y="1564"/>
                      <a:pt x="344" y="1564"/>
                    </a:cubicBezTo>
                    <a:cubicBezTo>
                      <a:pt x="394" y="1564"/>
                      <a:pt x="448" y="1560"/>
                      <a:pt x="497" y="1560"/>
                    </a:cubicBezTo>
                    <a:cubicBezTo>
                      <a:pt x="524" y="1560"/>
                      <a:pt x="550" y="1561"/>
                      <a:pt x="573" y="1566"/>
                    </a:cubicBezTo>
                    <a:cubicBezTo>
                      <a:pt x="842" y="1627"/>
                      <a:pt x="1164" y="1683"/>
                      <a:pt x="1462" y="1683"/>
                    </a:cubicBezTo>
                    <a:cubicBezTo>
                      <a:pt x="1553" y="1683"/>
                      <a:pt x="1642" y="1678"/>
                      <a:pt x="1726" y="1666"/>
                    </a:cubicBezTo>
                    <a:cubicBezTo>
                      <a:pt x="1806" y="1656"/>
                      <a:pt x="1877" y="1616"/>
                      <a:pt x="1947" y="1596"/>
                    </a:cubicBezTo>
                    <a:cubicBezTo>
                      <a:pt x="1964" y="1594"/>
                      <a:pt x="1981" y="1593"/>
                      <a:pt x="1998" y="1593"/>
                    </a:cubicBezTo>
                    <a:cubicBezTo>
                      <a:pt x="2071" y="1593"/>
                      <a:pt x="2143" y="1608"/>
                      <a:pt x="2208" y="1616"/>
                    </a:cubicBezTo>
                    <a:cubicBezTo>
                      <a:pt x="2229" y="1617"/>
                      <a:pt x="2250" y="1618"/>
                      <a:pt x="2271" y="1618"/>
                    </a:cubicBezTo>
                    <a:cubicBezTo>
                      <a:pt x="2430" y="1618"/>
                      <a:pt x="2551" y="1580"/>
                      <a:pt x="2649" y="1455"/>
                    </a:cubicBezTo>
                    <a:cubicBezTo>
                      <a:pt x="2689" y="1405"/>
                      <a:pt x="2749" y="1345"/>
                      <a:pt x="2739" y="1285"/>
                    </a:cubicBezTo>
                    <a:cubicBezTo>
                      <a:pt x="2730" y="1232"/>
                      <a:pt x="2709" y="1221"/>
                      <a:pt x="2682" y="1221"/>
                    </a:cubicBezTo>
                    <a:cubicBezTo>
                      <a:pt x="2660" y="1221"/>
                      <a:pt x="2635" y="1228"/>
                      <a:pt x="2608" y="1228"/>
                    </a:cubicBezTo>
                    <a:cubicBezTo>
                      <a:pt x="2599" y="1228"/>
                      <a:pt x="2589" y="1227"/>
                      <a:pt x="2579" y="1225"/>
                    </a:cubicBezTo>
                    <a:cubicBezTo>
                      <a:pt x="2603" y="1175"/>
                      <a:pt x="2567" y="1139"/>
                      <a:pt x="2526" y="1139"/>
                    </a:cubicBezTo>
                    <a:cubicBezTo>
                      <a:pt x="2517" y="1139"/>
                      <a:pt x="2507" y="1141"/>
                      <a:pt x="2498" y="1144"/>
                    </a:cubicBezTo>
                    <a:cubicBezTo>
                      <a:pt x="2468" y="1104"/>
                      <a:pt x="2458" y="1044"/>
                      <a:pt x="2468" y="994"/>
                    </a:cubicBezTo>
                    <a:cubicBezTo>
                      <a:pt x="2449" y="981"/>
                      <a:pt x="2434" y="968"/>
                      <a:pt x="2416" y="968"/>
                    </a:cubicBezTo>
                    <a:cubicBezTo>
                      <a:pt x="2405" y="968"/>
                      <a:pt x="2393" y="973"/>
                      <a:pt x="2378" y="984"/>
                    </a:cubicBezTo>
                    <a:lnTo>
                      <a:pt x="2388" y="954"/>
                    </a:lnTo>
                    <a:cubicBezTo>
                      <a:pt x="2369" y="928"/>
                      <a:pt x="2351" y="919"/>
                      <a:pt x="2333" y="919"/>
                    </a:cubicBezTo>
                    <a:cubicBezTo>
                      <a:pt x="2295" y="919"/>
                      <a:pt x="2258" y="960"/>
                      <a:pt x="2218" y="974"/>
                    </a:cubicBezTo>
                    <a:cubicBezTo>
                      <a:pt x="2198" y="974"/>
                      <a:pt x="2188" y="994"/>
                      <a:pt x="2167" y="994"/>
                    </a:cubicBezTo>
                    <a:cubicBezTo>
                      <a:pt x="2147" y="994"/>
                      <a:pt x="2097" y="964"/>
                      <a:pt x="2067" y="964"/>
                    </a:cubicBezTo>
                    <a:cubicBezTo>
                      <a:pt x="2127" y="934"/>
                      <a:pt x="2258" y="743"/>
                      <a:pt x="2117" y="733"/>
                    </a:cubicBezTo>
                    <a:cubicBezTo>
                      <a:pt x="2137" y="703"/>
                      <a:pt x="2137" y="683"/>
                      <a:pt x="2167" y="653"/>
                    </a:cubicBezTo>
                    <a:cubicBezTo>
                      <a:pt x="2147" y="613"/>
                      <a:pt x="2097" y="603"/>
                      <a:pt x="2057" y="593"/>
                    </a:cubicBezTo>
                    <a:cubicBezTo>
                      <a:pt x="2087" y="542"/>
                      <a:pt x="2107" y="502"/>
                      <a:pt x="2137" y="462"/>
                    </a:cubicBezTo>
                    <a:lnTo>
                      <a:pt x="2127" y="462"/>
                    </a:lnTo>
                    <a:cubicBezTo>
                      <a:pt x="2107" y="482"/>
                      <a:pt x="2107" y="512"/>
                      <a:pt x="2077" y="522"/>
                    </a:cubicBezTo>
                    <a:cubicBezTo>
                      <a:pt x="2189" y="298"/>
                      <a:pt x="2076" y="89"/>
                      <a:pt x="1930" y="89"/>
                    </a:cubicBezTo>
                    <a:cubicBezTo>
                      <a:pt x="1866" y="89"/>
                      <a:pt x="1797" y="128"/>
                      <a:pt x="1736" y="222"/>
                    </a:cubicBezTo>
                    <a:cubicBezTo>
                      <a:pt x="1656" y="71"/>
                      <a:pt x="1696" y="171"/>
                      <a:pt x="1586" y="91"/>
                    </a:cubicBezTo>
                    <a:cubicBezTo>
                      <a:pt x="1586" y="71"/>
                      <a:pt x="1586" y="21"/>
                      <a:pt x="15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35" name="Google Shape;6835;p34"/>
              <p:cNvSpPr/>
              <p:nvPr/>
            </p:nvSpPr>
            <p:spPr>
              <a:xfrm>
                <a:off x="1510259" y="4187703"/>
                <a:ext cx="70019" cy="44273"/>
              </a:xfrm>
              <a:custGeom>
                <a:avLst/>
                <a:gdLst/>
                <a:ahLst/>
                <a:cxnLst/>
                <a:rect l="l" t="t" r="r" b="b"/>
                <a:pathLst>
                  <a:path w="1746" h="1104" extrusionOk="0">
                    <a:moveTo>
                      <a:pt x="1555" y="0"/>
                    </a:moveTo>
                    <a:cubicBezTo>
                      <a:pt x="1364" y="90"/>
                      <a:pt x="1104" y="60"/>
                      <a:pt x="1104" y="341"/>
                    </a:cubicBezTo>
                    <a:cubicBezTo>
                      <a:pt x="1084" y="331"/>
                      <a:pt x="1073" y="301"/>
                      <a:pt x="1053" y="291"/>
                    </a:cubicBezTo>
                    <a:cubicBezTo>
                      <a:pt x="773" y="421"/>
                      <a:pt x="662" y="502"/>
                      <a:pt x="632" y="843"/>
                    </a:cubicBezTo>
                    <a:cubicBezTo>
                      <a:pt x="566" y="722"/>
                      <a:pt x="460" y="667"/>
                      <a:pt x="362" y="667"/>
                    </a:cubicBezTo>
                    <a:cubicBezTo>
                      <a:pt x="222" y="667"/>
                      <a:pt x="97" y="779"/>
                      <a:pt x="121" y="973"/>
                    </a:cubicBezTo>
                    <a:cubicBezTo>
                      <a:pt x="91" y="943"/>
                      <a:pt x="60" y="913"/>
                      <a:pt x="40" y="883"/>
                    </a:cubicBezTo>
                    <a:cubicBezTo>
                      <a:pt x="40" y="943"/>
                      <a:pt x="0" y="1013"/>
                      <a:pt x="0" y="1103"/>
                    </a:cubicBezTo>
                    <a:cubicBezTo>
                      <a:pt x="20" y="1073"/>
                      <a:pt x="50" y="1043"/>
                      <a:pt x="80" y="1023"/>
                    </a:cubicBezTo>
                    <a:cubicBezTo>
                      <a:pt x="103" y="1012"/>
                      <a:pt x="122" y="1007"/>
                      <a:pt x="138" y="1007"/>
                    </a:cubicBezTo>
                    <a:cubicBezTo>
                      <a:pt x="208" y="1007"/>
                      <a:pt x="232" y="1093"/>
                      <a:pt x="321" y="1093"/>
                    </a:cubicBezTo>
                    <a:cubicBezTo>
                      <a:pt x="321" y="993"/>
                      <a:pt x="331" y="933"/>
                      <a:pt x="422" y="893"/>
                    </a:cubicBezTo>
                    <a:cubicBezTo>
                      <a:pt x="432" y="893"/>
                      <a:pt x="452" y="913"/>
                      <a:pt x="472" y="913"/>
                    </a:cubicBezTo>
                    <a:cubicBezTo>
                      <a:pt x="499" y="904"/>
                      <a:pt x="526" y="861"/>
                      <a:pt x="554" y="861"/>
                    </a:cubicBezTo>
                    <a:cubicBezTo>
                      <a:pt x="557" y="861"/>
                      <a:pt x="559" y="862"/>
                      <a:pt x="562" y="863"/>
                    </a:cubicBezTo>
                    <a:cubicBezTo>
                      <a:pt x="599" y="863"/>
                      <a:pt x="593" y="924"/>
                      <a:pt x="633" y="924"/>
                    </a:cubicBezTo>
                    <a:cubicBezTo>
                      <a:pt x="636" y="924"/>
                      <a:pt x="639" y="923"/>
                      <a:pt x="642" y="923"/>
                    </a:cubicBezTo>
                    <a:cubicBezTo>
                      <a:pt x="682" y="913"/>
                      <a:pt x="672" y="802"/>
                      <a:pt x="692" y="762"/>
                    </a:cubicBezTo>
                    <a:cubicBezTo>
                      <a:pt x="742" y="672"/>
                      <a:pt x="853" y="652"/>
                      <a:pt x="923" y="612"/>
                    </a:cubicBezTo>
                    <a:cubicBezTo>
                      <a:pt x="973" y="592"/>
                      <a:pt x="1003" y="542"/>
                      <a:pt x="1073" y="522"/>
                    </a:cubicBezTo>
                    <a:cubicBezTo>
                      <a:pt x="1174" y="502"/>
                      <a:pt x="1174" y="532"/>
                      <a:pt x="1244" y="421"/>
                    </a:cubicBezTo>
                    <a:cubicBezTo>
                      <a:pt x="1267" y="375"/>
                      <a:pt x="1255" y="328"/>
                      <a:pt x="1299" y="328"/>
                    </a:cubicBezTo>
                    <a:cubicBezTo>
                      <a:pt x="1312" y="328"/>
                      <a:pt x="1329" y="332"/>
                      <a:pt x="1354" y="341"/>
                    </a:cubicBezTo>
                    <a:cubicBezTo>
                      <a:pt x="1330" y="242"/>
                      <a:pt x="1386" y="157"/>
                      <a:pt x="1479" y="157"/>
                    </a:cubicBezTo>
                    <a:cubicBezTo>
                      <a:pt x="1499" y="157"/>
                      <a:pt x="1521" y="161"/>
                      <a:pt x="1545" y="171"/>
                    </a:cubicBezTo>
                    <a:cubicBezTo>
                      <a:pt x="1575" y="181"/>
                      <a:pt x="1595" y="221"/>
                      <a:pt x="1635" y="231"/>
                    </a:cubicBezTo>
                    <a:cubicBezTo>
                      <a:pt x="1639" y="233"/>
                      <a:pt x="1645" y="234"/>
                      <a:pt x="1652" y="234"/>
                    </a:cubicBezTo>
                    <a:cubicBezTo>
                      <a:pt x="1669" y="234"/>
                      <a:pt x="1695" y="228"/>
                      <a:pt x="1719" y="228"/>
                    </a:cubicBezTo>
                    <a:cubicBezTo>
                      <a:pt x="1728" y="228"/>
                      <a:pt x="1737" y="229"/>
                      <a:pt x="1746" y="231"/>
                    </a:cubicBezTo>
                    <a:lnTo>
                      <a:pt x="1736" y="191"/>
                    </a:lnTo>
                    <a:lnTo>
                      <a:pt x="1715" y="211"/>
                    </a:lnTo>
                    <a:cubicBezTo>
                      <a:pt x="1645" y="70"/>
                      <a:pt x="1675" y="171"/>
                      <a:pt x="1575" y="90"/>
                    </a:cubicBezTo>
                    <a:cubicBezTo>
                      <a:pt x="1565" y="70"/>
                      <a:pt x="1565" y="10"/>
                      <a:pt x="155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6836" name="Google Shape;6836;p34"/>
            <p:cNvGrpSpPr/>
            <p:nvPr/>
          </p:nvGrpSpPr>
          <p:grpSpPr>
            <a:xfrm rot="-575426">
              <a:off x="4977464" y="4241675"/>
              <a:ext cx="824216" cy="233743"/>
              <a:chOff x="2436564" y="2774658"/>
              <a:chExt cx="737475" cy="209143"/>
            </a:xfrm>
          </p:grpSpPr>
          <p:sp>
            <p:nvSpPr>
              <p:cNvPr id="6837" name="Google Shape;6837;p34"/>
              <p:cNvSpPr/>
              <p:nvPr/>
            </p:nvSpPr>
            <p:spPr>
              <a:xfrm>
                <a:off x="2436564" y="2775028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38" name="Google Shape;6838;p34"/>
              <p:cNvSpPr/>
              <p:nvPr/>
            </p:nvSpPr>
            <p:spPr>
              <a:xfrm rot="-293525">
                <a:off x="2946011" y="2783857"/>
                <a:ext cx="222094" cy="148664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39" name="Google Shape;6839;p34"/>
              <p:cNvSpPr/>
              <p:nvPr/>
            </p:nvSpPr>
            <p:spPr>
              <a:xfrm>
                <a:off x="2530687" y="2788623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40" name="Google Shape;6840;p34"/>
              <p:cNvSpPr/>
              <p:nvPr/>
            </p:nvSpPr>
            <p:spPr>
              <a:xfrm>
                <a:off x="2874784" y="2820106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41" name="Google Shape;6841;p34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6842" name="Google Shape;6842;p34"/>
            <p:cNvGrpSpPr/>
            <p:nvPr/>
          </p:nvGrpSpPr>
          <p:grpSpPr>
            <a:xfrm rot="-263875">
              <a:off x="5836717" y="4098665"/>
              <a:ext cx="813287" cy="233323"/>
              <a:chOff x="2447923" y="2707800"/>
              <a:chExt cx="727715" cy="208774"/>
            </a:xfrm>
          </p:grpSpPr>
          <p:sp>
            <p:nvSpPr>
              <p:cNvPr id="6843" name="Google Shape;6843;p34"/>
              <p:cNvSpPr/>
              <p:nvPr/>
            </p:nvSpPr>
            <p:spPr>
              <a:xfrm>
                <a:off x="2447923" y="2707800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44" name="Google Shape;6844;p34"/>
              <p:cNvSpPr/>
              <p:nvPr/>
            </p:nvSpPr>
            <p:spPr>
              <a:xfrm>
                <a:off x="2953550" y="2749147"/>
                <a:ext cx="222088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45" name="Google Shape;6845;p34"/>
              <p:cNvSpPr/>
              <p:nvPr/>
            </p:nvSpPr>
            <p:spPr>
              <a:xfrm>
                <a:off x="2542046" y="2721395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46" name="Google Shape;6846;p34"/>
              <p:cNvSpPr/>
              <p:nvPr/>
            </p:nvSpPr>
            <p:spPr>
              <a:xfrm>
                <a:off x="2871498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47" name="Google Shape;6847;p34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6848" name="Google Shape;6848;p34"/>
          <p:cNvGrpSpPr/>
          <p:nvPr/>
        </p:nvGrpSpPr>
        <p:grpSpPr>
          <a:xfrm>
            <a:off x="-55133" y="4036366"/>
            <a:ext cx="4443632" cy="1316135"/>
            <a:chOff x="-13849" y="4011750"/>
            <a:chExt cx="3821164" cy="1131770"/>
          </a:xfrm>
        </p:grpSpPr>
        <p:sp>
          <p:nvSpPr>
            <p:cNvPr id="6849" name="Google Shape;6849;p34"/>
            <p:cNvSpPr/>
            <p:nvPr/>
          </p:nvSpPr>
          <p:spPr>
            <a:xfrm>
              <a:off x="5721" y="4011750"/>
              <a:ext cx="3801593" cy="1131770"/>
            </a:xfrm>
            <a:custGeom>
              <a:avLst/>
              <a:gdLst/>
              <a:ahLst/>
              <a:cxnLst/>
              <a:rect l="l" t="t" r="r" b="b"/>
              <a:pathLst>
                <a:path w="66444" h="19781" extrusionOk="0">
                  <a:moveTo>
                    <a:pt x="61" y="0"/>
                  </a:moveTo>
                  <a:lnTo>
                    <a:pt x="1" y="19781"/>
                  </a:lnTo>
                  <a:cubicBezTo>
                    <a:pt x="1" y="19781"/>
                    <a:pt x="29054" y="19749"/>
                    <a:pt x="48541" y="19749"/>
                  </a:cubicBezTo>
                  <a:cubicBezTo>
                    <a:pt x="58285" y="19749"/>
                    <a:pt x="65637" y="19757"/>
                    <a:pt x="65771" y="19781"/>
                  </a:cubicBezTo>
                  <a:cubicBezTo>
                    <a:pt x="65773" y="19781"/>
                    <a:pt x="65774" y="19781"/>
                    <a:pt x="65776" y="19781"/>
                  </a:cubicBezTo>
                  <a:cubicBezTo>
                    <a:pt x="66174" y="19781"/>
                    <a:pt x="66443" y="10853"/>
                    <a:pt x="66443" y="10853"/>
                  </a:cubicBezTo>
                  <a:cubicBezTo>
                    <a:pt x="45881" y="532"/>
                    <a:pt x="61" y="0"/>
                    <a:pt x="61" y="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6850" name="Google Shape;6850;p34"/>
            <p:cNvGrpSpPr/>
            <p:nvPr/>
          </p:nvGrpSpPr>
          <p:grpSpPr>
            <a:xfrm>
              <a:off x="-13849" y="4011750"/>
              <a:ext cx="3801593" cy="1131760"/>
              <a:chOff x="-13849" y="4011750"/>
              <a:chExt cx="3801593" cy="1131760"/>
            </a:xfrm>
          </p:grpSpPr>
          <p:sp>
            <p:nvSpPr>
              <p:cNvPr id="6851" name="Google Shape;6851;p34"/>
              <p:cNvSpPr/>
              <p:nvPr/>
            </p:nvSpPr>
            <p:spPr>
              <a:xfrm>
                <a:off x="-2349" y="4373857"/>
                <a:ext cx="3790093" cy="374243"/>
              </a:xfrm>
              <a:custGeom>
                <a:avLst/>
                <a:gdLst/>
                <a:ahLst/>
                <a:cxnLst/>
                <a:rect l="l" t="t" r="r" b="b"/>
                <a:pathLst>
                  <a:path w="66243" h="6541" extrusionOk="0">
                    <a:moveTo>
                      <a:pt x="33954" y="1"/>
                    </a:moveTo>
                    <a:cubicBezTo>
                      <a:pt x="32128" y="1"/>
                      <a:pt x="30243" y="21"/>
                      <a:pt x="28307" y="61"/>
                    </a:cubicBezTo>
                    <a:cubicBezTo>
                      <a:pt x="19630" y="261"/>
                      <a:pt x="9429" y="633"/>
                      <a:pt x="0" y="2298"/>
                    </a:cubicBezTo>
                    <a:lnTo>
                      <a:pt x="71" y="6541"/>
                    </a:lnTo>
                    <a:cubicBezTo>
                      <a:pt x="4093" y="5467"/>
                      <a:pt x="14856" y="2990"/>
                      <a:pt x="28949" y="1916"/>
                    </a:cubicBezTo>
                    <a:cubicBezTo>
                      <a:pt x="32680" y="1636"/>
                      <a:pt x="36582" y="1435"/>
                      <a:pt x="40704" y="1435"/>
                    </a:cubicBezTo>
                    <a:cubicBezTo>
                      <a:pt x="47605" y="1435"/>
                      <a:pt x="55118" y="1987"/>
                      <a:pt x="63414" y="3642"/>
                    </a:cubicBezTo>
                    <a:cubicBezTo>
                      <a:pt x="63985" y="3752"/>
                      <a:pt x="65680" y="4906"/>
                      <a:pt x="66222" y="5006"/>
                    </a:cubicBezTo>
                    <a:cubicBezTo>
                      <a:pt x="66232" y="4725"/>
                      <a:pt x="66242" y="4554"/>
                      <a:pt x="66242" y="4524"/>
                    </a:cubicBezTo>
                    <a:cubicBezTo>
                      <a:pt x="66232" y="4524"/>
                      <a:pt x="66222" y="4514"/>
                      <a:pt x="66212" y="4514"/>
                    </a:cubicBezTo>
                    <a:cubicBezTo>
                      <a:pt x="66202" y="4504"/>
                      <a:pt x="66202" y="4504"/>
                      <a:pt x="66202" y="4504"/>
                    </a:cubicBezTo>
                    <a:cubicBezTo>
                      <a:pt x="66192" y="4504"/>
                      <a:pt x="66182" y="4494"/>
                      <a:pt x="66172" y="4494"/>
                    </a:cubicBezTo>
                    <a:cubicBezTo>
                      <a:pt x="66172" y="4494"/>
                      <a:pt x="66172" y="4494"/>
                      <a:pt x="66162" y="4484"/>
                    </a:cubicBezTo>
                    <a:cubicBezTo>
                      <a:pt x="66162" y="4484"/>
                      <a:pt x="66152" y="4484"/>
                      <a:pt x="66142" y="4474"/>
                    </a:cubicBezTo>
                    <a:lnTo>
                      <a:pt x="66132" y="4474"/>
                    </a:lnTo>
                    <a:cubicBezTo>
                      <a:pt x="66122" y="4464"/>
                      <a:pt x="66112" y="4464"/>
                      <a:pt x="66102" y="4464"/>
                    </a:cubicBezTo>
                    <a:cubicBezTo>
                      <a:pt x="66102" y="4454"/>
                      <a:pt x="66102" y="4454"/>
                      <a:pt x="66102" y="4454"/>
                    </a:cubicBezTo>
                    <a:cubicBezTo>
                      <a:pt x="64647" y="3732"/>
                      <a:pt x="63073" y="3060"/>
                      <a:pt x="61407" y="2438"/>
                    </a:cubicBezTo>
                    <a:cubicBezTo>
                      <a:pt x="57024" y="1054"/>
                      <a:pt x="46994" y="1"/>
                      <a:pt x="33954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52" name="Google Shape;6852;p34"/>
              <p:cNvSpPr/>
              <p:nvPr/>
            </p:nvSpPr>
            <p:spPr>
              <a:xfrm>
                <a:off x="-13849" y="4558659"/>
                <a:ext cx="3549619" cy="584852"/>
              </a:xfrm>
              <a:custGeom>
                <a:avLst/>
                <a:gdLst/>
                <a:ahLst/>
                <a:cxnLst/>
                <a:rect l="l" t="t" r="r" b="b"/>
                <a:pathLst>
                  <a:path w="62040" h="10222" extrusionOk="0">
                    <a:moveTo>
                      <a:pt x="49993" y="0"/>
                    </a:moveTo>
                    <a:cubicBezTo>
                      <a:pt x="48458" y="0"/>
                      <a:pt x="46793" y="41"/>
                      <a:pt x="45028" y="121"/>
                    </a:cubicBezTo>
                    <a:cubicBezTo>
                      <a:pt x="31687" y="783"/>
                      <a:pt x="18006" y="1645"/>
                      <a:pt x="11" y="6611"/>
                    </a:cubicBezTo>
                    <a:lnTo>
                      <a:pt x="1" y="10222"/>
                    </a:lnTo>
                    <a:lnTo>
                      <a:pt x="71" y="10222"/>
                    </a:lnTo>
                    <a:cubicBezTo>
                      <a:pt x="1285" y="10222"/>
                      <a:pt x="18557" y="10201"/>
                      <a:pt x="35028" y="10191"/>
                    </a:cubicBezTo>
                    <a:cubicBezTo>
                      <a:pt x="45921" y="7122"/>
                      <a:pt x="62040" y="823"/>
                      <a:pt x="62040" y="823"/>
                    </a:cubicBezTo>
                    <a:cubicBezTo>
                      <a:pt x="62040" y="823"/>
                      <a:pt x="57366" y="0"/>
                      <a:pt x="49993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53" name="Google Shape;6853;p34"/>
              <p:cNvSpPr/>
              <p:nvPr/>
            </p:nvSpPr>
            <p:spPr>
              <a:xfrm>
                <a:off x="-7499" y="4181046"/>
                <a:ext cx="3075535" cy="192872"/>
              </a:xfrm>
              <a:custGeom>
                <a:avLst/>
                <a:gdLst/>
                <a:ahLst/>
                <a:cxnLst/>
                <a:rect l="l" t="t" r="r" b="b"/>
                <a:pathLst>
                  <a:path w="53754" h="3371" extrusionOk="0">
                    <a:moveTo>
                      <a:pt x="16761" y="0"/>
                    </a:moveTo>
                    <a:cubicBezTo>
                      <a:pt x="9569" y="0"/>
                      <a:pt x="3601" y="311"/>
                      <a:pt x="0" y="622"/>
                    </a:cubicBezTo>
                    <a:lnTo>
                      <a:pt x="40" y="2759"/>
                    </a:lnTo>
                    <a:cubicBezTo>
                      <a:pt x="7854" y="1665"/>
                      <a:pt x="15848" y="1294"/>
                      <a:pt x="23171" y="1294"/>
                    </a:cubicBezTo>
                    <a:cubicBezTo>
                      <a:pt x="39340" y="1294"/>
                      <a:pt x="52159" y="3130"/>
                      <a:pt x="52159" y="3130"/>
                    </a:cubicBezTo>
                    <a:lnTo>
                      <a:pt x="53754" y="3371"/>
                    </a:lnTo>
                    <a:cubicBezTo>
                      <a:pt x="52430" y="3020"/>
                      <a:pt x="51076" y="2689"/>
                      <a:pt x="49702" y="2368"/>
                    </a:cubicBezTo>
                    <a:cubicBezTo>
                      <a:pt x="38317" y="552"/>
                      <a:pt x="26431" y="0"/>
                      <a:pt x="16761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54" name="Google Shape;6854;p34"/>
              <p:cNvSpPr/>
              <p:nvPr/>
            </p:nvSpPr>
            <p:spPr>
              <a:xfrm>
                <a:off x="-10931" y="4011750"/>
                <a:ext cx="2320297" cy="202656"/>
              </a:xfrm>
              <a:custGeom>
                <a:avLst/>
                <a:gdLst/>
                <a:ahLst/>
                <a:cxnLst/>
                <a:rect l="l" t="t" r="r" b="b"/>
                <a:pathLst>
                  <a:path w="40554" h="3542" extrusionOk="0">
                    <a:moveTo>
                      <a:pt x="10" y="0"/>
                    </a:moveTo>
                    <a:lnTo>
                      <a:pt x="0" y="1565"/>
                    </a:lnTo>
                    <a:cubicBezTo>
                      <a:pt x="1675" y="1485"/>
                      <a:pt x="3631" y="1455"/>
                      <a:pt x="5778" y="1455"/>
                    </a:cubicBezTo>
                    <a:cubicBezTo>
                      <a:pt x="16089" y="1455"/>
                      <a:pt x="30844" y="2297"/>
                      <a:pt x="40553" y="3541"/>
                    </a:cubicBezTo>
                    <a:cubicBezTo>
                      <a:pt x="21546" y="372"/>
                      <a:pt x="1705" y="30"/>
                      <a:pt x="110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6855" name="Google Shape;6855;p34"/>
          <p:cNvGrpSpPr/>
          <p:nvPr/>
        </p:nvGrpSpPr>
        <p:grpSpPr>
          <a:xfrm>
            <a:off x="1888320" y="3625548"/>
            <a:ext cx="7318608" cy="1849125"/>
            <a:chOff x="1888320" y="3587521"/>
            <a:chExt cx="7318608" cy="1849125"/>
          </a:xfrm>
        </p:grpSpPr>
        <p:sp>
          <p:nvSpPr>
            <p:cNvPr id="6856" name="Google Shape;6856;p34"/>
            <p:cNvSpPr/>
            <p:nvPr/>
          </p:nvSpPr>
          <p:spPr>
            <a:xfrm rot="143046">
              <a:off x="1917384" y="3737863"/>
              <a:ext cx="7260480" cy="1548441"/>
            </a:xfrm>
            <a:custGeom>
              <a:avLst/>
              <a:gdLst/>
              <a:ahLst/>
              <a:cxnLst/>
              <a:rect l="l" t="t" r="r" b="b"/>
              <a:pathLst>
                <a:path w="93506" h="19942" extrusionOk="0">
                  <a:moveTo>
                    <a:pt x="93505" y="1"/>
                  </a:moveTo>
                  <a:cubicBezTo>
                    <a:pt x="93504" y="1"/>
                    <a:pt x="16962" y="15739"/>
                    <a:pt x="1" y="19941"/>
                  </a:cubicBezTo>
                  <a:lnTo>
                    <a:pt x="93375" y="17905"/>
                  </a:lnTo>
                  <a:lnTo>
                    <a:pt x="93505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lt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57" name="Google Shape;6857;p34"/>
            <p:cNvSpPr/>
            <p:nvPr/>
          </p:nvSpPr>
          <p:spPr>
            <a:xfrm rot="143046">
              <a:off x="5997787" y="4442569"/>
              <a:ext cx="3158223" cy="781985"/>
            </a:xfrm>
            <a:custGeom>
              <a:avLst/>
              <a:gdLst/>
              <a:ahLst/>
              <a:cxnLst/>
              <a:rect l="l" t="t" r="r" b="b"/>
              <a:pathLst>
                <a:path w="40674" h="10071" extrusionOk="0">
                  <a:moveTo>
                    <a:pt x="33653" y="10071"/>
                  </a:moveTo>
                  <a:lnTo>
                    <a:pt x="33653" y="10071"/>
                  </a:lnTo>
                  <a:lnTo>
                    <a:pt x="40674" y="9920"/>
                  </a:lnTo>
                  <a:lnTo>
                    <a:pt x="33653" y="10071"/>
                  </a:lnTo>
                  <a:close/>
                  <a:moveTo>
                    <a:pt x="0" y="502"/>
                  </a:moveTo>
                  <a:lnTo>
                    <a:pt x="0" y="502"/>
                  </a:lnTo>
                  <a:cubicBezTo>
                    <a:pt x="803" y="331"/>
                    <a:pt x="1595" y="161"/>
                    <a:pt x="2387" y="0"/>
                  </a:cubicBezTo>
                  <a:cubicBezTo>
                    <a:pt x="1595" y="161"/>
                    <a:pt x="803" y="331"/>
                    <a:pt x="0" y="502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58" name="Google Shape;6858;p34"/>
            <p:cNvSpPr/>
            <p:nvPr/>
          </p:nvSpPr>
          <p:spPr>
            <a:xfrm rot="143046">
              <a:off x="5998047" y="4430090"/>
              <a:ext cx="3158999" cy="794486"/>
            </a:xfrm>
            <a:custGeom>
              <a:avLst/>
              <a:gdLst/>
              <a:ahLst/>
              <a:cxnLst/>
              <a:rect l="l" t="t" r="r" b="b"/>
              <a:pathLst>
                <a:path w="40684" h="10232" extrusionOk="0">
                  <a:moveTo>
                    <a:pt x="3150" y="1"/>
                  </a:moveTo>
                  <a:cubicBezTo>
                    <a:pt x="2899" y="51"/>
                    <a:pt x="2648" y="101"/>
                    <a:pt x="2387" y="161"/>
                  </a:cubicBezTo>
                  <a:cubicBezTo>
                    <a:pt x="1595" y="322"/>
                    <a:pt x="803" y="492"/>
                    <a:pt x="0" y="663"/>
                  </a:cubicBezTo>
                  <a:cubicBezTo>
                    <a:pt x="11716" y="1676"/>
                    <a:pt x="25879" y="6982"/>
                    <a:pt x="33653" y="10232"/>
                  </a:cubicBezTo>
                  <a:lnTo>
                    <a:pt x="40674" y="10081"/>
                  </a:lnTo>
                  <a:lnTo>
                    <a:pt x="40684" y="9409"/>
                  </a:lnTo>
                  <a:cubicBezTo>
                    <a:pt x="38066" y="8286"/>
                    <a:pt x="31947" y="5828"/>
                    <a:pt x="23672" y="3571"/>
                  </a:cubicBezTo>
                  <a:cubicBezTo>
                    <a:pt x="17764" y="1957"/>
                    <a:pt x="10763" y="422"/>
                    <a:pt x="315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59" name="Google Shape;6859;p34"/>
            <p:cNvSpPr/>
            <p:nvPr/>
          </p:nvSpPr>
          <p:spPr>
            <a:xfrm rot="143046">
              <a:off x="6673450" y="4294666"/>
              <a:ext cx="2496280" cy="622420"/>
            </a:xfrm>
            <a:custGeom>
              <a:avLst/>
              <a:gdLst/>
              <a:ahLst/>
              <a:cxnLst/>
              <a:rect l="l" t="t" r="r" b="b"/>
              <a:pathLst>
                <a:path w="32149" h="8016" extrusionOk="0">
                  <a:moveTo>
                    <a:pt x="3792" y="1"/>
                  </a:moveTo>
                  <a:cubicBezTo>
                    <a:pt x="2568" y="252"/>
                    <a:pt x="1334" y="512"/>
                    <a:pt x="80" y="773"/>
                  </a:cubicBezTo>
                  <a:lnTo>
                    <a:pt x="0" y="793"/>
                  </a:lnTo>
                  <a:cubicBezTo>
                    <a:pt x="8035" y="1355"/>
                    <a:pt x="22158" y="3792"/>
                    <a:pt x="32128" y="8015"/>
                  </a:cubicBezTo>
                  <a:lnTo>
                    <a:pt x="32148" y="4805"/>
                  </a:lnTo>
                  <a:cubicBezTo>
                    <a:pt x="27133" y="3592"/>
                    <a:pt x="13572" y="482"/>
                    <a:pt x="3792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0" name="Google Shape;6860;p34"/>
            <p:cNvSpPr/>
            <p:nvPr/>
          </p:nvSpPr>
          <p:spPr>
            <a:xfrm rot="143046">
              <a:off x="5401255" y="4552724"/>
              <a:ext cx="2533706" cy="668387"/>
            </a:xfrm>
            <a:custGeom>
              <a:avLst/>
              <a:gdLst/>
              <a:ahLst/>
              <a:cxnLst/>
              <a:rect l="l" t="t" r="r" b="b"/>
              <a:pathLst>
                <a:path w="32631" h="8608" extrusionOk="0">
                  <a:moveTo>
                    <a:pt x="21205" y="8607"/>
                  </a:moveTo>
                  <a:cubicBezTo>
                    <a:pt x="21205" y="8607"/>
                    <a:pt x="21205" y="8607"/>
                    <a:pt x="21205" y="8607"/>
                  </a:cubicBezTo>
                  <a:lnTo>
                    <a:pt x="32630" y="8356"/>
                  </a:lnTo>
                  <a:lnTo>
                    <a:pt x="32630" y="8356"/>
                  </a:lnTo>
                  <a:lnTo>
                    <a:pt x="21205" y="8607"/>
                  </a:lnTo>
                  <a:close/>
                  <a:moveTo>
                    <a:pt x="1" y="201"/>
                  </a:moveTo>
                  <a:cubicBezTo>
                    <a:pt x="322" y="131"/>
                    <a:pt x="643" y="61"/>
                    <a:pt x="964" y="1"/>
                  </a:cubicBezTo>
                  <a:cubicBezTo>
                    <a:pt x="643" y="61"/>
                    <a:pt x="322" y="131"/>
                    <a:pt x="1" y="20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1" name="Google Shape;6861;p34"/>
            <p:cNvSpPr/>
            <p:nvPr/>
          </p:nvSpPr>
          <p:spPr>
            <a:xfrm rot="143046">
              <a:off x="5301147" y="4535112"/>
              <a:ext cx="2634182" cy="683917"/>
            </a:xfrm>
            <a:custGeom>
              <a:avLst/>
              <a:gdLst/>
              <a:ahLst/>
              <a:cxnLst/>
              <a:rect l="l" t="t" r="r" b="b"/>
              <a:pathLst>
                <a:path w="33925" h="8808" extrusionOk="0">
                  <a:moveTo>
                    <a:pt x="3211" y="0"/>
                  </a:moveTo>
                  <a:cubicBezTo>
                    <a:pt x="2890" y="60"/>
                    <a:pt x="2569" y="131"/>
                    <a:pt x="2258" y="201"/>
                  </a:cubicBezTo>
                  <a:cubicBezTo>
                    <a:pt x="1937" y="261"/>
                    <a:pt x="1616" y="331"/>
                    <a:pt x="1295" y="401"/>
                  </a:cubicBezTo>
                  <a:cubicBezTo>
                    <a:pt x="864" y="492"/>
                    <a:pt x="432" y="582"/>
                    <a:pt x="1" y="672"/>
                  </a:cubicBezTo>
                  <a:cubicBezTo>
                    <a:pt x="10804" y="2759"/>
                    <a:pt x="18337" y="6470"/>
                    <a:pt x="22499" y="8807"/>
                  </a:cubicBezTo>
                  <a:lnTo>
                    <a:pt x="33924" y="8556"/>
                  </a:lnTo>
                  <a:cubicBezTo>
                    <a:pt x="24967" y="3902"/>
                    <a:pt x="12359" y="933"/>
                    <a:pt x="3211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2" name="Google Shape;6862;p34"/>
            <p:cNvSpPr/>
            <p:nvPr/>
          </p:nvSpPr>
          <p:spPr>
            <a:xfrm rot="143046">
              <a:off x="6061508" y="5216857"/>
              <a:ext cx="252431" cy="5513"/>
            </a:xfrm>
            <a:custGeom>
              <a:avLst/>
              <a:gdLst/>
              <a:ahLst/>
              <a:cxnLst/>
              <a:rect l="l" t="t" r="r" b="b"/>
              <a:pathLst>
                <a:path w="3251" h="71" extrusionOk="0">
                  <a:moveTo>
                    <a:pt x="0" y="71"/>
                  </a:moveTo>
                  <a:lnTo>
                    <a:pt x="3250" y="1"/>
                  </a:lnTo>
                  <a:lnTo>
                    <a:pt x="3250" y="1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3" name="Google Shape;6863;p34"/>
            <p:cNvSpPr/>
            <p:nvPr/>
          </p:nvSpPr>
          <p:spPr>
            <a:xfrm rot="143046">
              <a:off x="4636540" y="4632656"/>
              <a:ext cx="1689448" cy="566359"/>
            </a:xfrm>
            <a:custGeom>
              <a:avLst/>
              <a:gdLst/>
              <a:ahLst/>
              <a:cxnLst/>
              <a:rect l="l" t="t" r="r" b="b"/>
              <a:pathLst>
                <a:path w="21758" h="7294" extrusionOk="0">
                  <a:moveTo>
                    <a:pt x="2910" y="1"/>
                  </a:moveTo>
                  <a:cubicBezTo>
                    <a:pt x="1937" y="202"/>
                    <a:pt x="964" y="412"/>
                    <a:pt x="1" y="613"/>
                  </a:cubicBezTo>
                  <a:cubicBezTo>
                    <a:pt x="2709" y="1536"/>
                    <a:pt x="5417" y="2709"/>
                    <a:pt x="7022" y="3381"/>
                  </a:cubicBezTo>
                  <a:cubicBezTo>
                    <a:pt x="12158" y="5528"/>
                    <a:pt x="14134" y="6711"/>
                    <a:pt x="14906" y="7293"/>
                  </a:cubicBezTo>
                  <a:lnTo>
                    <a:pt x="18507" y="7213"/>
                  </a:lnTo>
                  <a:lnTo>
                    <a:pt x="21757" y="7143"/>
                  </a:lnTo>
                  <a:cubicBezTo>
                    <a:pt x="18878" y="4113"/>
                    <a:pt x="9711" y="1335"/>
                    <a:pt x="291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4" name="Google Shape;6864;p34"/>
            <p:cNvSpPr/>
            <p:nvPr/>
          </p:nvSpPr>
          <p:spPr>
            <a:xfrm rot="143046">
              <a:off x="7395956" y="4106506"/>
              <a:ext cx="1791399" cy="352907"/>
            </a:xfrm>
            <a:custGeom>
              <a:avLst/>
              <a:gdLst/>
              <a:ahLst/>
              <a:cxnLst/>
              <a:rect l="l" t="t" r="r" b="b"/>
              <a:pathLst>
                <a:path w="23071" h="4545" extrusionOk="0">
                  <a:moveTo>
                    <a:pt x="9399" y="1"/>
                  </a:moveTo>
                  <a:cubicBezTo>
                    <a:pt x="8666" y="1"/>
                    <a:pt x="7904" y="11"/>
                    <a:pt x="7112" y="31"/>
                  </a:cubicBezTo>
                  <a:cubicBezTo>
                    <a:pt x="4895" y="482"/>
                    <a:pt x="2518" y="984"/>
                    <a:pt x="0" y="1505"/>
                  </a:cubicBezTo>
                  <a:cubicBezTo>
                    <a:pt x="7573" y="1636"/>
                    <a:pt x="18918" y="2990"/>
                    <a:pt x="23040" y="4545"/>
                  </a:cubicBezTo>
                  <a:lnTo>
                    <a:pt x="23060" y="2749"/>
                  </a:lnTo>
                  <a:lnTo>
                    <a:pt x="23070" y="1154"/>
                  </a:lnTo>
                  <a:cubicBezTo>
                    <a:pt x="23060" y="1154"/>
                    <a:pt x="18767" y="1"/>
                    <a:pt x="9399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5" name="Google Shape;6865;p34"/>
            <p:cNvSpPr/>
            <p:nvPr/>
          </p:nvSpPr>
          <p:spPr>
            <a:xfrm rot="143046">
              <a:off x="8460094" y="3874023"/>
              <a:ext cx="743860" cy="153509"/>
            </a:xfrm>
            <a:custGeom>
              <a:avLst/>
              <a:gdLst/>
              <a:ahLst/>
              <a:cxnLst/>
              <a:rect l="l" t="t" r="r" b="b"/>
              <a:pathLst>
                <a:path w="9580" h="1977" extrusionOk="0">
                  <a:moveTo>
                    <a:pt x="9569" y="1"/>
                  </a:moveTo>
                  <a:lnTo>
                    <a:pt x="9569" y="11"/>
                  </a:lnTo>
                  <a:lnTo>
                    <a:pt x="9549" y="11"/>
                  </a:lnTo>
                  <a:cubicBezTo>
                    <a:pt x="9228" y="71"/>
                    <a:pt x="5627" y="813"/>
                    <a:pt x="0" y="1977"/>
                  </a:cubicBezTo>
                  <a:cubicBezTo>
                    <a:pt x="4032" y="1887"/>
                    <a:pt x="7443" y="1846"/>
                    <a:pt x="9569" y="1826"/>
                  </a:cubicBezTo>
                  <a:lnTo>
                    <a:pt x="9579" y="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6" name="Google Shape;6866;p34"/>
            <p:cNvSpPr/>
            <p:nvPr/>
          </p:nvSpPr>
          <p:spPr>
            <a:xfrm rot="143046">
              <a:off x="3990951" y="4756076"/>
              <a:ext cx="1383285" cy="396467"/>
            </a:xfrm>
            <a:custGeom>
              <a:avLst/>
              <a:gdLst/>
              <a:ahLst/>
              <a:cxnLst/>
              <a:rect l="l" t="t" r="r" b="b"/>
              <a:pathLst>
                <a:path w="17815" h="5106" extrusionOk="0">
                  <a:moveTo>
                    <a:pt x="1716" y="0"/>
                  </a:moveTo>
                  <a:cubicBezTo>
                    <a:pt x="1134" y="120"/>
                    <a:pt x="562" y="241"/>
                    <a:pt x="1" y="361"/>
                  </a:cubicBezTo>
                  <a:cubicBezTo>
                    <a:pt x="3190" y="1615"/>
                    <a:pt x="11295" y="5106"/>
                    <a:pt x="11295" y="5106"/>
                  </a:cubicBezTo>
                  <a:lnTo>
                    <a:pt x="17815" y="3912"/>
                  </a:lnTo>
                  <a:cubicBezTo>
                    <a:pt x="17815" y="3912"/>
                    <a:pt x="8627" y="1344"/>
                    <a:pt x="1716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7" name="Google Shape;6867;p34"/>
            <p:cNvSpPr/>
            <p:nvPr/>
          </p:nvSpPr>
          <p:spPr>
            <a:xfrm rot="143046">
              <a:off x="3540962" y="4844831"/>
              <a:ext cx="784314" cy="331088"/>
            </a:xfrm>
            <a:custGeom>
              <a:avLst/>
              <a:gdLst/>
              <a:ahLst/>
              <a:cxnLst/>
              <a:rect l="l" t="t" r="r" b="b"/>
              <a:pathLst>
                <a:path w="10101" h="4264" extrusionOk="0">
                  <a:moveTo>
                    <a:pt x="4534" y="4264"/>
                  </a:moveTo>
                  <a:cubicBezTo>
                    <a:pt x="4534" y="4264"/>
                    <a:pt x="4534" y="4264"/>
                    <a:pt x="4534" y="4264"/>
                  </a:cubicBezTo>
                  <a:lnTo>
                    <a:pt x="10101" y="4143"/>
                  </a:lnTo>
                  <a:lnTo>
                    <a:pt x="4534" y="4264"/>
                  </a:lnTo>
                  <a:close/>
                  <a:moveTo>
                    <a:pt x="0" y="61"/>
                  </a:moveTo>
                  <a:cubicBezTo>
                    <a:pt x="90" y="41"/>
                    <a:pt x="191" y="21"/>
                    <a:pt x="281" y="1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191" y="21"/>
                    <a:pt x="90" y="41"/>
                    <a:pt x="0" y="6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8" name="Google Shape;6868;p34"/>
            <p:cNvSpPr/>
            <p:nvPr/>
          </p:nvSpPr>
          <p:spPr>
            <a:xfrm rot="143046">
              <a:off x="3251978" y="4844116"/>
              <a:ext cx="1328000" cy="331088"/>
            </a:xfrm>
            <a:custGeom>
              <a:avLst/>
              <a:gdLst/>
              <a:ahLst/>
              <a:cxnLst/>
              <a:rect l="l" t="t" r="r" b="b"/>
              <a:pathLst>
                <a:path w="17103" h="4264" extrusionOk="0">
                  <a:moveTo>
                    <a:pt x="4003" y="1"/>
                  </a:moveTo>
                  <a:cubicBezTo>
                    <a:pt x="3913" y="21"/>
                    <a:pt x="3812" y="41"/>
                    <a:pt x="3722" y="61"/>
                  </a:cubicBezTo>
                  <a:cubicBezTo>
                    <a:pt x="2448" y="332"/>
                    <a:pt x="1205" y="603"/>
                    <a:pt x="1" y="873"/>
                  </a:cubicBezTo>
                  <a:cubicBezTo>
                    <a:pt x="1776" y="1545"/>
                    <a:pt x="5648" y="3160"/>
                    <a:pt x="8256" y="4264"/>
                  </a:cubicBezTo>
                  <a:lnTo>
                    <a:pt x="13823" y="4143"/>
                  </a:lnTo>
                  <a:lnTo>
                    <a:pt x="17103" y="4073"/>
                  </a:lnTo>
                  <a:cubicBezTo>
                    <a:pt x="15719" y="3562"/>
                    <a:pt x="9640" y="1335"/>
                    <a:pt x="4003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6869" name="Google Shape;6869;p34"/>
          <p:cNvGrpSpPr/>
          <p:nvPr/>
        </p:nvGrpSpPr>
        <p:grpSpPr>
          <a:xfrm flipH="1">
            <a:off x="121030" y="4183307"/>
            <a:ext cx="8901933" cy="1094777"/>
            <a:chOff x="-75995" y="4254507"/>
            <a:chExt cx="8901933" cy="1094777"/>
          </a:xfrm>
        </p:grpSpPr>
        <p:grpSp>
          <p:nvGrpSpPr>
            <p:cNvPr id="6870" name="Google Shape;6870;p34"/>
            <p:cNvGrpSpPr/>
            <p:nvPr/>
          </p:nvGrpSpPr>
          <p:grpSpPr>
            <a:xfrm>
              <a:off x="1847659" y="4405094"/>
              <a:ext cx="5081829" cy="944189"/>
              <a:chOff x="238125" y="2195725"/>
              <a:chExt cx="7120400" cy="1322950"/>
            </a:xfrm>
          </p:grpSpPr>
          <p:sp>
            <p:nvSpPr>
              <p:cNvPr id="6871" name="Google Shape;6871;p34"/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72" name="Google Shape;6872;p34"/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73" name="Google Shape;6873;p34"/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74" name="Google Shape;6874;p34"/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75" name="Google Shape;6875;p34"/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76" name="Google Shape;6876;p34"/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77" name="Google Shape;6877;p34"/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78" name="Google Shape;6878;p34"/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79" name="Google Shape;6879;p34"/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80" name="Google Shape;6880;p34"/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81" name="Google Shape;6881;p34"/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82" name="Google Shape;6882;p34"/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83" name="Google Shape;6883;p34"/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84" name="Google Shape;6884;p34"/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85" name="Google Shape;6885;p34"/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86" name="Google Shape;6886;p34"/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87" name="Google Shape;6887;p34"/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88" name="Google Shape;6888;p34"/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89" name="Google Shape;6889;p34"/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90" name="Google Shape;6890;p34"/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91" name="Google Shape;6891;p34"/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92" name="Google Shape;6892;p34"/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93" name="Google Shape;6893;p34"/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94" name="Google Shape;6894;p34"/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95" name="Google Shape;6895;p34"/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96" name="Google Shape;6896;p34"/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97" name="Google Shape;6897;p34"/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98" name="Google Shape;6898;p34"/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899" name="Google Shape;6899;p34"/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00" name="Google Shape;6900;p34"/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01" name="Google Shape;6901;p34"/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02" name="Google Shape;6902;p34"/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03" name="Google Shape;6903;p34"/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04" name="Google Shape;6904;p34"/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05" name="Google Shape;6905;p34"/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06" name="Google Shape;6906;p34"/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07" name="Google Shape;6907;p34"/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08" name="Google Shape;6908;p34"/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09" name="Google Shape;6909;p34"/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10" name="Google Shape;6910;p34"/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11" name="Google Shape;6911;p34"/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12" name="Google Shape;6912;p34"/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13" name="Google Shape;6913;p34"/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14" name="Google Shape;6914;p34"/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15" name="Google Shape;6915;p34"/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16" name="Google Shape;6916;p34"/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17" name="Google Shape;6917;p34"/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18" name="Google Shape;6918;p34"/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19" name="Google Shape;6919;p34"/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20" name="Google Shape;6920;p34"/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21" name="Google Shape;6921;p34"/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22" name="Google Shape;6922;p34"/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23" name="Google Shape;6923;p34"/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24" name="Google Shape;6924;p34"/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25" name="Google Shape;6925;p34"/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26" name="Google Shape;6926;p34"/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27" name="Google Shape;6927;p34"/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28" name="Google Shape;6928;p34"/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29" name="Google Shape;6929;p34"/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30" name="Google Shape;6930;p34"/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31" name="Google Shape;6931;p34"/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32" name="Google Shape;6932;p34"/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33" name="Google Shape;6933;p34"/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34" name="Google Shape;6934;p34"/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35" name="Google Shape;6935;p34"/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36" name="Google Shape;6936;p34"/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37" name="Google Shape;6937;p34"/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38" name="Google Shape;6938;p34"/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39" name="Google Shape;6939;p34"/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40" name="Google Shape;6940;p34"/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41" name="Google Shape;6941;p34"/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42" name="Google Shape;6942;p34"/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43" name="Google Shape;6943;p34"/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44" name="Google Shape;6944;p34"/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45" name="Google Shape;6945;p34"/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46" name="Google Shape;6946;p34"/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47" name="Google Shape;6947;p34"/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48" name="Google Shape;6948;p34"/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49" name="Google Shape;6949;p34"/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50" name="Google Shape;6950;p34"/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51" name="Google Shape;6951;p34"/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52" name="Google Shape;6952;p34"/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53" name="Google Shape;6953;p34"/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54" name="Google Shape;6954;p34"/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55" name="Google Shape;6955;p34"/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56" name="Google Shape;6956;p34"/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57" name="Google Shape;6957;p34"/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58" name="Google Shape;6958;p34"/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59" name="Google Shape;6959;p34"/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60" name="Google Shape;6960;p34"/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61" name="Google Shape;6961;p34"/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62" name="Google Shape;6962;p34"/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63" name="Google Shape;6963;p34"/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64" name="Google Shape;6964;p34"/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65" name="Google Shape;6965;p34"/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66" name="Google Shape;6966;p34"/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67" name="Google Shape;6967;p34"/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68" name="Google Shape;6968;p34"/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69" name="Google Shape;6969;p34"/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70" name="Google Shape;6970;p34"/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71" name="Google Shape;6971;p34"/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72" name="Google Shape;6972;p34"/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73" name="Google Shape;6973;p34"/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74" name="Google Shape;6974;p34"/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75" name="Google Shape;6975;p34"/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76" name="Google Shape;6976;p34"/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77" name="Google Shape;6977;p34"/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78" name="Google Shape;6978;p34"/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79" name="Google Shape;6979;p34"/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80" name="Google Shape;6980;p34"/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81" name="Google Shape;6981;p34"/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82" name="Google Shape;6982;p34"/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83" name="Google Shape;6983;p34"/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84" name="Google Shape;6984;p34"/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85" name="Google Shape;6985;p34"/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86" name="Google Shape;6986;p34"/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87" name="Google Shape;6987;p34"/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88" name="Google Shape;6988;p34"/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89" name="Google Shape;6989;p34"/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90" name="Google Shape;6990;p34"/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91" name="Google Shape;6991;p34"/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92" name="Google Shape;6992;p34"/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93" name="Google Shape;6993;p34"/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94" name="Google Shape;6994;p34"/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95" name="Google Shape;6995;p34"/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96" name="Google Shape;6996;p34"/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97" name="Google Shape;6997;p34"/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98" name="Google Shape;6998;p34"/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6999" name="Google Shape;6999;p34"/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00" name="Google Shape;7000;p34"/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01" name="Google Shape;7001;p34"/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02" name="Google Shape;7002;p34"/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03" name="Google Shape;7003;p34"/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04" name="Google Shape;7004;p34"/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05" name="Google Shape;7005;p34"/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06" name="Google Shape;7006;p34"/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07" name="Google Shape;7007;p34"/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08" name="Google Shape;7008;p34"/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09" name="Google Shape;7009;p34"/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10" name="Google Shape;7010;p34"/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11" name="Google Shape;7011;p34"/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12" name="Google Shape;7012;p34"/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13" name="Google Shape;7013;p34"/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14" name="Google Shape;7014;p34"/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15" name="Google Shape;7015;p34"/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16" name="Google Shape;7016;p34"/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17" name="Google Shape;7017;p34"/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7018" name="Google Shape;7018;p34"/>
            <p:cNvGrpSpPr/>
            <p:nvPr/>
          </p:nvGrpSpPr>
          <p:grpSpPr>
            <a:xfrm>
              <a:off x="3744109" y="4254507"/>
              <a:ext cx="5081829" cy="944189"/>
              <a:chOff x="238125" y="2195725"/>
              <a:chExt cx="7120400" cy="1322950"/>
            </a:xfrm>
          </p:grpSpPr>
          <p:sp>
            <p:nvSpPr>
              <p:cNvPr id="7019" name="Google Shape;7019;p34"/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20" name="Google Shape;7020;p34"/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21" name="Google Shape;7021;p34"/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22" name="Google Shape;7022;p34"/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23" name="Google Shape;7023;p34"/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24" name="Google Shape;7024;p34"/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25" name="Google Shape;7025;p34"/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26" name="Google Shape;7026;p34"/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27" name="Google Shape;7027;p34"/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28" name="Google Shape;7028;p34"/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29" name="Google Shape;7029;p34"/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30" name="Google Shape;7030;p34"/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31" name="Google Shape;7031;p34"/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32" name="Google Shape;7032;p34"/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33" name="Google Shape;7033;p34"/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34" name="Google Shape;7034;p34"/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35" name="Google Shape;7035;p34"/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36" name="Google Shape;7036;p34"/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37" name="Google Shape;7037;p34"/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38" name="Google Shape;7038;p34"/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39" name="Google Shape;7039;p34"/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40" name="Google Shape;7040;p34"/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41" name="Google Shape;7041;p34"/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42" name="Google Shape;7042;p34"/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43" name="Google Shape;7043;p34"/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44" name="Google Shape;7044;p34"/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45" name="Google Shape;7045;p34"/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46" name="Google Shape;7046;p34"/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47" name="Google Shape;7047;p34"/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48" name="Google Shape;7048;p34"/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49" name="Google Shape;7049;p34"/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50" name="Google Shape;7050;p34"/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51" name="Google Shape;7051;p34"/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52" name="Google Shape;7052;p34"/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53" name="Google Shape;7053;p34"/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54" name="Google Shape;7054;p34"/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55" name="Google Shape;7055;p34"/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56" name="Google Shape;7056;p34"/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57" name="Google Shape;7057;p34"/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58" name="Google Shape;7058;p34"/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59" name="Google Shape;7059;p34"/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60" name="Google Shape;7060;p34"/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61" name="Google Shape;7061;p34"/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62" name="Google Shape;7062;p34"/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63" name="Google Shape;7063;p34"/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64" name="Google Shape;7064;p34"/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65" name="Google Shape;7065;p34"/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66" name="Google Shape;7066;p34"/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67" name="Google Shape;7067;p34"/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68" name="Google Shape;7068;p34"/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69" name="Google Shape;7069;p34"/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70" name="Google Shape;7070;p34"/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71" name="Google Shape;7071;p34"/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72" name="Google Shape;7072;p34"/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73" name="Google Shape;7073;p34"/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74" name="Google Shape;7074;p34"/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75" name="Google Shape;7075;p34"/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76" name="Google Shape;7076;p34"/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77" name="Google Shape;7077;p34"/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78" name="Google Shape;7078;p34"/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79" name="Google Shape;7079;p34"/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80" name="Google Shape;7080;p34"/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81" name="Google Shape;7081;p34"/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82" name="Google Shape;7082;p34"/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83" name="Google Shape;7083;p34"/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84" name="Google Shape;7084;p34"/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85" name="Google Shape;7085;p34"/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86" name="Google Shape;7086;p34"/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87" name="Google Shape;7087;p34"/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88" name="Google Shape;7088;p34"/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89" name="Google Shape;7089;p34"/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90" name="Google Shape;7090;p34"/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91" name="Google Shape;7091;p34"/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92" name="Google Shape;7092;p34"/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93" name="Google Shape;7093;p34"/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94" name="Google Shape;7094;p34"/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95" name="Google Shape;7095;p34"/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96" name="Google Shape;7096;p34"/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97" name="Google Shape;7097;p34"/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98" name="Google Shape;7098;p34"/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099" name="Google Shape;7099;p34"/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00" name="Google Shape;7100;p34"/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01" name="Google Shape;7101;p34"/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02" name="Google Shape;7102;p34"/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03" name="Google Shape;7103;p34"/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04" name="Google Shape;7104;p34"/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05" name="Google Shape;7105;p34"/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06" name="Google Shape;7106;p34"/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07" name="Google Shape;7107;p34"/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08" name="Google Shape;7108;p34"/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09" name="Google Shape;7109;p34"/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10" name="Google Shape;7110;p34"/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11" name="Google Shape;7111;p34"/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12" name="Google Shape;7112;p34"/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13" name="Google Shape;7113;p34"/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14" name="Google Shape;7114;p34"/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15" name="Google Shape;7115;p34"/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16" name="Google Shape;7116;p34"/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17" name="Google Shape;7117;p34"/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18" name="Google Shape;7118;p34"/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19" name="Google Shape;7119;p34"/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20" name="Google Shape;7120;p34"/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21" name="Google Shape;7121;p34"/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22" name="Google Shape;7122;p34"/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23" name="Google Shape;7123;p34"/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24" name="Google Shape;7124;p34"/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25" name="Google Shape;7125;p34"/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26" name="Google Shape;7126;p34"/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27" name="Google Shape;7127;p34"/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28" name="Google Shape;7128;p34"/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29" name="Google Shape;7129;p34"/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30" name="Google Shape;7130;p34"/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31" name="Google Shape;7131;p34"/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32" name="Google Shape;7132;p34"/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33" name="Google Shape;7133;p34"/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34" name="Google Shape;7134;p34"/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35" name="Google Shape;7135;p34"/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36" name="Google Shape;7136;p34"/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37" name="Google Shape;7137;p34"/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38" name="Google Shape;7138;p34"/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39" name="Google Shape;7139;p34"/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40" name="Google Shape;7140;p34"/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41" name="Google Shape;7141;p34"/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42" name="Google Shape;7142;p34"/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43" name="Google Shape;7143;p34"/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44" name="Google Shape;7144;p34"/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45" name="Google Shape;7145;p34"/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46" name="Google Shape;7146;p34"/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47" name="Google Shape;7147;p34"/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48" name="Google Shape;7148;p34"/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49" name="Google Shape;7149;p34"/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50" name="Google Shape;7150;p34"/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51" name="Google Shape;7151;p34"/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52" name="Google Shape;7152;p34"/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53" name="Google Shape;7153;p34"/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54" name="Google Shape;7154;p34"/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55" name="Google Shape;7155;p34"/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56" name="Google Shape;7156;p34"/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57" name="Google Shape;7157;p34"/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58" name="Google Shape;7158;p34"/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59" name="Google Shape;7159;p34"/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60" name="Google Shape;7160;p34"/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61" name="Google Shape;7161;p34"/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62" name="Google Shape;7162;p34"/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63" name="Google Shape;7163;p34"/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64" name="Google Shape;7164;p34"/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65" name="Google Shape;7165;p34"/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7166" name="Google Shape;7166;p34"/>
            <p:cNvGrpSpPr/>
            <p:nvPr/>
          </p:nvGrpSpPr>
          <p:grpSpPr>
            <a:xfrm>
              <a:off x="-75995" y="4389444"/>
              <a:ext cx="2222158" cy="795026"/>
              <a:chOff x="-75995" y="6598257"/>
              <a:chExt cx="2222158" cy="795026"/>
            </a:xfrm>
          </p:grpSpPr>
          <p:sp>
            <p:nvSpPr>
              <p:cNvPr id="7167" name="Google Shape;7167;p34"/>
              <p:cNvSpPr/>
              <p:nvPr/>
            </p:nvSpPr>
            <p:spPr>
              <a:xfrm>
                <a:off x="1214464" y="6650750"/>
                <a:ext cx="19181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68" name="Google Shape;7168;p34"/>
              <p:cNvSpPr/>
              <p:nvPr/>
            </p:nvSpPr>
            <p:spPr>
              <a:xfrm>
                <a:off x="1239462" y="6656584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69" name="Google Shape;7169;p34"/>
              <p:cNvSpPr/>
              <p:nvPr/>
            </p:nvSpPr>
            <p:spPr>
              <a:xfrm>
                <a:off x="1258624" y="6720335"/>
                <a:ext cx="21268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70" name="Google Shape;7170;p34"/>
              <p:cNvSpPr/>
              <p:nvPr/>
            </p:nvSpPr>
            <p:spPr>
              <a:xfrm>
                <a:off x="1919064" y="6865341"/>
                <a:ext cx="18770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71" name="Google Shape;7171;p34"/>
              <p:cNvSpPr/>
              <p:nvPr/>
            </p:nvSpPr>
            <p:spPr>
              <a:xfrm>
                <a:off x="1944062" y="6871176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72" name="Google Shape;7172;p34"/>
              <p:cNvSpPr/>
              <p:nvPr/>
            </p:nvSpPr>
            <p:spPr>
              <a:xfrm>
                <a:off x="1962814" y="6934927"/>
                <a:ext cx="21679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73" name="Google Shape;7173;p34"/>
              <p:cNvSpPr/>
              <p:nvPr/>
            </p:nvSpPr>
            <p:spPr>
              <a:xfrm>
                <a:off x="1801554" y="6659492"/>
                <a:ext cx="15434" cy="121686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74" name="Google Shape;7174;p34"/>
              <p:cNvSpPr/>
              <p:nvPr/>
            </p:nvSpPr>
            <p:spPr>
              <a:xfrm>
                <a:off x="1820734" y="6663668"/>
                <a:ext cx="28352" cy="86268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75" name="Google Shape;7175;p34"/>
              <p:cNvSpPr/>
              <p:nvPr/>
            </p:nvSpPr>
            <p:spPr>
              <a:xfrm>
                <a:off x="1834901" y="6712413"/>
                <a:ext cx="17093" cy="70442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76" name="Google Shape;7176;p34"/>
              <p:cNvSpPr/>
              <p:nvPr/>
            </p:nvSpPr>
            <p:spPr>
              <a:xfrm>
                <a:off x="2121987" y="6885343"/>
                <a:ext cx="16683" cy="70014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77" name="Google Shape;7177;p34"/>
              <p:cNvSpPr/>
              <p:nvPr/>
            </p:nvSpPr>
            <p:spPr>
              <a:xfrm>
                <a:off x="208183" y="6744922"/>
                <a:ext cx="15006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78" name="Google Shape;7178;p34"/>
              <p:cNvSpPr/>
              <p:nvPr/>
            </p:nvSpPr>
            <p:spPr>
              <a:xfrm>
                <a:off x="231503" y="6752006"/>
                <a:ext cx="10027" cy="95440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79" name="Google Shape;7179;p34"/>
              <p:cNvSpPr/>
              <p:nvPr/>
            </p:nvSpPr>
            <p:spPr>
              <a:xfrm>
                <a:off x="250684" y="6795327"/>
                <a:ext cx="16683" cy="74189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80" name="Google Shape;7180;p34"/>
              <p:cNvSpPr/>
              <p:nvPr/>
            </p:nvSpPr>
            <p:spPr>
              <a:xfrm>
                <a:off x="-75995" y="6897422"/>
                <a:ext cx="39182" cy="124184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81" name="Google Shape;7181;p34"/>
              <p:cNvSpPr/>
              <p:nvPr/>
            </p:nvSpPr>
            <p:spPr>
              <a:xfrm>
                <a:off x="29008" y="6929503"/>
                <a:ext cx="15844" cy="8336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82" name="Google Shape;7182;p34"/>
              <p:cNvSpPr/>
              <p:nvPr/>
            </p:nvSpPr>
            <p:spPr>
              <a:xfrm>
                <a:off x="239015" y="6796576"/>
                <a:ext cx="15844" cy="8295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83" name="Google Shape;7183;p34"/>
              <p:cNvSpPr/>
              <p:nvPr/>
            </p:nvSpPr>
            <p:spPr>
              <a:xfrm>
                <a:off x="-14741" y="6941582"/>
                <a:ext cx="3765" cy="75866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84" name="Google Shape;7184;p34"/>
              <p:cNvSpPr/>
              <p:nvPr/>
            </p:nvSpPr>
            <p:spPr>
              <a:xfrm>
                <a:off x="-32673" y="6892837"/>
                <a:ext cx="18360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85" name="Google Shape;7185;p34"/>
              <p:cNvSpPr/>
              <p:nvPr/>
            </p:nvSpPr>
            <p:spPr>
              <a:xfrm>
                <a:off x="-9335" y="6896173"/>
                <a:ext cx="26692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86" name="Google Shape;7186;p34"/>
              <p:cNvSpPr/>
              <p:nvPr/>
            </p:nvSpPr>
            <p:spPr>
              <a:xfrm>
                <a:off x="7758" y="6947845"/>
                <a:ext cx="14595" cy="7501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87" name="Google Shape;7187;p34"/>
              <p:cNvSpPr/>
              <p:nvPr/>
            </p:nvSpPr>
            <p:spPr>
              <a:xfrm>
                <a:off x="491094" y="7054507"/>
                <a:ext cx="44606" cy="262106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88" name="Google Shape;7188;p34"/>
              <p:cNvSpPr/>
              <p:nvPr/>
            </p:nvSpPr>
            <p:spPr>
              <a:xfrm>
                <a:off x="625269" y="7119918"/>
                <a:ext cx="27103" cy="176694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89" name="Google Shape;7189;p34"/>
              <p:cNvSpPr/>
              <p:nvPr/>
            </p:nvSpPr>
            <p:spPr>
              <a:xfrm>
                <a:off x="568601" y="7145754"/>
                <a:ext cx="6263" cy="161689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90" name="Google Shape;7190;p34"/>
              <p:cNvSpPr/>
              <p:nvPr/>
            </p:nvSpPr>
            <p:spPr>
              <a:xfrm>
                <a:off x="550277" y="7043677"/>
                <a:ext cx="16683" cy="27334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91" name="Google Shape;7191;p34"/>
              <p:cNvSpPr/>
              <p:nvPr/>
            </p:nvSpPr>
            <p:spPr>
              <a:xfrm>
                <a:off x="575685" y="7049512"/>
                <a:ext cx="42108" cy="196268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92" name="Google Shape;7192;p34"/>
              <p:cNvSpPr/>
              <p:nvPr/>
            </p:nvSpPr>
            <p:spPr>
              <a:xfrm>
                <a:off x="596525" y="7158672"/>
                <a:ext cx="24177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93" name="Google Shape;7193;p34"/>
              <p:cNvSpPr/>
              <p:nvPr/>
            </p:nvSpPr>
            <p:spPr>
              <a:xfrm>
                <a:off x="661115" y="6730755"/>
                <a:ext cx="40431" cy="117939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94" name="Google Shape;7194;p34"/>
              <p:cNvSpPr/>
              <p:nvPr/>
            </p:nvSpPr>
            <p:spPr>
              <a:xfrm>
                <a:off x="697353" y="6743245"/>
                <a:ext cx="21696" cy="71691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95" name="Google Shape;7195;p34"/>
              <p:cNvSpPr/>
              <p:nvPr/>
            </p:nvSpPr>
            <p:spPr>
              <a:xfrm>
                <a:off x="620273" y="6731576"/>
                <a:ext cx="18342" cy="107519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96" name="Google Shape;7196;p34"/>
              <p:cNvSpPr/>
              <p:nvPr/>
            </p:nvSpPr>
            <p:spPr>
              <a:xfrm>
                <a:off x="723599" y="6882006"/>
                <a:ext cx="20019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97" name="Google Shape;7197;p34"/>
              <p:cNvSpPr/>
              <p:nvPr/>
            </p:nvSpPr>
            <p:spPr>
              <a:xfrm>
                <a:off x="751523" y="6961584"/>
                <a:ext cx="751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98" name="Google Shape;7198;p34"/>
              <p:cNvSpPr/>
              <p:nvPr/>
            </p:nvSpPr>
            <p:spPr>
              <a:xfrm>
                <a:off x="598612" y="6888661"/>
                <a:ext cx="24177" cy="15378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199" name="Google Shape;7199;p34"/>
              <p:cNvSpPr/>
              <p:nvPr/>
            </p:nvSpPr>
            <p:spPr>
              <a:xfrm>
                <a:off x="552347" y="6936997"/>
                <a:ext cx="10438" cy="52118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00" name="Google Shape;7200;p34"/>
              <p:cNvSpPr/>
              <p:nvPr/>
            </p:nvSpPr>
            <p:spPr>
              <a:xfrm>
                <a:off x="494020" y="6916585"/>
                <a:ext cx="11259" cy="65446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01" name="Google Shape;7201;p34"/>
              <p:cNvSpPr/>
              <p:nvPr/>
            </p:nvSpPr>
            <p:spPr>
              <a:xfrm>
                <a:off x="349014" y="6838256"/>
                <a:ext cx="17932" cy="105842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02" name="Google Shape;7202;p34"/>
              <p:cNvSpPr/>
              <p:nvPr/>
            </p:nvSpPr>
            <p:spPr>
              <a:xfrm>
                <a:off x="386519" y="6892426"/>
                <a:ext cx="15006" cy="74171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03" name="Google Shape;7203;p34"/>
              <p:cNvSpPr/>
              <p:nvPr/>
            </p:nvSpPr>
            <p:spPr>
              <a:xfrm>
                <a:off x="332349" y="6873246"/>
                <a:ext cx="18770" cy="95029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04" name="Google Shape;7204;p34"/>
              <p:cNvSpPr/>
              <p:nvPr/>
            </p:nvSpPr>
            <p:spPr>
              <a:xfrm>
                <a:off x="1145699" y="6924917"/>
                <a:ext cx="82111" cy="468366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05" name="Google Shape;7205;p34"/>
              <p:cNvSpPr/>
              <p:nvPr/>
            </p:nvSpPr>
            <p:spPr>
              <a:xfrm>
                <a:off x="1132781" y="6941582"/>
                <a:ext cx="24605" cy="37128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06" name="Google Shape;7206;p34"/>
              <p:cNvSpPr/>
              <p:nvPr/>
            </p:nvSpPr>
            <p:spPr>
              <a:xfrm>
                <a:off x="1071528" y="7058254"/>
                <a:ext cx="14613" cy="327107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07" name="Google Shape;7207;p34"/>
              <p:cNvSpPr/>
              <p:nvPr/>
            </p:nvSpPr>
            <p:spPr>
              <a:xfrm>
                <a:off x="1321965" y="6953251"/>
                <a:ext cx="32099" cy="356689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08" name="Google Shape;7208;p34"/>
              <p:cNvSpPr/>
              <p:nvPr/>
            </p:nvSpPr>
            <p:spPr>
              <a:xfrm>
                <a:off x="1300287" y="6971593"/>
                <a:ext cx="20019" cy="27918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09" name="Google Shape;7209;p34"/>
              <p:cNvSpPr/>
              <p:nvPr/>
            </p:nvSpPr>
            <p:spPr>
              <a:xfrm>
                <a:off x="1629891" y="6847427"/>
                <a:ext cx="40021" cy="473772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10" name="Google Shape;7210;p34"/>
              <p:cNvSpPr/>
              <p:nvPr/>
            </p:nvSpPr>
            <p:spPr>
              <a:xfrm>
                <a:off x="1599059" y="6871586"/>
                <a:ext cx="24587" cy="371267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11" name="Google Shape;7211;p34"/>
              <p:cNvSpPr/>
              <p:nvPr/>
            </p:nvSpPr>
            <p:spPr>
              <a:xfrm>
                <a:off x="1530294" y="6996180"/>
                <a:ext cx="44196" cy="325429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12" name="Google Shape;7212;p34"/>
              <p:cNvSpPr/>
              <p:nvPr/>
            </p:nvSpPr>
            <p:spPr>
              <a:xfrm>
                <a:off x="906949" y="6758251"/>
                <a:ext cx="34186" cy="163348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13" name="Google Shape;7213;p34"/>
              <p:cNvSpPr/>
              <p:nvPr/>
            </p:nvSpPr>
            <p:spPr>
              <a:xfrm>
                <a:off x="927360" y="6816167"/>
                <a:ext cx="25854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14" name="Google Shape;7214;p34"/>
              <p:cNvSpPr/>
              <p:nvPr/>
            </p:nvSpPr>
            <p:spPr>
              <a:xfrm>
                <a:off x="865697" y="6790331"/>
                <a:ext cx="10848" cy="163776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15" name="Google Shape;7215;p34"/>
              <p:cNvSpPr/>
              <p:nvPr/>
            </p:nvSpPr>
            <p:spPr>
              <a:xfrm>
                <a:off x="1765726" y="6798664"/>
                <a:ext cx="40841" cy="192110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16" name="Google Shape;7216;p34"/>
              <p:cNvSpPr/>
              <p:nvPr/>
            </p:nvSpPr>
            <p:spPr>
              <a:xfrm>
                <a:off x="1758232" y="6805337"/>
                <a:ext cx="10848" cy="152107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17" name="Google Shape;7217;p34"/>
              <p:cNvSpPr/>
              <p:nvPr/>
            </p:nvSpPr>
            <p:spPr>
              <a:xfrm>
                <a:off x="1723225" y="6852423"/>
                <a:ext cx="8761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18" name="Google Shape;7218;p34"/>
              <p:cNvSpPr/>
              <p:nvPr/>
            </p:nvSpPr>
            <p:spPr>
              <a:xfrm>
                <a:off x="1796968" y="6851174"/>
                <a:ext cx="10438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19" name="Google Shape;7219;p34"/>
              <p:cNvSpPr/>
              <p:nvPr/>
            </p:nvSpPr>
            <p:spPr>
              <a:xfrm>
                <a:off x="1041945" y="6697836"/>
                <a:ext cx="9189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20" name="Google Shape;7220;p34"/>
              <p:cNvSpPr/>
              <p:nvPr/>
            </p:nvSpPr>
            <p:spPr>
              <a:xfrm>
                <a:off x="1027778" y="6705758"/>
                <a:ext cx="12525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21" name="Google Shape;7221;p34"/>
              <p:cNvSpPr/>
              <p:nvPr/>
            </p:nvSpPr>
            <p:spPr>
              <a:xfrm>
                <a:off x="1007366" y="6737411"/>
                <a:ext cx="15023" cy="80862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22" name="Google Shape;7222;p34"/>
              <p:cNvSpPr/>
              <p:nvPr/>
            </p:nvSpPr>
            <p:spPr>
              <a:xfrm>
                <a:off x="1054453" y="6729506"/>
                <a:ext cx="12936" cy="8125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23" name="Google Shape;7223;p34"/>
              <p:cNvSpPr/>
              <p:nvPr/>
            </p:nvSpPr>
            <p:spPr>
              <a:xfrm>
                <a:off x="1096543" y="6891177"/>
                <a:ext cx="9171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24" name="Google Shape;7224;p34"/>
              <p:cNvSpPr/>
              <p:nvPr/>
            </p:nvSpPr>
            <p:spPr>
              <a:xfrm>
                <a:off x="1082376" y="6899081"/>
                <a:ext cx="12508" cy="92531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25" name="Google Shape;7225;p34"/>
              <p:cNvSpPr/>
              <p:nvPr/>
            </p:nvSpPr>
            <p:spPr>
              <a:xfrm>
                <a:off x="1109033" y="6923258"/>
                <a:ext cx="12936" cy="80844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26" name="Google Shape;7226;p34"/>
              <p:cNvSpPr/>
              <p:nvPr/>
            </p:nvSpPr>
            <p:spPr>
              <a:xfrm>
                <a:off x="1410303" y="6632407"/>
                <a:ext cx="12936" cy="97937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27" name="Google Shape;7227;p34"/>
              <p:cNvSpPr/>
              <p:nvPr/>
            </p:nvSpPr>
            <p:spPr>
              <a:xfrm>
                <a:off x="1403630" y="6637421"/>
                <a:ext cx="5442" cy="76687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28" name="Google Shape;7228;p34"/>
              <p:cNvSpPr/>
              <p:nvPr/>
            </p:nvSpPr>
            <p:spPr>
              <a:xfrm>
                <a:off x="1424042" y="6659082"/>
                <a:ext cx="6691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29" name="Google Shape;7229;p34"/>
              <p:cNvSpPr/>
              <p:nvPr/>
            </p:nvSpPr>
            <p:spPr>
              <a:xfrm>
                <a:off x="1378633" y="6656174"/>
                <a:ext cx="6263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30" name="Google Shape;7230;p34"/>
              <p:cNvSpPr/>
              <p:nvPr/>
            </p:nvSpPr>
            <p:spPr>
              <a:xfrm>
                <a:off x="211502" y="6943259"/>
                <a:ext cx="9599" cy="99186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31" name="Google Shape;7231;p34"/>
              <p:cNvSpPr/>
              <p:nvPr/>
            </p:nvSpPr>
            <p:spPr>
              <a:xfrm>
                <a:off x="194426" y="6949504"/>
                <a:ext cx="16683" cy="7709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32" name="Google Shape;7232;p34"/>
              <p:cNvSpPr/>
              <p:nvPr/>
            </p:nvSpPr>
            <p:spPr>
              <a:xfrm>
                <a:off x="221511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33" name="Google Shape;7233;p34"/>
              <p:cNvSpPr/>
              <p:nvPr/>
            </p:nvSpPr>
            <p:spPr>
              <a:xfrm>
                <a:off x="168590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34" name="Google Shape;7234;p34"/>
              <p:cNvSpPr/>
              <p:nvPr/>
            </p:nvSpPr>
            <p:spPr>
              <a:xfrm>
                <a:off x="779857" y="7121595"/>
                <a:ext cx="25015" cy="202102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35" name="Google Shape;7235;p34"/>
              <p:cNvSpPr/>
              <p:nvPr/>
            </p:nvSpPr>
            <p:spPr>
              <a:xfrm>
                <a:off x="759034" y="7128679"/>
                <a:ext cx="12097" cy="16044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36" name="Google Shape;7236;p34"/>
              <p:cNvSpPr/>
              <p:nvPr/>
            </p:nvSpPr>
            <p:spPr>
              <a:xfrm>
                <a:off x="807780" y="7177014"/>
                <a:ext cx="15023" cy="141259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37" name="Google Shape;7237;p34"/>
              <p:cNvSpPr/>
              <p:nvPr/>
            </p:nvSpPr>
            <p:spPr>
              <a:xfrm>
                <a:off x="700279" y="7162419"/>
                <a:ext cx="14595" cy="141277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38" name="Google Shape;7238;p34"/>
              <p:cNvSpPr/>
              <p:nvPr/>
            </p:nvSpPr>
            <p:spPr>
              <a:xfrm>
                <a:off x="2108659" y="6598257"/>
                <a:ext cx="37505" cy="12959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39" name="Google Shape;7239;p34"/>
              <p:cNvSpPr/>
              <p:nvPr/>
            </p:nvSpPr>
            <p:spPr>
              <a:xfrm>
                <a:off x="2104073" y="6600327"/>
                <a:ext cx="15006" cy="104182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40" name="Google Shape;7240;p34"/>
              <p:cNvSpPr/>
              <p:nvPr/>
            </p:nvSpPr>
            <p:spPr>
              <a:xfrm>
                <a:off x="2078237" y="6629499"/>
                <a:ext cx="10010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41" name="Google Shape;7241;p34"/>
              <p:cNvSpPr/>
              <p:nvPr/>
            </p:nvSpPr>
            <p:spPr>
              <a:xfrm>
                <a:off x="2129071" y="6634085"/>
                <a:ext cx="12508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42" name="Google Shape;7242;p34"/>
              <p:cNvSpPr/>
              <p:nvPr/>
            </p:nvSpPr>
            <p:spPr>
              <a:xfrm>
                <a:off x="2052401" y="6678673"/>
                <a:ext cx="14185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43" name="Google Shape;7243;p34"/>
              <p:cNvSpPr/>
              <p:nvPr/>
            </p:nvSpPr>
            <p:spPr>
              <a:xfrm>
                <a:off x="1533631" y="6679494"/>
                <a:ext cx="15862" cy="118367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44" name="Google Shape;7244;p34"/>
              <p:cNvSpPr/>
              <p:nvPr/>
            </p:nvSpPr>
            <p:spPr>
              <a:xfrm>
                <a:off x="1525709" y="6685328"/>
                <a:ext cx="5852" cy="92942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45" name="Google Shape;7245;p34"/>
              <p:cNvSpPr/>
              <p:nvPr/>
            </p:nvSpPr>
            <p:spPr>
              <a:xfrm>
                <a:off x="1550296" y="6711575"/>
                <a:ext cx="7530" cy="81701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246" name="Google Shape;7246;p34"/>
              <p:cNvSpPr/>
              <p:nvPr/>
            </p:nvSpPr>
            <p:spPr>
              <a:xfrm>
                <a:off x="1626144" y="6651160"/>
                <a:ext cx="14185" cy="91693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sp>
        <p:nvSpPr>
          <p:cNvPr id="7247" name="Google Shape;7247;p34"/>
          <p:cNvSpPr txBox="1">
            <a:spLocks noGrp="1"/>
          </p:cNvSpPr>
          <p:nvPr>
            <p:ph type="subTitle" idx="1"/>
          </p:nvPr>
        </p:nvSpPr>
        <p:spPr>
          <a:xfrm>
            <a:off x="1658851" y="2316150"/>
            <a:ext cx="5826300" cy="1229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48" name="Google Shape;7248;p34"/>
          <p:cNvSpPr txBox="1">
            <a:spLocks noGrp="1"/>
          </p:cNvSpPr>
          <p:nvPr>
            <p:ph type="title"/>
          </p:nvPr>
        </p:nvSpPr>
        <p:spPr>
          <a:xfrm>
            <a:off x="1658825" y="1445550"/>
            <a:ext cx="5826300" cy="787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5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BLANK_1_1_1_1_1_1_2">
    <p:spTree>
      <p:nvGrpSpPr>
        <p:cNvPr id="1" name="Shape 12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95" name="Google Shape;12395;p44"/>
          <p:cNvGrpSpPr/>
          <p:nvPr/>
        </p:nvGrpSpPr>
        <p:grpSpPr>
          <a:xfrm>
            <a:off x="4189695" y="3640494"/>
            <a:ext cx="5155547" cy="2106696"/>
            <a:chOff x="4189695" y="287694"/>
            <a:chExt cx="5155547" cy="2106696"/>
          </a:xfrm>
        </p:grpSpPr>
        <p:sp>
          <p:nvSpPr>
            <p:cNvPr id="12396" name="Google Shape;12396;p44"/>
            <p:cNvSpPr/>
            <p:nvPr/>
          </p:nvSpPr>
          <p:spPr>
            <a:xfrm>
              <a:off x="4189695" y="287694"/>
              <a:ext cx="5155547" cy="2098315"/>
            </a:xfrm>
            <a:custGeom>
              <a:avLst/>
              <a:gdLst/>
              <a:ahLst/>
              <a:cxnLst/>
              <a:rect l="l" t="t" r="r" b="b"/>
              <a:pathLst>
                <a:path w="62130" h="25287" extrusionOk="0">
                  <a:moveTo>
                    <a:pt x="59522" y="0"/>
                  </a:moveTo>
                  <a:cubicBezTo>
                    <a:pt x="58960" y="381"/>
                    <a:pt x="58509" y="652"/>
                    <a:pt x="58178" y="903"/>
                  </a:cubicBezTo>
                  <a:cubicBezTo>
                    <a:pt x="57847" y="1164"/>
                    <a:pt x="56734" y="2046"/>
                    <a:pt x="56734" y="2046"/>
                  </a:cubicBezTo>
                  <a:cubicBezTo>
                    <a:pt x="56734" y="2046"/>
                    <a:pt x="56784" y="2508"/>
                    <a:pt x="56453" y="2758"/>
                  </a:cubicBezTo>
                  <a:cubicBezTo>
                    <a:pt x="56122" y="3019"/>
                    <a:pt x="55771" y="3160"/>
                    <a:pt x="55660" y="3280"/>
                  </a:cubicBezTo>
                  <a:cubicBezTo>
                    <a:pt x="55560" y="3400"/>
                    <a:pt x="54597" y="3481"/>
                    <a:pt x="54266" y="3731"/>
                  </a:cubicBezTo>
                  <a:cubicBezTo>
                    <a:pt x="54155" y="3818"/>
                    <a:pt x="53991" y="3843"/>
                    <a:pt x="53807" y="3843"/>
                  </a:cubicBezTo>
                  <a:cubicBezTo>
                    <a:pt x="53691" y="3843"/>
                    <a:pt x="53567" y="3833"/>
                    <a:pt x="53444" y="3822"/>
                  </a:cubicBezTo>
                  <a:cubicBezTo>
                    <a:pt x="53330" y="3813"/>
                    <a:pt x="53217" y="3806"/>
                    <a:pt x="53108" y="3806"/>
                  </a:cubicBezTo>
                  <a:cubicBezTo>
                    <a:pt x="52966" y="3806"/>
                    <a:pt x="52830" y="3818"/>
                    <a:pt x="52711" y="3852"/>
                  </a:cubicBezTo>
                  <a:cubicBezTo>
                    <a:pt x="52250" y="4002"/>
                    <a:pt x="51738" y="3812"/>
                    <a:pt x="51407" y="4072"/>
                  </a:cubicBezTo>
                  <a:cubicBezTo>
                    <a:pt x="51076" y="4323"/>
                    <a:pt x="50033" y="4755"/>
                    <a:pt x="50033" y="4755"/>
                  </a:cubicBezTo>
                  <a:cubicBezTo>
                    <a:pt x="50033" y="4755"/>
                    <a:pt x="50005" y="4752"/>
                    <a:pt x="49956" y="4752"/>
                  </a:cubicBezTo>
                  <a:cubicBezTo>
                    <a:pt x="49757" y="4752"/>
                    <a:pt x="49218" y="4791"/>
                    <a:pt x="48880" y="5186"/>
                  </a:cubicBezTo>
                  <a:cubicBezTo>
                    <a:pt x="48537" y="5576"/>
                    <a:pt x="48473" y="5726"/>
                    <a:pt x="48335" y="5726"/>
                  </a:cubicBezTo>
                  <a:cubicBezTo>
                    <a:pt x="48300" y="5726"/>
                    <a:pt x="48259" y="5716"/>
                    <a:pt x="48208" y="5697"/>
                  </a:cubicBezTo>
                  <a:cubicBezTo>
                    <a:pt x="47957" y="5597"/>
                    <a:pt x="47134" y="4744"/>
                    <a:pt x="46884" y="4654"/>
                  </a:cubicBezTo>
                  <a:cubicBezTo>
                    <a:pt x="46677" y="4571"/>
                    <a:pt x="46224" y="4516"/>
                    <a:pt x="45875" y="4516"/>
                  </a:cubicBezTo>
                  <a:cubicBezTo>
                    <a:pt x="45801" y="4516"/>
                    <a:pt x="45731" y="4519"/>
                    <a:pt x="45670" y="4524"/>
                  </a:cubicBezTo>
                  <a:cubicBezTo>
                    <a:pt x="45381" y="4540"/>
                    <a:pt x="45130" y="4929"/>
                    <a:pt x="44779" y="4929"/>
                  </a:cubicBezTo>
                  <a:cubicBezTo>
                    <a:pt x="44692" y="4929"/>
                    <a:pt x="44598" y="4905"/>
                    <a:pt x="44496" y="4845"/>
                  </a:cubicBezTo>
                  <a:cubicBezTo>
                    <a:pt x="43975" y="4534"/>
                    <a:pt x="43804" y="4093"/>
                    <a:pt x="43082" y="4032"/>
                  </a:cubicBezTo>
                  <a:cubicBezTo>
                    <a:pt x="42350" y="3972"/>
                    <a:pt x="42590" y="3962"/>
                    <a:pt x="41969" y="3782"/>
                  </a:cubicBezTo>
                  <a:cubicBezTo>
                    <a:pt x="41337" y="3601"/>
                    <a:pt x="41186" y="3270"/>
                    <a:pt x="40665" y="2959"/>
                  </a:cubicBezTo>
                  <a:cubicBezTo>
                    <a:pt x="40153" y="2658"/>
                    <a:pt x="39621" y="2237"/>
                    <a:pt x="39351" y="1916"/>
                  </a:cubicBezTo>
                  <a:cubicBezTo>
                    <a:pt x="39070" y="1595"/>
                    <a:pt x="38819" y="1505"/>
                    <a:pt x="38418" y="1194"/>
                  </a:cubicBezTo>
                  <a:cubicBezTo>
                    <a:pt x="38027" y="873"/>
                    <a:pt x="37786" y="893"/>
                    <a:pt x="37405" y="692"/>
                  </a:cubicBezTo>
                  <a:cubicBezTo>
                    <a:pt x="37090" y="539"/>
                    <a:pt x="36710" y="457"/>
                    <a:pt x="36265" y="457"/>
                  </a:cubicBezTo>
                  <a:cubicBezTo>
                    <a:pt x="36157" y="457"/>
                    <a:pt x="36046" y="462"/>
                    <a:pt x="35930" y="471"/>
                  </a:cubicBezTo>
                  <a:cubicBezTo>
                    <a:pt x="35869" y="476"/>
                    <a:pt x="35805" y="478"/>
                    <a:pt x="35741" y="478"/>
                  </a:cubicBezTo>
                  <a:cubicBezTo>
                    <a:pt x="35181" y="478"/>
                    <a:pt x="34560" y="332"/>
                    <a:pt x="34335" y="251"/>
                  </a:cubicBezTo>
                  <a:cubicBezTo>
                    <a:pt x="34313" y="243"/>
                    <a:pt x="34287" y="239"/>
                    <a:pt x="34258" y="239"/>
                  </a:cubicBezTo>
                  <a:cubicBezTo>
                    <a:pt x="34143" y="239"/>
                    <a:pt x="33978" y="295"/>
                    <a:pt x="33794" y="351"/>
                  </a:cubicBezTo>
                  <a:cubicBezTo>
                    <a:pt x="33609" y="405"/>
                    <a:pt x="33411" y="462"/>
                    <a:pt x="33232" y="462"/>
                  </a:cubicBezTo>
                  <a:cubicBezTo>
                    <a:pt x="33109" y="462"/>
                    <a:pt x="32995" y="435"/>
                    <a:pt x="32901" y="361"/>
                  </a:cubicBezTo>
                  <a:cubicBezTo>
                    <a:pt x="32794" y="278"/>
                    <a:pt x="32719" y="242"/>
                    <a:pt x="32659" y="242"/>
                  </a:cubicBezTo>
                  <a:cubicBezTo>
                    <a:pt x="32496" y="242"/>
                    <a:pt x="32457" y="519"/>
                    <a:pt x="32229" y="873"/>
                  </a:cubicBezTo>
                  <a:cubicBezTo>
                    <a:pt x="31928" y="1354"/>
                    <a:pt x="31266" y="1976"/>
                    <a:pt x="30935" y="2237"/>
                  </a:cubicBezTo>
                  <a:cubicBezTo>
                    <a:pt x="30604" y="2488"/>
                    <a:pt x="30624" y="2718"/>
                    <a:pt x="30303" y="3089"/>
                  </a:cubicBezTo>
                  <a:cubicBezTo>
                    <a:pt x="29982" y="3451"/>
                    <a:pt x="29992" y="3571"/>
                    <a:pt x="29661" y="3822"/>
                  </a:cubicBezTo>
                  <a:cubicBezTo>
                    <a:pt x="29608" y="3863"/>
                    <a:pt x="29536" y="3880"/>
                    <a:pt x="29449" y="3880"/>
                  </a:cubicBezTo>
                  <a:cubicBezTo>
                    <a:pt x="29241" y="3880"/>
                    <a:pt x="28955" y="3781"/>
                    <a:pt x="28678" y="3681"/>
                  </a:cubicBezTo>
                  <a:cubicBezTo>
                    <a:pt x="28399" y="3586"/>
                    <a:pt x="28120" y="3490"/>
                    <a:pt x="27937" y="3490"/>
                  </a:cubicBezTo>
                  <a:cubicBezTo>
                    <a:pt x="27889" y="3490"/>
                    <a:pt x="27848" y="3496"/>
                    <a:pt x="27815" y="3511"/>
                  </a:cubicBezTo>
                  <a:cubicBezTo>
                    <a:pt x="27766" y="3531"/>
                    <a:pt x="27719" y="3540"/>
                    <a:pt x="27671" y="3540"/>
                  </a:cubicBezTo>
                  <a:cubicBezTo>
                    <a:pt x="27535" y="3540"/>
                    <a:pt x="27400" y="3467"/>
                    <a:pt x="27244" y="3400"/>
                  </a:cubicBezTo>
                  <a:cubicBezTo>
                    <a:pt x="27082" y="3329"/>
                    <a:pt x="26897" y="3257"/>
                    <a:pt x="26666" y="3257"/>
                  </a:cubicBezTo>
                  <a:cubicBezTo>
                    <a:pt x="26638" y="3257"/>
                    <a:pt x="26610" y="3258"/>
                    <a:pt x="26582" y="3260"/>
                  </a:cubicBezTo>
                  <a:cubicBezTo>
                    <a:pt x="26491" y="3269"/>
                    <a:pt x="26390" y="3272"/>
                    <a:pt x="26284" y="3272"/>
                  </a:cubicBezTo>
                  <a:cubicBezTo>
                    <a:pt x="26027" y="3272"/>
                    <a:pt x="25738" y="3251"/>
                    <a:pt x="25468" y="3230"/>
                  </a:cubicBezTo>
                  <a:cubicBezTo>
                    <a:pt x="25173" y="3204"/>
                    <a:pt x="24900" y="3178"/>
                    <a:pt x="24722" y="3178"/>
                  </a:cubicBezTo>
                  <a:cubicBezTo>
                    <a:pt x="24694" y="3178"/>
                    <a:pt x="24669" y="3178"/>
                    <a:pt x="24646" y="3180"/>
                  </a:cubicBezTo>
                  <a:cubicBezTo>
                    <a:pt x="24285" y="3210"/>
                    <a:pt x="23803" y="3250"/>
                    <a:pt x="23472" y="3501"/>
                  </a:cubicBezTo>
                  <a:cubicBezTo>
                    <a:pt x="23141" y="3762"/>
                    <a:pt x="22188" y="4985"/>
                    <a:pt x="21737" y="5246"/>
                  </a:cubicBezTo>
                  <a:cubicBezTo>
                    <a:pt x="21286" y="5507"/>
                    <a:pt x="21055" y="5647"/>
                    <a:pt x="20614" y="6018"/>
                  </a:cubicBezTo>
                  <a:cubicBezTo>
                    <a:pt x="20172" y="6400"/>
                    <a:pt x="19952" y="6530"/>
                    <a:pt x="19490" y="6801"/>
                  </a:cubicBezTo>
                  <a:cubicBezTo>
                    <a:pt x="19039" y="7062"/>
                    <a:pt x="18698" y="7202"/>
                    <a:pt x="18357" y="7463"/>
                  </a:cubicBezTo>
                  <a:cubicBezTo>
                    <a:pt x="18026" y="7714"/>
                    <a:pt x="16942" y="7683"/>
                    <a:pt x="16601" y="7944"/>
                  </a:cubicBezTo>
                  <a:cubicBezTo>
                    <a:pt x="16336" y="8145"/>
                    <a:pt x="15987" y="8282"/>
                    <a:pt x="15725" y="8282"/>
                  </a:cubicBezTo>
                  <a:cubicBezTo>
                    <a:pt x="15660" y="8282"/>
                    <a:pt x="15600" y="8273"/>
                    <a:pt x="15548" y="8255"/>
                  </a:cubicBezTo>
                  <a:cubicBezTo>
                    <a:pt x="15297" y="8155"/>
                    <a:pt x="14525" y="7643"/>
                    <a:pt x="14385" y="7543"/>
                  </a:cubicBezTo>
                  <a:cubicBezTo>
                    <a:pt x="14254" y="7433"/>
                    <a:pt x="13773" y="7473"/>
                    <a:pt x="13512" y="7262"/>
                  </a:cubicBezTo>
                  <a:cubicBezTo>
                    <a:pt x="13251" y="7052"/>
                    <a:pt x="12880" y="6971"/>
                    <a:pt x="12389" y="6891"/>
                  </a:cubicBezTo>
                  <a:cubicBezTo>
                    <a:pt x="11897" y="6821"/>
                    <a:pt x="11044" y="6771"/>
                    <a:pt x="10673" y="6680"/>
                  </a:cubicBezTo>
                  <a:cubicBezTo>
                    <a:pt x="10659" y="6677"/>
                    <a:pt x="10643" y="6676"/>
                    <a:pt x="10627" y="6676"/>
                  </a:cubicBezTo>
                  <a:cubicBezTo>
                    <a:pt x="10236" y="6676"/>
                    <a:pt x="9435" y="7584"/>
                    <a:pt x="9088" y="7613"/>
                  </a:cubicBezTo>
                  <a:cubicBezTo>
                    <a:pt x="8727" y="7643"/>
                    <a:pt x="8075" y="8265"/>
                    <a:pt x="7845" y="8396"/>
                  </a:cubicBezTo>
                  <a:cubicBezTo>
                    <a:pt x="7624" y="8526"/>
                    <a:pt x="7263" y="8556"/>
                    <a:pt x="7062" y="8917"/>
                  </a:cubicBezTo>
                  <a:cubicBezTo>
                    <a:pt x="6936" y="9144"/>
                    <a:pt x="6869" y="9217"/>
                    <a:pt x="6745" y="9217"/>
                  </a:cubicBezTo>
                  <a:cubicBezTo>
                    <a:pt x="6672" y="9217"/>
                    <a:pt x="6578" y="9191"/>
                    <a:pt x="6440" y="9158"/>
                  </a:cubicBezTo>
                  <a:cubicBezTo>
                    <a:pt x="6180" y="9094"/>
                    <a:pt x="5854" y="8927"/>
                    <a:pt x="5528" y="8927"/>
                  </a:cubicBezTo>
                  <a:cubicBezTo>
                    <a:pt x="5389" y="8927"/>
                    <a:pt x="5251" y="8957"/>
                    <a:pt x="5116" y="9038"/>
                  </a:cubicBezTo>
                  <a:cubicBezTo>
                    <a:pt x="4665" y="9298"/>
                    <a:pt x="3602" y="10331"/>
                    <a:pt x="3271" y="10703"/>
                  </a:cubicBezTo>
                  <a:cubicBezTo>
                    <a:pt x="2950" y="11074"/>
                    <a:pt x="2027" y="11375"/>
                    <a:pt x="1846" y="11956"/>
                  </a:cubicBezTo>
                  <a:cubicBezTo>
                    <a:pt x="1666" y="12548"/>
                    <a:pt x="1576" y="12779"/>
                    <a:pt x="1124" y="13050"/>
                  </a:cubicBezTo>
                  <a:cubicBezTo>
                    <a:pt x="673" y="13311"/>
                    <a:pt x="1" y="13822"/>
                    <a:pt x="1" y="13822"/>
                  </a:cubicBezTo>
                  <a:cubicBezTo>
                    <a:pt x="1" y="13822"/>
                    <a:pt x="14074" y="17764"/>
                    <a:pt x="22780" y="20181"/>
                  </a:cubicBezTo>
                  <a:cubicBezTo>
                    <a:pt x="31497" y="22589"/>
                    <a:pt x="39521" y="25287"/>
                    <a:pt x="39521" y="25287"/>
                  </a:cubicBezTo>
                  <a:lnTo>
                    <a:pt x="62130" y="23522"/>
                  </a:lnTo>
                  <a:lnTo>
                    <a:pt x="595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97" name="Google Shape;12397;p44"/>
            <p:cNvSpPr/>
            <p:nvPr/>
          </p:nvSpPr>
          <p:spPr>
            <a:xfrm>
              <a:off x="7177805" y="799514"/>
              <a:ext cx="183220" cy="89203"/>
            </a:xfrm>
            <a:custGeom>
              <a:avLst/>
              <a:gdLst/>
              <a:ahLst/>
              <a:cxnLst/>
              <a:rect l="l" t="t" r="r" b="b"/>
              <a:pathLst>
                <a:path w="2208" h="1075" extrusionOk="0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lnTo>
                    <a:pt x="2" y="2"/>
                  </a:lnTo>
                  <a:cubicBezTo>
                    <a:pt x="1" y="2"/>
                    <a:pt x="1" y="1"/>
                    <a:pt x="0" y="1"/>
                  </a:cubicBezTo>
                  <a:close/>
                  <a:moveTo>
                    <a:pt x="2" y="2"/>
                  </a:moveTo>
                  <a:cubicBezTo>
                    <a:pt x="152" y="182"/>
                    <a:pt x="332" y="322"/>
                    <a:pt x="542" y="432"/>
                  </a:cubicBezTo>
                  <a:cubicBezTo>
                    <a:pt x="662" y="492"/>
                    <a:pt x="793" y="542"/>
                    <a:pt x="923" y="593"/>
                  </a:cubicBezTo>
                  <a:cubicBezTo>
                    <a:pt x="1034" y="633"/>
                    <a:pt x="1154" y="683"/>
                    <a:pt x="1264" y="723"/>
                  </a:cubicBezTo>
                  <a:cubicBezTo>
                    <a:pt x="1575" y="833"/>
                    <a:pt x="1886" y="954"/>
                    <a:pt x="2207" y="1074"/>
                  </a:cubicBezTo>
                  <a:cubicBezTo>
                    <a:pt x="1876" y="753"/>
                    <a:pt x="1545" y="452"/>
                    <a:pt x="1124" y="282"/>
                  </a:cubicBezTo>
                  <a:cubicBezTo>
                    <a:pt x="983" y="221"/>
                    <a:pt x="843" y="191"/>
                    <a:pt x="693" y="161"/>
                  </a:cubicBezTo>
                  <a:cubicBezTo>
                    <a:pt x="553" y="131"/>
                    <a:pt x="94" y="111"/>
                    <a:pt x="2" y="2"/>
                  </a:cubicBezTo>
                  <a:close/>
                </a:path>
              </a:pathLst>
            </a:custGeom>
            <a:solidFill>
              <a:srgbClr val="92DB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98" name="Google Shape;12398;p44"/>
            <p:cNvSpPr/>
            <p:nvPr/>
          </p:nvSpPr>
          <p:spPr>
            <a:xfrm>
              <a:off x="8897399" y="457471"/>
              <a:ext cx="913" cy="13360"/>
            </a:xfrm>
            <a:custGeom>
              <a:avLst/>
              <a:gdLst/>
              <a:ahLst/>
              <a:cxnLst/>
              <a:rect l="l" t="t" r="r" b="b"/>
              <a:pathLst>
                <a:path w="11" h="161" extrusionOk="0">
                  <a:moveTo>
                    <a:pt x="1" y="161"/>
                  </a:moveTo>
                  <a:cubicBezTo>
                    <a:pt x="11" y="71"/>
                    <a:pt x="1" y="10"/>
                    <a:pt x="1" y="0"/>
                  </a:cubicBezTo>
                  <a:cubicBezTo>
                    <a:pt x="1" y="10"/>
                    <a:pt x="1" y="30"/>
                    <a:pt x="1" y="71"/>
                  </a:cubicBezTo>
                  <a:cubicBezTo>
                    <a:pt x="1" y="91"/>
                    <a:pt x="1" y="131"/>
                    <a:pt x="1" y="161"/>
                  </a:cubicBezTo>
                  <a:lnTo>
                    <a:pt x="1" y="161"/>
                  </a:lnTo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D6E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99" name="Google Shape;12399;p44"/>
            <p:cNvSpPr/>
            <p:nvPr/>
          </p:nvSpPr>
          <p:spPr>
            <a:xfrm>
              <a:off x="9128831" y="287694"/>
              <a:ext cx="913" cy="4232"/>
            </a:xfrm>
            <a:custGeom>
              <a:avLst/>
              <a:gdLst/>
              <a:ahLst/>
              <a:cxnLst/>
              <a:rect l="l" t="t" r="r" b="b"/>
              <a:pathLst>
                <a:path w="11" h="51" extrusionOk="0">
                  <a:moveTo>
                    <a:pt x="0" y="0"/>
                  </a:moveTo>
                  <a:cubicBezTo>
                    <a:pt x="0" y="3"/>
                    <a:pt x="1" y="8"/>
                    <a:pt x="3" y="13"/>
                  </a:cubicBezTo>
                  <a:lnTo>
                    <a:pt x="3" y="13"/>
                  </a:lnTo>
                  <a:lnTo>
                    <a:pt x="0" y="0"/>
                  </a:lnTo>
                  <a:close/>
                  <a:moveTo>
                    <a:pt x="3" y="13"/>
                  </a:moveTo>
                  <a:lnTo>
                    <a:pt x="10" y="50"/>
                  </a:lnTo>
                  <a:cubicBezTo>
                    <a:pt x="10" y="37"/>
                    <a:pt x="6" y="23"/>
                    <a:pt x="3" y="13"/>
                  </a:cubicBezTo>
                  <a:close/>
                </a:path>
              </a:pathLst>
            </a:custGeom>
            <a:solidFill>
              <a:srgbClr val="B1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00" name="Google Shape;12400;p44"/>
            <p:cNvSpPr/>
            <p:nvPr/>
          </p:nvSpPr>
          <p:spPr>
            <a:xfrm>
              <a:off x="6913928" y="313500"/>
              <a:ext cx="644340" cy="216412"/>
            </a:xfrm>
            <a:custGeom>
              <a:avLst/>
              <a:gdLst/>
              <a:ahLst/>
              <a:cxnLst/>
              <a:rect l="l" t="t" r="r" b="b"/>
              <a:pathLst>
                <a:path w="7765" h="2608" extrusionOk="0">
                  <a:moveTo>
                    <a:pt x="7764" y="2608"/>
                  </a:moveTo>
                  <a:cubicBezTo>
                    <a:pt x="7333" y="2347"/>
                    <a:pt x="6912" y="2016"/>
                    <a:pt x="6631" y="1735"/>
                  </a:cubicBezTo>
                  <a:cubicBezTo>
                    <a:pt x="6912" y="2016"/>
                    <a:pt x="7333" y="2347"/>
                    <a:pt x="7764" y="2608"/>
                  </a:cubicBezTo>
                  <a:cubicBezTo>
                    <a:pt x="7764" y="2608"/>
                    <a:pt x="7764" y="2608"/>
                    <a:pt x="7764" y="2608"/>
                  </a:cubicBezTo>
                  <a:moveTo>
                    <a:pt x="6631" y="1725"/>
                  </a:moveTo>
                  <a:cubicBezTo>
                    <a:pt x="6631" y="1725"/>
                    <a:pt x="6631" y="1725"/>
                    <a:pt x="6631" y="1725"/>
                  </a:cubicBezTo>
                  <a:cubicBezTo>
                    <a:pt x="6631" y="1725"/>
                    <a:pt x="6631" y="1725"/>
                    <a:pt x="6631" y="1725"/>
                  </a:cubicBezTo>
                  <a:close/>
                  <a:moveTo>
                    <a:pt x="71" y="50"/>
                  </a:moveTo>
                  <a:cubicBezTo>
                    <a:pt x="41" y="30"/>
                    <a:pt x="21" y="10"/>
                    <a:pt x="1" y="0"/>
                  </a:cubicBezTo>
                  <a:cubicBezTo>
                    <a:pt x="21" y="10"/>
                    <a:pt x="41" y="30"/>
                    <a:pt x="71" y="50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01" name="Google Shape;12401;p44"/>
            <p:cNvSpPr/>
            <p:nvPr/>
          </p:nvSpPr>
          <p:spPr>
            <a:xfrm>
              <a:off x="6884802" y="307609"/>
              <a:ext cx="908963" cy="386272"/>
            </a:xfrm>
            <a:custGeom>
              <a:avLst/>
              <a:gdLst/>
              <a:ahLst/>
              <a:cxnLst/>
              <a:rect l="l" t="t" r="r" b="b"/>
              <a:pathLst>
                <a:path w="10954" h="4655" extrusionOk="0">
                  <a:moveTo>
                    <a:pt x="181" y="1"/>
                  </a:moveTo>
                  <a:cubicBezTo>
                    <a:pt x="111" y="1"/>
                    <a:pt x="61" y="61"/>
                    <a:pt x="1" y="161"/>
                  </a:cubicBezTo>
                  <a:cubicBezTo>
                    <a:pt x="41" y="111"/>
                    <a:pt x="81" y="91"/>
                    <a:pt x="121" y="91"/>
                  </a:cubicBezTo>
                  <a:cubicBezTo>
                    <a:pt x="181" y="91"/>
                    <a:pt x="261" y="131"/>
                    <a:pt x="362" y="211"/>
                  </a:cubicBezTo>
                  <a:cubicBezTo>
                    <a:pt x="452" y="282"/>
                    <a:pt x="572" y="312"/>
                    <a:pt x="693" y="312"/>
                  </a:cubicBezTo>
                  <a:cubicBezTo>
                    <a:pt x="723" y="312"/>
                    <a:pt x="753" y="312"/>
                    <a:pt x="783" y="302"/>
                  </a:cubicBezTo>
                  <a:cubicBezTo>
                    <a:pt x="903" y="402"/>
                    <a:pt x="1505" y="522"/>
                    <a:pt x="1636" y="522"/>
                  </a:cubicBezTo>
                  <a:lnTo>
                    <a:pt x="1656" y="522"/>
                  </a:lnTo>
                  <a:cubicBezTo>
                    <a:pt x="1666" y="512"/>
                    <a:pt x="1676" y="512"/>
                    <a:pt x="1686" y="512"/>
                  </a:cubicBezTo>
                  <a:cubicBezTo>
                    <a:pt x="1846" y="512"/>
                    <a:pt x="2288" y="813"/>
                    <a:pt x="2809" y="1214"/>
                  </a:cubicBezTo>
                  <a:cubicBezTo>
                    <a:pt x="2960" y="1255"/>
                    <a:pt x="3170" y="1335"/>
                    <a:pt x="3491" y="1495"/>
                  </a:cubicBezTo>
                  <a:cubicBezTo>
                    <a:pt x="4053" y="1786"/>
                    <a:pt x="4906" y="2328"/>
                    <a:pt x="5497" y="2559"/>
                  </a:cubicBezTo>
                  <a:cubicBezTo>
                    <a:pt x="5507" y="2569"/>
                    <a:pt x="5517" y="2569"/>
                    <a:pt x="5517" y="2569"/>
                  </a:cubicBezTo>
                  <a:cubicBezTo>
                    <a:pt x="5568" y="2569"/>
                    <a:pt x="5317" y="2368"/>
                    <a:pt x="5066" y="2167"/>
                  </a:cubicBezTo>
                  <a:cubicBezTo>
                    <a:pt x="4805" y="1957"/>
                    <a:pt x="4555" y="1756"/>
                    <a:pt x="4595" y="1756"/>
                  </a:cubicBezTo>
                  <a:lnTo>
                    <a:pt x="4595" y="1756"/>
                  </a:lnTo>
                  <a:cubicBezTo>
                    <a:pt x="4595" y="1756"/>
                    <a:pt x="4605" y="1766"/>
                    <a:pt x="4615" y="1766"/>
                  </a:cubicBezTo>
                  <a:cubicBezTo>
                    <a:pt x="4976" y="1937"/>
                    <a:pt x="6621" y="2890"/>
                    <a:pt x="6922" y="3140"/>
                  </a:cubicBezTo>
                  <a:cubicBezTo>
                    <a:pt x="7142" y="3321"/>
                    <a:pt x="7343" y="3542"/>
                    <a:pt x="7594" y="3682"/>
                  </a:cubicBezTo>
                  <a:cubicBezTo>
                    <a:pt x="7804" y="3792"/>
                    <a:pt x="8025" y="3853"/>
                    <a:pt x="8256" y="3903"/>
                  </a:cubicBezTo>
                  <a:cubicBezTo>
                    <a:pt x="9199" y="4133"/>
                    <a:pt x="10001" y="4424"/>
                    <a:pt x="10954" y="4655"/>
                  </a:cubicBezTo>
                  <a:cubicBezTo>
                    <a:pt x="10773" y="4444"/>
                    <a:pt x="10332" y="4284"/>
                    <a:pt x="10111" y="4123"/>
                  </a:cubicBezTo>
                  <a:cubicBezTo>
                    <a:pt x="9981" y="4013"/>
                    <a:pt x="8928" y="3752"/>
                    <a:pt x="8787" y="3652"/>
                  </a:cubicBezTo>
                  <a:cubicBezTo>
                    <a:pt x="8216" y="3281"/>
                    <a:pt x="8416" y="3060"/>
                    <a:pt x="8115" y="2679"/>
                  </a:cubicBezTo>
                  <a:cubicBezTo>
                    <a:pt x="7684" y="2418"/>
                    <a:pt x="7263" y="2087"/>
                    <a:pt x="6982" y="1806"/>
                  </a:cubicBezTo>
                  <a:lnTo>
                    <a:pt x="6982" y="1796"/>
                  </a:lnTo>
                  <a:cubicBezTo>
                    <a:pt x="6942" y="1756"/>
                    <a:pt x="6902" y="1716"/>
                    <a:pt x="6872" y="1676"/>
                  </a:cubicBezTo>
                  <a:cubicBezTo>
                    <a:pt x="6591" y="1355"/>
                    <a:pt x="6340" y="1265"/>
                    <a:pt x="5939" y="954"/>
                  </a:cubicBezTo>
                  <a:cubicBezTo>
                    <a:pt x="5548" y="633"/>
                    <a:pt x="5307" y="653"/>
                    <a:pt x="4926" y="452"/>
                  </a:cubicBezTo>
                  <a:cubicBezTo>
                    <a:pt x="4615" y="292"/>
                    <a:pt x="4234" y="211"/>
                    <a:pt x="3782" y="211"/>
                  </a:cubicBezTo>
                  <a:cubicBezTo>
                    <a:pt x="3672" y="211"/>
                    <a:pt x="3562" y="221"/>
                    <a:pt x="3451" y="231"/>
                  </a:cubicBezTo>
                  <a:lnTo>
                    <a:pt x="3231" y="231"/>
                  </a:lnTo>
                  <a:cubicBezTo>
                    <a:pt x="2689" y="231"/>
                    <a:pt x="2077" y="91"/>
                    <a:pt x="1856" y="11"/>
                  </a:cubicBezTo>
                  <a:cubicBezTo>
                    <a:pt x="1836" y="1"/>
                    <a:pt x="1806" y="1"/>
                    <a:pt x="1776" y="1"/>
                  </a:cubicBezTo>
                  <a:cubicBezTo>
                    <a:pt x="1666" y="1"/>
                    <a:pt x="1495" y="51"/>
                    <a:pt x="1315" y="111"/>
                  </a:cubicBezTo>
                  <a:cubicBezTo>
                    <a:pt x="1134" y="161"/>
                    <a:pt x="934" y="221"/>
                    <a:pt x="753" y="221"/>
                  </a:cubicBezTo>
                  <a:cubicBezTo>
                    <a:pt x="633" y="221"/>
                    <a:pt x="512" y="191"/>
                    <a:pt x="422" y="121"/>
                  </a:cubicBezTo>
                  <a:cubicBezTo>
                    <a:pt x="392" y="101"/>
                    <a:pt x="372" y="81"/>
                    <a:pt x="352" y="71"/>
                  </a:cubicBezTo>
                  <a:cubicBezTo>
                    <a:pt x="282" y="21"/>
                    <a:pt x="221" y="1"/>
                    <a:pt x="181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02" name="Google Shape;12402;p44"/>
            <p:cNvSpPr/>
            <p:nvPr/>
          </p:nvSpPr>
          <p:spPr>
            <a:xfrm>
              <a:off x="6701666" y="362542"/>
              <a:ext cx="1434226" cy="576877"/>
            </a:xfrm>
            <a:custGeom>
              <a:avLst/>
              <a:gdLst/>
              <a:ahLst/>
              <a:cxnLst/>
              <a:rect l="l" t="t" r="r" b="b"/>
              <a:pathLst>
                <a:path w="17284" h="6952" extrusionOk="0">
                  <a:moveTo>
                    <a:pt x="1937" y="1"/>
                  </a:moveTo>
                  <a:cubicBezTo>
                    <a:pt x="1616" y="482"/>
                    <a:pt x="984" y="1084"/>
                    <a:pt x="663" y="1335"/>
                  </a:cubicBezTo>
                  <a:cubicBezTo>
                    <a:pt x="513" y="1445"/>
                    <a:pt x="442" y="1546"/>
                    <a:pt x="372" y="1666"/>
                  </a:cubicBezTo>
                  <a:cubicBezTo>
                    <a:pt x="432" y="1586"/>
                    <a:pt x="502" y="1505"/>
                    <a:pt x="603" y="1425"/>
                  </a:cubicBezTo>
                  <a:cubicBezTo>
                    <a:pt x="944" y="1164"/>
                    <a:pt x="1596" y="542"/>
                    <a:pt x="1907" y="61"/>
                  </a:cubicBezTo>
                  <a:cubicBezTo>
                    <a:pt x="1917" y="41"/>
                    <a:pt x="1927" y="21"/>
                    <a:pt x="1937" y="1"/>
                  </a:cubicBezTo>
                  <a:close/>
                  <a:moveTo>
                    <a:pt x="182" y="1997"/>
                  </a:moveTo>
                  <a:cubicBezTo>
                    <a:pt x="173" y="2009"/>
                    <a:pt x="164" y="2022"/>
                    <a:pt x="154" y="2036"/>
                  </a:cubicBezTo>
                  <a:lnTo>
                    <a:pt x="154" y="2036"/>
                  </a:lnTo>
                  <a:cubicBezTo>
                    <a:pt x="164" y="2023"/>
                    <a:pt x="173" y="2010"/>
                    <a:pt x="182" y="1997"/>
                  </a:cubicBezTo>
                  <a:close/>
                  <a:moveTo>
                    <a:pt x="154" y="2036"/>
                  </a:moveTo>
                  <a:lnTo>
                    <a:pt x="154" y="2036"/>
                  </a:lnTo>
                  <a:cubicBezTo>
                    <a:pt x="120" y="2083"/>
                    <a:pt x="78" y="2132"/>
                    <a:pt x="31" y="2187"/>
                  </a:cubicBezTo>
                  <a:lnTo>
                    <a:pt x="1" y="2218"/>
                  </a:lnTo>
                  <a:cubicBezTo>
                    <a:pt x="11" y="2218"/>
                    <a:pt x="11" y="2228"/>
                    <a:pt x="11" y="2228"/>
                  </a:cubicBezTo>
                  <a:cubicBezTo>
                    <a:pt x="69" y="2162"/>
                    <a:pt x="113" y="2096"/>
                    <a:pt x="154" y="2036"/>
                  </a:cubicBezTo>
                  <a:close/>
                  <a:moveTo>
                    <a:pt x="7062" y="3341"/>
                  </a:moveTo>
                  <a:cubicBezTo>
                    <a:pt x="6932" y="3341"/>
                    <a:pt x="6882" y="3371"/>
                    <a:pt x="7002" y="3451"/>
                  </a:cubicBezTo>
                  <a:cubicBezTo>
                    <a:pt x="7514" y="3903"/>
                    <a:pt x="7755" y="3822"/>
                    <a:pt x="8156" y="4444"/>
                  </a:cubicBezTo>
                  <a:cubicBezTo>
                    <a:pt x="8206" y="4525"/>
                    <a:pt x="8256" y="4615"/>
                    <a:pt x="8336" y="4675"/>
                  </a:cubicBezTo>
                  <a:cubicBezTo>
                    <a:pt x="8507" y="4825"/>
                    <a:pt x="8748" y="4825"/>
                    <a:pt x="8968" y="4866"/>
                  </a:cubicBezTo>
                  <a:cubicBezTo>
                    <a:pt x="9359" y="4946"/>
                    <a:pt x="10433" y="5578"/>
                    <a:pt x="10934" y="5738"/>
                  </a:cubicBezTo>
                  <a:cubicBezTo>
                    <a:pt x="10994" y="5748"/>
                    <a:pt x="11035" y="5758"/>
                    <a:pt x="11075" y="5758"/>
                  </a:cubicBezTo>
                  <a:cubicBezTo>
                    <a:pt x="11145" y="5758"/>
                    <a:pt x="11195" y="5738"/>
                    <a:pt x="11245" y="5728"/>
                  </a:cubicBezTo>
                  <a:cubicBezTo>
                    <a:pt x="11295" y="5708"/>
                    <a:pt x="11346" y="5698"/>
                    <a:pt x="11416" y="5698"/>
                  </a:cubicBezTo>
                  <a:cubicBezTo>
                    <a:pt x="11466" y="5698"/>
                    <a:pt x="11526" y="5708"/>
                    <a:pt x="11596" y="5738"/>
                  </a:cubicBezTo>
                  <a:lnTo>
                    <a:pt x="11646" y="5738"/>
                  </a:lnTo>
                  <a:cubicBezTo>
                    <a:pt x="11867" y="5738"/>
                    <a:pt x="12088" y="5768"/>
                    <a:pt x="12308" y="5798"/>
                  </a:cubicBezTo>
                  <a:cubicBezTo>
                    <a:pt x="13562" y="5969"/>
                    <a:pt x="14806" y="6460"/>
                    <a:pt x="16050" y="6641"/>
                  </a:cubicBezTo>
                  <a:cubicBezTo>
                    <a:pt x="16311" y="6671"/>
                    <a:pt x="17053" y="6952"/>
                    <a:pt x="17213" y="6952"/>
                  </a:cubicBezTo>
                  <a:cubicBezTo>
                    <a:pt x="17284" y="6952"/>
                    <a:pt x="17253" y="6912"/>
                    <a:pt x="17063" y="6781"/>
                  </a:cubicBezTo>
                  <a:cubicBezTo>
                    <a:pt x="16993" y="6741"/>
                    <a:pt x="16150" y="6340"/>
                    <a:pt x="15970" y="6290"/>
                  </a:cubicBezTo>
                  <a:cubicBezTo>
                    <a:pt x="15478" y="6150"/>
                    <a:pt x="15027" y="5859"/>
                    <a:pt x="14525" y="5728"/>
                  </a:cubicBezTo>
                  <a:cubicBezTo>
                    <a:pt x="13482" y="5457"/>
                    <a:pt x="11927" y="4795"/>
                    <a:pt x="10954" y="4334"/>
                  </a:cubicBezTo>
                  <a:lnTo>
                    <a:pt x="10954" y="4334"/>
                  </a:lnTo>
                  <a:cubicBezTo>
                    <a:pt x="11366" y="4745"/>
                    <a:pt x="11717" y="4946"/>
                    <a:pt x="12198" y="5227"/>
                  </a:cubicBezTo>
                  <a:cubicBezTo>
                    <a:pt x="11496" y="4876"/>
                    <a:pt x="10784" y="4535"/>
                    <a:pt x="10062" y="4194"/>
                  </a:cubicBezTo>
                  <a:cubicBezTo>
                    <a:pt x="9961" y="4153"/>
                    <a:pt x="9901" y="4133"/>
                    <a:pt x="9871" y="4133"/>
                  </a:cubicBezTo>
                  <a:cubicBezTo>
                    <a:pt x="9821" y="4133"/>
                    <a:pt x="9821" y="4173"/>
                    <a:pt x="9821" y="4204"/>
                  </a:cubicBezTo>
                  <a:cubicBezTo>
                    <a:pt x="9831" y="4244"/>
                    <a:pt x="9831" y="4274"/>
                    <a:pt x="9791" y="4274"/>
                  </a:cubicBezTo>
                  <a:cubicBezTo>
                    <a:pt x="9751" y="4274"/>
                    <a:pt x="9700" y="4254"/>
                    <a:pt x="9590" y="4204"/>
                  </a:cubicBezTo>
                  <a:cubicBezTo>
                    <a:pt x="9249" y="4033"/>
                    <a:pt x="8778" y="3782"/>
                    <a:pt x="8276" y="3522"/>
                  </a:cubicBezTo>
                  <a:cubicBezTo>
                    <a:pt x="8176" y="3501"/>
                    <a:pt x="8066" y="3481"/>
                    <a:pt x="7945" y="3461"/>
                  </a:cubicBezTo>
                  <a:cubicBezTo>
                    <a:pt x="7624" y="3401"/>
                    <a:pt x="7253" y="3341"/>
                    <a:pt x="7062" y="3341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03" name="Google Shape;12403;p44"/>
            <p:cNvSpPr/>
            <p:nvPr/>
          </p:nvSpPr>
          <p:spPr>
            <a:xfrm>
              <a:off x="6507741" y="577294"/>
              <a:ext cx="93352" cy="26720"/>
            </a:xfrm>
            <a:custGeom>
              <a:avLst/>
              <a:gdLst/>
              <a:ahLst/>
              <a:cxnLst/>
              <a:rect l="l" t="t" r="r" b="b"/>
              <a:pathLst>
                <a:path w="1125" h="322" extrusionOk="0">
                  <a:moveTo>
                    <a:pt x="1" y="1"/>
                  </a:moveTo>
                  <a:cubicBezTo>
                    <a:pt x="17" y="1"/>
                    <a:pt x="34" y="1"/>
                    <a:pt x="52" y="3"/>
                  </a:cubicBezTo>
                  <a:lnTo>
                    <a:pt x="52" y="3"/>
                  </a:lnTo>
                  <a:cubicBezTo>
                    <a:pt x="34" y="1"/>
                    <a:pt x="17" y="1"/>
                    <a:pt x="1" y="1"/>
                  </a:cubicBezTo>
                  <a:close/>
                  <a:moveTo>
                    <a:pt x="52" y="3"/>
                  </a:moveTo>
                  <a:cubicBezTo>
                    <a:pt x="132" y="10"/>
                    <a:pt x="225" y="32"/>
                    <a:pt x="328" y="61"/>
                  </a:cubicBezTo>
                  <a:lnTo>
                    <a:pt x="328" y="61"/>
                  </a:lnTo>
                  <a:cubicBezTo>
                    <a:pt x="225" y="32"/>
                    <a:pt x="131" y="10"/>
                    <a:pt x="52" y="3"/>
                  </a:cubicBezTo>
                  <a:close/>
                  <a:moveTo>
                    <a:pt x="328" y="61"/>
                  </a:moveTo>
                  <a:lnTo>
                    <a:pt x="328" y="61"/>
                  </a:lnTo>
                  <a:cubicBezTo>
                    <a:pt x="572" y="132"/>
                    <a:pt x="866" y="249"/>
                    <a:pt x="1124" y="322"/>
                  </a:cubicBezTo>
                  <a:cubicBezTo>
                    <a:pt x="1004" y="282"/>
                    <a:pt x="873" y="241"/>
                    <a:pt x="743" y="191"/>
                  </a:cubicBezTo>
                  <a:cubicBezTo>
                    <a:pt x="597" y="146"/>
                    <a:pt x="455" y="98"/>
                    <a:pt x="328" y="61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04" name="Google Shape;12404;p44"/>
            <p:cNvSpPr/>
            <p:nvPr/>
          </p:nvSpPr>
          <p:spPr>
            <a:xfrm>
              <a:off x="6038323" y="551487"/>
              <a:ext cx="598535" cy="160732"/>
            </a:xfrm>
            <a:custGeom>
              <a:avLst/>
              <a:gdLst/>
              <a:ahLst/>
              <a:cxnLst/>
              <a:rect l="l" t="t" r="r" b="b"/>
              <a:pathLst>
                <a:path w="7213" h="1937" extrusionOk="0">
                  <a:moveTo>
                    <a:pt x="2368" y="1"/>
                  </a:moveTo>
                  <a:cubicBezTo>
                    <a:pt x="2017" y="31"/>
                    <a:pt x="1565" y="71"/>
                    <a:pt x="1234" y="302"/>
                  </a:cubicBezTo>
                  <a:cubicBezTo>
                    <a:pt x="1224" y="312"/>
                    <a:pt x="1204" y="322"/>
                    <a:pt x="1194" y="322"/>
                  </a:cubicBezTo>
                  <a:cubicBezTo>
                    <a:pt x="1194" y="322"/>
                    <a:pt x="1194" y="332"/>
                    <a:pt x="1194" y="332"/>
                  </a:cubicBezTo>
                  <a:lnTo>
                    <a:pt x="1184" y="332"/>
                  </a:lnTo>
                  <a:cubicBezTo>
                    <a:pt x="1184" y="342"/>
                    <a:pt x="1184" y="342"/>
                    <a:pt x="1184" y="342"/>
                  </a:cubicBezTo>
                  <a:lnTo>
                    <a:pt x="1174" y="342"/>
                  </a:lnTo>
                  <a:cubicBezTo>
                    <a:pt x="1174" y="342"/>
                    <a:pt x="1164" y="352"/>
                    <a:pt x="1164" y="352"/>
                  </a:cubicBezTo>
                  <a:lnTo>
                    <a:pt x="1154" y="352"/>
                  </a:lnTo>
                  <a:cubicBezTo>
                    <a:pt x="1154" y="352"/>
                    <a:pt x="1154" y="362"/>
                    <a:pt x="1154" y="362"/>
                  </a:cubicBezTo>
                  <a:lnTo>
                    <a:pt x="1144" y="362"/>
                  </a:lnTo>
                  <a:cubicBezTo>
                    <a:pt x="1144" y="362"/>
                    <a:pt x="1144" y="372"/>
                    <a:pt x="1144" y="372"/>
                  </a:cubicBezTo>
                  <a:lnTo>
                    <a:pt x="1134" y="372"/>
                  </a:lnTo>
                  <a:cubicBezTo>
                    <a:pt x="893" y="593"/>
                    <a:pt x="422" y="1164"/>
                    <a:pt x="1" y="1586"/>
                  </a:cubicBezTo>
                  <a:cubicBezTo>
                    <a:pt x="11" y="1586"/>
                    <a:pt x="21" y="1596"/>
                    <a:pt x="31" y="1596"/>
                  </a:cubicBezTo>
                  <a:cubicBezTo>
                    <a:pt x="452" y="1144"/>
                    <a:pt x="923" y="583"/>
                    <a:pt x="1134" y="412"/>
                  </a:cubicBezTo>
                  <a:cubicBezTo>
                    <a:pt x="1204" y="362"/>
                    <a:pt x="1285" y="322"/>
                    <a:pt x="1365" y="282"/>
                  </a:cubicBezTo>
                  <a:cubicBezTo>
                    <a:pt x="1425" y="332"/>
                    <a:pt x="1485" y="392"/>
                    <a:pt x="1545" y="422"/>
                  </a:cubicBezTo>
                  <a:cubicBezTo>
                    <a:pt x="1937" y="643"/>
                    <a:pt x="2508" y="532"/>
                    <a:pt x="3000" y="763"/>
                  </a:cubicBezTo>
                  <a:cubicBezTo>
                    <a:pt x="3481" y="994"/>
                    <a:pt x="4765" y="1806"/>
                    <a:pt x="5026" y="1806"/>
                  </a:cubicBezTo>
                  <a:cubicBezTo>
                    <a:pt x="5036" y="1806"/>
                    <a:pt x="5046" y="1806"/>
                    <a:pt x="5046" y="1796"/>
                  </a:cubicBezTo>
                  <a:cubicBezTo>
                    <a:pt x="5076" y="1796"/>
                    <a:pt x="5096" y="1786"/>
                    <a:pt x="5116" y="1786"/>
                  </a:cubicBezTo>
                  <a:cubicBezTo>
                    <a:pt x="5206" y="1786"/>
                    <a:pt x="5237" y="1876"/>
                    <a:pt x="5367" y="1917"/>
                  </a:cubicBezTo>
                  <a:cubicBezTo>
                    <a:pt x="5407" y="1927"/>
                    <a:pt x="5457" y="1937"/>
                    <a:pt x="5497" y="1937"/>
                  </a:cubicBezTo>
                  <a:cubicBezTo>
                    <a:pt x="5537" y="1937"/>
                    <a:pt x="5568" y="1937"/>
                    <a:pt x="5608" y="1927"/>
                  </a:cubicBezTo>
                  <a:cubicBezTo>
                    <a:pt x="5287" y="1636"/>
                    <a:pt x="5016" y="1385"/>
                    <a:pt x="5106" y="1385"/>
                  </a:cubicBezTo>
                  <a:cubicBezTo>
                    <a:pt x="5116" y="1385"/>
                    <a:pt x="5136" y="1395"/>
                    <a:pt x="5166" y="1405"/>
                  </a:cubicBezTo>
                  <a:cubicBezTo>
                    <a:pt x="5287" y="1455"/>
                    <a:pt x="5588" y="1596"/>
                    <a:pt x="5969" y="1776"/>
                  </a:cubicBezTo>
                  <a:cubicBezTo>
                    <a:pt x="6069" y="1736"/>
                    <a:pt x="6169" y="1696"/>
                    <a:pt x="6280" y="1686"/>
                  </a:cubicBezTo>
                  <a:cubicBezTo>
                    <a:pt x="6280" y="1686"/>
                    <a:pt x="6290" y="1676"/>
                    <a:pt x="6300" y="1676"/>
                  </a:cubicBezTo>
                  <a:cubicBezTo>
                    <a:pt x="6360" y="1676"/>
                    <a:pt x="6460" y="1696"/>
                    <a:pt x="6551" y="1706"/>
                  </a:cubicBezTo>
                  <a:cubicBezTo>
                    <a:pt x="6651" y="1716"/>
                    <a:pt x="6761" y="1726"/>
                    <a:pt x="6851" y="1726"/>
                  </a:cubicBezTo>
                  <a:cubicBezTo>
                    <a:pt x="6942" y="1726"/>
                    <a:pt x="7022" y="1716"/>
                    <a:pt x="7062" y="1686"/>
                  </a:cubicBezTo>
                  <a:cubicBezTo>
                    <a:pt x="7132" y="1636"/>
                    <a:pt x="7182" y="1535"/>
                    <a:pt x="7213" y="1425"/>
                  </a:cubicBezTo>
                  <a:cubicBezTo>
                    <a:pt x="6821" y="1124"/>
                    <a:pt x="6430" y="823"/>
                    <a:pt x="6340" y="783"/>
                  </a:cubicBezTo>
                  <a:cubicBezTo>
                    <a:pt x="6099" y="663"/>
                    <a:pt x="6430" y="663"/>
                    <a:pt x="6781" y="633"/>
                  </a:cubicBezTo>
                  <a:cubicBezTo>
                    <a:pt x="6661" y="593"/>
                    <a:pt x="6530" y="552"/>
                    <a:pt x="6400" y="502"/>
                  </a:cubicBezTo>
                  <a:cubicBezTo>
                    <a:pt x="6109" y="412"/>
                    <a:pt x="5838" y="312"/>
                    <a:pt x="5658" y="312"/>
                  </a:cubicBezTo>
                  <a:lnTo>
                    <a:pt x="5618" y="312"/>
                  </a:lnTo>
                  <a:cubicBezTo>
                    <a:pt x="5588" y="312"/>
                    <a:pt x="5568" y="322"/>
                    <a:pt x="5537" y="332"/>
                  </a:cubicBezTo>
                  <a:cubicBezTo>
                    <a:pt x="5487" y="352"/>
                    <a:pt x="5447" y="362"/>
                    <a:pt x="5397" y="362"/>
                  </a:cubicBezTo>
                  <a:cubicBezTo>
                    <a:pt x="5257" y="362"/>
                    <a:pt x="5126" y="292"/>
                    <a:pt x="4966" y="221"/>
                  </a:cubicBezTo>
                  <a:cubicBezTo>
                    <a:pt x="4805" y="151"/>
                    <a:pt x="4625" y="81"/>
                    <a:pt x="4394" y="81"/>
                  </a:cubicBezTo>
                  <a:lnTo>
                    <a:pt x="4304" y="81"/>
                  </a:lnTo>
                  <a:cubicBezTo>
                    <a:pt x="4223" y="91"/>
                    <a:pt x="4133" y="91"/>
                    <a:pt x="4043" y="91"/>
                  </a:cubicBezTo>
                  <a:cubicBezTo>
                    <a:pt x="3782" y="91"/>
                    <a:pt x="3471" y="71"/>
                    <a:pt x="3190" y="51"/>
                  </a:cubicBezTo>
                  <a:cubicBezTo>
                    <a:pt x="2909" y="21"/>
                    <a:pt x="2649" y="1"/>
                    <a:pt x="2468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05" name="Google Shape;12405;p44"/>
            <p:cNvSpPr/>
            <p:nvPr/>
          </p:nvSpPr>
          <p:spPr>
            <a:xfrm>
              <a:off x="5812784" y="787067"/>
              <a:ext cx="87461" cy="61654"/>
            </a:xfrm>
            <a:custGeom>
              <a:avLst/>
              <a:gdLst/>
              <a:ahLst/>
              <a:cxnLst/>
              <a:rect l="l" t="t" r="r" b="b"/>
              <a:pathLst>
                <a:path w="1054" h="743" extrusionOk="0">
                  <a:moveTo>
                    <a:pt x="0" y="743"/>
                  </a:moveTo>
                  <a:cubicBezTo>
                    <a:pt x="412" y="502"/>
                    <a:pt x="632" y="361"/>
                    <a:pt x="1054" y="0"/>
                  </a:cubicBezTo>
                  <a:cubicBezTo>
                    <a:pt x="632" y="361"/>
                    <a:pt x="412" y="502"/>
                    <a:pt x="0" y="743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06" name="Google Shape;12406;p44"/>
            <p:cNvSpPr/>
            <p:nvPr/>
          </p:nvSpPr>
          <p:spPr>
            <a:xfrm>
              <a:off x="5703748" y="783748"/>
              <a:ext cx="201475" cy="133266"/>
            </a:xfrm>
            <a:custGeom>
              <a:avLst/>
              <a:gdLst/>
              <a:ahLst/>
              <a:cxnLst/>
              <a:rect l="l" t="t" r="r" b="b"/>
              <a:pathLst>
                <a:path w="2428" h="1606" extrusionOk="0">
                  <a:moveTo>
                    <a:pt x="2428" y="0"/>
                  </a:moveTo>
                  <a:cubicBezTo>
                    <a:pt x="2408" y="10"/>
                    <a:pt x="2388" y="30"/>
                    <a:pt x="2368" y="40"/>
                  </a:cubicBezTo>
                  <a:cubicBezTo>
                    <a:pt x="1946" y="401"/>
                    <a:pt x="1726" y="542"/>
                    <a:pt x="1314" y="783"/>
                  </a:cubicBezTo>
                  <a:cubicBezTo>
                    <a:pt x="1294" y="793"/>
                    <a:pt x="1274" y="803"/>
                    <a:pt x="1244" y="823"/>
                  </a:cubicBezTo>
                  <a:cubicBezTo>
                    <a:pt x="793" y="1084"/>
                    <a:pt x="452" y="1224"/>
                    <a:pt x="111" y="1485"/>
                  </a:cubicBezTo>
                  <a:cubicBezTo>
                    <a:pt x="71" y="1525"/>
                    <a:pt x="30" y="1565"/>
                    <a:pt x="0" y="1605"/>
                  </a:cubicBezTo>
                  <a:cubicBezTo>
                    <a:pt x="20" y="1595"/>
                    <a:pt x="40" y="1585"/>
                    <a:pt x="61" y="1575"/>
                  </a:cubicBezTo>
                  <a:cubicBezTo>
                    <a:pt x="392" y="1314"/>
                    <a:pt x="743" y="1174"/>
                    <a:pt x="1194" y="913"/>
                  </a:cubicBezTo>
                  <a:cubicBezTo>
                    <a:pt x="1645" y="642"/>
                    <a:pt x="1876" y="512"/>
                    <a:pt x="2307" y="131"/>
                  </a:cubicBezTo>
                  <a:cubicBezTo>
                    <a:pt x="2327" y="121"/>
                    <a:pt x="2347" y="111"/>
                    <a:pt x="2358" y="91"/>
                  </a:cubicBezTo>
                  <a:cubicBezTo>
                    <a:pt x="2378" y="60"/>
                    <a:pt x="2398" y="30"/>
                    <a:pt x="2428" y="0"/>
                  </a:cubicBezTo>
                  <a:close/>
                </a:path>
              </a:pathLst>
            </a:custGeom>
            <a:solidFill>
              <a:srgbClr val="93D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07" name="Google Shape;12407;p44"/>
            <p:cNvSpPr/>
            <p:nvPr/>
          </p:nvSpPr>
          <p:spPr>
            <a:xfrm>
              <a:off x="8189912" y="760431"/>
              <a:ext cx="10870" cy="2572"/>
            </a:xfrm>
            <a:custGeom>
              <a:avLst/>
              <a:gdLst/>
              <a:ahLst/>
              <a:cxnLst/>
              <a:rect l="l" t="t" r="r" b="b"/>
              <a:pathLst>
                <a:path w="131" h="31" extrusionOk="0">
                  <a:moveTo>
                    <a:pt x="1" y="0"/>
                  </a:moveTo>
                  <a:cubicBezTo>
                    <a:pt x="51" y="20"/>
                    <a:pt x="91" y="30"/>
                    <a:pt x="131" y="30"/>
                  </a:cubicBezTo>
                  <a:cubicBezTo>
                    <a:pt x="101" y="30"/>
                    <a:pt x="51" y="20"/>
                    <a:pt x="1" y="0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08" name="Google Shape;12408;p44"/>
            <p:cNvSpPr/>
            <p:nvPr/>
          </p:nvSpPr>
          <p:spPr>
            <a:xfrm>
              <a:off x="7913588" y="662182"/>
              <a:ext cx="731718" cy="348848"/>
            </a:xfrm>
            <a:custGeom>
              <a:avLst/>
              <a:gdLst/>
              <a:ahLst/>
              <a:cxnLst/>
              <a:rect l="l" t="t" r="r" b="b"/>
              <a:pathLst>
                <a:path w="8818" h="4204" extrusionOk="0">
                  <a:moveTo>
                    <a:pt x="973" y="1"/>
                  </a:moveTo>
                  <a:cubicBezTo>
                    <a:pt x="903" y="1"/>
                    <a:pt x="843" y="1"/>
                    <a:pt x="793" y="11"/>
                  </a:cubicBezTo>
                  <a:lnTo>
                    <a:pt x="733" y="11"/>
                  </a:lnTo>
                  <a:cubicBezTo>
                    <a:pt x="733" y="11"/>
                    <a:pt x="733" y="11"/>
                    <a:pt x="733" y="21"/>
                  </a:cubicBezTo>
                  <a:lnTo>
                    <a:pt x="713" y="21"/>
                  </a:lnTo>
                  <a:cubicBezTo>
                    <a:pt x="502" y="81"/>
                    <a:pt x="301" y="322"/>
                    <a:pt x="51" y="392"/>
                  </a:cubicBezTo>
                  <a:cubicBezTo>
                    <a:pt x="0" y="532"/>
                    <a:pt x="31" y="633"/>
                    <a:pt x="201" y="633"/>
                  </a:cubicBezTo>
                  <a:lnTo>
                    <a:pt x="211" y="633"/>
                  </a:lnTo>
                  <a:cubicBezTo>
                    <a:pt x="452" y="623"/>
                    <a:pt x="632" y="593"/>
                    <a:pt x="793" y="593"/>
                  </a:cubicBezTo>
                  <a:cubicBezTo>
                    <a:pt x="993" y="593"/>
                    <a:pt x="1154" y="643"/>
                    <a:pt x="1324" y="833"/>
                  </a:cubicBezTo>
                  <a:cubicBezTo>
                    <a:pt x="1565" y="1124"/>
                    <a:pt x="2267" y="1746"/>
                    <a:pt x="2438" y="1746"/>
                  </a:cubicBezTo>
                  <a:cubicBezTo>
                    <a:pt x="2488" y="1746"/>
                    <a:pt x="2498" y="1716"/>
                    <a:pt x="2468" y="1626"/>
                  </a:cubicBezTo>
                  <a:cubicBezTo>
                    <a:pt x="2448" y="1586"/>
                    <a:pt x="2468" y="1576"/>
                    <a:pt x="2498" y="1576"/>
                  </a:cubicBezTo>
                  <a:cubicBezTo>
                    <a:pt x="2659" y="1576"/>
                    <a:pt x="3311" y="1967"/>
                    <a:pt x="3983" y="2348"/>
                  </a:cubicBezTo>
                  <a:cubicBezTo>
                    <a:pt x="4665" y="2739"/>
                    <a:pt x="5357" y="3130"/>
                    <a:pt x="5607" y="3130"/>
                  </a:cubicBezTo>
                  <a:cubicBezTo>
                    <a:pt x="5648" y="3130"/>
                    <a:pt x="5668" y="3130"/>
                    <a:pt x="5688" y="3110"/>
                  </a:cubicBezTo>
                  <a:cubicBezTo>
                    <a:pt x="5718" y="3080"/>
                    <a:pt x="5768" y="3070"/>
                    <a:pt x="5818" y="3070"/>
                  </a:cubicBezTo>
                  <a:cubicBezTo>
                    <a:pt x="6249" y="3070"/>
                    <a:pt x="7363" y="3953"/>
                    <a:pt x="8506" y="4163"/>
                  </a:cubicBezTo>
                  <a:cubicBezTo>
                    <a:pt x="8637" y="4184"/>
                    <a:pt x="8717" y="4204"/>
                    <a:pt x="8747" y="4204"/>
                  </a:cubicBezTo>
                  <a:cubicBezTo>
                    <a:pt x="8817" y="4204"/>
                    <a:pt x="8727" y="4143"/>
                    <a:pt x="8486" y="3983"/>
                  </a:cubicBezTo>
                  <a:cubicBezTo>
                    <a:pt x="8326" y="3873"/>
                    <a:pt x="8105" y="3732"/>
                    <a:pt x="7854" y="3582"/>
                  </a:cubicBezTo>
                  <a:cubicBezTo>
                    <a:pt x="7714" y="3542"/>
                    <a:pt x="7584" y="3461"/>
                    <a:pt x="7463" y="3381"/>
                  </a:cubicBezTo>
                  <a:cubicBezTo>
                    <a:pt x="7222" y="3221"/>
                    <a:pt x="6540" y="2829"/>
                    <a:pt x="5818" y="2428"/>
                  </a:cubicBezTo>
                  <a:cubicBezTo>
                    <a:pt x="5136" y="2057"/>
                    <a:pt x="4514" y="1716"/>
                    <a:pt x="4133" y="1495"/>
                  </a:cubicBezTo>
                  <a:cubicBezTo>
                    <a:pt x="3892" y="1355"/>
                    <a:pt x="3732" y="1275"/>
                    <a:pt x="3722" y="1265"/>
                  </a:cubicBezTo>
                  <a:cubicBezTo>
                    <a:pt x="3692" y="1255"/>
                    <a:pt x="3621" y="1214"/>
                    <a:pt x="3601" y="1194"/>
                  </a:cubicBezTo>
                  <a:lnTo>
                    <a:pt x="3581" y="1164"/>
                  </a:lnTo>
                  <a:cubicBezTo>
                    <a:pt x="3541" y="1194"/>
                    <a:pt x="3501" y="1214"/>
                    <a:pt x="3461" y="1214"/>
                  </a:cubicBezTo>
                  <a:cubicBezTo>
                    <a:pt x="3431" y="1214"/>
                    <a:pt x="3381" y="1204"/>
                    <a:pt x="3331" y="1184"/>
                  </a:cubicBezTo>
                  <a:cubicBezTo>
                    <a:pt x="3080" y="1084"/>
                    <a:pt x="2257" y="231"/>
                    <a:pt x="2007" y="141"/>
                  </a:cubicBezTo>
                  <a:cubicBezTo>
                    <a:pt x="1796" y="61"/>
                    <a:pt x="1334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09" name="Google Shape;12409;p44"/>
            <p:cNvSpPr/>
            <p:nvPr/>
          </p:nvSpPr>
          <p:spPr>
            <a:xfrm>
              <a:off x="7782065" y="722094"/>
              <a:ext cx="184050" cy="65056"/>
            </a:xfrm>
            <a:custGeom>
              <a:avLst/>
              <a:gdLst/>
              <a:ahLst/>
              <a:cxnLst/>
              <a:rect l="l" t="t" r="r" b="b"/>
              <a:pathLst>
                <a:path w="2218" h="784" extrusionOk="0">
                  <a:moveTo>
                    <a:pt x="1254" y="1"/>
                  </a:moveTo>
                  <a:cubicBezTo>
                    <a:pt x="1204" y="1"/>
                    <a:pt x="1144" y="21"/>
                    <a:pt x="1054" y="71"/>
                  </a:cubicBezTo>
                  <a:cubicBezTo>
                    <a:pt x="643" y="312"/>
                    <a:pt x="1" y="603"/>
                    <a:pt x="402" y="683"/>
                  </a:cubicBezTo>
                  <a:cubicBezTo>
                    <a:pt x="643" y="733"/>
                    <a:pt x="923" y="783"/>
                    <a:pt x="1204" y="783"/>
                  </a:cubicBezTo>
                  <a:cubicBezTo>
                    <a:pt x="1405" y="783"/>
                    <a:pt x="1595" y="763"/>
                    <a:pt x="1776" y="713"/>
                  </a:cubicBezTo>
                  <a:cubicBezTo>
                    <a:pt x="2217" y="583"/>
                    <a:pt x="1906" y="352"/>
                    <a:pt x="1626" y="202"/>
                  </a:cubicBezTo>
                  <a:cubicBezTo>
                    <a:pt x="1445" y="101"/>
                    <a:pt x="1375" y="1"/>
                    <a:pt x="12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10" name="Google Shape;12410;p44"/>
            <p:cNvSpPr/>
            <p:nvPr/>
          </p:nvSpPr>
          <p:spPr>
            <a:xfrm>
              <a:off x="6665901" y="2137069"/>
              <a:ext cx="5062" cy="5145"/>
            </a:xfrm>
            <a:custGeom>
              <a:avLst/>
              <a:gdLst/>
              <a:ahLst/>
              <a:cxnLst/>
              <a:rect l="l" t="t" r="r" b="b"/>
              <a:pathLst>
                <a:path w="61" h="62" extrusionOk="0">
                  <a:moveTo>
                    <a:pt x="51" y="1"/>
                  </a:moveTo>
                  <a:cubicBezTo>
                    <a:pt x="31" y="11"/>
                    <a:pt x="11" y="21"/>
                    <a:pt x="1" y="51"/>
                  </a:cubicBezTo>
                  <a:cubicBezTo>
                    <a:pt x="21" y="51"/>
                    <a:pt x="41" y="61"/>
                    <a:pt x="61" y="61"/>
                  </a:cubicBezTo>
                  <a:cubicBezTo>
                    <a:pt x="61" y="41"/>
                    <a:pt x="61" y="21"/>
                    <a:pt x="51" y="1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11" name="Google Shape;12411;p44"/>
            <p:cNvSpPr/>
            <p:nvPr/>
          </p:nvSpPr>
          <p:spPr>
            <a:xfrm>
              <a:off x="4769061" y="320969"/>
              <a:ext cx="4571202" cy="2073421"/>
            </a:xfrm>
            <a:custGeom>
              <a:avLst/>
              <a:gdLst/>
              <a:ahLst/>
              <a:cxnLst/>
              <a:rect l="l" t="t" r="r" b="b"/>
              <a:pathLst>
                <a:path w="55088" h="24987" extrusionOk="0">
                  <a:moveTo>
                    <a:pt x="25498" y="0"/>
                  </a:moveTo>
                  <a:lnTo>
                    <a:pt x="25498" y="0"/>
                  </a:lnTo>
                  <a:cubicBezTo>
                    <a:pt x="25427" y="91"/>
                    <a:pt x="25357" y="281"/>
                    <a:pt x="25227" y="502"/>
                  </a:cubicBezTo>
                  <a:cubicBezTo>
                    <a:pt x="25237" y="492"/>
                    <a:pt x="25247" y="482"/>
                    <a:pt x="25247" y="472"/>
                  </a:cubicBezTo>
                  <a:cubicBezTo>
                    <a:pt x="25377" y="281"/>
                    <a:pt x="25437" y="111"/>
                    <a:pt x="25498" y="0"/>
                  </a:cubicBezTo>
                  <a:close/>
                  <a:moveTo>
                    <a:pt x="23662" y="2167"/>
                  </a:moveTo>
                  <a:cubicBezTo>
                    <a:pt x="23592" y="2267"/>
                    <a:pt x="23542" y="2378"/>
                    <a:pt x="23472" y="2498"/>
                  </a:cubicBezTo>
                  <a:cubicBezTo>
                    <a:pt x="23552" y="2378"/>
                    <a:pt x="23602" y="2267"/>
                    <a:pt x="23662" y="2167"/>
                  </a:cubicBezTo>
                  <a:close/>
                  <a:moveTo>
                    <a:pt x="80" y="8506"/>
                  </a:moveTo>
                  <a:cubicBezTo>
                    <a:pt x="70" y="8526"/>
                    <a:pt x="60" y="8536"/>
                    <a:pt x="50" y="8556"/>
                  </a:cubicBezTo>
                  <a:cubicBezTo>
                    <a:pt x="39" y="8574"/>
                    <a:pt x="30" y="8591"/>
                    <a:pt x="22" y="8608"/>
                  </a:cubicBezTo>
                  <a:lnTo>
                    <a:pt x="22" y="8608"/>
                  </a:lnTo>
                  <a:cubicBezTo>
                    <a:pt x="39" y="8580"/>
                    <a:pt x="60" y="8551"/>
                    <a:pt x="80" y="8516"/>
                  </a:cubicBezTo>
                  <a:cubicBezTo>
                    <a:pt x="80" y="8516"/>
                    <a:pt x="80" y="8506"/>
                    <a:pt x="80" y="8506"/>
                  </a:cubicBezTo>
                  <a:close/>
                  <a:moveTo>
                    <a:pt x="22" y="8608"/>
                  </a:moveTo>
                  <a:lnTo>
                    <a:pt x="22" y="8608"/>
                  </a:lnTo>
                  <a:cubicBezTo>
                    <a:pt x="14" y="8621"/>
                    <a:pt x="6" y="8634"/>
                    <a:pt x="0" y="8647"/>
                  </a:cubicBezTo>
                  <a:cubicBezTo>
                    <a:pt x="9" y="8634"/>
                    <a:pt x="15" y="8621"/>
                    <a:pt x="22" y="8608"/>
                  </a:cubicBezTo>
                  <a:close/>
                  <a:moveTo>
                    <a:pt x="23010" y="21867"/>
                  </a:moveTo>
                  <a:cubicBezTo>
                    <a:pt x="22990" y="21897"/>
                    <a:pt x="22970" y="21927"/>
                    <a:pt x="22960" y="21957"/>
                  </a:cubicBezTo>
                  <a:cubicBezTo>
                    <a:pt x="25207" y="22739"/>
                    <a:pt x="27534" y="23371"/>
                    <a:pt x="29801" y="24104"/>
                  </a:cubicBezTo>
                  <a:cubicBezTo>
                    <a:pt x="30463" y="24314"/>
                    <a:pt x="31646" y="24986"/>
                    <a:pt x="32389" y="24986"/>
                  </a:cubicBezTo>
                  <a:cubicBezTo>
                    <a:pt x="32419" y="24986"/>
                    <a:pt x="32449" y="24976"/>
                    <a:pt x="32479" y="24976"/>
                  </a:cubicBezTo>
                  <a:cubicBezTo>
                    <a:pt x="32690" y="24966"/>
                    <a:pt x="55088" y="23211"/>
                    <a:pt x="55088" y="23211"/>
                  </a:cubicBezTo>
                  <a:lnTo>
                    <a:pt x="55078" y="23131"/>
                  </a:lnTo>
                  <a:lnTo>
                    <a:pt x="32539" y="24886"/>
                  </a:lnTo>
                  <a:cubicBezTo>
                    <a:pt x="32539" y="24886"/>
                    <a:pt x="28477" y="23522"/>
                    <a:pt x="23010" y="21867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12" name="Google Shape;12412;p44"/>
            <p:cNvSpPr/>
            <p:nvPr/>
          </p:nvSpPr>
          <p:spPr>
            <a:xfrm>
              <a:off x="4751553" y="320969"/>
              <a:ext cx="4587881" cy="2065040"/>
            </a:xfrm>
            <a:custGeom>
              <a:avLst/>
              <a:gdLst/>
              <a:ahLst/>
              <a:cxnLst/>
              <a:rect l="l" t="t" r="r" b="b"/>
              <a:pathLst>
                <a:path w="55289" h="24886" extrusionOk="0">
                  <a:moveTo>
                    <a:pt x="25709" y="0"/>
                  </a:moveTo>
                  <a:cubicBezTo>
                    <a:pt x="25648" y="111"/>
                    <a:pt x="25588" y="281"/>
                    <a:pt x="25458" y="472"/>
                  </a:cubicBezTo>
                  <a:cubicBezTo>
                    <a:pt x="26130" y="1074"/>
                    <a:pt x="27093" y="2057"/>
                    <a:pt x="27444" y="2297"/>
                  </a:cubicBezTo>
                  <a:cubicBezTo>
                    <a:pt x="28577" y="3050"/>
                    <a:pt x="28587" y="2468"/>
                    <a:pt x="29731" y="3170"/>
                  </a:cubicBezTo>
                  <a:cubicBezTo>
                    <a:pt x="29590" y="2959"/>
                    <a:pt x="29540" y="2819"/>
                    <a:pt x="29410" y="2618"/>
                  </a:cubicBezTo>
                  <a:lnTo>
                    <a:pt x="29410" y="2618"/>
                  </a:lnTo>
                  <a:cubicBezTo>
                    <a:pt x="29962" y="3009"/>
                    <a:pt x="30915" y="3551"/>
                    <a:pt x="31777" y="4023"/>
                  </a:cubicBezTo>
                  <a:cubicBezTo>
                    <a:pt x="31958" y="4053"/>
                    <a:pt x="32078" y="4073"/>
                    <a:pt x="32108" y="4073"/>
                  </a:cubicBezTo>
                  <a:cubicBezTo>
                    <a:pt x="31877" y="3692"/>
                    <a:pt x="31306" y="3581"/>
                    <a:pt x="31175" y="3160"/>
                  </a:cubicBezTo>
                  <a:cubicBezTo>
                    <a:pt x="31075" y="2849"/>
                    <a:pt x="29380" y="1726"/>
                    <a:pt x="29129" y="1525"/>
                  </a:cubicBezTo>
                  <a:cubicBezTo>
                    <a:pt x="28918" y="1364"/>
                    <a:pt x="28708" y="1204"/>
                    <a:pt x="28517" y="1053"/>
                  </a:cubicBezTo>
                  <a:cubicBezTo>
                    <a:pt x="28447" y="1033"/>
                    <a:pt x="28397" y="1033"/>
                    <a:pt x="28357" y="1033"/>
                  </a:cubicBezTo>
                  <a:cubicBezTo>
                    <a:pt x="28246" y="1033"/>
                    <a:pt x="28196" y="1074"/>
                    <a:pt x="28146" y="1114"/>
                  </a:cubicBezTo>
                  <a:cubicBezTo>
                    <a:pt x="28106" y="1164"/>
                    <a:pt x="28076" y="1204"/>
                    <a:pt x="27986" y="1204"/>
                  </a:cubicBezTo>
                  <a:cubicBezTo>
                    <a:pt x="27956" y="1204"/>
                    <a:pt x="27915" y="1194"/>
                    <a:pt x="27855" y="1174"/>
                  </a:cubicBezTo>
                  <a:cubicBezTo>
                    <a:pt x="27253" y="973"/>
                    <a:pt x="26371" y="652"/>
                    <a:pt x="25699" y="20"/>
                  </a:cubicBezTo>
                  <a:cubicBezTo>
                    <a:pt x="25709" y="10"/>
                    <a:pt x="25709" y="0"/>
                    <a:pt x="25709" y="0"/>
                  </a:cubicBezTo>
                  <a:close/>
                  <a:moveTo>
                    <a:pt x="29280" y="5116"/>
                  </a:moveTo>
                  <a:cubicBezTo>
                    <a:pt x="29560" y="5116"/>
                    <a:pt x="30373" y="5437"/>
                    <a:pt x="30373" y="5437"/>
                  </a:cubicBezTo>
                  <a:cubicBezTo>
                    <a:pt x="30854" y="5597"/>
                    <a:pt x="31476" y="5988"/>
                    <a:pt x="31496" y="6179"/>
                  </a:cubicBezTo>
                  <a:cubicBezTo>
                    <a:pt x="31506" y="6229"/>
                    <a:pt x="31466" y="6249"/>
                    <a:pt x="31406" y="6249"/>
                  </a:cubicBezTo>
                  <a:cubicBezTo>
                    <a:pt x="31236" y="6249"/>
                    <a:pt x="30864" y="6109"/>
                    <a:pt x="30513" y="6059"/>
                  </a:cubicBezTo>
                  <a:cubicBezTo>
                    <a:pt x="30032" y="5988"/>
                    <a:pt x="29069" y="5246"/>
                    <a:pt x="29199" y="5136"/>
                  </a:cubicBezTo>
                  <a:cubicBezTo>
                    <a:pt x="29209" y="5126"/>
                    <a:pt x="29239" y="5116"/>
                    <a:pt x="29280" y="5116"/>
                  </a:cubicBezTo>
                  <a:close/>
                  <a:moveTo>
                    <a:pt x="16872" y="4564"/>
                  </a:moveTo>
                  <a:cubicBezTo>
                    <a:pt x="17022" y="4564"/>
                    <a:pt x="17193" y="4624"/>
                    <a:pt x="17363" y="4685"/>
                  </a:cubicBezTo>
                  <a:cubicBezTo>
                    <a:pt x="17524" y="4745"/>
                    <a:pt x="17674" y="4795"/>
                    <a:pt x="17775" y="4795"/>
                  </a:cubicBezTo>
                  <a:cubicBezTo>
                    <a:pt x="17795" y="4795"/>
                    <a:pt x="17825" y="4795"/>
                    <a:pt x="17845" y="4785"/>
                  </a:cubicBezTo>
                  <a:cubicBezTo>
                    <a:pt x="17845" y="4775"/>
                    <a:pt x="17855" y="4775"/>
                    <a:pt x="17865" y="4775"/>
                  </a:cubicBezTo>
                  <a:cubicBezTo>
                    <a:pt x="17995" y="4775"/>
                    <a:pt x="18386" y="5006"/>
                    <a:pt x="18778" y="5236"/>
                  </a:cubicBezTo>
                  <a:cubicBezTo>
                    <a:pt x="19159" y="5467"/>
                    <a:pt x="19540" y="5698"/>
                    <a:pt x="19650" y="5698"/>
                  </a:cubicBezTo>
                  <a:cubicBezTo>
                    <a:pt x="19670" y="5698"/>
                    <a:pt x="19680" y="5688"/>
                    <a:pt x="19670" y="5657"/>
                  </a:cubicBezTo>
                  <a:cubicBezTo>
                    <a:pt x="19660" y="5617"/>
                    <a:pt x="19680" y="5607"/>
                    <a:pt x="19710" y="5607"/>
                  </a:cubicBezTo>
                  <a:cubicBezTo>
                    <a:pt x="19961" y="5607"/>
                    <a:pt x="21195" y="6350"/>
                    <a:pt x="21656" y="6610"/>
                  </a:cubicBezTo>
                  <a:cubicBezTo>
                    <a:pt x="22168" y="6911"/>
                    <a:pt x="22268" y="7012"/>
                    <a:pt x="22148" y="7012"/>
                  </a:cubicBezTo>
                  <a:cubicBezTo>
                    <a:pt x="21957" y="7012"/>
                    <a:pt x="21175" y="6731"/>
                    <a:pt x="20844" y="6640"/>
                  </a:cubicBezTo>
                  <a:cubicBezTo>
                    <a:pt x="20663" y="6590"/>
                    <a:pt x="20513" y="6560"/>
                    <a:pt x="20392" y="6560"/>
                  </a:cubicBezTo>
                  <a:cubicBezTo>
                    <a:pt x="20152" y="6560"/>
                    <a:pt x="20031" y="6661"/>
                    <a:pt x="20122" y="6831"/>
                  </a:cubicBezTo>
                  <a:cubicBezTo>
                    <a:pt x="20132" y="6861"/>
                    <a:pt x="20102" y="6871"/>
                    <a:pt x="20031" y="6871"/>
                  </a:cubicBezTo>
                  <a:cubicBezTo>
                    <a:pt x="19540" y="6871"/>
                    <a:pt x="17323" y="6219"/>
                    <a:pt x="17163" y="5978"/>
                  </a:cubicBezTo>
                  <a:cubicBezTo>
                    <a:pt x="17113" y="5908"/>
                    <a:pt x="17183" y="5888"/>
                    <a:pt x="17293" y="5888"/>
                  </a:cubicBezTo>
                  <a:cubicBezTo>
                    <a:pt x="17423" y="5888"/>
                    <a:pt x="17604" y="5918"/>
                    <a:pt x="17785" y="5938"/>
                  </a:cubicBezTo>
                  <a:cubicBezTo>
                    <a:pt x="17955" y="5968"/>
                    <a:pt x="18116" y="5988"/>
                    <a:pt x="18196" y="5988"/>
                  </a:cubicBezTo>
                  <a:cubicBezTo>
                    <a:pt x="18286" y="5988"/>
                    <a:pt x="18276" y="5958"/>
                    <a:pt x="18075" y="5868"/>
                  </a:cubicBezTo>
                  <a:cubicBezTo>
                    <a:pt x="17333" y="5527"/>
                    <a:pt x="16390" y="4805"/>
                    <a:pt x="16691" y="4614"/>
                  </a:cubicBezTo>
                  <a:cubicBezTo>
                    <a:pt x="16741" y="4574"/>
                    <a:pt x="16802" y="4564"/>
                    <a:pt x="16872" y="4564"/>
                  </a:cubicBezTo>
                  <a:close/>
                  <a:moveTo>
                    <a:pt x="23352" y="6480"/>
                  </a:moveTo>
                  <a:cubicBezTo>
                    <a:pt x="23412" y="6480"/>
                    <a:pt x="23512" y="6510"/>
                    <a:pt x="23683" y="6580"/>
                  </a:cubicBezTo>
                  <a:cubicBezTo>
                    <a:pt x="24826" y="7082"/>
                    <a:pt x="25879" y="7914"/>
                    <a:pt x="25528" y="7914"/>
                  </a:cubicBezTo>
                  <a:cubicBezTo>
                    <a:pt x="25478" y="7914"/>
                    <a:pt x="25408" y="7904"/>
                    <a:pt x="25297" y="7864"/>
                  </a:cubicBezTo>
                  <a:cubicBezTo>
                    <a:pt x="24435" y="7573"/>
                    <a:pt x="23913" y="7473"/>
                    <a:pt x="23121" y="7072"/>
                  </a:cubicBezTo>
                  <a:cubicBezTo>
                    <a:pt x="22629" y="6821"/>
                    <a:pt x="23221" y="6971"/>
                    <a:pt x="23422" y="6861"/>
                  </a:cubicBezTo>
                  <a:cubicBezTo>
                    <a:pt x="23522" y="6811"/>
                    <a:pt x="23181" y="6480"/>
                    <a:pt x="23352" y="6480"/>
                  </a:cubicBezTo>
                  <a:close/>
                  <a:moveTo>
                    <a:pt x="29241" y="5769"/>
                  </a:moveTo>
                  <a:lnTo>
                    <a:pt x="29241" y="5769"/>
                  </a:lnTo>
                  <a:cubicBezTo>
                    <a:pt x="29333" y="5878"/>
                    <a:pt x="29792" y="5898"/>
                    <a:pt x="29932" y="5928"/>
                  </a:cubicBezTo>
                  <a:cubicBezTo>
                    <a:pt x="30082" y="5958"/>
                    <a:pt x="30222" y="5988"/>
                    <a:pt x="30363" y="6049"/>
                  </a:cubicBezTo>
                  <a:cubicBezTo>
                    <a:pt x="30764" y="6209"/>
                    <a:pt x="31095" y="6500"/>
                    <a:pt x="31396" y="6801"/>
                  </a:cubicBezTo>
                  <a:cubicBezTo>
                    <a:pt x="31847" y="6871"/>
                    <a:pt x="32560" y="7082"/>
                    <a:pt x="33171" y="7242"/>
                  </a:cubicBezTo>
                  <a:cubicBezTo>
                    <a:pt x="33553" y="7343"/>
                    <a:pt x="34746" y="7613"/>
                    <a:pt x="35208" y="7654"/>
                  </a:cubicBezTo>
                  <a:cubicBezTo>
                    <a:pt x="35669" y="7684"/>
                    <a:pt x="37234" y="8135"/>
                    <a:pt x="37475" y="8356"/>
                  </a:cubicBezTo>
                  <a:cubicBezTo>
                    <a:pt x="37505" y="8386"/>
                    <a:pt x="37485" y="8406"/>
                    <a:pt x="37424" y="8406"/>
                  </a:cubicBezTo>
                  <a:cubicBezTo>
                    <a:pt x="37254" y="8406"/>
                    <a:pt x="36823" y="8316"/>
                    <a:pt x="36341" y="8225"/>
                  </a:cubicBezTo>
                  <a:cubicBezTo>
                    <a:pt x="35860" y="8135"/>
                    <a:pt x="35338" y="8045"/>
                    <a:pt x="34997" y="8045"/>
                  </a:cubicBezTo>
                  <a:cubicBezTo>
                    <a:pt x="34937" y="8045"/>
                    <a:pt x="34887" y="8055"/>
                    <a:pt x="34836" y="8055"/>
                  </a:cubicBezTo>
                  <a:cubicBezTo>
                    <a:pt x="34726" y="8075"/>
                    <a:pt x="34606" y="8085"/>
                    <a:pt x="34485" y="8085"/>
                  </a:cubicBezTo>
                  <a:cubicBezTo>
                    <a:pt x="33853" y="8085"/>
                    <a:pt x="33101" y="7894"/>
                    <a:pt x="32560" y="7654"/>
                  </a:cubicBezTo>
                  <a:cubicBezTo>
                    <a:pt x="31928" y="7363"/>
                    <a:pt x="30945" y="6781"/>
                    <a:pt x="31256" y="6781"/>
                  </a:cubicBezTo>
                  <a:lnTo>
                    <a:pt x="31296" y="6781"/>
                  </a:lnTo>
                  <a:cubicBezTo>
                    <a:pt x="31035" y="6681"/>
                    <a:pt x="30774" y="6590"/>
                    <a:pt x="30503" y="6490"/>
                  </a:cubicBezTo>
                  <a:cubicBezTo>
                    <a:pt x="30393" y="6450"/>
                    <a:pt x="30273" y="6400"/>
                    <a:pt x="30162" y="6360"/>
                  </a:cubicBezTo>
                  <a:cubicBezTo>
                    <a:pt x="30032" y="6309"/>
                    <a:pt x="29901" y="6259"/>
                    <a:pt x="29781" y="6199"/>
                  </a:cubicBezTo>
                  <a:cubicBezTo>
                    <a:pt x="29571" y="6089"/>
                    <a:pt x="29391" y="5949"/>
                    <a:pt x="29241" y="5769"/>
                  </a:cubicBezTo>
                  <a:close/>
                  <a:moveTo>
                    <a:pt x="2949" y="8616"/>
                  </a:moveTo>
                  <a:cubicBezTo>
                    <a:pt x="3080" y="8616"/>
                    <a:pt x="3220" y="8647"/>
                    <a:pt x="3371" y="8717"/>
                  </a:cubicBezTo>
                  <a:cubicBezTo>
                    <a:pt x="4314" y="9178"/>
                    <a:pt x="6390" y="9941"/>
                    <a:pt x="5808" y="9941"/>
                  </a:cubicBezTo>
                  <a:cubicBezTo>
                    <a:pt x="5778" y="9941"/>
                    <a:pt x="5738" y="9941"/>
                    <a:pt x="5698" y="9930"/>
                  </a:cubicBezTo>
                  <a:cubicBezTo>
                    <a:pt x="4915" y="9860"/>
                    <a:pt x="4203" y="9620"/>
                    <a:pt x="3652" y="9620"/>
                  </a:cubicBezTo>
                  <a:cubicBezTo>
                    <a:pt x="3551" y="9620"/>
                    <a:pt x="3451" y="9630"/>
                    <a:pt x="3371" y="9640"/>
                  </a:cubicBezTo>
                  <a:cubicBezTo>
                    <a:pt x="3321" y="9650"/>
                    <a:pt x="3270" y="9660"/>
                    <a:pt x="3230" y="9660"/>
                  </a:cubicBezTo>
                  <a:cubicBezTo>
                    <a:pt x="3070" y="9660"/>
                    <a:pt x="3020" y="9569"/>
                    <a:pt x="2969" y="9479"/>
                  </a:cubicBezTo>
                  <a:cubicBezTo>
                    <a:pt x="2919" y="9389"/>
                    <a:pt x="2869" y="9299"/>
                    <a:pt x="2679" y="9299"/>
                  </a:cubicBezTo>
                  <a:cubicBezTo>
                    <a:pt x="2618" y="9299"/>
                    <a:pt x="2548" y="9309"/>
                    <a:pt x="2458" y="9329"/>
                  </a:cubicBezTo>
                  <a:cubicBezTo>
                    <a:pt x="2097" y="9419"/>
                    <a:pt x="1716" y="9479"/>
                    <a:pt x="1515" y="9479"/>
                  </a:cubicBezTo>
                  <a:cubicBezTo>
                    <a:pt x="1314" y="9479"/>
                    <a:pt x="1284" y="9419"/>
                    <a:pt x="1565" y="9268"/>
                  </a:cubicBezTo>
                  <a:cubicBezTo>
                    <a:pt x="2147" y="8958"/>
                    <a:pt x="1956" y="9098"/>
                    <a:pt x="2247" y="8887"/>
                  </a:cubicBezTo>
                  <a:cubicBezTo>
                    <a:pt x="2438" y="8747"/>
                    <a:pt x="2679" y="8616"/>
                    <a:pt x="2949" y="8616"/>
                  </a:cubicBezTo>
                  <a:close/>
                  <a:moveTo>
                    <a:pt x="23512" y="2729"/>
                  </a:moveTo>
                  <a:cubicBezTo>
                    <a:pt x="23512" y="2729"/>
                    <a:pt x="23502" y="2739"/>
                    <a:pt x="23502" y="2739"/>
                  </a:cubicBezTo>
                  <a:cubicBezTo>
                    <a:pt x="23482" y="2779"/>
                    <a:pt x="23452" y="2819"/>
                    <a:pt x="23412" y="2859"/>
                  </a:cubicBezTo>
                  <a:cubicBezTo>
                    <a:pt x="23191" y="3120"/>
                    <a:pt x="23151" y="3240"/>
                    <a:pt x="22940" y="3421"/>
                  </a:cubicBezTo>
                  <a:cubicBezTo>
                    <a:pt x="22820" y="3601"/>
                    <a:pt x="22800" y="3952"/>
                    <a:pt x="22720" y="4203"/>
                  </a:cubicBezTo>
                  <a:cubicBezTo>
                    <a:pt x="23151" y="4534"/>
                    <a:pt x="23592" y="4875"/>
                    <a:pt x="23693" y="4935"/>
                  </a:cubicBezTo>
                  <a:cubicBezTo>
                    <a:pt x="23703" y="4945"/>
                    <a:pt x="23713" y="4945"/>
                    <a:pt x="23713" y="4945"/>
                  </a:cubicBezTo>
                  <a:cubicBezTo>
                    <a:pt x="23753" y="4945"/>
                    <a:pt x="23582" y="4725"/>
                    <a:pt x="23402" y="4504"/>
                  </a:cubicBezTo>
                  <a:cubicBezTo>
                    <a:pt x="23231" y="4293"/>
                    <a:pt x="23051" y="4073"/>
                    <a:pt x="23091" y="4073"/>
                  </a:cubicBezTo>
                  <a:lnTo>
                    <a:pt x="23091" y="4073"/>
                  </a:lnTo>
                  <a:cubicBezTo>
                    <a:pt x="23091" y="4073"/>
                    <a:pt x="23101" y="4073"/>
                    <a:pt x="23111" y="4083"/>
                  </a:cubicBezTo>
                  <a:cubicBezTo>
                    <a:pt x="24475" y="5036"/>
                    <a:pt x="26150" y="6249"/>
                    <a:pt x="27554" y="7423"/>
                  </a:cubicBezTo>
                  <a:cubicBezTo>
                    <a:pt x="26250" y="7022"/>
                    <a:pt x="25277" y="6179"/>
                    <a:pt x="23993" y="5708"/>
                  </a:cubicBezTo>
                  <a:cubicBezTo>
                    <a:pt x="23713" y="5607"/>
                    <a:pt x="22379" y="4975"/>
                    <a:pt x="21476" y="4554"/>
                  </a:cubicBezTo>
                  <a:cubicBezTo>
                    <a:pt x="21355" y="4614"/>
                    <a:pt x="21235" y="4685"/>
                    <a:pt x="21115" y="4705"/>
                  </a:cubicBezTo>
                  <a:cubicBezTo>
                    <a:pt x="21175" y="4755"/>
                    <a:pt x="21235" y="4815"/>
                    <a:pt x="21295" y="4865"/>
                  </a:cubicBezTo>
                  <a:cubicBezTo>
                    <a:pt x="21686" y="5216"/>
                    <a:pt x="22078" y="5557"/>
                    <a:pt x="22007" y="5557"/>
                  </a:cubicBezTo>
                  <a:cubicBezTo>
                    <a:pt x="21977" y="5557"/>
                    <a:pt x="21897" y="5517"/>
                    <a:pt x="21737" y="5427"/>
                  </a:cubicBezTo>
                  <a:cubicBezTo>
                    <a:pt x="21626" y="5357"/>
                    <a:pt x="19891" y="4584"/>
                    <a:pt x="19761" y="4524"/>
                  </a:cubicBezTo>
                  <a:cubicBezTo>
                    <a:pt x="19660" y="4484"/>
                    <a:pt x="19590" y="4464"/>
                    <a:pt x="19540" y="4464"/>
                  </a:cubicBezTo>
                  <a:cubicBezTo>
                    <a:pt x="19460" y="4464"/>
                    <a:pt x="19450" y="4514"/>
                    <a:pt x="19460" y="4574"/>
                  </a:cubicBezTo>
                  <a:cubicBezTo>
                    <a:pt x="19460" y="4634"/>
                    <a:pt x="19470" y="4695"/>
                    <a:pt x="19420" y="4695"/>
                  </a:cubicBezTo>
                  <a:cubicBezTo>
                    <a:pt x="19389" y="4695"/>
                    <a:pt x="19339" y="4674"/>
                    <a:pt x="19259" y="4624"/>
                  </a:cubicBezTo>
                  <a:cubicBezTo>
                    <a:pt x="18838" y="4384"/>
                    <a:pt x="18095" y="4063"/>
                    <a:pt x="17373" y="3692"/>
                  </a:cubicBezTo>
                  <a:cubicBezTo>
                    <a:pt x="17293" y="3661"/>
                    <a:pt x="17223" y="3641"/>
                    <a:pt x="17153" y="3641"/>
                  </a:cubicBezTo>
                  <a:cubicBezTo>
                    <a:pt x="16922" y="3641"/>
                    <a:pt x="16711" y="3832"/>
                    <a:pt x="16491" y="4023"/>
                  </a:cubicBezTo>
                  <a:cubicBezTo>
                    <a:pt x="16270" y="4213"/>
                    <a:pt x="16039" y="4404"/>
                    <a:pt x="15738" y="4404"/>
                  </a:cubicBezTo>
                  <a:cubicBezTo>
                    <a:pt x="15678" y="4404"/>
                    <a:pt x="15608" y="4394"/>
                    <a:pt x="15538" y="4374"/>
                  </a:cubicBezTo>
                  <a:cubicBezTo>
                    <a:pt x="15297" y="4624"/>
                    <a:pt x="15066" y="4835"/>
                    <a:pt x="14906" y="4935"/>
                  </a:cubicBezTo>
                  <a:cubicBezTo>
                    <a:pt x="14474" y="5186"/>
                    <a:pt x="14244" y="5326"/>
                    <a:pt x="13833" y="5668"/>
                  </a:cubicBezTo>
                  <a:cubicBezTo>
                    <a:pt x="13742" y="5808"/>
                    <a:pt x="13742" y="5878"/>
                    <a:pt x="13822" y="5878"/>
                  </a:cubicBezTo>
                  <a:cubicBezTo>
                    <a:pt x="13913" y="5878"/>
                    <a:pt x="14133" y="5768"/>
                    <a:pt x="14454" y="5527"/>
                  </a:cubicBezTo>
                  <a:cubicBezTo>
                    <a:pt x="15016" y="5106"/>
                    <a:pt x="15417" y="4845"/>
                    <a:pt x="15558" y="4845"/>
                  </a:cubicBezTo>
                  <a:cubicBezTo>
                    <a:pt x="15638" y="4845"/>
                    <a:pt x="15628" y="4925"/>
                    <a:pt x="15538" y="5106"/>
                  </a:cubicBezTo>
                  <a:cubicBezTo>
                    <a:pt x="15257" y="5587"/>
                    <a:pt x="14264" y="6390"/>
                    <a:pt x="14103" y="6831"/>
                  </a:cubicBezTo>
                  <a:cubicBezTo>
                    <a:pt x="14023" y="7057"/>
                    <a:pt x="13790" y="7059"/>
                    <a:pt x="13470" y="7059"/>
                  </a:cubicBezTo>
                  <a:cubicBezTo>
                    <a:pt x="13463" y="7059"/>
                    <a:pt x="13456" y="7059"/>
                    <a:pt x="13448" y="7059"/>
                  </a:cubicBezTo>
                  <a:cubicBezTo>
                    <a:pt x="13132" y="7059"/>
                    <a:pt x="12735" y="7062"/>
                    <a:pt x="12318" y="7272"/>
                  </a:cubicBezTo>
                  <a:cubicBezTo>
                    <a:pt x="11917" y="7473"/>
                    <a:pt x="11566" y="7613"/>
                    <a:pt x="11385" y="7613"/>
                  </a:cubicBezTo>
                  <a:cubicBezTo>
                    <a:pt x="11225" y="7613"/>
                    <a:pt x="11215" y="7483"/>
                    <a:pt x="11475" y="7182"/>
                  </a:cubicBezTo>
                  <a:lnTo>
                    <a:pt x="11475" y="7182"/>
                  </a:lnTo>
                  <a:cubicBezTo>
                    <a:pt x="11084" y="7403"/>
                    <a:pt x="10091" y="7383"/>
                    <a:pt x="9780" y="7623"/>
                  </a:cubicBezTo>
                  <a:cubicBezTo>
                    <a:pt x="9600" y="7764"/>
                    <a:pt x="9379" y="7874"/>
                    <a:pt x="9178" y="7924"/>
                  </a:cubicBezTo>
                  <a:cubicBezTo>
                    <a:pt x="10001" y="8386"/>
                    <a:pt x="11335" y="8958"/>
                    <a:pt x="12819" y="9670"/>
                  </a:cubicBezTo>
                  <a:cubicBezTo>
                    <a:pt x="13913" y="10121"/>
                    <a:pt x="14926" y="10512"/>
                    <a:pt x="15317" y="10623"/>
                  </a:cubicBezTo>
                  <a:cubicBezTo>
                    <a:pt x="15467" y="10663"/>
                    <a:pt x="15628" y="10723"/>
                    <a:pt x="15768" y="10803"/>
                  </a:cubicBezTo>
                  <a:cubicBezTo>
                    <a:pt x="16220" y="11084"/>
                    <a:pt x="14234" y="11375"/>
                    <a:pt x="12819" y="11375"/>
                  </a:cubicBezTo>
                  <a:cubicBezTo>
                    <a:pt x="12188" y="11375"/>
                    <a:pt x="11676" y="11315"/>
                    <a:pt x="11536" y="11174"/>
                  </a:cubicBezTo>
                  <a:cubicBezTo>
                    <a:pt x="11465" y="11104"/>
                    <a:pt x="11405" y="11014"/>
                    <a:pt x="11325" y="10974"/>
                  </a:cubicBezTo>
                  <a:cubicBezTo>
                    <a:pt x="11265" y="10944"/>
                    <a:pt x="11205" y="10924"/>
                    <a:pt x="11144" y="10924"/>
                  </a:cubicBezTo>
                  <a:cubicBezTo>
                    <a:pt x="11014" y="10924"/>
                    <a:pt x="10884" y="10984"/>
                    <a:pt x="10753" y="11014"/>
                  </a:cubicBezTo>
                  <a:cubicBezTo>
                    <a:pt x="10623" y="11044"/>
                    <a:pt x="10502" y="11054"/>
                    <a:pt x="10392" y="11054"/>
                  </a:cubicBezTo>
                  <a:cubicBezTo>
                    <a:pt x="10011" y="11054"/>
                    <a:pt x="9680" y="10893"/>
                    <a:pt x="9369" y="10623"/>
                  </a:cubicBezTo>
                  <a:cubicBezTo>
                    <a:pt x="8687" y="10001"/>
                    <a:pt x="6891" y="9870"/>
                    <a:pt x="6831" y="9830"/>
                  </a:cubicBezTo>
                  <a:cubicBezTo>
                    <a:pt x="6651" y="9690"/>
                    <a:pt x="5628" y="8556"/>
                    <a:pt x="5427" y="8456"/>
                  </a:cubicBezTo>
                  <a:cubicBezTo>
                    <a:pt x="5317" y="8396"/>
                    <a:pt x="5196" y="8346"/>
                    <a:pt x="5066" y="8346"/>
                  </a:cubicBezTo>
                  <a:lnTo>
                    <a:pt x="5036" y="8346"/>
                  </a:lnTo>
                  <a:cubicBezTo>
                    <a:pt x="4925" y="8346"/>
                    <a:pt x="4003" y="7854"/>
                    <a:pt x="3451" y="7583"/>
                  </a:cubicBezTo>
                  <a:cubicBezTo>
                    <a:pt x="3341" y="7523"/>
                    <a:pt x="3290" y="7503"/>
                    <a:pt x="3270" y="7503"/>
                  </a:cubicBezTo>
                  <a:cubicBezTo>
                    <a:pt x="3190" y="7503"/>
                    <a:pt x="3521" y="7774"/>
                    <a:pt x="3310" y="7824"/>
                  </a:cubicBezTo>
                  <a:lnTo>
                    <a:pt x="3300" y="7824"/>
                  </a:lnTo>
                  <a:cubicBezTo>
                    <a:pt x="3230" y="7824"/>
                    <a:pt x="2990" y="7694"/>
                    <a:pt x="2759" y="7563"/>
                  </a:cubicBezTo>
                  <a:cubicBezTo>
                    <a:pt x="2729" y="7543"/>
                    <a:pt x="2699" y="7523"/>
                    <a:pt x="2669" y="7513"/>
                  </a:cubicBezTo>
                  <a:cubicBezTo>
                    <a:pt x="2638" y="7523"/>
                    <a:pt x="2598" y="7533"/>
                    <a:pt x="2558" y="7553"/>
                  </a:cubicBezTo>
                  <a:cubicBezTo>
                    <a:pt x="2478" y="7573"/>
                    <a:pt x="1655" y="7774"/>
                    <a:pt x="1385" y="7804"/>
                  </a:cubicBezTo>
                  <a:cubicBezTo>
                    <a:pt x="1304" y="7874"/>
                    <a:pt x="1204" y="7954"/>
                    <a:pt x="1144" y="7995"/>
                  </a:cubicBezTo>
                  <a:cubicBezTo>
                    <a:pt x="1064" y="8065"/>
                    <a:pt x="1064" y="8065"/>
                    <a:pt x="1254" y="8125"/>
                  </a:cubicBezTo>
                  <a:cubicBezTo>
                    <a:pt x="1415" y="8185"/>
                    <a:pt x="1114" y="8406"/>
                    <a:pt x="933" y="8406"/>
                  </a:cubicBezTo>
                  <a:lnTo>
                    <a:pt x="883" y="8406"/>
                  </a:lnTo>
                  <a:cubicBezTo>
                    <a:pt x="793" y="8376"/>
                    <a:pt x="693" y="8356"/>
                    <a:pt x="602" y="8356"/>
                  </a:cubicBezTo>
                  <a:cubicBezTo>
                    <a:pt x="502" y="8356"/>
                    <a:pt x="412" y="8376"/>
                    <a:pt x="362" y="8436"/>
                  </a:cubicBezTo>
                  <a:cubicBezTo>
                    <a:pt x="331" y="8466"/>
                    <a:pt x="311" y="8486"/>
                    <a:pt x="291" y="8506"/>
                  </a:cubicBezTo>
                  <a:cubicBezTo>
                    <a:pt x="291" y="8506"/>
                    <a:pt x="291" y="8516"/>
                    <a:pt x="291" y="8516"/>
                  </a:cubicBezTo>
                  <a:cubicBezTo>
                    <a:pt x="261" y="8566"/>
                    <a:pt x="231" y="8606"/>
                    <a:pt x="211" y="8647"/>
                  </a:cubicBezTo>
                  <a:cubicBezTo>
                    <a:pt x="121" y="8787"/>
                    <a:pt x="61" y="8857"/>
                    <a:pt x="0" y="8887"/>
                  </a:cubicBezTo>
                  <a:cubicBezTo>
                    <a:pt x="422" y="9118"/>
                    <a:pt x="592" y="9208"/>
                    <a:pt x="472" y="9208"/>
                  </a:cubicBezTo>
                  <a:cubicBezTo>
                    <a:pt x="442" y="9208"/>
                    <a:pt x="392" y="9198"/>
                    <a:pt x="321" y="9188"/>
                  </a:cubicBezTo>
                  <a:lnTo>
                    <a:pt x="321" y="9188"/>
                  </a:lnTo>
                  <a:cubicBezTo>
                    <a:pt x="351" y="9208"/>
                    <a:pt x="372" y="9218"/>
                    <a:pt x="392" y="9228"/>
                  </a:cubicBezTo>
                  <a:cubicBezTo>
                    <a:pt x="442" y="9258"/>
                    <a:pt x="1013" y="9620"/>
                    <a:pt x="1204" y="9720"/>
                  </a:cubicBezTo>
                  <a:cubicBezTo>
                    <a:pt x="1385" y="9820"/>
                    <a:pt x="2177" y="10051"/>
                    <a:pt x="2388" y="10171"/>
                  </a:cubicBezTo>
                  <a:cubicBezTo>
                    <a:pt x="2458" y="10211"/>
                    <a:pt x="2508" y="10221"/>
                    <a:pt x="2538" y="10221"/>
                  </a:cubicBezTo>
                  <a:cubicBezTo>
                    <a:pt x="2578" y="10221"/>
                    <a:pt x="2578" y="10181"/>
                    <a:pt x="2568" y="10141"/>
                  </a:cubicBezTo>
                  <a:cubicBezTo>
                    <a:pt x="2558" y="10091"/>
                    <a:pt x="2548" y="10051"/>
                    <a:pt x="2578" y="10051"/>
                  </a:cubicBezTo>
                  <a:lnTo>
                    <a:pt x="2598" y="10051"/>
                  </a:lnTo>
                  <a:cubicBezTo>
                    <a:pt x="3331" y="10402"/>
                    <a:pt x="3020" y="10211"/>
                    <a:pt x="3652" y="10733"/>
                  </a:cubicBezTo>
                  <a:cubicBezTo>
                    <a:pt x="5407" y="12197"/>
                    <a:pt x="6570" y="14695"/>
                    <a:pt x="6510" y="14765"/>
                  </a:cubicBezTo>
                  <a:cubicBezTo>
                    <a:pt x="6420" y="14855"/>
                    <a:pt x="6290" y="14886"/>
                    <a:pt x="6179" y="14936"/>
                  </a:cubicBezTo>
                  <a:cubicBezTo>
                    <a:pt x="5938" y="15046"/>
                    <a:pt x="5758" y="15257"/>
                    <a:pt x="5597" y="15467"/>
                  </a:cubicBezTo>
                  <a:cubicBezTo>
                    <a:pt x="5387" y="15718"/>
                    <a:pt x="5176" y="16049"/>
                    <a:pt x="5297" y="16350"/>
                  </a:cubicBezTo>
                  <a:cubicBezTo>
                    <a:pt x="5367" y="16531"/>
                    <a:pt x="5537" y="16641"/>
                    <a:pt x="5718" y="16731"/>
                  </a:cubicBezTo>
                  <a:cubicBezTo>
                    <a:pt x="6370" y="17052"/>
                    <a:pt x="7102" y="17032"/>
                    <a:pt x="7744" y="17353"/>
                  </a:cubicBezTo>
                  <a:cubicBezTo>
                    <a:pt x="7914" y="17443"/>
                    <a:pt x="8105" y="17473"/>
                    <a:pt x="8296" y="17473"/>
                  </a:cubicBezTo>
                  <a:cubicBezTo>
                    <a:pt x="8577" y="17473"/>
                    <a:pt x="8857" y="17413"/>
                    <a:pt x="9118" y="17403"/>
                  </a:cubicBezTo>
                  <a:cubicBezTo>
                    <a:pt x="9700" y="17363"/>
                    <a:pt x="10332" y="16862"/>
                    <a:pt x="10863" y="16641"/>
                  </a:cubicBezTo>
                  <a:cubicBezTo>
                    <a:pt x="11596" y="16330"/>
                    <a:pt x="12328" y="16029"/>
                    <a:pt x="13070" y="15718"/>
                  </a:cubicBezTo>
                  <a:lnTo>
                    <a:pt x="17363" y="13933"/>
                  </a:lnTo>
                  <a:cubicBezTo>
                    <a:pt x="18065" y="13642"/>
                    <a:pt x="18768" y="13351"/>
                    <a:pt x="19480" y="13070"/>
                  </a:cubicBezTo>
                  <a:cubicBezTo>
                    <a:pt x="19831" y="12940"/>
                    <a:pt x="20413" y="12589"/>
                    <a:pt x="20844" y="12589"/>
                  </a:cubicBezTo>
                  <a:cubicBezTo>
                    <a:pt x="20924" y="12589"/>
                    <a:pt x="21004" y="12609"/>
                    <a:pt x="21075" y="12639"/>
                  </a:cubicBezTo>
                  <a:cubicBezTo>
                    <a:pt x="20884" y="12759"/>
                    <a:pt x="20663" y="12869"/>
                    <a:pt x="20453" y="12970"/>
                  </a:cubicBezTo>
                  <a:cubicBezTo>
                    <a:pt x="19590" y="13371"/>
                    <a:pt x="18758" y="13682"/>
                    <a:pt x="17925" y="14173"/>
                  </a:cubicBezTo>
                  <a:cubicBezTo>
                    <a:pt x="17002" y="14725"/>
                    <a:pt x="16099" y="15287"/>
                    <a:pt x="15207" y="15879"/>
                  </a:cubicBezTo>
                  <a:cubicBezTo>
                    <a:pt x="14826" y="16139"/>
                    <a:pt x="14444" y="16390"/>
                    <a:pt x="14013" y="16541"/>
                  </a:cubicBezTo>
                  <a:cubicBezTo>
                    <a:pt x="13833" y="16611"/>
                    <a:pt x="13632" y="16651"/>
                    <a:pt x="13471" y="16761"/>
                  </a:cubicBezTo>
                  <a:cubicBezTo>
                    <a:pt x="13181" y="16952"/>
                    <a:pt x="13030" y="17303"/>
                    <a:pt x="12729" y="17493"/>
                  </a:cubicBezTo>
                  <a:cubicBezTo>
                    <a:pt x="12458" y="17674"/>
                    <a:pt x="12097" y="17684"/>
                    <a:pt x="11846" y="17915"/>
                  </a:cubicBezTo>
                  <a:cubicBezTo>
                    <a:pt x="11766" y="17985"/>
                    <a:pt x="11656" y="18065"/>
                    <a:pt x="11626" y="18166"/>
                  </a:cubicBezTo>
                  <a:cubicBezTo>
                    <a:pt x="11756" y="18166"/>
                    <a:pt x="11796" y="18266"/>
                    <a:pt x="11887" y="18336"/>
                  </a:cubicBezTo>
                  <a:cubicBezTo>
                    <a:pt x="11997" y="18426"/>
                    <a:pt x="12198" y="18426"/>
                    <a:pt x="12338" y="18446"/>
                  </a:cubicBezTo>
                  <a:cubicBezTo>
                    <a:pt x="12980" y="18527"/>
                    <a:pt x="13592" y="18647"/>
                    <a:pt x="14174" y="18958"/>
                  </a:cubicBezTo>
                  <a:cubicBezTo>
                    <a:pt x="14294" y="19018"/>
                    <a:pt x="14414" y="19088"/>
                    <a:pt x="14545" y="19108"/>
                  </a:cubicBezTo>
                  <a:lnTo>
                    <a:pt x="14555" y="19118"/>
                  </a:lnTo>
                  <a:lnTo>
                    <a:pt x="14645" y="19118"/>
                  </a:lnTo>
                  <a:cubicBezTo>
                    <a:pt x="14705" y="19118"/>
                    <a:pt x="14765" y="19108"/>
                    <a:pt x="14836" y="19098"/>
                  </a:cubicBezTo>
                  <a:cubicBezTo>
                    <a:pt x="15929" y="18928"/>
                    <a:pt x="16912" y="18246"/>
                    <a:pt x="17955" y="17895"/>
                  </a:cubicBezTo>
                  <a:cubicBezTo>
                    <a:pt x="20182" y="17142"/>
                    <a:pt x="22479" y="16852"/>
                    <a:pt x="24796" y="16420"/>
                  </a:cubicBezTo>
                  <a:cubicBezTo>
                    <a:pt x="25237" y="16340"/>
                    <a:pt x="25689" y="16250"/>
                    <a:pt x="26100" y="16049"/>
                  </a:cubicBezTo>
                  <a:cubicBezTo>
                    <a:pt x="26531" y="15838"/>
                    <a:pt x="26892" y="15517"/>
                    <a:pt x="27294" y="15257"/>
                  </a:cubicBezTo>
                  <a:cubicBezTo>
                    <a:pt x="28036" y="14775"/>
                    <a:pt x="29009" y="14364"/>
                    <a:pt x="29881" y="14244"/>
                  </a:cubicBezTo>
                  <a:lnTo>
                    <a:pt x="29881" y="14244"/>
                  </a:lnTo>
                  <a:cubicBezTo>
                    <a:pt x="29711" y="14565"/>
                    <a:pt x="29370" y="14876"/>
                    <a:pt x="29069" y="15106"/>
                  </a:cubicBezTo>
                  <a:cubicBezTo>
                    <a:pt x="28517" y="15517"/>
                    <a:pt x="28096" y="15879"/>
                    <a:pt x="27594" y="16360"/>
                  </a:cubicBezTo>
                  <a:cubicBezTo>
                    <a:pt x="27454" y="16480"/>
                    <a:pt x="27304" y="16591"/>
                    <a:pt x="27213" y="16751"/>
                  </a:cubicBezTo>
                  <a:cubicBezTo>
                    <a:pt x="27133" y="16892"/>
                    <a:pt x="27123" y="17062"/>
                    <a:pt x="27043" y="17203"/>
                  </a:cubicBezTo>
                  <a:cubicBezTo>
                    <a:pt x="26752" y="17764"/>
                    <a:pt x="25097" y="18326"/>
                    <a:pt x="24525" y="18527"/>
                  </a:cubicBezTo>
                  <a:cubicBezTo>
                    <a:pt x="24184" y="18637"/>
                    <a:pt x="23843" y="18747"/>
                    <a:pt x="23502" y="18858"/>
                  </a:cubicBezTo>
                  <a:cubicBezTo>
                    <a:pt x="23432" y="18888"/>
                    <a:pt x="22248" y="19329"/>
                    <a:pt x="22449" y="19550"/>
                  </a:cubicBezTo>
                  <a:cubicBezTo>
                    <a:pt x="22539" y="19560"/>
                    <a:pt x="22639" y="19560"/>
                    <a:pt x="22730" y="19560"/>
                  </a:cubicBezTo>
                  <a:cubicBezTo>
                    <a:pt x="22860" y="19560"/>
                    <a:pt x="22990" y="19560"/>
                    <a:pt x="23111" y="19540"/>
                  </a:cubicBezTo>
                  <a:cubicBezTo>
                    <a:pt x="24214" y="19419"/>
                    <a:pt x="25578" y="18707"/>
                    <a:pt x="26601" y="18276"/>
                  </a:cubicBezTo>
                  <a:cubicBezTo>
                    <a:pt x="27494" y="17895"/>
                    <a:pt x="28437" y="17193"/>
                    <a:pt x="29350" y="16962"/>
                  </a:cubicBezTo>
                  <a:lnTo>
                    <a:pt x="29350" y="16962"/>
                  </a:lnTo>
                  <a:cubicBezTo>
                    <a:pt x="29049" y="17483"/>
                    <a:pt x="28497" y="17604"/>
                    <a:pt x="28026" y="17915"/>
                  </a:cubicBezTo>
                  <a:cubicBezTo>
                    <a:pt x="27544" y="18246"/>
                    <a:pt x="27143" y="18667"/>
                    <a:pt x="26742" y="19078"/>
                  </a:cubicBezTo>
                  <a:cubicBezTo>
                    <a:pt x="26160" y="19660"/>
                    <a:pt x="25558" y="20232"/>
                    <a:pt x="24876" y="20693"/>
                  </a:cubicBezTo>
                  <a:cubicBezTo>
                    <a:pt x="24375" y="21014"/>
                    <a:pt x="23542" y="21335"/>
                    <a:pt x="23221" y="21867"/>
                  </a:cubicBezTo>
                  <a:cubicBezTo>
                    <a:pt x="28688" y="23522"/>
                    <a:pt x="32750" y="24886"/>
                    <a:pt x="32750" y="24886"/>
                  </a:cubicBezTo>
                  <a:lnTo>
                    <a:pt x="55289" y="23131"/>
                  </a:lnTo>
                  <a:lnTo>
                    <a:pt x="54306" y="14244"/>
                  </a:lnTo>
                  <a:cubicBezTo>
                    <a:pt x="54276" y="14224"/>
                    <a:pt x="54256" y="14214"/>
                    <a:pt x="54226" y="14193"/>
                  </a:cubicBezTo>
                  <a:cubicBezTo>
                    <a:pt x="54015" y="14073"/>
                    <a:pt x="53634" y="14203"/>
                    <a:pt x="53453" y="14053"/>
                  </a:cubicBezTo>
                  <a:cubicBezTo>
                    <a:pt x="52270" y="13120"/>
                    <a:pt x="51718" y="11636"/>
                    <a:pt x="49973" y="11495"/>
                  </a:cubicBezTo>
                  <a:cubicBezTo>
                    <a:pt x="49822" y="11485"/>
                    <a:pt x="49672" y="11485"/>
                    <a:pt x="49541" y="11415"/>
                  </a:cubicBezTo>
                  <a:cubicBezTo>
                    <a:pt x="49451" y="11355"/>
                    <a:pt x="49381" y="11275"/>
                    <a:pt x="49311" y="11194"/>
                  </a:cubicBezTo>
                  <a:cubicBezTo>
                    <a:pt x="48618" y="10382"/>
                    <a:pt x="47676" y="9790"/>
                    <a:pt x="46642" y="9519"/>
                  </a:cubicBezTo>
                  <a:cubicBezTo>
                    <a:pt x="46231" y="9409"/>
                    <a:pt x="45589" y="9208"/>
                    <a:pt x="45178" y="9078"/>
                  </a:cubicBezTo>
                  <a:cubicBezTo>
                    <a:pt x="44225" y="8807"/>
                    <a:pt x="43433" y="8376"/>
                    <a:pt x="42680" y="7814"/>
                  </a:cubicBezTo>
                  <a:cubicBezTo>
                    <a:pt x="42610" y="7764"/>
                    <a:pt x="42620" y="7744"/>
                    <a:pt x="42680" y="7744"/>
                  </a:cubicBezTo>
                  <a:cubicBezTo>
                    <a:pt x="42891" y="7744"/>
                    <a:pt x="43683" y="7975"/>
                    <a:pt x="43944" y="8085"/>
                  </a:cubicBezTo>
                  <a:cubicBezTo>
                    <a:pt x="44095" y="8145"/>
                    <a:pt x="44175" y="8165"/>
                    <a:pt x="44215" y="8165"/>
                  </a:cubicBezTo>
                  <a:cubicBezTo>
                    <a:pt x="44335" y="8165"/>
                    <a:pt x="43653" y="7764"/>
                    <a:pt x="42821" y="7353"/>
                  </a:cubicBezTo>
                  <a:cubicBezTo>
                    <a:pt x="41988" y="6951"/>
                    <a:pt x="41005" y="6540"/>
                    <a:pt x="40544" y="6540"/>
                  </a:cubicBezTo>
                  <a:cubicBezTo>
                    <a:pt x="40464" y="6540"/>
                    <a:pt x="40403" y="6550"/>
                    <a:pt x="40353" y="6580"/>
                  </a:cubicBezTo>
                  <a:cubicBezTo>
                    <a:pt x="40133" y="6721"/>
                    <a:pt x="40724" y="7092"/>
                    <a:pt x="40925" y="7262"/>
                  </a:cubicBezTo>
                  <a:cubicBezTo>
                    <a:pt x="41487" y="7754"/>
                    <a:pt x="41487" y="8045"/>
                    <a:pt x="41176" y="8045"/>
                  </a:cubicBezTo>
                  <a:cubicBezTo>
                    <a:pt x="41075" y="8045"/>
                    <a:pt x="40955" y="8015"/>
                    <a:pt x="40815" y="7965"/>
                  </a:cubicBezTo>
                  <a:cubicBezTo>
                    <a:pt x="40484" y="7844"/>
                    <a:pt x="39350" y="7433"/>
                    <a:pt x="38869" y="7433"/>
                  </a:cubicBezTo>
                  <a:lnTo>
                    <a:pt x="38789" y="7433"/>
                  </a:lnTo>
                  <a:cubicBezTo>
                    <a:pt x="38768" y="7443"/>
                    <a:pt x="38748" y="7443"/>
                    <a:pt x="38718" y="7443"/>
                  </a:cubicBezTo>
                  <a:cubicBezTo>
                    <a:pt x="38648" y="7443"/>
                    <a:pt x="38538" y="7433"/>
                    <a:pt x="38417" y="7423"/>
                  </a:cubicBezTo>
                  <a:cubicBezTo>
                    <a:pt x="38307" y="7413"/>
                    <a:pt x="38177" y="7403"/>
                    <a:pt x="38076" y="7403"/>
                  </a:cubicBezTo>
                  <a:cubicBezTo>
                    <a:pt x="37976" y="7403"/>
                    <a:pt x="37896" y="7413"/>
                    <a:pt x="37856" y="7433"/>
                  </a:cubicBezTo>
                  <a:cubicBezTo>
                    <a:pt x="37826" y="7463"/>
                    <a:pt x="37785" y="7473"/>
                    <a:pt x="37725" y="7473"/>
                  </a:cubicBezTo>
                  <a:cubicBezTo>
                    <a:pt x="37194" y="7473"/>
                    <a:pt x="35649" y="6490"/>
                    <a:pt x="35167" y="6259"/>
                  </a:cubicBezTo>
                  <a:cubicBezTo>
                    <a:pt x="35137" y="6249"/>
                    <a:pt x="35117" y="6239"/>
                    <a:pt x="35097" y="6239"/>
                  </a:cubicBezTo>
                  <a:cubicBezTo>
                    <a:pt x="34997" y="6239"/>
                    <a:pt x="34887" y="6249"/>
                    <a:pt x="34776" y="6269"/>
                  </a:cubicBezTo>
                  <a:cubicBezTo>
                    <a:pt x="34676" y="6289"/>
                    <a:pt x="34576" y="6320"/>
                    <a:pt x="34485" y="6370"/>
                  </a:cubicBezTo>
                  <a:cubicBezTo>
                    <a:pt x="34245" y="6480"/>
                    <a:pt x="33984" y="6540"/>
                    <a:pt x="33713" y="6540"/>
                  </a:cubicBezTo>
                  <a:cubicBezTo>
                    <a:pt x="33392" y="6540"/>
                    <a:pt x="33071" y="6460"/>
                    <a:pt x="32780" y="6299"/>
                  </a:cubicBezTo>
                  <a:cubicBezTo>
                    <a:pt x="31336" y="5547"/>
                    <a:pt x="29952" y="4604"/>
                    <a:pt x="28347" y="4494"/>
                  </a:cubicBezTo>
                  <a:lnTo>
                    <a:pt x="28297" y="4494"/>
                  </a:lnTo>
                  <a:cubicBezTo>
                    <a:pt x="28246" y="4494"/>
                    <a:pt x="28196" y="4504"/>
                    <a:pt x="28166" y="4534"/>
                  </a:cubicBezTo>
                  <a:cubicBezTo>
                    <a:pt x="28126" y="4584"/>
                    <a:pt x="28136" y="4644"/>
                    <a:pt x="28146" y="4695"/>
                  </a:cubicBezTo>
                  <a:cubicBezTo>
                    <a:pt x="28216" y="5066"/>
                    <a:pt x="28467" y="5387"/>
                    <a:pt x="28567" y="5748"/>
                  </a:cubicBezTo>
                  <a:cubicBezTo>
                    <a:pt x="28678" y="6149"/>
                    <a:pt x="29861" y="6761"/>
                    <a:pt x="29601" y="7082"/>
                  </a:cubicBezTo>
                  <a:cubicBezTo>
                    <a:pt x="29219" y="6610"/>
                    <a:pt x="27915" y="6019"/>
                    <a:pt x="26742" y="5086"/>
                  </a:cubicBezTo>
                  <a:cubicBezTo>
                    <a:pt x="26040" y="4524"/>
                    <a:pt x="25448" y="3551"/>
                    <a:pt x="24946" y="3200"/>
                  </a:cubicBezTo>
                  <a:cubicBezTo>
                    <a:pt x="24866" y="3140"/>
                    <a:pt x="24816" y="3120"/>
                    <a:pt x="24776" y="3120"/>
                  </a:cubicBezTo>
                  <a:cubicBezTo>
                    <a:pt x="24655" y="3120"/>
                    <a:pt x="24746" y="3381"/>
                    <a:pt x="24836" y="3651"/>
                  </a:cubicBezTo>
                  <a:cubicBezTo>
                    <a:pt x="24926" y="3912"/>
                    <a:pt x="25017" y="4183"/>
                    <a:pt x="24896" y="4183"/>
                  </a:cubicBezTo>
                  <a:cubicBezTo>
                    <a:pt x="24866" y="4183"/>
                    <a:pt x="24826" y="4163"/>
                    <a:pt x="24766" y="4123"/>
                  </a:cubicBezTo>
                  <a:cubicBezTo>
                    <a:pt x="24405" y="3892"/>
                    <a:pt x="23923" y="3230"/>
                    <a:pt x="23512" y="2729"/>
                  </a:cubicBezTo>
                  <a:close/>
                </a:path>
              </a:pathLst>
            </a:custGeom>
            <a:gradFill>
              <a:gsLst>
                <a:gs pos="0">
                  <a:schemeClr val="dk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13" name="Google Shape;12413;p44"/>
            <p:cNvSpPr/>
            <p:nvPr/>
          </p:nvSpPr>
          <p:spPr>
            <a:xfrm>
              <a:off x="7177805" y="799514"/>
              <a:ext cx="178988" cy="85801"/>
            </a:xfrm>
            <a:custGeom>
              <a:avLst/>
              <a:gdLst/>
              <a:ahLst/>
              <a:cxnLst/>
              <a:rect l="l" t="t" r="r" b="b"/>
              <a:pathLst>
                <a:path w="2157" h="1034" extrusionOk="0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lnTo>
                    <a:pt x="2" y="2"/>
                  </a:lnTo>
                  <a:cubicBezTo>
                    <a:pt x="1" y="2"/>
                    <a:pt x="1" y="1"/>
                    <a:pt x="0" y="1"/>
                  </a:cubicBezTo>
                  <a:close/>
                  <a:moveTo>
                    <a:pt x="2" y="2"/>
                  </a:moveTo>
                  <a:cubicBezTo>
                    <a:pt x="152" y="182"/>
                    <a:pt x="332" y="322"/>
                    <a:pt x="542" y="432"/>
                  </a:cubicBezTo>
                  <a:cubicBezTo>
                    <a:pt x="662" y="492"/>
                    <a:pt x="793" y="542"/>
                    <a:pt x="923" y="593"/>
                  </a:cubicBezTo>
                  <a:cubicBezTo>
                    <a:pt x="1034" y="633"/>
                    <a:pt x="1154" y="683"/>
                    <a:pt x="1264" y="723"/>
                  </a:cubicBezTo>
                  <a:cubicBezTo>
                    <a:pt x="1535" y="823"/>
                    <a:pt x="1796" y="914"/>
                    <a:pt x="2057" y="1014"/>
                  </a:cubicBezTo>
                  <a:cubicBezTo>
                    <a:pt x="2087" y="1024"/>
                    <a:pt x="2127" y="1024"/>
                    <a:pt x="2157" y="1034"/>
                  </a:cubicBezTo>
                  <a:cubicBezTo>
                    <a:pt x="1856" y="733"/>
                    <a:pt x="1525" y="442"/>
                    <a:pt x="1124" y="282"/>
                  </a:cubicBezTo>
                  <a:cubicBezTo>
                    <a:pt x="983" y="221"/>
                    <a:pt x="843" y="191"/>
                    <a:pt x="693" y="161"/>
                  </a:cubicBezTo>
                  <a:cubicBezTo>
                    <a:pt x="553" y="131"/>
                    <a:pt x="94" y="111"/>
                    <a:pt x="2" y="2"/>
                  </a:cubicBezTo>
                  <a:close/>
                </a:path>
              </a:pathLst>
            </a:custGeom>
            <a:solidFill>
              <a:srgbClr val="CC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14" name="Google Shape;12414;p44"/>
            <p:cNvSpPr/>
            <p:nvPr/>
          </p:nvSpPr>
          <p:spPr>
            <a:xfrm>
              <a:off x="6883973" y="315160"/>
              <a:ext cx="234004" cy="105717"/>
            </a:xfrm>
            <a:custGeom>
              <a:avLst/>
              <a:gdLst/>
              <a:ahLst/>
              <a:cxnLst/>
              <a:rect l="l" t="t" r="r" b="b"/>
              <a:pathLst>
                <a:path w="2820" h="1274" extrusionOk="0">
                  <a:moveTo>
                    <a:pt x="2288" y="1274"/>
                  </a:moveTo>
                  <a:cubicBezTo>
                    <a:pt x="2258" y="1274"/>
                    <a:pt x="2217" y="1264"/>
                    <a:pt x="2157" y="1244"/>
                  </a:cubicBezTo>
                  <a:cubicBezTo>
                    <a:pt x="1555" y="1043"/>
                    <a:pt x="673" y="722"/>
                    <a:pt x="1" y="90"/>
                  </a:cubicBezTo>
                  <a:cubicBezTo>
                    <a:pt x="11" y="80"/>
                    <a:pt x="11" y="70"/>
                    <a:pt x="11" y="70"/>
                  </a:cubicBezTo>
                  <a:cubicBezTo>
                    <a:pt x="51" y="20"/>
                    <a:pt x="91" y="0"/>
                    <a:pt x="131" y="0"/>
                  </a:cubicBezTo>
                  <a:cubicBezTo>
                    <a:pt x="191" y="0"/>
                    <a:pt x="271" y="40"/>
                    <a:pt x="372" y="120"/>
                  </a:cubicBezTo>
                  <a:cubicBezTo>
                    <a:pt x="462" y="191"/>
                    <a:pt x="582" y="221"/>
                    <a:pt x="703" y="221"/>
                  </a:cubicBezTo>
                  <a:cubicBezTo>
                    <a:pt x="733" y="221"/>
                    <a:pt x="763" y="221"/>
                    <a:pt x="793" y="211"/>
                  </a:cubicBezTo>
                  <a:cubicBezTo>
                    <a:pt x="913" y="311"/>
                    <a:pt x="1515" y="431"/>
                    <a:pt x="1646" y="431"/>
                  </a:cubicBezTo>
                  <a:cubicBezTo>
                    <a:pt x="1656" y="431"/>
                    <a:pt x="1656" y="431"/>
                    <a:pt x="1666" y="431"/>
                  </a:cubicBezTo>
                  <a:cubicBezTo>
                    <a:pt x="1676" y="421"/>
                    <a:pt x="1686" y="421"/>
                    <a:pt x="1696" y="421"/>
                  </a:cubicBezTo>
                  <a:cubicBezTo>
                    <a:pt x="1856" y="421"/>
                    <a:pt x="2298" y="722"/>
                    <a:pt x="2819" y="1123"/>
                  </a:cubicBezTo>
                  <a:cubicBezTo>
                    <a:pt x="2749" y="1103"/>
                    <a:pt x="2699" y="1103"/>
                    <a:pt x="2659" y="1103"/>
                  </a:cubicBezTo>
                  <a:cubicBezTo>
                    <a:pt x="2548" y="1103"/>
                    <a:pt x="2498" y="1144"/>
                    <a:pt x="2448" y="1184"/>
                  </a:cubicBezTo>
                  <a:cubicBezTo>
                    <a:pt x="2408" y="1234"/>
                    <a:pt x="2378" y="1274"/>
                    <a:pt x="2288" y="1274"/>
                  </a:cubicBezTo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15" name="Google Shape;12415;p44"/>
            <p:cNvSpPr/>
            <p:nvPr/>
          </p:nvSpPr>
          <p:spPr>
            <a:xfrm>
              <a:off x="6863974" y="360052"/>
              <a:ext cx="83" cy="8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C46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16" name="Google Shape;12416;p44"/>
            <p:cNvSpPr/>
            <p:nvPr/>
          </p:nvSpPr>
          <p:spPr>
            <a:xfrm>
              <a:off x="6702495" y="360052"/>
              <a:ext cx="961489" cy="548581"/>
            </a:xfrm>
            <a:custGeom>
              <a:avLst/>
              <a:gdLst/>
              <a:ahLst/>
              <a:cxnLst/>
              <a:rect l="l" t="t" r="r" b="b"/>
              <a:pathLst>
                <a:path w="11587" h="6611" extrusionOk="0">
                  <a:moveTo>
                    <a:pt x="1947" y="1"/>
                  </a:moveTo>
                  <a:cubicBezTo>
                    <a:pt x="1947" y="11"/>
                    <a:pt x="1937" y="21"/>
                    <a:pt x="1927" y="31"/>
                  </a:cubicBezTo>
                  <a:cubicBezTo>
                    <a:pt x="1917" y="51"/>
                    <a:pt x="1907" y="71"/>
                    <a:pt x="1897" y="91"/>
                  </a:cubicBezTo>
                  <a:cubicBezTo>
                    <a:pt x="1586" y="572"/>
                    <a:pt x="934" y="1194"/>
                    <a:pt x="593" y="1455"/>
                  </a:cubicBezTo>
                  <a:cubicBezTo>
                    <a:pt x="492" y="1535"/>
                    <a:pt x="422" y="1616"/>
                    <a:pt x="362" y="1696"/>
                  </a:cubicBezTo>
                  <a:cubicBezTo>
                    <a:pt x="302" y="1796"/>
                    <a:pt x="252" y="1907"/>
                    <a:pt x="172" y="2027"/>
                  </a:cubicBezTo>
                  <a:cubicBezTo>
                    <a:pt x="121" y="2097"/>
                    <a:pt x="71" y="2177"/>
                    <a:pt x="1" y="2258"/>
                  </a:cubicBezTo>
                  <a:cubicBezTo>
                    <a:pt x="412" y="2759"/>
                    <a:pt x="894" y="3421"/>
                    <a:pt x="1255" y="3652"/>
                  </a:cubicBezTo>
                  <a:cubicBezTo>
                    <a:pt x="1315" y="3692"/>
                    <a:pt x="1355" y="3712"/>
                    <a:pt x="1385" y="3712"/>
                  </a:cubicBezTo>
                  <a:cubicBezTo>
                    <a:pt x="1506" y="3712"/>
                    <a:pt x="1415" y="3441"/>
                    <a:pt x="1325" y="3180"/>
                  </a:cubicBezTo>
                  <a:cubicBezTo>
                    <a:pt x="1235" y="2910"/>
                    <a:pt x="1144" y="2649"/>
                    <a:pt x="1265" y="2649"/>
                  </a:cubicBezTo>
                  <a:cubicBezTo>
                    <a:pt x="1305" y="2649"/>
                    <a:pt x="1355" y="2669"/>
                    <a:pt x="1435" y="2729"/>
                  </a:cubicBezTo>
                  <a:cubicBezTo>
                    <a:pt x="1937" y="3080"/>
                    <a:pt x="2529" y="4053"/>
                    <a:pt x="3231" y="4615"/>
                  </a:cubicBezTo>
                  <a:cubicBezTo>
                    <a:pt x="4404" y="5548"/>
                    <a:pt x="5708" y="6139"/>
                    <a:pt x="6090" y="6611"/>
                  </a:cubicBezTo>
                  <a:cubicBezTo>
                    <a:pt x="6350" y="6290"/>
                    <a:pt x="5167" y="5678"/>
                    <a:pt x="5056" y="5277"/>
                  </a:cubicBezTo>
                  <a:cubicBezTo>
                    <a:pt x="4956" y="4916"/>
                    <a:pt x="4705" y="4595"/>
                    <a:pt x="4635" y="4224"/>
                  </a:cubicBezTo>
                  <a:cubicBezTo>
                    <a:pt x="4625" y="4173"/>
                    <a:pt x="4615" y="4113"/>
                    <a:pt x="4655" y="4063"/>
                  </a:cubicBezTo>
                  <a:cubicBezTo>
                    <a:pt x="4685" y="4033"/>
                    <a:pt x="4735" y="4023"/>
                    <a:pt x="4786" y="4023"/>
                  </a:cubicBezTo>
                  <a:lnTo>
                    <a:pt x="4836" y="4023"/>
                  </a:lnTo>
                  <a:cubicBezTo>
                    <a:pt x="6441" y="4133"/>
                    <a:pt x="7825" y="5076"/>
                    <a:pt x="9269" y="5828"/>
                  </a:cubicBezTo>
                  <a:cubicBezTo>
                    <a:pt x="9560" y="5989"/>
                    <a:pt x="9881" y="6069"/>
                    <a:pt x="10202" y="6069"/>
                  </a:cubicBezTo>
                  <a:cubicBezTo>
                    <a:pt x="10473" y="6069"/>
                    <a:pt x="10734" y="6009"/>
                    <a:pt x="10974" y="5899"/>
                  </a:cubicBezTo>
                  <a:cubicBezTo>
                    <a:pt x="11065" y="5849"/>
                    <a:pt x="11165" y="5818"/>
                    <a:pt x="11265" y="5798"/>
                  </a:cubicBezTo>
                  <a:cubicBezTo>
                    <a:pt x="11376" y="5778"/>
                    <a:pt x="11486" y="5768"/>
                    <a:pt x="11586" y="5768"/>
                  </a:cubicBezTo>
                  <a:cubicBezTo>
                    <a:pt x="11516" y="5738"/>
                    <a:pt x="11456" y="5728"/>
                    <a:pt x="11406" y="5728"/>
                  </a:cubicBezTo>
                  <a:cubicBezTo>
                    <a:pt x="11336" y="5728"/>
                    <a:pt x="11285" y="5738"/>
                    <a:pt x="11235" y="5758"/>
                  </a:cubicBezTo>
                  <a:cubicBezTo>
                    <a:pt x="11185" y="5768"/>
                    <a:pt x="11135" y="5788"/>
                    <a:pt x="11065" y="5788"/>
                  </a:cubicBezTo>
                  <a:cubicBezTo>
                    <a:pt x="11025" y="5788"/>
                    <a:pt x="10984" y="5778"/>
                    <a:pt x="10924" y="5768"/>
                  </a:cubicBezTo>
                  <a:cubicBezTo>
                    <a:pt x="10423" y="5608"/>
                    <a:pt x="9349" y="4976"/>
                    <a:pt x="8958" y="4896"/>
                  </a:cubicBezTo>
                  <a:cubicBezTo>
                    <a:pt x="8738" y="4855"/>
                    <a:pt x="8497" y="4855"/>
                    <a:pt x="8326" y="4705"/>
                  </a:cubicBezTo>
                  <a:cubicBezTo>
                    <a:pt x="8246" y="4645"/>
                    <a:pt x="8196" y="4555"/>
                    <a:pt x="8146" y="4474"/>
                  </a:cubicBezTo>
                  <a:cubicBezTo>
                    <a:pt x="7745" y="3852"/>
                    <a:pt x="7504" y="3933"/>
                    <a:pt x="6992" y="3481"/>
                  </a:cubicBezTo>
                  <a:cubicBezTo>
                    <a:pt x="6872" y="3401"/>
                    <a:pt x="6922" y="3371"/>
                    <a:pt x="7052" y="3371"/>
                  </a:cubicBezTo>
                  <a:cubicBezTo>
                    <a:pt x="7243" y="3371"/>
                    <a:pt x="7614" y="3431"/>
                    <a:pt x="7935" y="3491"/>
                  </a:cubicBezTo>
                  <a:cubicBezTo>
                    <a:pt x="8056" y="3511"/>
                    <a:pt x="8166" y="3531"/>
                    <a:pt x="8266" y="3552"/>
                  </a:cubicBezTo>
                  <a:cubicBezTo>
                    <a:pt x="7404" y="3080"/>
                    <a:pt x="6451" y="2538"/>
                    <a:pt x="5899" y="2147"/>
                  </a:cubicBezTo>
                  <a:lnTo>
                    <a:pt x="5899" y="2147"/>
                  </a:lnTo>
                  <a:cubicBezTo>
                    <a:pt x="6029" y="2348"/>
                    <a:pt x="6079" y="2488"/>
                    <a:pt x="6220" y="2699"/>
                  </a:cubicBezTo>
                  <a:cubicBezTo>
                    <a:pt x="5076" y="1997"/>
                    <a:pt x="5066" y="2579"/>
                    <a:pt x="3933" y="1826"/>
                  </a:cubicBezTo>
                  <a:cubicBezTo>
                    <a:pt x="3582" y="1586"/>
                    <a:pt x="2619" y="603"/>
                    <a:pt x="1947" y="1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17" name="Google Shape;12417;p44"/>
            <p:cNvSpPr/>
            <p:nvPr/>
          </p:nvSpPr>
          <p:spPr>
            <a:xfrm>
              <a:off x="6040813" y="574804"/>
              <a:ext cx="997254" cy="362125"/>
            </a:xfrm>
            <a:custGeom>
              <a:avLst/>
              <a:gdLst/>
              <a:ahLst/>
              <a:cxnLst/>
              <a:rect l="l" t="t" r="r" b="b"/>
              <a:pathLst>
                <a:path w="12018" h="4364" extrusionOk="0">
                  <a:moveTo>
                    <a:pt x="1335" y="1"/>
                  </a:moveTo>
                  <a:cubicBezTo>
                    <a:pt x="1255" y="41"/>
                    <a:pt x="1174" y="81"/>
                    <a:pt x="1104" y="131"/>
                  </a:cubicBezTo>
                  <a:cubicBezTo>
                    <a:pt x="893" y="302"/>
                    <a:pt x="422" y="863"/>
                    <a:pt x="1" y="1315"/>
                  </a:cubicBezTo>
                  <a:cubicBezTo>
                    <a:pt x="71" y="1335"/>
                    <a:pt x="141" y="1345"/>
                    <a:pt x="201" y="1345"/>
                  </a:cubicBezTo>
                  <a:cubicBezTo>
                    <a:pt x="502" y="1345"/>
                    <a:pt x="733" y="1154"/>
                    <a:pt x="954" y="964"/>
                  </a:cubicBezTo>
                  <a:cubicBezTo>
                    <a:pt x="1174" y="773"/>
                    <a:pt x="1385" y="582"/>
                    <a:pt x="1616" y="582"/>
                  </a:cubicBezTo>
                  <a:cubicBezTo>
                    <a:pt x="1686" y="582"/>
                    <a:pt x="1756" y="602"/>
                    <a:pt x="1836" y="633"/>
                  </a:cubicBezTo>
                  <a:cubicBezTo>
                    <a:pt x="2558" y="1004"/>
                    <a:pt x="3301" y="1325"/>
                    <a:pt x="3722" y="1565"/>
                  </a:cubicBezTo>
                  <a:cubicBezTo>
                    <a:pt x="3802" y="1615"/>
                    <a:pt x="3852" y="1636"/>
                    <a:pt x="3883" y="1636"/>
                  </a:cubicBezTo>
                  <a:cubicBezTo>
                    <a:pt x="3933" y="1636"/>
                    <a:pt x="3923" y="1575"/>
                    <a:pt x="3923" y="1515"/>
                  </a:cubicBezTo>
                  <a:cubicBezTo>
                    <a:pt x="3913" y="1455"/>
                    <a:pt x="3923" y="1405"/>
                    <a:pt x="4003" y="1405"/>
                  </a:cubicBezTo>
                  <a:cubicBezTo>
                    <a:pt x="4053" y="1405"/>
                    <a:pt x="4123" y="1425"/>
                    <a:pt x="4224" y="1465"/>
                  </a:cubicBezTo>
                  <a:cubicBezTo>
                    <a:pt x="4354" y="1525"/>
                    <a:pt x="6089" y="2298"/>
                    <a:pt x="6200" y="2368"/>
                  </a:cubicBezTo>
                  <a:cubicBezTo>
                    <a:pt x="6360" y="2458"/>
                    <a:pt x="6440" y="2498"/>
                    <a:pt x="6470" y="2498"/>
                  </a:cubicBezTo>
                  <a:cubicBezTo>
                    <a:pt x="6541" y="2498"/>
                    <a:pt x="6149" y="2157"/>
                    <a:pt x="5758" y="1806"/>
                  </a:cubicBezTo>
                  <a:cubicBezTo>
                    <a:pt x="5698" y="1756"/>
                    <a:pt x="5638" y="1696"/>
                    <a:pt x="5578" y="1646"/>
                  </a:cubicBezTo>
                  <a:cubicBezTo>
                    <a:pt x="5538" y="1656"/>
                    <a:pt x="5507" y="1656"/>
                    <a:pt x="5467" y="1656"/>
                  </a:cubicBezTo>
                  <a:cubicBezTo>
                    <a:pt x="5427" y="1656"/>
                    <a:pt x="5377" y="1646"/>
                    <a:pt x="5337" y="1636"/>
                  </a:cubicBezTo>
                  <a:cubicBezTo>
                    <a:pt x="5207" y="1595"/>
                    <a:pt x="5176" y="1505"/>
                    <a:pt x="5086" y="1505"/>
                  </a:cubicBezTo>
                  <a:cubicBezTo>
                    <a:pt x="5066" y="1505"/>
                    <a:pt x="5046" y="1515"/>
                    <a:pt x="5016" y="1515"/>
                  </a:cubicBezTo>
                  <a:cubicBezTo>
                    <a:pt x="5016" y="1525"/>
                    <a:pt x="5006" y="1525"/>
                    <a:pt x="4996" y="1525"/>
                  </a:cubicBezTo>
                  <a:cubicBezTo>
                    <a:pt x="4735" y="1525"/>
                    <a:pt x="3451" y="713"/>
                    <a:pt x="2970" y="482"/>
                  </a:cubicBezTo>
                  <a:cubicBezTo>
                    <a:pt x="2478" y="251"/>
                    <a:pt x="1907" y="362"/>
                    <a:pt x="1515" y="141"/>
                  </a:cubicBezTo>
                  <a:cubicBezTo>
                    <a:pt x="1455" y="111"/>
                    <a:pt x="1395" y="51"/>
                    <a:pt x="1335" y="1"/>
                  </a:cubicBezTo>
                  <a:close/>
                  <a:moveTo>
                    <a:pt x="7554" y="1014"/>
                  </a:moveTo>
                  <a:lnTo>
                    <a:pt x="7554" y="1014"/>
                  </a:lnTo>
                  <a:cubicBezTo>
                    <a:pt x="7514" y="1014"/>
                    <a:pt x="7694" y="1234"/>
                    <a:pt x="7865" y="1445"/>
                  </a:cubicBezTo>
                  <a:cubicBezTo>
                    <a:pt x="8045" y="1666"/>
                    <a:pt x="8216" y="1886"/>
                    <a:pt x="8176" y="1886"/>
                  </a:cubicBezTo>
                  <a:cubicBezTo>
                    <a:pt x="8176" y="1886"/>
                    <a:pt x="8166" y="1886"/>
                    <a:pt x="8156" y="1876"/>
                  </a:cubicBezTo>
                  <a:cubicBezTo>
                    <a:pt x="8055" y="1816"/>
                    <a:pt x="7614" y="1475"/>
                    <a:pt x="7183" y="1144"/>
                  </a:cubicBezTo>
                  <a:cubicBezTo>
                    <a:pt x="7152" y="1254"/>
                    <a:pt x="7102" y="1355"/>
                    <a:pt x="7032" y="1405"/>
                  </a:cubicBezTo>
                  <a:cubicBezTo>
                    <a:pt x="6992" y="1435"/>
                    <a:pt x="6912" y="1445"/>
                    <a:pt x="6821" y="1445"/>
                  </a:cubicBezTo>
                  <a:cubicBezTo>
                    <a:pt x="6731" y="1445"/>
                    <a:pt x="6621" y="1435"/>
                    <a:pt x="6521" y="1425"/>
                  </a:cubicBezTo>
                  <a:cubicBezTo>
                    <a:pt x="6430" y="1415"/>
                    <a:pt x="6330" y="1395"/>
                    <a:pt x="6270" y="1395"/>
                  </a:cubicBezTo>
                  <a:cubicBezTo>
                    <a:pt x="6260" y="1395"/>
                    <a:pt x="6250" y="1405"/>
                    <a:pt x="6250" y="1405"/>
                  </a:cubicBezTo>
                  <a:cubicBezTo>
                    <a:pt x="6139" y="1415"/>
                    <a:pt x="6039" y="1455"/>
                    <a:pt x="5939" y="1495"/>
                  </a:cubicBezTo>
                  <a:cubicBezTo>
                    <a:pt x="6842" y="1916"/>
                    <a:pt x="8176" y="2548"/>
                    <a:pt x="8456" y="2649"/>
                  </a:cubicBezTo>
                  <a:cubicBezTo>
                    <a:pt x="9740" y="3120"/>
                    <a:pt x="10713" y="3963"/>
                    <a:pt x="12017" y="4364"/>
                  </a:cubicBezTo>
                  <a:cubicBezTo>
                    <a:pt x="10613" y="3190"/>
                    <a:pt x="8938" y="1977"/>
                    <a:pt x="7574" y="1024"/>
                  </a:cubicBezTo>
                  <a:cubicBezTo>
                    <a:pt x="7564" y="1014"/>
                    <a:pt x="7554" y="1014"/>
                    <a:pt x="7554" y="10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18" name="Google Shape;12418;p44"/>
            <p:cNvSpPr/>
            <p:nvPr/>
          </p:nvSpPr>
          <p:spPr>
            <a:xfrm>
              <a:off x="7319286" y="883573"/>
              <a:ext cx="544432" cy="134925"/>
            </a:xfrm>
            <a:custGeom>
              <a:avLst/>
              <a:gdLst/>
              <a:ahLst/>
              <a:cxnLst/>
              <a:rect l="l" t="t" r="r" b="b"/>
              <a:pathLst>
                <a:path w="6561" h="1626" extrusionOk="0">
                  <a:moveTo>
                    <a:pt x="312" y="1"/>
                  </a:moveTo>
                  <a:cubicBezTo>
                    <a:pt x="1" y="1"/>
                    <a:pt x="984" y="583"/>
                    <a:pt x="1616" y="874"/>
                  </a:cubicBezTo>
                  <a:cubicBezTo>
                    <a:pt x="2157" y="1114"/>
                    <a:pt x="2909" y="1305"/>
                    <a:pt x="3541" y="1305"/>
                  </a:cubicBezTo>
                  <a:cubicBezTo>
                    <a:pt x="3662" y="1305"/>
                    <a:pt x="3782" y="1295"/>
                    <a:pt x="3892" y="1275"/>
                  </a:cubicBezTo>
                  <a:cubicBezTo>
                    <a:pt x="3943" y="1275"/>
                    <a:pt x="3993" y="1265"/>
                    <a:pt x="4053" y="1265"/>
                  </a:cubicBezTo>
                  <a:cubicBezTo>
                    <a:pt x="4394" y="1265"/>
                    <a:pt x="4916" y="1355"/>
                    <a:pt x="5397" y="1445"/>
                  </a:cubicBezTo>
                  <a:cubicBezTo>
                    <a:pt x="5879" y="1536"/>
                    <a:pt x="6310" y="1626"/>
                    <a:pt x="6480" y="1626"/>
                  </a:cubicBezTo>
                  <a:cubicBezTo>
                    <a:pt x="6541" y="1626"/>
                    <a:pt x="6561" y="1606"/>
                    <a:pt x="6531" y="1576"/>
                  </a:cubicBezTo>
                  <a:cubicBezTo>
                    <a:pt x="6290" y="1355"/>
                    <a:pt x="4725" y="904"/>
                    <a:pt x="4264" y="874"/>
                  </a:cubicBezTo>
                  <a:cubicBezTo>
                    <a:pt x="3802" y="833"/>
                    <a:pt x="2609" y="563"/>
                    <a:pt x="2227" y="462"/>
                  </a:cubicBezTo>
                  <a:cubicBezTo>
                    <a:pt x="1616" y="302"/>
                    <a:pt x="903" y="91"/>
                    <a:pt x="452" y="21"/>
                  </a:cubicBezTo>
                  <a:lnTo>
                    <a:pt x="452" y="21"/>
                  </a:lnTo>
                  <a:cubicBezTo>
                    <a:pt x="472" y="31"/>
                    <a:pt x="482" y="41"/>
                    <a:pt x="502" y="61"/>
                  </a:cubicBezTo>
                  <a:cubicBezTo>
                    <a:pt x="452" y="41"/>
                    <a:pt x="402" y="21"/>
                    <a:pt x="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19" name="Google Shape;12419;p44"/>
            <p:cNvSpPr/>
            <p:nvPr/>
          </p:nvSpPr>
          <p:spPr>
            <a:xfrm>
              <a:off x="7348412" y="883573"/>
              <a:ext cx="12613" cy="5145"/>
            </a:xfrm>
            <a:custGeom>
              <a:avLst/>
              <a:gdLst/>
              <a:ahLst/>
              <a:cxnLst/>
              <a:rect l="l" t="t" r="r" b="b"/>
              <a:pathLst>
                <a:path w="152" h="62" extrusionOk="0">
                  <a:moveTo>
                    <a:pt x="1" y="1"/>
                  </a:moveTo>
                  <a:lnTo>
                    <a:pt x="1" y="1"/>
                  </a:lnTo>
                  <a:cubicBezTo>
                    <a:pt x="51" y="21"/>
                    <a:pt x="101" y="41"/>
                    <a:pt x="151" y="61"/>
                  </a:cubicBezTo>
                  <a:cubicBezTo>
                    <a:pt x="131" y="41"/>
                    <a:pt x="121" y="31"/>
                    <a:pt x="101" y="21"/>
                  </a:cubicBezTo>
                  <a:cubicBezTo>
                    <a:pt x="71" y="11"/>
                    <a:pt x="31" y="11"/>
                    <a:pt x="1" y="1"/>
                  </a:cubicBezTo>
                  <a:close/>
                </a:path>
              </a:pathLst>
            </a:custGeom>
            <a:solidFill>
              <a:srgbClr val="7ECD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20" name="Google Shape;12420;p44"/>
            <p:cNvSpPr/>
            <p:nvPr/>
          </p:nvSpPr>
          <p:spPr>
            <a:xfrm>
              <a:off x="7163615" y="745411"/>
              <a:ext cx="202388" cy="94182"/>
            </a:xfrm>
            <a:custGeom>
              <a:avLst/>
              <a:gdLst/>
              <a:ahLst/>
              <a:cxnLst/>
              <a:rect l="l" t="t" r="r" b="b"/>
              <a:pathLst>
                <a:path w="2439" h="1135" extrusionOk="0">
                  <a:moveTo>
                    <a:pt x="212" y="1"/>
                  </a:moveTo>
                  <a:cubicBezTo>
                    <a:pt x="171" y="1"/>
                    <a:pt x="141" y="11"/>
                    <a:pt x="131" y="21"/>
                  </a:cubicBezTo>
                  <a:cubicBezTo>
                    <a:pt x="1" y="131"/>
                    <a:pt x="964" y="873"/>
                    <a:pt x="1445" y="944"/>
                  </a:cubicBezTo>
                  <a:cubicBezTo>
                    <a:pt x="1796" y="994"/>
                    <a:pt x="2168" y="1134"/>
                    <a:pt x="2338" y="1134"/>
                  </a:cubicBezTo>
                  <a:cubicBezTo>
                    <a:pt x="2398" y="1134"/>
                    <a:pt x="2438" y="1114"/>
                    <a:pt x="2428" y="1064"/>
                  </a:cubicBezTo>
                  <a:cubicBezTo>
                    <a:pt x="2408" y="873"/>
                    <a:pt x="1786" y="482"/>
                    <a:pt x="1305" y="322"/>
                  </a:cubicBezTo>
                  <a:cubicBezTo>
                    <a:pt x="1305" y="322"/>
                    <a:pt x="492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21" name="Google Shape;12421;p44"/>
            <p:cNvSpPr/>
            <p:nvPr/>
          </p:nvSpPr>
          <p:spPr>
            <a:xfrm>
              <a:off x="5682090" y="723007"/>
              <a:ext cx="367104" cy="229772"/>
            </a:xfrm>
            <a:custGeom>
              <a:avLst/>
              <a:gdLst/>
              <a:ahLst/>
              <a:cxnLst/>
              <a:rect l="l" t="t" r="r" b="b"/>
              <a:pathLst>
                <a:path w="4424" h="2769" extrusionOk="0">
                  <a:moveTo>
                    <a:pt x="2619" y="823"/>
                  </a:moveTo>
                  <a:cubicBezTo>
                    <a:pt x="2616" y="826"/>
                    <a:pt x="2614" y="829"/>
                    <a:pt x="2612" y="832"/>
                  </a:cubicBezTo>
                  <a:lnTo>
                    <a:pt x="2612" y="832"/>
                  </a:lnTo>
                  <a:cubicBezTo>
                    <a:pt x="2615" y="829"/>
                    <a:pt x="2617" y="826"/>
                    <a:pt x="2619" y="823"/>
                  </a:cubicBezTo>
                  <a:close/>
                  <a:moveTo>
                    <a:pt x="4344" y="0"/>
                  </a:moveTo>
                  <a:cubicBezTo>
                    <a:pt x="4203" y="0"/>
                    <a:pt x="3802" y="261"/>
                    <a:pt x="3240" y="682"/>
                  </a:cubicBezTo>
                  <a:cubicBezTo>
                    <a:pt x="2919" y="923"/>
                    <a:pt x="2699" y="1033"/>
                    <a:pt x="2608" y="1033"/>
                  </a:cubicBezTo>
                  <a:cubicBezTo>
                    <a:pt x="2530" y="1033"/>
                    <a:pt x="2528" y="966"/>
                    <a:pt x="2612" y="832"/>
                  </a:cubicBezTo>
                  <a:lnTo>
                    <a:pt x="2612" y="832"/>
                  </a:lnTo>
                  <a:cubicBezTo>
                    <a:pt x="2601" y="846"/>
                    <a:pt x="2585" y="854"/>
                    <a:pt x="2568" y="863"/>
                  </a:cubicBezTo>
                  <a:cubicBezTo>
                    <a:pt x="2137" y="1244"/>
                    <a:pt x="1906" y="1374"/>
                    <a:pt x="1455" y="1645"/>
                  </a:cubicBezTo>
                  <a:cubicBezTo>
                    <a:pt x="1004" y="1906"/>
                    <a:pt x="653" y="2046"/>
                    <a:pt x="322" y="2307"/>
                  </a:cubicBezTo>
                  <a:cubicBezTo>
                    <a:pt x="301" y="2317"/>
                    <a:pt x="281" y="2327"/>
                    <a:pt x="261" y="2337"/>
                  </a:cubicBezTo>
                  <a:cubicBezTo>
                    <a:pt x="1" y="2638"/>
                    <a:pt x="11" y="2768"/>
                    <a:pt x="171" y="2768"/>
                  </a:cubicBezTo>
                  <a:cubicBezTo>
                    <a:pt x="352" y="2768"/>
                    <a:pt x="703" y="2628"/>
                    <a:pt x="1104" y="2427"/>
                  </a:cubicBezTo>
                  <a:cubicBezTo>
                    <a:pt x="1521" y="2217"/>
                    <a:pt x="1918" y="2214"/>
                    <a:pt x="2234" y="2214"/>
                  </a:cubicBezTo>
                  <a:cubicBezTo>
                    <a:pt x="2242" y="2214"/>
                    <a:pt x="2249" y="2214"/>
                    <a:pt x="2256" y="2214"/>
                  </a:cubicBezTo>
                  <a:cubicBezTo>
                    <a:pt x="2576" y="2214"/>
                    <a:pt x="2809" y="2212"/>
                    <a:pt x="2889" y="1986"/>
                  </a:cubicBezTo>
                  <a:cubicBezTo>
                    <a:pt x="3050" y="1545"/>
                    <a:pt x="4043" y="742"/>
                    <a:pt x="4324" y="261"/>
                  </a:cubicBezTo>
                  <a:cubicBezTo>
                    <a:pt x="4414" y="80"/>
                    <a:pt x="4424" y="0"/>
                    <a:pt x="4344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22" name="Google Shape;12422;p44"/>
            <p:cNvSpPr/>
            <p:nvPr/>
          </p:nvSpPr>
          <p:spPr>
            <a:xfrm>
              <a:off x="6111595" y="699689"/>
              <a:ext cx="487839" cy="203135"/>
            </a:xfrm>
            <a:custGeom>
              <a:avLst/>
              <a:gdLst/>
              <a:ahLst/>
              <a:cxnLst/>
              <a:rect l="l" t="t" r="r" b="b"/>
              <a:pathLst>
                <a:path w="5879" h="2448" extrusionOk="0">
                  <a:moveTo>
                    <a:pt x="482" y="0"/>
                  </a:moveTo>
                  <a:cubicBezTo>
                    <a:pt x="412" y="0"/>
                    <a:pt x="351" y="10"/>
                    <a:pt x="301" y="50"/>
                  </a:cubicBezTo>
                  <a:cubicBezTo>
                    <a:pt x="0" y="241"/>
                    <a:pt x="943" y="963"/>
                    <a:pt x="1685" y="1304"/>
                  </a:cubicBezTo>
                  <a:cubicBezTo>
                    <a:pt x="1886" y="1394"/>
                    <a:pt x="1896" y="1424"/>
                    <a:pt x="1806" y="1424"/>
                  </a:cubicBezTo>
                  <a:cubicBezTo>
                    <a:pt x="1726" y="1424"/>
                    <a:pt x="1565" y="1404"/>
                    <a:pt x="1395" y="1374"/>
                  </a:cubicBezTo>
                  <a:cubicBezTo>
                    <a:pt x="1214" y="1354"/>
                    <a:pt x="1033" y="1324"/>
                    <a:pt x="903" y="1324"/>
                  </a:cubicBezTo>
                  <a:cubicBezTo>
                    <a:pt x="793" y="1324"/>
                    <a:pt x="723" y="1344"/>
                    <a:pt x="773" y="1414"/>
                  </a:cubicBezTo>
                  <a:cubicBezTo>
                    <a:pt x="933" y="1655"/>
                    <a:pt x="3150" y="2307"/>
                    <a:pt x="3641" y="2307"/>
                  </a:cubicBezTo>
                  <a:cubicBezTo>
                    <a:pt x="3712" y="2307"/>
                    <a:pt x="3742" y="2297"/>
                    <a:pt x="3732" y="2267"/>
                  </a:cubicBezTo>
                  <a:cubicBezTo>
                    <a:pt x="3641" y="2097"/>
                    <a:pt x="3762" y="1996"/>
                    <a:pt x="4002" y="1996"/>
                  </a:cubicBezTo>
                  <a:cubicBezTo>
                    <a:pt x="4123" y="1996"/>
                    <a:pt x="4273" y="2026"/>
                    <a:pt x="4454" y="2076"/>
                  </a:cubicBezTo>
                  <a:cubicBezTo>
                    <a:pt x="4785" y="2167"/>
                    <a:pt x="5567" y="2448"/>
                    <a:pt x="5758" y="2448"/>
                  </a:cubicBezTo>
                  <a:cubicBezTo>
                    <a:pt x="5878" y="2448"/>
                    <a:pt x="5778" y="2347"/>
                    <a:pt x="5266" y="2046"/>
                  </a:cubicBezTo>
                  <a:cubicBezTo>
                    <a:pt x="4805" y="1786"/>
                    <a:pt x="3571" y="1043"/>
                    <a:pt x="3320" y="1043"/>
                  </a:cubicBezTo>
                  <a:cubicBezTo>
                    <a:pt x="3290" y="1043"/>
                    <a:pt x="3270" y="1053"/>
                    <a:pt x="3280" y="1093"/>
                  </a:cubicBezTo>
                  <a:cubicBezTo>
                    <a:pt x="3290" y="1124"/>
                    <a:pt x="3280" y="1134"/>
                    <a:pt x="3260" y="1134"/>
                  </a:cubicBezTo>
                  <a:cubicBezTo>
                    <a:pt x="3150" y="1134"/>
                    <a:pt x="2769" y="903"/>
                    <a:pt x="2388" y="672"/>
                  </a:cubicBezTo>
                  <a:cubicBezTo>
                    <a:pt x="1996" y="442"/>
                    <a:pt x="1605" y="211"/>
                    <a:pt x="1475" y="211"/>
                  </a:cubicBezTo>
                  <a:cubicBezTo>
                    <a:pt x="1465" y="211"/>
                    <a:pt x="1455" y="211"/>
                    <a:pt x="1455" y="221"/>
                  </a:cubicBezTo>
                  <a:cubicBezTo>
                    <a:pt x="1435" y="231"/>
                    <a:pt x="1405" y="231"/>
                    <a:pt x="1385" y="231"/>
                  </a:cubicBezTo>
                  <a:cubicBezTo>
                    <a:pt x="1284" y="231"/>
                    <a:pt x="1134" y="181"/>
                    <a:pt x="973" y="121"/>
                  </a:cubicBezTo>
                  <a:cubicBezTo>
                    <a:pt x="803" y="60"/>
                    <a:pt x="632" y="0"/>
                    <a:pt x="482" y="0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23" name="Google Shape;12423;p44"/>
            <p:cNvSpPr/>
            <p:nvPr/>
          </p:nvSpPr>
          <p:spPr>
            <a:xfrm>
              <a:off x="6629307" y="858596"/>
              <a:ext cx="269768" cy="119159"/>
            </a:xfrm>
            <a:custGeom>
              <a:avLst/>
              <a:gdLst/>
              <a:ahLst/>
              <a:cxnLst/>
              <a:rect l="l" t="t" r="r" b="b"/>
              <a:pathLst>
                <a:path w="3251" h="1436" extrusionOk="0">
                  <a:moveTo>
                    <a:pt x="723" y="1"/>
                  </a:moveTo>
                  <a:cubicBezTo>
                    <a:pt x="552" y="1"/>
                    <a:pt x="893" y="332"/>
                    <a:pt x="793" y="382"/>
                  </a:cubicBezTo>
                  <a:cubicBezTo>
                    <a:pt x="592" y="492"/>
                    <a:pt x="0" y="342"/>
                    <a:pt x="492" y="593"/>
                  </a:cubicBezTo>
                  <a:cubicBezTo>
                    <a:pt x="1284" y="994"/>
                    <a:pt x="1806" y="1094"/>
                    <a:pt x="2668" y="1385"/>
                  </a:cubicBezTo>
                  <a:cubicBezTo>
                    <a:pt x="2779" y="1425"/>
                    <a:pt x="2849" y="1435"/>
                    <a:pt x="2899" y="1435"/>
                  </a:cubicBezTo>
                  <a:cubicBezTo>
                    <a:pt x="3250" y="1435"/>
                    <a:pt x="2197" y="603"/>
                    <a:pt x="1054" y="101"/>
                  </a:cubicBezTo>
                  <a:cubicBezTo>
                    <a:pt x="883" y="31"/>
                    <a:pt x="783" y="1"/>
                    <a:pt x="723" y="1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24" name="Google Shape;12424;p44"/>
            <p:cNvSpPr/>
            <p:nvPr/>
          </p:nvSpPr>
          <p:spPr>
            <a:xfrm>
              <a:off x="8210740" y="291843"/>
              <a:ext cx="985553" cy="605173"/>
            </a:xfrm>
            <a:custGeom>
              <a:avLst/>
              <a:gdLst/>
              <a:ahLst/>
              <a:cxnLst/>
              <a:rect l="l" t="t" r="r" b="b"/>
              <a:pathLst>
                <a:path w="11877" h="7293" extrusionOk="0">
                  <a:moveTo>
                    <a:pt x="191" y="5417"/>
                  </a:moveTo>
                  <a:cubicBezTo>
                    <a:pt x="121" y="5495"/>
                    <a:pt x="75" y="5554"/>
                    <a:pt x="34" y="5596"/>
                  </a:cubicBezTo>
                  <a:lnTo>
                    <a:pt x="34" y="5596"/>
                  </a:lnTo>
                  <a:cubicBezTo>
                    <a:pt x="77" y="5554"/>
                    <a:pt x="123" y="5493"/>
                    <a:pt x="191" y="5417"/>
                  </a:cubicBezTo>
                  <a:close/>
                  <a:moveTo>
                    <a:pt x="34" y="5596"/>
                  </a:moveTo>
                  <a:cubicBezTo>
                    <a:pt x="26" y="5604"/>
                    <a:pt x="18" y="5611"/>
                    <a:pt x="10" y="5617"/>
                  </a:cubicBezTo>
                  <a:cubicBezTo>
                    <a:pt x="10" y="5617"/>
                    <a:pt x="0" y="5627"/>
                    <a:pt x="0" y="5627"/>
                  </a:cubicBezTo>
                  <a:cubicBezTo>
                    <a:pt x="12" y="5618"/>
                    <a:pt x="23" y="5608"/>
                    <a:pt x="34" y="5596"/>
                  </a:cubicBezTo>
                  <a:close/>
                  <a:moveTo>
                    <a:pt x="11074" y="0"/>
                  </a:moveTo>
                  <a:lnTo>
                    <a:pt x="11876" y="7292"/>
                  </a:lnTo>
                  <a:cubicBezTo>
                    <a:pt x="11656" y="4855"/>
                    <a:pt x="11345" y="2428"/>
                    <a:pt x="11074" y="0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25" name="Google Shape;12425;p44"/>
            <p:cNvSpPr/>
            <p:nvPr/>
          </p:nvSpPr>
          <p:spPr>
            <a:xfrm>
              <a:off x="8211570" y="291843"/>
              <a:ext cx="989702" cy="670063"/>
            </a:xfrm>
            <a:custGeom>
              <a:avLst/>
              <a:gdLst/>
              <a:ahLst/>
              <a:cxnLst/>
              <a:rect l="l" t="t" r="r" b="b"/>
              <a:pathLst>
                <a:path w="11927" h="8075" extrusionOk="0">
                  <a:moveTo>
                    <a:pt x="11064" y="0"/>
                  </a:moveTo>
                  <a:lnTo>
                    <a:pt x="11435" y="3391"/>
                  </a:lnTo>
                  <a:cubicBezTo>
                    <a:pt x="11094" y="3581"/>
                    <a:pt x="10693" y="3782"/>
                    <a:pt x="10141" y="4043"/>
                  </a:cubicBezTo>
                  <a:cubicBezTo>
                    <a:pt x="9439" y="4384"/>
                    <a:pt x="8396" y="5005"/>
                    <a:pt x="7353" y="5326"/>
                  </a:cubicBezTo>
                  <a:cubicBezTo>
                    <a:pt x="7252" y="5357"/>
                    <a:pt x="7192" y="5367"/>
                    <a:pt x="7162" y="5367"/>
                  </a:cubicBezTo>
                  <a:cubicBezTo>
                    <a:pt x="6972" y="5367"/>
                    <a:pt x="7995" y="4815"/>
                    <a:pt x="8436" y="4414"/>
                  </a:cubicBezTo>
                  <a:cubicBezTo>
                    <a:pt x="8496" y="4353"/>
                    <a:pt x="8506" y="4333"/>
                    <a:pt x="8476" y="4333"/>
                  </a:cubicBezTo>
                  <a:cubicBezTo>
                    <a:pt x="8306" y="4333"/>
                    <a:pt x="6721" y="5176"/>
                    <a:pt x="5286" y="5497"/>
                  </a:cubicBezTo>
                  <a:cubicBezTo>
                    <a:pt x="5196" y="5517"/>
                    <a:pt x="5136" y="5527"/>
                    <a:pt x="5096" y="5527"/>
                  </a:cubicBezTo>
                  <a:cubicBezTo>
                    <a:pt x="4755" y="5527"/>
                    <a:pt x="6631" y="4694"/>
                    <a:pt x="7874" y="3802"/>
                  </a:cubicBezTo>
                  <a:cubicBezTo>
                    <a:pt x="8536" y="3330"/>
                    <a:pt x="8907" y="2909"/>
                    <a:pt x="8877" y="2448"/>
                  </a:cubicBezTo>
                  <a:cubicBezTo>
                    <a:pt x="8857" y="2227"/>
                    <a:pt x="8667" y="2157"/>
                    <a:pt x="8396" y="2157"/>
                  </a:cubicBezTo>
                  <a:lnTo>
                    <a:pt x="8266" y="2157"/>
                  </a:lnTo>
                  <a:cubicBezTo>
                    <a:pt x="8245" y="2317"/>
                    <a:pt x="8185" y="2548"/>
                    <a:pt x="7985" y="2708"/>
                  </a:cubicBezTo>
                  <a:cubicBezTo>
                    <a:pt x="7654" y="2969"/>
                    <a:pt x="7303" y="3110"/>
                    <a:pt x="7192" y="3230"/>
                  </a:cubicBezTo>
                  <a:cubicBezTo>
                    <a:pt x="7022" y="3431"/>
                    <a:pt x="6570" y="3370"/>
                    <a:pt x="6350" y="3541"/>
                  </a:cubicBezTo>
                  <a:cubicBezTo>
                    <a:pt x="6039" y="3772"/>
                    <a:pt x="5969" y="4123"/>
                    <a:pt x="5537" y="4263"/>
                  </a:cubicBezTo>
                  <a:cubicBezTo>
                    <a:pt x="5327" y="4333"/>
                    <a:pt x="5106" y="4343"/>
                    <a:pt x="4895" y="4424"/>
                  </a:cubicBezTo>
                  <a:cubicBezTo>
                    <a:pt x="4624" y="4534"/>
                    <a:pt x="4414" y="4725"/>
                    <a:pt x="4173" y="4895"/>
                  </a:cubicBezTo>
                  <a:cubicBezTo>
                    <a:pt x="3942" y="5056"/>
                    <a:pt x="1936" y="5387"/>
                    <a:pt x="1816" y="5387"/>
                  </a:cubicBezTo>
                  <a:lnTo>
                    <a:pt x="1806" y="5387"/>
                  </a:lnTo>
                  <a:cubicBezTo>
                    <a:pt x="1736" y="5377"/>
                    <a:pt x="2257" y="5015"/>
                    <a:pt x="1856" y="5015"/>
                  </a:cubicBezTo>
                  <a:cubicBezTo>
                    <a:pt x="1776" y="5015"/>
                    <a:pt x="1655" y="5036"/>
                    <a:pt x="1495" y="5066"/>
                  </a:cubicBezTo>
                  <a:cubicBezTo>
                    <a:pt x="1054" y="5156"/>
                    <a:pt x="231" y="5367"/>
                    <a:pt x="221" y="5367"/>
                  </a:cubicBezTo>
                  <a:lnTo>
                    <a:pt x="211" y="5367"/>
                  </a:lnTo>
                  <a:cubicBezTo>
                    <a:pt x="201" y="5387"/>
                    <a:pt x="191" y="5397"/>
                    <a:pt x="181" y="5417"/>
                  </a:cubicBezTo>
                  <a:cubicBezTo>
                    <a:pt x="101" y="5507"/>
                    <a:pt x="51" y="5577"/>
                    <a:pt x="0" y="5617"/>
                  </a:cubicBezTo>
                  <a:cubicBezTo>
                    <a:pt x="161" y="5728"/>
                    <a:pt x="341" y="5838"/>
                    <a:pt x="542" y="5958"/>
                  </a:cubicBezTo>
                  <a:cubicBezTo>
                    <a:pt x="953" y="6179"/>
                    <a:pt x="1605" y="6540"/>
                    <a:pt x="2227" y="6891"/>
                  </a:cubicBezTo>
                  <a:cubicBezTo>
                    <a:pt x="2929" y="7282"/>
                    <a:pt x="3682" y="7694"/>
                    <a:pt x="4263" y="8045"/>
                  </a:cubicBezTo>
                  <a:cubicBezTo>
                    <a:pt x="4324" y="8065"/>
                    <a:pt x="4384" y="8075"/>
                    <a:pt x="4444" y="8075"/>
                  </a:cubicBezTo>
                  <a:cubicBezTo>
                    <a:pt x="4504" y="8075"/>
                    <a:pt x="4554" y="8065"/>
                    <a:pt x="4604" y="8045"/>
                  </a:cubicBezTo>
                  <a:cubicBezTo>
                    <a:pt x="4986" y="7904"/>
                    <a:pt x="5266" y="7613"/>
                    <a:pt x="5678" y="7473"/>
                  </a:cubicBezTo>
                  <a:cubicBezTo>
                    <a:pt x="5738" y="7453"/>
                    <a:pt x="5808" y="7433"/>
                    <a:pt x="5878" y="7433"/>
                  </a:cubicBezTo>
                  <a:lnTo>
                    <a:pt x="5898" y="7433"/>
                  </a:lnTo>
                  <a:cubicBezTo>
                    <a:pt x="6049" y="7443"/>
                    <a:pt x="6189" y="7533"/>
                    <a:pt x="6340" y="7533"/>
                  </a:cubicBezTo>
                  <a:cubicBezTo>
                    <a:pt x="6390" y="7543"/>
                    <a:pt x="6430" y="7543"/>
                    <a:pt x="6470" y="7543"/>
                  </a:cubicBezTo>
                  <a:cubicBezTo>
                    <a:pt x="6701" y="7543"/>
                    <a:pt x="6921" y="7513"/>
                    <a:pt x="7142" y="7493"/>
                  </a:cubicBezTo>
                  <a:cubicBezTo>
                    <a:pt x="7363" y="7463"/>
                    <a:pt x="7593" y="7443"/>
                    <a:pt x="7824" y="7443"/>
                  </a:cubicBezTo>
                  <a:lnTo>
                    <a:pt x="8115" y="7443"/>
                  </a:lnTo>
                  <a:cubicBezTo>
                    <a:pt x="8346" y="7443"/>
                    <a:pt x="8576" y="7403"/>
                    <a:pt x="8807" y="7393"/>
                  </a:cubicBezTo>
                  <a:lnTo>
                    <a:pt x="8867" y="7393"/>
                  </a:lnTo>
                  <a:cubicBezTo>
                    <a:pt x="9148" y="7393"/>
                    <a:pt x="9419" y="7453"/>
                    <a:pt x="9680" y="7533"/>
                  </a:cubicBezTo>
                  <a:cubicBezTo>
                    <a:pt x="10081" y="7674"/>
                    <a:pt x="10472" y="7884"/>
                    <a:pt x="10894" y="7884"/>
                  </a:cubicBezTo>
                  <a:cubicBezTo>
                    <a:pt x="10994" y="7884"/>
                    <a:pt x="11104" y="7874"/>
                    <a:pt x="11215" y="7864"/>
                  </a:cubicBezTo>
                  <a:cubicBezTo>
                    <a:pt x="11315" y="7854"/>
                    <a:pt x="11425" y="7844"/>
                    <a:pt x="11525" y="7844"/>
                  </a:cubicBezTo>
                  <a:cubicBezTo>
                    <a:pt x="11666" y="7844"/>
                    <a:pt x="11806" y="7864"/>
                    <a:pt x="11927" y="7944"/>
                  </a:cubicBezTo>
                  <a:cubicBezTo>
                    <a:pt x="11907" y="7724"/>
                    <a:pt x="11887" y="7513"/>
                    <a:pt x="11866" y="7292"/>
                  </a:cubicBezTo>
                  <a:lnTo>
                    <a:pt x="1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26" name="Google Shape;12426;p44"/>
            <p:cNvSpPr/>
            <p:nvPr/>
          </p:nvSpPr>
          <p:spPr>
            <a:xfrm>
              <a:off x="8606057" y="287694"/>
              <a:ext cx="554472" cy="462862"/>
            </a:xfrm>
            <a:custGeom>
              <a:avLst/>
              <a:gdLst/>
              <a:ahLst/>
              <a:cxnLst/>
              <a:rect l="l" t="t" r="r" b="b"/>
              <a:pathLst>
                <a:path w="6682" h="5578" extrusionOk="0">
                  <a:moveTo>
                    <a:pt x="342" y="5577"/>
                  </a:moveTo>
                  <a:cubicBezTo>
                    <a:pt x="1" y="5577"/>
                    <a:pt x="1877" y="4744"/>
                    <a:pt x="3120" y="3852"/>
                  </a:cubicBezTo>
                  <a:cubicBezTo>
                    <a:pt x="3782" y="3380"/>
                    <a:pt x="4153" y="2959"/>
                    <a:pt x="4123" y="2498"/>
                  </a:cubicBezTo>
                  <a:cubicBezTo>
                    <a:pt x="4103" y="2277"/>
                    <a:pt x="3913" y="2207"/>
                    <a:pt x="3642" y="2207"/>
                  </a:cubicBezTo>
                  <a:cubicBezTo>
                    <a:pt x="3602" y="2207"/>
                    <a:pt x="3552" y="2207"/>
                    <a:pt x="3512" y="2207"/>
                  </a:cubicBezTo>
                  <a:cubicBezTo>
                    <a:pt x="3512" y="2177"/>
                    <a:pt x="3512" y="2137"/>
                    <a:pt x="3512" y="2117"/>
                  </a:cubicBezTo>
                  <a:cubicBezTo>
                    <a:pt x="3512" y="2076"/>
                    <a:pt x="3512" y="2056"/>
                    <a:pt x="3512" y="2046"/>
                  </a:cubicBezTo>
                  <a:lnTo>
                    <a:pt x="3512" y="2046"/>
                  </a:lnTo>
                  <a:lnTo>
                    <a:pt x="3512" y="2046"/>
                  </a:lnTo>
                  <a:lnTo>
                    <a:pt x="3512" y="2046"/>
                  </a:lnTo>
                  <a:lnTo>
                    <a:pt x="3512" y="2046"/>
                  </a:lnTo>
                  <a:cubicBezTo>
                    <a:pt x="3512" y="2046"/>
                    <a:pt x="4625" y="1164"/>
                    <a:pt x="4956" y="903"/>
                  </a:cubicBezTo>
                  <a:cubicBezTo>
                    <a:pt x="5287" y="652"/>
                    <a:pt x="5738" y="381"/>
                    <a:pt x="6300" y="0"/>
                  </a:cubicBezTo>
                  <a:cubicBezTo>
                    <a:pt x="6300" y="10"/>
                    <a:pt x="6310" y="30"/>
                    <a:pt x="6310" y="50"/>
                  </a:cubicBezTo>
                  <a:lnTo>
                    <a:pt x="6681" y="3441"/>
                  </a:lnTo>
                  <a:cubicBezTo>
                    <a:pt x="6340" y="3631"/>
                    <a:pt x="5939" y="3832"/>
                    <a:pt x="5387" y="4093"/>
                  </a:cubicBezTo>
                  <a:cubicBezTo>
                    <a:pt x="4685" y="4434"/>
                    <a:pt x="3642" y="5055"/>
                    <a:pt x="2599" y="5376"/>
                  </a:cubicBezTo>
                  <a:cubicBezTo>
                    <a:pt x="2498" y="5407"/>
                    <a:pt x="2438" y="5417"/>
                    <a:pt x="2408" y="5417"/>
                  </a:cubicBezTo>
                  <a:cubicBezTo>
                    <a:pt x="2218" y="5417"/>
                    <a:pt x="3241" y="4865"/>
                    <a:pt x="3682" y="4464"/>
                  </a:cubicBezTo>
                  <a:cubicBezTo>
                    <a:pt x="3742" y="4403"/>
                    <a:pt x="3752" y="4383"/>
                    <a:pt x="3722" y="4383"/>
                  </a:cubicBezTo>
                  <a:cubicBezTo>
                    <a:pt x="3552" y="4383"/>
                    <a:pt x="1967" y="5226"/>
                    <a:pt x="532" y="5547"/>
                  </a:cubicBezTo>
                  <a:cubicBezTo>
                    <a:pt x="442" y="5567"/>
                    <a:pt x="382" y="5577"/>
                    <a:pt x="342" y="5577"/>
                  </a:cubicBezTo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27" name="Google Shape;12427;p44"/>
            <p:cNvSpPr/>
            <p:nvPr/>
          </p:nvSpPr>
          <p:spPr>
            <a:xfrm>
              <a:off x="8396366" y="863658"/>
              <a:ext cx="169030" cy="95759"/>
            </a:xfrm>
            <a:custGeom>
              <a:avLst/>
              <a:gdLst/>
              <a:ahLst/>
              <a:cxnLst/>
              <a:rect l="l" t="t" r="r" b="b"/>
              <a:pathLst>
                <a:path w="2037" h="1154" extrusionOk="0">
                  <a:moveTo>
                    <a:pt x="0" y="0"/>
                  </a:moveTo>
                  <a:cubicBezTo>
                    <a:pt x="42" y="23"/>
                    <a:pt x="84" y="47"/>
                    <a:pt x="126" y="70"/>
                  </a:cubicBezTo>
                  <a:lnTo>
                    <a:pt x="126" y="70"/>
                  </a:lnTo>
                  <a:cubicBezTo>
                    <a:pt x="84" y="47"/>
                    <a:pt x="42" y="24"/>
                    <a:pt x="0" y="0"/>
                  </a:cubicBezTo>
                  <a:close/>
                  <a:moveTo>
                    <a:pt x="126" y="70"/>
                  </a:moveTo>
                  <a:cubicBezTo>
                    <a:pt x="800" y="446"/>
                    <a:pt x="1418" y="802"/>
                    <a:pt x="1645" y="953"/>
                  </a:cubicBezTo>
                  <a:cubicBezTo>
                    <a:pt x="1766" y="1033"/>
                    <a:pt x="1896" y="1114"/>
                    <a:pt x="2036" y="1154"/>
                  </a:cubicBezTo>
                  <a:cubicBezTo>
                    <a:pt x="1489" y="823"/>
                    <a:pt x="791" y="440"/>
                    <a:pt x="126" y="70"/>
                  </a:cubicBezTo>
                  <a:close/>
                </a:path>
              </a:pathLst>
            </a:custGeom>
            <a:solidFill>
              <a:srgbClr val="70BB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28" name="Google Shape;12428;p44"/>
            <p:cNvSpPr/>
            <p:nvPr/>
          </p:nvSpPr>
          <p:spPr>
            <a:xfrm>
              <a:off x="8210740" y="757941"/>
              <a:ext cx="913" cy="913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0"/>
                  </a:moveTo>
                  <a:lnTo>
                    <a:pt x="0" y="10"/>
                  </a:lnTo>
                  <a:cubicBezTo>
                    <a:pt x="0" y="10"/>
                    <a:pt x="10" y="0"/>
                    <a:pt x="10" y="0"/>
                  </a:cubicBezTo>
                  <a:lnTo>
                    <a:pt x="10" y="0"/>
                  </a:lnTo>
                  <a:cubicBezTo>
                    <a:pt x="10" y="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2C46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29" name="Google Shape;12429;p44"/>
            <p:cNvSpPr/>
            <p:nvPr/>
          </p:nvSpPr>
          <p:spPr>
            <a:xfrm>
              <a:off x="8210740" y="757941"/>
              <a:ext cx="45805" cy="28379"/>
            </a:xfrm>
            <a:custGeom>
              <a:avLst/>
              <a:gdLst/>
              <a:ahLst/>
              <a:cxnLst/>
              <a:rect l="l" t="t" r="r" b="b"/>
              <a:pathLst>
                <a:path w="552" h="342" extrusionOk="0">
                  <a:moveTo>
                    <a:pt x="10" y="0"/>
                  </a:moveTo>
                  <a:cubicBezTo>
                    <a:pt x="10" y="0"/>
                    <a:pt x="0" y="10"/>
                    <a:pt x="0" y="10"/>
                  </a:cubicBezTo>
                  <a:lnTo>
                    <a:pt x="20" y="40"/>
                  </a:lnTo>
                  <a:cubicBezTo>
                    <a:pt x="40" y="60"/>
                    <a:pt x="111" y="101"/>
                    <a:pt x="141" y="111"/>
                  </a:cubicBezTo>
                  <a:cubicBezTo>
                    <a:pt x="151" y="121"/>
                    <a:pt x="311" y="201"/>
                    <a:pt x="552" y="341"/>
                  </a:cubicBezTo>
                  <a:cubicBezTo>
                    <a:pt x="351" y="221"/>
                    <a:pt x="171" y="111"/>
                    <a:pt x="10" y="0"/>
                  </a:cubicBezTo>
                  <a:close/>
                </a:path>
              </a:pathLst>
            </a:custGeom>
            <a:solidFill>
              <a:srgbClr val="70BB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30" name="Google Shape;12430;p44"/>
            <p:cNvSpPr/>
            <p:nvPr/>
          </p:nvSpPr>
          <p:spPr>
            <a:xfrm>
              <a:off x="8339774" y="603930"/>
              <a:ext cx="267196" cy="83312"/>
            </a:xfrm>
            <a:custGeom>
              <a:avLst/>
              <a:gdLst/>
              <a:ahLst/>
              <a:cxnLst/>
              <a:rect l="l" t="t" r="r" b="b"/>
              <a:pathLst>
                <a:path w="3220" h="1004" extrusionOk="0">
                  <a:moveTo>
                    <a:pt x="3069" y="1"/>
                  </a:moveTo>
                  <a:cubicBezTo>
                    <a:pt x="2929" y="1"/>
                    <a:pt x="2809" y="11"/>
                    <a:pt x="2698" y="41"/>
                  </a:cubicBezTo>
                  <a:cubicBezTo>
                    <a:pt x="2237" y="191"/>
                    <a:pt x="1725" y="1"/>
                    <a:pt x="1394" y="261"/>
                  </a:cubicBezTo>
                  <a:cubicBezTo>
                    <a:pt x="1063" y="512"/>
                    <a:pt x="20" y="944"/>
                    <a:pt x="20" y="944"/>
                  </a:cubicBezTo>
                  <a:lnTo>
                    <a:pt x="0" y="944"/>
                  </a:lnTo>
                  <a:cubicBezTo>
                    <a:pt x="10" y="964"/>
                    <a:pt x="30" y="974"/>
                    <a:pt x="60" y="984"/>
                  </a:cubicBezTo>
                  <a:cubicBezTo>
                    <a:pt x="80" y="994"/>
                    <a:pt x="100" y="1004"/>
                    <a:pt x="130" y="1004"/>
                  </a:cubicBezTo>
                  <a:cubicBezTo>
                    <a:pt x="151" y="1004"/>
                    <a:pt x="181" y="994"/>
                    <a:pt x="211" y="994"/>
                  </a:cubicBezTo>
                  <a:cubicBezTo>
                    <a:pt x="782" y="903"/>
                    <a:pt x="1364" y="823"/>
                    <a:pt x="1906" y="613"/>
                  </a:cubicBezTo>
                  <a:cubicBezTo>
                    <a:pt x="2076" y="542"/>
                    <a:pt x="2247" y="462"/>
                    <a:pt x="2427" y="442"/>
                  </a:cubicBezTo>
                  <a:cubicBezTo>
                    <a:pt x="2628" y="412"/>
                    <a:pt x="3180" y="221"/>
                    <a:pt x="3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31" name="Google Shape;12431;p44"/>
            <p:cNvSpPr/>
            <p:nvPr/>
          </p:nvSpPr>
          <p:spPr>
            <a:xfrm>
              <a:off x="8680988" y="1046712"/>
              <a:ext cx="571898" cy="270598"/>
            </a:xfrm>
            <a:custGeom>
              <a:avLst/>
              <a:gdLst/>
              <a:ahLst/>
              <a:cxnLst/>
              <a:rect l="l" t="t" r="r" b="b"/>
              <a:pathLst>
                <a:path w="6892" h="3261" extrusionOk="0">
                  <a:moveTo>
                    <a:pt x="271" y="1"/>
                  </a:moveTo>
                  <a:cubicBezTo>
                    <a:pt x="1" y="1"/>
                    <a:pt x="833" y="723"/>
                    <a:pt x="1395" y="1084"/>
                  </a:cubicBezTo>
                  <a:cubicBezTo>
                    <a:pt x="2087" y="1546"/>
                    <a:pt x="1846" y="1024"/>
                    <a:pt x="3471" y="2027"/>
                  </a:cubicBezTo>
                  <a:cubicBezTo>
                    <a:pt x="4173" y="2468"/>
                    <a:pt x="4464" y="2609"/>
                    <a:pt x="4544" y="2609"/>
                  </a:cubicBezTo>
                  <a:cubicBezTo>
                    <a:pt x="4665" y="2609"/>
                    <a:pt x="4444" y="2368"/>
                    <a:pt x="4374" y="2228"/>
                  </a:cubicBezTo>
                  <a:cubicBezTo>
                    <a:pt x="4354" y="2208"/>
                    <a:pt x="4364" y="2198"/>
                    <a:pt x="4384" y="2198"/>
                  </a:cubicBezTo>
                  <a:cubicBezTo>
                    <a:pt x="4564" y="2198"/>
                    <a:pt x="6139" y="3181"/>
                    <a:pt x="6540" y="3261"/>
                  </a:cubicBezTo>
                  <a:lnTo>
                    <a:pt x="6601" y="3261"/>
                  </a:lnTo>
                  <a:cubicBezTo>
                    <a:pt x="6892" y="3261"/>
                    <a:pt x="6179" y="2639"/>
                    <a:pt x="5066" y="1836"/>
                  </a:cubicBezTo>
                  <a:cubicBezTo>
                    <a:pt x="4123" y="1154"/>
                    <a:pt x="3892" y="944"/>
                    <a:pt x="3521" y="944"/>
                  </a:cubicBezTo>
                  <a:cubicBezTo>
                    <a:pt x="3431" y="944"/>
                    <a:pt x="3331" y="954"/>
                    <a:pt x="3210" y="974"/>
                  </a:cubicBezTo>
                  <a:cubicBezTo>
                    <a:pt x="3140" y="994"/>
                    <a:pt x="3070" y="994"/>
                    <a:pt x="3000" y="994"/>
                  </a:cubicBezTo>
                  <a:cubicBezTo>
                    <a:pt x="2418" y="994"/>
                    <a:pt x="1696" y="623"/>
                    <a:pt x="733" y="171"/>
                  </a:cubicBezTo>
                  <a:cubicBezTo>
                    <a:pt x="492" y="51"/>
                    <a:pt x="342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32" name="Google Shape;12432;p44"/>
            <p:cNvSpPr/>
            <p:nvPr/>
          </p:nvSpPr>
          <p:spPr>
            <a:xfrm>
              <a:off x="4251349" y="1370500"/>
              <a:ext cx="30869" cy="20081"/>
            </a:xfrm>
            <a:custGeom>
              <a:avLst/>
              <a:gdLst/>
              <a:ahLst/>
              <a:cxnLst/>
              <a:rect l="l" t="t" r="r" b="b"/>
              <a:pathLst>
                <a:path w="372" h="242" extrusionOk="0">
                  <a:moveTo>
                    <a:pt x="0" y="241"/>
                  </a:moveTo>
                  <a:cubicBezTo>
                    <a:pt x="0" y="241"/>
                    <a:pt x="0" y="241"/>
                    <a:pt x="0" y="241"/>
                  </a:cubicBezTo>
                  <a:cubicBezTo>
                    <a:pt x="0" y="241"/>
                    <a:pt x="0" y="241"/>
                    <a:pt x="0" y="241"/>
                  </a:cubicBezTo>
                  <a:close/>
                  <a:moveTo>
                    <a:pt x="0" y="241"/>
                  </a:moveTo>
                  <a:cubicBezTo>
                    <a:pt x="130" y="151"/>
                    <a:pt x="251" y="71"/>
                    <a:pt x="361" y="11"/>
                  </a:cubicBezTo>
                  <a:cubicBezTo>
                    <a:pt x="251" y="71"/>
                    <a:pt x="130" y="151"/>
                    <a:pt x="0" y="241"/>
                  </a:cubicBezTo>
                  <a:close/>
                  <a:moveTo>
                    <a:pt x="361" y="11"/>
                  </a:moveTo>
                  <a:cubicBezTo>
                    <a:pt x="361" y="11"/>
                    <a:pt x="371" y="11"/>
                    <a:pt x="371" y="1"/>
                  </a:cubicBezTo>
                  <a:cubicBezTo>
                    <a:pt x="371" y="11"/>
                    <a:pt x="361" y="11"/>
                    <a:pt x="361" y="11"/>
                  </a:cubicBezTo>
                  <a:close/>
                  <a:moveTo>
                    <a:pt x="371" y="1"/>
                  </a:moveTo>
                  <a:cubicBezTo>
                    <a:pt x="371" y="1"/>
                    <a:pt x="371" y="1"/>
                    <a:pt x="371" y="1"/>
                  </a:cubicBezTo>
                  <a:cubicBezTo>
                    <a:pt x="371" y="1"/>
                    <a:pt x="371" y="1"/>
                    <a:pt x="371" y="1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33" name="Google Shape;12433;p44"/>
            <p:cNvSpPr/>
            <p:nvPr/>
          </p:nvSpPr>
          <p:spPr>
            <a:xfrm>
              <a:off x="4214672" y="1035095"/>
              <a:ext cx="840753" cy="398802"/>
            </a:xfrm>
            <a:custGeom>
              <a:avLst/>
              <a:gdLst/>
              <a:ahLst/>
              <a:cxnLst/>
              <a:rect l="l" t="t" r="r" b="b"/>
              <a:pathLst>
                <a:path w="10132" h="4806" extrusionOk="0">
                  <a:moveTo>
                    <a:pt x="4855" y="0"/>
                  </a:moveTo>
                  <a:cubicBezTo>
                    <a:pt x="4845" y="10"/>
                    <a:pt x="4825" y="21"/>
                    <a:pt x="4815" y="31"/>
                  </a:cubicBezTo>
                  <a:cubicBezTo>
                    <a:pt x="4364" y="291"/>
                    <a:pt x="3301" y="1324"/>
                    <a:pt x="2970" y="1696"/>
                  </a:cubicBezTo>
                  <a:cubicBezTo>
                    <a:pt x="2649" y="2067"/>
                    <a:pt x="1726" y="2368"/>
                    <a:pt x="1545" y="2949"/>
                  </a:cubicBezTo>
                  <a:cubicBezTo>
                    <a:pt x="1365" y="3541"/>
                    <a:pt x="1275" y="3772"/>
                    <a:pt x="823" y="4043"/>
                  </a:cubicBezTo>
                  <a:lnTo>
                    <a:pt x="813" y="4043"/>
                  </a:lnTo>
                  <a:cubicBezTo>
                    <a:pt x="813" y="4053"/>
                    <a:pt x="803" y="4053"/>
                    <a:pt x="803" y="4053"/>
                  </a:cubicBezTo>
                  <a:cubicBezTo>
                    <a:pt x="693" y="4113"/>
                    <a:pt x="572" y="4193"/>
                    <a:pt x="442" y="4283"/>
                  </a:cubicBezTo>
                  <a:cubicBezTo>
                    <a:pt x="282" y="4394"/>
                    <a:pt x="121" y="4504"/>
                    <a:pt x="1" y="4594"/>
                  </a:cubicBezTo>
                  <a:cubicBezTo>
                    <a:pt x="91" y="4775"/>
                    <a:pt x="352" y="4805"/>
                    <a:pt x="572" y="4805"/>
                  </a:cubicBezTo>
                  <a:lnTo>
                    <a:pt x="593" y="4805"/>
                  </a:lnTo>
                  <a:cubicBezTo>
                    <a:pt x="2518" y="4795"/>
                    <a:pt x="4444" y="4775"/>
                    <a:pt x="6360" y="4765"/>
                  </a:cubicBezTo>
                  <a:cubicBezTo>
                    <a:pt x="6511" y="4765"/>
                    <a:pt x="6651" y="4765"/>
                    <a:pt x="6791" y="4715"/>
                  </a:cubicBezTo>
                  <a:cubicBezTo>
                    <a:pt x="6982" y="4655"/>
                    <a:pt x="7132" y="4494"/>
                    <a:pt x="7313" y="4404"/>
                  </a:cubicBezTo>
                  <a:cubicBezTo>
                    <a:pt x="7403" y="4364"/>
                    <a:pt x="7634" y="4354"/>
                    <a:pt x="7935" y="4354"/>
                  </a:cubicBezTo>
                  <a:lnTo>
                    <a:pt x="8446" y="4354"/>
                  </a:lnTo>
                  <a:cubicBezTo>
                    <a:pt x="8627" y="4364"/>
                    <a:pt x="8808" y="4364"/>
                    <a:pt x="8988" y="4364"/>
                  </a:cubicBezTo>
                  <a:cubicBezTo>
                    <a:pt x="9600" y="4364"/>
                    <a:pt x="10132" y="4324"/>
                    <a:pt x="10091" y="4113"/>
                  </a:cubicBezTo>
                  <a:cubicBezTo>
                    <a:pt x="10061" y="3912"/>
                    <a:pt x="9700" y="3571"/>
                    <a:pt x="9580" y="3401"/>
                  </a:cubicBezTo>
                  <a:cubicBezTo>
                    <a:pt x="9399" y="3160"/>
                    <a:pt x="8456" y="2829"/>
                    <a:pt x="8276" y="2588"/>
                  </a:cubicBezTo>
                  <a:cubicBezTo>
                    <a:pt x="8035" y="2257"/>
                    <a:pt x="7193" y="2257"/>
                    <a:pt x="6781" y="2167"/>
                  </a:cubicBezTo>
                  <a:cubicBezTo>
                    <a:pt x="6671" y="2137"/>
                    <a:pt x="6139" y="1846"/>
                    <a:pt x="6059" y="1776"/>
                  </a:cubicBezTo>
                  <a:cubicBezTo>
                    <a:pt x="5979" y="1696"/>
                    <a:pt x="5337" y="1365"/>
                    <a:pt x="5317" y="1264"/>
                  </a:cubicBezTo>
                  <a:cubicBezTo>
                    <a:pt x="5156" y="703"/>
                    <a:pt x="5086" y="542"/>
                    <a:pt x="4896" y="61"/>
                  </a:cubicBezTo>
                  <a:cubicBezTo>
                    <a:pt x="4886" y="41"/>
                    <a:pt x="4876" y="21"/>
                    <a:pt x="48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34" name="Google Shape;12434;p44"/>
            <p:cNvSpPr/>
            <p:nvPr/>
          </p:nvSpPr>
          <p:spPr>
            <a:xfrm>
              <a:off x="4861418" y="842000"/>
              <a:ext cx="643510" cy="132436"/>
            </a:xfrm>
            <a:custGeom>
              <a:avLst/>
              <a:gdLst/>
              <a:ahLst/>
              <a:cxnLst/>
              <a:rect l="l" t="t" r="r" b="b"/>
              <a:pathLst>
                <a:path w="7755" h="1596" extrusionOk="0">
                  <a:moveTo>
                    <a:pt x="7634" y="1595"/>
                  </a:moveTo>
                  <a:cubicBezTo>
                    <a:pt x="7573" y="1595"/>
                    <a:pt x="7523" y="1595"/>
                    <a:pt x="7473" y="1575"/>
                  </a:cubicBezTo>
                  <a:cubicBezTo>
                    <a:pt x="7523" y="1595"/>
                    <a:pt x="7573" y="1595"/>
                    <a:pt x="7634" y="1595"/>
                  </a:cubicBezTo>
                  <a:cubicBezTo>
                    <a:pt x="7674" y="1595"/>
                    <a:pt x="7714" y="1595"/>
                    <a:pt x="7754" y="1595"/>
                  </a:cubicBezTo>
                  <a:lnTo>
                    <a:pt x="7754" y="1595"/>
                  </a:lnTo>
                  <a:cubicBezTo>
                    <a:pt x="7714" y="1595"/>
                    <a:pt x="7674" y="1595"/>
                    <a:pt x="7634" y="1595"/>
                  </a:cubicBezTo>
                  <a:close/>
                  <a:moveTo>
                    <a:pt x="0" y="1535"/>
                  </a:moveTo>
                  <a:lnTo>
                    <a:pt x="0" y="1535"/>
                  </a:lnTo>
                  <a:cubicBezTo>
                    <a:pt x="171" y="1405"/>
                    <a:pt x="372" y="1234"/>
                    <a:pt x="572" y="1114"/>
                  </a:cubicBezTo>
                  <a:cubicBezTo>
                    <a:pt x="372" y="1234"/>
                    <a:pt x="171" y="1405"/>
                    <a:pt x="0" y="1535"/>
                  </a:cubicBezTo>
                  <a:close/>
                  <a:moveTo>
                    <a:pt x="572" y="1114"/>
                  </a:moveTo>
                  <a:lnTo>
                    <a:pt x="572" y="1114"/>
                  </a:lnTo>
                  <a:lnTo>
                    <a:pt x="572" y="1114"/>
                  </a:lnTo>
                  <a:close/>
                  <a:moveTo>
                    <a:pt x="572" y="1104"/>
                  </a:moveTo>
                  <a:cubicBezTo>
                    <a:pt x="572" y="1104"/>
                    <a:pt x="582" y="1104"/>
                    <a:pt x="582" y="1104"/>
                  </a:cubicBezTo>
                  <a:cubicBezTo>
                    <a:pt x="582" y="1104"/>
                    <a:pt x="572" y="1104"/>
                    <a:pt x="572" y="1104"/>
                  </a:cubicBezTo>
                  <a:close/>
                  <a:moveTo>
                    <a:pt x="582" y="1104"/>
                  </a:moveTo>
                  <a:lnTo>
                    <a:pt x="582" y="1104"/>
                  </a:lnTo>
                  <a:lnTo>
                    <a:pt x="582" y="1104"/>
                  </a:lnTo>
                  <a:close/>
                  <a:moveTo>
                    <a:pt x="582" y="1104"/>
                  </a:moveTo>
                  <a:lnTo>
                    <a:pt x="592" y="1094"/>
                  </a:lnTo>
                  <a:lnTo>
                    <a:pt x="582" y="1104"/>
                  </a:lnTo>
                  <a:close/>
                  <a:moveTo>
                    <a:pt x="602" y="1094"/>
                  </a:moveTo>
                  <a:cubicBezTo>
                    <a:pt x="602" y="1094"/>
                    <a:pt x="602" y="1094"/>
                    <a:pt x="602" y="1094"/>
                  </a:cubicBezTo>
                  <a:cubicBezTo>
                    <a:pt x="602" y="1094"/>
                    <a:pt x="602" y="1094"/>
                    <a:pt x="602" y="1094"/>
                  </a:cubicBezTo>
                  <a:close/>
                  <a:moveTo>
                    <a:pt x="602" y="1094"/>
                  </a:moveTo>
                  <a:cubicBezTo>
                    <a:pt x="602" y="1094"/>
                    <a:pt x="602" y="1094"/>
                    <a:pt x="602" y="1084"/>
                  </a:cubicBezTo>
                  <a:cubicBezTo>
                    <a:pt x="602" y="1094"/>
                    <a:pt x="602" y="1094"/>
                    <a:pt x="602" y="1094"/>
                  </a:cubicBezTo>
                  <a:close/>
                  <a:moveTo>
                    <a:pt x="612" y="1084"/>
                  </a:moveTo>
                  <a:cubicBezTo>
                    <a:pt x="612" y="1084"/>
                    <a:pt x="612" y="1084"/>
                    <a:pt x="612" y="1084"/>
                  </a:cubicBezTo>
                  <a:cubicBezTo>
                    <a:pt x="612" y="1084"/>
                    <a:pt x="612" y="1084"/>
                    <a:pt x="612" y="1084"/>
                  </a:cubicBezTo>
                  <a:close/>
                  <a:moveTo>
                    <a:pt x="612" y="1084"/>
                  </a:moveTo>
                  <a:cubicBezTo>
                    <a:pt x="612" y="1084"/>
                    <a:pt x="612" y="1084"/>
                    <a:pt x="622" y="1084"/>
                  </a:cubicBezTo>
                  <a:cubicBezTo>
                    <a:pt x="612" y="1084"/>
                    <a:pt x="612" y="1084"/>
                    <a:pt x="612" y="1084"/>
                  </a:cubicBezTo>
                  <a:close/>
                  <a:moveTo>
                    <a:pt x="622" y="1084"/>
                  </a:moveTo>
                  <a:lnTo>
                    <a:pt x="622" y="1074"/>
                  </a:lnTo>
                  <a:lnTo>
                    <a:pt x="622" y="1084"/>
                  </a:lnTo>
                  <a:close/>
                  <a:moveTo>
                    <a:pt x="622" y="1074"/>
                  </a:moveTo>
                  <a:cubicBezTo>
                    <a:pt x="622" y="1074"/>
                    <a:pt x="632" y="1074"/>
                    <a:pt x="632" y="1074"/>
                  </a:cubicBezTo>
                  <a:cubicBezTo>
                    <a:pt x="632" y="1074"/>
                    <a:pt x="622" y="1074"/>
                    <a:pt x="622" y="1074"/>
                  </a:cubicBezTo>
                  <a:close/>
                  <a:moveTo>
                    <a:pt x="632" y="1074"/>
                  </a:moveTo>
                  <a:cubicBezTo>
                    <a:pt x="632" y="1074"/>
                    <a:pt x="632" y="1074"/>
                    <a:pt x="632" y="1074"/>
                  </a:cubicBezTo>
                  <a:cubicBezTo>
                    <a:pt x="632" y="1074"/>
                    <a:pt x="632" y="1074"/>
                    <a:pt x="632" y="1074"/>
                  </a:cubicBezTo>
                  <a:close/>
                  <a:moveTo>
                    <a:pt x="632" y="1074"/>
                  </a:moveTo>
                  <a:cubicBezTo>
                    <a:pt x="632" y="1074"/>
                    <a:pt x="642" y="1074"/>
                    <a:pt x="642" y="1074"/>
                  </a:cubicBezTo>
                  <a:cubicBezTo>
                    <a:pt x="642" y="1074"/>
                    <a:pt x="632" y="1074"/>
                    <a:pt x="632" y="1074"/>
                  </a:cubicBezTo>
                  <a:close/>
                  <a:moveTo>
                    <a:pt x="642" y="1064"/>
                  </a:moveTo>
                  <a:cubicBezTo>
                    <a:pt x="642" y="1064"/>
                    <a:pt x="642" y="1064"/>
                    <a:pt x="642" y="1064"/>
                  </a:cubicBezTo>
                  <a:cubicBezTo>
                    <a:pt x="642" y="1064"/>
                    <a:pt x="642" y="1064"/>
                    <a:pt x="642" y="1064"/>
                  </a:cubicBezTo>
                  <a:close/>
                  <a:moveTo>
                    <a:pt x="652" y="1064"/>
                  </a:moveTo>
                  <a:cubicBezTo>
                    <a:pt x="652" y="1064"/>
                    <a:pt x="652" y="1064"/>
                    <a:pt x="652" y="1064"/>
                  </a:cubicBezTo>
                  <a:cubicBezTo>
                    <a:pt x="652" y="1064"/>
                    <a:pt x="652" y="1064"/>
                    <a:pt x="652" y="1064"/>
                  </a:cubicBezTo>
                  <a:close/>
                  <a:moveTo>
                    <a:pt x="662" y="1054"/>
                  </a:moveTo>
                  <a:cubicBezTo>
                    <a:pt x="662" y="1054"/>
                    <a:pt x="662" y="1054"/>
                    <a:pt x="662" y="1054"/>
                  </a:cubicBezTo>
                  <a:cubicBezTo>
                    <a:pt x="662" y="1054"/>
                    <a:pt x="662" y="1054"/>
                    <a:pt x="662" y="1054"/>
                  </a:cubicBezTo>
                  <a:close/>
                  <a:moveTo>
                    <a:pt x="662" y="1054"/>
                  </a:moveTo>
                  <a:cubicBezTo>
                    <a:pt x="662" y="1054"/>
                    <a:pt x="662" y="1054"/>
                    <a:pt x="662" y="1054"/>
                  </a:cubicBezTo>
                  <a:cubicBezTo>
                    <a:pt x="662" y="1054"/>
                    <a:pt x="662" y="1054"/>
                    <a:pt x="662" y="1054"/>
                  </a:cubicBezTo>
                  <a:close/>
                  <a:moveTo>
                    <a:pt x="672" y="1054"/>
                  </a:moveTo>
                  <a:cubicBezTo>
                    <a:pt x="672" y="1054"/>
                    <a:pt x="672" y="1054"/>
                    <a:pt x="672" y="1054"/>
                  </a:cubicBezTo>
                  <a:cubicBezTo>
                    <a:pt x="672" y="1054"/>
                    <a:pt x="672" y="1054"/>
                    <a:pt x="672" y="1054"/>
                  </a:cubicBezTo>
                  <a:close/>
                  <a:moveTo>
                    <a:pt x="672" y="1044"/>
                  </a:moveTo>
                  <a:cubicBezTo>
                    <a:pt x="672" y="1044"/>
                    <a:pt x="672" y="1044"/>
                    <a:pt x="683" y="1044"/>
                  </a:cubicBezTo>
                  <a:cubicBezTo>
                    <a:pt x="672" y="1044"/>
                    <a:pt x="672" y="1044"/>
                    <a:pt x="672" y="1044"/>
                  </a:cubicBezTo>
                  <a:close/>
                  <a:moveTo>
                    <a:pt x="683" y="1044"/>
                  </a:moveTo>
                  <a:cubicBezTo>
                    <a:pt x="683" y="1044"/>
                    <a:pt x="683" y="1044"/>
                    <a:pt x="683" y="1044"/>
                  </a:cubicBezTo>
                  <a:cubicBezTo>
                    <a:pt x="683" y="1044"/>
                    <a:pt x="683" y="1044"/>
                    <a:pt x="683" y="1044"/>
                  </a:cubicBezTo>
                  <a:close/>
                  <a:moveTo>
                    <a:pt x="693" y="1044"/>
                  </a:moveTo>
                  <a:cubicBezTo>
                    <a:pt x="693" y="1044"/>
                    <a:pt x="693" y="1044"/>
                    <a:pt x="693" y="1034"/>
                  </a:cubicBezTo>
                  <a:cubicBezTo>
                    <a:pt x="693" y="1044"/>
                    <a:pt x="693" y="1044"/>
                    <a:pt x="693" y="1044"/>
                  </a:cubicBezTo>
                  <a:close/>
                  <a:moveTo>
                    <a:pt x="693" y="1034"/>
                  </a:moveTo>
                  <a:cubicBezTo>
                    <a:pt x="693" y="1034"/>
                    <a:pt x="693" y="1034"/>
                    <a:pt x="703" y="1034"/>
                  </a:cubicBezTo>
                  <a:cubicBezTo>
                    <a:pt x="693" y="1034"/>
                    <a:pt x="693" y="1034"/>
                    <a:pt x="693" y="1034"/>
                  </a:cubicBezTo>
                  <a:close/>
                  <a:moveTo>
                    <a:pt x="713" y="1034"/>
                  </a:moveTo>
                  <a:lnTo>
                    <a:pt x="713" y="1034"/>
                  </a:lnTo>
                  <a:lnTo>
                    <a:pt x="713" y="1034"/>
                  </a:lnTo>
                  <a:close/>
                  <a:moveTo>
                    <a:pt x="713" y="1023"/>
                  </a:moveTo>
                  <a:cubicBezTo>
                    <a:pt x="713" y="1023"/>
                    <a:pt x="713" y="1023"/>
                    <a:pt x="713" y="1023"/>
                  </a:cubicBezTo>
                  <a:cubicBezTo>
                    <a:pt x="713" y="1023"/>
                    <a:pt x="713" y="1023"/>
                    <a:pt x="713" y="1023"/>
                  </a:cubicBezTo>
                  <a:close/>
                  <a:moveTo>
                    <a:pt x="723" y="1023"/>
                  </a:moveTo>
                  <a:lnTo>
                    <a:pt x="723" y="1023"/>
                  </a:lnTo>
                  <a:lnTo>
                    <a:pt x="723" y="1023"/>
                  </a:lnTo>
                  <a:close/>
                  <a:moveTo>
                    <a:pt x="723" y="1023"/>
                  </a:moveTo>
                  <a:cubicBezTo>
                    <a:pt x="723" y="1023"/>
                    <a:pt x="723" y="1023"/>
                    <a:pt x="723" y="1023"/>
                  </a:cubicBezTo>
                  <a:cubicBezTo>
                    <a:pt x="723" y="1023"/>
                    <a:pt x="723" y="1023"/>
                    <a:pt x="723" y="1023"/>
                  </a:cubicBezTo>
                  <a:close/>
                  <a:moveTo>
                    <a:pt x="743" y="1013"/>
                  </a:moveTo>
                  <a:lnTo>
                    <a:pt x="743" y="1013"/>
                  </a:lnTo>
                  <a:lnTo>
                    <a:pt x="743" y="1013"/>
                  </a:lnTo>
                  <a:close/>
                  <a:moveTo>
                    <a:pt x="753" y="1003"/>
                  </a:moveTo>
                  <a:lnTo>
                    <a:pt x="753" y="1003"/>
                  </a:lnTo>
                  <a:lnTo>
                    <a:pt x="753" y="1003"/>
                  </a:lnTo>
                  <a:close/>
                  <a:moveTo>
                    <a:pt x="763" y="1003"/>
                  </a:moveTo>
                  <a:lnTo>
                    <a:pt x="763" y="1003"/>
                  </a:lnTo>
                  <a:lnTo>
                    <a:pt x="763" y="1003"/>
                  </a:lnTo>
                  <a:close/>
                  <a:moveTo>
                    <a:pt x="773" y="1003"/>
                  </a:moveTo>
                  <a:lnTo>
                    <a:pt x="773" y="1003"/>
                  </a:lnTo>
                  <a:lnTo>
                    <a:pt x="773" y="1003"/>
                  </a:lnTo>
                  <a:close/>
                  <a:moveTo>
                    <a:pt x="783" y="993"/>
                  </a:moveTo>
                  <a:lnTo>
                    <a:pt x="783" y="993"/>
                  </a:lnTo>
                  <a:lnTo>
                    <a:pt x="783" y="993"/>
                  </a:lnTo>
                  <a:close/>
                  <a:moveTo>
                    <a:pt x="783" y="993"/>
                  </a:moveTo>
                  <a:cubicBezTo>
                    <a:pt x="783" y="993"/>
                    <a:pt x="783" y="993"/>
                    <a:pt x="783" y="993"/>
                  </a:cubicBezTo>
                  <a:cubicBezTo>
                    <a:pt x="783" y="993"/>
                    <a:pt x="783" y="993"/>
                    <a:pt x="783" y="993"/>
                  </a:cubicBezTo>
                  <a:close/>
                  <a:moveTo>
                    <a:pt x="793" y="983"/>
                  </a:moveTo>
                  <a:cubicBezTo>
                    <a:pt x="793" y="983"/>
                    <a:pt x="793" y="983"/>
                    <a:pt x="803" y="983"/>
                  </a:cubicBezTo>
                  <a:cubicBezTo>
                    <a:pt x="793" y="983"/>
                    <a:pt x="793" y="983"/>
                    <a:pt x="793" y="983"/>
                  </a:cubicBezTo>
                  <a:close/>
                  <a:moveTo>
                    <a:pt x="803" y="983"/>
                  </a:moveTo>
                  <a:lnTo>
                    <a:pt x="803" y="983"/>
                  </a:lnTo>
                  <a:lnTo>
                    <a:pt x="803" y="983"/>
                  </a:lnTo>
                  <a:close/>
                  <a:moveTo>
                    <a:pt x="813" y="983"/>
                  </a:moveTo>
                  <a:lnTo>
                    <a:pt x="813" y="983"/>
                  </a:lnTo>
                  <a:lnTo>
                    <a:pt x="813" y="983"/>
                  </a:lnTo>
                  <a:close/>
                  <a:moveTo>
                    <a:pt x="813" y="983"/>
                  </a:moveTo>
                  <a:cubicBezTo>
                    <a:pt x="813" y="983"/>
                    <a:pt x="813" y="983"/>
                    <a:pt x="813" y="983"/>
                  </a:cubicBezTo>
                  <a:cubicBezTo>
                    <a:pt x="813" y="983"/>
                    <a:pt x="813" y="983"/>
                    <a:pt x="813" y="983"/>
                  </a:cubicBezTo>
                  <a:close/>
                  <a:moveTo>
                    <a:pt x="813" y="973"/>
                  </a:moveTo>
                  <a:lnTo>
                    <a:pt x="813" y="973"/>
                  </a:lnTo>
                  <a:lnTo>
                    <a:pt x="813" y="973"/>
                  </a:lnTo>
                  <a:close/>
                  <a:moveTo>
                    <a:pt x="823" y="973"/>
                  </a:moveTo>
                  <a:lnTo>
                    <a:pt x="823" y="973"/>
                  </a:lnTo>
                  <a:lnTo>
                    <a:pt x="823" y="973"/>
                  </a:lnTo>
                  <a:close/>
                  <a:moveTo>
                    <a:pt x="823" y="973"/>
                  </a:moveTo>
                  <a:cubicBezTo>
                    <a:pt x="823" y="973"/>
                    <a:pt x="823" y="973"/>
                    <a:pt x="833" y="973"/>
                  </a:cubicBezTo>
                  <a:cubicBezTo>
                    <a:pt x="823" y="973"/>
                    <a:pt x="823" y="973"/>
                    <a:pt x="823" y="973"/>
                  </a:cubicBezTo>
                  <a:close/>
                  <a:moveTo>
                    <a:pt x="833" y="973"/>
                  </a:moveTo>
                  <a:lnTo>
                    <a:pt x="833" y="973"/>
                  </a:lnTo>
                  <a:lnTo>
                    <a:pt x="833" y="973"/>
                  </a:lnTo>
                  <a:close/>
                  <a:moveTo>
                    <a:pt x="833" y="973"/>
                  </a:moveTo>
                  <a:cubicBezTo>
                    <a:pt x="843" y="973"/>
                    <a:pt x="843" y="973"/>
                    <a:pt x="843" y="973"/>
                  </a:cubicBezTo>
                  <a:cubicBezTo>
                    <a:pt x="843" y="973"/>
                    <a:pt x="843" y="973"/>
                    <a:pt x="833" y="973"/>
                  </a:cubicBezTo>
                  <a:close/>
                  <a:moveTo>
                    <a:pt x="843" y="963"/>
                  </a:moveTo>
                  <a:cubicBezTo>
                    <a:pt x="843" y="963"/>
                    <a:pt x="843" y="963"/>
                    <a:pt x="843" y="963"/>
                  </a:cubicBezTo>
                  <a:cubicBezTo>
                    <a:pt x="843" y="963"/>
                    <a:pt x="843" y="963"/>
                    <a:pt x="843" y="963"/>
                  </a:cubicBezTo>
                  <a:close/>
                  <a:moveTo>
                    <a:pt x="843" y="963"/>
                  </a:moveTo>
                  <a:cubicBezTo>
                    <a:pt x="843" y="963"/>
                    <a:pt x="843" y="963"/>
                    <a:pt x="853" y="963"/>
                  </a:cubicBezTo>
                  <a:cubicBezTo>
                    <a:pt x="843" y="963"/>
                    <a:pt x="843" y="963"/>
                    <a:pt x="843" y="963"/>
                  </a:cubicBezTo>
                  <a:close/>
                  <a:moveTo>
                    <a:pt x="853" y="963"/>
                  </a:moveTo>
                  <a:cubicBezTo>
                    <a:pt x="853" y="963"/>
                    <a:pt x="853" y="963"/>
                    <a:pt x="853" y="963"/>
                  </a:cubicBezTo>
                  <a:cubicBezTo>
                    <a:pt x="853" y="963"/>
                    <a:pt x="853" y="963"/>
                    <a:pt x="853" y="963"/>
                  </a:cubicBezTo>
                  <a:close/>
                  <a:moveTo>
                    <a:pt x="853" y="963"/>
                  </a:moveTo>
                  <a:cubicBezTo>
                    <a:pt x="853" y="963"/>
                    <a:pt x="853" y="963"/>
                    <a:pt x="863" y="963"/>
                  </a:cubicBezTo>
                  <a:cubicBezTo>
                    <a:pt x="853" y="963"/>
                    <a:pt x="853" y="963"/>
                    <a:pt x="853" y="963"/>
                  </a:cubicBezTo>
                  <a:close/>
                  <a:moveTo>
                    <a:pt x="863" y="963"/>
                  </a:moveTo>
                  <a:cubicBezTo>
                    <a:pt x="863" y="963"/>
                    <a:pt x="863" y="963"/>
                    <a:pt x="863" y="963"/>
                  </a:cubicBezTo>
                  <a:cubicBezTo>
                    <a:pt x="863" y="963"/>
                    <a:pt x="863" y="963"/>
                    <a:pt x="863" y="963"/>
                  </a:cubicBezTo>
                  <a:close/>
                  <a:moveTo>
                    <a:pt x="863" y="963"/>
                  </a:moveTo>
                  <a:cubicBezTo>
                    <a:pt x="863" y="963"/>
                    <a:pt x="863" y="963"/>
                    <a:pt x="873" y="963"/>
                  </a:cubicBezTo>
                  <a:cubicBezTo>
                    <a:pt x="863" y="963"/>
                    <a:pt x="863" y="963"/>
                    <a:pt x="863" y="963"/>
                  </a:cubicBezTo>
                  <a:close/>
                  <a:moveTo>
                    <a:pt x="873" y="953"/>
                  </a:moveTo>
                  <a:cubicBezTo>
                    <a:pt x="873" y="953"/>
                    <a:pt x="873" y="953"/>
                    <a:pt x="873" y="953"/>
                  </a:cubicBezTo>
                  <a:cubicBezTo>
                    <a:pt x="873" y="953"/>
                    <a:pt x="873" y="953"/>
                    <a:pt x="873" y="953"/>
                  </a:cubicBezTo>
                  <a:close/>
                  <a:moveTo>
                    <a:pt x="873" y="953"/>
                  </a:moveTo>
                  <a:cubicBezTo>
                    <a:pt x="873" y="953"/>
                    <a:pt x="873" y="953"/>
                    <a:pt x="883" y="953"/>
                  </a:cubicBezTo>
                  <a:cubicBezTo>
                    <a:pt x="873" y="953"/>
                    <a:pt x="873" y="953"/>
                    <a:pt x="873" y="953"/>
                  </a:cubicBezTo>
                  <a:close/>
                  <a:moveTo>
                    <a:pt x="883" y="953"/>
                  </a:moveTo>
                  <a:cubicBezTo>
                    <a:pt x="883" y="953"/>
                    <a:pt x="883" y="953"/>
                    <a:pt x="883" y="953"/>
                  </a:cubicBezTo>
                  <a:cubicBezTo>
                    <a:pt x="883" y="953"/>
                    <a:pt x="883" y="953"/>
                    <a:pt x="883" y="953"/>
                  </a:cubicBezTo>
                  <a:close/>
                  <a:moveTo>
                    <a:pt x="883" y="953"/>
                  </a:moveTo>
                  <a:cubicBezTo>
                    <a:pt x="883" y="953"/>
                    <a:pt x="883" y="953"/>
                    <a:pt x="883" y="953"/>
                  </a:cubicBezTo>
                  <a:cubicBezTo>
                    <a:pt x="883" y="953"/>
                    <a:pt x="883" y="953"/>
                    <a:pt x="883" y="953"/>
                  </a:cubicBezTo>
                  <a:close/>
                  <a:moveTo>
                    <a:pt x="893" y="953"/>
                  </a:moveTo>
                  <a:cubicBezTo>
                    <a:pt x="893" y="953"/>
                    <a:pt x="893" y="953"/>
                    <a:pt x="893" y="953"/>
                  </a:cubicBezTo>
                  <a:cubicBezTo>
                    <a:pt x="893" y="953"/>
                    <a:pt x="893" y="953"/>
                    <a:pt x="893" y="953"/>
                  </a:cubicBezTo>
                  <a:close/>
                  <a:moveTo>
                    <a:pt x="893" y="953"/>
                  </a:moveTo>
                  <a:cubicBezTo>
                    <a:pt x="893" y="953"/>
                    <a:pt x="893" y="953"/>
                    <a:pt x="893" y="953"/>
                  </a:cubicBezTo>
                  <a:cubicBezTo>
                    <a:pt x="893" y="953"/>
                    <a:pt x="893" y="953"/>
                    <a:pt x="893" y="953"/>
                  </a:cubicBezTo>
                  <a:close/>
                  <a:moveTo>
                    <a:pt x="903" y="953"/>
                  </a:moveTo>
                  <a:cubicBezTo>
                    <a:pt x="903" y="943"/>
                    <a:pt x="903" y="943"/>
                    <a:pt x="903" y="943"/>
                  </a:cubicBezTo>
                  <a:cubicBezTo>
                    <a:pt x="903" y="943"/>
                    <a:pt x="903" y="943"/>
                    <a:pt x="903" y="953"/>
                  </a:cubicBezTo>
                  <a:close/>
                  <a:moveTo>
                    <a:pt x="903" y="943"/>
                  </a:moveTo>
                  <a:cubicBezTo>
                    <a:pt x="903" y="943"/>
                    <a:pt x="903" y="943"/>
                    <a:pt x="903" y="943"/>
                  </a:cubicBezTo>
                  <a:cubicBezTo>
                    <a:pt x="903" y="943"/>
                    <a:pt x="903" y="943"/>
                    <a:pt x="903" y="943"/>
                  </a:cubicBezTo>
                  <a:close/>
                  <a:moveTo>
                    <a:pt x="913" y="943"/>
                  </a:moveTo>
                  <a:cubicBezTo>
                    <a:pt x="913" y="943"/>
                    <a:pt x="913" y="943"/>
                    <a:pt x="913" y="943"/>
                  </a:cubicBezTo>
                  <a:cubicBezTo>
                    <a:pt x="913" y="943"/>
                    <a:pt x="913" y="943"/>
                    <a:pt x="913" y="943"/>
                  </a:cubicBezTo>
                  <a:close/>
                  <a:moveTo>
                    <a:pt x="913" y="943"/>
                  </a:moveTo>
                  <a:lnTo>
                    <a:pt x="913" y="943"/>
                  </a:lnTo>
                  <a:lnTo>
                    <a:pt x="913" y="943"/>
                  </a:lnTo>
                  <a:close/>
                  <a:moveTo>
                    <a:pt x="913" y="943"/>
                  </a:moveTo>
                  <a:cubicBezTo>
                    <a:pt x="923" y="943"/>
                    <a:pt x="923" y="943"/>
                    <a:pt x="923" y="943"/>
                  </a:cubicBezTo>
                  <a:cubicBezTo>
                    <a:pt x="923" y="943"/>
                    <a:pt x="923" y="943"/>
                    <a:pt x="913" y="943"/>
                  </a:cubicBezTo>
                  <a:close/>
                  <a:moveTo>
                    <a:pt x="923" y="943"/>
                  </a:moveTo>
                  <a:cubicBezTo>
                    <a:pt x="923" y="943"/>
                    <a:pt x="923" y="943"/>
                    <a:pt x="923" y="943"/>
                  </a:cubicBezTo>
                  <a:cubicBezTo>
                    <a:pt x="923" y="943"/>
                    <a:pt x="923" y="943"/>
                    <a:pt x="923" y="943"/>
                  </a:cubicBezTo>
                  <a:close/>
                  <a:moveTo>
                    <a:pt x="923" y="943"/>
                  </a:moveTo>
                  <a:cubicBezTo>
                    <a:pt x="923" y="943"/>
                    <a:pt x="933" y="943"/>
                    <a:pt x="933" y="943"/>
                  </a:cubicBezTo>
                  <a:cubicBezTo>
                    <a:pt x="933" y="943"/>
                    <a:pt x="923" y="943"/>
                    <a:pt x="923" y="943"/>
                  </a:cubicBezTo>
                  <a:close/>
                  <a:moveTo>
                    <a:pt x="933" y="943"/>
                  </a:moveTo>
                  <a:cubicBezTo>
                    <a:pt x="933" y="943"/>
                    <a:pt x="933" y="943"/>
                    <a:pt x="933" y="943"/>
                  </a:cubicBezTo>
                  <a:cubicBezTo>
                    <a:pt x="933" y="943"/>
                    <a:pt x="933" y="943"/>
                    <a:pt x="933" y="943"/>
                  </a:cubicBezTo>
                  <a:close/>
                  <a:moveTo>
                    <a:pt x="933" y="943"/>
                  </a:moveTo>
                  <a:cubicBezTo>
                    <a:pt x="933" y="943"/>
                    <a:pt x="933" y="943"/>
                    <a:pt x="943" y="943"/>
                  </a:cubicBezTo>
                  <a:cubicBezTo>
                    <a:pt x="933" y="943"/>
                    <a:pt x="933" y="943"/>
                    <a:pt x="933" y="943"/>
                  </a:cubicBezTo>
                  <a:close/>
                  <a:moveTo>
                    <a:pt x="943" y="933"/>
                  </a:moveTo>
                  <a:cubicBezTo>
                    <a:pt x="943" y="933"/>
                    <a:pt x="943" y="933"/>
                    <a:pt x="943" y="933"/>
                  </a:cubicBezTo>
                  <a:cubicBezTo>
                    <a:pt x="943" y="933"/>
                    <a:pt x="943" y="933"/>
                    <a:pt x="943" y="933"/>
                  </a:cubicBezTo>
                  <a:close/>
                  <a:moveTo>
                    <a:pt x="943" y="933"/>
                  </a:moveTo>
                  <a:cubicBezTo>
                    <a:pt x="943" y="933"/>
                    <a:pt x="943" y="933"/>
                    <a:pt x="943" y="933"/>
                  </a:cubicBezTo>
                  <a:cubicBezTo>
                    <a:pt x="943" y="933"/>
                    <a:pt x="943" y="933"/>
                    <a:pt x="943" y="933"/>
                  </a:cubicBezTo>
                  <a:close/>
                  <a:moveTo>
                    <a:pt x="953" y="933"/>
                  </a:moveTo>
                  <a:cubicBezTo>
                    <a:pt x="953" y="933"/>
                    <a:pt x="953" y="933"/>
                    <a:pt x="953" y="933"/>
                  </a:cubicBezTo>
                  <a:cubicBezTo>
                    <a:pt x="953" y="933"/>
                    <a:pt x="953" y="933"/>
                    <a:pt x="953" y="933"/>
                  </a:cubicBezTo>
                  <a:close/>
                  <a:moveTo>
                    <a:pt x="953" y="933"/>
                  </a:moveTo>
                  <a:cubicBezTo>
                    <a:pt x="953" y="933"/>
                    <a:pt x="953" y="933"/>
                    <a:pt x="953" y="933"/>
                  </a:cubicBezTo>
                  <a:cubicBezTo>
                    <a:pt x="953" y="933"/>
                    <a:pt x="953" y="933"/>
                    <a:pt x="953" y="933"/>
                  </a:cubicBezTo>
                  <a:close/>
                  <a:moveTo>
                    <a:pt x="963" y="933"/>
                  </a:moveTo>
                  <a:cubicBezTo>
                    <a:pt x="963" y="933"/>
                    <a:pt x="963" y="933"/>
                    <a:pt x="963" y="933"/>
                  </a:cubicBezTo>
                  <a:cubicBezTo>
                    <a:pt x="963" y="933"/>
                    <a:pt x="963" y="933"/>
                    <a:pt x="963" y="933"/>
                  </a:cubicBezTo>
                  <a:close/>
                  <a:moveTo>
                    <a:pt x="963" y="933"/>
                  </a:moveTo>
                  <a:cubicBezTo>
                    <a:pt x="963" y="933"/>
                    <a:pt x="963" y="933"/>
                    <a:pt x="963" y="933"/>
                  </a:cubicBezTo>
                  <a:cubicBezTo>
                    <a:pt x="963" y="933"/>
                    <a:pt x="963" y="933"/>
                    <a:pt x="963" y="933"/>
                  </a:cubicBezTo>
                  <a:close/>
                  <a:moveTo>
                    <a:pt x="963" y="933"/>
                  </a:moveTo>
                  <a:cubicBezTo>
                    <a:pt x="963" y="933"/>
                    <a:pt x="973" y="933"/>
                    <a:pt x="973" y="933"/>
                  </a:cubicBezTo>
                  <a:cubicBezTo>
                    <a:pt x="973" y="933"/>
                    <a:pt x="963" y="933"/>
                    <a:pt x="963" y="933"/>
                  </a:cubicBezTo>
                  <a:close/>
                  <a:moveTo>
                    <a:pt x="973" y="933"/>
                  </a:moveTo>
                  <a:lnTo>
                    <a:pt x="973" y="933"/>
                  </a:lnTo>
                  <a:lnTo>
                    <a:pt x="973" y="933"/>
                  </a:lnTo>
                  <a:close/>
                  <a:moveTo>
                    <a:pt x="973" y="933"/>
                  </a:moveTo>
                  <a:cubicBezTo>
                    <a:pt x="973" y="933"/>
                    <a:pt x="973" y="933"/>
                    <a:pt x="983" y="933"/>
                  </a:cubicBezTo>
                  <a:cubicBezTo>
                    <a:pt x="973" y="933"/>
                    <a:pt x="973" y="933"/>
                    <a:pt x="973" y="933"/>
                  </a:cubicBezTo>
                  <a:close/>
                  <a:moveTo>
                    <a:pt x="983" y="933"/>
                  </a:moveTo>
                  <a:lnTo>
                    <a:pt x="983" y="933"/>
                  </a:lnTo>
                  <a:lnTo>
                    <a:pt x="983" y="933"/>
                  </a:lnTo>
                  <a:close/>
                  <a:moveTo>
                    <a:pt x="983" y="933"/>
                  </a:moveTo>
                  <a:lnTo>
                    <a:pt x="983" y="933"/>
                  </a:lnTo>
                  <a:lnTo>
                    <a:pt x="983" y="933"/>
                  </a:lnTo>
                  <a:close/>
                  <a:moveTo>
                    <a:pt x="993" y="933"/>
                  </a:moveTo>
                  <a:cubicBezTo>
                    <a:pt x="993" y="933"/>
                    <a:pt x="993" y="933"/>
                    <a:pt x="993" y="933"/>
                  </a:cubicBezTo>
                  <a:cubicBezTo>
                    <a:pt x="993" y="933"/>
                    <a:pt x="993" y="933"/>
                    <a:pt x="993" y="933"/>
                  </a:cubicBezTo>
                  <a:close/>
                  <a:moveTo>
                    <a:pt x="993" y="933"/>
                  </a:moveTo>
                  <a:cubicBezTo>
                    <a:pt x="993" y="933"/>
                    <a:pt x="993" y="933"/>
                    <a:pt x="993" y="933"/>
                  </a:cubicBezTo>
                  <a:cubicBezTo>
                    <a:pt x="993" y="933"/>
                    <a:pt x="993" y="933"/>
                    <a:pt x="993" y="933"/>
                  </a:cubicBezTo>
                  <a:close/>
                  <a:moveTo>
                    <a:pt x="1024" y="923"/>
                  </a:moveTo>
                  <a:cubicBezTo>
                    <a:pt x="1365" y="863"/>
                    <a:pt x="2107" y="51"/>
                    <a:pt x="2498" y="0"/>
                  </a:cubicBezTo>
                  <a:cubicBezTo>
                    <a:pt x="2107" y="51"/>
                    <a:pt x="1365" y="863"/>
                    <a:pt x="1024" y="923"/>
                  </a:cubicBezTo>
                  <a:close/>
                  <a:moveTo>
                    <a:pt x="2578" y="0"/>
                  </a:moveTo>
                  <a:cubicBezTo>
                    <a:pt x="2568" y="0"/>
                    <a:pt x="2548" y="0"/>
                    <a:pt x="2528" y="0"/>
                  </a:cubicBezTo>
                  <a:cubicBezTo>
                    <a:pt x="2548" y="0"/>
                    <a:pt x="2568" y="0"/>
                    <a:pt x="2578" y="0"/>
                  </a:cubicBezTo>
                  <a:close/>
                  <a:moveTo>
                    <a:pt x="2498" y="0"/>
                  </a:moveTo>
                  <a:cubicBezTo>
                    <a:pt x="2508" y="0"/>
                    <a:pt x="2518" y="0"/>
                    <a:pt x="2528" y="0"/>
                  </a:cubicBezTo>
                  <a:lnTo>
                    <a:pt x="2528" y="0"/>
                  </a:lnTo>
                  <a:cubicBezTo>
                    <a:pt x="2518" y="0"/>
                    <a:pt x="2508" y="0"/>
                    <a:pt x="2498" y="0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35" name="Google Shape;12435;p44"/>
            <p:cNvSpPr/>
            <p:nvPr/>
          </p:nvSpPr>
          <p:spPr>
            <a:xfrm>
              <a:off x="4861418" y="842000"/>
              <a:ext cx="1059655" cy="334658"/>
            </a:xfrm>
            <a:custGeom>
              <a:avLst/>
              <a:gdLst/>
              <a:ahLst/>
              <a:cxnLst/>
              <a:rect l="l" t="t" r="r" b="b"/>
              <a:pathLst>
                <a:path w="12770" h="4033" extrusionOk="0">
                  <a:moveTo>
                    <a:pt x="2498" y="0"/>
                  </a:moveTo>
                  <a:cubicBezTo>
                    <a:pt x="2107" y="51"/>
                    <a:pt x="1365" y="863"/>
                    <a:pt x="1024" y="923"/>
                  </a:cubicBezTo>
                  <a:cubicBezTo>
                    <a:pt x="1014" y="923"/>
                    <a:pt x="1003" y="933"/>
                    <a:pt x="993" y="933"/>
                  </a:cubicBezTo>
                  <a:lnTo>
                    <a:pt x="943" y="933"/>
                  </a:lnTo>
                  <a:cubicBezTo>
                    <a:pt x="943" y="933"/>
                    <a:pt x="943" y="943"/>
                    <a:pt x="943" y="943"/>
                  </a:cubicBezTo>
                  <a:lnTo>
                    <a:pt x="903" y="943"/>
                  </a:lnTo>
                  <a:cubicBezTo>
                    <a:pt x="903" y="943"/>
                    <a:pt x="903" y="943"/>
                    <a:pt x="903" y="953"/>
                  </a:cubicBezTo>
                  <a:lnTo>
                    <a:pt x="873" y="953"/>
                  </a:lnTo>
                  <a:cubicBezTo>
                    <a:pt x="873" y="953"/>
                    <a:pt x="873" y="953"/>
                    <a:pt x="873" y="963"/>
                  </a:cubicBezTo>
                  <a:lnTo>
                    <a:pt x="843" y="963"/>
                  </a:lnTo>
                  <a:cubicBezTo>
                    <a:pt x="843" y="973"/>
                    <a:pt x="843" y="973"/>
                    <a:pt x="843" y="973"/>
                  </a:cubicBezTo>
                  <a:lnTo>
                    <a:pt x="813" y="973"/>
                  </a:lnTo>
                  <a:cubicBezTo>
                    <a:pt x="813" y="983"/>
                    <a:pt x="813" y="983"/>
                    <a:pt x="813" y="983"/>
                  </a:cubicBezTo>
                  <a:lnTo>
                    <a:pt x="793" y="983"/>
                  </a:lnTo>
                  <a:cubicBezTo>
                    <a:pt x="793" y="983"/>
                    <a:pt x="793" y="993"/>
                    <a:pt x="783" y="993"/>
                  </a:cubicBezTo>
                  <a:cubicBezTo>
                    <a:pt x="783" y="993"/>
                    <a:pt x="773" y="993"/>
                    <a:pt x="773" y="1003"/>
                  </a:cubicBezTo>
                  <a:lnTo>
                    <a:pt x="753" y="1003"/>
                  </a:lnTo>
                  <a:cubicBezTo>
                    <a:pt x="753" y="1013"/>
                    <a:pt x="743" y="1013"/>
                    <a:pt x="743" y="1013"/>
                  </a:cubicBezTo>
                  <a:cubicBezTo>
                    <a:pt x="733" y="1013"/>
                    <a:pt x="733" y="1023"/>
                    <a:pt x="723" y="1023"/>
                  </a:cubicBezTo>
                  <a:lnTo>
                    <a:pt x="713" y="1023"/>
                  </a:lnTo>
                  <a:cubicBezTo>
                    <a:pt x="713" y="1034"/>
                    <a:pt x="713" y="1034"/>
                    <a:pt x="713" y="1034"/>
                  </a:cubicBezTo>
                  <a:lnTo>
                    <a:pt x="693" y="1034"/>
                  </a:lnTo>
                  <a:cubicBezTo>
                    <a:pt x="693" y="1044"/>
                    <a:pt x="693" y="1044"/>
                    <a:pt x="693" y="1044"/>
                  </a:cubicBezTo>
                  <a:lnTo>
                    <a:pt x="672" y="1044"/>
                  </a:lnTo>
                  <a:cubicBezTo>
                    <a:pt x="672" y="1054"/>
                    <a:pt x="672" y="1054"/>
                    <a:pt x="672" y="1054"/>
                  </a:cubicBezTo>
                  <a:lnTo>
                    <a:pt x="662" y="1054"/>
                  </a:lnTo>
                  <a:lnTo>
                    <a:pt x="652" y="1064"/>
                  </a:lnTo>
                  <a:lnTo>
                    <a:pt x="642" y="1064"/>
                  </a:lnTo>
                  <a:cubicBezTo>
                    <a:pt x="642" y="1064"/>
                    <a:pt x="642" y="1064"/>
                    <a:pt x="642" y="1074"/>
                  </a:cubicBezTo>
                  <a:lnTo>
                    <a:pt x="622" y="1074"/>
                  </a:lnTo>
                  <a:lnTo>
                    <a:pt x="622" y="1084"/>
                  </a:lnTo>
                  <a:lnTo>
                    <a:pt x="602" y="1084"/>
                  </a:lnTo>
                  <a:cubicBezTo>
                    <a:pt x="602" y="1094"/>
                    <a:pt x="602" y="1094"/>
                    <a:pt x="602" y="1094"/>
                  </a:cubicBezTo>
                  <a:lnTo>
                    <a:pt x="592" y="1094"/>
                  </a:lnTo>
                  <a:lnTo>
                    <a:pt x="582" y="1104"/>
                  </a:lnTo>
                  <a:lnTo>
                    <a:pt x="572" y="1104"/>
                  </a:lnTo>
                  <a:lnTo>
                    <a:pt x="572" y="1114"/>
                  </a:lnTo>
                  <a:cubicBezTo>
                    <a:pt x="372" y="1234"/>
                    <a:pt x="171" y="1405"/>
                    <a:pt x="0" y="1535"/>
                  </a:cubicBezTo>
                  <a:lnTo>
                    <a:pt x="10" y="1535"/>
                  </a:lnTo>
                  <a:cubicBezTo>
                    <a:pt x="20" y="1535"/>
                    <a:pt x="41" y="1535"/>
                    <a:pt x="61" y="1525"/>
                  </a:cubicBezTo>
                  <a:cubicBezTo>
                    <a:pt x="101" y="1505"/>
                    <a:pt x="131" y="1475"/>
                    <a:pt x="161" y="1455"/>
                  </a:cubicBezTo>
                  <a:cubicBezTo>
                    <a:pt x="372" y="1284"/>
                    <a:pt x="783" y="1023"/>
                    <a:pt x="933" y="1023"/>
                  </a:cubicBezTo>
                  <a:cubicBezTo>
                    <a:pt x="973" y="1023"/>
                    <a:pt x="1144" y="1124"/>
                    <a:pt x="1345" y="1234"/>
                  </a:cubicBezTo>
                  <a:cubicBezTo>
                    <a:pt x="1686" y="1104"/>
                    <a:pt x="1696" y="1003"/>
                    <a:pt x="2107" y="863"/>
                  </a:cubicBezTo>
                  <a:cubicBezTo>
                    <a:pt x="2227" y="823"/>
                    <a:pt x="2348" y="783"/>
                    <a:pt x="2478" y="783"/>
                  </a:cubicBezTo>
                  <a:lnTo>
                    <a:pt x="2488" y="783"/>
                  </a:lnTo>
                  <a:cubicBezTo>
                    <a:pt x="2739" y="783"/>
                    <a:pt x="3170" y="913"/>
                    <a:pt x="3381" y="1054"/>
                  </a:cubicBezTo>
                  <a:cubicBezTo>
                    <a:pt x="3832" y="1375"/>
                    <a:pt x="4645" y="1655"/>
                    <a:pt x="5186" y="1696"/>
                  </a:cubicBezTo>
                  <a:cubicBezTo>
                    <a:pt x="5196" y="1706"/>
                    <a:pt x="5196" y="1706"/>
                    <a:pt x="5196" y="1706"/>
                  </a:cubicBezTo>
                  <a:cubicBezTo>
                    <a:pt x="5297" y="1706"/>
                    <a:pt x="5066" y="1545"/>
                    <a:pt x="4835" y="1385"/>
                  </a:cubicBezTo>
                  <a:cubicBezTo>
                    <a:pt x="4594" y="1234"/>
                    <a:pt x="4354" y="1074"/>
                    <a:pt x="4414" y="1074"/>
                  </a:cubicBezTo>
                  <a:cubicBezTo>
                    <a:pt x="4424" y="1074"/>
                    <a:pt x="4424" y="1074"/>
                    <a:pt x="4434" y="1084"/>
                  </a:cubicBezTo>
                  <a:cubicBezTo>
                    <a:pt x="4825" y="1174"/>
                    <a:pt x="5337" y="1365"/>
                    <a:pt x="5908" y="1605"/>
                  </a:cubicBezTo>
                  <a:cubicBezTo>
                    <a:pt x="6621" y="1906"/>
                    <a:pt x="8607" y="2979"/>
                    <a:pt x="9389" y="3351"/>
                  </a:cubicBezTo>
                  <a:cubicBezTo>
                    <a:pt x="9439" y="3371"/>
                    <a:pt x="9469" y="3381"/>
                    <a:pt x="9479" y="3381"/>
                  </a:cubicBezTo>
                  <a:cubicBezTo>
                    <a:pt x="9550" y="3381"/>
                    <a:pt x="9289" y="3170"/>
                    <a:pt x="9028" y="2949"/>
                  </a:cubicBezTo>
                  <a:cubicBezTo>
                    <a:pt x="8767" y="2739"/>
                    <a:pt x="8506" y="2518"/>
                    <a:pt x="8577" y="2518"/>
                  </a:cubicBezTo>
                  <a:cubicBezTo>
                    <a:pt x="8587" y="2518"/>
                    <a:pt x="8607" y="2528"/>
                    <a:pt x="8647" y="2548"/>
                  </a:cubicBezTo>
                  <a:cubicBezTo>
                    <a:pt x="9229" y="2809"/>
                    <a:pt x="10894" y="3601"/>
                    <a:pt x="11265" y="3722"/>
                  </a:cubicBezTo>
                  <a:cubicBezTo>
                    <a:pt x="11576" y="3822"/>
                    <a:pt x="12468" y="4033"/>
                    <a:pt x="12689" y="4033"/>
                  </a:cubicBezTo>
                  <a:cubicBezTo>
                    <a:pt x="12759" y="4033"/>
                    <a:pt x="12769" y="4013"/>
                    <a:pt x="12679" y="3962"/>
                  </a:cubicBezTo>
                  <a:cubicBezTo>
                    <a:pt x="12278" y="3762"/>
                    <a:pt x="11877" y="3571"/>
                    <a:pt x="11495" y="3391"/>
                  </a:cubicBezTo>
                  <a:cubicBezTo>
                    <a:pt x="9710" y="2658"/>
                    <a:pt x="7684" y="1766"/>
                    <a:pt x="7694" y="1675"/>
                  </a:cubicBezTo>
                  <a:cubicBezTo>
                    <a:pt x="7744" y="1675"/>
                    <a:pt x="7794" y="1665"/>
                    <a:pt x="7854" y="1645"/>
                  </a:cubicBezTo>
                  <a:cubicBezTo>
                    <a:pt x="7814" y="1625"/>
                    <a:pt x="7784" y="1605"/>
                    <a:pt x="7754" y="1595"/>
                  </a:cubicBezTo>
                  <a:lnTo>
                    <a:pt x="7634" y="1595"/>
                  </a:lnTo>
                  <a:cubicBezTo>
                    <a:pt x="7573" y="1595"/>
                    <a:pt x="7523" y="1595"/>
                    <a:pt x="7473" y="1575"/>
                  </a:cubicBezTo>
                  <a:lnTo>
                    <a:pt x="7453" y="1575"/>
                  </a:lnTo>
                  <a:cubicBezTo>
                    <a:pt x="7202" y="1475"/>
                    <a:pt x="6430" y="963"/>
                    <a:pt x="6290" y="863"/>
                  </a:cubicBezTo>
                  <a:cubicBezTo>
                    <a:pt x="6159" y="753"/>
                    <a:pt x="5678" y="793"/>
                    <a:pt x="5417" y="582"/>
                  </a:cubicBezTo>
                  <a:cubicBezTo>
                    <a:pt x="5156" y="372"/>
                    <a:pt x="4785" y="291"/>
                    <a:pt x="4294" y="211"/>
                  </a:cubicBezTo>
                  <a:cubicBezTo>
                    <a:pt x="3802" y="141"/>
                    <a:pt x="2949" y="91"/>
                    <a:pt x="2578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36" name="Google Shape;12436;p44"/>
            <p:cNvSpPr/>
            <p:nvPr/>
          </p:nvSpPr>
          <p:spPr>
            <a:xfrm>
              <a:off x="4866397" y="926889"/>
              <a:ext cx="948959" cy="196497"/>
            </a:xfrm>
            <a:custGeom>
              <a:avLst/>
              <a:gdLst/>
              <a:ahLst/>
              <a:cxnLst/>
              <a:rect l="l" t="t" r="r" b="b"/>
              <a:pathLst>
                <a:path w="11436" h="2368" extrusionOk="0">
                  <a:moveTo>
                    <a:pt x="873" y="0"/>
                  </a:moveTo>
                  <a:cubicBezTo>
                    <a:pt x="723" y="0"/>
                    <a:pt x="312" y="261"/>
                    <a:pt x="101" y="432"/>
                  </a:cubicBezTo>
                  <a:cubicBezTo>
                    <a:pt x="71" y="452"/>
                    <a:pt x="41" y="482"/>
                    <a:pt x="1" y="502"/>
                  </a:cubicBezTo>
                  <a:cubicBezTo>
                    <a:pt x="271" y="472"/>
                    <a:pt x="1094" y="271"/>
                    <a:pt x="1174" y="251"/>
                  </a:cubicBezTo>
                  <a:cubicBezTo>
                    <a:pt x="1214" y="231"/>
                    <a:pt x="1254" y="221"/>
                    <a:pt x="1285" y="211"/>
                  </a:cubicBezTo>
                  <a:cubicBezTo>
                    <a:pt x="1084" y="101"/>
                    <a:pt x="913" y="0"/>
                    <a:pt x="873" y="0"/>
                  </a:cubicBezTo>
                  <a:close/>
                  <a:moveTo>
                    <a:pt x="7794" y="622"/>
                  </a:moveTo>
                  <a:cubicBezTo>
                    <a:pt x="7734" y="642"/>
                    <a:pt x="7684" y="652"/>
                    <a:pt x="7634" y="652"/>
                  </a:cubicBezTo>
                  <a:cubicBezTo>
                    <a:pt x="7624" y="743"/>
                    <a:pt x="9650" y="1635"/>
                    <a:pt x="11435" y="2368"/>
                  </a:cubicBezTo>
                  <a:cubicBezTo>
                    <a:pt x="9951" y="1656"/>
                    <a:pt x="8617" y="1084"/>
                    <a:pt x="7794" y="62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37" name="Google Shape;12437;p44"/>
            <p:cNvSpPr/>
            <p:nvPr/>
          </p:nvSpPr>
          <p:spPr>
            <a:xfrm>
              <a:off x="4858099" y="1035924"/>
              <a:ext cx="423696" cy="109949"/>
            </a:xfrm>
            <a:custGeom>
              <a:avLst/>
              <a:gdLst/>
              <a:ahLst/>
              <a:cxnLst/>
              <a:rect l="l" t="t" r="r" b="b"/>
              <a:pathLst>
                <a:path w="5106" h="1325" extrusionOk="0">
                  <a:moveTo>
                    <a:pt x="1665" y="0"/>
                  </a:moveTo>
                  <a:cubicBezTo>
                    <a:pt x="1395" y="0"/>
                    <a:pt x="1154" y="131"/>
                    <a:pt x="963" y="271"/>
                  </a:cubicBezTo>
                  <a:cubicBezTo>
                    <a:pt x="672" y="482"/>
                    <a:pt x="863" y="342"/>
                    <a:pt x="281" y="652"/>
                  </a:cubicBezTo>
                  <a:cubicBezTo>
                    <a:pt x="0" y="803"/>
                    <a:pt x="30" y="863"/>
                    <a:pt x="231" y="863"/>
                  </a:cubicBezTo>
                  <a:cubicBezTo>
                    <a:pt x="432" y="863"/>
                    <a:pt x="813" y="803"/>
                    <a:pt x="1174" y="713"/>
                  </a:cubicBezTo>
                  <a:cubicBezTo>
                    <a:pt x="1264" y="693"/>
                    <a:pt x="1334" y="683"/>
                    <a:pt x="1395" y="683"/>
                  </a:cubicBezTo>
                  <a:cubicBezTo>
                    <a:pt x="1585" y="683"/>
                    <a:pt x="1635" y="773"/>
                    <a:pt x="1685" y="863"/>
                  </a:cubicBezTo>
                  <a:cubicBezTo>
                    <a:pt x="1736" y="953"/>
                    <a:pt x="1786" y="1044"/>
                    <a:pt x="1946" y="1044"/>
                  </a:cubicBezTo>
                  <a:cubicBezTo>
                    <a:pt x="1986" y="1044"/>
                    <a:pt x="2037" y="1034"/>
                    <a:pt x="2087" y="1024"/>
                  </a:cubicBezTo>
                  <a:cubicBezTo>
                    <a:pt x="2167" y="1014"/>
                    <a:pt x="2267" y="1004"/>
                    <a:pt x="2368" y="1004"/>
                  </a:cubicBezTo>
                  <a:cubicBezTo>
                    <a:pt x="2919" y="1004"/>
                    <a:pt x="3631" y="1244"/>
                    <a:pt x="4414" y="1314"/>
                  </a:cubicBezTo>
                  <a:cubicBezTo>
                    <a:pt x="4454" y="1325"/>
                    <a:pt x="4494" y="1325"/>
                    <a:pt x="4524" y="1325"/>
                  </a:cubicBezTo>
                  <a:cubicBezTo>
                    <a:pt x="5106" y="1325"/>
                    <a:pt x="3030" y="562"/>
                    <a:pt x="2087" y="101"/>
                  </a:cubicBezTo>
                  <a:cubicBezTo>
                    <a:pt x="1936" y="31"/>
                    <a:pt x="1796" y="0"/>
                    <a:pt x="1665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38" name="Google Shape;12438;p44"/>
            <p:cNvSpPr/>
            <p:nvPr/>
          </p:nvSpPr>
          <p:spPr>
            <a:xfrm>
              <a:off x="4722427" y="1047542"/>
              <a:ext cx="16679" cy="3485"/>
            </a:xfrm>
            <a:custGeom>
              <a:avLst/>
              <a:gdLst/>
              <a:ahLst/>
              <a:cxnLst/>
              <a:rect l="l" t="t" r="r" b="b"/>
              <a:pathLst>
                <a:path w="201" h="42" extrusionOk="0">
                  <a:moveTo>
                    <a:pt x="201" y="41"/>
                  </a:moveTo>
                  <a:cubicBezTo>
                    <a:pt x="171" y="31"/>
                    <a:pt x="131" y="31"/>
                    <a:pt x="91" y="21"/>
                  </a:cubicBezTo>
                  <a:cubicBezTo>
                    <a:pt x="131" y="31"/>
                    <a:pt x="171" y="31"/>
                    <a:pt x="201" y="41"/>
                  </a:cubicBezTo>
                  <a:lnTo>
                    <a:pt x="201" y="41"/>
                  </a:lnTo>
                  <a:close/>
                  <a:moveTo>
                    <a:pt x="20" y="1"/>
                  </a:moveTo>
                  <a:cubicBezTo>
                    <a:pt x="10" y="1"/>
                    <a:pt x="10" y="1"/>
                    <a:pt x="0" y="1"/>
                  </a:cubicBezTo>
                  <a:cubicBezTo>
                    <a:pt x="10" y="1"/>
                    <a:pt x="10" y="1"/>
                    <a:pt x="20" y="1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39" name="Google Shape;12439;p44"/>
            <p:cNvSpPr/>
            <p:nvPr/>
          </p:nvSpPr>
          <p:spPr>
            <a:xfrm>
              <a:off x="4617540" y="1028456"/>
              <a:ext cx="160732" cy="55016"/>
            </a:xfrm>
            <a:custGeom>
              <a:avLst/>
              <a:gdLst/>
              <a:ahLst/>
              <a:cxnLst/>
              <a:rect l="l" t="t" r="r" b="b"/>
              <a:pathLst>
                <a:path w="1937" h="663" extrusionOk="0">
                  <a:moveTo>
                    <a:pt x="362" y="0"/>
                  </a:moveTo>
                  <a:cubicBezTo>
                    <a:pt x="241" y="0"/>
                    <a:pt x="121" y="20"/>
                    <a:pt x="0" y="80"/>
                  </a:cubicBezTo>
                  <a:lnTo>
                    <a:pt x="21" y="80"/>
                  </a:lnTo>
                  <a:cubicBezTo>
                    <a:pt x="21" y="101"/>
                    <a:pt x="31" y="121"/>
                    <a:pt x="41" y="141"/>
                  </a:cubicBezTo>
                  <a:cubicBezTo>
                    <a:pt x="191" y="351"/>
                    <a:pt x="492" y="562"/>
                    <a:pt x="683" y="562"/>
                  </a:cubicBezTo>
                  <a:lnTo>
                    <a:pt x="713" y="562"/>
                  </a:lnTo>
                  <a:cubicBezTo>
                    <a:pt x="783" y="552"/>
                    <a:pt x="863" y="552"/>
                    <a:pt x="943" y="552"/>
                  </a:cubicBezTo>
                  <a:cubicBezTo>
                    <a:pt x="1164" y="552"/>
                    <a:pt x="1445" y="582"/>
                    <a:pt x="1846" y="652"/>
                  </a:cubicBezTo>
                  <a:cubicBezTo>
                    <a:pt x="1876" y="652"/>
                    <a:pt x="1906" y="662"/>
                    <a:pt x="1936" y="662"/>
                  </a:cubicBezTo>
                  <a:cubicBezTo>
                    <a:pt x="1836" y="602"/>
                    <a:pt x="1746" y="542"/>
                    <a:pt x="1676" y="502"/>
                  </a:cubicBezTo>
                  <a:cubicBezTo>
                    <a:pt x="1485" y="401"/>
                    <a:pt x="1405" y="361"/>
                    <a:pt x="1435" y="361"/>
                  </a:cubicBezTo>
                  <a:cubicBezTo>
                    <a:pt x="1445" y="361"/>
                    <a:pt x="1465" y="371"/>
                    <a:pt x="1505" y="371"/>
                  </a:cubicBezTo>
                  <a:cubicBezTo>
                    <a:pt x="1515" y="381"/>
                    <a:pt x="1525" y="381"/>
                    <a:pt x="1545" y="381"/>
                  </a:cubicBezTo>
                  <a:cubicBezTo>
                    <a:pt x="1565" y="381"/>
                    <a:pt x="1595" y="371"/>
                    <a:pt x="1615" y="361"/>
                  </a:cubicBezTo>
                  <a:cubicBezTo>
                    <a:pt x="1575" y="331"/>
                    <a:pt x="1515" y="301"/>
                    <a:pt x="1465" y="271"/>
                  </a:cubicBezTo>
                  <a:cubicBezTo>
                    <a:pt x="1435" y="261"/>
                    <a:pt x="1395" y="261"/>
                    <a:pt x="1355" y="251"/>
                  </a:cubicBezTo>
                  <a:cubicBezTo>
                    <a:pt x="1335" y="241"/>
                    <a:pt x="1314" y="241"/>
                    <a:pt x="1284" y="231"/>
                  </a:cubicBezTo>
                  <a:lnTo>
                    <a:pt x="1264" y="231"/>
                  </a:lnTo>
                  <a:cubicBezTo>
                    <a:pt x="1004" y="161"/>
                    <a:pt x="683" y="0"/>
                    <a:pt x="362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40" name="Google Shape;12440;p44"/>
            <p:cNvSpPr/>
            <p:nvPr/>
          </p:nvSpPr>
          <p:spPr>
            <a:xfrm>
              <a:off x="4734044" y="1058412"/>
              <a:ext cx="66716" cy="26720"/>
            </a:xfrm>
            <a:custGeom>
              <a:avLst/>
              <a:gdLst/>
              <a:ahLst/>
              <a:cxnLst/>
              <a:rect l="l" t="t" r="r" b="b"/>
              <a:pathLst>
                <a:path w="804" h="322" extrusionOk="0">
                  <a:moveTo>
                    <a:pt x="31" y="0"/>
                  </a:moveTo>
                  <a:cubicBezTo>
                    <a:pt x="1" y="0"/>
                    <a:pt x="81" y="40"/>
                    <a:pt x="272" y="141"/>
                  </a:cubicBezTo>
                  <a:cubicBezTo>
                    <a:pt x="342" y="181"/>
                    <a:pt x="432" y="241"/>
                    <a:pt x="532" y="301"/>
                  </a:cubicBezTo>
                  <a:cubicBezTo>
                    <a:pt x="603" y="311"/>
                    <a:pt x="653" y="321"/>
                    <a:pt x="683" y="321"/>
                  </a:cubicBezTo>
                  <a:cubicBezTo>
                    <a:pt x="803" y="321"/>
                    <a:pt x="633" y="231"/>
                    <a:pt x="211" y="0"/>
                  </a:cubicBezTo>
                  <a:cubicBezTo>
                    <a:pt x="191" y="10"/>
                    <a:pt x="161" y="20"/>
                    <a:pt x="141" y="20"/>
                  </a:cubicBezTo>
                  <a:cubicBezTo>
                    <a:pt x="121" y="20"/>
                    <a:pt x="111" y="20"/>
                    <a:pt x="101" y="10"/>
                  </a:cubicBezTo>
                  <a:cubicBezTo>
                    <a:pt x="61" y="10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7EC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41" name="Google Shape;12441;p44"/>
            <p:cNvSpPr/>
            <p:nvPr/>
          </p:nvSpPr>
          <p:spPr>
            <a:xfrm>
              <a:off x="4617540" y="1035095"/>
              <a:ext cx="3402" cy="5062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0" y="0"/>
                  </a:moveTo>
                  <a:cubicBezTo>
                    <a:pt x="21" y="21"/>
                    <a:pt x="31" y="41"/>
                    <a:pt x="41" y="61"/>
                  </a:cubicBezTo>
                  <a:cubicBezTo>
                    <a:pt x="31" y="41"/>
                    <a:pt x="21" y="21"/>
                    <a:pt x="21" y="0"/>
                  </a:cubicBezTo>
                  <a:close/>
                </a:path>
              </a:pathLst>
            </a:custGeom>
            <a:solidFill>
              <a:srgbClr val="7EC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2442" name="Google Shape;12442;p44"/>
          <p:cNvGrpSpPr/>
          <p:nvPr/>
        </p:nvGrpSpPr>
        <p:grpSpPr>
          <a:xfrm rot="210135">
            <a:off x="4599529" y="3975217"/>
            <a:ext cx="4319878" cy="935888"/>
            <a:chOff x="4963752" y="4000536"/>
            <a:chExt cx="2501340" cy="541907"/>
          </a:xfrm>
        </p:grpSpPr>
        <p:sp>
          <p:nvSpPr>
            <p:cNvPr id="12443" name="Google Shape;12443;p44"/>
            <p:cNvSpPr/>
            <p:nvPr/>
          </p:nvSpPr>
          <p:spPr>
            <a:xfrm>
              <a:off x="5654130" y="4242777"/>
              <a:ext cx="302221" cy="80900"/>
            </a:xfrm>
            <a:custGeom>
              <a:avLst/>
              <a:gdLst/>
              <a:ahLst/>
              <a:cxnLst/>
              <a:rect l="l" t="t" r="r" b="b"/>
              <a:pathLst>
                <a:path w="6743" h="1805" extrusionOk="0">
                  <a:moveTo>
                    <a:pt x="3531" y="1"/>
                  </a:moveTo>
                  <a:cubicBezTo>
                    <a:pt x="3435" y="1"/>
                    <a:pt x="3356" y="63"/>
                    <a:pt x="3341" y="228"/>
                  </a:cubicBezTo>
                  <a:cubicBezTo>
                    <a:pt x="3310" y="178"/>
                    <a:pt x="3270" y="97"/>
                    <a:pt x="3210" y="77"/>
                  </a:cubicBezTo>
                  <a:cubicBezTo>
                    <a:pt x="3189" y="66"/>
                    <a:pt x="3168" y="60"/>
                    <a:pt x="3146" y="60"/>
                  </a:cubicBezTo>
                  <a:cubicBezTo>
                    <a:pt x="2960" y="60"/>
                    <a:pt x="2757" y="455"/>
                    <a:pt x="2739" y="689"/>
                  </a:cubicBezTo>
                  <a:cubicBezTo>
                    <a:pt x="2679" y="639"/>
                    <a:pt x="2608" y="649"/>
                    <a:pt x="2548" y="629"/>
                  </a:cubicBezTo>
                  <a:cubicBezTo>
                    <a:pt x="2548" y="689"/>
                    <a:pt x="2518" y="739"/>
                    <a:pt x="2528" y="799"/>
                  </a:cubicBezTo>
                  <a:cubicBezTo>
                    <a:pt x="2433" y="745"/>
                    <a:pt x="2320" y="618"/>
                    <a:pt x="2226" y="618"/>
                  </a:cubicBezTo>
                  <a:cubicBezTo>
                    <a:pt x="2181" y="618"/>
                    <a:pt x="2139" y="648"/>
                    <a:pt x="2107" y="729"/>
                  </a:cubicBezTo>
                  <a:cubicBezTo>
                    <a:pt x="2028" y="662"/>
                    <a:pt x="1946" y="607"/>
                    <a:pt x="1872" y="607"/>
                  </a:cubicBezTo>
                  <a:cubicBezTo>
                    <a:pt x="1814" y="607"/>
                    <a:pt x="1760" y="641"/>
                    <a:pt x="1716" y="729"/>
                  </a:cubicBezTo>
                  <a:cubicBezTo>
                    <a:pt x="1655" y="654"/>
                    <a:pt x="1520" y="470"/>
                    <a:pt x="1428" y="470"/>
                  </a:cubicBezTo>
                  <a:cubicBezTo>
                    <a:pt x="1398" y="470"/>
                    <a:pt x="1372" y="489"/>
                    <a:pt x="1354" y="539"/>
                  </a:cubicBezTo>
                  <a:cubicBezTo>
                    <a:pt x="1320" y="445"/>
                    <a:pt x="1273" y="407"/>
                    <a:pt x="1220" y="407"/>
                  </a:cubicBezTo>
                  <a:cubicBezTo>
                    <a:pt x="1166" y="407"/>
                    <a:pt x="1105" y="447"/>
                    <a:pt x="1044" y="509"/>
                  </a:cubicBezTo>
                  <a:cubicBezTo>
                    <a:pt x="953" y="408"/>
                    <a:pt x="893" y="278"/>
                    <a:pt x="763" y="258"/>
                  </a:cubicBezTo>
                  <a:cubicBezTo>
                    <a:pt x="760" y="257"/>
                    <a:pt x="757" y="257"/>
                    <a:pt x="754" y="257"/>
                  </a:cubicBezTo>
                  <a:cubicBezTo>
                    <a:pt x="678" y="257"/>
                    <a:pt x="620" y="381"/>
                    <a:pt x="562" y="448"/>
                  </a:cubicBezTo>
                  <a:cubicBezTo>
                    <a:pt x="527" y="421"/>
                    <a:pt x="494" y="409"/>
                    <a:pt x="463" y="409"/>
                  </a:cubicBezTo>
                  <a:cubicBezTo>
                    <a:pt x="335" y="409"/>
                    <a:pt x="245" y="612"/>
                    <a:pt x="221" y="749"/>
                  </a:cubicBezTo>
                  <a:cubicBezTo>
                    <a:pt x="0" y="890"/>
                    <a:pt x="161" y="1221"/>
                    <a:pt x="341" y="1361"/>
                  </a:cubicBezTo>
                  <a:cubicBezTo>
                    <a:pt x="552" y="1522"/>
                    <a:pt x="893" y="1522"/>
                    <a:pt x="1134" y="1532"/>
                  </a:cubicBezTo>
                  <a:cubicBezTo>
                    <a:pt x="1675" y="1572"/>
                    <a:pt x="2207" y="1702"/>
                    <a:pt x="2749" y="1772"/>
                  </a:cubicBezTo>
                  <a:cubicBezTo>
                    <a:pt x="2920" y="1795"/>
                    <a:pt x="3090" y="1805"/>
                    <a:pt x="3261" y="1805"/>
                  </a:cubicBezTo>
                  <a:cubicBezTo>
                    <a:pt x="3983" y="1805"/>
                    <a:pt x="4707" y="1636"/>
                    <a:pt x="5437" y="1612"/>
                  </a:cubicBezTo>
                  <a:cubicBezTo>
                    <a:pt x="5668" y="1602"/>
                    <a:pt x="6671" y="1652"/>
                    <a:pt x="6711" y="1211"/>
                  </a:cubicBezTo>
                  <a:cubicBezTo>
                    <a:pt x="6742" y="951"/>
                    <a:pt x="6421" y="684"/>
                    <a:pt x="6180" y="684"/>
                  </a:cubicBezTo>
                  <a:cubicBezTo>
                    <a:pt x="6114" y="684"/>
                    <a:pt x="6054" y="704"/>
                    <a:pt x="6009" y="749"/>
                  </a:cubicBezTo>
                  <a:cubicBezTo>
                    <a:pt x="5967" y="642"/>
                    <a:pt x="5872" y="602"/>
                    <a:pt x="5763" y="602"/>
                  </a:cubicBezTo>
                  <a:cubicBezTo>
                    <a:pt x="5586" y="602"/>
                    <a:pt x="5373" y="706"/>
                    <a:pt x="5286" y="799"/>
                  </a:cubicBezTo>
                  <a:cubicBezTo>
                    <a:pt x="5216" y="736"/>
                    <a:pt x="5127" y="693"/>
                    <a:pt x="5042" y="693"/>
                  </a:cubicBezTo>
                  <a:cubicBezTo>
                    <a:pt x="5005" y="693"/>
                    <a:pt x="4969" y="701"/>
                    <a:pt x="4935" y="719"/>
                  </a:cubicBezTo>
                  <a:cubicBezTo>
                    <a:pt x="4888" y="636"/>
                    <a:pt x="4792" y="557"/>
                    <a:pt x="4715" y="557"/>
                  </a:cubicBezTo>
                  <a:cubicBezTo>
                    <a:pt x="4661" y="557"/>
                    <a:pt x="4617" y="596"/>
                    <a:pt x="4604" y="699"/>
                  </a:cubicBezTo>
                  <a:cubicBezTo>
                    <a:pt x="4566" y="544"/>
                    <a:pt x="4454" y="485"/>
                    <a:pt x="4327" y="485"/>
                  </a:cubicBezTo>
                  <a:cubicBezTo>
                    <a:pt x="4290" y="485"/>
                    <a:pt x="4252" y="489"/>
                    <a:pt x="4213" y="498"/>
                  </a:cubicBezTo>
                  <a:cubicBezTo>
                    <a:pt x="4223" y="353"/>
                    <a:pt x="4046" y="227"/>
                    <a:pt x="3926" y="227"/>
                  </a:cubicBezTo>
                  <a:cubicBezTo>
                    <a:pt x="3921" y="227"/>
                    <a:pt x="3917" y="227"/>
                    <a:pt x="3912" y="228"/>
                  </a:cubicBezTo>
                  <a:lnTo>
                    <a:pt x="3932" y="298"/>
                  </a:lnTo>
                  <a:cubicBezTo>
                    <a:pt x="3871" y="151"/>
                    <a:pt x="3680" y="1"/>
                    <a:pt x="35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2444" name="Google Shape;12444;p44"/>
            <p:cNvGrpSpPr/>
            <p:nvPr/>
          </p:nvGrpSpPr>
          <p:grpSpPr>
            <a:xfrm rot="-278360">
              <a:off x="6533282" y="4037668"/>
              <a:ext cx="925757" cy="187175"/>
              <a:chOff x="1255200" y="4115196"/>
              <a:chExt cx="828298" cy="167470"/>
            </a:xfrm>
          </p:grpSpPr>
          <p:sp>
            <p:nvSpPr>
              <p:cNvPr id="12445" name="Google Shape;12445;p44"/>
              <p:cNvSpPr/>
              <p:nvPr/>
            </p:nvSpPr>
            <p:spPr>
              <a:xfrm>
                <a:off x="1806305" y="4141304"/>
                <a:ext cx="203600" cy="110522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2756" extrusionOk="0">
                    <a:moveTo>
                      <a:pt x="4069" y="1"/>
                    </a:moveTo>
                    <a:cubicBezTo>
                      <a:pt x="3971" y="1"/>
                      <a:pt x="3853" y="67"/>
                      <a:pt x="3762" y="224"/>
                    </a:cubicBezTo>
                    <a:cubicBezTo>
                      <a:pt x="3742" y="204"/>
                      <a:pt x="3732" y="174"/>
                      <a:pt x="3712" y="154"/>
                    </a:cubicBezTo>
                    <a:cubicBezTo>
                      <a:pt x="3632" y="224"/>
                      <a:pt x="3562" y="324"/>
                      <a:pt x="3511" y="425"/>
                    </a:cubicBezTo>
                    <a:cubicBezTo>
                      <a:pt x="3478" y="387"/>
                      <a:pt x="3447" y="371"/>
                      <a:pt x="3417" y="371"/>
                    </a:cubicBezTo>
                    <a:cubicBezTo>
                      <a:pt x="3240" y="371"/>
                      <a:pt x="3124" y="949"/>
                      <a:pt x="3090" y="1087"/>
                    </a:cubicBezTo>
                    <a:cubicBezTo>
                      <a:pt x="3054" y="997"/>
                      <a:pt x="2994" y="923"/>
                      <a:pt x="2910" y="923"/>
                    </a:cubicBezTo>
                    <a:cubicBezTo>
                      <a:pt x="2900" y="923"/>
                      <a:pt x="2890" y="924"/>
                      <a:pt x="2879" y="926"/>
                    </a:cubicBezTo>
                    <a:cubicBezTo>
                      <a:pt x="2739" y="966"/>
                      <a:pt x="2719" y="1137"/>
                      <a:pt x="2719" y="1368"/>
                    </a:cubicBezTo>
                    <a:cubicBezTo>
                      <a:pt x="2729" y="1608"/>
                      <a:pt x="2849" y="1699"/>
                      <a:pt x="2859" y="1939"/>
                    </a:cubicBezTo>
                    <a:cubicBezTo>
                      <a:pt x="2830" y="1916"/>
                      <a:pt x="2808" y="1906"/>
                      <a:pt x="2784" y="1906"/>
                    </a:cubicBezTo>
                    <a:cubicBezTo>
                      <a:pt x="2767" y="1906"/>
                      <a:pt x="2750" y="1911"/>
                      <a:pt x="2729" y="1919"/>
                    </a:cubicBezTo>
                    <a:cubicBezTo>
                      <a:pt x="2619" y="1959"/>
                      <a:pt x="2669" y="2030"/>
                      <a:pt x="2639" y="2090"/>
                    </a:cubicBezTo>
                    <a:cubicBezTo>
                      <a:pt x="2619" y="2058"/>
                      <a:pt x="2573" y="2045"/>
                      <a:pt x="2523" y="2045"/>
                    </a:cubicBezTo>
                    <a:cubicBezTo>
                      <a:pt x="2447" y="2045"/>
                      <a:pt x="2362" y="2074"/>
                      <a:pt x="2338" y="2110"/>
                    </a:cubicBezTo>
                    <a:cubicBezTo>
                      <a:pt x="2299" y="1983"/>
                      <a:pt x="2317" y="1829"/>
                      <a:pt x="2208" y="1829"/>
                    </a:cubicBezTo>
                    <a:cubicBezTo>
                      <a:pt x="2204" y="1829"/>
                      <a:pt x="2201" y="1829"/>
                      <a:pt x="2197" y="1829"/>
                    </a:cubicBezTo>
                    <a:cubicBezTo>
                      <a:pt x="2188" y="1829"/>
                      <a:pt x="2179" y="1830"/>
                      <a:pt x="2170" y="1830"/>
                    </a:cubicBezTo>
                    <a:cubicBezTo>
                      <a:pt x="2060" y="1830"/>
                      <a:pt x="1957" y="1804"/>
                      <a:pt x="1870" y="1804"/>
                    </a:cubicBezTo>
                    <a:cubicBezTo>
                      <a:pt x="1776" y="1804"/>
                      <a:pt x="1701" y="1834"/>
                      <a:pt x="1656" y="1959"/>
                    </a:cubicBezTo>
                    <a:cubicBezTo>
                      <a:pt x="1568" y="1928"/>
                      <a:pt x="1454" y="1882"/>
                      <a:pt x="1357" y="1882"/>
                    </a:cubicBezTo>
                    <a:cubicBezTo>
                      <a:pt x="1265" y="1882"/>
                      <a:pt x="1189" y="1923"/>
                      <a:pt x="1164" y="2060"/>
                    </a:cubicBezTo>
                    <a:cubicBezTo>
                      <a:pt x="1023" y="1978"/>
                      <a:pt x="942" y="1929"/>
                      <a:pt x="868" y="1929"/>
                    </a:cubicBezTo>
                    <a:cubicBezTo>
                      <a:pt x="779" y="1929"/>
                      <a:pt x="701" y="2000"/>
                      <a:pt x="542" y="2170"/>
                    </a:cubicBezTo>
                    <a:cubicBezTo>
                      <a:pt x="468" y="2111"/>
                      <a:pt x="401" y="2086"/>
                      <a:pt x="341" y="2086"/>
                    </a:cubicBezTo>
                    <a:cubicBezTo>
                      <a:pt x="167" y="2086"/>
                      <a:pt x="53" y="2299"/>
                      <a:pt x="1" y="2501"/>
                    </a:cubicBezTo>
                    <a:cubicBezTo>
                      <a:pt x="161" y="2601"/>
                      <a:pt x="282" y="2672"/>
                      <a:pt x="582" y="2712"/>
                    </a:cubicBezTo>
                    <a:cubicBezTo>
                      <a:pt x="738" y="2732"/>
                      <a:pt x="893" y="2739"/>
                      <a:pt x="1050" y="2739"/>
                    </a:cubicBezTo>
                    <a:cubicBezTo>
                      <a:pt x="1207" y="2739"/>
                      <a:pt x="1365" y="2732"/>
                      <a:pt x="1525" y="2722"/>
                    </a:cubicBezTo>
                    <a:cubicBezTo>
                      <a:pt x="1556" y="2721"/>
                      <a:pt x="1586" y="2721"/>
                      <a:pt x="1617" y="2721"/>
                    </a:cubicBezTo>
                    <a:cubicBezTo>
                      <a:pt x="1920" y="2721"/>
                      <a:pt x="2218" y="2756"/>
                      <a:pt x="2520" y="2756"/>
                    </a:cubicBezTo>
                    <a:cubicBezTo>
                      <a:pt x="2576" y="2756"/>
                      <a:pt x="2632" y="2755"/>
                      <a:pt x="2689" y="2752"/>
                    </a:cubicBezTo>
                    <a:cubicBezTo>
                      <a:pt x="3221" y="2732"/>
                      <a:pt x="3722" y="2531"/>
                      <a:pt x="4244" y="2501"/>
                    </a:cubicBezTo>
                    <a:cubicBezTo>
                      <a:pt x="4424" y="2491"/>
                      <a:pt x="5076" y="2491"/>
                      <a:pt x="4916" y="2150"/>
                    </a:cubicBezTo>
                    <a:cubicBezTo>
                      <a:pt x="4956" y="2140"/>
                      <a:pt x="4996" y="2090"/>
                      <a:pt x="5036" y="2080"/>
                    </a:cubicBezTo>
                    <a:cubicBezTo>
                      <a:pt x="4956" y="1969"/>
                      <a:pt x="4815" y="1849"/>
                      <a:pt x="4765" y="1759"/>
                    </a:cubicBezTo>
                    <a:cubicBezTo>
                      <a:pt x="4765" y="1759"/>
                      <a:pt x="4795" y="1659"/>
                      <a:pt x="4775" y="1628"/>
                    </a:cubicBezTo>
                    <a:cubicBezTo>
                      <a:pt x="4765" y="1598"/>
                      <a:pt x="4615" y="1508"/>
                      <a:pt x="4575" y="1478"/>
                    </a:cubicBezTo>
                    <a:lnTo>
                      <a:pt x="4575" y="1478"/>
                    </a:lnTo>
                    <a:cubicBezTo>
                      <a:pt x="4588" y="1480"/>
                      <a:pt x="4600" y="1480"/>
                      <a:pt x="4611" y="1480"/>
                    </a:cubicBezTo>
                    <a:cubicBezTo>
                      <a:pt x="4803" y="1480"/>
                      <a:pt x="4697" y="1244"/>
                      <a:pt x="4555" y="1187"/>
                    </a:cubicBezTo>
                    <a:cubicBezTo>
                      <a:pt x="4728" y="1007"/>
                      <a:pt x="4534" y="916"/>
                      <a:pt x="4363" y="916"/>
                    </a:cubicBezTo>
                    <a:cubicBezTo>
                      <a:pt x="4306" y="916"/>
                      <a:pt x="4251" y="926"/>
                      <a:pt x="4214" y="946"/>
                    </a:cubicBezTo>
                    <a:cubicBezTo>
                      <a:pt x="4314" y="816"/>
                      <a:pt x="4234" y="615"/>
                      <a:pt x="4123" y="525"/>
                    </a:cubicBezTo>
                    <a:cubicBezTo>
                      <a:pt x="4372" y="231"/>
                      <a:pt x="4254" y="1"/>
                      <a:pt x="4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46" name="Google Shape;12446;p44"/>
              <p:cNvSpPr/>
              <p:nvPr/>
            </p:nvSpPr>
            <p:spPr>
              <a:xfrm>
                <a:off x="1807508" y="4214252"/>
                <a:ext cx="79684" cy="22538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62" extrusionOk="0">
                    <a:moveTo>
                      <a:pt x="1987" y="0"/>
                    </a:moveTo>
                    <a:cubicBezTo>
                      <a:pt x="1956" y="7"/>
                      <a:pt x="1924" y="8"/>
                      <a:pt x="1893" y="8"/>
                    </a:cubicBezTo>
                    <a:cubicBezTo>
                      <a:pt x="1873" y="8"/>
                      <a:pt x="1853" y="7"/>
                      <a:pt x="1833" y="7"/>
                    </a:cubicBezTo>
                    <a:cubicBezTo>
                      <a:pt x="1744" y="7"/>
                      <a:pt x="1664" y="18"/>
                      <a:pt x="1626" y="140"/>
                    </a:cubicBezTo>
                    <a:cubicBezTo>
                      <a:pt x="1538" y="109"/>
                      <a:pt x="1424" y="63"/>
                      <a:pt x="1327" y="63"/>
                    </a:cubicBezTo>
                    <a:cubicBezTo>
                      <a:pt x="1235" y="63"/>
                      <a:pt x="1159" y="104"/>
                      <a:pt x="1134" y="241"/>
                    </a:cubicBezTo>
                    <a:cubicBezTo>
                      <a:pt x="993" y="159"/>
                      <a:pt x="912" y="110"/>
                      <a:pt x="838" y="110"/>
                    </a:cubicBezTo>
                    <a:cubicBezTo>
                      <a:pt x="749" y="110"/>
                      <a:pt x="671" y="181"/>
                      <a:pt x="512" y="351"/>
                    </a:cubicBezTo>
                    <a:cubicBezTo>
                      <a:pt x="436" y="290"/>
                      <a:pt x="368" y="265"/>
                      <a:pt x="306" y="265"/>
                    </a:cubicBezTo>
                    <a:cubicBezTo>
                      <a:pt x="166" y="265"/>
                      <a:pt x="64" y="401"/>
                      <a:pt x="1" y="562"/>
                    </a:cubicBezTo>
                    <a:cubicBezTo>
                      <a:pt x="50" y="477"/>
                      <a:pt x="120" y="421"/>
                      <a:pt x="203" y="421"/>
                    </a:cubicBezTo>
                    <a:cubicBezTo>
                      <a:pt x="237" y="421"/>
                      <a:pt x="274" y="431"/>
                      <a:pt x="312" y="451"/>
                    </a:cubicBezTo>
                    <a:cubicBezTo>
                      <a:pt x="352" y="472"/>
                      <a:pt x="368" y="480"/>
                      <a:pt x="379" y="480"/>
                    </a:cubicBezTo>
                    <a:cubicBezTo>
                      <a:pt x="394" y="480"/>
                      <a:pt x="398" y="461"/>
                      <a:pt x="452" y="431"/>
                    </a:cubicBezTo>
                    <a:cubicBezTo>
                      <a:pt x="477" y="416"/>
                      <a:pt x="507" y="406"/>
                      <a:pt x="534" y="406"/>
                    </a:cubicBezTo>
                    <a:cubicBezTo>
                      <a:pt x="560" y="406"/>
                      <a:pt x="583" y="416"/>
                      <a:pt x="593" y="441"/>
                    </a:cubicBezTo>
                    <a:cubicBezTo>
                      <a:pt x="625" y="344"/>
                      <a:pt x="707" y="293"/>
                      <a:pt x="788" y="293"/>
                    </a:cubicBezTo>
                    <a:cubicBezTo>
                      <a:pt x="833" y="293"/>
                      <a:pt x="878" y="309"/>
                      <a:pt x="914" y="341"/>
                    </a:cubicBezTo>
                    <a:cubicBezTo>
                      <a:pt x="931" y="303"/>
                      <a:pt x="953" y="290"/>
                      <a:pt x="978" y="290"/>
                    </a:cubicBezTo>
                    <a:cubicBezTo>
                      <a:pt x="1011" y="290"/>
                      <a:pt x="1049" y="314"/>
                      <a:pt x="1084" y="331"/>
                    </a:cubicBezTo>
                    <a:cubicBezTo>
                      <a:pt x="1106" y="348"/>
                      <a:pt x="1122" y="358"/>
                      <a:pt x="1137" y="358"/>
                    </a:cubicBezTo>
                    <a:cubicBezTo>
                      <a:pt x="1157" y="358"/>
                      <a:pt x="1176" y="341"/>
                      <a:pt x="1204" y="301"/>
                    </a:cubicBezTo>
                    <a:cubicBezTo>
                      <a:pt x="1245" y="241"/>
                      <a:pt x="1245" y="201"/>
                      <a:pt x="1315" y="181"/>
                    </a:cubicBezTo>
                    <a:cubicBezTo>
                      <a:pt x="1328" y="178"/>
                      <a:pt x="1341" y="176"/>
                      <a:pt x="1352" y="176"/>
                    </a:cubicBezTo>
                    <a:cubicBezTo>
                      <a:pt x="1417" y="176"/>
                      <a:pt x="1451" y="223"/>
                      <a:pt x="1485" y="291"/>
                    </a:cubicBezTo>
                    <a:cubicBezTo>
                      <a:pt x="1498" y="276"/>
                      <a:pt x="1511" y="270"/>
                      <a:pt x="1525" y="270"/>
                    </a:cubicBezTo>
                    <a:cubicBezTo>
                      <a:pt x="1562" y="270"/>
                      <a:pt x="1602" y="312"/>
                      <a:pt x="1638" y="312"/>
                    </a:cubicBezTo>
                    <a:cubicBezTo>
                      <a:pt x="1640" y="312"/>
                      <a:pt x="1643" y="312"/>
                      <a:pt x="1646" y="311"/>
                    </a:cubicBezTo>
                    <a:cubicBezTo>
                      <a:pt x="1706" y="301"/>
                      <a:pt x="1706" y="261"/>
                      <a:pt x="1716" y="211"/>
                    </a:cubicBezTo>
                    <a:cubicBezTo>
                      <a:pt x="1746" y="140"/>
                      <a:pt x="1776" y="40"/>
                      <a:pt x="1856" y="40"/>
                    </a:cubicBezTo>
                    <a:cubicBezTo>
                      <a:pt x="1861" y="39"/>
                      <a:pt x="1865" y="39"/>
                      <a:pt x="1869" y="39"/>
                    </a:cubicBezTo>
                    <a:cubicBezTo>
                      <a:pt x="1895" y="39"/>
                      <a:pt x="1907" y="62"/>
                      <a:pt x="1927" y="62"/>
                    </a:cubicBezTo>
                    <a:cubicBezTo>
                      <a:pt x="1930" y="62"/>
                      <a:pt x="1933" y="61"/>
                      <a:pt x="1937" y="60"/>
                    </a:cubicBezTo>
                    <a:cubicBezTo>
                      <a:pt x="1967" y="50"/>
                      <a:pt x="1977" y="20"/>
                      <a:pt x="19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47" name="Google Shape;12447;p44"/>
              <p:cNvSpPr/>
              <p:nvPr/>
            </p:nvSpPr>
            <p:spPr>
              <a:xfrm>
                <a:off x="1915306" y="4141344"/>
                <a:ext cx="63202" cy="59231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1477" extrusionOk="0">
                    <a:moveTo>
                      <a:pt x="1352" y="0"/>
                    </a:moveTo>
                    <a:cubicBezTo>
                      <a:pt x="1253" y="0"/>
                      <a:pt x="1136" y="67"/>
                      <a:pt x="1044" y="223"/>
                    </a:cubicBezTo>
                    <a:cubicBezTo>
                      <a:pt x="1024" y="203"/>
                      <a:pt x="1014" y="173"/>
                      <a:pt x="994" y="153"/>
                    </a:cubicBezTo>
                    <a:cubicBezTo>
                      <a:pt x="914" y="223"/>
                      <a:pt x="844" y="323"/>
                      <a:pt x="793" y="424"/>
                    </a:cubicBezTo>
                    <a:cubicBezTo>
                      <a:pt x="760" y="386"/>
                      <a:pt x="729" y="370"/>
                      <a:pt x="699" y="370"/>
                    </a:cubicBezTo>
                    <a:cubicBezTo>
                      <a:pt x="522" y="370"/>
                      <a:pt x="406" y="948"/>
                      <a:pt x="372" y="1086"/>
                    </a:cubicBezTo>
                    <a:cubicBezTo>
                      <a:pt x="336" y="996"/>
                      <a:pt x="276" y="922"/>
                      <a:pt x="192" y="922"/>
                    </a:cubicBezTo>
                    <a:cubicBezTo>
                      <a:pt x="182" y="922"/>
                      <a:pt x="172" y="923"/>
                      <a:pt x="161" y="925"/>
                    </a:cubicBezTo>
                    <a:cubicBezTo>
                      <a:pt x="21" y="965"/>
                      <a:pt x="1" y="1136"/>
                      <a:pt x="1" y="1367"/>
                    </a:cubicBezTo>
                    <a:cubicBezTo>
                      <a:pt x="1" y="1407"/>
                      <a:pt x="11" y="1437"/>
                      <a:pt x="21" y="1477"/>
                    </a:cubicBezTo>
                    <a:cubicBezTo>
                      <a:pt x="21" y="1377"/>
                      <a:pt x="31" y="1276"/>
                      <a:pt x="81" y="1216"/>
                    </a:cubicBezTo>
                    <a:cubicBezTo>
                      <a:pt x="119" y="1161"/>
                      <a:pt x="148" y="1140"/>
                      <a:pt x="174" y="1140"/>
                    </a:cubicBezTo>
                    <a:cubicBezTo>
                      <a:pt x="235" y="1140"/>
                      <a:pt x="271" y="1264"/>
                      <a:pt x="342" y="1306"/>
                    </a:cubicBezTo>
                    <a:cubicBezTo>
                      <a:pt x="352" y="1276"/>
                      <a:pt x="352" y="1246"/>
                      <a:pt x="362" y="1216"/>
                    </a:cubicBezTo>
                    <a:lnTo>
                      <a:pt x="392" y="1226"/>
                    </a:lnTo>
                    <a:cubicBezTo>
                      <a:pt x="402" y="1196"/>
                      <a:pt x="402" y="1156"/>
                      <a:pt x="432" y="1126"/>
                    </a:cubicBezTo>
                    <a:cubicBezTo>
                      <a:pt x="434" y="1122"/>
                      <a:pt x="437" y="1120"/>
                      <a:pt x="441" y="1120"/>
                    </a:cubicBezTo>
                    <a:cubicBezTo>
                      <a:pt x="451" y="1120"/>
                      <a:pt x="464" y="1132"/>
                      <a:pt x="474" y="1132"/>
                    </a:cubicBezTo>
                    <a:cubicBezTo>
                      <a:pt x="477" y="1132"/>
                      <a:pt x="480" y="1130"/>
                      <a:pt x="482" y="1126"/>
                    </a:cubicBezTo>
                    <a:cubicBezTo>
                      <a:pt x="513" y="1096"/>
                      <a:pt x="492" y="955"/>
                      <a:pt x="492" y="925"/>
                    </a:cubicBezTo>
                    <a:cubicBezTo>
                      <a:pt x="482" y="795"/>
                      <a:pt x="482" y="725"/>
                      <a:pt x="553" y="604"/>
                    </a:cubicBezTo>
                    <a:cubicBezTo>
                      <a:pt x="596" y="534"/>
                      <a:pt x="643" y="498"/>
                      <a:pt x="692" y="498"/>
                    </a:cubicBezTo>
                    <a:cubicBezTo>
                      <a:pt x="734" y="498"/>
                      <a:pt x="778" y="524"/>
                      <a:pt x="823" y="574"/>
                    </a:cubicBezTo>
                    <a:cubicBezTo>
                      <a:pt x="841" y="530"/>
                      <a:pt x="891" y="397"/>
                      <a:pt x="944" y="397"/>
                    </a:cubicBezTo>
                    <a:cubicBezTo>
                      <a:pt x="951" y="397"/>
                      <a:pt x="957" y="399"/>
                      <a:pt x="964" y="404"/>
                    </a:cubicBezTo>
                    <a:cubicBezTo>
                      <a:pt x="1019" y="365"/>
                      <a:pt x="1055" y="265"/>
                      <a:pt x="1111" y="265"/>
                    </a:cubicBezTo>
                    <a:cubicBezTo>
                      <a:pt x="1127" y="265"/>
                      <a:pt x="1144" y="273"/>
                      <a:pt x="1165" y="293"/>
                    </a:cubicBezTo>
                    <a:cubicBezTo>
                      <a:pt x="1205" y="223"/>
                      <a:pt x="1315" y="83"/>
                      <a:pt x="1405" y="83"/>
                    </a:cubicBezTo>
                    <a:cubicBezTo>
                      <a:pt x="1475" y="93"/>
                      <a:pt x="1516" y="193"/>
                      <a:pt x="1536" y="283"/>
                    </a:cubicBezTo>
                    <a:cubicBezTo>
                      <a:pt x="1575" y="113"/>
                      <a:pt x="1480" y="0"/>
                      <a:pt x="13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48" name="Google Shape;12448;p44"/>
              <p:cNvSpPr/>
              <p:nvPr/>
            </p:nvSpPr>
            <p:spPr>
              <a:xfrm>
                <a:off x="1984004" y="4115196"/>
                <a:ext cx="99494" cy="134263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3348" extrusionOk="0">
                    <a:moveTo>
                      <a:pt x="1197" y="0"/>
                    </a:moveTo>
                    <a:cubicBezTo>
                      <a:pt x="1129" y="0"/>
                      <a:pt x="1083" y="158"/>
                      <a:pt x="1046" y="273"/>
                    </a:cubicBezTo>
                    <a:lnTo>
                      <a:pt x="1076" y="364"/>
                    </a:lnTo>
                    <a:cubicBezTo>
                      <a:pt x="896" y="474"/>
                      <a:pt x="886" y="534"/>
                      <a:pt x="956" y="695"/>
                    </a:cubicBezTo>
                    <a:cubicBezTo>
                      <a:pt x="976" y="745"/>
                      <a:pt x="866" y="725"/>
                      <a:pt x="826" y="785"/>
                    </a:cubicBezTo>
                    <a:cubicBezTo>
                      <a:pt x="776" y="845"/>
                      <a:pt x="776" y="996"/>
                      <a:pt x="786" y="1076"/>
                    </a:cubicBezTo>
                    <a:cubicBezTo>
                      <a:pt x="485" y="1126"/>
                      <a:pt x="505" y="1407"/>
                      <a:pt x="575" y="1587"/>
                    </a:cubicBezTo>
                    <a:cubicBezTo>
                      <a:pt x="344" y="1688"/>
                      <a:pt x="625" y="2209"/>
                      <a:pt x="625" y="2410"/>
                    </a:cubicBezTo>
                    <a:cubicBezTo>
                      <a:pt x="224" y="2430"/>
                      <a:pt x="364" y="2691"/>
                      <a:pt x="364" y="2891"/>
                    </a:cubicBezTo>
                    <a:cubicBezTo>
                      <a:pt x="347" y="2889"/>
                      <a:pt x="330" y="2888"/>
                      <a:pt x="314" y="2888"/>
                    </a:cubicBezTo>
                    <a:cubicBezTo>
                      <a:pt x="0" y="2888"/>
                      <a:pt x="79" y="3253"/>
                      <a:pt x="394" y="3262"/>
                    </a:cubicBezTo>
                    <a:cubicBezTo>
                      <a:pt x="394" y="3262"/>
                      <a:pt x="1065" y="3348"/>
                      <a:pt x="1599" y="3348"/>
                    </a:cubicBezTo>
                    <a:cubicBezTo>
                      <a:pt x="1904" y="3348"/>
                      <a:pt x="2164" y="3320"/>
                      <a:pt x="2230" y="3232"/>
                    </a:cubicBezTo>
                    <a:cubicBezTo>
                      <a:pt x="2250" y="3212"/>
                      <a:pt x="2481" y="3112"/>
                      <a:pt x="2300" y="2841"/>
                    </a:cubicBezTo>
                    <a:cubicBezTo>
                      <a:pt x="2260" y="2771"/>
                      <a:pt x="2120" y="2801"/>
                      <a:pt x="2080" y="2721"/>
                    </a:cubicBezTo>
                    <a:cubicBezTo>
                      <a:pt x="2039" y="2620"/>
                      <a:pt x="1989" y="2530"/>
                      <a:pt x="1929" y="2460"/>
                    </a:cubicBezTo>
                    <a:cubicBezTo>
                      <a:pt x="1889" y="2410"/>
                      <a:pt x="1749" y="2420"/>
                      <a:pt x="1749" y="2360"/>
                    </a:cubicBezTo>
                    <a:cubicBezTo>
                      <a:pt x="1738" y="2320"/>
                      <a:pt x="1799" y="2229"/>
                      <a:pt x="1799" y="2189"/>
                    </a:cubicBezTo>
                    <a:cubicBezTo>
                      <a:pt x="1819" y="1908"/>
                      <a:pt x="1688" y="1958"/>
                      <a:pt x="1648" y="1868"/>
                    </a:cubicBezTo>
                    <a:cubicBezTo>
                      <a:pt x="1588" y="1768"/>
                      <a:pt x="1708" y="1768"/>
                      <a:pt x="1618" y="1507"/>
                    </a:cubicBezTo>
                    <a:cubicBezTo>
                      <a:pt x="1608" y="1467"/>
                      <a:pt x="1608" y="1357"/>
                      <a:pt x="1618" y="1236"/>
                    </a:cubicBezTo>
                    <a:cubicBezTo>
                      <a:pt x="1658" y="1016"/>
                      <a:pt x="1518" y="1026"/>
                      <a:pt x="1528" y="945"/>
                    </a:cubicBezTo>
                    <a:cubicBezTo>
                      <a:pt x="1548" y="835"/>
                      <a:pt x="1588" y="775"/>
                      <a:pt x="1458" y="655"/>
                    </a:cubicBezTo>
                    <a:lnTo>
                      <a:pt x="1458" y="655"/>
                    </a:lnTo>
                    <a:cubicBezTo>
                      <a:pt x="1463" y="655"/>
                      <a:pt x="1468" y="655"/>
                      <a:pt x="1473" y="655"/>
                    </a:cubicBezTo>
                    <a:cubicBezTo>
                      <a:pt x="1576" y="655"/>
                      <a:pt x="1449" y="552"/>
                      <a:pt x="1488" y="514"/>
                    </a:cubicBezTo>
                    <a:cubicBezTo>
                      <a:pt x="1461" y="451"/>
                      <a:pt x="1458" y="381"/>
                      <a:pt x="1386" y="381"/>
                    </a:cubicBezTo>
                    <a:cubicBezTo>
                      <a:pt x="1378" y="381"/>
                      <a:pt x="1368" y="382"/>
                      <a:pt x="1357" y="384"/>
                    </a:cubicBezTo>
                    <a:cubicBezTo>
                      <a:pt x="1397" y="344"/>
                      <a:pt x="1317" y="123"/>
                      <a:pt x="1287" y="83"/>
                    </a:cubicBezTo>
                    <a:cubicBezTo>
                      <a:pt x="1254" y="24"/>
                      <a:pt x="1224" y="0"/>
                      <a:pt x="11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49" name="Google Shape;12449;p44"/>
              <p:cNvSpPr/>
              <p:nvPr/>
            </p:nvSpPr>
            <p:spPr>
              <a:xfrm>
                <a:off x="2003815" y="4141023"/>
                <a:ext cx="20974" cy="37857"/>
              </a:xfrm>
              <a:custGeom>
                <a:avLst/>
                <a:gdLst/>
                <a:ahLst/>
                <a:cxnLst/>
                <a:rect l="l" t="t" r="r" b="b"/>
                <a:pathLst>
                  <a:path w="523" h="944" extrusionOk="0">
                    <a:moveTo>
                      <a:pt x="442" y="0"/>
                    </a:moveTo>
                    <a:lnTo>
                      <a:pt x="442" y="0"/>
                    </a:lnTo>
                    <a:cubicBezTo>
                      <a:pt x="452" y="21"/>
                      <a:pt x="452" y="41"/>
                      <a:pt x="462" y="51"/>
                    </a:cubicBezTo>
                    <a:cubicBezTo>
                      <a:pt x="482" y="101"/>
                      <a:pt x="372" y="81"/>
                      <a:pt x="332" y="141"/>
                    </a:cubicBezTo>
                    <a:cubicBezTo>
                      <a:pt x="282" y="201"/>
                      <a:pt x="282" y="352"/>
                      <a:pt x="292" y="432"/>
                    </a:cubicBezTo>
                    <a:cubicBezTo>
                      <a:pt x="1" y="482"/>
                      <a:pt x="11" y="763"/>
                      <a:pt x="81" y="943"/>
                    </a:cubicBezTo>
                    <a:cubicBezTo>
                      <a:pt x="71" y="853"/>
                      <a:pt x="41" y="713"/>
                      <a:pt x="151" y="673"/>
                    </a:cubicBezTo>
                    <a:lnTo>
                      <a:pt x="171" y="683"/>
                    </a:lnTo>
                    <a:cubicBezTo>
                      <a:pt x="171" y="662"/>
                      <a:pt x="151" y="612"/>
                      <a:pt x="181" y="592"/>
                    </a:cubicBezTo>
                    <a:cubicBezTo>
                      <a:pt x="191" y="586"/>
                      <a:pt x="205" y="583"/>
                      <a:pt x="220" y="583"/>
                    </a:cubicBezTo>
                    <a:cubicBezTo>
                      <a:pt x="249" y="583"/>
                      <a:pt x="285" y="592"/>
                      <a:pt x="312" y="592"/>
                    </a:cubicBezTo>
                    <a:cubicBezTo>
                      <a:pt x="312" y="576"/>
                      <a:pt x="333" y="468"/>
                      <a:pt x="369" y="468"/>
                    </a:cubicBezTo>
                    <a:cubicBezTo>
                      <a:pt x="376" y="468"/>
                      <a:pt x="384" y="472"/>
                      <a:pt x="392" y="482"/>
                    </a:cubicBezTo>
                    <a:cubicBezTo>
                      <a:pt x="392" y="455"/>
                      <a:pt x="400" y="306"/>
                      <a:pt x="460" y="306"/>
                    </a:cubicBezTo>
                    <a:cubicBezTo>
                      <a:pt x="467" y="306"/>
                      <a:pt x="474" y="307"/>
                      <a:pt x="482" y="311"/>
                    </a:cubicBezTo>
                    <a:cubicBezTo>
                      <a:pt x="482" y="281"/>
                      <a:pt x="472" y="241"/>
                      <a:pt x="482" y="221"/>
                    </a:cubicBezTo>
                    <a:cubicBezTo>
                      <a:pt x="482" y="201"/>
                      <a:pt x="512" y="191"/>
                      <a:pt x="512" y="181"/>
                    </a:cubicBezTo>
                    <a:cubicBezTo>
                      <a:pt x="522" y="151"/>
                      <a:pt x="512" y="81"/>
                      <a:pt x="502" y="61"/>
                    </a:cubicBezTo>
                    <a:cubicBezTo>
                      <a:pt x="492" y="41"/>
                      <a:pt x="472" y="21"/>
                      <a:pt x="4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50" name="Google Shape;12450;p44"/>
              <p:cNvSpPr/>
              <p:nvPr/>
            </p:nvSpPr>
            <p:spPr>
              <a:xfrm>
                <a:off x="2006622" y="4178841"/>
                <a:ext cx="842" cy="842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1" y="0"/>
                    </a:moveTo>
                    <a:lnTo>
                      <a:pt x="1" y="1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51" name="Google Shape;12451;p44"/>
              <p:cNvSpPr/>
              <p:nvPr/>
            </p:nvSpPr>
            <p:spPr>
              <a:xfrm>
                <a:off x="2024348" y="4115276"/>
                <a:ext cx="7660" cy="1652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412" extrusionOk="0">
                    <a:moveTo>
                      <a:pt x="191" y="1"/>
                    </a:moveTo>
                    <a:cubicBezTo>
                      <a:pt x="121" y="1"/>
                      <a:pt x="81" y="151"/>
                      <a:pt x="40" y="271"/>
                    </a:cubicBezTo>
                    <a:lnTo>
                      <a:pt x="70" y="362"/>
                    </a:lnTo>
                    <a:cubicBezTo>
                      <a:pt x="40" y="382"/>
                      <a:pt x="20" y="392"/>
                      <a:pt x="0" y="412"/>
                    </a:cubicBezTo>
                    <a:lnTo>
                      <a:pt x="10" y="412"/>
                    </a:lnTo>
                    <a:cubicBezTo>
                      <a:pt x="40" y="412"/>
                      <a:pt x="91" y="412"/>
                      <a:pt x="121" y="392"/>
                    </a:cubicBezTo>
                    <a:cubicBezTo>
                      <a:pt x="111" y="372"/>
                      <a:pt x="91" y="362"/>
                      <a:pt x="81" y="342"/>
                    </a:cubicBezTo>
                    <a:cubicBezTo>
                      <a:pt x="70" y="281"/>
                      <a:pt x="141" y="281"/>
                      <a:pt x="191" y="241"/>
                    </a:cubicBezTo>
                    <a:cubicBezTo>
                      <a:pt x="171" y="201"/>
                      <a:pt x="161" y="171"/>
                      <a:pt x="191" y="141"/>
                    </a:cubicBezTo>
                    <a:cubicBezTo>
                      <a:pt x="181" y="121"/>
                      <a:pt x="151" y="101"/>
                      <a:pt x="151" y="81"/>
                    </a:cubicBezTo>
                    <a:cubicBezTo>
                      <a:pt x="141" y="51"/>
                      <a:pt x="161" y="2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52" name="Google Shape;12452;p44"/>
              <p:cNvSpPr/>
              <p:nvPr/>
            </p:nvSpPr>
            <p:spPr>
              <a:xfrm>
                <a:off x="1471238" y="4158708"/>
                <a:ext cx="44233" cy="75433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881" extrusionOk="0">
                    <a:moveTo>
                      <a:pt x="261" y="1"/>
                    </a:moveTo>
                    <a:cubicBezTo>
                      <a:pt x="201" y="61"/>
                      <a:pt x="281" y="111"/>
                      <a:pt x="211" y="171"/>
                    </a:cubicBezTo>
                    <a:lnTo>
                      <a:pt x="171" y="252"/>
                    </a:lnTo>
                    <a:cubicBezTo>
                      <a:pt x="101" y="312"/>
                      <a:pt x="161" y="382"/>
                      <a:pt x="161" y="462"/>
                    </a:cubicBezTo>
                    <a:cubicBezTo>
                      <a:pt x="161" y="552"/>
                      <a:pt x="60" y="643"/>
                      <a:pt x="40" y="723"/>
                    </a:cubicBezTo>
                    <a:cubicBezTo>
                      <a:pt x="20" y="823"/>
                      <a:pt x="40" y="853"/>
                      <a:pt x="70" y="944"/>
                    </a:cubicBezTo>
                    <a:cubicBezTo>
                      <a:pt x="111" y="1054"/>
                      <a:pt x="81" y="1134"/>
                      <a:pt x="40" y="1235"/>
                    </a:cubicBezTo>
                    <a:cubicBezTo>
                      <a:pt x="0" y="1305"/>
                      <a:pt x="20" y="1345"/>
                      <a:pt x="40" y="1425"/>
                    </a:cubicBezTo>
                    <a:cubicBezTo>
                      <a:pt x="60" y="1525"/>
                      <a:pt x="81" y="1576"/>
                      <a:pt x="161" y="1666"/>
                    </a:cubicBezTo>
                    <a:cubicBezTo>
                      <a:pt x="271" y="1716"/>
                      <a:pt x="331" y="1746"/>
                      <a:pt x="422" y="1786"/>
                    </a:cubicBezTo>
                    <a:cubicBezTo>
                      <a:pt x="542" y="1836"/>
                      <a:pt x="702" y="1856"/>
                      <a:pt x="843" y="1877"/>
                    </a:cubicBezTo>
                    <a:cubicBezTo>
                      <a:pt x="867" y="1879"/>
                      <a:pt x="889" y="1881"/>
                      <a:pt x="910" y="1881"/>
                    </a:cubicBezTo>
                    <a:cubicBezTo>
                      <a:pt x="1037" y="1881"/>
                      <a:pt x="1102" y="1827"/>
                      <a:pt x="1094" y="1706"/>
                    </a:cubicBezTo>
                    <a:cubicBezTo>
                      <a:pt x="1084" y="1556"/>
                      <a:pt x="933" y="1415"/>
                      <a:pt x="853" y="1295"/>
                    </a:cubicBezTo>
                    <a:cubicBezTo>
                      <a:pt x="783" y="1194"/>
                      <a:pt x="793" y="1144"/>
                      <a:pt x="763" y="1044"/>
                    </a:cubicBezTo>
                    <a:cubicBezTo>
                      <a:pt x="732" y="944"/>
                      <a:pt x="632" y="934"/>
                      <a:pt x="582" y="843"/>
                    </a:cubicBezTo>
                    <a:cubicBezTo>
                      <a:pt x="542" y="763"/>
                      <a:pt x="542" y="713"/>
                      <a:pt x="472" y="643"/>
                    </a:cubicBezTo>
                    <a:cubicBezTo>
                      <a:pt x="422" y="593"/>
                      <a:pt x="482" y="573"/>
                      <a:pt x="472" y="522"/>
                    </a:cubicBezTo>
                    <a:cubicBezTo>
                      <a:pt x="452" y="482"/>
                      <a:pt x="472" y="452"/>
                      <a:pt x="442" y="422"/>
                    </a:cubicBezTo>
                    <a:cubicBezTo>
                      <a:pt x="432" y="402"/>
                      <a:pt x="391" y="392"/>
                      <a:pt x="371" y="372"/>
                    </a:cubicBezTo>
                    <a:cubicBezTo>
                      <a:pt x="351" y="342"/>
                      <a:pt x="351" y="322"/>
                      <a:pt x="341" y="282"/>
                    </a:cubicBezTo>
                    <a:cubicBezTo>
                      <a:pt x="331" y="242"/>
                      <a:pt x="331" y="171"/>
                      <a:pt x="321" y="121"/>
                    </a:cubicBezTo>
                    <a:cubicBezTo>
                      <a:pt x="311" y="71"/>
                      <a:pt x="271" y="41"/>
                      <a:pt x="2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53" name="Google Shape;12453;p44"/>
              <p:cNvSpPr/>
              <p:nvPr/>
            </p:nvSpPr>
            <p:spPr>
              <a:xfrm>
                <a:off x="1399613" y="4139018"/>
                <a:ext cx="60394" cy="97569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433" extrusionOk="0">
                    <a:moveTo>
                      <a:pt x="573" y="0"/>
                    </a:moveTo>
                    <a:cubicBezTo>
                      <a:pt x="512" y="61"/>
                      <a:pt x="502" y="121"/>
                      <a:pt x="472" y="191"/>
                    </a:cubicBezTo>
                    <a:cubicBezTo>
                      <a:pt x="442" y="251"/>
                      <a:pt x="392" y="331"/>
                      <a:pt x="382" y="412"/>
                    </a:cubicBezTo>
                    <a:cubicBezTo>
                      <a:pt x="372" y="502"/>
                      <a:pt x="382" y="552"/>
                      <a:pt x="352" y="642"/>
                    </a:cubicBezTo>
                    <a:cubicBezTo>
                      <a:pt x="332" y="723"/>
                      <a:pt x="282" y="803"/>
                      <a:pt x="252" y="873"/>
                    </a:cubicBezTo>
                    <a:cubicBezTo>
                      <a:pt x="222" y="973"/>
                      <a:pt x="302" y="1084"/>
                      <a:pt x="252" y="1184"/>
                    </a:cubicBezTo>
                    <a:cubicBezTo>
                      <a:pt x="242" y="1204"/>
                      <a:pt x="191" y="1224"/>
                      <a:pt x="181" y="1254"/>
                    </a:cubicBezTo>
                    <a:cubicBezTo>
                      <a:pt x="161" y="1314"/>
                      <a:pt x="211" y="1364"/>
                      <a:pt x="222" y="1415"/>
                    </a:cubicBezTo>
                    <a:cubicBezTo>
                      <a:pt x="232" y="1495"/>
                      <a:pt x="322" y="1786"/>
                      <a:pt x="211" y="1786"/>
                    </a:cubicBezTo>
                    <a:cubicBezTo>
                      <a:pt x="191" y="1856"/>
                      <a:pt x="211" y="1946"/>
                      <a:pt x="171" y="2016"/>
                    </a:cubicBezTo>
                    <a:cubicBezTo>
                      <a:pt x="156" y="2011"/>
                      <a:pt x="139" y="2011"/>
                      <a:pt x="121" y="2011"/>
                    </a:cubicBezTo>
                    <a:cubicBezTo>
                      <a:pt x="104" y="2011"/>
                      <a:pt x="86" y="2011"/>
                      <a:pt x="71" y="2006"/>
                    </a:cubicBezTo>
                    <a:lnTo>
                      <a:pt x="71" y="2006"/>
                    </a:lnTo>
                    <a:cubicBezTo>
                      <a:pt x="1" y="2077"/>
                      <a:pt x="91" y="2217"/>
                      <a:pt x="151" y="2277"/>
                    </a:cubicBezTo>
                    <a:cubicBezTo>
                      <a:pt x="201" y="2297"/>
                      <a:pt x="292" y="2357"/>
                      <a:pt x="382" y="2368"/>
                    </a:cubicBezTo>
                    <a:cubicBezTo>
                      <a:pt x="492" y="2388"/>
                      <a:pt x="623" y="2388"/>
                      <a:pt x="733" y="2398"/>
                    </a:cubicBezTo>
                    <a:cubicBezTo>
                      <a:pt x="833" y="2407"/>
                      <a:pt x="989" y="2432"/>
                      <a:pt x="1133" y="2432"/>
                    </a:cubicBezTo>
                    <a:cubicBezTo>
                      <a:pt x="1307" y="2432"/>
                      <a:pt x="1463" y="2395"/>
                      <a:pt x="1485" y="2247"/>
                    </a:cubicBezTo>
                    <a:cubicBezTo>
                      <a:pt x="1505" y="2127"/>
                      <a:pt x="1465" y="1956"/>
                      <a:pt x="1395" y="1846"/>
                    </a:cubicBezTo>
                    <a:cubicBezTo>
                      <a:pt x="1345" y="1776"/>
                      <a:pt x="1174" y="1615"/>
                      <a:pt x="1154" y="1535"/>
                    </a:cubicBezTo>
                    <a:cubicBezTo>
                      <a:pt x="1134" y="1475"/>
                      <a:pt x="1204" y="1425"/>
                      <a:pt x="1184" y="1364"/>
                    </a:cubicBezTo>
                    <a:lnTo>
                      <a:pt x="1134" y="1314"/>
                    </a:lnTo>
                    <a:cubicBezTo>
                      <a:pt x="1084" y="1254"/>
                      <a:pt x="994" y="1204"/>
                      <a:pt x="964" y="1134"/>
                    </a:cubicBezTo>
                    <a:cubicBezTo>
                      <a:pt x="914" y="1033"/>
                      <a:pt x="1004" y="1064"/>
                      <a:pt x="1024" y="963"/>
                    </a:cubicBezTo>
                    <a:cubicBezTo>
                      <a:pt x="1034" y="933"/>
                      <a:pt x="984" y="873"/>
                      <a:pt x="984" y="833"/>
                    </a:cubicBezTo>
                    <a:cubicBezTo>
                      <a:pt x="974" y="813"/>
                      <a:pt x="1004" y="793"/>
                      <a:pt x="984" y="753"/>
                    </a:cubicBezTo>
                    <a:cubicBezTo>
                      <a:pt x="964" y="682"/>
                      <a:pt x="914" y="662"/>
                      <a:pt x="904" y="592"/>
                    </a:cubicBezTo>
                    <a:cubicBezTo>
                      <a:pt x="904" y="512"/>
                      <a:pt x="954" y="512"/>
                      <a:pt x="853" y="452"/>
                    </a:cubicBezTo>
                    <a:cubicBezTo>
                      <a:pt x="813" y="422"/>
                      <a:pt x="763" y="432"/>
                      <a:pt x="733" y="392"/>
                    </a:cubicBezTo>
                    <a:cubicBezTo>
                      <a:pt x="693" y="341"/>
                      <a:pt x="753" y="261"/>
                      <a:pt x="643" y="231"/>
                    </a:cubicBezTo>
                    <a:cubicBezTo>
                      <a:pt x="663" y="131"/>
                      <a:pt x="703" y="71"/>
                      <a:pt x="5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54" name="Google Shape;12454;p44"/>
              <p:cNvSpPr/>
              <p:nvPr/>
            </p:nvSpPr>
            <p:spPr>
              <a:xfrm>
                <a:off x="1618459" y="4185498"/>
                <a:ext cx="222489" cy="84656"/>
              </a:xfrm>
              <a:custGeom>
                <a:avLst/>
                <a:gdLst/>
                <a:ahLst/>
                <a:cxnLst/>
                <a:rect l="l" t="t" r="r" b="b"/>
                <a:pathLst>
                  <a:path w="5548" h="2111" extrusionOk="0">
                    <a:moveTo>
                      <a:pt x="2379" y="1"/>
                    </a:moveTo>
                    <a:cubicBezTo>
                      <a:pt x="2247" y="1"/>
                      <a:pt x="2147" y="156"/>
                      <a:pt x="2147" y="316"/>
                    </a:cubicBezTo>
                    <a:cubicBezTo>
                      <a:pt x="2047" y="225"/>
                      <a:pt x="1951" y="171"/>
                      <a:pt x="1870" y="171"/>
                    </a:cubicBezTo>
                    <a:cubicBezTo>
                      <a:pt x="1771" y="171"/>
                      <a:pt x="1694" y="250"/>
                      <a:pt x="1655" y="436"/>
                    </a:cubicBezTo>
                    <a:cubicBezTo>
                      <a:pt x="1655" y="429"/>
                      <a:pt x="1641" y="424"/>
                      <a:pt x="1618" y="424"/>
                    </a:cubicBezTo>
                    <a:cubicBezTo>
                      <a:pt x="1521" y="424"/>
                      <a:pt x="1266" y="505"/>
                      <a:pt x="1314" y="757"/>
                    </a:cubicBezTo>
                    <a:cubicBezTo>
                      <a:pt x="1268" y="746"/>
                      <a:pt x="1229" y="741"/>
                      <a:pt x="1194" y="741"/>
                    </a:cubicBezTo>
                    <a:cubicBezTo>
                      <a:pt x="1101" y="741"/>
                      <a:pt x="1038" y="776"/>
                      <a:pt x="943" y="827"/>
                    </a:cubicBezTo>
                    <a:cubicBezTo>
                      <a:pt x="930" y="831"/>
                      <a:pt x="919" y="832"/>
                      <a:pt x="909" y="832"/>
                    </a:cubicBezTo>
                    <a:cubicBezTo>
                      <a:pt x="884" y="832"/>
                      <a:pt x="865" y="824"/>
                      <a:pt x="844" y="824"/>
                    </a:cubicBezTo>
                    <a:cubicBezTo>
                      <a:pt x="827" y="824"/>
                      <a:pt x="808" y="829"/>
                      <a:pt x="783" y="847"/>
                    </a:cubicBezTo>
                    <a:cubicBezTo>
                      <a:pt x="733" y="878"/>
                      <a:pt x="743" y="1008"/>
                      <a:pt x="662" y="1058"/>
                    </a:cubicBezTo>
                    <a:cubicBezTo>
                      <a:pt x="636" y="1025"/>
                      <a:pt x="607" y="1013"/>
                      <a:pt x="580" y="1013"/>
                    </a:cubicBezTo>
                    <a:cubicBezTo>
                      <a:pt x="515" y="1013"/>
                      <a:pt x="456" y="1083"/>
                      <a:pt x="442" y="1118"/>
                    </a:cubicBezTo>
                    <a:cubicBezTo>
                      <a:pt x="383" y="1087"/>
                      <a:pt x="321" y="1071"/>
                      <a:pt x="262" y="1071"/>
                    </a:cubicBezTo>
                    <a:cubicBezTo>
                      <a:pt x="171" y="1071"/>
                      <a:pt x="89" y="1109"/>
                      <a:pt x="41" y="1188"/>
                    </a:cubicBezTo>
                    <a:cubicBezTo>
                      <a:pt x="0" y="1269"/>
                      <a:pt x="31" y="1289"/>
                      <a:pt x="71" y="1379"/>
                    </a:cubicBezTo>
                    <a:cubicBezTo>
                      <a:pt x="191" y="1600"/>
                      <a:pt x="462" y="1800"/>
                      <a:pt x="652" y="1891"/>
                    </a:cubicBezTo>
                    <a:cubicBezTo>
                      <a:pt x="942" y="2018"/>
                      <a:pt x="1413" y="2110"/>
                      <a:pt x="1776" y="2110"/>
                    </a:cubicBezTo>
                    <a:cubicBezTo>
                      <a:pt x="1840" y="2110"/>
                      <a:pt x="1901" y="2107"/>
                      <a:pt x="1956" y="2101"/>
                    </a:cubicBezTo>
                    <a:cubicBezTo>
                      <a:pt x="2348" y="2051"/>
                      <a:pt x="2719" y="1901"/>
                      <a:pt x="3120" y="1861"/>
                    </a:cubicBezTo>
                    <a:cubicBezTo>
                      <a:pt x="3410" y="1823"/>
                      <a:pt x="3689" y="1803"/>
                      <a:pt x="3974" y="1803"/>
                    </a:cubicBezTo>
                    <a:cubicBezTo>
                      <a:pt x="4073" y="1803"/>
                      <a:pt x="4172" y="1805"/>
                      <a:pt x="4273" y="1810"/>
                    </a:cubicBezTo>
                    <a:cubicBezTo>
                      <a:pt x="4306" y="1811"/>
                      <a:pt x="4342" y="1812"/>
                      <a:pt x="4383" y="1812"/>
                    </a:cubicBezTo>
                    <a:cubicBezTo>
                      <a:pt x="4748" y="1812"/>
                      <a:pt x="5407" y="1755"/>
                      <a:pt x="5497" y="1349"/>
                    </a:cubicBezTo>
                    <a:cubicBezTo>
                      <a:pt x="5547" y="1158"/>
                      <a:pt x="5447" y="1219"/>
                      <a:pt x="5347" y="1098"/>
                    </a:cubicBezTo>
                    <a:cubicBezTo>
                      <a:pt x="5246" y="988"/>
                      <a:pt x="5256" y="737"/>
                      <a:pt x="5116" y="697"/>
                    </a:cubicBezTo>
                    <a:cubicBezTo>
                      <a:pt x="5107" y="694"/>
                      <a:pt x="5097" y="692"/>
                      <a:pt x="5087" y="692"/>
                    </a:cubicBezTo>
                    <a:cubicBezTo>
                      <a:pt x="5034" y="692"/>
                      <a:pt x="4976" y="733"/>
                      <a:pt x="4925" y="767"/>
                    </a:cubicBezTo>
                    <a:cubicBezTo>
                      <a:pt x="4915" y="737"/>
                      <a:pt x="4905" y="687"/>
                      <a:pt x="4915" y="657"/>
                    </a:cubicBezTo>
                    <a:lnTo>
                      <a:pt x="4845" y="657"/>
                    </a:lnTo>
                    <a:cubicBezTo>
                      <a:pt x="4875" y="557"/>
                      <a:pt x="4855" y="547"/>
                      <a:pt x="4805" y="476"/>
                    </a:cubicBezTo>
                    <a:lnTo>
                      <a:pt x="4765" y="516"/>
                    </a:lnTo>
                    <a:cubicBezTo>
                      <a:pt x="4727" y="462"/>
                      <a:pt x="4690" y="440"/>
                      <a:pt x="4657" y="440"/>
                    </a:cubicBezTo>
                    <a:cubicBezTo>
                      <a:pt x="4567" y="440"/>
                      <a:pt x="4501" y="597"/>
                      <a:pt x="4494" y="707"/>
                    </a:cubicBezTo>
                    <a:cubicBezTo>
                      <a:pt x="4414" y="677"/>
                      <a:pt x="4354" y="607"/>
                      <a:pt x="4304" y="536"/>
                    </a:cubicBezTo>
                    <a:lnTo>
                      <a:pt x="4304" y="536"/>
                    </a:lnTo>
                    <a:cubicBezTo>
                      <a:pt x="4307" y="548"/>
                      <a:pt x="4311" y="558"/>
                      <a:pt x="4315" y="567"/>
                    </a:cubicBezTo>
                    <a:lnTo>
                      <a:pt x="4315" y="567"/>
                    </a:lnTo>
                    <a:cubicBezTo>
                      <a:pt x="4283" y="505"/>
                      <a:pt x="4232" y="481"/>
                      <a:pt x="4174" y="481"/>
                    </a:cubicBezTo>
                    <a:cubicBezTo>
                      <a:pt x="4086" y="481"/>
                      <a:pt x="3984" y="536"/>
                      <a:pt x="3912" y="597"/>
                    </a:cubicBezTo>
                    <a:cubicBezTo>
                      <a:pt x="3909" y="504"/>
                      <a:pt x="3863" y="471"/>
                      <a:pt x="3803" y="471"/>
                    </a:cubicBezTo>
                    <a:cubicBezTo>
                      <a:pt x="3700" y="471"/>
                      <a:pt x="3556" y="571"/>
                      <a:pt x="3511" y="647"/>
                    </a:cubicBezTo>
                    <a:cubicBezTo>
                      <a:pt x="3495" y="549"/>
                      <a:pt x="3419" y="498"/>
                      <a:pt x="3338" y="498"/>
                    </a:cubicBezTo>
                    <a:cubicBezTo>
                      <a:pt x="3319" y="498"/>
                      <a:pt x="3299" y="501"/>
                      <a:pt x="3280" y="506"/>
                    </a:cubicBezTo>
                    <a:cubicBezTo>
                      <a:pt x="3369" y="360"/>
                      <a:pt x="3221" y="299"/>
                      <a:pt x="3062" y="299"/>
                    </a:cubicBezTo>
                    <a:cubicBezTo>
                      <a:pt x="2970" y="299"/>
                      <a:pt x="2874" y="319"/>
                      <a:pt x="2819" y="356"/>
                    </a:cubicBezTo>
                    <a:cubicBezTo>
                      <a:pt x="2827" y="248"/>
                      <a:pt x="2713" y="45"/>
                      <a:pt x="2605" y="45"/>
                    </a:cubicBezTo>
                    <a:cubicBezTo>
                      <a:pt x="2582" y="45"/>
                      <a:pt x="2559" y="54"/>
                      <a:pt x="2538" y="75"/>
                    </a:cubicBezTo>
                    <a:cubicBezTo>
                      <a:pt x="2483" y="23"/>
                      <a:pt x="2429" y="1"/>
                      <a:pt x="23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55" name="Google Shape;12455;p44"/>
              <p:cNvSpPr/>
              <p:nvPr/>
            </p:nvSpPr>
            <p:spPr>
              <a:xfrm>
                <a:off x="1439436" y="4198531"/>
                <a:ext cx="71262" cy="43632"/>
              </a:xfrm>
              <a:custGeom>
                <a:avLst/>
                <a:gdLst/>
                <a:ahLst/>
                <a:cxnLst/>
                <a:rect l="l" t="t" r="r" b="b"/>
                <a:pathLst>
                  <a:path w="1777" h="1088" extrusionOk="0">
                    <a:moveTo>
                      <a:pt x="853" y="1"/>
                    </a:moveTo>
                    <a:cubicBezTo>
                      <a:pt x="753" y="1"/>
                      <a:pt x="633" y="171"/>
                      <a:pt x="583" y="232"/>
                    </a:cubicBezTo>
                    <a:cubicBezTo>
                      <a:pt x="522" y="302"/>
                      <a:pt x="472" y="382"/>
                      <a:pt x="402" y="422"/>
                    </a:cubicBezTo>
                    <a:cubicBezTo>
                      <a:pt x="392" y="402"/>
                      <a:pt x="372" y="382"/>
                      <a:pt x="372" y="362"/>
                    </a:cubicBezTo>
                    <a:cubicBezTo>
                      <a:pt x="302" y="402"/>
                      <a:pt x="222" y="452"/>
                      <a:pt x="181" y="512"/>
                    </a:cubicBezTo>
                    <a:cubicBezTo>
                      <a:pt x="171" y="502"/>
                      <a:pt x="161" y="492"/>
                      <a:pt x="151" y="472"/>
                    </a:cubicBezTo>
                    <a:cubicBezTo>
                      <a:pt x="81" y="532"/>
                      <a:pt x="1" y="603"/>
                      <a:pt x="1" y="713"/>
                    </a:cubicBezTo>
                    <a:cubicBezTo>
                      <a:pt x="11" y="753"/>
                      <a:pt x="51" y="884"/>
                      <a:pt x="81" y="984"/>
                    </a:cubicBezTo>
                    <a:cubicBezTo>
                      <a:pt x="129" y="991"/>
                      <a:pt x="176" y="993"/>
                      <a:pt x="223" y="993"/>
                    </a:cubicBezTo>
                    <a:cubicBezTo>
                      <a:pt x="273" y="993"/>
                      <a:pt x="324" y="991"/>
                      <a:pt x="375" y="991"/>
                    </a:cubicBezTo>
                    <a:cubicBezTo>
                      <a:pt x="404" y="991"/>
                      <a:pt x="433" y="992"/>
                      <a:pt x="462" y="994"/>
                    </a:cubicBezTo>
                    <a:cubicBezTo>
                      <a:pt x="621" y="1003"/>
                      <a:pt x="754" y="1065"/>
                      <a:pt x="918" y="1065"/>
                    </a:cubicBezTo>
                    <a:cubicBezTo>
                      <a:pt x="930" y="1065"/>
                      <a:pt x="942" y="1065"/>
                      <a:pt x="954" y="1064"/>
                    </a:cubicBezTo>
                    <a:cubicBezTo>
                      <a:pt x="1104" y="1064"/>
                      <a:pt x="1255" y="1064"/>
                      <a:pt x="1415" y="1074"/>
                    </a:cubicBezTo>
                    <a:cubicBezTo>
                      <a:pt x="1461" y="1074"/>
                      <a:pt x="1536" y="1087"/>
                      <a:pt x="1606" y="1087"/>
                    </a:cubicBezTo>
                    <a:cubicBezTo>
                      <a:pt x="1658" y="1087"/>
                      <a:pt x="1706" y="1080"/>
                      <a:pt x="1736" y="1054"/>
                    </a:cubicBezTo>
                    <a:cubicBezTo>
                      <a:pt x="1776" y="1024"/>
                      <a:pt x="1776" y="994"/>
                      <a:pt x="1776" y="954"/>
                    </a:cubicBezTo>
                    <a:cubicBezTo>
                      <a:pt x="1776" y="894"/>
                      <a:pt x="1756" y="823"/>
                      <a:pt x="1736" y="763"/>
                    </a:cubicBezTo>
                    <a:cubicBezTo>
                      <a:pt x="1712" y="706"/>
                      <a:pt x="1588" y="470"/>
                      <a:pt x="1499" y="470"/>
                    </a:cubicBezTo>
                    <a:cubicBezTo>
                      <a:pt x="1481" y="470"/>
                      <a:pt x="1464" y="480"/>
                      <a:pt x="1450" y="503"/>
                    </a:cubicBezTo>
                    <a:lnTo>
                      <a:pt x="1450" y="503"/>
                    </a:lnTo>
                    <a:cubicBezTo>
                      <a:pt x="1496" y="403"/>
                      <a:pt x="1173" y="412"/>
                      <a:pt x="1114" y="392"/>
                    </a:cubicBezTo>
                    <a:cubicBezTo>
                      <a:pt x="1136" y="348"/>
                      <a:pt x="1105" y="299"/>
                      <a:pt x="1071" y="299"/>
                    </a:cubicBezTo>
                    <a:cubicBezTo>
                      <a:pt x="1061" y="299"/>
                      <a:pt x="1052" y="302"/>
                      <a:pt x="1044" y="310"/>
                    </a:cubicBezTo>
                    <a:lnTo>
                      <a:pt x="1044" y="310"/>
                    </a:lnTo>
                    <a:cubicBezTo>
                      <a:pt x="1110" y="214"/>
                      <a:pt x="940" y="10"/>
                      <a:pt x="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56" name="Google Shape;12456;p44"/>
              <p:cNvSpPr/>
              <p:nvPr/>
            </p:nvSpPr>
            <p:spPr>
              <a:xfrm>
                <a:off x="1307495" y="4187583"/>
                <a:ext cx="87744" cy="42709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1065" extrusionOk="0">
                    <a:moveTo>
                      <a:pt x="979" y="1"/>
                    </a:moveTo>
                    <a:cubicBezTo>
                      <a:pt x="883" y="1"/>
                      <a:pt x="768" y="197"/>
                      <a:pt x="723" y="364"/>
                    </a:cubicBezTo>
                    <a:cubicBezTo>
                      <a:pt x="663" y="344"/>
                      <a:pt x="583" y="284"/>
                      <a:pt x="532" y="234"/>
                    </a:cubicBezTo>
                    <a:cubicBezTo>
                      <a:pt x="502" y="274"/>
                      <a:pt x="482" y="314"/>
                      <a:pt x="442" y="344"/>
                    </a:cubicBezTo>
                    <a:cubicBezTo>
                      <a:pt x="442" y="304"/>
                      <a:pt x="412" y="284"/>
                      <a:pt x="402" y="254"/>
                    </a:cubicBezTo>
                    <a:cubicBezTo>
                      <a:pt x="352" y="274"/>
                      <a:pt x="292" y="294"/>
                      <a:pt x="232" y="294"/>
                    </a:cubicBezTo>
                    <a:cubicBezTo>
                      <a:pt x="229" y="295"/>
                      <a:pt x="226" y="295"/>
                      <a:pt x="224" y="295"/>
                    </a:cubicBezTo>
                    <a:cubicBezTo>
                      <a:pt x="205" y="295"/>
                      <a:pt x="199" y="269"/>
                      <a:pt x="173" y="269"/>
                    </a:cubicBezTo>
                    <a:cubicBezTo>
                      <a:pt x="167" y="269"/>
                      <a:pt x="160" y="270"/>
                      <a:pt x="151" y="274"/>
                    </a:cubicBezTo>
                    <a:cubicBezTo>
                      <a:pt x="51" y="314"/>
                      <a:pt x="1" y="474"/>
                      <a:pt x="51" y="575"/>
                    </a:cubicBezTo>
                    <a:cubicBezTo>
                      <a:pt x="71" y="605"/>
                      <a:pt x="51" y="675"/>
                      <a:pt x="81" y="735"/>
                    </a:cubicBezTo>
                    <a:cubicBezTo>
                      <a:pt x="141" y="846"/>
                      <a:pt x="272" y="846"/>
                      <a:pt x="362" y="866"/>
                    </a:cubicBezTo>
                    <a:cubicBezTo>
                      <a:pt x="700" y="948"/>
                      <a:pt x="1071" y="1064"/>
                      <a:pt x="1427" y="1064"/>
                    </a:cubicBezTo>
                    <a:cubicBezTo>
                      <a:pt x="1504" y="1064"/>
                      <a:pt x="1581" y="1059"/>
                      <a:pt x="1656" y="1046"/>
                    </a:cubicBezTo>
                    <a:cubicBezTo>
                      <a:pt x="1947" y="996"/>
                      <a:pt x="2187" y="755"/>
                      <a:pt x="1856" y="535"/>
                    </a:cubicBezTo>
                    <a:cubicBezTo>
                      <a:pt x="1806" y="505"/>
                      <a:pt x="1696" y="464"/>
                      <a:pt x="1646" y="444"/>
                    </a:cubicBezTo>
                    <a:cubicBezTo>
                      <a:pt x="1606" y="434"/>
                      <a:pt x="1536" y="414"/>
                      <a:pt x="1485" y="384"/>
                    </a:cubicBezTo>
                    <a:cubicBezTo>
                      <a:pt x="1525" y="240"/>
                      <a:pt x="1398" y="207"/>
                      <a:pt x="1274" y="207"/>
                    </a:cubicBezTo>
                    <a:cubicBezTo>
                      <a:pt x="1208" y="207"/>
                      <a:pt x="1143" y="217"/>
                      <a:pt x="1104" y="224"/>
                    </a:cubicBezTo>
                    <a:cubicBezTo>
                      <a:pt x="1079" y="62"/>
                      <a:pt x="1032" y="1"/>
                      <a:pt x="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57" name="Google Shape;12457;p44"/>
              <p:cNvSpPr/>
              <p:nvPr/>
            </p:nvSpPr>
            <p:spPr>
              <a:xfrm>
                <a:off x="1330033" y="4187703"/>
                <a:ext cx="347007" cy="94963"/>
              </a:xfrm>
              <a:custGeom>
                <a:avLst/>
                <a:gdLst/>
                <a:ahLst/>
                <a:cxnLst/>
                <a:rect l="l" t="t" r="r" b="b"/>
                <a:pathLst>
                  <a:path w="8653" h="2368" extrusionOk="0">
                    <a:moveTo>
                      <a:pt x="6049" y="0"/>
                    </a:moveTo>
                    <a:cubicBezTo>
                      <a:pt x="5858" y="90"/>
                      <a:pt x="5598" y="60"/>
                      <a:pt x="5598" y="341"/>
                    </a:cubicBezTo>
                    <a:cubicBezTo>
                      <a:pt x="5578" y="331"/>
                      <a:pt x="5567" y="301"/>
                      <a:pt x="5547" y="291"/>
                    </a:cubicBezTo>
                    <a:cubicBezTo>
                      <a:pt x="5267" y="421"/>
                      <a:pt x="5156" y="502"/>
                      <a:pt x="5126" y="843"/>
                    </a:cubicBezTo>
                    <a:cubicBezTo>
                      <a:pt x="5060" y="722"/>
                      <a:pt x="4954" y="667"/>
                      <a:pt x="4856" y="667"/>
                    </a:cubicBezTo>
                    <a:cubicBezTo>
                      <a:pt x="4716" y="667"/>
                      <a:pt x="4591" y="779"/>
                      <a:pt x="4615" y="973"/>
                    </a:cubicBezTo>
                    <a:cubicBezTo>
                      <a:pt x="4585" y="943"/>
                      <a:pt x="4554" y="913"/>
                      <a:pt x="4534" y="883"/>
                    </a:cubicBezTo>
                    <a:cubicBezTo>
                      <a:pt x="4534" y="953"/>
                      <a:pt x="4484" y="1023"/>
                      <a:pt x="4504" y="1123"/>
                    </a:cubicBezTo>
                    <a:cubicBezTo>
                      <a:pt x="4392" y="1080"/>
                      <a:pt x="4223" y="990"/>
                      <a:pt x="4098" y="990"/>
                    </a:cubicBezTo>
                    <a:cubicBezTo>
                      <a:pt x="4021" y="990"/>
                      <a:pt x="3962" y="1024"/>
                      <a:pt x="3943" y="1123"/>
                    </a:cubicBezTo>
                    <a:cubicBezTo>
                      <a:pt x="3863" y="1038"/>
                      <a:pt x="3710" y="953"/>
                      <a:pt x="3596" y="953"/>
                    </a:cubicBezTo>
                    <a:cubicBezTo>
                      <a:pt x="3521" y="953"/>
                      <a:pt x="3463" y="989"/>
                      <a:pt x="3451" y="1083"/>
                    </a:cubicBezTo>
                    <a:cubicBezTo>
                      <a:pt x="3421" y="973"/>
                      <a:pt x="3381" y="873"/>
                      <a:pt x="3341" y="782"/>
                    </a:cubicBezTo>
                    <a:cubicBezTo>
                      <a:pt x="3180" y="792"/>
                      <a:pt x="3030" y="873"/>
                      <a:pt x="2909" y="983"/>
                    </a:cubicBezTo>
                    <a:cubicBezTo>
                      <a:pt x="2899" y="923"/>
                      <a:pt x="2859" y="893"/>
                      <a:pt x="2849" y="833"/>
                    </a:cubicBezTo>
                    <a:cubicBezTo>
                      <a:pt x="2830" y="839"/>
                      <a:pt x="2811" y="842"/>
                      <a:pt x="2792" y="842"/>
                    </a:cubicBezTo>
                    <a:cubicBezTo>
                      <a:pt x="2706" y="842"/>
                      <a:pt x="2619" y="785"/>
                      <a:pt x="2546" y="785"/>
                    </a:cubicBezTo>
                    <a:cubicBezTo>
                      <a:pt x="2490" y="785"/>
                      <a:pt x="2442" y="818"/>
                      <a:pt x="2408" y="933"/>
                    </a:cubicBezTo>
                    <a:cubicBezTo>
                      <a:pt x="2324" y="789"/>
                      <a:pt x="2180" y="731"/>
                      <a:pt x="2036" y="731"/>
                    </a:cubicBezTo>
                    <a:cubicBezTo>
                      <a:pt x="1939" y="731"/>
                      <a:pt x="1843" y="758"/>
                      <a:pt x="1766" y="802"/>
                    </a:cubicBezTo>
                    <a:cubicBezTo>
                      <a:pt x="1736" y="722"/>
                      <a:pt x="1666" y="672"/>
                      <a:pt x="1636" y="592"/>
                    </a:cubicBezTo>
                    <a:cubicBezTo>
                      <a:pt x="1515" y="602"/>
                      <a:pt x="1445" y="592"/>
                      <a:pt x="1355" y="682"/>
                    </a:cubicBezTo>
                    <a:lnTo>
                      <a:pt x="1274" y="602"/>
                    </a:lnTo>
                    <a:cubicBezTo>
                      <a:pt x="1254" y="612"/>
                      <a:pt x="1234" y="632"/>
                      <a:pt x="1224" y="652"/>
                    </a:cubicBezTo>
                    <a:cubicBezTo>
                      <a:pt x="1194" y="602"/>
                      <a:pt x="1124" y="552"/>
                      <a:pt x="1094" y="512"/>
                    </a:cubicBezTo>
                    <a:cubicBezTo>
                      <a:pt x="1064" y="542"/>
                      <a:pt x="984" y="582"/>
                      <a:pt x="953" y="612"/>
                    </a:cubicBezTo>
                    <a:cubicBezTo>
                      <a:pt x="833" y="431"/>
                      <a:pt x="763" y="351"/>
                      <a:pt x="552" y="351"/>
                    </a:cubicBezTo>
                    <a:cubicBezTo>
                      <a:pt x="492" y="391"/>
                      <a:pt x="452" y="401"/>
                      <a:pt x="402" y="431"/>
                    </a:cubicBezTo>
                    <a:cubicBezTo>
                      <a:pt x="392" y="431"/>
                      <a:pt x="362" y="371"/>
                      <a:pt x="352" y="361"/>
                    </a:cubicBezTo>
                    <a:cubicBezTo>
                      <a:pt x="332" y="411"/>
                      <a:pt x="291" y="461"/>
                      <a:pt x="281" y="512"/>
                    </a:cubicBezTo>
                    <a:cubicBezTo>
                      <a:pt x="221" y="451"/>
                      <a:pt x="151" y="451"/>
                      <a:pt x="111" y="411"/>
                    </a:cubicBezTo>
                    <a:cubicBezTo>
                      <a:pt x="31" y="542"/>
                      <a:pt x="1" y="702"/>
                      <a:pt x="21" y="863"/>
                    </a:cubicBezTo>
                    <a:cubicBezTo>
                      <a:pt x="41" y="1224"/>
                      <a:pt x="1" y="1685"/>
                      <a:pt x="322" y="2006"/>
                    </a:cubicBezTo>
                    <a:cubicBezTo>
                      <a:pt x="582" y="2247"/>
                      <a:pt x="1102" y="2368"/>
                      <a:pt x="1445" y="2368"/>
                    </a:cubicBezTo>
                    <a:cubicBezTo>
                      <a:pt x="1459" y="2368"/>
                      <a:pt x="1472" y="2368"/>
                      <a:pt x="1485" y="2367"/>
                    </a:cubicBezTo>
                    <a:cubicBezTo>
                      <a:pt x="1866" y="2347"/>
                      <a:pt x="2247" y="2277"/>
                      <a:pt x="2639" y="2277"/>
                    </a:cubicBezTo>
                    <a:cubicBezTo>
                      <a:pt x="3086" y="2277"/>
                      <a:pt x="3539" y="2324"/>
                      <a:pt x="3990" y="2324"/>
                    </a:cubicBezTo>
                    <a:cubicBezTo>
                      <a:pt x="4165" y="2324"/>
                      <a:pt x="4340" y="2317"/>
                      <a:pt x="4514" y="2297"/>
                    </a:cubicBezTo>
                    <a:cubicBezTo>
                      <a:pt x="5527" y="2187"/>
                      <a:pt x="6561" y="1816"/>
                      <a:pt x="7564" y="1585"/>
                    </a:cubicBezTo>
                    <a:cubicBezTo>
                      <a:pt x="7864" y="1525"/>
                      <a:pt x="8376" y="1545"/>
                      <a:pt x="8527" y="1254"/>
                    </a:cubicBezTo>
                    <a:cubicBezTo>
                      <a:pt x="8653" y="1025"/>
                      <a:pt x="8537" y="771"/>
                      <a:pt x="8325" y="771"/>
                    </a:cubicBezTo>
                    <a:cubicBezTo>
                      <a:pt x="8268" y="771"/>
                      <a:pt x="8204" y="790"/>
                      <a:pt x="8135" y="833"/>
                    </a:cubicBezTo>
                    <a:cubicBezTo>
                      <a:pt x="8115" y="752"/>
                      <a:pt x="8045" y="722"/>
                      <a:pt x="8015" y="672"/>
                    </a:cubicBezTo>
                    <a:cubicBezTo>
                      <a:pt x="7975" y="692"/>
                      <a:pt x="7955" y="722"/>
                      <a:pt x="7925" y="752"/>
                    </a:cubicBezTo>
                    <a:cubicBezTo>
                      <a:pt x="7925" y="732"/>
                      <a:pt x="7925" y="672"/>
                      <a:pt x="7905" y="652"/>
                    </a:cubicBezTo>
                    <a:cubicBezTo>
                      <a:pt x="7764" y="672"/>
                      <a:pt x="7624" y="722"/>
                      <a:pt x="7503" y="792"/>
                    </a:cubicBezTo>
                    <a:cubicBezTo>
                      <a:pt x="7473" y="772"/>
                      <a:pt x="7373" y="692"/>
                      <a:pt x="7353" y="672"/>
                    </a:cubicBezTo>
                    <a:cubicBezTo>
                      <a:pt x="7403" y="582"/>
                      <a:pt x="7393" y="461"/>
                      <a:pt x="7413" y="361"/>
                    </a:cubicBezTo>
                    <a:lnTo>
                      <a:pt x="7413" y="361"/>
                    </a:lnTo>
                    <a:cubicBezTo>
                      <a:pt x="7182" y="381"/>
                      <a:pt x="6962" y="512"/>
                      <a:pt x="6751" y="562"/>
                    </a:cubicBezTo>
                    <a:cubicBezTo>
                      <a:pt x="6721" y="542"/>
                      <a:pt x="6631" y="481"/>
                      <a:pt x="6611" y="451"/>
                    </a:cubicBezTo>
                    <a:cubicBezTo>
                      <a:pt x="6591" y="471"/>
                      <a:pt x="6581" y="502"/>
                      <a:pt x="6550" y="522"/>
                    </a:cubicBezTo>
                    <a:cubicBezTo>
                      <a:pt x="6664" y="296"/>
                      <a:pt x="6553" y="84"/>
                      <a:pt x="6404" y="84"/>
                    </a:cubicBezTo>
                    <a:cubicBezTo>
                      <a:pt x="6341" y="84"/>
                      <a:pt x="6272" y="122"/>
                      <a:pt x="6209" y="211"/>
                    </a:cubicBezTo>
                    <a:cubicBezTo>
                      <a:pt x="6139" y="70"/>
                      <a:pt x="6169" y="171"/>
                      <a:pt x="6069" y="90"/>
                    </a:cubicBezTo>
                    <a:cubicBezTo>
                      <a:pt x="6059" y="70"/>
                      <a:pt x="6059" y="10"/>
                      <a:pt x="60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58" name="Google Shape;12458;p44"/>
              <p:cNvSpPr/>
              <p:nvPr/>
            </p:nvSpPr>
            <p:spPr>
              <a:xfrm>
                <a:off x="1509858" y="4187703"/>
                <a:ext cx="110242" cy="67452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1682" extrusionOk="0">
                    <a:moveTo>
                      <a:pt x="1565" y="0"/>
                    </a:moveTo>
                    <a:cubicBezTo>
                      <a:pt x="1374" y="90"/>
                      <a:pt x="1114" y="60"/>
                      <a:pt x="1114" y="341"/>
                    </a:cubicBezTo>
                    <a:cubicBezTo>
                      <a:pt x="1094" y="331"/>
                      <a:pt x="1083" y="301"/>
                      <a:pt x="1063" y="291"/>
                    </a:cubicBezTo>
                    <a:cubicBezTo>
                      <a:pt x="783" y="421"/>
                      <a:pt x="672" y="502"/>
                      <a:pt x="642" y="843"/>
                    </a:cubicBezTo>
                    <a:cubicBezTo>
                      <a:pt x="576" y="722"/>
                      <a:pt x="470" y="667"/>
                      <a:pt x="372" y="667"/>
                    </a:cubicBezTo>
                    <a:cubicBezTo>
                      <a:pt x="232" y="667"/>
                      <a:pt x="107" y="779"/>
                      <a:pt x="131" y="973"/>
                    </a:cubicBezTo>
                    <a:cubicBezTo>
                      <a:pt x="101" y="943"/>
                      <a:pt x="70" y="913"/>
                      <a:pt x="50" y="883"/>
                    </a:cubicBezTo>
                    <a:cubicBezTo>
                      <a:pt x="50" y="953"/>
                      <a:pt x="0" y="1023"/>
                      <a:pt x="20" y="1123"/>
                    </a:cubicBezTo>
                    <a:cubicBezTo>
                      <a:pt x="30" y="1194"/>
                      <a:pt x="0" y="1254"/>
                      <a:pt x="10" y="1304"/>
                    </a:cubicBezTo>
                    <a:cubicBezTo>
                      <a:pt x="40" y="1384"/>
                      <a:pt x="60" y="1354"/>
                      <a:pt x="111" y="1414"/>
                    </a:cubicBezTo>
                    <a:cubicBezTo>
                      <a:pt x="161" y="1454"/>
                      <a:pt x="151" y="1515"/>
                      <a:pt x="221" y="1545"/>
                    </a:cubicBezTo>
                    <a:cubicBezTo>
                      <a:pt x="251" y="1560"/>
                      <a:pt x="291" y="1563"/>
                      <a:pt x="336" y="1563"/>
                    </a:cubicBezTo>
                    <a:cubicBezTo>
                      <a:pt x="384" y="1563"/>
                      <a:pt x="437" y="1559"/>
                      <a:pt x="486" y="1559"/>
                    </a:cubicBezTo>
                    <a:cubicBezTo>
                      <a:pt x="513" y="1559"/>
                      <a:pt x="539" y="1560"/>
                      <a:pt x="562" y="1565"/>
                    </a:cubicBezTo>
                    <a:cubicBezTo>
                      <a:pt x="831" y="1626"/>
                      <a:pt x="1153" y="1682"/>
                      <a:pt x="1452" y="1682"/>
                    </a:cubicBezTo>
                    <a:cubicBezTo>
                      <a:pt x="1543" y="1682"/>
                      <a:pt x="1631" y="1677"/>
                      <a:pt x="1715" y="1665"/>
                    </a:cubicBezTo>
                    <a:cubicBezTo>
                      <a:pt x="1796" y="1655"/>
                      <a:pt x="1866" y="1605"/>
                      <a:pt x="1946" y="1595"/>
                    </a:cubicBezTo>
                    <a:cubicBezTo>
                      <a:pt x="1961" y="1593"/>
                      <a:pt x="1977" y="1592"/>
                      <a:pt x="1993" y="1592"/>
                    </a:cubicBezTo>
                    <a:cubicBezTo>
                      <a:pt x="2061" y="1592"/>
                      <a:pt x="2134" y="1607"/>
                      <a:pt x="2207" y="1615"/>
                    </a:cubicBezTo>
                    <a:cubicBezTo>
                      <a:pt x="2387" y="1615"/>
                      <a:pt x="2528" y="1595"/>
                      <a:pt x="2648" y="1454"/>
                    </a:cubicBezTo>
                    <a:cubicBezTo>
                      <a:pt x="2688" y="1404"/>
                      <a:pt x="2749" y="1334"/>
                      <a:pt x="2729" y="1284"/>
                    </a:cubicBezTo>
                    <a:cubicBezTo>
                      <a:pt x="2718" y="1229"/>
                      <a:pt x="2696" y="1219"/>
                      <a:pt x="2668" y="1219"/>
                    </a:cubicBezTo>
                    <a:cubicBezTo>
                      <a:pt x="2653" y="1219"/>
                      <a:pt x="2635" y="1222"/>
                      <a:pt x="2618" y="1222"/>
                    </a:cubicBezTo>
                    <a:cubicBezTo>
                      <a:pt x="2604" y="1222"/>
                      <a:pt x="2591" y="1220"/>
                      <a:pt x="2578" y="1214"/>
                    </a:cubicBezTo>
                    <a:cubicBezTo>
                      <a:pt x="2594" y="1173"/>
                      <a:pt x="2557" y="1138"/>
                      <a:pt x="2521" y="1138"/>
                    </a:cubicBezTo>
                    <a:cubicBezTo>
                      <a:pt x="2513" y="1138"/>
                      <a:pt x="2505" y="1140"/>
                      <a:pt x="2498" y="1143"/>
                    </a:cubicBezTo>
                    <a:cubicBezTo>
                      <a:pt x="2468" y="1103"/>
                      <a:pt x="2448" y="1043"/>
                      <a:pt x="2468" y="993"/>
                    </a:cubicBezTo>
                    <a:cubicBezTo>
                      <a:pt x="2439" y="979"/>
                      <a:pt x="2421" y="965"/>
                      <a:pt x="2399" y="965"/>
                    </a:cubicBezTo>
                    <a:cubicBezTo>
                      <a:pt x="2389" y="965"/>
                      <a:pt x="2379" y="967"/>
                      <a:pt x="2367" y="973"/>
                    </a:cubicBezTo>
                    <a:lnTo>
                      <a:pt x="2387" y="953"/>
                    </a:lnTo>
                    <a:cubicBezTo>
                      <a:pt x="2365" y="927"/>
                      <a:pt x="2344" y="918"/>
                      <a:pt x="2324" y="918"/>
                    </a:cubicBezTo>
                    <a:cubicBezTo>
                      <a:pt x="2283" y="918"/>
                      <a:pt x="2247" y="956"/>
                      <a:pt x="2207" y="963"/>
                    </a:cubicBezTo>
                    <a:cubicBezTo>
                      <a:pt x="2187" y="973"/>
                      <a:pt x="2177" y="993"/>
                      <a:pt x="2157" y="993"/>
                    </a:cubicBezTo>
                    <a:cubicBezTo>
                      <a:pt x="2137" y="993"/>
                      <a:pt x="2087" y="963"/>
                      <a:pt x="2056" y="963"/>
                    </a:cubicBezTo>
                    <a:cubicBezTo>
                      <a:pt x="2117" y="933"/>
                      <a:pt x="2247" y="742"/>
                      <a:pt x="2107" y="732"/>
                    </a:cubicBezTo>
                    <a:cubicBezTo>
                      <a:pt x="2127" y="702"/>
                      <a:pt x="2127" y="682"/>
                      <a:pt x="2157" y="652"/>
                    </a:cubicBezTo>
                    <a:cubicBezTo>
                      <a:pt x="2137" y="612"/>
                      <a:pt x="2087" y="602"/>
                      <a:pt x="2056" y="592"/>
                    </a:cubicBezTo>
                    <a:cubicBezTo>
                      <a:pt x="2077" y="542"/>
                      <a:pt x="2107" y="502"/>
                      <a:pt x="2127" y="461"/>
                    </a:cubicBezTo>
                    <a:lnTo>
                      <a:pt x="2127" y="451"/>
                    </a:lnTo>
                    <a:cubicBezTo>
                      <a:pt x="2107" y="471"/>
                      <a:pt x="2097" y="502"/>
                      <a:pt x="2066" y="522"/>
                    </a:cubicBezTo>
                    <a:cubicBezTo>
                      <a:pt x="2180" y="296"/>
                      <a:pt x="2069" y="84"/>
                      <a:pt x="1920" y="84"/>
                    </a:cubicBezTo>
                    <a:cubicBezTo>
                      <a:pt x="1857" y="84"/>
                      <a:pt x="1788" y="122"/>
                      <a:pt x="1725" y="211"/>
                    </a:cubicBezTo>
                    <a:cubicBezTo>
                      <a:pt x="1655" y="70"/>
                      <a:pt x="1685" y="171"/>
                      <a:pt x="1585" y="90"/>
                    </a:cubicBezTo>
                    <a:cubicBezTo>
                      <a:pt x="1575" y="70"/>
                      <a:pt x="1575" y="10"/>
                      <a:pt x="15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59" name="Google Shape;12459;p44"/>
              <p:cNvSpPr/>
              <p:nvPr/>
            </p:nvSpPr>
            <p:spPr>
              <a:xfrm>
                <a:off x="1255200" y="4198531"/>
                <a:ext cx="110282" cy="67493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683" extrusionOk="0">
                    <a:moveTo>
                      <a:pt x="1566" y="1"/>
                    </a:moveTo>
                    <a:cubicBezTo>
                      <a:pt x="1385" y="101"/>
                      <a:pt x="1124" y="61"/>
                      <a:pt x="1124" y="342"/>
                    </a:cubicBezTo>
                    <a:cubicBezTo>
                      <a:pt x="1104" y="332"/>
                      <a:pt x="1094" y="302"/>
                      <a:pt x="1074" y="302"/>
                    </a:cubicBezTo>
                    <a:cubicBezTo>
                      <a:pt x="793" y="432"/>
                      <a:pt x="683" y="502"/>
                      <a:pt x="643" y="843"/>
                    </a:cubicBezTo>
                    <a:cubicBezTo>
                      <a:pt x="581" y="725"/>
                      <a:pt x="478" y="671"/>
                      <a:pt x="380" y="671"/>
                    </a:cubicBezTo>
                    <a:cubicBezTo>
                      <a:pt x="238" y="671"/>
                      <a:pt x="108" y="784"/>
                      <a:pt x="131" y="974"/>
                    </a:cubicBezTo>
                    <a:cubicBezTo>
                      <a:pt x="111" y="954"/>
                      <a:pt x="81" y="914"/>
                      <a:pt x="61" y="894"/>
                    </a:cubicBezTo>
                    <a:cubicBezTo>
                      <a:pt x="61" y="954"/>
                      <a:pt x="1" y="1034"/>
                      <a:pt x="21" y="1134"/>
                    </a:cubicBezTo>
                    <a:lnTo>
                      <a:pt x="21" y="1124"/>
                    </a:lnTo>
                    <a:lnTo>
                      <a:pt x="21" y="1124"/>
                    </a:lnTo>
                    <a:cubicBezTo>
                      <a:pt x="31" y="1194"/>
                      <a:pt x="11" y="1255"/>
                      <a:pt x="21" y="1305"/>
                    </a:cubicBezTo>
                    <a:cubicBezTo>
                      <a:pt x="51" y="1385"/>
                      <a:pt x="71" y="1355"/>
                      <a:pt x="121" y="1415"/>
                    </a:cubicBezTo>
                    <a:cubicBezTo>
                      <a:pt x="161" y="1455"/>
                      <a:pt x="161" y="1515"/>
                      <a:pt x="222" y="1546"/>
                    </a:cubicBezTo>
                    <a:cubicBezTo>
                      <a:pt x="255" y="1560"/>
                      <a:pt x="298" y="1564"/>
                      <a:pt x="344" y="1564"/>
                    </a:cubicBezTo>
                    <a:cubicBezTo>
                      <a:pt x="394" y="1564"/>
                      <a:pt x="448" y="1560"/>
                      <a:pt x="497" y="1560"/>
                    </a:cubicBezTo>
                    <a:cubicBezTo>
                      <a:pt x="524" y="1560"/>
                      <a:pt x="550" y="1561"/>
                      <a:pt x="573" y="1566"/>
                    </a:cubicBezTo>
                    <a:cubicBezTo>
                      <a:pt x="842" y="1627"/>
                      <a:pt x="1164" y="1683"/>
                      <a:pt x="1462" y="1683"/>
                    </a:cubicBezTo>
                    <a:cubicBezTo>
                      <a:pt x="1553" y="1683"/>
                      <a:pt x="1642" y="1678"/>
                      <a:pt x="1726" y="1666"/>
                    </a:cubicBezTo>
                    <a:cubicBezTo>
                      <a:pt x="1806" y="1656"/>
                      <a:pt x="1877" y="1616"/>
                      <a:pt x="1947" y="1596"/>
                    </a:cubicBezTo>
                    <a:cubicBezTo>
                      <a:pt x="1964" y="1594"/>
                      <a:pt x="1981" y="1593"/>
                      <a:pt x="1998" y="1593"/>
                    </a:cubicBezTo>
                    <a:cubicBezTo>
                      <a:pt x="2071" y="1593"/>
                      <a:pt x="2143" y="1608"/>
                      <a:pt x="2208" y="1616"/>
                    </a:cubicBezTo>
                    <a:cubicBezTo>
                      <a:pt x="2229" y="1617"/>
                      <a:pt x="2250" y="1618"/>
                      <a:pt x="2271" y="1618"/>
                    </a:cubicBezTo>
                    <a:cubicBezTo>
                      <a:pt x="2430" y="1618"/>
                      <a:pt x="2551" y="1580"/>
                      <a:pt x="2649" y="1455"/>
                    </a:cubicBezTo>
                    <a:cubicBezTo>
                      <a:pt x="2689" y="1405"/>
                      <a:pt x="2749" y="1345"/>
                      <a:pt x="2739" y="1285"/>
                    </a:cubicBezTo>
                    <a:cubicBezTo>
                      <a:pt x="2730" y="1232"/>
                      <a:pt x="2709" y="1221"/>
                      <a:pt x="2682" y="1221"/>
                    </a:cubicBezTo>
                    <a:cubicBezTo>
                      <a:pt x="2660" y="1221"/>
                      <a:pt x="2635" y="1228"/>
                      <a:pt x="2608" y="1228"/>
                    </a:cubicBezTo>
                    <a:cubicBezTo>
                      <a:pt x="2599" y="1228"/>
                      <a:pt x="2589" y="1227"/>
                      <a:pt x="2579" y="1225"/>
                    </a:cubicBezTo>
                    <a:cubicBezTo>
                      <a:pt x="2603" y="1175"/>
                      <a:pt x="2567" y="1139"/>
                      <a:pt x="2526" y="1139"/>
                    </a:cubicBezTo>
                    <a:cubicBezTo>
                      <a:pt x="2517" y="1139"/>
                      <a:pt x="2507" y="1141"/>
                      <a:pt x="2498" y="1144"/>
                    </a:cubicBezTo>
                    <a:cubicBezTo>
                      <a:pt x="2468" y="1104"/>
                      <a:pt x="2458" y="1044"/>
                      <a:pt x="2468" y="994"/>
                    </a:cubicBezTo>
                    <a:cubicBezTo>
                      <a:pt x="2449" y="981"/>
                      <a:pt x="2434" y="968"/>
                      <a:pt x="2416" y="968"/>
                    </a:cubicBezTo>
                    <a:cubicBezTo>
                      <a:pt x="2405" y="968"/>
                      <a:pt x="2393" y="973"/>
                      <a:pt x="2378" y="984"/>
                    </a:cubicBezTo>
                    <a:lnTo>
                      <a:pt x="2388" y="954"/>
                    </a:lnTo>
                    <a:cubicBezTo>
                      <a:pt x="2369" y="928"/>
                      <a:pt x="2351" y="919"/>
                      <a:pt x="2333" y="919"/>
                    </a:cubicBezTo>
                    <a:cubicBezTo>
                      <a:pt x="2295" y="919"/>
                      <a:pt x="2258" y="960"/>
                      <a:pt x="2218" y="974"/>
                    </a:cubicBezTo>
                    <a:cubicBezTo>
                      <a:pt x="2198" y="974"/>
                      <a:pt x="2188" y="994"/>
                      <a:pt x="2167" y="994"/>
                    </a:cubicBezTo>
                    <a:cubicBezTo>
                      <a:pt x="2147" y="994"/>
                      <a:pt x="2097" y="964"/>
                      <a:pt x="2067" y="964"/>
                    </a:cubicBezTo>
                    <a:cubicBezTo>
                      <a:pt x="2127" y="934"/>
                      <a:pt x="2258" y="743"/>
                      <a:pt x="2117" y="733"/>
                    </a:cubicBezTo>
                    <a:cubicBezTo>
                      <a:pt x="2137" y="703"/>
                      <a:pt x="2137" y="683"/>
                      <a:pt x="2167" y="653"/>
                    </a:cubicBezTo>
                    <a:cubicBezTo>
                      <a:pt x="2147" y="613"/>
                      <a:pt x="2097" y="603"/>
                      <a:pt x="2057" y="593"/>
                    </a:cubicBezTo>
                    <a:cubicBezTo>
                      <a:pt x="2087" y="542"/>
                      <a:pt x="2107" y="502"/>
                      <a:pt x="2137" y="462"/>
                    </a:cubicBezTo>
                    <a:lnTo>
                      <a:pt x="2127" y="462"/>
                    </a:lnTo>
                    <a:cubicBezTo>
                      <a:pt x="2107" y="482"/>
                      <a:pt x="2107" y="512"/>
                      <a:pt x="2077" y="522"/>
                    </a:cubicBezTo>
                    <a:cubicBezTo>
                      <a:pt x="2189" y="298"/>
                      <a:pt x="2076" y="89"/>
                      <a:pt x="1930" y="89"/>
                    </a:cubicBezTo>
                    <a:cubicBezTo>
                      <a:pt x="1866" y="89"/>
                      <a:pt x="1797" y="128"/>
                      <a:pt x="1736" y="222"/>
                    </a:cubicBezTo>
                    <a:cubicBezTo>
                      <a:pt x="1656" y="71"/>
                      <a:pt x="1696" y="171"/>
                      <a:pt x="1586" y="91"/>
                    </a:cubicBezTo>
                    <a:cubicBezTo>
                      <a:pt x="1586" y="71"/>
                      <a:pt x="1586" y="21"/>
                      <a:pt x="15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60" name="Google Shape;12460;p44"/>
              <p:cNvSpPr/>
              <p:nvPr/>
            </p:nvSpPr>
            <p:spPr>
              <a:xfrm>
                <a:off x="1510259" y="4187703"/>
                <a:ext cx="70019" cy="44273"/>
              </a:xfrm>
              <a:custGeom>
                <a:avLst/>
                <a:gdLst/>
                <a:ahLst/>
                <a:cxnLst/>
                <a:rect l="l" t="t" r="r" b="b"/>
                <a:pathLst>
                  <a:path w="1746" h="1104" extrusionOk="0">
                    <a:moveTo>
                      <a:pt x="1555" y="0"/>
                    </a:moveTo>
                    <a:cubicBezTo>
                      <a:pt x="1364" y="90"/>
                      <a:pt x="1104" y="60"/>
                      <a:pt x="1104" y="341"/>
                    </a:cubicBezTo>
                    <a:cubicBezTo>
                      <a:pt x="1084" y="331"/>
                      <a:pt x="1073" y="301"/>
                      <a:pt x="1053" y="291"/>
                    </a:cubicBezTo>
                    <a:cubicBezTo>
                      <a:pt x="773" y="421"/>
                      <a:pt x="662" y="502"/>
                      <a:pt x="632" y="843"/>
                    </a:cubicBezTo>
                    <a:cubicBezTo>
                      <a:pt x="566" y="722"/>
                      <a:pt x="460" y="667"/>
                      <a:pt x="362" y="667"/>
                    </a:cubicBezTo>
                    <a:cubicBezTo>
                      <a:pt x="222" y="667"/>
                      <a:pt x="97" y="779"/>
                      <a:pt x="121" y="973"/>
                    </a:cubicBezTo>
                    <a:cubicBezTo>
                      <a:pt x="91" y="943"/>
                      <a:pt x="60" y="913"/>
                      <a:pt x="40" y="883"/>
                    </a:cubicBezTo>
                    <a:cubicBezTo>
                      <a:pt x="40" y="943"/>
                      <a:pt x="0" y="1013"/>
                      <a:pt x="0" y="1103"/>
                    </a:cubicBezTo>
                    <a:cubicBezTo>
                      <a:pt x="20" y="1073"/>
                      <a:pt x="50" y="1043"/>
                      <a:pt x="80" y="1023"/>
                    </a:cubicBezTo>
                    <a:cubicBezTo>
                      <a:pt x="103" y="1012"/>
                      <a:pt x="122" y="1007"/>
                      <a:pt x="138" y="1007"/>
                    </a:cubicBezTo>
                    <a:cubicBezTo>
                      <a:pt x="208" y="1007"/>
                      <a:pt x="232" y="1093"/>
                      <a:pt x="321" y="1093"/>
                    </a:cubicBezTo>
                    <a:cubicBezTo>
                      <a:pt x="321" y="993"/>
                      <a:pt x="331" y="933"/>
                      <a:pt x="422" y="893"/>
                    </a:cubicBezTo>
                    <a:cubicBezTo>
                      <a:pt x="432" y="893"/>
                      <a:pt x="452" y="913"/>
                      <a:pt x="472" y="913"/>
                    </a:cubicBezTo>
                    <a:cubicBezTo>
                      <a:pt x="499" y="904"/>
                      <a:pt x="526" y="861"/>
                      <a:pt x="554" y="861"/>
                    </a:cubicBezTo>
                    <a:cubicBezTo>
                      <a:pt x="557" y="861"/>
                      <a:pt x="559" y="862"/>
                      <a:pt x="562" y="863"/>
                    </a:cubicBezTo>
                    <a:cubicBezTo>
                      <a:pt x="599" y="863"/>
                      <a:pt x="593" y="924"/>
                      <a:pt x="633" y="924"/>
                    </a:cubicBezTo>
                    <a:cubicBezTo>
                      <a:pt x="636" y="924"/>
                      <a:pt x="639" y="923"/>
                      <a:pt x="642" y="923"/>
                    </a:cubicBezTo>
                    <a:cubicBezTo>
                      <a:pt x="682" y="913"/>
                      <a:pt x="672" y="802"/>
                      <a:pt x="692" y="762"/>
                    </a:cubicBezTo>
                    <a:cubicBezTo>
                      <a:pt x="742" y="672"/>
                      <a:pt x="853" y="652"/>
                      <a:pt x="923" y="612"/>
                    </a:cubicBezTo>
                    <a:cubicBezTo>
                      <a:pt x="973" y="592"/>
                      <a:pt x="1003" y="542"/>
                      <a:pt x="1073" y="522"/>
                    </a:cubicBezTo>
                    <a:cubicBezTo>
                      <a:pt x="1174" y="502"/>
                      <a:pt x="1174" y="532"/>
                      <a:pt x="1244" y="421"/>
                    </a:cubicBezTo>
                    <a:cubicBezTo>
                      <a:pt x="1267" y="375"/>
                      <a:pt x="1255" y="328"/>
                      <a:pt x="1299" y="328"/>
                    </a:cubicBezTo>
                    <a:cubicBezTo>
                      <a:pt x="1312" y="328"/>
                      <a:pt x="1329" y="332"/>
                      <a:pt x="1354" y="341"/>
                    </a:cubicBezTo>
                    <a:cubicBezTo>
                      <a:pt x="1330" y="242"/>
                      <a:pt x="1386" y="157"/>
                      <a:pt x="1479" y="157"/>
                    </a:cubicBezTo>
                    <a:cubicBezTo>
                      <a:pt x="1499" y="157"/>
                      <a:pt x="1521" y="161"/>
                      <a:pt x="1545" y="171"/>
                    </a:cubicBezTo>
                    <a:cubicBezTo>
                      <a:pt x="1575" y="181"/>
                      <a:pt x="1595" y="221"/>
                      <a:pt x="1635" y="231"/>
                    </a:cubicBezTo>
                    <a:cubicBezTo>
                      <a:pt x="1639" y="233"/>
                      <a:pt x="1645" y="234"/>
                      <a:pt x="1652" y="234"/>
                    </a:cubicBezTo>
                    <a:cubicBezTo>
                      <a:pt x="1669" y="234"/>
                      <a:pt x="1695" y="228"/>
                      <a:pt x="1719" y="228"/>
                    </a:cubicBezTo>
                    <a:cubicBezTo>
                      <a:pt x="1728" y="228"/>
                      <a:pt x="1737" y="229"/>
                      <a:pt x="1746" y="231"/>
                    </a:cubicBezTo>
                    <a:lnTo>
                      <a:pt x="1736" y="191"/>
                    </a:lnTo>
                    <a:lnTo>
                      <a:pt x="1715" y="211"/>
                    </a:lnTo>
                    <a:cubicBezTo>
                      <a:pt x="1645" y="70"/>
                      <a:pt x="1675" y="171"/>
                      <a:pt x="1575" y="90"/>
                    </a:cubicBezTo>
                    <a:cubicBezTo>
                      <a:pt x="1565" y="70"/>
                      <a:pt x="1565" y="10"/>
                      <a:pt x="155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461" name="Google Shape;12461;p44"/>
            <p:cNvGrpSpPr/>
            <p:nvPr/>
          </p:nvGrpSpPr>
          <p:grpSpPr>
            <a:xfrm rot="-575426">
              <a:off x="4977464" y="4241675"/>
              <a:ext cx="824216" cy="233743"/>
              <a:chOff x="2436564" y="2774658"/>
              <a:chExt cx="737475" cy="209143"/>
            </a:xfrm>
          </p:grpSpPr>
          <p:sp>
            <p:nvSpPr>
              <p:cNvPr id="12462" name="Google Shape;12462;p44"/>
              <p:cNvSpPr/>
              <p:nvPr/>
            </p:nvSpPr>
            <p:spPr>
              <a:xfrm>
                <a:off x="2436564" y="2775028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63" name="Google Shape;12463;p44"/>
              <p:cNvSpPr/>
              <p:nvPr/>
            </p:nvSpPr>
            <p:spPr>
              <a:xfrm rot="-293525">
                <a:off x="2946011" y="2783857"/>
                <a:ext cx="222094" cy="148664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64" name="Google Shape;12464;p44"/>
              <p:cNvSpPr/>
              <p:nvPr/>
            </p:nvSpPr>
            <p:spPr>
              <a:xfrm>
                <a:off x="2530687" y="2788623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65" name="Google Shape;12465;p44"/>
              <p:cNvSpPr/>
              <p:nvPr/>
            </p:nvSpPr>
            <p:spPr>
              <a:xfrm>
                <a:off x="2874784" y="2820106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66" name="Google Shape;12466;p44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467" name="Google Shape;12467;p44"/>
            <p:cNvGrpSpPr/>
            <p:nvPr/>
          </p:nvGrpSpPr>
          <p:grpSpPr>
            <a:xfrm rot="-263875">
              <a:off x="5836717" y="4098665"/>
              <a:ext cx="813287" cy="233323"/>
              <a:chOff x="2447923" y="2707800"/>
              <a:chExt cx="727715" cy="208774"/>
            </a:xfrm>
          </p:grpSpPr>
          <p:sp>
            <p:nvSpPr>
              <p:cNvPr id="12468" name="Google Shape;12468;p44"/>
              <p:cNvSpPr/>
              <p:nvPr/>
            </p:nvSpPr>
            <p:spPr>
              <a:xfrm>
                <a:off x="2447923" y="2707800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69" name="Google Shape;12469;p44"/>
              <p:cNvSpPr/>
              <p:nvPr/>
            </p:nvSpPr>
            <p:spPr>
              <a:xfrm>
                <a:off x="2953550" y="2749147"/>
                <a:ext cx="222088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70" name="Google Shape;12470;p44"/>
              <p:cNvSpPr/>
              <p:nvPr/>
            </p:nvSpPr>
            <p:spPr>
              <a:xfrm>
                <a:off x="2542046" y="2721395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71" name="Google Shape;12471;p44"/>
              <p:cNvSpPr/>
              <p:nvPr/>
            </p:nvSpPr>
            <p:spPr>
              <a:xfrm>
                <a:off x="2871498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72" name="Google Shape;12472;p44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2473" name="Google Shape;12473;p44"/>
          <p:cNvGrpSpPr/>
          <p:nvPr/>
        </p:nvGrpSpPr>
        <p:grpSpPr>
          <a:xfrm flipH="1">
            <a:off x="-152207" y="4360078"/>
            <a:ext cx="4319814" cy="935874"/>
            <a:chOff x="4963752" y="4000536"/>
            <a:chExt cx="2501340" cy="541907"/>
          </a:xfrm>
        </p:grpSpPr>
        <p:sp>
          <p:nvSpPr>
            <p:cNvPr id="12474" name="Google Shape;12474;p44"/>
            <p:cNvSpPr/>
            <p:nvPr/>
          </p:nvSpPr>
          <p:spPr>
            <a:xfrm>
              <a:off x="5654130" y="4242777"/>
              <a:ext cx="302221" cy="80900"/>
            </a:xfrm>
            <a:custGeom>
              <a:avLst/>
              <a:gdLst/>
              <a:ahLst/>
              <a:cxnLst/>
              <a:rect l="l" t="t" r="r" b="b"/>
              <a:pathLst>
                <a:path w="6743" h="1805" extrusionOk="0">
                  <a:moveTo>
                    <a:pt x="3531" y="1"/>
                  </a:moveTo>
                  <a:cubicBezTo>
                    <a:pt x="3435" y="1"/>
                    <a:pt x="3356" y="63"/>
                    <a:pt x="3341" y="228"/>
                  </a:cubicBezTo>
                  <a:cubicBezTo>
                    <a:pt x="3310" y="178"/>
                    <a:pt x="3270" y="97"/>
                    <a:pt x="3210" y="77"/>
                  </a:cubicBezTo>
                  <a:cubicBezTo>
                    <a:pt x="3189" y="66"/>
                    <a:pt x="3168" y="60"/>
                    <a:pt x="3146" y="60"/>
                  </a:cubicBezTo>
                  <a:cubicBezTo>
                    <a:pt x="2960" y="60"/>
                    <a:pt x="2757" y="455"/>
                    <a:pt x="2739" y="689"/>
                  </a:cubicBezTo>
                  <a:cubicBezTo>
                    <a:pt x="2679" y="639"/>
                    <a:pt x="2608" y="649"/>
                    <a:pt x="2548" y="629"/>
                  </a:cubicBezTo>
                  <a:cubicBezTo>
                    <a:pt x="2548" y="689"/>
                    <a:pt x="2518" y="739"/>
                    <a:pt x="2528" y="799"/>
                  </a:cubicBezTo>
                  <a:cubicBezTo>
                    <a:pt x="2433" y="745"/>
                    <a:pt x="2320" y="618"/>
                    <a:pt x="2226" y="618"/>
                  </a:cubicBezTo>
                  <a:cubicBezTo>
                    <a:pt x="2181" y="618"/>
                    <a:pt x="2139" y="648"/>
                    <a:pt x="2107" y="729"/>
                  </a:cubicBezTo>
                  <a:cubicBezTo>
                    <a:pt x="2028" y="662"/>
                    <a:pt x="1946" y="607"/>
                    <a:pt x="1872" y="607"/>
                  </a:cubicBezTo>
                  <a:cubicBezTo>
                    <a:pt x="1814" y="607"/>
                    <a:pt x="1760" y="641"/>
                    <a:pt x="1716" y="729"/>
                  </a:cubicBezTo>
                  <a:cubicBezTo>
                    <a:pt x="1655" y="654"/>
                    <a:pt x="1520" y="470"/>
                    <a:pt x="1428" y="470"/>
                  </a:cubicBezTo>
                  <a:cubicBezTo>
                    <a:pt x="1398" y="470"/>
                    <a:pt x="1372" y="489"/>
                    <a:pt x="1354" y="539"/>
                  </a:cubicBezTo>
                  <a:cubicBezTo>
                    <a:pt x="1320" y="445"/>
                    <a:pt x="1273" y="407"/>
                    <a:pt x="1220" y="407"/>
                  </a:cubicBezTo>
                  <a:cubicBezTo>
                    <a:pt x="1166" y="407"/>
                    <a:pt x="1105" y="447"/>
                    <a:pt x="1044" y="509"/>
                  </a:cubicBezTo>
                  <a:cubicBezTo>
                    <a:pt x="953" y="408"/>
                    <a:pt x="893" y="278"/>
                    <a:pt x="763" y="258"/>
                  </a:cubicBezTo>
                  <a:cubicBezTo>
                    <a:pt x="760" y="257"/>
                    <a:pt x="757" y="257"/>
                    <a:pt x="754" y="257"/>
                  </a:cubicBezTo>
                  <a:cubicBezTo>
                    <a:pt x="678" y="257"/>
                    <a:pt x="620" y="381"/>
                    <a:pt x="562" y="448"/>
                  </a:cubicBezTo>
                  <a:cubicBezTo>
                    <a:pt x="527" y="421"/>
                    <a:pt x="494" y="409"/>
                    <a:pt x="463" y="409"/>
                  </a:cubicBezTo>
                  <a:cubicBezTo>
                    <a:pt x="335" y="409"/>
                    <a:pt x="245" y="612"/>
                    <a:pt x="221" y="749"/>
                  </a:cubicBezTo>
                  <a:cubicBezTo>
                    <a:pt x="0" y="890"/>
                    <a:pt x="161" y="1221"/>
                    <a:pt x="341" y="1361"/>
                  </a:cubicBezTo>
                  <a:cubicBezTo>
                    <a:pt x="552" y="1522"/>
                    <a:pt x="893" y="1522"/>
                    <a:pt x="1134" y="1532"/>
                  </a:cubicBezTo>
                  <a:cubicBezTo>
                    <a:pt x="1675" y="1572"/>
                    <a:pt x="2207" y="1702"/>
                    <a:pt x="2749" y="1772"/>
                  </a:cubicBezTo>
                  <a:cubicBezTo>
                    <a:pt x="2920" y="1795"/>
                    <a:pt x="3090" y="1805"/>
                    <a:pt x="3261" y="1805"/>
                  </a:cubicBezTo>
                  <a:cubicBezTo>
                    <a:pt x="3983" y="1805"/>
                    <a:pt x="4707" y="1636"/>
                    <a:pt x="5437" y="1612"/>
                  </a:cubicBezTo>
                  <a:cubicBezTo>
                    <a:pt x="5668" y="1602"/>
                    <a:pt x="6671" y="1652"/>
                    <a:pt x="6711" y="1211"/>
                  </a:cubicBezTo>
                  <a:cubicBezTo>
                    <a:pt x="6742" y="951"/>
                    <a:pt x="6421" y="684"/>
                    <a:pt x="6180" y="684"/>
                  </a:cubicBezTo>
                  <a:cubicBezTo>
                    <a:pt x="6114" y="684"/>
                    <a:pt x="6054" y="704"/>
                    <a:pt x="6009" y="749"/>
                  </a:cubicBezTo>
                  <a:cubicBezTo>
                    <a:pt x="5967" y="642"/>
                    <a:pt x="5872" y="602"/>
                    <a:pt x="5763" y="602"/>
                  </a:cubicBezTo>
                  <a:cubicBezTo>
                    <a:pt x="5586" y="602"/>
                    <a:pt x="5373" y="706"/>
                    <a:pt x="5286" y="799"/>
                  </a:cubicBezTo>
                  <a:cubicBezTo>
                    <a:pt x="5216" y="736"/>
                    <a:pt x="5127" y="693"/>
                    <a:pt x="5042" y="693"/>
                  </a:cubicBezTo>
                  <a:cubicBezTo>
                    <a:pt x="5005" y="693"/>
                    <a:pt x="4969" y="701"/>
                    <a:pt x="4935" y="719"/>
                  </a:cubicBezTo>
                  <a:cubicBezTo>
                    <a:pt x="4888" y="636"/>
                    <a:pt x="4792" y="557"/>
                    <a:pt x="4715" y="557"/>
                  </a:cubicBezTo>
                  <a:cubicBezTo>
                    <a:pt x="4661" y="557"/>
                    <a:pt x="4617" y="596"/>
                    <a:pt x="4604" y="699"/>
                  </a:cubicBezTo>
                  <a:cubicBezTo>
                    <a:pt x="4566" y="544"/>
                    <a:pt x="4454" y="485"/>
                    <a:pt x="4327" y="485"/>
                  </a:cubicBezTo>
                  <a:cubicBezTo>
                    <a:pt x="4290" y="485"/>
                    <a:pt x="4252" y="489"/>
                    <a:pt x="4213" y="498"/>
                  </a:cubicBezTo>
                  <a:cubicBezTo>
                    <a:pt x="4223" y="353"/>
                    <a:pt x="4046" y="227"/>
                    <a:pt x="3926" y="227"/>
                  </a:cubicBezTo>
                  <a:cubicBezTo>
                    <a:pt x="3921" y="227"/>
                    <a:pt x="3917" y="227"/>
                    <a:pt x="3912" y="228"/>
                  </a:cubicBezTo>
                  <a:lnTo>
                    <a:pt x="3932" y="298"/>
                  </a:lnTo>
                  <a:cubicBezTo>
                    <a:pt x="3871" y="151"/>
                    <a:pt x="3680" y="1"/>
                    <a:pt x="35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2475" name="Google Shape;12475;p44"/>
            <p:cNvGrpSpPr/>
            <p:nvPr/>
          </p:nvGrpSpPr>
          <p:grpSpPr>
            <a:xfrm rot="-278360">
              <a:off x="6533282" y="4037668"/>
              <a:ext cx="925757" cy="187175"/>
              <a:chOff x="1255200" y="4115196"/>
              <a:chExt cx="828298" cy="167470"/>
            </a:xfrm>
          </p:grpSpPr>
          <p:sp>
            <p:nvSpPr>
              <p:cNvPr id="12476" name="Google Shape;12476;p44"/>
              <p:cNvSpPr/>
              <p:nvPr/>
            </p:nvSpPr>
            <p:spPr>
              <a:xfrm>
                <a:off x="1806305" y="4141304"/>
                <a:ext cx="203600" cy="110522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2756" extrusionOk="0">
                    <a:moveTo>
                      <a:pt x="4069" y="1"/>
                    </a:moveTo>
                    <a:cubicBezTo>
                      <a:pt x="3971" y="1"/>
                      <a:pt x="3853" y="67"/>
                      <a:pt x="3762" y="224"/>
                    </a:cubicBezTo>
                    <a:cubicBezTo>
                      <a:pt x="3742" y="204"/>
                      <a:pt x="3732" y="174"/>
                      <a:pt x="3712" y="154"/>
                    </a:cubicBezTo>
                    <a:cubicBezTo>
                      <a:pt x="3632" y="224"/>
                      <a:pt x="3562" y="324"/>
                      <a:pt x="3511" y="425"/>
                    </a:cubicBezTo>
                    <a:cubicBezTo>
                      <a:pt x="3478" y="387"/>
                      <a:pt x="3447" y="371"/>
                      <a:pt x="3417" y="371"/>
                    </a:cubicBezTo>
                    <a:cubicBezTo>
                      <a:pt x="3240" y="371"/>
                      <a:pt x="3124" y="949"/>
                      <a:pt x="3090" y="1087"/>
                    </a:cubicBezTo>
                    <a:cubicBezTo>
                      <a:pt x="3054" y="997"/>
                      <a:pt x="2994" y="923"/>
                      <a:pt x="2910" y="923"/>
                    </a:cubicBezTo>
                    <a:cubicBezTo>
                      <a:pt x="2900" y="923"/>
                      <a:pt x="2890" y="924"/>
                      <a:pt x="2879" y="926"/>
                    </a:cubicBezTo>
                    <a:cubicBezTo>
                      <a:pt x="2739" y="966"/>
                      <a:pt x="2719" y="1137"/>
                      <a:pt x="2719" y="1368"/>
                    </a:cubicBezTo>
                    <a:cubicBezTo>
                      <a:pt x="2729" y="1608"/>
                      <a:pt x="2849" y="1699"/>
                      <a:pt x="2859" y="1939"/>
                    </a:cubicBezTo>
                    <a:cubicBezTo>
                      <a:pt x="2830" y="1916"/>
                      <a:pt x="2808" y="1906"/>
                      <a:pt x="2784" y="1906"/>
                    </a:cubicBezTo>
                    <a:cubicBezTo>
                      <a:pt x="2767" y="1906"/>
                      <a:pt x="2750" y="1911"/>
                      <a:pt x="2729" y="1919"/>
                    </a:cubicBezTo>
                    <a:cubicBezTo>
                      <a:pt x="2619" y="1959"/>
                      <a:pt x="2669" y="2030"/>
                      <a:pt x="2639" y="2090"/>
                    </a:cubicBezTo>
                    <a:cubicBezTo>
                      <a:pt x="2619" y="2058"/>
                      <a:pt x="2573" y="2045"/>
                      <a:pt x="2523" y="2045"/>
                    </a:cubicBezTo>
                    <a:cubicBezTo>
                      <a:pt x="2447" y="2045"/>
                      <a:pt x="2362" y="2074"/>
                      <a:pt x="2338" y="2110"/>
                    </a:cubicBezTo>
                    <a:cubicBezTo>
                      <a:pt x="2299" y="1983"/>
                      <a:pt x="2317" y="1829"/>
                      <a:pt x="2208" y="1829"/>
                    </a:cubicBezTo>
                    <a:cubicBezTo>
                      <a:pt x="2204" y="1829"/>
                      <a:pt x="2201" y="1829"/>
                      <a:pt x="2197" y="1829"/>
                    </a:cubicBezTo>
                    <a:cubicBezTo>
                      <a:pt x="2188" y="1829"/>
                      <a:pt x="2179" y="1830"/>
                      <a:pt x="2170" y="1830"/>
                    </a:cubicBezTo>
                    <a:cubicBezTo>
                      <a:pt x="2060" y="1830"/>
                      <a:pt x="1957" y="1804"/>
                      <a:pt x="1870" y="1804"/>
                    </a:cubicBezTo>
                    <a:cubicBezTo>
                      <a:pt x="1776" y="1804"/>
                      <a:pt x="1701" y="1834"/>
                      <a:pt x="1656" y="1959"/>
                    </a:cubicBezTo>
                    <a:cubicBezTo>
                      <a:pt x="1568" y="1928"/>
                      <a:pt x="1454" y="1882"/>
                      <a:pt x="1357" y="1882"/>
                    </a:cubicBezTo>
                    <a:cubicBezTo>
                      <a:pt x="1265" y="1882"/>
                      <a:pt x="1189" y="1923"/>
                      <a:pt x="1164" y="2060"/>
                    </a:cubicBezTo>
                    <a:cubicBezTo>
                      <a:pt x="1023" y="1978"/>
                      <a:pt x="942" y="1929"/>
                      <a:pt x="868" y="1929"/>
                    </a:cubicBezTo>
                    <a:cubicBezTo>
                      <a:pt x="779" y="1929"/>
                      <a:pt x="701" y="2000"/>
                      <a:pt x="542" y="2170"/>
                    </a:cubicBezTo>
                    <a:cubicBezTo>
                      <a:pt x="468" y="2111"/>
                      <a:pt x="401" y="2086"/>
                      <a:pt x="341" y="2086"/>
                    </a:cubicBezTo>
                    <a:cubicBezTo>
                      <a:pt x="167" y="2086"/>
                      <a:pt x="53" y="2299"/>
                      <a:pt x="1" y="2501"/>
                    </a:cubicBezTo>
                    <a:cubicBezTo>
                      <a:pt x="161" y="2601"/>
                      <a:pt x="282" y="2672"/>
                      <a:pt x="582" y="2712"/>
                    </a:cubicBezTo>
                    <a:cubicBezTo>
                      <a:pt x="738" y="2732"/>
                      <a:pt x="893" y="2739"/>
                      <a:pt x="1050" y="2739"/>
                    </a:cubicBezTo>
                    <a:cubicBezTo>
                      <a:pt x="1207" y="2739"/>
                      <a:pt x="1365" y="2732"/>
                      <a:pt x="1525" y="2722"/>
                    </a:cubicBezTo>
                    <a:cubicBezTo>
                      <a:pt x="1556" y="2721"/>
                      <a:pt x="1586" y="2721"/>
                      <a:pt x="1617" y="2721"/>
                    </a:cubicBezTo>
                    <a:cubicBezTo>
                      <a:pt x="1920" y="2721"/>
                      <a:pt x="2218" y="2756"/>
                      <a:pt x="2520" y="2756"/>
                    </a:cubicBezTo>
                    <a:cubicBezTo>
                      <a:pt x="2576" y="2756"/>
                      <a:pt x="2632" y="2755"/>
                      <a:pt x="2689" y="2752"/>
                    </a:cubicBezTo>
                    <a:cubicBezTo>
                      <a:pt x="3221" y="2732"/>
                      <a:pt x="3722" y="2531"/>
                      <a:pt x="4244" y="2501"/>
                    </a:cubicBezTo>
                    <a:cubicBezTo>
                      <a:pt x="4424" y="2491"/>
                      <a:pt x="5076" y="2491"/>
                      <a:pt x="4916" y="2150"/>
                    </a:cubicBezTo>
                    <a:cubicBezTo>
                      <a:pt x="4956" y="2140"/>
                      <a:pt x="4996" y="2090"/>
                      <a:pt x="5036" y="2080"/>
                    </a:cubicBezTo>
                    <a:cubicBezTo>
                      <a:pt x="4956" y="1969"/>
                      <a:pt x="4815" y="1849"/>
                      <a:pt x="4765" y="1759"/>
                    </a:cubicBezTo>
                    <a:cubicBezTo>
                      <a:pt x="4765" y="1759"/>
                      <a:pt x="4795" y="1659"/>
                      <a:pt x="4775" y="1628"/>
                    </a:cubicBezTo>
                    <a:cubicBezTo>
                      <a:pt x="4765" y="1598"/>
                      <a:pt x="4615" y="1508"/>
                      <a:pt x="4575" y="1478"/>
                    </a:cubicBezTo>
                    <a:lnTo>
                      <a:pt x="4575" y="1478"/>
                    </a:lnTo>
                    <a:cubicBezTo>
                      <a:pt x="4588" y="1480"/>
                      <a:pt x="4600" y="1480"/>
                      <a:pt x="4611" y="1480"/>
                    </a:cubicBezTo>
                    <a:cubicBezTo>
                      <a:pt x="4803" y="1480"/>
                      <a:pt x="4697" y="1244"/>
                      <a:pt x="4555" y="1187"/>
                    </a:cubicBezTo>
                    <a:cubicBezTo>
                      <a:pt x="4728" y="1007"/>
                      <a:pt x="4534" y="916"/>
                      <a:pt x="4363" y="916"/>
                    </a:cubicBezTo>
                    <a:cubicBezTo>
                      <a:pt x="4306" y="916"/>
                      <a:pt x="4251" y="926"/>
                      <a:pt x="4214" y="946"/>
                    </a:cubicBezTo>
                    <a:cubicBezTo>
                      <a:pt x="4314" y="816"/>
                      <a:pt x="4234" y="615"/>
                      <a:pt x="4123" y="525"/>
                    </a:cubicBezTo>
                    <a:cubicBezTo>
                      <a:pt x="4372" y="231"/>
                      <a:pt x="4254" y="1"/>
                      <a:pt x="4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77" name="Google Shape;12477;p44"/>
              <p:cNvSpPr/>
              <p:nvPr/>
            </p:nvSpPr>
            <p:spPr>
              <a:xfrm>
                <a:off x="1807508" y="4214252"/>
                <a:ext cx="79684" cy="22538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62" extrusionOk="0">
                    <a:moveTo>
                      <a:pt x="1987" y="0"/>
                    </a:moveTo>
                    <a:cubicBezTo>
                      <a:pt x="1956" y="7"/>
                      <a:pt x="1924" y="8"/>
                      <a:pt x="1893" y="8"/>
                    </a:cubicBezTo>
                    <a:cubicBezTo>
                      <a:pt x="1873" y="8"/>
                      <a:pt x="1853" y="7"/>
                      <a:pt x="1833" y="7"/>
                    </a:cubicBezTo>
                    <a:cubicBezTo>
                      <a:pt x="1744" y="7"/>
                      <a:pt x="1664" y="18"/>
                      <a:pt x="1626" y="140"/>
                    </a:cubicBezTo>
                    <a:cubicBezTo>
                      <a:pt x="1538" y="109"/>
                      <a:pt x="1424" y="63"/>
                      <a:pt x="1327" y="63"/>
                    </a:cubicBezTo>
                    <a:cubicBezTo>
                      <a:pt x="1235" y="63"/>
                      <a:pt x="1159" y="104"/>
                      <a:pt x="1134" y="241"/>
                    </a:cubicBezTo>
                    <a:cubicBezTo>
                      <a:pt x="993" y="159"/>
                      <a:pt x="912" y="110"/>
                      <a:pt x="838" y="110"/>
                    </a:cubicBezTo>
                    <a:cubicBezTo>
                      <a:pt x="749" y="110"/>
                      <a:pt x="671" y="181"/>
                      <a:pt x="512" y="351"/>
                    </a:cubicBezTo>
                    <a:cubicBezTo>
                      <a:pt x="436" y="290"/>
                      <a:pt x="368" y="265"/>
                      <a:pt x="306" y="265"/>
                    </a:cubicBezTo>
                    <a:cubicBezTo>
                      <a:pt x="166" y="265"/>
                      <a:pt x="64" y="401"/>
                      <a:pt x="1" y="562"/>
                    </a:cubicBezTo>
                    <a:cubicBezTo>
                      <a:pt x="50" y="477"/>
                      <a:pt x="120" y="421"/>
                      <a:pt x="203" y="421"/>
                    </a:cubicBezTo>
                    <a:cubicBezTo>
                      <a:pt x="237" y="421"/>
                      <a:pt x="274" y="431"/>
                      <a:pt x="312" y="451"/>
                    </a:cubicBezTo>
                    <a:cubicBezTo>
                      <a:pt x="352" y="472"/>
                      <a:pt x="368" y="480"/>
                      <a:pt x="379" y="480"/>
                    </a:cubicBezTo>
                    <a:cubicBezTo>
                      <a:pt x="394" y="480"/>
                      <a:pt x="398" y="461"/>
                      <a:pt x="452" y="431"/>
                    </a:cubicBezTo>
                    <a:cubicBezTo>
                      <a:pt x="477" y="416"/>
                      <a:pt x="507" y="406"/>
                      <a:pt x="534" y="406"/>
                    </a:cubicBezTo>
                    <a:cubicBezTo>
                      <a:pt x="560" y="406"/>
                      <a:pt x="583" y="416"/>
                      <a:pt x="593" y="441"/>
                    </a:cubicBezTo>
                    <a:cubicBezTo>
                      <a:pt x="625" y="344"/>
                      <a:pt x="707" y="293"/>
                      <a:pt x="788" y="293"/>
                    </a:cubicBezTo>
                    <a:cubicBezTo>
                      <a:pt x="833" y="293"/>
                      <a:pt x="878" y="309"/>
                      <a:pt x="914" y="341"/>
                    </a:cubicBezTo>
                    <a:cubicBezTo>
                      <a:pt x="931" y="303"/>
                      <a:pt x="953" y="290"/>
                      <a:pt x="978" y="290"/>
                    </a:cubicBezTo>
                    <a:cubicBezTo>
                      <a:pt x="1011" y="290"/>
                      <a:pt x="1049" y="314"/>
                      <a:pt x="1084" y="331"/>
                    </a:cubicBezTo>
                    <a:cubicBezTo>
                      <a:pt x="1106" y="348"/>
                      <a:pt x="1122" y="358"/>
                      <a:pt x="1137" y="358"/>
                    </a:cubicBezTo>
                    <a:cubicBezTo>
                      <a:pt x="1157" y="358"/>
                      <a:pt x="1176" y="341"/>
                      <a:pt x="1204" y="301"/>
                    </a:cubicBezTo>
                    <a:cubicBezTo>
                      <a:pt x="1245" y="241"/>
                      <a:pt x="1245" y="201"/>
                      <a:pt x="1315" y="181"/>
                    </a:cubicBezTo>
                    <a:cubicBezTo>
                      <a:pt x="1328" y="178"/>
                      <a:pt x="1341" y="176"/>
                      <a:pt x="1352" y="176"/>
                    </a:cubicBezTo>
                    <a:cubicBezTo>
                      <a:pt x="1417" y="176"/>
                      <a:pt x="1451" y="223"/>
                      <a:pt x="1485" y="291"/>
                    </a:cubicBezTo>
                    <a:cubicBezTo>
                      <a:pt x="1498" y="276"/>
                      <a:pt x="1511" y="270"/>
                      <a:pt x="1525" y="270"/>
                    </a:cubicBezTo>
                    <a:cubicBezTo>
                      <a:pt x="1562" y="270"/>
                      <a:pt x="1602" y="312"/>
                      <a:pt x="1638" y="312"/>
                    </a:cubicBezTo>
                    <a:cubicBezTo>
                      <a:pt x="1640" y="312"/>
                      <a:pt x="1643" y="312"/>
                      <a:pt x="1646" y="311"/>
                    </a:cubicBezTo>
                    <a:cubicBezTo>
                      <a:pt x="1706" y="301"/>
                      <a:pt x="1706" y="261"/>
                      <a:pt x="1716" y="211"/>
                    </a:cubicBezTo>
                    <a:cubicBezTo>
                      <a:pt x="1746" y="140"/>
                      <a:pt x="1776" y="40"/>
                      <a:pt x="1856" y="40"/>
                    </a:cubicBezTo>
                    <a:cubicBezTo>
                      <a:pt x="1861" y="39"/>
                      <a:pt x="1865" y="39"/>
                      <a:pt x="1869" y="39"/>
                    </a:cubicBezTo>
                    <a:cubicBezTo>
                      <a:pt x="1895" y="39"/>
                      <a:pt x="1907" y="62"/>
                      <a:pt x="1927" y="62"/>
                    </a:cubicBezTo>
                    <a:cubicBezTo>
                      <a:pt x="1930" y="62"/>
                      <a:pt x="1933" y="61"/>
                      <a:pt x="1937" y="60"/>
                    </a:cubicBezTo>
                    <a:cubicBezTo>
                      <a:pt x="1967" y="50"/>
                      <a:pt x="1977" y="20"/>
                      <a:pt x="19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78" name="Google Shape;12478;p44"/>
              <p:cNvSpPr/>
              <p:nvPr/>
            </p:nvSpPr>
            <p:spPr>
              <a:xfrm>
                <a:off x="1915306" y="4141344"/>
                <a:ext cx="63202" cy="59231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1477" extrusionOk="0">
                    <a:moveTo>
                      <a:pt x="1352" y="0"/>
                    </a:moveTo>
                    <a:cubicBezTo>
                      <a:pt x="1253" y="0"/>
                      <a:pt x="1136" y="67"/>
                      <a:pt x="1044" y="223"/>
                    </a:cubicBezTo>
                    <a:cubicBezTo>
                      <a:pt x="1024" y="203"/>
                      <a:pt x="1014" y="173"/>
                      <a:pt x="994" y="153"/>
                    </a:cubicBezTo>
                    <a:cubicBezTo>
                      <a:pt x="914" y="223"/>
                      <a:pt x="844" y="323"/>
                      <a:pt x="793" y="424"/>
                    </a:cubicBezTo>
                    <a:cubicBezTo>
                      <a:pt x="760" y="386"/>
                      <a:pt x="729" y="370"/>
                      <a:pt x="699" y="370"/>
                    </a:cubicBezTo>
                    <a:cubicBezTo>
                      <a:pt x="522" y="370"/>
                      <a:pt x="406" y="948"/>
                      <a:pt x="372" y="1086"/>
                    </a:cubicBezTo>
                    <a:cubicBezTo>
                      <a:pt x="336" y="996"/>
                      <a:pt x="276" y="922"/>
                      <a:pt x="192" y="922"/>
                    </a:cubicBezTo>
                    <a:cubicBezTo>
                      <a:pt x="182" y="922"/>
                      <a:pt x="172" y="923"/>
                      <a:pt x="161" y="925"/>
                    </a:cubicBezTo>
                    <a:cubicBezTo>
                      <a:pt x="21" y="965"/>
                      <a:pt x="1" y="1136"/>
                      <a:pt x="1" y="1367"/>
                    </a:cubicBezTo>
                    <a:cubicBezTo>
                      <a:pt x="1" y="1407"/>
                      <a:pt x="11" y="1437"/>
                      <a:pt x="21" y="1477"/>
                    </a:cubicBezTo>
                    <a:cubicBezTo>
                      <a:pt x="21" y="1377"/>
                      <a:pt x="31" y="1276"/>
                      <a:pt x="81" y="1216"/>
                    </a:cubicBezTo>
                    <a:cubicBezTo>
                      <a:pt x="119" y="1161"/>
                      <a:pt x="148" y="1140"/>
                      <a:pt x="174" y="1140"/>
                    </a:cubicBezTo>
                    <a:cubicBezTo>
                      <a:pt x="235" y="1140"/>
                      <a:pt x="271" y="1264"/>
                      <a:pt x="342" y="1306"/>
                    </a:cubicBezTo>
                    <a:cubicBezTo>
                      <a:pt x="352" y="1276"/>
                      <a:pt x="352" y="1246"/>
                      <a:pt x="362" y="1216"/>
                    </a:cubicBezTo>
                    <a:lnTo>
                      <a:pt x="392" y="1226"/>
                    </a:lnTo>
                    <a:cubicBezTo>
                      <a:pt x="402" y="1196"/>
                      <a:pt x="402" y="1156"/>
                      <a:pt x="432" y="1126"/>
                    </a:cubicBezTo>
                    <a:cubicBezTo>
                      <a:pt x="434" y="1122"/>
                      <a:pt x="437" y="1120"/>
                      <a:pt x="441" y="1120"/>
                    </a:cubicBezTo>
                    <a:cubicBezTo>
                      <a:pt x="451" y="1120"/>
                      <a:pt x="464" y="1132"/>
                      <a:pt x="474" y="1132"/>
                    </a:cubicBezTo>
                    <a:cubicBezTo>
                      <a:pt x="477" y="1132"/>
                      <a:pt x="480" y="1130"/>
                      <a:pt x="482" y="1126"/>
                    </a:cubicBezTo>
                    <a:cubicBezTo>
                      <a:pt x="513" y="1096"/>
                      <a:pt x="492" y="955"/>
                      <a:pt x="492" y="925"/>
                    </a:cubicBezTo>
                    <a:cubicBezTo>
                      <a:pt x="482" y="795"/>
                      <a:pt x="482" y="725"/>
                      <a:pt x="553" y="604"/>
                    </a:cubicBezTo>
                    <a:cubicBezTo>
                      <a:pt x="596" y="534"/>
                      <a:pt x="643" y="498"/>
                      <a:pt x="692" y="498"/>
                    </a:cubicBezTo>
                    <a:cubicBezTo>
                      <a:pt x="734" y="498"/>
                      <a:pt x="778" y="524"/>
                      <a:pt x="823" y="574"/>
                    </a:cubicBezTo>
                    <a:cubicBezTo>
                      <a:pt x="841" y="530"/>
                      <a:pt x="891" y="397"/>
                      <a:pt x="944" y="397"/>
                    </a:cubicBezTo>
                    <a:cubicBezTo>
                      <a:pt x="951" y="397"/>
                      <a:pt x="957" y="399"/>
                      <a:pt x="964" y="404"/>
                    </a:cubicBezTo>
                    <a:cubicBezTo>
                      <a:pt x="1019" y="365"/>
                      <a:pt x="1055" y="265"/>
                      <a:pt x="1111" y="265"/>
                    </a:cubicBezTo>
                    <a:cubicBezTo>
                      <a:pt x="1127" y="265"/>
                      <a:pt x="1144" y="273"/>
                      <a:pt x="1165" y="293"/>
                    </a:cubicBezTo>
                    <a:cubicBezTo>
                      <a:pt x="1205" y="223"/>
                      <a:pt x="1315" y="83"/>
                      <a:pt x="1405" y="83"/>
                    </a:cubicBezTo>
                    <a:cubicBezTo>
                      <a:pt x="1475" y="93"/>
                      <a:pt x="1516" y="193"/>
                      <a:pt x="1536" y="283"/>
                    </a:cubicBezTo>
                    <a:cubicBezTo>
                      <a:pt x="1575" y="113"/>
                      <a:pt x="1480" y="0"/>
                      <a:pt x="13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79" name="Google Shape;12479;p44"/>
              <p:cNvSpPr/>
              <p:nvPr/>
            </p:nvSpPr>
            <p:spPr>
              <a:xfrm>
                <a:off x="1984004" y="4115196"/>
                <a:ext cx="99494" cy="134263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3348" extrusionOk="0">
                    <a:moveTo>
                      <a:pt x="1197" y="0"/>
                    </a:moveTo>
                    <a:cubicBezTo>
                      <a:pt x="1129" y="0"/>
                      <a:pt x="1083" y="158"/>
                      <a:pt x="1046" y="273"/>
                    </a:cubicBezTo>
                    <a:lnTo>
                      <a:pt x="1076" y="364"/>
                    </a:lnTo>
                    <a:cubicBezTo>
                      <a:pt x="896" y="474"/>
                      <a:pt x="886" y="534"/>
                      <a:pt x="956" y="695"/>
                    </a:cubicBezTo>
                    <a:cubicBezTo>
                      <a:pt x="976" y="745"/>
                      <a:pt x="866" y="725"/>
                      <a:pt x="826" y="785"/>
                    </a:cubicBezTo>
                    <a:cubicBezTo>
                      <a:pt x="776" y="845"/>
                      <a:pt x="776" y="996"/>
                      <a:pt x="786" y="1076"/>
                    </a:cubicBezTo>
                    <a:cubicBezTo>
                      <a:pt x="485" y="1126"/>
                      <a:pt x="505" y="1407"/>
                      <a:pt x="575" y="1587"/>
                    </a:cubicBezTo>
                    <a:cubicBezTo>
                      <a:pt x="344" y="1688"/>
                      <a:pt x="625" y="2209"/>
                      <a:pt x="625" y="2410"/>
                    </a:cubicBezTo>
                    <a:cubicBezTo>
                      <a:pt x="224" y="2430"/>
                      <a:pt x="364" y="2691"/>
                      <a:pt x="364" y="2891"/>
                    </a:cubicBezTo>
                    <a:cubicBezTo>
                      <a:pt x="347" y="2889"/>
                      <a:pt x="330" y="2888"/>
                      <a:pt x="314" y="2888"/>
                    </a:cubicBezTo>
                    <a:cubicBezTo>
                      <a:pt x="0" y="2888"/>
                      <a:pt x="79" y="3253"/>
                      <a:pt x="394" y="3262"/>
                    </a:cubicBezTo>
                    <a:cubicBezTo>
                      <a:pt x="394" y="3262"/>
                      <a:pt x="1065" y="3348"/>
                      <a:pt x="1599" y="3348"/>
                    </a:cubicBezTo>
                    <a:cubicBezTo>
                      <a:pt x="1904" y="3348"/>
                      <a:pt x="2164" y="3320"/>
                      <a:pt x="2230" y="3232"/>
                    </a:cubicBezTo>
                    <a:cubicBezTo>
                      <a:pt x="2250" y="3212"/>
                      <a:pt x="2481" y="3112"/>
                      <a:pt x="2300" y="2841"/>
                    </a:cubicBezTo>
                    <a:cubicBezTo>
                      <a:pt x="2260" y="2771"/>
                      <a:pt x="2120" y="2801"/>
                      <a:pt x="2080" y="2721"/>
                    </a:cubicBezTo>
                    <a:cubicBezTo>
                      <a:pt x="2039" y="2620"/>
                      <a:pt x="1989" y="2530"/>
                      <a:pt x="1929" y="2460"/>
                    </a:cubicBezTo>
                    <a:cubicBezTo>
                      <a:pt x="1889" y="2410"/>
                      <a:pt x="1749" y="2420"/>
                      <a:pt x="1749" y="2360"/>
                    </a:cubicBezTo>
                    <a:cubicBezTo>
                      <a:pt x="1738" y="2320"/>
                      <a:pt x="1799" y="2229"/>
                      <a:pt x="1799" y="2189"/>
                    </a:cubicBezTo>
                    <a:cubicBezTo>
                      <a:pt x="1819" y="1908"/>
                      <a:pt x="1688" y="1958"/>
                      <a:pt x="1648" y="1868"/>
                    </a:cubicBezTo>
                    <a:cubicBezTo>
                      <a:pt x="1588" y="1768"/>
                      <a:pt x="1708" y="1768"/>
                      <a:pt x="1618" y="1507"/>
                    </a:cubicBezTo>
                    <a:cubicBezTo>
                      <a:pt x="1608" y="1467"/>
                      <a:pt x="1608" y="1357"/>
                      <a:pt x="1618" y="1236"/>
                    </a:cubicBezTo>
                    <a:cubicBezTo>
                      <a:pt x="1658" y="1016"/>
                      <a:pt x="1518" y="1026"/>
                      <a:pt x="1528" y="945"/>
                    </a:cubicBezTo>
                    <a:cubicBezTo>
                      <a:pt x="1548" y="835"/>
                      <a:pt x="1588" y="775"/>
                      <a:pt x="1458" y="655"/>
                    </a:cubicBezTo>
                    <a:lnTo>
                      <a:pt x="1458" y="655"/>
                    </a:lnTo>
                    <a:cubicBezTo>
                      <a:pt x="1463" y="655"/>
                      <a:pt x="1468" y="655"/>
                      <a:pt x="1473" y="655"/>
                    </a:cubicBezTo>
                    <a:cubicBezTo>
                      <a:pt x="1576" y="655"/>
                      <a:pt x="1449" y="552"/>
                      <a:pt x="1488" y="514"/>
                    </a:cubicBezTo>
                    <a:cubicBezTo>
                      <a:pt x="1461" y="451"/>
                      <a:pt x="1458" y="381"/>
                      <a:pt x="1386" y="381"/>
                    </a:cubicBezTo>
                    <a:cubicBezTo>
                      <a:pt x="1378" y="381"/>
                      <a:pt x="1368" y="382"/>
                      <a:pt x="1357" y="384"/>
                    </a:cubicBezTo>
                    <a:cubicBezTo>
                      <a:pt x="1397" y="344"/>
                      <a:pt x="1317" y="123"/>
                      <a:pt x="1287" y="83"/>
                    </a:cubicBezTo>
                    <a:cubicBezTo>
                      <a:pt x="1254" y="24"/>
                      <a:pt x="1224" y="0"/>
                      <a:pt x="11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80" name="Google Shape;12480;p44"/>
              <p:cNvSpPr/>
              <p:nvPr/>
            </p:nvSpPr>
            <p:spPr>
              <a:xfrm>
                <a:off x="2003815" y="4141023"/>
                <a:ext cx="20974" cy="37857"/>
              </a:xfrm>
              <a:custGeom>
                <a:avLst/>
                <a:gdLst/>
                <a:ahLst/>
                <a:cxnLst/>
                <a:rect l="l" t="t" r="r" b="b"/>
                <a:pathLst>
                  <a:path w="523" h="944" extrusionOk="0">
                    <a:moveTo>
                      <a:pt x="442" y="0"/>
                    </a:moveTo>
                    <a:lnTo>
                      <a:pt x="442" y="0"/>
                    </a:lnTo>
                    <a:cubicBezTo>
                      <a:pt x="452" y="21"/>
                      <a:pt x="452" y="41"/>
                      <a:pt x="462" y="51"/>
                    </a:cubicBezTo>
                    <a:cubicBezTo>
                      <a:pt x="482" y="101"/>
                      <a:pt x="372" y="81"/>
                      <a:pt x="332" y="141"/>
                    </a:cubicBezTo>
                    <a:cubicBezTo>
                      <a:pt x="282" y="201"/>
                      <a:pt x="282" y="352"/>
                      <a:pt x="292" y="432"/>
                    </a:cubicBezTo>
                    <a:cubicBezTo>
                      <a:pt x="1" y="482"/>
                      <a:pt x="11" y="763"/>
                      <a:pt x="81" y="943"/>
                    </a:cubicBezTo>
                    <a:cubicBezTo>
                      <a:pt x="71" y="853"/>
                      <a:pt x="41" y="713"/>
                      <a:pt x="151" y="673"/>
                    </a:cubicBezTo>
                    <a:lnTo>
                      <a:pt x="171" y="683"/>
                    </a:lnTo>
                    <a:cubicBezTo>
                      <a:pt x="171" y="662"/>
                      <a:pt x="151" y="612"/>
                      <a:pt x="181" y="592"/>
                    </a:cubicBezTo>
                    <a:cubicBezTo>
                      <a:pt x="191" y="586"/>
                      <a:pt x="205" y="583"/>
                      <a:pt x="220" y="583"/>
                    </a:cubicBezTo>
                    <a:cubicBezTo>
                      <a:pt x="249" y="583"/>
                      <a:pt x="285" y="592"/>
                      <a:pt x="312" y="592"/>
                    </a:cubicBezTo>
                    <a:cubicBezTo>
                      <a:pt x="312" y="576"/>
                      <a:pt x="333" y="468"/>
                      <a:pt x="369" y="468"/>
                    </a:cubicBezTo>
                    <a:cubicBezTo>
                      <a:pt x="376" y="468"/>
                      <a:pt x="384" y="472"/>
                      <a:pt x="392" y="482"/>
                    </a:cubicBezTo>
                    <a:cubicBezTo>
                      <a:pt x="392" y="455"/>
                      <a:pt x="400" y="306"/>
                      <a:pt x="460" y="306"/>
                    </a:cubicBezTo>
                    <a:cubicBezTo>
                      <a:pt x="467" y="306"/>
                      <a:pt x="474" y="307"/>
                      <a:pt x="482" y="311"/>
                    </a:cubicBezTo>
                    <a:cubicBezTo>
                      <a:pt x="482" y="281"/>
                      <a:pt x="472" y="241"/>
                      <a:pt x="482" y="221"/>
                    </a:cubicBezTo>
                    <a:cubicBezTo>
                      <a:pt x="482" y="201"/>
                      <a:pt x="512" y="191"/>
                      <a:pt x="512" y="181"/>
                    </a:cubicBezTo>
                    <a:cubicBezTo>
                      <a:pt x="522" y="151"/>
                      <a:pt x="512" y="81"/>
                      <a:pt x="502" y="61"/>
                    </a:cubicBezTo>
                    <a:cubicBezTo>
                      <a:pt x="492" y="41"/>
                      <a:pt x="472" y="21"/>
                      <a:pt x="4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81" name="Google Shape;12481;p44"/>
              <p:cNvSpPr/>
              <p:nvPr/>
            </p:nvSpPr>
            <p:spPr>
              <a:xfrm>
                <a:off x="2006622" y="4178841"/>
                <a:ext cx="842" cy="842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1" y="0"/>
                    </a:moveTo>
                    <a:lnTo>
                      <a:pt x="1" y="1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82" name="Google Shape;12482;p44"/>
              <p:cNvSpPr/>
              <p:nvPr/>
            </p:nvSpPr>
            <p:spPr>
              <a:xfrm>
                <a:off x="2024348" y="4115276"/>
                <a:ext cx="7660" cy="1652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412" extrusionOk="0">
                    <a:moveTo>
                      <a:pt x="191" y="1"/>
                    </a:moveTo>
                    <a:cubicBezTo>
                      <a:pt x="121" y="1"/>
                      <a:pt x="81" y="151"/>
                      <a:pt x="40" y="271"/>
                    </a:cubicBezTo>
                    <a:lnTo>
                      <a:pt x="70" y="362"/>
                    </a:lnTo>
                    <a:cubicBezTo>
                      <a:pt x="40" y="382"/>
                      <a:pt x="20" y="392"/>
                      <a:pt x="0" y="412"/>
                    </a:cubicBezTo>
                    <a:lnTo>
                      <a:pt x="10" y="412"/>
                    </a:lnTo>
                    <a:cubicBezTo>
                      <a:pt x="40" y="412"/>
                      <a:pt x="91" y="412"/>
                      <a:pt x="121" y="392"/>
                    </a:cubicBezTo>
                    <a:cubicBezTo>
                      <a:pt x="111" y="372"/>
                      <a:pt x="91" y="362"/>
                      <a:pt x="81" y="342"/>
                    </a:cubicBezTo>
                    <a:cubicBezTo>
                      <a:pt x="70" y="281"/>
                      <a:pt x="141" y="281"/>
                      <a:pt x="191" y="241"/>
                    </a:cubicBezTo>
                    <a:cubicBezTo>
                      <a:pt x="171" y="201"/>
                      <a:pt x="161" y="171"/>
                      <a:pt x="191" y="141"/>
                    </a:cubicBezTo>
                    <a:cubicBezTo>
                      <a:pt x="181" y="121"/>
                      <a:pt x="151" y="101"/>
                      <a:pt x="151" y="81"/>
                    </a:cubicBezTo>
                    <a:cubicBezTo>
                      <a:pt x="141" y="51"/>
                      <a:pt x="161" y="2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83" name="Google Shape;12483;p44"/>
              <p:cNvSpPr/>
              <p:nvPr/>
            </p:nvSpPr>
            <p:spPr>
              <a:xfrm>
                <a:off x="1471238" y="4158708"/>
                <a:ext cx="44233" cy="75433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881" extrusionOk="0">
                    <a:moveTo>
                      <a:pt x="261" y="1"/>
                    </a:moveTo>
                    <a:cubicBezTo>
                      <a:pt x="201" y="61"/>
                      <a:pt x="281" y="111"/>
                      <a:pt x="211" y="171"/>
                    </a:cubicBezTo>
                    <a:lnTo>
                      <a:pt x="171" y="252"/>
                    </a:lnTo>
                    <a:cubicBezTo>
                      <a:pt x="101" y="312"/>
                      <a:pt x="161" y="382"/>
                      <a:pt x="161" y="462"/>
                    </a:cubicBezTo>
                    <a:cubicBezTo>
                      <a:pt x="161" y="552"/>
                      <a:pt x="60" y="643"/>
                      <a:pt x="40" y="723"/>
                    </a:cubicBezTo>
                    <a:cubicBezTo>
                      <a:pt x="20" y="823"/>
                      <a:pt x="40" y="853"/>
                      <a:pt x="70" y="944"/>
                    </a:cubicBezTo>
                    <a:cubicBezTo>
                      <a:pt x="111" y="1054"/>
                      <a:pt x="81" y="1134"/>
                      <a:pt x="40" y="1235"/>
                    </a:cubicBezTo>
                    <a:cubicBezTo>
                      <a:pt x="0" y="1305"/>
                      <a:pt x="20" y="1345"/>
                      <a:pt x="40" y="1425"/>
                    </a:cubicBezTo>
                    <a:cubicBezTo>
                      <a:pt x="60" y="1525"/>
                      <a:pt x="81" y="1576"/>
                      <a:pt x="161" y="1666"/>
                    </a:cubicBezTo>
                    <a:cubicBezTo>
                      <a:pt x="271" y="1716"/>
                      <a:pt x="331" y="1746"/>
                      <a:pt x="422" y="1786"/>
                    </a:cubicBezTo>
                    <a:cubicBezTo>
                      <a:pt x="542" y="1836"/>
                      <a:pt x="702" y="1856"/>
                      <a:pt x="843" y="1877"/>
                    </a:cubicBezTo>
                    <a:cubicBezTo>
                      <a:pt x="867" y="1879"/>
                      <a:pt x="889" y="1881"/>
                      <a:pt x="910" y="1881"/>
                    </a:cubicBezTo>
                    <a:cubicBezTo>
                      <a:pt x="1037" y="1881"/>
                      <a:pt x="1102" y="1827"/>
                      <a:pt x="1094" y="1706"/>
                    </a:cubicBezTo>
                    <a:cubicBezTo>
                      <a:pt x="1084" y="1556"/>
                      <a:pt x="933" y="1415"/>
                      <a:pt x="853" y="1295"/>
                    </a:cubicBezTo>
                    <a:cubicBezTo>
                      <a:pt x="783" y="1194"/>
                      <a:pt x="793" y="1144"/>
                      <a:pt x="763" y="1044"/>
                    </a:cubicBezTo>
                    <a:cubicBezTo>
                      <a:pt x="732" y="944"/>
                      <a:pt x="632" y="934"/>
                      <a:pt x="582" y="843"/>
                    </a:cubicBezTo>
                    <a:cubicBezTo>
                      <a:pt x="542" y="763"/>
                      <a:pt x="542" y="713"/>
                      <a:pt x="472" y="643"/>
                    </a:cubicBezTo>
                    <a:cubicBezTo>
                      <a:pt x="422" y="593"/>
                      <a:pt x="482" y="573"/>
                      <a:pt x="472" y="522"/>
                    </a:cubicBezTo>
                    <a:cubicBezTo>
                      <a:pt x="452" y="482"/>
                      <a:pt x="472" y="452"/>
                      <a:pt x="442" y="422"/>
                    </a:cubicBezTo>
                    <a:cubicBezTo>
                      <a:pt x="432" y="402"/>
                      <a:pt x="391" y="392"/>
                      <a:pt x="371" y="372"/>
                    </a:cubicBezTo>
                    <a:cubicBezTo>
                      <a:pt x="351" y="342"/>
                      <a:pt x="351" y="322"/>
                      <a:pt x="341" y="282"/>
                    </a:cubicBezTo>
                    <a:cubicBezTo>
                      <a:pt x="331" y="242"/>
                      <a:pt x="331" y="171"/>
                      <a:pt x="321" y="121"/>
                    </a:cubicBezTo>
                    <a:cubicBezTo>
                      <a:pt x="311" y="71"/>
                      <a:pt x="271" y="41"/>
                      <a:pt x="2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84" name="Google Shape;12484;p44"/>
              <p:cNvSpPr/>
              <p:nvPr/>
            </p:nvSpPr>
            <p:spPr>
              <a:xfrm>
                <a:off x="1399613" y="4139018"/>
                <a:ext cx="60394" cy="97569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433" extrusionOk="0">
                    <a:moveTo>
                      <a:pt x="573" y="0"/>
                    </a:moveTo>
                    <a:cubicBezTo>
                      <a:pt x="512" y="61"/>
                      <a:pt x="502" y="121"/>
                      <a:pt x="472" y="191"/>
                    </a:cubicBezTo>
                    <a:cubicBezTo>
                      <a:pt x="442" y="251"/>
                      <a:pt x="392" y="331"/>
                      <a:pt x="382" y="412"/>
                    </a:cubicBezTo>
                    <a:cubicBezTo>
                      <a:pt x="372" y="502"/>
                      <a:pt x="382" y="552"/>
                      <a:pt x="352" y="642"/>
                    </a:cubicBezTo>
                    <a:cubicBezTo>
                      <a:pt x="332" y="723"/>
                      <a:pt x="282" y="803"/>
                      <a:pt x="252" y="873"/>
                    </a:cubicBezTo>
                    <a:cubicBezTo>
                      <a:pt x="222" y="973"/>
                      <a:pt x="302" y="1084"/>
                      <a:pt x="252" y="1184"/>
                    </a:cubicBezTo>
                    <a:cubicBezTo>
                      <a:pt x="242" y="1204"/>
                      <a:pt x="191" y="1224"/>
                      <a:pt x="181" y="1254"/>
                    </a:cubicBezTo>
                    <a:cubicBezTo>
                      <a:pt x="161" y="1314"/>
                      <a:pt x="211" y="1364"/>
                      <a:pt x="222" y="1415"/>
                    </a:cubicBezTo>
                    <a:cubicBezTo>
                      <a:pt x="232" y="1495"/>
                      <a:pt x="322" y="1786"/>
                      <a:pt x="211" y="1786"/>
                    </a:cubicBezTo>
                    <a:cubicBezTo>
                      <a:pt x="191" y="1856"/>
                      <a:pt x="211" y="1946"/>
                      <a:pt x="171" y="2016"/>
                    </a:cubicBezTo>
                    <a:cubicBezTo>
                      <a:pt x="156" y="2011"/>
                      <a:pt x="139" y="2011"/>
                      <a:pt x="121" y="2011"/>
                    </a:cubicBezTo>
                    <a:cubicBezTo>
                      <a:pt x="104" y="2011"/>
                      <a:pt x="86" y="2011"/>
                      <a:pt x="71" y="2006"/>
                    </a:cubicBezTo>
                    <a:lnTo>
                      <a:pt x="71" y="2006"/>
                    </a:lnTo>
                    <a:cubicBezTo>
                      <a:pt x="1" y="2077"/>
                      <a:pt x="91" y="2217"/>
                      <a:pt x="151" y="2277"/>
                    </a:cubicBezTo>
                    <a:cubicBezTo>
                      <a:pt x="201" y="2297"/>
                      <a:pt x="292" y="2357"/>
                      <a:pt x="382" y="2368"/>
                    </a:cubicBezTo>
                    <a:cubicBezTo>
                      <a:pt x="492" y="2388"/>
                      <a:pt x="623" y="2388"/>
                      <a:pt x="733" y="2398"/>
                    </a:cubicBezTo>
                    <a:cubicBezTo>
                      <a:pt x="833" y="2407"/>
                      <a:pt x="989" y="2432"/>
                      <a:pt x="1133" y="2432"/>
                    </a:cubicBezTo>
                    <a:cubicBezTo>
                      <a:pt x="1307" y="2432"/>
                      <a:pt x="1463" y="2395"/>
                      <a:pt x="1485" y="2247"/>
                    </a:cubicBezTo>
                    <a:cubicBezTo>
                      <a:pt x="1505" y="2127"/>
                      <a:pt x="1465" y="1956"/>
                      <a:pt x="1395" y="1846"/>
                    </a:cubicBezTo>
                    <a:cubicBezTo>
                      <a:pt x="1345" y="1776"/>
                      <a:pt x="1174" y="1615"/>
                      <a:pt x="1154" y="1535"/>
                    </a:cubicBezTo>
                    <a:cubicBezTo>
                      <a:pt x="1134" y="1475"/>
                      <a:pt x="1204" y="1425"/>
                      <a:pt x="1184" y="1364"/>
                    </a:cubicBezTo>
                    <a:lnTo>
                      <a:pt x="1134" y="1314"/>
                    </a:lnTo>
                    <a:cubicBezTo>
                      <a:pt x="1084" y="1254"/>
                      <a:pt x="994" y="1204"/>
                      <a:pt x="964" y="1134"/>
                    </a:cubicBezTo>
                    <a:cubicBezTo>
                      <a:pt x="914" y="1033"/>
                      <a:pt x="1004" y="1064"/>
                      <a:pt x="1024" y="963"/>
                    </a:cubicBezTo>
                    <a:cubicBezTo>
                      <a:pt x="1034" y="933"/>
                      <a:pt x="984" y="873"/>
                      <a:pt x="984" y="833"/>
                    </a:cubicBezTo>
                    <a:cubicBezTo>
                      <a:pt x="974" y="813"/>
                      <a:pt x="1004" y="793"/>
                      <a:pt x="984" y="753"/>
                    </a:cubicBezTo>
                    <a:cubicBezTo>
                      <a:pt x="964" y="682"/>
                      <a:pt x="914" y="662"/>
                      <a:pt x="904" y="592"/>
                    </a:cubicBezTo>
                    <a:cubicBezTo>
                      <a:pt x="904" y="512"/>
                      <a:pt x="954" y="512"/>
                      <a:pt x="853" y="452"/>
                    </a:cubicBezTo>
                    <a:cubicBezTo>
                      <a:pt x="813" y="422"/>
                      <a:pt x="763" y="432"/>
                      <a:pt x="733" y="392"/>
                    </a:cubicBezTo>
                    <a:cubicBezTo>
                      <a:pt x="693" y="341"/>
                      <a:pt x="753" y="261"/>
                      <a:pt x="643" y="231"/>
                    </a:cubicBezTo>
                    <a:cubicBezTo>
                      <a:pt x="663" y="131"/>
                      <a:pt x="703" y="71"/>
                      <a:pt x="5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85" name="Google Shape;12485;p44"/>
              <p:cNvSpPr/>
              <p:nvPr/>
            </p:nvSpPr>
            <p:spPr>
              <a:xfrm>
                <a:off x="1618459" y="4185498"/>
                <a:ext cx="222489" cy="84656"/>
              </a:xfrm>
              <a:custGeom>
                <a:avLst/>
                <a:gdLst/>
                <a:ahLst/>
                <a:cxnLst/>
                <a:rect l="l" t="t" r="r" b="b"/>
                <a:pathLst>
                  <a:path w="5548" h="2111" extrusionOk="0">
                    <a:moveTo>
                      <a:pt x="2379" y="1"/>
                    </a:moveTo>
                    <a:cubicBezTo>
                      <a:pt x="2247" y="1"/>
                      <a:pt x="2147" y="156"/>
                      <a:pt x="2147" y="316"/>
                    </a:cubicBezTo>
                    <a:cubicBezTo>
                      <a:pt x="2047" y="225"/>
                      <a:pt x="1951" y="171"/>
                      <a:pt x="1870" y="171"/>
                    </a:cubicBezTo>
                    <a:cubicBezTo>
                      <a:pt x="1771" y="171"/>
                      <a:pt x="1694" y="250"/>
                      <a:pt x="1655" y="436"/>
                    </a:cubicBezTo>
                    <a:cubicBezTo>
                      <a:pt x="1655" y="429"/>
                      <a:pt x="1641" y="424"/>
                      <a:pt x="1618" y="424"/>
                    </a:cubicBezTo>
                    <a:cubicBezTo>
                      <a:pt x="1521" y="424"/>
                      <a:pt x="1266" y="505"/>
                      <a:pt x="1314" y="757"/>
                    </a:cubicBezTo>
                    <a:cubicBezTo>
                      <a:pt x="1268" y="746"/>
                      <a:pt x="1229" y="741"/>
                      <a:pt x="1194" y="741"/>
                    </a:cubicBezTo>
                    <a:cubicBezTo>
                      <a:pt x="1101" y="741"/>
                      <a:pt x="1038" y="776"/>
                      <a:pt x="943" y="827"/>
                    </a:cubicBezTo>
                    <a:cubicBezTo>
                      <a:pt x="930" y="831"/>
                      <a:pt x="919" y="832"/>
                      <a:pt x="909" y="832"/>
                    </a:cubicBezTo>
                    <a:cubicBezTo>
                      <a:pt x="884" y="832"/>
                      <a:pt x="865" y="824"/>
                      <a:pt x="844" y="824"/>
                    </a:cubicBezTo>
                    <a:cubicBezTo>
                      <a:pt x="827" y="824"/>
                      <a:pt x="808" y="829"/>
                      <a:pt x="783" y="847"/>
                    </a:cubicBezTo>
                    <a:cubicBezTo>
                      <a:pt x="733" y="878"/>
                      <a:pt x="743" y="1008"/>
                      <a:pt x="662" y="1058"/>
                    </a:cubicBezTo>
                    <a:cubicBezTo>
                      <a:pt x="636" y="1025"/>
                      <a:pt x="607" y="1013"/>
                      <a:pt x="580" y="1013"/>
                    </a:cubicBezTo>
                    <a:cubicBezTo>
                      <a:pt x="515" y="1013"/>
                      <a:pt x="456" y="1083"/>
                      <a:pt x="442" y="1118"/>
                    </a:cubicBezTo>
                    <a:cubicBezTo>
                      <a:pt x="383" y="1087"/>
                      <a:pt x="321" y="1071"/>
                      <a:pt x="262" y="1071"/>
                    </a:cubicBezTo>
                    <a:cubicBezTo>
                      <a:pt x="171" y="1071"/>
                      <a:pt x="89" y="1109"/>
                      <a:pt x="41" y="1188"/>
                    </a:cubicBezTo>
                    <a:cubicBezTo>
                      <a:pt x="0" y="1269"/>
                      <a:pt x="31" y="1289"/>
                      <a:pt x="71" y="1379"/>
                    </a:cubicBezTo>
                    <a:cubicBezTo>
                      <a:pt x="191" y="1600"/>
                      <a:pt x="462" y="1800"/>
                      <a:pt x="652" y="1891"/>
                    </a:cubicBezTo>
                    <a:cubicBezTo>
                      <a:pt x="942" y="2018"/>
                      <a:pt x="1413" y="2110"/>
                      <a:pt x="1776" y="2110"/>
                    </a:cubicBezTo>
                    <a:cubicBezTo>
                      <a:pt x="1840" y="2110"/>
                      <a:pt x="1901" y="2107"/>
                      <a:pt x="1956" y="2101"/>
                    </a:cubicBezTo>
                    <a:cubicBezTo>
                      <a:pt x="2348" y="2051"/>
                      <a:pt x="2719" y="1901"/>
                      <a:pt x="3120" y="1861"/>
                    </a:cubicBezTo>
                    <a:cubicBezTo>
                      <a:pt x="3410" y="1823"/>
                      <a:pt x="3689" y="1803"/>
                      <a:pt x="3974" y="1803"/>
                    </a:cubicBezTo>
                    <a:cubicBezTo>
                      <a:pt x="4073" y="1803"/>
                      <a:pt x="4172" y="1805"/>
                      <a:pt x="4273" y="1810"/>
                    </a:cubicBezTo>
                    <a:cubicBezTo>
                      <a:pt x="4306" y="1811"/>
                      <a:pt x="4342" y="1812"/>
                      <a:pt x="4383" y="1812"/>
                    </a:cubicBezTo>
                    <a:cubicBezTo>
                      <a:pt x="4748" y="1812"/>
                      <a:pt x="5407" y="1755"/>
                      <a:pt x="5497" y="1349"/>
                    </a:cubicBezTo>
                    <a:cubicBezTo>
                      <a:pt x="5547" y="1158"/>
                      <a:pt x="5447" y="1219"/>
                      <a:pt x="5347" y="1098"/>
                    </a:cubicBezTo>
                    <a:cubicBezTo>
                      <a:pt x="5246" y="988"/>
                      <a:pt x="5256" y="737"/>
                      <a:pt x="5116" y="697"/>
                    </a:cubicBezTo>
                    <a:cubicBezTo>
                      <a:pt x="5107" y="694"/>
                      <a:pt x="5097" y="692"/>
                      <a:pt x="5087" y="692"/>
                    </a:cubicBezTo>
                    <a:cubicBezTo>
                      <a:pt x="5034" y="692"/>
                      <a:pt x="4976" y="733"/>
                      <a:pt x="4925" y="767"/>
                    </a:cubicBezTo>
                    <a:cubicBezTo>
                      <a:pt x="4915" y="737"/>
                      <a:pt x="4905" y="687"/>
                      <a:pt x="4915" y="657"/>
                    </a:cubicBezTo>
                    <a:lnTo>
                      <a:pt x="4845" y="657"/>
                    </a:lnTo>
                    <a:cubicBezTo>
                      <a:pt x="4875" y="557"/>
                      <a:pt x="4855" y="547"/>
                      <a:pt x="4805" y="476"/>
                    </a:cubicBezTo>
                    <a:lnTo>
                      <a:pt x="4765" y="516"/>
                    </a:lnTo>
                    <a:cubicBezTo>
                      <a:pt x="4727" y="462"/>
                      <a:pt x="4690" y="440"/>
                      <a:pt x="4657" y="440"/>
                    </a:cubicBezTo>
                    <a:cubicBezTo>
                      <a:pt x="4567" y="440"/>
                      <a:pt x="4501" y="597"/>
                      <a:pt x="4494" y="707"/>
                    </a:cubicBezTo>
                    <a:cubicBezTo>
                      <a:pt x="4414" y="677"/>
                      <a:pt x="4354" y="607"/>
                      <a:pt x="4304" y="536"/>
                    </a:cubicBezTo>
                    <a:lnTo>
                      <a:pt x="4304" y="536"/>
                    </a:lnTo>
                    <a:cubicBezTo>
                      <a:pt x="4307" y="548"/>
                      <a:pt x="4311" y="558"/>
                      <a:pt x="4315" y="567"/>
                    </a:cubicBezTo>
                    <a:lnTo>
                      <a:pt x="4315" y="567"/>
                    </a:lnTo>
                    <a:cubicBezTo>
                      <a:pt x="4283" y="505"/>
                      <a:pt x="4232" y="481"/>
                      <a:pt x="4174" y="481"/>
                    </a:cubicBezTo>
                    <a:cubicBezTo>
                      <a:pt x="4086" y="481"/>
                      <a:pt x="3984" y="536"/>
                      <a:pt x="3912" y="597"/>
                    </a:cubicBezTo>
                    <a:cubicBezTo>
                      <a:pt x="3909" y="504"/>
                      <a:pt x="3863" y="471"/>
                      <a:pt x="3803" y="471"/>
                    </a:cubicBezTo>
                    <a:cubicBezTo>
                      <a:pt x="3700" y="471"/>
                      <a:pt x="3556" y="571"/>
                      <a:pt x="3511" y="647"/>
                    </a:cubicBezTo>
                    <a:cubicBezTo>
                      <a:pt x="3495" y="549"/>
                      <a:pt x="3419" y="498"/>
                      <a:pt x="3338" y="498"/>
                    </a:cubicBezTo>
                    <a:cubicBezTo>
                      <a:pt x="3319" y="498"/>
                      <a:pt x="3299" y="501"/>
                      <a:pt x="3280" y="506"/>
                    </a:cubicBezTo>
                    <a:cubicBezTo>
                      <a:pt x="3369" y="360"/>
                      <a:pt x="3221" y="299"/>
                      <a:pt x="3062" y="299"/>
                    </a:cubicBezTo>
                    <a:cubicBezTo>
                      <a:pt x="2970" y="299"/>
                      <a:pt x="2874" y="319"/>
                      <a:pt x="2819" y="356"/>
                    </a:cubicBezTo>
                    <a:cubicBezTo>
                      <a:pt x="2827" y="248"/>
                      <a:pt x="2713" y="45"/>
                      <a:pt x="2605" y="45"/>
                    </a:cubicBezTo>
                    <a:cubicBezTo>
                      <a:pt x="2582" y="45"/>
                      <a:pt x="2559" y="54"/>
                      <a:pt x="2538" y="75"/>
                    </a:cubicBezTo>
                    <a:cubicBezTo>
                      <a:pt x="2483" y="23"/>
                      <a:pt x="2429" y="1"/>
                      <a:pt x="23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86" name="Google Shape;12486;p44"/>
              <p:cNvSpPr/>
              <p:nvPr/>
            </p:nvSpPr>
            <p:spPr>
              <a:xfrm>
                <a:off x="1439436" y="4198531"/>
                <a:ext cx="71262" cy="43632"/>
              </a:xfrm>
              <a:custGeom>
                <a:avLst/>
                <a:gdLst/>
                <a:ahLst/>
                <a:cxnLst/>
                <a:rect l="l" t="t" r="r" b="b"/>
                <a:pathLst>
                  <a:path w="1777" h="1088" extrusionOk="0">
                    <a:moveTo>
                      <a:pt x="853" y="1"/>
                    </a:moveTo>
                    <a:cubicBezTo>
                      <a:pt x="753" y="1"/>
                      <a:pt x="633" y="171"/>
                      <a:pt x="583" y="232"/>
                    </a:cubicBezTo>
                    <a:cubicBezTo>
                      <a:pt x="522" y="302"/>
                      <a:pt x="472" y="382"/>
                      <a:pt x="402" y="422"/>
                    </a:cubicBezTo>
                    <a:cubicBezTo>
                      <a:pt x="392" y="402"/>
                      <a:pt x="372" y="382"/>
                      <a:pt x="372" y="362"/>
                    </a:cubicBezTo>
                    <a:cubicBezTo>
                      <a:pt x="302" y="402"/>
                      <a:pt x="222" y="452"/>
                      <a:pt x="181" y="512"/>
                    </a:cubicBezTo>
                    <a:cubicBezTo>
                      <a:pt x="171" y="502"/>
                      <a:pt x="161" y="492"/>
                      <a:pt x="151" y="472"/>
                    </a:cubicBezTo>
                    <a:cubicBezTo>
                      <a:pt x="81" y="532"/>
                      <a:pt x="1" y="603"/>
                      <a:pt x="1" y="713"/>
                    </a:cubicBezTo>
                    <a:cubicBezTo>
                      <a:pt x="11" y="753"/>
                      <a:pt x="51" y="884"/>
                      <a:pt x="81" y="984"/>
                    </a:cubicBezTo>
                    <a:cubicBezTo>
                      <a:pt x="129" y="991"/>
                      <a:pt x="176" y="993"/>
                      <a:pt x="223" y="993"/>
                    </a:cubicBezTo>
                    <a:cubicBezTo>
                      <a:pt x="273" y="993"/>
                      <a:pt x="324" y="991"/>
                      <a:pt x="375" y="991"/>
                    </a:cubicBezTo>
                    <a:cubicBezTo>
                      <a:pt x="404" y="991"/>
                      <a:pt x="433" y="992"/>
                      <a:pt x="462" y="994"/>
                    </a:cubicBezTo>
                    <a:cubicBezTo>
                      <a:pt x="621" y="1003"/>
                      <a:pt x="754" y="1065"/>
                      <a:pt x="918" y="1065"/>
                    </a:cubicBezTo>
                    <a:cubicBezTo>
                      <a:pt x="930" y="1065"/>
                      <a:pt x="942" y="1065"/>
                      <a:pt x="954" y="1064"/>
                    </a:cubicBezTo>
                    <a:cubicBezTo>
                      <a:pt x="1104" y="1064"/>
                      <a:pt x="1255" y="1064"/>
                      <a:pt x="1415" y="1074"/>
                    </a:cubicBezTo>
                    <a:cubicBezTo>
                      <a:pt x="1461" y="1074"/>
                      <a:pt x="1536" y="1087"/>
                      <a:pt x="1606" y="1087"/>
                    </a:cubicBezTo>
                    <a:cubicBezTo>
                      <a:pt x="1658" y="1087"/>
                      <a:pt x="1706" y="1080"/>
                      <a:pt x="1736" y="1054"/>
                    </a:cubicBezTo>
                    <a:cubicBezTo>
                      <a:pt x="1776" y="1024"/>
                      <a:pt x="1776" y="994"/>
                      <a:pt x="1776" y="954"/>
                    </a:cubicBezTo>
                    <a:cubicBezTo>
                      <a:pt x="1776" y="894"/>
                      <a:pt x="1756" y="823"/>
                      <a:pt x="1736" y="763"/>
                    </a:cubicBezTo>
                    <a:cubicBezTo>
                      <a:pt x="1712" y="706"/>
                      <a:pt x="1588" y="470"/>
                      <a:pt x="1499" y="470"/>
                    </a:cubicBezTo>
                    <a:cubicBezTo>
                      <a:pt x="1481" y="470"/>
                      <a:pt x="1464" y="480"/>
                      <a:pt x="1450" y="503"/>
                    </a:cubicBezTo>
                    <a:lnTo>
                      <a:pt x="1450" y="503"/>
                    </a:lnTo>
                    <a:cubicBezTo>
                      <a:pt x="1496" y="403"/>
                      <a:pt x="1173" y="412"/>
                      <a:pt x="1114" y="392"/>
                    </a:cubicBezTo>
                    <a:cubicBezTo>
                      <a:pt x="1136" y="348"/>
                      <a:pt x="1105" y="299"/>
                      <a:pt x="1071" y="299"/>
                    </a:cubicBezTo>
                    <a:cubicBezTo>
                      <a:pt x="1061" y="299"/>
                      <a:pt x="1052" y="302"/>
                      <a:pt x="1044" y="310"/>
                    </a:cubicBezTo>
                    <a:lnTo>
                      <a:pt x="1044" y="310"/>
                    </a:lnTo>
                    <a:cubicBezTo>
                      <a:pt x="1110" y="214"/>
                      <a:pt x="940" y="10"/>
                      <a:pt x="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87" name="Google Shape;12487;p44"/>
              <p:cNvSpPr/>
              <p:nvPr/>
            </p:nvSpPr>
            <p:spPr>
              <a:xfrm>
                <a:off x="1307495" y="4187583"/>
                <a:ext cx="87744" cy="42709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1065" extrusionOk="0">
                    <a:moveTo>
                      <a:pt x="979" y="1"/>
                    </a:moveTo>
                    <a:cubicBezTo>
                      <a:pt x="883" y="1"/>
                      <a:pt x="768" y="197"/>
                      <a:pt x="723" y="364"/>
                    </a:cubicBezTo>
                    <a:cubicBezTo>
                      <a:pt x="663" y="344"/>
                      <a:pt x="583" y="284"/>
                      <a:pt x="532" y="234"/>
                    </a:cubicBezTo>
                    <a:cubicBezTo>
                      <a:pt x="502" y="274"/>
                      <a:pt x="482" y="314"/>
                      <a:pt x="442" y="344"/>
                    </a:cubicBezTo>
                    <a:cubicBezTo>
                      <a:pt x="442" y="304"/>
                      <a:pt x="412" y="284"/>
                      <a:pt x="402" y="254"/>
                    </a:cubicBezTo>
                    <a:cubicBezTo>
                      <a:pt x="352" y="274"/>
                      <a:pt x="292" y="294"/>
                      <a:pt x="232" y="294"/>
                    </a:cubicBezTo>
                    <a:cubicBezTo>
                      <a:pt x="229" y="295"/>
                      <a:pt x="226" y="295"/>
                      <a:pt x="224" y="295"/>
                    </a:cubicBezTo>
                    <a:cubicBezTo>
                      <a:pt x="205" y="295"/>
                      <a:pt x="199" y="269"/>
                      <a:pt x="173" y="269"/>
                    </a:cubicBezTo>
                    <a:cubicBezTo>
                      <a:pt x="167" y="269"/>
                      <a:pt x="160" y="270"/>
                      <a:pt x="151" y="274"/>
                    </a:cubicBezTo>
                    <a:cubicBezTo>
                      <a:pt x="51" y="314"/>
                      <a:pt x="1" y="474"/>
                      <a:pt x="51" y="575"/>
                    </a:cubicBezTo>
                    <a:cubicBezTo>
                      <a:pt x="71" y="605"/>
                      <a:pt x="51" y="675"/>
                      <a:pt x="81" y="735"/>
                    </a:cubicBezTo>
                    <a:cubicBezTo>
                      <a:pt x="141" y="846"/>
                      <a:pt x="272" y="846"/>
                      <a:pt x="362" y="866"/>
                    </a:cubicBezTo>
                    <a:cubicBezTo>
                      <a:pt x="700" y="948"/>
                      <a:pt x="1071" y="1064"/>
                      <a:pt x="1427" y="1064"/>
                    </a:cubicBezTo>
                    <a:cubicBezTo>
                      <a:pt x="1504" y="1064"/>
                      <a:pt x="1581" y="1059"/>
                      <a:pt x="1656" y="1046"/>
                    </a:cubicBezTo>
                    <a:cubicBezTo>
                      <a:pt x="1947" y="996"/>
                      <a:pt x="2187" y="755"/>
                      <a:pt x="1856" y="535"/>
                    </a:cubicBezTo>
                    <a:cubicBezTo>
                      <a:pt x="1806" y="505"/>
                      <a:pt x="1696" y="464"/>
                      <a:pt x="1646" y="444"/>
                    </a:cubicBezTo>
                    <a:cubicBezTo>
                      <a:pt x="1606" y="434"/>
                      <a:pt x="1536" y="414"/>
                      <a:pt x="1485" y="384"/>
                    </a:cubicBezTo>
                    <a:cubicBezTo>
                      <a:pt x="1525" y="240"/>
                      <a:pt x="1398" y="207"/>
                      <a:pt x="1274" y="207"/>
                    </a:cubicBezTo>
                    <a:cubicBezTo>
                      <a:pt x="1208" y="207"/>
                      <a:pt x="1143" y="217"/>
                      <a:pt x="1104" y="224"/>
                    </a:cubicBezTo>
                    <a:cubicBezTo>
                      <a:pt x="1079" y="62"/>
                      <a:pt x="1032" y="1"/>
                      <a:pt x="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88" name="Google Shape;12488;p44"/>
              <p:cNvSpPr/>
              <p:nvPr/>
            </p:nvSpPr>
            <p:spPr>
              <a:xfrm>
                <a:off x="1330033" y="4187703"/>
                <a:ext cx="347007" cy="94963"/>
              </a:xfrm>
              <a:custGeom>
                <a:avLst/>
                <a:gdLst/>
                <a:ahLst/>
                <a:cxnLst/>
                <a:rect l="l" t="t" r="r" b="b"/>
                <a:pathLst>
                  <a:path w="8653" h="2368" extrusionOk="0">
                    <a:moveTo>
                      <a:pt x="6049" y="0"/>
                    </a:moveTo>
                    <a:cubicBezTo>
                      <a:pt x="5858" y="90"/>
                      <a:pt x="5598" y="60"/>
                      <a:pt x="5598" y="341"/>
                    </a:cubicBezTo>
                    <a:cubicBezTo>
                      <a:pt x="5578" y="331"/>
                      <a:pt x="5567" y="301"/>
                      <a:pt x="5547" y="291"/>
                    </a:cubicBezTo>
                    <a:cubicBezTo>
                      <a:pt x="5267" y="421"/>
                      <a:pt x="5156" y="502"/>
                      <a:pt x="5126" y="843"/>
                    </a:cubicBezTo>
                    <a:cubicBezTo>
                      <a:pt x="5060" y="722"/>
                      <a:pt x="4954" y="667"/>
                      <a:pt x="4856" y="667"/>
                    </a:cubicBezTo>
                    <a:cubicBezTo>
                      <a:pt x="4716" y="667"/>
                      <a:pt x="4591" y="779"/>
                      <a:pt x="4615" y="973"/>
                    </a:cubicBezTo>
                    <a:cubicBezTo>
                      <a:pt x="4585" y="943"/>
                      <a:pt x="4554" y="913"/>
                      <a:pt x="4534" y="883"/>
                    </a:cubicBezTo>
                    <a:cubicBezTo>
                      <a:pt x="4534" y="953"/>
                      <a:pt x="4484" y="1023"/>
                      <a:pt x="4504" y="1123"/>
                    </a:cubicBezTo>
                    <a:cubicBezTo>
                      <a:pt x="4392" y="1080"/>
                      <a:pt x="4223" y="990"/>
                      <a:pt x="4098" y="990"/>
                    </a:cubicBezTo>
                    <a:cubicBezTo>
                      <a:pt x="4021" y="990"/>
                      <a:pt x="3962" y="1024"/>
                      <a:pt x="3943" y="1123"/>
                    </a:cubicBezTo>
                    <a:cubicBezTo>
                      <a:pt x="3863" y="1038"/>
                      <a:pt x="3710" y="953"/>
                      <a:pt x="3596" y="953"/>
                    </a:cubicBezTo>
                    <a:cubicBezTo>
                      <a:pt x="3521" y="953"/>
                      <a:pt x="3463" y="989"/>
                      <a:pt x="3451" y="1083"/>
                    </a:cubicBezTo>
                    <a:cubicBezTo>
                      <a:pt x="3421" y="973"/>
                      <a:pt x="3381" y="873"/>
                      <a:pt x="3341" y="782"/>
                    </a:cubicBezTo>
                    <a:cubicBezTo>
                      <a:pt x="3180" y="792"/>
                      <a:pt x="3030" y="873"/>
                      <a:pt x="2909" y="983"/>
                    </a:cubicBezTo>
                    <a:cubicBezTo>
                      <a:pt x="2899" y="923"/>
                      <a:pt x="2859" y="893"/>
                      <a:pt x="2849" y="833"/>
                    </a:cubicBezTo>
                    <a:cubicBezTo>
                      <a:pt x="2830" y="839"/>
                      <a:pt x="2811" y="842"/>
                      <a:pt x="2792" y="842"/>
                    </a:cubicBezTo>
                    <a:cubicBezTo>
                      <a:pt x="2706" y="842"/>
                      <a:pt x="2619" y="785"/>
                      <a:pt x="2546" y="785"/>
                    </a:cubicBezTo>
                    <a:cubicBezTo>
                      <a:pt x="2490" y="785"/>
                      <a:pt x="2442" y="818"/>
                      <a:pt x="2408" y="933"/>
                    </a:cubicBezTo>
                    <a:cubicBezTo>
                      <a:pt x="2324" y="789"/>
                      <a:pt x="2180" y="731"/>
                      <a:pt x="2036" y="731"/>
                    </a:cubicBezTo>
                    <a:cubicBezTo>
                      <a:pt x="1939" y="731"/>
                      <a:pt x="1843" y="758"/>
                      <a:pt x="1766" y="802"/>
                    </a:cubicBezTo>
                    <a:cubicBezTo>
                      <a:pt x="1736" y="722"/>
                      <a:pt x="1666" y="672"/>
                      <a:pt x="1636" y="592"/>
                    </a:cubicBezTo>
                    <a:cubicBezTo>
                      <a:pt x="1515" y="602"/>
                      <a:pt x="1445" y="592"/>
                      <a:pt x="1355" y="682"/>
                    </a:cubicBezTo>
                    <a:lnTo>
                      <a:pt x="1274" y="602"/>
                    </a:lnTo>
                    <a:cubicBezTo>
                      <a:pt x="1254" y="612"/>
                      <a:pt x="1234" y="632"/>
                      <a:pt x="1224" y="652"/>
                    </a:cubicBezTo>
                    <a:cubicBezTo>
                      <a:pt x="1194" y="602"/>
                      <a:pt x="1124" y="552"/>
                      <a:pt x="1094" y="512"/>
                    </a:cubicBezTo>
                    <a:cubicBezTo>
                      <a:pt x="1064" y="542"/>
                      <a:pt x="984" y="582"/>
                      <a:pt x="953" y="612"/>
                    </a:cubicBezTo>
                    <a:cubicBezTo>
                      <a:pt x="833" y="431"/>
                      <a:pt x="763" y="351"/>
                      <a:pt x="552" y="351"/>
                    </a:cubicBezTo>
                    <a:cubicBezTo>
                      <a:pt x="492" y="391"/>
                      <a:pt x="452" y="401"/>
                      <a:pt x="402" y="431"/>
                    </a:cubicBezTo>
                    <a:cubicBezTo>
                      <a:pt x="392" y="431"/>
                      <a:pt x="362" y="371"/>
                      <a:pt x="352" y="361"/>
                    </a:cubicBezTo>
                    <a:cubicBezTo>
                      <a:pt x="332" y="411"/>
                      <a:pt x="291" y="461"/>
                      <a:pt x="281" y="512"/>
                    </a:cubicBezTo>
                    <a:cubicBezTo>
                      <a:pt x="221" y="451"/>
                      <a:pt x="151" y="451"/>
                      <a:pt x="111" y="411"/>
                    </a:cubicBezTo>
                    <a:cubicBezTo>
                      <a:pt x="31" y="542"/>
                      <a:pt x="1" y="702"/>
                      <a:pt x="21" y="863"/>
                    </a:cubicBezTo>
                    <a:cubicBezTo>
                      <a:pt x="41" y="1224"/>
                      <a:pt x="1" y="1685"/>
                      <a:pt x="322" y="2006"/>
                    </a:cubicBezTo>
                    <a:cubicBezTo>
                      <a:pt x="582" y="2247"/>
                      <a:pt x="1102" y="2368"/>
                      <a:pt x="1445" y="2368"/>
                    </a:cubicBezTo>
                    <a:cubicBezTo>
                      <a:pt x="1459" y="2368"/>
                      <a:pt x="1472" y="2368"/>
                      <a:pt x="1485" y="2367"/>
                    </a:cubicBezTo>
                    <a:cubicBezTo>
                      <a:pt x="1866" y="2347"/>
                      <a:pt x="2247" y="2277"/>
                      <a:pt x="2639" y="2277"/>
                    </a:cubicBezTo>
                    <a:cubicBezTo>
                      <a:pt x="3086" y="2277"/>
                      <a:pt x="3539" y="2324"/>
                      <a:pt x="3990" y="2324"/>
                    </a:cubicBezTo>
                    <a:cubicBezTo>
                      <a:pt x="4165" y="2324"/>
                      <a:pt x="4340" y="2317"/>
                      <a:pt x="4514" y="2297"/>
                    </a:cubicBezTo>
                    <a:cubicBezTo>
                      <a:pt x="5527" y="2187"/>
                      <a:pt x="6561" y="1816"/>
                      <a:pt x="7564" y="1585"/>
                    </a:cubicBezTo>
                    <a:cubicBezTo>
                      <a:pt x="7864" y="1525"/>
                      <a:pt x="8376" y="1545"/>
                      <a:pt x="8527" y="1254"/>
                    </a:cubicBezTo>
                    <a:cubicBezTo>
                      <a:pt x="8653" y="1025"/>
                      <a:pt x="8537" y="771"/>
                      <a:pt x="8325" y="771"/>
                    </a:cubicBezTo>
                    <a:cubicBezTo>
                      <a:pt x="8268" y="771"/>
                      <a:pt x="8204" y="790"/>
                      <a:pt x="8135" y="833"/>
                    </a:cubicBezTo>
                    <a:cubicBezTo>
                      <a:pt x="8115" y="752"/>
                      <a:pt x="8045" y="722"/>
                      <a:pt x="8015" y="672"/>
                    </a:cubicBezTo>
                    <a:cubicBezTo>
                      <a:pt x="7975" y="692"/>
                      <a:pt x="7955" y="722"/>
                      <a:pt x="7925" y="752"/>
                    </a:cubicBezTo>
                    <a:cubicBezTo>
                      <a:pt x="7925" y="732"/>
                      <a:pt x="7925" y="672"/>
                      <a:pt x="7905" y="652"/>
                    </a:cubicBezTo>
                    <a:cubicBezTo>
                      <a:pt x="7764" y="672"/>
                      <a:pt x="7624" y="722"/>
                      <a:pt x="7503" y="792"/>
                    </a:cubicBezTo>
                    <a:cubicBezTo>
                      <a:pt x="7473" y="772"/>
                      <a:pt x="7373" y="692"/>
                      <a:pt x="7353" y="672"/>
                    </a:cubicBezTo>
                    <a:cubicBezTo>
                      <a:pt x="7403" y="582"/>
                      <a:pt x="7393" y="461"/>
                      <a:pt x="7413" y="361"/>
                    </a:cubicBezTo>
                    <a:lnTo>
                      <a:pt x="7413" y="361"/>
                    </a:lnTo>
                    <a:cubicBezTo>
                      <a:pt x="7182" y="381"/>
                      <a:pt x="6962" y="512"/>
                      <a:pt x="6751" y="562"/>
                    </a:cubicBezTo>
                    <a:cubicBezTo>
                      <a:pt x="6721" y="542"/>
                      <a:pt x="6631" y="481"/>
                      <a:pt x="6611" y="451"/>
                    </a:cubicBezTo>
                    <a:cubicBezTo>
                      <a:pt x="6591" y="471"/>
                      <a:pt x="6581" y="502"/>
                      <a:pt x="6550" y="522"/>
                    </a:cubicBezTo>
                    <a:cubicBezTo>
                      <a:pt x="6664" y="296"/>
                      <a:pt x="6553" y="84"/>
                      <a:pt x="6404" y="84"/>
                    </a:cubicBezTo>
                    <a:cubicBezTo>
                      <a:pt x="6341" y="84"/>
                      <a:pt x="6272" y="122"/>
                      <a:pt x="6209" y="211"/>
                    </a:cubicBezTo>
                    <a:cubicBezTo>
                      <a:pt x="6139" y="70"/>
                      <a:pt x="6169" y="171"/>
                      <a:pt x="6069" y="90"/>
                    </a:cubicBezTo>
                    <a:cubicBezTo>
                      <a:pt x="6059" y="70"/>
                      <a:pt x="6059" y="10"/>
                      <a:pt x="60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89" name="Google Shape;12489;p44"/>
              <p:cNvSpPr/>
              <p:nvPr/>
            </p:nvSpPr>
            <p:spPr>
              <a:xfrm>
                <a:off x="1509858" y="4187703"/>
                <a:ext cx="110242" cy="67452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1682" extrusionOk="0">
                    <a:moveTo>
                      <a:pt x="1565" y="0"/>
                    </a:moveTo>
                    <a:cubicBezTo>
                      <a:pt x="1374" y="90"/>
                      <a:pt x="1114" y="60"/>
                      <a:pt x="1114" y="341"/>
                    </a:cubicBezTo>
                    <a:cubicBezTo>
                      <a:pt x="1094" y="331"/>
                      <a:pt x="1083" y="301"/>
                      <a:pt x="1063" y="291"/>
                    </a:cubicBezTo>
                    <a:cubicBezTo>
                      <a:pt x="783" y="421"/>
                      <a:pt x="672" y="502"/>
                      <a:pt x="642" y="843"/>
                    </a:cubicBezTo>
                    <a:cubicBezTo>
                      <a:pt x="576" y="722"/>
                      <a:pt x="470" y="667"/>
                      <a:pt x="372" y="667"/>
                    </a:cubicBezTo>
                    <a:cubicBezTo>
                      <a:pt x="232" y="667"/>
                      <a:pt x="107" y="779"/>
                      <a:pt x="131" y="973"/>
                    </a:cubicBezTo>
                    <a:cubicBezTo>
                      <a:pt x="101" y="943"/>
                      <a:pt x="70" y="913"/>
                      <a:pt x="50" y="883"/>
                    </a:cubicBezTo>
                    <a:cubicBezTo>
                      <a:pt x="50" y="953"/>
                      <a:pt x="0" y="1023"/>
                      <a:pt x="20" y="1123"/>
                    </a:cubicBezTo>
                    <a:cubicBezTo>
                      <a:pt x="30" y="1194"/>
                      <a:pt x="0" y="1254"/>
                      <a:pt x="10" y="1304"/>
                    </a:cubicBezTo>
                    <a:cubicBezTo>
                      <a:pt x="40" y="1384"/>
                      <a:pt x="60" y="1354"/>
                      <a:pt x="111" y="1414"/>
                    </a:cubicBezTo>
                    <a:cubicBezTo>
                      <a:pt x="161" y="1454"/>
                      <a:pt x="151" y="1515"/>
                      <a:pt x="221" y="1545"/>
                    </a:cubicBezTo>
                    <a:cubicBezTo>
                      <a:pt x="251" y="1560"/>
                      <a:pt x="291" y="1563"/>
                      <a:pt x="336" y="1563"/>
                    </a:cubicBezTo>
                    <a:cubicBezTo>
                      <a:pt x="384" y="1563"/>
                      <a:pt x="437" y="1559"/>
                      <a:pt x="486" y="1559"/>
                    </a:cubicBezTo>
                    <a:cubicBezTo>
                      <a:pt x="513" y="1559"/>
                      <a:pt x="539" y="1560"/>
                      <a:pt x="562" y="1565"/>
                    </a:cubicBezTo>
                    <a:cubicBezTo>
                      <a:pt x="831" y="1626"/>
                      <a:pt x="1153" y="1682"/>
                      <a:pt x="1452" y="1682"/>
                    </a:cubicBezTo>
                    <a:cubicBezTo>
                      <a:pt x="1543" y="1682"/>
                      <a:pt x="1631" y="1677"/>
                      <a:pt x="1715" y="1665"/>
                    </a:cubicBezTo>
                    <a:cubicBezTo>
                      <a:pt x="1796" y="1655"/>
                      <a:pt x="1866" y="1605"/>
                      <a:pt x="1946" y="1595"/>
                    </a:cubicBezTo>
                    <a:cubicBezTo>
                      <a:pt x="1961" y="1593"/>
                      <a:pt x="1977" y="1592"/>
                      <a:pt x="1993" y="1592"/>
                    </a:cubicBezTo>
                    <a:cubicBezTo>
                      <a:pt x="2061" y="1592"/>
                      <a:pt x="2134" y="1607"/>
                      <a:pt x="2207" y="1615"/>
                    </a:cubicBezTo>
                    <a:cubicBezTo>
                      <a:pt x="2387" y="1615"/>
                      <a:pt x="2528" y="1595"/>
                      <a:pt x="2648" y="1454"/>
                    </a:cubicBezTo>
                    <a:cubicBezTo>
                      <a:pt x="2688" y="1404"/>
                      <a:pt x="2749" y="1334"/>
                      <a:pt x="2729" y="1284"/>
                    </a:cubicBezTo>
                    <a:cubicBezTo>
                      <a:pt x="2718" y="1229"/>
                      <a:pt x="2696" y="1219"/>
                      <a:pt x="2668" y="1219"/>
                    </a:cubicBezTo>
                    <a:cubicBezTo>
                      <a:pt x="2653" y="1219"/>
                      <a:pt x="2635" y="1222"/>
                      <a:pt x="2618" y="1222"/>
                    </a:cubicBezTo>
                    <a:cubicBezTo>
                      <a:pt x="2604" y="1222"/>
                      <a:pt x="2591" y="1220"/>
                      <a:pt x="2578" y="1214"/>
                    </a:cubicBezTo>
                    <a:cubicBezTo>
                      <a:pt x="2594" y="1173"/>
                      <a:pt x="2557" y="1138"/>
                      <a:pt x="2521" y="1138"/>
                    </a:cubicBezTo>
                    <a:cubicBezTo>
                      <a:pt x="2513" y="1138"/>
                      <a:pt x="2505" y="1140"/>
                      <a:pt x="2498" y="1143"/>
                    </a:cubicBezTo>
                    <a:cubicBezTo>
                      <a:pt x="2468" y="1103"/>
                      <a:pt x="2448" y="1043"/>
                      <a:pt x="2468" y="993"/>
                    </a:cubicBezTo>
                    <a:cubicBezTo>
                      <a:pt x="2439" y="979"/>
                      <a:pt x="2421" y="965"/>
                      <a:pt x="2399" y="965"/>
                    </a:cubicBezTo>
                    <a:cubicBezTo>
                      <a:pt x="2389" y="965"/>
                      <a:pt x="2379" y="967"/>
                      <a:pt x="2367" y="973"/>
                    </a:cubicBezTo>
                    <a:lnTo>
                      <a:pt x="2387" y="953"/>
                    </a:lnTo>
                    <a:cubicBezTo>
                      <a:pt x="2365" y="927"/>
                      <a:pt x="2344" y="918"/>
                      <a:pt x="2324" y="918"/>
                    </a:cubicBezTo>
                    <a:cubicBezTo>
                      <a:pt x="2283" y="918"/>
                      <a:pt x="2247" y="956"/>
                      <a:pt x="2207" y="963"/>
                    </a:cubicBezTo>
                    <a:cubicBezTo>
                      <a:pt x="2187" y="973"/>
                      <a:pt x="2177" y="993"/>
                      <a:pt x="2157" y="993"/>
                    </a:cubicBezTo>
                    <a:cubicBezTo>
                      <a:pt x="2137" y="993"/>
                      <a:pt x="2087" y="963"/>
                      <a:pt x="2056" y="963"/>
                    </a:cubicBezTo>
                    <a:cubicBezTo>
                      <a:pt x="2117" y="933"/>
                      <a:pt x="2247" y="742"/>
                      <a:pt x="2107" y="732"/>
                    </a:cubicBezTo>
                    <a:cubicBezTo>
                      <a:pt x="2127" y="702"/>
                      <a:pt x="2127" y="682"/>
                      <a:pt x="2157" y="652"/>
                    </a:cubicBezTo>
                    <a:cubicBezTo>
                      <a:pt x="2137" y="612"/>
                      <a:pt x="2087" y="602"/>
                      <a:pt x="2056" y="592"/>
                    </a:cubicBezTo>
                    <a:cubicBezTo>
                      <a:pt x="2077" y="542"/>
                      <a:pt x="2107" y="502"/>
                      <a:pt x="2127" y="461"/>
                    </a:cubicBezTo>
                    <a:lnTo>
                      <a:pt x="2127" y="451"/>
                    </a:lnTo>
                    <a:cubicBezTo>
                      <a:pt x="2107" y="471"/>
                      <a:pt x="2097" y="502"/>
                      <a:pt x="2066" y="522"/>
                    </a:cubicBezTo>
                    <a:cubicBezTo>
                      <a:pt x="2180" y="296"/>
                      <a:pt x="2069" y="84"/>
                      <a:pt x="1920" y="84"/>
                    </a:cubicBezTo>
                    <a:cubicBezTo>
                      <a:pt x="1857" y="84"/>
                      <a:pt x="1788" y="122"/>
                      <a:pt x="1725" y="211"/>
                    </a:cubicBezTo>
                    <a:cubicBezTo>
                      <a:pt x="1655" y="70"/>
                      <a:pt x="1685" y="171"/>
                      <a:pt x="1585" y="90"/>
                    </a:cubicBezTo>
                    <a:cubicBezTo>
                      <a:pt x="1575" y="70"/>
                      <a:pt x="1575" y="10"/>
                      <a:pt x="15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90" name="Google Shape;12490;p44"/>
              <p:cNvSpPr/>
              <p:nvPr/>
            </p:nvSpPr>
            <p:spPr>
              <a:xfrm>
                <a:off x="1255200" y="4198531"/>
                <a:ext cx="110282" cy="67493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683" extrusionOk="0">
                    <a:moveTo>
                      <a:pt x="1566" y="1"/>
                    </a:moveTo>
                    <a:cubicBezTo>
                      <a:pt x="1385" y="101"/>
                      <a:pt x="1124" y="61"/>
                      <a:pt x="1124" y="342"/>
                    </a:cubicBezTo>
                    <a:cubicBezTo>
                      <a:pt x="1104" y="332"/>
                      <a:pt x="1094" y="302"/>
                      <a:pt x="1074" y="302"/>
                    </a:cubicBezTo>
                    <a:cubicBezTo>
                      <a:pt x="793" y="432"/>
                      <a:pt x="683" y="502"/>
                      <a:pt x="643" y="843"/>
                    </a:cubicBezTo>
                    <a:cubicBezTo>
                      <a:pt x="581" y="725"/>
                      <a:pt x="478" y="671"/>
                      <a:pt x="380" y="671"/>
                    </a:cubicBezTo>
                    <a:cubicBezTo>
                      <a:pt x="238" y="671"/>
                      <a:pt x="108" y="784"/>
                      <a:pt x="131" y="974"/>
                    </a:cubicBezTo>
                    <a:cubicBezTo>
                      <a:pt x="111" y="954"/>
                      <a:pt x="81" y="914"/>
                      <a:pt x="61" y="894"/>
                    </a:cubicBezTo>
                    <a:cubicBezTo>
                      <a:pt x="61" y="954"/>
                      <a:pt x="1" y="1034"/>
                      <a:pt x="21" y="1134"/>
                    </a:cubicBezTo>
                    <a:lnTo>
                      <a:pt x="21" y="1124"/>
                    </a:lnTo>
                    <a:lnTo>
                      <a:pt x="21" y="1124"/>
                    </a:lnTo>
                    <a:cubicBezTo>
                      <a:pt x="31" y="1194"/>
                      <a:pt x="11" y="1255"/>
                      <a:pt x="21" y="1305"/>
                    </a:cubicBezTo>
                    <a:cubicBezTo>
                      <a:pt x="51" y="1385"/>
                      <a:pt x="71" y="1355"/>
                      <a:pt x="121" y="1415"/>
                    </a:cubicBezTo>
                    <a:cubicBezTo>
                      <a:pt x="161" y="1455"/>
                      <a:pt x="161" y="1515"/>
                      <a:pt x="222" y="1546"/>
                    </a:cubicBezTo>
                    <a:cubicBezTo>
                      <a:pt x="255" y="1560"/>
                      <a:pt x="298" y="1564"/>
                      <a:pt x="344" y="1564"/>
                    </a:cubicBezTo>
                    <a:cubicBezTo>
                      <a:pt x="394" y="1564"/>
                      <a:pt x="448" y="1560"/>
                      <a:pt x="497" y="1560"/>
                    </a:cubicBezTo>
                    <a:cubicBezTo>
                      <a:pt x="524" y="1560"/>
                      <a:pt x="550" y="1561"/>
                      <a:pt x="573" y="1566"/>
                    </a:cubicBezTo>
                    <a:cubicBezTo>
                      <a:pt x="842" y="1627"/>
                      <a:pt x="1164" y="1683"/>
                      <a:pt x="1462" y="1683"/>
                    </a:cubicBezTo>
                    <a:cubicBezTo>
                      <a:pt x="1553" y="1683"/>
                      <a:pt x="1642" y="1678"/>
                      <a:pt x="1726" y="1666"/>
                    </a:cubicBezTo>
                    <a:cubicBezTo>
                      <a:pt x="1806" y="1656"/>
                      <a:pt x="1877" y="1616"/>
                      <a:pt x="1947" y="1596"/>
                    </a:cubicBezTo>
                    <a:cubicBezTo>
                      <a:pt x="1964" y="1594"/>
                      <a:pt x="1981" y="1593"/>
                      <a:pt x="1998" y="1593"/>
                    </a:cubicBezTo>
                    <a:cubicBezTo>
                      <a:pt x="2071" y="1593"/>
                      <a:pt x="2143" y="1608"/>
                      <a:pt x="2208" y="1616"/>
                    </a:cubicBezTo>
                    <a:cubicBezTo>
                      <a:pt x="2229" y="1617"/>
                      <a:pt x="2250" y="1618"/>
                      <a:pt x="2271" y="1618"/>
                    </a:cubicBezTo>
                    <a:cubicBezTo>
                      <a:pt x="2430" y="1618"/>
                      <a:pt x="2551" y="1580"/>
                      <a:pt x="2649" y="1455"/>
                    </a:cubicBezTo>
                    <a:cubicBezTo>
                      <a:pt x="2689" y="1405"/>
                      <a:pt x="2749" y="1345"/>
                      <a:pt x="2739" y="1285"/>
                    </a:cubicBezTo>
                    <a:cubicBezTo>
                      <a:pt x="2730" y="1232"/>
                      <a:pt x="2709" y="1221"/>
                      <a:pt x="2682" y="1221"/>
                    </a:cubicBezTo>
                    <a:cubicBezTo>
                      <a:pt x="2660" y="1221"/>
                      <a:pt x="2635" y="1228"/>
                      <a:pt x="2608" y="1228"/>
                    </a:cubicBezTo>
                    <a:cubicBezTo>
                      <a:pt x="2599" y="1228"/>
                      <a:pt x="2589" y="1227"/>
                      <a:pt x="2579" y="1225"/>
                    </a:cubicBezTo>
                    <a:cubicBezTo>
                      <a:pt x="2603" y="1175"/>
                      <a:pt x="2567" y="1139"/>
                      <a:pt x="2526" y="1139"/>
                    </a:cubicBezTo>
                    <a:cubicBezTo>
                      <a:pt x="2517" y="1139"/>
                      <a:pt x="2507" y="1141"/>
                      <a:pt x="2498" y="1144"/>
                    </a:cubicBezTo>
                    <a:cubicBezTo>
                      <a:pt x="2468" y="1104"/>
                      <a:pt x="2458" y="1044"/>
                      <a:pt x="2468" y="994"/>
                    </a:cubicBezTo>
                    <a:cubicBezTo>
                      <a:pt x="2449" y="981"/>
                      <a:pt x="2434" y="968"/>
                      <a:pt x="2416" y="968"/>
                    </a:cubicBezTo>
                    <a:cubicBezTo>
                      <a:pt x="2405" y="968"/>
                      <a:pt x="2393" y="973"/>
                      <a:pt x="2378" y="984"/>
                    </a:cubicBezTo>
                    <a:lnTo>
                      <a:pt x="2388" y="954"/>
                    </a:lnTo>
                    <a:cubicBezTo>
                      <a:pt x="2369" y="928"/>
                      <a:pt x="2351" y="919"/>
                      <a:pt x="2333" y="919"/>
                    </a:cubicBezTo>
                    <a:cubicBezTo>
                      <a:pt x="2295" y="919"/>
                      <a:pt x="2258" y="960"/>
                      <a:pt x="2218" y="974"/>
                    </a:cubicBezTo>
                    <a:cubicBezTo>
                      <a:pt x="2198" y="974"/>
                      <a:pt x="2188" y="994"/>
                      <a:pt x="2167" y="994"/>
                    </a:cubicBezTo>
                    <a:cubicBezTo>
                      <a:pt x="2147" y="994"/>
                      <a:pt x="2097" y="964"/>
                      <a:pt x="2067" y="964"/>
                    </a:cubicBezTo>
                    <a:cubicBezTo>
                      <a:pt x="2127" y="934"/>
                      <a:pt x="2258" y="743"/>
                      <a:pt x="2117" y="733"/>
                    </a:cubicBezTo>
                    <a:cubicBezTo>
                      <a:pt x="2137" y="703"/>
                      <a:pt x="2137" y="683"/>
                      <a:pt x="2167" y="653"/>
                    </a:cubicBezTo>
                    <a:cubicBezTo>
                      <a:pt x="2147" y="613"/>
                      <a:pt x="2097" y="603"/>
                      <a:pt x="2057" y="593"/>
                    </a:cubicBezTo>
                    <a:cubicBezTo>
                      <a:pt x="2087" y="542"/>
                      <a:pt x="2107" y="502"/>
                      <a:pt x="2137" y="462"/>
                    </a:cubicBezTo>
                    <a:lnTo>
                      <a:pt x="2127" y="462"/>
                    </a:lnTo>
                    <a:cubicBezTo>
                      <a:pt x="2107" y="482"/>
                      <a:pt x="2107" y="512"/>
                      <a:pt x="2077" y="522"/>
                    </a:cubicBezTo>
                    <a:cubicBezTo>
                      <a:pt x="2189" y="298"/>
                      <a:pt x="2076" y="89"/>
                      <a:pt x="1930" y="89"/>
                    </a:cubicBezTo>
                    <a:cubicBezTo>
                      <a:pt x="1866" y="89"/>
                      <a:pt x="1797" y="128"/>
                      <a:pt x="1736" y="222"/>
                    </a:cubicBezTo>
                    <a:cubicBezTo>
                      <a:pt x="1656" y="71"/>
                      <a:pt x="1696" y="171"/>
                      <a:pt x="1586" y="91"/>
                    </a:cubicBezTo>
                    <a:cubicBezTo>
                      <a:pt x="1586" y="71"/>
                      <a:pt x="1586" y="21"/>
                      <a:pt x="15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91" name="Google Shape;12491;p44"/>
              <p:cNvSpPr/>
              <p:nvPr/>
            </p:nvSpPr>
            <p:spPr>
              <a:xfrm>
                <a:off x="1510259" y="4187703"/>
                <a:ext cx="70019" cy="44273"/>
              </a:xfrm>
              <a:custGeom>
                <a:avLst/>
                <a:gdLst/>
                <a:ahLst/>
                <a:cxnLst/>
                <a:rect l="l" t="t" r="r" b="b"/>
                <a:pathLst>
                  <a:path w="1746" h="1104" extrusionOk="0">
                    <a:moveTo>
                      <a:pt x="1555" y="0"/>
                    </a:moveTo>
                    <a:cubicBezTo>
                      <a:pt x="1364" y="90"/>
                      <a:pt x="1104" y="60"/>
                      <a:pt x="1104" y="341"/>
                    </a:cubicBezTo>
                    <a:cubicBezTo>
                      <a:pt x="1084" y="331"/>
                      <a:pt x="1073" y="301"/>
                      <a:pt x="1053" y="291"/>
                    </a:cubicBezTo>
                    <a:cubicBezTo>
                      <a:pt x="773" y="421"/>
                      <a:pt x="662" y="502"/>
                      <a:pt x="632" y="843"/>
                    </a:cubicBezTo>
                    <a:cubicBezTo>
                      <a:pt x="566" y="722"/>
                      <a:pt x="460" y="667"/>
                      <a:pt x="362" y="667"/>
                    </a:cubicBezTo>
                    <a:cubicBezTo>
                      <a:pt x="222" y="667"/>
                      <a:pt x="97" y="779"/>
                      <a:pt x="121" y="973"/>
                    </a:cubicBezTo>
                    <a:cubicBezTo>
                      <a:pt x="91" y="943"/>
                      <a:pt x="60" y="913"/>
                      <a:pt x="40" y="883"/>
                    </a:cubicBezTo>
                    <a:cubicBezTo>
                      <a:pt x="40" y="943"/>
                      <a:pt x="0" y="1013"/>
                      <a:pt x="0" y="1103"/>
                    </a:cubicBezTo>
                    <a:cubicBezTo>
                      <a:pt x="20" y="1073"/>
                      <a:pt x="50" y="1043"/>
                      <a:pt x="80" y="1023"/>
                    </a:cubicBezTo>
                    <a:cubicBezTo>
                      <a:pt x="103" y="1012"/>
                      <a:pt x="122" y="1007"/>
                      <a:pt x="138" y="1007"/>
                    </a:cubicBezTo>
                    <a:cubicBezTo>
                      <a:pt x="208" y="1007"/>
                      <a:pt x="232" y="1093"/>
                      <a:pt x="321" y="1093"/>
                    </a:cubicBezTo>
                    <a:cubicBezTo>
                      <a:pt x="321" y="993"/>
                      <a:pt x="331" y="933"/>
                      <a:pt x="422" y="893"/>
                    </a:cubicBezTo>
                    <a:cubicBezTo>
                      <a:pt x="432" y="893"/>
                      <a:pt x="452" y="913"/>
                      <a:pt x="472" y="913"/>
                    </a:cubicBezTo>
                    <a:cubicBezTo>
                      <a:pt x="499" y="904"/>
                      <a:pt x="526" y="861"/>
                      <a:pt x="554" y="861"/>
                    </a:cubicBezTo>
                    <a:cubicBezTo>
                      <a:pt x="557" y="861"/>
                      <a:pt x="559" y="862"/>
                      <a:pt x="562" y="863"/>
                    </a:cubicBezTo>
                    <a:cubicBezTo>
                      <a:pt x="599" y="863"/>
                      <a:pt x="593" y="924"/>
                      <a:pt x="633" y="924"/>
                    </a:cubicBezTo>
                    <a:cubicBezTo>
                      <a:pt x="636" y="924"/>
                      <a:pt x="639" y="923"/>
                      <a:pt x="642" y="923"/>
                    </a:cubicBezTo>
                    <a:cubicBezTo>
                      <a:pt x="682" y="913"/>
                      <a:pt x="672" y="802"/>
                      <a:pt x="692" y="762"/>
                    </a:cubicBezTo>
                    <a:cubicBezTo>
                      <a:pt x="742" y="672"/>
                      <a:pt x="853" y="652"/>
                      <a:pt x="923" y="612"/>
                    </a:cubicBezTo>
                    <a:cubicBezTo>
                      <a:pt x="973" y="592"/>
                      <a:pt x="1003" y="542"/>
                      <a:pt x="1073" y="522"/>
                    </a:cubicBezTo>
                    <a:cubicBezTo>
                      <a:pt x="1174" y="502"/>
                      <a:pt x="1174" y="532"/>
                      <a:pt x="1244" y="421"/>
                    </a:cubicBezTo>
                    <a:cubicBezTo>
                      <a:pt x="1267" y="375"/>
                      <a:pt x="1255" y="328"/>
                      <a:pt x="1299" y="328"/>
                    </a:cubicBezTo>
                    <a:cubicBezTo>
                      <a:pt x="1312" y="328"/>
                      <a:pt x="1329" y="332"/>
                      <a:pt x="1354" y="341"/>
                    </a:cubicBezTo>
                    <a:cubicBezTo>
                      <a:pt x="1330" y="242"/>
                      <a:pt x="1386" y="157"/>
                      <a:pt x="1479" y="157"/>
                    </a:cubicBezTo>
                    <a:cubicBezTo>
                      <a:pt x="1499" y="157"/>
                      <a:pt x="1521" y="161"/>
                      <a:pt x="1545" y="171"/>
                    </a:cubicBezTo>
                    <a:cubicBezTo>
                      <a:pt x="1575" y="181"/>
                      <a:pt x="1595" y="221"/>
                      <a:pt x="1635" y="231"/>
                    </a:cubicBezTo>
                    <a:cubicBezTo>
                      <a:pt x="1639" y="233"/>
                      <a:pt x="1645" y="234"/>
                      <a:pt x="1652" y="234"/>
                    </a:cubicBezTo>
                    <a:cubicBezTo>
                      <a:pt x="1669" y="234"/>
                      <a:pt x="1695" y="228"/>
                      <a:pt x="1719" y="228"/>
                    </a:cubicBezTo>
                    <a:cubicBezTo>
                      <a:pt x="1728" y="228"/>
                      <a:pt x="1737" y="229"/>
                      <a:pt x="1746" y="231"/>
                    </a:cubicBezTo>
                    <a:lnTo>
                      <a:pt x="1736" y="191"/>
                    </a:lnTo>
                    <a:lnTo>
                      <a:pt x="1715" y="211"/>
                    </a:lnTo>
                    <a:cubicBezTo>
                      <a:pt x="1645" y="70"/>
                      <a:pt x="1675" y="171"/>
                      <a:pt x="1575" y="90"/>
                    </a:cubicBezTo>
                    <a:cubicBezTo>
                      <a:pt x="1565" y="70"/>
                      <a:pt x="1565" y="10"/>
                      <a:pt x="155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492" name="Google Shape;12492;p44"/>
            <p:cNvGrpSpPr/>
            <p:nvPr/>
          </p:nvGrpSpPr>
          <p:grpSpPr>
            <a:xfrm rot="-575426">
              <a:off x="4977464" y="4241675"/>
              <a:ext cx="824216" cy="233743"/>
              <a:chOff x="2436564" y="2774658"/>
              <a:chExt cx="737475" cy="209143"/>
            </a:xfrm>
          </p:grpSpPr>
          <p:sp>
            <p:nvSpPr>
              <p:cNvPr id="12493" name="Google Shape;12493;p44"/>
              <p:cNvSpPr/>
              <p:nvPr/>
            </p:nvSpPr>
            <p:spPr>
              <a:xfrm>
                <a:off x="2436564" y="2775028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94" name="Google Shape;12494;p44"/>
              <p:cNvSpPr/>
              <p:nvPr/>
            </p:nvSpPr>
            <p:spPr>
              <a:xfrm rot="-293525">
                <a:off x="2946011" y="2783857"/>
                <a:ext cx="222094" cy="148664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95" name="Google Shape;12495;p44"/>
              <p:cNvSpPr/>
              <p:nvPr/>
            </p:nvSpPr>
            <p:spPr>
              <a:xfrm>
                <a:off x="2530687" y="2788623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96" name="Google Shape;12496;p44"/>
              <p:cNvSpPr/>
              <p:nvPr/>
            </p:nvSpPr>
            <p:spPr>
              <a:xfrm>
                <a:off x="2874784" y="2820106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497" name="Google Shape;12497;p44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498" name="Google Shape;12498;p44"/>
            <p:cNvGrpSpPr/>
            <p:nvPr/>
          </p:nvGrpSpPr>
          <p:grpSpPr>
            <a:xfrm rot="-263875">
              <a:off x="5836717" y="4098665"/>
              <a:ext cx="813287" cy="233323"/>
              <a:chOff x="2447923" y="2707800"/>
              <a:chExt cx="727715" cy="208774"/>
            </a:xfrm>
          </p:grpSpPr>
          <p:sp>
            <p:nvSpPr>
              <p:cNvPr id="12499" name="Google Shape;12499;p44"/>
              <p:cNvSpPr/>
              <p:nvPr/>
            </p:nvSpPr>
            <p:spPr>
              <a:xfrm>
                <a:off x="2447923" y="2707800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00" name="Google Shape;12500;p44"/>
              <p:cNvSpPr/>
              <p:nvPr/>
            </p:nvSpPr>
            <p:spPr>
              <a:xfrm>
                <a:off x="2953550" y="2749147"/>
                <a:ext cx="222088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01" name="Google Shape;12501;p44"/>
              <p:cNvSpPr/>
              <p:nvPr/>
            </p:nvSpPr>
            <p:spPr>
              <a:xfrm>
                <a:off x="2542046" y="2721395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02" name="Google Shape;12502;p44"/>
              <p:cNvSpPr/>
              <p:nvPr/>
            </p:nvSpPr>
            <p:spPr>
              <a:xfrm>
                <a:off x="2871498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03" name="Google Shape;12503;p44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2504" name="Google Shape;12504;p44"/>
          <p:cNvGrpSpPr/>
          <p:nvPr/>
        </p:nvGrpSpPr>
        <p:grpSpPr>
          <a:xfrm>
            <a:off x="3344603" y="4367704"/>
            <a:ext cx="5754727" cy="1542783"/>
            <a:chOff x="4803729" y="4063251"/>
            <a:chExt cx="4372560" cy="1172238"/>
          </a:xfrm>
        </p:grpSpPr>
        <p:sp>
          <p:nvSpPr>
            <p:cNvPr id="12505" name="Google Shape;12505;p44"/>
            <p:cNvSpPr/>
            <p:nvPr/>
          </p:nvSpPr>
          <p:spPr>
            <a:xfrm flipH="1">
              <a:off x="4803729" y="4106166"/>
              <a:ext cx="4372560" cy="1129323"/>
            </a:xfrm>
            <a:custGeom>
              <a:avLst/>
              <a:gdLst/>
              <a:ahLst/>
              <a:cxnLst/>
              <a:rect l="l" t="t" r="r" b="b"/>
              <a:pathLst>
                <a:path w="63444" h="16386" extrusionOk="0">
                  <a:moveTo>
                    <a:pt x="15553" y="1"/>
                  </a:moveTo>
                  <a:cubicBezTo>
                    <a:pt x="10767" y="1"/>
                    <a:pt x="5589" y="135"/>
                    <a:pt x="1" y="437"/>
                  </a:cubicBezTo>
                  <a:lnTo>
                    <a:pt x="4334" y="16385"/>
                  </a:lnTo>
                  <a:lnTo>
                    <a:pt x="48438" y="15874"/>
                  </a:lnTo>
                  <a:lnTo>
                    <a:pt x="63444" y="6545"/>
                  </a:lnTo>
                  <a:cubicBezTo>
                    <a:pt x="63444" y="6545"/>
                    <a:pt x="51146" y="918"/>
                    <a:pt x="22499" y="96"/>
                  </a:cubicBezTo>
                  <a:cubicBezTo>
                    <a:pt x="21586" y="76"/>
                    <a:pt x="20663" y="56"/>
                    <a:pt x="19721" y="36"/>
                  </a:cubicBezTo>
                  <a:cubicBezTo>
                    <a:pt x="18366" y="13"/>
                    <a:pt x="16977" y="1"/>
                    <a:pt x="15553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lt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2506" name="Google Shape;12506;p44"/>
            <p:cNvGrpSpPr/>
            <p:nvPr/>
          </p:nvGrpSpPr>
          <p:grpSpPr>
            <a:xfrm>
              <a:off x="5160532" y="4063251"/>
              <a:ext cx="3785570" cy="655357"/>
              <a:chOff x="5160532" y="3836864"/>
              <a:chExt cx="3785570" cy="655357"/>
            </a:xfrm>
          </p:grpSpPr>
          <p:sp>
            <p:nvSpPr>
              <p:cNvPr id="12507" name="Google Shape;12507;p44"/>
              <p:cNvSpPr/>
              <p:nvPr/>
            </p:nvSpPr>
            <p:spPr>
              <a:xfrm flipH="1">
                <a:off x="5160532" y="4021428"/>
                <a:ext cx="907056" cy="470793"/>
              </a:xfrm>
              <a:custGeom>
                <a:avLst/>
                <a:gdLst/>
                <a:ahLst/>
                <a:cxnLst/>
                <a:rect l="l" t="t" r="r" b="b"/>
                <a:pathLst>
                  <a:path w="13161" h="6831" extrusionOk="0">
                    <a:moveTo>
                      <a:pt x="1" y="0"/>
                    </a:moveTo>
                    <a:cubicBezTo>
                      <a:pt x="1" y="0"/>
                      <a:pt x="7403" y="2197"/>
                      <a:pt x="11205" y="6831"/>
                    </a:cubicBezTo>
                    <a:lnTo>
                      <a:pt x="13161" y="6069"/>
                    </a:lnTo>
                    <a:cubicBezTo>
                      <a:pt x="12940" y="5778"/>
                      <a:pt x="10172" y="2528"/>
                      <a:pt x="1586" y="8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08" name="Google Shape;12508;p44"/>
              <p:cNvSpPr/>
              <p:nvPr/>
            </p:nvSpPr>
            <p:spPr>
              <a:xfrm flipH="1">
                <a:off x="7283440" y="3858987"/>
                <a:ext cx="273819" cy="298010"/>
              </a:xfrm>
              <a:custGeom>
                <a:avLst/>
                <a:gdLst/>
                <a:ahLst/>
                <a:cxnLst/>
                <a:rect l="l" t="t" r="r" b="b"/>
                <a:pathLst>
                  <a:path w="3973" h="4324" extrusionOk="0">
                    <a:moveTo>
                      <a:pt x="1184" y="0"/>
                    </a:moveTo>
                    <a:lnTo>
                      <a:pt x="0" y="171"/>
                    </a:lnTo>
                    <a:cubicBezTo>
                      <a:pt x="1755" y="1444"/>
                      <a:pt x="1083" y="3972"/>
                      <a:pt x="1083" y="3972"/>
                    </a:cubicBezTo>
                    <a:lnTo>
                      <a:pt x="3772" y="4323"/>
                    </a:lnTo>
                    <a:cubicBezTo>
                      <a:pt x="3972" y="3390"/>
                      <a:pt x="3681" y="2568"/>
                      <a:pt x="3340" y="2006"/>
                    </a:cubicBezTo>
                    <a:cubicBezTo>
                      <a:pt x="2638" y="843"/>
                      <a:pt x="1404" y="0"/>
                      <a:pt x="1184" y="0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09" name="Google Shape;12509;p44"/>
              <p:cNvSpPr/>
              <p:nvPr/>
            </p:nvSpPr>
            <p:spPr>
              <a:xfrm flipH="1">
                <a:off x="6563169" y="3910813"/>
                <a:ext cx="508147" cy="419654"/>
              </a:xfrm>
              <a:custGeom>
                <a:avLst/>
                <a:gdLst/>
                <a:ahLst/>
                <a:cxnLst/>
                <a:rect l="l" t="t" r="r" b="b"/>
                <a:pathLst>
                  <a:path w="7373" h="60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06" y="522"/>
                      <a:pt x="4093" y="3712"/>
                      <a:pt x="4123" y="5467"/>
                    </a:cubicBezTo>
                    <a:lnTo>
                      <a:pt x="7373" y="6089"/>
                    </a:lnTo>
                    <a:cubicBezTo>
                      <a:pt x="7373" y="6089"/>
                      <a:pt x="4695" y="1344"/>
                      <a:pt x="1736" y="16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10" name="Google Shape;12510;p44"/>
              <p:cNvSpPr/>
              <p:nvPr/>
            </p:nvSpPr>
            <p:spPr>
              <a:xfrm flipH="1">
                <a:off x="6198105" y="3919084"/>
                <a:ext cx="643713" cy="526135"/>
              </a:xfrm>
              <a:custGeom>
                <a:avLst/>
                <a:gdLst/>
                <a:ahLst/>
                <a:cxnLst/>
                <a:rect l="l" t="t" r="r" b="b"/>
                <a:pathLst>
                  <a:path w="9340" h="7634" extrusionOk="0">
                    <a:moveTo>
                      <a:pt x="1" y="1"/>
                    </a:moveTo>
                    <a:cubicBezTo>
                      <a:pt x="1315" y="312"/>
                      <a:pt x="5357" y="3742"/>
                      <a:pt x="6581" y="6721"/>
                    </a:cubicBezTo>
                    <a:lnTo>
                      <a:pt x="9339" y="7634"/>
                    </a:lnTo>
                    <a:cubicBezTo>
                      <a:pt x="9339" y="7634"/>
                      <a:pt x="6872" y="2689"/>
                      <a:pt x="1656" y="13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11" name="Google Shape;12511;p44"/>
              <p:cNvSpPr/>
              <p:nvPr/>
            </p:nvSpPr>
            <p:spPr>
              <a:xfrm flipH="1">
                <a:off x="5830354" y="3957127"/>
                <a:ext cx="732895" cy="528203"/>
              </a:xfrm>
              <a:custGeom>
                <a:avLst/>
                <a:gdLst/>
                <a:ahLst/>
                <a:cxnLst/>
                <a:rect l="l" t="t" r="r" b="b"/>
                <a:pathLst>
                  <a:path w="10634" h="766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228" y="582"/>
                      <a:pt x="6862" y="4935"/>
                      <a:pt x="8196" y="7664"/>
                    </a:cubicBezTo>
                    <a:lnTo>
                      <a:pt x="10633" y="7664"/>
                    </a:lnTo>
                    <a:cubicBezTo>
                      <a:pt x="10633" y="7664"/>
                      <a:pt x="7123" y="2909"/>
                      <a:pt x="1987" y="22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12" name="Google Shape;12512;p44"/>
              <p:cNvSpPr/>
              <p:nvPr/>
            </p:nvSpPr>
            <p:spPr>
              <a:xfrm flipH="1">
                <a:off x="5589140" y="3986831"/>
                <a:ext cx="739029" cy="465348"/>
              </a:xfrm>
              <a:custGeom>
                <a:avLst/>
                <a:gdLst/>
                <a:ahLst/>
                <a:cxnLst/>
                <a:rect l="l" t="t" r="r" b="b"/>
                <a:pathLst>
                  <a:path w="10723" h="6752" extrusionOk="0">
                    <a:moveTo>
                      <a:pt x="0" y="1"/>
                    </a:moveTo>
                    <a:cubicBezTo>
                      <a:pt x="1776" y="582"/>
                      <a:pt x="7032" y="3943"/>
                      <a:pt x="8737" y="6751"/>
                    </a:cubicBezTo>
                    <a:lnTo>
                      <a:pt x="10723" y="6360"/>
                    </a:lnTo>
                    <a:cubicBezTo>
                      <a:pt x="10723" y="6360"/>
                      <a:pt x="6330" y="1465"/>
                      <a:pt x="1375" y="1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13" name="Google Shape;12513;p44"/>
              <p:cNvSpPr/>
              <p:nvPr/>
            </p:nvSpPr>
            <p:spPr>
              <a:xfrm flipH="1">
                <a:off x="7573105" y="3836864"/>
                <a:ext cx="217167" cy="292428"/>
              </a:xfrm>
              <a:custGeom>
                <a:avLst/>
                <a:gdLst/>
                <a:ahLst/>
                <a:cxnLst/>
                <a:rect l="l" t="t" r="r" b="b"/>
                <a:pathLst>
                  <a:path w="3151" h="4243" extrusionOk="0">
                    <a:moveTo>
                      <a:pt x="1475" y="0"/>
                    </a:moveTo>
                    <a:cubicBezTo>
                      <a:pt x="1275" y="0"/>
                      <a:pt x="1074" y="151"/>
                      <a:pt x="1044" y="722"/>
                    </a:cubicBezTo>
                    <a:cubicBezTo>
                      <a:pt x="954" y="2117"/>
                      <a:pt x="1" y="3471"/>
                      <a:pt x="1" y="3471"/>
                    </a:cubicBezTo>
                    <a:lnTo>
                      <a:pt x="1876" y="4243"/>
                    </a:lnTo>
                    <a:cubicBezTo>
                      <a:pt x="1876" y="4243"/>
                      <a:pt x="3150" y="2086"/>
                      <a:pt x="1987" y="231"/>
                    </a:cubicBezTo>
                    <a:cubicBezTo>
                      <a:pt x="1987" y="231"/>
                      <a:pt x="1726" y="0"/>
                      <a:pt x="1475" y="0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14" name="Google Shape;12514;p44"/>
              <p:cNvSpPr/>
              <p:nvPr/>
            </p:nvSpPr>
            <p:spPr>
              <a:xfrm flipH="1">
                <a:off x="7789508" y="3849958"/>
                <a:ext cx="255831" cy="207449"/>
              </a:xfrm>
              <a:custGeom>
                <a:avLst/>
                <a:gdLst/>
                <a:ahLst/>
                <a:cxnLst/>
                <a:rect l="l" t="t" r="r" b="b"/>
                <a:pathLst>
                  <a:path w="3712" h="3010" extrusionOk="0">
                    <a:moveTo>
                      <a:pt x="2809" y="1"/>
                    </a:moveTo>
                    <a:cubicBezTo>
                      <a:pt x="2588" y="1"/>
                      <a:pt x="2368" y="41"/>
                      <a:pt x="2187" y="161"/>
                    </a:cubicBezTo>
                    <a:cubicBezTo>
                      <a:pt x="1615" y="532"/>
                      <a:pt x="0" y="2749"/>
                      <a:pt x="0" y="2749"/>
                    </a:cubicBezTo>
                    <a:lnTo>
                      <a:pt x="1796" y="3010"/>
                    </a:lnTo>
                    <a:cubicBezTo>
                      <a:pt x="1796" y="3010"/>
                      <a:pt x="2478" y="1505"/>
                      <a:pt x="3712" y="191"/>
                    </a:cubicBezTo>
                    <a:cubicBezTo>
                      <a:pt x="3712" y="191"/>
                      <a:pt x="3270" y="1"/>
                      <a:pt x="2809" y="1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15" name="Google Shape;12515;p44"/>
              <p:cNvSpPr/>
              <p:nvPr/>
            </p:nvSpPr>
            <p:spPr>
              <a:xfrm flipH="1">
                <a:off x="8024519" y="3851337"/>
                <a:ext cx="308417" cy="181191"/>
              </a:xfrm>
              <a:custGeom>
                <a:avLst/>
                <a:gdLst/>
                <a:ahLst/>
                <a:cxnLst/>
                <a:rect l="l" t="t" r="r" b="b"/>
                <a:pathLst>
                  <a:path w="4475" h="2629" extrusionOk="0">
                    <a:moveTo>
                      <a:pt x="3140" y="1"/>
                    </a:moveTo>
                    <a:cubicBezTo>
                      <a:pt x="3140" y="1"/>
                      <a:pt x="1405" y="934"/>
                      <a:pt x="141" y="2418"/>
                    </a:cubicBezTo>
                    <a:cubicBezTo>
                      <a:pt x="1" y="2579"/>
                      <a:pt x="282" y="2629"/>
                      <a:pt x="673" y="2629"/>
                    </a:cubicBezTo>
                    <a:cubicBezTo>
                      <a:pt x="1315" y="2629"/>
                      <a:pt x="2258" y="2498"/>
                      <a:pt x="2258" y="2498"/>
                    </a:cubicBezTo>
                    <a:cubicBezTo>
                      <a:pt x="3351" y="863"/>
                      <a:pt x="4474" y="91"/>
                      <a:pt x="4474" y="91"/>
                    </a:cubicBezTo>
                    <a:lnTo>
                      <a:pt x="3140" y="1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16" name="Google Shape;12516;p44"/>
              <p:cNvSpPr/>
              <p:nvPr/>
            </p:nvSpPr>
            <p:spPr>
              <a:xfrm flipH="1">
                <a:off x="8525001" y="3881799"/>
                <a:ext cx="421101" cy="132051"/>
              </a:xfrm>
              <a:custGeom>
                <a:avLst/>
                <a:gdLst/>
                <a:ahLst/>
                <a:cxnLst/>
                <a:rect l="l" t="t" r="r" b="b"/>
                <a:pathLst>
                  <a:path w="6110" h="1916" extrusionOk="0">
                    <a:moveTo>
                      <a:pt x="4023" y="0"/>
                    </a:moveTo>
                    <a:cubicBezTo>
                      <a:pt x="4023" y="0"/>
                      <a:pt x="1917" y="140"/>
                      <a:pt x="392" y="1555"/>
                    </a:cubicBezTo>
                    <a:cubicBezTo>
                      <a:pt x="1" y="1916"/>
                      <a:pt x="2398" y="1916"/>
                      <a:pt x="2478" y="1916"/>
                    </a:cubicBezTo>
                    <a:cubicBezTo>
                      <a:pt x="3572" y="291"/>
                      <a:pt x="6109" y="0"/>
                      <a:pt x="6109" y="0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17" name="Google Shape;12517;p44"/>
              <p:cNvSpPr/>
              <p:nvPr/>
            </p:nvSpPr>
            <p:spPr>
              <a:xfrm flipH="1">
                <a:off x="8291370" y="3872770"/>
                <a:ext cx="333297" cy="14666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8" extrusionOk="0">
                    <a:moveTo>
                      <a:pt x="3582" y="1"/>
                    </a:moveTo>
                    <a:cubicBezTo>
                      <a:pt x="3411" y="1"/>
                      <a:pt x="3261" y="11"/>
                      <a:pt x="3140" y="51"/>
                    </a:cubicBezTo>
                    <a:cubicBezTo>
                      <a:pt x="2127" y="332"/>
                      <a:pt x="1" y="1947"/>
                      <a:pt x="1" y="1947"/>
                    </a:cubicBezTo>
                    <a:lnTo>
                      <a:pt x="1877" y="2127"/>
                    </a:lnTo>
                    <a:cubicBezTo>
                      <a:pt x="1877" y="2127"/>
                      <a:pt x="3823" y="372"/>
                      <a:pt x="4836" y="161"/>
                    </a:cubicBezTo>
                    <a:cubicBezTo>
                      <a:pt x="4836" y="161"/>
                      <a:pt x="4154" y="1"/>
                      <a:pt x="3582" y="1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18" name="Google Shape;12518;p44"/>
              <p:cNvSpPr/>
              <p:nvPr/>
            </p:nvSpPr>
            <p:spPr>
              <a:xfrm flipH="1">
                <a:off x="6948908" y="3891447"/>
                <a:ext cx="364380" cy="340189"/>
              </a:xfrm>
              <a:custGeom>
                <a:avLst/>
                <a:gdLst/>
                <a:ahLst/>
                <a:cxnLst/>
                <a:rect l="l" t="t" r="r" b="b"/>
                <a:pathLst>
                  <a:path w="5287" h="493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55" y="683"/>
                      <a:pt x="2629" y="2187"/>
                      <a:pt x="2699" y="4374"/>
                    </a:cubicBezTo>
                    <a:lnTo>
                      <a:pt x="5287" y="4936"/>
                    </a:lnTo>
                    <a:cubicBezTo>
                      <a:pt x="5287" y="4936"/>
                      <a:pt x="4685" y="1515"/>
                      <a:pt x="1596" y="23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2519" name="Google Shape;12519;p44"/>
          <p:cNvGrpSpPr/>
          <p:nvPr/>
        </p:nvGrpSpPr>
        <p:grpSpPr>
          <a:xfrm>
            <a:off x="-131333" y="4600124"/>
            <a:ext cx="4443632" cy="1316135"/>
            <a:chOff x="-13849" y="4011750"/>
            <a:chExt cx="3821164" cy="1131770"/>
          </a:xfrm>
        </p:grpSpPr>
        <p:sp>
          <p:nvSpPr>
            <p:cNvPr id="12520" name="Google Shape;12520;p44"/>
            <p:cNvSpPr/>
            <p:nvPr/>
          </p:nvSpPr>
          <p:spPr>
            <a:xfrm>
              <a:off x="5721" y="4011750"/>
              <a:ext cx="3801593" cy="1131770"/>
            </a:xfrm>
            <a:custGeom>
              <a:avLst/>
              <a:gdLst/>
              <a:ahLst/>
              <a:cxnLst/>
              <a:rect l="l" t="t" r="r" b="b"/>
              <a:pathLst>
                <a:path w="66444" h="19781" extrusionOk="0">
                  <a:moveTo>
                    <a:pt x="61" y="0"/>
                  </a:moveTo>
                  <a:lnTo>
                    <a:pt x="1" y="19781"/>
                  </a:lnTo>
                  <a:cubicBezTo>
                    <a:pt x="1" y="19781"/>
                    <a:pt x="29054" y="19749"/>
                    <a:pt x="48541" y="19749"/>
                  </a:cubicBezTo>
                  <a:cubicBezTo>
                    <a:pt x="58285" y="19749"/>
                    <a:pt x="65637" y="19757"/>
                    <a:pt x="65771" y="19781"/>
                  </a:cubicBezTo>
                  <a:cubicBezTo>
                    <a:pt x="65773" y="19781"/>
                    <a:pt x="65774" y="19781"/>
                    <a:pt x="65776" y="19781"/>
                  </a:cubicBezTo>
                  <a:cubicBezTo>
                    <a:pt x="66174" y="19781"/>
                    <a:pt x="66443" y="10853"/>
                    <a:pt x="66443" y="10853"/>
                  </a:cubicBezTo>
                  <a:cubicBezTo>
                    <a:pt x="45881" y="532"/>
                    <a:pt x="61" y="0"/>
                    <a:pt x="61" y="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2521" name="Google Shape;12521;p44"/>
            <p:cNvGrpSpPr/>
            <p:nvPr/>
          </p:nvGrpSpPr>
          <p:grpSpPr>
            <a:xfrm>
              <a:off x="-13849" y="4011750"/>
              <a:ext cx="3801593" cy="1131760"/>
              <a:chOff x="-13849" y="4011750"/>
              <a:chExt cx="3801593" cy="1131760"/>
            </a:xfrm>
          </p:grpSpPr>
          <p:sp>
            <p:nvSpPr>
              <p:cNvPr id="12522" name="Google Shape;12522;p44"/>
              <p:cNvSpPr/>
              <p:nvPr/>
            </p:nvSpPr>
            <p:spPr>
              <a:xfrm>
                <a:off x="-2349" y="4373857"/>
                <a:ext cx="3790093" cy="374243"/>
              </a:xfrm>
              <a:custGeom>
                <a:avLst/>
                <a:gdLst/>
                <a:ahLst/>
                <a:cxnLst/>
                <a:rect l="l" t="t" r="r" b="b"/>
                <a:pathLst>
                  <a:path w="66243" h="6541" extrusionOk="0">
                    <a:moveTo>
                      <a:pt x="33954" y="1"/>
                    </a:moveTo>
                    <a:cubicBezTo>
                      <a:pt x="32128" y="1"/>
                      <a:pt x="30243" y="21"/>
                      <a:pt x="28307" y="61"/>
                    </a:cubicBezTo>
                    <a:cubicBezTo>
                      <a:pt x="19630" y="261"/>
                      <a:pt x="9429" y="633"/>
                      <a:pt x="0" y="2298"/>
                    </a:cubicBezTo>
                    <a:lnTo>
                      <a:pt x="71" y="6541"/>
                    </a:lnTo>
                    <a:cubicBezTo>
                      <a:pt x="4093" y="5467"/>
                      <a:pt x="14856" y="2990"/>
                      <a:pt x="28949" y="1916"/>
                    </a:cubicBezTo>
                    <a:cubicBezTo>
                      <a:pt x="32680" y="1636"/>
                      <a:pt x="36582" y="1435"/>
                      <a:pt x="40704" y="1435"/>
                    </a:cubicBezTo>
                    <a:cubicBezTo>
                      <a:pt x="47605" y="1435"/>
                      <a:pt x="55118" y="1987"/>
                      <a:pt x="63414" y="3642"/>
                    </a:cubicBezTo>
                    <a:cubicBezTo>
                      <a:pt x="63985" y="3752"/>
                      <a:pt x="65680" y="4906"/>
                      <a:pt x="66222" y="5006"/>
                    </a:cubicBezTo>
                    <a:cubicBezTo>
                      <a:pt x="66232" y="4725"/>
                      <a:pt x="66242" y="4554"/>
                      <a:pt x="66242" y="4524"/>
                    </a:cubicBezTo>
                    <a:cubicBezTo>
                      <a:pt x="66232" y="4524"/>
                      <a:pt x="66222" y="4514"/>
                      <a:pt x="66212" y="4514"/>
                    </a:cubicBezTo>
                    <a:cubicBezTo>
                      <a:pt x="66202" y="4504"/>
                      <a:pt x="66202" y="4504"/>
                      <a:pt x="66202" y="4504"/>
                    </a:cubicBezTo>
                    <a:cubicBezTo>
                      <a:pt x="66192" y="4504"/>
                      <a:pt x="66182" y="4494"/>
                      <a:pt x="66172" y="4494"/>
                    </a:cubicBezTo>
                    <a:cubicBezTo>
                      <a:pt x="66172" y="4494"/>
                      <a:pt x="66172" y="4494"/>
                      <a:pt x="66162" y="4484"/>
                    </a:cubicBezTo>
                    <a:cubicBezTo>
                      <a:pt x="66162" y="4484"/>
                      <a:pt x="66152" y="4484"/>
                      <a:pt x="66142" y="4474"/>
                    </a:cubicBezTo>
                    <a:lnTo>
                      <a:pt x="66132" y="4474"/>
                    </a:lnTo>
                    <a:cubicBezTo>
                      <a:pt x="66122" y="4464"/>
                      <a:pt x="66112" y="4464"/>
                      <a:pt x="66102" y="4464"/>
                    </a:cubicBezTo>
                    <a:cubicBezTo>
                      <a:pt x="66102" y="4454"/>
                      <a:pt x="66102" y="4454"/>
                      <a:pt x="66102" y="4454"/>
                    </a:cubicBezTo>
                    <a:cubicBezTo>
                      <a:pt x="64647" y="3732"/>
                      <a:pt x="63073" y="3060"/>
                      <a:pt x="61407" y="2438"/>
                    </a:cubicBezTo>
                    <a:cubicBezTo>
                      <a:pt x="57024" y="1054"/>
                      <a:pt x="46994" y="1"/>
                      <a:pt x="33954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23" name="Google Shape;12523;p44"/>
              <p:cNvSpPr/>
              <p:nvPr/>
            </p:nvSpPr>
            <p:spPr>
              <a:xfrm>
                <a:off x="-13849" y="4558659"/>
                <a:ext cx="3549619" cy="584852"/>
              </a:xfrm>
              <a:custGeom>
                <a:avLst/>
                <a:gdLst/>
                <a:ahLst/>
                <a:cxnLst/>
                <a:rect l="l" t="t" r="r" b="b"/>
                <a:pathLst>
                  <a:path w="62040" h="10222" extrusionOk="0">
                    <a:moveTo>
                      <a:pt x="49993" y="0"/>
                    </a:moveTo>
                    <a:cubicBezTo>
                      <a:pt x="48458" y="0"/>
                      <a:pt x="46793" y="41"/>
                      <a:pt x="45028" y="121"/>
                    </a:cubicBezTo>
                    <a:cubicBezTo>
                      <a:pt x="31687" y="783"/>
                      <a:pt x="18006" y="1645"/>
                      <a:pt x="11" y="6611"/>
                    </a:cubicBezTo>
                    <a:lnTo>
                      <a:pt x="1" y="10222"/>
                    </a:lnTo>
                    <a:lnTo>
                      <a:pt x="71" y="10222"/>
                    </a:lnTo>
                    <a:cubicBezTo>
                      <a:pt x="1285" y="10222"/>
                      <a:pt x="18557" y="10201"/>
                      <a:pt x="35028" y="10191"/>
                    </a:cubicBezTo>
                    <a:cubicBezTo>
                      <a:pt x="45921" y="7122"/>
                      <a:pt x="62040" y="823"/>
                      <a:pt x="62040" y="823"/>
                    </a:cubicBezTo>
                    <a:cubicBezTo>
                      <a:pt x="62040" y="823"/>
                      <a:pt x="57366" y="0"/>
                      <a:pt x="49993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24" name="Google Shape;12524;p44"/>
              <p:cNvSpPr/>
              <p:nvPr/>
            </p:nvSpPr>
            <p:spPr>
              <a:xfrm>
                <a:off x="-7499" y="4181046"/>
                <a:ext cx="3075535" cy="192872"/>
              </a:xfrm>
              <a:custGeom>
                <a:avLst/>
                <a:gdLst/>
                <a:ahLst/>
                <a:cxnLst/>
                <a:rect l="l" t="t" r="r" b="b"/>
                <a:pathLst>
                  <a:path w="53754" h="3371" extrusionOk="0">
                    <a:moveTo>
                      <a:pt x="16761" y="0"/>
                    </a:moveTo>
                    <a:cubicBezTo>
                      <a:pt x="9569" y="0"/>
                      <a:pt x="3601" y="311"/>
                      <a:pt x="0" y="622"/>
                    </a:cubicBezTo>
                    <a:lnTo>
                      <a:pt x="40" y="2759"/>
                    </a:lnTo>
                    <a:cubicBezTo>
                      <a:pt x="7854" y="1665"/>
                      <a:pt x="15848" y="1294"/>
                      <a:pt x="23171" y="1294"/>
                    </a:cubicBezTo>
                    <a:cubicBezTo>
                      <a:pt x="39340" y="1294"/>
                      <a:pt x="52159" y="3130"/>
                      <a:pt x="52159" y="3130"/>
                    </a:cubicBezTo>
                    <a:lnTo>
                      <a:pt x="53754" y="3371"/>
                    </a:lnTo>
                    <a:cubicBezTo>
                      <a:pt x="52430" y="3020"/>
                      <a:pt x="51076" y="2689"/>
                      <a:pt x="49702" y="2368"/>
                    </a:cubicBezTo>
                    <a:cubicBezTo>
                      <a:pt x="38317" y="552"/>
                      <a:pt x="26431" y="0"/>
                      <a:pt x="16761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25" name="Google Shape;12525;p44"/>
              <p:cNvSpPr/>
              <p:nvPr/>
            </p:nvSpPr>
            <p:spPr>
              <a:xfrm>
                <a:off x="-10931" y="4011750"/>
                <a:ext cx="2320297" cy="202656"/>
              </a:xfrm>
              <a:custGeom>
                <a:avLst/>
                <a:gdLst/>
                <a:ahLst/>
                <a:cxnLst/>
                <a:rect l="l" t="t" r="r" b="b"/>
                <a:pathLst>
                  <a:path w="40554" h="3542" extrusionOk="0">
                    <a:moveTo>
                      <a:pt x="10" y="0"/>
                    </a:moveTo>
                    <a:lnTo>
                      <a:pt x="0" y="1565"/>
                    </a:lnTo>
                    <a:cubicBezTo>
                      <a:pt x="1675" y="1485"/>
                      <a:pt x="3631" y="1455"/>
                      <a:pt x="5778" y="1455"/>
                    </a:cubicBezTo>
                    <a:cubicBezTo>
                      <a:pt x="16089" y="1455"/>
                      <a:pt x="30844" y="2297"/>
                      <a:pt x="40553" y="3541"/>
                    </a:cubicBezTo>
                    <a:cubicBezTo>
                      <a:pt x="21546" y="372"/>
                      <a:pt x="1705" y="30"/>
                      <a:pt x="110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2526" name="Google Shape;12526;p44"/>
          <p:cNvGrpSpPr/>
          <p:nvPr/>
        </p:nvGrpSpPr>
        <p:grpSpPr>
          <a:xfrm>
            <a:off x="1964520" y="3985358"/>
            <a:ext cx="7318608" cy="1849125"/>
            <a:chOff x="1888320" y="3587521"/>
            <a:chExt cx="7318608" cy="1849125"/>
          </a:xfrm>
        </p:grpSpPr>
        <p:sp>
          <p:nvSpPr>
            <p:cNvPr id="12527" name="Google Shape;12527;p44"/>
            <p:cNvSpPr/>
            <p:nvPr/>
          </p:nvSpPr>
          <p:spPr>
            <a:xfrm rot="143046">
              <a:off x="1917384" y="3737863"/>
              <a:ext cx="7260480" cy="1548441"/>
            </a:xfrm>
            <a:custGeom>
              <a:avLst/>
              <a:gdLst/>
              <a:ahLst/>
              <a:cxnLst/>
              <a:rect l="l" t="t" r="r" b="b"/>
              <a:pathLst>
                <a:path w="93506" h="19942" extrusionOk="0">
                  <a:moveTo>
                    <a:pt x="93505" y="1"/>
                  </a:moveTo>
                  <a:cubicBezTo>
                    <a:pt x="93504" y="1"/>
                    <a:pt x="16962" y="15739"/>
                    <a:pt x="1" y="19941"/>
                  </a:cubicBezTo>
                  <a:lnTo>
                    <a:pt x="93375" y="17905"/>
                  </a:lnTo>
                  <a:lnTo>
                    <a:pt x="93505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lt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28" name="Google Shape;12528;p44"/>
            <p:cNvSpPr/>
            <p:nvPr/>
          </p:nvSpPr>
          <p:spPr>
            <a:xfrm rot="143046">
              <a:off x="5997787" y="4442569"/>
              <a:ext cx="3158223" cy="781985"/>
            </a:xfrm>
            <a:custGeom>
              <a:avLst/>
              <a:gdLst/>
              <a:ahLst/>
              <a:cxnLst/>
              <a:rect l="l" t="t" r="r" b="b"/>
              <a:pathLst>
                <a:path w="40674" h="10071" extrusionOk="0">
                  <a:moveTo>
                    <a:pt x="33653" y="10071"/>
                  </a:moveTo>
                  <a:lnTo>
                    <a:pt x="33653" y="10071"/>
                  </a:lnTo>
                  <a:lnTo>
                    <a:pt x="40674" y="9920"/>
                  </a:lnTo>
                  <a:lnTo>
                    <a:pt x="33653" y="10071"/>
                  </a:lnTo>
                  <a:close/>
                  <a:moveTo>
                    <a:pt x="0" y="502"/>
                  </a:moveTo>
                  <a:lnTo>
                    <a:pt x="0" y="502"/>
                  </a:lnTo>
                  <a:cubicBezTo>
                    <a:pt x="803" y="331"/>
                    <a:pt x="1595" y="161"/>
                    <a:pt x="2387" y="0"/>
                  </a:cubicBezTo>
                  <a:cubicBezTo>
                    <a:pt x="1595" y="161"/>
                    <a:pt x="803" y="331"/>
                    <a:pt x="0" y="502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29" name="Google Shape;12529;p44"/>
            <p:cNvSpPr/>
            <p:nvPr/>
          </p:nvSpPr>
          <p:spPr>
            <a:xfrm rot="143046">
              <a:off x="5998047" y="4430090"/>
              <a:ext cx="3158999" cy="794486"/>
            </a:xfrm>
            <a:custGeom>
              <a:avLst/>
              <a:gdLst/>
              <a:ahLst/>
              <a:cxnLst/>
              <a:rect l="l" t="t" r="r" b="b"/>
              <a:pathLst>
                <a:path w="40684" h="10232" extrusionOk="0">
                  <a:moveTo>
                    <a:pt x="3150" y="1"/>
                  </a:moveTo>
                  <a:cubicBezTo>
                    <a:pt x="2899" y="51"/>
                    <a:pt x="2648" y="101"/>
                    <a:pt x="2387" y="161"/>
                  </a:cubicBezTo>
                  <a:cubicBezTo>
                    <a:pt x="1595" y="322"/>
                    <a:pt x="803" y="492"/>
                    <a:pt x="0" y="663"/>
                  </a:cubicBezTo>
                  <a:cubicBezTo>
                    <a:pt x="11716" y="1676"/>
                    <a:pt x="25879" y="6982"/>
                    <a:pt x="33653" y="10232"/>
                  </a:cubicBezTo>
                  <a:lnTo>
                    <a:pt x="40674" y="10081"/>
                  </a:lnTo>
                  <a:lnTo>
                    <a:pt x="40684" y="9409"/>
                  </a:lnTo>
                  <a:cubicBezTo>
                    <a:pt x="38066" y="8286"/>
                    <a:pt x="31947" y="5828"/>
                    <a:pt x="23672" y="3571"/>
                  </a:cubicBezTo>
                  <a:cubicBezTo>
                    <a:pt x="17764" y="1957"/>
                    <a:pt x="10763" y="422"/>
                    <a:pt x="315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30" name="Google Shape;12530;p44"/>
            <p:cNvSpPr/>
            <p:nvPr/>
          </p:nvSpPr>
          <p:spPr>
            <a:xfrm rot="143046">
              <a:off x="6673450" y="4294666"/>
              <a:ext cx="2496280" cy="622420"/>
            </a:xfrm>
            <a:custGeom>
              <a:avLst/>
              <a:gdLst/>
              <a:ahLst/>
              <a:cxnLst/>
              <a:rect l="l" t="t" r="r" b="b"/>
              <a:pathLst>
                <a:path w="32149" h="8016" extrusionOk="0">
                  <a:moveTo>
                    <a:pt x="3792" y="1"/>
                  </a:moveTo>
                  <a:cubicBezTo>
                    <a:pt x="2568" y="252"/>
                    <a:pt x="1334" y="512"/>
                    <a:pt x="80" y="773"/>
                  </a:cubicBezTo>
                  <a:lnTo>
                    <a:pt x="0" y="793"/>
                  </a:lnTo>
                  <a:cubicBezTo>
                    <a:pt x="8035" y="1355"/>
                    <a:pt x="22158" y="3792"/>
                    <a:pt x="32128" y="8015"/>
                  </a:cubicBezTo>
                  <a:lnTo>
                    <a:pt x="32148" y="4805"/>
                  </a:lnTo>
                  <a:cubicBezTo>
                    <a:pt x="27133" y="3592"/>
                    <a:pt x="13572" y="482"/>
                    <a:pt x="3792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31" name="Google Shape;12531;p44"/>
            <p:cNvSpPr/>
            <p:nvPr/>
          </p:nvSpPr>
          <p:spPr>
            <a:xfrm rot="143046">
              <a:off x="5401255" y="4552724"/>
              <a:ext cx="2533706" cy="668387"/>
            </a:xfrm>
            <a:custGeom>
              <a:avLst/>
              <a:gdLst/>
              <a:ahLst/>
              <a:cxnLst/>
              <a:rect l="l" t="t" r="r" b="b"/>
              <a:pathLst>
                <a:path w="32631" h="8608" extrusionOk="0">
                  <a:moveTo>
                    <a:pt x="21205" y="8607"/>
                  </a:moveTo>
                  <a:cubicBezTo>
                    <a:pt x="21205" y="8607"/>
                    <a:pt x="21205" y="8607"/>
                    <a:pt x="21205" y="8607"/>
                  </a:cubicBezTo>
                  <a:lnTo>
                    <a:pt x="32630" y="8356"/>
                  </a:lnTo>
                  <a:lnTo>
                    <a:pt x="32630" y="8356"/>
                  </a:lnTo>
                  <a:lnTo>
                    <a:pt x="21205" y="8607"/>
                  </a:lnTo>
                  <a:close/>
                  <a:moveTo>
                    <a:pt x="1" y="201"/>
                  </a:moveTo>
                  <a:cubicBezTo>
                    <a:pt x="322" y="131"/>
                    <a:pt x="643" y="61"/>
                    <a:pt x="964" y="1"/>
                  </a:cubicBezTo>
                  <a:cubicBezTo>
                    <a:pt x="643" y="61"/>
                    <a:pt x="322" y="131"/>
                    <a:pt x="1" y="20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32" name="Google Shape;12532;p44"/>
            <p:cNvSpPr/>
            <p:nvPr/>
          </p:nvSpPr>
          <p:spPr>
            <a:xfrm rot="143046">
              <a:off x="5301147" y="4535112"/>
              <a:ext cx="2634182" cy="683917"/>
            </a:xfrm>
            <a:custGeom>
              <a:avLst/>
              <a:gdLst/>
              <a:ahLst/>
              <a:cxnLst/>
              <a:rect l="l" t="t" r="r" b="b"/>
              <a:pathLst>
                <a:path w="33925" h="8808" extrusionOk="0">
                  <a:moveTo>
                    <a:pt x="3211" y="0"/>
                  </a:moveTo>
                  <a:cubicBezTo>
                    <a:pt x="2890" y="60"/>
                    <a:pt x="2569" y="131"/>
                    <a:pt x="2258" y="201"/>
                  </a:cubicBezTo>
                  <a:cubicBezTo>
                    <a:pt x="1937" y="261"/>
                    <a:pt x="1616" y="331"/>
                    <a:pt x="1295" y="401"/>
                  </a:cubicBezTo>
                  <a:cubicBezTo>
                    <a:pt x="864" y="492"/>
                    <a:pt x="432" y="582"/>
                    <a:pt x="1" y="672"/>
                  </a:cubicBezTo>
                  <a:cubicBezTo>
                    <a:pt x="10804" y="2759"/>
                    <a:pt x="18337" y="6470"/>
                    <a:pt x="22499" y="8807"/>
                  </a:cubicBezTo>
                  <a:lnTo>
                    <a:pt x="33924" y="8556"/>
                  </a:lnTo>
                  <a:cubicBezTo>
                    <a:pt x="24967" y="3902"/>
                    <a:pt x="12359" y="933"/>
                    <a:pt x="3211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33" name="Google Shape;12533;p44"/>
            <p:cNvSpPr/>
            <p:nvPr/>
          </p:nvSpPr>
          <p:spPr>
            <a:xfrm rot="143046">
              <a:off x="6061508" y="5216857"/>
              <a:ext cx="252431" cy="5513"/>
            </a:xfrm>
            <a:custGeom>
              <a:avLst/>
              <a:gdLst/>
              <a:ahLst/>
              <a:cxnLst/>
              <a:rect l="l" t="t" r="r" b="b"/>
              <a:pathLst>
                <a:path w="3251" h="71" extrusionOk="0">
                  <a:moveTo>
                    <a:pt x="0" y="71"/>
                  </a:moveTo>
                  <a:lnTo>
                    <a:pt x="3250" y="1"/>
                  </a:lnTo>
                  <a:lnTo>
                    <a:pt x="3250" y="1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34" name="Google Shape;12534;p44"/>
            <p:cNvSpPr/>
            <p:nvPr/>
          </p:nvSpPr>
          <p:spPr>
            <a:xfrm rot="143046">
              <a:off x="4636540" y="4632656"/>
              <a:ext cx="1689448" cy="566359"/>
            </a:xfrm>
            <a:custGeom>
              <a:avLst/>
              <a:gdLst/>
              <a:ahLst/>
              <a:cxnLst/>
              <a:rect l="l" t="t" r="r" b="b"/>
              <a:pathLst>
                <a:path w="21758" h="7294" extrusionOk="0">
                  <a:moveTo>
                    <a:pt x="2910" y="1"/>
                  </a:moveTo>
                  <a:cubicBezTo>
                    <a:pt x="1937" y="202"/>
                    <a:pt x="964" y="412"/>
                    <a:pt x="1" y="613"/>
                  </a:cubicBezTo>
                  <a:cubicBezTo>
                    <a:pt x="2709" y="1536"/>
                    <a:pt x="5417" y="2709"/>
                    <a:pt x="7022" y="3381"/>
                  </a:cubicBezTo>
                  <a:cubicBezTo>
                    <a:pt x="12158" y="5528"/>
                    <a:pt x="14134" y="6711"/>
                    <a:pt x="14906" y="7293"/>
                  </a:cubicBezTo>
                  <a:lnTo>
                    <a:pt x="18507" y="7213"/>
                  </a:lnTo>
                  <a:lnTo>
                    <a:pt x="21757" y="7143"/>
                  </a:lnTo>
                  <a:cubicBezTo>
                    <a:pt x="18878" y="4113"/>
                    <a:pt x="9711" y="1335"/>
                    <a:pt x="291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35" name="Google Shape;12535;p44"/>
            <p:cNvSpPr/>
            <p:nvPr/>
          </p:nvSpPr>
          <p:spPr>
            <a:xfrm rot="143046">
              <a:off x="7395956" y="4106506"/>
              <a:ext cx="1791399" cy="352907"/>
            </a:xfrm>
            <a:custGeom>
              <a:avLst/>
              <a:gdLst/>
              <a:ahLst/>
              <a:cxnLst/>
              <a:rect l="l" t="t" r="r" b="b"/>
              <a:pathLst>
                <a:path w="23071" h="4545" extrusionOk="0">
                  <a:moveTo>
                    <a:pt x="9399" y="1"/>
                  </a:moveTo>
                  <a:cubicBezTo>
                    <a:pt x="8666" y="1"/>
                    <a:pt x="7904" y="11"/>
                    <a:pt x="7112" y="31"/>
                  </a:cubicBezTo>
                  <a:cubicBezTo>
                    <a:pt x="4895" y="482"/>
                    <a:pt x="2518" y="984"/>
                    <a:pt x="0" y="1505"/>
                  </a:cubicBezTo>
                  <a:cubicBezTo>
                    <a:pt x="7573" y="1636"/>
                    <a:pt x="18918" y="2990"/>
                    <a:pt x="23040" y="4545"/>
                  </a:cubicBezTo>
                  <a:lnTo>
                    <a:pt x="23060" y="2749"/>
                  </a:lnTo>
                  <a:lnTo>
                    <a:pt x="23070" y="1154"/>
                  </a:lnTo>
                  <a:cubicBezTo>
                    <a:pt x="23060" y="1154"/>
                    <a:pt x="18767" y="1"/>
                    <a:pt x="9399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36" name="Google Shape;12536;p44"/>
            <p:cNvSpPr/>
            <p:nvPr/>
          </p:nvSpPr>
          <p:spPr>
            <a:xfrm rot="143046">
              <a:off x="8460094" y="3874023"/>
              <a:ext cx="743860" cy="153509"/>
            </a:xfrm>
            <a:custGeom>
              <a:avLst/>
              <a:gdLst/>
              <a:ahLst/>
              <a:cxnLst/>
              <a:rect l="l" t="t" r="r" b="b"/>
              <a:pathLst>
                <a:path w="9580" h="1977" extrusionOk="0">
                  <a:moveTo>
                    <a:pt x="9569" y="1"/>
                  </a:moveTo>
                  <a:lnTo>
                    <a:pt x="9569" y="11"/>
                  </a:lnTo>
                  <a:lnTo>
                    <a:pt x="9549" y="11"/>
                  </a:lnTo>
                  <a:cubicBezTo>
                    <a:pt x="9228" y="71"/>
                    <a:pt x="5627" y="813"/>
                    <a:pt x="0" y="1977"/>
                  </a:cubicBezTo>
                  <a:cubicBezTo>
                    <a:pt x="4032" y="1887"/>
                    <a:pt x="7443" y="1846"/>
                    <a:pt x="9569" y="1826"/>
                  </a:cubicBezTo>
                  <a:lnTo>
                    <a:pt x="9579" y="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37" name="Google Shape;12537;p44"/>
            <p:cNvSpPr/>
            <p:nvPr/>
          </p:nvSpPr>
          <p:spPr>
            <a:xfrm rot="143046">
              <a:off x="3990951" y="4756076"/>
              <a:ext cx="1383285" cy="396467"/>
            </a:xfrm>
            <a:custGeom>
              <a:avLst/>
              <a:gdLst/>
              <a:ahLst/>
              <a:cxnLst/>
              <a:rect l="l" t="t" r="r" b="b"/>
              <a:pathLst>
                <a:path w="17815" h="5106" extrusionOk="0">
                  <a:moveTo>
                    <a:pt x="1716" y="0"/>
                  </a:moveTo>
                  <a:cubicBezTo>
                    <a:pt x="1134" y="120"/>
                    <a:pt x="562" y="241"/>
                    <a:pt x="1" y="361"/>
                  </a:cubicBezTo>
                  <a:cubicBezTo>
                    <a:pt x="3190" y="1615"/>
                    <a:pt x="11295" y="5106"/>
                    <a:pt x="11295" y="5106"/>
                  </a:cubicBezTo>
                  <a:lnTo>
                    <a:pt x="17815" y="3912"/>
                  </a:lnTo>
                  <a:cubicBezTo>
                    <a:pt x="17815" y="3912"/>
                    <a:pt x="8627" y="1344"/>
                    <a:pt x="1716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38" name="Google Shape;12538;p44"/>
            <p:cNvSpPr/>
            <p:nvPr/>
          </p:nvSpPr>
          <p:spPr>
            <a:xfrm rot="143046">
              <a:off x="3540962" y="4844831"/>
              <a:ext cx="784314" cy="331088"/>
            </a:xfrm>
            <a:custGeom>
              <a:avLst/>
              <a:gdLst/>
              <a:ahLst/>
              <a:cxnLst/>
              <a:rect l="l" t="t" r="r" b="b"/>
              <a:pathLst>
                <a:path w="10101" h="4264" extrusionOk="0">
                  <a:moveTo>
                    <a:pt x="4534" y="4264"/>
                  </a:moveTo>
                  <a:cubicBezTo>
                    <a:pt x="4534" y="4264"/>
                    <a:pt x="4534" y="4264"/>
                    <a:pt x="4534" y="4264"/>
                  </a:cubicBezTo>
                  <a:lnTo>
                    <a:pt x="10101" y="4143"/>
                  </a:lnTo>
                  <a:lnTo>
                    <a:pt x="4534" y="4264"/>
                  </a:lnTo>
                  <a:close/>
                  <a:moveTo>
                    <a:pt x="0" y="61"/>
                  </a:moveTo>
                  <a:cubicBezTo>
                    <a:pt x="90" y="41"/>
                    <a:pt x="191" y="21"/>
                    <a:pt x="281" y="1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191" y="21"/>
                    <a:pt x="90" y="41"/>
                    <a:pt x="0" y="6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39" name="Google Shape;12539;p44"/>
            <p:cNvSpPr/>
            <p:nvPr/>
          </p:nvSpPr>
          <p:spPr>
            <a:xfrm rot="143046">
              <a:off x="3251978" y="4844116"/>
              <a:ext cx="1328000" cy="331088"/>
            </a:xfrm>
            <a:custGeom>
              <a:avLst/>
              <a:gdLst/>
              <a:ahLst/>
              <a:cxnLst/>
              <a:rect l="l" t="t" r="r" b="b"/>
              <a:pathLst>
                <a:path w="17103" h="4264" extrusionOk="0">
                  <a:moveTo>
                    <a:pt x="4003" y="1"/>
                  </a:moveTo>
                  <a:cubicBezTo>
                    <a:pt x="3913" y="21"/>
                    <a:pt x="3812" y="41"/>
                    <a:pt x="3722" y="61"/>
                  </a:cubicBezTo>
                  <a:cubicBezTo>
                    <a:pt x="2448" y="332"/>
                    <a:pt x="1205" y="603"/>
                    <a:pt x="1" y="873"/>
                  </a:cubicBezTo>
                  <a:cubicBezTo>
                    <a:pt x="1776" y="1545"/>
                    <a:pt x="5648" y="3160"/>
                    <a:pt x="8256" y="4264"/>
                  </a:cubicBezTo>
                  <a:lnTo>
                    <a:pt x="13823" y="4143"/>
                  </a:lnTo>
                  <a:lnTo>
                    <a:pt x="17103" y="4073"/>
                  </a:lnTo>
                  <a:cubicBezTo>
                    <a:pt x="15719" y="3562"/>
                    <a:pt x="9640" y="1335"/>
                    <a:pt x="4003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2540" name="Google Shape;12540;p44"/>
          <p:cNvGrpSpPr/>
          <p:nvPr/>
        </p:nvGrpSpPr>
        <p:grpSpPr>
          <a:xfrm>
            <a:off x="44830" y="4488107"/>
            <a:ext cx="8901933" cy="1094777"/>
            <a:chOff x="-75995" y="4254507"/>
            <a:chExt cx="8901933" cy="1094777"/>
          </a:xfrm>
        </p:grpSpPr>
        <p:grpSp>
          <p:nvGrpSpPr>
            <p:cNvPr id="12541" name="Google Shape;12541;p44"/>
            <p:cNvGrpSpPr/>
            <p:nvPr/>
          </p:nvGrpSpPr>
          <p:grpSpPr>
            <a:xfrm>
              <a:off x="1847659" y="4405094"/>
              <a:ext cx="5081829" cy="944189"/>
              <a:chOff x="238125" y="2195725"/>
              <a:chExt cx="7120400" cy="1322950"/>
            </a:xfrm>
          </p:grpSpPr>
          <p:sp>
            <p:nvSpPr>
              <p:cNvPr id="12542" name="Google Shape;12542;p44"/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43" name="Google Shape;12543;p44"/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44" name="Google Shape;12544;p44"/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45" name="Google Shape;12545;p44"/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46" name="Google Shape;12546;p44"/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47" name="Google Shape;12547;p44"/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48" name="Google Shape;12548;p44"/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49" name="Google Shape;12549;p44"/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50" name="Google Shape;12550;p44"/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51" name="Google Shape;12551;p44"/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52" name="Google Shape;12552;p44"/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53" name="Google Shape;12553;p44"/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54" name="Google Shape;12554;p44"/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55" name="Google Shape;12555;p44"/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56" name="Google Shape;12556;p44"/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57" name="Google Shape;12557;p44"/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58" name="Google Shape;12558;p44"/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59" name="Google Shape;12559;p44"/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60" name="Google Shape;12560;p44"/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61" name="Google Shape;12561;p44"/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62" name="Google Shape;12562;p44"/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63" name="Google Shape;12563;p44"/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64" name="Google Shape;12564;p44"/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65" name="Google Shape;12565;p44"/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66" name="Google Shape;12566;p44"/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67" name="Google Shape;12567;p44"/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68" name="Google Shape;12568;p44"/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69" name="Google Shape;12569;p44"/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70" name="Google Shape;12570;p44"/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71" name="Google Shape;12571;p44"/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72" name="Google Shape;12572;p44"/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73" name="Google Shape;12573;p44"/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74" name="Google Shape;12574;p44"/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75" name="Google Shape;12575;p44"/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76" name="Google Shape;12576;p44"/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77" name="Google Shape;12577;p44"/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78" name="Google Shape;12578;p44"/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79" name="Google Shape;12579;p44"/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80" name="Google Shape;12580;p44"/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81" name="Google Shape;12581;p44"/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82" name="Google Shape;12582;p44"/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83" name="Google Shape;12583;p44"/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84" name="Google Shape;12584;p44"/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85" name="Google Shape;12585;p44"/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86" name="Google Shape;12586;p44"/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87" name="Google Shape;12587;p44"/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88" name="Google Shape;12588;p44"/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89" name="Google Shape;12589;p44"/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90" name="Google Shape;12590;p44"/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91" name="Google Shape;12591;p44"/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92" name="Google Shape;12592;p44"/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93" name="Google Shape;12593;p44"/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94" name="Google Shape;12594;p44"/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95" name="Google Shape;12595;p44"/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96" name="Google Shape;12596;p44"/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97" name="Google Shape;12597;p44"/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98" name="Google Shape;12598;p44"/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599" name="Google Shape;12599;p44"/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00" name="Google Shape;12600;p44"/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01" name="Google Shape;12601;p44"/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02" name="Google Shape;12602;p44"/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03" name="Google Shape;12603;p44"/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04" name="Google Shape;12604;p44"/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05" name="Google Shape;12605;p44"/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06" name="Google Shape;12606;p44"/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07" name="Google Shape;12607;p44"/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08" name="Google Shape;12608;p44"/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09" name="Google Shape;12609;p44"/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10" name="Google Shape;12610;p44"/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11" name="Google Shape;12611;p44"/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12" name="Google Shape;12612;p44"/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13" name="Google Shape;12613;p44"/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14" name="Google Shape;12614;p44"/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15" name="Google Shape;12615;p44"/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16" name="Google Shape;12616;p44"/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17" name="Google Shape;12617;p44"/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18" name="Google Shape;12618;p44"/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19" name="Google Shape;12619;p44"/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20" name="Google Shape;12620;p44"/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21" name="Google Shape;12621;p44"/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22" name="Google Shape;12622;p44"/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23" name="Google Shape;12623;p44"/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24" name="Google Shape;12624;p44"/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25" name="Google Shape;12625;p44"/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26" name="Google Shape;12626;p44"/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27" name="Google Shape;12627;p44"/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28" name="Google Shape;12628;p44"/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29" name="Google Shape;12629;p44"/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30" name="Google Shape;12630;p44"/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31" name="Google Shape;12631;p44"/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32" name="Google Shape;12632;p44"/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33" name="Google Shape;12633;p44"/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34" name="Google Shape;12634;p44"/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35" name="Google Shape;12635;p44"/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36" name="Google Shape;12636;p44"/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37" name="Google Shape;12637;p44"/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38" name="Google Shape;12638;p44"/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39" name="Google Shape;12639;p44"/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40" name="Google Shape;12640;p44"/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41" name="Google Shape;12641;p44"/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42" name="Google Shape;12642;p44"/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43" name="Google Shape;12643;p44"/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44" name="Google Shape;12644;p44"/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45" name="Google Shape;12645;p44"/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46" name="Google Shape;12646;p44"/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47" name="Google Shape;12647;p44"/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48" name="Google Shape;12648;p44"/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49" name="Google Shape;12649;p44"/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50" name="Google Shape;12650;p44"/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51" name="Google Shape;12651;p44"/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52" name="Google Shape;12652;p44"/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53" name="Google Shape;12653;p44"/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54" name="Google Shape;12654;p44"/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55" name="Google Shape;12655;p44"/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56" name="Google Shape;12656;p44"/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57" name="Google Shape;12657;p44"/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58" name="Google Shape;12658;p44"/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59" name="Google Shape;12659;p44"/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60" name="Google Shape;12660;p44"/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61" name="Google Shape;12661;p44"/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62" name="Google Shape;12662;p44"/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63" name="Google Shape;12663;p44"/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64" name="Google Shape;12664;p44"/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65" name="Google Shape;12665;p44"/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66" name="Google Shape;12666;p44"/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67" name="Google Shape;12667;p44"/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68" name="Google Shape;12668;p44"/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69" name="Google Shape;12669;p44"/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70" name="Google Shape;12670;p44"/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71" name="Google Shape;12671;p44"/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72" name="Google Shape;12672;p44"/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73" name="Google Shape;12673;p44"/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74" name="Google Shape;12674;p44"/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75" name="Google Shape;12675;p44"/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76" name="Google Shape;12676;p44"/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77" name="Google Shape;12677;p44"/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78" name="Google Shape;12678;p44"/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79" name="Google Shape;12679;p44"/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80" name="Google Shape;12680;p44"/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81" name="Google Shape;12681;p44"/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82" name="Google Shape;12682;p44"/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83" name="Google Shape;12683;p44"/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84" name="Google Shape;12684;p44"/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85" name="Google Shape;12685;p44"/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86" name="Google Shape;12686;p44"/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87" name="Google Shape;12687;p44"/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88" name="Google Shape;12688;p44"/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689" name="Google Shape;12689;p44"/>
            <p:cNvGrpSpPr/>
            <p:nvPr/>
          </p:nvGrpSpPr>
          <p:grpSpPr>
            <a:xfrm>
              <a:off x="3744109" y="4254507"/>
              <a:ext cx="5081829" cy="944189"/>
              <a:chOff x="238125" y="2195725"/>
              <a:chExt cx="7120400" cy="1322950"/>
            </a:xfrm>
          </p:grpSpPr>
          <p:sp>
            <p:nvSpPr>
              <p:cNvPr id="12690" name="Google Shape;12690;p44"/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91" name="Google Shape;12691;p44"/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92" name="Google Shape;12692;p44"/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93" name="Google Shape;12693;p44"/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94" name="Google Shape;12694;p44"/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95" name="Google Shape;12695;p44"/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96" name="Google Shape;12696;p44"/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97" name="Google Shape;12697;p44"/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98" name="Google Shape;12698;p44"/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699" name="Google Shape;12699;p44"/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00" name="Google Shape;12700;p44"/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01" name="Google Shape;12701;p44"/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02" name="Google Shape;12702;p44"/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03" name="Google Shape;12703;p44"/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04" name="Google Shape;12704;p44"/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05" name="Google Shape;12705;p44"/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06" name="Google Shape;12706;p44"/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07" name="Google Shape;12707;p44"/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08" name="Google Shape;12708;p44"/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09" name="Google Shape;12709;p44"/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10" name="Google Shape;12710;p44"/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11" name="Google Shape;12711;p44"/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12" name="Google Shape;12712;p44"/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13" name="Google Shape;12713;p44"/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14" name="Google Shape;12714;p44"/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15" name="Google Shape;12715;p44"/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16" name="Google Shape;12716;p44"/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17" name="Google Shape;12717;p44"/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18" name="Google Shape;12718;p44"/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19" name="Google Shape;12719;p44"/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20" name="Google Shape;12720;p44"/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21" name="Google Shape;12721;p44"/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22" name="Google Shape;12722;p44"/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23" name="Google Shape;12723;p44"/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24" name="Google Shape;12724;p44"/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25" name="Google Shape;12725;p44"/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26" name="Google Shape;12726;p44"/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27" name="Google Shape;12727;p44"/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28" name="Google Shape;12728;p44"/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29" name="Google Shape;12729;p44"/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30" name="Google Shape;12730;p44"/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31" name="Google Shape;12731;p44"/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32" name="Google Shape;12732;p44"/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33" name="Google Shape;12733;p44"/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34" name="Google Shape;12734;p44"/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35" name="Google Shape;12735;p44"/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36" name="Google Shape;12736;p44"/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37" name="Google Shape;12737;p44"/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38" name="Google Shape;12738;p44"/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39" name="Google Shape;12739;p44"/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40" name="Google Shape;12740;p44"/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41" name="Google Shape;12741;p44"/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42" name="Google Shape;12742;p44"/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43" name="Google Shape;12743;p44"/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44" name="Google Shape;12744;p44"/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45" name="Google Shape;12745;p44"/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46" name="Google Shape;12746;p44"/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47" name="Google Shape;12747;p44"/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48" name="Google Shape;12748;p44"/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49" name="Google Shape;12749;p44"/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50" name="Google Shape;12750;p44"/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51" name="Google Shape;12751;p44"/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52" name="Google Shape;12752;p44"/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53" name="Google Shape;12753;p44"/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54" name="Google Shape;12754;p44"/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55" name="Google Shape;12755;p44"/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56" name="Google Shape;12756;p44"/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57" name="Google Shape;12757;p44"/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58" name="Google Shape;12758;p44"/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59" name="Google Shape;12759;p44"/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60" name="Google Shape;12760;p44"/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61" name="Google Shape;12761;p44"/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62" name="Google Shape;12762;p44"/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63" name="Google Shape;12763;p44"/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64" name="Google Shape;12764;p44"/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65" name="Google Shape;12765;p44"/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66" name="Google Shape;12766;p44"/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67" name="Google Shape;12767;p44"/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68" name="Google Shape;12768;p44"/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69" name="Google Shape;12769;p44"/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70" name="Google Shape;12770;p44"/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71" name="Google Shape;12771;p44"/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72" name="Google Shape;12772;p44"/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73" name="Google Shape;12773;p44"/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74" name="Google Shape;12774;p44"/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75" name="Google Shape;12775;p44"/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76" name="Google Shape;12776;p44"/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77" name="Google Shape;12777;p44"/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78" name="Google Shape;12778;p44"/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79" name="Google Shape;12779;p44"/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80" name="Google Shape;12780;p44"/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81" name="Google Shape;12781;p44"/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82" name="Google Shape;12782;p44"/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83" name="Google Shape;12783;p44"/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84" name="Google Shape;12784;p44"/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85" name="Google Shape;12785;p44"/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86" name="Google Shape;12786;p44"/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87" name="Google Shape;12787;p44"/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88" name="Google Shape;12788;p44"/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89" name="Google Shape;12789;p44"/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90" name="Google Shape;12790;p44"/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91" name="Google Shape;12791;p44"/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92" name="Google Shape;12792;p44"/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93" name="Google Shape;12793;p44"/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94" name="Google Shape;12794;p44"/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95" name="Google Shape;12795;p44"/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96" name="Google Shape;12796;p44"/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97" name="Google Shape;12797;p44"/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98" name="Google Shape;12798;p44"/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799" name="Google Shape;12799;p44"/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00" name="Google Shape;12800;p44"/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01" name="Google Shape;12801;p44"/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02" name="Google Shape;12802;p44"/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03" name="Google Shape;12803;p44"/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04" name="Google Shape;12804;p44"/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05" name="Google Shape;12805;p44"/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06" name="Google Shape;12806;p44"/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07" name="Google Shape;12807;p44"/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08" name="Google Shape;12808;p44"/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09" name="Google Shape;12809;p44"/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10" name="Google Shape;12810;p44"/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11" name="Google Shape;12811;p44"/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12" name="Google Shape;12812;p44"/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13" name="Google Shape;12813;p44"/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14" name="Google Shape;12814;p44"/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15" name="Google Shape;12815;p44"/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16" name="Google Shape;12816;p44"/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17" name="Google Shape;12817;p44"/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18" name="Google Shape;12818;p44"/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19" name="Google Shape;12819;p44"/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20" name="Google Shape;12820;p44"/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21" name="Google Shape;12821;p44"/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22" name="Google Shape;12822;p44"/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23" name="Google Shape;12823;p44"/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24" name="Google Shape;12824;p44"/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25" name="Google Shape;12825;p44"/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26" name="Google Shape;12826;p44"/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27" name="Google Shape;12827;p44"/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28" name="Google Shape;12828;p44"/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29" name="Google Shape;12829;p44"/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30" name="Google Shape;12830;p44"/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31" name="Google Shape;12831;p44"/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32" name="Google Shape;12832;p44"/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33" name="Google Shape;12833;p44"/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34" name="Google Shape;12834;p44"/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35" name="Google Shape;12835;p44"/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36" name="Google Shape;12836;p44"/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837" name="Google Shape;12837;p44"/>
            <p:cNvGrpSpPr/>
            <p:nvPr/>
          </p:nvGrpSpPr>
          <p:grpSpPr>
            <a:xfrm>
              <a:off x="-75995" y="4389444"/>
              <a:ext cx="2222158" cy="795026"/>
              <a:chOff x="-75995" y="6598257"/>
              <a:chExt cx="2222158" cy="795026"/>
            </a:xfrm>
          </p:grpSpPr>
          <p:sp>
            <p:nvSpPr>
              <p:cNvPr id="12838" name="Google Shape;12838;p44"/>
              <p:cNvSpPr/>
              <p:nvPr/>
            </p:nvSpPr>
            <p:spPr>
              <a:xfrm>
                <a:off x="1214464" y="6650750"/>
                <a:ext cx="19181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39" name="Google Shape;12839;p44"/>
              <p:cNvSpPr/>
              <p:nvPr/>
            </p:nvSpPr>
            <p:spPr>
              <a:xfrm>
                <a:off x="1239462" y="6656584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40" name="Google Shape;12840;p44"/>
              <p:cNvSpPr/>
              <p:nvPr/>
            </p:nvSpPr>
            <p:spPr>
              <a:xfrm>
                <a:off x="1258624" y="6720335"/>
                <a:ext cx="21268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41" name="Google Shape;12841;p44"/>
              <p:cNvSpPr/>
              <p:nvPr/>
            </p:nvSpPr>
            <p:spPr>
              <a:xfrm>
                <a:off x="1919064" y="6865341"/>
                <a:ext cx="18770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42" name="Google Shape;12842;p44"/>
              <p:cNvSpPr/>
              <p:nvPr/>
            </p:nvSpPr>
            <p:spPr>
              <a:xfrm>
                <a:off x="1944062" y="6871176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43" name="Google Shape;12843;p44"/>
              <p:cNvSpPr/>
              <p:nvPr/>
            </p:nvSpPr>
            <p:spPr>
              <a:xfrm>
                <a:off x="1962814" y="6934927"/>
                <a:ext cx="21679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44" name="Google Shape;12844;p44"/>
              <p:cNvSpPr/>
              <p:nvPr/>
            </p:nvSpPr>
            <p:spPr>
              <a:xfrm>
                <a:off x="1801554" y="6659492"/>
                <a:ext cx="15434" cy="121686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45" name="Google Shape;12845;p44"/>
              <p:cNvSpPr/>
              <p:nvPr/>
            </p:nvSpPr>
            <p:spPr>
              <a:xfrm>
                <a:off x="1820734" y="6663668"/>
                <a:ext cx="28352" cy="86268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46" name="Google Shape;12846;p44"/>
              <p:cNvSpPr/>
              <p:nvPr/>
            </p:nvSpPr>
            <p:spPr>
              <a:xfrm>
                <a:off x="1834901" y="6712413"/>
                <a:ext cx="17093" cy="70442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47" name="Google Shape;12847;p44"/>
              <p:cNvSpPr/>
              <p:nvPr/>
            </p:nvSpPr>
            <p:spPr>
              <a:xfrm>
                <a:off x="2121987" y="6885343"/>
                <a:ext cx="16683" cy="70014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48" name="Google Shape;12848;p44"/>
              <p:cNvSpPr/>
              <p:nvPr/>
            </p:nvSpPr>
            <p:spPr>
              <a:xfrm>
                <a:off x="208183" y="6744922"/>
                <a:ext cx="15006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49" name="Google Shape;12849;p44"/>
              <p:cNvSpPr/>
              <p:nvPr/>
            </p:nvSpPr>
            <p:spPr>
              <a:xfrm>
                <a:off x="231503" y="6752006"/>
                <a:ext cx="10027" cy="95440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50" name="Google Shape;12850;p44"/>
              <p:cNvSpPr/>
              <p:nvPr/>
            </p:nvSpPr>
            <p:spPr>
              <a:xfrm>
                <a:off x="250684" y="6795327"/>
                <a:ext cx="16683" cy="74189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51" name="Google Shape;12851;p44"/>
              <p:cNvSpPr/>
              <p:nvPr/>
            </p:nvSpPr>
            <p:spPr>
              <a:xfrm>
                <a:off x="-75995" y="6897422"/>
                <a:ext cx="39182" cy="124184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52" name="Google Shape;12852;p44"/>
              <p:cNvSpPr/>
              <p:nvPr/>
            </p:nvSpPr>
            <p:spPr>
              <a:xfrm>
                <a:off x="29008" y="6929503"/>
                <a:ext cx="15844" cy="8336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53" name="Google Shape;12853;p44"/>
              <p:cNvSpPr/>
              <p:nvPr/>
            </p:nvSpPr>
            <p:spPr>
              <a:xfrm>
                <a:off x="239015" y="6796576"/>
                <a:ext cx="15844" cy="8295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54" name="Google Shape;12854;p44"/>
              <p:cNvSpPr/>
              <p:nvPr/>
            </p:nvSpPr>
            <p:spPr>
              <a:xfrm>
                <a:off x="-14741" y="6941582"/>
                <a:ext cx="3765" cy="75866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55" name="Google Shape;12855;p44"/>
              <p:cNvSpPr/>
              <p:nvPr/>
            </p:nvSpPr>
            <p:spPr>
              <a:xfrm>
                <a:off x="-32673" y="6892837"/>
                <a:ext cx="18360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56" name="Google Shape;12856;p44"/>
              <p:cNvSpPr/>
              <p:nvPr/>
            </p:nvSpPr>
            <p:spPr>
              <a:xfrm>
                <a:off x="-9335" y="6896173"/>
                <a:ext cx="26692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57" name="Google Shape;12857;p44"/>
              <p:cNvSpPr/>
              <p:nvPr/>
            </p:nvSpPr>
            <p:spPr>
              <a:xfrm>
                <a:off x="7758" y="6947845"/>
                <a:ext cx="14595" cy="7501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58" name="Google Shape;12858;p44"/>
              <p:cNvSpPr/>
              <p:nvPr/>
            </p:nvSpPr>
            <p:spPr>
              <a:xfrm>
                <a:off x="491094" y="7054507"/>
                <a:ext cx="44606" cy="262106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59" name="Google Shape;12859;p44"/>
              <p:cNvSpPr/>
              <p:nvPr/>
            </p:nvSpPr>
            <p:spPr>
              <a:xfrm>
                <a:off x="625269" y="7119918"/>
                <a:ext cx="27103" cy="176694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60" name="Google Shape;12860;p44"/>
              <p:cNvSpPr/>
              <p:nvPr/>
            </p:nvSpPr>
            <p:spPr>
              <a:xfrm>
                <a:off x="568601" y="7145754"/>
                <a:ext cx="6263" cy="161689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61" name="Google Shape;12861;p44"/>
              <p:cNvSpPr/>
              <p:nvPr/>
            </p:nvSpPr>
            <p:spPr>
              <a:xfrm>
                <a:off x="550277" y="7043677"/>
                <a:ext cx="16683" cy="27334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62" name="Google Shape;12862;p44"/>
              <p:cNvSpPr/>
              <p:nvPr/>
            </p:nvSpPr>
            <p:spPr>
              <a:xfrm>
                <a:off x="575685" y="7049512"/>
                <a:ext cx="42108" cy="196268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63" name="Google Shape;12863;p44"/>
              <p:cNvSpPr/>
              <p:nvPr/>
            </p:nvSpPr>
            <p:spPr>
              <a:xfrm>
                <a:off x="596525" y="7158672"/>
                <a:ext cx="24177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64" name="Google Shape;12864;p44"/>
              <p:cNvSpPr/>
              <p:nvPr/>
            </p:nvSpPr>
            <p:spPr>
              <a:xfrm>
                <a:off x="661115" y="6730755"/>
                <a:ext cx="40431" cy="117939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65" name="Google Shape;12865;p44"/>
              <p:cNvSpPr/>
              <p:nvPr/>
            </p:nvSpPr>
            <p:spPr>
              <a:xfrm>
                <a:off x="697353" y="6743245"/>
                <a:ext cx="21696" cy="71691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66" name="Google Shape;12866;p44"/>
              <p:cNvSpPr/>
              <p:nvPr/>
            </p:nvSpPr>
            <p:spPr>
              <a:xfrm>
                <a:off x="620273" y="6731576"/>
                <a:ext cx="18342" cy="107519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67" name="Google Shape;12867;p44"/>
              <p:cNvSpPr/>
              <p:nvPr/>
            </p:nvSpPr>
            <p:spPr>
              <a:xfrm>
                <a:off x="723599" y="6882006"/>
                <a:ext cx="20019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68" name="Google Shape;12868;p44"/>
              <p:cNvSpPr/>
              <p:nvPr/>
            </p:nvSpPr>
            <p:spPr>
              <a:xfrm>
                <a:off x="751523" y="6961584"/>
                <a:ext cx="751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69" name="Google Shape;12869;p44"/>
              <p:cNvSpPr/>
              <p:nvPr/>
            </p:nvSpPr>
            <p:spPr>
              <a:xfrm>
                <a:off x="598612" y="6888661"/>
                <a:ext cx="24177" cy="15378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70" name="Google Shape;12870;p44"/>
              <p:cNvSpPr/>
              <p:nvPr/>
            </p:nvSpPr>
            <p:spPr>
              <a:xfrm>
                <a:off x="552347" y="6936997"/>
                <a:ext cx="10438" cy="52118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71" name="Google Shape;12871;p44"/>
              <p:cNvSpPr/>
              <p:nvPr/>
            </p:nvSpPr>
            <p:spPr>
              <a:xfrm>
                <a:off x="494020" y="6916585"/>
                <a:ext cx="11259" cy="65446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72" name="Google Shape;12872;p44"/>
              <p:cNvSpPr/>
              <p:nvPr/>
            </p:nvSpPr>
            <p:spPr>
              <a:xfrm>
                <a:off x="349014" y="6838256"/>
                <a:ext cx="17932" cy="105842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73" name="Google Shape;12873;p44"/>
              <p:cNvSpPr/>
              <p:nvPr/>
            </p:nvSpPr>
            <p:spPr>
              <a:xfrm>
                <a:off x="386519" y="6892426"/>
                <a:ext cx="15006" cy="74171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74" name="Google Shape;12874;p44"/>
              <p:cNvSpPr/>
              <p:nvPr/>
            </p:nvSpPr>
            <p:spPr>
              <a:xfrm>
                <a:off x="332349" y="6873246"/>
                <a:ext cx="18770" cy="95029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75" name="Google Shape;12875;p44"/>
              <p:cNvSpPr/>
              <p:nvPr/>
            </p:nvSpPr>
            <p:spPr>
              <a:xfrm>
                <a:off x="1145699" y="6924917"/>
                <a:ext cx="82111" cy="468366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76" name="Google Shape;12876;p44"/>
              <p:cNvSpPr/>
              <p:nvPr/>
            </p:nvSpPr>
            <p:spPr>
              <a:xfrm>
                <a:off x="1132781" y="6941582"/>
                <a:ext cx="24605" cy="37128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77" name="Google Shape;12877;p44"/>
              <p:cNvSpPr/>
              <p:nvPr/>
            </p:nvSpPr>
            <p:spPr>
              <a:xfrm>
                <a:off x="1071528" y="7058254"/>
                <a:ext cx="14613" cy="327107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78" name="Google Shape;12878;p44"/>
              <p:cNvSpPr/>
              <p:nvPr/>
            </p:nvSpPr>
            <p:spPr>
              <a:xfrm>
                <a:off x="1321965" y="6953251"/>
                <a:ext cx="32099" cy="356689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79" name="Google Shape;12879;p44"/>
              <p:cNvSpPr/>
              <p:nvPr/>
            </p:nvSpPr>
            <p:spPr>
              <a:xfrm>
                <a:off x="1300287" y="6971593"/>
                <a:ext cx="20019" cy="27918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80" name="Google Shape;12880;p44"/>
              <p:cNvSpPr/>
              <p:nvPr/>
            </p:nvSpPr>
            <p:spPr>
              <a:xfrm>
                <a:off x="1629891" y="6847427"/>
                <a:ext cx="40021" cy="473772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81" name="Google Shape;12881;p44"/>
              <p:cNvSpPr/>
              <p:nvPr/>
            </p:nvSpPr>
            <p:spPr>
              <a:xfrm>
                <a:off x="1599059" y="6871586"/>
                <a:ext cx="24587" cy="371267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82" name="Google Shape;12882;p44"/>
              <p:cNvSpPr/>
              <p:nvPr/>
            </p:nvSpPr>
            <p:spPr>
              <a:xfrm>
                <a:off x="1530294" y="6996180"/>
                <a:ext cx="44196" cy="325429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83" name="Google Shape;12883;p44"/>
              <p:cNvSpPr/>
              <p:nvPr/>
            </p:nvSpPr>
            <p:spPr>
              <a:xfrm>
                <a:off x="906949" y="6758251"/>
                <a:ext cx="34186" cy="163348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84" name="Google Shape;12884;p44"/>
              <p:cNvSpPr/>
              <p:nvPr/>
            </p:nvSpPr>
            <p:spPr>
              <a:xfrm>
                <a:off x="927360" y="6816167"/>
                <a:ext cx="25854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85" name="Google Shape;12885;p44"/>
              <p:cNvSpPr/>
              <p:nvPr/>
            </p:nvSpPr>
            <p:spPr>
              <a:xfrm>
                <a:off x="865697" y="6790331"/>
                <a:ext cx="10848" cy="163776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86" name="Google Shape;12886;p44"/>
              <p:cNvSpPr/>
              <p:nvPr/>
            </p:nvSpPr>
            <p:spPr>
              <a:xfrm>
                <a:off x="1765726" y="6798664"/>
                <a:ext cx="40841" cy="192110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87" name="Google Shape;12887;p44"/>
              <p:cNvSpPr/>
              <p:nvPr/>
            </p:nvSpPr>
            <p:spPr>
              <a:xfrm>
                <a:off x="1758232" y="6805337"/>
                <a:ext cx="10848" cy="152107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88" name="Google Shape;12888;p44"/>
              <p:cNvSpPr/>
              <p:nvPr/>
            </p:nvSpPr>
            <p:spPr>
              <a:xfrm>
                <a:off x="1723225" y="6852423"/>
                <a:ext cx="8761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89" name="Google Shape;12889;p44"/>
              <p:cNvSpPr/>
              <p:nvPr/>
            </p:nvSpPr>
            <p:spPr>
              <a:xfrm>
                <a:off x="1796968" y="6851174"/>
                <a:ext cx="10438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90" name="Google Shape;12890;p44"/>
              <p:cNvSpPr/>
              <p:nvPr/>
            </p:nvSpPr>
            <p:spPr>
              <a:xfrm>
                <a:off x="1041945" y="6697836"/>
                <a:ext cx="9189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91" name="Google Shape;12891;p44"/>
              <p:cNvSpPr/>
              <p:nvPr/>
            </p:nvSpPr>
            <p:spPr>
              <a:xfrm>
                <a:off x="1027778" y="6705758"/>
                <a:ext cx="12525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92" name="Google Shape;12892;p44"/>
              <p:cNvSpPr/>
              <p:nvPr/>
            </p:nvSpPr>
            <p:spPr>
              <a:xfrm>
                <a:off x="1007366" y="6737411"/>
                <a:ext cx="15023" cy="80862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93" name="Google Shape;12893;p44"/>
              <p:cNvSpPr/>
              <p:nvPr/>
            </p:nvSpPr>
            <p:spPr>
              <a:xfrm>
                <a:off x="1054453" y="6729506"/>
                <a:ext cx="12936" cy="8125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94" name="Google Shape;12894;p44"/>
              <p:cNvSpPr/>
              <p:nvPr/>
            </p:nvSpPr>
            <p:spPr>
              <a:xfrm>
                <a:off x="1096543" y="6891177"/>
                <a:ext cx="9171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95" name="Google Shape;12895;p44"/>
              <p:cNvSpPr/>
              <p:nvPr/>
            </p:nvSpPr>
            <p:spPr>
              <a:xfrm>
                <a:off x="1082376" y="6899081"/>
                <a:ext cx="12508" cy="92531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96" name="Google Shape;12896;p44"/>
              <p:cNvSpPr/>
              <p:nvPr/>
            </p:nvSpPr>
            <p:spPr>
              <a:xfrm>
                <a:off x="1109033" y="6923258"/>
                <a:ext cx="12936" cy="80844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97" name="Google Shape;12897;p44"/>
              <p:cNvSpPr/>
              <p:nvPr/>
            </p:nvSpPr>
            <p:spPr>
              <a:xfrm>
                <a:off x="1410303" y="6632407"/>
                <a:ext cx="12936" cy="97937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98" name="Google Shape;12898;p44"/>
              <p:cNvSpPr/>
              <p:nvPr/>
            </p:nvSpPr>
            <p:spPr>
              <a:xfrm>
                <a:off x="1403630" y="6637421"/>
                <a:ext cx="5442" cy="76687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899" name="Google Shape;12899;p44"/>
              <p:cNvSpPr/>
              <p:nvPr/>
            </p:nvSpPr>
            <p:spPr>
              <a:xfrm>
                <a:off x="1424042" y="6659082"/>
                <a:ext cx="6691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00" name="Google Shape;12900;p44"/>
              <p:cNvSpPr/>
              <p:nvPr/>
            </p:nvSpPr>
            <p:spPr>
              <a:xfrm>
                <a:off x="1378633" y="6656174"/>
                <a:ext cx="6263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01" name="Google Shape;12901;p44"/>
              <p:cNvSpPr/>
              <p:nvPr/>
            </p:nvSpPr>
            <p:spPr>
              <a:xfrm>
                <a:off x="211502" y="6943259"/>
                <a:ext cx="9599" cy="99186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02" name="Google Shape;12902;p44"/>
              <p:cNvSpPr/>
              <p:nvPr/>
            </p:nvSpPr>
            <p:spPr>
              <a:xfrm>
                <a:off x="194426" y="6949504"/>
                <a:ext cx="16683" cy="7709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03" name="Google Shape;12903;p44"/>
              <p:cNvSpPr/>
              <p:nvPr/>
            </p:nvSpPr>
            <p:spPr>
              <a:xfrm>
                <a:off x="221511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04" name="Google Shape;12904;p44"/>
              <p:cNvSpPr/>
              <p:nvPr/>
            </p:nvSpPr>
            <p:spPr>
              <a:xfrm>
                <a:off x="168590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05" name="Google Shape;12905;p44"/>
              <p:cNvSpPr/>
              <p:nvPr/>
            </p:nvSpPr>
            <p:spPr>
              <a:xfrm>
                <a:off x="779857" y="7121595"/>
                <a:ext cx="25015" cy="202102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06" name="Google Shape;12906;p44"/>
              <p:cNvSpPr/>
              <p:nvPr/>
            </p:nvSpPr>
            <p:spPr>
              <a:xfrm>
                <a:off x="759034" y="7128679"/>
                <a:ext cx="12097" cy="16044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07" name="Google Shape;12907;p44"/>
              <p:cNvSpPr/>
              <p:nvPr/>
            </p:nvSpPr>
            <p:spPr>
              <a:xfrm>
                <a:off x="807780" y="7177014"/>
                <a:ext cx="15023" cy="141259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08" name="Google Shape;12908;p44"/>
              <p:cNvSpPr/>
              <p:nvPr/>
            </p:nvSpPr>
            <p:spPr>
              <a:xfrm>
                <a:off x="700279" y="7162419"/>
                <a:ext cx="14595" cy="141277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09" name="Google Shape;12909;p44"/>
              <p:cNvSpPr/>
              <p:nvPr/>
            </p:nvSpPr>
            <p:spPr>
              <a:xfrm>
                <a:off x="2108659" y="6598257"/>
                <a:ext cx="37505" cy="12959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10" name="Google Shape;12910;p44"/>
              <p:cNvSpPr/>
              <p:nvPr/>
            </p:nvSpPr>
            <p:spPr>
              <a:xfrm>
                <a:off x="2104073" y="6600327"/>
                <a:ext cx="15006" cy="104182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11" name="Google Shape;12911;p44"/>
              <p:cNvSpPr/>
              <p:nvPr/>
            </p:nvSpPr>
            <p:spPr>
              <a:xfrm>
                <a:off x="2078237" y="6629499"/>
                <a:ext cx="10010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12" name="Google Shape;12912;p44"/>
              <p:cNvSpPr/>
              <p:nvPr/>
            </p:nvSpPr>
            <p:spPr>
              <a:xfrm>
                <a:off x="2129071" y="6634085"/>
                <a:ext cx="12508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13" name="Google Shape;12913;p44"/>
              <p:cNvSpPr/>
              <p:nvPr/>
            </p:nvSpPr>
            <p:spPr>
              <a:xfrm>
                <a:off x="2052401" y="6678673"/>
                <a:ext cx="14185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14" name="Google Shape;12914;p44"/>
              <p:cNvSpPr/>
              <p:nvPr/>
            </p:nvSpPr>
            <p:spPr>
              <a:xfrm>
                <a:off x="1533631" y="6679494"/>
                <a:ext cx="15862" cy="118367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15" name="Google Shape;12915;p44"/>
              <p:cNvSpPr/>
              <p:nvPr/>
            </p:nvSpPr>
            <p:spPr>
              <a:xfrm>
                <a:off x="1525709" y="6685328"/>
                <a:ext cx="5852" cy="92942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16" name="Google Shape;12916;p44"/>
              <p:cNvSpPr/>
              <p:nvPr/>
            </p:nvSpPr>
            <p:spPr>
              <a:xfrm>
                <a:off x="1550296" y="6711575"/>
                <a:ext cx="7530" cy="81701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17" name="Google Shape;12917;p44"/>
              <p:cNvSpPr/>
              <p:nvPr/>
            </p:nvSpPr>
            <p:spPr>
              <a:xfrm>
                <a:off x="1626144" y="6651160"/>
                <a:ext cx="14185" cy="91693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sp>
        <p:nvSpPr>
          <p:cNvPr id="12918" name="Google Shape;12918;p44"/>
          <p:cNvSpPr txBox="1">
            <a:spLocks noGrp="1"/>
          </p:cNvSpPr>
          <p:nvPr>
            <p:ph type="ctrTitle"/>
          </p:nvPr>
        </p:nvSpPr>
        <p:spPr>
          <a:xfrm>
            <a:off x="948600" y="630700"/>
            <a:ext cx="3382200" cy="77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65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919" name="Google Shape;12919;p44"/>
          <p:cNvSpPr txBox="1">
            <a:spLocks noGrp="1"/>
          </p:cNvSpPr>
          <p:nvPr>
            <p:ph type="subTitle" idx="1"/>
          </p:nvPr>
        </p:nvSpPr>
        <p:spPr>
          <a:xfrm>
            <a:off x="948600" y="1569363"/>
            <a:ext cx="3382200" cy="110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2920" name="Google Shape;12920;p44"/>
          <p:cNvSpPr txBox="1"/>
          <p:nvPr/>
        </p:nvSpPr>
        <p:spPr>
          <a:xfrm>
            <a:off x="948600" y="3523150"/>
            <a:ext cx="3382200" cy="67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CREDITS: This presentation template was created by </a:t>
            </a:r>
            <a:r>
              <a:rPr lang="en" sz="1100" b="1" u="sng">
                <a:solidFill>
                  <a:schemeClr val="hlink"/>
                </a:solidFill>
                <a:latin typeface="Chivo"/>
                <a:ea typeface="Chivo"/>
                <a:cs typeface="Chivo"/>
                <a:sym typeface="Chivo"/>
                <a:hlinkClick r:id="rId2"/>
              </a:rPr>
              <a:t>Slidesgo</a:t>
            </a:r>
            <a:r>
              <a:rPr lang="en" sz="11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, and includes icons by </a:t>
            </a:r>
            <a:r>
              <a:rPr lang="en" sz="1100" b="1" u="sng">
                <a:solidFill>
                  <a:schemeClr val="hlink"/>
                </a:solidFill>
                <a:latin typeface="Chivo"/>
                <a:ea typeface="Chivo"/>
                <a:cs typeface="Chivo"/>
                <a:sym typeface="Chivo"/>
                <a:hlinkClick r:id="rId3"/>
              </a:rPr>
              <a:t>Flaticon</a:t>
            </a:r>
            <a:r>
              <a:rPr lang="en" sz="11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, and infographics &amp; images by </a:t>
            </a:r>
            <a:r>
              <a:rPr lang="en" sz="1100" b="1" u="sng">
                <a:solidFill>
                  <a:schemeClr val="hlink"/>
                </a:solidFill>
                <a:latin typeface="Chivo"/>
                <a:ea typeface="Chivo"/>
                <a:cs typeface="Chivo"/>
                <a:sym typeface="Chivo"/>
                <a:hlinkClick r:id="rId4"/>
              </a:rPr>
              <a:t>Freepik</a:t>
            </a:r>
            <a:endParaRPr sz="1100" b="1" dirty="0"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">
    <p:spTree>
      <p:nvGrpSpPr>
        <p:cNvPr id="1" name="Shape 12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22" name="Google Shape;12922;p45"/>
          <p:cNvGrpSpPr/>
          <p:nvPr/>
        </p:nvGrpSpPr>
        <p:grpSpPr>
          <a:xfrm rot="-199568">
            <a:off x="4980327" y="4280153"/>
            <a:ext cx="4319837" cy="935879"/>
            <a:chOff x="4963752" y="4000536"/>
            <a:chExt cx="2501340" cy="541907"/>
          </a:xfrm>
        </p:grpSpPr>
        <p:sp>
          <p:nvSpPr>
            <p:cNvPr id="12923" name="Google Shape;12923;p45"/>
            <p:cNvSpPr/>
            <p:nvPr/>
          </p:nvSpPr>
          <p:spPr>
            <a:xfrm>
              <a:off x="5654130" y="4242777"/>
              <a:ext cx="302221" cy="80900"/>
            </a:xfrm>
            <a:custGeom>
              <a:avLst/>
              <a:gdLst/>
              <a:ahLst/>
              <a:cxnLst/>
              <a:rect l="l" t="t" r="r" b="b"/>
              <a:pathLst>
                <a:path w="6743" h="1805" extrusionOk="0">
                  <a:moveTo>
                    <a:pt x="3531" y="1"/>
                  </a:moveTo>
                  <a:cubicBezTo>
                    <a:pt x="3435" y="1"/>
                    <a:pt x="3356" y="63"/>
                    <a:pt x="3341" y="228"/>
                  </a:cubicBezTo>
                  <a:cubicBezTo>
                    <a:pt x="3310" y="178"/>
                    <a:pt x="3270" y="97"/>
                    <a:pt x="3210" y="77"/>
                  </a:cubicBezTo>
                  <a:cubicBezTo>
                    <a:pt x="3189" y="66"/>
                    <a:pt x="3168" y="60"/>
                    <a:pt x="3146" y="60"/>
                  </a:cubicBezTo>
                  <a:cubicBezTo>
                    <a:pt x="2960" y="60"/>
                    <a:pt x="2757" y="455"/>
                    <a:pt x="2739" y="689"/>
                  </a:cubicBezTo>
                  <a:cubicBezTo>
                    <a:pt x="2679" y="639"/>
                    <a:pt x="2608" y="649"/>
                    <a:pt x="2548" y="629"/>
                  </a:cubicBezTo>
                  <a:cubicBezTo>
                    <a:pt x="2548" y="689"/>
                    <a:pt x="2518" y="739"/>
                    <a:pt x="2528" y="799"/>
                  </a:cubicBezTo>
                  <a:cubicBezTo>
                    <a:pt x="2433" y="745"/>
                    <a:pt x="2320" y="618"/>
                    <a:pt x="2226" y="618"/>
                  </a:cubicBezTo>
                  <a:cubicBezTo>
                    <a:pt x="2181" y="618"/>
                    <a:pt x="2139" y="648"/>
                    <a:pt x="2107" y="729"/>
                  </a:cubicBezTo>
                  <a:cubicBezTo>
                    <a:pt x="2028" y="662"/>
                    <a:pt x="1946" y="607"/>
                    <a:pt x="1872" y="607"/>
                  </a:cubicBezTo>
                  <a:cubicBezTo>
                    <a:pt x="1814" y="607"/>
                    <a:pt x="1760" y="641"/>
                    <a:pt x="1716" y="729"/>
                  </a:cubicBezTo>
                  <a:cubicBezTo>
                    <a:pt x="1655" y="654"/>
                    <a:pt x="1520" y="470"/>
                    <a:pt x="1428" y="470"/>
                  </a:cubicBezTo>
                  <a:cubicBezTo>
                    <a:pt x="1398" y="470"/>
                    <a:pt x="1372" y="489"/>
                    <a:pt x="1354" y="539"/>
                  </a:cubicBezTo>
                  <a:cubicBezTo>
                    <a:pt x="1320" y="445"/>
                    <a:pt x="1273" y="407"/>
                    <a:pt x="1220" y="407"/>
                  </a:cubicBezTo>
                  <a:cubicBezTo>
                    <a:pt x="1166" y="407"/>
                    <a:pt x="1105" y="447"/>
                    <a:pt x="1044" y="509"/>
                  </a:cubicBezTo>
                  <a:cubicBezTo>
                    <a:pt x="953" y="408"/>
                    <a:pt x="893" y="278"/>
                    <a:pt x="763" y="258"/>
                  </a:cubicBezTo>
                  <a:cubicBezTo>
                    <a:pt x="760" y="257"/>
                    <a:pt x="757" y="257"/>
                    <a:pt x="754" y="257"/>
                  </a:cubicBezTo>
                  <a:cubicBezTo>
                    <a:pt x="678" y="257"/>
                    <a:pt x="620" y="381"/>
                    <a:pt x="562" y="448"/>
                  </a:cubicBezTo>
                  <a:cubicBezTo>
                    <a:pt x="527" y="421"/>
                    <a:pt x="494" y="409"/>
                    <a:pt x="463" y="409"/>
                  </a:cubicBezTo>
                  <a:cubicBezTo>
                    <a:pt x="335" y="409"/>
                    <a:pt x="245" y="612"/>
                    <a:pt x="221" y="749"/>
                  </a:cubicBezTo>
                  <a:cubicBezTo>
                    <a:pt x="0" y="890"/>
                    <a:pt x="161" y="1221"/>
                    <a:pt x="341" y="1361"/>
                  </a:cubicBezTo>
                  <a:cubicBezTo>
                    <a:pt x="552" y="1522"/>
                    <a:pt x="893" y="1522"/>
                    <a:pt x="1134" y="1532"/>
                  </a:cubicBezTo>
                  <a:cubicBezTo>
                    <a:pt x="1675" y="1572"/>
                    <a:pt x="2207" y="1702"/>
                    <a:pt x="2749" y="1772"/>
                  </a:cubicBezTo>
                  <a:cubicBezTo>
                    <a:pt x="2920" y="1795"/>
                    <a:pt x="3090" y="1805"/>
                    <a:pt x="3261" y="1805"/>
                  </a:cubicBezTo>
                  <a:cubicBezTo>
                    <a:pt x="3983" y="1805"/>
                    <a:pt x="4707" y="1636"/>
                    <a:pt x="5437" y="1612"/>
                  </a:cubicBezTo>
                  <a:cubicBezTo>
                    <a:pt x="5668" y="1602"/>
                    <a:pt x="6671" y="1652"/>
                    <a:pt x="6711" y="1211"/>
                  </a:cubicBezTo>
                  <a:cubicBezTo>
                    <a:pt x="6742" y="951"/>
                    <a:pt x="6421" y="684"/>
                    <a:pt x="6180" y="684"/>
                  </a:cubicBezTo>
                  <a:cubicBezTo>
                    <a:pt x="6114" y="684"/>
                    <a:pt x="6054" y="704"/>
                    <a:pt x="6009" y="749"/>
                  </a:cubicBezTo>
                  <a:cubicBezTo>
                    <a:pt x="5967" y="642"/>
                    <a:pt x="5872" y="602"/>
                    <a:pt x="5763" y="602"/>
                  </a:cubicBezTo>
                  <a:cubicBezTo>
                    <a:pt x="5586" y="602"/>
                    <a:pt x="5373" y="706"/>
                    <a:pt x="5286" y="799"/>
                  </a:cubicBezTo>
                  <a:cubicBezTo>
                    <a:pt x="5216" y="736"/>
                    <a:pt x="5127" y="693"/>
                    <a:pt x="5042" y="693"/>
                  </a:cubicBezTo>
                  <a:cubicBezTo>
                    <a:pt x="5005" y="693"/>
                    <a:pt x="4969" y="701"/>
                    <a:pt x="4935" y="719"/>
                  </a:cubicBezTo>
                  <a:cubicBezTo>
                    <a:pt x="4888" y="636"/>
                    <a:pt x="4792" y="557"/>
                    <a:pt x="4715" y="557"/>
                  </a:cubicBezTo>
                  <a:cubicBezTo>
                    <a:pt x="4661" y="557"/>
                    <a:pt x="4617" y="596"/>
                    <a:pt x="4604" y="699"/>
                  </a:cubicBezTo>
                  <a:cubicBezTo>
                    <a:pt x="4566" y="544"/>
                    <a:pt x="4454" y="485"/>
                    <a:pt x="4327" y="485"/>
                  </a:cubicBezTo>
                  <a:cubicBezTo>
                    <a:pt x="4290" y="485"/>
                    <a:pt x="4252" y="489"/>
                    <a:pt x="4213" y="498"/>
                  </a:cubicBezTo>
                  <a:cubicBezTo>
                    <a:pt x="4223" y="353"/>
                    <a:pt x="4046" y="227"/>
                    <a:pt x="3926" y="227"/>
                  </a:cubicBezTo>
                  <a:cubicBezTo>
                    <a:pt x="3921" y="227"/>
                    <a:pt x="3917" y="227"/>
                    <a:pt x="3912" y="228"/>
                  </a:cubicBezTo>
                  <a:lnTo>
                    <a:pt x="3932" y="298"/>
                  </a:lnTo>
                  <a:cubicBezTo>
                    <a:pt x="3871" y="151"/>
                    <a:pt x="3680" y="1"/>
                    <a:pt x="35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2924" name="Google Shape;12924;p45"/>
            <p:cNvGrpSpPr/>
            <p:nvPr/>
          </p:nvGrpSpPr>
          <p:grpSpPr>
            <a:xfrm rot="-278360">
              <a:off x="6533282" y="4037668"/>
              <a:ext cx="925757" cy="187175"/>
              <a:chOff x="1255200" y="4115196"/>
              <a:chExt cx="828298" cy="167470"/>
            </a:xfrm>
          </p:grpSpPr>
          <p:sp>
            <p:nvSpPr>
              <p:cNvPr id="12925" name="Google Shape;12925;p45"/>
              <p:cNvSpPr/>
              <p:nvPr/>
            </p:nvSpPr>
            <p:spPr>
              <a:xfrm>
                <a:off x="1806305" y="4141304"/>
                <a:ext cx="203600" cy="110522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2756" extrusionOk="0">
                    <a:moveTo>
                      <a:pt x="4069" y="1"/>
                    </a:moveTo>
                    <a:cubicBezTo>
                      <a:pt x="3971" y="1"/>
                      <a:pt x="3853" y="67"/>
                      <a:pt x="3762" y="224"/>
                    </a:cubicBezTo>
                    <a:cubicBezTo>
                      <a:pt x="3742" y="204"/>
                      <a:pt x="3732" y="174"/>
                      <a:pt x="3712" y="154"/>
                    </a:cubicBezTo>
                    <a:cubicBezTo>
                      <a:pt x="3632" y="224"/>
                      <a:pt x="3562" y="324"/>
                      <a:pt x="3511" y="425"/>
                    </a:cubicBezTo>
                    <a:cubicBezTo>
                      <a:pt x="3478" y="387"/>
                      <a:pt x="3447" y="371"/>
                      <a:pt x="3417" y="371"/>
                    </a:cubicBezTo>
                    <a:cubicBezTo>
                      <a:pt x="3240" y="371"/>
                      <a:pt x="3124" y="949"/>
                      <a:pt x="3090" y="1087"/>
                    </a:cubicBezTo>
                    <a:cubicBezTo>
                      <a:pt x="3054" y="997"/>
                      <a:pt x="2994" y="923"/>
                      <a:pt x="2910" y="923"/>
                    </a:cubicBezTo>
                    <a:cubicBezTo>
                      <a:pt x="2900" y="923"/>
                      <a:pt x="2890" y="924"/>
                      <a:pt x="2879" y="926"/>
                    </a:cubicBezTo>
                    <a:cubicBezTo>
                      <a:pt x="2739" y="966"/>
                      <a:pt x="2719" y="1137"/>
                      <a:pt x="2719" y="1368"/>
                    </a:cubicBezTo>
                    <a:cubicBezTo>
                      <a:pt x="2729" y="1608"/>
                      <a:pt x="2849" y="1699"/>
                      <a:pt x="2859" y="1939"/>
                    </a:cubicBezTo>
                    <a:cubicBezTo>
                      <a:pt x="2830" y="1916"/>
                      <a:pt x="2808" y="1906"/>
                      <a:pt x="2784" y="1906"/>
                    </a:cubicBezTo>
                    <a:cubicBezTo>
                      <a:pt x="2767" y="1906"/>
                      <a:pt x="2750" y="1911"/>
                      <a:pt x="2729" y="1919"/>
                    </a:cubicBezTo>
                    <a:cubicBezTo>
                      <a:pt x="2619" y="1959"/>
                      <a:pt x="2669" y="2030"/>
                      <a:pt x="2639" y="2090"/>
                    </a:cubicBezTo>
                    <a:cubicBezTo>
                      <a:pt x="2619" y="2058"/>
                      <a:pt x="2573" y="2045"/>
                      <a:pt x="2523" y="2045"/>
                    </a:cubicBezTo>
                    <a:cubicBezTo>
                      <a:pt x="2447" y="2045"/>
                      <a:pt x="2362" y="2074"/>
                      <a:pt x="2338" y="2110"/>
                    </a:cubicBezTo>
                    <a:cubicBezTo>
                      <a:pt x="2299" y="1983"/>
                      <a:pt x="2317" y="1829"/>
                      <a:pt x="2208" y="1829"/>
                    </a:cubicBezTo>
                    <a:cubicBezTo>
                      <a:pt x="2204" y="1829"/>
                      <a:pt x="2201" y="1829"/>
                      <a:pt x="2197" y="1829"/>
                    </a:cubicBezTo>
                    <a:cubicBezTo>
                      <a:pt x="2188" y="1829"/>
                      <a:pt x="2179" y="1830"/>
                      <a:pt x="2170" y="1830"/>
                    </a:cubicBezTo>
                    <a:cubicBezTo>
                      <a:pt x="2060" y="1830"/>
                      <a:pt x="1957" y="1804"/>
                      <a:pt x="1870" y="1804"/>
                    </a:cubicBezTo>
                    <a:cubicBezTo>
                      <a:pt x="1776" y="1804"/>
                      <a:pt x="1701" y="1834"/>
                      <a:pt x="1656" y="1959"/>
                    </a:cubicBezTo>
                    <a:cubicBezTo>
                      <a:pt x="1568" y="1928"/>
                      <a:pt x="1454" y="1882"/>
                      <a:pt x="1357" y="1882"/>
                    </a:cubicBezTo>
                    <a:cubicBezTo>
                      <a:pt x="1265" y="1882"/>
                      <a:pt x="1189" y="1923"/>
                      <a:pt x="1164" y="2060"/>
                    </a:cubicBezTo>
                    <a:cubicBezTo>
                      <a:pt x="1023" y="1978"/>
                      <a:pt x="942" y="1929"/>
                      <a:pt x="868" y="1929"/>
                    </a:cubicBezTo>
                    <a:cubicBezTo>
                      <a:pt x="779" y="1929"/>
                      <a:pt x="701" y="2000"/>
                      <a:pt x="542" y="2170"/>
                    </a:cubicBezTo>
                    <a:cubicBezTo>
                      <a:pt x="468" y="2111"/>
                      <a:pt x="401" y="2086"/>
                      <a:pt x="341" y="2086"/>
                    </a:cubicBezTo>
                    <a:cubicBezTo>
                      <a:pt x="167" y="2086"/>
                      <a:pt x="53" y="2299"/>
                      <a:pt x="1" y="2501"/>
                    </a:cubicBezTo>
                    <a:cubicBezTo>
                      <a:pt x="161" y="2601"/>
                      <a:pt x="282" y="2672"/>
                      <a:pt x="582" y="2712"/>
                    </a:cubicBezTo>
                    <a:cubicBezTo>
                      <a:pt x="738" y="2732"/>
                      <a:pt x="893" y="2739"/>
                      <a:pt x="1050" y="2739"/>
                    </a:cubicBezTo>
                    <a:cubicBezTo>
                      <a:pt x="1207" y="2739"/>
                      <a:pt x="1365" y="2732"/>
                      <a:pt x="1525" y="2722"/>
                    </a:cubicBezTo>
                    <a:cubicBezTo>
                      <a:pt x="1556" y="2721"/>
                      <a:pt x="1586" y="2721"/>
                      <a:pt x="1617" y="2721"/>
                    </a:cubicBezTo>
                    <a:cubicBezTo>
                      <a:pt x="1920" y="2721"/>
                      <a:pt x="2218" y="2756"/>
                      <a:pt x="2520" y="2756"/>
                    </a:cubicBezTo>
                    <a:cubicBezTo>
                      <a:pt x="2576" y="2756"/>
                      <a:pt x="2632" y="2755"/>
                      <a:pt x="2689" y="2752"/>
                    </a:cubicBezTo>
                    <a:cubicBezTo>
                      <a:pt x="3221" y="2732"/>
                      <a:pt x="3722" y="2531"/>
                      <a:pt x="4244" y="2501"/>
                    </a:cubicBezTo>
                    <a:cubicBezTo>
                      <a:pt x="4424" y="2491"/>
                      <a:pt x="5076" y="2491"/>
                      <a:pt x="4916" y="2150"/>
                    </a:cubicBezTo>
                    <a:cubicBezTo>
                      <a:pt x="4956" y="2140"/>
                      <a:pt x="4996" y="2090"/>
                      <a:pt x="5036" y="2080"/>
                    </a:cubicBezTo>
                    <a:cubicBezTo>
                      <a:pt x="4956" y="1969"/>
                      <a:pt x="4815" y="1849"/>
                      <a:pt x="4765" y="1759"/>
                    </a:cubicBezTo>
                    <a:cubicBezTo>
                      <a:pt x="4765" y="1759"/>
                      <a:pt x="4795" y="1659"/>
                      <a:pt x="4775" y="1628"/>
                    </a:cubicBezTo>
                    <a:cubicBezTo>
                      <a:pt x="4765" y="1598"/>
                      <a:pt x="4615" y="1508"/>
                      <a:pt x="4575" y="1478"/>
                    </a:cubicBezTo>
                    <a:lnTo>
                      <a:pt x="4575" y="1478"/>
                    </a:lnTo>
                    <a:cubicBezTo>
                      <a:pt x="4588" y="1480"/>
                      <a:pt x="4600" y="1480"/>
                      <a:pt x="4611" y="1480"/>
                    </a:cubicBezTo>
                    <a:cubicBezTo>
                      <a:pt x="4803" y="1480"/>
                      <a:pt x="4697" y="1244"/>
                      <a:pt x="4555" y="1187"/>
                    </a:cubicBezTo>
                    <a:cubicBezTo>
                      <a:pt x="4728" y="1007"/>
                      <a:pt x="4534" y="916"/>
                      <a:pt x="4363" y="916"/>
                    </a:cubicBezTo>
                    <a:cubicBezTo>
                      <a:pt x="4306" y="916"/>
                      <a:pt x="4251" y="926"/>
                      <a:pt x="4214" y="946"/>
                    </a:cubicBezTo>
                    <a:cubicBezTo>
                      <a:pt x="4314" y="816"/>
                      <a:pt x="4234" y="615"/>
                      <a:pt x="4123" y="525"/>
                    </a:cubicBezTo>
                    <a:cubicBezTo>
                      <a:pt x="4372" y="231"/>
                      <a:pt x="4254" y="1"/>
                      <a:pt x="4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26" name="Google Shape;12926;p45"/>
              <p:cNvSpPr/>
              <p:nvPr/>
            </p:nvSpPr>
            <p:spPr>
              <a:xfrm>
                <a:off x="1807508" y="4214252"/>
                <a:ext cx="79684" cy="22538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62" extrusionOk="0">
                    <a:moveTo>
                      <a:pt x="1987" y="0"/>
                    </a:moveTo>
                    <a:cubicBezTo>
                      <a:pt x="1956" y="7"/>
                      <a:pt x="1924" y="8"/>
                      <a:pt x="1893" y="8"/>
                    </a:cubicBezTo>
                    <a:cubicBezTo>
                      <a:pt x="1873" y="8"/>
                      <a:pt x="1853" y="7"/>
                      <a:pt x="1833" y="7"/>
                    </a:cubicBezTo>
                    <a:cubicBezTo>
                      <a:pt x="1744" y="7"/>
                      <a:pt x="1664" y="18"/>
                      <a:pt x="1626" y="140"/>
                    </a:cubicBezTo>
                    <a:cubicBezTo>
                      <a:pt x="1538" y="109"/>
                      <a:pt x="1424" y="63"/>
                      <a:pt x="1327" y="63"/>
                    </a:cubicBezTo>
                    <a:cubicBezTo>
                      <a:pt x="1235" y="63"/>
                      <a:pt x="1159" y="104"/>
                      <a:pt x="1134" y="241"/>
                    </a:cubicBezTo>
                    <a:cubicBezTo>
                      <a:pt x="993" y="159"/>
                      <a:pt x="912" y="110"/>
                      <a:pt x="838" y="110"/>
                    </a:cubicBezTo>
                    <a:cubicBezTo>
                      <a:pt x="749" y="110"/>
                      <a:pt x="671" y="181"/>
                      <a:pt x="512" y="351"/>
                    </a:cubicBezTo>
                    <a:cubicBezTo>
                      <a:pt x="436" y="290"/>
                      <a:pt x="368" y="265"/>
                      <a:pt x="306" y="265"/>
                    </a:cubicBezTo>
                    <a:cubicBezTo>
                      <a:pt x="166" y="265"/>
                      <a:pt x="64" y="401"/>
                      <a:pt x="1" y="562"/>
                    </a:cubicBezTo>
                    <a:cubicBezTo>
                      <a:pt x="50" y="477"/>
                      <a:pt x="120" y="421"/>
                      <a:pt x="203" y="421"/>
                    </a:cubicBezTo>
                    <a:cubicBezTo>
                      <a:pt x="237" y="421"/>
                      <a:pt x="274" y="431"/>
                      <a:pt x="312" y="451"/>
                    </a:cubicBezTo>
                    <a:cubicBezTo>
                      <a:pt x="352" y="472"/>
                      <a:pt x="368" y="480"/>
                      <a:pt x="379" y="480"/>
                    </a:cubicBezTo>
                    <a:cubicBezTo>
                      <a:pt x="394" y="480"/>
                      <a:pt x="398" y="461"/>
                      <a:pt x="452" y="431"/>
                    </a:cubicBezTo>
                    <a:cubicBezTo>
                      <a:pt x="477" y="416"/>
                      <a:pt x="507" y="406"/>
                      <a:pt x="534" y="406"/>
                    </a:cubicBezTo>
                    <a:cubicBezTo>
                      <a:pt x="560" y="406"/>
                      <a:pt x="583" y="416"/>
                      <a:pt x="593" y="441"/>
                    </a:cubicBezTo>
                    <a:cubicBezTo>
                      <a:pt x="625" y="344"/>
                      <a:pt x="707" y="293"/>
                      <a:pt x="788" y="293"/>
                    </a:cubicBezTo>
                    <a:cubicBezTo>
                      <a:pt x="833" y="293"/>
                      <a:pt x="878" y="309"/>
                      <a:pt x="914" y="341"/>
                    </a:cubicBezTo>
                    <a:cubicBezTo>
                      <a:pt x="931" y="303"/>
                      <a:pt x="953" y="290"/>
                      <a:pt x="978" y="290"/>
                    </a:cubicBezTo>
                    <a:cubicBezTo>
                      <a:pt x="1011" y="290"/>
                      <a:pt x="1049" y="314"/>
                      <a:pt x="1084" y="331"/>
                    </a:cubicBezTo>
                    <a:cubicBezTo>
                      <a:pt x="1106" y="348"/>
                      <a:pt x="1122" y="358"/>
                      <a:pt x="1137" y="358"/>
                    </a:cubicBezTo>
                    <a:cubicBezTo>
                      <a:pt x="1157" y="358"/>
                      <a:pt x="1176" y="341"/>
                      <a:pt x="1204" y="301"/>
                    </a:cubicBezTo>
                    <a:cubicBezTo>
                      <a:pt x="1245" y="241"/>
                      <a:pt x="1245" y="201"/>
                      <a:pt x="1315" y="181"/>
                    </a:cubicBezTo>
                    <a:cubicBezTo>
                      <a:pt x="1328" y="178"/>
                      <a:pt x="1341" y="176"/>
                      <a:pt x="1352" y="176"/>
                    </a:cubicBezTo>
                    <a:cubicBezTo>
                      <a:pt x="1417" y="176"/>
                      <a:pt x="1451" y="223"/>
                      <a:pt x="1485" y="291"/>
                    </a:cubicBezTo>
                    <a:cubicBezTo>
                      <a:pt x="1498" y="276"/>
                      <a:pt x="1511" y="270"/>
                      <a:pt x="1525" y="270"/>
                    </a:cubicBezTo>
                    <a:cubicBezTo>
                      <a:pt x="1562" y="270"/>
                      <a:pt x="1602" y="312"/>
                      <a:pt x="1638" y="312"/>
                    </a:cubicBezTo>
                    <a:cubicBezTo>
                      <a:pt x="1640" y="312"/>
                      <a:pt x="1643" y="312"/>
                      <a:pt x="1646" y="311"/>
                    </a:cubicBezTo>
                    <a:cubicBezTo>
                      <a:pt x="1706" y="301"/>
                      <a:pt x="1706" y="261"/>
                      <a:pt x="1716" y="211"/>
                    </a:cubicBezTo>
                    <a:cubicBezTo>
                      <a:pt x="1746" y="140"/>
                      <a:pt x="1776" y="40"/>
                      <a:pt x="1856" y="40"/>
                    </a:cubicBezTo>
                    <a:cubicBezTo>
                      <a:pt x="1861" y="39"/>
                      <a:pt x="1865" y="39"/>
                      <a:pt x="1869" y="39"/>
                    </a:cubicBezTo>
                    <a:cubicBezTo>
                      <a:pt x="1895" y="39"/>
                      <a:pt x="1907" y="62"/>
                      <a:pt x="1927" y="62"/>
                    </a:cubicBezTo>
                    <a:cubicBezTo>
                      <a:pt x="1930" y="62"/>
                      <a:pt x="1933" y="61"/>
                      <a:pt x="1937" y="60"/>
                    </a:cubicBezTo>
                    <a:cubicBezTo>
                      <a:pt x="1967" y="50"/>
                      <a:pt x="1977" y="20"/>
                      <a:pt x="19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27" name="Google Shape;12927;p45"/>
              <p:cNvSpPr/>
              <p:nvPr/>
            </p:nvSpPr>
            <p:spPr>
              <a:xfrm>
                <a:off x="1915306" y="4141344"/>
                <a:ext cx="63202" cy="59231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1477" extrusionOk="0">
                    <a:moveTo>
                      <a:pt x="1352" y="0"/>
                    </a:moveTo>
                    <a:cubicBezTo>
                      <a:pt x="1253" y="0"/>
                      <a:pt x="1136" y="67"/>
                      <a:pt x="1044" y="223"/>
                    </a:cubicBezTo>
                    <a:cubicBezTo>
                      <a:pt x="1024" y="203"/>
                      <a:pt x="1014" y="173"/>
                      <a:pt x="994" y="153"/>
                    </a:cubicBezTo>
                    <a:cubicBezTo>
                      <a:pt x="914" y="223"/>
                      <a:pt x="844" y="323"/>
                      <a:pt x="793" y="424"/>
                    </a:cubicBezTo>
                    <a:cubicBezTo>
                      <a:pt x="760" y="386"/>
                      <a:pt x="729" y="370"/>
                      <a:pt x="699" y="370"/>
                    </a:cubicBezTo>
                    <a:cubicBezTo>
                      <a:pt x="522" y="370"/>
                      <a:pt x="406" y="948"/>
                      <a:pt x="372" y="1086"/>
                    </a:cubicBezTo>
                    <a:cubicBezTo>
                      <a:pt x="336" y="996"/>
                      <a:pt x="276" y="922"/>
                      <a:pt x="192" y="922"/>
                    </a:cubicBezTo>
                    <a:cubicBezTo>
                      <a:pt x="182" y="922"/>
                      <a:pt x="172" y="923"/>
                      <a:pt x="161" y="925"/>
                    </a:cubicBezTo>
                    <a:cubicBezTo>
                      <a:pt x="21" y="965"/>
                      <a:pt x="1" y="1136"/>
                      <a:pt x="1" y="1367"/>
                    </a:cubicBezTo>
                    <a:cubicBezTo>
                      <a:pt x="1" y="1407"/>
                      <a:pt x="11" y="1437"/>
                      <a:pt x="21" y="1477"/>
                    </a:cubicBezTo>
                    <a:cubicBezTo>
                      <a:pt x="21" y="1377"/>
                      <a:pt x="31" y="1276"/>
                      <a:pt x="81" y="1216"/>
                    </a:cubicBezTo>
                    <a:cubicBezTo>
                      <a:pt x="119" y="1161"/>
                      <a:pt x="148" y="1140"/>
                      <a:pt x="174" y="1140"/>
                    </a:cubicBezTo>
                    <a:cubicBezTo>
                      <a:pt x="235" y="1140"/>
                      <a:pt x="271" y="1264"/>
                      <a:pt x="342" y="1306"/>
                    </a:cubicBezTo>
                    <a:cubicBezTo>
                      <a:pt x="352" y="1276"/>
                      <a:pt x="352" y="1246"/>
                      <a:pt x="362" y="1216"/>
                    </a:cubicBezTo>
                    <a:lnTo>
                      <a:pt x="392" y="1226"/>
                    </a:lnTo>
                    <a:cubicBezTo>
                      <a:pt x="402" y="1196"/>
                      <a:pt x="402" y="1156"/>
                      <a:pt x="432" y="1126"/>
                    </a:cubicBezTo>
                    <a:cubicBezTo>
                      <a:pt x="434" y="1122"/>
                      <a:pt x="437" y="1120"/>
                      <a:pt x="441" y="1120"/>
                    </a:cubicBezTo>
                    <a:cubicBezTo>
                      <a:pt x="451" y="1120"/>
                      <a:pt x="464" y="1132"/>
                      <a:pt x="474" y="1132"/>
                    </a:cubicBezTo>
                    <a:cubicBezTo>
                      <a:pt x="477" y="1132"/>
                      <a:pt x="480" y="1130"/>
                      <a:pt x="482" y="1126"/>
                    </a:cubicBezTo>
                    <a:cubicBezTo>
                      <a:pt x="513" y="1096"/>
                      <a:pt x="492" y="955"/>
                      <a:pt x="492" y="925"/>
                    </a:cubicBezTo>
                    <a:cubicBezTo>
                      <a:pt x="482" y="795"/>
                      <a:pt x="482" y="725"/>
                      <a:pt x="553" y="604"/>
                    </a:cubicBezTo>
                    <a:cubicBezTo>
                      <a:pt x="596" y="534"/>
                      <a:pt x="643" y="498"/>
                      <a:pt x="692" y="498"/>
                    </a:cubicBezTo>
                    <a:cubicBezTo>
                      <a:pt x="734" y="498"/>
                      <a:pt x="778" y="524"/>
                      <a:pt x="823" y="574"/>
                    </a:cubicBezTo>
                    <a:cubicBezTo>
                      <a:pt x="841" y="530"/>
                      <a:pt x="891" y="397"/>
                      <a:pt x="944" y="397"/>
                    </a:cubicBezTo>
                    <a:cubicBezTo>
                      <a:pt x="951" y="397"/>
                      <a:pt x="957" y="399"/>
                      <a:pt x="964" y="404"/>
                    </a:cubicBezTo>
                    <a:cubicBezTo>
                      <a:pt x="1019" y="365"/>
                      <a:pt x="1055" y="265"/>
                      <a:pt x="1111" y="265"/>
                    </a:cubicBezTo>
                    <a:cubicBezTo>
                      <a:pt x="1127" y="265"/>
                      <a:pt x="1144" y="273"/>
                      <a:pt x="1165" y="293"/>
                    </a:cubicBezTo>
                    <a:cubicBezTo>
                      <a:pt x="1205" y="223"/>
                      <a:pt x="1315" y="83"/>
                      <a:pt x="1405" y="83"/>
                    </a:cubicBezTo>
                    <a:cubicBezTo>
                      <a:pt x="1475" y="93"/>
                      <a:pt x="1516" y="193"/>
                      <a:pt x="1536" y="283"/>
                    </a:cubicBezTo>
                    <a:cubicBezTo>
                      <a:pt x="1575" y="113"/>
                      <a:pt x="1480" y="0"/>
                      <a:pt x="13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28" name="Google Shape;12928;p45"/>
              <p:cNvSpPr/>
              <p:nvPr/>
            </p:nvSpPr>
            <p:spPr>
              <a:xfrm>
                <a:off x="1984004" y="4115196"/>
                <a:ext cx="99494" cy="134263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3348" extrusionOk="0">
                    <a:moveTo>
                      <a:pt x="1197" y="0"/>
                    </a:moveTo>
                    <a:cubicBezTo>
                      <a:pt x="1129" y="0"/>
                      <a:pt x="1083" y="158"/>
                      <a:pt x="1046" y="273"/>
                    </a:cubicBezTo>
                    <a:lnTo>
                      <a:pt x="1076" y="364"/>
                    </a:lnTo>
                    <a:cubicBezTo>
                      <a:pt x="896" y="474"/>
                      <a:pt x="886" y="534"/>
                      <a:pt x="956" y="695"/>
                    </a:cubicBezTo>
                    <a:cubicBezTo>
                      <a:pt x="976" y="745"/>
                      <a:pt x="866" y="725"/>
                      <a:pt x="826" y="785"/>
                    </a:cubicBezTo>
                    <a:cubicBezTo>
                      <a:pt x="776" y="845"/>
                      <a:pt x="776" y="996"/>
                      <a:pt x="786" y="1076"/>
                    </a:cubicBezTo>
                    <a:cubicBezTo>
                      <a:pt x="485" y="1126"/>
                      <a:pt x="505" y="1407"/>
                      <a:pt x="575" y="1587"/>
                    </a:cubicBezTo>
                    <a:cubicBezTo>
                      <a:pt x="344" y="1688"/>
                      <a:pt x="625" y="2209"/>
                      <a:pt x="625" y="2410"/>
                    </a:cubicBezTo>
                    <a:cubicBezTo>
                      <a:pt x="224" y="2430"/>
                      <a:pt x="364" y="2691"/>
                      <a:pt x="364" y="2891"/>
                    </a:cubicBezTo>
                    <a:cubicBezTo>
                      <a:pt x="347" y="2889"/>
                      <a:pt x="330" y="2888"/>
                      <a:pt x="314" y="2888"/>
                    </a:cubicBezTo>
                    <a:cubicBezTo>
                      <a:pt x="0" y="2888"/>
                      <a:pt x="79" y="3253"/>
                      <a:pt x="394" y="3262"/>
                    </a:cubicBezTo>
                    <a:cubicBezTo>
                      <a:pt x="394" y="3262"/>
                      <a:pt x="1065" y="3348"/>
                      <a:pt x="1599" y="3348"/>
                    </a:cubicBezTo>
                    <a:cubicBezTo>
                      <a:pt x="1904" y="3348"/>
                      <a:pt x="2164" y="3320"/>
                      <a:pt x="2230" y="3232"/>
                    </a:cubicBezTo>
                    <a:cubicBezTo>
                      <a:pt x="2250" y="3212"/>
                      <a:pt x="2481" y="3112"/>
                      <a:pt x="2300" y="2841"/>
                    </a:cubicBezTo>
                    <a:cubicBezTo>
                      <a:pt x="2260" y="2771"/>
                      <a:pt x="2120" y="2801"/>
                      <a:pt x="2080" y="2721"/>
                    </a:cubicBezTo>
                    <a:cubicBezTo>
                      <a:pt x="2039" y="2620"/>
                      <a:pt x="1989" y="2530"/>
                      <a:pt x="1929" y="2460"/>
                    </a:cubicBezTo>
                    <a:cubicBezTo>
                      <a:pt x="1889" y="2410"/>
                      <a:pt x="1749" y="2420"/>
                      <a:pt x="1749" y="2360"/>
                    </a:cubicBezTo>
                    <a:cubicBezTo>
                      <a:pt x="1738" y="2320"/>
                      <a:pt x="1799" y="2229"/>
                      <a:pt x="1799" y="2189"/>
                    </a:cubicBezTo>
                    <a:cubicBezTo>
                      <a:pt x="1819" y="1908"/>
                      <a:pt x="1688" y="1958"/>
                      <a:pt x="1648" y="1868"/>
                    </a:cubicBezTo>
                    <a:cubicBezTo>
                      <a:pt x="1588" y="1768"/>
                      <a:pt x="1708" y="1768"/>
                      <a:pt x="1618" y="1507"/>
                    </a:cubicBezTo>
                    <a:cubicBezTo>
                      <a:pt x="1608" y="1467"/>
                      <a:pt x="1608" y="1357"/>
                      <a:pt x="1618" y="1236"/>
                    </a:cubicBezTo>
                    <a:cubicBezTo>
                      <a:pt x="1658" y="1016"/>
                      <a:pt x="1518" y="1026"/>
                      <a:pt x="1528" y="945"/>
                    </a:cubicBezTo>
                    <a:cubicBezTo>
                      <a:pt x="1548" y="835"/>
                      <a:pt x="1588" y="775"/>
                      <a:pt x="1458" y="655"/>
                    </a:cubicBezTo>
                    <a:lnTo>
                      <a:pt x="1458" y="655"/>
                    </a:lnTo>
                    <a:cubicBezTo>
                      <a:pt x="1463" y="655"/>
                      <a:pt x="1468" y="655"/>
                      <a:pt x="1473" y="655"/>
                    </a:cubicBezTo>
                    <a:cubicBezTo>
                      <a:pt x="1576" y="655"/>
                      <a:pt x="1449" y="552"/>
                      <a:pt x="1488" y="514"/>
                    </a:cubicBezTo>
                    <a:cubicBezTo>
                      <a:pt x="1461" y="451"/>
                      <a:pt x="1458" y="381"/>
                      <a:pt x="1386" y="381"/>
                    </a:cubicBezTo>
                    <a:cubicBezTo>
                      <a:pt x="1378" y="381"/>
                      <a:pt x="1368" y="382"/>
                      <a:pt x="1357" y="384"/>
                    </a:cubicBezTo>
                    <a:cubicBezTo>
                      <a:pt x="1397" y="344"/>
                      <a:pt x="1317" y="123"/>
                      <a:pt x="1287" y="83"/>
                    </a:cubicBezTo>
                    <a:cubicBezTo>
                      <a:pt x="1254" y="24"/>
                      <a:pt x="1224" y="0"/>
                      <a:pt x="11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29" name="Google Shape;12929;p45"/>
              <p:cNvSpPr/>
              <p:nvPr/>
            </p:nvSpPr>
            <p:spPr>
              <a:xfrm>
                <a:off x="2003815" y="4141023"/>
                <a:ext cx="20974" cy="37857"/>
              </a:xfrm>
              <a:custGeom>
                <a:avLst/>
                <a:gdLst/>
                <a:ahLst/>
                <a:cxnLst/>
                <a:rect l="l" t="t" r="r" b="b"/>
                <a:pathLst>
                  <a:path w="523" h="944" extrusionOk="0">
                    <a:moveTo>
                      <a:pt x="442" y="0"/>
                    </a:moveTo>
                    <a:lnTo>
                      <a:pt x="442" y="0"/>
                    </a:lnTo>
                    <a:cubicBezTo>
                      <a:pt x="452" y="21"/>
                      <a:pt x="452" y="41"/>
                      <a:pt x="462" y="51"/>
                    </a:cubicBezTo>
                    <a:cubicBezTo>
                      <a:pt x="482" y="101"/>
                      <a:pt x="372" y="81"/>
                      <a:pt x="332" y="141"/>
                    </a:cubicBezTo>
                    <a:cubicBezTo>
                      <a:pt x="282" y="201"/>
                      <a:pt x="282" y="352"/>
                      <a:pt x="292" y="432"/>
                    </a:cubicBezTo>
                    <a:cubicBezTo>
                      <a:pt x="1" y="482"/>
                      <a:pt x="11" y="763"/>
                      <a:pt x="81" y="943"/>
                    </a:cubicBezTo>
                    <a:cubicBezTo>
                      <a:pt x="71" y="853"/>
                      <a:pt x="41" y="713"/>
                      <a:pt x="151" y="673"/>
                    </a:cubicBezTo>
                    <a:lnTo>
                      <a:pt x="171" y="683"/>
                    </a:lnTo>
                    <a:cubicBezTo>
                      <a:pt x="171" y="662"/>
                      <a:pt x="151" y="612"/>
                      <a:pt x="181" y="592"/>
                    </a:cubicBezTo>
                    <a:cubicBezTo>
                      <a:pt x="191" y="586"/>
                      <a:pt x="205" y="583"/>
                      <a:pt x="220" y="583"/>
                    </a:cubicBezTo>
                    <a:cubicBezTo>
                      <a:pt x="249" y="583"/>
                      <a:pt x="285" y="592"/>
                      <a:pt x="312" y="592"/>
                    </a:cubicBezTo>
                    <a:cubicBezTo>
                      <a:pt x="312" y="576"/>
                      <a:pt x="333" y="468"/>
                      <a:pt x="369" y="468"/>
                    </a:cubicBezTo>
                    <a:cubicBezTo>
                      <a:pt x="376" y="468"/>
                      <a:pt x="384" y="472"/>
                      <a:pt x="392" y="482"/>
                    </a:cubicBezTo>
                    <a:cubicBezTo>
                      <a:pt x="392" y="455"/>
                      <a:pt x="400" y="306"/>
                      <a:pt x="460" y="306"/>
                    </a:cubicBezTo>
                    <a:cubicBezTo>
                      <a:pt x="467" y="306"/>
                      <a:pt x="474" y="307"/>
                      <a:pt x="482" y="311"/>
                    </a:cubicBezTo>
                    <a:cubicBezTo>
                      <a:pt x="482" y="281"/>
                      <a:pt x="472" y="241"/>
                      <a:pt x="482" y="221"/>
                    </a:cubicBezTo>
                    <a:cubicBezTo>
                      <a:pt x="482" y="201"/>
                      <a:pt x="512" y="191"/>
                      <a:pt x="512" y="181"/>
                    </a:cubicBezTo>
                    <a:cubicBezTo>
                      <a:pt x="522" y="151"/>
                      <a:pt x="512" y="81"/>
                      <a:pt x="502" y="61"/>
                    </a:cubicBezTo>
                    <a:cubicBezTo>
                      <a:pt x="492" y="41"/>
                      <a:pt x="472" y="21"/>
                      <a:pt x="4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30" name="Google Shape;12930;p45"/>
              <p:cNvSpPr/>
              <p:nvPr/>
            </p:nvSpPr>
            <p:spPr>
              <a:xfrm>
                <a:off x="2006622" y="4178841"/>
                <a:ext cx="842" cy="842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1" y="0"/>
                    </a:moveTo>
                    <a:lnTo>
                      <a:pt x="1" y="1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31" name="Google Shape;12931;p45"/>
              <p:cNvSpPr/>
              <p:nvPr/>
            </p:nvSpPr>
            <p:spPr>
              <a:xfrm>
                <a:off x="2024348" y="4115276"/>
                <a:ext cx="7660" cy="1652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412" extrusionOk="0">
                    <a:moveTo>
                      <a:pt x="191" y="1"/>
                    </a:moveTo>
                    <a:cubicBezTo>
                      <a:pt x="121" y="1"/>
                      <a:pt x="81" y="151"/>
                      <a:pt x="40" y="271"/>
                    </a:cubicBezTo>
                    <a:lnTo>
                      <a:pt x="70" y="362"/>
                    </a:lnTo>
                    <a:cubicBezTo>
                      <a:pt x="40" y="382"/>
                      <a:pt x="20" y="392"/>
                      <a:pt x="0" y="412"/>
                    </a:cubicBezTo>
                    <a:lnTo>
                      <a:pt x="10" y="412"/>
                    </a:lnTo>
                    <a:cubicBezTo>
                      <a:pt x="40" y="412"/>
                      <a:pt x="91" y="412"/>
                      <a:pt x="121" y="392"/>
                    </a:cubicBezTo>
                    <a:cubicBezTo>
                      <a:pt x="111" y="372"/>
                      <a:pt x="91" y="362"/>
                      <a:pt x="81" y="342"/>
                    </a:cubicBezTo>
                    <a:cubicBezTo>
                      <a:pt x="70" y="281"/>
                      <a:pt x="141" y="281"/>
                      <a:pt x="191" y="241"/>
                    </a:cubicBezTo>
                    <a:cubicBezTo>
                      <a:pt x="171" y="201"/>
                      <a:pt x="161" y="171"/>
                      <a:pt x="191" y="141"/>
                    </a:cubicBezTo>
                    <a:cubicBezTo>
                      <a:pt x="181" y="121"/>
                      <a:pt x="151" y="101"/>
                      <a:pt x="151" y="81"/>
                    </a:cubicBezTo>
                    <a:cubicBezTo>
                      <a:pt x="141" y="51"/>
                      <a:pt x="161" y="2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32" name="Google Shape;12932;p45"/>
              <p:cNvSpPr/>
              <p:nvPr/>
            </p:nvSpPr>
            <p:spPr>
              <a:xfrm>
                <a:off x="1471238" y="4158708"/>
                <a:ext cx="44233" cy="75433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881" extrusionOk="0">
                    <a:moveTo>
                      <a:pt x="261" y="1"/>
                    </a:moveTo>
                    <a:cubicBezTo>
                      <a:pt x="201" y="61"/>
                      <a:pt x="281" y="111"/>
                      <a:pt x="211" y="171"/>
                    </a:cubicBezTo>
                    <a:lnTo>
                      <a:pt x="171" y="252"/>
                    </a:lnTo>
                    <a:cubicBezTo>
                      <a:pt x="101" y="312"/>
                      <a:pt x="161" y="382"/>
                      <a:pt x="161" y="462"/>
                    </a:cubicBezTo>
                    <a:cubicBezTo>
                      <a:pt x="161" y="552"/>
                      <a:pt x="60" y="643"/>
                      <a:pt x="40" y="723"/>
                    </a:cubicBezTo>
                    <a:cubicBezTo>
                      <a:pt x="20" y="823"/>
                      <a:pt x="40" y="853"/>
                      <a:pt x="70" y="944"/>
                    </a:cubicBezTo>
                    <a:cubicBezTo>
                      <a:pt x="111" y="1054"/>
                      <a:pt x="81" y="1134"/>
                      <a:pt x="40" y="1235"/>
                    </a:cubicBezTo>
                    <a:cubicBezTo>
                      <a:pt x="0" y="1305"/>
                      <a:pt x="20" y="1345"/>
                      <a:pt x="40" y="1425"/>
                    </a:cubicBezTo>
                    <a:cubicBezTo>
                      <a:pt x="60" y="1525"/>
                      <a:pt x="81" y="1576"/>
                      <a:pt x="161" y="1666"/>
                    </a:cubicBezTo>
                    <a:cubicBezTo>
                      <a:pt x="271" y="1716"/>
                      <a:pt x="331" y="1746"/>
                      <a:pt x="422" y="1786"/>
                    </a:cubicBezTo>
                    <a:cubicBezTo>
                      <a:pt x="542" y="1836"/>
                      <a:pt x="702" y="1856"/>
                      <a:pt x="843" y="1877"/>
                    </a:cubicBezTo>
                    <a:cubicBezTo>
                      <a:pt x="867" y="1879"/>
                      <a:pt x="889" y="1881"/>
                      <a:pt x="910" y="1881"/>
                    </a:cubicBezTo>
                    <a:cubicBezTo>
                      <a:pt x="1037" y="1881"/>
                      <a:pt x="1102" y="1827"/>
                      <a:pt x="1094" y="1706"/>
                    </a:cubicBezTo>
                    <a:cubicBezTo>
                      <a:pt x="1084" y="1556"/>
                      <a:pt x="933" y="1415"/>
                      <a:pt x="853" y="1295"/>
                    </a:cubicBezTo>
                    <a:cubicBezTo>
                      <a:pt x="783" y="1194"/>
                      <a:pt x="793" y="1144"/>
                      <a:pt x="763" y="1044"/>
                    </a:cubicBezTo>
                    <a:cubicBezTo>
                      <a:pt x="732" y="944"/>
                      <a:pt x="632" y="934"/>
                      <a:pt x="582" y="843"/>
                    </a:cubicBezTo>
                    <a:cubicBezTo>
                      <a:pt x="542" y="763"/>
                      <a:pt x="542" y="713"/>
                      <a:pt x="472" y="643"/>
                    </a:cubicBezTo>
                    <a:cubicBezTo>
                      <a:pt x="422" y="593"/>
                      <a:pt x="482" y="573"/>
                      <a:pt x="472" y="522"/>
                    </a:cubicBezTo>
                    <a:cubicBezTo>
                      <a:pt x="452" y="482"/>
                      <a:pt x="472" y="452"/>
                      <a:pt x="442" y="422"/>
                    </a:cubicBezTo>
                    <a:cubicBezTo>
                      <a:pt x="432" y="402"/>
                      <a:pt x="391" y="392"/>
                      <a:pt x="371" y="372"/>
                    </a:cubicBezTo>
                    <a:cubicBezTo>
                      <a:pt x="351" y="342"/>
                      <a:pt x="351" y="322"/>
                      <a:pt x="341" y="282"/>
                    </a:cubicBezTo>
                    <a:cubicBezTo>
                      <a:pt x="331" y="242"/>
                      <a:pt x="331" y="171"/>
                      <a:pt x="321" y="121"/>
                    </a:cubicBezTo>
                    <a:cubicBezTo>
                      <a:pt x="311" y="71"/>
                      <a:pt x="271" y="41"/>
                      <a:pt x="2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33" name="Google Shape;12933;p45"/>
              <p:cNvSpPr/>
              <p:nvPr/>
            </p:nvSpPr>
            <p:spPr>
              <a:xfrm>
                <a:off x="1399613" y="4139018"/>
                <a:ext cx="60394" cy="97569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433" extrusionOk="0">
                    <a:moveTo>
                      <a:pt x="573" y="0"/>
                    </a:moveTo>
                    <a:cubicBezTo>
                      <a:pt x="512" y="61"/>
                      <a:pt x="502" y="121"/>
                      <a:pt x="472" y="191"/>
                    </a:cubicBezTo>
                    <a:cubicBezTo>
                      <a:pt x="442" y="251"/>
                      <a:pt x="392" y="331"/>
                      <a:pt x="382" y="412"/>
                    </a:cubicBezTo>
                    <a:cubicBezTo>
                      <a:pt x="372" y="502"/>
                      <a:pt x="382" y="552"/>
                      <a:pt x="352" y="642"/>
                    </a:cubicBezTo>
                    <a:cubicBezTo>
                      <a:pt x="332" y="723"/>
                      <a:pt x="282" y="803"/>
                      <a:pt x="252" y="873"/>
                    </a:cubicBezTo>
                    <a:cubicBezTo>
                      <a:pt x="222" y="973"/>
                      <a:pt x="302" y="1084"/>
                      <a:pt x="252" y="1184"/>
                    </a:cubicBezTo>
                    <a:cubicBezTo>
                      <a:pt x="242" y="1204"/>
                      <a:pt x="191" y="1224"/>
                      <a:pt x="181" y="1254"/>
                    </a:cubicBezTo>
                    <a:cubicBezTo>
                      <a:pt x="161" y="1314"/>
                      <a:pt x="211" y="1364"/>
                      <a:pt x="222" y="1415"/>
                    </a:cubicBezTo>
                    <a:cubicBezTo>
                      <a:pt x="232" y="1495"/>
                      <a:pt x="322" y="1786"/>
                      <a:pt x="211" y="1786"/>
                    </a:cubicBezTo>
                    <a:cubicBezTo>
                      <a:pt x="191" y="1856"/>
                      <a:pt x="211" y="1946"/>
                      <a:pt x="171" y="2016"/>
                    </a:cubicBezTo>
                    <a:cubicBezTo>
                      <a:pt x="156" y="2011"/>
                      <a:pt x="139" y="2011"/>
                      <a:pt x="121" y="2011"/>
                    </a:cubicBezTo>
                    <a:cubicBezTo>
                      <a:pt x="104" y="2011"/>
                      <a:pt x="86" y="2011"/>
                      <a:pt x="71" y="2006"/>
                    </a:cubicBezTo>
                    <a:lnTo>
                      <a:pt x="71" y="2006"/>
                    </a:lnTo>
                    <a:cubicBezTo>
                      <a:pt x="1" y="2077"/>
                      <a:pt x="91" y="2217"/>
                      <a:pt x="151" y="2277"/>
                    </a:cubicBezTo>
                    <a:cubicBezTo>
                      <a:pt x="201" y="2297"/>
                      <a:pt x="292" y="2357"/>
                      <a:pt x="382" y="2368"/>
                    </a:cubicBezTo>
                    <a:cubicBezTo>
                      <a:pt x="492" y="2388"/>
                      <a:pt x="623" y="2388"/>
                      <a:pt x="733" y="2398"/>
                    </a:cubicBezTo>
                    <a:cubicBezTo>
                      <a:pt x="833" y="2407"/>
                      <a:pt x="989" y="2432"/>
                      <a:pt x="1133" y="2432"/>
                    </a:cubicBezTo>
                    <a:cubicBezTo>
                      <a:pt x="1307" y="2432"/>
                      <a:pt x="1463" y="2395"/>
                      <a:pt x="1485" y="2247"/>
                    </a:cubicBezTo>
                    <a:cubicBezTo>
                      <a:pt x="1505" y="2127"/>
                      <a:pt x="1465" y="1956"/>
                      <a:pt x="1395" y="1846"/>
                    </a:cubicBezTo>
                    <a:cubicBezTo>
                      <a:pt x="1345" y="1776"/>
                      <a:pt x="1174" y="1615"/>
                      <a:pt x="1154" y="1535"/>
                    </a:cubicBezTo>
                    <a:cubicBezTo>
                      <a:pt x="1134" y="1475"/>
                      <a:pt x="1204" y="1425"/>
                      <a:pt x="1184" y="1364"/>
                    </a:cubicBezTo>
                    <a:lnTo>
                      <a:pt x="1134" y="1314"/>
                    </a:lnTo>
                    <a:cubicBezTo>
                      <a:pt x="1084" y="1254"/>
                      <a:pt x="994" y="1204"/>
                      <a:pt x="964" y="1134"/>
                    </a:cubicBezTo>
                    <a:cubicBezTo>
                      <a:pt x="914" y="1033"/>
                      <a:pt x="1004" y="1064"/>
                      <a:pt x="1024" y="963"/>
                    </a:cubicBezTo>
                    <a:cubicBezTo>
                      <a:pt x="1034" y="933"/>
                      <a:pt x="984" y="873"/>
                      <a:pt x="984" y="833"/>
                    </a:cubicBezTo>
                    <a:cubicBezTo>
                      <a:pt x="974" y="813"/>
                      <a:pt x="1004" y="793"/>
                      <a:pt x="984" y="753"/>
                    </a:cubicBezTo>
                    <a:cubicBezTo>
                      <a:pt x="964" y="682"/>
                      <a:pt x="914" y="662"/>
                      <a:pt x="904" y="592"/>
                    </a:cubicBezTo>
                    <a:cubicBezTo>
                      <a:pt x="904" y="512"/>
                      <a:pt x="954" y="512"/>
                      <a:pt x="853" y="452"/>
                    </a:cubicBezTo>
                    <a:cubicBezTo>
                      <a:pt x="813" y="422"/>
                      <a:pt x="763" y="432"/>
                      <a:pt x="733" y="392"/>
                    </a:cubicBezTo>
                    <a:cubicBezTo>
                      <a:pt x="693" y="341"/>
                      <a:pt x="753" y="261"/>
                      <a:pt x="643" y="231"/>
                    </a:cubicBezTo>
                    <a:cubicBezTo>
                      <a:pt x="663" y="131"/>
                      <a:pt x="703" y="71"/>
                      <a:pt x="5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34" name="Google Shape;12934;p45"/>
              <p:cNvSpPr/>
              <p:nvPr/>
            </p:nvSpPr>
            <p:spPr>
              <a:xfrm>
                <a:off x="1618459" y="4185498"/>
                <a:ext cx="222489" cy="84656"/>
              </a:xfrm>
              <a:custGeom>
                <a:avLst/>
                <a:gdLst/>
                <a:ahLst/>
                <a:cxnLst/>
                <a:rect l="l" t="t" r="r" b="b"/>
                <a:pathLst>
                  <a:path w="5548" h="2111" extrusionOk="0">
                    <a:moveTo>
                      <a:pt x="2379" y="1"/>
                    </a:moveTo>
                    <a:cubicBezTo>
                      <a:pt x="2247" y="1"/>
                      <a:pt x="2147" y="156"/>
                      <a:pt x="2147" y="316"/>
                    </a:cubicBezTo>
                    <a:cubicBezTo>
                      <a:pt x="2047" y="225"/>
                      <a:pt x="1951" y="171"/>
                      <a:pt x="1870" y="171"/>
                    </a:cubicBezTo>
                    <a:cubicBezTo>
                      <a:pt x="1771" y="171"/>
                      <a:pt x="1694" y="250"/>
                      <a:pt x="1655" y="436"/>
                    </a:cubicBezTo>
                    <a:cubicBezTo>
                      <a:pt x="1655" y="429"/>
                      <a:pt x="1641" y="424"/>
                      <a:pt x="1618" y="424"/>
                    </a:cubicBezTo>
                    <a:cubicBezTo>
                      <a:pt x="1521" y="424"/>
                      <a:pt x="1266" y="505"/>
                      <a:pt x="1314" y="757"/>
                    </a:cubicBezTo>
                    <a:cubicBezTo>
                      <a:pt x="1268" y="746"/>
                      <a:pt x="1229" y="741"/>
                      <a:pt x="1194" y="741"/>
                    </a:cubicBezTo>
                    <a:cubicBezTo>
                      <a:pt x="1101" y="741"/>
                      <a:pt x="1038" y="776"/>
                      <a:pt x="943" y="827"/>
                    </a:cubicBezTo>
                    <a:cubicBezTo>
                      <a:pt x="930" y="831"/>
                      <a:pt x="919" y="832"/>
                      <a:pt x="909" y="832"/>
                    </a:cubicBezTo>
                    <a:cubicBezTo>
                      <a:pt x="884" y="832"/>
                      <a:pt x="865" y="824"/>
                      <a:pt x="844" y="824"/>
                    </a:cubicBezTo>
                    <a:cubicBezTo>
                      <a:pt x="827" y="824"/>
                      <a:pt x="808" y="829"/>
                      <a:pt x="783" y="847"/>
                    </a:cubicBezTo>
                    <a:cubicBezTo>
                      <a:pt x="733" y="878"/>
                      <a:pt x="743" y="1008"/>
                      <a:pt x="662" y="1058"/>
                    </a:cubicBezTo>
                    <a:cubicBezTo>
                      <a:pt x="636" y="1025"/>
                      <a:pt x="607" y="1013"/>
                      <a:pt x="580" y="1013"/>
                    </a:cubicBezTo>
                    <a:cubicBezTo>
                      <a:pt x="515" y="1013"/>
                      <a:pt x="456" y="1083"/>
                      <a:pt x="442" y="1118"/>
                    </a:cubicBezTo>
                    <a:cubicBezTo>
                      <a:pt x="383" y="1087"/>
                      <a:pt x="321" y="1071"/>
                      <a:pt x="262" y="1071"/>
                    </a:cubicBezTo>
                    <a:cubicBezTo>
                      <a:pt x="171" y="1071"/>
                      <a:pt x="89" y="1109"/>
                      <a:pt x="41" y="1188"/>
                    </a:cubicBezTo>
                    <a:cubicBezTo>
                      <a:pt x="0" y="1269"/>
                      <a:pt x="31" y="1289"/>
                      <a:pt x="71" y="1379"/>
                    </a:cubicBezTo>
                    <a:cubicBezTo>
                      <a:pt x="191" y="1600"/>
                      <a:pt x="462" y="1800"/>
                      <a:pt x="652" y="1891"/>
                    </a:cubicBezTo>
                    <a:cubicBezTo>
                      <a:pt x="942" y="2018"/>
                      <a:pt x="1413" y="2110"/>
                      <a:pt x="1776" y="2110"/>
                    </a:cubicBezTo>
                    <a:cubicBezTo>
                      <a:pt x="1840" y="2110"/>
                      <a:pt x="1901" y="2107"/>
                      <a:pt x="1956" y="2101"/>
                    </a:cubicBezTo>
                    <a:cubicBezTo>
                      <a:pt x="2348" y="2051"/>
                      <a:pt x="2719" y="1901"/>
                      <a:pt x="3120" y="1861"/>
                    </a:cubicBezTo>
                    <a:cubicBezTo>
                      <a:pt x="3410" y="1823"/>
                      <a:pt x="3689" y="1803"/>
                      <a:pt x="3974" y="1803"/>
                    </a:cubicBezTo>
                    <a:cubicBezTo>
                      <a:pt x="4073" y="1803"/>
                      <a:pt x="4172" y="1805"/>
                      <a:pt x="4273" y="1810"/>
                    </a:cubicBezTo>
                    <a:cubicBezTo>
                      <a:pt x="4306" y="1811"/>
                      <a:pt x="4342" y="1812"/>
                      <a:pt x="4383" y="1812"/>
                    </a:cubicBezTo>
                    <a:cubicBezTo>
                      <a:pt x="4748" y="1812"/>
                      <a:pt x="5407" y="1755"/>
                      <a:pt x="5497" y="1349"/>
                    </a:cubicBezTo>
                    <a:cubicBezTo>
                      <a:pt x="5547" y="1158"/>
                      <a:pt x="5447" y="1219"/>
                      <a:pt x="5347" y="1098"/>
                    </a:cubicBezTo>
                    <a:cubicBezTo>
                      <a:pt x="5246" y="988"/>
                      <a:pt x="5256" y="737"/>
                      <a:pt x="5116" y="697"/>
                    </a:cubicBezTo>
                    <a:cubicBezTo>
                      <a:pt x="5107" y="694"/>
                      <a:pt x="5097" y="692"/>
                      <a:pt x="5087" y="692"/>
                    </a:cubicBezTo>
                    <a:cubicBezTo>
                      <a:pt x="5034" y="692"/>
                      <a:pt x="4976" y="733"/>
                      <a:pt x="4925" y="767"/>
                    </a:cubicBezTo>
                    <a:cubicBezTo>
                      <a:pt x="4915" y="737"/>
                      <a:pt x="4905" y="687"/>
                      <a:pt x="4915" y="657"/>
                    </a:cubicBezTo>
                    <a:lnTo>
                      <a:pt x="4845" y="657"/>
                    </a:lnTo>
                    <a:cubicBezTo>
                      <a:pt x="4875" y="557"/>
                      <a:pt x="4855" y="547"/>
                      <a:pt x="4805" y="476"/>
                    </a:cubicBezTo>
                    <a:lnTo>
                      <a:pt x="4765" y="516"/>
                    </a:lnTo>
                    <a:cubicBezTo>
                      <a:pt x="4727" y="462"/>
                      <a:pt x="4690" y="440"/>
                      <a:pt x="4657" y="440"/>
                    </a:cubicBezTo>
                    <a:cubicBezTo>
                      <a:pt x="4567" y="440"/>
                      <a:pt x="4501" y="597"/>
                      <a:pt x="4494" y="707"/>
                    </a:cubicBezTo>
                    <a:cubicBezTo>
                      <a:pt x="4414" y="677"/>
                      <a:pt x="4354" y="607"/>
                      <a:pt x="4304" y="536"/>
                    </a:cubicBezTo>
                    <a:lnTo>
                      <a:pt x="4304" y="536"/>
                    </a:lnTo>
                    <a:cubicBezTo>
                      <a:pt x="4307" y="548"/>
                      <a:pt x="4311" y="558"/>
                      <a:pt x="4315" y="567"/>
                    </a:cubicBezTo>
                    <a:lnTo>
                      <a:pt x="4315" y="567"/>
                    </a:lnTo>
                    <a:cubicBezTo>
                      <a:pt x="4283" y="505"/>
                      <a:pt x="4232" y="481"/>
                      <a:pt x="4174" y="481"/>
                    </a:cubicBezTo>
                    <a:cubicBezTo>
                      <a:pt x="4086" y="481"/>
                      <a:pt x="3984" y="536"/>
                      <a:pt x="3912" y="597"/>
                    </a:cubicBezTo>
                    <a:cubicBezTo>
                      <a:pt x="3909" y="504"/>
                      <a:pt x="3863" y="471"/>
                      <a:pt x="3803" y="471"/>
                    </a:cubicBezTo>
                    <a:cubicBezTo>
                      <a:pt x="3700" y="471"/>
                      <a:pt x="3556" y="571"/>
                      <a:pt x="3511" y="647"/>
                    </a:cubicBezTo>
                    <a:cubicBezTo>
                      <a:pt x="3495" y="549"/>
                      <a:pt x="3419" y="498"/>
                      <a:pt x="3338" y="498"/>
                    </a:cubicBezTo>
                    <a:cubicBezTo>
                      <a:pt x="3319" y="498"/>
                      <a:pt x="3299" y="501"/>
                      <a:pt x="3280" y="506"/>
                    </a:cubicBezTo>
                    <a:cubicBezTo>
                      <a:pt x="3369" y="360"/>
                      <a:pt x="3221" y="299"/>
                      <a:pt x="3062" y="299"/>
                    </a:cubicBezTo>
                    <a:cubicBezTo>
                      <a:pt x="2970" y="299"/>
                      <a:pt x="2874" y="319"/>
                      <a:pt x="2819" y="356"/>
                    </a:cubicBezTo>
                    <a:cubicBezTo>
                      <a:pt x="2827" y="248"/>
                      <a:pt x="2713" y="45"/>
                      <a:pt x="2605" y="45"/>
                    </a:cubicBezTo>
                    <a:cubicBezTo>
                      <a:pt x="2582" y="45"/>
                      <a:pt x="2559" y="54"/>
                      <a:pt x="2538" y="75"/>
                    </a:cubicBezTo>
                    <a:cubicBezTo>
                      <a:pt x="2483" y="23"/>
                      <a:pt x="2429" y="1"/>
                      <a:pt x="23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35" name="Google Shape;12935;p45"/>
              <p:cNvSpPr/>
              <p:nvPr/>
            </p:nvSpPr>
            <p:spPr>
              <a:xfrm>
                <a:off x="1439436" y="4198531"/>
                <a:ext cx="71262" cy="43632"/>
              </a:xfrm>
              <a:custGeom>
                <a:avLst/>
                <a:gdLst/>
                <a:ahLst/>
                <a:cxnLst/>
                <a:rect l="l" t="t" r="r" b="b"/>
                <a:pathLst>
                  <a:path w="1777" h="1088" extrusionOk="0">
                    <a:moveTo>
                      <a:pt x="853" y="1"/>
                    </a:moveTo>
                    <a:cubicBezTo>
                      <a:pt x="753" y="1"/>
                      <a:pt x="633" y="171"/>
                      <a:pt x="583" y="232"/>
                    </a:cubicBezTo>
                    <a:cubicBezTo>
                      <a:pt x="522" y="302"/>
                      <a:pt x="472" y="382"/>
                      <a:pt x="402" y="422"/>
                    </a:cubicBezTo>
                    <a:cubicBezTo>
                      <a:pt x="392" y="402"/>
                      <a:pt x="372" y="382"/>
                      <a:pt x="372" y="362"/>
                    </a:cubicBezTo>
                    <a:cubicBezTo>
                      <a:pt x="302" y="402"/>
                      <a:pt x="222" y="452"/>
                      <a:pt x="181" y="512"/>
                    </a:cubicBezTo>
                    <a:cubicBezTo>
                      <a:pt x="171" y="502"/>
                      <a:pt x="161" y="492"/>
                      <a:pt x="151" y="472"/>
                    </a:cubicBezTo>
                    <a:cubicBezTo>
                      <a:pt x="81" y="532"/>
                      <a:pt x="1" y="603"/>
                      <a:pt x="1" y="713"/>
                    </a:cubicBezTo>
                    <a:cubicBezTo>
                      <a:pt x="11" y="753"/>
                      <a:pt x="51" y="884"/>
                      <a:pt x="81" y="984"/>
                    </a:cubicBezTo>
                    <a:cubicBezTo>
                      <a:pt x="129" y="991"/>
                      <a:pt x="176" y="993"/>
                      <a:pt x="223" y="993"/>
                    </a:cubicBezTo>
                    <a:cubicBezTo>
                      <a:pt x="273" y="993"/>
                      <a:pt x="324" y="991"/>
                      <a:pt x="375" y="991"/>
                    </a:cubicBezTo>
                    <a:cubicBezTo>
                      <a:pt x="404" y="991"/>
                      <a:pt x="433" y="992"/>
                      <a:pt x="462" y="994"/>
                    </a:cubicBezTo>
                    <a:cubicBezTo>
                      <a:pt x="621" y="1003"/>
                      <a:pt x="754" y="1065"/>
                      <a:pt x="918" y="1065"/>
                    </a:cubicBezTo>
                    <a:cubicBezTo>
                      <a:pt x="930" y="1065"/>
                      <a:pt x="942" y="1065"/>
                      <a:pt x="954" y="1064"/>
                    </a:cubicBezTo>
                    <a:cubicBezTo>
                      <a:pt x="1104" y="1064"/>
                      <a:pt x="1255" y="1064"/>
                      <a:pt x="1415" y="1074"/>
                    </a:cubicBezTo>
                    <a:cubicBezTo>
                      <a:pt x="1461" y="1074"/>
                      <a:pt x="1536" y="1087"/>
                      <a:pt x="1606" y="1087"/>
                    </a:cubicBezTo>
                    <a:cubicBezTo>
                      <a:pt x="1658" y="1087"/>
                      <a:pt x="1706" y="1080"/>
                      <a:pt x="1736" y="1054"/>
                    </a:cubicBezTo>
                    <a:cubicBezTo>
                      <a:pt x="1776" y="1024"/>
                      <a:pt x="1776" y="994"/>
                      <a:pt x="1776" y="954"/>
                    </a:cubicBezTo>
                    <a:cubicBezTo>
                      <a:pt x="1776" y="894"/>
                      <a:pt x="1756" y="823"/>
                      <a:pt x="1736" y="763"/>
                    </a:cubicBezTo>
                    <a:cubicBezTo>
                      <a:pt x="1712" y="706"/>
                      <a:pt x="1588" y="470"/>
                      <a:pt x="1499" y="470"/>
                    </a:cubicBezTo>
                    <a:cubicBezTo>
                      <a:pt x="1481" y="470"/>
                      <a:pt x="1464" y="480"/>
                      <a:pt x="1450" y="503"/>
                    </a:cubicBezTo>
                    <a:lnTo>
                      <a:pt x="1450" y="503"/>
                    </a:lnTo>
                    <a:cubicBezTo>
                      <a:pt x="1496" y="403"/>
                      <a:pt x="1173" y="412"/>
                      <a:pt x="1114" y="392"/>
                    </a:cubicBezTo>
                    <a:cubicBezTo>
                      <a:pt x="1136" y="348"/>
                      <a:pt x="1105" y="299"/>
                      <a:pt x="1071" y="299"/>
                    </a:cubicBezTo>
                    <a:cubicBezTo>
                      <a:pt x="1061" y="299"/>
                      <a:pt x="1052" y="302"/>
                      <a:pt x="1044" y="310"/>
                    </a:cubicBezTo>
                    <a:lnTo>
                      <a:pt x="1044" y="310"/>
                    </a:lnTo>
                    <a:cubicBezTo>
                      <a:pt x="1110" y="214"/>
                      <a:pt x="940" y="10"/>
                      <a:pt x="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36" name="Google Shape;12936;p45"/>
              <p:cNvSpPr/>
              <p:nvPr/>
            </p:nvSpPr>
            <p:spPr>
              <a:xfrm>
                <a:off x="1307495" y="4187583"/>
                <a:ext cx="87744" cy="42709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1065" extrusionOk="0">
                    <a:moveTo>
                      <a:pt x="979" y="1"/>
                    </a:moveTo>
                    <a:cubicBezTo>
                      <a:pt x="883" y="1"/>
                      <a:pt x="768" y="197"/>
                      <a:pt x="723" y="364"/>
                    </a:cubicBezTo>
                    <a:cubicBezTo>
                      <a:pt x="663" y="344"/>
                      <a:pt x="583" y="284"/>
                      <a:pt x="532" y="234"/>
                    </a:cubicBezTo>
                    <a:cubicBezTo>
                      <a:pt x="502" y="274"/>
                      <a:pt x="482" y="314"/>
                      <a:pt x="442" y="344"/>
                    </a:cubicBezTo>
                    <a:cubicBezTo>
                      <a:pt x="442" y="304"/>
                      <a:pt x="412" y="284"/>
                      <a:pt x="402" y="254"/>
                    </a:cubicBezTo>
                    <a:cubicBezTo>
                      <a:pt x="352" y="274"/>
                      <a:pt x="292" y="294"/>
                      <a:pt x="232" y="294"/>
                    </a:cubicBezTo>
                    <a:cubicBezTo>
                      <a:pt x="229" y="295"/>
                      <a:pt x="226" y="295"/>
                      <a:pt x="224" y="295"/>
                    </a:cubicBezTo>
                    <a:cubicBezTo>
                      <a:pt x="205" y="295"/>
                      <a:pt x="199" y="269"/>
                      <a:pt x="173" y="269"/>
                    </a:cubicBezTo>
                    <a:cubicBezTo>
                      <a:pt x="167" y="269"/>
                      <a:pt x="160" y="270"/>
                      <a:pt x="151" y="274"/>
                    </a:cubicBezTo>
                    <a:cubicBezTo>
                      <a:pt x="51" y="314"/>
                      <a:pt x="1" y="474"/>
                      <a:pt x="51" y="575"/>
                    </a:cubicBezTo>
                    <a:cubicBezTo>
                      <a:pt x="71" y="605"/>
                      <a:pt x="51" y="675"/>
                      <a:pt x="81" y="735"/>
                    </a:cubicBezTo>
                    <a:cubicBezTo>
                      <a:pt x="141" y="846"/>
                      <a:pt x="272" y="846"/>
                      <a:pt x="362" y="866"/>
                    </a:cubicBezTo>
                    <a:cubicBezTo>
                      <a:pt x="700" y="948"/>
                      <a:pt x="1071" y="1064"/>
                      <a:pt x="1427" y="1064"/>
                    </a:cubicBezTo>
                    <a:cubicBezTo>
                      <a:pt x="1504" y="1064"/>
                      <a:pt x="1581" y="1059"/>
                      <a:pt x="1656" y="1046"/>
                    </a:cubicBezTo>
                    <a:cubicBezTo>
                      <a:pt x="1947" y="996"/>
                      <a:pt x="2187" y="755"/>
                      <a:pt x="1856" y="535"/>
                    </a:cubicBezTo>
                    <a:cubicBezTo>
                      <a:pt x="1806" y="505"/>
                      <a:pt x="1696" y="464"/>
                      <a:pt x="1646" y="444"/>
                    </a:cubicBezTo>
                    <a:cubicBezTo>
                      <a:pt x="1606" y="434"/>
                      <a:pt x="1536" y="414"/>
                      <a:pt x="1485" y="384"/>
                    </a:cubicBezTo>
                    <a:cubicBezTo>
                      <a:pt x="1525" y="240"/>
                      <a:pt x="1398" y="207"/>
                      <a:pt x="1274" y="207"/>
                    </a:cubicBezTo>
                    <a:cubicBezTo>
                      <a:pt x="1208" y="207"/>
                      <a:pt x="1143" y="217"/>
                      <a:pt x="1104" y="224"/>
                    </a:cubicBezTo>
                    <a:cubicBezTo>
                      <a:pt x="1079" y="62"/>
                      <a:pt x="1032" y="1"/>
                      <a:pt x="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37" name="Google Shape;12937;p45"/>
              <p:cNvSpPr/>
              <p:nvPr/>
            </p:nvSpPr>
            <p:spPr>
              <a:xfrm>
                <a:off x="1330033" y="4187703"/>
                <a:ext cx="347007" cy="94963"/>
              </a:xfrm>
              <a:custGeom>
                <a:avLst/>
                <a:gdLst/>
                <a:ahLst/>
                <a:cxnLst/>
                <a:rect l="l" t="t" r="r" b="b"/>
                <a:pathLst>
                  <a:path w="8653" h="2368" extrusionOk="0">
                    <a:moveTo>
                      <a:pt x="6049" y="0"/>
                    </a:moveTo>
                    <a:cubicBezTo>
                      <a:pt x="5858" y="90"/>
                      <a:pt x="5598" y="60"/>
                      <a:pt x="5598" y="341"/>
                    </a:cubicBezTo>
                    <a:cubicBezTo>
                      <a:pt x="5578" y="331"/>
                      <a:pt x="5567" y="301"/>
                      <a:pt x="5547" y="291"/>
                    </a:cubicBezTo>
                    <a:cubicBezTo>
                      <a:pt x="5267" y="421"/>
                      <a:pt x="5156" y="502"/>
                      <a:pt x="5126" y="843"/>
                    </a:cubicBezTo>
                    <a:cubicBezTo>
                      <a:pt x="5060" y="722"/>
                      <a:pt x="4954" y="667"/>
                      <a:pt x="4856" y="667"/>
                    </a:cubicBezTo>
                    <a:cubicBezTo>
                      <a:pt x="4716" y="667"/>
                      <a:pt x="4591" y="779"/>
                      <a:pt x="4615" y="973"/>
                    </a:cubicBezTo>
                    <a:cubicBezTo>
                      <a:pt x="4585" y="943"/>
                      <a:pt x="4554" y="913"/>
                      <a:pt x="4534" y="883"/>
                    </a:cubicBezTo>
                    <a:cubicBezTo>
                      <a:pt x="4534" y="953"/>
                      <a:pt x="4484" y="1023"/>
                      <a:pt x="4504" y="1123"/>
                    </a:cubicBezTo>
                    <a:cubicBezTo>
                      <a:pt x="4392" y="1080"/>
                      <a:pt x="4223" y="990"/>
                      <a:pt x="4098" y="990"/>
                    </a:cubicBezTo>
                    <a:cubicBezTo>
                      <a:pt x="4021" y="990"/>
                      <a:pt x="3962" y="1024"/>
                      <a:pt x="3943" y="1123"/>
                    </a:cubicBezTo>
                    <a:cubicBezTo>
                      <a:pt x="3863" y="1038"/>
                      <a:pt x="3710" y="953"/>
                      <a:pt x="3596" y="953"/>
                    </a:cubicBezTo>
                    <a:cubicBezTo>
                      <a:pt x="3521" y="953"/>
                      <a:pt x="3463" y="989"/>
                      <a:pt x="3451" y="1083"/>
                    </a:cubicBezTo>
                    <a:cubicBezTo>
                      <a:pt x="3421" y="973"/>
                      <a:pt x="3381" y="873"/>
                      <a:pt x="3341" y="782"/>
                    </a:cubicBezTo>
                    <a:cubicBezTo>
                      <a:pt x="3180" y="792"/>
                      <a:pt x="3030" y="873"/>
                      <a:pt x="2909" y="983"/>
                    </a:cubicBezTo>
                    <a:cubicBezTo>
                      <a:pt x="2899" y="923"/>
                      <a:pt x="2859" y="893"/>
                      <a:pt x="2849" y="833"/>
                    </a:cubicBezTo>
                    <a:cubicBezTo>
                      <a:pt x="2830" y="839"/>
                      <a:pt x="2811" y="842"/>
                      <a:pt x="2792" y="842"/>
                    </a:cubicBezTo>
                    <a:cubicBezTo>
                      <a:pt x="2706" y="842"/>
                      <a:pt x="2619" y="785"/>
                      <a:pt x="2546" y="785"/>
                    </a:cubicBezTo>
                    <a:cubicBezTo>
                      <a:pt x="2490" y="785"/>
                      <a:pt x="2442" y="818"/>
                      <a:pt x="2408" y="933"/>
                    </a:cubicBezTo>
                    <a:cubicBezTo>
                      <a:pt x="2324" y="789"/>
                      <a:pt x="2180" y="731"/>
                      <a:pt x="2036" y="731"/>
                    </a:cubicBezTo>
                    <a:cubicBezTo>
                      <a:pt x="1939" y="731"/>
                      <a:pt x="1843" y="758"/>
                      <a:pt x="1766" y="802"/>
                    </a:cubicBezTo>
                    <a:cubicBezTo>
                      <a:pt x="1736" y="722"/>
                      <a:pt x="1666" y="672"/>
                      <a:pt x="1636" y="592"/>
                    </a:cubicBezTo>
                    <a:cubicBezTo>
                      <a:pt x="1515" y="602"/>
                      <a:pt x="1445" y="592"/>
                      <a:pt x="1355" y="682"/>
                    </a:cubicBezTo>
                    <a:lnTo>
                      <a:pt x="1274" y="602"/>
                    </a:lnTo>
                    <a:cubicBezTo>
                      <a:pt x="1254" y="612"/>
                      <a:pt x="1234" y="632"/>
                      <a:pt x="1224" y="652"/>
                    </a:cubicBezTo>
                    <a:cubicBezTo>
                      <a:pt x="1194" y="602"/>
                      <a:pt x="1124" y="552"/>
                      <a:pt x="1094" y="512"/>
                    </a:cubicBezTo>
                    <a:cubicBezTo>
                      <a:pt x="1064" y="542"/>
                      <a:pt x="984" y="582"/>
                      <a:pt x="953" y="612"/>
                    </a:cubicBezTo>
                    <a:cubicBezTo>
                      <a:pt x="833" y="431"/>
                      <a:pt x="763" y="351"/>
                      <a:pt x="552" y="351"/>
                    </a:cubicBezTo>
                    <a:cubicBezTo>
                      <a:pt x="492" y="391"/>
                      <a:pt x="452" y="401"/>
                      <a:pt x="402" y="431"/>
                    </a:cubicBezTo>
                    <a:cubicBezTo>
                      <a:pt x="392" y="431"/>
                      <a:pt x="362" y="371"/>
                      <a:pt x="352" y="361"/>
                    </a:cubicBezTo>
                    <a:cubicBezTo>
                      <a:pt x="332" y="411"/>
                      <a:pt x="291" y="461"/>
                      <a:pt x="281" y="512"/>
                    </a:cubicBezTo>
                    <a:cubicBezTo>
                      <a:pt x="221" y="451"/>
                      <a:pt x="151" y="451"/>
                      <a:pt x="111" y="411"/>
                    </a:cubicBezTo>
                    <a:cubicBezTo>
                      <a:pt x="31" y="542"/>
                      <a:pt x="1" y="702"/>
                      <a:pt x="21" y="863"/>
                    </a:cubicBezTo>
                    <a:cubicBezTo>
                      <a:pt x="41" y="1224"/>
                      <a:pt x="1" y="1685"/>
                      <a:pt x="322" y="2006"/>
                    </a:cubicBezTo>
                    <a:cubicBezTo>
                      <a:pt x="582" y="2247"/>
                      <a:pt x="1102" y="2368"/>
                      <a:pt x="1445" y="2368"/>
                    </a:cubicBezTo>
                    <a:cubicBezTo>
                      <a:pt x="1459" y="2368"/>
                      <a:pt x="1472" y="2368"/>
                      <a:pt x="1485" y="2367"/>
                    </a:cubicBezTo>
                    <a:cubicBezTo>
                      <a:pt x="1866" y="2347"/>
                      <a:pt x="2247" y="2277"/>
                      <a:pt x="2639" y="2277"/>
                    </a:cubicBezTo>
                    <a:cubicBezTo>
                      <a:pt x="3086" y="2277"/>
                      <a:pt x="3539" y="2324"/>
                      <a:pt x="3990" y="2324"/>
                    </a:cubicBezTo>
                    <a:cubicBezTo>
                      <a:pt x="4165" y="2324"/>
                      <a:pt x="4340" y="2317"/>
                      <a:pt x="4514" y="2297"/>
                    </a:cubicBezTo>
                    <a:cubicBezTo>
                      <a:pt x="5527" y="2187"/>
                      <a:pt x="6561" y="1816"/>
                      <a:pt x="7564" y="1585"/>
                    </a:cubicBezTo>
                    <a:cubicBezTo>
                      <a:pt x="7864" y="1525"/>
                      <a:pt x="8376" y="1545"/>
                      <a:pt x="8527" y="1254"/>
                    </a:cubicBezTo>
                    <a:cubicBezTo>
                      <a:pt x="8653" y="1025"/>
                      <a:pt x="8537" y="771"/>
                      <a:pt x="8325" y="771"/>
                    </a:cubicBezTo>
                    <a:cubicBezTo>
                      <a:pt x="8268" y="771"/>
                      <a:pt x="8204" y="790"/>
                      <a:pt x="8135" y="833"/>
                    </a:cubicBezTo>
                    <a:cubicBezTo>
                      <a:pt x="8115" y="752"/>
                      <a:pt x="8045" y="722"/>
                      <a:pt x="8015" y="672"/>
                    </a:cubicBezTo>
                    <a:cubicBezTo>
                      <a:pt x="7975" y="692"/>
                      <a:pt x="7955" y="722"/>
                      <a:pt x="7925" y="752"/>
                    </a:cubicBezTo>
                    <a:cubicBezTo>
                      <a:pt x="7925" y="732"/>
                      <a:pt x="7925" y="672"/>
                      <a:pt x="7905" y="652"/>
                    </a:cubicBezTo>
                    <a:cubicBezTo>
                      <a:pt x="7764" y="672"/>
                      <a:pt x="7624" y="722"/>
                      <a:pt x="7503" y="792"/>
                    </a:cubicBezTo>
                    <a:cubicBezTo>
                      <a:pt x="7473" y="772"/>
                      <a:pt x="7373" y="692"/>
                      <a:pt x="7353" y="672"/>
                    </a:cubicBezTo>
                    <a:cubicBezTo>
                      <a:pt x="7403" y="582"/>
                      <a:pt x="7393" y="461"/>
                      <a:pt x="7413" y="361"/>
                    </a:cubicBezTo>
                    <a:lnTo>
                      <a:pt x="7413" y="361"/>
                    </a:lnTo>
                    <a:cubicBezTo>
                      <a:pt x="7182" y="381"/>
                      <a:pt x="6962" y="512"/>
                      <a:pt x="6751" y="562"/>
                    </a:cubicBezTo>
                    <a:cubicBezTo>
                      <a:pt x="6721" y="542"/>
                      <a:pt x="6631" y="481"/>
                      <a:pt x="6611" y="451"/>
                    </a:cubicBezTo>
                    <a:cubicBezTo>
                      <a:pt x="6591" y="471"/>
                      <a:pt x="6581" y="502"/>
                      <a:pt x="6550" y="522"/>
                    </a:cubicBezTo>
                    <a:cubicBezTo>
                      <a:pt x="6664" y="296"/>
                      <a:pt x="6553" y="84"/>
                      <a:pt x="6404" y="84"/>
                    </a:cubicBezTo>
                    <a:cubicBezTo>
                      <a:pt x="6341" y="84"/>
                      <a:pt x="6272" y="122"/>
                      <a:pt x="6209" y="211"/>
                    </a:cubicBezTo>
                    <a:cubicBezTo>
                      <a:pt x="6139" y="70"/>
                      <a:pt x="6169" y="171"/>
                      <a:pt x="6069" y="90"/>
                    </a:cubicBezTo>
                    <a:cubicBezTo>
                      <a:pt x="6059" y="70"/>
                      <a:pt x="6059" y="10"/>
                      <a:pt x="60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38" name="Google Shape;12938;p45"/>
              <p:cNvSpPr/>
              <p:nvPr/>
            </p:nvSpPr>
            <p:spPr>
              <a:xfrm>
                <a:off x="1509858" y="4187703"/>
                <a:ext cx="110242" cy="67452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1682" extrusionOk="0">
                    <a:moveTo>
                      <a:pt x="1565" y="0"/>
                    </a:moveTo>
                    <a:cubicBezTo>
                      <a:pt x="1374" y="90"/>
                      <a:pt x="1114" y="60"/>
                      <a:pt x="1114" y="341"/>
                    </a:cubicBezTo>
                    <a:cubicBezTo>
                      <a:pt x="1094" y="331"/>
                      <a:pt x="1083" y="301"/>
                      <a:pt x="1063" y="291"/>
                    </a:cubicBezTo>
                    <a:cubicBezTo>
                      <a:pt x="783" y="421"/>
                      <a:pt x="672" y="502"/>
                      <a:pt x="642" y="843"/>
                    </a:cubicBezTo>
                    <a:cubicBezTo>
                      <a:pt x="576" y="722"/>
                      <a:pt x="470" y="667"/>
                      <a:pt x="372" y="667"/>
                    </a:cubicBezTo>
                    <a:cubicBezTo>
                      <a:pt x="232" y="667"/>
                      <a:pt x="107" y="779"/>
                      <a:pt x="131" y="973"/>
                    </a:cubicBezTo>
                    <a:cubicBezTo>
                      <a:pt x="101" y="943"/>
                      <a:pt x="70" y="913"/>
                      <a:pt x="50" y="883"/>
                    </a:cubicBezTo>
                    <a:cubicBezTo>
                      <a:pt x="50" y="953"/>
                      <a:pt x="0" y="1023"/>
                      <a:pt x="20" y="1123"/>
                    </a:cubicBezTo>
                    <a:cubicBezTo>
                      <a:pt x="30" y="1194"/>
                      <a:pt x="0" y="1254"/>
                      <a:pt x="10" y="1304"/>
                    </a:cubicBezTo>
                    <a:cubicBezTo>
                      <a:pt x="40" y="1384"/>
                      <a:pt x="60" y="1354"/>
                      <a:pt x="111" y="1414"/>
                    </a:cubicBezTo>
                    <a:cubicBezTo>
                      <a:pt x="161" y="1454"/>
                      <a:pt x="151" y="1515"/>
                      <a:pt x="221" y="1545"/>
                    </a:cubicBezTo>
                    <a:cubicBezTo>
                      <a:pt x="251" y="1560"/>
                      <a:pt x="291" y="1563"/>
                      <a:pt x="336" y="1563"/>
                    </a:cubicBezTo>
                    <a:cubicBezTo>
                      <a:pt x="384" y="1563"/>
                      <a:pt x="437" y="1559"/>
                      <a:pt x="486" y="1559"/>
                    </a:cubicBezTo>
                    <a:cubicBezTo>
                      <a:pt x="513" y="1559"/>
                      <a:pt x="539" y="1560"/>
                      <a:pt x="562" y="1565"/>
                    </a:cubicBezTo>
                    <a:cubicBezTo>
                      <a:pt x="831" y="1626"/>
                      <a:pt x="1153" y="1682"/>
                      <a:pt x="1452" y="1682"/>
                    </a:cubicBezTo>
                    <a:cubicBezTo>
                      <a:pt x="1543" y="1682"/>
                      <a:pt x="1631" y="1677"/>
                      <a:pt x="1715" y="1665"/>
                    </a:cubicBezTo>
                    <a:cubicBezTo>
                      <a:pt x="1796" y="1655"/>
                      <a:pt x="1866" y="1605"/>
                      <a:pt x="1946" y="1595"/>
                    </a:cubicBezTo>
                    <a:cubicBezTo>
                      <a:pt x="1961" y="1593"/>
                      <a:pt x="1977" y="1592"/>
                      <a:pt x="1993" y="1592"/>
                    </a:cubicBezTo>
                    <a:cubicBezTo>
                      <a:pt x="2061" y="1592"/>
                      <a:pt x="2134" y="1607"/>
                      <a:pt x="2207" y="1615"/>
                    </a:cubicBezTo>
                    <a:cubicBezTo>
                      <a:pt x="2387" y="1615"/>
                      <a:pt x="2528" y="1595"/>
                      <a:pt x="2648" y="1454"/>
                    </a:cubicBezTo>
                    <a:cubicBezTo>
                      <a:pt x="2688" y="1404"/>
                      <a:pt x="2749" y="1334"/>
                      <a:pt x="2729" y="1284"/>
                    </a:cubicBezTo>
                    <a:cubicBezTo>
                      <a:pt x="2718" y="1229"/>
                      <a:pt x="2696" y="1219"/>
                      <a:pt x="2668" y="1219"/>
                    </a:cubicBezTo>
                    <a:cubicBezTo>
                      <a:pt x="2653" y="1219"/>
                      <a:pt x="2635" y="1222"/>
                      <a:pt x="2618" y="1222"/>
                    </a:cubicBezTo>
                    <a:cubicBezTo>
                      <a:pt x="2604" y="1222"/>
                      <a:pt x="2591" y="1220"/>
                      <a:pt x="2578" y="1214"/>
                    </a:cubicBezTo>
                    <a:cubicBezTo>
                      <a:pt x="2594" y="1173"/>
                      <a:pt x="2557" y="1138"/>
                      <a:pt x="2521" y="1138"/>
                    </a:cubicBezTo>
                    <a:cubicBezTo>
                      <a:pt x="2513" y="1138"/>
                      <a:pt x="2505" y="1140"/>
                      <a:pt x="2498" y="1143"/>
                    </a:cubicBezTo>
                    <a:cubicBezTo>
                      <a:pt x="2468" y="1103"/>
                      <a:pt x="2448" y="1043"/>
                      <a:pt x="2468" y="993"/>
                    </a:cubicBezTo>
                    <a:cubicBezTo>
                      <a:pt x="2439" y="979"/>
                      <a:pt x="2421" y="965"/>
                      <a:pt x="2399" y="965"/>
                    </a:cubicBezTo>
                    <a:cubicBezTo>
                      <a:pt x="2389" y="965"/>
                      <a:pt x="2379" y="967"/>
                      <a:pt x="2367" y="973"/>
                    </a:cubicBezTo>
                    <a:lnTo>
                      <a:pt x="2387" y="953"/>
                    </a:lnTo>
                    <a:cubicBezTo>
                      <a:pt x="2365" y="927"/>
                      <a:pt x="2344" y="918"/>
                      <a:pt x="2324" y="918"/>
                    </a:cubicBezTo>
                    <a:cubicBezTo>
                      <a:pt x="2283" y="918"/>
                      <a:pt x="2247" y="956"/>
                      <a:pt x="2207" y="963"/>
                    </a:cubicBezTo>
                    <a:cubicBezTo>
                      <a:pt x="2187" y="973"/>
                      <a:pt x="2177" y="993"/>
                      <a:pt x="2157" y="993"/>
                    </a:cubicBezTo>
                    <a:cubicBezTo>
                      <a:pt x="2137" y="993"/>
                      <a:pt x="2087" y="963"/>
                      <a:pt x="2056" y="963"/>
                    </a:cubicBezTo>
                    <a:cubicBezTo>
                      <a:pt x="2117" y="933"/>
                      <a:pt x="2247" y="742"/>
                      <a:pt x="2107" y="732"/>
                    </a:cubicBezTo>
                    <a:cubicBezTo>
                      <a:pt x="2127" y="702"/>
                      <a:pt x="2127" y="682"/>
                      <a:pt x="2157" y="652"/>
                    </a:cubicBezTo>
                    <a:cubicBezTo>
                      <a:pt x="2137" y="612"/>
                      <a:pt x="2087" y="602"/>
                      <a:pt x="2056" y="592"/>
                    </a:cubicBezTo>
                    <a:cubicBezTo>
                      <a:pt x="2077" y="542"/>
                      <a:pt x="2107" y="502"/>
                      <a:pt x="2127" y="461"/>
                    </a:cubicBezTo>
                    <a:lnTo>
                      <a:pt x="2127" y="451"/>
                    </a:lnTo>
                    <a:cubicBezTo>
                      <a:pt x="2107" y="471"/>
                      <a:pt x="2097" y="502"/>
                      <a:pt x="2066" y="522"/>
                    </a:cubicBezTo>
                    <a:cubicBezTo>
                      <a:pt x="2180" y="296"/>
                      <a:pt x="2069" y="84"/>
                      <a:pt x="1920" y="84"/>
                    </a:cubicBezTo>
                    <a:cubicBezTo>
                      <a:pt x="1857" y="84"/>
                      <a:pt x="1788" y="122"/>
                      <a:pt x="1725" y="211"/>
                    </a:cubicBezTo>
                    <a:cubicBezTo>
                      <a:pt x="1655" y="70"/>
                      <a:pt x="1685" y="171"/>
                      <a:pt x="1585" y="90"/>
                    </a:cubicBezTo>
                    <a:cubicBezTo>
                      <a:pt x="1575" y="70"/>
                      <a:pt x="1575" y="10"/>
                      <a:pt x="15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39" name="Google Shape;12939;p45"/>
              <p:cNvSpPr/>
              <p:nvPr/>
            </p:nvSpPr>
            <p:spPr>
              <a:xfrm>
                <a:off x="1255200" y="4198531"/>
                <a:ext cx="110282" cy="67493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683" extrusionOk="0">
                    <a:moveTo>
                      <a:pt x="1566" y="1"/>
                    </a:moveTo>
                    <a:cubicBezTo>
                      <a:pt x="1385" y="101"/>
                      <a:pt x="1124" y="61"/>
                      <a:pt x="1124" y="342"/>
                    </a:cubicBezTo>
                    <a:cubicBezTo>
                      <a:pt x="1104" y="332"/>
                      <a:pt x="1094" y="302"/>
                      <a:pt x="1074" y="302"/>
                    </a:cubicBezTo>
                    <a:cubicBezTo>
                      <a:pt x="793" y="432"/>
                      <a:pt x="683" y="502"/>
                      <a:pt x="643" y="843"/>
                    </a:cubicBezTo>
                    <a:cubicBezTo>
                      <a:pt x="581" y="725"/>
                      <a:pt x="478" y="671"/>
                      <a:pt x="380" y="671"/>
                    </a:cubicBezTo>
                    <a:cubicBezTo>
                      <a:pt x="238" y="671"/>
                      <a:pt x="108" y="784"/>
                      <a:pt x="131" y="974"/>
                    </a:cubicBezTo>
                    <a:cubicBezTo>
                      <a:pt x="111" y="954"/>
                      <a:pt x="81" y="914"/>
                      <a:pt x="61" y="894"/>
                    </a:cubicBezTo>
                    <a:cubicBezTo>
                      <a:pt x="61" y="954"/>
                      <a:pt x="1" y="1034"/>
                      <a:pt x="21" y="1134"/>
                    </a:cubicBezTo>
                    <a:lnTo>
                      <a:pt x="21" y="1124"/>
                    </a:lnTo>
                    <a:lnTo>
                      <a:pt x="21" y="1124"/>
                    </a:lnTo>
                    <a:cubicBezTo>
                      <a:pt x="31" y="1194"/>
                      <a:pt x="11" y="1255"/>
                      <a:pt x="21" y="1305"/>
                    </a:cubicBezTo>
                    <a:cubicBezTo>
                      <a:pt x="51" y="1385"/>
                      <a:pt x="71" y="1355"/>
                      <a:pt x="121" y="1415"/>
                    </a:cubicBezTo>
                    <a:cubicBezTo>
                      <a:pt x="161" y="1455"/>
                      <a:pt x="161" y="1515"/>
                      <a:pt x="222" y="1546"/>
                    </a:cubicBezTo>
                    <a:cubicBezTo>
                      <a:pt x="255" y="1560"/>
                      <a:pt x="298" y="1564"/>
                      <a:pt x="344" y="1564"/>
                    </a:cubicBezTo>
                    <a:cubicBezTo>
                      <a:pt x="394" y="1564"/>
                      <a:pt x="448" y="1560"/>
                      <a:pt x="497" y="1560"/>
                    </a:cubicBezTo>
                    <a:cubicBezTo>
                      <a:pt x="524" y="1560"/>
                      <a:pt x="550" y="1561"/>
                      <a:pt x="573" y="1566"/>
                    </a:cubicBezTo>
                    <a:cubicBezTo>
                      <a:pt x="842" y="1627"/>
                      <a:pt x="1164" y="1683"/>
                      <a:pt x="1462" y="1683"/>
                    </a:cubicBezTo>
                    <a:cubicBezTo>
                      <a:pt x="1553" y="1683"/>
                      <a:pt x="1642" y="1678"/>
                      <a:pt x="1726" y="1666"/>
                    </a:cubicBezTo>
                    <a:cubicBezTo>
                      <a:pt x="1806" y="1656"/>
                      <a:pt x="1877" y="1616"/>
                      <a:pt x="1947" y="1596"/>
                    </a:cubicBezTo>
                    <a:cubicBezTo>
                      <a:pt x="1964" y="1594"/>
                      <a:pt x="1981" y="1593"/>
                      <a:pt x="1998" y="1593"/>
                    </a:cubicBezTo>
                    <a:cubicBezTo>
                      <a:pt x="2071" y="1593"/>
                      <a:pt x="2143" y="1608"/>
                      <a:pt x="2208" y="1616"/>
                    </a:cubicBezTo>
                    <a:cubicBezTo>
                      <a:pt x="2229" y="1617"/>
                      <a:pt x="2250" y="1618"/>
                      <a:pt x="2271" y="1618"/>
                    </a:cubicBezTo>
                    <a:cubicBezTo>
                      <a:pt x="2430" y="1618"/>
                      <a:pt x="2551" y="1580"/>
                      <a:pt x="2649" y="1455"/>
                    </a:cubicBezTo>
                    <a:cubicBezTo>
                      <a:pt x="2689" y="1405"/>
                      <a:pt x="2749" y="1345"/>
                      <a:pt x="2739" y="1285"/>
                    </a:cubicBezTo>
                    <a:cubicBezTo>
                      <a:pt x="2730" y="1232"/>
                      <a:pt x="2709" y="1221"/>
                      <a:pt x="2682" y="1221"/>
                    </a:cubicBezTo>
                    <a:cubicBezTo>
                      <a:pt x="2660" y="1221"/>
                      <a:pt x="2635" y="1228"/>
                      <a:pt x="2608" y="1228"/>
                    </a:cubicBezTo>
                    <a:cubicBezTo>
                      <a:pt x="2599" y="1228"/>
                      <a:pt x="2589" y="1227"/>
                      <a:pt x="2579" y="1225"/>
                    </a:cubicBezTo>
                    <a:cubicBezTo>
                      <a:pt x="2603" y="1175"/>
                      <a:pt x="2567" y="1139"/>
                      <a:pt x="2526" y="1139"/>
                    </a:cubicBezTo>
                    <a:cubicBezTo>
                      <a:pt x="2517" y="1139"/>
                      <a:pt x="2507" y="1141"/>
                      <a:pt x="2498" y="1144"/>
                    </a:cubicBezTo>
                    <a:cubicBezTo>
                      <a:pt x="2468" y="1104"/>
                      <a:pt x="2458" y="1044"/>
                      <a:pt x="2468" y="994"/>
                    </a:cubicBezTo>
                    <a:cubicBezTo>
                      <a:pt x="2449" y="981"/>
                      <a:pt x="2434" y="968"/>
                      <a:pt x="2416" y="968"/>
                    </a:cubicBezTo>
                    <a:cubicBezTo>
                      <a:pt x="2405" y="968"/>
                      <a:pt x="2393" y="973"/>
                      <a:pt x="2378" y="984"/>
                    </a:cubicBezTo>
                    <a:lnTo>
                      <a:pt x="2388" y="954"/>
                    </a:lnTo>
                    <a:cubicBezTo>
                      <a:pt x="2369" y="928"/>
                      <a:pt x="2351" y="919"/>
                      <a:pt x="2333" y="919"/>
                    </a:cubicBezTo>
                    <a:cubicBezTo>
                      <a:pt x="2295" y="919"/>
                      <a:pt x="2258" y="960"/>
                      <a:pt x="2218" y="974"/>
                    </a:cubicBezTo>
                    <a:cubicBezTo>
                      <a:pt x="2198" y="974"/>
                      <a:pt x="2188" y="994"/>
                      <a:pt x="2167" y="994"/>
                    </a:cubicBezTo>
                    <a:cubicBezTo>
                      <a:pt x="2147" y="994"/>
                      <a:pt x="2097" y="964"/>
                      <a:pt x="2067" y="964"/>
                    </a:cubicBezTo>
                    <a:cubicBezTo>
                      <a:pt x="2127" y="934"/>
                      <a:pt x="2258" y="743"/>
                      <a:pt x="2117" y="733"/>
                    </a:cubicBezTo>
                    <a:cubicBezTo>
                      <a:pt x="2137" y="703"/>
                      <a:pt x="2137" y="683"/>
                      <a:pt x="2167" y="653"/>
                    </a:cubicBezTo>
                    <a:cubicBezTo>
                      <a:pt x="2147" y="613"/>
                      <a:pt x="2097" y="603"/>
                      <a:pt x="2057" y="593"/>
                    </a:cubicBezTo>
                    <a:cubicBezTo>
                      <a:pt x="2087" y="542"/>
                      <a:pt x="2107" y="502"/>
                      <a:pt x="2137" y="462"/>
                    </a:cubicBezTo>
                    <a:lnTo>
                      <a:pt x="2127" y="462"/>
                    </a:lnTo>
                    <a:cubicBezTo>
                      <a:pt x="2107" y="482"/>
                      <a:pt x="2107" y="512"/>
                      <a:pt x="2077" y="522"/>
                    </a:cubicBezTo>
                    <a:cubicBezTo>
                      <a:pt x="2189" y="298"/>
                      <a:pt x="2076" y="89"/>
                      <a:pt x="1930" y="89"/>
                    </a:cubicBezTo>
                    <a:cubicBezTo>
                      <a:pt x="1866" y="89"/>
                      <a:pt x="1797" y="128"/>
                      <a:pt x="1736" y="222"/>
                    </a:cubicBezTo>
                    <a:cubicBezTo>
                      <a:pt x="1656" y="71"/>
                      <a:pt x="1696" y="171"/>
                      <a:pt x="1586" y="91"/>
                    </a:cubicBezTo>
                    <a:cubicBezTo>
                      <a:pt x="1586" y="71"/>
                      <a:pt x="1586" y="21"/>
                      <a:pt x="15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40" name="Google Shape;12940;p45"/>
              <p:cNvSpPr/>
              <p:nvPr/>
            </p:nvSpPr>
            <p:spPr>
              <a:xfrm>
                <a:off x="1510259" y="4187703"/>
                <a:ext cx="70019" cy="44273"/>
              </a:xfrm>
              <a:custGeom>
                <a:avLst/>
                <a:gdLst/>
                <a:ahLst/>
                <a:cxnLst/>
                <a:rect l="l" t="t" r="r" b="b"/>
                <a:pathLst>
                  <a:path w="1746" h="1104" extrusionOk="0">
                    <a:moveTo>
                      <a:pt x="1555" y="0"/>
                    </a:moveTo>
                    <a:cubicBezTo>
                      <a:pt x="1364" y="90"/>
                      <a:pt x="1104" y="60"/>
                      <a:pt x="1104" y="341"/>
                    </a:cubicBezTo>
                    <a:cubicBezTo>
                      <a:pt x="1084" y="331"/>
                      <a:pt x="1073" y="301"/>
                      <a:pt x="1053" y="291"/>
                    </a:cubicBezTo>
                    <a:cubicBezTo>
                      <a:pt x="773" y="421"/>
                      <a:pt x="662" y="502"/>
                      <a:pt x="632" y="843"/>
                    </a:cubicBezTo>
                    <a:cubicBezTo>
                      <a:pt x="566" y="722"/>
                      <a:pt x="460" y="667"/>
                      <a:pt x="362" y="667"/>
                    </a:cubicBezTo>
                    <a:cubicBezTo>
                      <a:pt x="222" y="667"/>
                      <a:pt x="97" y="779"/>
                      <a:pt x="121" y="973"/>
                    </a:cubicBezTo>
                    <a:cubicBezTo>
                      <a:pt x="91" y="943"/>
                      <a:pt x="60" y="913"/>
                      <a:pt x="40" y="883"/>
                    </a:cubicBezTo>
                    <a:cubicBezTo>
                      <a:pt x="40" y="943"/>
                      <a:pt x="0" y="1013"/>
                      <a:pt x="0" y="1103"/>
                    </a:cubicBezTo>
                    <a:cubicBezTo>
                      <a:pt x="20" y="1073"/>
                      <a:pt x="50" y="1043"/>
                      <a:pt x="80" y="1023"/>
                    </a:cubicBezTo>
                    <a:cubicBezTo>
                      <a:pt x="103" y="1012"/>
                      <a:pt x="122" y="1007"/>
                      <a:pt x="138" y="1007"/>
                    </a:cubicBezTo>
                    <a:cubicBezTo>
                      <a:pt x="208" y="1007"/>
                      <a:pt x="232" y="1093"/>
                      <a:pt x="321" y="1093"/>
                    </a:cubicBezTo>
                    <a:cubicBezTo>
                      <a:pt x="321" y="993"/>
                      <a:pt x="331" y="933"/>
                      <a:pt x="422" y="893"/>
                    </a:cubicBezTo>
                    <a:cubicBezTo>
                      <a:pt x="432" y="893"/>
                      <a:pt x="452" y="913"/>
                      <a:pt x="472" y="913"/>
                    </a:cubicBezTo>
                    <a:cubicBezTo>
                      <a:pt x="499" y="904"/>
                      <a:pt x="526" y="861"/>
                      <a:pt x="554" y="861"/>
                    </a:cubicBezTo>
                    <a:cubicBezTo>
                      <a:pt x="557" y="861"/>
                      <a:pt x="559" y="862"/>
                      <a:pt x="562" y="863"/>
                    </a:cubicBezTo>
                    <a:cubicBezTo>
                      <a:pt x="599" y="863"/>
                      <a:pt x="593" y="924"/>
                      <a:pt x="633" y="924"/>
                    </a:cubicBezTo>
                    <a:cubicBezTo>
                      <a:pt x="636" y="924"/>
                      <a:pt x="639" y="923"/>
                      <a:pt x="642" y="923"/>
                    </a:cubicBezTo>
                    <a:cubicBezTo>
                      <a:pt x="682" y="913"/>
                      <a:pt x="672" y="802"/>
                      <a:pt x="692" y="762"/>
                    </a:cubicBezTo>
                    <a:cubicBezTo>
                      <a:pt x="742" y="672"/>
                      <a:pt x="853" y="652"/>
                      <a:pt x="923" y="612"/>
                    </a:cubicBezTo>
                    <a:cubicBezTo>
                      <a:pt x="973" y="592"/>
                      <a:pt x="1003" y="542"/>
                      <a:pt x="1073" y="522"/>
                    </a:cubicBezTo>
                    <a:cubicBezTo>
                      <a:pt x="1174" y="502"/>
                      <a:pt x="1174" y="532"/>
                      <a:pt x="1244" y="421"/>
                    </a:cubicBezTo>
                    <a:cubicBezTo>
                      <a:pt x="1267" y="375"/>
                      <a:pt x="1255" y="328"/>
                      <a:pt x="1299" y="328"/>
                    </a:cubicBezTo>
                    <a:cubicBezTo>
                      <a:pt x="1312" y="328"/>
                      <a:pt x="1329" y="332"/>
                      <a:pt x="1354" y="341"/>
                    </a:cubicBezTo>
                    <a:cubicBezTo>
                      <a:pt x="1330" y="242"/>
                      <a:pt x="1386" y="157"/>
                      <a:pt x="1479" y="157"/>
                    </a:cubicBezTo>
                    <a:cubicBezTo>
                      <a:pt x="1499" y="157"/>
                      <a:pt x="1521" y="161"/>
                      <a:pt x="1545" y="171"/>
                    </a:cubicBezTo>
                    <a:cubicBezTo>
                      <a:pt x="1575" y="181"/>
                      <a:pt x="1595" y="221"/>
                      <a:pt x="1635" y="231"/>
                    </a:cubicBezTo>
                    <a:cubicBezTo>
                      <a:pt x="1639" y="233"/>
                      <a:pt x="1645" y="234"/>
                      <a:pt x="1652" y="234"/>
                    </a:cubicBezTo>
                    <a:cubicBezTo>
                      <a:pt x="1669" y="234"/>
                      <a:pt x="1695" y="228"/>
                      <a:pt x="1719" y="228"/>
                    </a:cubicBezTo>
                    <a:cubicBezTo>
                      <a:pt x="1728" y="228"/>
                      <a:pt x="1737" y="229"/>
                      <a:pt x="1746" y="231"/>
                    </a:cubicBezTo>
                    <a:lnTo>
                      <a:pt x="1736" y="191"/>
                    </a:lnTo>
                    <a:lnTo>
                      <a:pt x="1715" y="211"/>
                    </a:lnTo>
                    <a:cubicBezTo>
                      <a:pt x="1645" y="70"/>
                      <a:pt x="1675" y="171"/>
                      <a:pt x="1575" y="90"/>
                    </a:cubicBezTo>
                    <a:cubicBezTo>
                      <a:pt x="1565" y="70"/>
                      <a:pt x="1565" y="10"/>
                      <a:pt x="155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941" name="Google Shape;12941;p45"/>
            <p:cNvGrpSpPr/>
            <p:nvPr/>
          </p:nvGrpSpPr>
          <p:grpSpPr>
            <a:xfrm rot="-575426">
              <a:off x="4977464" y="4241675"/>
              <a:ext cx="824216" cy="233743"/>
              <a:chOff x="2436564" y="2774658"/>
              <a:chExt cx="737475" cy="209143"/>
            </a:xfrm>
          </p:grpSpPr>
          <p:sp>
            <p:nvSpPr>
              <p:cNvPr id="12942" name="Google Shape;12942;p45"/>
              <p:cNvSpPr/>
              <p:nvPr/>
            </p:nvSpPr>
            <p:spPr>
              <a:xfrm>
                <a:off x="2436564" y="2775028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43" name="Google Shape;12943;p45"/>
              <p:cNvSpPr/>
              <p:nvPr/>
            </p:nvSpPr>
            <p:spPr>
              <a:xfrm rot="-293525">
                <a:off x="2946011" y="2783857"/>
                <a:ext cx="222094" cy="148664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44" name="Google Shape;12944;p45"/>
              <p:cNvSpPr/>
              <p:nvPr/>
            </p:nvSpPr>
            <p:spPr>
              <a:xfrm>
                <a:off x="2530687" y="2788623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45" name="Google Shape;12945;p45"/>
              <p:cNvSpPr/>
              <p:nvPr/>
            </p:nvSpPr>
            <p:spPr>
              <a:xfrm>
                <a:off x="2874784" y="2820106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46" name="Google Shape;12946;p45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947" name="Google Shape;12947;p45"/>
            <p:cNvGrpSpPr/>
            <p:nvPr/>
          </p:nvGrpSpPr>
          <p:grpSpPr>
            <a:xfrm rot="-263875">
              <a:off x="5836717" y="4098665"/>
              <a:ext cx="813287" cy="233323"/>
              <a:chOff x="2447923" y="2707800"/>
              <a:chExt cx="727715" cy="208774"/>
            </a:xfrm>
          </p:grpSpPr>
          <p:sp>
            <p:nvSpPr>
              <p:cNvPr id="12948" name="Google Shape;12948;p45"/>
              <p:cNvSpPr/>
              <p:nvPr/>
            </p:nvSpPr>
            <p:spPr>
              <a:xfrm>
                <a:off x="2447923" y="2707800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49" name="Google Shape;12949;p45"/>
              <p:cNvSpPr/>
              <p:nvPr/>
            </p:nvSpPr>
            <p:spPr>
              <a:xfrm>
                <a:off x="2953550" y="2749147"/>
                <a:ext cx="222088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50" name="Google Shape;12950;p45"/>
              <p:cNvSpPr/>
              <p:nvPr/>
            </p:nvSpPr>
            <p:spPr>
              <a:xfrm>
                <a:off x="2542046" y="2721395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51" name="Google Shape;12951;p45"/>
              <p:cNvSpPr/>
              <p:nvPr/>
            </p:nvSpPr>
            <p:spPr>
              <a:xfrm>
                <a:off x="2871498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2952" name="Google Shape;12952;p45"/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2953" name="Google Shape;12953;p45"/>
          <p:cNvGrpSpPr/>
          <p:nvPr/>
        </p:nvGrpSpPr>
        <p:grpSpPr>
          <a:xfrm flipH="1">
            <a:off x="-210130" y="3767244"/>
            <a:ext cx="5155547" cy="2106696"/>
            <a:chOff x="4285695" y="3101469"/>
            <a:chExt cx="5155547" cy="2106696"/>
          </a:xfrm>
        </p:grpSpPr>
        <p:sp>
          <p:nvSpPr>
            <p:cNvPr id="12954" name="Google Shape;12954;p45"/>
            <p:cNvSpPr/>
            <p:nvPr/>
          </p:nvSpPr>
          <p:spPr>
            <a:xfrm>
              <a:off x="4285695" y="3101469"/>
              <a:ext cx="5155547" cy="2098315"/>
            </a:xfrm>
            <a:custGeom>
              <a:avLst/>
              <a:gdLst/>
              <a:ahLst/>
              <a:cxnLst/>
              <a:rect l="l" t="t" r="r" b="b"/>
              <a:pathLst>
                <a:path w="62130" h="25287" extrusionOk="0">
                  <a:moveTo>
                    <a:pt x="59522" y="0"/>
                  </a:moveTo>
                  <a:cubicBezTo>
                    <a:pt x="58960" y="381"/>
                    <a:pt x="58509" y="652"/>
                    <a:pt x="58178" y="903"/>
                  </a:cubicBezTo>
                  <a:cubicBezTo>
                    <a:pt x="57847" y="1164"/>
                    <a:pt x="56734" y="2046"/>
                    <a:pt x="56734" y="2046"/>
                  </a:cubicBezTo>
                  <a:cubicBezTo>
                    <a:pt x="56734" y="2046"/>
                    <a:pt x="56784" y="2508"/>
                    <a:pt x="56453" y="2758"/>
                  </a:cubicBezTo>
                  <a:cubicBezTo>
                    <a:pt x="56122" y="3019"/>
                    <a:pt x="55771" y="3160"/>
                    <a:pt x="55660" y="3280"/>
                  </a:cubicBezTo>
                  <a:cubicBezTo>
                    <a:pt x="55560" y="3400"/>
                    <a:pt x="54597" y="3481"/>
                    <a:pt x="54266" y="3731"/>
                  </a:cubicBezTo>
                  <a:cubicBezTo>
                    <a:pt x="54155" y="3818"/>
                    <a:pt x="53991" y="3843"/>
                    <a:pt x="53807" y="3843"/>
                  </a:cubicBezTo>
                  <a:cubicBezTo>
                    <a:pt x="53691" y="3843"/>
                    <a:pt x="53567" y="3833"/>
                    <a:pt x="53444" y="3822"/>
                  </a:cubicBezTo>
                  <a:cubicBezTo>
                    <a:pt x="53330" y="3813"/>
                    <a:pt x="53217" y="3806"/>
                    <a:pt x="53108" y="3806"/>
                  </a:cubicBezTo>
                  <a:cubicBezTo>
                    <a:pt x="52966" y="3806"/>
                    <a:pt x="52830" y="3818"/>
                    <a:pt x="52711" y="3852"/>
                  </a:cubicBezTo>
                  <a:cubicBezTo>
                    <a:pt x="52250" y="4002"/>
                    <a:pt x="51738" y="3812"/>
                    <a:pt x="51407" y="4072"/>
                  </a:cubicBezTo>
                  <a:cubicBezTo>
                    <a:pt x="51076" y="4323"/>
                    <a:pt x="50033" y="4755"/>
                    <a:pt x="50033" y="4755"/>
                  </a:cubicBezTo>
                  <a:cubicBezTo>
                    <a:pt x="50033" y="4755"/>
                    <a:pt x="50005" y="4752"/>
                    <a:pt x="49956" y="4752"/>
                  </a:cubicBezTo>
                  <a:cubicBezTo>
                    <a:pt x="49757" y="4752"/>
                    <a:pt x="49218" y="4791"/>
                    <a:pt x="48880" y="5186"/>
                  </a:cubicBezTo>
                  <a:cubicBezTo>
                    <a:pt x="48537" y="5576"/>
                    <a:pt x="48473" y="5726"/>
                    <a:pt x="48335" y="5726"/>
                  </a:cubicBezTo>
                  <a:cubicBezTo>
                    <a:pt x="48300" y="5726"/>
                    <a:pt x="48259" y="5716"/>
                    <a:pt x="48208" y="5697"/>
                  </a:cubicBezTo>
                  <a:cubicBezTo>
                    <a:pt x="47957" y="5597"/>
                    <a:pt x="47134" y="4744"/>
                    <a:pt x="46884" y="4654"/>
                  </a:cubicBezTo>
                  <a:cubicBezTo>
                    <a:pt x="46677" y="4571"/>
                    <a:pt x="46224" y="4516"/>
                    <a:pt x="45875" y="4516"/>
                  </a:cubicBezTo>
                  <a:cubicBezTo>
                    <a:pt x="45801" y="4516"/>
                    <a:pt x="45731" y="4519"/>
                    <a:pt x="45670" y="4524"/>
                  </a:cubicBezTo>
                  <a:cubicBezTo>
                    <a:pt x="45381" y="4540"/>
                    <a:pt x="45130" y="4929"/>
                    <a:pt x="44779" y="4929"/>
                  </a:cubicBezTo>
                  <a:cubicBezTo>
                    <a:pt x="44692" y="4929"/>
                    <a:pt x="44598" y="4905"/>
                    <a:pt x="44496" y="4845"/>
                  </a:cubicBezTo>
                  <a:cubicBezTo>
                    <a:pt x="43975" y="4534"/>
                    <a:pt x="43804" y="4093"/>
                    <a:pt x="43082" y="4032"/>
                  </a:cubicBezTo>
                  <a:cubicBezTo>
                    <a:pt x="42350" y="3972"/>
                    <a:pt x="42590" y="3962"/>
                    <a:pt x="41969" y="3782"/>
                  </a:cubicBezTo>
                  <a:cubicBezTo>
                    <a:pt x="41337" y="3601"/>
                    <a:pt x="41186" y="3270"/>
                    <a:pt x="40665" y="2959"/>
                  </a:cubicBezTo>
                  <a:cubicBezTo>
                    <a:pt x="40153" y="2658"/>
                    <a:pt x="39621" y="2237"/>
                    <a:pt x="39351" y="1916"/>
                  </a:cubicBezTo>
                  <a:cubicBezTo>
                    <a:pt x="39070" y="1595"/>
                    <a:pt x="38819" y="1505"/>
                    <a:pt x="38418" y="1194"/>
                  </a:cubicBezTo>
                  <a:cubicBezTo>
                    <a:pt x="38027" y="873"/>
                    <a:pt x="37786" y="893"/>
                    <a:pt x="37405" y="692"/>
                  </a:cubicBezTo>
                  <a:cubicBezTo>
                    <a:pt x="37090" y="539"/>
                    <a:pt x="36710" y="457"/>
                    <a:pt x="36265" y="457"/>
                  </a:cubicBezTo>
                  <a:cubicBezTo>
                    <a:pt x="36157" y="457"/>
                    <a:pt x="36046" y="462"/>
                    <a:pt x="35930" y="471"/>
                  </a:cubicBezTo>
                  <a:cubicBezTo>
                    <a:pt x="35869" y="476"/>
                    <a:pt x="35805" y="478"/>
                    <a:pt x="35741" y="478"/>
                  </a:cubicBezTo>
                  <a:cubicBezTo>
                    <a:pt x="35181" y="478"/>
                    <a:pt x="34560" y="332"/>
                    <a:pt x="34335" y="251"/>
                  </a:cubicBezTo>
                  <a:cubicBezTo>
                    <a:pt x="34313" y="243"/>
                    <a:pt x="34287" y="239"/>
                    <a:pt x="34258" y="239"/>
                  </a:cubicBezTo>
                  <a:cubicBezTo>
                    <a:pt x="34143" y="239"/>
                    <a:pt x="33978" y="295"/>
                    <a:pt x="33794" y="351"/>
                  </a:cubicBezTo>
                  <a:cubicBezTo>
                    <a:pt x="33609" y="405"/>
                    <a:pt x="33411" y="462"/>
                    <a:pt x="33232" y="462"/>
                  </a:cubicBezTo>
                  <a:cubicBezTo>
                    <a:pt x="33109" y="462"/>
                    <a:pt x="32995" y="435"/>
                    <a:pt x="32901" y="361"/>
                  </a:cubicBezTo>
                  <a:cubicBezTo>
                    <a:pt x="32794" y="278"/>
                    <a:pt x="32719" y="242"/>
                    <a:pt x="32659" y="242"/>
                  </a:cubicBezTo>
                  <a:cubicBezTo>
                    <a:pt x="32496" y="242"/>
                    <a:pt x="32457" y="519"/>
                    <a:pt x="32229" y="873"/>
                  </a:cubicBezTo>
                  <a:cubicBezTo>
                    <a:pt x="31928" y="1354"/>
                    <a:pt x="31266" y="1976"/>
                    <a:pt x="30935" y="2237"/>
                  </a:cubicBezTo>
                  <a:cubicBezTo>
                    <a:pt x="30604" y="2488"/>
                    <a:pt x="30624" y="2718"/>
                    <a:pt x="30303" y="3089"/>
                  </a:cubicBezTo>
                  <a:cubicBezTo>
                    <a:pt x="29982" y="3451"/>
                    <a:pt x="29992" y="3571"/>
                    <a:pt x="29661" y="3822"/>
                  </a:cubicBezTo>
                  <a:cubicBezTo>
                    <a:pt x="29608" y="3863"/>
                    <a:pt x="29536" y="3880"/>
                    <a:pt x="29449" y="3880"/>
                  </a:cubicBezTo>
                  <a:cubicBezTo>
                    <a:pt x="29241" y="3880"/>
                    <a:pt x="28955" y="3781"/>
                    <a:pt x="28678" y="3681"/>
                  </a:cubicBezTo>
                  <a:cubicBezTo>
                    <a:pt x="28399" y="3586"/>
                    <a:pt x="28120" y="3490"/>
                    <a:pt x="27937" y="3490"/>
                  </a:cubicBezTo>
                  <a:cubicBezTo>
                    <a:pt x="27889" y="3490"/>
                    <a:pt x="27848" y="3496"/>
                    <a:pt x="27815" y="3511"/>
                  </a:cubicBezTo>
                  <a:cubicBezTo>
                    <a:pt x="27766" y="3531"/>
                    <a:pt x="27719" y="3540"/>
                    <a:pt x="27671" y="3540"/>
                  </a:cubicBezTo>
                  <a:cubicBezTo>
                    <a:pt x="27535" y="3540"/>
                    <a:pt x="27400" y="3467"/>
                    <a:pt x="27244" y="3400"/>
                  </a:cubicBezTo>
                  <a:cubicBezTo>
                    <a:pt x="27082" y="3329"/>
                    <a:pt x="26897" y="3257"/>
                    <a:pt x="26666" y="3257"/>
                  </a:cubicBezTo>
                  <a:cubicBezTo>
                    <a:pt x="26638" y="3257"/>
                    <a:pt x="26610" y="3258"/>
                    <a:pt x="26582" y="3260"/>
                  </a:cubicBezTo>
                  <a:cubicBezTo>
                    <a:pt x="26491" y="3269"/>
                    <a:pt x="26390" y="3272"/>
                    <a:pt x="26284" y="3272"/>
                  </a:cubicBezTo>
                  <a:cubicBezTo>
                    <a:pt x="26027" y="3272"/>
                    <a:pt x="25738" y="3251"/>
                    <a:pt x="25468" y="3230"/>
                  </a:cubicBezTo>
                  <a:cubicBezTo>
                    <a:pt x="25173" y="3204"/>
                    <a:pt x="24900" y="3178"/>
                    <a:pt x="24722" y="3178"/>
                  </a:cubicBezTo>
                  <a:cubicBezTo>
                    <a:pt x="24694" y="3178"/>
                    <a:pt x="24669" y="3178"/>
                    <a:pt x="24646" y="3180"/>
                  </a:cubicBezTo>
                  <a:cubicBezTo>
                    <a:pt x="24285" y="3210"/>
                    <a:pt x="23803" y="3250"/>
                    <a:pt x="23472" y="3501"/>
                  </a:cubicBezTo>
                  <a:cubicBezTo>
                    <a:pt x="23141" y="3762"/>
                    <a:pt x="22188" y="4985"/>
                    <a:pt x="21737" y="5246"/>
                  </a:cubicBezTo>
                  <a:cubicBezTo>
                    <a:pt x="21286" y="5507"/>
                    <a:pt x="21055" y="5647"/>
                    <a:pt x="20614" y="6018"/>
                  </a:cubicBezTo>
                  <a:cubicBezTo>
                    <a:pt x="20172" y="6400"/>
                    <a:pt x="19952" y="6530"/>
                    <a:pt x="19490" y="6801"/>
                  </a:cubicBezTo>
                  <a:cubicBezTo>
                    <a:pt x="19039" y="7062"/>
                    <a:pt x="18698" y="7202"/>
                    <a:pt x="18357" y="7463"/>
                  </a:cubicBezTo>
                  <a:cubicBezTo>
                    <a:pt x="18026" y="7714"/>
                    <a:pt x="16942" y="7683"/>
                    <a:pt x="16601" y="7944"/>
                  </a:cubicBezTo>
                  <a:cubicBezTo>
                    <a:pt x="16336" y="8145"/>
                    <a:pt x="15987" y="8282"/>
                    <a:pt x="15725" y="8282"/>
                  </a:cubicBezTo>
                  <a:cubicBezTo>
                    <a:pt x="15660" y="8282"/>
                    <a:pt x="15600" y="8273"/>
                    <a:pt x="15548" y="8255"/>
                  </a:cubicBezTo>
                  <a:cubicBezTo>
                    <a:pt x="15297" y="8155"/>
                    <a:pt x="14525" y="7643"/>
                    <a:pt x="14385" y="7543"/>
                  </a:cubicBezTo>
                  <a:cubicBezTo>
                    <a:pt x="14254" y="7433"/>
                    <a:pt x="13773" y="7473"/>
                    <a:pt x="13512" y="7262"/>
                  </a:cubicBezTo>
                  <a:cubicBezTo>
                    <a:pt x="13251" y="7052"/>
                    <a:pt x="12880" y="6971"/>
                    <a:pt x="12389" y="6891"/>
                  </a:cubicBezTo>
                  <a:cubicBezTo>
                    <a:pt x="11897" y="6821"/>
                    <a:pt x="11044" y="6771"/>
                    <a:pt x="10673" y="6680"/>
                  </a:cubicBezTo>
                  <a:cubicBezTo>
                    <a:pt x="10659" y="6677"/>
                    <a:pt x="10643" y="6676"/>
                    <a:pt x="10627" y="6676"/>
                  </a:cubicBezTo>
                  <a:cubicBezTo>
                    <a:pt x="10236" y="6676"/>
                    <a:pt x="9435" y="7584"/>
                    <a:pt x="9088" y="7613"/>
                  </a:cubicBezTo>
                  <a:cubicBezTo>
                    <a:pt x="8727" y="7643"/>
                    <a:pt x="8075" y="8265"/>
                    <a:pt x="7845" y="8396"/>
                  </a:cubicBezTo>
                  <a:cubicBezTo>
                    <a:pt x="7624" y="8526"/>
                    <a:pt x="7263" y="8556"/>
                    <a:pt x="7062" y="8917"/>
                  </a:cubicBezTo>
                  <a:cubicBezTo>
                    <a:pt x="6936" y="9144"/>
                    <a:pt x="6869" y="9217"/>
                    <a:pt x="6745" y="9217"/>
                  </a:cubicBezTo>
                  <a:cubicBezTo>
                    <a:pt x="6672" y="9217"/>
                    <a:pt x="6578" y="9191"/>
                    <a:pt x="6440" y="9158"/>
                  </a:cubicBezTo>
                  <a:cubicBezTo>
                    <a:pt x="6180" y="9094"/>
                    <a:pt x="5854" y="8927"/>
                    <a:pt x="5528" y="8927"/>
                  </a:cubicBezTo>
                  <a:cubicBezTo>
                    <a:pt x="5389" y="8927"/>
                    <a:pt x="5251" y="8957"/>
                    <a:pt x="5116" y="9038"/>
                  </a:cubicBezTo>
                  <a:cubicBezTo>
                    <a:pt x="4665" y="9298"/>
                    <a:pt x="3602" y="10331"/>
                    <a:pt x="3271" y="10703"/>
                  </a:cubicBezTo>
                  <a:cubicBezTo>
                    <a:pt x="2950" y="11074"/>
                    <a:pt x="2027" y="11375"/>
                    <a:pt x="1846" y="11956"/>
                  </a:cubicBezTo>
                  <a:cubicBezTo>
                    <a:pt x="1666" y="12548"/>
                    <a:pt x="1576" y="12779"/>
                    <a:pt x="1124" y="13050"/>
                  </a:cubicBezTo>
                  <a:cubicBezTo>
                    <a:pt x="673" y="13311"/>
                    <a:pt x="1" y="13822"/>
                    <a:pt x="1" y="13822"/>
                  </a:cubicBezTo>
                  <a:cubicBezTo>
                    <a:pt x="1" y="13822"/>
                    <a:pt x="14074" y="17764"/>
                    <a:pt x="22780" y="20181"/>
                  </a:cubicBezTo>
                  <a:cubicBezTo>
                    <a:pt x="31497" y="22589"/>
                    <a:pt x="39521" y="25287"/>
                    <a:pt x="39521" y="25287"/>
                  </a:cubicBezTo>
                  <a:lnTo>
                    <a:pt x="62130" y="23522"/>
                  </a:lnTo>
                  <a:lnTo>
                    <a:pt x="595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55" name="Google Shape;12955;p45"/>
            <p:cNvSpPr/>
            <p:nvPr/>
          </p:nvSpPr>
          <p:spPr>
            <a:xfrm>
              <a:off x="7273805" y="3613289"/>
              <a:ext cx="183220" cy="89204"/>
            </a:xfrm>
            <a:custGeom>
              <a:avLst/>
              <a:gdLst/>
              <a:ahLst/>
              <a:cxnLst/>
              <a:rect l="l" t="t" r="r" b="b"/>
              <a:pathLst>
                <a:path w="2208" h="1075" extrusionOk="0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lnTo>
                    <a:pt x="2" y="2"/>
                  </a:lnTo>
                  <a:cubicBezTo>
                    <a:pt x="1" y="2"/>
                    <a:pt x="1" y="1"/>
                    <a:pt x="0" y="1"/>
                  </a:cubicBezTo>
                  <a:close/>
                  <a:moveTo>
                    <a:pt x="2" y="2"/>
                  </a:moveTo>
                  <a:cubicBezTo>
                    <a:pt x="152" y="182"/>
                    <a:pt x="332" y="322"/>
                    <a:pt x="542" y="432"/>
                  </a:cubicBezTo>
                  <a:cubicBezTo>
                    <a:pt x="662" y="492"/>
                    <a:pt x="793" y="542"/>
                    <a:pt x="923" y="593"/>
                  </a:cubicBezTo>
                  <a:cubicBezTo>
                    <a:pt x="1034" y="633"/>
                    <a:pt x="1154" y="683"/>
                    <a:pt x="1264" y="723"/>
                  </a:cubicBezTo>
                  <a:cubicBezTo>
                    <a:pt x="1575" y="833"/>
                    <a:pt x="1886" y="954"/>
                    <a:pt x="2207" y="1074"/>
                  </a:cubicBezTo>
                  <a:cubicBezTo>
                    <a:pt x="1876" y="753"/>
                    <a:pt x="1545" y="452"/>
                    <a:pt x="1124" y="282"/>
                  </a:cubicBezTo>
                  <a:cubicBezTo>
                    <a:pt x="983" y="221"/>
                    <a:pt x="843" y="191"/>
                    <a:pt x="693" y="161"/>
                  </a:cubicBezTo>
                  <a:cubicBezTo>
                    <a:pt x="553" y="131"/>
                    <a:pt x="94" y="111"/>
                    <a:pt x="2" y="2"/>
                  </a:cubicBezTo>
                  <a:close/>
                </a:path>
              </a:pathLst>
            </a:custGeom>
            <a:solidFill>
              <a:srgbClr val="92DB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56" name="Google Shape;12956;p45"/>
            <p:cNvSpPr/>
            <p:nvPr/>
          </p:nvSpPr>
          <p:spPr>
            <a:xfrm>
              <a:off x="8993399" y="3271246"/>
              <a:ext cx="913" cy="13360"/>
            </a:xfrm>
            <a:custGeom>
              <a:avLst/>
              <a:gdLst/>
              <a:ahLst/>
              <a:cxnLst/>
              <a:rect l="l" t="t" r="r" b="b"/>
              <a:pathLst>
                <a:path w="11" h="161" extrusionOk="0">
                  <a:moveTo>
                    <a:pt x="1" y="161"/>
                  </a:moveTo>
                  <a:cubicBezTo>
                    <a:pt x="11" y="71"/>
                    <a:pt x="1" y="10"/>
                    <a:pt x="1" y="0"/>
                  </a:cubicBezTo>
                  <a:cubicBezTo>
                    <a:pt x="1" y="10"/>
                    <a:pt x="1" y="30"/>
                    <a:pt x="1" y="71"/>
                  </a:cubicBezTo>
                  <a:cubicBezTo>
                    <a:pt x="1" y="91"/>
                    <a:pt x="1" y="131"/>
                    <a:pt x="1" y="161"/>
                  </a:cubicBezTo>
                  <a:lnTo>
                    <a:pt x="1" y="161"/>
                  </a:lnTo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D6E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57" name="Google Shape;12957;p45"/>
            <p:cNvSpPr/>
            <p:nvPr/>
          </p:nvSpPr>
          <p:spPr>
            <a:xfrm>
              <a:off x="9224831" y="3101469"/>
              <a:ext cx="913" cy="4232"/>
            </a:xfrm>
            <a:custGeom>
              <a:avLst/>
              <a:gdLst/>
              <a:ahLst/>
              <a:cxnLst/>
              <a:rect l="l" t="t" r="r" b="b"/>
              <a:pathLst>
                <a:path w="11" h="51" extrusionOk="0">
                  <a:moveTo>
                    <a:pt x="0" y="0"/>
                  </a:moveTo>
                  <a:cubicBezTo>
                    <a:pt x="0" y="3"/>
                    <a:pt x="1" y="8"/>
                    <a:pt x="3" y="13"/>
                  </a:cubicBezTo>
                  <a:lnTo>
                    <a:pt x="3" y="13"/>
                  </a:lnTo>
                  <a:lnTo>
                    <a:pt x="0" y="0"/>
                  </a:lnTo>
                  <a:close/>
                  <a:moveTo>
                    <a:pt x="3" y="13"/>
                  </a:moveTo>
                  <a:lnTo>
                    <a:pt x="10" y="50"/>
                  </a:lnTo>
                  <a:cubicBezTo>
                    <a:pt x="10" y="37"/>
                    <a:pt x="6" y="23"/>
                    <a:pt x="3" y="13"/>
                  </a:cubicBezTo>
                  <a:close/>
                </a:path>
              </a:pathLst>
            </a:custGeom>
            <a:solidFill>
              <a:srgbClr val="B1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58" name="Google Shape;12958;p45"/>
            <p:cNvSpPr/>
            <p:nvPr/>
          </p:nvSpPr>
          <p:spPr>
            <a:xfrm>
              <a:off x="7009928" y="3127275"/>
              <a:ext cx="644340" cy="216412"/>
            </a:xfrm>
            <a:custGeom>
              <a:avLst/>
              <a:gdLst/>
              <a:ahLst/>
              <a:cxnLst/>
              <a:rect l="l" t="t" r="r" b="b"/>
              <a:pathLst>
                <a:path w="7765" h="2608" extrusionOk="0">
                  <a:moveTo>
                    <a:pt x="7764" y="2608"/>
                  </a:moveTo>
                  <a:cubicBezTo>
                    <a:pt x="7333" y="2347"/>
                    <a:pt x="6912" y="2016"/>
                    <a:pt x="6631" y="1735"/>
                  </a:cubicBezTo>
                  <a:cubicBezTo>
                    <a:pt x="6912" y="2016"/>
                    <a:pt x="7333" y="2347"/>
                    <a:pt x="7764" y="2608"/>
                  </a:cubicBezTo>
                  <a:cubicBezTo>
                    <a:pt x="7764" y="2608"/>
                    <a:pt x="7764" y="2608"/>
                    <a:pt x="7764" y="2608"/>
                  </a:cubicBezTo>
                  <a:moveTo>
                    <a:pt x="6631" y="1725"/>
                  </a:moveTo>
                  <a:cubicBezTo>
                    <a:pt x="6631" y="1725"/>
                    <a:pt x="6631" y="1725"/>
                    <a:pt x="6631" y="1725"/>
                  </a:cubicBezTo>
                  <a:cubicBezTo>
                    <a:pt x="6631" y="1725"/>
                    <a:pt x="6631" y="1725"/>
                    <a:pt x="6631" y="1725"/>
                  </a:cubicBezTo>
                  <a:close/>
                  <a:moveTo>
                    <a:pt x="71" y="50"/>
                  </a:moveTo>
                  <a:cubicBezTo>
                    <a:pt x="41" y="30"/>
                    <a:pt x="21" y="10"/>
                    <a:pt x="1" y="0"/>
                  </a:cubicBezTo>
                  <a:cubicBezTo>
                    <a:pt x="21" y="10"/>
                    <a:pt x="41" y="30"/>
                    <a:pt x="71" y="50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59" name="Google Shape;12959;p45"/>
            <p:cNvSpPr/>
            <p:nvPr/>
          </p:nvSpPr>
          <p:spPr>
            <a:xfrm>
              <a:off x="6980802" y="3121384"/>
              <a:ext cx="908963" cy="386272"/>
            </a:xfrm>
            <a:custGeom>
              <a:avLst/>
              <a:gdLst/>
              <a:ahLst/>
              <a:cxnLst/>
              <a:rect l="l" t="t" r="r" b="b"/>
              <a:pathLst>
                <a:path w="10954" h="4655" extrusionOk="0">
                  <a:moveTo>
                    <a:pt x="181" y="1"/>
                  </a:moveTo>
                  <a:cubicBezTo>
                    <a:pt x="111" y="1"/>
                    <a:pt x="61" y="61"/>
                    <a:pt x="1" y="161"/>
                  </a:cubicBezTo>
                  <a:cubicBezTo>
                    <a:pt x="41" y="111"/>
                    <a:pt x="81" y="91"/>
                    <a:pt x="121" y="91"/>
                  </a:cubicBezTo>
                  <a:cubicBezTo>
                    <a:pt x="181" y="91"/>
                    <a:pt x="261" y="131"/>
                    <a:pt x="362" y="211"/>
                  </a:cubicBezTo>
                  <a:cubicBezTo>
                    <a:pt x="452" y="282"/>
                    <a:pt x="572" y="312"/>
                    <a:pt x="693" y="312"/>
                  </a:cubicBezTo>
                  <a:cubicBezTo>
                    <a:pt x="723" y="312"/>
                    <a:pt x="753" y="312"/>
                    <a:pt x="783" y="302"/>
                  </a:cubicBezTo>
                  <a:cubicBezTo>
                    <a:pt x="903" y="402"/>
                    <a:pt x="1505" y="522"/>
                    <a:pt x="1636" y="522"/>
                  </a:cubicBezTo>
                  <a:lnTo>
                    <a:pt x="1656" y="522"/>
                  </a:lnTo>
                  <a:cubicBezTo>
                    <a:pt x="1666" y="512"/>
                    <a:pt x="1676" y="512"/>
                    <a:pt x="1686" y="512"/>
                  </a:cubicBezTo>
                  <a:cubicBezTo>
                    <a:pt x="1846" y="512"/>
                    <a:pt x="2288" y="813"/>
                    <a:pt x="2809" y="1214"/>
                  </a:cubicBezTo>
                  <a:cubicBezTo>
                    <a:pt x="2960" y="1255"/>
                    <a:pt x="3170" y="1335"/>
                    <a:pt x="3491" y="1495"/>
                  </a:cubicBezTo>
                  <a:cubicBezTo>
                    <a:pt x="4053" y="1786"/>
                    <a:pt x="4906" y="2328"/>
                    <a:pt x="5497" y="2559"/>
                  </a:cubicBezTo>
                  <a:cubicBezTo>
                    <a:pt x="5507" y="2569"/>
                    <a:pt x="5517" y="2569"/>
                    <a:pt x="5517" y="2569"/>
                  </a:cubicBezTo>
                  <a:cubicBezTo>
                    <a:pt x="5568" y="2569"/>
                    <a:pt x="5317" y="2368"/>
                    <a:pt x="5066" y="2167"/>
                  </a:cubicBezTo>
                  <a:cubicBezTo>
                    <a:pt x="4805" y="1957"/>
                    <a:pt x="4555" y="1756"/>
                    <a:pt x="4595" y="1756"/>
                  </a:cubicBezTo>
                  <a:lnTo>
                    <a:pt x="4595" y="1756"/>
                  </a:lnTo>
                  <a:cubicBezTo>
                    <a:pt x="4595" y="1756"/>
                    <a:pt x="4605" y="1766"/>
                    <a:pt x="4615" y="1766"/>
                  </a:cubicBezTo>
                  <a:cubicBezTo>
                    <a:pt x="4976" y="1937"/>
                    <a:pt x="6621" y="2890"/>
                    <a:pt x="6922" y="3140"/>
                  </a:cubicBezTo>
                  <a:cubicBezTo>
                    <a:pt x="7142" y="3321"/>
                    <a:pt x="7343" y="3542"/>
                    <a:pt x="7594" y="3682"/>
                  </a:cubicBezTo>
                  <a:cubicBezTo>
                    <a:pt x="7804" y="3792"/>
                    <a:pt x="8025" y="3853"/>
                    <a:pt x="8256" y="3903"/>
                  </a:cubicBezTo>
                  <a:cubicBezTo>
                    <a:pt x="9199" y="4133"/>
                    <a:pt x="10001" y="4424"/>
                    <a:pt x="10954" y="4655"/>
                  </a:cubicBezTo>
                  <a:cubicBezTo>
                    <a:pt x="10773" y="4444"/>
                    <a:pt x="10332" y="4284"/>
                    <a:pt x="10111" y="4123"/>
                  </a:cubicBezTo>
                  <a:cubicBezTo>
                    <a:pt x="9981" y="4013"/>
                    <a:pt x="8928" y="3752"/>
                    <a:pt x="8787" y="3652"/>
                  </a:cubicBezTo>
                  <a:cubicBezTo>
                    <a:pt x="8216" y="3281"/>
                    <a:pt x="8416" y="3060"/>
                    <a:pt x="8115" y="2679"/>
                  </a:cubicBezTo>
                  <a:cubicBezTo>
                    <a:pt x="7684" y="2418"/>
                    <a:pt x="7263" y="2087"/>
                    <a:pt x="6982" y="1806"/>
                  </a:cubicBezTo>
                  <a:lnTo>
                    <a:pt x="6982" y="1796"/>
                  </a:lnTo>
                  <a:cubicBezTo>
                    <a:pt x="6942" y="1756"/>
                    <a:pt x="6902" y="1716"/>
                    <a:pt x="6872" y="1676"/>
                  </a:cubicBezTo>
                  <a:cubicBezTo>
                    <a:pt x="6591" y="1355"/>
                    <a:pt x="6340" y="1265"/>
                    <a:pt x="5939" y="954"/>
                  </a:cubicBezTo>
                  <a:cubicBezTo>
                    <a:pt x="5548" y="633"/>
                    <a:pt x="5307" y="653"/>
                    <a:pt x="4926" y="452"/>
                  </a:cubicBezTo>
                  <a:cubicBezTo>
                    <a:pt x="4615" y="292"/>
                    <a:pt x="4234" y="211"/>
                    <a:pt x="3782" y="211"/>
                  </a:cubicBezTo>
                  <a:cubicBezTo>
                    <a:pt x="3672" y="211"/>
                    <a:pt x="3562" y="221"/>
                    <a:pt x="3451" y="231"/>
                  </a:cubicBezTo>
                  <a:lnTo>
                    <a:pt x="3231" y="231"/>
                  </a:lnTo>
                  <a:cubicBezTo>
                    <a:pt x="2689" y="231"/>
                    <a:pt x="2077" y="91"/>
                    <a:pt x="1856" y="11"/>
                  </a:cubicBezTo>
                  <a:cubicBezTo>
                    <a:pt x="1836" y="1"/>
                    <a:pt x="1806" y="1"/>
                    <a:pt x="1776" y="1"/>
                  </a:cubicBezTo>
                  <a:cubicBezTo>
                    <a:pt x="1666" y="1"/>
                    <a:pt x="1495" y="51"/>
                    <a:pt x="1315" y="111"/>
                  </a:cubicBezTo>
                  <a:cubicBezTo>
                    <a:pt x="1134" y="161"/>
                    <a:pt x="934" y="221"/>
                    <a:pt x="753" y="221"/>
                  </a:cubicBezTo>
                  <a:cubicBezTo>
                    <a:pt x="633" y="221"/>
                    <a:pt x="512" y="191"/>
                    <a:pt x="422" y="121"/>
                  </a:cubicBezTo>
                  <a:cubicBezTo>
                    <a:pt x="392" y="101"/>
                    <a:pt x="372" y="81"/>
                    <a:pt x="352" y="71"/>
                  </a:cubicBezTo>
                  <a:cubicBezTo>
                    <a:pt x="282" y="21"/>
                    <a:pt x="221" y="1"/>
                    <a:pt x="181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60" name="Google Shape;12960;p45"/>
            <p:cNvSpPr/>
            <p:nvPr/>
          </p:nvSpPr>
          <p:spPr>
            <a:xfrm>
              <a:off x="6797666" y="3176317"/>
              <a:ext cx="1434226" cy="576877"/>
            </a:xfrm>
            <a:custGeom>
              <a:avLst/>
              <a:gdLst/>
              <a:ahLst/>
              <a:cxnLst/>
              <a:rect l="l" t="t" r="r" b="b"/>
              <a:pathLst>
                <a:path w="17284" h="6952" extrusionOk="0">
                  <a:moveTo>
                    <a:pt x="1937" y="1"/>
                  </a:moveTo>
                  <a:cubicBezTo>
                    <a:pt x="1616" y="482"/>
                    <a:pt x="984" y="1084"/>
                    <a:pt x="663" y="1335"/>
                  </a:cubicBezTo>
                  <a:cubicBezTo>
                    <a:pt x="513" y="1445"/>
                    <a:pt x="442" y="1546"/>
                    <a:pt x="372" y="1666"/>
                  </a:cubicBezTo>
                  <a:cubicBezTo>
                    <a:pt x="432" y="1586"/>
                    <a:pt x="502" y="1505"/>
                    <a:pt x="603" y="1425"/>
                  </a:cubicBezTo>
                  <a:cubicBezTo>
                    <a:pt x="944" y="1164"/>
                    <a:pt x="1596" y="542"/>
                    <a:pt x="1907" y="61"/>
                  </a:cubicBezTo>
                  <a:cubicBezTo>
                    <a:pt x="1917" y="41"/>
                    <a:pt x="1927" y="21"/>
                    <a:pt x="1937" y="1"/>
                  </a:cubicBezTo>
                  <a:close/>
                  <a:moveTo>
                    <a:pt x="182" y="1997"/>
                  </a:moveTo>
                  <a:cubicBezTo>
                    <a:pt x="173" y="2009"/>
                    <a:pt x="164" y="2022"/>
                    <a:pt x="154" y="2036"/>
                  </a:cubicBezTo>
                  <a:lnTo>
                    <a:pt x="154" y="2036"/>
                  </a:lnTo>
                  <a:cubicBezTo>
                    <a:pt x="164" y="2023"/>
                    <a:pt x="173" y="2010"/>
                    <a:pt x="182" y="1997"/>
                  </a:cubicBezTo>
                  <a:close/>
                  <a:moveTo>
                    <a:pt x="154" y="2036"/>
                  </a:moveTo>
                  <a:lnTo>
                    <a:pt x="154" y="2036"/>
                  </a:lnTo>
                  <a:cubicBezTo>
                    <a:pt x="120" y="2083"/>
                    <a:pt x="78" y="2132"/>
                    <a:pt x="31" y="2187"/>
                  </a:cubicBezTo>
                  <a:lnTo>
                    <a:pt x="1" y="2218"/>
                  </a:lnTo>
                  <a:cubicBezTo>
                    <a:pt x="11" y="2218"/>
                    <a:pt x="11" y="2228"/>
                    <a:pt x="11" y="2228"/>
                  </a:cubicBezTo>
                  <a:cubicBezTo>
                    <a:pt x="69" y="2162"/>
                    <a:pt x="113" y="2096"/>
                    <a:pt x="154" y="2036"/>
                  </a:cubicBezTo>
                  <a:close/>
                  <a:moveTo>
                    <a:pt x="7062" y="3341"/>
                  </a:moveTo>
                  <a:cubicBezTo>
                    <a:pt x="6932" y="3341"/>
                    <a:pt x="6882" y="3371"/>
                    <a:pt x="7002" y="3451"/>
                  </a:cubicBezTo>
                  <a:cubicBezTo>
                    <a:pt x="7514" y="3903"/>
                    <a:pt x="7755" y="3822"/>
                    <a:pt x="8156" y="4444"/>
                  </a:cubicBezTo>
                  <a:cubicBezTo>
                    <a:pt x="8206" y="4525"/>
                    <a:pt x="8256" y="4615"/>
                    <a:pt x="8336" y="4675"/>
                  </a:cubicBezTo>
                  <a:cubicBezTo>
                    <a:pt x="8507" y="4825"/>
                    <a:pt x="8748" y="4825"/>
                    <a:pt x="8968" y="4866"/>
                  </a:cubicBezTo>
                  <a:cubicBezTo>
                    <a:pt x="9359" y="4946"/>
                    <a:pt x="10433" y="5578"/>
                    <a:pt x="10934" y="5738"/>
                  </a:cubicBezTo>
                  <a:cubicBezTo>
                    <a:pt x="10994" y="5748"/>
                    <a:pt x="11035" y="5758"/>
                    <a:pt x="11075" y="5758"/>
                  </a:cubicBezTo>
                  <a:cubicBezTo>
                    <a:pt x="11145" y="5758"/>
                    <a:pt x="11195" y="5738"/>
                    <a:pt x="11245" y="5728"/>
                  </a:cubicBezTo>
                  <a:cubicBezTo>
                    <a:pt x="11295" y="5708"/>
                    <a:pt x="11346" y="5698"/>
                    <a:pt x="11416" y="5698"/>
                  </a:cubicBezTo>
                  <a:cubicBezTo>
                    <a:pt x="11466" y="5698"/>
                    <a:pt x="11526" y="5708"/>
                    <a:pt x="11596" y="5738"/>
                  </a:cubicBezTo>
                  <a:lnTo>
                    <a:pt x="11646" y="5738"/>
                  </a:lnTo>
                  <a:cubicBezTo>
                    <a:pt x="11867" y="5738"/>
                    <a:pt x="12088" y="5768"/>
                    <a:pt x="12308" y="5798"/>
                  </a:cubicBezTo>
                  <a:cubicBezTo>
                    <a:pt x="13562" y="5969"/>
                    <a:pt x="14806" y="6460"/>
                    <a:pt x="16050" y="6641"/>
                  </a:cubicBezTo>
                  <a:cubicBezTo>
                    <a:pt x="16311" y="6671"/>
                    <a:pt x="17053" y="6952"/>
                    <a:pt x="17213" y="6952"/>
                  </a:cubicBezTo>
                  <a:cubicBezTo>
                    <a:pt x="17284" y="6952"/>
                    <a:pt x="17253" y="6912"/>
                    <a:pt x="17063" y="6781"/>
                  </a:cubicBezTo>
                  <a:cubicBezTo>
                    <a:pt x="16993" y="6741"/>
                    <a:pt x="16150" y="6340"/>
                    <a:pt x="15970" y="6290"/>
                  </a:cubicBezTo>
                  <a:cubicBezTo>
                    <a:pt x="15478" y="6150"/>
                    <a:pt x="15027" y="5859"/>
                    <a:pt x="14525" y="5728"/>
                  </a:cubicBezTo>
                  <a:cubicBezTo>
                    <a:pt x="13482" y="5457"/>
                    <a:pt x="11927" y="4795"/>
                    <a:pt x="10954" y="4334"/>
                  </a:cubicBezTo>
                  <a:lnTo>
                    <a:pt x="10954" y="4334"/>
                  </a:lnTo>
                  <a:cubicBezTo>
                    <a:pt x="11366" y="4745"/>
                    <a:pt x="11717" y="4946"/>
                    <a:pt x="12198" y="5227"/>
                  </a:cubicBezTo>
                  <a:cubicBezTo>
                    <a:pt x="11496" y="4876"/>
                    <a:pt x="10784" y="4535"/>
                    <a:pt x="10062" y="4194"/>
                  </a:cubicBezTo>
                  <a:cubicBezTo>
                    <a:pt x="9961" y="4153"/>
                    <a:pt x="9901" y="4133"/>
                    <a:pt x="9871" y="4133"/>
                  </a:cubicBezTo>
                  <a:cubicBezTo>
                    <a:pt x="9821" y="4133"/>
                    <a:pt x="9821" y="4173"/>
                    <a:pt x="9821" y="4204"/>
                  </a:cubicBezTo>
                  <a:cubicBezTo>
                    <a:pt x="9831" y="4244"/>
                    <a:pt x="9831" y="4274"/>
                    <a:pt x="9791" y="4274"/>
                  </a:cubicBezTo>
                  <a:cubicBezTo>
                    <a:pt x="9751" y="4274"/>
                    <a:pt x="9700" y="4254"/>
                    <a:pt x="9590" y="4204"/>
                  </a:cubicBezTo>
                  <a:cubicBezTo>
                    <a:pt x="9249" y="4033"/>
                    <a:pt x="8778" y="3782"/>
                    <a:pt x="8276" y="3522"/>
                  </a:cubicBezTo>
                  <a:cubicBezTo>
                    <a:pt x="8176" y="3501"/>
                    <a:pt x="8066" y="3481"/>
                    <a:pt x="7945" y="3461"/>
                  </a:cubicBezTo>
                  <a:cubicBezTo>
                    <a:pt x="7624" y="3401"/>
                    <a:pt x="7253" y="3341"/>
                    <a:pt x="7062" y="3341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61" name="Google Shape;12961;p45"/>
            <p:cNvSpPr/>
            <p:nvPr/>
          </p:nvSpPr>
          <p:spPr>
            <a:xfrm>
              <a:off x="6603741" y="3391069"/>
              <a:ext cx="93352" cy="26720"/>
            </a:xfrm>
            <a:custGeom>
              <a:avLst/>
              <a:gdLst/>
              <a:ahLst/>
              <a:cxnLst/>
              <a:rect l="l" t="t" r="r" b="b"/>
              <a:pathLst>
                <a:path w="1125" h="322" extrusionOk="0">
                  <a:moveTo>
                    <a:pt x="1" y="1"/>
                  </a:moveTo>
                  <a:cubicBezTo>
                    <a:pt x="17" y="1"/>
                    <a:pt x="34" y="1"/>
                    <a:pt x="52" y="3"/>
                  </a:cubicBezTo>
                  <a:lnTo>
                    <a:pt x="52" y="3"/>
                  </a:lnTo>
                  <a:cubicBezTo>
                    <a:pt x="34" y="1"/>
                    <a:pt x="17" y="1"/>
                    <a:pt x="1" y="1"/>
                  </a:cubicBezTo>
                  <a:close/>
                  <a:moveTo>
                    <a:pt x="52" y="3"/>
                  </a:moveTo>
                  <a:cubicBezTo>
                    <a:pt x="132" y="10"/>
                    <a:pt x="225" y="32"/>
                    <a:pt x="328" y="61"/>
                  </a:cubicBezTo>
                  <a:lnTo>
                    <a:pt x="328" y="61"/>
                  </a:lnTo>
                  <a:cubicBezTo>
                    <a:pt x="225" y="32"/>
                    <a:pt x="131" y="10"/>
                    <a:pt x="52" y="3"/>
                  </a:cubicBezTo>
                  <a:close/>
                  <a:moveTo>
                    <a:pt x="328" y="61"/>
                  </a:moveTo>
                  <a:lnTo>
                    <a:pt x="328" y="61"/>
                  </a:lnTo>
                  <a:cubicBezTo>
                    <a:pt x="572" y="132"/>
                    <a:pt x="866" y="249"/>
                    <a:pt x="1124" y="322"/>
                  </a:cubicBezTo>
                  <a:cubicBezTo>
                    <a:pt x="1004" y="282"/>
                    <a:pt x="873" y="241"/>
                    <a:pt x="743" y="191"/>
                  </a:cubicBezTo>
                  <a:cubicBezTo>
                    <a:pt x="597" y="146"/>
                    <a:pt x="455" y="98"/>
                    <a:pt x="328" y="61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62" name="Google Shape;12962;p45"/>
            <p:cNvSpPr/>
            <p:nvPr/>
          </p:nvSpPr>
          <p:spPr>
            <a:xfrm>
              <a:off x="6134323" y="3365262"/>
              <a:ext cx="598535" cy="160732"/>
            </a:xfrm>
            <a:custGeom>
              <a:avLst/>
              <a:gdLst/>
              <a:ahLst/>
              <a:cxnLst/>
              <a:rect l="l" t="t" r="r" b="b"/>
              <a:pathLst>
                <a:path w="7213" h="1937" extrusionOk="0">
                  <a:moveTo>
                    <a:pt x="2368" y="1"/>
                  </a:moveTo>
                  <a:cubicBezTo>
                    <a:pt x="2017" y="31"/>
                    <a:pt x="1565" y="71"/>
                    <a:pt x="1234" y="302"/>
                  </a:cubicBezTo>
                  <a:cubicBezTo>
                    <a:pt x="1224" y="312"/>
                    <a:pt x="1204" y="322"/>
                    <a:pt x="1194" y="322"/>
                  </a:cubicBezTo>
                  <a:cubicBezTo>
                    <a:pt x="1194" y="322"/>
                    <a:pt x="1194" y="332"/>
                    <a:pt x="1194" y="332"/>
                  </a:cubicBezTo>
                  <a:lnTo>
                    <a:pt x="1184" y="332"/>
                  </a:lnTo>
                  <a:cubicBezTo>
                    <a:pt x="1184" y="342"/>
                    <a:pt x="1184" y="342"/>
                    <a:pt x="1184" y="342"/>
                  </a:cubicBezTo>
                  <a:lnTo>
                    <a:pt x="1174" y="342"/>
                  </a:lnTo>
                  <a:cubicBezTo>
                    <a:pt x="1174" y="342"/>
                    <a:pt x="1164" y="352"/>
                    <a:pt x="1164" y="352"/>
                  </a:cubicBezTo>
                  <a:lnTo>
                    <a:pt x="1154" y="352"/>
                  </a:lnTo>
                  <a:cubicBezTo>
                    <a:pt x="1154" y="352"/>
                    <a:pt x="1154" y="362"/>
                    <a:pt x="1154" y="362"/>
                  </a:cubicBezTo>
                  <a:lnTo>
                    <a:pt x="1144" y="362"/>
                  </a:lnTo>
                  <a:cubicBezTo>
                    <a:pt x="1144" y="362"/>
                    <a:pt x="1144" y="372"/>
                    <a:pt x="1144" y="372"/>
                  </a:cubicBezTo>
                  <a:lnTo>
                    <a:pt x="1134" y="372"/>
                  </a:lnTo>
                  <a:cubicBezTo>
                    <a:pt x="893" y="593"/>
                    <a:pt x="422" y="1164"/>
                    <a:pt x="1" y="1586"/>
                  </a:cubicBezTo>
                  <a:cubicBezTo>
                    <a:pt x="11" y="1586"/>
                    <a:pt x="21" y="1596"/>
                    <a:pt x="31" y="1596"/>
                  </a:cubicBezTo>
                  <a:cubicBezTo>
                    <a:pt x="452" y="1144"/>
                    <a:pt x="923" y="583"/>
                    <a:pt x="1134" y="412"/>
                  </a:cubicBezTo>
                  <a:cubicBezTo>
                    <a:pt x="1204" y="362"/>
                    <a:pt x="1285" y="322"/>
                    <a:pt x="1365" y="282"/>
                  </a:cubicBezTo>
                  <a:cubicBezTo>
                    <a:pt x="1425" y="332"/>
                    <a:pt x="1485" y="392"/>
                    <a:pt x="1545" y="422"/>
                  </a:cubicBezTo>
                  <a:cubicBezTo>
                    <a:pt x="1937" y="643"/>
                    <a:pt x="2508" y="532"/>
                    <a:pt x="3000" y="763"/>
                  </a:cubicBezTo>
                  <a:cubicBezTo>
                    <a:pt x="3481" y="994"/>
                    <a:pt x="4765" y="1806"/>
                    <a:pt x="5026" y="1806"/>
                  </a:cubicBezTo>
                  <a:cubicBezTo>
                    <a:pt x="5036" y="1806"/>
                    <a:pt x="5046" y="1806"/>
                    <a:pt x="5046" y="1796"/>
                  </a:cubicBezTo>
                  <a:cubicBezTo>
                    <a:pt x="5076" y="1796"/>
                    <a:pt x="5096" y="1786"/>
                    <a:pt x="5116" y="1786"/>
                  </a:cubicBezTo>
                  <a:cubicBezTo>
                    <a:pt x="5206" y="1786"/>
                    <a:pt x="5237" y="1876"/>
                    <a:pt x="5367" y="1917"/>
                  </a:cubicBezTo>
                  <a:cubicBezTo>
                    <a:pt x="5407" y="1927"/>
                    <a:pt x="5457" y="1937"/>
                    <a:pt x="5497" y="1937"/>
                  </a:cubicBezTo>
                  <a:cubicBezTo>
                    <a:pt x="5537" y="1937"/>
                    <a:pt x="5568" y="1937"/>
                    <a:pt x="5608" y="1927"/>
                  </a:cubicBezTo>
                  <a:cubicBezTo>
                    <a:pt x="5287" y="1636"/>
                    <a:pt x="5016" y="1385"/>
                    <a:pt x="5106" y="1385"/>
                  </a:cubicBezTo>
                  <a:cubicBezTo>
                    <a:pt x="5116" y="1385"/>
                    <a:pt x="5136" y="1395"/>
                    <a:pt x="5166" y="1405"/>
                  </a:cubicBezTo>
                  <a:cubicBezTo>
                    <a:pt x="5287" y="1455"/>
                    <a:pt x="5588" y="1596"/>
                    <a:pt x="5969" y="1776"/>
                  </a:cubicBezTo>
                  <a:cubicBezTo>
                    <a:pt x="6069" y="1736"/>
                    <a:pt x="6169" y="1696"/>
                    <a:pt x="6280" y="1686"/>
                  </a:cubicBezTo>
                  <a:cubicBezTo>
                    <a:pt x="6280" y="1686"/>
                    <a:pt x="6290" y="1676"/>
                    <a:pt x="6300" y="1676"/>
                  </a:cubicBezTo>
                  <a:cubicBezTo>
                    <a:pt x="6360" y="1676"/>
                    <a:pt x="6460" y="1696"/>
                    <a:pt x="6551" y="1706"/>
                  </a:cubicBezTo>
                  <a:cubicBezTo>
                    <a:pt x="6651" y="1716"/>
                    <a:pt x="6761" y="1726"/>
                    <a:pt x="6851" y="1726"/>
                  </a:cubicBezTo>
                  <a:cubicBezTo>
                    <a:pt x="6942" y="1726"/>
                    <a:pt x="7022" y="1716"/>
                    <a:pt x="7062" y="1686"/>
                  </a:cubicBezTo>
                  <a:cubicBezTo>
                    <a:pt x="7132" y="1636"/>
                    <a:pt x="7182" y="1535"/>
                    <a:pt x="7213" y="1425"/>
                  </a:cubicBezTo>
                  <a:cubicBezTo>
                    <a:pt x="6821" y="1124"/>
                    <a:pt x="6430" y="823"/>
                    <a:pt x="6340" y="783"/>
                  </a:cubicBezTo>
                  <a:cubicBezTo>
                    <a:pt x="6099" y="663"/>
                    <a:pt x="6430" y="663"/>
                    <a:pt x="6781" y="633"/>
                  </a:cubicBezTo>
                  <a:cubicBezTo>
                    <a:pt x="6661" y="593"/>
                    <a:pt x="6530" y="552"/>
                    <a:pt x="6400" y="502"/>
                  </a:cubicBezTo>
                  <a:cubicBezTo>
                    <a:pt x="6109" y="412"/>
                    <a:pt x="5838" y="312"/>
                    <a:pt x="5658" y="312"/>
                  </a:cubicBezTo>
                  <a:lnTo>
                    <a:pt x="5618" y="312"/>
                  </a:lnTo>
                  <a:cubicBezTo>
                    <a:pt x="5588" y="312"/>
                    <a:pt x="5568" y="322"/>
                    <a:pt x="5537" y="332"/>
                  </a:cubicBezTo>
                  <a:cubicBezTo>
                    <a:pt x="5487" y="352"/>
                    <a:pt x="5447" y="362"/>
                    <a:pt x="5397" y="362"/>
                  </a:cubicBezTo>
                  <a:cubicBezTo>
                    <a:pt x="5257" y="362"/>
                    <a:pt x="5126" y="292"/>
                    <a:pt x="4966" y="221"/>
                  </a:cubicBezTo>
                  <a:cubicBezTo>
                    <a:pt x="4805" y="151"/>
                    <a:pt x="4625" y="81"/>
                    <a:pt x="4394" y="81"/>
                  </a:cubicBezTo>
                  <a:lnTo>
                    <a:pt x="4304" y="81"/>
                  </a:lnTo>
                  <a:cubicBezTo>
                    <a:pt x="4223" y="91"/>
                    <a:pt x="4133" y="91"/>
                    <a:pt x="4043" y="91"/>
                  </a:cubicBezTo>
                  <a:cubicBezTo>
                    <a:pt x="3782" y="91"/>
                    <a:pt x="3471" y="71"/>
                    <a:pt x="3190" y="51"/>
                  </a:cubicBezTo>
                  <a:cubicBezTo>
                    <a:pt x="2909" y="21"/>
                    <a:pt x="2649" y="1"/>
                    <a:pt x="2468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63" name="Google Shape;12963;p45"/>
            <p:cNvSpPr/>
            <p:nvPr/>
          </p:nvSpPr>
          <p:spPr>
            <a:xfrm>
              <a:off x="5908784" y="3600842"/>
              <a:ext cx="87461" cy="61654"/>
            </a:xfrm>
            <a:custGeom>
              <a:avLst/>
              <a:gdLst/>
              <a:ahLst/>
              <a:cxnLst/>
              <a:rect l="l" t="t" r="r" b="b"/>
              <a:pathLst>
                <a:path w="1054" h="743" extrusionOk="0">
                  <a:moveTo>
                    <a:pt x="0" y="743"/>
                  </a:moveTo>
                  <a:cubicBezTo>
                    <a:pt x="412" y="502"/>
                    <a:pt x="632" y="361"/>
                    <a:pt x="1054" y="0"/>
                  </a:cubicBezTo>
                  <a:cubicBezTo>
                    <a:pt x="632" y="361"/>
                    <a:pt x="412" y="502"/>
                    <a:pt x="0" y="743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64" name="Google Shape;12964;p45"/>
            <p:cNvSpPr/>
            <p:nvPr/>
          </p:nvSpPr>
          <p:spPr>
            <a:xfrm>
              <a:off x="5799748" y="3597523"/>
              <a:ext cx="201475" cy="133266"/>
            </a:xfrm>
            <a:custGeom>
              <a:avLst/>
              <a:gdLst/>
              <a:ahLst/>
              <a:cxnLst/>
              <a:rect l="l" t="t" r="r" b="b"/>
              <a:pathLst>
                <a:path w="2428" h="1606" extrusionOk="0">
                  <a:moveTo>
                    <a:pt x="2428" y="0"/>
                  </a:moveTo>
                  <a:cubicBezTo>
                    <a:pt x="2408" y="10"/>
                    <a:pt x="2388" y="30"/>
                    <a:pt x="2368" y="40"/>
                  </a:cubicBezTo>
                  <a:cubicBezTo>
                    <a:pt x="1946" y="401"/>
                    <a:pt x="1726" y="542"/>
                    <a:pt x="1314" y="783"/>
                  </a:cubicBezTo>
                  <a:cubicBezTo>
                    <a:pt x="1294" y="793"/>
                    <a:pt x="1274" y="803"/>
                    <a:pt x="1244" y="823"/>
                  </a:cubicBezTo>
                  <a:cubicBezTo>
                    <a:pt x="793" y="1084"/>
                    <a:pt x="452" y="1224"/>
                    <a:pt x="111" y="1485"/>
                  </a:cubicBezTo>
                  <a:cubicBezTo>
                    <a:pt x="71" y="1525"/>
                    <a:pt x="30" y="1565"/>
                    <a:pt x="0" y="1605"/>
                  </a:cubicBezTo>
                  <a:cubicBezTo>
                    <a:pt x="20" y="1595"/>
                    <a:pt x="40" y="1585"/>
                    <a:pt x="61" y="1575"/>
                  </a:cubicBezTo>
                  <a:cubicBezTo>
                    <a:pt x="392" y="1314"/>
                    <a:pt x="743" y="1174"/>
                    <a:pt x="1194" y="913"/>
                  </a:cubicBezTo>
                  <a:cubicBezTo>
                    <a:pt x="1645" y="642"/>
                    <a:pt x="1876" y="512"/>
                    <a:pt x="2307" y="131"/>
                  </a:cubicBezTo>
                  <a:cubicBezTo>
                    <a:pt x="2327" y="121"/>
                    <a:pt x="2347" y="111"/>
                    <a:pt x="2358" y="91"/>
                  </a:cubicBezTo>
                  <a:cubicBezTo>
                    <a:pt x="2378" y="60"/>
                    <a:pt x="2398" y="30"/>
                    <a:pt x="2428" y="0"/>
                  </a:cubicBezTo>
                  <a:close/>
                </a:path>
              </a:pathLst>
            </a:custGeom>
            <a:solidFill>
              <a:srgbClr val="93D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65" name="Google Shape;12965;p45"/>
            <p:cNvSpPr/>
            <p:nvPr/>
          </p:nvSpPr>
          <p:spPr>
            <a:xfrm>
              <a:off x="8285912" y="3574206"/>
              <a:ext cx="10870" cy="2572"/>
            </a:xfrm>
            <a:custGeom>
              <a:avLst/>
              <a:gdLst/>
              <a:ahLst/>
              <a:cxnLst/>
              <a:rect l="l" t="t" r="r" b="b"/>
              <a:pathLst>
                <a:path w="131" h="31" extrusionOk="0">
                  <a:moveTo>
                    <a:pt x="1" y="0"/>
                  </a:moveTo>
                  <a:cubicBezTo>
                    <a:pt x="51" y="20"/>
                    <a:pt x="91" y="30"/>
                    <a:pt x="131" y="30"/>
                  </a:cubicBezTo>
                  <a:cubicBezTo>
                    <a:pt x="101" y="30"/>
                    <a:pt x="51" y="20"/>
                    <a:pt x="1" y="0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66" name="Google Shape;12966;p45"/>
            <p:cNvSpPr/>
            <p:nvPr/>
          </p:nvSpPr>
          <p:spPr>
            <a:xfrm>
              <a:off x="8009588" y="3475957"/>
              <a:ext cx="731718" cy="348848"/>
            </a:xfrm>
            <a:custGeom>
              <a:avLst/>
              <a:gdLst/>
              <a:ahLst/>
              <a:cxnLst/>
              <a:rect l="l" t="t" r="r" b="b"/>
              <a:pathLst>
                <a:path w="8818" h="4204" extrusionOk="0">
                  <a:moveTo>
                    <a:pt x="973" y="1"/>
                  </a:moveTo>
                  <a:cubicBezTo>
                    <a:pt x="903" y="1"/>
                    <a:pt x="843" y="1"/>
                    <a:pt x="793" y="11"/>
                  </a:cubicBezTo>
                  <a:lnTo>
                    <a:pt x="733" y="11"/>
                  </a:lnTo>
                  <a:cubicBezTo>
                    <a:pt x="733" y="11"/>
                    <a:pt x="733" y="11"/>
                    <a:pt x="733" y="21"/>
                  </a:cubicBezTo>
                  <a:lnTo>
                    <a:pt x="713" y="21"/>
                  </a:lnTo>
                  <a:cubicBezTo>
                    <a:pt x="502" y="81"/>
                    <a:pt x="301" y="322"/>
                    <a:pt x="51" y="392"/>
                  </a:cubicBezTo>
                  <a:cubicBezTo>
                    <a:pt x="0" y="532"/>
                    <a:pt x="31" y="633"/>
                    <a:pt x="201" y="633"/>
                  </a:cubicBezTo>
                  <a:lnTo>
                    <a:pt x="211" y="633"/>
                  </a:lnTo>
                  <a:cubicBezTo>
                    <a:pt x="452" y="623"/>
                    <a:pt x="632" y="593"/>
                    <a:pt x="793" y="593"/>
                  </a:cubicBezTo>
                  <a:cubicBezTo>
                    <a:pt x="993" y="593"/>
                    <a:pt x="1154" y="643"/>
                    <a:pt x="1324" y="833"/>
                  </a:cubicBezTo>
                  <a:cubicBezTo>
                    <a:pt x="1565" y="1124"/>
                    <a:pt x="2267" y="1746"/>
                    <a:pt x="2438" y="1746"/>
                  </a:cubicBezTo>
                  <a:cubicBezTo>
                    <a:pt x="2488" y="1746"/>
                    <a:pt x="2498" y="1716"/>
                    <a:pt x="2468" y="1626"/>
                  </a:cubicBezTo>
                  <a:cubicBezTo>
                    <a:pt x="2448" y="1586"/>
                    <a:pt x="2468" y="1576"/>
                    <a:pt x="2498" y="1576"/>
                  </a:cubicBezTo>
                  <a:cubicBezTo>
                    <a:pt x="2659" y="1576"/>
                    <a:pt x="3311" y="1967"/>
                    <a:pt x="3983" y="2348"/>
                  </a:cubicBezTo>
                  <a:cubicBezTo>
                    <a:pt x="4665" y="2739"/>
                    <a:pt x="5357" y="3130"/>
                    <a:pt x="5607" y="3130"/>
                  </a:cubicBezTo>
                  <a:cubicBezTo>
                    <a:pt x="5648" y="3130"/>
                    <a:pt x="5668" y="3130"/>
                    <a:pt x="5688" y="3110"/>
                  </a:cubicBezTo>
                  <a:cubicBezTo>
                    <a:pt x="5718" y="3080"/>
                    <a:pt x="5768" y="3070"/>
                    <a:pt x="5818" y="3070"/>
                  </a:cubicBezTo>
                  <a:cubicBezTo>
                    <a:pt x="6249" y="3070"/>
                    <a:pt x="7363" y="3953"/>
                    <a:pt x="8506" y="4163"/>
                  </a:cubicBezTo>
                  <a:cubicBezTo>
                    <a:pt x="8637" y="4184"/>
                    <a:pt x="8717" y="4204"/>
                    <a:pt x="8747" y="4204"/>
                  </a:cubicBezTo>
                  <a:cubicBezTo>
                    <a:pt x="8817" y="4204"/>
                    <a:pt x="8727" y="4143"/>
                    <a:pt x="8486" y="3983"/>
                  </a:cubicBezTo>
                  <a:cubicBezTo>
                    <a:pt x="8326" y="3873"/>
                    <a:pt x="8105" y="3732"/>
                    <a:pt x="7854" y="3582"/>
                  </a:cubicBezTo>
                  <a:cubicBezTo>
                    <a:pt x="7714" y="3542"/>
                    <a:pt x="7584" y="3461"/>
                    <a:pt x="7463" y="3381"/>
                  </a:cubicBezTo>
                  <a:cubicBezTo>
                    <a:pt x="7222" y="3221"/>
                    <a:pt x="6540" y="2829"/>
                    <a:pt x="5818" y="2428"/>
                  </a:cubicBezTo>
                  <a:cubicBezTo>
                    <a:pt x="5136" y="2057"/>
                    <a:pt x="4514" y="1716"/>
                    <a:pt x="4133" y="1495"/>
                  </a:cubicBezTo>
                  <a:cubicBezTo>
                    <a:pt x="3892" y="1355"/>
                    <a:pt x="3732" y="1275"/>
                    <a:pt x="3722" y="1265"/>
                  </a:cubicBezTo>
                  <a:cubicBezTo>
                    <a:pt x="3692" y="1255"/>
                    <a:pt x="3621" y="1214"/>
                    <a:pt x="3601" y="1194"/>
                  </a:cubicBezTo>
                  <a:lnTo>
                    <a:pt x="3581" y="1164"/>
                  </a:lnTo>
                  <a:cubicBezTo>
                    <a:pt x="3541" y="1194"/>
                    <a:pt x="3501" y="1214"/>
                    <a:pt x="3461" y="1214"/>
                  </a:cubicBezTo>
                  <a:cubicBezTo>
                    <a:pt x="3431" y="1214"/>
                    <a:pt x="3381" y="1204"/>
                    <a:pt x="3331" y="1184"/>
                  </a:cubicBezTo>
                  <a:cubicBezTo>
                    <a:pt x="3080" y="1084"/>
                    <a:pt x="2257" y="231"/>
                    <a:pt x="2007" y="141"/>
                  </a:cubicBezTo>
                  <a:cubicBezTo>
                    <a:pt x="1796" y="61"/>
                    <a:pt x="1334" y="1"/>
                    <a:pt x="973" y="1"/>
                  </a:cubicBezTo>
                  <a:close/>
                </a:path>
              </a:pathLst>
            </a:custGeom>
            <a:solidFill>
              <a:srgbClr val="CC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67" name="Google Shape;12967;p45"/>
            <p:cNvSpPr/>
            <p:nvPr/>
          </p:nvSpPr>
          <p:spPr>
            <a:xfrm>
              <a:off x="7878065" y="3535869"/>
              <a:ext cx="184050" cy="65056"/>
            </a:xfrm>
            <a:custGeom>
              <a:avLst/>
              <a:gdLst/>
              <a:ahLst/>
              <a:cxnLst/>
              <a:rect l="l" t="t" r="r" b="b"/>
              <a:pathLst>
                <a:path w="2218" h="784" extrusionOk="0">
                  <a:moveTo>
                    <a:pt x="1254" y="1"/>
                  </a:moveTo>
                  <a:cubicBezTo>
                    <a:pt x="1204" y="1"/>
                    <a:pt x="1144" y="21"/>
                    <a:pt x="1054" y="71"/>
                  </a:cubicBezTo>
                  <a:cubicBezTo>
                    <a:pt x="643" y="312"/>
                    <a:pt x="1" y="603"/>
                    <a:pt x="402" y="683"/>
                  </a:cubicBezTo>
                  <a:cubicBezTo>
                    <a:pt x="643" y="733"/>
                    <a:pt x="923" y="783"/>
                    <a:pt x="1204" y="783"/>
                  </a:cubicBezTo>
                  <a:cubicBezTo>
                    <a:pt x="1405" y="783"/>
                    <a:pt x="1595" y="763"/>
                    <a:pt x="1776" y="713"/>
                  </a:cubicBezTo>
                  <a:cubicBezTo>
                    <a:pt x="2217" y="583"/>
                    <a:pt x="1906" y="352"/>
                    <a:pt x="1626" y="202"/>
                  </a:cubicBezTo>
                  <a:cubicBezTo>
                    <a:pt x="1445" y="101"/>
                    <a:pt x="1375" y="1"/>
                    <a:pt x="1254" y="1"/>
                  </a:cubicBezTo>
                  <a:close/>
                </a:path>
              </a:pathLst>
            </a:custGeom>
            <a:solidFill>
              <a:srgbClr val="6AB7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68" name="Google Shape;12968;p45"/>
            <p:cNvSpPr/>
            <p:nvPr/>
          </p:nvSpPr>
          <p:spPr>
            <a:xfrm>
              <a:off x="6761901" y="4950844"/>
              <a:ext cx="5062" cy="5145"/>
            </a:xfrm>
            <a:custGeom>
              <a:avLst/>
              <a:gdLst/>
              <a:ahLst/>
              <a:cxnLst/>
              <a:rect l="l" t="t" r="r" b="b"/>
              <a:pathLst>
                <a:path w="61" h="62" extrusionOk="0">
                  <a:moveTo>
                    <a:pt x="51" y="1"/>
                  </a:moveTo>
                  <a:cubicBezTo>
                    <a:pt x="31" y="11"/>
                    <a:pt x="11" y="21"/>
                    <a:pt x="1" y="51"/>
                  </a:cubicBezTo>
                  <a:cubicBezTo>
                    <a:pt x="21" y="51"/>
                    <a:pt x="41" y="61"/>
                    <a:pt x="61" y="61"/>
                  </a:cubicBezTo>
                  <a:cubicBezTo>
                    <a:pt x="61" y="41"/>
                    <a:pt x="61" y="21"/>
                    <a:pt x="51" y="1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69" name="Google Shape;12969;p45"/>
            <p:cNvSpPr/>
            <p:nvPr/>
          </p:nvSpPr>
          <p:spPr>
            <a:xfrm>
              <a:off x="4865061" y="3134744"/>
              <a:ext cx="4571202" cy="2073421"/>
            </a:xfrm>
            <a:custGeom>
              <a:avLst/>
              <a:gdLst/>
              <a:ahLst/>
              <a:cxnLst/>
              <a:rect l="l" t="t" r="r" b="b"/>
              <a:pathLst>
                <a:path w="55088" h="24987" extrusionOk="0">
                  <a:moveTo>
                    <a:pt x="25498" y="0"/>
                  </a:moveTo>
                  <a:lnTo>
                    <a:pt x="25498" y="0"/>
                  </a:lnTo>
                  <a:cubicBezTo>
                    <a:pt x="25427" y="91"/>
                    <a:pt x="25357" y="281"/>
                    <a:pt x="25227" y="502"/>
                  </a:cubicBezTo>
                  <a:cubicBezTo>
                    <a:pt x="25237" y="492"/>
                    <a:pt x="25247" y="482"/>
                    <a:pt x="25247" y="472"/>
                  </a:cubicBezTo>
                  <a:cubicBezTo>
                    <a:pt x="25377" y="281"/>
                    <a:pt x="25437" y="111"/>
                    <a:pt x="25498" y="0"/>
                  </a:cubicBezTo>
                  <a:close/>
                  <a:moveTo>
                    <a:pt x="23662" y="2167"/>
                  </a:moveTo>
                  <a:cubicBezTo>
                    <a:pt x="23592" y="2267"/>
                    <a:pt x="23542" y="2378"/>
                    <a:pt x="23472" y="2498"/>
                  </a:cubicBezTo>
                  <a:cubicBezTo>
                    <a:pt x="23552" y="2378"/>
                    <a:pt x="23602" y="2267"/>
                    <a:pt x="23662" y="2167"/>
                  </a:cubicBezTo>
                  <a:close/>
                  <a:moveTo>
                    <a:pt x="80" y="8506"/>
                  </a:moveTo>
                  <a:cubicBezTo>
                    <a:pt x="70" y="8526"/>
                    <a:pt x="60" y="8536"/>
                    <a:pt x="50" y="8556"/>
                  </a:cubicBezTo>
                  <a:cubicBezTo>
                    <a:pt x="39" y="8574"/>
                    <a:pt x="30" y="8591"/>
                    <a:pt x="22" y="8608"/>
                  </a:cubicBezTo>
                  <a:lnTo>
                    <a:pt x="22" y="8608"/>
                  </a:lnTo>
                  <a:cubicBezTo>
                    <a:pt x="39" y="8580"/>
                    <a:pt x="60" y="8551"/>
                    <a:pt x="80" y="8516"/>
                  </a:cubicBezTo>
                  <a:cubicBezTo>
                    <a:pt x="80" y="8516"/>
                    <a:pt x="80" y="8506"/>
                    <a:pt x="80" y="8506"/>
                  </a:cubicBezTo>
                  <a:close/>
                  <a:moveTo>
                    <a:pt x="22" y="8608"/>
                  </a:moveTo>
                  <a:lnTo>
                    <a:pt x="22" y="8608"/>
                  </a:lnTo>
                  <a:cubicBezTo>
                    <a:pt x="14" y="8621"/>
                    <a:pt x="6" y="8634"/>
                    <a:pt x="0" y="8647"/>
                  </a:cubicBezTo>
                  <a:cubicBezTo>
                    <a:pt x="9" y="8634"/>
                    <a:pt x="15" y="8621"/>
                    <a:pt x="22" y="8608"/>
                  </a:cubicBezTo>
                  <a:close/>
                  <a:moveTo>
                    <a:pt x="23010" y="21867"/>
                  </a:moveTo>
                  <a:cubicBezTo>
                    <a:pt x="22990" y="21897"/>
                    <a:pt x="22970" y="21927"/>
                    <a:pt x="22960" y="21957"/>
                  </a:cubicBezTo>
                  <a:cubicBezTo>
                    <a:pt x="25207" y="22739"/>
                    <a:pt x="27534" y="23371"/>
                    <a:pt x="29801" y="24104"/>
                  </a:cubicBezTo>
                  <a:cubicBezTo>
                    <a:pt x="30463" y="24314"/>
                    <a:pt x="31646" y="24986"/>
                    <a:pt x="32389" y="24986"/>
                  </a:cubicBezTo>
                  <a:cubicBezTo>
                    <a:pt x="32419" y="24986"/>
                    <a:pt x="32449" y="24976"/>
                    <a:pt x="32479" y="24976"/>
                  </a:cubicBezTo>
                  <a:cubicBezTo>
                    <a:pt x="32690" y="24966"/>
                    <a:pt x="55088" y="23211"/>
                    <a:pt x="55088" y="23211"/>
                  </a:cubicBezTo>
                  <a:lnTo>
                    <a:pt x="55078" y="23131"/>
                  </a:lnTo>
                  <a:lnTo>
                    <a:pt x="32539" y="24886"/>
                  </a:lnTo>
                  <a:cubicBezTo>
                    <a:pt x="32539" y="24886"/>
                    <a:pt x="28477" y="23522"/>
                    <a:pt x="23010" y="21867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70" name="Google Shape;12970;p45"/>
            <p:cNvSpPr/>
            <p:nvPr/>
          </p:nvSpPr>
          <p:spPr>
            <a:xfrm>
              <a:off x="4847553" y="3134744"/>
              <a:ext cx="4587881" cy="2065040"/>
            </a:xfrm>
            <a:custGeom>
              <a:avLst/>
              <a:gdLst/>
              <a:ahLst/>
              <a:cxnLst/>
              <a:rect l="l" t="t" r="r" b="b"/>
              <a:pathLst>
                <a:path w="55289" h="24886" extrusionOk="0">
                  <a:moveTo>
                    <a:pt x="25709" y="0"/>
                  </a:moveTo>
                  <a:cubicBezTo>
                    <a:pt x="25648" y="111"/>
                    <a:pt x="25588" y="281"/>
                    <a:pt x="25458" y="472"/>
                  </a:cubicBezTo>
                  <a:cubicBezTo>
                    <a:pt x="26130" y="1074"/>
                    <a:pt x="27093" y="2057"/>
                    <a:pt x="27444" y="2297"/>
                  </a:cubicBezTo>
                  <a:cubicBezTo>
                    <a:pt x="28577" y="3050"/>
                    <a:pt x="28587" y="2468"/>
                    <a:pt x="29731" y="3170"/>
                  </a:cubicBezTo>
                  <a:cubicBezTo>
                    <a:pt x="29590" y="2959"/>
                    <a:pt x="29540" y="2819"/>
                    <a:pt x="29410" y="2618"/>
                  </a:cubicBezTo>
                  <a:lnTo>
                    <a:pt x="29410" y="2618"/>
                  </a:lnTo>
                  <a:cubicBezTo>
                    <a:pt x="29962" y="3009"/>
                    <a:pt x="30915" y="3551"/>
                    <a:pt x="31777" y="4023"/>
                  </a:cubicBezTo>
                  <a:cubicBezTo>
                    <a:pt x="31958" y="4053"/>
                    <a:pt x="32078" y="4073"/>
                    <a:pt x="32108" y="4073"/>
                  </a:cubicBezTo>
                  <a:cubicBezTo>
                    <a:pt x="31877" y="3692"/>
                    <a:pt x="31306" y="3581"/>
                    <a:pt x="31175" y="3160"/>
                  </a:cubicBezTo>
                  <a:cubicBezTo>
                    <a:pt x="31075" y="2849"/>
                    <a:pt x="29380" y="1726"/>
                    <a:pt x="29129" y="1525"/>
                  </a:cubicBezTo>
                  <a:cubicBezTo>
                    <a:pt x="28918" y="1364"/>
                    <a:pt x="28708" y="1204"/>
                    <a:pt x="28517" y="1053"/>
                  </a:cubicBezTo>
                  <a:cubicBezTo>
                    <a:pt x="28447" y="1033"/>
                    <a:pt x="28397" y="1033"/>
                    <a:pt x="28357" y="1033"/>
                  </a:cubicBezTo>
                  <a:cubicBezTo>
                    <a:pt x="28246" y="1033"/>
                    <a:pt x="28196" y="1074"/>
                    <a:pt x="28146" y="1114"/>
                  </a:cubicBezTo>
                  <a:cubicBezTo>
                    <a:pt x="28106" y="1164"/>
                    <a:pt x="28076" y="1204"/>
                    <a:pt x="27986" y="1204"/>
                  </a:cubicBezTo>
                  <a:cubicBezTo>
                    <a:pt x="27956" y="1204"/>
                    <a:pt x="27915" y="1194"/>
                    <a:pt x="27855" y="1174"/>
                  </a:cubicBezTo>
                  <a:cubicBezTo>
                    <a:pt x="27253" y="973"/>
                    <a:pt x="26371" y="652"/>
                    <a:pt x="25699" y="20"/>
                  </a:cubicBezTo>
                  <a:cubicBezTo>
                    <a:pt x="25709" y="10"/>
                    <a:pt x="25709" y="0"/>
                    <a:pt x="25709" y="0"/>
                  </a:cubicBezTo>
                  <a:close/>
                  <a:moveTo>
                    <a:pt x="29280" y="5116"/>
                  </a:moveTo>
                  <a:cubicBezTo>
                    <a:pt x="29560" y="5116"/>
                    <a:pt x="30373" y="5437"/>
                    <a:pt x="30373" y="5437"/>
                  </a:cubicBezTo>
                  <a:cubicBezTo>
                    <a:pt x="30854" y="5597"/>
                    <a:pt x="31476" y="5988"/>
                    <a:pt x="31496" y="6179"/>
                  </a:cubicBezTo>
                  <a:cubicBezTo>
                    <a:pt x="31506" y="6229"/>
                    <a:pt x="31466" y="6249"/>
                    <a:pt x="31406" y="6249"/>
                  </a:cubicBezTo>
                  <a:cubicBezTo>
                    <a:pt x="31236" y="6249"/>
                    <a:pt x="30864" y="6109"/>
                    <a:pt x="30513" y="6059"/>
                  </a:cubicBezTo>
                  <a:cubicBezTo>
                    <a:pt x="30032" y="5988"/>
                    <a:pt x="29069" y="5246"/>
                    <a:pt x="29199" y="5136"/>
                  </a:cubicBezTo>
                  <a:cubicBezTo>
                    <a:pt x="29209" y="5126"/>
                    <a:pt x="29239" y="5116"/>
                    <a:pt x="29280" y="5116"/>
                  </a:cubicBezTo>
                  <a:close/>
                  <a:moveTo>
                    <a:pt x="16872" y="4564"/>
                  </a:moveTo>
                  <a:cubicBezTo>
                    <a:pt x="17022" y="4564"/>
                    <a:pt x="17193" y="4624"/>
                    <a:pt x="17363" y="4685"/>
                  </a:cubicBezTo>
                  <a:cubicBezTo>
                    <a:pt x="17524" y="4745"/>
                    <a:pt x="17674" y="4795"/>
                    <a:pt x="17775" y="4795"/>
                  </a:cubicBezTo>
                  <a:cubicBezTo>
                    <a:pt x="17795" y="4795"/>
                    <a:pt x="17825" y="4795"/>
                    <a:pt x="17845" y="4785"/>
                  </a:cubicBezTo>
                  <a:cubicBezTo>
                    <a:pt x="17845" y="4775"/>
                    <a:pt x="17855" y="4775"/>
                    <a:pt x="17865" y="4775"/>
                  </a:cubicBezTo>
                  <a:cubicBezTo>
                    <a:pt x="17995" y="4775"/>
                    <a:pt x="18386" y="5006"/>
                    <a:pt x="18778" y="5236"/>
                  </a:cubicBezTo>
                  <a:cubicBezTo>
                    <a:pt x="19159" y="5467"/>
                    <a:pt x="19540" y="5698"/>
                    <a:pt x="19650" y="5698"/>
                  </a:cubicBezTo>
                  <a:cubicBezTo>
                    <a:pt x="19670" y="5698"/>
                    <a:pt x="19680" y="5688"/>
                    <a:pt x="19670" y="5657"/>
                  </a:cubicBezTo>
                  <a:cubicBezTo>
                    <a:pt x="19660" y="5617"/>
                    <a:pt x="19680" y="5607"/>
                    <a:pt x="19710" y="5607"/>
                  </a:cubicBezTo>
                  <a:cubicBezTo>
                    <a:pt x="19961" y="5607"/>
                    <a:pt x="21195" y="6350"/>
                    <a:pt x="21656" y="6610"/>
                  </a:cubicBezTo>
                  <a:cubicBezTo>
                    <a:pt x="22168" y="6911"/>
                    <a:pt x="22268" y="7012"/>
                    <a:pt x="22148" y="7012"/>
                  </a:cubicBezTo>
                  <a:cubicBezTo>
                    <a:pt x="21957" y="7012"/>
                    <a:pt x="21175" y="6731"/>
                    <a:pt x="20844" y="6640"/>
                  </a:cubicBezTo>
                  <a:cubicBezTo>
                    <a:pt x="20663" y="6590"/>
                    <a:pt x="20513" y="6560"/>
                    <a:pt x="20392" y="6560"/>
                  </a:cubicBezTo>
                  <a:cubicBezTo>
                    <a:pt x="20152" y="6560"/>
                    <a:pt x="20031" y="6661"/>
                    <a:pt x="20122" y="6831"/>
                  </a:cubicBezTo>
                  <a:cubicBezTo>
                    <a:pt x="20132" y="6861"/>
                    <a:pt x="20102" y="6871"/>
                    <a:pt x="20031" y="6871"/>
                  </a:cubicBezTo>
                  <a:cubicBezTo>
                    <a:pt x="19540" y="6871"/>
                    <a:pt x="17323" y="6219"/>
                    <a:pt x="17163" y="5978"/>
                  </a:cubicBezTo>
                  <a:cubicBezTo>
                    <a:pt x="17113" y="5908"/>
                    <a:pt x="17183" y="5888"/>
                    <a:pt x="17293" y="5888"/>
                  </a:cubicBezTo>
                  <a:cubicBezTo>
                    <a:pt x="17423" y="5888"/>
                    <a:pt x="17604" y="5918"/>
                    <a:pt x="17785" y="5938"/>
                  </a:cubicBezTo>
                  <a:cubicBezTo>
                    <a:pt x="17955" y="5968"/>
                    <a:pt x="18116" y="5988"/>
                    <a:pt x="18196" y="5988"/>
                  </a:cubicBezTo>
                  <a:cubicBezTo>
                    <a:pt x="18286" y="5988"/>
                    <a:pt x="18276" y="5958"/>
                    <a:pt x="18075" y="5868"/>
                  </a:cubicBezTo>
                  <a:cubicBezTo>
                    <a:pt x="17333" y="5527"/>
                    <a:pt x="16390" y="4805"/>
                    <a:pt x="16691" y="4614"/>
                  </a:cubicBezTo>
                  <a:cubicBezTo>
                    <a:pt x="16741" y="4574"/>
                    <a:pt x="16802" y="4564"/>
                    <a:pt x="16872" y="4564"/>
                  </a:cubicBezTo>
                  <a:close/>
                  <a:moveTo>
                    <a:pt x="23352" y="6480"/>
                  </a:moveTo>
                  <a:cubicBezTo>
                    <a:pt x="23412" y="6480"/>
                    <a:pt x="23512" y="6510"/>
                    <a:pt x="23683" y="6580"/>
                  </a:cubicBezTo>
                  <a:cubicBezTo>
                    <a:pt x="24826" y="7082"/>
                    <a:pt x="25879" y="7914"/>
                    <a:pt x="25528" y="7914"/>
                  </a:cubicBezTo>
                  <a:cubicBezTo>
                    <a:pt x="25478" y="7914"/>
                    <a:pt x="25408" y="7904"/>
                    <a:pt x="25297" y="7864"/>
                  </a:cubicBezTo>
                  <a:cubicBezTo>
                    <a:pt x="24435" y="7573"/>
                    <a:pt x="23913" y="7473"/>
                    <a:pt x="23121" y="7072"/>
                  </a:cubicBezTo>
                  <a:cubicBezTo>
                    <a:pt x="22629" y="6821"/>
                    <a:pt x="23221" y="6971"/>
                    <a:pt x="23422" y="6861"/>
                  </a:cubicBezTo>
                  <a:cubicBezTo>
                    <a:pt x="23522" y="6811"/>
                    <a:pt x="23181" y="6480"/>
                    <a:pt x="23352" y="6480"/>
                  </a:cubicBezTo>
                  <a:close/>
                  <a:moveTo>
                    <a:pt x="29241" y="5769"/>
                  </a:moveTo>
                  <a:lnTo>
                    <a:pt x="29241" y="5769"/>
                  </a:lnTo>
                  <a:cubicBezTo>
                    <a:pt x="29333" y="5878"/>
                    <a:pt x="29792" y="5898"/>
                    <a:pt x="29932" y="5928"/>
                  </a:cubicBezTo>
                  <a:cubicBezTo>
                    <a:pt x="30082" y="5958"/>
                    <a:pt x="30222" y="5988"/>
                    <a:pt x="30363" y="6049"/>
                  </a:cubicBezTo>
                  <a:cubicBezTo>
                    <a:pt x="30764" y="6209"/>
                    <a:pt x="31095" y="6500"/>
                    <a:pt x="31396" y="6801"/>
                  </a:cubicBezTo>
                  <a:cubicBezTo>
                    <a:pt x="31847" y="6871"/>
                    <a:pt x="32560" y="7082"/>
                    <a:pt x="33171" y="7242"/>
                  </a:cubicBezTo>
                  <a:cubicBezTo>
                    <a:pt x="33553" y="7343"/>
                    <a:pt x="34746" y="7613"/>
                    <a:pt x="35208" y="7654"/>
                  </a:cubicBezTo>
                  <a:cubicBezTo>
                    <a:pt x="35669" y="7684"/>
                    <a:pt x="37234" y="8135"/>
                    <a:pt x="37475" y="8356"/>
                  </a:cubicBezTo>
                  <a:cubicBezTo>
                    <a:pt x="37505" y="8386"/>
                    <a:pt x="37485" y="8406"/>
                    <a:pt x="37424" y="8406"/>
                  </a:cubicBezTo>
                  <a:cubicBezTo>
                    <a:pt x="37254" y="8406"/>
                    <a:pt x="36823" y="8316"/>
                    <a:pt x="36341" y="8225"/>
                  </a:cubicBezTo>
                  <a:cubicBezTo>
                    <a:pt x="35860" y="8135"/>
                    <a:pt x="35338" y="8045"/>
                    <a:pt x="34997" y="8045"/>
                  </a:cubicBezTo>
                  <a:cubicBezTo>
                    <a:pt x="34937" y="8045"/>
                    <a:pt x="34887" y="8055"/>
                    <a:pt x="34836" y="8055"/>
                  </a:cubicBezTo>
                  <a:cubicBezTo>
                    <a:pt x="34726" y="8075"/>
                    <a:pt x="34606" y="8085"/>
                    <a:pt x="34485" y="8085"/>
                  </a:cubicBezTo>
                  <a:cubicBezTo>
                    <a:pt x="33853" y="8085"/>
                    <a:pt x="33101" y="7894"/>
                    <a:pt x="32560" y="7654"/>
                  </a:cubicBezTo>
                  <a:cubicBezTo>
                    <a:pt x="31928" y="7363"/>
                    <a:pt x="30945" y="6781"/>
                    <a:pt x="31256" y="6781"/>
                  </a:cubicBezTo>
                  <a:lnTo>
                    <a:pt x="31296" y="6781"/>
                  </a:lnTo>
                  <a:cubicBezTo>
                    <a:pt x="31035" y="6681"/>
                    <a:pt x="30774" y="6590"/>
                    <a:pt x="30503" y="6490"/>
                  </a:cubicBezTo>
                  <a:cubicBezTo>
                    <a:pt x="30393" y="6450"/>
                    <a:pt x="30273" y="6400"/>
                    <a:pt x="30162" y="6360"/>
                  </a:cubicBezTo>
                  <a:cubicBezTo>
                    <a:pt x="30032" y="6309"/>
                    <a:pt x="29901" y="6259"/>
                    <a:pt x="29781" y="6199"/>
                  </a:cubicBezTo>
                  <a:cubicBezTo>
                    <a:pt x="29571" y="6089"/>
                    <a:pt x="29391" y="5949"/>
                    <a:pt x="29241" y="5769"/>
                  </a:cubicBezTo>
                  <a:close/>
                  <a:moveTo>
                    <a:pt x="2949" y="8616"/>
                  </a:moveTo>
                  <a:cubicBezTo>
                    <a:pt x="3080" y="8616"/>
                    <a:pt x="3220" y="8647"/>
                    <a:pt x="3371" y="8717"/>
                  </a:cubicBezTo>
                  <a:cubicBezTo>
                    <a:pt x="4314" y="9178"/>
                    <a:pt x="6390" y="9941"/>
                    <a:pt x="5808" y="9941"/>
                  </a:cubicBezTo>
                  <a:cubicBezTo>
                    <a:pt x="5778" y="9941"/>
                    <a:pt x="5738" y="9941"/>
                    <a:pt x="5698" y="9930"/>
                  </a:cubicBezTo>
                  <a:cubicBezTo>
                    <a:pt x="4915" y="9860"/>
                    <a:pt x="4203" y="9620"/>
                    <a:pt x="3652" y="9620"/>
                  </a:cubicBezTo>
                  <a:cubicBezTo>
                    <a:pt x="3551" y="9620"/>
                    <a:pt x="3451" y="9630"/>
                    <a:pt x="3371" y="9640"/>
                  </a:cubicBezTo>
                  <a:cubicBezTo>
                    <a:pt x="3321" y="9650"/>
                    <a:pt x="3270" y="9660"/>
                    <a:pt x="3230" y="9660"/>
                  </a:cubicBezTo>
                  <a:cubicBezTo>
                    <a:pt x="3070" y="9660"/>
                    <a:pt x="3020" y="9569"/>
                    <a:pt x="2969" y="9479"/>
                  </a:cubicBezTo>
                  <a:cubicBezTo>
                    <a:pt x="2919" y="9389"/>
                    <a:pt x="2869" y="9299"/>
                    <a:pt x="2679" y="9299"/>
                  </a:cubicBezTo>
                  <a:cubicBezTo>
                    <a:pt x="2618" y="9299"/>
                    <a:pt x="2548" y="9309"/>
                    <a:pt x="2458" y="9329"/>
                  </a:cubicBezTo>
                  <a:cubicBezTo>
                    <a:pt x="2097" y="9419"/>
                    <a:pt x="1716" y="9479"/>
                    <a:pt x="1515" y="9479"/>
                  </a:cubicBezTo>
                  <a:cubicBezTo>
                    <a:pt x="1314" y="9479"/>
                    <a:pt x="1284" y="9419"/>
                    <a:pt x="1565" y="9268"/>
                  </a:cubicBezTo>
                  <a:cubicBezTo>
                    <a:pt x="2147" y="8958"/>
                    <a:pt x="1956" y="9098"/>
                    <a:pt x="2247" y="8887"/>
                  </a:cubicBezTo>
                  <a:cubicBezTo>
                    <a:pt x="2438" y="8747"/>
                    <a:pt x="2679" y="8616"/>
                    <a:pt x="2949" y="8616"/>
                  </a:cubicBezTo>
                  <a:close/>
                  <a:moveTo>
                    <a:pt x="23512" y="2729"/>
                  </a:moveTo>
                  <a:cubicBezTo>
                    <a:pt x="23512" y="2729"/>
                    <a:pt x="23502" y="2739"/>
                    <a:pt x="23502" y="2739"/>
                  </a:cubicBezTo>
                  <a:cubicBezTo>
                    <a:pt x="23482" y="2779"/>
                    <a:pt x="23452" y="2819"/>
                    <a:pt x="23412" y="2859"/>
                  </a:cubicBezTo>
                  <a:cubicBezTo>
                    <a:pt x="23191" y="3120"/>
                    <a:pt x="23151" y="3240"/>
                    <a:pt x="22940" y="3421"/>
                  </a:cubicBezTo>
                  <a:cubicBezTo>
                    <a:pt x="22820" y="3601"/>
                    <a:pt x="22800" y="3952"/>
                    <a:pt x="22720" y="4203"/>
                  </a:cubicBezTo>
                  <a:cubicBezTo>
                    <a:pt x="23151" y="4534"/>
                    <a:pt x="23592" y="4875"/>
                    <a:pt x="23693" y="4935"/>
                  </a:cubicBezTo>
                  <a:cubicBezTo>
                    <a:pt x="23703" y="4945"/>
                    <a:pt x="23713" y="4945"/>
                    <a:pt x="23713" y="4945"/>
                  </a:cubicBezTo>
                  <a:cubicBezTo>
                    <a:pt x="23753" y="4945"/>
                    <a:pt x="23582" y="4725"/>
                    <a:pt x="23402" y="4504"/>
                  </a:cubicBezTo>
                  <a:cubicBezTo>
                    <a:pt x="23231" y="4293"/>
                    <a:pt x="23051" y="4073"/>
                    <a:pt x="23091" y="4073"/>
                  </a:cubicBezTo>
                  <a:lnTo>
                    <a:pt x="23091" y="4073"/>
                  </a:lnTo>
                  <a:cubicBezTo>
                    <a:pt x="23091" y="4073"/>
                    <a:pt x="23101" y="4073"/>
                    <a:pt x="23111" y="4083"/>
                  </a:cubicBezTo>
                  <a:cubicBezTo>
                    <a:pt x="24475" y="5036"/>
                    <a:pt x="26150" y="6249"/>
                    <a:pt x="27554" y="7423"/>
                  </a:cubicBezTo>
                  <a:cubicBezTo>
                    <a:pt x="26250" y="7022"/>
                    <a:pt x="25277" y="6179"/>
                    <a:pt x="23993" y="5708"/>
                  </a:cubicBezTo>
                  <a:cubicBezTo>
                    <a:pt x="23713" y="5607"/>
                    <a:pt x="22379" y="4975"/>
                    <a:pt x="21476" y="4554"/>
                  </a:cubicBezTo>
                  <a:cubicBezTo>
                    <a:pt x="21355" y="4614"/>
                    <a:pt x="21235" y="4685"/>
                    <a:pt x="21115" y="4705"/>
                  </a:cubicBezTo>
                  <a:cubicBezTo>
                    <a:pt x="21175" y="4755"/>
                    <a:pt x="21235" y="4815"/>
                    <a:pt x="21295" y="4865"/>
                  </a:cubicBezTo>
                  <a:cubicBezTo>
                    <a:pt x="21686" y="5216"/>
                    <a:pt x="22078" y="5557"/>
                    <a:pt x="22007" y="5557"/>
                  </a:cubicBezTo>
                  <a:cubicBezTo>
                    <a:pt x="21977" y="5557"/>
                    <a:pt x="21897" y="5517"/>
                    <a:pt x="21737" y="5427"/>
                  </a:cubicBezTo>
                  <a:cubicBezTo>
                    <a:pt x="21626" y="5357"/>
                    <a:pt x="19891" y="4584"/>
                    <a:pt x="19761" y="4524"/>
                  </a:cubicBezTo>
                  <a:cubicBezTo>
                    <a:pt x="19660" y="4484"/>
                    <a:pt x="19590" y="4464"/>
                    <a:pt x="19540" y="4464"/>
                  </a:cubicBezTo>
                  <a:cubicBezTo>
                    <a:pt x="19460" y="4464"/>
                    <a:pt x="19450" y="4514"/>
                    <a:pt x="19460" y="4574"/>
                  </a:cubicBezTo>
                  <a:cubicBezTo>
                    <a:pt x="19460" y="4634"/>
                    <a:pt x="19470" y="4695"/>
                    <a:pt x="19420" y="4695"/>
                  </a:cubicBezTo>
                  <a:cubicBezTo>
                    <a:pt x="19389" y="4695"/>
                    <a:pt x="19339" y="4674"/>
                    <a:pt x="19259" y="4624"/>
                  </a:cubicBezTo>
                  <a:cubicBezTo>
                    <a:pt x="18838" y="4384"/>
                    <a:pt x="18095" y="4063"/>
                    <a:pt x="17373" y="3692"/>
                  </a:cubicBezTo>
                  <a:cubicBezTo>
                    <a:pt x="17293" y="3661"/>
                    <a:pt x="17223" y="3641"/>
                    <a:pt x="17153" y="3641"/>
                  </a:cubicBezTo>
                  <a:cubicBezTo>
                    <a:pt x="16922" y="3641"/>
                    <a:pt x="16711" y="3832"/>
                    <a:pt x="16491" y="4023"/>
                  </a:cubicBezTo>
                  <a:cubicBezTo>
                    <a:pt x="16270" y="4213"/>
                    <a:pt x="16039" y="4404"/>
                    <a:pt x="15738" y="4404"/>
                  </a:cubicBezTo>
                  <a:cubicBezTo>
                    <a:pt x="15678" y="4404"/>
                    <a:pt x="15608" y="4394"/>
                    <a:pt x="15538" y="4374"/>
                  </a:cubicBezTo>
                  <a:cubicBezTo>
                    <a:pt x="15297" y="4624"/>
                    <a:pt x="15066" y="4835"/>
                    <a:pt x="14906" y="4935"/>
                  </a:cubicBezTo>
                  <a:cubicBezTo>
                    <a:pt x="14474" y="5186"/>
                    <a:pt x="14244" y="5326"/>
                    <a:pt x="13833" y="5668"/>
                  </a:cubicBezTo>
                  <a:cubicBezTo>
                    <a:pt x="13742" y="5808"/>
                    <a:pt x="13742" y="5878"/>
                    <a:pt x="13822" y="5878"/>
                  </a:cubicBezTo>
                  <a:cubicBezTo>
                    <a:pt x="13913" y="5878"/>
                    <a:pt x="14133" y="5768"/>
                    <a:pt x="14454" y="5527"/>
                  </a:cubicBezTo>
                  <a:cubicBezTo>
                    <a:pt x="15016" y="5106"/>
                    <a:pt x="15417" y="4845"/>
                    <a:pt x="15558" y="4845"/>
                  </a:cubicBezTo>
                  <a:cubicBezTo>
                    <a:pt x="15638" y="4845"/>
                    <a:pt x="15628" y="4925"/>
                    <a:pt x="15538" y="5106"/>
                  </a:cubicBezTo>
                  <a:cubicBezTo>
                    <a:pt x="15257" y="5587"/>
                    <a:pt x="14264" y="6390"/>
                    <a:pt x="14103" y="6831"/>
                  </a:cubicBezTo>
                  <a:cubicBezTo>
                    <a:pt x="14023" y="7057"/>
                    <a:pt x="13790" y="7059"/>
                    <a:pt x="13470" y="7059"/>
                  </a:cubicBezTo>
                  <a:cubicBezTo>
                    <a:pt x="13463" y="7059"/>
                    <a:pt x="13456" y="7059"/>
                    <a:pt x="13448" y="7059"/>
                  </a:cubicBezTo>
                  <a:cubicBezTo>
                    <a:pt x="13132" y="7059"/>
                    <a:pt x="12735" y="7062"/>
                    <a:pt x="12318" y="7272"/>
                  </a:cubicBezTo>
                  <a:cubicBezTo>
                    <a:pt x="11917" y="7473"/>
                    <a:pt x="11566" y="7613"/>
                    <a:pt x="11385" y="7613"/>
                  </a:cubicBezTo>
                  <a:cubicBezTo>
                    <a:pt x="11225" y="7613"/>
                    <a:pt x="11215" y="7483"/>
                    <a:pt x="11475" y="7182"/>
                  </a:cubicBezTo>
                  <a:lnTo>
                    <a:pt x="11475" y="7182"/>
                  </a:lnTo>
                  <a:cubicBezTo>
                    <a:pt x="11084" y="7403"/>
                    <a:pt x="10091" y="7383"/>
                    <a:pt x="9780" y="7623"/>
                  </a:cubicBezTo>
                  <a:cubicBezTo>
                    <a:pt x="9600" y="7764"/>
                    <a:pt x="9379" y="7874"/>
                    <a:pt x="9178" y="7924"/>
                  </a:cubicBezTo>
                  <a:cubicBezTo>
                    <a:pt x="10001" y="8386"/>
                    <a:pt x="11335" y="8958"/>
                    <a:pt x="12819" y="9670"/>
                  </a:cubicBezTo>
                  <a:cubicBezTo>
                    <a:pt x="13913" y="10121"/>
                    <a:pt x="14926" y="10512"/>
                    <a:pt x="15317" y="10623"/>
                  </a:cubicBezTo>
                  <a:cubicBezTo>
                    <a:pt x="15467" y="10663"/>
                    <a:pt x="15628" y="10723"/>
                    <a:pt x="15768" y="10803"/>
                  </a:cubicBezTo>
                  <a:cubicBezTo>
                    <a:pt x="16220" y="11084"/>
                    <a:pt x="14234" y="11375"/>
                    <a:pt x="12819" y="11375"/>
                  </a:cubicBezTo>
                  <a:cubicBezTo>
                    <a:pt x="12188" y="11375"/>
                    <a:pt x="11676" y="11315"/>
                    <a:pt x="11536" y="11174"/>
                  </a:cubicBezTo>
                  <a:cubicBezTo>
                    <a:pt x="11465" y="11104"/>
                    <a:pt x="11405" y="11014"/>
                    <a:pt x="11325" y="10974"/>
                  </a:cubicBezTo>
                  <a:cubicBezTo>
                    <a:pt x="11265" y="10944"/>
                    <a:pt x="11205" y="10924"/>
                    <a:pt x="11144" y="10924"/>
                  </a:cubicBezTo>
                  <a:cubicBezTo>
                    <a:pt x="11014" y="10924"/>
                    <a:pt x="10884" y="10984"/>
                    <a:pt x="10753" y="11014"/>
                  </a:cubicBezTo>
                  <a:cubicBezTo>
                    <a:pt x="10623" y="11044"/>
                    <a:pt x="10502" y="11054"/>
                    <a:pt x="10392" y="11054"/>
                  </a:cubicBezTo>
                  <a:cubicBezTo>
                    <a:pt x="10011" y="11054"/>
                    <a:pt x="9680" y="10893"/>
                    <a:pt x="9369" y="10623"/>
                  </a:cubicBezTo>
                  <a:cubicBezTo>
                    <a:pt x="8687" y="10001"/>
                    <a:pt x="6891" y="9870"/>
                    <a:pt x="6831" y="9830"/>
                  </a:cubicBezTo>
                  <a:cubicBezTo>
                    <a:pt x="6651" y="9690"/>
                    <a:pt x="5628" y="8556"/>
                    <a:pt x="5427" y="8456"/>
                  </a:cubicBezTo>
                  <a:cubicBezTo>
                    <a:pt x="5317" y="8396"/>
                    <a:pt x="5196" y="8346"/>
                    <a:pt x="5066" y="8346"/>
                  </a:cubicBezTo>
                  <a:lnTo>
                    <a:pt x="5036" y="8346"/>
                  </a:lnTo>
                  <a:cubicBezTo>
                    <a:pt x="4925" y="8346"/>
                    <a:pt x="4003" y="7854"/>
                    <a:pt x="3451" y="7583"/>
                  </a:cubicBezTo>
                  <a:cubicBezTo>
                    <a:pt x="3341" y="7523"/>
                    <a:pt x="3290" y="7503"/>
                    <a:pt x="3270" y="7503"/>
                  </a:cubicBezTo>
                  <a:cubicBezTo>
                    <a:pt x="3190" y="7503"/>
                    <a:pt x="3521" y="7774"/>
                    <a:pt x="3310" y="7824"/>
                  </a:cubicBezTo>
                  <a:lnTo>
                    <a:pt x="3300" y="7824"/>
                  </a:lnTo>
                  <a:cubicBezTo>
                    <a:pt x="3230" y="7824"/>
                    <a:pt x="2990" y="7694"/>
                    <a:pt x="2759" y="7563"/>
                  </a:cubicBezTo>
                  <a:cubicBezTo>
                    <a:pt x="2729" y="7543"/>
                    <a:pt x="2699" y="7523"/>
                    <a:pt x="2669" y="7513"/>
                  </a:cubicBezTo>
                  <a:cubicBezTo>
                    <a:pt x="2638" y="7523"/>
                    <a:pt x="2598" y="7533"/>
                    <a:pt x="2558" y="7553"/>
                  </a:cubicBezTo>
                  <a:cubicBezTo>
                    <a:pt x="2478" y="7573"/>
                    <a:pt x="1655" y="7774"/>
                    <a:pt x="1385" y="7804"/>
                  </a:cubicBezTo>
                  <a:cubicBezTo>
                    <a:pt x="1304" y="7874"/>
                    <a:pt x="1204" y="7954"/>
                    <a:pt x="1144" y="7995"/>
                  </a:cubicBezTo>
                  <a:cubicBezTo>
                    <a:pt x="1064" y="8065"/>
                    <a:pt x="1064" y="8065"/>
                    <a:pt x="1254" y="8125"/>
                  </a:cubicBezTo>
                  <a:cubicBezTo>
                    <a:pt x="1415" y="8185"/>
                    <a:pt x="1114" y="8406"/>
                    <a:pt x="933" y="8406"/>
                  </a:cubicBezTo>
                  <a:lnTo>
                    <a:pt x="883" y="8406"/>
                  </a:lnTo>
                  <a:cubicBezTo>
                    <a:pt x="793" y="8376"/>
                    <a:pt x="693" y="8356"/>
                    <a:pt x="602" y="8356"/>
                  </a:cubicBezTo>
                  <a:cubicBezTo>
                    <a:pt x="502" y="8356"/>
                    <a:pt x="412" y="8376"/>
                    <a:pt x="362" y="8436"/>
                  </a:cubicBezTo>
                  <a:cubicBezTo>
                    <a:pt x="331" y="8466"/>
                    <a:pt x="311" y="8486"/>
                    <a:pt x="291" y="8506"/>
                  </a:cubicBezTo>
                  <a:cubicBezTo>
                    <a:pt x="291" y="8506"/>
                    <a:pt x="291" y="8516"/>
                    <a:pt x="291" y="8516"/>
                  </a:cubicBezTo>
                  <a:cubicBezTo>
                    <a:pt x="261" y="8566"/>
                    <a:pt x="231" y="8606"/>
                    <a:pt x="211" y="8647"/>
                  </a:cubicBezTo>
                  <a:cubicBezTo>
                    <a:pt x="121" y="8787"/>
                    <a:pt x="61" y="8857"/>
                    <a:pt x="0" y="8887"/>
                  </a:cubicBezTo>
                  <a:cubicBezTo>
                    <a:pt x="422" y="9118"/>
                    <a:pt x="592" y="9208"/>
                    <a:pt x="472" y="9208"/>
                  </a:cubicBezTo>
                  <a:cubicBezTo>
                    <a:pt x="442" y="9208"/>
                    <a:pt x="392" y="9198"/>
                    <a:pt x="321" y="9188"/>
                  </a:cubicBezTo>
                  <a:lnTo>
                    <a:pt x="321" y="9188"/>
                  </a:lnTo>
                  <a:cubicBezTo>
                    <a:pt x="351" y="9208"/>
                    <a:pt x="372" y="9218"/>
                    <a:pt x="392" y="9228"/>
                  </a:cubicBezTo>
                  <a:cubicBezTo>
                    <a:pt x="442" y="9258"/>
                    <a:pt x="1013" y="9620"/>
                    <a:pt x="1204" y="9720"/>
                  </a:cubicBezTo>
                  <a:cubicBezTo>
                    <a:pt x="1385" y="9820"/>
                    <a:pt x="2177" y="10051"/>
                    <a:pt x="2388" y="10171"/>
                  </a:cubicBezTo>
                  <a:cubicBezTo>
                    <a:pt x="2458" y="10211"/>
                    <a:pt x="2508" y="10221"/>
                    <a:pt x="2538" y="10221"/>
                  </a:cubicBezTo>
                  <a:cubicBezTo>
                    <a:pt x="2578" y="10221"/>
                    <a:pt x="2578" y="10181"/>
                    <a:pt x="2568" y="10141"/>
                  </a:cubicBezTo>
                  <a:cubicBezTo>
                    <a:pt x="2558" y="10091"/>
                    <a:pt x="2548" y="10051"/>
                    <a:pt x="2578" y="10051"/>
                  </a:cubicBezTo>
                  <a:lnTo>
                    <a:pt x="2598" y="10051"/>
                  </a:lnTo>
                  <a:cubicBezTo>
                    <a:pt x="3331" y="10402"/>
                    <a:pt x="3020" y="10211"/>
                    <a:pt x="3652" y="10733"/>
                  </a:cubicBezTo>
                  <a:cubicBezTo>
                    <a:pt x="5407" y="12197"/>
                    <a:pt x="6570" y="14695"/>
                    <a:pt x="6510" y="14765"/>
                  </a:cubicBezTo>
                  <a:cubicBezTo>
                    <a:pt x="6420" y="14855"/>
                    <a:pt x="6290" y="14886"/>
                    <a:pt x="6179" y="14936"/>
                  </a:cubicBezTo>
                  <a:cubicBezTo>
                    <a:pt x="5938" y="15046"/>
                    <a:pt x="5758" y="15257"/>
                    <a:pt x="5597" y="15467"/>
                  </a:cubicBezTo>
                  <a:cubicBezTo>
                    <a:pt x="5387" y="15718"/>
                    <a:pt x="5176" y="16049"/>
                    <a:pt x="5297" y="16350"/>
                  </a:cubicBezTo>
                  <a:cubicBezTo>
                    <a:pt x="5367" y="16531"/>
                    <a:pt x="5537" y="16641"/>
                    <a:pt x="5718" y="16731"/>
                  </a:cubicBezTo>
                  <a:cubicBezTo>
                    <a:pt x="6370" y="17052"/>
                    <a:pt x="7102" y="17032"/>
                    <a:pt x="7744" y="17353"/>
                  </a:cubicBezTo>
                  <a:cubicBezTo>
                    <a:pt x="7914" y="17443"/>
                    <a:pt x="8105" y="17473"/>
                    <a:pt x="8296" y="17473"/>
                  </a:cubicBezTo>
                  <a:cubicBezTo>
                    <a:pt x="8577" y="17473"/>
                    <a:pt x="8857" y="17413"/>
                    <a:pt x="9118" y="17403"/>
                  </a:cubicBezTo>
                  <a:cubicBezTo>
                    <a:pt x="9700" y="17363"/>
                    <a:pt x="10332" y="16862"/>
                    <a:pt x="10863" y="16641"/>
                  </a:cubicBezTo>
                  <a:cubicBezTo>
                    <a:pt x="11596" y="16330"/>
                    <a:pt x="12328" y="16029"/>
                    <a:pt x="13070" y="15718"/>
                  </a:cubicBezTo>
                  <a:lnTo>
                    <a:pt x="17363" y="13933"/>
                  </a:lnTo>
                  <a:cubicBezTo>
                    <a:pt x="18065" y="13642"/>
                    <a:pt x="18768" y="13351"/>
                    <a:pt x="19480" y="13070"/>
                  </a:cubicBezTo>
                  <a:cubicBezTo>
                    <a:pt x="19831" y="12940"/>
                    <a:pt x="20413" y="12589"/>
                    <a:pt x="20844" y="12589"/>
                  </a:cubicBezTo>
                  <a:cubicBezTo>
                    <a:pt x="20924" y="12589"/>
                    <a:pt x="21004" y="12609"/>
                    <a:pt x="21075" y="12639"/>
                  </a:cubicBezTo>
                  <a:cubicBezTo>
                    <a:pt x="20884" y="12759"/>
                    <a:pt x="20663" y="12869"/>
                    <a:pt x="20453" y="12970"/>
                  </a:cubicBezTo>
                  <a:cubicBezTo>
                    <a:pt x="19590" y="13371"/>
                    <a:pt x="18758" y="13682"/>
                    <a:pt x="17925" y="14173"/>
                  </a:cubicBezTo>
                  <a:cubicBezTo>
                    <a:pt x="17002" y="14725"/>
                    <a:pt x="16099" y="15287"/>
                    <a:pt x="15207" y="15879"/>
                  </a:cubicBezTo>
                  <a:cubicBezTo>
                    <a:pt x="14826" y="16139"/>
                    <a:pt x="14444" y="16390"/>
                    <a:pt x="14013" y="16541"/>
                  </a:cubicBezTo>
                  <a:cubicBezTo>
                    <a:pt x="13833" y="16611"/>
                    <a:pt x="13632" y="16651"/>
                    <a:pt x="13471" y="16761"/>
                  </a:cubicBezTo>
                  <a:cubicBezTo>
                    <a:pt x="13181" y="16952"/>
                    <a:pt x="13030" y="17303"/>
                    <a:pt x="12729" y="17493"/>
                  </a:cubicBezTo>
                  <a:cubicBezTo>
                    <a:pt x="12458" y="17674"/>
                    <a:pt x="12097" y="17684"/>
                    <a:pt x="11846" y="17915"/>
                  </a:cubicBezTo>
                  <a:cubicBezTo>
                    <a:pt x="11766" y="17985"/>
                    <a:pt x="11656" y="18065"/>
                    <a:pt x="11626" y="18166"/>
                  </a:cubicBezTo>
                  <a:cubicBezTo>
                    <a:pt x="11756" y="18166"/>
                    <a:pt x="11796" y="18266"/>
                    <a:pt x="11887" y="18336"/>
                  </a:cubicBezTo>
                  <a:cubicBezTo>
                    <a:pt x="11997" y="18426"/>
                    <a:pt x="12198" y="18426"/>
                    <a:pt x="12338" y="18446"/>
                  </a:cubicBezTo>
                  <a:cubicBezTo>
                    <a:pt x="12980" y="18527"/>
                    <a:pt x="13592" y="18647"/>
                    <a:pt x="14174" y="18958"/>
                  </a:cubicBezTo>
                  <a:cubicBezTo>
                    <a:pt x="14294" y="19018"/>
                    <a:pt x="14414" y="19088"/>
                    <a:pt x="14545" y="19108"/>
                  </a:cubicBezTo>
                  <a:lnTo>
                    <a:pt x="14555" y="19118"/>
                  </a:lnTo>
                  <a:lnTo>
                    <a:pt x="14645" y="19118"/>
                  </a:lnTo>
                  <a:cubicBezTo>
                    <a:pt x="14705" y="19118"/>
                    <a:pt x="14765" y="19108"/>
                    <a:pt x="14836" y="19098"/>
                  </a:cubicBezTo>
                  <a:cubicBezTo>
                    <a:pt x="15929" y="18928"/>
                    <a:pt x="16912" y="18246"/>
                    <a:pt x="17955" y="17895"/>
                  </a:cubicBezTo>
                  <a:cubicBezTo>
                    <a:pt x="20182" y="17142"/>
                    <a:pt x="22479" y="16852"/>
                    <a:pt x="24796" y="16420"/>
                  </a:cubicBezTo>
                  <a:cubicBezTo>
                    <a:pt x="25237" y="16340"/>
                    <a:pt x="25689" y="16250"/>
                    <a:pt x="26100" y="16049"/>
                  </a:cubicBezTo>
                  <a:cubicBezTo>
                    <a:pt x="26531" y="15838"/>
                    <a:pt x="26892" y="15517"/>
                    <a:pt x="27294" y="15257"/>
                  </a:cubicBezTo>
                  <a:cubicBezTo>
                    <a:pt x="28036" y="14775"/>
                    <a:pt x="29009" y="14364"/>
                    <a:pt x="29881" y="14244"/>
                  </a:cubicBezTo>
                  <a:lnTo>
                    <a:pt x="29881" y="14244"/>
                  </a:lnTo>
                  <a:cubicBezTo>
                    <a:pt x="29711" y="14565"/>
                    <a:pt x="29370" y="14876"/>
                    <a:pt x="29069" y="15106"/>
                  </a:cubicBezTo>
                  <a:cubicBezTo>
                    <a:pt x="28517" y="15517"/>
                    <a:pt x="28096" y="15879"/>
                    <a:pt x="27594" y="16360"/>
                  </a:cubicBezTo>
                  <a:cubicBezTo>
                    <a:pt x="27454" y="16480"/>
                    <a:pt x="27304" y="16591"/>
                    <a:pt x="27213" y="16751"/>
                  </a:cubicBezTo>
                  <a:cubicBezTo>
                    <a:pt x="27133" y="16892"/>
                    <a:pt x="27123" y="17062"/>
                    <a:pt x="27043" y="17203"/>
                  </a:cubicBezTo>
                  <a:cubicBezTo>
                    <a:pt x="26752" y="17764"/>
                    <a:pt x="25097" y="18326"/>
                    <a:pt x="24525" y="18527"/>
                  </a:cubicBezTo>
                  <a:cubicBezTo>
                    <a:pt x="24184" y="18637"/>
                    <a:pt x="23843" y="18747"/>
                    <a:pt x="23502" y="18858"/>
                  </a:cubicBezTo>
                  <a:cubicBezTo>
                    <a:pt x="23432" y="18888"/>
                    <a:pt x="22248" y="19329"/>
                    <a:pt x="22449" y="19550"/>
                  </a:cubicBezTo>
                  <a:cubicBezTo>
                    <a:pt x="22539" y="19560"/>
                    <a:pt x="22639" y="19560"/>
                    <a:pt x="22730" y="19560"/>
                  </a:cubicBezTo>
                  <a:cubicBezTo>
                    <a:pt x="22860" y="19560"/>
                    <a:pt x="22990" y="19560"/>
                    <a:pt x="23111" y="19540"/>
                  </a:cubicBezTo>
                  <a:cubicBezTo>
                    <a:pt x="24214" y="19419"/>
                    <a:pt x="25578" y="18707"/>
                    <a:pt x="26601" y="18276"/>
                  </a:cubicBezTo>
                  <a:cubicBezTo>
                    <a:pt x="27494" y="17895"/>
                    <a:pt x="28437" y="17193"/>
                    <a:pt x="29350" y="16962"/>
                  </a:cubicBezTo>
                  <a:lnTo>
                    <a:pt x="29350" y="16962"/>
                  </a:lnTo>
                  <a:cubicBezTo>
                    <a:pt x="29049" y="17483"/>
                    <a:pt x="28497" y="17604"/>
                    <a:pt x="28026" y="17915"/>
                  </a:cubicBezTo>
                  <a:cubicBezTo>
                    <a:pt x="27544" y="18246"/>
                    <a:pt x="27143" y="18667"/>
                    <a:pt x="26742" y="19078"/>
                  </a:cubicBezTo>
                  <a:cubicBezTo>
                    <a:pt x="26160" y="19660"/>
                    <a:pt x="25558" y="20232"/>
                    <a:pt x="24876" y="20693"/>
                  </a:cubicBezTo>
                  <a:cubicBezTo>
                    <a:pt x="24375" y="21014"/>
                    <a:pt x="23542" y="21335"/>
                    <a:pt x="23221" y="21867"/>
                  </a:cubicBezTo>
                  <a:cubicBezTo>
                    <a:pt x="28688" y="23522"/>
                    <a:pt x="32750" y="24886"/>
                    <a:pt x="32750" y="24886"/>
                  </a:cubicBezTo>
                  <a:lnTo>
                    <a:pt x="55289" y="23131"/>
                  </a:lnTo>
                  <a:lnTo>
                    <a:pt x="54306" y="14244"/>
                  </a:lnTo>
                  <a:cubicBezTo>
                    <a:pt x="54276" y="14224"/>
                    <a:pt x="54256" y="14214"/>
                    <a:pt x="54226" y="14193"/>
                  </a:cubicBezTo>
                  <a:cubicBezTo>
                    <a:pt x="54015" y="14073"/>
                    <a:pt x="53634" y="14203"/>
                    <a:pt x="53453" y="14053"/>
                  </a:cubicBezTo>
                  <a:cubicBezTo>
                    <a:pt x="52270" y="13120"/>
                    <a:pt x="51718" y="11636"/>
                    <a:pt x="49973" y="11495"/>
                  </a:cubicBezTo>
                  <a:cubicBezTo>
                    <a:pt x="49822" y="11485"/>
                    <a:pt x="49672" y="11485"/>
                    <a:pt x="49541" y="11415"/>
                  </a:cubicBezTo>
                  <a:cubicBezTo>
                    <a:pt x="49451" y="11355"/>
                    <a:pt x="49381" y="11275"/>
                    <a:pt x="49311" y="11194"/>
                  </a:cubicBezTo>
                  <a:cubicBezTo>
                    <a:pt x="48618" y="10382"/>
                    <a:pt x="47676" y="9790"/>
                    <a:pt x="46642" y="9519"/>
                  </a:cubicBezTo>
                  <a:cubicBezTo>
                    <a:pt x="46231" y="9409"/>
                    <a:pt x="45589" y="9208"/>
                    <a:pt x="45178" y="9078"/>
                  </a:cubicBezTo>
                  <a:cubicBezTo>
                    <a:pt x="44225" y="8807"/>
                    <a:pt x="43433" y="8376"/>
                    <a:pt x="42680" y="7814"/>
                  </a:cubicBezTo>
                  <a:cubicBezTo>
                    <a:pt x="42610" y="7764"/>
                    <a:pt x="42620" y="7744"/>
                    <a:pt x="42680" y="7744"/>
                  </a:cubicBezTo>
                  <a:cubicBezTo>
                    <a:pt x="42891" y="7744"/>
                    <a:pt x="43683" y="7975"/>
                    <a:pt x="43944" y="8085"/>
                  </a:cubicBezTo>
                  <a:cubicBezTo>
                    <a:pt x="44095" y="8145"/>
                    <a:pt x="44175" y="8165"/>
                    <a:pt x="44215" y="8165"/>
                  </a:cubicBezTo>
                  <a:cubicBezTo>
                    <a:pt x="44335" y="8165"/>
                    <a:pt x="43653" y="7764"/>
                    <a:pt x="42821" y="7353"/>
                  </a:cubicBezTo>
                  <a:cubicBezTo>
                    <a:pt x="41988" y="6951"/>
                    <a:pt x="41005" y="6540"/>
                    <a:pt x="40544" y="6540"/>
                  </a:cubicBezTo>
                  <a:cubicBezTo>
                    <a:pt x="40464" y="6540"/>
                    <a:pt x="40403" y="6550"/>
                    <a:pt x="40353" y="6580"/>
                  </a:cubicBezTo>
                  <a:cubicBezTo>
                    <a:pt x="40133" y="6721"/>
                    <a:pt x="40724" y="7092"/>
                    <a:pt x="40925" y="7262"/>
                  </a:cubicBezTo>
                  <a:cubicBezTo>
                    <a:pt x="41487" y="7754"/>
                    <a:pt x="41487" y="8045"/>
                    <a:pt x="41176" y="8045"/>
                  </a:cubicBezTo>
                  <a:cubicBezTo>
                    <a:pt x="41075" y="8045"/>
                    <a:pt x="40955" y="8015"/>
                    <a:pt x="40815" y="7965"/>
                  </a:cubicBezTo>
                  <a:cubicBezTo>
                    <a:pt x="40484" y="7844"/>
                    <a:pt x="39350" y="7433"/>
                    <a:pt x="38869" y="7433"/>
                  </a:cubicBezTo>
                  <a:lnTo>
                    <a:pt x="38789" y="7433"/>
                  </a:lnTo>
                  <a:cubicBezTo>
                    <a:pt x="38768" y="7443"/>
                    <a:pt x="38748" y="7443"/>
                    <a:pt x="38718" y="7443"/>
                  </a:cubicBezTo>
                  <a:cubicBezTo>
                    <a:pt x="38648" y="7443"/>
                    <a:pt x="38538" y="7433"/>
                    <a:pt x="38417" y="7423"/>
                  </a:cubicBezTo>
                  <a:cubicBezTo>
                    <a:pt x="38307" y="7413"/>
                    <a:pt x="38177" y="7403"/>
                    <a:pt x="38076" y="7403"/>
                  </a:cubicBezTo>
                  <a:cubicBezTo>
                    <a:pt x="37976" y="7403"/>
                    <a:pt x="37896" y="7413"/>
                    <a:pt x="37856" y="7433"/>
                  </a:cubicBezTo>
                  <a:cubicBezTo>
                    <a:pt x="37826" y="7463"/>
                    <a:pt x="37785" y="7473"/>
                    <a:pt x="37725" y="7473"/>
                  </a:cubicBezTo>
                  <a:cubicBezTo>
                    <a:pt x="37194" y="7473"/>
                    <a:pt x="35649" y="6490"/>
                    <a:pt x="35167" y="6259"/>
                  </a:cubicBezTo>
                  <a:cubicBezTo>
                    <a:pt x="35137" y="6249"/>
                    <a:pt x="35117" y="6239"/>
                    <a:pt x="35097" y="6239"/>
                  </a:cubicBezTo>
                  <a:cubicBezTo>
                    <a:pt x="34997" y="6239"/>
                    <a:pt x="34887" y="6249"/>
                    <a:pt x="34776" y="6269"/>
                  </a:cubicBezTo>
                  <a:cubicBezTo>
                    <a:pt x="34676" y="6289"/>
                    <a:pt x="34576" y="6320"/>
                    <a:pt x="34485" y="6370"/>
                  </a:cubicBezTo>
                  <a:cubicBezTo>
                    <a:pt x="34245" y="6480"/>
                    <a:pt x="33984" y="6540"/>
                    <a:pt x="33713" y="6540"/>
                  </a:cubicBezTo>
                  <a:cubicBezTo>
                    <a:pt x="33392" y="6540"/>
                    <a:pt x="33071" y="6460"/>
                    <a:pt x="32780" y="6299"/>
                  </a:cubicBezTo>
                  <a:cubicBezTo>
                    <a:pt x="31336" y="5547"/>
                    <a:pt x="29952" y="4604"/>
                    <a:pt x="28347" y="4494"/>
                  </a:cubicBezTo>
                  <a:lnTo>
                    <a:pt x="28297" y="4494"/>
                  </a:lnTo>
                  <a:cubicBezTo>
                    <a:pt x="28246" y="4494"/>
                    <a:pt x="28196" y="4504"/>
                    <a:pt x="28166" y="4534"/>
                  </a:cubicBezTo>
                  <a:cubicBezTo>
                    <a:pt x="28126" y="4584"/>
                    <a:pt x="28136" y="4644"/>
                    <a:pt x="28146" y="4695"/>
                  </a:cubicBezTo>
                  <a:cubicBezTo>
                    <a:pt x="28216" y="5066"/>
                    <a:pt x="28467" y="5387"/>
                    <a:pt x="28567" y="5748"/>
                  </a:cubicBezTo>
                  <a:cubicBezTo>
                    <a:pt x="28678" y="6149"/>
                    <a:pt x="29861" y="6761"/>
                    <a:pt x="29601" y="7082"/>
                  </a:cubicBezTo>
                  <a:cubicBezTo>
                    <a:pt x="29219" y="6610"/>
                    <a:pt x="27915" y="6019"/>
                    <a:pt x="26742" y="5086"/>
                  </a:cubicBezTo>
                  <a:cubicBezTo>
                    <a:pt x="26040" y="4524"/>
                    <a:pt x="25448" y="3551"/>
                    <a:pt x="24946" y="3200"/>
                  </a:cubicBezTo>
                  <a:cubicBezTo>
                    <a:pt x="24866" y="3140"/>
                    <a:pt x="24816" y="3120"/>
                    <a:pt x="24776" y="3120"/>
                  </a:cubicBezTo>
                  <a:cubicBezTo>
                    <a:pt x="24655" y="3120"/>
                    <a:pt x="24746" y="3381"/>
                    <a:pt x="24836" y="3651"/>
                  </a:cubicBezTo>
                  <a:cubicBezTo>
                    <a:pt x="24926" y="3912"/>
                    <a:pt x="25017" y="4183"/>
                    <a:pt x="24896" y="4183"/>
                  </a:cubicBezTo>
                  <a:cubicBezTo>
                    <a:pt x="24866" y="4183"/>
                    <a:pt x="24826" y="4163"/>
                    <a:pt x="24766" y="4123"/>
                  </a:cubicBezTo>
                  <a:cubicBezTo>
                    <a:pt x="24405" y="3892"/>
                    <a:pt x="23923" y="3230"/>
                    <a:pt x="23512" y="2729"/>
                  </a:cubicBezTo>
                  <a:close/>
                </a:path>
              </a:pathLst>
            </a:custGeom>
            <a:gradFill>
              <a:gsLst>
                <a:gs pos="0">
                  <a:schemeClr val="dk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71" name="Google Shape;12971;p45"/>
            <p:cNvSpPr/>
            <p:nvPr/>
          </p:nvSpPr>
          <p:spPr>
            <a:xfrm>
              <a:off x="7273805" y="3613289"/>
              <a:ext cx="178988" cy="85801"/>
            </a:xfrm>
            <a:custGeom>
              <a:avLst/>
              <a:gdLst/>
              <a:ahLst/>
              <a:cxnLst/>
              <a:rect l="l" t="t" r="r" b="b"/>
              <a:pathLst>
                <a:path w="2157" h="1034" extrusionOk="0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lnTo>
                    <a:pt x="2" y="2"/>
                  </a:lnTo>
                  <a:cubicBezTo>
                    <a:pt x="1" y="2"/>
                    <a:pt x="1" y="1"/>
                    <a:pt x="0" y="1"/>
                  </a:cubicBezTo>
                  <a:close/>
                  <a:moveTo>
                    <a:pt x="2" y="2"/>
                  </a:moveTo>
                  <a:cubicBezTo>
                    <a:pt x="152" y="182"/>
                    <a:pt x="332" y="322"/>
                    <a:pt x="542" y="432"/>
                  </a:cubicBezTo>
                  <a:cubicBezTo>
                    <a:pt x="662" y="492"/>
                    <a:pt x="793" y="542"/>
                    <a:pt x="923" y="593"/>
                  </a:cubicBezTo>
                  <a:cubicBezTo>
                    <a:pt x="1034" y="633"/>
                    <a:pt x="1154" y="683"/>
                    <a:pt x="1264" y="723"/>
                  </a:cubicBezTo>
                  <a:cubicBezTo>
                    <a:pt x="1535" y="823"/>
                    <a:pt x="1796" y="914"/>
                    <a:pt x="2057" y="1014"/>
                  </a:cubicBezTo>
                  <a:cubicBezTo>
                    <a:pt x="2087" y="1024"/>
                    <a:pt x="2127" y="1024"/>
                    <a:pt x="2157" y="1034"/>
                  </a:cubicBezTo>
                  <a:cubicBezTo>
                    <a:pt x="1856" y="733"/>
                    <a:pt x="1525" y="442"/>
                    <a:pt x="1124" y="282"/>
                  </a:cubicBezTo>
                  <a:cubicBezTo>
                    <a:pt x="983" y="221"/>
                    <a:pt x="843" y="191"/>
                    <a:pt x="693" y="161"/>
                  </a:cubicBezTo>
                  <a:cubicBezTo>
                    <a:pt x="553" y="131"/>
                    <a:pt x="94" y="111"/>
                    <a:pt x="2" y="2"/>
                  </a:cubicBezTo>
                  <a:close/>
                </a:path>
              </a:pathLst>
            </a:custGeom>
            <a:solidFill>
              <a:srgbClr val="CC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72" name="Google Shape;12972;p45"/>
            <p:cNvSpPr/>
            <p:nvPr/>
          </p:nvSpPr>
          <p:spPr>
            <a:xfrm>
              <a:off x="6979973" y="3128935"/>
              <a:ext cx="234004" cy="105717"/>
            </a:xfrm>
            <a:custGeom>
              <a:avLst/>
              <a:gdLst/>
              <a:ahLst/>
              <a:cxnLst/>
              <a:rect l="l" t="t" r="r" b="b"/>
              <a:pathLst>
                <a:path w="2820" h="1274" extrusionOk="0">
                  <a:moveTo>
                    <a:pt x="2288" y="1274"/>
                  </a:moveTo>
                  <a:cubicBezTo>
                    <a:pt x="2258" y="1274"/>
                    <a:pt x="2217" y="1264"/>
                    <a:pt x="2157" y="1244"/>
                  </a:cubicBezTo>
                  <a:cubicBezTo>
                    <a:pt x="1555" y="1043"/>
                    <a:pt x="673" y="722"/>
                    <a:pt x="1" y="90"/>
                  </a:cubicBezTo>
                  <a:cubicBezTo>
                    <a:pt x="11" y="80"/>
                    <a:pt x="11" y="70"/>
                    <a:pt x="11" y="70"/>
                  </a:cubicBezTo>
                  <a:cubicBezTo>
                    <a:pt x="51" y="20"/>
                    <a:pt x="91" y="0"/>
                    <a:pt x="131" y="0"/>
                  </a:cubicBezTo>
                  <a:cubicBezTo>
                    <a:pt x="191" y="0"/>
                    <a:pt x="271" y="40"/>
                    <a:pt x="372" y="120"/>
                  </a:cubicBezTo>
                  <a:cubicBezTo>
                    <a:pt x="462" y="191"/>
                    <a:pt x="582" y="221"/>
                    <a:pt x="703" y="221"/>
                  </a:cubicBezTo>
                  <a:cubicBezTo>
                    <a:pt x="733" y="221"/>
                    <a:pt x="763" y="221"/>
                    <a:pt x="793" y="211"/>
                  </a:cubicBezTo>
                  <a:cubicBezTo>
                    <a:pt x="913" y="311"/>
                    <a:pt x="1515" y="431"/>
                    <a:pt x="1646" y="431"/>
                  </a:cubicBezTo>
                  <a:cubicBezTo>
                    <a:pt x="1656" y="431"/>
                    <a:pt x="1656" y="431"/>
                    <a:pt x="1666" y="431"/>
                  </a:cubicBezTo>
                  <a:cubicBezTo>
                    <a:pt x="1676" y="421"/>
                    <a:pt x="1686" y="421"/>
                    <a:pt x="1696" y="421"/>
                  </a:cubicBezTo>
                  <a:cubicBezTo>
                    <a:pt x="1856" y="421"/>
                    <a:pt x="2298" y="722"/>
                    <a:pt x="2819" y="1123"/>
                  </a:cubicBezTo>
                  <a:cubicBezTo>
                    <a:pt x="2749" y="1103"/>
                    <a:pt x="2699" y="1103"/>
                    <a:pt x="2659" y="1103"/>
                  </a:cubicBezTo>
                  <a:cubicBezTo>
                    <a:pt x="2548" y="1103"/>
                    <a:pt x="2498" y="1144"/>
                    <a:pt x="2448" y="1184"/>
                  </a:cubicBezTo>
                  <a:cubicBezTo>
                    <a:pt x="2408" y="1234"/>
                    <a:pt x="2378" y="1274"/>
                    <a:pt x="2288" y="12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73" name="Google Shape;12973;p45"/>
            <p:cNvSpPr/>
            <p:nvPr/>
          </p:nvSpPr>
          <p:spPr>
            <a:xfrm>
              <a:off x="6959974" y="3173827"/>
              <a:ext cx="83" cy="8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C46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74" name="Google Shape;12974;p45"/>
            <p:cNvSpPr/>
            <p:nvPr/>
          </p:nvSpPr>
          <p:spPr>
            <a:xfrm>
              <a:off x="6798495" y="3173827"/>
              <a:ext cx="961489" cy="548581"/>
            </a:xfrm>
            <a:custGeom>
              <a:avLst/>
              <a:gdLst/>
              <a:ahLst/>
              <a:cxnLst/>
              <a:rect l="l" t="t" r="r" b="b"/>
              <a:pathLst>
                <a:path w="11587" h="6611" extrusionOk="0">
                  <a:moveTo>
                    <a:pt x="1947" y="1"/>
                  </a:moveTo>
                  <a:cubicBezTo>
                    <a:pt x="1947" y="11"/>
                    <a:pt x="1937" y="21"/>
                    <a:pt x="1927" y="31"/>
                  </a:cubicBezTo>
                  <a:cubicBezTo>
                    <a:pt x="1917" y="51"/>
                    <a:pt x="1907" y="71"/>
                    <a:pt x="1897" y="91"/>
                  </a:cubicBezTo>
                  <a:cubicBezTo>
                    <a:pt x="1586" y="572"/>
                    <a:pt x="934" y="1194"/>
                    <a:pt x="593" y="1455"/>
                  </a:cubicBezTo>
                  <a:cubicBezTo>
                    <a:pt x="492" y="1535"/>
                    <a:pt x="422" y="1616"/>
                    <a:pt x="362" y="1696"/>
                  </a:cubicBezTo>
                  <a:cubicBezTo>
                    <a:pt x="302" y="1796"/>
                    <a:pt x="252" y="1907"/>
                    <a:pt x="172" y="2027"/>
                  </a:cubicBezTo>
                  <a:cubicBezTo>
                    <a:pt x="121" y="2097"/>
                    <a:pt x="71" y="2177"/>
                    <a:pt x="1" y="2258"/>
                  </a:cubicBezTo>
                  <a:cubicBezTo>
                    <a:pt x="412" y="2759"/>
                    <a:pt x="894" y="3421"/>
                    <a:pt x="1255" y="3652"/>
                  </a:cubicBezTo>
                  <a:cubicBezTo>
                    <a:pt x="1315" y="3692"/>
                    <a:pt x="1355" y="3712"/>
                    <a:pt x="1385" y="3712"/>
                  </a:cubicBezTo>
                  <a:cubicBezTo>
                    <a:pt x="1506" y="3712"/>
                    <a:pt x="1415" y="3441"/>
                    <a:pt x="1325" y="3180"/>
                  </a:cubicBezTo>
                  <a:cubicBezTo>
                    <a:pt x="1235" y="2910"/>
                    <a:pt x="1144" y="2649"/>
                    <a:pt x="1265" y="2649"/>
                  </a:cubicBezTo>
                  <a:cubicBezTo>
                    <a:pt x="1305" y="2649"/>
                    <a:pt x="1355" y="2669"/>
                    <a:pt x="1435" y="2729"/>
                  </a:cubicBezTo>
                  <a:cubicBezTo>
                    <a:pt x="1937" y="3080"/>
                    <a:pt x="2529" y="4053"/>
                    <a:pt x="3231" y="4615"/>
                  </a:cubicBezTo>
                  <a:cubicBezTo>
                    <a:pt x="4404" y="5548"/>
                    <a:pt x="5708" y="6139"/>
                    <a:pt x="6090" y="6611"/>
                  </a:cubicBezTo>
                  <a:cubicBezTo>
                    <a:pt x="6350" y="6290"/>
                    <a:pt x="5167" y="5678"/>
                    <a:pt x="5056" y="5277"/>
                  </a:cubicBezTo>
                  <a:cubicBezTo>
                    <a:pt x="4956" y="4916"/>
                    <a:pt x="4705" y="4595"/>
                    <a:pt x="4635" y="4224"/>
                  </a:cubicBezTo>
                  <a:cubicBezTo>
                    <a:pt x="4625" y="4173"/>
                    <a:pt x="4615" y="4113"/>
                    <a:pt x="4655" y="4063"/>
                  </a:cubicBezTo>
                  <a:cubicBezTo>
                    <a:pt x="4685" y="4033"/>
                    <a:pt x="4735" y="4023"/>
                    <a:pt x="4786" y="4023"/>
                  </a:cubicBezTo>
                  <a:lnTo>
                    <a:pt x="4836" y="4023"/>
                  </a:lnTo>
                  <a:cubicBezTo>
                    <a:pt x="6441" y="4133"/>
                    <a:pt x="7825" y="5076"/>
                    <a:pt x="9269" y="5828"/>
                  </a:cubicBezTo>
                  <a:cubicBezTo>
                    <a:pt x="9560" y="5989"/>
                    <a:pt x="9881" y="6069"/>
                    <a:pt x="10202" y="6069"/>
                  </a:cubicBezTo>
                  <a:cubicBezTo>
                    <a:pt x="10473" y="6069"/>
                    <a:pt x="10734" y="6009"/>
                    <a:pt x="10974" y="5899"/>
                  </a:cubicBezTo>
                  <a:cubicBezTo>
                    <a:pt x="11065" y="5849"/>
                    <a:pt x="11165" y="5818"/>
                    <a:pt x="11265" y="5798"/>
                  </a:cubicBezTo>
                  <a:cubicBezTo>
                    <a:pt x="11376" y="5778"/>
                    <a:pt x="11486" y="5768"/>
                    <a:pt x="11586" y="5768"/>
                  </a:cubicBezTo>
                  <a:cubicBezTo>
                    <a:pt x="11516" y="5738"/>
                    <a:pt x="11456" y="5728"/>
                    <a:pt x="11406" y="5728"/>
                  </a:cubicBezTo>
                  <a:cubicBezTo>
                    <a:pt x="11336" y="5728"/>
                    <a:pt x="11285" y="5738"/>
                    <a:pt x="11235" y="5758"/>
                  </a:cubicBezTo>
                  <a:cubicBezTo>
                    <a:pt x="11185" y="5768"/>
                    <a:pt x="11135" y="5788"/>
                    <a:pt x="11065" y="5788"/>
                  </a:cubicBezTo>
                  <a:cubicBezTo>
                    <a:pt x="11025" y="5788"/>
                    <a:pt x="10984" y="5778"/>
                    <a:pt x="10924" y="5768"/>
                  </a:cubicBezTo>
                  <a:cubicBezTo>
                    <a:pt x="10423" y="5608"/>
                    <a:pt x="9349" y="4976"/>
                    <a:pt x="8958" y="4896"/>
                  </a:cubicBezTo>
                  <a:cubicBezTo>
                    <a:pt x="8738" y="4855"/>
                    <a:pt x="8497" y="4855"/>
                    <a:pt x="8326" y="4705"/>
                  </a:cubicBezTo>
                  <a:cubicBezTo>
                    <a:pt x="8246" y="4645"/>
                    <a:pt x="8196" y="4555"/>
                    <a:pt x="8146" y="4474"/>
                  </a:cubicBezTo>
                  <a:cubicBezTo>
                    <a:pt x="7745" y="3852"/>
                    <a:pt x="7504" y="3933"/>
                    <a:pt x="6992" y="3481"/>
                  </a:cubicBezTo>
                  <a:cubicBezTo>
                    <a:pt x="6872" y="3401"/>
                    <a:pt x="6922" y="3371"/>
                    <a:pt x="7052" y="3371"/>
                  </a:cubicBezTo>
                  <a:cubicBezTo>
                    <a:pt x="7243" y="3371"/>
                    <a:pt x="7614" y="3431"/>
                    <a:pt x="7935" y="3491"/>
                  </a:cubicBezTo>
                  <a:cubicBezTo>
                    <a:pt x="8056" y="3511"/>
                    <a:pt x="8166" y="3531"/>
                    <a:pt x="8266" y="3552"/>
                  </a:cubicBezTo>
                  <a:cubicBezTo>
                    <a:pt x="7404" y="3080"/>
                    <a:pt x="6451" y="2538"/>
                    <a:pt x="5899" y="2147"/>
                  </a:cubicBezTo>
                  <a:lnTo>
                    <a:pt x="5899" y="2147"/>
                  </a:lnTo>
                  <a:cubicBezTo>
                    <a:pt x="6029" y="2348"/>
                    <a:pt x="6079" y="2488"/>
                    <a:pt x="6220" y="2699"/>
                  </a:cubicBezTo>
                  <a:cubicBezTo>
                    <a:pt x="5076" y="1997"/>
                    <a:pt x="5066" y="2579"/>
                    <a:pt x="3933" y="1826"/>
                  </a:cubicBezTo>
                  <a:cubicBezTo>
                    <a:pt x="3582" y="1586"/>
                    <a:pt x="2619" y="603"/>
                    <a:pt x="1947" y="1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75" name="Google Shape;12975;p45"/>
            <p:cNvSpPr/>
            <p:nvPr/>
          </p:nvSpPr>
          <p:spPr>
            <a:xfrm>
              <a:off x="6136813" y="3388579"/>
              <a:ext cx="997254" cy="362125"/>
            </a:xfrm>
            <a:custGeom>
              <a:avLst/>
              <a:gdLst/>
              <a:ahLst/>
              <a:cxnLst/>
              <a:rect l="l" t="t" r="r" b="b"/>
              <a:pathLst>
                <a:path w="12018" h="4364" extrusionOk="0">
                  <a:moveTo>
                    <a:pt x="1335" y="1"/>
                  </a:moveTo>
                  <a:cubicBezTo>
                    <a:pt x="1255" y="41"/>
                    <a:pt x="1174" y="81"/>
                    <a:pt x="1104" y="131"/>
                  </a:cubicBezTo>
                  <a:cubicBezTo>
                    <a:pt x="893" y="302"/>
                    <a:pt x="422" y="863"/>
                    <a:pt x="1" y="1315"/>
                  </a:cubicBezTo>
                  <a:cubicBezTo>
                    <a:pt x="71" y="1335"/>
                    <a:pt x="141" y="1345"/>
                    <a:pt x="201" y="1345"/>
                  </a:cubicBezTo>
                  <a:cubicBezTo>
                    <a:pt x="502" y="1345"/>
                    <a:pt x="733" y="1154"/>
                    <a:pt x="954" y="964"/>
                  </a:cubicBezTo>
                  <a:cubicBezTo>
                    <a:pt x="1174" y="773"/>
                    <a:pt x="1385" y="582"/>
                    <a:pt x="1616" y="582"/>
                  </a:cubicBezTo>
                  <a:cubicBezTo>
                    <a:pt x="1686" y="582"/>
                    <a:pt x="1756" y="602"/>
                    <a:pt x="1836" y="633"/>
                  </a:cubicBezTo>
                  <a:cubicBezTo>
                    <a:pt x="2558" y="1004"/>
                    <a:pt x="3301" y="1325"/>
                    <a:pt x="3722" y="1565"/>
                  </a:cubicBezTo>
                  <a:cubicBezTo>
                    <a:pt x="3802" y="1615"/>
                    <a:pt x="3852" y="1636"/>
                    <a:pt x="3883" y="1636"/>
                  </a:cubicBezTo>
                  <a:cubicBezTo>
                    <a:pt x="3933" y="1636"/>
                    <a:pt x="3923" y="1575"/>
                    <a:pt x="3923" y="1515"/>
                  </a:cubicBezTo>
                  <a:cubicBezTo>
                    <a:pt x="3913" y="1455"/>
                    <a:pt x="3923" y="1405"/>
                    <a:pt x="4003" y="1405"/>
                  </a:cubicBezTo>
                  <a:cubicBezTo>
                    <a:pt x="4053" y="1405"/>
                    <a:pt x="4123" y="1425"/>
                    <a:pt x="4224" y="1465"/>
                  </a:cubicBezTo>
                  <a:cubicBezTo>
                    <a:pt x="4354" y="1525"/>
                    <a:pt x="6089" y="2298"/>
                    <a:pt x="6200" y="2368"/>
                  </a:cubicBezTo>
                  <a:cubicBezTo>
                    <a:pt x="6360" y="2458"/>
                    <a:pt x="6440" y="2498"/>
                    <a:pt x="6470" y="2498"/>
                  </a:cubicBezTo>
                  <a:cubicBezTo>
                    <a:pt x="6541" y="2498"/>
                    <a:pt x="6149" y="2157"/>
                    <a:pt x="5758" y="1806"/>
                  </a:cubicBezTo>
                  <a:cubicBezTo>
                    <a:pt x="5698" y="1756"/>
                    <a:pt x="5638" y="1696"/>
                    <a:pt x="5578" y="1646"/>
                  </a:cubicBezTo>
                  <a:cubicBezTo>
                    <a:pt x="5538" y="1656"/>
                    <a:pt x="5507" y="1656"/>
                    <a:pt x="5467" y="1656"/>
                  </a:cubicBezTo>
                  <a:cubicBezTo>
                    <a:pt x="5427" y="1656"/>
                    <a:pt x="5377" y="1646"/>
                    <a:pt x="5337" y="1636"/>
                  </a:cubicBezTo>
                  <a:cubicBezTo>
                    <a:pt x="5207" y="1595"/>
                    <a:pt x="5176" y="1505"/>
                    <a:pt x="5086" y="1505"/>
                  </a:cubicBezTo>
                  <a:cubicBezTo>
                    <a:pt x="5066" y="1505"/>
                    <a:pt x="5046" y="1515"/>
                    <a:pt x="5016" y="1515"/>
                  </a:cubicBezTo>
                  <a:cubicBezTo>
                    <a:pt x="5016" y="1525"/>
                    <a:pt x="5006" y="1525"/>
                    <a:pt x="4996" y="1525"/>
                  </a:cubicBezTo>
                  <a:cubicBezTo>
                    <a:pt x="4735" y="1525"/>
                    <a:pt x="3451" y="713"/>
                    <a:pt x="2970" y="482"/>
                  </a:cubicBezTo>
                  <a:cubicBezTo>
                    <a:pt x="2478" y="251"/>
                    <a:pt x="1907" y="362"/>
                    <a:pt x="1515" y="141"/>
                  </a:cubicBezTo>
                  <a:cubicBezTo>
                    <a:pt x="1455" y="111"/>
                    <a:pt x="1395" y="51"/>
                    <a:pt x="1335" y="1"/>
                  </a:cubicBezTo>
                  <a:close/>
                  <a:moveTo>
                    <a:pt x="7554" y="1014"/>
                  </a:moveTo>
                  <a:lnTo>
                    <a:pt x="7554" y="1014"/>
                  </a:lnTo>
                  <a:cubicBezTo>
                    <a:pt x="7514" y="1014"/>
                    <a:pt x="7694" y="1234"/>
                    <a:pt x="7865" y="1445"/>
                  </a:cubicBezTo>
                  <a:cubicBezTo>
                    <a:pt x="8045" y="1666"/>
                    <a:pt x="8216" y="1886"/>
                    <a:pt x="8176" y="1886"/>
                  </a:cubicBezTo>
                  <a:cubicBezTo>
                    <a:pt x="8176" y="1886"/>
                    <a:pt x="8166" y="1886"/>
                    <a:pt x="8156" y="1876"/>
                  </a:cubicBezTo>
                  <a:cubicBezTo>
                    <a:pt x="8055" y="1816"/>
                    <a:pt x="7614" y="1475"/>
                    <a:pt x="7183" y="1144"/>
                  </a:cubicBezTo>
                  <a:cubicBezTo>
                    <a:pt x="7152" y="1254"/>
                    <a:pt x="7102" y="1355"/>
                    <a:pt x="7032" y="1405"/>
                  </a:cubicBezTo>
                  <a:cubicBezTo>
                    <a:pt x="6992" y="1435"/>
                    <a:pt x="6912" y="1445"/>
                    <a:pt x="6821" y="1445"/>
                  </a:cubicBezTo>
                  <a:cubicBezTo>
                    <a:pt x="6731" y="1445"/>
                    <a:pt x="6621" y="1435"/>
                    <a:pt x="6521" y="1425"/>
                  </a:cubicBezTo>
                  <a:cubicBezTo>
                    <a:pt x="6430" y="1415"/>
                    <a:pt x="6330" y="1395"/>
                    <a:pt x="6270" y="1395"/>
                  </a:cubicBezTo>
                  <a:cubicBezTo>
                    <a:pt x="6260" y="1395"/>
                    <a:pt x="6250" y="1405"/>
                    <a:pt x="6250" y="1405"/>
                  </a:cubicBezTo>
                  <a:cubicBezTo>
                    <a:pt x="6139" y="1415"/>
                    <a:pt x="6039" y="1455"/>
                    <a:pt x="5939" y="1495"/>
                  </a:cubicBezTo>
                  <a:cubicBezTo>
                    <a:pt x="6842" y="1916"/>
                    <a:pt x="8176" y="2548"/>
                    <a:pt x="8456" y="2649"/>
                  </a:cubicBezTo>
                  <a:cubicBezTo>
                    <a:pt x="9740" y="3120"/>
                    <a:pt x="10713" y="3963"/>
                    <a:pt x="12017" y="4364"/>
                  </a:cubicBezTo>
                  <a:cubicBezTo>
                    <a:pt x="10613" y="3190"/>
                    <a:pt x="8938" y="1977"/>
                    <a:pt x="7574" y="1024"/>
                  </a:cubicBezTo>
                  <a:cubicBezTo>
                    <a:pt x="7564" y="1014"/>
                    <a:pt x="7554" y="1014"/>
                    <a:pt x="7554" y="10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76" name="Google Shape;12976;p45"/>
            <p:cNvSpPr/>
            <p:nvPr/>
          </p:nvSpPr>
          <p:spPr>
            <a:xfrm>
              <a:off x="7415286" y="3697348"/>
              <a:ext cx="544432" cy="134925"/>
            </a:xfrm>
            <a:custGeom>
              <a:avLst/>
              <a:gdLst/>
              <a:ahLst/>
              <a:cxnLst/>
              <a:rect l="l" t="t" r="r" b="b"/>
              <a:pathLst>
                <a:path w="6561" h="1626" extrusionOk="0">
                  <a:moveTo>
                    <a:pt x="312" y="1"/>
                  </a:moveTo>
                  <a:cubicBezTo>
                    <a:pt x="1" y="1"/>
                    <a:pt x="984" y="583"/>
                    <a:pt x="1616" y="874"/>
                  </a:cubicBezTo>
                  <a:cubicBezTo>
                    <a:pt x="2157" y="1114"/>
                    <a:pt x="2909" y="1305"/>
                    <a:pt x="3541" y="1305"/>
                  </a:cubicBezTo>
                  <a:cubicBezTo>
                    <a:pt x="3662" y="1305"/>
                    <a:pt x="3782" y="1295"/>
                    <a:pt x="3892" y="1275"/>
                  </a:cubicBezTo>
                  <a:cubicBezTo>
                    <a:pt x="3943" y="1275"/>
                    <a:pt x="3993" y="1265"/>
                    <a:pt x="4053" y="1265"/>
                  </a:cubicBezTo>
                  <a:cubicBezTo>
                    <a:pt x="4394" y="1265"/>
                    <a:pt x="4916" y="1355"/>
                    <a:pt x="5397" y="1445"/>
                  </a:cubicBezTo>
                  <a:cubicBezTo>
                    <a:pt x="5879" y="1536"/>
                    <a:pt x="6310" y="1626"/>
                    <a:pt x="6480" y="1626"/>
                  </a:cubicBezTo>
                  <a:cubicBezTo>
                    <a:pt x="6541" y="1626"/>
                    <a:pt x="6561" y="1606"/>
                    <a:pt x="6531" y="1576"/>
                  </a:cubicBezTo>
                  <a:cubicBezTo>
                    <a:pt x="6290" y="1355"/>
                    <a:pt x="4725" y="904"/>
                    <a:pt x="4264" y="874"/>
                  </a:cubicBezTo>
                  <a:cubicBezTo>
                    <a:pt x="3802" y="833"/>
                    <a:pt x="2609" y="563"/>
                    <a:pt x="2227" y="462"/>
                  </a:cubicBezTo>
                  <a:cubicBezTo>
                    <a:pt x="1616" y="302"/>
                    <a:pt x="903" y="91"/>
                    <a:pt x="452" y="21"/>
                  </a:cubicBezTo>
                  <a:lnTo>
                    <a:pt x="452" y="21"/>
                  </a:lnTo>
                  <a:cubicBezTo>
                    <a:pt x="472" y="31"/>
                    <a:pt x="482" y="41"/>
                    <a:pt x="502" y="61"/>
                  </a:cubicBezTo>
                  <a:cubicBezTo>
                    <a:pt x="452" y="41"/>
                    <a:pt x="402" y="21"/>
                    <a:pt x="352" y="1"/>
                  </a:cubicBezTo>
                  <a:close/>
                </a:path>
              </a:pathLst>
            </a:custGeom>
            <a:solidFill>
              <a:srgbClr val="CC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77" name="Google Shape;12977;p45"/>
            <p:cNvSpPr/>
            <p:nvPr/>
          </p:nvSpPr>
          <p:spPr>
            <a:xfrm>
              <a:off x="7444412" y="3697348"/>
              <a:ext cx="12613" cy="5145"/>
            </a:xfrm>
            <a:custGeom>
              <a:avLst/>
              <a:gdLst/>
              <a:ahLst/>
              <a:cxnLst/>
              <a:rect l="l" t="t" r="r" b="b"/>
              <a:pathLst>
                <a:path w="152" h="62" extrusionOk="0">
                  <a:moveTo>
                    <a:pt x="1" y="1"/>
                  </a:moveTo>
                  <a:lnTo>
                    <a:pt x="1" y="1"/>
                  </a:lnTo>
                  <a:cubicBezTo>
                    <a:pt x="51" y="21"/>
                    <a:pt x="101" y="41"/>
                    <a:pt x="151" y="61"/>
                  </a:cubicBezTo>
                  <a:cubicBezTo>
                    <a:pt x="131" y="41"/>
                    <a:pt x="121" y="31"/>
                    <a:pt x="101" y="21"/>
                  </a:cubicBezTo>
                  <a:cubicBezTo>
                    <a:pt x="71" y="11"/>
                    <a:pt x="31" y="11"/>
                    <a:pt x="1" y="1"/>
                  </a:cubicBezTo>
                  <a:close/>
                </a:path>
              </a:pathLst>
            </a:custGeom>
            <a:solidFill>
              <a:srgbClr val="7ECD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78" name="Google Shape;12978;p45"/>
            <p:cNvSpPr/>
            <p:nvPr/>
          </p:nvSpPr>
          <p:spPr>
            <a:xfrm>
              <a:off x="7259615" y="3559186"/>
              <a:ext cx="202388" cy="94182"/>
            </a:xfrm>
            <a:custGeom>
              <a:avLst/>
              <a:gdLst/>
              <a:ahLst/>
              <a:cxnLst/>
              <a:rect l="l" t="t" r="r" b="b"/>
              <a:pathLst>
                <a:path w="2439" h="1135" extrusionOk="0">
                  <a:moveTo>
                    <a:pt x="212" y="1"/>
                  </a:moveTo>
                  <a:cubicBezTo>
                    <a:pt x="171" y="1"/>
                    <a:pt x="141" y="11"/>
                    <a:pt x="131" y="21"/>
                  </a:cubicBezTo>
                  <a:cubicBezTo>
                    <a:pt x="1" y="131"/>
                    <a:pt x="964" y="873"/>
                    <a:pt x="1445" y="944"/>
                  </a:cubicBezTo>
                  <a:cubicBezTo>
                    <a:pt x="1796" y="994"/>
                    <a:pt x="2168" y="1134"/>
                    <a:pt x="2338" y="1134"/>
                  </a:cubicBezTo>
                  <a:cubicBezTo>
                    <a:pt x="2398" y="1134"/>
                    <a:pt x="2438" y="1114"/>
                    <a:pt x="2428" y="1064"/>
                  </a:cubicBezTo>
                  <a:cubicBezTo>
                    <a:pt x="2408" y="873"/>
                    <a:pt x="1786" y="482"/>
                    <a:pt x="1305" y="322"/>
                  </a:cubicBezTo>
                  <a:cubicBezTo>
                    <a:pt x="1305" y="322"/>
                    <a:pt x="492" y="1"/>
                    <a:pt x="212" y="1"/>
                  </a:cubicBezTo>
                  <a:close/>
                </a:path>
              </a:pathLst>
            </a:custGeom>
            <a:solidFill>
              <a:srgbClr val="CC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79" name="Google Shape;12979;p45"/>
            <p:cNvSpPr/>
            <p:nvPr/>
          </p:nvSpPr>
          <p:spPr>
            <a:xfrm>
              <a:off x="5778090" y="3536782"/>
              <a:ext cx="367104" cy="229772"/>
            </a:xfrm>
            <a:custGeom>
              <a:avLst/>
              <a:gdLst/>
              <a:ahLst/>
              <a:cxnLst/>
              <a:rect l="l" t="t" r="r" b="b"/>
              <a:pathLst>
                <a:path w="4424" h="2769" extrusionOk="0">
                  <a:moveTo>
                    <a:pt x="2619" y="823"/>
                  </a:moveTo>
                  <a:cubicBezTo>
                    <a:pt x="2616" y="826"/>
                    <a:pt x="2614" y="829"/>
                    <a:pt x="2612" y="832"/>
                  </a:cubicBezTo>
                  <a:lnTo>
                    <a:pt x="2612" y="832"/>
                  </a:lnTo>
                  <a:cubicBezTo>
                    <a:pt x="2615" y="829"/>
                    <a:pt x="2617" y="826"/>
                    <a:pt x="2619" y="823"/>
                  </a:cubicBezTo>
                  <a:close/>
                  <a:moveTo>
                    <a:pt x="4344" y="0"/>
                  </a:moveTo>
                  <a:cubicBezTo>
                    <a:pt x="4203" y="0"/>
                    <a:pt x="3802" y="261"/>
                    <a:pt x="3240" y="682"/>
                  </a:cubicBezTo>
                  <a:cubicBezTo>
                    <a:pt x="2919" y="923"/>
                    <a:pt x="2699" y="1033"/>
                    <a:pt x="2608" y="1033"/>
                  </a:cubicBezTo>
                  <a:cubicBezTo>
                    <a:pt x="2530" y="1033"/>
                    <a:pt x="2528" y="966"/>
                    <a:pt x="2612" y="832"/>
                  </a:cubicBezTo>
                  <a:lnTo>
                    <a:pt x="2612" y="832"/>
                  </a:lnTo>
                  <a:cubicBezTo>
                    <a:pt x="2601" y="846"/>
                    <a:pt x="2585" y="854"/>
                    <a:pt x="2568" y="863"/>
                  </a:cubicBezTo>
                  <a:cubicBezTo>
                    <a:pt x="2137" y="1244"/>
                    <a:pt x="1906" y="1374"/>
                    <a:pt x="1455" y="1645"/>
                  </a:cubicBezTo>
                  <a:cubicBezTo>
                    <a:pt x="1004" y="1906"/>
                    <a:pt x="653" y="2046"/>
                    <a:pt x="322" y="2307"/>
                  </a:cubicBezTo>
                  <a:cubicBezTo>
                    <a:pt x="301" y="2317"/>
                    <a:pt x="281" y="2327"/>
                    <a:pt x="261" y="2337"/>
                  </a:cubicBezTo>
                  <a:cubicBezTo>
                    <a:pt x="1" y="2638"/>
                    <a:pt x="11" y="2768"/>
                    <a:pt x="171" y="2768"/>
                  </a:cubicBezTo>
                  <a:cubicBezTo>
                    <a:pt x="352" y="2768"/>
                    <a:pt x="703" y="2628"/>
                    <a:pt x="1104" y="2427"/>
                  </a:cubicBezTo>
                  <a:cubicBezTo>
                    <a:pt x="1521" y="2217"/>
                    <a:pt x="1918" y="2214"/>
                    <a:pt x="2234" y="2214"/>
                  </a:cubicBezTo>
                  <a:cubicBezTo>
                    <a:pt x="2242" y="2214"/>
                    <a:pt x="2249" y="2214"/>
                    <a:pt x="2256" y="2214"/>
                  </a:cubicBezTo>
                  <a:cubicBezTo>
                    <a:pt x="2576" y="2214"/>
                    <a:pt x="2809" y="2212"/>
                    <a:pt x="2889" y="1986"/>
                  </a:cubicBezTo>
                  <a:cubicBezTo>
                    <a:pt x="3050" y="1545"/>
                    <a:pt x="4043" y="742"/>
                    <a:pt x="4324" y="261"/>
                  </a:cubicBezTo>
                  <a:cubicBezTo>
                    <a:pt x="4414" y="80"/>
                    <a:pt x="4424" y="0"/>
                    <a:pt x="4344" y="0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CCE3E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80" name="Google Shape;12980;p45"/>
            <p:cNvSpPr/>
            <p:nvPr/>
          </p:nvSpPr>
          <p:spPr>
            <a:xfrm>
              <a:off x="6207595" y="3513464"/>
              <a:ext cx="487839" cy="203135"/>
            </a:xfrm>
            <a:custGeom>
              <a:avLst/>
              <a:gdLst/>
              <a:ahLst/>
              <a:cxnLst/>
              <a:rect l="l" t="t" r="r" b="b"/>
              <a:pathLst>
                <a:path w="5879" h="2448" extrusionOk="0">
                  <a:moveTo>
                    <a:pt x="482" y="0"/>
                  </a:moveTo>
                  <a:cubicBezTo>
                    <a:pt x="412" y="0"/>
                    <a:pt x="351" y="10"/>
                    <a:pt x="301" y="50"/>
                  </a:cubicBezTo>
                  <a:cubicBezTo>
                    <a:pt x="0" y="241"/>
                    <a:pt x="943" y="963"/>
                    <a:pt x="1685" y="1304"/>
                  </a:cubicBezTo>
                  <a:cubicBezTo>
                    <a:pt x="1886" y="1394"/>
                    <a:pt x="1896" y="1424"/>
                    <a:pt x="1806" y="1424"/>
                  </a:cubicBezTo>
                  <a:cubicBezTo>
                    <a:pt x="1726" y="1424"/>
                    <a:pt x="1565" y="1404"/>
                    <a:pt x="1395" y="1374"/>
                  </a:cubicBezTo>
                  <a:cubicBezTo>
                    <a:pt x="1214" y="1354"/>
                    <a:pt x="1033" y="1324"/>
                    <a:pt x="903" y="1324"/>
                  </a:cubicBezTo>
                  <a:cubicBezTo>
                    <a:pt x="793" y="1324"/>
                    <a:pt x="723" y="1344"/>
                    <a:pt x="773" y="1414"/>
                  </a:cubicBezTo>
                  <a:cubicBezTo>
                    <a:pt x="933" y="1655"/>
                    <a:pt x="3150" y="2307"/>
                    <a:pt x="3641" y="2307"/>
                  </a:cubicBezTo>
                  <a:cubicBezTo>
                    <a:pt x="3712" y="2307"/>
                    <a:pt x="3742" y="2297"/>
                    <a:pt x="3732" y="2267"/>
                  </a:cubicBezTo>
                  <a:cubicBezTo>
                    <a:pt x="3641" y="2097"/>
                    <a:pt x="3762" y="1996"/>
                    <a:pt x="4002" y="1996"/>
                  </a:cubicBezTo>
                  <a:cubicBezTo>
                    <a:pt x="4123" y="1996"/>
                    <a:pt x="4273" y="2026"/>
                    <a:pt x="4454" y="2076"/>
                  </a:cubicBezTo>
                  <a:cubicBezTo>
                    <a:pt x="4785" y="2167"/>
                    <a:pt x="5567" y="2448"/>
                    <a:pt x="5758" y="2448"/>
                  </a:cubicBezTo>
                  <a:cubicBezTo>
                    <a:pt x="5878" y="2448"/>
                    <a:pt x="5778" y="2347"/>
                    <a:pt x="5266" y="2046"/>
                  </a:cubicBezTo>
                  <a:cubicBezTo>
                    <a:pt x="4805" y="1786"/>
                    <a:pt x="3571" y="1043"/>
                    <a:pt x="3320" y="1043"/>
                  </a:cubicBezTo>
                  <a:cubicBezTo>
                    <a:pt x="3290" y="1043"/>
                    <a:pt x="3270" y="1053"/>
                    <a:pt x="3280" y="1093"/>
                  </a:cubicBezTo>
                  <a:cubicBezTo>
                    <a:pt x="3290" y="1124"/>
                    <a:pt x="3280" y="1134"/>
                    <a:pt x="3260" y="1134"/>
                  </a:cubicBezTo>
                  <a:cubicBezTo>
                    <a:pt x="3150" y="1134"/>
                    <a:pt x="2769" y="903"/>
                    <a:pt x="2388" y="672"/>
                  </a:cubicBezTo>
                  <a:cubicBezTo>
                    <a:pt x="1996" y="442"/>
                    <a:pt x="1605" y="211"/>
                    <a:pt x="1475" y="211"/>
                  </a:cubicBezTo>
                  <a:cubicBezTo>
                    <a:pt x="1465" y="211"/>
                    <a:pt x="1455" y="211"/>
                    <a:pt x="1455" y="221"/>
                  </a:cubicBezTo>
                  <a:cubicBezTo>
                    <a:pt x="1435" y="231"/>
                    <a:pt x="1405" y="231"/>
                    <a:pt x="1385" y="231"/>
                  </a:cubicBezTo>
                  <a:cubicBezTo>
                    <a:pt x="1284" y="231"/>
                    <a:pt x="1134" y="181"/>
                    <a:pt x="973" y="121"/>
                  </a:cubicBezTo>
                  <a:cubicBezTo>
                    <a:pt x="803" y="60"/>
                    <a:pt x="632" y="0"/>
                    <a:pt x="482" y="0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81" name="Google Shape;12981;p45"/>
            <p:cNvSpPr/>
            <p:nvPr/>
          </p:nvSpPr>
          <p:spPr>
            <a:xfrm>
              <a:off x="6725307" y="3672371"/>
              <a:ext cx="269768" cy="119159"/>
            </a:xfrm>
            <a:custGeom>
              <a:avLst/>
              <a:gdLst/>
              <a:ahLst/>
              <a:cxnLst/>
              <a:rect l="l" t="t" r="r" b="b"/>
              <a:pathLst>
                <a:path w="3251" h="1436" extrusionOk="0">
                  <a:moveTo>
                    <a:pt x="723" y="1"/>
                  </a:moveTo>
                  <a:cubicBezTo>
                    <a:pt x="552" y="1"/>
                    <a:pt x="893" y="332"/>
                    <a:pt x="793" y="382"/>
                  </a:cubicBezTo>
                  <a:cubicBezTo>
                    <a:pt x="592" y="492"/>
                    <a:pt x="0" y="342"/>
                    <a:pt x="492" y="593"/>
                  </a:cubicBezTo>
                  <a:cubicBezTo>
                    <a:pt x="1284" y="994"/>
                    <a:pt x="1806" y="1094"/>
                    <a:pt x="2668" y="1385"/>
                  </a:cubicBezTo>
                  <a:cubicBezTo>
                    <a:pt x="2779" y="1425"/>
                    <a:pt x="2849" y="1435"/>
                    <a:pt x="2899" y="1435"/>
                  </a:cubicBezTo>
                  <a:cubicBezTo>
                    <a:pt x="3250" y="1435"/>
                    <a:pt x="2197" y="603"/>
                    <a:pt x="1054" y="101"/>
                  </a:cubicBezTo>
                  <a:cubicBezTo>
                    <a:pt x="883" y="31"/>
                    <a:pt x="783" y="1"/>
                    <a:pt x="723" y="1"/>
                  </a:cubicBez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82" name="Google Shape;12982;p45"/>
            <p:cNvSpPr/>
            <p:nvPr/>
          </p:nvSpPr>
          <p:spPr>
            <a:xfrm>
              <a:off x="8306740" y="3105618"/>
              <a:ext cx="985553" cy="605173"/>
            </a:xfrm>
            <a:custGeom>
              <a:avLst/>
              <a:gdLst/>
              <a:ahLst/>
              <a:cxnLst/>
              <a:rect l="l" t="t" r="r" b="b"/>
              <a:pathLst>
                <a:path w="11877" h="7293" extrusionOk="0">
                  <a:moveTo>
                    <a:pt x="191" y="5417"/>
                  </a:moveTo>
                  <a:cubicBezTo>
                    <a:pt x="121" y="5495"/>
                    <a:pt x="75" y="5554"/>
                    <a:pt x="34" y="5596"/>
                  </a:cubicBezTo>
                  <a:lnTo>
                    <a:pt x="34" y="5596"/>
                  </a:lnTo>
                  <a:cubicBezTo>
                    <a:pt x="77" y="5554"/>
                    <a:pt x="123" y="5493"/>
                    <a:pt x="191" y="5417"/>
                  </a:cubicBezTo>
                  <a:close/>
                  <a:moveTo>
                    <a:pt x="34" y="5596"/>
                  </a:moveTo>
                  <a:cubicBezTo>
                    <a:pt x="26" y="5604"/>
                    <a:pt x="18" y="5611"/>
                    <a:pt x="10" y="5617"/>
                  </a:cubicBezTo>
                  <a:cubicBezTo>
                    <a:pt x="10" y="5617"/>
                    <a:pt x="0" y="5627"/>
                    <a:pt x="0" y="5627"/>
                  </a:cubicBezTo>
                  <a:cubicBezTo>
                    <a:pt x="12" y="5618"/>
                    <a:pt x="23" y="5608"/>
                    <a:pt x="34" y="5596"/>
                  </a:cubicBezTo>
                  <a:close/>
                  <a:moveTo>
                    <a:pt x="11074" y="0"/>
                  </a:moveTo>
                  <a:lnTo>
                    <a:pt x="11876" y="7292"/>
                  </a:lnTo>
                  <a:cubicBezTo>
                    <a:pt x="11656" y="4855"/>
                    <a:pt x="11345" y="2428"/>
                    <a:pt x="11074" y="0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83" name="Google Shape;12983;p45"/>
            <p:cNvSpPr/>
            <p:nvPr/>
          </p:nvSpPr>
          <p:spPr>
            <a:xfrm>
              <a:off x="8307570" y="3105618"/>
              <a:ext cx="989702" cy="670064"/>
            </a:xfrm>
            <a:custGeom>
              <a:avLst/>
              <a:gdLst/>
              <a:ahLst/>
              <a:cxnLst/>
              <a:rect l="l" t="t" r="r" b="b"/>
              <a:pathLst>
                <a:path w="11927" h="8075" extrusionOk="0">
                  <a:moveTo>
                    <a:pt x="11064" y="0"/>
                  </a:moveTo>
                  <a:lnTo>
                    <a:pt x="11435" y="3391"/>
                  </a:lnTo>
                  <a:cubicBezTo>
                    <a:pt x="11094" y="3581"/>
                    <a:pt x="10693" y="3782"/>
                    <a:pt x="10141" y="4043"/>
                  </a:cubicBezTo>
                  <a:cubicBezTo>
                    <a:pt x="9439" y="4384"/>
                    <a:pt x="8396" y="5005"/>
                    <a:pt x="7353" y="5326"/>
                  </a:cubicBezTo>
                  <a:cubicBezTo>
                    <a:pt x="7252" y="5357"/>
                    <a:pt x="7192" y="5367"/>
                    <a:pt x="7162" y="5367"/>
                  </a:cubicBezTo>
                  <a:cubicBezTo>
                    <a:pt x="6972" y="5367"/>
                    <a:pt x="7995" y="4815"/>
                    <a:pt x="8436" y="4414"/>
                  </a:cubicBezTo>
                  <a:cubicBezTo>
                    <a:pt x="8496" y="4353"/>
                    <a:pt x="8506" y="4333"/>
                    <a:pt x="8476" y="4333"/>
                  </a:cubicBezTo>
                  <a:cubicBezTo>
                    <a:pt x="8306" y="4333"/>
                    <a:pt x="6721" y="5176"/>
                    <a:pt x="5286" y="5497"/>
                  </a:cubicBezTo>
                  <a:cubicBezTo>
                    <a:pt x="5196" y="5517"/>
                    <a:pt x="5136" y="5527"/>
                    <a:pt x="5096" y="5527"/>
                  </a:cubicBezTo>
                  <a:cubicBezTo>
                    <a:pt x="4755" y="5527"/>
                    <a:pt x="6631" y="4694"/>
                    <a:pt x="7874" y="3802"/>
                  </a:cubicBezTo>
                  <a:cubicBezTo>
                    <a:pt x="8536" y="3330"/>
                    <a:pt x="8907" y="2909"/>
                    <a:pt x="8877" y="2448"/>
                  </a:cubicBezTo>
                  <a:cubicBezTo>
                    <a:pt x="8857" y="2227"/>
                    <a:pt x="8667" y="2157"/>
                    <a:pt x="8396" y="2157"/>
                  </a:cubicBezTo>
                  <a:lnTo>
                    <a:pt x="8266" y="2157"/>
                  </a:lnTo>
                  <a:cubicBezTo>
                    <a:pt x="8245" y="2317"/>
                    <a:pt x="8185" y="2548"/>
                    <a:pt x="7985" y="2708"/>
                  </a:cubicBezTo>
                  <a:cubicBezTo>
                    <a:pt x="7654" y="2969"/>
                    <a:pt x="7303" y="3110"/>
                    <a:pt x="7192" y="3230"/>
                  </a:cubicBezTo>
                  <a:cubicBezTo>
                    <a:pt x="7022" y="3431"/>
                    <a:pt x="6570" y="3370"/>
                    <a:pt x="6350" y="3541"/>
                  </a:cubicBezTo>
                  <a:cubicBezTo>
                    <a:pt x="6039" y="3772"/>
                    <a:pt x="5969" y="4123"/>
                    <a:pt x="5537" y="4263"/>
                  </a:cubicBezTo>
                  <a:cubicBezTo>
                    <a:pt x="5327" y="4333"/>
                    <a:pt x="5106" y="4343"/>
                    <a:pt x="4895" y="4424"/>
                  </a:cubicBezTo>
                  <a:cubicBezTo>
                    <a:pt x="4624" y="4534"/>
                    <a:pt x="4414" y="4725"/>
                    <a:pt x="4173" y="4895"/>
                  </a:cubicBezTo>
                  <a:cubicBezTo>
                    <a:pt x="3942" y="5056"/>
                    <a:pt x="1936" y="5387"/>
                    <a:pt x="1816" y="5387"/>
                  </a:cubicBezTo>
                  <a:lnTo>
                    <a:pt x="1806" y="5387"/>
                  </a:lnTo>
                  <a:cubicBezTo>
                    <a:pt x="1736" y="5377"/>
                    <a:pt x="2257" y="5015"/>
                    <a:pt x="1856" y="5015"/>
                  </a:cubicBezTo>
                  <a:cubicBezTo>
                    <a:pt x="1776" y="5015"/>
                    <a:pt x="1655" y="5036"/>
                    <a:pt x="1495" y="5066"/>
                  </a:cubicBezTo>
                  <a:cubicBezTo>
                    <a:pt x="1054" y="5156"/>
                    <a:pt x="231" y="5367"/>
                    <a:pt x="221" y="5367"/>
                  </a:cubicBezTo>
                  <a:lnTo>
                    <a:pt x="211" y="5367"/>
                  </a:lnTo>
                  <a:cubicBezTo>
                    <a:pt x="201" y="5387"/>
                    <a:pt x="191" y="5397"/>
                    <a:pt x="181" y="5417"/>
                  </a:cubicBezTo>
                  <a:cubicBezTo>
                    <a:pt x="101" y="5507"/>
                    <a:pt x="51" y="5577"/>
                    <a:pt x="0" y="5617"/>
                  </a:cubicBezTo>
                  <a:cubicBezTo>
                    <a:pt x="161" y="5728"/>
                    <a:pt x="341" y="5838"/>
                    <a:pt x="542" y="5958"/>
                  </a:cubicBezTo>
                  <a:cubicBezTo>
                    <a:pt x="953" y="6179"/>
                    <a:pt x="1605" y="6540"/>
                    <a:pt x="2227" y="6891"/>
                  </a:cubicBezTo>
                  <a:cubicBezTo>
                    <a:pt x="2929" y="7282"/>
                    <a:pt x="3682" y="7694"/>
                    <a:pt x="4263" y="8045"/>
                  </a:cubicBezTo>
                  <a:cubicBezTo>
                    <a:pt x="4324" y="8065"/>
                    <a:pt x="4384" y="8075"/>
                    <a:pt x="4444" y="8075"/>
                  </a:cubicBezTo>
                  <a:cubicBezTo>
                    <a:pt x="4504" y="8075"/>
                    <a:pt x="4554" y="8065"/>
                    <a:pt x="4604" y="8045"/>
                  </a:cubicBezTo>
                  <a:cubicBezTo>
                    <a:pt x="4986" y="7904"/>
                    <a:pt x="5266" y="7613"/>
                    <a:pt x="5678" y="7473"/>
                  </a:cubicBezTo>
                  <a:cubicBezTo>
                    <a:pt x="5738" y="7453"/>
                    <a:pt x="5808" y="7433"/>
                    <a:pt x="5878" y="7433"/>
                  </a:cubicBezTo>
                  <a:lnTo>
                    <a:pt x="5898" y="7433"/>
                  </a:lnTo>
                  <a:cubicBezTo>
                    <a:pt x="6049" y="7443"/>
                    <a:pt x="6189" y="7533"/>
                    <a:pt x="6340" y="7533"/>
                  </a:cubicBezTo>
                  <a:cubicBezTo>
                    <a:pt x="6390" y="7543"/>
                    <a:pt x="6430" y="7543"/>
                    <a:pt x="6470" y="7543"/>
                  </a:cubicBezTo>
                  <a:cubicBezTo>
                    <a:pt x="6701" y="7543"/>
                    <a:pt x="6921" y="7513"/>
                    <a:pt x="7142" y="7493"/>
                  </a:cubicBezTo>
                  <a:cubicBezTo>
                    <a:pt x="7363" y="7463"/>
                    <a:pt x="7593" y="7443"/>
                    <a:pt x="7824" y="7443"/>
                  </a:cubicBezTo>
                  <a:lnTo>
                    <a:pt x="8115" y="7443"/>
                  </a:lnTo>
                  <a:cubicBezTo>
                    <a:pt x="8346" y="7443"/>
                    <a:pt x="8576" y="7403"/>
                    <a:pt x="8807" y="7393"/>
                  </a:cubicBezTo>
                  <a:lnTo>
                    <a:pt x="8867" y="7393"/>
                  </a:lnTo>
                  <a:cubicBezTo>
                    <a:pt x="9148" y="7393"/>
                    <a:pt x="9419" y="7453"/>
                    <a:pt x="9680" y="7533"/>
                  </a:cubicBezTo>
                  <a:cubicBezTo>
                    <a:pt x="10081" y="7674"/>
                    <a:pt x="10472" y="7884"/>
                    <a:pt x="10894" y="7884"/>
                  </a:cubicBezTo>
                  <a:cubicBezTo>
                    <a:pt x="10994" y="7884"/>
                    <a:pt x="11104" y="7874"/>
                    <a:pt x="11215" y="7864"/>
                  </a:cubicBezTo>
                  <a:cubicBezTo>
                    <a:pt x="11315" y="7854"/>
                    <a:pt x="11425" y="7844"/>
                    <a:pt x="11525" y="7844"/>
                  </a:cubicBezTo>
                  <a:cubicBezTo>
                    <a:pt x="11666" y="7844"/>
                    <a:pt x="11806" y="7864"/>
                    <a:pt x="11927" y="7944"/>
                  </a:cubicBezTo>
                  <a:cubicBezTo>
                    <a:pt x="11907" y="7724"/>
                    <a:pt x="11887" y="7513"/>
                    <a:pt x="11866" y="7292"/>
                  </a:cubicBezTo>
                  <a:lnTo>
                    <a:pt x="1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84" name="Google Shape;12984;p45"/>
            <p:cNvSpPr/>
            <p:nvPr/>
          </p:nvSpPr>
          <p:spPr>
            <a:xfrm>
              <a:off x="8702057" y="3101469"/>
              <a:ext cx="554472" cy="462862"/>
            </a:xfrm>
            <a:custGeom>
              <a:avLst/>
              <a:gdLst/>
              <a:ahLst/>
              <a:cxnLst/>
              <a:rect l="l" t="t" r="r" b="b"/>
              <a:pathLst>
                <a:path w="6682" h="5578" extrusionOk="0">
                  <a:moveTo>
                    <a:pt x="342" y="5577"/>
                  </a:moveTo>
                  <a:cubicBezTo>
                    <a:pt x="1" y="5577"/>
                    <a:pt x="1877" y="4744"/>
                    <a:pt x="3120" y="3852"/>
                  </a:cubicBezTo>
                  <a:cubicBezTo>
                    <a:pt x="3782" y="3380"/>
                    <a:pt x="4153" y="2959"/>
                    <a:pt x="4123" y="2498"/>
                  </a:cubicBezTo>
                  <a:cubicBezTo>
                    <a:pt x="4103" y="2277"/>
                    <a:pt x="3913" y="2207"/>
                    <a:pt x="3642" y="2207"/>
                  </a:cubicBezTo>
                  <a:cubicBezTo>
                    <a:pt x="3602" y="2207"/>
                    <a:pt x="3552" y="2207"/>
                    <a:pt x="3512" y="2207"/>
                  </a:cubicBezTo>
                  <a:cubicBezTo>
                    <a:pt x="3512" y="2177"/>
                    <a:pt x="3512" y="2137"/>
                    <a:pt x="3512" y="2117"/>
                  </a:cubicBezTo>
                  <a:cubicBezTo>
                    <a:pt x="3512" y="2076"/>
                    <a:pt x="3512" y="2056"/>
                    <a:pt x="3512" y="2046"/>
                  </a:cubicBezTo>
                  <a:lnTo>
                    <a:pt x="3512" y="2046"/>
                  </a:lnTo>
                  <a:lnTo>
                    <a:pt x="3512" y="2046"/>
                  </a:lnTo>
                  <a:lnTo>
                    <a:pt x="3512" y="2046"/>
                  </a:lnTo>
                  <a:lnTo>
                    <a:pt x="3512" y="2046"/>
                  </a:lnTo>
                  <a:cubicBezTo>
                    <a:pt x="3512" y="2046"/>
                    <a:pt x="4625" y="1164"/>
                    <a:pt x="4956" y="903"/>
                  </a:cubicBezTo>
                  <a:cubicBezTo>
                    <a:pt x="5287" y="652"/>
                    <a:pt x="5738" y="381"/>
                    <a:pt x="6300" y="0"/>
                  </a:cubicBezTo>
                  <a:cubicBezTo>
                    <a:pt x="6300" y="10"/>
                    <a:pt x="6310" y="30"/>
                    <a:pt x="6310" y="50"/>
                  </a:cubicBezTo>
                  <a:lnTo>
                    <a:pt x="6681" y="3441"/>
                  </a:lnTo>
                  <a:cubicBezTo>
                    <a:pt x="6340" y="3631"/>
                    <a:pt x="5939" y="3832"/>
                    <a:pt x="5387" y="4093"/>
                  </a:cubicBezTo>
                  <a:cubicBezTo>
                    <a:pt x="4685" y="4434"/>
                    <a:pt x="3642" y="5055"/>
                    <a:pt x="2599" y="5376"/>
                  </a:cubicBezTo>
                  <a:cubicBezTo>
                    <a:pt x="2498" y="5407"/>
                    <a:pt x="2438" y="5417"/>
                    <a:pt x="2408" y="5417"/>
                  </a:cubicBezTo>
                  <a:cubicBezTo>
                    <a:pt x="2218" y="5417"/>
                    <a:pt x="3241" y="4865"/>
                    <a:pt x="3682" y="4464"/>
                  </a:cubicBezTo>
                  <a:cubicBezTo>
                    <a:pt x="3742" y="4403"/>
                    <a:pt x="3752" y="4383"/>
                    <a:pt x="3722" y="4383"/>
                  </a:cubicBezTo>
                  <a:cubicBezTo>
                    <a:pt x="3552" y="4383"/>
                    <a:pt x="1967" y="5226"/>
                    <a:pt x="532" y="5547"/>
                  </a:cubicBezTo>
                  <a:cubicBezTo>
                    <a:pt x="442" y="5567"/>
                    <a:pt x="382" y="5577"/>
                    <a:pt x="342" y="5577"/>
                  </a:cubicBezTo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85" name="Google Shape;12985;p45"/>
            <p:cNvSpPr/>
            <p:nvPr/>
          </p:nvSpPr>
          <p:spPr>
            <a:xfrm>
              <a:off x="8492366" y="3677433"/>
              <a:ext cx="169030" cy="95759"/>
            </a:xfrm>
            <a:custGeom>
              <a:avLst/>
              <a:gdLst/>
              <a:ahLst/>
              <a:cxnLst/>
              <a:rect l="l" t="t" r="r" b="b"/>
              <a:pathLst>
                <a:path w="2037" h="1154" extrusionOk="0">
                  <a:moveTo>
                    <a:pt x="0" y="0"/>
                  </a:moveTo>
                  <a:cubicBezTo>
                    <a:pt x="42" y="23"/>
                    <a:pt x="84" y="47"/>
                    <a:pt x="126" y="70"/>
                  </a:cubicBezTo>
                  <a:lnTo>
                    <a:pt x="126" y="70"/>
                  </a:lnTo>
                  <a:cubicBezTo>
                    <a:pt x="84" y="47"/>
                    <a:pt x="42" y="24"/>
                    <a:pt x="0" y="0"/>
                  </a:cubicBezTo>
                  <a:close/>
                  <a:moveTo>
                    <a:pt x="126" y="70"/>
                  </a:moveTo>
                  <a:cubicBezTo>
                    <a:pt x="800" y="446"/>
                    <a:pt x="1418" y="802"/>
                    <a:pt x="1645" y="953"/>
                  </a:cubicBezTo>
                  <a:cubicBezTo>
                    <a:pt x="1766" y="1033"/>
                    <a:pt x="1896" y="1114"/>
                    <a:pt x="2036" y="1154"/>
                  </a:cubicBezTo>
                  <a:cubicBezTo>
                    <a:pt x="1489" y="823"/>
                    <a:pt x="791" y="440"/>
                    <a:pt x="126" y="70"/>
                  </a:cubicBezTo>
                  <a:close/>
                </a:path>
              </a:pathLst>
            </a:custGeom>
            <a:solidFill>
              <a:srgbClr val="70BB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86" name="Google Shape;12986;p45"/>
            <p:cNvSpPr/>
            <p:nvPr/>
          </p:nvSpPr>
          <p:spPr>
            <a:xfrm>
              <a:off x="8306740" y="3571716"/>
              <a:ext cx="913" cy="913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0"/>
                  </a:moveTo>
                  <a:lnTo>
                    <a:pt x="0" y="10"/>
                  </a:lnTo>
                  <a:cubicBezTo>
                    <a:pt x="0" y="10"/>
                    <a:pt x="10" y="0"/>
                    <a:pt x="10" y="0"/>
                  </a:cubicBezTo>
                  <a:lnTo>
                    <a:pt x="10" y="0"/>
                  </a:lnTo>
                  <a:cubicBezTo>
                    <a:pt x="10" y="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2C46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87" name="Google Shape;12987;p45"/>
            <p:cNvSpPr/>
            <p:nvPr/>
          </p:nvSpPr>
          <p:spPr>
            <a:xfrm>
              <a:off x="8306740" y="3571716"/>
              <a:ext cx="45805" cy="28379"/>
            </a:xfrm>
            <a:custGeom>
              <a:avLst/>
              <a:gdLst/>
              <a:ahLst/>
              <a:cxnLst/>
              <a:rect l="l" t="t" r="r" b="b"/>
              <a:pathLst>
                <a:path w="552" h="342" extrusionOk="0">
                  <a:moveTo>
                    <a:pt x="10" y="0"/>
                  </a:moveTo>
                  <a:cubicBezTo>
                    <a:pt x="10" y="0"/>
                    <a:pt x="0" y="10"/>
                    <a:pt x="0" y="10"/>
                  </a:cubicBezTo>
                  <a:lnTo>
                    <a:pt x="20" y="40"/>
                  </a:lnTo>
                  <a:cubicBezTo>
                    <a:pt x="40" y="60"/>
                    <a:pt x="111" y="101"/>
                    <a:pt x="141" y="111"/>
                  </a:cubicBezTo>
                  <a:cubicBezTo>
                    <a:pt x="151" y="121"/>
                    <a:pt x="311" y="201"/>
                    <a:pt x="552" y="341"/>
                  </a:cubicBezTo>
                  <a:cubicBezTo>
                    <a:pt x="351" y="221"/>
                    <a:pt x="171" y="111"/>
                    <a:pt x="10" y="0"/>
                  </a:cubicBezTo>
                  <a:close/>
                </a:path>
              </a:pathLst>
            </a:custGeom>
            <a:solidFill>
              <a:srgbClr val="70BB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88" name="Google Shape;12988;p45"/>
            <p:cNvSpPr/>
            <p:nvPr/>
          </p:nvSpPr>
          <p:spPr>
            <a:xfrm>
              <a:off x="8435774" y="3417705"/>
              <a:ext cx="267196" cy="83312"/>
            </a:xfrm>
            <a:custGeom>
              <a:avLst/>
              <a:gdLst/>
              <a:ahLst/>
              <a:cxnLst/>
              <a:rect l="l" t="t" r="r" b="b"/>
              <a:pathLst>
                <a:path w="3220" h="1004" extrusionOk="0">
                  <a:moveTo>
                    <a:pt x="3069" y="1"/>
                  </a:moveTo>
                  <a:cubicBezTo>
                    <a:pt x="2929" y="1"/>
                    <a:pt x="2809" y="11"/>
                    <a:pt x="2698" y="41"/>
                  </a:cubicBezTo>
                  <a:cubicBezTo>
                    <a:pt x="2237" y="191"/>
                    <a:pt x="1725" y="1"/>
                    <a:pt x="1394" y="261"/>
                  </a:cubicBezTo>
                  <a:cubicBezTo>
                    <a:pt x="1063" y="512"/>
                    <a:pt x="20" y="944"/>
                    <a:pt x="20" y="944"/>
                  </a:cubicBezTo>
                  <a:lnTo>
                    <a:pt x="0" y="944"/>
                  </a:lnTo>
                  <a:cubicBezTo>
                    <a:pt x="10" y="964"/>
                    <a:pt x="30" y="974"/>
                    <a:pt x="60" y="984"/>
                  </a:cubicBezTo>
                  <a:cubicBezTo>
                    <a:pt x="80" y="994"/>
                    <a:pt x="100" y="1004"/>
                    <a:pt x="130" y="1004"/>
                  </a:cubicBezTo>
                  <a:cubicBezTo>
                    <a:pt x="151" y="1004"/>
                    <a:pt x="181" y="994"/>
                    <a:pt x="211" y="994"/>
                  </a:cubicBezTo>
                  <a:cubicBezTo>
                    <a:pt x="782" y="903"/>
                    <a:pt x="1364" y="823"/>
                    <a:pt x="1906" y="613"/>
                  </a:cubicBezTo>
                  <a:cubicBezTo>
                    <a:pt x="2076" y="542"/>
                    <a:pt x="2247" y="462"/>
                    <a:pt x="2427" y="442"/>
                  </a:cubicBezTo>
                  <a:cubicBezTo>
                    <a:pt x="2628" y="412"/>
                    <a:pt x="3180" y="221"/>
                    <a:pt x="3220" y="1"/>
                  </a:cubicBezTo>
                  <a:close/>
                </a:path>
              </a:pathLst>
            </a:custGeom>
            <a:solidFill>
              <a:srgbClr val="CC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89" name="Google Shape;12989;p45"/>
            <p:cNvSpPr/>
            <p:nvPr/>
          </p:nvSpPr>
          <p:spPr>
            <a:xfrm>
              <a:off x="8776988" y="3860487"/>
              <a:ext cx="571898" cy="270598"/>
            </a:xfrm>
            <a:custGeom>
              <a:avLst/>
              <a:gdLst/>
              <a:ahLst/>
              <a:cxnLst/>
              <a:rect l="l" t="t" r="r" b="b"/>
              <a:pathLst>
                <a:path w="6892" h="3261" extrusionOk="0">
                  <a:moveTo>
                    <a:pt x="271" y="1"/>
                  </a:moveTo>
                  <a:cubicBezTo>
                    <a:pt x="1" y="1"/>
                    <a:pt x="833" y="723"/>
                    <a:pt x="1395" y="1084"/>
                  </a:cubicBezTo>
                  <a:cubicBezTo>
                    <a:pt x="2087" y="1546"/>
                    <a:pt x="1846" y="1024"/>
                    <a:pt x="3471" y="2027"/>
                  </a:cubicBezTo>
                  <a:cubicBezTo>
                    <a:pt x="4173" y="2468"/>
                    <a:pt x="4464" y="2609"/>
                    <a:pt x="4544" y="2609"/>
                  </a:cubicBezTo>
                  <a:cubicBezTo>
                    <a:pt x="4665" y="2609"/>
                    <a:pt x="4444" y="2368"/>
                    <a:pt x="4374" y="2228"/>
                  </a:cubicBezTo>
                  <a:cubicBezTo>
                    <a:pt x="4354" y="2208"/>
                    <a:pt x="4364" y="2198"/>
                    <a:pt x="4384" y="2198"/>
                  </a:cubicBezTo>
                  <a:cubicBezTo>
                    <a:pt x="4564" y="2198"/>
                    <a:pt x="6139" y="3181"/>
                    <a:pt x="6540" y="3261"/>
                  </a:cubicBezTo>
                  <a:lnTo>
                    <a:pt x="6601" y="3261"/>
                  </a:lnTo>
                  <a:cubicBezTo>
                    <a:pt x="6892" y="3261"/>
                    <a:pt x="6179" y="2639"/>
                    <a:pt x="5066" y="1836"/>
                  </a:cubicBezTo>
                  <a:cubicBezTo>
                    <a:pt x="4123" y="1154"/>
                    <a:pt x="3892" y="944"/>
                    <a:pt x="3521" y="944"/>
                  </a:cubicBezTo>
                  <a:cubicBezTo>
                    <a:pt x="3431" y="944"/>
                    <a:pt x="3331" y="954"/>
                    <a:pt x="3210" y="974"/>
                  </a:cubicBezTo>
                  <a:cubicBezTo>
                    <a:pt x="3140" y="994"/>
                    <a:pt x="3070" y="994"/>
                    <a:pt x="3000" y="994"/>
                  </a:cubicBezTo>
                  <a:cubicBezTo>
                    <a:pt x="2418" y="994"/>
                    <a:pt x="1696" y="623"/>
                    <a:pt x="733" y="171"/>
                  </a:cubicBezTo>
                  <a:cubicBezTo>
                    <a:pt x="492" y="51"/>
                    <a:pt x="342" y="1"/>
                    <a:pt x="271" y="1"/>
                  </a:cubicBezTo>
                  <a:close/>
                </a:path>
              </a:pathLst>
            </a:custGeom>
            <a:solidFill>
              <a:srgbClr val="6AB7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90" name="Google Shape;12990;p45"/>
            <p:cNvSpPr/>
            <p:nvPr/>
          </p:nvSpPr>
          <p:spPr>
            <a:xfrm>
              <a:off x="4347349" y="4184275"/>
              <a:ext cx="30869" cy="20081"/>
            </a:xfrm>
            <a:custGeom>
              <a:avLst/>
              <a:gdLst/>
              <a:ahLst/>
              <a:cxnLst/>
              <a:rect l="l" t="t" r="r" b="b"/>
              <a:pathLst>
                <a:path w="372" h="242" extrusionOk="0">
                  <a:moveTo>
                    <a:pt x="0" y="241"/>
                  </a:moveTo>
                  <a:cubicBezTo>
                    <a:pt x="0" y="241"/>
                    <a:pt x="0" y="241"/>
                    <a:pt x="0" y="241"/>
                  </a:cubicBezTo>
                  <a:cubicBezTo>
                    <a:pt x="0" y="241"/>
                    <a:pt x="0" y="241"/>
                    <a:pt x="0" y="241"/>
                  </a:cubicBezTo>
                  <a:close/>
                  <a:moveTo>
                    <a:pt x="0" y="241"/>
                  </a:moveTo>
                  <a:cubicBezTo>
                    <a:pt x="130" y="151"/>
                    <a:pt x="251" y="71"/>
                    <a:pt x="361" y="11"/>
                  </a:cubicBezTo>
                  <a:cubicBezTo>
                    <a:pt x="251" y="71"/>
                    <a:pt x="130" y="151"/>
                    <a:pt x="0" y="241"/>
                  </a:cubicBezTo>
                  <a:close/>
                  <a:moveTo>
                    <a:pt x="361" y="11"/>
                  </a:moveTo>
                  <a:cubicBezTo>
                    <a:pt x="361" y="11"/>
                    <a:pt x="371" y="11"/>
                    <a:pt x="371" y="1"/>
                  </a:cubicBezTo>
                  <a:cubicBezTo>
                    <a:pt x="371" y="11"/>
                    <a:pt x="361" y="11"/>
                    <a:pt x="361" y="11"/>
                  </a:cubicBezTo>
                  <a:close/>
                  <a:moveTo>
                    <a:pt x="371" y="1"/>
                  </a:moveTo>
                  <a:cubicBezTo>
                    <a:pt x="371" y="1"/>
                    <a:pt x="371" y="1"/>
                    <a:pt x="371" y="1"/>
                  </a:cubicBezTo>
                  <a:cubicBezTo>
                    <a:pt x="371" y="1"/>
                    <a:pt x="371" y="1"/>
                    <a:pt x="371" y="1"/>
                  </a:cubicBezTo>
                  <a:close/>
                </a:path>
              </a:pathLst>
            </a:custGeom>
            <a:solidFill>
              <a:srgbClr val="B3E0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91" name="Google Shape;12991;p45"/>
            <p:cNvSpPr/>
            <p:nvPr/>
          </p:nvSpPr>
          <p:spPr>
            <a:xfrm>
              <a:off x="4310672" y="3848870"/>
              <a:ext cx="840753" cy="398802"/>
            </a:xfrm>
            <a:custGeom>
              <a:avLst/>
              <a:gdLst/>
              <a:ahLst/>
              <a:cxnLst/>
              <a:rect l="l" t="t" r="r" b="b"/>
              <a:pathLst>
                <a:path w="10132" h="4806" extrusionOk="0">
                  <a:moveTo>
                    <a:pt x="4855" y="0"/>
                  </a:moveTo>
                  <a:cubicBezTo>
                    <a:pt x="4845" y="10"/>
                    <a:pt x="4825" y="21"/>
                    <a:pt x="4815" y="31"/>
                  </a:cubicBezTo>
                  <a:cubicBezTo>
                    <a:pt x="4364" y="291"/>
                    <a:pt x="3301" y="1324"/>
                    <a:pt x="2970" y="1696"/>
                  </a:cubicBezTo>
                  <a:cubicBezTo>
                    <a:pt x="2649" y="2067"/>
                    <a:pt x="1726" y="2368"/>
                    <a:pt x="1545" y="2949"/>
                  </a:cubicBezTo>
                  <a:cubicBezTo>
                    <a:pt x="1365" y="3541"/>
                    <a:pt x="1275" y="3772"/>
                    <a:pt x="823" y="4043"/>
                  </a:cubicBezTo>
                  <a:lnTo>
                    <a:pt x="813" y="4043"/>
                  </a:lnTo>
                  <a:cubicBezTo>
                    <a:pt x="813" y="4053"/>
                    <a:pt x="803" y="4053"/>
                    <a:pt x="803" y="4053"/>
                  </a:cubicBezTo>
                  <a:cubicBezTo>
                    <a:pt x="693" y="4113"/>
                    <a:pt x="572" y="4193"/>
                    <a:pt x="442" y="4283"/>
                  </a:cubicBezTo>
                  <a:cubicBezTo>
                    <a:pt x="282" y="4394"/>
                    <a:pt x="121" y="4504"/>
                    <a:pt x="1" y="4594"/>
                  </a:cubicBezTo>
                  <a:cubicBezTo>
                    <a:pt x="91" y="4775"/>
                    <a:pt x="352" y="4805"/>
                    <a:pt x="572" y="4805"/>
                  </a:cubicBezTo>
                  <a:lnTo>
                    <a:pt x="593" y="4805"/>
                  </a:lnTo>
                  <a:cubicBezTo>
                    <a:pt x="2518" y="4795"/>
                    <a:pt x="4444" y="4775"/>
                    <a:pt x="6360" y="4765"/>
                  </a:cubicBezTo>
                  <a:cubicBezTo>
                    <a:pt x="6511" y="4765"/>
                    <a:pt x="6651" y="4765"/>
                    <a:pt x="6791" y="4715"/>
                  </a:cubicBezTo>
                  <a:cubicBezTo>
                    <a:pt x="6982" y="4655"/>
                    <a:pt x="7132" y="4494"/>
                    <a:pt x="7313" y="4404"/>
                  </a:cubicBezTo>
                  <a:cubicBezTo>
                    <a:pt x="7403" y="4364"/>
                    <a:pt x="7634" y="4354"/>
                    <a:pt x="7935" y="4354"/>
                  </a:cubicBezTo>
                  <a:lnTo>
                    <a:pt x="8446" y="4354"/>
                  </a:lnTo>
                  <a:cubicBezTo>
                    <a:pt x="8627" y="4364"/>
                    <a:pt x="8808" y="4364"/>
                    <a:pt x="8988" y="4364"/>
                  </a:cubicBezTo>
                  <a:cubicBezTo>
                    <a:pt x="9600" y="4364"/>
                    <a:pt x="10132" y="4324"/>
                    <a:pt x="10091" y="4113"/>
                  </a:cubicBezTo>
                  <a:cubicBezTo>
                    <a:pt x="10061" y="3912"/>
                    <a:pt x="9700" y="3571"/>
                    <a:pt x="9580" y="3401"/>
                  </a:cubicBezTo>
                  <a:cubicBezTo>
                    <a:pt x="9399" y="3160"/>
                    <a:pt x="8456" y="2829"/>
                    <a:pt x="8276" y="2588"/>
                  </a:cubicBezTo>
                  <a:cubicBezTo>
                    <a:pt x="8035" y="2257"/>
                    <a:pt x="7193" y="2257"/>
                    <a:pt x="6781" y="2167"/>
                  </a:cubicBezTo>
                  <a:cubicBezTo>
                    <a:pt x="6671" y="2137"/>
                    <a:pt x="6139" y="1846"/>
                    <a:pt x="6059" y="1776"/>
                  </a:cubicBezTo>
                  <a:cubicBezTo>
                    <a:pt x="5979" y="1696"/>
                    <a:pt x="5337" y="1365"/>
                    <a:pt x="5317" y="1264"/>
                  </a:cubicBezTo>
                  <a:cubicBezTo>
                    <a:pt x="5156" y="703"/>
                    <a:pt x="5086" y="542"/>
                    <a:pt x="4896" y="61"/>
                  </a:cubicBezTo>
                  <a:cubicBezTo>
                    <a:pt x="4886" y="41"/>
                    <a:pt x="4876" y="21"/>
                    <a:pt x="48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92" name="Google Shape;12992;p45"/>
            <p:cNvSpPr/>
            <p:nvPr/>
          </p:nvSpPr>
          <p:spPr>
            <a:xfrm>
              <a:off x="4957418" y="3655775"/>
              <a:ext cx="643510" cy="132436"/>
            </a:xfrm>
            <a:custGeom>
              <a:avLst/>
              <a:gdLst/>
              <a:ahLst/>
              <a:cxnLst/>
              <a:rect l="l" t="t" r="r" b="b"/>
              <a:pathLst>
                <a:path w="7755" h="1596" extrusionOk="0">
                  <a:moveTo>
                    <a:pt x="7634" y="1595"/>
                  </a:moveTo>
                  <a:cubicBezTo>
                    <a:pt x="7573" y="1595"/>
                    <a:pt x="7523" y="1595"/>
                    <a:pt x="7473" y="1575"/>
                  </a:cubicBezTo>
                  <a:cubicBezTo>
                    <a:pt x="7523" y="1595"/>
                    <a:pt x="7573" y="1595"/>
                    <a:pt x="7634" y="1595"/>
                  </a:cubicBezTo>
                  <a:cubicBezTo>
                    <a:pt x="7674" y="1595"/>
                    <a:pt x="7714" y="1595"/>
                    <a:pt x="7754" y="1595"/>
                  </a:cubicBezTo>
                  <a:lnTo>
                    <a:pt x="7754" y="1595"/>
                  </a:lnTo>
                  <a:cubicBezTo>
                    <a:pt x="7714" y="1595"/>
                    <a:pt x="7674" y="1595"/>
                    <a:pt x="7634" y="1595"/>
                  </a:cubicBezTo>
                  <a:close/>
                  <a:moveTo>
                    <a:pt x="0" y="1535"/>
                  </a:moveTo>
                  <a:lnTo>
                    <a:pt x="0" y="1535"/>
                  </a:lnTo>
                  <a:cubicBezTo>
                    <a:pt x="171" y="1405"/>
                    <a:pt x="372" y="1234"/>
                    <a:pt x="572" y="1114"/>
                  </a:cubicBezTo>
                  <a:cubicBezTo>
                    <a:pt x="372" y="1234"/>
                    <a:pt x="171" y="1405"/>
                    <a:pt x="0" y="1535"/>
                  </a:cubicBezTo>
                  <a:close/>
                  <a:moveTo>
                    <a:pt x="572" y="1114"/>
                  </a:moveTo>
                  <a:lnTo>
                    <a:pt x="572" y="1114"/>
                  </a:lnTo>
                  <a:lnTo>
                    <a:pt x="572" y="1114"/>
                  </a:lnTo>
                  <a:close/>
                  <a:moveTo>
                    <a:pt x="572" y="1104"/>
                  </a:moveTo>
                  <a:cubicBezTo>
                    <a:pt x="572" y="1104"/>
                    <a:pt x="582" y="1104"/>
                    <a:pt x="582" y="1104"/>
                  </a:cubicBezTo>
                  <a:cubicBezTo>
                    <a:pt x="582" y="1104"/>
                    <a:pt x="572" y="1104"/>
                    <a:pt x="572" y="1104"/>
                  </a:cubicBezTo>
                  <a:close/>
                  <a:moveTo>
                    <a:pt x="582" y="1104"/>
                  </a:moveTo>
                  <a:lnTo>
                    <a:pt x="582" y="1104"/>
                  </a:lnTo>
                  <a:lnTo>
                    <a:pt x="582" y="1104"/>
                  </a:lnTo>
                  <a:close/>
                  <a:moveTo>
                    <a:pt x="582" y="1104"/>
                  </a:moveTo>
                  <a:lnTo>
                    <a:pt x="592" y="1094"/>
                  </a:lnTo>
                  <a:lnTo>
                    <a:pt x="582" y="1104"/>
                  </a:lnTo>
                  <a:close/>
                  <a:moveTo>
                    <a:pt x="602" y="1094"/>
                  </a:moveTo>
                  <a:cubicBezTo>
                    <a:pt x="602" y="1094"/>
                    <a:pt x="602" y="1094"/>
                    <a:pt x="602" y="1094"/>
                  </a:cubicBezTo>
                  <a:cubicBezTo>
                    <a:pt x="602" y="1094"/>
                    <a:pt x="602" y="1094"/>
                    <a:pt x="602" y="1094"/>
                  </a:cubicBezTo>
                  <a:close/>
                  <a:moveTo>
                    <a:pt x="602" y="1094"/>
                  </a:moveTo>
                  <a:cubicBezTo>
                    <a:pt x="602" y="1094"/>
                    <a:pt x="602" y="1094"/>
                    <a:pt x="602" y="1084"/>
                  </a:cubicBezTo>
                  <a:cubicBezTo>
                    <a:pt x="602" y="1094"/>
                    <a:pt x="602" y="1094"/>
                    <a:pt x="602" y="1094"/>
                  </a:cubicBezTo>
                  <a:close/>
                  <a:moveTo>
                    <a:pt x="612" y="1084"/>
                  </a:moveTo>
                  <a:cubicBezTo>
                    <a:pt x="612" y="1084"/>
                    <a:pt x="612" y="1084"/>
                    <a:pt x="612" y="1084"/>
                  </a:cubicBezTo>
                  <a:cubicBezTo>
                    <a:pt x="612" y="1084"/>
                    <a:pt x="612" y="1084"/>
                    <a:pt x="612" y="1084"/>
                  </a:cubicBezTo>
                  <a:close/>
                  <a:moveTo>
                    <a:pt x="612" y="1084"/>
                  </a:moveTo>
                  <a:cubicBezTo>
                    <a:pt x="612" y="1084"/>
                    <a:pt x="612" y="1084"/>
                    <a:pt x="622" y="1084"/>
                  </a:cubicBezTo>
                  <a:cubicBezTo>
                    <a:pt x="612" y="1084"/>
                    <a:pt x="612" y="1084"/>
                    <a:pt x="612" y="1084"/>
                  </a:cubicBezTo>
                  <a:close/>
                  <a:moveTo>
                    <a:pt x="622" y="1084"/>
                  </a:moveTo>
                  <a:lnTo>
                    <a:pt x="622" y="1074"/>
                  </a:lnTo>
                  <a:lnTo>
                    <a:pt x="622" y="1084"/>
                  </a:lnTo>
                  <a:close/>
                  <a:moveTo>
                    <a:pt x="622" y="1074"/>
                  </a:moveTo>
                  <a:cubicBezTo>
                    <a:pt x="622" y="1074"/>
                    <a:pt x="632" y="1074"/>
                    <a:pt x="632" y="1074"/>
                  </a:cubicBezTo>
                  <a:cubicBezTo>
                    <a:pt x="632" y="1074"/>
                    <a:pt x="622" y="1074"/>
                    <a:pt x="622" y="1074"/>
                  </a:cubicBezTo>
                  <a:close/>
                  <a:moveTo>
                    <a:pt x="632" y="1074"/>
                  </a:moveTo>
                  <a:cubicBezTo>
                    <a:pt x="632" y="1074"/>
                    <a:pt x="632" y="1074"/>
                    <a:pt x="632" y="1074"/>
                  </a:cubicBezTo>
                  <a:cubicBezTo>
                    <a:pt x="632" y="1074"/>
                    <a:pt x="632" y="1074"/>
                    <a:pt x="632" y="1074"/>
                  </a:cubicBezTo>
                  <a:close/>
                  <a:moveTo>
                    <a:pt x="632" y="1074"/>
                  </a:moveTo>
                  <a:cubicBezTo>
                    <a:pt x="632" y="1074"/>
                    <a:pt x="642" y="1074"/>
                    <a:pt x="642" y="1074"/>
                  </a:cubicBezTo>
                  <a:cubicBezTo>
                    <a:pt x="642" y="1074"/>
                    <a:pt x="632" y="1074"/>
                    <a:pt x="632" y="1074"/>
                  </a:cubicBezTo>
                  <a:close/>
                  <a:moveTo>
                    <a:pt x="642" y="1064"/>
                  </a:moveTo>
                  <a:cubicBezTo>
                    <a:pt x="642" y="1064"/>
                    <a:pt x="642" y="1064"/>
                    <a:pt x="642" y="1064"/>
                  </a:cubicBezTo>
                  <a:cubicBezTo>
                    <a:pt x="642" y="1064"/>
                    <a:pt x="642" y="1064"/>
                    <a:pt x="642" y="1064"/>
                  </a:cubicBezTo>
                  <a:close/>
                  <a:moveTo>
                    <a:pt x="652" y="1064"/>
                  </a:moveTo>
                  <a:cubicBezTo>
                    <a:pt x="652" y="1064"/>
                    <a:pt x="652" y="1064"/>
                    <a:pt x="652" y="1064"/>
                  </a:cubicBezTo>
                  <a:cubicBezTo>
                    <a:pt x="652" y="1064"/>
                    <a:pt x="652" y="1064"/>
                    <a:pt x="652" y="1064"/>
                  </a:cubicBezTo>
                  <a:close/>
                  <a:moveTo>
                    <a:pt x="662" y="1054"/>
                  </a:moveTo>
                  <a:cubicBezTo>
                    <a:pt x="662" y="1054"/>
                    <a:pt x="662" y="1054"/>
                    <a:pt x="662" y="1054"/>
                  </a:cubicBezTo>
                  <a:cubicBezTo>
                    <a:pt x="662" y="1054"/>
                    <a:pt x="662" y="1054"/>
                    <a:pt x="662" y="1054"/>
                  </a:cubicBezTo>
                  <a:close/>
                  <a:moveTo>
                    <a:pt x="662" y="1054"/>
                  </a:moveTo>
                  <a:cubicBezTo>
                    <a:pt x="662" y="1054"/>
                    <a:pt x="662" y="1054"/>
                    <a:pt x="662" y="1054"/>
                  </a:cubicBezTo>
                  <a:cubicBezTo>
                    <a:pt x="662" y="1054"/>
                    <a:pt x="662" y="1054"/>
                    <a:pt x="662" y="1054"/>
                  </a:cubicBezTo>
                  <a:close/>
                  <a:moveTo>
                    <a:pt x="672" y="1054"/>
                  </a:moveTo>
                  <a:cubicBezTo>
                    <a:pt x="672" y="1054"/>
                    <a:pt x="672" y="1054"/>
                    <a:pt x="672" y="1054"/>
                  </a:cubicBezTo>
                  <a:cubicBezTo>
                    <a:pt x="672" y="1054"/>
                    <a:pt x="672" y="1054"/>
                    <a:pt x="672" y="1054"/>
                  </a:cubicBezTo>
                  <a:close/>
                  <a:moveTo>
                    <a:pt x="672" y="1044"/>
                  </a:moveTo>
                  <a:cubicBezTo>
                    <a:pt x="672" y="1044"/>
                    <a:pt x="672" y="1044"/>
                    <a:pt x="683" y="1044"/>
                  </a:cubicBezTo>
                  <a:cubicBezTo>
                    <a:pt x="672" y="1044"/>
                    <a:pt x="672" y="1044"/>
                    <a:pt x="672" y="1044"/>
                  </a:cubicBezTo>
                  <a:close/>
                  <a:moveTo>
                    <a:pt x="683" y="1044"/>
                  </a:moveTo>
                  <a:cubicBezTo>
                    <a:pt x="683" y="1044"/>
                    <a:pt x="683" y="1044"/>
                    <a:pt x="683" y="1044"/>
                  </a:cubicBezTo>
                  <a:cubicBezTo>
                    <a:pt x="683" y="1044"/>
                    <a:pt x="683" y="1044"/>
                    <a:pt x="683" y="1044"/>
                  </a:cubicBezTo>
                  <a:close/>
                  <a:moveTo>
                    <a:pt x="693" y="1044"/>
                  </a:moveTo>
                  <a:cubicBezTo>
                    <a:pt x="693" y="1044"/>
                    <a:pt x="693" y="1044"/>
                    <a:pt x="693" y="1034"/>
                  </a:cubicBezTo>
                  <a:cubicBezTo>
                    <a:pt x="693" y="1044"/>
                    <a:pt x="693" y="1044"/>
                    <a:pt x="693" y="1044"/>
                  </a:cubicBezTo>
                  <a:close/>
                  <a:moveTo>
                    <a:pt x="693" y="1034"/>
                  </a:moveTo>
                  <a:cubicBezTo>
                    <a:pt x="693" y="1034"/>
                    <a:pt x="693" y="1034"/>
                    <a:pt x="703" y="1034"/>
                  </a:cubicBezTo>
                  <a:cubicBezTo>
                    <a:pt x="693" y="1034"/>
                    <a:pt x="693" y="1034"/>
                    <a:pt x="693" y="1034"/>
                  </a:cubicBezTo>
                  <a:close/>
                  <a:moveTo>
                    <a:pt x="713" y="1034"/>
                  </a:moveTo>
                  <a:lnTo>
                    <a:pt x="713" y="1034"/>
                  </a:lnTo>
                  <a:lnTo>
                    <a:pt x="713" y="1034"/>
                  </a:lnTo>
                  <a:close/>
                  <a:moveTo>
                    <a:pt x="713" y="1023"/>
                  </a:moveTo>
                  <a:cubicBezTo>
                    <a:pt x="713" y="1023"/>
                    <a:pt x="713" y="1023"/>
                    <a:pt x="713" y="1023"/>
                  </a:cubicBezTo>
                  <a:cubicBezTo>
                    <a:pt x="713" y="1023"/>
                    <a:pt x="713" y="1023"/>
                    <a:pt x="713" y="1023"/>
                  </a:cubicBezTo>
                  <a:close/>
                  <a:moveTo>
                    <a:pt x="723" y="1023"/>
                  </a:moveTo>
                  <a:lnTo>
                    <a:pt x="723" y="1023"/>
                  </a:lnTo>
                  <a:lnTo>
                    <a:pt x="723" y="1023"/>
                  </a:lnTo>
                  <a:close/>
                  <a:moveTo>
                    <a:pt x="723" y="1023"/>
                  </a:moveTo>
                  <a:cubicBezTo>
                    <a:pt x="723" y="1023"/>
                    <a:pt x="723" y="1023"/>
                    <a:pt x="723" y="1023"/>
                  </a:cubicBezTo>
                  <a:cubicBezTo>
                    <a:pt x="723" y="1023"/>
                    <a:pt x="723" y="1023"/>
                    <a:pt x="723" y="1023"/>
                  </a:cubicBezTo>
                  <a:close/>
                  <a:moveTo>
                    <a:pt x="743" y="1013"/>
                  </a:moveTo>
                  <a:lnTo>
                    <a:pt x="743" y="1013"/>
                  </a:lnTo>
                  <a:lnTo>
                    <a:pt x="743" y="1013"/>
                  </a:lnTo>
                  <a:close/>
                  <a:moveTo>
                    <a:pt x="753" y="1003"/>
                  </a:moveTo>
                  <a:lnTo>
                    <a:pt x="753" y="1003"/>
                  </a:lnTo>
                  <a:lnTo>
                    <a:pt x="753" y="1003"/>
                  </a:lnTo>
                  <a:close/>
                  <a:moveTo>
                    <a:pt x="763" y="1003"/>
                  </a:moveTo>
                  <a:lnTo>
                    <a:pt x="763" y="1003"/>
                  </a:lnTo>
                  <a:lnTo>
                    <a:pt x="763" y="1003"/>
                  </a:lnTo>
                  <a:close/>
                  <a:moveTo>
                    <a:pt x="773" y="1003"/>
                  </a:moveTo>
                  <a:lnTo>
                    <a:pt x="773" y="1003"/>
                  </a:lnTo>
                  <a:lnTo>
                    <a:pt x="773" y="1003"/>
                  </a:lnTo>
                  <a:close/>
                  <a:moveTo>
                    <a:pt x="783" y="993"/>
                  </a:moveTo>
                  <a:lnTo>
                    <a:pt x="783" y="993"/>
                  </a:lnTo>
                  <a:lnTo>
                    <a:pt x="783" y="993"/>
                  </a:lnTo>
                  <a:close/>
                  <a:moveTo>
                    <a:pt x="783" y="993"/>
                  </a:moveTo>
                  <a:cubicBezTo>
                    <a:pt x="783" y="993"/>
                    <a:pt x="783" y="993"/>
                    <a:pt x="783" y="993"/>
                  </a:cubicBezTo>
                  <a:cubicBezTo>
                    <a:pt x="783" y="993"/>
                    <a:pt x="783" y="993"/>
                    <a:pt x="783" y="993"/>
                  </a:cubicBezTo>
                  <a:close/>
                  <a:moveTo>
                    <a:pt x="793" y="983"/>
                  </a:moveTo>
                  <a:cubicBezTo>
                    <a:pt x="793" y="983"/>
                    <a:pt x="793" y="983"/>
                    <a:pt x="803" y="983"/>
                  </a:cubicBezTo>
                  <a:cubicBezTo>
                    <a:pt x="793" y="983"/>
                    <a:pt x="793" y="983"/>
                    <a:pt x="793" y="983"/>
                  </a:cubicBezTo>
                  <a:close/>
                  <a:moveTo>
                    <a:pt x="803" y="983"/>
                  </a:moveTo>
                  <a:lnTo>
                    <a:pt x="803" y="983"/>
                  </a:lnTo>
                  <a:lnTo>
                    <a:pt x="803" y="983"/>
                  </a:lnTo>
                  <a:close/>
                  <a:moveTo>
                    <a:pt x="813" y="983"/>
                  </a:moveTo>
                  <a:lnTo>
                    <a:pt x="813" y="983"/>
                  </a:lnTo>
                  <a:lnTo>
                    <a:pt x="813" y="983"/>
                  </a:lnTo>
                  <a:close/>
                  <a:moveTo>
                    <a:pt x="813" y="983"/>
                  </a:moveTo>
                  <a:cubicBezTo>
                    <a:pt x="813" y="983"/>
                    <a:pt x="813" y="983"/>
                    <a:pt x="813" y="983"/>
                  </a:cubicBezTo>
                  <a:cubicBezTo>
                    <a:pt x="813" y="983"/>
                    <a:pt x="813" y="983"/>
                    <a:pt x="813" y="983"/>
                  </a:cubicBezTo>
                  <a:close/>
                  <a:moveTo>
                    <a:pt x="813" y="973"/>
                  </a:moveTo>
                  <a:lnTo>
                    <a:pt x="813" y="973"/>
                  </a:lnTo>
                  <a:lnTo>
                    <a:pt x="813" y="973"/>
                  </a:lnTo>
                  <a:close/>
                  <a:moveTo>
                    <a:pt x="823" y="973"/>
                  </a:moveTo>
                  <a:lnTo>
                    <a:pt x="823" y="973"/>
                  </a:lnTo>
                  <a:lnTo>
                    <a:pt x="823" y="973"/>
                  </a:lnTo>
                  <a:close/>
                  <a:moveTo>
                    <a:pt x="823" y="973"/>
                  </a:moveTo>
                  <a:cubicBezTo>
                    <a:pt x="823" y="973"/>
                    <a:pt x="823" y="973"/>
                    <a:pt x="833" y="973"/>
                  </a:cubicBezTo>
                  <a:cubicBezTo>
                    <a:pt x="823" y="973"/>
                    <a:pt x="823" y="973"/>
                    <a:pt x="823" y="973"/>
                  </a:cubicBezTo>
                  <a:close/>
                  <a:moveTo>
                    <a:pt x="833" y="973"/>
                  </a:moveTo>
                  <a:lnTo>
                    <a:pt x="833" y="973"/>
                  </a:lnTo>
                  <a:lnTo>
                    <a:pt x="833" y="973"/>
                  </a:lnTo>
                  <a:close/>
                  <a:moveTo>
                    <a:pt x="833" y="973"/>
                  </a:moveTo>
                  <a:cubicBezTo>
                    <a:pt x="843" y="973"/>
                    <a:pt x="843" y="973"/>
                    <a:pt x="843" y="973"/>
                  </a:cubicBezTo>
                  <a:cubicBezTo>
                    <a:pt x="843" y="973"/>
                    <a:pt x="843" y="973"/>
                    <a:pt x="833" y="973"/>
                  </a:cubicBezTo>
                  <a:close/>
                  <a:moveTo>
                    <a:pt x="843" y="963"/>
                  </a:moveTo>
                  <a:cubicBezTo>
                    <a:pt x="843" y="963"/>
                    <a:pt x="843" y="963"/>
                    <a:pt x="843" y="963"/>
                  </a:cubicBezTo>
                  <a:cubicBezTo>
                    <a:pt x="843" y="963"/>
                    <a:pt x="843" y="963"/>
                    <a:pt x="843" y="963"/>
                  </a:cubicBezTo>
                  <a:close/>
                  <a:moveTo>
                    <a:pt x="843" y="963"/>
                  </a:moveTo>
                  <a:cubicBezTo>
                    <a:pt x="843" y="963"/>
                    <a:pt x="843" y="963"/>
                    <a:pt x="853" y="963"/>
                  </a:cubicBezTo>
                  <a:cubicBezTo>
                    <a:pt x="843" y="963"/>
                    <a:pt x="843" y="963"/>
                    <a:pt x="843" y="963"/>
                  </a:cubicBezTo>
                  <a:close/>
                  <a:moveTo>
                    <a:pt x="853" y="963"/>
                  </a:moveTo>
                  <a:cubicBezTo>
                    <a:pt x="853" y="963"/>
                    <a:pt x="853" y="963"/>
                    <a:pt x="853" y="963"/>
                  </a:cubicBezTo>
                  <a:cubicBezTo>
                    <a:pt x="853" y="963"/>
                    <a:pt x="853" y="963"/>
                    <a:pt x="853" y="963"/>
                  </a:cubicBezTo>
                  <a:close/>
                  <a:moveTo>
                    <a:pt x="853" y="963"/>
                  </a:moveTo>
                  <a:cubicBezTo>
                    <a:pt x="853" y="963"/>
                    <a:pt x="853" y="963"/>
                    <a:pt x="863" y="963"/>
                  </a:cubicBezTo>
                  <a:cubicBezTo>
                    <a:pt x="853" y="963"/>
                    <a:pt x="853" y="963"/>
                    <a:pt x="853" y="963"/>
                  </a:cubicBezTo>
                  <a:close/>
                  <a:moveTo>
                    <a:pt x="863" y="963"/>
                  </a:moveTo>
                  <a:cubicBezTo>
                    <a:pt x="863" y="963"/>
                    <a:pt x="863" y="963"/>
                    <a:pt x="863" y="963"/>
                  </a:cubicBezTo>
                  <a:cubicBezTo>
                    <a:pt x="863" y="963"/>
                    <a:pt x="863" y="963"/>
                    <a:pt x="863" y="963"/>
                  </a:cubicBezTo>
                  <a:close/>
                  <a:moveTo>
                    <a:pt x="863" y="963"/>
                  </a:moveTo>
                  <a:cubicBezTo>
                    <a:pt x="863" y="963"/>
                    <a:pt x="863" y="963"/>
                    <a:pt x="873" y="963"/>
                  </a:cubicBezTo>
                  <a:cubicBezTo>
                    <a:pt x="863" y="963"/>
                    <a:pt x="863" y="963"/>
                    <a:pt x="863" y="963"/>
                  </a:cubicBezTo>
                  <a:close/>
                  <a:moveTo>
                    <a:pt x="873" y="953"/>
                  </a:moveTo>
                  <a:cubicBezTo>
                    <a:pt x="873" y="953"/>
                    <a:pt x="873" y="953"/>
                    <a:pt x="873" y="953"/>
                  </a:cubicBezTo>
                  <a:cubicBezTo>
                    <a:pt x="873" y="953"/>
                    <a:pt x="873" y="953"/>
                    <a:pt x="873" y="953"/>
                  </a:cubicBezTo>
                  <a:close/>
                  <a:moveTo>
                    <a:pt x="873" y="953"/>
                  </a:moveTo>
                  <a:cubicBezTo>
                    <a:pt x="873" y="953"/>
                    <a:pt x="873" y="953"/>
                    <a:pt x="883" y="953"/>
                  </a:cubicBezTo>
                  <a:cubicBezTo>
                    <a:pt x="873" y="953"/>
                    <a:pt x="873" y="953"/>
                    <a:pt x="873" y="953"/>
                  </a:cubicBezTo>
                  <a:close/>
                  <a:moveTo>
                    <a:pt x="883" y="953"/>
                  </a:moveTo>
                  <a:cubicBezTo>
                    <a:pt x="883" y="953"/>
                    <a:pt x="883" y="953"/>
                    <a:pt x="883" y="953"/>
                  </a:cubicBezTo>
                  <a:cubicBezTo>
                    <a:pt x="883" y="953"/>
                    <a:pt x="883" y="953"/>
                    <a:pt x="883" y="953"/>
                  </a:cubicBezTo>
                  <a:close/>
                  <a:moveTo>
                    <a:pt x="883" y="953"/>
                  </a:moveTo>
                  <a:cubicBezTo>
                    <a:pt x="883" y="953"/>
                    <a:pt x="883" y="953"/>
                    <a:pt x="883" y="953"/>
                  </a:cubicBezTo>
                  <a:cubicBezTo>
                    <a:pt x="883" y="953"/>
                    <a:pt x="883" y="953"/>
                    <a:pt x="883" y="953"/>
                  </a:cubicBezTo>
                  <a:close/>
                  <a:moveTo>
                    <a:pt x="893" y="953"/>
                  </a:moveTo>
                  <a:cubicBezTo>
                    <a:pt x="893" y="953"/>
                    <a:pt x="893" y="953"/>
                    <a:pt x="893" y="953"/>
                  </a:cubicBezTo>
                  <a:cubicBezTo>
                    <a:pt x="893" y="953"/>
                    <a:pt x="893" y="953"/>
                    <a:pt x="893" y="953"/>
                  </a:cubicBezTo>
                  <a:close/>
                  <a:moveTo>
                    <a:pt x="893" y="953"/>
                  </a:moveTo>
                  <a:cubicBezTo>
                    <a:pt x="893" y="953"/>
                    <a:pt x="893" y="953"/>
                    <a:pt x="893" y="953"/>
                  </a:cubicBezTo>
                  <a:cubicBezTo>
                    <a:pt x="893" y="953"/>
                    <a:pt x="893" y="953"/>
                    <a:pt x="893" y="953"/>
                  </a:cubicBezTo>
                  <a:close/>
                  <a:moveTo>
                    <a:pt x="903" y="953"/>
                  </a:moveTo>
                  <a:cubicBezTo>
                    <a:pt x="903" y="943"/>
                    <a:pt x="903" y="943"/>
                    <a:pt x="903" y="943"/>
                  </a:cubicBezTo>
                  <a:cubicBezTo>
                    <a:pt x="903" y="943"/>
                    <a:pt x="903" y="943"/>
                    <a:pt x="903" y="953"/>
                  </a:cubicBezTo>
                  <a:close/>
                  <a:moveTo>
                    <a:pt x="903" y="943"/>
                  </a:moveTo>
                  <a:cubicBezTo>
                    <a:pt x="903" y="943"/>
                    <a:pt x="903" y="943"/>
                    <a:pt x="903" y="943"/>
                  </a:cubicBezTo>
                  <a:cubicBezTo>
                    <a:pt x="903" y="943"/>
                    <a:pt x="903" y="943"/>
                    <a:pt x="903" y="943"/>
                  </a:cubicBezTo>
                  <a:close/>
                  <a:moveTo>
                    <a:pt x="913" y="943"/>
                  </a:moveTo>
                  <a:cubicBezTo>
                    <a:pt x="913" y="943"/>
                    <a:pt x="913" y="943"/>
                    <a:pt x="913" y="943"/>
                  </a:cubicBezTo>
                  <a:cubicBezTo>
                    <a:pt x="913" y="943"/>
                    <a:pt x="913" y="943"/>
                    <a:pt x="913" y="943"/>
                  </a:cubicBezTo>
                  <a:close/>
                  <a:moveTo>
                    <a:pt x="913" y="943"/>
                  </a:moveTo>
                  <a:lnTo>
                    <a:pt x="913" y="943"/>
                  </a:lnTo>
                  <a:lnTo>
                    <a:pt x="913" y="943"/>
                  </a:lnTo>
                  <a:close/>
                  <a:moveTo>
                    <a:pt x="913" y="943"/>
                  </a:moveTo>
                  <a:cubicBezTo>
                    <a:pt x="923" y="943"/>
                    <a:pt x="923" y="943"/>
                    <a:pt x="923" y="943"/>
                  </a:cubicBezTo>
                  <a:cubicBezTo>
                    <a:pt x="923" y="943"/>
                    <a:pt x="923" y="943"/>
                    <a:pt x="913" y="943"/>
                  </a:cubicBezTo>
                  <a:close/>
                  <a:moveTo>
                    <a:pt x="923" y="943"/>
                  </a:moveTo>
                  <a:cubicBezTo>
                    <a:pt x="923" y="943"/>
                    <a:pt x="923" y="943"/>
                    <a:pt x="923" y="943"/>
                  </a:cubicBezTo>
                  <a:cubicBezTo>
                    <a:pt x="923" y="943"/>
                    <a:pt x="923" y="943"/>
                    <a:pt x="923" y="943"/>
                  </a:cubicBezTo>
                  <a:close/>
                  <a:moveTo>
                    <a:pt x="923" y="943"/>
                  </a:moveTo>
                  <a:cubicBezTo>
                    <a:pt x="923" y="943"/>
                    <a:pt x="933" y="943"/>
                    <a:pt x="933" y="943"/>
                  </a:cubicBezTo>
                  <a:cubicBezTo>
                    <a:pt x="933" y="943"/>
                    <a:pt x="923" y="943"/>
                    <a:pt x="923" y="943"/>
                  </a:cubicBezTo>
                  <a:close/>
                  <a:moveTo>
                    <a:pt x="933" y="943"/>
                  </a:moveTo>
                  <a:cubicBezTo>
                    <a:pt x="933" y="943"/>
                    <a:pt x="933" y="943"/>
                    <a:pt x="933" y="943"/>
                  </a:cubicBezTo>
                  <a:cubicBezTo>
                    <a:pt x="933" y="943"/>
                    <a:pt x="933" y="943"/>
                    <a:pt x="933" y="943"/>
                  </a:cubicBezTo>
                  <a:close/>
                  <a:moveTo>
                    <a:pt x="933" y="943"/>
                  </a:moveTo>
                  <a:cubicBezTo>
                    <a:pt x="933" y="943"/>
                    <a:pt x="933" y="943"/>
                    <a:pt x="943" y="943"/>
                  </a:cubicBezTo>
                  <a:cubicBezTo>
                    <a:pt x="933" y="943"/>
                    <a:pt x="933" y="943"/>
                    <a:pt x="933" y="943"/>
                  </a:cubicBezTo>
                  <a:close/>
                  <a:moveTo>
                    <a:pt x="943" y="933"/>
                  </a:moveTo>
                  <a:cubicBezTo>
                    <a:pt x="943" y="933"/>
                    <a:pt x="943" y="933"/>
                    <a:pt x="943" y="933"/>
                  </a:cubicBezTo>
                  <a:cubicBezTo>
                    <a:pt x="943" y="933"/>
                    <a:pt x="943" y="933"/>
                    <a:pt x="943" y="933"/>
                  </a:cubicBezTo>
                  <a:close/>
                  <a:moveTo>
                    <a:pt x="943" y="933"/>
                  </a:moveTo>
                  <a:cubicBezTo>
                    <a:pt x="943" y="933"/>
                    <a:pt x="943" y="933"/>
                    <a:pt x="943" y="933"/>
                  </a:cubicBezTo>
                  <a:cubicBezTo>
                    <a:pt x="943" y="933"/>
                    <a:pt x="943" y="933"/>
                    <a:pt x="943" y="933"/>
                  </a:cubicBezTo>
                  <a:close/>
                  <a:moveTo>
                    <a:pt x="953" y="933"/>
                  </a:moveTo>
                  <a:cubicBezTo>
                    <a:pt x="953" y="933"/>
                    <a:pt x="953" y="933"/>
                    <a:pt x="953" y="933"/>
                  </a:cubicBezTo>
                  <a:cubicBezTo>
                    <a:pt x="953" y="933"/>
                    <a:pt x="953" y="933"/>
                    <a:pt x="953" y="933"/>
                  </a:cubicBezTo>
                  <a:close/>
                  <a:moveTo>
                    <a:pt x="953" y="933"/>
                  </a:moveTo>
                  <a:cubicBezTo>
                    <a:pt x="953" y="933"/>
                    <a:pt x="953" y="933"/>
                    <a:pt x="953" y="933"/>
                  </a:cubicBezTo>
                  <a:cubicBezTo>
                    <a:pt x="953" y="933"/>
                    <a:pt x="953" y="933"/>
                    <a:pt x="953" y="933"/>
                  </a:cubicBezTo>
                  <a:close/>
                  <a:moveTo>
                    <a:pt x="963" y="933"/>
                  </a:moveTo>
                  <a:cubicBezTo>
                    <a:pt x="963" y="933"/>
                    <a:pt x="963" y="933"/>
                    <a:pt x="963" y="933"/>
                  </a:cubicBezTo>
                  <a:cubicBezTo>
                    <a:pt x="963" y="933"/>
                    <a:pt x="963" y="933"/>
                    <a:pt x="963" y="933"/>
                  </a:cubicBezTo>
                  <a:close/>
                  <a:moveTo>
                    <a:pt x="963" y="933"/>
                  </a:moveTo>
                  <a:cubicBezTo>
                    <a:pt x="963" y="933"/>
                    <a:pt x="963" y="933"/>
                    <a:pt x="963" y="933"/>
                  </a:cubicBezTo>
                  <a:cubicBezTo>
                    <a:pt x="963" y="933"/>
                    <a:pt x="963" y="933"/>
                    <a:pt x="963" y="933"/>
                  </a:cubicBezTo>
                  <a:close/>
                  <a:moveTo>
                    <a:pt x="963" y="933"/>
                  </a:moveTo>
                  <a:cubicBezTo>
                    <a:pt x="963" y="933"/>
                    <a:pt x="973" y="933"/>
                    <a:pt x="973" y="933"/>
                  </a:cubicBezTo>
                  <a:cubicBezTo>
                    <a:pt x="973" y="933"/>
                    <a:pt x="963" y="933"/>
                    <a:pt x="963" y="933"/>
                  </a:cubicBezTo>
                  <a:close/>
                  <a:moveTo>
                    <a:pt x="973" y="933"/>
                  </a:moveTo>
                  <a:lnTo>
                    <a:pt x="973" y="933"/>
                  </a:lnTo>
                  <a:lnTo>
                    <a:pt x="973" y="933"/>
                  </a:lnTo>
                  <a:close/>
                  <a:moveTo>
                    <a:pt x="973" y="933"/>
                  </a:moveTo>
                  <a:cubicBezTo>
                    <a:pt x="973" y="933"/>
                    <a:pt x="973" y="933"/>
                    <a:pt x="983" y="933"/>
                  </a:cubicBezTo>
                  <a:cubicBezTo>
                    <a:pt x="973" y="933"/>
                    <a:pt x="973" y="933"/>
                    <a:pt x="973" y="933"/>
                  </a:cubicBezTo>
                  <a:close/>
                  <a:moveTo>
                    <a:pt x="983" y="933"/>
                  </a:moveTo>
                  <a:lnTo>
                    <a:pt x="983" y="933"/>
                  </a:lnTo>
                  <a:lnTo>
                    <a:pt x="983" y="933"/>
                  </a:lnTo>
                  <a:close/>
                  <a:moveTo>
                    <a:pt x="983" y="933"/>
                  </a:moveTo>
                  <a:lnTo>
                    <a:pt x="983" y="933"/>
                  </a:lnTo>
                  <a:lnTo>
                    <a:pt x="983" y="933"/>
                  </a:lnTo>
                  <a:close/>
                  <a:moveTo>
                    <a:pt x="993" y="933"/>
                  </a:moveTo>
                  <a:cubicBezTo>
                    <a:pt x="993" y="933"/>
                    <a:pt x="993" y="933"/>
                    <a:pt x="993" y="933"/>
                  </a:cubicBezTo>
                  <a:cubicBezTo>
                    <a:pt x="993" y="933"/>
                    <a:pt x="993" y="933"/>
                    <a:pt x="993" y="933"/>
                  </a:cubicBezTo>
                  <a:close/>
                  <a:moveTo>
                    <a:pt x="993" y="933"/>
                  </a:moveTo>
                  <a:cubicBezTo>
                    <a:pt x="993" y="933"/>
                    <a:pt x="993" y="933"/>
                    <a:pt x="993" y="933"/>
                  </a:cubicBezTo>
                  <a:cubicBezTo>
                    <a:pt x="993" y="933"/>
                    <a:pt x="993" y="933"/>
                    <a:pt x="993" y="933"/>
                  </a:cubicBezTo>
                  <a:close/>
                  <a:moveTo>
                    <a:pt x="1024" y="923"/>
                  </a:moveTo>
                  <a:cubicBezTo>
                    <a:pt x="1365" y="863"/>
                    <a:pt x="2107" y="51"/>
                    <a:pt x="2498" y="0"/>
                  </a:cubicBezTo>
                  <a:cubicBezTo>
                    <a:pt x="2107" y="51"/>
                    <a:pt x="1365" y="863"/>
                    <a:pt x="1024" y="923"/>
                  </a:cubicBezTo>
                  <a:close/>
                  <a:moveTo>
                    <a:pt x="2578" y="0"/>
                  </a:moveTo>
                  <a:cubicBezTo>
                    <a:pt x="2568" y="0"/>
                    <a:pt x="2548" y="0"/>
                    <a:pt x="2528" y="0"/>
                  </a:cubicBezTo>
                  <a:cubicBezTo>
                    <a:pt x="2548" y="0"/>
                    <a:pt x="2568" y="0"/>
                    <a:pt x="2578" y="0"/>
                  </a:cubicBezTo>
                  <a:close/>
                  <a:moveTo>
                    <a:pt x="2498" y="0"/>
                  </a:moveTo>
                  <a:cubicBezTo>
                    <a:pt x="2508" y="0"/>
                    <a:pt x="2518" y="0"/>
                    <a:pt x="2528" y="0"/>
                  </a:cubicBezTo>
                  <a:lnTo>
                    <a:pt x="2528" y="0"/>
                  </a:lnTo>
                  <a:cubicBezTo>
                    <a:pt x="2518" y="0"/>
                    <a:pt x="2508" y="0"/>
                    <a:pt x="2498" y="0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93" name="Google Shape;12993;p45"/>
            <p:cNvSpPr/>
            <p:nvPr/>
          </p:nvSpPr>
          <p:spPr>
            <a:xfrm>
              <a:off x="4957418" y="3655775"/>
              <a:ext cx="1059655" cy="334658"/>
            </a:xfrm>
            <a:custGeom>
              <a:avLst/>
              <a:gdLst/>
              <a:ahLst/>
              <a:cxnLst/>
              <a:rect l="l" t="t" r="r" b="b"/>
              <a:pathLst>
                <a:path w="12770" h="4033" extrusionOk="0">
                  <a:moveTo>
                    <a:pt x="2498" y="0"/>
                  </a:moveTo>
                  <a:cubicBezTo>
                    <a:pt x="2107" y="51"/>
                    <a:pt x="1365" y="863"/>
                    <a:pt x="1024" y="923"/>
                  </a:cubicBezTo>
                  <a:cubicBezTo>
                    <a:pt x="1014" y="923"/>
                    <a:pt x="1003" y="933"/>
                    <a:pt x="993" y="933"/>
                  </a:cubicBezTo>
                  <a:lnTo>
                    <a:pt x="943" y="933"/>
                  </a:lnTo>
                  <a:cubicBezTo>
                    <a:pt x="943" y="933"/>
                    <a:pt x="943" y="943"/>
                    <a:pt x="943" y="943"/>
                  </a:cubicBezTo>
                  <a:lnTo>
                    <a:pt x="903" y="943"/>
                  </a:lnTo>
                  <a:cubicBezTo>
                    <a:pt x="903" y="943"/>
                    <a:pt x="903" y="943"/>
                    <a:pt x="903" y="953"/>
                  </a:cubicBezTo>
                  <a:lnTo>
                    <a:pt x="873" y="953"/>
                  </a:lnTo>
                  <a:cubicBezTo>
                    <a:pt x="873" y="953"/>
                    <a:pt x="873" y="953"/>
                    <a:pt x="873" y="963"/>
                  </a:cubicBezTo>
                  <a:lnTo>
                    <a:pt x="843" y="963"/>
                  </a:lnTo>
                  <a:cubicBezTo>
                    <a:pt x="843" y="973"/>
                    <a:pt x="843" y="973"/>
                    <a:pt x="843" y="973"/>
                  </a:cubicBezTo>
                  <a:lnTo>
                    <a:pt x="813" y="973"/>
                  </a:lnTo>
                  <a:cubicBezTo>
                    <a:pt x="813" y="983"/>
                    <a:pt x="813" y="983"/>
                    <a:pt x="813" y="983"/>
                  </a:cubicBezTo>
                  <a:lnTo>
                    <a:pt x="793" y="983"/>
                  </a:lnTo>
                  <a:cubicBezTo>
                    <a:pt x="793" y="983"/>
                    <a:pt x="793" y="993"/>
                    <a:pt x="783" y="993"/>
                  </a:cubicBezTo>
                  <a:cubicBezTo>
                    <a:pt x="783" y="993"/>
                    <a:pt x="773" y="993"/>
                    <a:pt x="773" y="1003"/>
                  </a:cubicBezTo>
                  <a:lnTo>
                    <a:pt x="753" y="1003"/>
                  </a:lnTo>
                  <a:cubicBezTo>
                    <a:pt x="753" y="1013"/>
                    <a:pt x="743" y="1013"/>
                    <a:pt x="743" y="1013"/>
                  </a:cubicBezTo>
                  <a:cubicBezTo>
                    <a:pt x="733" y="1013"/>
                    <a:pt x="733" y="1023"/>
                    <a:pt x="723" y="1023"/>
                  </a:cubicBezTo>
                  <a:lnTo>
                    <a:pt x="713" y="1023"/>
                  </a:lnTo>
                  <a:cubicBezTo>
                    <a:pt x="713" y="1034"/>
                    <a:pt x="713" y="1034"/>
                    <a:pt x="713" y="1034"/>
                  </a:cubicBezTo>
                  <a:lnTo>
                    <a:pt x="693" y="1034"/>
                  </a:lnTo>
                  <a:cubicBezTo>
                    <a:pt x="693" y="1044"/>
                    <a:pt x="693" y="1044"/>
                    <a:pt x="693" y="1044"/>
                  </a:cubicBezTo>
                  <a:lnTo>
                    <a:pt x="672" y="1044"/>
                  </a:lnTo>
                  <a:cubicBezTo>
                    <a:pt x="672" y="1054"/>
                    <a:pt x="672" y="1054"/>
                    <a:pt x="672" y="1054"/>
                  </a:cubicBezTo>
                  <a:lnTo>
                    <a:pt x="662" y="1054"/>
                  </a:lnTo>
                  <a:lnTo>
                    <a:pt x="652" y="1064"/>
                  </a:lnTo>
                  <a:lnTo>
                    <a:pt x="642" y="1064"/>
                  </a:lnTo>
                  <a:cubicBezTo>
                    <a:pt x="642" y="1064"/>
                    <a:pt x="642" y="1064"/>
                    <a:pt x="642" y="1074"/>
                  </a:cubicBezTo>
                  <a:lnTo>
                    <a:pt x="622" y="1074"/>
                  </a:lnTo>
                  <a:lnTo>
                    <a:pt x="622" y="1084"/>
                  </a:lnTo>
                  <a:lnTo>
                    <a:pt x="602" y="1084"/>
                  </a:lnTo>
                  <a:cubicBezTo>
                    <a:pt x="602" y="1094"/>
                    <a:pt x="602" y="1094"/>
                    <a:pt x="602" y="1094"/>
                  </a:cubicBezTo>
                  <a:lnTo>
                    <a:pt x="592" y="1094"/>
                  </a:lnTo>
                  <a:lnTo>
                    <a:pt x="582" y="1104"/>
                  </a:lnTo>
                  <a:lnTo>
                    <a:pt x="572" y="1104"/>
                  </a:lnTo>
                  <a:lnTo>
                    <a:pt x="572" y="1114"/>
                  </a:lnTo>
                  <a:cubicBezTo>
                    <a:pt x="372" y="1234"/>
                    <a:pt x="171" y="1405"/>
                    <a:pt x="0" y="1535"/>
                  </a:cubicBezTo>
                  <a:lnTo>
                    <a:pt x="10" y="1535"/>
                  </a:lnTo>
                  <a:cubicBezTo>
                    <a:pt x="20" y="1535"/>
                    <a:pt x="41" y="1535"/>
                    <a:pt x="61" y="1525"/>
                  </a:cubicBezTo>
                  <a:cubicBezTo>
                    <a:pt x="101" y="1505"/>
                    <a:pt x="131" y="1475"/>
                    <a:pt x="161" y="1455"/>
                  </a:cubicBezTo>
                  <a:cubicBezTo>
                    <a:pt x="372" y="1284"/>
                    <a:pt x="783" y="1023"/>
                    <a:pt x="933" y="1023"/>
                  </a:cubicBezTo>
                  <a:cubicBezTo>
                    <a:pt x="973" y="1023"/>
                    <a:pt x="1144" y="1124"/>
                    <a:pt x="1345" y="1234"/>
                  </a:cubicBezTo>
                  <a:cubicBezTo>
                    <a:pt x="1686" y="1104"/>
                    <a:pt x="1696" y="1003"/>
                    <a:pt x="2107" y="863"/>
                  </a:cubicBezTo>
                  <a:cubicBezTo>
                    <a:pt x="2227" y="823"/>
                    <a:pt x="2348" y="783"/>
                    <a:pt x="2478" y="783"/>
                  </a:cubicBezTo>
                  <a:lnTo>
                    <a:pt x="2488" y="783"/>
                  </a:lnTo>
                  <a:cubicBezTo>
                    <a:pt x="2739" y="783"/>
                    <a:pt x="3170" y="913"/>
                    <a:pt x="3381" y="1054"/>
                  </a:cubicBezTo>
                  <a:cubicBezTo>
                    <a:pt x="3832" y="1375"/>
                    <a:pt x="4645" y="1655"/>
                    <a:pt x="5186" y="1696"/>
                  </a:cubicBezTo>
                  <a:cubicBezTo>
                    <a:pt x="5196" y="1706"/>
                    <a:pt x="5196" y="1706"/>
                    <a:pt x="5196" y="1706"/>
                  </a:cubicBezTo>
                  <a:cubicBezTo>
                    <a:pt x="5297" y="1706"/>
                    <a:pt x="5066" y="1545"/>
                    <a:pt x="4835" y="1385"/>
                  </a:cubicBezTo>
                  <a:cubicBezTo>
                    <a:pt x="4594" y="1234"/>
                    <a:pt x="4354" y="1074"/>
                    <a:pt x="4414" y="1074"/>
                  </a:cubicBezTo>
                  <a:cubicBezTo>
                    <a:pt x="4424" y="1074"/>
                    <a:pt x="4424" y="1074"/>
                    <a:pt x="4434" y="1084"/>
                  </a:cubicBezTo>
                  <a:cubicBezTo>
                    <a:pt x="4825" y="1174"/>
                    <a:pt x="5337" y="1365"/>
                    <a:pt x="5908" y="1605"/>
                  </a:cubicBezTo>
                  <a:cubicBezTo>
                    <a:pt x="6621" y="1906"/>
                    <a:pt x="8607" y="2979"/>
                    <a:pt x="9389" y="3351"/>
                  </a:cubicBezTo>
                  <a:cubicBezTo>
                    <a:pt x="9439" y="3371"/>
                    <a:pt x="9469" y="3381"/>
                    <a:pt x="9479" y="3381"/>
                  </a:cubicBezTo>
                  <a:cubicBezTo>
                    <a:pt x="9550" y="3381"/>
                    <a:pt x="9289" y="3170"/>
                    <a:pt x="9028" y="2949"/>
                  </a:cubicBezTo>
                  <a:cubicBezTo>
                    <a:pt x="8767" y="2739"/>
                    <a:pt x="8506" y="2518"/>
                    <a:pt x="8577" y="2518"/>
                  </a:cubicBezTo>
                  <a:cubicBezTo>
                    <a:pt x="8587" y="2518"/>
                    <a:pt x="8607" y="2528"/>
                    <a:pt x="8647" y="2548"/>
                  </a:cubicBezTo>
                  <a:cubicBezTo>
                    <a:pt x="9229" y="2809"/>
                    <a:pt x="10894" y="3601"/>
                    <a:pt x="11265" y="3722"/>
                  </a:cubicBezTo>
                  <a:cubicBezTo>
                    <a:pt x="11576" y="3822"/>
                    <a:pt x="12468" y="4033"/>
                    <a:pt x="12689" y="4033"/>
                  </a:cubicBezTo>
                  <a:cubicBezTo>
                    <a:pt x="12759" y="4033"/>
                    <a:pt x="12769" y="4013"/>
                    <a:pt x="12679" y="3962"/>
                  </a:cubicBezTo>
                  <a:cubicBezTo>
                    <a:pt x="12278" y="3762"/>
                    <a:pt x="11877" y="3571"/>
                    <a:pt x="11495" y="3391"/>
                  </a:cubicBezTo>
                  <a:cubicBezTo>
                    <a:pt x="9710" y="2658"/>
                    <a:pt x="7684" y="1766"/>
                    <a:pt x="7694" y="1675"/>
                  </a:cubicBezTo>
                  <a:cubicBezTo>
                    <a:pt x="7744" y="1675"/>
                    <a:pt x="7794" y="1665"/>
                    <a:pt x="7854" y="1645"/>
                  </a:cubicBezTo>
                  <a:cubicBezTo>
                    <a:pt x="7814" y="1625"/>
                    <a:pt x="7784" y="1605"/>
                    <a:pt x="7754" y="1595"/>
                  </a:cubicBezTo>
                  <a:lnTo>
                    <a:pt x="7634" y="1595"/>
                  </a:lnTo>
                  <a:cubicBezTo>
                    <a:pt x="7573" y="1595"/>
                    <a:pt x="7523" y="1595"/>
                    <a:pt x="7473" y="1575"/>
                  </a:cubicBezTo>
                  <a:lnTo>
                    <a:pt x="7453" y="1575"/>
                  </a:lnTo>
                  <a:cubicBezTo>
                    <a:pt x="7202" y="1475"/>
                    <a:pt x="6430" y="963"/>
                    <a:pt x="6290" y="863"/>
                  </a:cubicBezTo>
                  <a:cubicBezTo>
                    <a:pt x="6159" y="753"/>
                    <a:pt x="5678" y="793"/>
                    <a:pt x="5417" y="582"/>
                  </a:cubicBezTo>
                  <a:cubicBezTo>
                    <a:pt x="5156" y="372"/>
                    <a:pt x="4785" y="291"/>
                    <a:pt x="4294" y="211"/>
                  </a:cubicBezTo>
                  <a:cubicBezTo>
                    <a:pt x="3802" y="141"/>
                    <a:pt x="2949" y="91"/>
                    <a:pt x="2578" y="0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CCE3E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94" name="Google Shape;12994;p45"/>
            <p:cNvSpPr/>
            <p:nvPr/>
          </p:nvSpPr>
          <p:spPr>
            <a:xfrm>
              <a:off x="4962397" y="3740664"/>
              <a:ext cx="948959" cy="196497"/>
            </a:xfrm>
            <a:custGeom>
              <a:avLst/>
              <a:gdLst/>
              <a:ahLst/>
              <a:cxnLst/>
              <a:rect l="l" t="t" r="r" b="b"/>
              <a:pathLst>
                <a:path w="11436" h="2368" extrusionOk="0">
                  <a:moveTo>
                    <a:pt x="873" y="0"/>
                  </a:moveTo>
                  <a:cubicBezTo>
                    <a:pt x="723" y="0"/>
                    <a:pt x="312" y="261"/>
                    <a:pt x="101" y="432"/>
                  </a:cubicBezTo>
                  <a:cubicBezTo>
                    <a:pt x="71" y="452"/>
                    <a:pt x="41" y="482"/>
                    <a:pt x="1" y="502"/>
                  </a:cubicBezTo>
                  <a:cubicBezTo>
                    <a:pt x="271" y="472"/>
                    <a:pt x="1094" y="271"/>
                    <a:pt x="1174" y="251"/>
                  </a:cubicBezTo>
                  <a:cubicBezTo>
                    <a:pt x="1214" y="231"/>
                    <a:pt x="1254" y="221"/>
                    <a:pt x="1285" y="211"/>
                  </a:cubicBezTo>
                  <a:cubicBezTo>
                    <a:pt x="1084" y="101"/>
                    <a:pt x="913" y="0"/>
                    <a:pt x="873" y="0"/>
                  </a:cubicBezTo>
                  <a:close/>
                  <a:moveTo>
                    <a:pt x="7794" y="622"/>
                  </a:moveTo>
                  <a:cubicBezTo>
                    <a:pt x="7734" y="642"/>
                    <a:pt x="7684" y="652"/>
                    <a:pt x="7634" y="652"/>
                  </a:cubicBezTo>
                  <a:cubicBezTo>
                    <a:pt x="7624" y="743"/>
                    <a:pt x="9650" y="1635"/>
                    <a:pt x="11435" y="2368"/>
                  </a:cubicBezTo>
                  <a:cubicBezTo>
                    <a:pt x="9951" y="1656"/>
                    <a:pt x="8617" y="1084"/>
                    <a:pt x="7794" y="622"/>
                  </a:cubicBezTo>
                  <a:close/>
                </a:path>
              </a:pathLst>
            </a:custGeom>
            <a:solidFill>
              <a:srgbClr val="CC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95" name="Google Shape;12995;p45"/>
            <p:cNvSpPr/>
            <p:nvPr/>
          </p:nvSpPr>
          <p:spPr>
            <a:xfrm>
              <a:off x="4954099" y="3849699"/>
              <a:ext cx="423696" cy="109949"/>
            </a:xfrm>
            <a:custGeom>
              <a:avLst/>
              <a:gdLst/>
              <a:ahLst/>
              <a:cxnLst/>
              <a:rect l="l" t="t" r="r" b="b"/>
              <a:pathLst>
                <a:path w="5106" h="1325" extrusionOk="0">
                  <a:moveTo>
                    <a:pt x="1665" y="0"/>
                  </a:moveTo>
                  <a:cubicBezTo>
                    <a:pt x="1395" y="0"/>
                    <a:pt x="1154" y="131"/>
                    <a:pt x="963" y="271"/>
                  </a:cubicBezTo>
                  <a:cubicBezTo>
                    <a:pt x="672" y="482"/>
                    <a:pt x="863" y="342"/>
                    <a:pt x="281" y="652"/>
                  </a:cubicBezTo>
                  <a:cubicBezTo>
                    <a:pt x="0" y="803"/>
                    <a:pt x="30" y="863"/>
                    <a:pt x="231" y="863"/>
                  </a:cubicBezTo>
                  <a:cubicBezTo>
                    <a:pt x="432" y="863"/>
                    <a:pt x="813" y="803"/>
                    <a:pt x="1174" y="713"/>
                  </a:cubicBezTo>
                  <a:cubicBezTo>
                    <a:pt x="1264" y="693"/>
                    <a:pt x="1334" y="683"/>
                    <a:pt x="1395" y="683"/>
                  </a:cubicBezTo>
                  <a:cubicBezTo>
                    <a:pt x="1585" y="683"/>
                    <a:pt x="1635" y="773"/>
                    <a:pt x="1685" y="863"/>
                  </a:cubicBezTo>
                  <a:cubicBezTo>
                    <a:pt x="1736" y="953"/>
                    <a:pt x="1786" y="1044"/>
                    <a:pt x="1946" y="1044"/>
                  </a:cubicBezTo>
                  <a:cubicBezTo>
                    <a:pt x="1986" y="1044"/>
                    <a:pt x="2037" y="1034"/>
                    <a:pt x="2087" y="1024"/>
                  </a:cubicBezTo>
                  <a:cubicBezTo>
                    <a:pt x="2167" y="1014"/>
                    <a:pt x="2267" y="1004"/>
                    <a:pt x="2368" y="1004"/>
                  </a:cubicBezTo>
                  <a:cubicBezTo>
                    <a:pt x="2919" y="1004"/>
                    <a:pt x="3631" y="1244"/>
                    <a:pt x="4414" y="1314"/>
                  </a:cubicBezTo>
                  <a:cubicBezTo>
                    <a:pt x="4454" y="1325"/>
                    <a:pt x="4494" y="1325"/>
                    <a:pt x="4524" y="1325"/>
                  </a:cubicBezTo>
                  <a:cubicBezTo>
                    <a:pt x="5106" y="1325"/>
                    <a:pt x="3030" y="562"/>
                    <a:pt x="2087" y="101"/>
                  </a:cubicBezTo>
                  <a:cubicBezTo>
                    <a:pt x="1936" y="31"/>
                    <a:pt x="1796" y="0"/>
                    <a:pt x="1665" y="0"/>
                  </a:cubicBezTo>
                  <a:close/>
                </a:path>
              </a:pathLst>
            </a:custGeom>
            <a:solidFill>
              <a:srgbClr val="CC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96" name="Google Shape;12996;p45"/>
            <p:cNvSpPr/>
            <p:nvPr/>
          </p:nvSpPr>
          <p:spPr>
            <a:xfrm>
              <a:off x="4818427" y="3861317"/>
              <a:ext cx="16679" cy="3485"/>
            </a:xfrm>
            <a:custGeom>
              <a:avLst/>
              <a:gdLst/>
              <a:ahLst/>
              <a:cxnLst/>
              <a:rect l="l" t="t" r="r" b="b"/>
              <a:pathLst>
                <a:path w="201" h="42" extrusionOk="0">
                  <a:moveTo>
                    <a:pt x="201" y="41"/>
                  </a:moveTo>
                  <a:cubicBezTo>
                    <a:pt x="171" y="31"/>
                    <a:pt x="131" y="31"/>
                    <a:pt x="91" y="21"/>
                  </a:cubicBezTo>
                  <a:cubicBezTo>
                    <a:pt x="131" y="31"/>
                    <a:pt x="171" y="31"/>
                    <a:pt x="201" y="41"/>
                  </a:cubicBezTo>
                  <a:lnTo>
                    <a:pt x="201" y="41"/>
                  </a:lnTo>
                  <a:close/>
                  <a:moveTo>
                    <a:pt x="20" y="1"/>
                  </a:moveTo>
                  <a:cubicBezTo>
                    <a:pt x="10" y="1"/>
                    <a:pt x="10" y="1"/>
                    <a:pt x="0" y="1"/>
                  </a:cubicBezTo>
                  <a:cubicBezTo>
                    <a:pt x="10" y="1"/>
                    <a:pt x="10" y="1"/>
                    <a:pt x="20" y="1"/>
                  </a:cubicBezTo>
                  <a:close/>
                </a:path>
              </a:pathLst>
            </a:custGeom>
            <a:solidFill>
              <a:srgbClr val="374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97" name="Google Shape;12997;p45"/>
            <p:cNvSpPr/>
            <p:nvPr/>
          </p:nvSpPr>
          <p:spPr>
            <a:xfrm>
              <a:off x="4713540" y="3842231"/>
              <a:ext cx="160732" cy="55016"/>
            </a:xfrm>
            <a:custGeom>
              <a:avLst/>
              <a:gdLst/>
              <a:ahLst/>
              <a:cxnLst/>
              <a:rect l="l" t="t" r="r" b="b"/>
              <a:pathLst>
                <a:path w="1937" h="663" extrusionOk="0">
                  <a:moveTo>
                    <a:pt x="362" y="0"/>
                  </a:moveTo>
                  <a:cubicBezTo>
                    <a:pt x="241" y="0"/>
                    <a:pt x="121" y="20"/>
                    <a:pt x="0" y="80"/>
                  </a:cubicBezTo>
                  <a:lnTo>
                    <a:pt x="21" y="80"/>
                  </a:lnTo>
                  <a:cubicBezTo>
                    <a:pt x="21" y="101"/>
                    <a:pt x="31" y="121"/>
                    <a:pt x="41" y="141"/>
                  </a:cubicBezTo>
                  <a:cubicBezTo>
                    <a:pt x="191" y="351"/>
                    <a:pt x="492" y="562"/>
                    <a:pt x="683" y="562"/>
                  </a:cubicBezTo>
                  <a:lnTo>
                    <a:pt x="713" y="562"/>
                  </a:lnTo>
                  <a:cubicBezTo>
                    <a:pt x="783" y="552"/>
                    <a:pt x="863" y="552"/>
                    <a:pt x="943" y="552"/>
                  </a:cubicBezTo>
                  <a:cubicBezTo>
                    <a:pt x="1164" y="552"/>
                    <a:pt x="1445" y="582"/>
                    <a:pt x="1846" y="652"/>
                  </a:cubicBezTo>
                  <a:cubicBezTo>
                    <a:pt x="1876" y="652"/>
                    <a:pt x="1906" y="662"/>
                    <a:pt x="1936" y="662"/>
                  </a:cubicBezTo>
                  <a:cubicBezTo>
                    <a:pt x="1836" y="602"/>
                    <a:pt x="1746" y="542"/>
                    <a:pt x="1676" y="502"/>
                  </a:cubicBezTo>
                  <a:cubicBezTo>
                    <a:pt x="1485" y="401"/>
                    <a:pt x="1405" y="361"/>
                    <a:pt x="1435" y="361"/>
                  </a:cubicBezTo>
                  <a:cubicBezTo>
                    <a:pt x="1445" y="361"/>
                    <a:pt x="1465" y="371"/>
                    <a:pt x="1505" y="371"/>
                  </a:cubicBezTo>
                  <a:cubicBezTo>
                    <a:pt x="1515" y="381"/>
                    <a:pt x="1525" y="381"/>
                    <a:pt x="1545" y="381"/>
                  </a:cubicBezTo>
                  <a:cubicBezTo>
                    <a:pt x="1565" y="381"/>
                    <a:pt x="1595" y="371"/>
                    <a:pt x="1615" y="361"/>
                  </a:cubicBezTo>
                  <a:cubicBezTo>
                    <a:pt x="1575" y="331"/>
                    <a:pt x="1515" y="301"/>
                    <a:pt x="1465" y="271"/>
                  </a:cubicBezTo>
                  <a:cubicBezTo>
                    <a:pt x="1435" y="261"/>
                    <a:pt x="1395" y="261"/>
                    <a:pt x="1355" y="251"/>
                  </a:cubicBezTo>
                  <a:cubicBezTo>
                    <a:pt x="1335" y="241"/>
                    <a:pt x="1314" y="241"/>
                    <a:pt x="1284" y="231"/>
                  </a:cubicBezTo>
                  <a:lnTo>
                    <a:pt x="1264" y="231"/>
                  </a:lnTo>
                  <a:cubicBezTo>
                    <a:pt x="1004" y="161"/>
                    <a:pt x="683" y="0"/>
                    <a:pt x="362" y="0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CCE3E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98" name="Google Shape;12998;p45"/>
            <p:cNvSpPr/>
            <p:nvPr/>
          </p:nvSpPr>
          <p:spPr>
            <a:xfrm>
              <a:off x="4830044" y="3872187"/>
              <a:ext cx="66716" cy="26720"/>
            </a:xfrm>
            <a:custGeom>
              <a:avLst/>
              <a:gdLst/>
              <a:ahLst/>
              <a:cxnLst/>
              <a:rect l="l" t="t" r="r" b="b"/>
              <a:pathLst>
                <a:path w="804" h="322" extrusionOk="0">
                  <a:moveTo>
                    <a:pt x="31" y="0"/>
                  </a:moveTo>
                  <a:cubicBezTo>
                    <a:pt x="1" y="0"/>
                    <a:pt x="81" y="40"/>
                    <a:pt x="272" y="141"/>
                  </a:cubicBezTo>
                  <a:cubicBezTo>
                    <a:pt x="342" y="181"/>
                    <a:pt x="432" y="241"/>
                    <a:pt x="532" y="301"/>
                  </a:cubicBezTo>
                  <a:cubicBezTo>
                    <a:pt x="603" y="311"/>
                    <a:pt x="653" y="321"/>
                    <a:pt x="683" y="321"/>
                  </a:cubicBezTo>
                  <a:cubicBezTo>
                    <a:pt x="803" y="321"/>
                    <a:pt x="633" y="231"/>
                    <a:pt x="211" y="0"/>
                  </a:cubicBezTo>
                  <a:cubicBezTo>
                    <a:pt x="191" y="10"/>
                    <a:pt x="161" y="20"/>
                    <a:pt x="141" y="20"/>
                  </a:cubicBezTo>
                  <a:cubicBezTo>
                    <a:pt x="121" y="20"/>
                    <a:pt x="111" y="20"/>
                    <a:pt x="101" y="10"/>
                  </a:cubicBezTo>
                  <a:cubicBezTo>
                    <a:pt x="61" y="10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7EC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99" name="Google Shape;12999;p45"/>
            <p:cNvSpPr/>
            <p:nvPr/>
          </p:nvSpPr>
          <p:spPr>
            <a:xfrm>
              <a:off x="4713540" y="3848870"/>
              <a:ext cx="3402" cy="5062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0" y="0"/>
                  </a:moveTo>
                  <a:cubicBezTo>
                    <a:pt x="21" y="21"/>
                    <a:pt x="31" y="41"/>
                    <a:pt x="41" y="61"/>
                  </a:cubicBezTo>
                  <a:cubicBezTo>
                    <a:pt x="31" y="41"/>
                    <a:pt x="21" y="21"/>
                    <a:pt x="21" y="0"/>
                  </a:cubicBezTo>
                  <a:close/>
                </a:path>
              </a:pathLst>
            </a:custGeom>
            <a:solidFill>
              <a:srgbClr val="7EC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3000" name="Google Shape;13000;p45"/>
          <p:cNvGrpSpPr/>
          <p:nvPr/>
        </p:nvGrpSpPr>
        <p:grpSpPr>
          <a:xfrm rot="154410">
            <a:off x="2947545" y="4800721"/>
            <a:ext cx="3484814" cy="619811"/>
            <a:chOff x="2222738" y="1303375"/>
            <a:chExt cx="1965725" cy="349625"/>
          </a:xfrm>
        </p:grpSpPr>
        <p:sp>
          <p:nvSpPr>
            <p:cNvPr id="13001" name="Google Shape;13001;p45"/>
            <p:cNvSpPr/>
            <p:nvPr/>
          </p:nvSpPr>
          <p:spPr>
            <a:xfrm>
              <a:off x="2222738" y="1303375"/>
              <a:ext cx="1907300" cy="333750"/>
            </a:xfrm>
            <a:custGeom>
              <a:avLst/>
              <a:gdLst/>
              <a:ahLst/>
              <a:cxnLst/>
              <a:rect l="l" t="t" r="r" b="b"/>
              <a:pathLst>
                <a:path w="76292" h="13350" extrusionOk="0">
                  <a:moveTo>
                    <a:pt x="71186" y="1"/>
                  </a:moveTo>
                  <a:cubicBezTo>
                    <a:pt x="64079" y="1"/>
                    <a:pt x="52095" y="313"/>
                    <a:pt x="44985" y="771"/>
                  </a:cubicBezTo>
                  <a:cubicBezTo>
                    <a:pt x="36397" y="1317"/>
                    <a:pt x="8778" y="4103"/>
                    <a:pt x="1540" y="4103"/>
                  </a:cubicBezTo>
                  <a:cubicBezTo>
                    <a:pt x="799" y="4103"/>
                    <a:pt x="272" y="4074"/>
                    <a:pt x="0" y="4010"/>
                  </a:cubicBezTo>
                  <a:lnTo>
                    <a:pt x="0" y="4010"/>
                  </a:lnTo>
                  <a:lnTo>
                    <a:pt x="12191" y="13349"/>
                  </a:lnTo>
                  <a:lnTo>
                    <a:pt x="75733" y="13238"/>
                  </a:lnTo>
                  <a:lnTo>
                    <a:pt x="76292" y="110"/>
                  </a:lnTo>
                  <a:cubicBezTo>
                    <a:pt x="75363" y="35"/>
                    <a:pt x="73543" y="1"/>
                    <a:pt x="711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02" name="Google Shape;13002;p45"/>
            <p:cNvSpPr/>
            <p:nvPr/>
          </p:nvSpPr>
          <p:spPr>
            <a:xfrm>
              <a:off x="2538038" y="1383525"/>
              <a:ext cx="1650425" cy="117425"/>
            </a:xfrm>
            <a:custGeom>
              <a:avLst/>
              <a:gdLst/>
              <a:ahLst/>
              <a:cxnLst/>
              <a:rect l="l" t="t" r="r" b="b"/>
              <a:pathLst>
                <a:path w="66017" h="4697" extrusionOk="0">
                  <a:moveTo>
                    <a:pt x="64630" y="0"/>
                  </a:moveTo>
                  <a:cubicBezTo>
                    <a:pt x="50347" y="0"/>
                    <a:pt x="25262" y="1493"/>
                    <a:pt x="0" y="3854"/>
                  </a:cubicBezTo>
                  <a:lnTo>
                    <a:pt x="86" y="4696"/>
                  </a:lnTo>
                  <a:cubicBezTo>
                    <a:pt x="25319" y="2335"/>
                    <a:pt x="50366" y="851"/>
                    <a:pt x="64617" y="851"/>
                  </a:cubicBezTo>
                  <a:cubicBezTo>
                    <a:pt x="65093" y="851"/>
                    <a:pt x="65557" y="853"/>
                    <a:pt x="66008" y="856"/>
                  </a:cubicBezTo>
                  <a:lnTo>
                    <a:pt x="66017" y="5"/>
                  </a:lnTo>
                  <a:cubicBezTo>
                    <a:pt x="65567" y="2"/>
                    <a:pt x="65104" y="0"/>
                    <a:pt x="64630" y="0"/>
                  </a:cubicBezTo>
                  <a:close/>
                </a:path>
              </a:pathLst>
            </a:custGeom>
            <a:solidFill>
              <a:srgbClr val="401E15">
                <a:alpha val="157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03" name="Google Shape;13003;p45"/>
            <p:cNvSpPr/>
            <p:nvPr/>
          </p:nvSpPr>
          <p:spPr>
            <a:xfrm>
              <a:off x="2460713" y="1329600"/>
              <a:ext cx="1706925" cy="124525"/>
            </a:xfrm>
            <a:custGeom>
              <a:avLst/>
              <a:gdLst/>
              <a:ahLst/>
              <a:cxnLst/>
              <a:rect l="l" t="t" r="r" b="b"/>
              <a:pathLst>
                <a:path w="68277" h="4981" extrusionOk="0">
                  <a:moveTo>
                    <a:pt x="64102" y="1"/>
                  </a:moveTo>
                  <a:cubicBezTo>
                    <a:pt x="61312" y="1"/>
                    <a:pt x="57250" y="21"/>
                    <a:pt x="52305" y="100"/>
                  </a:cubicBezTo>
                  <a:cubicBezTo>
                    <a:pt x="45028" y="212"/>
                    <a:pt x="36565" y="891"/>
                    <a:pt x="26771" y="1681"/>
                  </a:cubicBezTo>
                  <a:cubicBezTo>
                    <a:pt x="25611" y="1767"/>
                    <a:pt x="24443" y="1862"/>
                    <a:pt x="23249" y="1956"/>
                  </a:cubicBezTo>
                  <a:cubicBezTo>
                    <a:pt x="18652" y="2326"/>
                    <a:pt x="14047" y="2841"/>
                    <a:pt x="9588" y="3339"/>
                  </a:cubicBezTo>
                  <a:cubicBezTo>
                    <a:pt x="6221" y="3717"/>
                    <a:pt x="3042" y="4070"/>
                    <a:pt x="0" y="4345"/>
                  </a:cubicBezTo>
                  <a:lnTo>
                    <a:pt x="61" y="4980"/>
                  </a:lnTo>
                  <a:cubicBezTo>
                    <a:pt x="3111" y="4705"/>
                    <a:pt x="6298" y="4345"/>
                    <a:pt x="9666" y="3967"/>
                  </a:cubicBezTo>
                  <a:cubicBezTo>
                    <a:pt x="14116" y="3468"/>
                    <a:pt x="18721" y="2961"/>
                    <a:pt x="23300" y="2592"/>
                  </a:cubicBezTo>
                  <a:cubicBezTo>
                    <a:pt x="24495" y="2497"/>
                    <a:pt x="25672" y="2403"/>
                    <a:pt x="26823" y="2308"/>
                  </a:cubicBezTo>
                  <a:cubicBezTo>
                    <a:pt x="36608" y="1527"/>
                    <a:pt x="45062" y="848"/>
                    <a:pt x="52322" y="736"/>
                  </a:cubicBezTo>
                  <a:cubicBezTo>
                    <a:pt x="57259" y="657"/>
                    <a:pt x="61314" y="636"/>
                    <a:pt x="64099" y="636"/>
                  </a:cubicBezTo>
                  <a:cubicBezTo>
                    <a:pt x="66739" y="636"/>
                    <a:pt x="68238" y="655"/>
                    <a:pt x="68268" y="659"/>
                  </a:cubicBezTo>
                  <a:lnTo>
                    <a:pt x="68276" y="23"/>
                  </a:lnTo>
                  <a:cubicBezTo>
                    <a:pt x="68247" y="19"/>
                    <a:pt x="66745" y="1"/>
                    <a:pt x="64102" y="1"/>
                  </a:cubicBezTo>
                  <a:close/>
                </a:path>
              </a:pathLst>
            </a:custGeom>
            <a:solidFill>
              <a:srgbClr val="401E15">
                <a:alpha val="157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04" name="Google Shape;13004;p45"/>
            <p:cNvSpPr/>
            <p:nvPr/>
          </p:nvSpPr>
          <p:spPr>
            <a:xfrm>
              <a:off x="2612563" y="1454750"/>
              <a:ext cx="1564725" cy="108275"/>
            </a:xfrm>
            <a:custGeom>
              <a:avLst/>
              <a:gdLst/>
              <a:ahLst/>
              <a:cxnLst/>
              <a:rect l="l" t="t" r="r" b="b"/>
              <a:pathLst>
                <a:path w="62589" h="4331" extrusionOk="0">
                  <a:moveTo>
                    <a:pt x="62555" y="0"/>
                  </a:moveTo>
                  <a:cubicBezTo>
                    <a:pt x="62288" y="9"/>
                    <a:pt x="34804" y="842"/>
                    <a:pt x="1" y="3273"/>
                  </a:cubicBezTo>
                  <a:lnTo>
                    <a:pt x="78" y="4330"/>
                  </a:lnTo>
                  <a:cubicBezTo>
                    <a:pt x="34856" y="1907"/>
                    <a:pt x="62314" y="1065"/>
                    <a:pt x="62589" y="1057"/>
                  </a:cubicBezTo>
                  <a:lnTo>
                    <a:pt x="62555" y="0"/>
                  </a:lnTo>
                  <a:close/>
                </a:path>
              </a:pathLst>
            </a:custGeom>
            <a:solidFill>
              <a:srgbClr val="401E15">
                <a:alpha val="157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05" name="Google Shape;13005;p45"/>
            <p:cNvSpPr/>
            <p:nvPr/>
          </p:nvSpPr>
          <p:spPr>
            <a:xfrm>
              <a:off x="2644138" y="1536350"/>
              <a:ext cx="1530575" cy="116650"/>
            </a:xfrm>
            <a:custGeom>
              <a:avLst/>
              <a:gdLst/>
              <a:ahLst/>
              <a:cxnLst/>
              <a:rect l="l" t="t" r="r" b="b"/>
              <a:pathLst>
                <a:path w="61223" h="4666" extrusionOk="0">
                  <a:moveTo>
                    <a:pt x="61154" y="1"/>
                  </a:moveTo>
                  <a:cubicBezTo>
                    <a:pt x="60845" y="18"/>
                    <a:pt x="30019" y="1711"/>
                    <a:pt x="1" y="3394"/>
                  </a:cubicBezTo>
                  <a:lnTo>
                    <a:pt x="69" y="4666"/>
                  </a:lnTo>
                  <a:cubicBezTo>
                    <a:pt x="30088" y="2982"/>
                    <a:pt x="60914" y="1290"/>
                    <a:pt x="61223" y="1272"/>
                  </a:cubicBezTo>
                  <a:lnTo>
                    <a:pt x="61154" y="1"/>
                  </a:lnTo>
                  <a:close/>
                </a:path>
              </a:pathLst>
            </a:custGeom>
            <a:solidFill>
              <a:srgbClr val="401E15">
                <a:alpha val="157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3006" name="Google Shape;13006;p45"/>
          <p:cNvGrpSpPr/>
          <p:nvPr/>
        </p:nvGrpSpPr>
        <p:grpSpPr>
          <a:xfrm>
            <a:off x="-55133" y="4447724"/>
            <a:ext cx="4443632" cy="1316135"/>
            <a:chOff x="-13849" y="4011750"/>
            <a:chExt cx="3821164" cy="1131770"/>
          </a:xfrm>
        </p:grpSpPr>
        <p:sp>
          <p:nvSpPr>
            <p:cNvPr id="13007" name="Google Shape;13007;p45"/>
            <p:cNvSpPr/>
            <p:nvPr/>
          </p:nvSpPr>
          <p:spPr>
            <a:xfrm>
              <a:off x="5721" y="4011750"/>
              <a:ext cx="3801593" cy="1131770"/>
            </a:xfrm>
            <a:custGeom>
              <a:avLst/>
              <a:gdLst/>
              <a:ahLst/>
              <a:cxnLst/>
              <a:rect l="l" t="t" r="r" b="b"/>
              <a:pathLst>
                <a:path w="66444" h="19781" extrusionOk="0">
                  <a:moveTo>
                    <a:pt x="61" y="0"/>
                  </a:moveTo>
                  <a:lnTo>
                    <a:pt x="1" y="19781"/>
                  </a:lnTo>
                  <a:cubicBezTo>
                    <a:pt x="1" y="19781"/>
                    <a:pt x="29054" y="19749"/>
                    <a:pt x="48541" y="19749"/>
                  </a:cubicBezTo>
                  <a:cubicBezTo>
                    <a:pt x="58285" y="19749"/>
                    <a:pt x="65637" y="19757"/>
                    <a:pt x="65771" y="19781"/>
                  </a:cubicBezTo>
                  <a:cubicBezTo>
                    <a:pt x="65773" y="19781"/>
                    <a:pt x="65774" y="19781"/>
                    <a:pt x="65776" y="19781"/>
                  </a:cubicBezTo>
                  <a:cubicBezTo>
                    <a:pt x="66174" y="19781"/>
                    <a:pt x="66443" y="10853"/>
                    <a:pt x="66443" y="10853"/>
                  </a:cubicBezTo>
                  <a:cubicBezTo>
                    <a:pt x="45881" y="532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3008" name="Google Shape;13008;p45"/>
            <p:cNvGrpSpPr/>
            <p:nvPr/>
          </p:nvGrpSpPr>
          <p:grpSpPr>
            <a:xfrm>
              <a:off x="-13849" y="4011750"/>
              <a:ext cx="3801593" cy="1131760"/>
              <a:chOff x="-13849" y="4011750"/>
              <a:chExt cx="3801593" cy="1131760"/>
            </a:xfrm>
          </p:grpSpPr>
          <p:sp>
            <p:nvSpPr>
              <p:cNvPr id="13009" name="Google Shape;13009;p45"/>
              <p:cNvSpPr/>
              <p:nvPr/>
            </p:nvSpPr>
            <p:spPr>
              <a:xfrm>
                <a:off x="-2349" y="4373857"/>
                <a:ext cx="3790093" cy="374243"/>
              </a:xfrm>
              <a:custGeom>
                <a:avLst/>
                <a:gdLst/>
                <a:ahLst/>
                <a:cxnLst/>
                <a:rect l="l" t="t" r="r" b="b"/>
                <a:pathLst>
                  <a:path w="66243" h="6541" extrusionOk="0">
                    <a:moveTo>
                      <a:pt x="33954" y="1"/>
                    </a:moveTo>
                    <a:cubicBezTo>
                      <a:pt x="32128" y="1"/>
                      <a:pt x="30243" y="21"/>
                      <a:pt x="28307" y="61"/>
                    </a:cubicBezTo>
                    <a:cubicBezTo>
                      <a:pt x="19630" y="261"/>
                      <a:pt x="9429" y="633"/>
                      <a:pt x="0" y="2298"/>
                    </a:cubicBezTo>
                    <a:lnTo>
                      <a:pt x="71" y="6541"/>
                    </a:lnTo>
                    <a:cubicBezTo>
                      <a:pt x="4093" y="5467"/>
                      <a:pt x="14856" y="2990"/>
                      <a:pt x="28949" y="1916"/>
                    </a:cubicBezTo>
                    <a:cubicBezTo>
                      <a:pt x="32680" y="1636"/>
                      <a:pt x="36582" y="1435"/>
                      <a:pt x="40704" y="1435"/>
                    </a:cubicBezTo>
                    <a:cubicBezTo>
                      <a:pt x="47605" y="1435"/>
                      <a:pt x="55118" y="1987"/>
                      <a:pt x="63414" y="3642"/>
                    </a:cubicBezTo>
                    <a:cubicBezTo>
                      <a:pt x="63985" y="3752"/>
                      <a:pt x="65680" y="4906"/>
                      <a:pt x="66222" y="5006"/>
                    </a:cubicBezTo>
                    <a:cubicBezTo>
                      <a:pt x="66232" y="4725"/>
                      <a:pt x="66242" y="4554"/>
                      <a:pt x="66242" y="4524"/>
                    </a:cubicBezTo>
                    <a:cubicBezTo>
                      <a:pt x="66232" y="4524"/>
                      <a:pt x="66222" y="4514"/>
                      <a:pt x="66212" y="4514"/>
                    </a:cubicBezTo>
                    <a:cubicBezTo>
                      <a:pt x="66202" y="4504"/>
                      <a:pt x="66202" y="4504"/>
                      <a:pt x="66202" y="4504"/>
                    </a:cubicBezTo>
                    <a:cubicBezTo>
                      <a:pt x="66192" y="4504"/>
                      <a:pt x="66182" y="4494"/>
                      <a:pt x="66172" y="4494"/>
                    </a:cubicBezTo>
                    <a:cubicBezTo>
                      <a:pt x="66172" y="4494"/>
                      <a:pt x="66172" y="4494"/>
                      <a:pt x="66162" y="4484"/>
                    </a:cubicBezTo>
                    <a:cubicBezTo>
                      <a:pt x="66162" y="4484"/>
                      <a:pt x="66152" y="4484"/>
                      <a:pt x="66142" y="4474"/>
                    </a:cubicBezTo>
                    <a:lnTo>
                      <a:pt x="66132" y="4474"/>
                    </a:lnTo>
                    <a:cubicBezTo>
                      <a:pt x="66122" y="4464"/>
                      <a:pt x="66112" y="4464"/>
                      <a:pt x="66102" y="4464"/>
                    </a:cubicBezTo>
                    <a:cubicBezTo>
                      <a:pt x="66102" y="4454"/>
                      <a:pt x="66102" y="4454"/>
                      <a:pt x="66102" y="4454"/>
                    </a:cubicBezTo>
                    <a:cubicBezTo>
                      <a:pt x="64647" y="3732"/>
                      <a:pt x="63073" y="3060"/>
                      <a:pt x="61407" y="2438"/>
                    </a:cubicBezTo>
                    <a:cubicBezTo>
                      <a:pt x="57024" y="1054"/>
                      <a:pt x="46994" y="1"/>
                      <a:pt x="33954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10" name="Google Shape;13010;p45"/>
              <p:cNvSpPr/>
              <p:nvPr/>
            </p:nvSpPr>
            <p:spPr>
              <a:xfrm>
                <a:off x="-13849" y="4558659"/>
                <a:ext cx="3549619" cy="584852"/>
              </a:xfrm>
              <a:custGeom>
                <a:avLst/>
                <a:gdLst/>
                <a:ahLst/>
                <a:cxnLst/>
                <a:rect l="l" t="t" r="r" b="b"/>
                <a:pathLst>
                  <a:path w="62040" h="10222" extrusionOk="0">
                    <a:moveTo>
                      <a:pt x="49993" y="0"/>
                    </a:moveTo>
                    <a:cubicBezTo>
                      <a:pt x="48458" y="0"/>
                      <a:pt x="46793" y="41"/>
                      <a:pt x="45028" y="121"/>
                    </a:cubicBezTo>
                    <a:cubicBezTo>
                      <a:pt x="31687" y="783"/>
                      <a:pt x="18006" y="1645"/>
                      <a:pt x="11" y="6611"/>
                    </a:cubicBezTo>
                    <a:lnTo>
                      <a:pt x="1" y="10222"/>
                    </a:lnTo>
                    <a:lnTo>
                      <a:pt x="71" y="10222"/>
                    </a:lnTo>
                    <a:cubicBezTo>
                      <a:pt x="1285" y="10222"/>
                      <a:pt x="18557" y="10201"/>
                      <a:pt x="35028" y="10191"/>
                    </a:cubicBezTo>
                    <a:cubicBezTo>
                      <a:pt x="45921" y="7122"/>
                      <a:pt x="62040" y="823"/>
                      <a:pt x="62040" y="823"/>
                    </a:cubicBezTo>
                    <a:cubicBezTo>
                      <a:pt x="62040" y="823"/>
                      <a:pt x="57366" y="0"/>
                      <a:pt x="49993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11" name="Google Shape;13011;p45"/>
              <p:cNvSpPr/>
              <p:nvPr/>
            </p:nvSpPr>
            <p:spPr>
              <a:xfrm>
                <a:off x="-7499" y="4181046"/>
                <a:ext cx="3075535" cy="192872"/>
              </a:xfrm>
              <a:custGeom>
                <a:avLst/>
                <a:gdLst/>
                <a:ahLst/>
                <a:cxnLst/>
                <a:rect l="l" t="t" r="r" b="b"/>
                <a:pathLst>
                  <a:path w="53754" h="3371" extrusionOk="0">
                    <a:moveTo>
                      <a:pt x="16761" y="0"/>
                    </a:moveTo>
                    <a:cubicBezTo>
                      <a:pt x="9569" y="0"/>
                      <a:pt x="3601" y="311"/>
                      <a:pt x="0" y="622"/>
                    </a:cubicBezTo>
                    <a:lnTo>
                      <a:pt x="40" y="2759"/>
                    </a:lnTo>
                    <a:cubicBezTo>
                      <a:pt x="7854" y="1665"/>
                      <a:pt x="15848" y="1294"/>
                      <a:pt x="23171" y="1294"/>
                    </a:cubicBezTo>
                    <a:cubicBezTo>
                      <a:pt x="39340" y="1294"/>
                      <a:pt x="52159" y="3130"/>
                      <a:pt x="52159" y="3130"/>
                    </a:cubicBezTo>
                    <a:lnTo>
                      <a:pt x="53754" y="3371"/>
                    </a:lnTo>
                    <a:cubicBezTo>
                      <a:pt x="52430" y="3020"/>
                      <a:pt x="51076" y="2689"/>
                      <a:pt x="49702" y="2368"/>
                    </a:cubicBezTo>
                    <a:cubicBezTo>
                      <a:pt x="38317" y="552"/>
                      <a:pt x="26431" y="0"/>
                      <a:pt x="16761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12" name="Google Shape;13012;p45"/>
              <p:cNvSpPr/>
              <p:nvPr/>
            </p:nvSpPr>
            <p:spPr>
              <a:xfrm>
                <a:off x="-10931" y="4011750"/>
                <a:ext cx="2320297" cy="202656"/>
              </a:xfrm>
              <a:custGeom>
                <a:avLst/>
                <a:gdLst/>
                <a:ahLst/>
                <a:cxnLst/>
                <a:rect l="l" t="t" r="r" b="b"/>
                <a:pathLst>
                  <a:path w="40554" h="3542" extrusionOk="0">
                    <a:moveTo>
                      <a:pt x="10" y="0"/>
                    </a:moveTo>
                    <a:lnTo>
                      <a:pt x="0" y="1565"/>
                    </a:lnTo>
                    <a:cubicBezTo>
                      <a:pt x="1675" y="1485"/>
                      <a:pt x="3631" y="1455"/>
                      <a:pt x="5778" y="1455"/>
                    </a:cubicBezTo>
                    <a:cubicBezTo>
                      <a:pt x="16089" y="1455"/>
                      <a:pt x="30844" y="2297"/>
                      <a:pt x="40553" y="3541"/>
                    </a:cubicBezTo>
                    <a:cubicBezTo>
                      <a:pt x="21546" y="372"/>
                      <a:pt x="1705" y="30"/>
                      <a:pt x="110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3013" name="Google Shape;13013;p45"/>
          <p:cNvGrpSpPr/>
          <p:nvPr/>
        </p:nvGrpSpPr>
        <p:grpSpPr>
          <a:xfrm>
            <a:off x="1888320" y="4061558"/>
            <a:ext cx="7318608" cy="1849125"/>
            <a:chOff x="1888320" y="3587521"/>
            <a:chExt cx="7318608" cy="1849125"/>
          </a:xfrm>
        </p:grpSpPr>
        <p:sp>
          <p:nvSpPr>
            <p:cNvPr id="13014" name="Google Shape;13014;p45"/>
            <p:cNvSpPr/>
            <p:nvPr/>
          </p:nvSpPr>
          <p:spPr>
            <a:xfrm rot="143046">
              <a:off x="1917384" y="3737863"/>
              <a:ext cx="7260480" cy="1548441"/>
            </a:xfrm>
            <a:custGeom>
              <a:avLst/>
              <a:gdLst/>
              <a:ahLst/>
              <a:cxnLst/>
              <a:rect l="l" t="t" r="r" b="b"/>
              <a:pathLst>
                <a:path w="93506" h="19942" extrusionOk="0">
                  <a:moveTo>
                    <a:pt x="93505" y="1"/>
                  </a:moveTo>
                  <a:cubicBezTo>
                    <a:pt x="93504" y="1"/>
                    <a:pt x="16962" y="15739"/>
                    <a:pt x="1" y="19941"/>
                  </a:cubicBezTo>
                  <a:lnTo>
                    <a:pt x="93375" y="17905"/>
                  </a:lnTo>
                  <a:lnTo>
                    <a:pt x="93505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lt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15" name="Google Shape;13015;p45"/>
            <p:cNvSpPr/>
            <p:nvPr/>
          </p:nvSpPr>
          <p:spPr>
            <a:xfrm rot="143046">
              <a:off x="5997787" y="4442569"/>
              <a:ext cx="3158223" cy="781985"/>
            </a:xfrm>
            <a:custGeom>
              <a:avLst/>
              <a:gdLst/>
              <a:ahLst/>
              <a:cxnLst/>
              <a:rect l="l" t="t" r="r" b="b"/>
              <a:pathLst>
                <a:path w="40674" h="10071" extrusionOk="0">
                  <a:moveTo>
                    <a:pt x="33653" y="10071"/>
                  </a:moveTo>
                  <a:lnTo>
                    <a:pt x="33653" y="10071"/>
                  </a:lnTo>
                  <a:lnTo>
                    <a:pt x="40674" y="9920"/>
                  </a:lnTo>
                  <a:lnTo>
                    <a:pt x="33653" y="10071"/>
                  </a:lnTo>
                  <a:close/>
                  <a:moveTo>
                    <a:pt x="0" y="502"/>
                  </a:moveTo>
                  <a:lnTo>
                    <a:pt x="0" y="502"/>
                  </a:lnTo>
                  <a:cubicBezTo>
                    <a:pt x="803" y="331"/>
                    <a:pt x="1595" y="161"/>
                    <a:pt x="2387" y="0"/>
                  </a:cubicBezTo>
                  <a:cubicBezTo>
                    <a:pt x="1595" y="161"/>
                    <a:pt x="803" y="331"/>
                    <a:pt x="0" y="502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16" name="Google Shape;13016;p45"/>
            <p:cNvSpPr/>
            <p:nvPr/>
          </p:nvSpPr>
          <p:spPr>
            <a:xfrm rot="143046">
              <a:off x="5998047" y="4430090"/>
              <a:ext cx="3158999" cy="794486"/>
            </a:xfrm>
            <a:custGeom>
              <a:avLst/>
              <a:gdLst/>
              <a:ahLst/>
              <a:cxnLst/>
              <a:rect l="l" t="t" r="r" b="b"/>
              <a:pathLst>
                <a:path w="40684" h="10232" extrusionOk="0">
                  <a:moveTo>
                    <a:pt x="3150" y="1"/>
                  </a:moveTo>
                  <a:cubicBezTo>
                    <a:pt x="2899" y="51"/>
                    <a:pt x="2648" y="101"/>
                    <a:pt x="2387" y="161"/>
                  </a:cubicBezTo>
                  <a:cubicBezTo>
                    <a:pt x="1595" y="322"/>
                    <a:pt x="803" y="492"/>
                    <a:pt x="0" y="663"/>
                  </a:cubicBezTo>
                  <a:cubicBezTo>
                    <a:pt x="11716" y="1676"/>
                    <a:pt x="25879" y="6982"/>
                    <a:pt x="33653" y="10232"/>
                  </a:cubicBezTo>
                  <a:lnTo>
                    <a:pt x="40674" y="10081"/>
                  </a:lnTo>
                  <a:lnTo>
                    <a:pt x="40684" y="9409"/>
                  </a:lnTo>
                  <a:cubicBezTo>
                    <a:pt x="38066" y="8286"/>
                    <a:pt x="31947" y="5828"/>
                    <a:pt x="23672" y="3571"/>
                  </a:cubicBezTo>
                  <a:cubicBezTo>
                    <a:pt x="17764" y="1957"/>
                    <a:pt x="10763" y="422"/>
                    <a:pt x="315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17" name="Google Shape;13017;p45"/>
            <p:cNvSpPr/>
            <p:nvPr/>
          </p:nvSpPr>
          <p:spPr>
            <a:xfrm rot="143046">
              <a:off x="6673450" y="4294666"/>
              <a:ext cx="2496280" cy="622420"/>
            </a:xfrm>
            <a:custGeom>
              <a:avLst/>
              <a:gdLst/>
              <a:ahLst/>
              <a:cxnLst/>
              <a:rect l="l" t="t" r="r" b="b"/>
              <a:pathLst>
                <a:path w="32149" h="8016" extrusionOk="0">
                  <a:moveTo>
                    <a:pt x="3792" y="1"/>
                  </a:moveTo>
                  <a:cubicBezTo>
                    <a:pt x="2568" y="252"/>
                    <a:pt x="1334" y="512"/>
                    <a:pt x="80" y="773"/>
                  </a:cubicBezTo>
                  <a:lnTo>
                    <a:pt x="0" y="793"/>
                  </a:lnTo>
                  <a:cubicBezTo>
                    <a:pt x="8035" y="1355"/>
                    <a:pt x="22158" y="3792"/>
                    <a:pt x="32128" y="8015"/>
                  </a:cubicBezTo>
                  <a:lnTo>
                    <a:pt x="32148" y="4805"/>
                  </a:lnTo>
                  <a:cubicBezTo>
                    <a:pt x="27133" y="3592"/>
                    <a:pt x="13572" y="482"/>
                    <a:pt x="3792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18" name="Google Shape;13018;p45"/>
            <p:cNvSpPr/>
            <p:nvPr/>
          </p:nvSpPr>
          <p:spPr>
            <a:xfrm rot="143046">
              <a:off x="5401255" y="4552724"/>
              <a:ext cx="2533706" cy="668387"/>
            </a:xfrm>
            <a:custGeom>
              <a:avLst/>
              <a:gdLst/>
              <a:ahLst/>
              <a:cxnLst/>
              <a:rect l="l" t="t" r="r" b="b"/>
              <a:pathLst>
                <a:path w="32631" h="8608" extrusionOk="0">
                  <a:moveTo>
                    <a:pt x="21205" y="8607"/>
                  </a:moveTo>
                  <a:cubicBezTo>
                    <a:pt x="21205" y="8607"/>
                    <a:pt x="21205" y="8607"/>
                    <a:pt x="21205" y="8607"/>
                  </a:cubicBezTo>
                  <a:lnTo>
                    <a:pt x="32630" y="8356"/>
                  </a:lnTo>
                  <a:lnTo>
                    <a:pt x="32630" y="8356"/>
                  </a:lnTo>
                  <a:lnTo>
                    <a:pt x="21205" y="8607"/>
                  </a:lnTo>
                  <a:close/>
                  <a:moveTo>
                    <a:pt x="1" y="201"/>
                  </a:moveTo>
                  <a:cubicBezTo>
                    <a:pt x="322" y="131"/>
                    <a:pt x="643" y="61"/>
                    <a:pt x="964" y="1"/>
                  </a:cubicBezTo>
                  <a:cubicBezTo>
                    <a:pt x="643" y="61"/>
                    <a:pt x="322" y="131"/>
                    <a:pt x="1" y="20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19" name="Google Shape;13019;p45"/>
            <p:cNvSpPr/>
            <p:nvPr/>
          </p:nvSpPr>
          <p:spPr>
            <a:xfrm rot="143046">
              <a:off x="5301147" y="4535112"/>
              <a:ext cx="2634182" cy="683917"/>
            </a:xfrm>
            <a:custGeom>
              <a:avLst/>
              <a:gdLst/>
              <a:ahLst/>
              <a:cxnLst/>
              <a:rect l="l" t="t" r="r" b="b"/>
              <a:pathLst>
                <a:path w="33925" h="8808" extrusionOk="0">
                  <a:moveTo>
                    <a:pt x="3211" y="0"/>
                  </a:moveTo>
                  <a:cubicBezTo>
                    <a:pt x="2890" y="60"/>
                    <a:pt x="2569" y="131"/>
                    <a:pt x="2258" y="201"/>
                  </a:cubicBezTo>
                  <a:cubicBezTo>
                    <a:pt x="1937" y="261"/>
                    <a:pt x="1616" y="331"/>
                    <a:pt x="1295" y="401"/>
                  </a:cubicBezTo>
                  <a:cubicBezTo>
                    <a:pt x="864" y="492"/>
                    <a:pt x="432" y="582"/>
                    <a:pt x="1" y="672"/>
                  </a:cubicBezTo>
                  <a:cubicBezTo>
                    <a:pt x="10804" y="2759"/>
                    <a:pt x="18337" y="6470"/>
                    <a:pt x="22499" y="8807"/>
                  </a:cubicBezTo>
                  <a:lnTo>
                    <a:pt x="33924" y="8556"/>
                  </a:lnTo>
                  <a:cubicBezTo>
                    <a:pt x="24967" y="3902"/>
                    <a:pt x="12359" y="933"/>
                    <a:pt x="3211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20" name="Google Shape;13020;p45"/>
            <p:cNvSpPr/>
            <p:nvPr/>
          </p:nvSpPr>
          <p:spPr>
            <a:xfrm rot="143046">
              <a:off x="6061508" y="5216857"/>
              <a:ext cx="252431" cy="5513"/>
            </a:xfrm>
            <a:custGeom>
              <a:avLst/>
              <a:gdLst/>
              <a:ahLst/>
              <a:cxnLst/>
              <a:rect l="l" t="t" r="r" b="b"/>
              <a:pathLst>
                <a:path w="3251" h="71" extrusionOk="0">
                  <a:moveTo>
                    <a:pt x="0" y="71"/>
                  </a:moveTo>
                  <a:lnTo>
                    <a:pt x="3250" y="1"/>
                  </a:lnTo>
                  <a:lnTo>
                    <a:pt x="3250" y="1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21" name="Google Shape;13021;p45"/>
            <p:cNvSpPr/>
            <p:nvPr/>
          </p:nvSpPr>
          <p:spPr>
            <a:xfrm rot="143046">
              <a:off x="4636540" y="4632656"/>
              <a:ext cx="1689448" cy="566359"/>
            </a:xfrm>
            <a:custGeom>
              <a:avLst/>
              <a:gdLst/>
              <a:ahLst/>
              <a:cxnLst/>
              <a:rect l="l" t="t" r="r" b="b"/>
              <a:pathLst>
                <a:path w="21758" h="7294" extrusionOk="0">
                  <a:moveTo>
                    <a:pt x="2910" y="1"/>
                  </a:moveTo>
                  <a:cubicBezTo>
                    <a:pt x="1937" y="202"/>
                    <a:pt x="964" y="412"/>
                    <a:pt x="1" y="613"/>
                  </a:cubicBezTo>
                  <a:cubicBezTo>
                    <a:pt x="2709" y="1536"/>
                    <a:pt x="5417" y="2709"/>
                    <a:pt x="7022" y="3381"/>
                  </a:cubicBezTo>
                  <a:cubicBezTo>
                    <a:pt x="12158" y="5528"/>
                    <a:pt x="14134" y="6711"/>
                    <a:pt x="14906" y="7293"/>
                  </a:cubicBezTo>
                  <a:lnTo>
                    <a:pt x="18507" y="7213"/>
                  </a:lnTo>
                  <a:lnTo>
                    <a:pt x="21757" y="7143"/>
                  </a:lnTo>
                  <a:cubicBezTo>
                    <a:pt x="18878" y="4113"/>
                    <a:pt x="9711" y="1335"/>
                    <a:pt x="291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22" name="Google Shape;13022;p45"/>
            <p:cNvSpPr/>
            <p:nvPr/>
          </p:nvSpPr>
          <p:spPr>
            <a:xfrm rot="143046">
              <a:off x="7395956" y="4106506"/>
              <a:ext cx="1791399" cy="352907"/>
            </a:xfrm>
            <a:custGeom>
              <a:avLst/>
              <a:gdLst/>
              <a:ahLst/>
              <a:cxnLst/>
              <a:rect l="l" t="t" r="r" b="b"/>
              <a:pathLst>
                <a:path w="23071" h="4545" extrusionOk="0">
                  <a:moveTo>
                    <a:pt x="9399" y="1"/>
                  </a:moveTo>
                  <a:cubicBezTo>
                    <a:pt x="8666" y="1"/>
                    <a:pt x="7904" y="11"/>
                    <a:pt x="7112" y="31"/>
                  </a:cubicBezTo>
                  <a:cubicBezTo>
                    <a:pt x="4895" y="482"/>
                    <a:pt x="2518" y="984"/>
                    <a:pt x="0" y="1505"/>
                  </a:cubicBezTo>
                  <a:cubicBezTo>
                    <a:pt x="7573" y="1636"/>
                    <a:pt x="18918" y="2990"/>
                    <a:pt x="23040" y="4545"/>
                  </a:cubicBezTo>
                  <a:lnTo>
                    <a:pt x="23060" y="2749"/>
                  </a:lnTo>
                  <a:lnTo>
                    <a:pt x="23070" y="1154"/>
                  </a:lnTo>
                  <a:cubicBezTo>
                    <a:pt x="23060" y="1154"/>
                    <a:pt x="18767" y="1"/>
                    <a:pt x="9399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23" name="Google Shape;13023;p45"/>
            <p:cNvSpPr/>
            <p:nvPr/>
          </p:nvSpPr>
          <p:spPr>
            <a:xfrm rot="143046">
              <a:off x="8460094" y="3874023"/>
              <a:ext cx="743860" cy="153509"/>
            </a:xfrm>
            <a:custGeom>
              <a:avLst/>
              <a:gdLst/>
              <a:ahLst/>
              <a:cxnLst/>
              <a:rect l="l" t="t" r="r" b="b"/>
              <a:pathLst>
                <a:path w="9580" h="1977" extrusionOk="0">
                  <a:moveTo>
                    <a:pt x="9569" y="1"/>
                  </a:moveTo>
                  <a:lnTo>
                    <a:pt x="9569" y="11"/>
                  </a:lnTo>
                  <a:lnTo>
                    <a:pt x="9549" y="11"/>
                  </a:lnTo>
                  <a:cubicBezTo>
                    <a:pt x="9228" y="71"/>
                    <a:pt x="5627" y="813"/>
                    <a:pt x="0" y="1977"/>
                  </a:cubicBezTo>
                  <a:cubicBezTo>
                    <a:pt x="4032" y="1887"/>
                    <a:pt x="7443" y="1846"/>
                    <a:pt x="9569" y="1826"/>
                  </a:cubicBezTo>
                  <a:lnTo>
                    <a:pt x="9579" y="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24" name="Google Shape;13024;p45"/>
            <p:cNvSpPr/>
            <p:nvPr/>
          </p:nvSpPr>
          <p:spPr>
            <a:xfrm rot="143046">
              <a:off x="3990951" y="4756076"/>
              <a:ext cx="1383285" cy="396467"/>
            </a:xfrm>
            <a:custGeom>
              <a:avLst/>
              <a:gdLst/>
              <a:ahLst/>
              <a:cxnLst/>
              <a:rect l="l" t="t" r="r" b="b"/>
              <a:pathLst>
                <a:path w="17815" h="5106" extrusionOk="0">
                  <a:moveTo>
                    <a:pt x="1716" y="0"/>
                  </a:moveTo>
                  <a:cubicBezTo>
                    <a:pt x="1134" y="120"/>
                    <a:pt x="562" y="241"/>
                    <a:pt x="1" y="361"/>
                  </a:cubicBezTo>
                  <a:cubicBezTo>
                    <a:pt x="3190" y="1615"/>
                    <a:pt x="11295" y="5106"/>
                    <a:pt x="11295" y="5106"/>
                  </a:cubicBezTo>
                  <a:lnTo>
                    <a:pt x="17815" y="3912"/>
                  </a:lnTo>
                  <a:cubicBezTo>
                    <a:pt x="17815" y="3912"/>
                    <a:pt x="8627" y="1344"/>
                    <a:pt x="1716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25" name="Google Shape;13025;p45"/>
            <p:cNvSpPr/>
            <p:nvPr/>
          </p:nvSpPr>
          <p:spPr>
            <a:xfrm rot="143046">
              <a:off x="3540962" y="4844831"/>
              <a:ext cx="784314" cy="331088"/>
            </a:xfrm>
            <a:custGeom>
              <a:avLst/>
              <a:gdLst/>
              <a:ahLst/>
              <a:cxnLst/>
              <a:rect l="l" t="t" r="r" b="b"/>
              <a:pathLst>
                <a:path w="10101" h="4264" extrusionOk="0">
                  <a:moveTo>
                    <a:pt x="4534" y="4264"/>
                  </a:moveTo>
                  <a:cubicBezTo>
                    <a:pt x="4534" y="4264"/>
                    <a:pt x="4534" y="4264"/>
                    <a:pt x="4534" y="4264"/>
                  </a:cubicBezTo>
                  <a:lnTo>
                    <a:pt x="10101" y="4143"/>
                  </a:lnTo>
                  <a:lnTo>
                    <a:pt x="4534" y="4264"/>
                  </a:lnTo>
                  <a:close/>
                  <a:moveTo>
                    <a:pt x="0" y="61"/>
                  </a:moveTo>
                  <a:cubicBezTo>
                    <a:pt x="90" y="41"/>
                    <a:pt x="191" y="21"/>
                    <a:pt x="281" y="1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191" y="21"/>
                    <a:pt x="90" y="41"/>
                    <a:pt x="0" y="6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26" name="Google Shape;13026;p45"/>
            <p:cNvSpPr/>
            <p:nvPr/>
          </p:nvSpPr>
          <p:spPr>
            <a:xfrm rot="143046">
              <a:off x="3251978" y="4844116"/>
              <a:ext cx="1328000" cy="331088"/>
            </a:xfrm>
            <a:custGeom>
              <a:avLst/>
              <a:gdLst/>
              <a:ahLst/>
              <a:cxnLst/>
              <a:rect l="l" t="t" r="r" b="b"/>
              <a:pathLst>
                <a:path w="17103" h="4264" extrusionOk="0">
                  <a:moveTo>
                    <a:pt x="4003" y="1"/>
                  </a:moveTo>
                  <a:cubicBezTo>
                    <a:pt x="3913" y="21"/>
                    <a:pt x="3812" y="41"/>
                    <a:pt x="3722" y="61"/>
                  </a:cubicBezTo>
                  <a:cubicBezTo>
                    <a:pt x="2448" y="332"/>
                    <a:pt x="1205" y="603"/>
                    <a:pt x="1" y="873"/>
                  </a:cubicBezTo>
                  <a:cubicBezTo>
                    <a:pt x="1776" y="1545"/>
                    <a:pt x="5648" y="3160"/>
                    <a:pt x="8256" y="4264"/>
                  </a:cubicBezTo>
                  <a:lnTo>
                    <a:pt x="13823" y="4143"/>
                  </a:lnTo>
                  <a:lnTo>
                    <a:pt x="17103" y="4073"/>
                  </a:lnTo>
                  <a:cubicBezTo>
                    <a:pt x="15719" y="3562"/>
                    <a:pt x="9640" y="1335"/>
                    <a:pt x="4003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3027" name="Google Shape;13027;p45"/>
          <p:cNvGrpSpPr/>
          <p:nvPr/>
        </p:nvGrpSpPr>
        <p:grpSpPr>
          <a:xfrm flipH="1">
            <a:off x="121030" y="4502982"/>
            <a:ext cx="8901933" cy="1094777"/>
            <a:chOff x="-75995" y="4254507"/>
            <a:chExt cx="8901933" cy="1094777"/>
          </a:xfrm>
        </p:grpSpPr>
        <p:grpSp>
          <p:nvGrpSpPr>
            <p:cNvPr id="13028" name="Google Shape;13028;p45"/>
            <p:cNvGrpSpPr/>
            <p:nvPr/>
          </p:nvGrpSpPr>
          <p:grpSpPr>
            <a:xfrm>
              <a:off x="1847659" y="4405094"/>
              <a:ext cx="5081829" cy="944189"/>
              <a:chOff x="238125" y="2195725"/>
              <a:chExt cx="7120400" cy="1322950"/>
            </a:xfrm>
          </p:grpSpPr>
          <p:sp>
            <p:nvSpPr>
              <p:cNvPr id="13029" name="Google Shape;13029;p45"/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30" name="Google Shape;13030;p45"/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31" name="Google Shape;13031;p45"/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32" name="Google Shape;13032;p45"/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33" name="Google Shape;13033;p45"/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34" name="Google Shape;13034;p45"/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35" name="Google Shape;13035;p45"/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36" name="Google Shape;13036;p45"/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37" name="Google Shape;13037;p45"/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38" name="Google Shape;13038;p45"/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39" name="Google Shape;13039;p45"/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40" name="Google Shape;13040;p45"/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41" name="Google Shape;13041;p45"/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42" name="Google Shape;13042;p45"/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43" name="Google Shape;13043;p45"/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44" name="Google Shape;13044;p45"/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45" name="Google Shape;13045;p45"/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46" name="Google Shape;13046;p45"/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47" name="Google Shape;13047;p45"/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48" name="Google Shape;13048;p45"/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49" name="Google Shape;13049;p45"/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50" name="Google Shape;13050;p45"/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51" name="Google Shape;13051;p45"/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52" name="Google Shape;13052;p45"/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53" name="Google Shape;13053;p45"/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54" name="Google Shape;13054;p45"/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55" name="Google Shape;13055;p45"/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56" name="Google Shape;13056;p45"/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57" name="Google Shape;13057;p45"/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58" name="Google Shape;13058;p45"/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59" name="Google Shape;13059;p45"/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60" name="Google Shape;13060;p45"/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61" name="Google Shape;13061;p45"/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62" name="Google Shape;13062;p45"/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63" name="Google Shape;13063;p45"/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64" name="Google Shape;13064;p45"/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65" name="Google Shape;13065;p45"/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66" name="Google Shape;13066;p45"/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67" name="Google Shape;13067;p45"/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68" name="Google Shape;13068;p45"/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69" name="Google Shape;13069;p45"/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70" name="Google Shape;13070;p45"/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71" name="Google Shape;13071;p45"/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72" name="Google Shape;13072;p45"/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73" name="Google Shape;13073;p45"/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74" name="Google Shape;13074;p45"/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75" name="Google Shape;13075;p45"/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76" name="Google Shape;13076;p45"/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77" name="Google Shape;13077;p45"/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78" name="Google Shape;13078;p45"/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79" name="Google Shape;13079;p45"/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80" name="Google Shape;13080;p45"/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81" name="Google Shape;13081;p45"/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82" name="Google Shape;13082;p45"/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83" name="Google Shape;13083;p45"/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84" name="Google Shape;13084;p45"/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85" name="Google Shape;13085;p45"/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86" name="Google Shape;13086;p45"/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87" name="Google Shape;13087;p45"/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88" name="Google Shape;13088;p45"/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89" name="Google Shape;13089;p45"/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90" name="Google Shape;13090;p45"/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91" name="Google Shape;13091;p45"/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92" name="Google Shape;13092;p45"/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93" name="Google Shape;13093;p45"/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94" name="Google Shape;13094;p45"/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95" name="Google Shape;13095;p45"/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96" name="Google Shape;13096;p45"/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97" name="Google Shape;13097;p45"/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98" name="Google Shape;13098;p45"/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099" name="Google Shape;13099;p45"/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00" name="Google Shape;13100;p45"/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01" name="Google Shape;13101;p45"/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02" name="Google Shape;13102;p45"/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03" name="Google Shape;13103;p45"/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04" name="Google Shape;13104;p45"/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05" name="Google Shape;13105;p45"/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06" name="Google Shape;13106;p45"/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07" name="Google Shape;13107;p45"/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08" name="Google Shape;13108;p45"/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09" name="Google Shape;13109;p45"/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10" name="Google Shape;13110;p45"/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11" name="Google Shape;13111;p45"/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12" name="Google Shape;13112;p45"/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13" name="Google Shape;13113;p45"/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14" name="Google Shape;13114;p45"/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15" name="Google Shape;13115;p45"/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16" name="Google Shape;13116;p45"/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17" name="Google Shape;13117;p45"/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18" name="Google Shape;13118;p45"/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19" name="Google Shape;13119;p45"/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20" name="Google Shape;13120;p45"/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21" name="Google Shape;13121;p45"/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22" name="Google Shape;13122;p45"/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23" name="Google Shape;13123;p45"/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24" name="Google Shape;13124;p45"/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25" name="Google Shape;13125;p45"/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26" name="Google Shape;13126;p45"/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27" name="Google Shape;13127;p45"/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28" name="Google Shape;13128;p45"/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29" name="Google Shape;13129;p45"/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30" name="Google Shape;13130;p45"/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31" name="Google Shape;13131;p45"/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32" name="Google Shape;13132;p45"/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33" name="Google Shape;13133;p45"/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34" name="Google Shape;13134;p45"/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35" name="Google Shape;13135;p45"/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36" name="Google Shape;13136;p45"/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37" name="Google Shape;13137;p45"/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38" name="Google Shape;13138;p45"/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39" name="Google Shape;13139;p45"/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40" name="Google Shape;13140;p45"/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41" name="Google Shape;13141;p45"/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42" name="Google Shape;13142;p45"/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43" name="Google Shape;13143;p45"/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44" name="Google Shape;13144;p45"/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45" name="Google Shape;13145;p45"/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46" name="Google Shape;13146;p45"/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47" name="Google Shape;13147;p45"/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48" name="Google Shape;13148;p45"/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49" name="Google Shape;13149;p45"/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50" name="Google Shape;13150;p45"/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51" name="Google Shape;13151;p45"/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52" name="Google Shape;13152;p45"/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53" name="Google Shape;13153;p45"/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54" name="Google Shape;13154;p45"/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55" name="Google Shape;13155;p45"/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56" name="Google Shape;13156;p45"/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57" name="Google Shape;13157;p45"/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58" name="Google Shape;13158;p45"/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59" name="Google Shape;13159;p45"/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60" name="Google Shape;13160;p45"/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61" name="Google Shape;13161;p45"/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62" name="Google Shape;13162;p45"/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63" name="Google Shape;13163;p45"/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64" name="Google Shape;13164;p45"/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65" name="Google Shape;13165;p45"/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66" name="Google Shape;13166;p45"/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67" name="Google Shape;13167;p45"/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68" name="Google Shape;13168;p45"/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69" name="Google Shape;13169;p45"/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70" name="Google Shape;13170;p45"/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71" name="Google Shape;13171;p45"/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72" name="Google Shape;13172;p45"/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73" name="Google Shape;13173;p45"/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74" name="Google Shape;13174;p45"/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75" name="Google Shape;13175;p45"/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176" name="Google Shape;13176;p45"/>
            <p:cNvGrpSpPr/>
            <p:nvPr/>
          </p:nvGrpSpPr>
          <p:grpSpPr>
            <a:xfrm>
              <a:off x="3744109" y="4254507"/>
              <a:ext cx="5081829" cy="944189"/>
              <a:chOff x="238125" y="2195725"/>
              <a:chExt cx="7120400" cy="1322950"/>
            </a:xfrm>
          </p:grpSpPr>
          <p:sp>
            <p:nvSpPr>
              <p:cNvPr id="13177" name="Google Shape;13177;p45"/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78" name="Google Shape;13178;p45"/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79" name="Google Shape;13179;p45"/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80" name="Google Shape;13180;p45"/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81" name="Google Shape;13181;p45"/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82" name="Google Shape;13182;p45"/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83" name="Google Shape;13183;p45"/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84" name="Google Shape;13184;p45"/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85" name="Google Shape;13185;p45"/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86" name="Google Shape;13186;p45"/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87" name="Google Shape;13187;p45"/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88" name="Google Shape;13188;p45"/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89" name="Google Shape;13189;p45"/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90" name="Google Shape;13190;p45"/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91" name="Google Shape;13191;p45"/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92" name="Google Shape;13192;p45"/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93" name="Google Shape;13193;p45"/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94" name="Google Shape;13194;p45"/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95" name="Google Shape;13195;p45"/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96" name="Google Shape;13196;p45"/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97" name="Google Shape;13197;p45"/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98" name="Google Shape;13198;p45"/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199" name="Google Shape;13199;p45"/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00" name="Google Shape;13200;p45"/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01" name="Google Shape;13201;p45"/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02" name="Google Shape;13202;p45"/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03" name="Google Shape;13203;p45"/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04" name="Google Shape;13204;p45"/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05" name="Google Shape;13205;p45"/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06" name="Google Shape;13206;p45"/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07" name="Google Shape;13207;p45"/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08" name="Google Shape;13208;p45"/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09" name="Google Shape;13209;p45"/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10" name="Google Shape;13210;p45"/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11" name="Google Shape;13211;p45"/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12" name="Google Shape;13212;p45"/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13" name="Google Shape;13213;p45"/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14" name="Google Shape;13214;p45"/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15" name="Google Shape;13215;p45"/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16" name="Google Shape;13216;p45"/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17" name="Google Shape;13217;p45"/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18" name="Google Shape;13218;p45"/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19" name="Google Shape;13219;p45"/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20" name="Google Shape;13220;p45"/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21" name="Google Shape;13221;p45"/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22" name="Google Shape;13222;p45"/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23" name="Google Shape;13223;p45"/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24" name="Google Shape;13224;p45"/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25" name="Google Shape;13225;p45"/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26" name="Google Shape;13226;p45"/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27" name="Google Shape;13227;p45"/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28" name="Google Shape;13228;p45"/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29" name="Google Shape;13229;p45"/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30" name="Google Shape;13230;p45"/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31" name="Google Shape;13231;p45"/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32" name="Google Shape;13232;p45"/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33" name="Google Shape;13233;p45"/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34" name="Google Shape;13234;p45"/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35" name="Google Shape;13235;p45"/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36" name="Google Shape;13236;p45"/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37" name="Google Shape;13237;p45"/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38" name="Google Shape;13238;p45"/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39" name="Google Shape;13239;p45"/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40" name="Google Shape;13240;p45"/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41" name="Google Shape;13241;p45"/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42" name="Google Shape;13242;p45"/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43" name="Google Shape;13243;p45"/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44" name="Google Shape;13244;p45"/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45" name="Google Shape;13245;p45"/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46" name="Google Shape;13246;p45"/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47" name="Google Shape;13247;p45"/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48" name="Google Shape;13248;p45"/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49" name="Google Shape;13249;p45"/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50" name="Google Shape;13250;p45"/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51" name="Google Shape;13251;p45"/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52" name="Google Shape;13252;p45"/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53" name="Google Shape;13253;p45"/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54" name="Google Shape;13254;p45"/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55" name="Google Shape;13255;p45"/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56" name="Google Shape;13256;p45"/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57" name="Google Shape;13257;p45"/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58" name="Google Shape;13258;p45"/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59" name="Google Shape;13259;p45"/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60" name="Google Shape;13260;p45"/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61" name="Google Shape;13261;p45"/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62" name="Google Shape;13262;p45"/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63" name="Google Shape;13263;p45"/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64" name="Google Shape;13264;p45"/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65" name="Google Shape;13265;p45"/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66" name="Google Shape;13266;p45"/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67" name="Google Shape;13267;p45"/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68" name="Google Shape;13268;p45"/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69" name="Google Shape;13269;p45"/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70" name="Google Shape;13270;p45"/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71" name="Google Shape;13271;p45"/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72" name="Google Shape;13272;p45"/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73" name="Google Shape;13273;p45"/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74" name="Google Shape;13274;p45"/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75" name="Google Shape;13275;p45"/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76" name="Google Shape;13276;p45"/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77" name="Google Shape;13277;p45"/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78" name="Google Shape;13278;p45"/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79" name="Google Shape;13279;p45"/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80" name="Google Shape;13280;p45"/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81" name="Google Shape;13281;p45"/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82" name="Google Shape;13282;p45"/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83" name="Google Shape;13283;p45"/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84" name="Google Shape;13284;p45"/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85" name="Google Shape;13285;p45"/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86" name="Google Shape;13286;p45"/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87" name="Google Shape;13287;p45"/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88" name="Google Shape;13288;p45"/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89" name="Google Shape;13289;p45"/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90" name="Google Shape;13290;p45"/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91" name="Google Shape;13291;p45"/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92" name="Google Shape;13292;p45"/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93" name="Google Shape;13293;p45"/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94" name="Google Shape;13294;p45"/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95" name="Google Shape;13295;p45"/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96" name="Google Shape;13296;p45"/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97" name="Google Shape;13297;p45"/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98" name="Google Shape;13298;p45"/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299" name="Google Shape;13299;p45"/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00" name="Google Shape;13300;p45"/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01" name="Google Shape;13301;p45"/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02" name="Google Shape;13302;p45"/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03" name="Google Shape;13303;p45"/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04" name="Google Shape;13304;p45"/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05" name="Google Shape;13305;p45"/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06" name="Google Shape;13306;p45"/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07" name="Google Shape;13307;p45"/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08" name="Google Shape;13308;p45"/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09" name="Google Shape;13309;p45"/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10" name="Google Shape;13310;p45"/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11" name="Google Shape;13311;p45"/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12" name="Google Shape;13312;p45"/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13" name="Google Shape;13313;p45"/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14" name="Google Shape;13314;p45"/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15" name="Google Shape;13315;p45"/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16" name="Google Shape;13316;p45"/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17" name="Google Shape;13317;p45"/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18" name="Google Shape;13318;p45"/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19" name="Google Shape;13319;p45"/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20" name="Google Shape;13320;p45"/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21" name="Google Shape;13321;p45"/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22" name="Google Shape;13322;p45"/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23" name="Google Shape;13323;p45"/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324" name="Google Shape;13324;p45"/>
            <p:cNvGrpSpPr/>
            <p:nvPr/>
          </p:nvGrpSpPr>
          <p:grpSpPr>
            <a:xfrm>
              <a:off x="-75995" y="4389444"/>
              <a:ext cx="2222158" cy="795026"/>
              <a:chOff x="-75995" y="6598257"/>
              <a:chExt cx="2222158" cy="795026"/>
            </a:xfrm>
          </p:grpSpPr>
          <p:sp>
            <p:nvSpPr>
              <p:cNvPr id="13325" name="Google Shape;13325;p45"/>
              <p:cNvSpPr/>
              <p:nvPr/>
            </p:nvSpPr>
            <p:spPr>
              <a:xfrm>
                <a:off x="1214464" y="6650750"/>
                <a:ext cx="19181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26" name="Google Shape;13326;p45"/>
              <p:cNvSpPr/>
              <p:nvPr/>
            </p:nvSpPr>
            <p:spPr>
              <a:xfrm>
                <a:off x="1239462" y="6656584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27" name="Google Shape;13327;p45"/>
              <p:cNvSpPr/>
              <p:nvPr/>
            </p:nvSpPr>
            <p:spPr>
              <a:xfrm>
                <a:off x="1258624" y="6720335"/>
                <a:ext cx="21268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28" name="Google Shape;13328;p45"/>
              <p:cNvSpPr/>
              <p:nvPr/>
            </p:nvSpPr>
            <p:spPr>
              <a:xfrm>
                <a:off x="1919064" y="6865341"/>
                <a:ext cx="18770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29" name="Google Shape;13329;p45"/>
              <p:cNvSpPr/>
              <p:nvPr/>
            </p:nvSpPr>
            <p:spPr>
              <a:xfrm>
                <a:off x="1944062" y="6871176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30" name="Google Shape;13330;p45"/>
              <p:cNvSpPr/>
              <p:nvPr/>
            </p:nvSpPr>
            <p:spPr>
              <a:xfrm>
                <a:off x="1962814" y="6934927"/>
                <a:ext cx="21679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31" name="Google Shape;13331;p45"/>
              <p:cNvSpPr/>
              <p:nvPr/>
            </p:nvSpPr>
            <p:spPr>
              <a:xfrm>
                <a:off x="1801554" y="6659492"/>
                <a:ext cx="15434" cy="121686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32" name="Google Shape;13332;p45"/>
              <p:cNvSpPr/>
              <p:nvPr/>
            </p:nvSpPr>
            <p:spPr>
              <a:xfrm>
                <a:off x="1820734" y="6663668"/>
                <a:ext cx="28352" cy="86268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33" name="Google Shape;13333;p45"/>
              <p:cNvSpPr/>
              <p:nvPr/>
            </p:nvSpPr>
            <p:spPr>
              <a:xfrm>
                <a:off x="1834901" y="6712413"/>
                <a:ext cx="17093" cy="70442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34" name="Google Shape;13334;p45"/>
              <p:cNvSpPr/>
              <p:nvPr/>
            </p:nvSpPr>
            <p:spPr>
              <a:xfrm>
                <a:off x="2121987" y="6885343"/>
                <a:ext cx="16683" cy="70014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35" name="Google Shape;13335;p45"/>
              <p:cNvSpPr/>
              <p:nvPr/>
            </p:nvSpPr>
            <p:spPr>
              <a:xfrm>
                <a:off x="208183" y="6744922"/>
                <a:ext cx="15006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36" name="Google Shape;13336;p45"/>
              <p:cNvSpPr/>
              <p:nvPr/>
            </p:nvSpPr>
            <p:spPr>
              <a:xfrm>
                <a:off x="231503" y="6752006"/>
                <a:ext cx="10027" cy="95440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37" name="Google Shape;13337;p45"/>
              <p:cNvSpPr/>
              <p:nvPr/>
            </p:nvSpPr>
            <p:spPr>
              <a:xfrm>
                <a:off x="250684" y="6795327"/>
                <a:ext cx="16683" cy="74189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38" name="Google Shape;13338;p45"/>
              <p:cNvSpPr/>
              <p:nvPr/>
            </p:nvSpPr>
            <p:spPr>
              <a:xfrm>
                <a:off x="-75995" y="6897422"/>
                <a:ext cx="39182" cy="124184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39" name="Google Shape;13339;p45"/>
              <p:cNvSpPr/>
              <p:nvPr/>
            </p:nvSpPr>
            <p:spPr>
              <a:xfrm>
                <a:off x="29008" y="6929503"/>
                <a:ext cx="15844" cy="8336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40" name="Google Shape;13340;p45"/>
              <p:cNvSpPr/>
              <p:nvPr/>
            </p:nvSpPr>
            <p:spPr>
              <a:xfrm>
                <a:off x="239015" y="6796576"/>
                <a:ext cx="15844" cy="8295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41" name="Google Shape;13341;p45"/>
              <p:cNvSpPr/>
              <p:nvPr/>
            </p:nvSpPr>
            <p:spPr>
              <a:xfrm>
                <a:off x="-14741" y="6941582"/>
                <a:ext cx="3765" cy="75866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42" name="Google Shape;13342;p45"/>
              <p:cNvSpPr/>
              <p:nvPr/>
            </p:nvSpPr>
            <p:spPr>
              <a:xfrm>
                <a:off x="-32673" y="6892837"/>
                <a:ext cx="18360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43" name="Google Shape;13343;p45"/>
              <p:cNvSpPr/>
              <p:nvPr/>
            </p:nvSpPr>
            <p:spPr>
              <a:xfrm>
                <a:off x="-9335" y="6896173"/>
                <a:ext cx="26692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44" name="Google Shape;13344;p45"/>
              <p:cNvSpPr/>
              <p:nvPr/>
            </p:nvSpPr>
            <p:spPr>
              <a:xfrm>
                <a:off x="7758" y="6947845"/>
                <a:ext cx="14595" cy="7501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45" name="Google Shape;13345;p45"/>
              <p:cNvSpPr/>
              <p:nvPr/>
            </p:nvSpPr>
            <p:spPr>
              <a:xfrm>
                <a:off x="491094" y="7054507"/>
                <a:ext cx="44606" cy="262106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46" name="Google Shape;13346;p45"/>
              <p:cNvSpPr/>
              <p:nvPr/>
            </p:nvSpPr>
            <p:spPr>
              <a:xfrm>
                <a:off x="625269" y="7119918"/>
                <a:ext cx="27103" cy="176694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47" name="Google Shape;13347;p45"/>
              <p:cNvSpPr/>
              <p:nvPr/>
            </p:nvSpPr>
            <p:spPr>
              <a:xfrm>
                <a:off x="568601" y="7145754"/>
                <a:ext cx="6263" cy="161689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48" name="Google Shape;13348;p45"/>
              <p:cNvSpPr/>
              <p:nvPr/>
            </p:nvSpPr>
            <p:spPr>
              <a:xfrm>
                <a:off x="550277" y="7043677"/>
                <a:ext cx="16683" cy="27334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49" name="Google Shape;13349;p45"/>
              <p:cNvSpPr/>
              <p:nvPr/>
            </p:nvSpPr>
            <p:spPr>
              <a:xfrm>
                <a:off x="575685" y="7049512"/>
                <a:ext cx="42108" cy="196268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50" name="Google Shape;13350;p45"/>
              <p:cNvSpPr/>
              <p:nvPr/>
            </p:nvSpPr>
            <p:spPr>
              <a:xfrm>
                <a:off x="596525" y="7158672"/>
                <a:ext cx="24177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51" name="Google Shape;13351;p45"/>
              <p:cNvSpPr/>
              <p:nvPr/>
            </p:nvSpPr>
            <p:spPr>
              <a:xfrm>
                <a:off x="661115" y="6730755"/>
                <a:ext cx="40431" cy="117939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52" name="Google Shape;13352;p45"/>
              <p:cNvSpPr/>
              <p:nvPr/>
            </p:nvSpPr>
            <p:spPr>
              <a:xfrm>
                <a:off x="697353" y="6743245"/>
                <a:ext cx="21696" cy="71691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53" name="Google Shape;13353;p45"/>
              <p:cNvSpPr/>
              <p:nvPr/>
            </p:nvSpPr>
            <p:spPr>
              <a:xfrm>
                <a:off x="620273" y="6731576"/>
                <a:ext cx="18342" cy="107519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54" name="Google Shape;13354;p45"/>
              <p:cNvSpPr/>
              <p:nvPr/>
            </p:nvSpPr>
            <p:spPr>
              <a:xfrm>
                <a:off x="723599" y="6882006"/>
                <a:ext cx="20019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55" name="Google Shape;13355;p45"/>
              <p:cNvSpPr/>
              <p:nvPr/>
            </p:nvSpPr>
            <p:spPr>
              <a:xfrm>
                <a:off x="751523" y="6961584"/>
                <a:ext cx="751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56" name="Google Shape;13356;p45"/>
              <p:cNvSpPr/>
              <p:nvPr/>
            </p:nvSpPr>
            <p:spPr>
              <a:xfrm>
                <a:off x="598612" y="6888661"/>
                <a:ext cx="24177" cy="15378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57" name="Google Shape;13357;p45"/>
              <p:cNvSpPr/>
              <p:nvPr/>
            </p:nvSpPr>
            <p:spPr>
              <a:xfrm>
                <a:off x="552347" y="6936997"/>
                <a:ext cx="10438" cy="52118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58" name="Google Shape;13358;p45"/>
              <p:cNvSpPr/>
              <p:nvPr/>
            </p:nvSpPr>
            <p:spPr>
              <a:xfrm>
                <a:off x="494020" y="6916585"/>
                <a:ext cx="11259" cy="65446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59" name="Google Shape;13359;p45"/>
              <p:cNvSpPr/>
              <p:nvPr/>
            </p:nvSpPr>
            <p:spPr>
              <a:xfrm>
                <a:off x="349014" y="6838256"/>
                <a:ext cx="17932" cy="105842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60" name="Google Shape;13360;p45"/>
              <p:cNvSpPr/>
              <p:nvPr/>
            </p:nvSpPr>
            <p:spPr>
              <a:xfrm>
                <a:off x="386519" y="6892426"/>
                <a:ext cx="15006" cy="74171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61" name="Google Shape;13361;p45"/>
              <p:cNvSpPr/>
              <p:nvPr/>
            </p:nvSpPr>
            <p:spPr>
              <a:xfrm>
                <a:off x="332349" y="6873246"/>
                <a:ext cx="18770" cy="95029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62" name="Google Shape;13362;p45"/>
              <p:cNvSpPr/>
              <p:nvPr/>
            </p:nvSpPr>
            <p:spPr>
              <a:xfrm>
                <a:off x="1145699" y="6924917"/>
                <a:ext cx="82111" cy="468366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63" name="Google Shape;13363;p45"/>
              <p:cNvSpPr/>
              <p:nvPr/>
            </p:nvSpPr>
            <p:spPr>
              <a:xfrm>
                <a:off x="1132781" y="6941582"/>
                <a:ext cx="24605" cy="37128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64" name="Google Shape;13364;p45"/>
              <p:cNvSpPr/>
              <p:nvPr/>
            </p:nvSpPr>
            <p:spPr>
              <a:xfrm>
                <a:off x="1071528" y="7058254"/>
                <a:ext cx="14613" cy="327107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65" name="Google Shape;13365;p45"/>
              <p:cNvSpPr/>
              <p:nvPr/>
            </p:nvSpPr>
            <p:spPr>
              <a:xfrm>
                <a:off x="1321965" y="6953251"/>
                <a:ext cx="32099" cy="356689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66" name="Google Shape;13366;p45"/>
              <p:cNvSpPr/>
              <p:nvPr/>
            </p:nvSpPr>
            <p:spPr>
              <a:xfrm>
                <a:off x="1300287" y="6971593"/>
                <a:ext cx="20019" cy="27918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67" name="Google Shape;13367;p45"/>
              <p:cNvSpPr/>
              <p:nvPr/>
            </p:nvSpPr>
            <p:spPr>
              <a:xfrm>
                <a:off x="1629891" y="6847427"/>
                <a:ext cx="40021" cy="473772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68" name="Google Shape;13368;p45"/>
              <p:cNvSpPr/>
              <p:nvPr/>
            </p:nvSpPr>
            <p:spPr>
              <a:xfrm>
                <a:off x="1599059" y="6871586"/>
                <a:ext cx="24587" cy="371267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69" name="Google Shape;13369;p45"/>
              <p:cNvSpPr/>
              <p:nvPr/>
            </p:nvSpPr>
            <p:spPr>
              <a:xfrm>
                <a:off x="1530294" y="6996180"/>
                <a:ext cx="44196" cy="325429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70" name="Google Shape;13370;p45"/>
              <p:cNvSpPr/>
              <p:nvPr/>
            </p:nvSpPr>
            <p:spPr>
              <a:xfrm>
                <a:off x="906949" y="6758251"/>
                <a:ext cx="34186" cy="163348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71" name="Google Shape;13371;p45"/>
              <p:cNvSpPr/>
              <p:nvPr/>
            </p:nvSpPr>
            <p:spPr>
              <a:xfrm>
                <a:off x="927360" y="6816167"/>
                <a:ext cx="25854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72" name="Google Shape;13372;p45"/>
              <p:cNvSpPr/>
              <p:nvPr/>
            </p:nvSpPr>
            <p:spPr>
              <a:xfrm>
                <a:off x="865697" y="6790331"/>
                <a:ext cx="10848" cy="163776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73" name="Google Shape;13373;p45"/>
              <p:cNvSpPr/>
              <p:nvPr/>
            </p:nvSpPr>
            <p:spPr>
              <a:xfrm>
                <a:off x="1765726" y="6798664"/>
                <a:ext cx="40841" cy="192110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74" name="Google Shape;13374;p45"/>
              <p:cNvSpPr/>
              <p:nvPr/>
            </p:nvSpPr>
            <p:spPr>
              <a:xfrm>
                <a:off x="1758232" y="6805337"/>
                <a:ext cx="10848" cy="152107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75" name="Google Shape;13375;p45"/>
              <p:cNvSpPr/>
              <p:nvPr/>
            </p:nvSpPr>
            <p:spPr>
              <a:xfrm>
                <a:off x="1723225" y="6852423"/>
                <a:ext cx="8761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76" name="Google Shape;13376;p45"/>
              <p:cNvSpPr/>
              <p:nvPr/>
            </p:nvSpPr>
            <p:spPr>
              <a:xfrm>
                <a:off x="1796968" y="6851174"/>
                <a:ext cx="10438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77" name="Google Shape;13377;p45"/>
              <p:cNvSpPr/>
              <p:nvPr/>
            </p:nvSpPr>
            <p:spPr>
              <a:xfrm>
                <a:off x="1041945" y="6697836"/>
                <a:ext cx="9189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78" name="Google Shape;13378;p45"/>
              <p:cNvSpPr/>
              <p:nvPr/>
            </p:nvSpPr>
            <p:spPr>
              <a:xfrm>
                <a:off x="1027778" y="6705758"/>
                <a:ext cx="12525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79" name="Google Shape;13379;p45"/>
              <p:cNvSpPr/>
              <p:nvPr/>
            </p:nvSpPr>
            <p:spPr>
              <a:xfrm>
                <a:off x="1007366" y="6737411"/>
                <a:ext cx="15023" cy="80862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80" name="Google Shape;13380;p45"/>
              <p:cNvSpPr/>
              <p:nvPr/>
            </p:nvSpPr>
            <p:spPr>
              <a:xfrm>
                <a:off x="1054453" y="6729506"/>
                <a:ext cx="12936" cy="8125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81" name="Google Shape;13381;p45"/>
              <p:cNvSpPr/>
              <p:nvPr/>
            </p:nvSpPr>
            <p:spPr>
              <a:xfrm>
                <a:off x="1096543" y="6891177"/>
                <a:ext cx="9171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82" name="Google Shape;13382;p45"/>
              <p:cNvSpPr/>
              <p:nvPr/>
            </p:nvSpPr>
            <p:spPr>
              <a:xfrm>
                <a:off x="1082376" y="6899081"/>
                <a:ext cx="12508" cy="92531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83" name="Google Shape;13383;p45"/>
              <p:cNvSpPr/>
              <p:nvPr/>
            </p:nvSpPr>
            <p:spPr>
              <a:xfrm>
                <a:off x="1109033" y="6923258"/>
                <a:ext cx="12936" cy="80844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84" name="Google Shape;13384;p45"/>
              <p:cNvSpPr/>
              <p:nvPr/>
            </p:nvSpPr>
            <p:spPr>
              <a:xfrm>
                <a:off x="1410303" y="6632407"/>
                <a:ext cx="12936" cy="97937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85" name="Google Shape;13385;p45"/>
              <p:cNvSpPr/>
              <p:nvPr/>
            </p:nvSpPr>
            <p:spPr>
              <a:xfrm>
                <a:off x="1403630" y="6637421"/>
                <a:ext cx="5442" cy="76687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86" name="Google Shape;13386;p45"/>
              <p:cNvSpPr/>
              <p:nvPr/>
            </p:nvSpPr>
            <p:spPr>
              <a:xfrm>
                <a:off x="1424042" y="6659082"/>
                <a:ext cx="6691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87" name="Google Shape;13387;p45"/>
              <p:cNvSpPr/>
              <p:nvPr/>
            </p:nvSpPr>
            <p:spPr>
              <a:xfrm>
                <a:off x="1378633" y="6656174"/>
                <a:ext cx="6263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88" name="Google Shape;13388;p45"/>
              <p:cNvSpPr/>
              <p:nvPr/>
            </p:nvSpPr>
            <p:spPr>
              <a:xfrm>
                <a:off x="211502" y="6943259"/>
                <a:ext cx="9599" cy="99186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89" name="Google Shape;13389;p45"/>
              <p:cNvSpPr/>
              <p:nvPr/>
            </p:nvSpPr>
            <p:spPr>
              <a:xfrm>
                <a:off x="194426" y="6949504"/>
                <a:ext cx="16683" cy="7709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90" name="Google Shape;13390;p45"/>
              <p:cNvSpPr/>
              <p:nvPr/>
            </p:nvSpPr>
            <p:spPr>
              <a:xfrm>
                <a:off x="221511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91" name="Google Shape;13391;p45"/>
              <p:cNvSpPr/>
              <p:nvPr/>
            </p:nvSpPr>
            <p:spPr>
              <a:xfrm>
                <a:off x="168590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92" name="Google Shape;13392;p45"/>
              <p:cNvSpPr/>
              <p:nvPr/>
            </p:nvSpPr>
            <p:spPr>
              <a:xfrm>
                <a:off x="779857" y="7121595"/>
                <a:ext cx="25015" cy="202102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93" name="Google Shape;13393;p45"/>
              <p:cNvSpPr/>
              <p:nvPr/>
            </p:nvSpPr>
            <p:spPr>
              <a:xfrm>
                <a:off x="759034" y="7128679"/>
                <a:ext cx="12097" cy="16044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94" name="Google Shape;13394;p45"/>
              <p:cNvSpPr/>
              <p:nvPr/>
            </p:nvSpPr>
            <p:spPr>
              <a:xfrm>
                <a:off x="807780" y="7177014"/>
                <a:ext cx="15023" cy="141259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95" name="Google Shape;13395;p45"/>
              <p:cNvSpPr/>
              <p:nvPr/>
            </p:nvSpPr>
            <p:spPr>
              <a:xfrm>
                <a:off x="700279" y="7162419"/>
                <a:ext cx="14595" cy="141277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96" name="Google Shape;13396;p45"/>
              <p:cNvSpPr/>
              <p:nvPr/>
            </p:nvSpPr>
            <p:spPr>
              <a:xfrm>
                <a:off x="2108659" y="6598257"/>
                <a:ext cx="37505" cy="12959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97" name="Google Shape;13397;p45"/>
              <p:cNvSpPr/>
              <p:nvPr/>
            </p:nvSpPr>
            <p:spPr>
              <a:xfrm>
                <a:off x="2104073" y="6600327"/>
                <a:ext cx="15006" cy="104182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98" name="Google Shape;13398;p45"/>
              <p:cNvSpPr/>
              <p:nvPr/>
            </p:nvSpPr>
            <p:spPr>
              <a:xfrm>
                <a:off x="2078237" y="6629499"/>
                <a:ext cx="10010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399" name="Google Shape;13399;p45"/>
              <p:cNvSpPr/>
              <p:nvPr/>
            </p:nvSpPr>
            <p:spPr>
              <a:xfrm>
                <a:off x="2129071" y="6634085"/>
                <a:ext cx="12508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400" name="Google Shape;13400;p45"/>
              <p:cNvSpPr/>
              <p:nvPr/>
            </p:nvSpPr>
            <p:spPr>
              <a:xfrm>
                <a:off x="2052401" y="6678673"/>
                <a:ext cx="14185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401" name="Google Shape;13401;p45"/>
              <p:cNvSpPr/>
              <p:nvPr/>
            </p:nvSpPr>
            <p:spPr>
              <a:xfrm>
                <a:off x="1533631" y="6679494"/>
                <a:ext cx="15862" cy="118367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402" name="Google Shape;13402;p45"/>
              <p:cNvSpPr/>
              <p:nvPr/>
            </p:nvSpPr>
            <p:spPr>
              <a:xfrm>
                <a:off x="1525709" y="6685328"/>
                <a:ext cx="5852" cy="92942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403" name="Google Shape;13403;p45"/>
              <p:cNvSpPr/>
              <p:nvPr/>
            </p:nvSpPr>
            <p:spPr>
              <a:xfrm>
                <a:off x="1550296" y="6711575"/>
                <a:ext cx="7530" cy="81701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404" name="Google Shape;13404;p45"/>
              <p:cNvSpPr/>
              <p:nvPr/>
            </p:nvSpPr>
            <p:spPr>
              <a:xfrm>
                <a:off x="1626144" y="6651160"/>
                <a:ext cx="14185" cy="91693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3405" name="Google Shape;13405;p45"/>
          <p:cNvGrpSpPr/>
          <p:nvPr/>
        </p:nvGrpSpPr>
        <p:grpSpPr>
          <a:xfrm>
            <a:off x="720000" y="3512093"/>
            <a:ext cx="1432852" cy="1420057"/>
            <a:chOff x="6650600" y="3222718"/>
            <a:chExt cx="1432852" cy="1420057"/>
          </a:xfrm>
        </p:grpSpPr>
        <p:sp>
          <p:nvSpPr>
            <p:cNvPr id="13406" name="Google Shape;13406;p45"/>
            <p:cNvSpPr/>
            <p:nvPr/>
          </p:nvSpPr>
          <p:spPr>
            <a:xfrm>
              <a:off x="6766450" y="4219250"/>
              <a:ext cx="1081575" cy="423525"/>
            </a:xfrm>
            <a:custGeom>
              <a:avLst/>
              <a:gdLst/>
              <a:ahLst/>
              <a:cxnLst/>
              <a:rect l="l" t="t" r="r" b="b"/>
              <a:pathLst>
                <a:path w="43263" h="16941" extrusionOk="0">
                  <a:moveTo>
                    <a:pt x="1" y="0"/>
                  </a:moveTo>
                  <a:lnTo>
                    <a:pt x="1" y="15511"/>
                  </a:lnTo>
                  <a:cubicBezTo>
                    <a:pt x="1" y="15511"/>
                    <a:pt x="1123" y="15488"/>
                    <a:pt x="2986" y="15488"/>
                  </a:cubicBezTo>
                  <a:cubicBezTo>
                    <a:pt x="7154" y="15488"/>
                    <a:pt x="15028" y="15606"/>
                    <a:pt x="22339" y="16368"/>
                  </a:cubicBezTo>
                  <a:cubicBezTo>
                    <a:pt x="27459" y="16896"/>
                    <a:pt x="38506" y="16941"/>
                    <a:pt x="42104" y="16941"/>
                  </a:cubicBezTo>
                  <a:cubicBezTo>
                    <a:pt x="42838" y="16941"/>
                    <a:pt x="43262" y="16939"/>
                    <a:pt x="43262" y="16939"/>
                  </a:cubicBezTo>
                  <a:lnTo>
                    <a:pt x="43262" y="675"/>
                  </a:lnTo>
                  <a:lnTo>
                    <a:pt x="1" y="0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dk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07" name="Google Shape;13407;p45"/>
            <p:cNvSpPr/>
            <p:nvPr/>
          </p:nvSpPr>
          <p:spPr>
            <a:xfrm>
              <a:off x="6856000" y="4288700"/>
              <a:ext cx="126925" cy="179450"/>
            </a:xfrm>
            <a:custGeom>
              <a:avLst/>
              <a:gdLst/>
              <a:ahLst/>
              <a:cxnLst/>
              <a:rect l="l" t="t" r="r" b="b"/>
              <a:pathLst>
                <a:path w="5077" h="7178" extrusionOk="0">
                  <a:moveTo>
                    <a:pt x="1" y="0"/>
                  </a:moveTo>
                  <a:lnTo>
                    <a:pt x="1" y="7178"/>
                  </a:lnTo>
                  <a:lnTo>
                    <a:pt x="5076" y="7178"/>
                  </a:lnTo>
                  <a:lnTo>
                    <a:pt x="507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08" name="Google Shape;13408;p45"/>
            <p:cNvSpPr/>
            <p:nvPr/>
          </p:nvSpPr>
          <p:spPr>
            <a:xfrm>
              <a:off x="6872225" y="4306550"/>
              <a:ext cx="93500" cy="46425"/>
            </a:xfrm>
            <a:custGeom>
              <a:avLst/>
              <a:gdLst/>
              <a:ahLst/>
              <a:cxnLst/>
              <a:rect l="l" t="t" r="r" b="b"/>
              <a:pathLst>
                <a:path w="3740" h="1857" extrusionOk="0">
                  <a:moveTo>
                    <a:pt x="3739" y="0"/>
                  </a:moveTo>
                  <a:lnTo>
                    <a:pt x="1" y="130"/>
                  </a:lnTo>
                  <a:lnTo>
                    <a:pt x="1" y="1856"/>
                  </a:lnTo>
                  <a:lnTo>
                    <a:pt x="3739" y="1856"/>
                  </a:lnTo>
                  <a:lnTo>
                    <a:pt x="37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09" name="Google Shape;13409;p45"/>
            <p:cNvSpPr/>
            <p:nvPr/>
          </p:nvSpPr>
          <p:spPr>
            <a:xfrm>
              <a:off x="6872225" y="4373050"/>
              <a:ext cx="38000" cy="75000"/>
            </a:xfrm>
            <a:custGeom>
              <a:avLst/>
              <a:gdLst/>
              <a:ahLst/>
              <a:cxnLst/>
              <a:rect l="l" t="t" r="r" b="b"/>
              <a:pathLst>
                <a:path w="1520" h="3000" extrusionOk="0">
                  <a:moveTo>
                    <a:pt x="1" y="1"/>
                  </a:moveTo>
                  <a:lnTo>
                    <a:pt x="1" y="2999"/>
                  </a:lnTo>
                  <a:lnTo>
                    <a:pt x="1520" y="2999"/>
                  </a:lnTo>
                  <a:lnTo>
                    <a:pt x="15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10" name="Google Shape;13410;p45"/>
            <p:cNvSpPr/>
            <p:nvPr/>
          </p:nvSpPr>
          <p:spPr>
            <a:xfrm>
              <a:off x="6928050" y="4373050"/>
              <a:ext cx="37675" cy="75000"/>
            </a:xfrm>
            <a:custGeom>
              <a:avLst/>
              <a:gdLst/>
              <a:ahLst/>
              <a:cxnLst/>
              <a:rect l="l" t="t" r="r" b="b"/>
              <a:pathLst>
                <a:path w="1507" h="3000" extrusionOk="0">
                  <a:moveTo>
                    <a:pt x="0" y="1"/>
                  </a:moveTo>
                  <a:lnTo>
                    <a:pt x="0" y="2999"/>
                  </a:lnTo>
                  <a:lnTo>
                    <a:pt x="1506" y="2999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11" name="Google Shape;13411;p45"/>
            <p:cNvSpPr/>
            <p:nvPr/>
          </p:nvSpPr>
          <p:spPr>
            <a:xfrm>
              <a:off x="7094850" y="4288700"/>
              <a:ext cx="126575" cy="179450"/>
            </a:xfrm>
            <a:custGeom>
              <a:avLst/>
              <a:gdLst/>
              <a:ahLst/>
              <a:cxnLst/>
              <a:rect l="l" t="t" r="r" b="b"/>
              <a:pathLst>
                <a:path w="5063" h="7178" extrusionOk="0">
                  <a:moveTo>
                    <a:pt x="0" y="0"/>
                  </a:moveTo>
                  <a:lnTo>
                    <a:pt x="0" y="7178"/>
                  </a:lnTo>
                  <a:lnTo>
                    <a:pt x="5062" y="7178"/>
                  </a:lnTo>
                  <a:lnTo>
                    <a:pt x="506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12" name="Google Shape;13412;p45"/>
            <p:cNvSpPr/>
            <p:nvPr/>
          </p:nvSpPr>
          <p:spPr>
            <a:xfrm>
              <a:off x="7111075" y="4306550"/>
              <a:ext cx="93475" cy="46425"/>
            </a:xfrm>
            <a:custGeom>
              <a:avLst/>
              <a:gdLst/>
              <a:ahLst/>
              <a:cxnLst/>
              <a:rect l="l" t="t" r="r" b="b"/>
              <a:pathLst>
                <a:path w="3739" h="1857" extrusionOk="0">
                  <a:moveTo>
                    <a:pt x="3738" y="0"/>
                  </a:moveTo>
                  <a:lnTo>
                    <a:pt x="0" y="130"/>
                  </a:lnTo>
                  <a:lnTo>
                    <a:pt x="0" y="1856"/>
                  </a:lnTo>
                  <a:lnTo>
                    <a:pt x="3738" y="1856"/>
                  </a:lnTo>
                  <a:lnTo>
                    <a:pt x="37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13" name="Google Shape;13413;p45"/>
            <p:cNvSpPr/>
            <p:nvPr/>
          </p:nvSpPr>
          <p:spPr>
            <a:xfrm>
              <a:off x="7111075" y="4373050"/>
              <a:ext cx="37975" cy="75000"/>
            </a:xfrm>
            <a:custGeom>
              <a:avLst/>
              <a:gdLst/>
              <a:ahLst/>
              <a:cxnLst/>
              <a:rect l="l" t="t" r="r" b="b"/>
              <a:pathLst>
                <a:path w="1519" h="3000" extrusionOk="0">
                  <a:moveTo>
                    <a:pt x="0" y="1"/>
                  </a:moveTo>
                  <a:lnTo>
                    <a:pt x="0" y="2999"/>
                  </a:lnTo>
                  <a:lnTo>
                    <a:pt x="1519" y="2999"/>
                  </a:lnTo>
                  <a:lnTo>
                    <a:pt x="15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14" name="Google Shape;13414;p45"/>
            <p:cNvSpPr/>
            <p:nvPr/>
          </p:nvSpPr>
          <p:spPr>
            <a:xfrm>
              <a:off x="7166550" y="4373050"/>
              <a:ext cx="38000" cy="75000"/>
            </a:xfrm>
            <a:custGeom>
              <a:avLst/>
              <a:gdLst/>
              <a:ahLst/>
              <a:cxnLst/>
              <a:rect l="l" t="t" r="r" b="b"/>
              <a:pathLst>
                <a:path w="1520" h="3000" extrusionOk="0">
                  <a:moveTo>
                    <a:pt x="1" y="1"/>
                  </a:moveTo>
                  <a:lnTo>
                    <a:pt x="1" y="2999"/>
                  </a:lnTo>
                  <a:lnTo>
                    <a:pt x="1519" y="2999"/>
                  </a:lnTo>
                  <a:lnTo>
                    <a:pt x="15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15" name="Google Shape;13415;p45"/>
            <p:cNvSpPr/>
            <p:nvPr/>
          </p:nvSpPr>
          <p:spPr>
            <a:xfrm>
              <a:off x="7532900" y="4306550"/>
              <a:ext cx="258650" cy="332950"/>
            </a:xfrm>
            <a:custGeom>
              <a:avLst/>
              <a:gdLst/>
              <a:ahLst/>
              <a:cxnLst/>
              <a:rect l="l" t="t" r="r" b="b"/>
              <a:pathLst>
                <a:path w="10346" h="13318" extrusionOk="0">
                  <a:moveTo>
                    <a:pt x="1" y="0"/>
                  </a:moveTo>
                  <a:lnTo>
                    <a:pt x="1" y="12772"/>
                  </a:lnTo>
                  <a:lnTo>
                    <a:pt x="1" y="13317"/>
                  </a:lnTo>
                  <a:lnTo>
                    <a:pt x="10346" y="13317"/>
                  </a:lnTo>
                  <a:lnTo>
                    <a:pt x="10346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16" name="Google Shape;13416;p45"/>
            <p:cNvSpPr/>
            <p:nvPr/>
          </p:nvSpPr>
          <p:spPr>
            <a:xfrm>
              <a:off x="7555300" y="4326650"/>
              <a:ext cx="215175" cy="136000"/>
            </a:xfrm>
            <a:custGeom>
              <a:avLst/>
              <a:gdLst/>
              <a:ahLst/>
              <a:cxnLst/>
              <a:rect l="l" t="t" r="r" b="b"/>
              <a:pathLst>
                <a:path w="8607" h="5440" extrusionOk="0">
                  <a:moveTo>
                    <a:pt x="0" y="1"/>
                  </a:moveTo>
                  <a:lnTo>
                    <a:pt x="4284" y="5439"/>
                  </a:lnTo>
                  <a:lnTo>
                    <a:pt x="86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17" name="Google Shape;13417;p45"/>
            <p:cNvSpPr/>
            <p:nvPr/>
          </p:nvSpPr>
          <p:spPr>
            <a:xfrm>
              <a:off x="7555300" y="4482750"/>
              <a:ext cx="215175" cy="135975"/>
            </a:xfrm>
            <a:custGeom>
              <a:avLst/>
              <a:gdLst/>
              <a:ahLst/>
              <a:cxnLst/>
              <a:rect l="l" t="t" r="r" b="b"/>
              <a:pathLst>
                <a:path w="8607" h="5439" extrusionOk="0">
                  <a:moveTo>
                    <a:pt x="4284" y="0"/>
                  </a:moveTo>
                  <a:lnTo>
                    <a:pt x="0" y="5439"/>
                  </a:lnTo>
                  <a:lnTo>
                    <a:pt x="8606" y="5439"/>
                  </a:lnTo>
                  <a:lnTo>
                    <a:pt x="428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18" name="Google Shape;13418;p45"/>
            <p:cNvSpPr/>
            <p:nvPr/>
          </p:nvSpPr>
          <p:spPr>
            <a:xfrm>
              <a:off x="7671800" y="4343850"/>
              <a:ext cx="103525" cy="258650"/>
            </a:xfrm>
            <a:custGeom>
              <a:avLst/>
              <a:gdLst/>
              <a:ahLst/>
              <a:cxnLst/>
              <a:rect l="l" t="t" r="r" b="b"/>
              <a:pathLst>
                <a:path w="4141" h="10346" extrusionOk="0">
                  <a:moveTo>
                    <a:pt x="4141" y="1"/>
                  </a:moveTo>
                  <a:lnTo>
                    <a:pt x="0" y="5115"/>
                  </a:lnTo>
                  <a:lnTo>
                    <a:pt x="4141" y="10346"/>
                  </a:lnTo>
                  <a:lnTo>
                    <a:pt x="414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19" name="Google Shape;13419;p45"/>
            <p:cNvSpPr/>
            <p:nvPr/>
          </p:nvSpPr>
          <p:spPr>
            <a:xfrm>
              <a:off x="7481950" y="3977825"/>
              <a:ext cx="100625" cy="1000"/>
            </a:xfrm>
            <a:custGeom>
              <a:avLst/>
              <a:gdLst/>
              <a:ahLst/>
              <a:cxnLst/>
              <a:rect l="l" t="t" r="r" b="b"/>
              <a:pathLst>
                <a:path w="4025" h="40" extrusionOk="0">
                  <a:moveTo>
                    <a:pt x="1" y="1"/>
                  </a:moveTo>
                  <a:lnTo>
                    <a:pt x="1" y="39"/>
                  </a:lnTo>
                  <a:cubicBezTo>
                    <a:pt x="1403" y="39"/>
                    <a:pt x="2792" y="26"/>
                    <a:pt x="4025" y="14"/>
                  </a:cubicBezTo>
                  <a:lnTo>
                    <a:pt x="4025" y="1"/>
                  </a:lnTo>
                  <a:close/>
                </a:path>
              </a:pathLst>
            </a:custGeom>
            <a:solidFill>
              <a:srgbClr val="5B51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20" name="Google Shape;13420;p45"/>
            <p:cNvSpPr/>
            <p:nvPr/>
          </p:nvSpPr>
          <p:spPr>
            <a:xfrm>
              <a:off x="7375200" y="3978150"/>
              <a:ext cx="207375" cy="111325"/>
            </a:xfrm>
            <a:custGeom>
              <a:avLst/>
              <a:gdLst/>
              <a:ahLst/>
              <a:cxnLst/>
              <a:rect l="l" t="t" r="r" b="b"/>
              <a:pathLst>
                <a:path w="8295" h="4453" extrusionOk="0">
                  <a:moveTo>
                    <a:pt x="8295" y="1"/>
                  </a:moveTo>
                  <a:lnTo>
                    <a:pt x="8295" y="1"/>
                  </a:lnTo>
                  <a:cubicBezTo>
                    <a:pt x="7062" y="13"/>
                    <a:pt x="5673" y="26"/>
                    <a:pt x="4271" y="26"/>
                  </a:cubicBezTo>
                  <a:lnTo>
                    <a:pt x="4271" y="2103"/>
                  </a:lnTo>
                  <a:lnTo>
                    <a:pt x="1" y="4453"/>
                  </a:lnTo>
                  <a:lnTo>
                    <a:pt x="1" y="4453"/>
                  </a:lnTo>
                  <a:lnTo>
                    <a:pt x="6218" y="2661"/>
                  </a:lnTo>
                  <a:lnTo>
                    <a:pt x="8295" y="1"/>
                  </a:lnTo>
                  <a:close/>
                </a:path>
              </a:pathLst>
            </a:custGeom>
            <a:solidFill>
              <a:srgbClr val="3911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21" name="Google Shape;13421;p45"/>
            <p:cNvSpPr/>
            <p:nvPr/>
          </p:nvSpPr>
          <p:spPr>
            <a:xfrm>
              <a:off x="7549125" y="4343850"/>
              <a:ext cx="104200" cy="258650"/>
            </a:xfrm>
            <a:custGeom>
              <a:avLst/>
              <a:gdLst/>
              <a:ahLst/>
              <a:cxnLst/>
              <a:rect l="l" t="t" r="r" b="b"/>
              <a:pathLst>
                <a:path w="4168" h="10346" extrusionOk="0">
                  <a:moveTo>
                    <a:pt x="1" y="1"/>
                  </a:moveTo>
                  <a:lnTo>
                    <a:pt x="1" y="10346"/>
                  </a:lnTo>
                  <a:lnTo>
                    <a:pt x="4167" y="5167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22" name="Google Shape;13422;p45"/>
            <p:cNvSpPr/>
            <p:nvPr/>
          </p:nvSpPr>
          <p:spPr>
            <a:xfrm rot="-1350475">
              <a:off x="7217762" y="3362250"/>
              <a:ext cx="814476" cy="429638"/>
            </a:xfrm>
            <a:custGeom>
              <a:avLst/>
              <a:gdLst/>
              <a:ahLst/>
              <a:cxnLst/>
              <a:rect l="l" t="t" r="r" b="b"/>
              <a:pathLst>
                <a:path w="32580" h="17186" extrusionOk="0">
                  <a:moveTo>
                    <a:pt x="29205" y="0"/>
                  </a:moveTo>
                  <a:cubicBezTo>
                    <a:pt x="26907" y="0"/>
                    <a:pt x="23662" y="286"/>
                    <a:pt x="22767" y="896"/>
                  </a:cubicBezTo>
                  <a:cubicBezTo>
                    <a:pt x="21508" y="1752"/>
                    <a:pt x="22131" y="2129"/>
                    <a:pt x="20781" y="2635"/>
                  </a:cubicBezTo>
                  <a:cubicBezTo>
                    <a:pt x="19431" y="3141"/>
                    <a:pt x="15848" y="3089"/>
                    <a:pt x="11980" y="3608"/>
                  </a:cubicBezTo>
                  <a:cubicBezTo>
                    <a:pt x="8099" y="4128"/>
                    <a:pt x="6464" y="5244"/>
                    <a:pt x="7710" y="6191"/>
                  </a:cubicBezTo>
                  <a:cubicBezTo>
                    <a:pt x="8956" y="7139"/>
                    <a:pt x="10007" y="7217"/>
                    <a:pt x="10981" y="7476"/>
                  </a:cubicBezTo>
                  <a:cubicBezTo>
                    <a:pt x="11721" y="7684"/>
                    <a:pt x="9592" y="8424"/>
                    <a:pt x="6477" y="8593"/>
                  </a:cubicBezTo>
                  <a:cubicBezTo>
                    <a:pt x="3362" y="8774"/>
                    <a:pt x="13" y="9462"/>
                    <a:pt x="13" y="10579"/>
                  </a:cubicBezTo>
                  <a:cubicBezTo>
                    <a:pt x="0" y="12344"/>
                    <a:pt x="4348" y="13084"/>
                    <a:pt x="4491" y="13849"/>
                  </a:cubicBezTo>
                  <a:cubicBezTo>
                    <a:pt x="4842" y="15654"/>
                    <a:pt x="2414" y="17094"/>
                    <a:pt x="2414" y="17094"/>
                  </a:cubicBezTo>
                  <a:cubicBezTo>
                    <a:pt x="2414" y="17094"/>
                    <a:pt x="2544" y="17185"/>
                    <a:pt x="2791" y="17185"/>
                  </a:cubicBezTo>
                  <a:cubicBezTo>
                    <a:pt x="3180" y="17185"/>
                    <a:pt x="3881" y="16939"/>
                    <a:pt x="4842" y="15654"/>
                  </a:cubicBezTo>
                  <a:cubicBezTo>
                    <a:pt x="6373" y="13590"/>
                    <a:pt x="4167" y="13447"/>
                    <a:pt x="3544" y="11461"/>
                  </a:cubicBezTo>
                  <a:cubicBezTo>
                    <a:pt x="2933" y="9462"/>
                    <a:pt x="4906" y="9644"/>
                    <a:pt x="8307" y="9203"/>
                  </a:cubicBezTo>
                  <a:cubicBezTo>
                    <a:pt x="11721" y="8774"/>
                    <a:pt x="12422" y="8995"/>
                    <a:pt x="13071" y="7996"/>
                  </a:cubicBezTo>
                  <a:cubicBezTo>
                    <a:pt x="13616" y="7152"/>
                    <a:pt x="11448" y="7009"/>
                    <a:pt x="10721" y="6256"/>
                  </a:cubicBezTo>
                  <a:cubicBezTo>
                    <a:pt x="9839" y="5335"/>
                    <a:pt x="11877" y="4205"/>
                    <a:pt x="15680" y="3946"/>
                  </a:cubicBezTo>
                  <a:cubicBezTo>
                    <a:pt x="16303" y="3907"/>
                    <a:pt x="16913" y="3894"/>
                    <a:pt x="17497" y="3894"/>
                  </a:cubicBezTo>
                  <a:cubicBezTo>
                    <a:pt x="18055" y="3894"/>
                    <a:pt x="18587" y="3907"/>
                    <a:pt x="19093" y="3920"/>
                  </a:cubicBezTo>
                  <a:cubicBezTo>
                    <a:pt x="19600" y="3933"/>
                    <a:pt x="20080" y="3946"/>
                    <a:pt x="20534" y="3946"/>
                  </a:cubicBezTo>
                  <a:cubicBezTo>
                    <a:pt x="22053" y="3946"/>
                    <a:pt x="23260" y="3803"/>
                    <a:pt x="24026" y="3089"/>
                  </a:cubicBezTo>
                  <a:cubicBezTo>
                    <a:pt x="25453" y="1739"/>
                    <a:pt x="26284" y="896"/>
                    <a:pt x="28413" y="896"/>
                  </a:cubicBezTo>
                  <a:lnTo>
                    <a:pt x="28880" y="896"/>
                  </a:lnTo>
                  <a:cubicBezTo>
                    <a:pt x="30983" y="896"/>
                    <a:pt x="32579" y="480"/>
                    <a:pt x="31346" y="156"/>
                  </a:cubicBezTo>
                  <a:cubicBezTo>
                    <a:pt x="30970" y="52"/>
                    <a:pt x="30165" y="0"/>
                    <a:pt x="29205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23" name="Google Shape;13423;p45"/>
            <p:cNvSpPr/>
            <p:nvPr/>
          </p:nvSpPr>
          <p:spPr>
            <a:xfrm>
              <a:off x="7375200" y="3944075"/>
              <a:ext cx="106775" cy="145400"/>
            </a:xfrm>
            <a:custGeom>
              <a:avLst/>
              <a:gdLst/>
              <a:ahLst/>
              <a:cxnLst/>
              <a:rect l="l" t="t" r="r" b="b"/>
              <a:pathLst>
                <a:path w="4271" h="5816" extrusionOk="0">
                  <a:moveTo>
                    <a:pt x="1" y="1"/>
                  </a:moveTo>
                  <a:lnTo>
                    <a:pt x="1" y="5816"/>
                  </a:lnTo>
                  <a:lnTo>
                    <a:pt x="4271" y="3466"/>
                  </a:lnTo>
                  <a:lnTo>
                    <a:pt x="4271" y="1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dk1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24" name="Google Shape;13424;p45"/>
            <p:cNvSpPr/>
            <p:nvPr/>
          </p:nvSpPr>
          <p:spPr>
            <a:xfrm>
              <a:off x="7359625" y="3902550"/>
              <a:ext cx="137625" cy="41550"/>
            </a:xfrm>
            <a:custGeom>
              <a:avLst/>
              <a:gdLst/>
              <a:ahLst/>
              <a:cxnLst/>
              <a:rect l="l" t="t" r="r" b="b"/>
              <a:pathLst>
                <a:path w="5505" h="1662" extrusionOk="0">
                  <a:moveTo>
                    <a:pt x="1" y="0"/>
                  </a:moveTo>
                  <a:lnTo>
                    <a:pt x="1" y="1662"/>
                  </a:lnTo>
                  <a:lnTo>
                    <a:pt x="5504" y="1662"/>
                  </a:lnTo>
                  <a:lnTo>
                    <a:pt x="5504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25" name="Google Shape;13425;p45"/>
            <p:cNvSpPr/>
            <p:nvPr/>
          </p:nvSpPr>
          <p:spPr>
            <a:xfrm>
              <a:off x="7363525" y="3908375"/>
              <a:ext cx="121700" cy="31175"/>
            </a:xfrm>
            <a:custGeom>
              <a:avLst/>
              <a:gdLst/>
              <a:ahLst/>
              <a:cxnLst/>
              <a:rect l="l" t="t" r="r" b="b"/>
              <a:pathLst>
                <a:path w="4868" h="1247" extrusionOk="0">
                  <a:moveTo>
                    <a:pt x="0" y="1"/>
                  </a:moveTo>
                  <a:lnTo>
                    <a:pt x="0" y="1247"/>
                  </a:lnTo>
                  <a:lnTo>
                    <a:pt x="4868" y="1247"/>
                  </a:lnTo>
                  <a:lnTo>
                    <a:pt x="0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26" name="Google Shape;13426;p45"/>
            <p:cNvSpPr/>
            <p:nvPr/>
          </p:nvSpPr>
          <p:spPr>
            <a:xfrm>
              <a:off x="7375200" y="3944075"/>
              <a:ext cx="106775" cy="27600"/>
            </a:xfrm>
            <a:custGeom>
              <a:avLst/>
              <a:gdLst/>
              <a:ahLst/>
              <a:cxnLst/>
              <a:rect l="l" t="t" r="r" b="b"/>
              <a:pathLst>
                <a:path w="4271" h="1104" extrusionOk="0">
                  <a:moveTo>
                    <a:pt x="1" y="1"/>
                  </a:moveTo>
                  <a:lnTo>
                    <a:pt x="4271" y="1104"/>
                  </a:lnTo>
                  <a:lnTo>
                    <a:pt x="4271" y="1"/>
                  </a:lnTo>
                  <a:close/>
                </a:path>
              </a:pathLst>
            </a:custGeom>
            <a:solidFill>
              <a:srgbClr val="6B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27" name="Google Shape;13427;p45"/>
            <p:cNvSpPr/>
            <p:nvPr/>
          </p:nvSpPr>
          <p:spPr>
            <a:xfrm>
              <a:off x="6766454" y="4225677"/>
              <a:ext cx="1081578" cy="32800"/>
            </a:xfrm>
            <a:custGeom>
              <a:avLst/>
              <a:gdLst/>
              <a:ahLst/>
              <a:cxnLst/>
              <a:rect l="l" t="t" r="r" b="b"/>
              <a:pathLst>
                <a:path w="4155" h="1312" extrusionOk="0">
                  <a:moveTo>
                    <a:pt x="1" y="1"/>
                  </a:moveTo>
                  <a:lnTo>
                    <a:pt x="1" y="1260"/>
                  </a:lnTo>
                  <a:lnTo>
                    <a:pt x="4154" y="1312"/>
                  </a:lnTo>
                  <a:lnTo>
                    <a:pt x="4154" y="130"/>
                  </a:lnTo>
                  <a:cubicBezTo>
                    <a:pt x="2778" y="91"/>
                    <a:pt x="1389" y="52"/>
                    <a:pt x="1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rgbClr val="E0D4C7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28" name="Google Shape;13428;p45"/>
            <p:cNvSpPr/>
            <p:nvPr/>
          </p:nvSpPr>
          <p:spPr>
            <a:xfrm>
              <a:off x="6650600" y="3971650"/>
              <a:ext cx="1298000" cy="276825"/>
            </a:xfrm>
            <a:custGeom>
              <a:avLst/>
              <a:gdLst/>
              <a:ahLst/>
              <a:cxnLst/>
              <a:rect l="l" t="t" r="r" b="b"/>
              <a:pathLst>
                <a:path w="51920" h="11073" extrusionOk="0">
                  <a:moveTo>
                    <a:pt x="8697" y="1"/>
                  </a:moveTo>
                  <a:lnTo>
                    <a:pt x="1" y="10333"/>
                  </a:lnTo>
                  <a:cubicBezTo>
                    <a:pt x="1" y="10333"/>
                    <a:pt x="5604" y="10223"/>
                    <a:pt x="12454" y="10223"/>
                  </a:cubicBezTo>
                  <a:cubicBezTo>
                    <a:pt x="16658" y="10223"/>
                    <a:pt x="21331" y="10264"/>
                    <a:pt x="25467" y="10398"/>
                  </a:cubicBezTo>
                  <a:cubicBezTo>
                    <a:pt x="38070" y="10800"/>
                    <a:pt x="51920" y="11073"/>
                    <a:pt x="51920" y="11073"/>
                  </a:cubicBezTo>
                  <a:lnTo>
                    <a:pt x="41900" y="196"/>
                  </a:lnTo>
                  <a:cubicBezTo>
                    <a:pt x="41900" y="196"/>
                    <a:pt x="36262" y="294"/>
                    <a:pt x="31072" y="294"/>
                  </a:cubicBezTo>
                  <a:cubicBezTo>
                    <a:pt x="29219" y="294"/>
                    <a:pt x="27422" y="282"/>
                    <a:pt x="25960" y="248"/>
                  </a:cubicBezTo>
                  <a:cubicBezTo>
                    <a:pt x="20392" y="131"/>
                    <a:pt x="8697" y="1"/>
                    <a:pt x="8697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3429" name="Google Shape;13429;p45"/>
          <p:cNvSpPr/>
          <p:nvPr/>
        </p:nvSpPr>
        <p:spPr>
          <a:xfrm flipH="1">
            <a:off x="8487375" y="830788"/>
            <a:ext cx="535608" cy="233315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430" name="Google Shape;13430;p45"/>
          <p:cNvSpPr/>
          <p:nvPr/>
        </p:nvSpPr>
        <p:spPr>
          <a:xfrm flipH="1">
            <a:off x="4443297" y="4547430"/>
            <a:ext cx="257424" cy="112136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431" name="Google Shape;13431;p45"/>
          <p:cNvSpPr/>
          <p:nvPr/>
        </p:nvSpPr>
        <p:spPr>
          <a:xfrm flipH="1">
            <a:off x="268402" y="1473474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3432" name="Google Shape;13432;p45"/>
          <p:cNvGrpSpPr/>
          <p:nvPr/>
        </p:nvGrpSpPr>
        <p:grpSpPr>
          <a:xfrm>
            <a:off x="2221698" y="4618862"/>
            <a:ext cx="478811" cy="403486"/>
            <a:chOff x="5431363" y="4137364"/>
            <a:chExt cx="332531" cy="280238"/>
          </a:xfrm>
        </p:grpSpPr>
        <p:sp>
          <p:nvSpPr>
            <p:cNvPr id="13433" name="Google Shape;13433;p45"/>
            <p:cNvSpPr/>
            <p:nvPr/>
          </p:nvSpPr>
          <p:spPr>
            <a:xfrm>
              <a:off x="5431363" y="4154570"/>
              <a:ext cx="38460" cy="156875"/>
            </a:xfrm>
            <a:custGeom>
              <a:avLst/>
              <a:gdLst/>
              <a:ahLst/>
              <a:cxnLst/>
              <a:rect l="l" t="t" r="r" b="b"/>
              <a:pathLst>
                <a:path w="342" h="1395" extrusionOk="0">
                  <a:moveTo>
                    <a:pt x="281" y="0"/>
                  </a:moveTo>
                  <a:cubicBezTo>
                    <a:pt x="221" y="40"/>
                    <a:pt x="111" y="381"/>
                    <a:pt x="111" y="582"/>
                  </a:cubicBezTo>
                  <a:cubicBezTo>
                    <a:pt x="111" y="793"/>
                    <a:pt x="1" y="1043"/>
                    <a:pt x="11" y="1164"/>
                  </a:cubicBezTo>
                  <a:cubicBezTo>
                    <a:pt x="31" y="1294"/>
                    <a:pt x="31" y="1364"/>
                    <a:pt x="21" y="1394"/>
                  </a:cubicBezTo>
                  <a:cubicBezTo>
                    <a:pt x="21" y="1394"/>
                    <a:pt x="41" y="1364"/>
                    <a:pt x="51" y="1314"/>
                  </a:cubicBezTo>
                  <a:cubicBezTo>
                    <a:pt x="61" y="1274"/>
                    <a:pt x="71" y="1224"/>
                    <a:pt x="71" y="1174"/>
                  </a:cubicBezTo>
                  <a:lnTo>
                    <a:pt x="71" y="1174"/>
                  </a:lnTo>
                  <a:cubicBezTo>
                    <a:pt x="71" y="1174"/>
                    <a:pt x="91" y="1254"/>
                    <a:pt x="51" y="1364"/>
                  </a:cubicBezTo>
                  <a:cubicBezTo>
                    <a:pt x="51" y="1364"/>
                    <a:pt x="111" y="1294"/>
                    <a:pt x="101" y="1144"/>
                  </a:cubicBezTo>
                  <a:cubicBezTo>
                    <a:pt x="81" y="993"/>
                    <a:pt x="81" y="963"/>
                    <a:pt x="101" y="863"/>
                  </a:cubicBezTo>
                  <a:cubicBezTo>
                    <a:pt x="121" y="772"/>
                    <a:pt x="131" y="742"/>
                    <a:pt x="161" y="542"/>
                  </a:cubicBezTo>
                  <a:cubicBezTo>
                    <a:pt x="181" y="321"/>
                    <a:pt x="342" y="151"/>
                    <a:pt x="342" y="151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rgbClr val="F4EA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34" name="Google Shape;13434;p45"/>
            <p:cNvSpPr/>
            <p:nvPr/>
          </p:nvSpPr>
          <p:spPr>
            <a:xfrm>
              <a:off x="5484442" y="4237337"/>
              <a:ext cx="36098" cy="114704"/>
            </a:xfrm>
            <a:custGeom>
              <a:avLst/>
              <a:gdLst/>
              <a:ahLst/>
              <a:cxnLst/>
              <a:rect l="l" t="t" r="r" b="b"/>
              <a:pathLst>
                <a:path w="321" h="1020" extrusionOk="0">
                  <a:moveTo>
                    <a:pt x="145" y="1"/>
                  </a:moveTo>
                  <a:cubicBezTo>
                    <a:pt x="134" y="1"/>
                    <a:pt x="128" y="14"/>
                    <a:pt x="130" y="47"/>
                  </a:cubicBezTo>
                  <a:cubicBezTo>
                    <a:pt x="150" y="227"/>
                    <a:pt x="0" y="749"/>
                    <a:pt x="0" y="749"/>
                  </a:cubicBezTo>
                  <a:lnTo>
                    <a:pt x="110" y="1019"/>
                  </a:lnTo>
                  <a:cubicBezTo>
                    <a:pt x="110" y="1019"/>
                    <a:pt x="201" y="548"/>
                    <a:pt x="321" y="237"/>
                  </a:cubicBezTo>
                  <a:cubicBezTo>
                    <a:pt x="321" y="237"/>
                    <a:pt x="190" y="1"/>
                    <a:pt x="145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rgbClr val="E0D4C7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35" name="Google Shape;13435;p45"/>
            <p:cNvSpPr/>
            <p:nvPr/>
          </p:nvSpPr>
          <p:spPr>
            <a:xfrm>
              <a:off x="5486691" y="4247008"/>
              <a:ext cx="23728" cy="74558"/>
            </a:xfrm>
            <a:custGeom>
              <a:avLst/>
              <a:gdLst/>
              <a:ahLst/>
              <a:cxnLst/>
              <a:rect l="l" t="t" r="r" b="b"/>
              <a:pathLst>
                <a:path w="211" h="663" extrusionOk="0">
                  <a:moveTo>
                    <a:pt x="157" y="0"/>
                  </a:moveTo>
                  <a:cubicBezTo>
                    <a:pt x="144" y="0"/>
                    <a:pt x="131" y="4"/>
                    <a:pt x="120" y="11"/>
                  </a:cubicBezTo>
                  <a:lnTo>
                    <a:pt x="110" y="11"/>
                  </a:lnTo>
                  <a:cubicBezTo>
                    <a:pt x="110" y="181"/>
                    <a:pt x="30" y="502"/>
                    <a:pt x="0" y="623"/>
                  </a:cubicBezTo>
                  <a:cubicBezTo>
                    <a:pt x="0" y="633"/>
                    <a:pt x="0" y="653"/>
                    <a:pt x="10" y="663"/>
                  </a:cubicBezTo>
                  <a:cubicBezTo>
                    <a:pt x="90" y="482"/>
                    <a:pt x="151" y="292"/>
                    <a:pt x="201" y="91"/>
                  </a:cubicBezTo>
                  <a:lnTo>
                    <a:pt x="211" y="31"/>
                  </a:lnTo>
                  <a:cubicBezTo>
                    <a:pt x="204" y="11"/>
                    <a:pt x="181" y="0"/>
                    <a:pt x="15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36" name="Google Shape;13436;p45"/>
            <p:cNvSpPr/>
            <p:nvPr/>
          </p:nvSpPr>
          <p:spPr>
            <a:xfrm>
              <a:off x="5443733" y="4137364"/>
              <a:ext cx="264157" cy="280238"/>
            </a:xfrm>
            <a:custGeom>
              <a:avLst/>
              <a:gdLst/>
              <a:ahLst/>
              <a:cxnLst/>
              <a:rect l="l" t="t" r="r" b="b"/>
              <a:pathLst>
                <a:path w="2349" h="2492" extrusionOk="0">
                  <a:moveTo>
                    <a:pt x="548" y="0"/>
                  </a:moveTo>
                  <a:cubicBezTo>
                    <a:pt x="430" y="0"/>
                    <a:pt x="332" y="29"/>
                    <a:pt x="282" y="73"/>
                  </a:cubicBezTo>
                  <a:cubicBezTo>
                    <a:pt x="202" y="133"/>
                    <a:pt x="31" y="243"/>
                    <a:pt x="11" y="304"/>
                  </a:cubicBezTo>
                  <a:cubicBezTo>
                    <a:pt x="1" y="374"/>
                    <a:pt x="21" y="655"/>
                    <a:pt x="61" y="755"/>
                  </a:cubicBezTo>
                  <a:cubicBezTo>
                    <a:pt x="111" y="865"/>
                    <a:pt x="212" y="1156"/>
                    <a:pt x="222" y="1287"/>
                  </a:cubicBezTo>
                  <a:cubicBezTo>
                    <a:pt x="232" y="1417"/>
                    <a:pt x="232" y="1467"/>
                    <a:pt x="272" y="1608"/>
                  </a:cubicBezTo>
                  <a:cubicBezTo>
                    <a:pt x="312" y="1748"/>
                    <a:pt x="332" y="1949"/>
                    <a:pt x="332" y="2069"/>
                  </a:cubicBezTo>
                  <a:cubicBezTo>
                    <a:pt x="332" y="2189"/>
                    <a:pt x="292" y="2219"/>
                    <a:pt x="342" y="2290"/>
                  </a:cubicBezTo>
                  <a:cubicBezTo>
                    <a:pt x="366" y="2332"/>
                    <a:pt x="438" y="2349"/>
                    <a:pt x="493" y="2349"/>
                  </a:cubicBezTo>
                  <a:cubicBezTo>
                    <a:pt x="530" y="2349"/>
                    <a:pt x="559" y="2342"/>
                    <a:pt x="563" y="2330"/>
                  </a:cubicBezTo>
                  <a:cubicBezTo>
                    <a:pt x="563" y="2300"/>
                    <a:pt x="553" y="2229"/>
                    <a:pt x="533" y="2169"/>
                  </a:cubicBezTo>
                  <a:cubicBezTo>
                    <a:pt x="512" y="2109"/>
                    <a:pt x="452" y="1828"/>
                    <a:pt x="452" y="1728"/>
                  </a:cubicBezTo>
                  <a:cubicBezTo>
                    <a:pt x="452" y="1638"/>
                    <a:pt x="412" y="1437"/>
                    <a:pt x="412" y="1327"/>
                  </a:cubicBezTo>
                  <a:cubicBezTo>
                    <a:pt x="422" y="1206"/>
                    <a:pt x="442" y="1016"/>
                    <a:pt x="442" y="1016"/>
                  </a:cubicBezTo>
                  <a:cubicBezTo>
                    <a:pt x="442" y="1016"/>
                    <a:pt x="512" y="1086"/>
                    <a:pt x="703" y="1186"/>
                  </a:cubicBezTo>
                  <a:cubicBezTo>
                    <a:pt x="811" y="1240"/>
                    <a:pt x="938" y="1251"/>
                    <a:pt x="1022" y="1251"/>
                  </a:cubicBezTo>
                  <a:cubicBezTo>
                    <a:pt x="1077" y="1251"/>
                    <a:pt x="1114" y="1246"/>
                    <a:pt x="1114" y="1246"/>
                  </a:cubicBezTo>
                  <a:cubicBezTo>
                    <a:pt x="1124" y="1277"/>
                    <a:pt x="1225" y="1557"/>
                    <a:pt x="1215" y="1638"/>
                  </a:cubicBezTo>
                  <a:cubicBezTo>
                    <a:pt x="1215" y="1718"/>
                    <a:pt x="1225" y="1838"/>
                    <a:pt x="1225" y="1878"/>
                  </a:cubicBezTo>
                  <a:cubicBezTo>
                    <a:pt x="1235" y="1929"/>
                    <a:pt x="1195" y="2310"/>
                    <a:pt x="1195" y="2320"/>
                  </a:cubicBezTo>
                  <a:cubicBezTo>
                    <a:pt x="1205" y="2340"/>
                    <a:pt x="1174" y="2450"/>
                    <a:pt x="1174" y="2450"/>
                  </a:cubicBezTo>
                  <a:cubicBezTo>
                    <a:pt x="1174" y="2450"/>
                    <a:pt x="1205" y="2480"/>
                    <a:pt x="1275" y="2490"/>
                  </a:cubicBezTo>
                  <a:cubicBezTo>
                    <a:pt x="1345" y="2490"/>
                    <a:pt x="1405" y="2470"/>
                    <a:pt x="1405" y="2460"/>
                  </a:cubicBezTo>
                  <a:cubicBezTo>
                    <a:pt x="1415" y="2440"/>
                    <a:pt x="1375" y="2370"/>
                    <a:pt x="1375" y="2320"/>
                  </a:cubicBezTo>
                  <a:cubicBezTo>
                    <a:pt x="1375" y="2270"/>
                    <a:pt x="1355" y="1919"/>
                    <a:pt x="1355" y="1868"/>
                  </a:cubicBezTo>
                  <a:cubicBezTo>
                    <a:pt x="1355" y="1818"/>
                    <a:pt x="1385" y="1808"/>
                    <a:pt x="1385" y="1658"/>
                  </a:cubicBezTo>
                  <a:cubicBezTo>
                    <a:pt x="1375" y="1507"/>
                    <a:pt x="1395" y="1347"/>
                    <a:pt x="1395" y="1347"/>
                  </a:cubicBezTo>
                  <a:cubicBezTo>
                    <a:pt x="1395" y="1347"/>
                    <a:pt x="1495" y="1417"/>
                    <a:pt x="1546" y="1447"/>
                  </a:cubicBezTo>
                  <a:cubicBezTo>
                    <a:pt x="1562" y="1455"/>
                    <a:pt x="1582" y="1458"/>
                    <a:pt x="1603" y="1458"/>
                  </a:cubicBezTo>
                  <a:cubicBezTo>
                    <a:pt x="1658" y="1458"/>
                    <a:pt x="1716" y="1437"/>
                    <a:pt x="1716" y="1437"/>
                  </a:cubicBezTo>
                  <a:cubicBezTo>
                    <a:pt x="1716" y="1437"/>
                    <a:pt x="1726" y="1497"/>
                    <a:pt x="1756" y="1577"/>
                  </a:cubicBezTo>
                  <a:cubicBezTo>
                    <a:pt x="1776" y="1648"/>
                    <a:pt x="1826" y="1848"/>
                    <a:pt x="1847" y="1949"/>
                  </a:cubicBezTo>
                  <a:cubicBezTo>
                    <a:pt x="1867" y="2049"/>
                    <a:pt x="1937" y="2350"/>
                    <a:pt x="1937" y="2360"/>
                  </a:cubicBezTo>
                  <a:cubicBezTo>
                    <a:pt x="1937" y="2380"/>
                    <a:pt x="1927" y="2450"/>
                    <a:pt x="1967" y="2480"/>
                  </a:cubicBezTo>
                  <a:cubicBezTo>
                    <a:pt x="1978" y="2488"/>
                    <a:pt x="2010" y="2491"/>
                    <a:pt x="2046" y="2491"/>
                  </a:cubicBezTo>
                  <a:cubicBezTo>
                    <a:pt x="2102" y="2491"/>
                    <a:pt x="2168" y="2483"/>
                    <a:pt x="2168" y="2470"/>
                  </a:cubicBezTo>
                  <a:cubicBezTo>
                    <a:pt x="2168" y="2450"/>
                    <a:pt x="2137" y="2390"/>
                    <a:pt x="2137" y="2370"/>
                  </a:cubicBezTo>
                  <a:cubicBezTo>
                    <a:pt x="2137" y="2350"/>
                    <a:pt x="2037" y="2189"/>
                    <a:pt x="2007" y="2109"/>
                  </a:cubicBezTo>
                  <a:cubicBezTo>
                    <a:pt x="1987" y="2029"/>
                    <a:pt x="1977" y="1959"/>
                    <a:pt x="1987" y="1878"/>
                  </a:cubicBezTo>
                  <a:cubicBezTo>
                    <a:pt x="1987" y="1798"/>
                    <a:pt x="1937" y="1728"/>
                    <a:pt x="1947" y="1587"/>
                  </a:cubicBezTo>
                  <a:cubicBezTo>
                    <a:pt x="1957" y="1447"/>
                    <a:pt x="2017" y="1076"/>
                    <a:pt x="2067" y="1026"/>
                  </a:cubicBezTo>
                  <a:cubicBezTo>
                    <a:pt x="2102" y="982"/>
                    <a:pt x="2191" y="900"/>
                    <a:pt x="2239" y="900"/>
                  </a:cubicBezTo>
                  <a:cubicBezTo>
                    <a:pt x="2247" y="900"/>
                    <a:pt x="2253" y="902"/>
                    <a:pt x="2258" y="905"/>
                  </a:cubicBezTo>
                  <a:cubicBezTo>
                    <a:pt x="2278" y="915"/>
                    <a:pt x="2308" y="946"/>
                    <a:pt x="2348" y="976"/>
                  </a:cubicBezTo>
                  <a:cubicBezTo>
                    <a:pt x="2338" y="705"/>
                    <a:pt x="2348" y="444"/>
                    <a:pt x="2308" y="173"/>
                  </a:cubicBezTo>
                  <a:cubicBezTo>
                    <a:pt x="2258" y="193"/>
                    <a:pt x="2228" y="213"/>
                    <a:pt x="2208" y="223"/>
                  </a:cubicBezTo>
                  <a:cubicBezTo>
                    <a:pt x="2201" y="225"/>
                    <a:pt x="2194" y="226"/>
                    <a:pt x="2187" y="226"/>
                  </a:cubicBezTo>
                  <a:cubicBezTo>
                    <a:pt x="2153" y="226"/>
                    <a:pt x="2113" y="208"/>
                    <a:pt x="1997" y="183"/>
                  </a:cubicBezTo>
                  <a:cubicBezTo>
                    <a:pt x="1857" y="143"/>
                    <a:pt x="1746" y="83"/>
                    <a:pt x="1596" y="73"/>
                  </a:cubicBezTo>
                  <a:cubicBezTo>
                    <a:pt x="1579" y="70"/>
                    <a:pt x="1559" y="68"/>
                    <a:pt x="1536" y="68"/>
                  </a:cubicBezTo>
                  <a:cubicBezTo>
                    <a:pt x="1491" y="68"/>
                    <a:pt x="1435" y="73"/>
                    <a:pt x="1375" y="73"/>
                  </a:cubicBezTo>
                  <a:cubicBezTo>
                    <a:pt x="1307" y="77"/>
                    <a:pt x="1231" y="80"/>
                    <a:pt x="1154" y="80"/>
                  </a:cubicBezTo>
                  <a:cubicBezTo>
                    <a:pt x="1026" y="80"/>
                    <a:pt x="892" y="70"/>
                    <a:pt x="773" y="33"/>
                  </a:cubicBezTo>
                  <a:cubicBezTo>
                    <a:pt x="695" y="10"/>
                    <a:pt x="618" y="0"/>
                    <a:pt x="548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rgbClr val="E0D4C7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37" name="Google Shape;13437;p45"/>
            <p:cNvSpPr/>
            <p:nvPr/>
          </p:nvSpPr>
          <p:spPr>
            <a:xfrm>
              <a:off x="5478707" y="4236887"/>
              <a:ext cx="28339" cy="164072"/>
            </a:xfrm>
            <a:custGeom>
              <a:avLst/>
              <a:gdLst/>
              <a:ahLst/>
              <a:cxnLst/>
              <a:rect l="l" t="t" r="r" b="b"/>
              <a:pathLst>
                <a:path w="252" h="1459" extrusionOk="0">
                  <a:moveTo>
                    <a:pt x="1" y="0"/>
                  </a:moveTo>
                  <a:cubicBezTo>
                    <a:pt x="1" y="0"/>
                    <a:pt x="21" y="582"/>
                    <a:pt x="51" y="753"/>
                  </a:cubicBezTo>
                  <a:cubicBezTo>
                    <a:pt x="81" y="913"/>
                    <a:pt x="131" y="1304"/>
                    <a:pt x="131" y="1455"/>
                  </a:cubicBezTo>
                  <a:cubicBezTo>
                    <a:pt x="149" y="1458"/>
                    <a:pt x="166" y="1459"/>
                    <a:pt x="181" y="1459"/>
                  </a:cubicBezTo>
                  <a:cubicBezTo>
                    <a:pt x="217" y="1459"/>
                    <a:pt x="245" y="1452"/>
                    <a:pt x="252" y="1445"/>
                  </a:cubicBezTo>
                  <a:cubicBezTo>
                    <a:pt x="252" y="1415"/>
                    <a:pt x="242" y="1344"/>
                    <a:pt x="222" y="1284"/>
                  </a:cubicBezTo>
                  <a:cubicBezTo>
                    <a:pt x="201" y="1224"/>
                    <a:pt x="141" y="943"/>
                    <a:pt x="141" y="843"/>
                  </a:cubicBezTo>
                  <a:cubicBezTo>
                    <a:pt x="141" y="753"/>
                    <a:pt x="101" y="552"/>
                    <a:pt x="101" y="442"/>
                  </a:cubicBezTo>
                  <a:cubicBezTo>
                    <a:pt x="111" y="321"/>
                    <a:pt x="131" y="131"/>
                    <a:pt x="131" y="131"/>
                  </a:cubicBezTo>
                  <a:lnTo>
                    <a:pt x="1" y="0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rgbClr val="E0D4C7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38" name="Google Shape;13438;p45"/>
            <p:cNvSpPr/>
            <p:nvPr/>
          </p:nvSpPr>
          <p:spPr>
            <a:xfrm>
              <a:off x="5558888" y="4277484"/>
              <a:ext cx="10233" cy="1237"/>
            </a:xfrm>
            <a:custGeom>
              <a:avLst/>
              <a:gdLst/>
              <a:ahLst/>
              <a:cxnLst/>
              <a:rect l="l" t="t" r="r" b="b"/>
              <a:pathLst>
                <a:path w="91" h="11" extrusionOk="0">
                  <a:moveTo>
                    <a:pt x="90" y="0"/>
                  </a:moveTo>
                  <a:cubicBezTo>
                    <a:pt x="80" y="0"/>
                    <a:pt x="50" y="10"/>
                    <a:pt x="0" y="10"/>
                  </a:cubicBezTo>
                  <a:cubicBezTo>
                    <a:pt x="50" y="1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EFE8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39" name="Google Shape;13439;p45"/>
            <p:cNvSpPr/>
            <p:nvPr/>
          </p:nvSpPr>
          <p:spPr>
            <a:xfrm>
              <a:off x="5485567" y="4239137"/>
              <a:ext cx="83554" cy="39584"/>
            </a:xfrm>
            <a:custGeom>
              <a:avLst/>
              <a:gdLst/>
              <a:ahLst/>
              <a:cxnLst/>
              <a:rect l="l" t="t" r="r" b="b"/>
              <a:pathLst>
                <a:path w="743" h="352" extrusionOk="0">
                  <a:moveTo>
                    <a:pt x="120" y="0"/>
                  </a:moveTo>
                  <a:cubicBezTo>
                    <a:pt x="80" y="0"/>
                    <a:pt x="40" y="20"/>
                    <a:pt x="0" y="31"/>
                  </a:cubicBezTo>
                  <a:cubicBezTo>
                    <a:pt x="0" y="41"/>
                    <a:pt x="0" y="41"/>
                    <a:pt x="10" y="51"/>
                  </a:cubicBezTo>
                  <a:lnTo>
                    <a:pt x="70" y="111"/>
                  </a:lnTo>
                  <a:cubicBezTo>
                    <a:pt x="70" y="111"/>
                    <a:pt x="90" y="121"/>
                    <a:pt x="120" y="151"/>
                  </a:cubicBezTo>
                  <a:cubicBezTo>
                    <a:pt x="140" y="161"/>
                    <a:pt x="171" y="181"/>
                    <a:pt x="201" y="201"/>
                  </a:cubicBezTo>
                  <a:cubicBezTo>
                    <a:pt x="231" y="221"/>
                    <a:pt x="261" y="241"/>
                    <a:pt x="291" y="261"/>
                  </a:cubicBezTo>
                  <a:cubicBezTo>
                    <a:pt x="301" y="261"/>
                    <a:pt x="311" y="271"/>
                    <a:pt x="331" y="281"/>
                  </a:cubicBezTo>
                  <a:cubicBezTo>
                    <a:pt x="441" y="331"/>
                    <a:pt x="572" y="351"/>
                    <a:pt x="652" y="351"/>
                  </a:cubicBezTo>
                  <a:cubicBezTo>
                    <a:pt x="702" y="351"/>
                    <a:pt x="732" y="341"/>
                    <a:pt x="742" y="341"/>
                  </a:cubicBezTo>
                  <a:cubicBezTo>
                    <a:pt x="732" y="311"/>
                    <a:pt x="722" y="281"/>
                    <a:pt x="712" y="261"/>
                  </a:cubicBezTo>
                  <a:cubicBezTo>
                    <a:pt x="672" y="191"/>
                    <a:pt x="642" y="111"/>
                    <a:pt x="622" y="31"/>
                  </a:cubicBezTo>
                  <a:lnTo>
                    <a:pt x="622" y="31"/>
                  </a:lnTo>
                  <a:cubicBezTo>
                    <a:pt x="632" y="81"/>
                    <a:pt x="602" y="141"/>
                    <a:pt x="552" y="161"/>
                  </a:cubicBezTo>
                  <a:cubicBezTo>
                    <a:pt x="532" y="171"/>
                    <a:pt x="502" y="171"/>
                    <a:pt x="482" y="171"/>
                  </a:cubicBezTo>
                  <a:cubicBezTo>
                    <a:pt x="451" y="171"/>
                    <a:pt x="421" y="171"/>
                    <a:pt x="401" y="161"/>
                  </a:cubicBezTo>
                  <a:cubicBezTo>
                    <a:pt x="351" y="141"/>
                    <a:pt x="311" y="121"/>
                    <a:pt x="271" y="91"/>
                  </a:cubicBezTo>
                  <a:cubicBezTo>
                    <a:pt x="241" y="61"/>
                    <a:pt x="211" y="20"/>
                    <a:pt x="171" y="10"/>
                  </a:cubicBezTo>
                  <a:cubicBezTo>
                    <a:pt x="150" y="0"/>
                    <a:pt x="140" y="0"/>
                    <a:pt x="12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40" name="Google Shape;13440;p45"/>
            <p:cNvSpPr/>
            <p:nvPr/>
          </p:nvSpPr>
          <p:spPr>
            <a:xfrm>
              <a:off x="5486691" y="4244759"/>
              <a:ext cx="6860" cy="9109"/>
            </a:xfrm>
            <a:custGeom>
              <a:avLst/>
              <a:gdLst/>
              <a:ahLst/>
              <a:cxnLst/>
              <a:rect l="l" t="t" r="r" b="b"/>
              <a:pathLst>
                <a:path w="61" h="81" extrusionOk="0">
                  <a:moveTo>
                    <a:pt x="0" y="1"/>
                  </a:moveTo>
                  <a:cubicBezTo>
                    <a:pt x="20" y="31"/>
                    <a:pt x="40" y="51"/>
                    <a:pt x="60" y="81"/>
                  </a:cubicBezTo>
                  <a:cubicBezTo>
                    <a:pt x="60" y="71"/>
                    <a:pt x="60" y="61"/>
                    <a:pt x="60" y="6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41" name="Google Shape;13441;p45"/>
            <p:cNvSpPr/>
            <p:nvPr/>
          </p:nvSpPr>
          <p:spPr>
            <a:xfrm>
              <a:off x="5636707" y="4256005"/>
              <a:ext cx="50830" cy="161485"/>
            </a:xfrm>
            <a:custGeom>
              <a:avLst/>
              <a:gdLst/>
              <a:ahLst/>
              <a:cxnLst/>
              <a:rect l="l" t="t" r="r" b="b"/>
              <a:pathLst>
                <a:path w="452" h="1436" extrusionOk="0">
                  <a:moveTo>
                    <a:pt x="331" y="1"/>
                  </a:moveTo>
                  <a:cubicBezTo>
                    <a:pt x="311" y="31"/>
                    <a:pt x="281" y="91"/>
                    <a:pt x="271" y="111"/>
                  </a:cubicBezTo>
                  <a:cubicBezTo>
                    <a:pt x="211" y="171"/>
                    <a:pt x="181" y="232"/>
                    <a:pt x="120" y="302"/>
                  </a:cubicBezTo>
                  <a:cubicBezTo>
                    <a:pt x="90" y="332"/>
                    <a:pt x="30" y="352"/>
                    <a:pt x="0" y="382"/>
                  </a:cubicBezTo>
                  <a:cubicBezTo>
                    <a:pt x="0" y="382"/>
                    <a:pt x="0" y="392"/>
                    <a:pt x="10" y="432"/>
                  </a:cubicBezTo>
                  <a:cubicBezTo>
                    <a:pt x="60" y="412"/>
                    <a:pt x="100" y="402"/>
                    <a:pt x="141" y="372"/>
                  </a:cubicBezTo>
                  <a:cubicBezTo>
                    <a:pt x="151" y="452"/>
                    <a:pt x="161" y="522"/>
                    <a:pt x="181" y="593"/>
                  </a:cubicBezTo>
                  <a:cubicBezTo>
                    <a:pt x="221" y="874"/>
                    <a:pt x="261" y="1154"/>
                    <a:pt x="361" y="1425"/>
                  </a:cubicBezTo>
                  <a:lnTo>
                    <a:pt x="371" y="1435"/>
                  </a:lnTo>
                  <a:cubicBezTo>
                    <a:pt x="411" y="1435"/>
                    <a:pt x="452" y="1425"/>
                    <a:pt x="452" y="1415"/>
                  </a:cubicBezTo>
                  <a:cubicBezTo>
                    <a:pt x="452" y="1395"/>
                    <a:pt x="421" y="1335"/>
                    <a:pt x="421" y="1315"/>
                  </a:cubicBezTo>
                  <a:cubicBezTo>
                    <a:pt x="421" y="1295"/>
                    <a:pt x="321" y="1134"/>
                    <a:pt x="291" y="1054"/>
                  </a:cubicBezTo>
                  <a:cubicBezTo>
                    <a:pt x="271" y="974"/>
                    <a:pt x="261" y="904"/>
                    <a:pt x="271" y="823"/>
                  </a:cubicBezTo>
                  <a:cubicBezTo>
                    <a:pt x="271" y="743"/>
                    <a:pt x="221" y="673"/>
                    <a:pt x="231" y="532"/>
                  </a:cubicBezTo>
                  <a:cubicBezTo>
                    <a:pt x="241" y="412"/>
                    <a:pt x="291" y="101"/>
                    <a:pt x="331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rgbClr val="E0D4C7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42" name="Google Shape;13442;p45"/>
            <p:cNvSpPr/>
            <p:nvPr/>
          </p:nvSpPr>
          <p:spPr>
            <a:xfrm>
              <a:off x="5662572" y="4412881"/>
              <a:ext cx="2362" cy="3486"/>
            </a:xfrm>
            <a:custGeom>
              <a:avLst/>
              <a:gdLst/>
              <a:ahLst/>
              <a:cxnLst/>
              <a:rect l="l" t="t" r="r" b="b"/>
              <a:pathLst>
                <a:path w="21" h="31" extrusionOk="0">
                  <a:moveTo>
                    <a:pt x="21" y="30"/>
                  </a:moveTo>
                  <a:lnTo>
                    <a:pt x="21" y="20"/>
                  </a:lnTo>
                  <a:lnTo>
                    <a:pt x="21" y="30"/>
                  </a:lnTo>
                  <a:close/>
                  <a:moveTo>
                    <a:pt x="21" y="20"/>
                  </a:moveTo>
                  <a:lnTo>
                    <a:pt x="11" y="20"/>
                  </a:lnTo>
                  <a:lnTo>
                    <a:pt x="21" y="20"/>
                  </a:ln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20"/>
                  </a:moveTo>
                  <a:lnTo>
                    <a:pt x="11" y="20"/>
                  </a:lnTo>
                  <a:lnTo>
                    <a:pt x="11" y="20"/>
                  </a:ln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20"/>
                  </a:moveTo>
                  <a:cubicBezTo>
                    <a:pt x="11" y="20"/>
                    <a:pt x="11" y="10"/>
                    <a:pt x="11" y="10"/>
                  </a:cubicBezTo>
                  <a:cubicBezTo>
                    <a:pt x="11" y="10"/>
                    <a:pt x="11" y="20"/>
                    <a:pt x="11" y="20"/>
                  </a:cubicBezTo>
                  <a:close/>
                  <a:moveTo>
                    <a:pt x="11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lose/>
                  <a:moveTo>
                    <a:pt x="11" y="10"/>
                  </a:moveTo>
                  <a:cubicBezTo>
                    <a:pt x="11" y="10"/>
                    <a:pt x="1" y="10"/>
                    <a:pt x="1" y="10"/>
                  </a:cubicBezTo>
                  <a:cubicBezTo>
                    <a:pt x="1" y="10"/>
                    <a:pt x="11" y="10"/>
                    <a:pt x="11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" y="1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0"/>
                  </a:cubicBezTo>
                  <a:close/>
                </a:path>
              </a:pathLst>
            </a:custGeom>
            <a:solidFill>
              <a:srgbClr val="8D9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43" name="Google Shape;13443;p45"/>
            <p:cNvSpPr/>
            <p:nvPr/>
          </p:nvSpPr>
          <p:spPr>
            <a:xfrm>
              <a:off x="5661447" y="4403772"/>
              <a:ext cx="17093" cy="1372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1" y="1"/>
                  </a:moveTo>
                  <a:cubicBezTo>
                    <a:pt x="1" y="21"/>
                    <a:pt x="1" y="61"/>
                    <a:pt x="11" y="81"/>
                  </a:cubicBezTo>
                  <a:cubicBezTo>
                    <a:pt x="11" y="81"/>
                    <a:pt x="11" y="81"/>
                    <a:pt x="11" y="91"/>
                  </a:cubicBezTo>
                  <a:lnTo>
                    <a:pt x="21" y="91"/>
                  </a:lnTo>
                  <a:cubicBezTo>
                    <a:pt x="21" y="91"/>
                    <a:pt x="21" y="101"/>
                    <a:pt x="21" y="101"/>
                  </a:cubicBezTo>
                  <a:lnTo>
                    <a:pt x="31" y="101"/>
                  </a:lnTo>
                  <a:lnTo>
                    <a:pt x="31" y="111"/>
                  </a:lnTo>
                  <a:cubicBezTo>
                    <a:pt x="41" y="121"/>
                    <a:pt x="81" y="121"/>
                    <a:pt x="121" y="121"/>
                  </a:cubicBezTo>
                  <a:lnTo>
                    <a:pt x="151" y="121"/>
                  </a:lnTo>
                  <a:lnTo>
                    <a:pt x="141" y="111"/>
                  </a:lnTo>
                  <a:cubicBezTo>
                    <a:pt x="131" y="81"/>
                    <a:pt x="121" y="51"/>
                    <a:pt x="111" y="11"/>
                  </a:cubicBezTo>
                  <a:lnTo>
                    <a:pt x="51" y="11"/>
                  </a:lnTo>
                  <a:cubicBezTo>
                    <a:pt x="41" y="11"/>
                    <a:pt x="2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44" name="Google Shape;13444;p45"/>
            <p:cNvSpPr/>
            <p:nvPr/>
          </p:nvSpPr>
          <p:spPr>
            <a:xfrm>
              <a:off x="5687424" y="4415130"/>
              <a:ext cx="112" cy="11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28E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45" name="Google Shape;13445;p45"/>
            <p:cNvSpPr/>
            <p:nvPr/>
          </p:nvSpPr>
          <p:spPr>
            <a:xfrm>
              <a:off x="5684051" y="4404896"/>
              <a:ext cx="3486" cy="10346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31" y="91"/>
                  </a:moveTo>
                  <a:lnTo>
                    <a:pt x="31" y="91"/>
                  </a:lnTo>
                  <a:cubicBezTo>
                    <a:pt x="31" y="91"/>
                    <a:pt x="31" y="91"/>
                    <a:pt x="31" y="91"/>
                  </a:cubicBezTo>
                  <a:lnTo>
                    <a:pt x="31" y="91"/>
                  </a:lnTo>
                  <a:cubicBezTo>
                    <a:pt x="31" y="91"/>
                    <a:pt x="31" y="91"/>
                    <a:pt x="31" y="91"/>
                  </a:cubicBezTo>
                  <a:cubicBezTo>
                    <a:pt x="31" y="71"/>
                    <a:pt x="0" y="21"/>
                    <a:pt x="0" y="1"/>
                  </a:cubicBezTo>
                  <a:lnTo>
                    <a:pt x="0" y="1"/>
                  </a:lnTo>
                  <a:cubicBezTo>
                    <a:pt x="0" y="21"/>
                    <a:pt x="31" y="71"/>
                    <a:pt x="31" y="91"/>
                  </a:cubicBezTo>
                  <a:cubicBezTo>
                    <a:pt x="31" y="91"/>
                    <a:pt x="31" y="91"/>
                    <a:pt x="31" y="91"/>
                  </a:cubicBezTo>
                  <a:close/>
                </a:path>
              </a:pathLst>
            </a:custGeom>
            <a:solidFill>
              <a:srgbClr val="8D9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46" name="Google Shape;13446;p45"/>
            <p:cNvSpPr/>
            <p:nvPr/>
          </p:nvSpPr>
          <p:spPr>
            <a:xfrm>
              <a:off x="5687424" y="4415130"/>
              <a:ext cx="112" cy="11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28E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47" name="Google Shape;13447;p45"/>
            <p:cNvSpPr/>
            <p:nvPr/>
          </p:nvSpPr>
          <p:spPr>
            <a:xfrm>
              <a:off x="5673930" y="4404896"/>
              <a:ext cx="13607" cy="12595"/>
            </a:xfrm>
            <a:custGeom>
              <a:avLst/>
              <a:gdLst/>
              <a:ahLst/>
              <a:cxnLst/>
              <a:rect l="l" t="t" r="r" b="b"/>
              <a:pathLst>
                <a:path w="121" h="112" extrusionOk="0">
                  <a:moveTo>
                    <a:pt x="0" y="1"/>
                  </a:moveTo>
                  <a:cubicBezTo>
                    <a:pt x="10" y="41"/>
                    <a:pt x="20" y="71"/>
                    <a:pt x="30" y="101"/>
                  </a:cubicBezTo>
                  <a:lnTo>
                    <a:pt x="40" y="111"/>
                  </a:lnTo>
                  <a:lnTo>
                    <a:pt x="50" y="111"/>
                  </a:lnTo>
                  <a:cubicBezTo>
                    <a:pt x="80" y="111"/>
                    <a:pt x="110" y="101"/>
                    <a:pt x="121" y="91"/>
                  </a:cubicBezTo>
                  <a:cubicBezTo>
                    <a:pt x="121" y="71"/>
                    <a:pt x="90" y="21"/>
                    <a:pt x="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48" name="Google Shape;13448;p45"/>
            <p:cNvSpPr/>
            <p:nvPr/>
          </p:nvSpPr>
          <p:spPr>
            <a:xfrm>
              <a:off x="5589251" y="4252631"/>
              <a:ext cx="41833" cy="164859"/>
            </a:xfrm>
            <a:custGeom>
              <a:avLst/>
              <a:gdLst/>
              <a:ahLst/>
              <a:cxnLst/>
              <a:rect l="l" t="t" r="r" b="b"/>
              <a:pathLst>
                <a:path w="372" h="1466" extrusionOk="0">
                  <a:moveTo>
                    <a:pt x="1" y="1"/>
                  </a:moveTo>
                  <a:cubicBezTo>
                    <a:pt x="1" y="121"/>
                    <a:pt x="1" y="242"/>
                    <a:pt x="11" y="362"/>
                  </a:cubicBezTo>
                  <a:cubicBezTo>
                    <a:pt x="11" y="492"/>
                    <a:pt x="41" y="573"/>
                    <a:pt x="21" y="703"/>
                  </a:cubicBezTo>
                  <a:cubicBezTo>
                    <a:pt x="1" y="934"/>
                    <a:pt x="1" y="1174"/>
                    <a:pt x="1" y="1395"/>
                  </a:cubicBezTo>
                  <a:cubicBezTo>
                    <a:pt x="1" y="1425"/>
                    <a:pt x="1" y="1445"/>
                    <a:pt x="11" y="1465"/>
                  </a:cubicBezTo>
                  <a:cubicBezTo>
                    <a:pt x="71" y="1455"/>
                    <a:pt x="111" y="1445"/>
                    <a:pt x="111" y="1435"/>
                  </a:cubicBezTo>
                  <a:cubicBezTo>
                    <a:pt x="121" y="1415"/>
                    <a:pt x="81" y="1345"/>
                    <a:pt x="81" y="1295"/>
                  </a:cubicBezTo>
                  <a:cubicBezTo>
                    <a:pt x="81" y="1245"/>
                    <a:pt x="61" y="894"/>
                    <a:pt x="61" y="843"/>
                  </a:cubicBezTo>
                  <a:cubicBezTo>
                    <a:pt x="61" y="793"/>
                    <a:pt x="91" y="783"/>
                    <a:pt x="91" y="633"/>
                  </a:cubicBezTo>
                  <a:cubicBezTo>
                    <a:pt x="81" y="482"/>
                    <a:pt x="101" y="322"/>
                    <a:pt x="101" y="322"/>
                  </a:cubicBezTo>
                  <a:cubicBezTo>
                    <a:pt x="101" y="322"/>
                    <a:pt x="201" y="392"/>
                    <a:pt x="252" y="422"/>
                  </a:cubicBezTo>
                  <a:cubicBezTo>
                    <a:pt x="267" y="427"/>
                    <a:pt x="287" y="430"/>
                    <a:pt x="308" y="430"/>
                  </a:cubicBezTo>
                  <a:cubicBezTo>
                    <a:pt x="329" y="430"/>
                    <a:pt x="352" y="427"/>
                    <a:pt x="372" y="422"/>
                  </a:cubicBezTo>
                  <a:cubicBezTo>
                    <a:pt x="357" y="422"/>
                    <a:pt x="342" y="425"/>
                    <a:pt x="327" y="425"/>
                  </a:cubicBezTo>
                  <a:cubicBezTo>
                    <a:pt x="312" y="425"/>
                    <a:pt x="297" y="422"/>
                    <a:pt x="282" y="412"/>
                  </a:cubicBezTo>
                  <a:cubicBezTo>
                    <a:pt x="151" y="352"/>
                    <a:pt x="71" y="191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49" name="Google Shape;13449;p45"/>
            <p:cNvSpPr/>
            <p:nvPr/>
          </p:nvSpPr>
          <p:spPr>
            <a:xfrm>
              <a:off x="5575756" y="4399274"/>
              <a:ext cx="22716" cy="18218"/>
            </a:xfrm>
            <a:custGeom>
              <a:avLst/>
              <a:gdLst/>
              <a:ahLst/>
              <a:cxnLst/>
              <a:rect l="l" t="t" r="r" b="b"/>
              <a:pathLst>
                <a:path w="202" h="162" extrusionOk="0">
                  <a:moveTo>
                    <a:pt x="121" y="161"/>
                  </a:moveTo>
                  <a:cubicBezTo>
                    <a:pt x="111" y="161"/>
                    <a:pt x="111" y="161"/>
                    <a:pt x="101" y="161"/>
                  </a:cubicBezTo>
                  <a:cubicBezTo>
                    <a:pt x="31" y="151"/>
                    <a:pt x="0" y="121"/>
                    <a:pt x="0" y="121"/>
                  </a:cubicBezTo>
                  <a:lnTo>
                    <a:pt x="0" y="121"/>
                  </a:lnTo>
                  <a:cubicBezTo>
                    <a:pt x="0" y="121"/>
                    <a:pt x="31" y="151"/>
                    <a:pt x="101" y="161"/>
                  </a:cubicBezTo>
                  <a:cubicBezTo>
                    <a:pt x="111" y="161"/>
                    <a:pt x="111" y="161"/>
                    <a:pt x="121" y="161"/>
                  </a:cubicBezTo>
                  <a:lnTo>
                    <a:pt x="121" y="161"/>
                  </a:lnTo>
                  <a:close/>
                  <a:moveTo>
                    <a:pt x="0" y="121"/>
                  </a:moveTo>
                  <a:lnTo>
                    <a:pt x="0" y="121"/>
                  </a:lnTo>
                  <a:lnTo>
                    <a:pt x="0" y="121"/>
                  </a:lnTo>
                  <a:close/>
                  <a:moveTo>
                    <a:pt x="0" y="121"/>
                  </a:moveTo>
                  <a:cubicBezTo>
                    <a:pt x="0" y="121"/>
                    <a:pt x="0" y="121"/>
                    <a:pt x="0" y="121"/>
                  </a:cubicBezTo>
                  <a:cubicBezTo>
                    <a:pt x="0" y="121"/>
                    <a:pt x="0" y="121"/>
                    <a:pt x="0" y="121"/>
                  </a:cubicBezTo>
                  <a:close/>
                  <a:moveTo>
                    <a:pt x="0" y="121"/>
                  </a:moveTo>
                  <a:lnTo>
                    <a:pt x="0" y="121"/>
                  </a:lnTo>
                  <a:lnTo>
                    <a:pt x="0" y="121"/>
                  </a:lnTo>
                  <a:close/>
                  <a:moveTo>
                    <a:pt x="11" y="71"/>
                  </a:moveTo>
                  <a:cubicBezTo>
                    <a:pt x="21" y="51"/>
                    <a:pt x="21" y="31"/>
                    <a:pt x="21" y="11"/>
                  </a:cubicBezTo>
                  <a:lnTo>
                    <a:pt x="21" y="11"/>
                  </a:lnTo>
                  <a:cubicBezTo>
                    <a:pt x="21" y="31"/>
                    <a:pt x="21" y="51"/>
                    <a:pt x="11" y="71"/>
                  </a:cubicBezTo>
                  <a:close/>
                  <a:moveTo>
                    <a:pt x="201" y="21"/>
                  </a:moveTo>
                  <a:cubicBezTo>
                    <a:pt x="201" y="21"/>
                    <a:pt x="201" y="11"/>
                    <a:pt x="201" y="11"/>
                  </a:cubicBezTo>
                  <a:cubicBezTo>
                    <a:pt x="201" y="11"/>
                    <a:pt x="201" y="1"/>
                    <a:pt x="201" y="1"/>
                  </a:cubicBezTo>
                  <a:lnTo>
                    <a:pt x="201" y="1"/>
                  </a:lnTo>
                  <a:cubicBezTo>
                    <a:pt x="201" y="11"/>
                    <a:pt x="201" y="21"/>
                    <a:pt x="201" y="21"/>
                  </a:cubicBezTo>
                </a:path>
              </a:pathLst>
            </a:custGeom>
            <a:solidFill>
              <a:srgbClr val="8D9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50" name="Google Shape;13450;p45"/>
            <p:cNvSpPr/>
            <p:nvPr/>
          </p:nvSpPr>
          <p:spPr>
            <a:xfrm>
              <a:off x="5575756" y="4400398"/>
              <a:ext cx="24965" cy="17093"/>
            </a:xfrm>
            <a:custGeom>
              <a:avLst/>
              <a:gdLst/>
              <a:ahLst/>
              <a:cxnLst/>
              <a:rect l="l" t="t" r="r" b="b"/>
              <a:pathLst>
                <a:path w="222" h="152" extrusionOk="0">
                  <a:moveTo>
                    <a:pt x="221" y="131"/>
                  </a:moveTo>
                  <a:lnTo>
                    <a:pt x="221" y="131"/>
                  </a:lnTo>
                  <a:cubicBezTo>
                    <a:pt x="201" y="141"/>
                    <a:pt x="171" y="141"/>
                    <a:pt x="132" y="151"/>
                  </a:cubicBezTo>
                  <a:lnTo>
                    <a:pt x="132" y="151"/>
                  </a:lnTo>
                  <a:cubicBezTo>
                    <a:pt x="168" y="149"/>
                    <a:pt x="203" y="140"/>
                    <a:pt x="221" y="131"/>
                  </a:cubicBezTo>
                  <a:close/>
                  <a:moveTo>
                    <a:pt x="21" y="1"/>
                  </a:moveTo>
                  <a:cubicBezTo>
                    <a:pt x="21" y="21"/>
                    <a:pt x="21" y="41"/>
                    <a:pt x="11" y="61"/>
                  </a:cubicBezTo>
                  <a:cubicBezTo>
                    <a:pt x="11" y="81"/>
                    <a:pt x="0" y="101"/>
                    <a:pt x="0" y="111"/>
                  </a:cubicBezTo>
                  <a:cubicBezTo>
                    <a:pt x="0" y="111"/>
                    <a:pt x="31" y="141"/>
                    <a:pt x="101" y="151"/>
                  </a:cubicBezTo>
                  <a:lnTo>
                    <a:pt x="121" y="151"/>
                  </a:lnTo>
                  <a:cubicBezTo>
                    <a:pt x="124" y="151"/>
                    <a:pt x="127" y="151"/>
                    <a:pt x="131" y="151"/>
                  </a:cubicBezTo>
                  <a:lnTo>
                    <a:pt x="131" y="151"/>
                  </a:lnTo>
                  <a:cubicBezTo>
                    <a:pt x="131" y="151"/>
                    <a:pt x="131" y="151"/>
                    <a:pt x="131" y="151"/>
                  </a:cubicBezTo>
                  <a:cubicBezTo>
                    <a:pt x="131" y="151"/>
                    <a:pt x="132" y="151"/>
                    <a:pt x="132" y="151"/>
                  </a:cubicBezTo>
                  <a:lnTo>
                    <a:pt x="132" y="151"/>
                  </a:lnTo>
                  <a:cubicBezTo>
                    <a:pt x="132" y="151"/>
                    <a:pt x="131" y="151"/>
                    <a:pt x="131" y="151"/>
                  </a:cubicBezTo>
                  <a:lnTo>
                    <a:pt x="131" y="151"/>
                  </a:lnTo>
                  <a:cubicBezTo>
                    <a:pt x="121" y="131"/>
                    <a:pt x="121" y="111"/>
                    <a:pt x="121" y="81"/>
                  </a:cubicBezTo>
                  <a:cubicBezTo>
                    <a:pt x="121" y="61"/>
                    <a:pt x="121" y="3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51" name="Google Shape;13451;p45"/>
            <p:cNvSpPr/>
            <p:nvPr/>
          </p:nvSpPr>
          <p:spPr>
            <a:xfrm>
              <a:off x="5589251" y="4399274"/>
              <a:ext cx="13720" cy="18218"/>
            </a:xfrm>
            <a:custGeom>
              <a:avLst/>
              <a:gdLst/>
              <a:ahLst/>
              <a:cxnLst/>
              <a:rect l="l" t="t" r="r" b="b"/>
              <a:pathLst>
                <a:path w="122" h="162" extrusionOk="0">
                  <a:moveTo>
                    <a:pt x="81" y="1"/>
                  </a:moveTo>
                  <a:lnTo>
                    <a:pt x="71" y="11"/>
                  </a:lnTo>
                  <a:lnTo>
                    <a:pt x="1" y="11"/>
                  </a:lnTo>
                  <a:cubicBezTo>
                    <a:pt x="1" y="41"/>
                    <a:pt x="1" y="71"/>
                    <a:pt x="1" y="91"/>
                  </a:cubicBezTo>
                  <a:cubicBezTo>
                    <a:pt x="1" y="121"/>
                    <a:pt x="1" y="141"/>
                    <a:pt x="11" y="161"/>
                  </a:cubicBezTo>
                  <a:cubicBezTo>
                    <a:pt x="51" y="151"/>
                    <a:pt x="81" y="151"/>
                    <a:pt x="101" y="14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21" y="121"/>
                    <a:pt x="91" y="71"/>
                    <a:pt x="81" y="21"/>
                  </a:cubicBezTo>
                  <a:cubicBezTo>
                    <a:pt x="81" y="21"/>
                    <a:pt x="81" y="11"/>
                    <a:pt x="81" y="11"/>
                  </a:cubicBezTo>
                  <a:cubicBezTo>
                    <a:pt x="81" y="11"/>
                    <a:pt x="81" y="1"/>
                    <a:pt x="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52" name="Google Shape;13452;p45"/>
            <p:cNvSpPr/>
            <p:nvPr/>
          </p:nvSpPr>
          <p:spPr>
            <a:xfrm>
              <a:off x="5464088" y="4137364"/>
              <a:ext cx="238067" cy="169582"/>
            </a:xfrm>
            <a:custGeom>
              <a:avLst/>
              <a:gdLst/>
              <a:ahLst/>
              <a:cxnLst/>
              <a:rect l="l" t="t" r="r" b="b"/>
              <a:pathLst>
                <a:path w="2117" h="1508" extrusionOk="0">
                  <a:moveTo>
                    <a:pt x="367" y="0"/>
                  </a:moveTo>
                  <a:cubicBezTo>
                    <a:pt x="249" y="0"/>
                    <a:pt x="151" y="29"/>
                    <a:pt x="101" y="73"/>
                  </a:cubicBezTo>
                  <a:cubicBezTo>
                    <a:pt x="81" y="93"/>
                    <a:pt x="41" y="113"/>
                    <a:pt x="0" y="143"/>
                  </a:cubicBezTo>
                  <a:cubicBezTo>
                    <a:pt x="51" y="133"/>
                    <a:pt x="101" y="113"/>
                    <a:pt x="131" y="113"/>
                  </a:cubicBezTo>
                  <a:cubicBezTo>
                    <a:pt x="191" y="113"/>
                    <a:pt x="261" y="133"/>
                    <a:pt x="291" y="183"/>
                  </a:cubicBezTo>
                  <a:cubicBezTo>
                    <a:pt x="331" y="223"/>
                    <a:pt x="331" y="294"/>
                    <a:pt x="382" y="324"/>
                  </a:cubicBezTo>
                  <a:cubicBezTo>
                    <a:pt x="432" y="354"/>
                    <a:pt x="502" y="334"/>
                    <a:pt x="552" y="354"/>
                  </a:cubicBezTo>
                  <a:cubicBezTo>
                    <a:pt x="642" y="404"/>
                    <a:pt x="642" y="544"/>
                    <a:pt x="733" y="584"/>
                  </a:cubicBezTo>
                  <a:cubicBezTo>
                    <a:pt x="744" y="588"/>
                    <a:pt x="756" y="590"/>
                    <a:pt x="768" y="590"/>
                  </a:cubicBezTo>
                  <a:cubicBezTo>
                    <a:pt x="819" y="590"/>
                    <a:pt x="873" y="561"/>
                    <a:pt x="913" y="544"/>
                  </a:cubicBezTo>
                  <a:cubicBezTo>
                    <a:pt x="1004" y="494"/>
                    <a:pt x="1104" y="474"/>
                    <a:pt x="1204" y="474"/>
                  </a:cubicBezTo>
                  <a:cubicBezTo>
                    <a:pt x="1254" y="474"/>
                    <a:pt x="1304" y="484"/>
                    <a:pt x="1335" y="524"/>
                  </a:cubicBezTo>
                  <a:cubicBezTo>
                    <a:pt x="1365" y="544"/>
                    <a:pt x="1365" y="584"/>
                    <a:pt x="1375" y="615"/>
                  </a:cubicBezTo>
                  <a:cubicBezTo>
                    <a:pt x="1395" y="665"/>
                    <a:pt x="1425" y="705"/>
                    <a:pt x="1455" y="755"/>
                  </a:cubicBezTo>
                  <a:cubicBezTo>
                    <a:pt x="1505" y="865"/>
                    <a:pt x="1505" y="996"/>
                    <a:pt x="1455" y="1106"/>
                  </a:cubicBezTo>
                  <a:cubicBezTo>
                    <a:pt x="1425" y="1176"/>
                    <a:pt x="1525" y="1267"/>
                    <a:pt x="1495" y="1347"/>
                  </a:cubicBezTo>
                  <a:cubicBezTo>
                    <a:pt x="1487" y="1372"/>
                    <a:pt x="1449" y="1434"/>
                    <a:pt x="1377" y="1434"/>
                  </a:cubicBezTo>
                  <a:cubicBezTo>
                    <a:pt x="1364" y="1434"/>
                    <a:pt x="1350" y="1432"/>
                    <a:pt x="1335" y="1427"/>
                  </a:cubicBezTo>
                  <a:lnTo>
                    <a:pt x="1335" y="1427"/>
                  </a:lnTo>
                  <a:lnTo>
                    <a:pt x="1365" y="1447"/>
                  </a:lnTo>
                  <a:cubicBezTo>
                    <a:pt x="1381" y="1455"/>
                    <a:pt x="1401" y="1458"/>
                    <a:pt x="1422" y="1458"/>
                  </a:cubicBezTo>
                  <a:cubicBezTo>
                    <a:pt x="1477" y="1458"/>
                    <a:pt x="1535" y="1437"/>
                    <a:pt x="1535" y="1437"/>
                  </a:cubicBezTo>
                  <a:cubicBezTo>
                    <a:pt x="1535" y="1437"/>
                    <a:pt x="1535" y="1467"/>
                    <a:pt x="1545" y="1507"/>
                  </a:cubicBezTo>
                  <a:cubicBezTo>
                    <a:pt x="1595" y="1487"/>
                    <a:pt x="1625" y="1467"/>
                    <a:pt x="1666" y="1437"/>
                  </a:cubicBezTo>
                  <a:cubicBezTo>
                    <a:pt x="1716" y="1397"/>
                    <a:pt x="1766" y="1347"/>
                    <a:pt x="1806" y="1297"/>
                  </a:cubicBezTo>
                  <a:cubicBezTo>
                    <a:pt x="1826" y="1166"/>
                    <a:pt x="1856" y="1056"/>
                    <a:pt x="1886" y="1026"/>
                  </a:cubicBezTo>
                  <a:cubicBezTo>
                    <a:pt x="1916" y="986"/>
                    <a:pt x="1987" y="915"/>
                    <a:pt x="2037" y="905"/>
                  </a:cubicBezTo>
                  <a:cubicBezTo>
                    <a:pt x="2037" y="875"/>
                    <a:pt x="2037" y="845"/>
                    <a:pt x="2037" y="815"/>
                  </a:cubicBezTo>
                  <a:cubicBezTo>
                    <a:pt x="2007" y="705"/>
                    <a:pt x="1916" y="605"/>
                    <a:pt x="1956" y="494"/>
                  </a:cubicBezTo>
                  <a:cubicBezTo>
                    <a:pt x="1987" y="394"/>
                    <a:pt x="2117" y="334"/>
                    <a:pt x="2097" y="223"/>
                  </a:cubicBezTo>
                  <a:lnTo>
                    <a:pt x="2087" y="193"/>
                  </a:lnTo>
                  <a:cubicBezTo>
                    <a:pt x="2057" y="203"/>
                    <a:pt x="2037" y="213"/>
                    <a:pt x="2027" y="223"/>
                  </a:cubicBezTo>
                  <a:cubicBezTo>
                    <a:pt x="2020" y="225"/>
                    <a:pt x="2013" y="226"/>
                    <a:pt x="2006" y="226"/>
                  </a:cubicBezTo>
                  <a:cubicBezTo>
                    <a:pt x="1972" y="226"/>
                    <a:pt x="1932" y="208"/>
                    <a:pt x="1816" y="183"/>
                  </a:cubicBezTo>
                  <a:cubicBezTo>
                    <a:pt x="1676" y="143"/>
                    <a:pt x="1565" y="83"/>
                    <a:pt x="1415" y="73"/>
                  </a:cubicBezTo>
                  <a:cubicBezTo>
                    <a:pt x="1399" y="72"/>
                    <a:pt x="1381" y="71"/>
                    <a:pt x="1361" y="71"/>
                  </a:cubicBezTo>
                  <a:cubicBezTo>
                    <a:pt x="1274" y="71"/>
                    <a:pt x="1151" y="79"/>
                    <a:pt x="1019" y="79"/>
                  </a:cubicBezTo>
                  <a:cubicBezTo>
                    <a:pt x="877" y="79"/>
                    <a:pt x="723" y="70"/>
                    <a:pt x="592" y="33"/>
                  </a:cubicBezTo>
                  <a:cubicBezTo>
                    <a:pt x="514" y="10"/>
                    <a:pt x="437" y="0"/>
                    <a:pt x="367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53" name="Google Shape;13453;p45"/>
            <p:cNvSpPr/>
            <p:nvPr/>
          </p:nvSpPr>
          <p:spPr>
            <a:xfrm>
              <a:off x="5635582" y="4159068"/>
              <a:ext cx="64324" cy="147878"/>
            </a:xfrm>
            <a:custGeom>
              <a:avLst/>
              <a:gdLst/>
              <a:ahLst/>
              <a:cxnLst/>
              <a:rect l="l" t="t" r="r" b="b"/>
              <a:pathLst>
                <a:path w="572" h="1315" extrusionOk="0">
                  <a:moveTo>
                    <a:pt x="562" y="0"/>
                  </a:moveTo>
                  <a:cubicBezTo>
                    <a:pt x="532" y="10"/>
                    <a:pt x="512" y="20"/>
                    <a:pt x="502" y="30"/>
                  </a:cubicBezTo>
                  <a:cubicBezTo>
                    <a:pt x="472" y="30"/>
                    <a:pt x="451" y="30"/>
                    <a:pt x="401" y="10"/>
                  </a:cubicBezTo>
                  <a:cubicBezTo>
                    <a:pt x="401" y="81"/>
                    <a:pt x="361" y="151"/>
                    <a:pt x="341" y="211"/>
                  </a:cubicBezTo>
                  <a:cubicBezTo>
                    <a:pt x="301" y="301"/>
                    <a:pt x="271" y="391"/>
                    <a:pt x="291" y="482"/>
                  </a:cubicBezTo>
                  <a:cubicBezTo>
                    <a:pt x="311" y="532"/>
                    <a:pt x="341" y="572"/>
                    <a:pt x="331" y="622"/>
                  </a:cubicBezTo>
                  <a:cubicBezTo>
                    <a:pt x="321" y="682"/>
                    <a:pt x="251" y="722"/>
                    <a:pt x="231" y="773"/>
                  </a:cubicBezTo>
                  <a:cubicBezTo>
                    <a:pt x="221" y="813"/>
                    <a:pt x="231" y="863"/>
                    <a:pt x="231" y="913"/>
                  </a:cubicBezTo>
                  <a:cubicBezTo>
                    <a:pt x="221" y="983"/>
                    <a:pt x="181" y="1043"/>
                    <a:pt x="130" y="1104"/>
                  </a:cubicBezTo>
                  <a:cubicBezTo>
                    <a:pt x="90" y="1154"/>
                    <a:pt x="40" y="1194"/>
                    <a:pt x="0" y="1254"/>
                  </a:cubicBezTo>
                  <a:lnTo>
                    <a:pt x="10" y="1244"/>
                  </a:lnTo>
                  <a:cubicBezTo>
                    <a:pt x="10" y="1244"/>
                    <a:pt x="10" y="1274"/>
                    <a:pt x="20" y="1314"/>
                  </a:cubicBezTo>
                  <a:cubicBezTo>
                    <a:pt x="70" y="1294"/>
                    <a:pt x="100" y="1274"/>
                    <a:pt x="141" y="1244"/>
                  </a:cubicBezTo>
                  <a:cubicBezTo>
                    <a:pt x="191" y="1204"/>
                    <a:pt x="241" y="1154"/>
                    <a:pt x="281" y="1104"/>
                  </a:cubicBezTo>
                  <a:cubicBezTo>
                    <a:pt x="301" y="973"/>
                    <a:pt x="331" y="863"/>
                    <a:pt x="361" y="833"/>
                  </a:cubicBezTo>
                  <a:cubicBezTo>
                    <a:pt x="391" y="793"/>
                    <a:pt x="462" y="722"/>
                    <a:pt x="512" y="712"/>
                  </a:cubicBezTo>
                  <a:cubicBezTo>
                    <a:pt x="512" y="682"/>
                    <a:pt x="512" y="652"/>
                    <a:pt x="512" y="622"/>
                  </a:cubicBezTo>
                  <a:cubicBezTo>
                    <a:pt x="482" y="512"/>
                    <a:pt x="391" y="412"/>
                    <a:pt x="431" y="301"/>
                  </a:cubicBezTo>
                  <a:cubicBezTo>
                    <a:pt x="441" y="261"/>
                    <a:pt x="472" y="221"/>
                    <a:pt x="502" y="191"/>
                  </a:cubicBezTo>
                  <a:cubicBezTo>
                    <a:pt x="502" y="171"/>
                    <a:pt x="512" y="151"/>
                    <a:pt x="522" y="121"/>
                  </a:cubicBezTo>
                  <a:cubicBezTo>
                    <a:pt x="542" y="91"/>
                    <a:pt x="562" y="60"/>
                    <a:pt x="572" y="30"/>
                  </a:cubicBezTo>
                  <a:lnTo>
                    <a:pt x="562" y="0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rgbClr val="E0D4C7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54" name="Google Shape;13454;p45"/>
            <p:cNvSpPr/>
            <p:nvPr/>
          </p:nvSpPr>
          <p:spPr>
            <a:xfrm>
              <a:off x="5742752" y="4196291"/>
              <a:ext cx="3486" cy="4611"/>
            </a:xfrm>
            <a:custGeom>
              <a:avLst/>
              <a:gdLst/>
              <a:ahLst/>
              <a:cxnLst/>
              <a:rect l="l" t="t" r="r" b="b"/>
              <a:pathLst>
                <a:path w="31" h="41" extrusionOk="0">
                  <a:moveTo>
                    <a:pt x="0" y="0"/>
                  </a:moveTo>
                  <a:lnTo>
                    <a:pt x="0" y="40"/>
                  </a:lnTo>
                  <a:cubicBezTo>
                    <a:pt x="20" y="40"/>
                    <a:pt x="30" y="10"/>
                    <a:pt x="30" y="0"/>
                  </a:cubicBezTo>
                  <a:close/>
                </a:path>
              </a:pathLst>
            </a:custGeom>
            <a:solidFill>
              <a:srgbClr val="2833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55" name="Google Shape;13455;p45"/>
            <p:cNvSpPr/>
            <p:nvPr/>
          </p:nvSpPr>
          <p:spPr>
            <a:xfrm>
              <a:off x="5660323" y="4154907"/>
              <a:ext cx="103571" cy="111668"/>
            </a:xfrm>
            <a:custGeom>
              <a:avLst/>
              <a:gdLst/>
              <a:ahLst/>
              <a:cxnLst/>
              <a:rect l="l" t="t" r="r" b="b"/>
              <a:pathLst>
                <a:path w="921" h="993" extrusionOk="0">
                  <a:moveTo>
                    <a:pt x="490" y="1"/>
                  </a:moveTo>
                  <a:cubicBezTo>
                    <a:pt x="410" y="1"/>
                    <a:pt x="343" y="24"/>
                    <a:pt x="312" y="47"/>
                  </a:cubicBezTo>
                  <a:cubicBezTo>
                    <a:pt x="262" y="77"/>
                    <a:pt x="242" y="107"/>
                    <a:pt x="231" y="107"/>
                  </a:cubicBezTo>
                  <a:cubicBezTo>
                    <a:pt x="206" y="107"/>
                    <a:pt x="165" y="63"/>
                    <a:pt x="110" y="63"/>
                  </a:cubicBezTo>
                  <a:cubicBezTo>
                    <a:pt x="101" y="63"/>
                    <a:pt x="91" y="64"/>
                    <a:pt x="81" y="67"/>
                  </a:cubicBezTo>
                  <a:cubicBezTo>
                    <a:pt x="11" y="87"/>
                    <a:pt x="1" y="158"/>
                    <a:pt x="21" y="208"/>
                  </a:cubicBezTo>
                  <a:cubicBezTo>
                    <a:pt x="51" y="258"/>
                    <a:pt x="181" y="288"/>
                    <a:pt x="181" y="308"/>
                  </a:cubicBezTo>
                  <a:cubicBezTo>
                    <a:pt x="191" y="328"/>
                    <a:pt x="181" y="469"/>
                    <a:pt x="191" y="559"/>
                  </a:cubicBezTo>
                  <a:cubicBezTo>
                    <a:pt x="211" y="659"/>
                    <a:pt x="242" y="719"/>
                    <a:pt x="352" y="790"/>
                  </a:cubicBezTo>
                  <a:cubicBezTo>
                    <a:pt x="392" y="820"/>
                    <a:pt x="532" y="900"/>
                    <a:pt x="562" y="940"/>
                  </a:cubicBezTo>
                  <a:cubicBezTo>
                    <a:pt x="589" y="966"/>
                    <a:pt x="622" y="992"/>
                    <a:pt x="676" y="992"/>
                  </a:cubicBezTo>
                  <a:cubicBezTo>
                    <a:pt x="685" y="992"/>
                    <a:pt x="694" y="992"/>
                    <a:pt x="703" y="990"/>
                  </a:cubicBezTo>
                  <a:cubicBezTo>
                    <a:pt x="773" y="980"/>
                    <a:pt x="763" y="950"/>
                    <a:pt x="763" y="950"/>
                  </a:cubicBezTo>
                  <a:cubicBezTo>
                    <a:pt x="793" y="940"/>
                    <a:pt x="833" y="900"/>
                    <a:pt x="823" y="850"/>
                  </a:cubicBezTo>
                  <a:cubicBezTo>
                    <a:pt x="813" y="800"/>
                    <a:pt x="783" y="719"/>
                    <a:pt x="773" y="629"/>
                  </a:cubicBezTo>
                  <a:cubicBezTo>
                    <a:pt x="753" y="549"/>
                    <a:pt x="733" y="368"/>
                    <a:pt x="733" y="368"/>
                  </a:cubicBezTo>
                  <a:lnTo>
                    <a:pt x="763" y="368"/>
                  </a:lnTo>
                  <a:cubicBezTo>
                    <a:pt x="763" y="368"/>
                    <a:pt x="763" y="348"/>
                    <a:pt x="743" y="318"/>
                  </a:cubicBezTo>
                  <a:cubicBezTo>
                    <a:pt x="723" y="278"/>
                    <a:pt x="733" y="248"/>
                    <a:pt x="733" y="248"/>
                  </a:cubicBezTo>
                  <a:cubicBezTo>
                    <a:pt x="733" y="248"/>
                    <a:pt x="883" y="238"/>
                    <a:pt x="904" y="168"/>
                  </a:cubicBezTo>
                  <a:cubicBezTo>
                    <a:pt x="921" y="107"/>
                    <a:pt x="886" y="53"/>
                    <a:pt x="837" y="53"/>
                  </a:cubicBezTo>
                  <a:cubicBezTo>
                    <a:pt x="829" y="53"/>
                    <a:pt x="821" y="55"/>
                    <a:pt x="813" y="57"/>
                  </a:cubicBezTo>
                  <a:cubicBezTo>
                    <a:pt x="763" y="77"/>
                    <a:pt x="703" y="97"/>
                    <a:pt x="703" y="97"/>
                  </a:cubicBezTo>
                  <a:cubicBezTo>
                    <a:pt x="703" y="97"/>
                    <a:pt x="653" y="27"/>
                    <a:pt x="562" y="7"/>
                  </a:cubicBezTo>
                  <a:cubicBezTo>
                    <a:pt x="538" y="3"/>
                    <a:pt x="513" y="1"/>
                    <a:pt x="490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rgbClr val="E0D4C7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56" name="Google Shape;13456;p45"/>
            <p:cNvSpPr/>
            <p:nvPr/>
          </p:nvSpPr>
          <p:spPr>
            <a:xfrm>
              <a:off x="5717900" y="4254880"/>
              <a:ext cx="30588" cy="11695"/>
            </a:xfrm>
            <a:custGeom>
              <a:avLst/>
              <a:gdLst/>
              <a:ahLst/>
              <a:cxnLst/>
              <a:rect l="l" t="t" r="r" b="b"/>
              <a:pathLst>
                <a:path w="272" h="104" extrusionOk="0">
                  <a:moveTo>
                    <a:pt x="0" y="1"/>
                  </a:moveTo>
                  <a:cubicBezTo>
                    <a:pt x="20" y="21"/>
                    <a:pt x="40" y="41"/>
                    <a:pt x="50" y="51"/>
                  </a:cubicBezTo>
                  <a:cubicBezTo>
                    <a:pt x="77" y="77"/>
                    <a:pt x="110" y="103"/>
                    <a:pt x="164" y="103"/>
                  </a:cubicBezTo>
                  <a:cubicBezTo>
                    <a:pt x="173" y="103"/>
                    <a:pt x="182" y="103"/>
                    <a:pt x="191" y="101"/>
                  </a:cubicBezTo>
                  <a:cubicBezTo>
                    <a:pt x="261" y="91"/>
                    <a:pt x="251" y="61"/>
                    <a:pt x="251" y="61"/>
                  </a:cubicBezTo>
                  <a:lnTo>
                    <a:pt x="271" y="51"/>
                  </a:lnTo>
                  <a:cubicBezTo>
                    <a:pt x="265" y="39"/>
                    <a:pt x="249" y="34"/>
                    <a:pt x="227" y="34"/>
                  </a:cubicBezTo>
                  <a:cubicBezTo>
                    <a:pt x="211" y="34"/>
                    <a:pt x="192" y="37"/>
                    <a:pt x="171" y="41"/>
                  </a:cubicBezTo>
                  <a:cubicBezTo>
                    <a:pt x="141" y="41"/>
                    <a:pt x="111" y="41"/>
                    <a:pt x="101" y="31"/>
                  </a:cubicBezTo>
                  <a:cubicBezTo>
                    <a:pt x="71" y="11"/>
                    <a:pt x="20" y="21"/>
                    <a:pt x="0" y="1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57" name="Google Shape;13457;p45"/>
            <p:cNvSpPr/>
            <p:nvPr/>
          </p:nvSpPr>
          <p:spPr>
            <a:xfrm>
              <a:off x="5721273" y="4157943"/>
              <a:ext cx="42620" cy="100422"/>
            </a:xfrm>
            <a:custGeom>
              <a:avLst/>
              <a:gdLst/>
              <a:ahLst/>
              <a:cxnLst/>
              <a:rect l="l" t="t" r="r" b="b"/>
              <a:pathLst>
                <a:path w="379" h="893" extrusionOk="0">
                  <a:moveTo>
                    <a:pt x="61" y="0"/>
                  </a:moveTo>
                  <a:cubicBezTo>
                    <a:pt x="51" y="30"/>
                    <a:pt x="31" y="70"/>
                    <a:pt x="20" y="111"/>
                  </a:cubicBezTo>
                  <a:cubicBezTo>
                    <a:pt x="0" y="171"/>
                    <a:pt x="31" y="201"/>
                    <a:pt x="61" y="251"/>
                  </a:cubicBezTo>
                  <a:cubicBezTo>
                    <a:pt x="121" y="361"/>
                    <a:pt x="161" y="502"/>
                    <a:pt x="161" y="622"/>
                  </a:cubicBezTo>
                  <a:cubicBezTo>
                    <a:pt x="171" y="692"/>
                    <a:pt x="171" y="753"/>
                    <a:pt x="191" y="813"/>
                  </a:cubicBezTo>
                  <a:cubicBezTo>
                    <a:pt x="201" y="843"/>
                    <a:pt x="231" y="873"/>
                    <a:pt x="261" y="893"/>
                  </a:cubicBezTo>
                  <a:cubicBezTo>
                    <a:pt x="271" y="873"/>
                    <a:pt x="281" y="853"/>
                    <a:pt x="281" y="823"/>
                  </a:cubicBezTo>
                  <a:cubicBezTo>
                    <a:pt x="271" y="773"/>
                    <a:pt x="241" y="692"/>
                    <a:pt x="231" y="602"/>
                  </a:cubicBezTo>
                  <a:cubicBezTo>
                    <a:pt x="211" y="522"/>
                    <a:pt x="191" y="341"/>
                    <a:pt x="191" y="341"/>
                  </a:cubicBezTo>
                  <a:lnTo>
                    <a:pt x="221" y="341"/>
                  </a:lnTo>
                  <a:cubicBezTo>
                    <a:pt x="221" y="341"/>
                    <a:pt x="221" y="321"/>
                    <a:pt x="201" y="291"/>
                  </a:cubicBezTo>
                  <a:cubicBezTo>
                    <a:pt x="181" y="251"/>
                    <a:pt x="191" y="221"/>
                    <a:pt x="191" y="221"/>
                  </a:cubicBezTo>
                  <a:cubicBezTo>
                    <a:pt x="191" y="221"/>
                    <a:pt x="341" y="211"/>
                    <a:pt x="362" y="141"/>
                  </a:cubicBezTo>
                  <a:cubicBezTo>
                    <a:pt x="379" y="80"/>
                    <a:pt x="344" y="26"/>
                    <a:pt x="295" y="26"/>
                  </a:cubicBezTo>
                  <a:cubicBezTo>
                    <a:pt x="287" y="26"/>
                    <a:pt x="279" y="28"/>
                    <a:pt x="271" y="30"/>
                  </a:cubicBezTo>
                  <a:cubicBezTo>
                    <a:pt x="221" y="50"/>
                    <a:pt x="161" y="70"/>
                    <a:pt x="161" y="70"/>
                  </a:cubicBezTo>
                  <a:cubicBezTo>
                    <a:pt x="161" y="70"/>
                    <a:pt x="131" y="20"/>
                    <a:pt x="61" y="0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58" name="Google Shape;13458;p45"/>
            <p:cNvSpPr/>
            <p:nvPr/>
          </p:nvSpPr>
          <p:spPr>
            <a:xfrm>
              <a:off x="5742752" y="4196291"/>
              <a:ext cx="6860" cy="562"/>
            </a:xfrm>
            <a:custGeom>
              <a:avLst/>
              <a:gdLst/>
              <a:ahLst/>
              <a:cxnLst/>
              <a:rect l="l" t="t" r="r" b="b"/>
              <a:pathLst>
                <a:path w="61" h="5" extrusionOk="0">
                  <a:moveTo>
                    <a:pt x="0" y="0"/>
                  </a:moveTo>
                  <a:cubicBezTo>
                    <a:pt x="10" y="4"/>
                    <a:pt x="20" y="5"/>
                    <a:pt x="29" y="5"/>
                  </a:cubicBezTo>
                  <a:cubicBezTo>
                    <a:pt x="47" y="5"/>
                    <a:pt x="60" y="0"/>
                    <a:pt x="60" y="0"/>
                  </a:cubicBezTo>
                  <a:close/>
                </a:path>
              </a:pathLst>
            </a:custGeom>
            <a:solidFill>
              <a:srgbClr val="2833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59" name="Google Shape;13459;p45"/>
            <p:cNvSpPr/>
            <p:nvPr/>
          </p:nvSpPr>
          <p:spPr>
            <a:xfrm>
              <a:off x="5741515" y="4164241"/>
              <a:ext cx="20467" cy="16306"/>
            </a:xfrm>
            <a:custGeom>
              <a:avLst/>
              <a:gdLst/>
              <a:ahLst/>
              <a:cxnLst/>
              <a:rect l="l" t="t" r="r" b="b"/>
              <a:pathLst>
                <a:path w="182" h="145" extrusionOk="0">
                  <a:moveTo>
                    <a:pt x="118" y="0"/>
                  </a:moveTo>
                  <a:cubicBezTo>
                    <a:pt x="102" y="0"/>
                    <a:pt x="84" y="5"/>
                    <a:pt x="61" y="14"/>
                  </a:cubicBezTo>
                  <a:cubicBezTo>
                    <a:pt x="1" y="45"/>
                    <a:pt x="1" y="115"/>
                    <a:pt x="1" y="145"/>
                  </a:cubicBezTo>
                  <a:cubicBezTo>
                    <a:pt x="1" y="145"/>
                    <a:pt x="71" y="145"/>
                    <a:pt x="121" y="125"/>
                  </a:cubicBezTo>
                  <a:cubicBezTo>
                    <a:pt x="171" y="105"/>
                    <a:pt x="182" y="55"/>
                    <a:pt x="161" y="24"/>
                  </a:cubicBezTo>
                  <a:cubicBezTo>
                    <a:pt x="150" y="8"/>
                    <a:pt x="136" y="0"/>
                    <a:pt x="118" y="0"/>
                  </a:cubicBezTo>
                  <a:close/>
                </a:path>
              </a:pathLst>
            </a:custGeom>
            <a:solidFill>
              <a:srgbClr val="986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60" name="Google Shape;13460;p45"/>
            <p:cNvSpPr/>
            <p:nvPr/>
          </p:nvSpPr>
          <p:spPr>
            <a:xfrm>
              <a:off x="5662572" y="4164578"/>
              <a:ext cx="24965" cy="22828"/>
            </a:xfrm>
            <a:custGeom>
              <a:avLst/>
              <a:gdLst/>
              <a:ahLst/>
              <a:cxnLst/>
              <a:rect l="l" t="t" r="r" b="b"/>
              <a:pathLst>
                <a:path w="222" h="203" extrusionOk="0">
                  <a:moveTo>
                    <a:pt x="90" y="1"/>
                  </a:moveTo>
                  <a:cubicBezTo>
                    <a:pt x="87" y="1"/>
                    <a:pt x="84" y="1"/>
                    <a:pt x="81" y="1"/>
                  </a:cubicBezTo>
                  <a:cubicBezTo>
                    <a:pt x="21" y="1"/>
                    <a:pt x="1" y="82"/>
                    <a:pt x="31" y="122"/>
                  </a:cubicBezTo>
                  <a:cubicBezTo>
                    <a:pt x="61" y="172"/>
                    <a:pt x="161" y="182"/>
                    <a:pt x="191" y="202"/>
                  </a:cubicBezTo>
                  <a:lnTo>
                    <a:pt x="171" y="162"/>
                  </a:lnTo>
                  <a:lnTo>
                    <a:pt x="201" y="172"/>
                  </a:lnTo>
                  <a:lnTo>
                    <a:pt x="151" y="122"/>
                  </a:lnTo>
                  <a:lnTo>
                    <a:pt x="151" y="122"/>
                  </a:lnTo>
                  <a:cubicBezTo>
                    <a:pt x="161" y="128"/>
                    <a:pt x="172" y="131"/>
                    <a:pt x="183" y="131"/>
                  </a:cubicBezTo>
                  <a:cubicBezTo>
                    <a:pt x="204" y="131"/>
                    <a:pt x="222" y="122"/>
                    <a:pt x="222" y="122"/>
                  </a:cubicBezTo>
                  <a:cubicBezTo>
                    <a:pt x="193" y="103"/>
                    <a:pt x="155" y="1"/>
                    <a:pt x="90" y="1"/>
                  </a:cubicBezTo>
                  <a:close/>
                </a:path>
              </a:pathLst>
            </a:custGeom>
            <a:solidFill>
              <a:srgbClr val="986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61" name="Google Shape;13461;p45"/>
            <p:cNvSpPr/>
            <p:nvPr/>
          </p:nvSpPr>
          <p:spPr>
            <a:xfrm>
              <a:off x="5703168" y="4191793"/>
              <a:ext cx="11470" cy="5735"/>
            </a:xfrm>
            <a:custGeom>
              <a:avLst/>
              <a:gdLst/>
              <a:ahLst/>
              <a:cxnLst/>
              <a:rect l="l" t="t" r="r" b="b"/>
              <a:pathLst>
                <a:path w="102" h="51" extrusionOk="0">
                  <a:moveTo>
                    <a:pt x="51" y="0"/>
                  </a:moveTo>
                  <a:cubicBezTo>
                    <a:pt x="21" y="0"/>
                    <a:pt x="1" y="30"/>
                    <a:pt x="1" y="30"/>
                  </a:cubicBezTo>
                  <a:lnTo>
                    <a:pt x="101" y="50"/>
                  </a:lnTo>
                  <a:cubicBezTo>
                    <a:pt x="91" y="30"/>
                    <a:pt x="71" y="0"/>
                    <a:pt x="51" y="0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62" name="Google Shape;13462;p45"/>
            <p:cNvSpPr/>
            <p:nvPr/>
          </p:nvSpPr>
          <p:spPr>
            <a:xfrm>
              <a:off x="5702044" y="4193592"/>
              <a:ext cx="12595" cy="3936"/>
            </a:xfrm>
            <a:custGeom>
              <a:avLst/>
              <a:gdLst/>
              <a:ahLst/>
              <a:cxnLst/>
              <a:rect l="l" t="t" r="r" b="b"/>
              <a:pathLst>
                <a:path w="112" h="35" extrusionOk="0">
                  <a:moveTo>
                    <a:pt x="1" y="4"/>
                  </a:moveTo>
                  <a:cubicBezTo>
                    <a:pt x="1" y="4"/>
                    <a:pt x="1" y="7"/>
                    <a:pt x="5" y="8"/>
                  </a:cubicBezTo>
                  <a:lnTo>
                    <a:pt x="5" y="8"/>
                  </a:lnTo>
                  <a:lnTo>
                    <a:pt x="1" y="4"/>
                  </a:lnTo>
                  <a:close/>
                  <a:moveTo>
                    <a:pt x="53" y="0"/>
                  </a:moveTo>
                  <a:cubicBezTo>
                    <a:pt x="46" y="0"/>
                    <a:pt x="39" y="2"/>
                    <a:pt x="31" y="4"/>
                  </a:cubicBezTo>
                  <a:cubicBezTo>
                    <a:pt x="21" y="8"/>
                    <a:pt x="14" y="9"/>
                    <a:pt x="10" y="9"/>
                  </a:cubicBezTo>
                  <a:cubicBezTo>
                    <a:pt x="8" y="9"/>
                    <a:pt x="6" y="8"/>
                    <a:pt x="5" y="8"/>
                  </a:cubicBezTo>
                  <a:lnTo>
                    <a:pt x="5" y="8"/>
                  </a:lnTo>
                  <a:lnTo>
                    <a:pt x="21" y="24"/>
                  </a:lnTo>
                  <a:lnTo>
                    <a:pt x="51" y="34"/>
                  </a:lnTo>
                  <a:lnTo>
                    <a:pt x="111" y="34"/>
                  </a:lnTo>
                  <a:cubicBezTo>
                    <a:pt x="96" y="12"/>
                    <a:pt x="76" y="0"/>
                    <a:pt x="53" y="0"/>
                  </a:cubicBezTo>
                  <a:close/>
                </a:path>
              </a:pathLst>
            </a:custGeom>
            <a:solidFill>
              <a:srgbClr val="2833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63" name="Google Shape;13463;p45"/>
            <p:cNvSpPr/>
            <p:nvPr/>
          </p:nvSpPr>
          <p:spPr>
            <a:xfrm>
              <a:off x="5704293" y="4194042"/>
              <a:ext cx="10346" cy="7984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3" y="0"/>
                  </a:moveTo>
                  <a:cubicBezTo>
                    <a:pt x="30" y="0"/>
                    <a:pt x="15" y="6"/>
                    <a:pt x="1" y="20"/>
                  </a:cubicBezTo>
                  <a:cubicBezTo>
                    <a:pt x="1" y="20"/>
                    <a:pt x="11" y="60"/>
                    <a:pt x="41" y="70"/>
                  </a:cubicBezTo>
                  <a:cubicBezTo>
                    <a:pt x="81" y="70"/>
                    <a:pt x="91" y="30"/>
                    <a:pt x="91" y="30"/>
                  </a:cubicBezTo>
                  <a:cubicBezTo>
                    <a:pt x="85" y="17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2833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64" name="Google Shape;13464;p45"/>
            <p:cNvSpPr/>
            <p:nvPr/>
          </p:nvSpPr>
          <p:spPr>
            <a:xfrm>
              <a:off x="5742752" y="4194379"/>
              <a:ext cx="3486" cy="2024"/>
            </a:xfrm>
            <a:custGeom>
              <a:avLst/>
              <a:gdLst/>
              <a:ahLst/>
              <a:cxnLst/>
              <a:rect l="l" t="t" r="r" b="b"/>
              <a:pathLst>
                <a:path w="31" h="18" extrusionOk="0">
                  <a:moveTo>
                    <a:pt x="8" y="0"/>
                  </a:moveTo>
                  <a:cubicBezTo>
                    <a:pt x="0" y="0"/>
                    <a:pt x="0" y="17"/>
                    <a:pt x="0" y="17"/>
                  </a:cubicBezTo>
                  <a:lnTo>
                    <a:pt x="30" y="17"/>
                  </a:lnTo>
                  <a:lnTo>
                    <a:pt x="20" y="7"/>
                  </a:lnTo>
                  <a:cubicBezTo>
                    <a:pt x="15" y="2"/>
                    <a:pt x="11" y="0"/>
                    <a:pt x="8" y="0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65" name="Google Shape;13465;p45"/>
            <p:cNvSpPr/>
            <p:nvPr/>
          </p:nvSpPr>
          <p:spPr>
            <a:xfrm>
              <a:off x="5740391" y="4173687"/>
              <a:ext cx="8097" cy="7872"/>
            </a:xfrm>
            <a:custGeom>
              <a:avLst/>
              <a:gdLst/>
              <a:ahLst/>
              <a:cxnLst/>
              <a:rect l="l" t="t" r="r" b="b"/>
              <a:pathLst>
                <a:path w="72" h="70" extrusionOk="0">
                  <a:moveTo>
                    <a:pt x="71" y="1"/>
                  </a:moveTo>
                  <a:cubicBezTo>
                    <a:pt x="41" y="1"/>
                    <a:pt x="1" y="21"/>
                    <a:pt x="1" y="31"/>
                  </a:cubicBezTo>
                  <a:cubicBezTo>
                    <a:pt x="1" y="31"/>
                    <a:pt x="7" y="69"/>
                    <a:pt x="10" y="69"/>
                  </a:cubicBezTo>
                  <a:cubicBezTo>
                    <a:pt x="11" y="69"/>
                    <a:pt x="11" y="67"/>
                    <a:pt x="11" y="61"/>
                  </a:cubicBezTo>
                  <a:cubicBezTo>
                    <a:pt x="21" y="31"/>
                    <a:pt x="71" y="1"/>
                    <a:pt x="71" y="1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66" name="Google Shape;13466;p45"/>
            <p:cNvSpPr/>
            <p:nvPr/>
          </p:nvSpPr>
          <p:spPr>
            <a:xfrm>
              <a:off x="5724647" y="4244534"/>
              <a:ext cx="29463" cy="17768"/>
            </a:xfrm>
            <a:custGeom>
              <a:avLst/>
              <a:gdLst/>
              <a:ahLst/>
              <a:cxnLst/>
              <a:rect l="l" t="t" r="r" b="b"/>
              <a:pathLst>
                <a:path w="262" h="158" extrusionOk="0">
                  <a:moveTo>
                    <a:pt x="82" y="1"/>
                  </a:moveTo>
                  <a:cubicBezTo>
                    <a:pt x="39" y="1"/>
                    <a:pt x="1" y="30"/>
                    <a:pt x="1" y="83"/>
                  </a:cubicBezTo>
                  <a:cubicBezTo>
                    <a:pt x="9" y="126"/>
                    <a:pt x="41" y="155"/>
                    <a:pt x="82" y="155"/>
                  </a:cubicBezTo>
                  <a:cubicBezTo>
                    <a:pt x="88" y="155"/>
                    <a:pt x="94" y="154"/>
                    <a:pt x="101" y="153"/>
                  </a:cubicBezTo>
                  <a:lnTo>
                    <a:pt x="151" y="153"/>
                  </a:lnTo>
                  <a:cubicBezTo>
                    <a:pt x="158" y="153"/>
                    <a:pt x="164" y="157"/>
                    <a:pt x="174" y="157"/>
                  </a:cubicBezTo>
                  <a:cubicBezTo>
                    <a:pt x="179" y="157"/>
                    <a:pt x="184" y="156"/>
                    <a:pt x="191" y="153"/>
                  </a:cubicBezTo>
                  <a:cubicBezTo>
                    <a:pt x="221" y="143"/>
                    <a:pt x="261" y="103"/>
                    <a:pt x="251" y="53"/>
                  </a:cubicBezTo>
                  <a:lnTo>
                    <a:pt x="241" y="23"/>
                  </a:lnTo>
                  <a:cubicBezTo>
                    <a:pt x="221" y="3"/>
                    <a:pt x="191" y="3"/>
                    <a:pt x="161" y="3"/>
                  </a:cubicBezTo>
                  <a:cubicBezTo>
                    <a:pt x="151" y="8"/>
                    <a:pt x="141" y="10"/>
                    <a:pt x="131" y="10"/>
                  </a:cubicBezTo>
                  <a:cubicBezTo>
                    <a:pt x="121" y="10"/>
                    <a:pt x="111" y="8"/>
                    <a:pt x="101" y="3"/>
                  </a:cubicBezTo>
                  <a:cubicBezTo>
                    <a:pt x="94" y="1"/>
                    <a:pt x="88" y="1"/>
                    <a:pt x="82" y="1"/>
                  </a:cubicBezTo>
                  <a:close/>
                </a:path>
              </a:pathLst>
            </a:custGeom>
            <a:solidFill>
              <a:srgbClr val="E0B9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67" name="Google Shape;13467;p45"/>
            <p:cNvSpPr/>
            <p:nvPr/>
          </p:nvSpPr>
          <p:spPr>
            <a:xfrm>
              <a:off x="5732519" y="4250382"/>
              <a:ext cx="3486" cy="5735"/>
            </a:xfrm>
            <a:custGeom>
              <a:avLst/>
              <a:gdLst/>
              <a:ahLst/>
              <a:cxnLst/>
              <a:rect l="l" t="t" r="r" b="b"/>
              <a:pathLst>
                <a:path w="31" h="51" extrusionOk="0">
                  <a:moveTo>
                    <a:pt x="1" y="1"/>
                  </a:moveTo>
                  <a:lnTo>
                    <a:pt x="11" y="31"/>
                  </a:lnTo>
                  <a:lnTo>
                    <a:pt x="31" y="51"/>
                  </a:lnTo>
                  <a:lnTo>
                    <a:pt x="31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3B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68" name="Google Shape;13468;p45"/>
            <p:cNvSpPr/>
            <p:nvPr/>
          </p:nvSpPr>
          <p:spPr>
            <a:xfrm>
              <a:off x="5748375" y="4250382"/>
              <a:ext cx="2362" cy="4611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20" y="1"/>
                  </a:moveTo>
                  <a:lnTo>
                    <a:pt x="0" y="21"/>
                  </a:lnTo>
                  <a:lnTo>
                    <a:pt x="0" y="41"/>
                  </a:lnTo>
                  <a:lnTo>
                    <a:pt x="20" y="2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593B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69" name="Google Shape;13469;p45"/>
            <p:cNvSpPr/>
            <p:nvPr/>
          </p:nvSpPr>
          <p:spPr>
            <a:xfrm>
              <a:off x="5725772" y="4254880"/>
              <a:ext cx="24965" cy="6972"/>
            </a:xfrm>
            <a:custGeom>
              <a:avLst/>
              <a:gdLst/>
              <a:ahLst/>
              <a:cxnLst/>
              <a:rect l="l" t="t" r="r" b="b"/>
              <a:pathLst>
                <a:path w="222" h="62" extrusionOk="0">
                  <a:moveTo>
                    <a:pt x="1" y="1"/>
                  </a:moveTo>
                  <a:cubicBezTo>
                    <a:pt x="1" y="41"/>
                    <a:pt x="31" y="61"/>
                    <a:pt x="71" y="61"/>
                  </a:cubicBezTo>
                  <a:lnTo>
                    <a:pt x="181" y="61"/>
                  </a:lnTo>
                  <a:cubicBezTo>
                    <a:pt x="201" y="51"/>
                    <a:pt x="211" y="41"/>
                    <a:pt x="221" y="31"/>
                  </a:cubicBezTo>
                  <a:lnTo>
                    <a:pt x="141" y="31"/>
                  </a:lnTo>
                  <a:cubicBezTo>
                    <a:pt x="121" y="31"/>
                    <a:pt x="91" y="41"/>
                    <a:pt x="71" y="41"/>
                  </a:cubicBez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5A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70" name="Google Shape;13470;p45"/>
            <p:cNvSpPr/>
            <p:nvPr/>
          </p:nvSpPr>
          <p:spPr>
            <a:xfrm>
              <a:off x="5680677" y="4197415"/>
              <a:ext cx="41833" cy="56452"/>
            </a:xfrm>
            <a:custGeom>
              <a:avLst/>
              <a:gdLst/>
              <a:ahLst/>
              <a:cxnLst/>
              <a:rect l="l" t="t" r="r" b="b"/>
              <a:pathLst>
                <a:path w="372" h="502" extrusionOk="0">
                  <a:moveTo>
                    <a:pt x="0" y="0"/>
                  </a:moveTo>
                  <a:cubicBezTo>
                    <a:pt x="10" y="50"/>
                    <a:pt x="10" y="131"/>
                    <a:pt x="10" y="181"/>
                  </a:cubicBezTo>
                  <a:cubicBezTo>
                    <a:pt x="30" y="281"/>
                    <a:pt x="61" y="341"/>
                    <a:pt x="171" y="412"/>
                  </a:cubicBezTo>
                  <a:cubicBezTo>
                    <a:pt x="201" y="432"/>
                    <a:pt x="261" y="462"/>
                    <a:pt x="311" y="502"/>
                  </a:cubicBezTo>
                  <a:cubicBezTo>
                    <a:pt x="331" y="482"/>
                    <a:pt x="351" y="452"/>
                    <a:pt x="341" y="422"/>
                  </a:cubicBezTo>
                  <a:cubicBezTo>
                    <a:pt x="331" y="412"/>
                    <a:pt x="321" y="391"/>
                    <a:pt x="321" y="371"/>
                  </a:cubicBezTo>
                  <a:cubicBezTo>
                    <a:pt x="321" y="341"/>
                    <a:pt x="371" y="321"/>
                    <a:pt x="361" y="291"/>
                  </a:cubicBezTo>
                  <a:cubicBezTo>
                    <a:pt x="361" y="271"/>
                    <a:pt x="341" y="261"/>
                    <a:pt x="331" y="251"/>
                  </a:cubicBezTo>
                  <a:cubicBezTo>
                    <a:pt x="311" y="251"/>
                    <a:pt x="291" y="251"/>
                    <a:pt x="281" y="241"/>
                  </a:cubicBezTo>
                  <a:cubicBezTo>
                    <a:pt x="241" y="221"/>
                    <a:pt x="221" y="181"/>
                    <a:pt x="201" y="141"/>
                  </a:cubicBezTo>
                  <a:cubicBezTo>
                    <a:pt x="191" y="101"/>
                    <a:pt x="181" y="50"/>
                    <a:pt x="141" y="30"/>
                  </a:cubicBezTo>
                  <a:cubicBezTo>
                    <a:pt x="101" y="10"/>
                    <a:pt x="50" y="10"/>
                    <a:pt x="1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71" name="Google Shape;13471;p45"/>
            <p:cNvSpPr/>
            <p:nvPr/>
          </p:nvSpPr>
          <p:spPr>
            <a:xfrm>
              <a:off x="5688549" y="4154907"/>
              <a:ext cx="57689" cy="83217"/>
            </a:xfrm>
            <a:custGeom>
              <a:avLst/>
              <a:gdLst/>
              <a:ahLst/>
              <a:cxnLst/>
              <a:rect l="l" t="t" r="r" b="b"/>
              <a:pathLst>
                <a:path w="513" h="740" extrusionOk="0">
                  <a:moveTo>
                    <a:pt x="239" y="1"/>
                  </a:moveTo>
                  <a:cubicBezTo>
                    <a:pt x="159" y="1"/>
                    <a:pt x="92" y="24"/>
                    <a:pt x="61" y="47"/>
                  </a:cubicBezTo>
                  <a:cubicBezTo>
                    <a:pt x="31" y="67"/>
                    <a:pt x="11" y="77"/>
                    <a:pt x="1" y="87"/>
                  </a:cubicBezTo>
                  <a:lnTo>
                    <a:pt x="31" y="107"/>
                  </a:lnTo>
                  <a:lnTo>
                    <a:pt x="71" y="107"/>
                  </a:lnTo>
                  <a:cubicBezTo>
                    <a:pt x="81" y="97"/>
                    <a:pt x="91" y="97"/>
                    <a:pt x="111" y="97"/>
                  </a:cubicBezTo>
                  <a:cubicBezTo>
                    <a:pt x="141" y="97"/>
                    <a:pt x="161" y="118"/>
                    <a:pt x="181" y="128"/>
                  </a:cubicBezTo>
                  <a:cubicBezTo>
                    <a:pt x="211" y="158"/>
                    <a:pt x="231" y="188"/>
                    <a:pt x="251" y="218"/>
                  </a:cubicBezTo>
                  <a:cubicBezTo>
                    <a:pt x="291" y="288"/>
                    <a:pt x="311" y="308"/>
                    <a:pt x="301" y="388"/>
                  </a:cubicBezTo>
                  <a:cubicBezTo>
                    <a:pt x="301" y="418"/>
                    <a:pt x="301" y="438"/>
                    <a:pt x="311" y="459"/>
                  </a:cubicBezTo>
                  <a:cubicBezTo>
                    <a:pt x="311" y="489"/>
                    <a:pt x="352" y="529"/>
                    <a:pt x="352" y="549"/>
                  </a:cubicBezTo>
                  <a:cubicBezTo>
                    <a:pt x="362" y="579"/>
                    <a:pt x="362" y="619"/>
                    <a:pt x="382" y="669"/>
                  </a:cubicBezTo>
                  <a:cubicBezTo>
                    <a:pt x="412" y="709"/>
                    <a:pt x="432" y="739"/>
                    <a:pt x="462" y="739"/>
                  </a:cubicBezTo>
                  <a:cubicBezTo>
                    <a:pt x="512" y="739"/>
                    <a:pt x="452" y="629"/>
                    <a:pt x="462" y="569"/>
                  </a:cubicBezTo>
                  <a:cubicBezTo>
                    <a:pt x="472" y="529"/>
                    <a:pt x="442" y="499"/>
                    <a:pt x="422" y="459"/>
                  </a:cubicBezTo>
                  <a:cubicBezTo>
                    <a:pt x="412" y="418"/>
                    <a:pt x="432" y="388"/>
                    <a:pt x="442" y="348"/>
                  </a:cubicBezTo>
                  <a:cubicBezTo>
                    <a:pt x="452" y="298"/>
                    <a:pt x="422" y="218"/>
                    <a:pt x="432" y="178"/>
                  </a:cubicBezTo>
                  <a:cubicBezTo>
                    <a:pt x="432" y="138"/>
                    <a:pt x="442" y="107"/>
                    <a:pt x="432" y="77"/>
                  </a:cubicBezTo>
                  <a:cubicBezTo>
                    <a:pt x="412" y="57"/>
                    <a:pt x="372" y="27"/>
                    <a:pt x="311" y="7"/>
                  </a:cubicBezTo>
                  <a:cubicBezTo>
                    <a:pt x="287" y="3"/>
                    <a:pt x="262" y="1"/>
                    <a:pt x="239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72" name="Google Shape;13472;p45"/>
            <p:cNvSpPr/>
            <p:nvPr/>
          </p:nvSpPr>
          <p:spPr>
            <a:xfrm>
              <a:off x="5706654" y="4196291"/>
              <a:ext cx="3486" cy="2362"/>
            </a:xfrm>
            <a:custGeom>
              <a:avLst/>
              <a:gdLst/>
              <a:ahLst/>
              <a:cxnLst/>
              <a:rect l="l" t="t" r="r" b="b"/>
              <a:pathLst>
                <a:path w="31" h="21" extrusionOk="0">
                  <a:moveTo>
                    <a:pt x="10" y="0"/>
                  </a:moveTo>
                  <a:lnTo>
                    <a:pt x="0" y="10"/>
                  </a:lnTo>
                  <a:lnTo>
                    <a:pt x="10" y="20"/>
                  </a:lnTo>
                  <a:lnTo>
                    <a:pt x="30" y="1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7C80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73" name="Google Shape;13473;p45"/>
            <p:cNvSpPr/>
            <p:nvPr/>
          </p:nvSpPr>
          <p:spPr>
            <a:xfrm>
              <a:off x="5710028" y="4199665"/>
              <a:ext cx="1237" cy="1237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0" y="10"/>
                  </a:lnTo>
                  <a:lnTo>
                    <a:pt x="1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80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74" name="Google Shape;13474;p45"/>
            <p:cNvSpPr/>
            <p:nvPr/>
          </p:nvSpPr>
          <p:spPr>
            <a:xfrm>
              <a:off x="5460827" y="4178523"/>
              <a:ext cx="74445" cy="58477"/>
            </a:xfrm>
            <a:custGeom>
              <a:avLst/>
              <a:gdLst/>
              <a:ahLst/>
              <a:cxnLst/>
              <a:rect l="l" t="t" r="r" b="b"/>
              <a:pathLst>
                <a:path w="662" h="520" extrusionOk="0">
                  <a:moveTo>
                    <a:pt x="126" y="1"/>
                  </a:moveTo>
                  <a:cubicBezTo>
                    <a:pt x="60" y="1"/>
                    <a:pt x="1" y="39"/>
                    <a:pt x="29" y="118"/>
                  </a:cubicBezTo>
                  <a:cubicBezTo>
                    <a:pt x="39" y="158"/>
                    <a:pt x="70" y="188"/>
                    <a:pt x="70" y="228"/>
                  </a:cubicBezTo>
                  <a:cubicBezTo>
                    <a:pt x="70" y="289"/>
                    <a:pt x="39" y="349"/>
                    <a:pt x="80" y="389"/>
                  </a:cubicBezTo>
                  <a:cubicBezTo>
                    <a:pt x="100" y="409"/>
                    <a:pt x="140" y="419"/>
                    <a:pt x="170" y="419"/>
                  </a:cubicBezTo>
                  <a:cubicBezTo>
                    <a:pt x="230" y="419"/>
                    <a:pt x="290" y="399"/>
                    <a:pt x="350" y="399"/>
                  </a:cubicBezTo>
                  <a:cubicBezTo>
                    <a:pt x="421" y="409"/>
                    <a:pt x="451" y="519"/>
                    <a:pt x="521" y="519"/>
                  </a:cubicBezTo>
                  <a:lnTo>
                    <a:pt x="631" y="489"/>
                  </a:lnTo>
                  <a:cubicBezTo>
                    <a:pt x="661" y="479"/>
                    <a:pt x="611" y="399"/>
                    <a:pt x="601" y="369"/>
                  </a:cubicBezTo>
                  <a:cubicBezTo>
                    <a:pt x="571" y="299"/>
                    <a:pt x="511" y="249"/>
                    <a:pt x="441" y="249"/>
                  </a:cubicBezTo>
                  <a:cubicBezTo>
                    <a:pt x="424" y="249"/>
                    <a:pt x="406" y="250"/>
                    <a:pt x="389" y="250"/>
                  </a:cubicBezTo>
                  <a:cubicBezTo>
                    <a:pt x="354" y="250"/>
                    <a:pt x="320" y="245"/>
                    <a:pt x="300" y="218"/>
                  </a:cubicBezTo>
                  <a:cubicBezTo>
                    <a:pt x="280" y="198"/>
                    <a:pt x="280" y="158"/>
                    <a:pt x="280" y="128"/>
                  </a:cubicBezTo>
                  <a:cubicBezTo>
                    <a:pt x="270" y="88"/>
                    <a:pt x="240" y="48"/>
                    <a:pt x="200" y="18"/>
                  </a:cubicBezTo>
                  <a:cubicBezTo>
                    <a:pt x="178" y="7"/>
                    <a:pt x="151" y="1"/>
                    <a:pt x="126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75" name="Google Shape;13475;p45"/>
            <p:cNvSpPr/>
            <p:nvPr/>
          </p:nvSpPr>
          <p:spPr>
            <a:xfrm>
              <a:off x="5552028" y="4228116"/>
              <a:ext cx="36211" cy="112680"/>
            </a:xfrm>
            <a:custGeom>
              <a:avLst/>
              <a:gdLst/>
              <a:ahLst/>
              <a:cxnLst/>
              <a:rect l="l" t="t" r="r" b="b"/>
              <a:pathLst>
                <a:path w="322" h="1002" extrusionOk="0">
                  <a:moveTo>
                    <a:pt x="105" y="1"/>
                  </a:moveTo>
                  <a:cubicBezTo>
                    <a:pt x="78" y="1"/>
                    <a:pt x="49" y="14"/>
                    <a:pt x="31" y="38"/>
                  </a:cubicBezTo>
                  <a:cubicBezTo>
                    <a:pt x="1" y="78"/>
                    <a:pt x="21" y="129"/>
                    <a:pt x="31" y="169"/>
                  </a:cubicBezTo>
                  <a:cubicBezTo>
                    <a:pt x="61" y="269"/>
                    <a:pt x="151" y="439"/>
                    <a:pt x="151" y="439"/>
                  </a:cubicBezTo>
                  <a:cubicBezTo>
                    <a:pt x="161" y="470"/>
                    <a:pt x="262" y="750"/>
                    <a:pt x="252" y="831"/>
                  </a:cubicBezTo>
                  <a:cubicBezTo>
                    <a:pt x="252" y="881"/>
                    <a:pt x="252" y="951"/>
                    <a:pt x="262" y="1001"/>
                  </a:cubicBezTo>
                  <a:cubicBezTo>
                    <a:pt x="302" y="971"/>
                    <a:pt x="322" y="911"/>
                    <a:pt x="322" y="861"/>
                  </a:cubicBezTo>
                  <a:cubicBezTo>
                    <a:pt x="312" y="821"/>
                    <a:pt x="292" y="780"/>
                    <a:pt x="282" y="740"/>
                  </a:cubicBezTo>
                  <a:cubicBezTo>
                    <a:pt x="262" y="670"/>
                    <a:pt x="252" y="600"/>
                    <a:pt x="252" y="530"/>
                  </a:cubicBezTo>
                  <a:cubicBezTo>
                    <a:pt x="242" y="490"/>
                    <a:pt x="242" y="449"/>
                    <a:pt x="262" y="419"/>
                  </a:cubicBezTo>
                  <a:cubicBezTo>
                    <a:pt x="272" y="399"/>
                    <a:pt x="292" y="379"/>
                    <a:pt x="292" y="349"/>
                  </a:cubicBezTo>
                  <a:cubicBezTo>
                    <a:pt x="292" y="309"/>
                    <a:pt x="242" y="269"/>
                    <a:pt x="211" y="229"/>
                  </a:cubicBezTo>
                  <a:cubicBezTo>
                    <a:pt x="181" y="169"/>
                    <a:pt x="211" y="68"/>
                    <a:pt x="151" y="18"/>
                  </a:cubicBezTo>
                  <a:cubicBezTo>
                    <a:pt x="139" y="6"/>
                    <a:pt x="123" y="1"/>
                    <a:pt x="105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76" name="Google Shape;13476;p45"/>
            <p:cNvSpPr/>
            <p:nvPr/>
          </p:nvSpPr>
          <p:spPr>
            <a:xfrm>
              <a:off x="5568364" y="4182922"/>
              <a:ext cx="74558" cy="83891"/>
            </a:xfrm>
            <a:custGeom>
              <a:avLst/>
              <a:gdLst/>
              <a:ahLst/>
              <a:cxnLst/>
              <a:rect l="l" t="t" r="r" b="b"/>
              <a:pathLst>
                <a:path w="663" h="746" extrusionOk="0">
                  <a:moveTo>
                    <a:pt x="287" y="0"/>
                  </a:moveTo>
                  <a:cubicBezTo>
                    <a:pt x="255" y="0"/>
                    <a:pt x="222" y="5"/>
                    <a:pt x="191" y="13"/>
                  </a:cubicBezTo>
                  <a:cubicBezTo>
                    <a:pt x="141" y="33"/>
                    <a:pt x="51" y="63"/>
                    <a:pt x="20" y="103"/>
                  </a:cubicBezTo>
                  <a:cubicBezTo>
                    <a:pt x="0" y="133"/>
                    <a:pt x="10" y="133"/>
                    <a:pt x="30" y="133"/>
                  </a:cubicBezTo>
                  <a:cubicBezTo>
                    <a:pt x="71" y="133"/>
                    <a:pt x="101" y="133"/>
                    <a:pt x="141" y="143"/>
                  </a:cubicBezTo>
                  <a:cubicBezTo>
                    <a:pt x="181" y="153"/>
                    <a:pt x="221" y="183"/>
                    <a:pt x="221" y="233"/>
                  </a:cubicBezTo>
                  <a:cubicBezTo>
                    <a:pt x="211" y="244"/>
                    <a:pt x="201" y="264"/>
                    <a:pt x="201" y="274"/>
                  </a:cubicBezTo>
                  <a:cubicBezTo>
                    <a:pt x="181" y="324"/>
                    <a:pt x="211" y="394"/>
                    <a:pt x="271" y="404"/>
                  </a:cubicBezTo>
                  <a:cubicBezTo>
                    <a:pt x="301" y="404"/>
                    <a:pt x="321" y="394"/>
                    <a:pt x="351" y="394"/>
                  </a:cubicBezTo>
                  <a:cubicBezTo>
                    <a:pt x="382" y="394"/>
                    <a:pt x="412" y="394"/>
                    <a:pt x="432" y="414"/>
                  </a:cubicBezTo>
                  <a:cubicBezTo>
                    <a:pt x="462" y="434"/>
                    <a:pt x="462" y="474"/>
                    <a:pt x="472" y="504"/>
                  </a:cubicBezTo>
                  <a:cubicBezTo>
                    <a:pt x="482" y="575"/>
                    <a:pt x="552" y="605"/>
                    <a:pt x="502" y="745"/>
                  </a:cubicBezTo>
                  <a:cubicBezTo>
                    <a:pt x="582" y="725"/>
                    <a:pt x="662" y="605"/>
                    <a:pt x="662" y="534"/>
                  </a:cubicBezTo>
                  <a:cubicBezTo>
                    <a:pt x="662" y="474"/>
                    <a:pt x="622" y="414"/>
                    <a:pt x="592" y="354"/>
                  </a:cubicBezTo>
                  <a:cubicBezTo>
                    <a:pt x="572" y="294"/>
                    <a:pt x="552" y="244"/>
                    <a:pt x="532" y="183"/>
                  </a:cubicBezTo>
                  <a:cubicBezTo>
                    <a:pt x="512" y="123"/>
                    <a:pt x="482" y="73"/>
                    <a:pt x="432" y="43"/>
                  </a:cubicBezTo>
                  <a:cubicBezTo>
                    <a:pt x="389" y="12"/>
                    <a:pt x="338" y="0"/>
                    <a:pt x="287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rgbClr val="E0D4C7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77" name="Google Shape;13477;p45"/>
            <p:cNvSpPr/>
            <p:nvPr/>
          </p:nvSpPr>
          <p:spPr>
            <a:xfrm>
              <a:off x="5505809" y="4392526"/>
              <a:ext cx="1237" cy="6860"/>
            </a:xfrm>
            <a:custGeom>
              <a:avLst/>
              <a:gdLst/>
              <a:ahLst/>
              <a:cxnLst/>
              <a:rect l="l" t="t" r="r" b="b"/>
              <a:pathLst>
                <a:path w="11" h="61" extrusionOk="0">
                  <a:moveTo>
                    <a:pt x="1" y="1"/>
                  </a:moveTo>
                  <a:cubicBezTo>
                    <a:pt x="1" y="18"/>
                    <a:pt x="8" y="36"/>
                    <a:pt x="10" y="47"/>
                  </a:cubicBezTo>
                  <a:lnTo>
                    <a:pt x="10" y="47"/>
                  </a:lnTo>
                  <a:cubicBezTo>
                    <a:pt x="9" y="35"/>
                    <a:pt x="7" y="20"/>
                    <a:pt x="1" y="1"/>
                  </a:cubicBezTo>
                  <a:close/>
                  <a:moveTo>
                    <a:pt x="10" y="47"/>
                  </a:moveTo>
                  <a:cubicBezTo>
                    <a:pt x="11" y="52"/>
                    <a:pt x="11" y="57"/>
                    <a:pt x="11" y="6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49"/>
                    <a:pt x="10" y="48"/>
                    <a:pt x="10" y="47"/>
                  </a:cubicBezTo>
                  <a:close/>
                </a:path>
              </a:pathLst>
            </a:custGeom>
            <a:solidFill>
              <a:srgbClr val="8D9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78" name="Google Shape;13478;p45"/>
            <p:cNvSpPr/>
            <p:nvPr/>
          </p:nvSpPr>
          <p:spPr>
            <a:xfrm>
              <a:off x="5478707" y="4383530"/>
              <a:ext cx="20467" cy="18105"/>
            </a:xfrm>
            <a:custGeom>
              <a:avLst/>
              <a:gdLst/>
              <a:ahLst/>
              <a:cxnLst/>
              <a:rect l="l" t="t" r="r" b="b"/>
              <a:pathLst>
                <a:path w="182" h="161" extrusionOk="0">
                  <a:moveTo>
                    <a:pt x="11" y="0"/>
                  </a:moveTo>
                  <a:cubicBezTo>
                    <a:pt x="1" y="40"/>
                    <a:pt x="1" y="61"/>
                    <a:pt x="31" y="101"/>
                  </a:cubicBezTo>
                  <a:cubicBezTo>
                    <a:pt x="49" y="137"/>
                    <a:pt x="116" y="157"/>
                    <a:pt x="166" y="160"/>
                  </a:cubicBezTo>
                  <a:lnTo>
                    <a:pt x="166" y="160"/>
                  </a:lnTo>
                  <a:cubicBezTo>
                    <a:pt x="156" y="159"/>
                    <a:pt x="144" y="157"/>
                    <a:pt x="131" y="151"/>
                  </a:cubicBezTo>
                  <a:cubicBezTo>
                    <a:pt x="131" y="121"/>
                    <a:pt x="131" y="71"/>
                    <a:pt x="131" y="10"/>
                  </a:cubicBezTo>
                  <a:cubicBezTo>
                    <a:pt x="101" y="10"/>
                    <a:pt x="51" y="0"/>
                    <a:pt x="11" y="0"/>
                  </a:cubicBezTo>
                  <a:close/>
                  <a:moveTo>
                    <a:pt x="166" y="160"/>
                  </a:moveTo>
                  <a:cubicBezTo>
                    <a:pt x="172" y="161"/>
                    <a:pt x="178" y="161"/>
                    <a:pt x="181" y="161"/>
                  </a:cubicBezTo>
                  <a:cubicBezTo>
                    <a:pt x="176" y="161"/>
                    <a:pt x="171" y="161"/>
                    <a:pt x="166" y="1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79" name="Google Shape;13479;p45"/>
            <p:cNvSpPr/>
            <p:nvPr/>
          </p:nvSpPr>
          <p:spPr>
            <a:xfrm>
              <a:off x="5493439" y="4384654"/>
              <a:ext cx="13607" cy="16981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0" y="0"/>
                  </a:moveTo>
                  <a:cubicBezTo>
                    <a:pt x="0" y="61"/>
                    <a:pt x="0" y="111"/>
                    <a:pt x="0" y="141"/>
                  </a:cubicBezTo>
                  <a:cubicBezTo>
                    <a:pt x="20" y="151"/>
                    <a:pt x="40" y="151"/>
                    <a:pt x="50" y="151"/>
                  </a:cubicBezTo>
                  <a:cubicBezTo>
                    <a:pt x="70" y="151"/>
                    <a:pt x="91" y="141"/>
                    <a:pt x="111" y="141"/>
                  </a:cubicBezTo>
                  <a:cubicBezTo>
                    <a:pt x="111" y="141"/>
                    <a:pt x="121" y="131"/>
                    <a:pt x="121" y="13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11"/>
                    <a:pt x="111" y="91"/>
                    <a:pt x="111" y="71"/>
                  </a:cubicBezTo>
                  <a:cubicBezTo>
                    <a:pt x="111" y="51"/>
                    <a:pt x="101" y="40"/>
                    <a:pt x="101" y="20"/>
                  </a:cubicBezTo>
                  <a:lnTo>
                    <a:pt x="80" y="10"/>
                  </a:lnTo>
                  <a:cubicBezTo>
                    <a:pt x="50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80" name="Google Shape;13480;p45"/>
            <p:cNvSpPr/>
            <p:nvPr/>
          </p:nvSpPr>
          <p:spPr>
            <a:xfrm>
              <a:off x="5468586" y="4279733"/>
              <a:ext cx="36211" cy="107282"/>
            </a:xfrm>
            <a:custGeom>
              <a:avLst/>
              <a:gdLst/>
              <a:ahLst/>
              <a:cxnLst/>
              <a:rect l="l" t="t" r="r" b="b"/>
              <a:pathLst>
                <a:path w="322" h="954" extrusionOk="0">
                  <a:moveTo>
                    <a:pt x="1" y="1"/>
                  </a:moveTo>
                  <a:lnTo>
                    <a:pt x="1" y="21"/>
                  </a:lnTo>
                  <a:cubicBezTo>
                    <a:pt x="11" y="151"/>
                    <a:pt x="11" y="201"/>
                    <a:pt x="51" y="342"/>
                  </a:cubicBezTo>
                  <a:cubicBezTo>
                    <a:pt x="91" y="482"/>
                    <a:pt x="111" y="683"/>
                    <a:pt x="111" y="803"/>
                  </a:cubicBezTo>
                  <a:cubicBezTo>
                    <a:pt x="111" y="853"/>
                    <a:pt x="101" y="893"/>
                    <a:pt x="101" y="923"/>
                  </a:cubicBezTo>
                  <a:cubicBezTo>
                    <a:pt x="131" y="923"/>
                    <a:pt x="201" y="933"/>
                    <a:pt x="221" y="933"/>
                  </a:cubicBezTo>
                  <a:cubicBezTo>
                    <a:pt x="241" y="933"/>
                    <a:pt x="271" y="933"/>
                    <a:pt x="301" y="943"/>
                  </a:cubicBezTo>
                  <a:lnTo>
                    <a:pt x="322" y="953"/>
                  </a:lnTo>
                  <a:cubicBezTo>
                    <a:pt x="322" y="933"/>
                    <a:pt x="312" y="923"/>
                    <a:pt x="312" y="903"/>
                  </a:cubicBezTo>
                  <a:cubicBezTo>
                    <a:pt x="291" y="853"/>
                    <a:pt x="261" y="693"/>
                    <a:pt x="241" y="572"/>
                  </a:cubicBezTo>
                  <a:cubicBezTo>
                    <a:pt x="221" y="542"/>
                    <a:pt x="201" y="502"/>
                    <a:pt x="201" y="472"/>
                  </a:cubicBezTo>
                  <a:cubicBezTo>
                    <a:pt x="201" y="422"/>
                    <a:pt x="211" y="372"/>
                    <a:pt x="201" y="321"/>
                  </a:cubicBezTo>
                  <a:cubicBezTo>
                    <a:pt x="171" y="271"/>
                    <a:pt x="101" y="241"/>
                    <a:pt x="91" y="181"/>
                  </a:cubicBezTo>
                  <a:cubicBezTo>
                    <a:pt x="81" y="161"/>
                    <a:pt x="91" y="131"/>
                    <a:pt x="91" y="101"/>
                  </a:cubicBezTo>
                  <a:cubicBezTo>
                    <a:pt x="81" y="71"/>
                    <a:pt x="41" y="1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81" name="Google Shape;13481;p45"/>
            <p:cNvSpPr/>
            <p:nvPr/>
          </p:nvSpPr>
          <p:spPr>
            <a:xfrm>
              <a:off x="5505809" y="4391402"/>
              <a:ext cx="112" cy="11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82" name="Google Shape;13482;p45"/>
            <p:cNvSpPr/>
            <p:nvPr/>
          </p:nvSpPr>
          <p:spPr>
            <a:xfrm>
              <a:off x="5505809" y="4389153"/>
              <a:ext cx="112" cy="1237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83" name="Google Shape;13483;p45"/>
            <p:cNvSpPr/>
            <p:nvPr/>
          </p:nvSpPr>
          <p:spPr>
            <a:xfrm>
              <a:off x="5505809" y="4392526"/>
              <a:ext cx="112" cy="11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84" name="Google Shape;13484;p45"/>
            <p:cNvSpPr/>
            <p:nvPr/>
          </p:nvSpPr>
          <p:spPr>
            <a:xfrm>
              <a:off x="5504684" y="4388028"/>
              <a:ext cx="112" cy="1237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85" name="Google Shape;13485;p45"/>
            <p:cNvSpPr/>
            <p:nvPr/>
          </p:nvSpPr>
          <p:spPr>
            <a:xfrm>
              <a:off x="5483205" y="4306835"/>
              <a:ext cx="21591" cy="80180"/>
            </a:xfrm>
            <a:custGeom>
              <a:avLst/>
              <a:gdLst/>
              <a:ahLst/>
              <a:cxnLst/>
              <a:rect l="l" t="t" r="r" b="b"/>
              <a:pathLst>
                <a:path w="192" h="713" extrusionOk="0">
                  <a:moveTo>
                    <a:pt x="1" y="0"/>
                  </a:moveTo>
                  <a:cubicBezTo>
                    <a:pt x="1" y="60"/>
                    <a:pt x="11" y="101"/>
                    <a:pt x="11" y="131"/>
                  </a:cubicBezTo>
                  <a:cubicBezTo>
                    <a:pt x="41" y="251"/>
                    <a:pt x="71" y="512"/>
                    <a:pt x="91" y="692"/>
                  </a:cubicBezTo>
                  <a:cubicBezTo>
                    <a:pt x="111" y="692"/>
                    <a:pt x="141" y="692"/>
                    <a:pt x="171" y="702"/>
                  </a:cubicBezTo>
                  <a:lnTo>
                    <a:pt x="192" y="712"/>
                  </a:lnTo>
                  <a:cubicBezTo>
                    <a:pt x="192" y="692"/>
                    <a:pt x="182" y="682"/>
                    <a:pt x="182" y="662"/>
                  </a:cubicBezTo>
                  <a:cubicBezTo>
                    <a:pt x="161" y="612"/>
                    <a:pt x="131" y="452"/>
                    <a:pt x="111" y="331"/>
                  </a:cubicBezTo>
                  <a:cubicBezTo>
                    <a:pt x="91" y="301"/>
                    <a:pt x="71" y="261"/>
                    <a:pt x="71" y="231"/>
                  </a:cubicBezTo>
                  <a:cubicBezTo>
                    <a:pt x="71" y="181"/>
                    <a:pt x="81" y="131"/>
                    <a:pt x="71" y="80"/>
                  </a:cubicBezTo>
                  <a:cubicBezTo>
                    <a:pt x="51" y="50"/>
                    <a:pt x="21" y="30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86" name="Google Shape;13486;p45"/>
            <p:cNvSpPr/>
            <p:nvPr/>
          </p:nvSpPr>
          <p:spPr>
            <a:xfrm>
              <a:off x="5504684" y="4386904"/>
              <a:ext cx="112" cy="11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87" name="Google Shape;13487;p45"/>
            <p:cNvSpPr/>
            <p:nvPr/>
          </p:nvSpPr>
          <p:spPr>
            <a:xfrm>
              <a:off x="5649077" y="4346307"/>
              <a:ext cx="26090" cy="51617"/>
            </a:xfrm>
            <a:custGeom>
              <a:avLst/>
              <a:gdLst/>
              <a:ahLst/>
              <a:cxnLst/>
              <a:rect l="l" t="t" r="r" b="b"/>
              <a:pathLst>
                <a:path w="232" h="459" extrusionOk="0">
                  <a:moveTo>
                    <a:pt x="0" y="0"/>
                  </a:moveTo>
                  <a:lnTo>
                    <a:pt x="0" y="0"/>
                  </a:lnTo>
                  <a:cubicBezTo>
                    <a:pt x="10" y="30"/>
                    <a:pt x="10" y="71"/>
                    <a:pt x="21" y="91"/>
                  </a:cubicBezTo>
                  <a:cubicBezTo>
                    <a:pt x="31" y="161"/>
                    <a:pt x="71" y="321"/>
                    <a:pt x="91" y="422"/>
                  </a:cubicBezTo>
                  <a:cubicBezTo>
                    <a:pt x="115" y="440"/>
                    <a:pt x="151" y="458"/>
                    <a:pt x="180" y="458"/>
                  </a:cubicBezTo>
                  <a:cubicBezTo>
                    <a:pt x="198" y="458"/>
                    <a:pt x="213" y="451"/>
                    <a:pt x="221" y="432"/>
                  </a:cubicBezTo>
                  <a:cubicBezTo>
                    <a:pt x="231" y="392"/>
                    <a:pt x="201" y="341"/>
                    <a:pt x="181" y="301"/>
                  </a:cubicBezTo>
                  <a:cubicBezTo>
                    <a:pt x="151" y="251"/>
                    <a:pt x="121" y="201"/>
                    <a:pt x="101" y="151"/>
                  </a:cubicBezTo>
                  <a:cubicBezTo>
                    <a:pt x="81" y="111"/>
                    <a:pt x="51" y="30"/>
                    <a:pt x="10" y="1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88" name="Google Shape;13488;p45"/>
            <p:cNvSpPr/>
            <p:nvPr/>
          </p:nvSpPr>
          <p:spPr>
            <a:xfrm>
              <a:off x="5665945" y="4373409"/>
              <a:ext cx="10346" cy="23728"/>
            </a:xfrm>
            <a:custGeom>
              <a:avLst/>
              <a:gdLst/>
              <a:ahLst/>
              <a:cxnLst/>
              <a:rect l="l" t="t" r="r" b="b"/>
              <a:pathLst>
                <a:path w="92" h="211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70"/>
                    <a:pt x="31" y="140"/>
                    <a:pt x="51" y="211"/>
                  </a:cubicBezTo>
                  <a:lnTo>
                    <a:pt x="81" y="191"/>
                  </a:lnTo>
                  <a:cubicBezTo>
                    <a:pt x="91" y="140"/>
                    <a:pt x="51" y="100"/>
                    <a:pt x="31" y="60"/>
                  </a:cubicBezTo>
                  <a:cubicBezTo>
                    <a:pt x="21" y="40"/>
                    <a:pt x="11" y="20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89" name="Google Shape;13489;p45"/>
            <p:cNvSpPr/>
            <p:nvPr/>
          </p:nvSpPr>
          <p:spPr>
            <a:xfrm>
              <a:off x="5603982" y="4156594"/>
              <a:ext cx="50830" cy="50155"/>
            </a:xfrm>
            <a:custGeom>
              <a:avLst/>
              <a:gdLst/>
              <a:ahLst/>
              <a:cxnLst/>
              <a:rect l="l" t="t" r="r" b="b"/>
              <a:pathLst>
                <a:path w="452" h="446" extrusionOk="0">
                  <a:moveTo>
                    <a:pt x="180" y="0"/>
                  </a:moveTo>
                  <a:cubicBezTo>
                    <a:pt x="174" y="0"/>
                    <a:pt x="168" y="1"/>
                    <a:pt x="161" y="2"/>
                  </a:cubicBezTo>
                  <a:cubicBezTo>
                    <a:pt x="80" y="12"/>
                    <a:pt x="0" y="72"/>
                    <a:pt x="40" y="163"/>
                  </a:cubicBezTo>
                  <a:cubicBezTo>
                    <a:pt x="60" y="193"/>
                    <a:pt x="91" y="223"/>
                    <a:pt x="121" y="243"/>
                  </a:cubicBezTo>
                  <a:cubicBezTo>
                    <a:pt x="151" y="263"/>
                    <a:pt x="181" y="283"/>
                    <a:pt x="211" y="313"/>
                  </a:cubicBezTo>
                  <a:cubicBezTo>
                    <a:pt x="241" y="333"/>
                    <a:pt x="271" y="373"/>
                    <a:pt x="301" y="403"/>
                  </a:cubicBezTo>
                  <a:cubicBezTo>
                    <a:pt x="327" y="421"/>
                    <a:pt x="361" y="446"/>
                    <a:pt x="395" y="446"/>
                  </a:cubicBezTo>
                  <a:cubicBezTo>
                    <a:pt x="401" y="446"/>
                    <a:pt x="406" y="445"/>
                    <a:pt x="411" y="444"/>
                  </a:cubicBezTo>
                  <a:cubicBezTo>
                    <a:pt x="432" y="434"/>
                    <a:pt x="452" y="423"/>
                    <a:pt x="452" y="403"/>
                  </a:cubicBezTo>
                  <a:lnTo>
                    <a:pt x="442" y="373"/>
                  </a:lnTo>
                  <a:cubicBezTo>
                    <a:pt x="452" y="223"/>
                    <a:pt x="351" y="223"/>
                    <a:pt x="311" y="133"/>
                  </a:cubicBezTo>
                  <a:cubicBezTo>
                    <a:pt x="301" y="103"/>
                    <a:pt x="291" y="72"/>
                    <a:pt x="261" y="42"/>
                  </a:cubicBezTo>
                  <a:cubicBezTo>
                    <a:pt x="235" y="25"/>
                    <a:pt x="217" y="0"/>
                    <a:pt x="1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90" name="Google Shape;13490;p45"/>
            <p:cNvSpPr/>
            <p:nvPr/>
          </p:nvSpPr>
          <p:spPr>
            <a:xfrm>
              <a:off x="5518629" y="4148160"/>
              <a:ext cx="49368" cy="23391"/>
            </a:xfrm>
            <a:custGeom>
              <a:avLst/>
              <a:gdLst/>
              <a:ahLst/>
              <a:cxnLst/>
              <a:rect l="l" t="t" r="r" b="b"/>
              <a:pathLst>
                <a:path w="439" h="208" extrusionOk="0">
                  <a:moveTo>
                    <a:pt x="73" y="1"/>
                  </a:moveTo>
                  <a:cubicBezTo>
                    <a:pt x="34" y="1"/>
                    <a:pt x="1" y="9"/>
                    <a:pt x="17" y="47"/>
                  </a:cubicBezTo>
                  <a:cubicBezTo>
                    <a:pt x="27" y="97"/>
                    <a:pt x="127" y="67"/>
                    <a:pt x="167" y="97"/>
                  </a:cubicBezTo>
                  <a:cubicBezTo>
                    <a:pt x="198" y="117"/>
                    <a:pt x="208" y="157"/>
                    <a:pt x="238" y="178"/>
                  </a:cubicBezTo>
                  <a:cubicBezTo>
                    <a:pt x="258" y="198"/>
                    <a:pt x="298" y="208"/>
                    <a:pt x="328" y="208"/>
                  </a:cubicBezTo>
                  <a:cubicBezTo>
                    <a:pt x="358" y="198"/>
                    <a:pt x="388" y="188"/>
                    <a:pt x="408" y="167"/>
                  </a:cubicBezTo>
                  <a:cubicBezTo>
                    <a:pt x="428" y="147"/>
                    <a:pt x="438" y="127"/>
                    <a:pt x="438" y="107"/>
                  </a:cubicBezTo>
                  <a:cubicBezTo>
                    <a:pt x="428" y="77"/>
                    <a:pt x="398" y="67"/>
                    <a:pt x="378" y="67"/>
                  </a:cubicBezTo>
                  <a:cubicBezTo>
                    <a:pt x="298" y="47"/>
                    <a:pt x="228" y="27"/>
                    <a:pt x="157" y="7"/>
                  </a:cubicBezTo>
                  <a:cubicBezTo>
                    <a:pt x="144" y="7"/>
                    <a:pt x="106" y="1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91" name="Google Shape;13491;p45"/>
            <p:cNvSpPr/>
            <p:nvPr/>
          </p:nvSpPr>
          <p:spPr>
            <a:xfrm>
              <a:off x="5574632" y="4166490"/>
              <a:ext cx="14732" cy="10683"/>
            </a:xfrm>
            <a:custGeom>
              <a:avLst/>
              <a:gdLst/>
              <a:ahLst/>
              <a:cxnLst/>
              <a:rect l="l" t="t" r="r" b="b"/>
              <a:pathLst>
                <a:path w="131" h="95" extrusionOk="0">
                  <a:moveTo>
                    <a:pt x="76" y="0"/>
                  </a:moveTo>
                  <a:cubicBezTo>
                    <a:pt x="58" y="0"/>
                    <a:pt x="42" y="7"/>
                    <a:pt x="21" y="15"/>
                  </a:cubicBezTo>
                  <a:lnTo>
                    <a:pt x="0" y="25"/>
                  </a:lnTo>
                  <a:lnTo>
                    <a:pt x="0" y="55"/>
                  </a:lnTo>
                  <a:cubicBezTo>
                    <a:pt x="10" y="85"/>
                    <a:pt x="41" y="95"/>
                    <a:pt x="71" y="95"/>
                  </a:cubicBezTo>
                  <a:cubicBezTo>
                    <a:pt x="91" y="95"/>
                    <a:pt x="111" y="95"/>
                    <a:pt x="121" y="75"/>
                  </a:cubicBezTo>
                  <a:cubicBezTo>
                    <a:pt x="131" y="55"/>
                    <a:pt x="121" y="25"/>
                    <a:pt x="101" y="4"/>
                  </a:cubicBezTo>
                  <a:cubicBezTo>
                    <a:pt x="92" y="2"/>
                    <a:pt x="84" y="0"/>
                    <a:pt x="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92" name="Google Shape;13492;p45"/>
            <p:cNvSpPr/>
            <p:nvPr/>
          </p:nvSpPr>
          <p:spPr>
            <a:xfrm>
              <a:off x="5431363" y="4258254"/>
              <a:ext cx="12483" cy="53191"/>
            </a:xfrm>
            <a:custGeom>
              <a:avLst/>
              <a:gdLst/>
              <a:ahLst/>
              <a:cxnLst/>
              <a:rect l="l" t="t" r="r" b="b"/>
              <a:pathLst>
                <a:path w="111" h="473" extrusionOk="0">
                  <a:moveTo>
                    <a:pt x="51" y="1"/>
                  </a:moveTo>
                  <a:cubicBezTo>
                    <a:pt x="31" y="101"/>
                    <a:pt x="1" y="181"/>
                    <a:pt x="11" y="242"/>
                  </a:cubicBezTo>
                  <a:cubicBezTo>
                    <a:pt x="31" y="372"/>
                    <a:pt x="31" y="442"/>
                    <a:pt x="21" y="472"/>
                  </a:cubicBezTo>
                  <a:cubicBezTo>
                    <a:pt x="21" y="472"/>
                    <a:pt x="41" y="442"/>
                    <a:pt x="51" y="392"/>
                  </a:cubicBezTo>
                  <a:cubicBezTo>
                    <a:pt x="61" y="352"/>
                    <a:pt x="71" y="302"/>
                    <a:pt x="71" y="252"/>
                  </a:cubicBezTo>
                  <a:lnTo>
                    <a:pt x="71" y="252"/>
                  </a:lnTo>
                  <a:cubicBezTo>
                    <a:pt x="71" y="252"/>
                    <a:pt x="91" y="332"/>
                    <a:pt x="51" y="442"/>
                  </a:cubicBezTo>
                  <a:cubicBezTo>
                    <a:pt x="51" y="442"/>
                    <a:pt x="111" y="372"/>
                    <a:pt x="101" y="222"/>
                  </a:cubicBezTo>
                  <a:cubicBezTo>
                    <a:pt x="91" y="141"/>
                    <a:pt x="91" y="101"/>
                    <a:pt x="91" y="61"/>
                  </a:cubicBezTo>
                  <a:lnTo>
                    <a:pt x="71" y="2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3493" name="Google Shape;13493;p45"/>
          <p:cNvGrpSpPr/>
          <p:nvPr/>
        </p:nvGrpSpPr>
        <p:grpSpPr>
          <a:xfrm>
            <a:off x="4505719" y="4578863"/>
            <a:ext cx="333882" cy="483472"/>
            <a:chOff x="3336951" y="4025791"/>
            <a:chExt cx="178242" cy="258086"/>
          </a:xfrm>
        </p:grpSpPr>
        <p:sp>
          <p:nvSpPr>
            <p:cNvPr id="13494" name="Google Shape;13494;p45"/>
            <p:cNvSpPr/>
            <p:nvPr/>
          </p:nvSpPr>
          <p:spPr>
            <a:xfrm>
              <a:off x="3362815" y="4234846"/>
              <a:ext cx="18218" cy="12483"/>
            </a:xfrm>
            <a:custGeom>
              <a:avLst/>
              <a:gdLst/>
              <a:ahLst/>
              <a:cxnLst/>
              <a:rect l="l" t="t" r="r" b="b"/>
              <a:pathLst>
                <a:path w="162" h="111" extrusionOk="0">
                  <a:moveTo>
                    <a:pt x="31" y="0"/>
                  </a:moveTo>
                  <a:cubicBezTo>
                    <a:pt x="31" y="0"/>
                    <a:pt x="1" y="100"/>
                    <a:pt x="41" y="110"/>
                  </a:cubicBezTo>
                  <a:cubicBezTo>
                    <a:pt x="91" y="110"/>
                    <a:pt x="161" y="100"/>
                    <a:pt x="161" y="90"/>
                  </a:cubicBezTo>
                  <a:cubicBezTo>
                    <a:pt x="161" y="70"/>
                    <a:pt x="151" y="40"/>
                    <a:pt x="1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95" name="Google Shape;13495;p45"/>
            <p:cNvSpPr/>
            <p:nvPr/>
          </p:nvSpPr>
          <p:spPr>
            <a:xfrm>
              <a:off x="3367314" y="4237095"/>
              <a:ext cx="13720" cy="10233"/>
            </a:xfrm>
            <a:custGeom>
              <a:avLst/>
              <a:gdLst/>
              <a:ahLst/>
              <a:cxnLst/>
              <a:rect l="l" t="t" r="r" b="b"/>
              <a:pathLst>
                <a:path w="122" h="91" extrusionOk="0">
                  <a:moveTo>
                    <a:pt x="11" y="0"/>
                  </a:moveTo>
                  <a:cubicBezTo>
                    <a:pt x="11" y="0"/>
                    <a:pt x="11" y="10"/>
                    <a:pt x="11" y="10"/>
                  </a:cubicBezTo>
                  <a:cubicBezTo>
                    <a:pt x="11" y="20"/>
                    <a:pt x="11" y="20"/>
                    <a:pt x="1" y="30"/>
                  </a:cubicBezTo>
                  <a:cubicBezTo>
                    <a:pt x="11" y="50"/>
                    <a:pt x="11" y="70"/>
                    <a:pt x="11" y="90"/>
                  </a:cubicBezTo>
                  <a:lnTo>
                    <a:pt x="31" y="90"/>
                  </a:lnTo>
                  <a:cubicBezTo>
                    <a:pt x="71" y="90"/>
                    <a:pt x="121" y="70"/>
                    <a:pt x="121" y="70"/>
                  </a:cubicBezTo>
                  <a:lnTo>
                    <a:pt x="121" y="50"/>
                  </a:lnTo>
                  <a:lnTo>
                    <a:pt x="91" y="50"/>
                  </a:lnTo>
                  <a:cubicBezTo>
                    <a:pt x="81" y="50"/>
                    <a:pt x="71" y="60"/>
                    <a:pt x="61" y="60"/>
                  </a:cubicBezTo>
                  <a:cubicBezTo>
                    <a:pt x="51" y="60"/>
                    <a:pt x="51" y="60"/>
                    <a:pt x="41" y="50"/>
                  </a:cubicBezTo>
                  <a:cubicBezTo>
                    <a:pt x="31" y="40"/>
                    <a:pt x="31" y="2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96" name="Google Shape;13496;p45"/>
            <p:cNvSpPr/>
            <p:nvPr/>
          </p:nvSpPr>
          <p:spPr>
            <a:xfrm>
              <a:off x="3359442" y="4134423"/>
              <a:ext cx="20467" cy="103234"/>
            </a:xfrm>
            <a:custGeom>
              <a:avLst/>
              <a:gdLst/>
              <a:ahLst/>
              <a:cxnLst/>
              <a:rect l="l" t="t" r="r" b="b"/>
              <a:pathLst>
                <a:path w="182" h="918" extrusionOk="0">
                  <a:moveTo>
                    <a:pt x="91" y="0"/>
                  </a:moveTo>
                  <a:lnTo>
                    <a:pt x="41" y="20"/>
                  </a:lnTo>
                  <a:lnTo>
                    <a:pt x="1" y="231"/>
                  </a:lnTo>
                  <a:lnTo>
                    <a:pt x="41" y="733"/>
                  </a:lnTo>
                  <a:cubicBezTo>
                    <a:pt x="41" y="733"/>
                    <a:pt x="31" y="893"/>
                    <a:pt x="61" y="913"/>
                  </a:cubicBezTo>
                  <a:cubicBezTo>
                    <a:pt x="70" y="916"/>
                    <a:pt x="83" y="917"/>
                    <a:pt x="97" y="917"/>
                  </a:cubicBezTo>
                  <a:cubicBezTo>
                    <a:pt x="131" y="917"/>
                    <a:pt x="171" y="910"/>
                    <a:pt x="171" y="903"/>
                  </a:cubicBezTo>
                  <a:cubicBezTo>
                    <a:pt x="181" y="893"/>
                    <a:pt x="161" y="833"/>
                    <a:pt x="161" y="783"/>
                  </a:cubicBezTo>
                  <a:cubicBezTo>
                    <a:pt x="151" y="743"/>
                    <a:pt x="161" y="723"/>
                    <a:pt x="161" y="652"/>
                  </a:cubicBezTo>
                  <a:cubicBezTo>
                    <a:pt x="151" y="582"/>
                    <a:pt x="141" y="502"/>
                    <a:pt x="141" y="432"/>
                  </a:cubicBezTo>
                  <a:cubicBezTo>
                    <a:pt x="141" y="371"/>
                    <a:pt x="151" y="211"/>
                    <a:pt x="171" y="131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97" name="Google Shape;13497;p45"/>
            <p:cNvSpPr/>
            <p:nvPr/>
          </p:nvSpPr>
          <p:spPr>
            <a:xfrm>
              <a:off x="3369563" y="4144544"/>
              <a:ext cx="10346" cy="92663"/>
            </a:xfrm>
            <a:custGeom>
              <a:avLst/>
              <a:gdLst/>
              <a:ahLst/>
              <a:cxnLst/>
              <a:rect l="l" t="t" r="r" b="b"/>
              <a:pathLst>
                <a:path w="92" h="824" extrusionOk="0">
                  <a:moveTo>
                    <a:pt x="41" y="1"/>
                  </a:moveTo>
                  <a:lnTo>
                    <a:pt x="41" y="1"/>
                  </a:lnTo>
                  <a:cubicBezTo>
                    <a:pt x="61" y="131"/>
                    <a:pt x="1" y="271"/>
                    <a:pt x="21" y="442"/>
                  </a:cubicBezTo>
                  <a:cubicBezTo>
                    <a:pt x="31" y="602"/>
                    <a:pt x="11" y="703"/>
                    <a:pt x="41" y="823"/>
                  </a:cubicBezTo>
                  <a:cubicBezTo>
                    <a:pt x="61" y="823"/>
                    <a:pt x="81" y="813"/>
                    <a:pt x="81" y="813"/>
                  </a:cubicBezTo>
                  <a:cubicBezTo>
                    <a:pt x="91" y="803"/>
                    <a:pt x="71" y="743"/>
                    <a:pt x="71" y="693"/>
                  </a:cubicBezTo>
                  <a:cubicBezTo>
                    <a:pt x="61" y="653"/>
                    <a:pt x="71" y="633"/>
                    <a:pt x="71" y="562"/>
                  </a:cubicBezTo>
                  <a:cubicBezTo>
                    <a:pt x="61" y="492"/>
                    <a:pt x="51" y="412"/>
                    <a:pt x="51" y="342"/>
                  </a:cubicBezTo>
                  <a:cubicBezTo>
                    <a:pt x="51" y="281"/>
                    <a:pt x="61" y="121"/>
                    <a:pt x="81" y="41"/>
                  </a:cubicBezTo>
                  <a:lnTo>
                    <a:pt x="71" y="21"/>
                  </a:lnTo>
                  <a:lnTo>
                    <a:pt x="4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98" name="Google Shape;13498;p45"/>
            <p:cNvSpPr/>
            <p:nvPr/>
          </p:nvSpPr>
          <p:spPr>
            <a:xfrm>
              <a:off x="3350445" y="4238220"/>
              <a:ext cx="18105" cy="13607"/>
            </a:xfrm>
            <a:custGeom>
              <a:avLst/>
              <a:gdLst/>
              <a:ahLst/>
              <a:cxnLst/>
              <a:rect l="l" t="t" r="r" b="b"/>
              <a:pathLst>
                <a:path w="161" h="121" extrusionOk="0">
                  <a:moveTo>
                    <a:pt x="21" y="0"/>
                  </a:moveTo>
                  <a:lnTo>
                    <a:pt x="0" y="100"/>
                  </a:lnTo>
                  <a:cubicBezTo>
                    <a:pt x="0" y="110"/>
                    <a:pt x="31" y="121"/>
                    <a:pt x="61" y="121"/>
                  </a:cubicBezTo>
                  <a:cubicBezTo>
                    <a:pt x="101" y="121"/>
                    <a:pt x="151" y="110"/>
                    <a:pt x="161" y="100"/>
                  </a:cubicBezTo>
                  <a:cubicBezTo>
                    <a:pt x="161" y="80"/>
                    <a:pt x="161" y="50"/>
                    <a:pt x="151" y="10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99" name="Google Shape;13499;p45"/>
            <p:cNvSpPr/>
            <p:nvPr/>
          </p:nvSpPr>
          <p:spPr>
            <a:xfrm>
              <a:off x="3350445" y="4240469"/>
              <a:ext cx="18105" cy="11358"/>
            </a:xfrm>
            <a:custGeom>
              <a:avLst/>
              <a:gdLst/>
              <a:ahLst/>
              <a:cxnLst/>
              <a:rect l="l" t="t" r="r" b="b"/>
              <a:pathLst>
                <a:path w="161" h="101" extrusionOk="0">
                  <a:moveTo>
                    <a:pt x="21" y="0"/>
                  </a:moveTo>
                  <a:lnTo>
                    <a:pt x="0" y="80"/>
                  </a:lnTo>
                  <a:cubicBezTo>
                    <a:pt x="0" y="90"/>
                    <a:pt x="31" y="101"/>
                    <a:pt x="61" y="101"/>
                  </a:cubicBezTo>
                  <a:lnTo>
                    <a:pt x="71" y="101"/>
                  </a:lnTo>
                  <a:cubicBezTo>
                    <a:pt x="101" y="101"/>
                    <a:pt x="151" y="90"/>
                    <a:pt x="161" y="80"/>
                  </a:cubicBezTo>
                  <a:lnTo>
                    <a:pt x="161" y="70"/>
                  </a:lnTo>
                  <a:cubicBezTo>
                    <a:pt x="151" y="80"/>
                    <a:pt x="141" y="80"/>
                    <a:pt x="131" y="80"/>
                  </a:cubicBezTo>
                  <a:lnTo>
                    <a:pt x="121" y="80"/>
                  </a:lnTo>
                  <a:cubicBezTo>
                    <a:pt x="111" y="70"/>
                    <a:pt x="101" y="70"/>
                    <a:pt x="101" y="70"/>
                  </a:cubicBezTo>
                  <a:lnTo>
                    <a:pt x="91" y="70"/>
                  </a:lnTo>
                  <a:lnTo>
                    <a:pt x="71" y="80"/>
                  </a:lnTo>
                  <a:lnTo>
                    <a:pt x="61" y="40"/>
                  </a:lnTo>
                  <a:cubicBezTo>
                    <a:pt x="61" y="30"/>
                    <a:pt x="61" y="10"/>
                    <a:pt x="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00" name="Google Shape;13500;p45"/>
            <p:cNvSpPr/>
            <p:nvPr/>
          </p:nvSpPr>
          <p:spPr>
            <a:xfrm>
              <a:off x="3450868" y="4269820"/>
              <a:ext cx="20354" cy="14057"/>
            </a:xfrm>
            <a:custGeom>
              <a:avLst/>
              <a:gdLst/>
              <a:ahLst/>
              <a:cxnLst/>
              <a:rect l="l" t="t" r="r" b="b"/>
              <a:pathLst>
                <a:path w="181" h="125" extrusionOk="0">
                  <a:moveTo>
                    <a:pt x="141" y="0"/>
                  </a:moveTo>
                  <a:lnTo>
                    <a:pt x="10" y="20"/>
                  </a:lnTo>
                  <a:lnTo>
                    <a:pt x="0" y="120"/>
                  </a:lnTo>
                  <a:cubicBezTo>
                    <a:pt x="7" y="120"/>
                    <a:pt x="22" y="125"/>
                    <a:pt x="47" y="125"/>
                  </a:cubicBezTo>
                  <a:cubicBezTo>
                    <a:pt x="59" y="125"/>
                    <a:pt x="74" y="124"/>
                    <a:pt x="90" y="120"/>
                  </a:cubicBezTo>
                  <a:cubicBezTo>
                    <a:pt x="141" y="120"/>
                    <a:pt x="171" y="110"/>
                    <a:pt x="181" y="100"/>
                  </a:cubicBezTo>
                  <a:cubicBezTo>
                    <a:pt x="181" y="90"/>
                    <a:pt x="161" y="40"/>
                    <a:pt x="1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01" name="Google Shape;13501;p45"/>
            <p:cNvSpPr/>
            <p:nvPr/>
          </p:nvSpPr>
          <p:spPr>
            <a:xfrm>
              <a:off x="3450868" y="4274318"/>
              <a:ext cx="1237" cy="9109"/>
            </a:xfrm>
            <a:custGeom>
              <a:avLst/>
              <a:gdLst/>
              <a:ahLst/>
              <a:cxnLst/>
              <a:rect l="l" t="t" r="r" b="b"/>
              <a:pathLst>
                <a:path w="11" h="81" extrusionOk="0"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lnTo>
                    <a:pt x="10" y="80"/>
                  </a:lnTo>
                  <a:lnTo>
                    <a:pt x="10" y="80"/>
                  </a:ln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0" y="80"/>
                    <a:pt x="0" y="80"/>
                    <a:pt x="0" y="80"/>
                  </a:cubicBezTo>
                  <a:lnTo>
                    <a:pt x="0" y="80"/>
                  </a:lnTo>
                  <a:cubicBezTo>
                    <a:pt x="0" y="80"/>
                    <a:pt x="0" y="80"/>
                    <a:pt x="10" y="80"/>
                  </a:cubicBezTo>
                  <a:close/>
                  <a:moveTo>
                    <a:pt x="0" y="80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B6CD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02" name="Google Shape;13502;p45"/>
            <p:cNvSpPr/>
            <p:nvPr/>
          </p:nvSpPr>
          <p:spPr>
            <a:xfrm>
              <a:off x="3450868" y="4273194"/>
              <a:ext cx="20354" cy="10233"/>
            </a:xfrm>
            <a:custGeom>
              <a:avLst/>
              <a:gdLst/>
              <a:ahLst/>
              <a:cxnLst/>
              <a:rect l="l" t="t" r="r" b="b"/>
              <a:pathLst>
                <a:path w="181" h="91" extrusionOk="0">
                  <a:moveTo>
                    <a:pt x="50" y="0"/>
                  </a:moveTo>
                  <a:cubicBezTo>
                    <a:pt x="30" y="0"/>
                    <a:pt x="20" y="10"/>
                    <a:pt x="10" y="10"/>
                  </a:cubicBezTo>
                  <a:lnTo>
                    <a:pt x="0" y="90"/>
                  </a:lnTo>
                  <a:lnTo>
                    <a:pt x="90" y="90"/>
                  </a:lnTo>
                  <a:cubicBezTo>
                    <a:pt x="131" y="90"/>
                    <a:pt x="161" y="80"/>
                    <a:pt x="171" y="70"/>
                  </a:cubicBezTo>
                  <a:lnTo>
                    <a:pt x="181" y="70"/>
                  </a:lnTo>
                  <a:lnTo>
                    <a:pt x="171" y="50"/>
                  </a:lnTo>
                  <a:cubicBezTo>
                    <a:pt x="151" y="50"/>
                    <a:pt x="121" y="70"/>
                    <a:pt x="111" y="70"/>
                  </a:cubicBezTo>
                  <a:lnTo>
                    <a:pt x="90" y="70"/>
                  </a:lnTo>
                  <a:cubicBezTo>
                    <a:pt x="70" y="70"/>
                    <a:pt x="50" y="70"/>
                    <a:pt x="50" y="60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03" name="Google Shape;13503;p45"/>
            <p:cNvSpPr/>
            <p:nvPr/>
          </p:nvSpPr>
          <p:spPr>
            <a:xfrm>
              <a:off x="3408022" y="4268583"/>
              <a:ext cx="21479" cy="14844"/>
            </a:xfrm>
            <a:custGeom>
              <a:avLst/>
              <a:gdLst/>
              <a:ahLst/>
              <a:cxnLst/>
              <a:rect l="l" t="t" r="r" b="b"/>
              <a:pathLst>
                <a:path w="191" h="132" extrusionOk="0">
                  <a:moveTo>
                    <a:pt x="30" y="1"/>
                  </a:moveTo>
                  <a:lnTo>
                    <a:pt x="0" y="111"/>
                  </a:lnTo>
                  <a:cubicBezTo>
                    <a:pt x="10" y="111"/>
                    <a:pt x="30" y="131"/>
                    <a:pt x="70" y="131"/>
                  </a:cubicBezTo>
                  <a:cubicBezTo>
                    <a:pt x="120" y="131"/>
                    <a:pt x="161" y="131"/>
                    <a:pt x="181" y="121"/>
                  </a:cubicBezTo>
                  <a:cubicBezTo>
                    <a:pt x="191" y="111"/>
                    <a:pt x="181" y="81"/>
                    <a:pt x="181" y="41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04" name="Google Shape;13504;p45"/>
            <p:cNvSpPr/>
            <p:nvPr/>
          </p:nvSpPr>
          <p:spPr>
            <a:xfrm>
              <a:off x="3408022" y="4272069"/>
              <a:ext cx="2362" cy="9109"/>
            </a:xfrm>
            <a:custGeom>
              <a:avLst/>
              <a:gdLst/>
              <a:ahLst/>
              <a:cxnLst/>
              <a:rect l="l" t="t" r="r" b="b"/>
              <a:pathLst>
                <a:path w="21" h="81" extrusionOk="0">
                  <a:moveTo>
                    <a:pt x="20" y="0"/>
                  </a:moveTo>
                  <a:cubicBezTo>
                    <a:pt x="10" y="30"/>
                    <a:pt x="0" y="70"/>
                    <a:pt x="0" y="8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B6CD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05" name="Google Shape;13505;p45"/>
            <p:cNvSpPr/>
            <p:nvPr/>
          </p:nvSpPr>
          <p:spPr>
            <a:xfrm>
              <a:off x="3408022" y="4272069"/>
              <a:ext cx="20354" cy="11358"/>
            </a:xfrm>
            <a:custGeom>
              <a:avLst/>
              <a:gdLst/>
              <a:ahLst/>
              <a:cxnLst/>
              <a:rect l="l" t="t" r="r" b="b"/>
              <a:pathLst>
                <a:path w="181" h="101" extrusionOk="0">
                  <a:moveTo>
                    <a:pt x="20" y="0"/>
                  </a:moveTo>
                  <a:lnTo>
                    <a:pt x="0" y="80"/>
                  </a:lnTo>
                  <a:cubicBezTo>
                    <a:pt x="10" y="80"/>
                    <a:pt x="30" y="100"/>
                    <a:pt x="70" y="100"/>
                  </a:cubicBezTo>
                  <a:lnTo>
                    <a:pt x="100" y="100"/>
                  </a:lnTo>
                  <a:cubicBezTo>
                    <a:pt x="140" y="100"/>
                    <a:pt x="171" y="100"/>
                    <a:pt x="181" y="90"/>
                  </a:cubicBezTo>
                  <a:lnTo>
                    <a:pt x="181" y="70"/>
                  </a:lnTo>
                  <a:cubicBezTo>
                    <a:pt x="161" y="80"/>
                    <a:pt x="120" y="80"/>
                    <a:pt x="100" y="80"/>
                  </a:cubicBezTo>
                  <a:lnTo>
                    <a:pt x="80" y="80"/>
                  </a:lnTo>
                  <a:cubicBezTo>
                    <a:pt x="60" y="70"/>
                    <a:pt x="40" y="60"/>
                    <a:pt x="40" y="40"/>
                  </a:cubicBezTo>
                  <a:lnTo>
                    <a:pt x="50" y="10"/>
                  </a:lnTo>
                  <a:cubicBezTo>
                    <a:pt x="30" y="10"/>
                    <a:pt x="30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06" name="Google Shape;13506;p45"/>
            <p:cNvSpPr/>
            <p:nvPr/>
          </p:nvSpPr>
          <p:spPr>
            <a:xfrm>
              <a:off x="3336951" y="4026016"/>
              <a:ext cx="137645" cy="248413"/>
            </a:xfrm>
            <a:custGeom>
              <a:avLst/>
              <a:gdLst/>
              <a:ahLst/>
              <a:cxnLst/>
              <a:rect l="l" t="t" r="r" b="b"/>
              <a:pathLst>
                <a:path w="1224" h="2209" extrusionOk="0">
                  <a:moveTo>
                    <a:pt x="331" y="1"/>
                  </a:moveTo>
                  <a:cubicBezTo>
                    <a:pt x="311" y="1"/>
                    <a:pt x="292" y="4"/>
                    <a:pt x="271" y="11"/>
                  </a:cubicBezTo>
                  <a:cubicBezTo>
                    <a:pt x="181" y="52"/>
                    <a:pt x="120" y="72"/>
                    <a:pt x="80" y="142"/>
                  </a:cubicBezTo>
                  <a:cubicBezTo>
                    <a:pt x="30" y="222"/>
                    <a:pt x="0" y="373"/>
                    <a:pt x="40" y="523"/>
                  </a:cubicBezTo>
                  <a:cubicBezTo>
                    <a:pt x="80" y="673"/>
                    <a:pt x="70" y="694"/>
                    <a:pt x="100" y="824"/>
                  </a:cubicBezTo>
                  <a:cubicBezTo>
                    <a:pt x="120" y="954"/>
                    <a:pt x="171" y="1155"/>
                    <a:pt x="161" y="1225"/>
                  </a:cubicBezTo>
                  <a:cubicBezTo>
                    <a:pt x="151" y="1295"/>
                    <a:pt x="151" y="1335"/>
                    <a:pt x="161" y="1406"/>
                  </a:cubicBezTo>
                  <a:cubicBezTo>
                    <a:pt x="171" y="1486"/>
                    <a:pt x="171" y="1586"/>
                    <a:pt x="161" y="1656"/>
                  </a:cubicBezTo>
                  <a:cubicBezTo>
                    <a:pt x="141" y="1727"/>
                    <a:pt x="151" y="1777"/>
                    <a:pt x="151" y="1807"/>
                  </a:cubicBezTo>
                  <a:cubicBezTo>
                    <a:pt x="151" y="1837"/>
                    <a:pt x="130" y="1887"/>
                    <a:pt x="141" y="1897"/>
                  </a:cubicBezTo>
                  <a:cubicBezTo>
                    <a:pt x="141" y="1907"/>
                    <a:pt x="151" y="1907"/>
                    <a:pt x="191" y="1907"/>
                  </a:cubicBezTo>
                  <a:lnTo>
                    <a:pt x="231" y="1907"/>
                  </a:lnTo>
                  <a:cubicBezTo>
                    <a:pt x="241" y="1909"/>
                    <a:pt x="248" y="1910"/>
                    <a:pt x="255" y="1910"/>
                  </a:cubicBezTo>
                  <a:cubicBezTo>
                    <a:pt x="288" y="1910"/>
                    <a:pt x="279" y="1887"/>
                    <a:pt x="271" y="1837"/>
                  </a:cubicBezTo>
                  <a:cubicBezTo>
                    <a:pt x="271" y="1787"/>
                    <a:pt x="291" y="1737"/>
                    <a:pt x="281" y="1687"/>
                  </a:cubicBezTo>
                  <a:cubicBezTo>
                    <a:pt x="271" y="1636"/>
                    <a:pt x="261" y="1476"/>
                    <a:pt x="271" y="1396"/>
                  </a:cubicBezTo>
                  <a:cubicBezTo>
                    <a:pt x="281" y="1325"/>
                    <a:pt x="271" y="1315"/>
                    <a:pt x="271" y="1245"/>
                  </a:cubicBezTo>
                  <a:cubicBezTo>
                    <a:pt x="271" y="1175"/>
                    <a:pt x="281" y="1035"/>
                    <a:pt x="281" y="1035"/>
                  </a:cubicBezTo>
                  <a:cubicBezTo>
                    <a:pt x="411" y="1145"/>
                    <a:pt x="612" y="1145"/>
                    <a:pt x="622" y="1155"/>
                  </a:cubicBezTo>
                  <a:cubicBezTo>
                    <a:pt x="642" y="1165"/>
                    <a:pt x="652" y="1235"/>
                    <a:pt x="662" y="1295"/>
                  </a:cubicBezTo>
                  <a:cubicBezTo>
                    <a:pt x="672" y="1345"/>
                    <a:pt x="722" y="1556"/>
                    <a:pt x="712" y="1636"/>
                  </a:cubicBezTo>
                  <a:cubicBezTo>
                    <a:pt x="692" y="1707"/>
                    <a:pt x="712" y="1747"/>
                    <a:pt x="712" y="1827"/>
                  </a:cubicBezTo>
                  <a:cubicBezTo>
                    <a:pt x="712" y="1897"/>
                    <a:pt x="692" y="2038"/>
                    <a:pt x="672" y="2098"/>
                  </a:cubicBezTo>
                  <a:cubicBezTo>
                    <a:pt x="652" y="2168"/>
                    <a:pt x="642" y="2168"/>
                    <a:pt x="652" y="2188"/>
                  </a:cubicBezTo>
                  <a:cubicBezTo>
                    <a:pt x="662" y="2198"/>
                    <a:pt x="772" y="2208"/>
                    <a:pt x="793" y="2208"/>
                  </a:cubicBezTo>
                  <a:cubicBezTo>
                    <a:pt x="823" y="2208"/>
                    <a:pt x="813" y="2198"/>
                    <a:pt x="813" y="2148"/>
                  </a:cubicBezTo>
                  <a:cubicBezTo>
                    <a:pt x="803" y="2098"/>
                    <a:pt x="823" y="2038"/>
                    <a:pt x="813" y="1967"/>
                  </a:cubicBezTo>
                  <a:cubicBezTo>
                    <a:pt x="803" y="1887"/>
                    <a:pt x="833" y="1757"/>
                    <a:pt x="843" y="1697"/>
                  </a:cubicBezTo>
                  <a:cubicBezTo>
                    <a:pt x="853" y="1626"/>
                    <a:pt x="823" y="1596"/>
                    <a:pt x="823" y="1486"/>
                  </a:cubicBezTo>
                  <a:cubicBezTo>
                    <a:pt x="833" y="1376"/>
                    <a:pt x="843" y="1275"/>
                    <a:pt x="843" y="1275"/>
                  </a:cubicBezTo>
                  <a:cubicBezTo>
                    <a:pt x="883" y="1302"/>
                    <a:pt x="923" y="1306"/>
                    <a:pt x="945" y="1306"/>
                  </a:cubicBezTo>
                  <a:cubicBezTo>
                    <a:pt x="956" y="1306"/>
                    <a:pt x="963" y="1305"/>
                    <a:pt x="963" y="1305"/>
                  </a:cubicBezTo>
                  <a:cubicBezTo>
                    <a:pt x="963" y="1305"/>
                    <a:pt x="973" y="1426"/>
                    <a:pt x="963" y="1546"/>
                  </a:cubicBezTo>
                  <a:cubicBezTo>
                    <a:pt x="963" y="1656"/>
                    <a:pt x="963" y="1687"/>
                    <a:pt x="983" y="1767"/>
                  </a:cubicBezTo>
                  <a:cubicBezTo>
                    <a:pt x="993" y="1847"/>
                    <a:pt x="993" y="2058"/>
                    <a:pt x="1003" y="2098"/>
                  </a:cubicBezTo>
                  <a:cubicBezTo>
                    <a:pt x="1013" y="2128"/>
                    <a:pt x="1003" y="2198"/>
                    <a:pt x="1013" y="2198"/>
                  </a:cubicBezTo>
                  <a:lnTo>
                    <a:pt x="1164" y="2178"/>
                  </a:lnTo>
                  <a:cubicBezTo>
                    <a:pt x="1164" y="2168"/>
                    <a:pt x="1134" y="2138"/>
                    <a:pt x="1134" y="2108"/>
                  </a:cubicBezTo>
                  <a:cubicBezTo>
                    <a:pt x="1134" y="2068"/>
                    <a:pt x="1113" y="1937"/>
                    <a:pt x="1093" y="1837"/>
                  </a:cubicBezTo>
                  <a:cubicBezTo>
                    <a:pt x="1073" y="1747"/>
                    <a:pt x="1103" y="1727"/>
                    <a:pt x="1113" y="1666"/>
                  </a:cubicBezTo>
                  <a:cubicBezTo>
                    <a:pt x="1113" y="1596"/>
                    <a:pt x="1113" y="1416"/>
                    <a:pt x="1144" y="1295"/>
                  </a:cubicBezTo>
                  <a:cubicBezTo>
                    <a:pt x="1164" y="1175"/>
                    <a:pt x="1144" y="1125"/>
                    <a:pt x="1174" y="1045"/>
                  </a:cubicBezTo>
                  <a:cubicBezTo>
                    <a:pt x="1214" y="964"/>
                    <a:pt x="1224" y="874"/>
                    <a:pt x="1204" y="724"/>
                  </a:cubicBezTo>
                  <a:cubicBezTo>
                    <a:pt x="1204" y="724"/>
                    <a:pt x="1124" y="262"/>
                    <a:pt x="1033" y="252"/>
                  </a:cubicBezTo>
                  <a:cubicBezTo>
                    <a:pt x="933" y="242"/>
                    <a:pt x="823" y="212"/>
                    <a:pt x="692" y="152"/>
                  </a:cubicBezTo>
                  <a:cubicBezTo>
                    <a:pt x="562" y="92"/>
                    <a:pt x="612" y="62"/>
                    <a:pt x="522" y="42"/>
                  </a:cubicBezTo>
                  <a:cubicBezTo>
                    <a:pt x="447" y="27"/>
                    <a:pt x="389" y="1"/>
                    <a:pt x="331" y="1"/>
                  </a:cubicBezTo>
                  <a:close/>
                </a:path>
              </a:pathLst>
            </a:custGeom>
            <a:gradFill>
              <a:gsLst>
                <a:gs pos="0">
                  <a:srgbClr val="E0D4C7"/>
                </a:gs>
                <a:gs pos="100000">
                  <a:schemeClr val="accent2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07" name="Google Shape;13507;p45"/>
            <p:cNvSpPr/>
            <p:nvPr/>
          </p:nvSpPr>
          <p:spPr>
            <a:xfrm>
              <a:off x="3451993" y="4105185"/>
              <a:ext cx="21479" cy="32275"/>
            </a:xfrm>
            <a:custGeom>
              <a:avLst/>
              <a:gdLst/>
              <a:ahLst/>
              <a:cxnLst/>
              <a:rect l="l" t="t" r="r" b="b"/>
              <a:pathLst>
                <a:path w="191" h="287" extrusionOk="0">
                  <a:moveTo>
                    <a:pt x="66" y="1"/>
                  </a:moveTo>
                  <a:cubicBezTo>
                    <a:pt x="42" y="1"/>
                    <a:pt x="25" y="6"/>
                    <a:pt x="20" y="20"/>
                  </a:cubicBezTo>
                  <a:cubicBezTo>
                    <a:pt x="0" y="140"/>
                    <a:pt x="60" y="170"/>
                    <a:pt x="90" y="250"/>
                  </a:cubicBezTo>
                  <a:cubicBezTo>
                    <a:pt x="97" y="275"/>
                    <a:pt x="107" y="287"/>
                    <a:pt x="119" y="287"/>
                  </a:cubicBezTo>
                  <a:cubicBezTo>
                    <a:pt x="144" y="287"/>
                    <a:pt x="177" y="233"/>
                    <a:pt x="191" y="150"/>
                  </a:cubicBezTo>
                  <a:cubicBezTo>
                    <a:pt x="191" y="120"/>
                    <a:pt x="191" y="70"/>
                    <a:pt x="181" y="20"/>
                  </a:cubicBezTo>
                  <a:cubicBezTo>
                    <a:pt x="137" y="9"/>
                    <a:pt x="96" y="1"/>
                    <a:pt x="66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08" name="Google Shape;13508;p45"/>
            <p:cNvSpPr/>
            <p:nvPr/>
          </p:nvSpPr>
          <p:spPr>
            <a:xfrm>
              <a:off x="3344822" y="4025791"/>
              <a:ext cx="110656" cy="118528"/>
            </a:xfrm>
            <a:custGeom>
              <a:avLst/>
              <a:gdLst/>
              <a:ahLst/>
              <a:cxnLst/>
              <a:rect l="l" t="t" r="r" b="b"/>
              <a:pathLst>
                <a:path w="984" h="1054" extrusionOk="0">
                  <a:moveTo>
                    <a:pt x="258" y="1"/>
                  </a:moveTo>
                  <a:cubicBezTo>
                    <a:pt x="238" y="1"/>
                    <a:pt x="219" y="4"/>
                    <a:pt x="201" y="13"/>
                  </a:cubicBezTo>
                  <a:cubicBezTo>
                    <a:pt x="111" y="54"/>
                    <a:pt x="50" y="74"/>
                    <a:pt x="10" y="144"/>
                  </a:cubicBezTo>
                  <a:lnTo>
                    <a:pt x="0" y="164"/>
                  </a:lnTo>
                  <a:lnTo>
                    <a:pt x="10" y="174"/>
                  </a:lnTo>
                  <a:cubicBezTo>
                    <a:pt x="40" y="204"/>
                    <a:pt x="101" y="204"/>
                    <a:pt x="131" y="234"/>
                  </a:cubicBezTo>
                  <a:cubicBezTo>
                    <a:pt x="141" y="254"/>
                    <a:pt x="141" y="284"/>
                    <a:pt x="141" y="314"/>
                  </a:cubicBezTo>
                  <a:cubicBezTo>
                    <a:pt x="141" y="344"/>
                    <a:pt x="131" y="365"/>
                    <a:pt x="121" y="395"/>
                  </a:cubicBezTo>
                  <a:cubicBezTo>
                    <a:pt x="121" y="485"/>
                    <a:pt x="341" y="545"/>
                    <a:pt x="341" y="635"/>
                  </a:cubicBezTo>
                  <a:cubicBezTo>
                    <a:pt x="351" y="696"/>
                    <a:pt x="321" y="746"/>
                    <a:pt x="331" y="806"/>
                  </a:cubicBezTo>
                  <a:cubicBezTo>
                    <a:pt x="341" y="886"/>
                    <a:pt x="251" y="946"/>
                    <a:pt x="311" y="986"/>
                  </a:cubicBezTo>
                  <a:cubicBezTo>
                    <a:pt x="336" y="995"/>
                    <a:pt x="353" y="1009"/>
                    <a:pt x="375" y="1009"/>
                  </a:cubicBezTo>
                  <a:cubicBezTo>
                    <a:pt x="380" y="1009"/>
                    <a:pt x="386" y="1008"/>
                    <a:pt x="391" y="1006"/>
                  </a:cubicBezTo>
                  <a:cubicBezTo>
                    <a:pt x="432" y="996"/>
                    <a:pt x="442" y="956"/>
                    <a:pt x="482" y="946"/>
                  </a:cubicBezTo>
                  <a:cubicBezTo>
                    <a:pt x="485" y="944"/>
                    <a:pt x="488" y="943"/>
                    <a:pt x="492" y="943"/>
                  </a:cubicBezTo>
                  <a:cubicBezTo>
                    <a:pt x="524" y="943"/>
                    <a:pt x="576" y="1018"/>
                    <a:pt x="612" y="1037"/>
                  </a:cubicBezTo>
                  <a:cubicBezTo>
                    <a:pt x="636" y="1048"/>
                    <a:pt x="659" y="1053"/>
                    <a:pt x="683" y="1053"/>
                  </a:cubicBezTo>
                  <a:cubicBezTo>
                    <a:pt x="699" y="1053"/>
                    <a:pt x="716" y="1051"/>
                    <a:pt x="733" y="1047"/>
                  </a:cubicBezTo>
                  <a:lnTo>
                    <a:pt x="803" y="1047"/>
                  </a:lnTo>
                  <a:cubicBezTo>
                    <a:pt x="833" y="1047"/>
                    <a:pt x="863" y="1047"/>
                    <a:pt x="883" y="1037"/>
                  </a:cubicBezTo>
                  <a:cubicBezTo>
                    <a:pt x="913" y="1016"/>
                    <a:pt x="923" y="996"/>
                    <a:pt x="943" y="966"/>
                  </a:cubicBezTo>
                  <a:cubicBezTo>
                    <a:pt x="963" y="936"/>
                    <a:pt x="983" y="896"/>
                    <a:pt x="973" y="856"/>
                  </a:cubicBezTo>
                  <a:cubicBezTo>
                    <a:pt x="973" y="826"/>
                    <a:pt x="953" y="806"/>
                    <a:pt x="943" y="776"/>
                  </a:cubicBezTo>
                  <a:cubicBezTo>
                    <a:pt x="903" y="726"/>
                    <a:pt x="773" y="756"/>
                    <a:pt x="733" y="696"/>
                  </a:cubicBezTo>
                  <a:cubicBezTo>
                    <a:pt x="702" y="645"/>
                    <a:pt x="863" y="575"/>
                    <a:pt x="763" y="505"/>
                  </a:cubicBezTo>
                  <a:cubicBezTo>
                    <a:pt x="712" y="475"/>
                    <a:pt x="602" y="415"/>
                    <a:pt x="552" y="385"/>
                  </a:cubicBezTo>
                  <a:lnTo>
                    <a:pt x="532" y="365"/>
                  </a:lnTo>
                  <a:cubicBezTo>
                    <a:pt x="522" y="354"/>
                    <a:pt x="532" y="324"/>
                    <a:pt x="552" y="314"/>
                  </a:cubicBezTo>
                  <a:cubicBezTo>
                    <a:pt x="572" y="304"/>
                    <a:pt x="592" y="294"/>
                    <a:pt x="602" y="284"/>
                  </a:cubicBezTo>
                  <a:cubicBezTo>
                    <a:pt x="612" y="264"/>
                    <a:pt x="612" y="234"/>
                    <a:pt x="602" y="214"/>
                  </a:cubicBezTo>
                  <a:cubicBezTo>
                    <a:pt x="592" y="184"/>
                    <a:pt x="572" y="174"/>
                    <a:pt x="552" y="154"/>
                  </a:cubicBezTo>
                  <a:cubicBezTo>
                    <a:pt x="502" y="114"/>
                    <a:pt x="452" y="74"/>
                    <a:pt x="402" y="34"/>
                  </a:cubicBezTo>
                  <a:cubicBezTo>
                    <a:pt x="353" y="20"/>
                    <a:pt x="304" y="1"/>
                    <a:pt x="258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09" name="Google Shape;13509;p45"/>
            <p:cNvSpPr/>
            <p:nvPr/>
          </p:nvSpPr>
          <p:spPr>
            <a:xfrm>
              <a:off x="3466612" y="4109571"/>
              <a:ext cx="2362" cy="2362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" y="21"/>
                  </a:moveTo>
                  <a:lnTo>
                    <a:pt x="21" y="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8F2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10" name="Google Shape;13510;p45"/>
            <p:cNvSpPr/>
            <p:nvPr/>
          </p:nvSpPr>
          <p:spPr>
            <a:xfrm>
              <a:off x="3380921" y="4027253"/>
              <a:ext cx="92550" cy="82430"/>
            </a:xfrm>
            <a:custGeom>
              <a:avLst/>
              <a:gdLst/>
              <a:ahLst/>
              <a:cxnLst/>
              <a:rect l="l" t="t" r="r" b="b"/>
              <a:pathLst>
                <a:path w="823" h="733" extrusionOk="0">
                  <a:moveTo>
                    <a:pt x="0" y="0"/>
                  </a:moveTo>
                  <a:cubicBezTo>
                    <a:pt x="60" y="10"/>
                    <a:pt x="101" y="61"/>
                    <a:pt x="191" y="121"/>
                  </a:cubicBezTo>
                  <a:cubicBezTo>
                    <a:pt x="281" y="181"/>
                    <a:pt x="502" y="281"/>
                    <a:pt x="582" y="291"/>
                  </a:cubicBezTo>
                  <a:cubicBezTo>
                    <a:pt x="662" y="311"/>
                    <a:pt x="823" y="652"/>
                    <a:pt x="783" y="733"/>
                  </a:cubicBezTo>
                  <a:lnTo>
                    <a:pt x="813" y="713"/>
                  </a:lnTo>
                  <a:cubicBezTo>
                    <a:pt x="813" y="683"/>
                    <a:pt x="753" y="392"/>
                    <a:pt x="682" y="281"/>
                  </a:cubicBezTo>
                  <a:lnTo>
                    <a:pt x="622" y="241"/>
                  </a:lnTo>
                  <a:cubicBezTo>
                    <a:pt x="532" y="231"/>
                    <a:pt x="422" y="201"/>
                    <a:pt x="301" y="141"/>
                  </a:cubicBezTo>
                  <a:lnTo>
                    <a:pt x="281" y="131"/>
                  </a:lnTo>
                  <a:lnTo>
                    <a:pt x="271" y="131"/>
                  </a:lnTo>
                  <a:cubicBezTo>
                    <a:pt x="231" y="101"/>
                    <a:pt x="151" y="61"/>
                    <a:pt x="91" y="21"/>
                  </a:cubicBezTo>
                  <a:cubicBezTo>
                    <a:pt x="60" y="10"/>
                    <a:pt x="30" y="0"/>
                    <a:pt x="0" y="0"/>
                  </a:cubicBezTo>
                  <a:close/>
                </a:path>
              </a:pathLst>
            </a:custGeom>
            <a:solidFill>
              <a:srgbClr val="401E15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11" name="Google Shape;13511;p45"/>
            <p:cNvSpPr/>
            <p:nvPr/>
          </p:nvSpPr>
          <p:spPr>
            <a:xfrm>
              <a:off x="3450868" y="4273194"/>
              <a:ext cx="1237" cy="1237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cubicBezTo>
                    <a:pt x="0" y="10"/>
                    <a:pt x="0" y="10"/>
                    <a:pt x="10" y="1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B4CB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12" name="Google Shape;13512;p45"/>
            <p:cNvSpPr/>
            <p:nvPr/>
          </p:nvSpPr>
          <p:spPr>
            <a:xfrm>
              <a:off x="3456491" y="4272069"/>
              <a:ext cx="2362" cy="1237"/>
            </a:xfrm>
            <a:custGeom>
              <a:avLst/>
              <a:gdLst/>
              <a:ahLst/>
              <a:cxnLst/>
              <a:rect l="l" t="t" r="r" b="b"/>
              <a:pathLst>
                <a:path w="21" h="11" extrusionOk="0">
                  <a:moveTo>
                    <a:pt x="20" y="0"/>
                  </a:moveTo>
                  <a:lnTo>
                    <a:pt x="0" y="10"/>
                  </a:lnTo>
                  <a:lnTo>
                    <a:pt x="10" y="10"/>
                  </a:lnTo>
                  <a:cubicBezTo>
                    <a:pt x="10" y="10"/>
                    <a:pt x="20" y="10"/>
                    <a:pt x="20" y="0"/>
                  </a:cubicBezTo>
                  <a:close/>
                </a:path>
              </a:pathLst>
            </a:custGeom>
            <a:solidFill>
              <a:srgbClr val="7675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13" name="Google Shape;13513;p45"/>
            <p:cNvSpPr/>
            <p:nvPr/>
          </p:nvSpPr>
          <p:spPr>
            <a:xfrm>
              <a:off x="3451993" y="4273194"/>
              <a:ext cx="112" cy="1237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0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9EAF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14" name="Google Shape;13514;p45"/>
            <p:cNvSpPr/>
            <p:nvPr/>
          </p:nvSpPr>
          <p:spPr>
            <a:xfrm>
              <a:off x="3451993" y="4273194"/>
              <a:ext cx="4611" cy="1237"/>
            </a:xfrm>
            <a:custGeom>
              <a:avLst/>
              <a:gdLst/>
              <a:ahLst/>
              <a:cxnLst/>
              <a:rect l="l" t="t" r="r" b="b"/>
              <a:pathLst>
                <a:path w="41" h="11" extrusionOk="0">
                  <a:moveTo>
                    <a:pt x="0" y="0"/>
                  </a:moveTo>
                  <a:lnTo>
                    <a:pt x="0" y="10"/>
                  </a:lnTo>
                  <a:cubicBezTo>
                    <a:pt x="10" y="10"/>
                    <a:pt x="20" y="0"/>
                    <a:pt x="40" y="0"/>
                  </a:cubicBezTo>
                  <a:close/>
                </a:path>
              </a:pathLst>
            </a:custGeom>
            <a:solidFill>
              <a:srgbClr val="6765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15" name="Google Shape;13515;p45"/>
            <p:cNvSpPr/>
            <p:nvPr/>
          </p:nvSpPr>
          <p:spPr>
            <a:xfrm>
              <a:off x="3445245" y="4161525"/>
              <a:ext cx="13607" cy="111780"/>
            </a:xfrm>
            <a:custGeom>
              <a:avLst/>
              <a:gdLst/>
              <a:ahLst/>
              <a:cxnLst/>
              <a:rect l="l" t="t" r="r" b="b"/>
              <a:pathLst>
                <a:path w="121" h="994" extrusionOk="0">
                  <a:moveTo>
                    <a:pt x="110" y="0"/>
                  </a:moveTo>
                  <a:cubicBezTo>
                    <a:pt x="90" y="50"/>
                    <a:pt x="60" y="80"/>
                    <a:pt x="0" y="100"/>
                  </a:cubicBezTo>
                  <a:cubicBezTo>
                    <a:pt x="0" y="100"/>
                    <a:pt x="10" y="161"/>
                    <a:pt x="10" y="241"/>
                  </a:cubicBezTo>
                  <a:cubicBezTo>
                    <a:pt x="10" y="271"/>
                    <a:pt x="10" y="311"/>
                    <a:pt x="0" y="341"/>
                  </a:cubicBezTo>
                  <a:cubicBezTo>
                    <a:pt x="0" y="371"/>
                    <a:pt x="0" y="391"/>
                    <a:pt x="0" y="411"/>
                  </a:cubicBezTo>
                  <a:cubicBezTo>
                    <a:pt x="0" y="472"/>
                    <a:pt x="10" y="502"/>
                    <a:pt x="20" y="562"/>
                  </a:cubicBezTo>
                  <a:cubicBezTo>
                    <a:pt x="30" y="632"/>
                    <a:pt x="30" y="803"/>
                    <a:pt x="30" y="863"/>
                  </a:cubicBezTo>
                  <a:cubicBezTo>
                    <a:pt x="30" y="873"/>
                    <a:pt x="40" y="883"/>
                    <a:pt x="40" y="893"/>
                  </a:cubicBezTo>
                  <a:cubicBezTo>
                    <a:pt x="50" y="923"/>
                    <a:pt x="40" y="993"/>
                    <a:pt x="50" y="993"/>
                  </a:cubicBezTo>
                  <a:lnTo>
                    <a:pt x="100" y="993"/>
                  </a:lnTo>
                  <a:lnTo>
                    <a:pt x="120" y="983"/>
                  </a:lnTo>
                  <a:cubicBezTo>
                    <a:pt x="110" y="933"/>
                    <a:pt x="40" y="582"/>
                    <a:pt x="50" y="542"/>
                  </a:cubicBezTo>
                  <a:cubicBezTo>
                    <a:pt x="60" y="492"/>
                    <a:pt x="60" y="371"/>
                    <a:pt x="60" y="301"/>
                  </a:cubicBezTo>
                  <a:cubicBezTo>
                    <a:pt x="60" y="231"/>
                    <a:pt x="100" y="70"/>
                    <a:pt x="110" y="20"/>
                  </a:cubicBezTo>
                  <a:cubicBezTo>
                    <a:pt x="110" y="10"/>
                    <a:pt x="120" y="0"/>
                    <a:pt x="11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16" name="Google Shape;13516;p45"/>
            <p:cNvSpPr/>
            <p:nvPr/>
          </p:nvSpPr>
          <p:spPr>
            <a:xfrm>
              <a:off x="3373836" y="4114069"/>
              <a:ext cx="90639" cy="60388"/>
            </a:xfrm>
            <a:custGeom>
              <a:avLst/>
              <a:gdLst/>
              <a:ahLst/>
              <a:cxnLst/>
              <a:rect l="l" t="t" r="r" b="b"/>
              <a:pathLst>
                <a:path w="806" h="537" extrusionOk="0">
                  <a:moveTo>
                    <a:pt x="635" y="1"/>
                  </a:moveTo>
                  <a:cubicBezTo>
                    <a:pt x="635" y="1"/>
                    <a:pt x="625" y="21"/>
                    <a:pt x="605" y="31"/>
                  </a:cubicBezTo>
                  <a:cubicBezTo>
                    <a:pt x="595" y="51"/>
                    <a:pt x="575" y="61"/>
                    <a:pt x="555" y="61"/>
                  </a:cubicBezTo>
                  <a:cubicBezTo>
                    <a:pt x="495" y="61"/>
                    <a:pt x="545" y="121"/>
                    <a:pt x="545" y="161"/>
                  </a:cubicBezTo>
                  <a:cubicBezTo>
                    <a:pt x="545" y="201"/>
                    <a:pt x="545" y="231"/>
                    <a:pt x="525" y="252"/>
                  </a:cubicBezTo>
                  <a:cubicBezTo>
                    <a:pt x="524" y="252"/>
                    <a:pt x="523" y="253"/>
                    <a:pt x="521" y="253"/>
                  </a:cubicBezTo>
                  <a:cubicBezTo>
                    <a:pt x="507" y="253"/>
                    <a:pt x="471" y="211"/>
                    <a:pt x="434" y="201"/>
                  </a:cubicBezTo>
                  <a:cubicBezTo>
                    <a:pt x="424" y="196"/>
                    <a:pt x="414" y="194"/>
                    <a:pt x="406" y="194"/>
                  </a:cubicBezTo>
                  <a:cubicBezTo>
                    <a:pt x="397" y="194"/>
                    <a:pt x="389" y="196"/>
                    <a:pt x="384" y="201"/>
                  </a:cubicBezTo>
                  <a:cubicBezTo>
                    <a:pt x="371" y="201"/>
                    <a:pt x="362" y="206"/>
                    <a:pt x="352" y="206"/>
                  </a:cubicBezTo>
                  <a:cubicBezTo>
                    <a:pt x="346" y="206"/>
                    <a:pt x="341" y="205"/>
                    <a:pt x="334" y="201"/>
                  </a:cubicBezTo>
                  <a:cubicBezTo>
                    <a:pt x="304" y="171"/>
                    <a:pt x="304" y="141"/>
                    <a:pt x="284" y="121"/>
                  </a:cubicBezTo>
                  <a:cubicBezTo>
                    <a:pt x="264" y="94"/>
                    <a:pt x="244" y="77"/>
                    <a:pt x="230" y="77"/>
                  </a:cubicBezTo>
                  <a:cubicBezTo>
                    <a:pt x="223" y="77"/>
                    <a:pt x="217" y="81"/>
                    <a:pt x="214" y="91"/>
                  </a:cubicBezTo>
                  <a:cubicBezTo>
                    <a:pt x="195" y="117"/>
                    <a:pt x="188" y="127"/>
                    <a:pt x="181" y="127"/>
                  </a:cubicBezTo>
                  <a:cubicBezTo>
                    <a:pt x="169" y="127"/>
                    <a:pt x="160" y="100"/>
                    <a:pt x="103" y="81"/>
                  </a:cubicBezTo>
                  <a:cubicBezTo>
                    <a:pt x="97" y="79"/>
                    <a:pt x="91" y="78"/>
                    <a:pt x="86" y="78"/>
                  </a:cubicBezTo>
                  <a:cubicBezTo>
                    <a:pt x="19" y="78"/>
                    <a:pt x="0" y="232"/>
                    <a:pt x="83" y="242"/>
                  </a:cubicBezTo>
                  <a:cubicBezTo>
                    <a:pt x="174" y="252"/>
                    <a:pt x="123" y="322"/>
                    <a:pt x="83" y="322"/>
                  </a:cubicBezTo>
                  <a:cubicBezTo>
                    <a:pt x="113" y="332"/>
                    <a:pt x="144" y="342"/>
                    <a:pt x="174" y="352"/>
                  </a:cubicBezTo>
                  <a:cubicBezTo>
                    <a:pt x="194" y="352"/>
                    <a:pt x="284" y="362"/>
                    <a:pt x="294" y="372"/>
                  </a:cubicBezTo>
                  <a:cubicBezTo>
                    <a:pt x="314" y="382"/>
                    <a:pt x="314" y="462"/>
                    <a:pt x="334" y="512"/>
                  </a:cubicBezTo>
                  <a:cubicBezTo>
                    <a:pt x="345" y="529"/>
                    <a:pt x="362" y="536"/>
                    <a:pt x="377" y="536"/>
                  </a:cubicBezTo>
                  <a:cubicBezTo>
                    <a:pt x="389" y="536"/>
                    <a:pt x="400" y="531"/>
                    <a:pt x="404" y="522"/>
                  </a:cubicBezTo>
                  <a:cubicBezTo>
                    <a:pt x="424" y="495"/>
                    <a:pt x="450" y="486"/>
                    <a:pt x="476" y="486"/>
                  </a:cubicBezTo>
                  <a:cubicBezTo>
                    <a:pt x="515" y="486"/>
                    <a:pt x="553" y="506"/>
                    <a:pt x="565" y="512"/>
                  </a:cubicBezTo>
                  <a:cubicBezTo>
                    <a:pt x="605" y="522"/>
                    <a:pt x="635" y="522"/>
                    <a:pt x="635" y="522"/>
                  </a:cubicBezTo>
                  <a:cubicBezTo>
                    <a:pt x="715" y="502"/>
                    <a:pt x="755" y="442"/>
                    <a:pt x="775" y="332"/>
                  </a:cubicBezTo>
                  <a:cubicBezTo>
                    <a:pt x="806" y="221"/>
                    <a:pt x="705" y="231"/>
                    <a:pt x="705" y="111"/>
                  </a:cubicBezTo>
                  <a:cubicBezTo>
                    <a:pt x="705" y="71"/>
                    <a:pt x="695" y="11"/>
                    <a:pt x="635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17" name="Google Shape;13517;p45"/>
            <p:cNvSpPr/>
            <p:nvPr/>
          </p:nvSpPr>
          <p:spPr>
            <a:xfrm>
              <a:off x="3454242" y="4149043"/>
              <a:ext cx="13607" cy="82767"/>
            </a:xfrm>
            <a:custGeom>
              <a:avLst/>
              <a:gdLst/>
              <a:ahLst/>
              <a:cxnLst/>
              <a:rect l="l" t="t" r="r" b="b"/>
              <a:pathLst>
                <a:path w="121" h="736" extrusionOk="0">
                  <a:moveTo>
                    <a:pt x="121" y="1"/>
                  </a:moveTo>
                  <a:cubicBezTo>
                    <a:pt x="91" y="71"/>
                    <a:pt x="81" y="91"/>
                    <a:pt x="60" y="201"/>
                  </a:cubicBezTo>
                  <a:cubicBezTo>
                    <a:pt x="40" y="322"/>
                    <a:pt x="40" y="492"/>
                    <a:pt x="30" y="552"/>
                  </a:cubicBezTo>
                  <a:cubicBezTo>
                    <a:pt x="20" y="613"/>
                    <a:pt x="0" y="723"/>
                    <a:pt x="30" y="733"/>
                  </a:cubicBezTo>
                  <a:cubicBezTo>
                    <a:pt x="30" y="735"/>
                    <a:pt x="31" y="736"/>
                    <a:pt x="31" y="736"/>
                  </a:cubicBezTo>
                  <a:cubicBezTo>
                    <a:pt x="34" y="736"/>
                    <a:pt x="42" y="719"/>
                    <a:pt x="50" y="703"/>
                  </a:cubicBezTo>
                  <a:cubicBezTo>
                    <a:pt x="40" y="653"/>
                    <a:pt x="60" y="623"/>
                    <a:pt x="70" y="572"/>
                  </a:cubicBezTo>
                  <a:cubicBezTo>
                    <a:pt x="70" y="502"/>
                    <a:pt x="70" y="322"/>
                    <a:pt x="101" y="201"/>
                  </a:cubicBezTo>
                  <a:cubicBezTo>
                    <a:pt x="121" y="101"/>
                    <a:pt x="111" y="51"/>
                    <a:pt x="121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18" name="Google Shape;13518;p45"/>
            <p:cNvSpPr/>
            <p:nvPr/>
          </p:nvSpPr>
          <p:spPr>
            <a:xfrm>
              <a:off x="3459864" y="4248678"/>
              <a:ext cx="7984" cy="24628"/>
            </a:xfrm>
            <a:custGeom>
              <a:avLst/>
              <a:gdLst/>
              <a:ahLst/>
              <a:cxnLst/>
              <a:rect l="l" t="t" r="r" b="b"/>
              <a:pathLst>
                <a:path w="71" h="219" extrusionOk="0">
                  <a:moveTo>
                    <a:pt x="13" y="1"/>
                  </a:moveTo>
                  <a:cubicBezTo>
                    <a:pt x="1" y="1"/>
                    <a:pt x="2" y="69"/>
                    <a:pt x="10" y="138"/>
                  </a:cubicBezTo>
                  <a:cubicBezTo>
                    <a:pt x="10" y="168"/>
                    <a:pt x="10" y="198"/>
                    <a:pt x="20" y="218"/>
                  </a:cubicBezTo>
                  <a:cubicBezTo>
                    <a:pt x="41" y="208"/>
                    <a:pt x="71" y="208"/>
                    <a:pt x="71" y="198"/>
                  </a:cubicBezTo>
                  <a:cubicBezTo>
                    <a:pt x="71" y="188"/>
                    <a:pt x="41" y="158"/>
                    <a:pt x="41" y="128"/>
                  </a:cubicBezTo>
                  <a:cubicBezTo>
                    <a:pt x="41" y="108"/>
                    <a:pt x="31" y="58"/>
                    <a:pt x="20" y="7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19" name="Google Shape;13519;p45"/>
            <p:cNvSpPr/>
            <p:nvPr/>
          </p:nvSpPr>
          <p:spPr>
            <a:xfrm>
              <a:off x="3441759" y="4038498"/>
              <a:ext cx="43070" cy="75682"/>
            </a:xfrm>
            <a:custGeom>
              <a:avLst/>
              <a:gdLst/>
              <a:ahLst/>
              <a:cxnLst/>
              <a:rect l="l" t="t" r="r" b="b"/>
              <a:pathLst>
                <a:path w="383" h="673" extrusionOk="0">
                  <a:moveTo>
                    <a:pt x="181" y="1"/>
                  </a:moveTo>
                  <a:cubicBezTo>
                    <a:pt x="51" y="1"/>
                    <a:pt x="21" y="71"/>
                    <a:pt x="21" y="121"/>
                  </a:cubicBezTo>
                  <a:cubicBezTo>
                    <a:pt x="11" y="171"/>
                    <a:pt x="11" y="221"/>
                    <a:pt x="11" y="252"/>
                  </a:cubicBezTo>
                  <a:cubicBezTo>
                    <a:pt x="1" y="272"/>
                    <a:pt x="21" y="272"/>
                    <a:pt x="21" y="292"/>
                  </a:cubicBezTo>
                  <a:cubicBezTo>
                    <a:pt x="21" y="312"/>
                    <a:pt x="21" y="312"/>
                    <a:pt x="21" y="342"/>
                  </a:cubicBezTo>
                  <a:cubicBezTo>
                    <a:pt x="31" y="362"/>
                    <a:pt x="31" y="452"/>
                    <a:pt x="51" y="492"/>
                  </a:cubicBezTo>
                  <a:cubicBezTo>
                    <a:pt x="71" y="542"/>
                    <a:pt x="71" y="593"/>
                    <a:pt x="91" y="623"/>
                  </a:cubicBezTo>
                  <a:cubicBezTo>
                    <a:pt x="101" y="653"/>
                    <a:pt x="151" y="673"/>
                    <a:pt x="202" y="673"/>
                  </a:cubicBezTo>
                  <a:cubicBezTo>
                    <a:pt x="242" y="673"/>
                    <a:pt x="282" y="673"/>
                    <a:pt x="312" y="643"/>
                  </a:cubicBezTo>
                  <a:cubicBezTo>
                    <a:pt x="332" y="623"/>
                    <a:pt x="322" y="552"/>
                    <a:pt x="342" y="502"/>
                  </a:cubicBezTo>
                  <a:cubicBezTo>
                    <a:pt x="352" y="442"/>
                    <a:pt x="342" y="382"/>
                    <a:pt x="342" y="352"/>
                  </a:cubicBezTo>
                  <a:cubicBezTo>
                    <a:pt x="352" y="332"/>
                    <a:pt x="352" y="322"/>
                    <a:pt x="362" y="312"/>
                  </a:cubicBezTo>
                  <a:cubicBezTo>
                    <a:pt x="362" y="302"/>
                    <a:pt x="362" y="272"/>
                    <a:pt x="372" y="252"/>
                  </a:cubicBezTo>
                  <a:cubicBezTo>
                    <a:pt x="382" y="231"/>
                    <a:pt x="342" y="91"/>
                    <a:pt x="322" y="51"/>
                  </a:cubicBezTo>
                  <a:cubicBezTo>
                    <a:pt x="292" y="21"/>
                    <a:pt x="242" y="1"/>
                    <a:pt x="181" y="1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20" name="Google Shape;13520;p45"/>
            <p:cNvSpPr/>
            <p:nvPr/>
          </p:nvSpPr>
          <p:spPr>
            <a:xfrm>
              <a:off x="3445245" y="4038498"/>
              <a:ext cx="33849" cy="10346"/>
            </a:xfrm>
            <a:custGeom>
              <a:avLst/>
              <a:gdLst/>
              <a:ahLst/>
              <a:cxnLst/>
              <a:rect l="l" t="t" r="r" b="b"/>
              <a:pathLst>
                <a:path w="301" h="92" extrusionOk="0">
                  <a:moveTo>
                    <a:pt x="150" y="1"/>
                  </a:moveTo>
                  <a:cubicBezTo>
                    <a:pt x="60" y="1"/>
                    <a:pt x="10" y="41"/>
                    <a:pt x="0" y="71"/>
                  </a:cubicBezTo>
                  <a:cubicBezTo>
                    <a:pt x="9" y="53"/>
                    <a:pt x="20" y="47"/>
                    <a:pt x="36" y="47"/>
                  </a:cubicBezTo>
                  <a:cubicBezTo>
                    <a:pt x="56" y="47"/>
                    <a:pt x="82" y="55"/>
                    <a:pt x="120" y="61"/>
                  </a:cubicBezTo>
                  <a:cubicBezTo>
                    <a:pt x="128" y="62"/>
                    <a:pt x="135" y="63"/>
                    <a:pt x="142" y="63"/>
                  </a:cubicBezTo>
                  <a:cubicBezTo>
                    <a:pt x="169" y="63"/>
                    <a:pt x="194" y="55"/>
                    <a:pt x="215" y="55"/>
                  </a:cubicBezTo>
                  <a:cubicBezTo>
                    <a:pt x="233" y="55"/>
                    <a:pt x="249" y="61"/>
                    <a:pt x="261" y="81"/>
                  </a:cubicBezTo>
                  <a:lnTo>
                    <a:pt x="301" y="91"/>
                  </a:lnTo>
                  <a:lnTo>
                    <a:pt x="291" y="51"/>
                  </a:lnTo>
                  <a:cubicBezTo>
                    <a:pt x="261" y="21"/>
                    <a:pt x="211" y="1"/>
                    <a:pt x="15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21" name="Google Shape;13521;p45"/>
            <p:cNvSpPr/>
            <p:nvPr/>
          </p:nvSpPr>
          <p:spPr>
            <a:xfrm>
              <a:off x="3473359" y="4112944"/>
              <a:ext cx="112" cy="11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B9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22" name="Google Shape;13522;p45"/>
            <p:cNvSpPr/>
            <p:nvPr/>
          </p:nvSpPr>
          <p:spPr>
            <a:xfrm>
              <a:off x="3473359" y="4112944"/>
              <a:ext cx="112" cy="11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23" name="Google Shape;13523;p45"/>
            <p:cNvSpPr/>
            <p:nvPr/>
          </p:nvSpPr>
          <p:spPr>
            <a:xfrm>
              <a:off x="3456491" y="4111820"/>
              <a:ext cx="16981" cy="2362"/>
            </a:xfrm>
            <a:custGeom>
              <a:avLst/>
              <a:gdLst/>
              <a:ahLst/>
              <a:cxnLst/>
              <a:rect l="l" t="t" r="r" b="b"/>
              <a:pathLst>
                <a:path w="151" h="21" extrusionOk="0">
                  <a:moveTo>
                    <a:pt x="91" y="21"/>
                  </a:moveTo>
                  <a:cubicBezTo>
                    <a:pt x="81" y="21"/>
                    <a:pt x="71" y="21"/>
                    <a:pt x="71" y="21"/>
                  </a:cubicBezTo>
                  <a:cubicBezTo>
                    <a:pt x="71" y="21"/>
                    <a:pt x="81" y="21"/>
                    <a:pt x="91" y="21"/>
                  </a:cubicBezTo>
                  <a:cubicBezTo>
                    <a:pt x="111" y="21"/>
                    <a:pt x="131" y="21"/>
                    <a:pt x="151" y="11"/>
                  </a:cubicBezTo>
                  <a:lnTo>
                    <a:pt x="151" y="11"/>
                  </a:lnTo>
                  <a:cubicBezTo>
                    <a:pt x="131" y="21"/>
                    <a:pt x="111" y="21"/>
                    <a:pt x="91" y="21"/>
                  </a:cubicBezTo>
                  <a:close/>
                  <a:moveTo>
                    <a:pt x="61" y="21"/>
                  </a:moveTo>
                  <a:lnTo>
                    <a:pt x="61" y="21"/>
                  </a:lnTo>
                  <a:lnTo>
                    <a:pt x="61" y="21"/>
                  </a:lnTo>
                  <a:close/>
                  <a:moveTo>
                    <a:pt x="61" y="21"/>
                  </a:moveTo>
                  <a:cubicBezTo>
                    <a:pt x="50" y="21"/>
                    <a:pt x="40" y="21"/>
                    <a:pt x="30" y="11"/>
                  </a:cubicBezTo>
                  <a:cubicBezTo>
                    <a:pt x="40" y="21"/>
                    <a:pt x="50" y="21"/>
                    <a:pt x="61" y="21"/>
                  </a:cubicBezTo>
                  <a:close/>
                  <a:moveTo>
                    <a:pt x="30" y="11"/>
                  </a:moveTo>
                  <a:cubicBezTo>
                    <a:pt x="30" y="11"/>
                    <a:pt x="30" y="11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lnTo>
                    <a:pt x="20" y="11"/>
                  </a:lnTo>
                  <a:lnTo>
                    <a:pt x="20" y="11"/>
                  </a:ln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0" y="11"/>
                  </a:moveTo>
                  <a:lnTo>
                    <a:pt x="0" y="1"/>
                  </a:lnTo>
                  <a:lnTo>
                    <a:pt x="0" y="11"/>
                  </a:ln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AB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24" name="Google Shape;13524;p45"/>
            <p:cNvSpPr/>
            <p:nvPr/>
          </p:nvSpPr>
          <p:spPr>
            <a:xfrm>
              <a:off x="3454242" y="4098325"/>
              <a:ext cx="21479" cy="13607"/>
            </a:xfrm>
            <a:custGeom>
              <a:avLst/>
              <a:gdLst/>
              <a:ahLst/>
              <a:cxnLst/>
              <a:rect l="l" t="t" r="r" b="b"/>
              <a:pathLst>
                <a:path w="191" h="121" extrusionOk="0">
                  <a:moveTo>
                    <a:pt x="30" y="30"/>
                  </a:moveTo>
                  <a:cubicBezTo>
                    <a:pt x="50" y="30"/>
                    <a:pt x="70" y="71"/>
                    <a:pt x="60" y="81"/>
                  </a:cubicBezTo>
                  <a:lnTo>
                    <a:pt x="50" y="71"/>
                  </a:lnTo>
                  <a:lnTo>
                    <a:pt x="50" y="51"/>
                  </a:lnTo>
                  <a:lnTo>
                    <a:pt x="30" y="30"/>
                  </a:lnTo>
                  <a:close/>
                  <a:moveTo>
                    <a:pt x="161" y="30"/>
                  </a:moveTo>
                  <a:lnTo>
                    <a:pt x="151" y="51"/>
                  </a:lnTo>
                  <a:lnTo>
                    <a:pt x="151" y="71"/>
                  </a:lnTo>
                  <a:lnTo>
                    <a:pt x="141" y="81"/>
                  </a:lnTo>
                  <a:cubicBezTo>
                    <a:pt x="131" y="71"/>
                    <a:pt x="151" y="30"/>
                    <a:pt x="161" y="30"/>
                  </a:cubicBezTo>
                  <a:close/>
                  <a:moveTo>
                    <a:pt x="141" y="0"/>
                  </a:moveTo>
                  <a:cubicBezTo>
                    <a:pt x="141" y="0"/>
                    <a:pt x="131" y="10"/>
                    <a:pt x="121" y="10"/>
                  </a:cubicBezTo>
                  <a:lnTo>
                    <a:pt x="50" y="10"/>
                  </a:lnTo>
                  <a:cubicBezTo>
                    <a:pt x="40" y="10"/>
                    <a:pt x="30" y="10"/>
                    <a:pt x="20" y="20"/>
                  </a:cubicBezTo>
                  <a:cubicBezTo>
                    <a:pt x="0" y="30"/>
                    <a:pt x="40" y="81"/>
                    <a:pt x="30" y="91"/>
                  </a:cubicBezTo>
                  <a:lnTo>
                    <a:pt x="20" y="121"/>
                  </a:lnTo>
                  <a:lnTo>
                    <a:pt x="40" y="121"/>
                  </a:lnTo>
                  <a:cubicBezTo>
                    <a:pt x="60" y="121"/>
                    <a:pt x="70" y="121"/>
                    <a:pt x="81" y="111"/>
                  </a:cubicBezTo>
                  <a:lnTo>
                    <a:pt x="141" y="111"/>
                  </a:lnTo>
                  <a:cubicBezTo>
                    <a:pt x="141" y="111"/>
                    <a:pt x="151" y="121"/>
                    <a:pt x="161" y="121"/>
                  </a:cubicBezTo>
                  <a:cubicBezTo>
                    <a:pt x="161" y="121"/>
                    <a:pt x="171" y="121"/>
                    <a:pt x="171" y="111"/>
                  </a:cubicBezTo>
                  <a:cubicBezTo>
                    <a:pt x="171" y="101"/>
                    <a:pt x="161" y="91"/>
                    <a:pt x="161" y="81"/>
                  </a:cubicBezTo>
                  <a:cubicBezTo>
                    <a:pt x="161" y="71"/>
                    <a:pt x="191" y="40"/>
                    <a:pt x="181" y="20"/>
                  </a:cubicBezTo>
                  <a:cubicBezTo>
                    <a:pt x="171" y="10"/>
                    <a:pt x="161" y="0"/>
                    <a:pt x="141" y="0"/>
                  </a:cubicBez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25" name="Google Shape;13525;p45"/>
            <p:cNvSpPr/>
            <p:nvPr/>
          </p:nvSpPr>
          <p:spPr>
            <a:xfrm>
              <a:off x="3457615" y="4101699"/>
              <a:ext cx="4611" cy="5735"/>
            </a:xfrm>
            <a:custGeom>
              <a:avLst/>
              <a:gdLst/>
              <a:ahLst/>
              <a:cxnLst/>
              <a:rect l="l" t="t" r="r" b="b"/>
              <a:pathLst>
                <a:path w="41" h="51" extrusionOk="0">
                  <a:moveTo>
                    <a:pt x="0" y="0"/>
                  </a:moveTo>
                  <a:lnTo>
                    <a:pt x="20" y="21"/>
                  </a:lnTo>
                  <a:lnTo>
                    <a:pt x="20" y="41"/>
                  </a:lnTo>
                  <a:lnTo>
                    <a:pt x="30" y="51"/>
                  </a:lnTo>
                  <a:cubicBezTo>
                    <a:pt x="40" y="41"/>
                    <a:pt x="20" y="0"/>
                    <a:pt x="0" y="0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26" name="Google Shape;13526;p45"/>
            <p:cNvSpPr/>
            <p:nvPr/>
          </p:nvSpPr>
          <p:spPr>
            <a:xfrm>
              <a:off x="3468861" y="4101699"/>
              <a:ext cx="3486" cy="5735"/>
            </a:xfrm>
            <a:custGeom>
              <a:avLst/>
              <a:gdLst/>
              <a:ahLst/>
              <a:cxnLst/>
              <a:rect l="l" t="t" r="r" b="b"/>
              <a:pathLst>
                <a:path w="31" h="51" extrusionOk="0">
                  <a:moveTo>
                    <a:pt x="31" y="0"/>
                  </a:moveTo>
                  <a:cubicBezTo>
                    <a:pt x="21" y="0"/>
                    <a:pt x="1" y="41"/>
                    <a:pt x="11" y="51"/>
                  </a:cubicBezTo>
                  <a:lnTo>
                    <a:pt x="21" y="41"/>
                  </a:lnTo>
                  <a:lnTo>
                    <a:pt x="21" y="2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27" name="Google Shape;13527;p45"/>
            <p:cNvSpPr/>
            <p:nvPr/>
          </p:nvSpPr>
          <p:spPr>
            <a:xfrm>
              <a:off x="3458740" y="4112944"/>
              <a:ext cx="5735" cy="1237"/>
            </a:xfrm>
            <a:custGeom>
              <a:avLst/>
              <a:gdLst/>
              <a:ahLst/>
              <a:cxnLst/>
              <a:rect l="l" t="t" r="r" b="b"/>
              <a:pathLst>
                <a:path w="51" h="11" extrusionOk="0">
                  <a:moveTo>
                    <a:pt x="51" y="11"/>
                  </a:moveTo>
                  <a:lnTo>
                    <a:pt x="51" y="11"/>
                  </a:lnTo>
                  <a:lnTo>
                    <a:pt x="41" y="11"/>
                  </a:lnTo>
                  <a:lnTo>
                    <a:pt x="51" y="11"/>
                  </a:lnTo>
                  <a:lnTo>
                    <a:pt x="51" y="11"/>
                  </a:lnTo>
                  <a:close/>
                  <a:moveTo>
                    <a:pt x="41" y="11"/>
                  </a:moveTo>
                  <a:lnTo>
                    <a:pt x="41" y="11"/>
                  </a:lnTo>
                  <a:lnTo>
                    <a:pt x="41" y="11"/>
                  </a:lnTo>
                  <a:close/>
                  <a:moveTo>
                    <a:pt x="10" y="1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lose/>
                  <a:moveTo>
                    <a:pt x="10" y="1"/>
                  </a:moveTo>
                  <a:cubicBezTo>
                    <a:pt x="10" y="1"/>
                    <a:pt x="0" y="1"/>
                    <a:pt x="0" y="1"/>
                  </a:cubicBezTo>
                  <a:cubicBezTo>
                    <a:pt x="0" y="1"/>
                    <a:pt x="10" y="1"/>
                    <a:pt x="10" y="1"/>
                  </a:cubicBezTo>
                  <a:close/>
                </a:path>
              </a:pathLst>
            </a:custGeom>
            <a:solidFill>
              <a:srgbClr val="CEC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28" name="Google Shape;13528;p45"/>
            <p:cNvSpPr/>
            <p:nvPr/>
          </p:nvSpPr>
          <p:spPr>
            <a:xfrm>
              <a:off x="3456491" y="4111820"/>
              <a:ext cx="2362" cy="1237"/>
            </a:xfrm>
            <a:custGeom>
              <a:avLst/>
              <a:gdLst/>
              <a:ahLst/>
              <a:cxnLst/>
              <a:rect l="l" t="t" r="r" b="b"/>
              <a:pathLst>
                <a:path w="21" h="11" extrusionOk="0"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10" y="11"/>
                    <a:pt x="10" y="11"/>
                  </a:cubicBezTo>
                  <a:cubicBezTo>
                    <a:pt x="10" y="11"/>
                    <a:pt x="20" y="11"/>
                    <a:pt x="2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lnTo>
                    <a:pt x="0" y="11"/>
                  </a:lnTo>
                  <a:lnTo>
                    <a:pt x="10" y="11"/>
                  </a:ln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EC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29" name="Google Shape;13529;p45"/>
            <p:cNvSpPr/>
            <p:nvPr/>
          </p:nvSpPr>
          <p:spPr>
            <a:xfrm>
              <a:off x="3473359" y="4109571"/>
              <a:ext cx="3486" cy="3486"/>
            </a:xfrm>
            <a:custGeom>
              <a:avLst/>
              <a:gdLst/>
              <a:ahLst/>
              <a:cxnLst/>
              <a:rect l="l" t="t" r="r" b="b"/>
              <a:pathLst>
                <a:path w="31" h="31" extrusionOk="0">
                  <a:moveTo>
                    <a:pt x="31" y="1"/>
                  </a:moveTo>
                  <a:cubicBezTo>
                    <a:pt x="31" y="11"/>
                    <a:pt x="21" y="11"/>
                    <a:pt x="1" y="11"/>
                  </a:cubicBezTo>
                  <a:cubicBezTo>
                    <a:pt x="1" y="21"/>
                    <a:pt x="1" y="31"/>
                    <a:pt x="1" y="31"/>
                  </a:cubicBezTo>
                  <a:cubicBezTo>
                    <a:pt x="11" y="31"/>
                    <a:pt x="21" y="21"/>
                    <a:pt x="31" y="11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BBB2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30" name="Google Shape;13530;p45"/>
            <p:cNvSpPr/>
            <p:nvPr/>
          </p:nvSpPr>
          <p:spPr>
            <a:xfrm>
              <a:off x="3456491" y="4111820"/>
              <a:ext cx="7984" cy="2362"/>
            </a:xfrm>
            <a:custGeom>
              <a:avLst/>
              <a:gdLst/>
              <a:ahLst/>
              <a:cxnLst/>
              <a:rect l="l" t="t" r="r" b="b"/>
              <a:pathLst>
                <a:path w="71" h="21" extrusionOk="0">
                  <a:moveTo>
                    <a:pt x="0" y="1"/>
                  </a:moveTo>
                  <a:lnTo>
                    <a:pt x="0" y="11"/>
                  </a:lnTo>
                  <a:lnTo>
                    <a:pt x="24" y="11"/>
                  </a:lnTo>
                  <a:cubicBezTo>
                    <a:pt x="15" y="8"/>
                    <a:pt x="7" y="4"/>
                    <a:pt x="0" y="1"/>
                  </a:cubicBezTo>
                  <a:close/>
                  <a:moveTo>
                    <a:pt x="24" y="11"/>
                  </a:moveTo>
                  <a:cubicBezTo>
                    <a:pt x="27" y="12"/>
                    <a:pt x="31" y="13"/>
                    <a:pt x="34" y="14"/>
                  </a:cubicBezTo>
                  <a:lnTo>
                    <a:pt x="34" y="14"/>
                  </a:lnTo>
                  <a:cubicBezTo>
                    <a:pt x="33" y="13"/>
                    <a:pt x="32" y="12"/>
                    <a:pt x="30" y="11"/>
                  </a:cubicBezTo>
                  <a:close/>
                  <a:moveTo>
                    <a:pt x="34" y="14"/>
                  </a:moveTo>
                  <a:lnTo>
                    <a:pt x="34" y="14"/>
                  </a:lnTo>
                  <a:cubicBezTo>
                    <a:pt x="43" y="21"/>
                    <a:pt x="52" y="21"/>
                    <a:pt x="61" y="21"/>
                  </a:cubicBezTo>
                  <a:lnTo>
                    <a:pt x="71" y="21"/>
                  </a:lnTo>
                  <a:cubicBezTo>
                    <a:pt x="60" y="21"/>
                    <a:pt x="47" y="18"/>
                    <a:pt x="34" y="14"/>
                  </a:cubicBezTo>
                  <a:close/>
                </a:path>
              </a:pathLst>
            </a:custGeom>
            <a:solidFill>
              <a:srgbClr val="C39D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31" name="Google Shape;13531;p45"/>
            <p:cNvSpPr/>
            <p:nvPr/>
          </p:nvSpPr>
          <p:spPr>
            <a:xfrm>
              <a:off x="3456491" y="4110695"/>
              <a:ext cx="16981" cy="3486"/>
            </a:xfrm>
            <a:custGeom>
              <a:avLst/>
              <a:gdLst/>
              <a:ahLst/>
              <a:cxnLst/>
              <a:rect l="l" t="t" r="r" b="b"/>
              <a:pathLst>
                <a:path w="151" h="31" extrusionOk="0">
                  <a:moveTo>
                    <a:pt x="61" y="1"/>
                  </a:moveTo>
                  <a:cubicBezTo>
                    <a:pt x="50" y="11"/>
                    <a:pt x="40" y="11"/>
                    <a:pt x="20" y="11"/>
                  </a:cubicBezTo>
                  <a:lnTo>
                    <a:pt x="0" y="11"/>
                  </a:lnTo>
                  <a:cubicBezTo>
                    <a:pt x="20" y="21"/>
                    <a:pt x="50" y="31"/>
                    <a:pt x="71" y="31"/>
                  </a:cubicBezTo>
                  <a:lnTo>
                    <a:pt x="91" y="31"/>
                  </a:lnTo>
                  <a:cubicBezTo>
                    <a:pt x="111" y="31"/>
                    <a:pt x="131" y="31"/>
                    <a:pt x="151" y="21"/>
                  </a:cubicBezTo>
                  <a:cubicBezTo>
                    <a:pt x="151" y="21"/>
                    <a:pt x="151" y="11"/>
                    <a:pt x="151" y="1"/>
                  </a:cubicBezTo>
                  <a:cubicBezTo>
                    <a:pt x="151" y="11"/>
                    <a:pt x="141" y="11"/>
                    <a:pt x="141" y="11"/>
                  </a:cubicBezTo>
                  <a:cubicBezTo>
                    <a:pt x="131" y="11"/>
                    <a:pt x="121" y="1"/>
                    <a:pt x="121" y="1"/>
                  </a:cubicBezTo>
                  <a:close/>
                </a:path>
              </a:pathLst>
            </a:custGeom>
            <a:solidFill>
              <a:srgbClr val="BF96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32" name="Google Shape;13532;p45"/>
            <p:cNvSpPr/>
            <p:nvPr/>
          </p:nvSpPr>
          <p:spPr>
            <a:xfrm>
              <a:off x="3476733" y="4049857"/>
              <a:ext cx="38460" cy="16981"/>
            </a:xfrm>
            <a:custGeom>
              <a:avLst/>
              <a:gdLst/>
              <a:ahLst/>
              <a:cxnLst/>
              <a:rect l="l" t="t" r="r" b="b"/>
              <a:pathLst>
                <a:path w="342" h="151" extrusionOk="0">
                  <a:moveTo>
                    <a:pt x="31" y="0"/>
                  </a:moveTo>
                  <a:lnTo>
                    <a:pt x="1" y="40"/>
                  </a:lnTo>
                  <a:cubicBezTo>
                    <a:pt x="1" y="40"/>
                    <a:pt x="51" y="123"/>
                    <a:pt x="60" y="123"/>
                  </a:cubicBezTo>
                  <a:cubicBezTo>
                    <a:pt x="61" y="123"/>
                    <a:pt x="61" y="122"/>
                    <a:pt x="61" y="120"/>
                  </a:cubicBezTo>
                  <a:cubicBezTo>
                    <a:pt x="61" y="115"/>
                    <a:pt x="71" y="109"/>
                    <a:pt x="83" y="109"/>
                  </a:cubicBezTo>
                  <a:cubicBezTo>
                    <a:pt x="92" y="109"/>
                    <a:pt x="103" y="112"/>
                    <a:pt x="111" y="120"/>
                  </a:cubicBezTo>
                  <a:cubicBezTo>
                    <a:pt x="141" y="140"/>
                    <a:pt x="181" y="151"/>
                    <a:pt x="222" y="151"/>
                  </a:cubicBezTo>
                  <a:cubicBezTo>
                    <a:pt x="252" y="140"/>
                    <a:pt x="342" y="80"/>
                    <a:pt x="292" y="40"/>
                  </a:cubicBezTo>
                  <a:cubicBezTo>
                    <a:pt x="262" y="15"/>
                    <a:pt x="232" y="8"/>
                    <a:pt x="203" y="8"/>
                  </a:cubicBezTo>
                  <a:cubicBezTo>
                    <a:pt x="174" y="8"/>
                    <a:pt x="146" y="15"/>
                    <a:pt x="121" y="20"/>
                  </a:cubicBezTo>
                  <a:cubicBezTo>
                    <a:pt x="98" y="29"/>
                    <a:pt x="83" y="37"/>
                    <a:pt x="71" y="37"/>
                  </a:cubicBezTo>
                  <a:cubicBezTo>
                    <a:pt x="57" y="37"/>
                    <a:pt x="47" y="27"/>
                    <a:pt x="3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33" name="Google Shape;13533;p45"/>
            <p:cNvSpPr/>
            <p:nvPr/>
          </p:nvSpPr>
          <p:spPr>
            <a:xfrm>
              <a:off x="3406785" y="4049857"/>
              <a:ext cx="41946" cy="17318"/>
            </a:xfrm>
            <a:custGeom>
              <a:avLst/>
              <a:gdLst/>
              <a:ahLst/>
              <a:cxnLst/>
              <a:rect l="l" t="t" r="r" b="b"/>
              <a:pathLst>
                <a:path w="373" h="154" extrusionOk="0">
                  <a:moveTo>
                    <a:pt x="332" y="0"/>
                  </a:moveTo>
                  <a:cubicBezTo>
                    <a:pt x="321" y="27"/>
                    <a:pt x="313" y="37"/>
                    <a:pt x="299" y="37"/>
                  </a:cubicBezTo>
                  <a:cubicBezTo>
                    <a:pt x="287" y="37"/>
                    <a:pt x="270" y="29"/>
                    <a:pt x="242" y="20"/>
                  </a:cubicBezTo>
                  <a:cubicBezTo>
                    <a:pt x="217" y="10"/>
                    <a:pt x="187" y="3"/>
                    <a:pt x="155" y="3"/>
                  </a:cubicBezTo>
                  <a:cubicBezTo>
                    <a:pt x="124" y="3"/>
                    <a:pt x="91" y="10"/>
                    <a:pt x="61" y="30"/>
                  </a:cubicBezTo>
                  <a:cubicBezTo>
                    <a:pt x="1" y="80"/>
                    <a:pt x="111" y="151"/>
                    <a:pt x="141" y="151"/>
                  </a:cubicBezTo>
                  <a:cubicBezTo>
                    <a:pt x="149" y="152"/>
                    <a:pt x="156" y="153"/>
                    <a:pt x="164" y="153"/>
                  </a:cubicBezTo>
                  <a:cubicBezTo>
                    <a:pt x="196" y="153"/>
                    <a:pt x="229" y="137"/>
                    <a:pt x="262" y="120"/>
                  </a:cubicBezTo>
                  <a:cubicBezTo>
                    <a:pt x="272" y="115"/>
                    <a:pt x="287" y="110"/>
                    <a:pt x="299" y="110"/>
                  </a:cubicBezTo>
                  <a:cubicBezTo>
                    <a:pt x="312" y="110"/>
                    <a:pt x="322" y="115"/>
                    <a:pt x="322" y="130"/>
                  </a:cubicBezTo>
                  <a:cubicBezTo>
                    <a:pt x="322" y="131"/>
                    <a:pt x="322" y="131"/>
                    <a:pt x="322" y="131"/>
                  </a:cubicBezTo>
                  <a:cubicBezTo>
                    <a:pt x="327" y="131"/>
                    <a:pt x="372" y="40"/>
                    <a:pt x="372" y="40"/>
                  </a:cubicBezTo>
                  <a:lnTo>
                    <a:pt x="332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34" name="Google Shape;13534;p45"/>
            <p:cNvSpPr/>
            <p:nvPr/>
          </p:nvSpPr>
          <p:spPr>
            <a:xfrm>
              <a:off x="3466612" y="4041872"/>
              <a:ext cx="18218" cy="54316"/>
            </a:xfrm>
            <a:custGeom>
              <a:avLst/>
              <a:gdLst/>
              <a:ahLst/>
              <a:cxnLst/>
              <a:rect l="l" t="t" r="r" b="b"/>
              <a:pathLst>
                <a:path w="162" h="483" extrusionOk="0">
                  <a:moveTo>
                    <a:pt x="81" y="1"/>
                  </a:moveTo>
                  <a:cubicBezTo>
                    <a:pt x="111" y="51"/>
                    <a:pt x="11" y="101"/>
                    <a:pt x="1" y="181"/>
                  </a:cubicBezTo>
                  <a:cubicBezTo>
                    <a:pt x="1" y="272"/>
                    <a:pt x="91" y="282"/>
                    <a:pt x="61" y="352"/>
                  </a:cubicBezTo>
                  <a:cubicBezTo>
                    <a:pt x="31" y="402"/>
                    <a:pt x="101" y="422"/>
                    <a:pt x="121" y="482"/>
                  </a:cubicBezTo>
                  <a:lnTo>
                    <a:pt x="121" y="472"/>
                  </a:lnTo>
                  <a:cubicBezTo>
                    <a:pt x="131" y="412"/>
                    <a:pt x="121" y="352"/>
                    <a:pt x="121" y="322"/>
                  </a:cubicBezTo>
                  <a:cubicBezTo>
                    <a:pt x="131" y="302"/>
                    <a:pt x="131" y="292"/>
                    <a:pt x="141" y="282"/>
                  </a:cubicBezTo>
                  <a:cubicBezTo>
                    <a:pt x="141" y="272"/>
                    <a:pt x="141" y="242"/>
                    <a:pt x="151" y="222"/>
                  </a:cubicBezTo>
                  <a:cubicBezTo>
                    <a:pt x="161" y="201"/>
                    <a:pt x="121" y="61"/>
                    <a:pt x="101" y="21"/>
                  </a:cubicBezTo>
                  <a:lnTo>
                    <a:pt x="81" y="1"/>
                  </a:ln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E0D4C7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35" name="Google Shape;13535;p45"/>
            <p:cNvSpPr/>
            <p:nvPr/>
          </p:nvSpPr>
          <p:spPr>
            <a:xfrm>
              <a:off x="3482468" y="4067849"/>
              <a:ext cx="1237" cy="4611"/>
            </a:xfrm>
            <a:custGeom>
              <a:avLst/>
              <a:gdLst/>
              <a:ahLst/>
              <a:cxnLst/>
              <a:rect l="l" t="t" r="r" b="b"/>
              <a:pathLst>
                <a:path w="11" h="41" extrusionOk="0">
                  <a:moveTo>
                    <a:pt x="0" y="41"/>
                  </a:moveTo>
                  <a:lnTo>
                    <a:pt x="0" y="41"/>
                  </a:lnTo>
                  <a:cubicBezTo>
                    <a:pt x="0" y="41"/>
                    <a:pt x="0" y="41"/>
                    <a:pt x="0" y="41"/>
                  </a:cubicBezTo>
                  <a:lnTo>
                    <a:pt x="0" y="41"/>
                  </a:lnTo>
                  <a:lnTo>
                    <a:pt x="10" y="1"/>
                  </a:lnTo>
                  <a:lnTo>
                    <a:pt x="0" y="41"/>
                  </a:lnTo>
                  <a:close/>
                  <a:moveTo>
                    <a:pt x="10" y="1"/>
                  </a:moveTo>
                  <a:lnTo>
                    <a:pt x="10" y="1"/>
                  </a:lnTo>
                  <a:lnTo>
                    <a:pt x="10" y="1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36" name="Google Shape;13536;p45"/>
            <p:cNvSpPr/>
            <p:nvPr/>
          </p:nvSpPr>
          <p:spPr>
            <a:xfrm>
              <a:off x="3478982" y="4066725"/>
              <a:ext cx="4723" cy="5735"/>
            </a:xfrm>
            <a:custGeom>
              <a:avLst/>
              <a:gdLst/>
              <a:ahLst/>
              <a:cxnLst/>
              <a:rect l="l" t="t" r="r" b="b"/>
              <a:pathLst>
                <a:path w="42" h="51" extrusionOk="0">
                  <a:moveTo>
                    <a:pt x="11" y="1"/>
                  </a:moveTo>
                  <a:lnTo>
                    <a:pt x="1" y="21"/>
                  </a:lnTo>
                  <a:lnTo>
                    <a:pt x="11" y="21"/>
                  </a:lnTo>
                  <a:lnTo>
                    <a:pt x="11" y="11"/>
                  </a:lnTo>
                  <a:lnTo>
                    <a:pt x="41" y="11"/>
                  </a:lnTo>
                  <a:lnTo>
                    <a:pt x="11" y="1"/>
                  </a:lnTo>
                  <a:close/>
                  <a:moveTo>
                    <a:pt x="1" y="21"/>
                  </a:moveTo>
                  <a:lnTo>
                    <a:pt x="1" y="41"/>
                  </a:lnTo>
                  <a:lnTo>
                    <a:pt x="11" y="31"/>
                  </a:lnTo>
                  <a:lnTo>
                    <a:pt x="1" y="21"/>
                  </a:lnTo>
                  <a:close/>
                  <a:moveTo>
                    <a:pt x="1" y="41"/>
                  </a:moveTo>
                  <a:lnTo>
                    <a:pt x="1" y="51"/>
                  </a:lnTo>
                  <a:lnTo>
                    <a:pt x="31" y="51"/>
                  </a:lnTo>
                  <a:lnTo>
                    <a:pt x="1" y="41"/>
                  </a:lnTo>
                  <a:close/>
                </a:path>
              </a:pathLst>
            </a:custGeom>
            <a:solidFill>
              <a:srgbClr val="515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37" name="Google Shape;13537;p45"/>
            <p:cNvSpPr/>
            <p:nvPr/>
          </p:nvSpPr>
          <p:spPr>
            <a:xfrm>
              <a:off x="3478982" y="4067849"/>
              <a:ext cx="4723" cy="4611"/>
            </a:xfrm>
            <a:custGeom>
              <a:avLst/>
              <a:gdLst/>
              <a:ahLst/>
              <a:cxnLst/>
              <a:rect l="l" t="t" r="r" b="b"/>
              <a:pathLst>
                <a:path w="42" h="41" extrusionOk="0">
                  <a:moveTo>
                    <a:pt x="11" y="1"/>
                  </a:moveTo>
                  <a:lnTo>
                    <a:pt x="1" y="31"/>
                  </a:lnTo>
                  <a:lnTo>
                    <a:pt x="31" y="4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38" name="Google Shape;13538;p45"/>
            <p:cNvSpPr/>
            <p:nvPr/>
          </p:nvSpPr>
          <p:spPr>
            <a:xfrm>
              <a:off x="3480106" y="4067849"/>
              <a:ext cx="2474" cy="1237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"/>
                  </a:moveTo>
                  <a:lnTo>
                    <a:pt x="11" y="11"/>
                  </a:lnTo>
                  <a:lnTo>
                    <a:pt x="21" y="1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39" name="Google Shape;13539;p45"/>
            <p:cNvSpPr/>
            <p:nvPr/>
          </p:nvSpPr>
          <p:spPr>
            <a:xfrm>
              <a:off x="3478982" y="4068974"/>
              <a:ext cx="112" cy="11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893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40" name="Google Shape;13540;p45"/>
            <p:cNvSpPr/>
            <p:nvPr/>
          </p:nvSpPr>
          <p:spPr>
            <a:xfrm>
              <a:off x="3478982" y="4068974"/>
              <a:ext cx="1237" cy="1237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" y="1"/>
                  </a:moveTo>
                  <a:lnTo>
                    <a:pt x="11" y="1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A29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41" name="Google Shape;13541;p45"/>
            <p:cNvSpPr/>
            <p:nvPr/>
          </p:nvSpPr>
          <p:spPr>
            <a:xfrm>
              <a:off x="3480106" y="4068974"/>
              <a:ext cx="112" cy="1237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lnTo>
                    <a:pt x="1" y="1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42" name="Google Shape;13542;p45"/>
            <p:cNvSpPr/>
            <p:nvPr/>
          </p:nvSpPr>
          <p:spPr>
            <a:xfrm>
              <a:off x="3441759" y="4046370"/>
              <a:ext cx="18218" cy="63312"/>
            </a:xfrm>
            <a:custGeom>
              <a:avLst/>
              <a:gdLst/>
              <a:ahLst/>
              <a:cxnLst/>
              <a:rect l="l" t="t" r="r" b="b"/>
              <a:pathLst>
                <a:path w="162" h="563" extrusionOk="0">
                  <a:moveTo>
                    <a:pt x="31" y="1"/>
                  </a:moveTo>
                  <a:cubicBezTo>
                    <a:pt x="21" y="21"/>
                    <a:pt x="21" y="41"/>
                    <a:pt x="21" y="51"/>
                  </a:cubicBezTo>
                  <a:cubicBezTo>
                    <a:pt x="11" y="101"/>
                    <a:pt x="11" y="151"/>
                    <a:pt x="11" y="182"/>
                  </a:cubicBezTo>
                  <a:cubicBezTo>
                    <a:pt x="1" y="202"/>
                    <a:pt x="21" y="202"/>
                    <a:pt x="21" y="222"/>
                  </a:cubicBezTo>
                  <a:cubicBezTo>
                    <a:pt x="21" y="242"/>
                    <a:pt x="21" y="242"/>
                    <a:pt x="21" y="272"/>
                  </a:cubicBezTo>
                  <a:cubicBezTo>
                    <a:pt x="31" y="292"/>
                    <a:pt x="31" y="382"/>
                    <a:pt x="51" y="422"/>
                  </a:cubicBezTo>
                  <a:cubicBezTo>
                    <a:pt x="71" y="472"/>
                    <a:pt x="71" y="523"/>
                    <a:pt x="91" y="553"/>
                  </a:cubicBezTo>
                  <a:lnTo>
                    <a:pt x="101" y="563"/>
                  </a:lnTo>
                  <a:cubicBezTo>
                    <a:pt x="61" y="442"/>
                    <a:pt x="111" y="422"/>
                    <a:pt x="131" y="362"/>
                  </a:cubicBezTo>
                  <a:cubicBezTo>
                    <a:pt x="151" y="302"/>
                    <a:pt x="91" y="322"/>
                    <a:pt x="141" y="212"/>
                  </a:cubicBezTo>
                  <a:cubicBezTo>
                    <a:pt x="161" y="141"/>
                    <a:pt x="121" y="111"/>
                    <a:pt x="71" y="61"/>
                  </a:cubicBezTo>
                  <a:cubicBezTo>
                    <a:pt x="51" y="41"/>
                    <a:pt x="41" y="31"/>
                    <a:pt x="31" y="1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E0D4C7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43" name="Google Shape;13543;p45"/>
            <p:cNvSpPr/>
            <p:nvPr/>
          </p:nvSpPr>
          <p:spPr>
            <a:xfrm>
              <a:off x="3444008" y="4071223"/>
              <a:ext cx="112" cy="2362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ubicBezTo>
                    <a:pt x="1" y="21"/>
                    <a:pt x="1" y="21"/>
                    <a:pt x="1" y="21"/>
                  </a:cubicBezTo>
                  <a:close/>
                </a:path>
              </a:pathLst>
            </a:custGeom>
            <a:solidFill>
              <a:srgbClr val="E3D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44" name="Google Shape;13544;p45"/>
            <p:cNvSpPr/>
            <p:nvPr/>
          </p:nvSpPr>
          <p:spPr>
            <a:xfrm>
              <a:off x="3442884" y="4068974"/>
              <a:ext cx="1237" cy="2362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1" y="2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1" y="21"/>
                  </a:lnTo>
                  <a:close/>
                </a:path>
              </a:pathLst>
            </a:custGeom>
            <a:solidFill>
              <a:srgbClr val="E3D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45" name="Google Shape;13545;p45"/>
            <p:cNvSpPr/>
            <p:nvPr/>
          </p:nvSpPr>
          <p:spPr>
            <a:xfrm>
              <a:off x="3447494" y="4068974"/>
              <a:ext cx="2362" cy="4611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0" y="1"/>
                  </a:moveTo>
                  <a:cubicBezTo>
                    <a:pt x="10" y="11"/>
                    <a:pt x="10" y="31"/>
                    <a:pt x="0" y="41"/>
                  </a:cubicBezTo>
                  <a:lnTo>
                    <a:pt x="10" y="41"/>
                  </a:lnTo>
                  <a:cubicBezTo>
                    <a:pt x="20" y="31"/>
                    <a:pt x="10" y="11"/>
                    <a:pt x="0" y="1"/>
                  </a:cubicBezTo>
                  <a:close/>
                </a:path>
              </a:pathLst>
            </a:custGeom>
            <a:solidFill>
              <a:srgbClr val="515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46" name="Google Shape;13546;p45"/>
            <p:cNvSpPr/>
            <p:nvPr/>
          </p:nvSpPr>
          <p:spPr>
            <a:xfrm>
              <a:off x="3442884" y="4068974"/>
              <a:ext cx="5848" cy="4611"/>
            </a:xfrm>
            <a:custGeom>
              <a:avLst/>
              <a:gdLst/>
              <a:ahLst/>
              <a:cxnLst/>
              <a:rect l="l" t="t" r="r" b="b"/>
              <a:pathLst>
                <a:path w="52" h="41" extrusionOk="0">
                  <a:moveTo>
                    <a:pt x="1" y="1"/>
                  </a:moveTo>
                  <a:lnTo>
                    <a:pt x="11" y="21"/>
                  </a:lnTo>
                  <a:lnTo>
                    <a:pt x="11" y="41"/>
                  </a:lnTo>
                  <a:lnTo>
                    <a:pt x="41" y="41"/>
                  </a:lnTo>
                  <a:cubicBezTo>
                    <a:pt x="51" y="31"/>
                    <a:pt x="51" y="11"/>
                    <a:pt x="41" y="1"/>
                  </a:cubicBez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47" name="Google Shape;13547;p45"/>
            <p:cNvSpPr/>
            <p:nvPr/>
          </p:nvSpPr>
          <p:spPr>
            <a:xfrm>
              <a:off x="3445245" y="4068974"/>
              <a:ext cx="2362" cy="2362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21"/>
                  </a:moveTo>
                  <a:lnTo>
                    <a:pt x="10" y="11"/>
                  </a:lnTo>
                  <a:lnTo>
                    <a:pt x="0" y="1"/>
                  </a:lnTo>
                  <a:lnTo>
                    <a:pt x="10" y="11"/>
                  </a:lnTo>
                  <a:lnTo>
                    <a:pt x="20" y="21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48" name="Google Shape;13548;p45"/>
            <p:cNvSpPr/>
            <p:nvPr/>
          </p:nvSpPr>
          <p:spPr>
            <a:xfrm>
              <a:off x="3444008" y="4071223"/>
              <a:ext cx="1349" cy="112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1" y="1"/>
                  </a:lnTo>
                  <a:lnTo>
                    <a:pt x="1" y="1"/>
                  </a:lnTo>
                  <a:lnTo>
                    <a:pt x="11" y="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49" name="Google Shape;13549;p45"/>
            <p:cNvSpPr/>
            <p:nvPr/>
          </p:nvSpPr>
          <p:spPr>
            <a:xfrm>
              <a:off x="3484717" y="4052106"/>
              <a:ext cx="25977" cy="13607"/>
            </a:xfrm>
            <a:custGeom>
              <a:avLst/>
              <a:gdLst/>
              <a:ahLst/>
              <a:cxnLst/>
              <a:rect l="l" t="t" r="r" b="b"/>
              <a:pathLst>
                <a:path w="231" h="121" extrusionOk="0">
                  <a:moveTo>
                    <a:pt x="151" y="0"/>
                  </a:moveTo>
                  <a:cubicBezTo>
                    <a:pt x="130" y="0"/>
                    <a:pt x="90" y="10"/>
                    <a:pt x="70" y="20"/>
                  </a:cubicBezTo>
                  <a:cubicBezTo>
                    <a:pt x="40" y="30"/>
                    <a:pt x="10" y="30"/>
                    <a:pt x="40" y="30"/>
                  </a:cubicBezTo>
                  <a:cubicBezTo>
                    <a:pt x="70" y="30"/>
                    <a:pt x="60" y="40"/>
                    <a:pt x="30" y="40"/>
                  </a:cubicBezTo>
                  <a:cubicBezTo>
                    <a:pt x="10" y="50"/>
                    <a:pt x="0" y="60"/>
                    <a:pt x="40" y="60"/>
                  </a:cubicBezTo>
                  <a:cubicBezTo>
                    <a:pt x="80" y="60"/>
                    <a:pt x="90" y="70"/>
                    <a:pt x="70" y="70"/>
                  </a:cubicBezTo>
                  <a:lnTo>
                    <a:pt x="30" y="70"/>
                  </a:lnTo>
                  <a:cubicBezTo>
                    <a:pt x="40" y="80"/>
                    <a:pt x="100" y="120"/>
                    <a:pt x="141" y="120"/>
                  </a:cubicBezTo>
                  <a:cubicBezTo>
                    <a:pt x="181" y="120"/>
                    <a:pt x="221" y="70"/>
                    <a:pt x="231" y="50"/>
                  </a:cubicBezTo>
                  <a:cubicBezTo>
                    <a:pt x="231" y="30"/>
                    <a:pt x="191" y="10"/>
                    <a:pt x="151" y="0"/>
                  </a:cubicBezTo>
                  <a:close/>
                </a:path>
              </a:pathLst>
            </a:custGeom>
            <a:solidFill>
              <a:srgbClr val="986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50" name="Google Shape;13550;p45"/>
            <p:cNvSpPr/>
            <p:nvPr/>
          </p:nvSpPr>
          <p:spPr>
            <a:xfrm>
              <a:off x="3412521" y="4052106"/>
              <a:ext cx="29351" cy="14057"/>
            </a:xfrm>
            <a:custGeom>
              <a:avLst/>
              <a:gdLst/>
              <a:ahLst/>
              <a:cxnLst/>
              <a:rect l="l" t="t" r="r" b="b"/>
              <a:pathLst>
                <a:path w="261" h="125" extrusionOk="0">
                  <a:moveTo>
                    <a:pt x="100" y="0"/>
                  </a:moveTo>
                  <a:cubicBezTo>
                    <a:pt x="50" y="0"/>
                    <a:pt x="20" y="20"/>
                    <a:pt x="10" y="40"/>
                  </a:cubicBezTo>
                  <a:cubicBezTo>
                    <a:pt x="0" y="70"/>
                    <a:pt x="40" y="110"/>
                    <a:pt x="90" y="120"/>
                  </a:cubicBezTo>
                  <a:cubicBezTo>
                    <a:pt x="96" y="123"/>
                    <a:pt x="102" y="125"/>
                    <a:pt x="108" y="125"/>
                  </a:cubicBezTo>
                  <a:cubicBezTo>
                    <a:pt x="122" y="125"/>
                    <a:pt x="136" y="118"/>
                    <a:pt x="151" y="110"/>
                  </a:cubicBezTo>
                  <a:cubicBezTo>
                    <a:pt x="171" y="110"/>
                    <a:pt x="181" y="100"/>
                    <a:pt x="201" y="90"/>
                  </a:cubicBezTo>
                  <a:cubicBezTo>
                    <a:pt x="241" y="70"/>
                    <a:pt x="261" y="80"/>
                    <a:pt x="261" y="70"/>
                  </a:cubicBezTo>
                  <a:cubicBezTo>
                    <a:pt x="251" y="70"/>
                    <a:pt x="231" y="60"/>
                    <a:pt x="201" y="60"/>
                  </a:cubicBezTo>
                  <a:lnTo>
                    <a:pt x="221" y="60"/>
                  </a:lnTo>
                  <a:cubicBezTo>
                    <a:pt x="245" y="60"/>
                    <a:pt x="250" y="47"/>
                    <a:pt x="240" y="47"/>
                  </a:cubicBezTo>
                  <a:cubicBezTo>
                    <a:pt x="238" y="47"/>
                    <a:pt x="235" y="48"/>
                    <a:pt x="231" y="50"/>
                  </a:cubicBezTo>
                  <a:cubicBezTo>
                    <a:pt x="221" y="50"/>
                    <a:pt x="191" y="50"/>
                    <a:pt x="211" y="40"/>
                  </a:cubicBezTo>
                  <a:cubicBezTo>
                    <a:pt x="221" y="40"/>
                    <a:pt x="261" y="40"/>
                    <a:pt x="241" y="30"/>
                  </a:cubicBezTo>
                  <a:cubicBezTo>
                    <a:pt x="221" y="20"/>
                    <a:pt x="201" y="20"/>
                    <a:pt x="171" y="10"/>
                  </a:cubicBezTo>
                  <a:cubicBezTo>
                    <a:pt x="151" y="0"/>
                    <a:pt x="121" y="0"/>
                    <a:pt x="100" y="0"/>
                  </a:cubicBezTo>
                  <a:close/>
                </a:path>
              </a:pathLst>
            </a:custGeom>
            <a:solidFill>
              <a:srgbClr val="986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51" name="Google Shape;13551;p45"/>
            <p:cNvSpPr/>
            <p:nvPr/>
          </p:nvSpPr>
          <p:spPr>
            <a:xfrm>
              <a:off x="3485842" y="4052106"/>
              <a:ext cx="14732" cy="5735"/>
            </a:xfrm>
            <a:custGeom>
              <a:avLst/>
              <a:gdLst/>
              <a:ahLst/>
              <a:cxnLst/>
              <a:rect l="l" t="t" r="r" b="b"/>
              <a:pathLst>
                <a:path w="131" h="51" extrusionOk="0">
                  <a:moveTo>
                    <a:pt x="0" y="50"/>
                  </a:moveTo>
                  <a:cubicBezTo>
                    <a:pt x="0" y="50"/>
                    <a:pt x="10" y="50"/>
                    <a:pt x="20" y="40"/>
                  </a:cubicBezTo>
                  <a:cubicBezTo>
                    <a:pt x="10" y="50"/>
                    <a:pt x="0" y="50"/>
                    <a:pt x="0" y="50"/>
                  </a:cubicBezTo>
                  <a:close/>
                  <a:moveTo>
                    <a:pt x="50" y="40"/>
                  </a:moveTo>
                  <a:cubicBezTo>
                    <a:pt x="50" y="40"/>
                    <a:pt x="40" y="30"/>
                    <a:pt x="30" y="30"/>
                  </a:cubicBezTo>
                  <a:cubicBezTo>
                    <a:pt x="0" y="30"/>
                    <a:pt x="30" y="30"/>
                    <a:pt x="60" y="20"/>
                  </a:cubicBezTo>
                  <a:cubicBezTo>
                    <a:pt x="80" y="10"/>
                    <a:pt x="110" y="0"/>
                    <a:pt x="131" y="0"/>
                  </a:cubicBezTo>
                  <a:lnTo>
                    <a:pt x="131" y="0"/>
                  </a:lnTo>
                  <a:cubicBezTo>
                    <a:pt x="110" y="0"/>
                    <a:pt x="80" y="10"/>
                    <a:pt x="60" y="20"/>
                  </a:cubicBezTo>
                  <a:cubicBezTo>
                    <a:pt x="30" y="30"/>
                    <a:pt x="0" y="30"/>
                    <a:pt x="30" y="30"/>
                  </a:cubicBezTo>
                  <a:cubicBezTo>
                    <a:pt x="40" y="30"/>
                    <a:pt x="50" y="40"/>
                    <a:pt x="50" y="40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52" name="Google Shape;13552;p45"/>
            <p:cNvSpPr/>
            <p:nvPr/>
          </p:nvSpPr>
          <p:spPr>
            <a:xfrm>
              <a:off x="3485842" y="4052106"/>
              <a:ext cx="24853" cy="7984"/>
            </a:xfrm>
            <a:custGeom>
              <a:avLst/>
              <a:gdLst/>
              <a:ahLst/>
              <a:cxnLst/>
              <a:rect l="l" t="t" r="r" b="b"/>
              <a:pathLst>
                <a:path w="221" h="71" extrusionOk="0">
                  <a:moveTo>
                    <a:pt x="131" y="0"/>
                  </a:moveTo>
                  <a:cubicBezTo>
                    <a:pt x="110" y="0"/>
                    <a:pt x="80" y="10"/>
                    <a:pt x="60" y="20"/>
                  </a:cubicBezTo>
                  <a:cubicBezTo>
                    <a:pt x="30" y="30"/>
                    <a:pt x="0" y="30"/>
                    <a:pt x="30" y="30"/>
                  </a:cubicBezTo>
                  <a:cubicBezTo>
                    <a:pt x="40" y="30"/>
                    <a:pt x="50" y="40"/>
                    <a:pt x="50" y="40"/>
                  </a:cubicBezTo>
                  <a:lnTo>
                    <a:pt x="20" y="40"/>
                  </a:lnTo>
                  <a:cubicBezTo>
                    <a:pt x="10" y="50"/>
                    <a:pt x="0" y="50"/>
                    <a:pt x="0" y="50"/>
                  </a:cubicBezTo>
                  <a:cubicBezTo>
                    <a:pt x="0" y="50"/>
                    <a:pt x="10" y="60"/>
                    <a:pt x="30" y="60"/>
                  </a:cubicBezTo>
                  <a:cubicBezTo>
                    <a:pt x="50" y="50"/>
                    <a:pt x="70" y="50"/>
                    <a:pt x="100" y="40"/>
                  </a:cubicBezTo>
                  <a:lnTo>
                    <a:pt x="131" y="40"/>
                  </a:lnTo>
                  <a:cubicBezTo>
                    <a:pt x="171" y="40"/>
                    <a:pt x="211" y="60"/>
                    <a:pt x="201" y="70"/>
                  </a:cubicBezTo>
                  <a:lnTo>
                    <a:pt x="221" y="50"/>
                  </a:lnTo>
                  <a:cubicBezTo>
                    <a:pt x="221" y="30"/>
                    <a:pt x="171" y="10"/>
                    <a:pt x="141" y="0"/>
                  </a:cubicBezTo>
                  <a:close/>
                </a:path>
              </a:pathLst>
            </a:custGeom>
            <a:solidFill>
              <a:srgbClr val="7855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53" name="Google Shape;13553;p45"/>
            <p:cNvSpPr/>
            <p:nvPr/>
          </p:nvSpPr>
          <p:spPr>
            <a:xfrm>
              <a:off x="3413645" y="4052106"/>
              <a:ext cx="25977" cy="7984"/>
            </a:xfrm>
            <a:custGeom>
              <a:avLst/>
              <a:gdLst/>
              <a:ahLst/>
              <a:cxnLst/>
              <a:rect l="l" t="t" r="r" b="b"/>
              <a:pathLst>
                <a:path w="231" h="71" extrusionOk="0">
                  <a:moveTo>
                    <a:pt x="90" y="0"/>
                  </a:moveTo>
                  <a:cubicBezTo>
                    <a:pt x="40" y="0"/>
                    <a:pt x="10" y="20"/>
                    <a:pt x="0" y="40"/>
                  </a:cubicBezTo>
                  <a:lnTo>
                    <a:pt x="0" y="70"/>
                  </a:lnTo>
                  <a:cubicBezTo>
                    <a:pt x="20" y="50"/>
                    <a:pt x="50" y="30"/>
                    <a:pt x="90" y="30"/>
                  </a:cubicBezTo>
                  <a:cubicBezTo>
                    <a:pt x="111" y="30"/>
                    <a:pt x="141" y="40"/>
                    <a:pt x="171" y="50"/>
                  </a:cubicBezTo>
                  <a:lnTo>
                    <a:pt x="201" y="50"/>
                  </a:lnTo>
                  <a:cubicBezTo>
                    <a:pt x="191" y="50"/>
                    <a:pt x="181" y="50"/>
                    <a:pt x="201" y="40"/>
                  </a:cubicBezTo>
                  <a:cubicBezTo>
                    <a:pt x="211" y="40"/>
                    <a:pt x="231" y="40"/>
                    <a:pt x="231" y="30"/>
                  </a:cubicBezTo>
                  <a:cubicBezTo>
                    <a:pt x="211" y="20"/>
                    <a:pt x="191" y="20"/>
                    <a:pt x="161" y="10"/>
                  </a:cubicBezTo>
                  <a:cubicBezTo>
                    <a:pt x="161" y="10"/>
                    <a:pt x="151" y="10"/>
                    <a:pt x="151" y="0"/>
                  </a:cubicBezTo>
                  <a:close/>
                </a:path>
              </a:pathLst>
            </a:custGeom>
            <a:solidFill>
              <a:srgbClr val="7855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54" name="Google Shape;13554;p45"/>
            <p:cNvSpPr/>
            <p:nvPr/>
          </p:nvSpPr>
          <p:spPr>
            <a:xfrm>
              <a:off x="3474484" y="4041872"/>
              <a:ext cx="37335" cy="17093"/>
            </a:xfrm>
            <a:custGeom>
              <a:avLst/>
              <a:gdLst/>
              <a:ahLst/>
              <a:cxnLst/>
              <a:rect l="l" t="t" r="r" b="b"/>
              <a:pathLst>
                <a:path w="332" h="152" extrusionOk="0">
                  <a:moveTo>
                    <a:pt x="11" y="1"/>
                  </a:moveTo>
                  <a:lnTo>
                    <a:pt x="11" y="1"/>
                  </a:lnTo>
                  <a:cubicBezTo>
                    <a:pt x="21" y="21"/>
                    <a:pt x="11" y="31"/>
                    <a:pt x="1" y="51"/>
                  </a:cubicBezTo>
                  <a:cubicBezTo>
                    <a:pt x="33" y="107"/>
                    <a:pt x="52" y="124"/>
                    <a:pt x="88" y="124"/>
                  </a:cubicBezTo>
                  <a:cubicBezTo>
                    <a:pt x="98" y="124"/>
                    <a:pt x="109" y="123"/>
                    <a:pt x="121" y="121"/>
                  </a:cubicBezTo>
                  <a:cubicBezTo>
                    <a:pt x="121" y="121"/>
                    <a:pt x="141" y="111"/>
                    <a:pt x="161" y="111"/>
                  </a:cubicBezTo>
                  <a:cubicBezTo>
                    <a:pt x="181" y="101"/>
                    <a:pt x="221" y="91"/>
                    <a:pt x="242" y="91"/>
                  </a:cubicBezTo>
                  <a:cubicBezTo>
                    <a:pt x="272" y="101"/>
                    <a:pt x="302" y="111"/>
                    <a:pt x="312" y="131"/>
                  </a:cubicBezTo>
                  <a:lnTo>
                    <a:pt x="322" y="151"/>
                  </a:lnTo>
                  <a:cubicBezTo>
                    <a:pt x="332" y="131"/>
                    <a:pt x="322" y="121"/>
                    <a:pt x="312" y="111"/>
                  </a:cubicBezTo>
                  <a:cubicBezTo>
                    <a:pt x="282" y="86"/>
                    <a:pt x="252" y="79"/>
                    <a:pt x="223" y="79"/>
                  </a:cubicBezTo>
                  <a:cubicBezTo>
                    <a:pt x="194" y="79"/>
                    <a:pt x="166" y="86"/>
                    <a:pt x="141" y="91"/>
                  </a:cubicBezTo>
                  <a:cubicBezTo>
                    <a:pt x="118" y="100"/>
                    <a:pt x="103" y="108"/>
                    <a:pt x="91" y="108"/>
                  </a:cubicBezTo>
                  <a:cubicBezTo>
                    <a:pt x="77" y="108"/>
                    <a:pt x="67" y="98"/>
                    <a:pt x="51" y="71"/>
                  </a:cubicBezTo>
                  <a:cubicBezTo>
                    <a:pt x="41" y="51"/>
                    <a:pt x="31" y="31"/>
                    <a:pt x="31" y="21"/>
                  </a:cubicBezTo>
                  <a:lnTo>
                    <a:pt x="1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55" name="Google Shape;13555;p45"/>
            <p:cNvSpPr/>
            <p:nvPr/>
          </p:nvSpPr>
          <p:spPr>
            <a:xfrm>
              <a:off x="3423091" y="4170522"/>
              <a:ext cx="9784" cy="52516"/>
            </a:xfrm>
            <a:custGeom>
              <a:avLst/>
              <a:gdLst/>
              <a:ahLst/>
              <a:cxnLst/>
              <a:rect l="l" t="t" r="r" b="b"/>
              <a:pathLst>
                <a:path w="87" h="467" extrusionOk="0">
                  <a:moveTo>
                    <a:pt x="77" y="0"/>
                  </a:moveTo>
                  <a:cubicBezTo>
                    <a:pt x="27" y="0"/>
                    <a:pt x="27" y="151"/>
                    <a:pt x="16" y="241"/>
                  </a:cubicBezTo>
                  <a:cubicBezTo>
                    <a:pt x="6" y="331"/>
                    <a:pt x="6" y="321"/>
                    <a:pt x="6" y="381"/>
                  </a:cubicBezTo>
                  <a:cubicBezTo>
                    <a:pt x="0" y="420"/>
                    <a:pt x="14" y="466"/>
                    <a:pt x="35" y="466"/>
                  </a:cubicBezTo>
                  <a:cubicBezTo>
                    <a:pt x="48" y="466"/>
                    <a:pt x="62" y="451"/>
                    <a:pt x="77" y="412"/>
                  </a:cubicBezTo>
                  <a:cubicBezTo>
                    <a:pt x="87" y="341"/>
                    <a:pt x="57" y="311"/>
                    <a:pt x="57" y="201"/>
                  </a:cubicBezTo>
                  <a:cubicBezTo>
                    <a:pt x="67" y="91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56" name="Google Shape;13556;p45"/>
            <p:cNvSpPr/>
            <p:nvPr/>
          </p:nvSpPr>
          <p:spPr>
            <a:xfrm>
              <a:off x="3418143" y="4244518"/>
              <a:ext cx="11358" cy="29913"/>
            </a:xfrm>
            <a:custGeom>
              <a:avLst/>
              <a:gdLst/>
              <a:ahLst/>
              <a:cxnLst/>
              <a:rect l="l" t="t" r="r" b="b"/>
              <a:pathLst>
                <a:path w="101" h="266" extrusionOk="0">
                  <a:moveTo>
                    <a:pt x="70" y="0"/>
                  </a:moveTo>
                  <a:cubicBezTo>
                    <a:pt x="64" y="0"/>
                    <a:pt x="56" y="13"/>
                    <a:pt x="40" y="44"/>
                  </a:cubicBezTo>
                  <a:cubicBezTo>
                    <a:pt x="20" y="95"/>
                    <a:pt x="30" y="225"/>
                    <a:pt x="0" y="265"/>
                  </a:cubicBezTo>
                  <a:lnTo>
                    <a:pt x="71" y="265"/>
                  </a:lnTo>
                  <a:cubicBezTo>
                    <a:pt x="101" y="265"/>
                    <a:pt x="91" y="255"/>
                    <a:pt x="91" y="205"/>
                  </a:cubicBezTo>
                  <a:cubicBezTo>
                    <a:pt x="81" y="155"/>
                    <a:pt x="101" y="95"/>
                    <a:pt x="91" y="24"/>
                  </a:cubicBezTo>
                  <a:cubicBezTo>
                    <a:pt x="81" y="10"/>
                    <a:pt x="76" y="0"/>
                    <a:pt x="7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57" name="Google Shape;13557;p45"/>
            <p:cNvSpPr/>
            <p:nvPr/>
          </p:nvSpPr>
          <p:spPr>
            <a:xfrm>
              <a:off x="3348196" y="4026353"/>
              <a:ext cx="31712" cy="13382"/>
            </a:xfrm>
            <a:custGeom>
              <a:avLst/>
              <a:gdLst/>
              <a:ahLst/>
              <a:cxnLst/>
              <a:rect l="l" t="t" r="r" b="b"/>
              <a:pathLst>
                <a:path w="282" h="119" extrusionOk="0">
                  <a:moveTo>
                    <a:pt x="221" y="1"/>
                  </a:moveTo>
                  <a:cubicBezTo>
                    <a:pt x="204" y="1"/>
                    <a:pt x="186" y="3"/>
                    <a:pt x="171" y="8"/>
                  </a:cubicBezTo>
                  <a:cubicBezTo>
                    <a:pt x="101" y="39"/>
                    <a:pt x="41" y="59"/>
                    <a:pt x="0" y="109"/>
                  </a:cubicBezTo>
                  <a:lnTo>
                    <a:pt x="20" y="119"/>
                  </a:lnTo>
                  <a:cubicBezTo>
                    <a:pt x="51" y="119"/>
                    <a:pt x="91" y="99"/>
                    <a:pt x="111" y="79"/>
                  </a:cubicBezTo>
                  <a:cubicBezTo>
                    <a:pt x="129" y="61"/>
                    <a:pt x="150" y="57"/>
                    <a:pt x="176" y="57"/>
                  </a:cubicBezTo>
                  <a:cubicBezTo>
                    <a:pt x="193" y="57"/>
                    <a:pt x="211" y="59"/>
                    <a:pt x="231" y="59"/>
                  </a:cubicBezTo>
                  <a:cubicBezTo>
                    <a:pt x="261" y="59"/>
                    <a:pt x="281" y="29"/>
                    <a:pt x="271" y="8"/>
                  </a:cubicBezTo>
                  <a:cubicBezTo>
                    <a:pt x="256" y="3"/>
                    <a:pt x="239" y="1"/>
                    <a:pt x="221" y="1"/>
                  </a:cubicBezTo>
                  <a:close/>
                </a:path>
              </a:pathLst>
            </a:custGeom>
            <a:solidFill>
              <a:srgbClr val="401E15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58" name="Google Shape;13558;p45"/>
            <p:cNvSpPr/>
            <p:nvPr/>
          </p:nvSpPr>
          <p:spPr>
            <a:xfrm>
              <a:off x="3357193" y="4173333"/>
              <a:ext cx="12483" cy="67473"/>
            </a:xfrm>
            <a:custGeom>
              <a:avLst/>
              <a:gdLst/>
              <a:ahLst/>
              <a:cxnLst/>
              <a:rect l="l" t="t" r="r" b="b"/>
              <a:pathLst>
                <a:path w="111" h="600" extrusionOk="0">
                  <a:moveTo>
                    <a:pt x="73" y="1"/>
                  </a:moveTo>
                  <a:cubicBezTo>
                    <a:pt x="62" y="1"/>
                    <a:pt x="51" y="27"/>
                    <a:pt x="51" y="76"/>
                  </a:cubicBezTo>
                  <a:cubicBezTo>
                    <a:pt x="41" y="156"/>
                    <a:pt x="51" y="276"/>
                    <a:pt x="51" y="326"/>
                  </a:cubicBezTo>
                  <a:cubicBezTo>
                    <a:pt x="41" y="377"/>
                    <a:pt x="1" y="507"/>
                    <a:pt x="21" y="597"/>
                  </a:cubicBezTo>
                  <a:lnTo>
                    <a:pt x="51" y="597"/>
                  </a:lnTo>
                  <a:cubicBezTo>
                    <a:pt x="61" y="599"/>
                    <a:pt x="68" y="600"/>
                    <a:pt x="75" y="600"/>
                  </a:cubicBezTo>
                  <a:cubicBezTo>
                    <a:pt x="108" y="600"/>
                    <a:pt x="99" y="577"/>
                    <a:pt x="91" y="527"/>
                  </a:cubicBezTo>
                  <a:cubicBezTo>
                    <a:pt x="91" y="477"/>
                    <a:pt x="111" y="427"/>
                    <a:pt x="101" y="377"/>
                  </a:cubicBezTo>
                  <a:cubicBezTo>
                    <a:pt x="91" y="326"/>
                    <a:pt x="81" y="166"/>
                    <a:pt x="91" y="86"/>
                  </a:cubicBezTo>
                  <a:cubicBezTo>
                    <a:pt x="91" y="66"/>
                    <a:pt x="91" y="56"/>
                    <a:pt x="91" y="35"/>
                  </a:cubicBezTo>
                  <a:cubicBezTo>
                    <a:pt x="87" y="12"/>
                    <a:pt x="80" y="1"/>
                    <a:pt x="7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59" name="Google Shape;13559;p45"/>
            <p:cNvSpPr/>
            <p:nvPr/>
          </p:nvSpPr>
          <p:spPr>
            <a:xfrm>
              <a:off x="3414770" y="4215616"/>
              <a:ext cx="10233" cy="36998"/>
            </a:xfrm>
            <a:custGeom>
              <a:avLst/>
              <a:gdLst/>
              <a:ahLst/>
              <a:cxnLst/>
              <a:rect l="l" t="t" r="r" b="b"/>
              <a:pathLst>
                <a:path w="91" h="329" extrusionOk="0">
                  <a:moveTo>
                    <a:pt x="10" y="1"/>
                  </a:moveTo>
                  <a:cubicBezTo>
                    <a:pt x="10" y="41"/>
                    <a:pt x="20" y="81"/>
                    <a:pt x="20" y="141"/>
                  </a:cubicBezTo>
                  <a:cubicBezTo>
                    <a:pt x="20" y="191"/>
                    <a:pt x="10" y="261"/>
                    <a:pt x="0" y="322"/>
                  </a:cubicBezTo>
                  <a:cubicBezTo>
                    <a:pt x="7" y="327"/>
                    <a:pt x="13" y="329"/>
                    <a:pt x="18" y="329"/>
                  </a:cubicBezTo>
                  <a:cubicBezTo>
                    <a:pt x="40" y="329"/>
                    <a:pt x="40" y="278"/>
                    <a:pt x="40" y="261"/>
                  </a:cubicBezTo>
                  <a:cubicBezTo>
                    <a:pt x="60" y="231"/>
                    <a:pt x="80" y="211"/>
                    <a:pt x="90" y="171"/>
                  </a:cubicBezTo>
                  <a:cubicBezTo>
                    <a:pt x="90" y="151"/>
                    <a:pt x="80" y="111"/>
                    <a:pt x="70" y="91"/>
                  </a:cubicBezTo>
                  <a:cubicBezTo>
                    <a:pt x="60" y="51"/>
                    <a:pt x="30" y="31"/>
                    <a:pt x="1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60" name="Google Shape;13560;p45"/>
            <p:cNvSpPr/>
            <p:nvPr/>
          </p:nvSpPr>
          <p:spPr>
            <a:xfrm>
              <a:off x="3449743" y="4196499"/>
              <a:ext cx="12483" cy="42958"/>
            </a:xfrm>
            <a:custGeom>
              <a:avLst/>
              <a:gdLst/>
              <a:ahLst/>
              <a:cxnLst/>
              <a:rect l="l" t="t" r="r" b="b"/>
              <a:pathLst>
                <a:path w="111" h="382" extrusionOk="0">
                  <a:moveTo>
                    <a:pt x="110" y="0"/>
                  </a:moveTo>
                  <a:cubicBezTo>
                    <a:pt x="50" y="50"/>
                    <a:pt x="50" y="80"/>
                    <a:pt x="40" y="161"/>
                  </a:cubicBezTo>
                  <a:cubicBezTo>
                    <a:pt x="30" y="231"/>
                    <a:pt x="0" y="311"/>
                    <a:pt x="50" y="361"/>
                  </a:cubicBezTo>
                  <a:cubicBezTo>
                    <a:pt x="60" y="381"/>
                    <a:pt x="80" y="381"/>
                    <a:pt x="100" y="381"/>
                  </a:cubicBezTo>
                  <a:cubicBezTo>
                    <a:pt x="100" y="361"/>
                    <a:pt x="90" y="341"/>
                    <a:pt x="90" y="321"/>
                  </a:cubicBezTo>
                  <a:cubicBezTo>
                    <a:pt x="70" y="231"/>
                    <a:pt x="100" y="211"/>
                    <a:pt x="110" y="150"/>
                  </a:cubicBezTo>
                  <a:cubicBezTo>
                    <a:pt x="110" y="120"/>
                    <a:pt x="110" y="60"/>
                    <a:pt x="11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61" name="Google Shape;13561;p45"/>
            <p:cNvSpPr/>
            <p:nvPr/>
          </p:nvSpPr>
          <p:spPr>
            <a:xfrm>
              <a:off x="3454242" y="4196499"/>
              <a:ext cx="7984" cy="35311"/>
            </a:xfrm>
            <a:custGeom>
              <a:avLst/>
              <a:gdLst/>
              <a:ahLst/>
              <a:cxnLst/>
              <a:rect l="l" t="t" r="r" b="b"/>
              <a:pathLst>
                <a:path w="71" h="314" extrusionOk="0">
                  <a:moveTo>
                    <a:pt x="70" y="0"/>
                  </a:moveTo>
                  <a:cubicBezTo>
                    <a:pt x="60" y="10"/>
                    <a:pt x="50" y="20"/>
                    <a:pt x="40" y="30"/>
                  </a:cubicBezTo>
                  <a:cubicBezTo>
                    <a:pt x="40" y="70"/>
                    <a:pt x="30" y="110"/>
                    <a:pt x="30" y="130"/>
                  </a:cubicBezTo>
                  <a:cubicBezTo>
                    <a:pt x="20" y="191"/>
                    <a:pt x="0" y="301"/>
                    <a:pt x="30" y="311"/>
                  </a:cubicBezTo>
                  <a:cubicBezTo>
                    <a:pt x="30" y="313"/>
                    <a:pt x="31" y="314"/>
                    <a:pt x="31" y="314"/>
                  </a:cubicBezTo>
                  <a:cubicBezTo>
                    <a:pt x="34" y="314"/>
                    <a:pt x="42" y="297"/>
                    <a:pt x="50" y="281"/>
                  </a:cubicBezTo>
                  <a:cubicBezTo>
                    <a:pt x="40" y="241"/>
                    <a:pt x="50" y="211"/>
                    <a:pt x="60" y="171"/>
                  </a:cubicBezTo>
                  <a:lnTo>
                    <a:pt x="70" y="150"/>
                  </a:lnTo>
                  <a:lnTo>
                    <a:pt x="70" y="140"/>
                  </a:lnTo>
                  <a:lnTo>
                    <a:pt x="70" y="130"/>
                  </a:lnTo>
                  <a:lnTo>
                    <a:pt x="70" y="120"/>
                  </a:lnTo>
                  <a:lnTo>
                    <a:pt x="70" y="110"/>
                  </a:lnTo>
                  <a:lnTo>
                    <a:pt x="70" y="100"/>
                  </a:lnTo>
                  <a:cubicBezTo>
                    <a:pt x="70" y="70"/>
                    <a:pt x="70" y="40"/>
                    <a:pt x="7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62" name="Google Shape;13562;p45"/>
            <p:cNvSpPr/>
            <p:nvPr/>
          </p:nvSpPr>
          <p:spPr>
            <a:xfrm>
              <a:off x="3410272" y="4160401"/>
              <a:ext cx="18105" cy="72196"/>
            </a:xfrm>
            <a:custGeom>
              <a:avLst/>
              <a:gdLst/>
              <a:ahLst/>
              <a:cxnLst/>
              <a:rect l="l" t="t" r="r" b="b"/>
              <a:pathLst>
                <a:path w="161" h="642" extrusionOk="0">
                  <a:moveTo>
                    <a:pt x="119" y="0"/>
                  </a:moveTo>
                  <a:cubicBezTo>
                    <a:pt x="105" y="0"/>
                    <a:pt x="90" y="5"/>
                    <a:pt x="80" y="10"/>
                  </a:cubicBezTo>
                  <a:cubicBezTo>
                    <a:pt x="50" y="20"/>
                    <a:pt x="20" y="30"/>
                    <a:pt x="0" y="50"/>
                  </a:cubicBezTo>
                  <a:cubicBezTo>
                    <a:pt x="0" y="70"/>
                    <a:pt x="10" y="80"/>
                    <a:pt x="10" y="100"/>
                  </a:cubicBezTo>
                  <a:cubicBezTo>
                    <a:pt x="20" y="150"/>
                    <a:pt x="70" y="361"/>
                    <a:pt x="60" y="441"/>
                  </a:cubicBezTo>
                  <a:cubicBezTo>
                    <a:pt x="40" y="512"/>
                    <a:pt x="60" y="552"/>
                    <a:pt x="60" y="632"/>
                  </a:cubicBezTo>
                  <a:lnTo>
                    <a:pt x="70" y="642"/>
                  </a:lnTo>
                  <a:cubicBezTo>
                    <a:pt x="90" y="642"/>
                    <a:pt x="110" y="642"/>
                    <a:pt x="120" y="632"/>
                  </a:cubicBezTo>
                  <a:cubicBezTo>
                    <a:pt x="141" y="622"/>
                    <a:pt x="130" y="592"/>
                    <a:pt x="120" y="572"/>
                  </a:cubicBezTo>
                  <a:cubicBezTo>
                    <a:pt x="120" y="552"/>
                    <a:pt x="100" y="532"/>
                    <a:pt x="100" y="512"/>
                  </a:cubicBezTo>
                  <a:cubicBezTo>
                    <a:pt x="90" y="492"/>
                    <a:pt x="100" y="471"/>
                    <a:pt x="100" y="451"/>
                  </a:cubicBezTo>
                  <a:cubicBezTo>
                    <a:pt x="100" y="381"/>
                    <a:pt x="90" y="311"/>
                    <a:pt x="90" y="241"/>
                  </a:cubicBezTo>
                  <a:cubicBezTo>
                    <a:pt x="90" y="181"/>
                    <a:pt x="100" y="130"/>
                    <a:pt x="130" y="80"/>
                  </a:cubicBezTo>
                  <a:cubicBezTo>
                    <a:pt x="141" y="60"/>
                    <a:pt x="161" y="40"/>
                    <a:pt x="151" y="20"/>
                  </a:cubicBezTo>
                  <a:cubicBezTo>
                    <a:pt x="146" y="5"/>
                    <a:pt x="133" y="0"/>
                    <a:pt x="119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63" name="Google Shape;13563;p45"/>
            <p:cNvSpPr/>
            <p:nvPr/>
          </p:nvSpPr>
          <p:spPr>
            <a:xfrm>
              <a:off x="3353819" y="4071223"/>
              <a:ext cx="53079" cy="94912"/>
            </a:xfrm>
            <a:custGeom>
              <a:avLst/>
              <a:gdLst/>
              <a:ahLst/>
              <a:cxnLst/>
              <a:rect l="l" t="t" r="r" b="b"/>
              <a:pathLst>
                <a:path w="472" h="844" extrusionOk="0">
                  <a:moveTo>
                    <a:pt x="269" y="709"/>
                  </a:moveTo>
                  <a:cubicBezTo>
                    <a:pt x="277" y="713"/>
                    <a:pt x="287" y="713"/>
                    <a:pt x="301" y="713"/>
                  </a:cubicBezTo>
                  <a:cubicBezTo>
                    <a:pt x="290" y="713"/>
                    <a:pt x="279" y="711"/>
                    <a:pt x="269" y="709"/>
                  </a:cubicBezTo>
                  <a:close/>
                  <a:moveTo>
                    <a:pt x="352" y="733"/>
                  </a:moveTo>
                  <a:cubicBezTo>
                    <a:pt x="387" y="739"/>
                    <a:pt x="419" y="741"/>
                    <a:pt x="441" y="744"/>
                  </a:cubicBezTo>
                  <a:lnTo>
                    <a:pt x="441" y="744"/>
                  </a:lnTo>
                  <a:cubicBezTo>
                    <a:pt x="409" y="738"/>
                    <a:pt x="366" y="733"/>
                    <a:pt x="352" y="733"/>
                  </a:cubicBezTo>
                  <a:close/>
                  <a:moveTo>
                    <a:pt x="441" y="744"/>
                  </a:moveTo>
                  <a:cubicBezTo>
                    <a:pt x="455" y="747"/>
                    <a:pt x="466" y="750"/>
                    <a:pt x="472" y="753"/>
                  </a:cubicBezTo>
                  <a:cubicBezTo>
                    <a:pt x="468" y="749"/>
                    <a:pt x="457" y="746"/>
                    <a:pt x="441" y="744"/>
                  </a:cubicBezTo>
                  <a:close/>
                  <a:moveTo>
                    <a:pt x="1" y="1"/>
                  </a:moveTo>
                  <a:cubicBezTo>
                    <a:pt x="1" y="1"/>
                    <a:pt x="1" y="31"/>
                    <a:pt x="1" y="91"/>
                  </a:cubicBezTo>
                  <a:cubicBezTo>
                    <a:pt x="1" y="211"/>
                    <a:pt x="91" y="492"/>
                    <a:pt x="91" y="673"/>
                  </a:cubicBezTo>
                  <a:cubicBezTo>
                    <a:pt x="81" y="783"/>
                    <a:pt x="111" y="843"/>
                    <a:pt x="121" y="843"/>
                  </a:cubicBezTo>
                  <a:cubicBezTo>
                    <a:pt x="121" y="773"/>
                    <a:pt x="131" y="633"/>
                    <a:pt x="131" y="633"/>
                  </a:cubicBezTo>
                  <a:cubicBezTo>
                    <a:pt x="151" y="643"/>
                    <a:pt x="171" y="663"/>
                    <a:pt x="191" y="673"/>
                  </a:cubicBezTo>
                  <a:cubicBezTo>
                    <a:pt x="201" y="673"/>
                    <a:pt x="211" y="683"/>
                    <a:pt x="221" y="693"/>
                  </a:cubicBezTo>
                  <a:cubicBezTo>
                    <a:pt x="239" y="699"/>
                    <a:pt x="254" y="705"/>
                    <a:pt x="269" y="709"/>
                  </a:cubicBezTo>
                  <a:lnTo>
                    <a:pt x="269" y="709"/>
                  </a:lnTo>
                  <a:cubicBezTo>
                    <a:pt x="267" y="707"/>
                    <a:pt x="264" y="705"/>
                    <a:pt x="261" y="703"/>
                  </a:cubicBezTo>
                  <a:cubicBezTo>
                    <a:pt x="281" y="703"/>
                    <a:pt x="301" y="683"/>
                    <a:pt x="311" y="663"/>
                  </a:cubicBezTo>
                  <a:cubicBezTo>
                    <a:pt x="251" y="663"/>
                    <a:pt x="191" y="633"/>
                    <a:pt x="141" y="582"/>
                  </a:cubicBezTo>
                  <a:cubicBezTo>
                    <a:pt x="71" y="502"/>
                    <a:pt x="51" y="312"/>
                    <a:pt x="31" y="161"/>
                  </a:cubicBezTo>
                  <a:cubicBezTo>
                    <a:pt x="21" y="51"/>
                    <a:pt x="11" y="1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64" name="Google Shape;13564;p45"/>
            <p:cNvSpPr/>
            <p:nvPr/>
          </p:nvSpPr>
          <p:spPr>
            <a:xfrm>
              <a:off x="3383170" y="4135548"/>
              <a:ext cx="23728" cy="20354"/>
            </a:xfrm>
            <a:custGeom>
              <a:avLst/>
              <a:gdLst/>
              <a:ahLst/>
              <a:cxnLst/>
              <a:rect l="l" t="t" r="r" b="b"/>
              <a:pathLst>
                <a:path w="211" h="181" extrusionOk="0">
                  <a:moveTo>
                    <a:pt x="201" y="0"/>
                  </a:moveTo>
                  <a:cubicBezTo>
                    <a:pt x="191" y="0"/>
                    <a:pt x="171" y="71"/>
                    <a:pt x="111" y="91"/>
                  </a:cubicBezTo>
                  <a:lnTo>
                    <a:pt x="50" y="91"/>
                  </a:lnTo>
                  <a:cubicBezTo>
                    <a:pt x="40" y="111"/>
                    <a:pt x="20" y="131"/>
                    <a:pt x="0" y="131"/>
                  </a:cubicBezTo>
                  <a:cubicBezTo>
                    <a:pt x="10" y="141"/>
                    <a:pt x="20" y="141"/>
                    <a:pt x="40" y="141"/>
                  </a:cubicBezTo>
                  <a:cubicBezTo>
                    <a:pt x="50" y="151"/>
                    <a:pt x="71" y="151"/>
                    <a:pt x="91" y="161"/>
                  </a:cubicBezTo>
                  <a:cubicBezTo>
                    <a:pt x="111" y="161"/>
                    <a:pt x="191" y="171"/>
                    <a:pt x="211" y="181"/>
                  </a:cubicBezTo>
                  <a:cubicBezTo>
                    <a:pt x="191" y="111"/>
                    <a:pt x="211" y="30"/>
                    <a:pt x="21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65" name="Google Shape;13565;p45"/>
            <p:cNvSpPr/>
            <p:nvPr/>
          </p:nvSpPr>
          <p:spPr>
            <a:xfrm>
              <a:off x="3339200" y="4066837"/>
              <a:ext cx="20354" cy="97049"/>
            </a:xfrm>
            <a:custGeom>
              <a:avLst/>
              <a:gdLst/>
              <a:ahLst/>
              <a:cxnLst/>
              <a:rect l="l" t="t" r="r" b="b"/>
              <a:pathLst>
                <a:path w="181" h="863" extrusionOk="0">
                  <a:moveTo>
                    <a:pt x="44" y="0"/>
                  </a:moveTo>
                  <a:cubicBezTo>
                    <a:pt x="32" y="0"/>
                    <a:pt x="17" y="11"/>
                    <a:pt x="0" y="40"/>
                  </a:cubicBezTo>
                  <a:cubicBezTo>
                    <a:pt x="0" y="80"/>
                    <a:pt x="10" y="120"/>
                    <a:pt x="20" y="160"/>
                  </a:cubicBezTo>
                  <a:cubicBezTo>
                    <a:pt x="60" y="310"/>
                    <a:pt x="50" y="331"/>
                    <a:pt x="80" y="461"/>
                  </a:cubicBezTo>
                  <a:cubicBezTo>
                    <a:pt x="100" y="591"/>
                    <a:pt x="151" y="792"/>
                    <a:pt x="141" y="862"/>
                  </a:cubicBezTo>
                  <a:cubicBezTo>
                    <a:pt x="171" y="802"/>
                    <a:pt x="181" y="631"/>
                    <a:pt x="151" y="561"/>
                  </a:cubicBezTo>
                  <a:cubicBezTo>
                    <a:pt x="131" y="501"/>
                    <a:pt x="141" y="351"/>
                    <a:pt x="121" y="280"/>
                  </a:cubicBezTo>
                  <a:cubicBezTo>
                    <a:pt x="110" y="220"/>
                    <a:pt x="110" y="150"/>
                    <a:pt x="100" y="90"/>
                  </a:cubicBezTo>
                  <a:cubicBezTo>
                    <a:pt x="93" y="68"/>
                    <a:pt x="76" y="0"/>
                    <a:pt x="44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66" name="Google Shape;13566;p45"/>
            <p:cNvSpPr/>
            <p:nvPr/>
          </p:nvSpPr>
          <p:spPr>
            <a:xfrm>
              <a:off x="3442884" y="4038498"/>
              <a:ext cx="36211" cy="39584"/>
            </a:xfrm>
            <a:custGeom>
              <a:avLst/>
              <a:gdLst/>
              <a:ahLst/>
              <a:cxnLst/>
              <a:rect l="l" t="t" r="r" b="b"/>
              <a:pathLst>
                <a:path w="322" h="352" extrusionOk="0">
                  <a:moveTo>
                    <a:pt x="131" y="1"/>
                  </a:moveTo>
                  <a:cubicBezTo>
                    <a:pt x="31" y="21"/>
                    <a:pt x="11" y="71"/>
                    <a:pt x="1" y="121"/>
                  </a:cubicBezTo>
                  <a:cubicBezTo>
                    <a:pt x="31" y="201"/>
                    <a:pt x="81" y="282"/>
                    <a:pt x="111" y="352"/>
                  </a:cubicBezTo>
                  <a:cubicBezTo>
                    <a:pt x="111" y="322"/>
                    <a:pt x="121" y="282"/>
                    <a:pt x="161" y="262"/>
                  </a:cubicBezTo>
                  <a:cubicBezTo>
                    <a:pt x="168" y="258"/>
                    <a:pt x="175" y="256"/>
                    <a:pt x="183" y="256"/>
                  </a:cubicBezTo>
                  <a:cubicBezTo>
                    <a:pt x="200" y="256"/>
                    <a:pt x="221" y="267"/>
                    <a:pt x="242" y="302"/>
                  </a:cubicBezTo>
                  <a:cubicBezTo>
                    <a:pt x="248" y="308"/>
                    <a:pt x="253" y="311"/>
                    <a:pt x="257" y="311"/>
                  </a:cubicBezTo>
                  <a:cubicBezTo>
                    <a:pt x="265" y="311"/>
                    <a:pt x="272" y="302"/>
                    <a:pt x="292" y="302"/>
                  </a:cubicBezTo>
                  <a:cubicBezTo>
                    <a:pt x="296" y="303"/>
                    <a:pt x="299" y="304"/>
                    <a:pt x="302" y="304"/>
                  </a:cubicBezTo>
                  <a:cubicBezTo>
                    <a:pt x="319" y="304"/>
                    <a:pt x="311" y="279"/>
                    <a:pt x="302" y="262"/>
                  </a:cubicBezTo>
                  <a:cubicBezTo>
                    <a:pt x="292" y="231"/>
                    <a:pt x="292" y="201"/>
                    <a:pt x="302" y="171"/>
                  </a:cubicBezTo>
                  <a:cubicBezTo>
                    <a:pt x="312" y="151"/>
                    <a:pt x="312" y="131"/>
                    <a:pt x="322" y="111"/>
                  </a:cubicBezTo>
                  <a:lnTo>
                    <a:pt x="322" y="81"/>
                  </a:lnTo>
                  <a:lnTo>
                    <a:pt x="312" y="51"/>
                  </a:lnTo>
                  <a:lnTo>
                    <a:pt x="302" y="51"/>
                  </a:lnTo>
                  <a:cubicBezTo>
                    <a:pt x="292" y="41"/>
                    <a:pt x="272" y="31"/>
                    <a:pt x="252" y="31"/>
                  </a:cubicBezTo>
                  <a:cubicBezTo>
                    <a:pt x="212" y="21"/>
                    <a:pt x="171" y="11"/>
                    <a:pt x="131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3567" name="Google Shape;13567;p45"/>
          <p:cNvGrpSpPr/>
          <p:nvPr/>
        </p:nvGrpSpPr>
        <p:grpSpPr>
          <a:xfrm>
            <a:off x="371238" y="4879319"/>
            <a:ext cx="302226" cy="213600"/>
            <a:chOff x="5658425" y="1270850"/>
            <a:chExt cx="179800" cy="127075"/>
          </a:xfrm>
        </p:grpSpPr>
        <p:sp>
          <p:nvSpPr>
            <p:cNvPr id="13568" name="Google Shape;13568;p45"/>
            <p:cNvSpPr/>
            <p:nvPr/>
          </p:nvSpPr>
          <p:spPr>
            <a:xfrm>
              <a:off x="5704400" y="1271825"/>
              <a:ext cx="133825" cy="126100"/>
            </a:xfrm>
            <a:custGeom>
              <a:avLst/>
              <a:gdLst/>
              <a:ahLst/>
              <a:cxnLst/>
              <a:rect l="l" t="t" r="r" b="b"/>
              <a:pathLst>
                <a:path w="5353" h="5044" extrusionOk="0">
                  <a:moveTo>
                    <a:pt x="713" y="9"/>
                  </a:moveTo>
                  <a:cubicBezTo>
                    <a:pt x="816" y="9"/>
                    <a:pt x="911" y="18"/>
                    <a:pt x="1014" y="18"/>
                  </a:cubicBezTo>
                  <a:cubicBezTo>
                    <a:pt x="1263" y="35"/>
                    <a:pt x="1486" y="138"/>
                    <a:pt x="1718" y="164"/>
                  </a:cubicBezTo>
                  <a:cubicBezTo>
                    <a:pt x="1968" y="198"/>
                    <a:pt x="2217" y="198"/>
                    <a:pt x="2466" y="215"/>
                  </a:cubicBezTo>
                  <a:cubicBezTo>
                    <a:pt x="2492" y="215"/>
                    <a:pt x="2517" y="224"/>
                    <a:pt x="2543" y="232"/>
                  </a:cubicBezTo>
                  <a:cubicBezTo>
                    <a:pt x="2578" y="250"/>
                    <a:pt x="2595" y="284"/>
                    <a:pt x="2629" y="301"/>
                  </a:cubicBezTo>
                  <a:cubicBezTo>
                    <a:pt x="2681" y="344"/>
                    <a:pt x="2758" y="336"/>
                    <a:pt x="2827" y="336"/>
                  </a:cubicBezTo>
                  <a:cubicBezTo>
                    <a:pt x="2981" y="336"/>
                    <a:pt x="3136" y="327"/>
                    <a:pt x="3282" y="327"/>
                  </a:cubicBezTo>
                  <a:cubicBezTo>
                    <a:pt x="3411" y="318"/>
                    <a:pt x="3548" y="318"/>
                    <a:pt x="3677" y="344"/>
                  </a:cubicBezTo>
                  <a:cubicBezTo>
                    <a:pt x="3780" y="361"/>
                    <a:pt x="3883" y="404"/>
                    <a:pt x="3987" y="421"/>
                  </a:cubicBezTo>
                  <a:cubicBezTo>
                    <a:pt x="4012" y="430"/>
                    <a:pt x="4055" y="430"/>
                    <a:pt x="4090" y="430"/>
                  </a:cubicBezTo>
                  <a:cubicBezTo>
                    <a:pt x="4158" y="430"/>
                    <a:pt x="4227" y="430"/>
                    <a:pt x="4262" y="447"/>
                  </a:cubicBezTo>
                  <a:cubicBezTo>
                    <a:pt x="4476" y="559"/>
                    <a:pt x="4579" y="774"/>
                    <a:pt x="4786" y="903"/>
                  </a:cubicBezTo>
                  <a:cubicBezTo>
                    <a:pt x="4820" y="920"/>
                    <a:pt x="4863" y="946"/>
                    <a:pt x="4871" y="989"/>
                  </a:cubicBezTo>
                  <a:cubicBezTo>
                    <a:pt x="4880" y="1083"/>
                    <a:pt x="4863" y="1100"/>
                    <a:pt x="4932" y="1195"/>
                  </a:cubicBezTo>
                  <a:cubicBezTo>
                    <a:pt x="4957" y="1229"/>
                    <a:pt x="4975" y="1272"/>
                    <a:pt x="5009" y="1306"/>
                  </a:cubicBezTo>
                  <a:cubicBezTo>
                    <a:pt x="5121" y="1444"/>
                    <a:pt x="5198" y="1547"/>
                    <a:pt x="5241" y="1719"/>
                  </a:cubicBezTo>
                  <a:cubicBezTo>
                    <a:pt x="5267" y="1830"/>
                    <a:pt x="5318" y="1934"/>
                    <a:pt x="5335" y="2045"/>
                  </a:cubicBezTo>
                  <a:cubicBezTo>
                    <a:pt x="5353" y="2166"/>
                    <a:pt x="5335" y="2294"/>
                    <a:pt x="5327" y="2415"/>
                  </a:cubicBezTo>
                  <a:cubicBezTo>
                    <a:pt x="5327" y="2458"/>
                    <a:pt x="5301" y="2475"/>
                    <a:pt x="5284" y="2518"/>
                  </a:cubicBezTo>
                  <a:cubicBezTo>
                    <a:pt x="5250" y="2621"/>
                    <a:pt x="5284" y="2724"/>
                    <a:pt x="5301" y="2844"/>
                  </a:cubicBezTo>
                  <a:cubicBezTo>
                    <a:pt x="5310" y="2939"/>
                    <a:pt x="5301" y="3119"/>
                    <a:pt x="5258" y="3205"/>
                  </a:cubicBezTo>
                  <a:cubicBezTo>
                    <a:pt x="5241" y="3257"/>
                    <a:pt x="5103" y="3557"/>
                    <a:pt x="5069" y="3635"/>
                  </a:cubicBezTo>
                  <a:cubicBezTo>
                    <a:pt x="5035" y="3703"/>
                    <a:pt x="4957" y="3815"/>
                    <a:pt x="4940" y="3884"/>
                  </a:cubicBezTo>
                  <a:cubicBezTo>
                    <a:pt x="4923" y="3927"/>
                    <a:pt x="4829" y="4159"/>
                    <a:pt x="4734" y="4262"/>
                  </a:cubicBezTo>
                  <a:cubicBezTo>
                    <a:pt x="4640" y="4382"/>
                    <a:pt x="4571" y="4451"/>
                    <a:pt x="4382" y="4477"/>
                  </a:cubicBezTo>
                  <a:cubicBezTo>
                    <a:pt x="4322" y="4485"/>
                    <a:pt x="4090" y="4614"/>
                    <a:pt x="4030" y="4605"/>
                  </a:cubicBezTo>
                  <a:cubicBezTo>
                    <a:pt x="3978" y="4605"/>
                    <a:pt x="3935" y="4623"/>
                    <a:pt x="3883" y="4631"/>
                  </a:cubicBezTo>
                  <a:cubicBezTo>
                    <a:pt x="3866" y="4631"/>
                    <a:pt x="3849" y="4631"/>
                    <a:pt x="3832" y="4631"/>
                  </a:cubicBezTo>
                  <a:cubicBezTo>
                    <a:pt x="3815" y="4631"/>
                    <a:pt x="3789" y="4631"/>
                    <a:pt x="3772" y="4640"/>
                  </a:cubicBezTo>
                  <a:cubicBezTo>
                    <a:pt x="3617" y="4666"/>
                    <a:pt x="3351" y="4709"/>
                    <a:pt x="3265" y="4734"/>
                  </a:cubicBezTo>
                  <a:cubicBezTo>
                    <a:pt x="3153" y="4769"/>
                    <a:pt x="2964" y="4769"/>
                    <a:pt x="2853" y="4752"/>
                  </a:cubicBezTo>
                  <a:cubicBezTo>
                    <a:pt x="2724" y="4743"/>
                    <a:pt x="2500" y="4863"/>
                    <a:pt x="2363" y="4872"/>
                  </a:cubicBezTo>
                  <a:cubicBezTo>
                    <a:pt x="2260" y="4872"/>
                    <a:pt x="2191" y="4872"/>
                    <a:pt x="2131" y="4872"/>
                  </a:cubicBezTo>
                  <a:cubicBezTo>
                    <a:pt x="2028" y="4863"/>
                    <a:pt x="1950" y="4863"/>
                    <a:pt x="1753" y="4906"/>
                  </a:cubicBezTo>
                  <a:cubicBezTo>
                    <a:pt x="1718" y="4923"/>
                    <a:pt x="1650" y="4915"/>
                    <a:pt x="1590" y="4915"/>
                  </a:cubicBezTo>
                  <a:cubicBezTo>
                    <a:pt x="1512" y="4915"/>
                    <a:pt x="1435" y="4915"/>
                    <a:pt x="1383" y="4932"/>
                  </a:cubicBezTo>
                  <a:cubicBezTo>
                    <a:pt x="1349" y="4941"/>
                    <a:pt x="1315" y="4949"/>
                    <a:pt x="1280" y="4966"/>
                  </a:cubicBezTo>
                  <a:cubicBezTo>
                    <a:pt x="1203" y="4984"/>
                    <a:pt x="1126" y="4992"/>
                    <a:pt x="1048" y="5018"/>
                  </a:cubicBezTo>
                  <a:cubicBezTo>
                    <a:pt x="980" y="5035"/>
                    <a:pt x="962" y="5044"/>
                    <a:pt x="894" y="5026"/>
                  </a:cubicBezTo>
                  <a:cubicBezTo>
                    <a:pt x="645" y="4975"/>
                    <a:pt x="395" y="4932"/>
                    <a:pt x="129" y="4984"/>
                  </a:cubicBezTo>
                  <a:cubicBezTo>
                    <a:pt x="95" y="4984"/>
                    <a:pt x="0" y="4597"/>
                    <a:pt x="9" y="4528"/>
                  </a:cubicBezTo>
                  <a:cubicBezTo>
                    <a:pt x="35" y="4331"/>
                    <a:pt x="60" y="4142"/>
                    <a:pt x="86" y="3944"/>
                  </a:cubicBezTo>
                  <a:cubicBezTo>
                    <a:pt x="129" y="3575"/>
                    <a:pt x="181" y="3205"/>
                    <a:pt x="241" y="2853"/>
                  </a:cubicBezTo>
                  <a:cubicBezTo>
                    <a:pt x="284" y="2535"/>
                    <a:pt x="335" y="2234"/>
                    <a:pt x="361" y="1934"/>
                  </a:cubicBezTo>
                  <a:cubicBezTo>
                    <a:pt x="387" y="1650"/>
                    <a:pt x="395" y="1375"/>
                    <a:pt x="438" y="1092"/>
                  </a:cubicBezTo>
                  <a:cubicBezTo>
                    <a:pt x="456" y="997"/>
                    <a:pt x="645" y="1"/>
                    <a:pt x="713" y="9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69" name="Google Shape;13569;p45"/>
            <p:cNvSpPr/>
            <p:nvPr/>
          </p:nvSpPr>
          <p:spPr>
            <a:xfrm>
              <a:off x="5695575" y="1270850"/>
              <a:ext cx="76925" cy="126875"/>
            </a:xfrm>
            <a:custGeom>
              <a:avLst/>
              <a:gdLst/>
              <a:ahLst/>
              <a:cxnLst/>
              <a:rect l="l" t="t" r="r" b="b"/>
              <a:pathLst>
                <a:path w="3077" h="5075" extrusionOk="0">
                  <a:moveTo>
                    <a:pt x="1047" y="1"/>
                  </a:moveTo>
                  <a:cubicBezTo>
                    <a:pt x="898" y="1"/>
                    <a:pt x="756" y="31"/>
                    <a:pt x="714" y="74"/>
                  </a:cubicBezTo>
                  <a:cubicBezTo>
                    <a:pt x="707" y="81"/>
                    <a:pt x="712" y="84"/>
                    <a:pt x="724" y="84"/>
                  </a:cubicBezTo>
                  <a:cubicBezTo>
                    <a:pt x="740" y="84"/>
                    <a:pt x="770" y="79"/>
                    <a:pt x="800" y="74"/>
                  </a:cubicBezTo>
                  <a:cubicBezTo>
                    <a:pt x="835" y="69"/>
                    <a:pt x="869" y="64"/>
                    <a:pt x="891" y="64"/>
                  </a:cubicBezTo>
                  <a:cubicBezTo>
                    <a:pt x="907" y="64"/>
                    <a:pt x="915" y="67"/>
                    <a:pt x="912" y="74"/>
                  </a:cubicBezTo>
                  <a:cubicBezTo>
                    <a:pt x="877" y="117"/>
                    <a:pt x="843" y="160"/>
                    <a:pt x="809" y="194"/>
                  </a:cubicBezTo>
                  <a:cubicBezTo>
                    <a:pt x="697" y="332"/>
                    <a:pt x="662" y="503"/>
                    <a:pt x="602" y="649"/>
                  </a:cubicBezTo>
                  <a:cubicBezTo>
                    <a:pt x="542" y="787"/>
                    <a:pt x="491" y="924"/>
                    <a:pt x="448" y="1053"/>
                  </a:cubicBezTo>
                  <a:cubicBezTo>
                    <a:pt x="413" y="1148"/>
                    <a:pt x="379" y="1259"/>
                    <a:pt x="362" y="1363"/>
                  </a:cubicBezTo>
                  <a:cubicBezTo>
                    <a:pt x="345" y="1474"/>
                    <a:pt x="370" y="1586"/>
                    <a:pt x="370" y="1698"/>
                  </a:cubicBezTo>
                  <a:cubicBezTo>
                    <a:pt x="370" y="1758"/>
                    <a:pt x="370" y="1809"/>
                    <a:pt x="370" y="1869"/>
                  </a:cubicBezTo>
                  <a:cubicBezTo>
                    <a:pt x="388" y="2136"/>
                    <a:pt x="396" y="2428"/>
                    <a:pt x="336" y="2703"/>
                  </a:cubicBezTo>
                  <a:cubicBezTo>
                    <a:pt x="302" y="2875"/>
                    <a:pt x="241" y="3046"/>
                    <a:pt x="207" y="3218"/>
                  </a:cubicBezTo>
                  <a:cubicBezTo>
                    <a:pt x="181" y="3364"/>
                    <a:pt x="156" y="3502"/>
                    <a:pt x="121" y="3648"/>
                  </a:cubicBezTo>
                  <a:cubicBezTo>
                    <a:pt x="44" y="3992"/>
                    <a:pt x="1" y="4309"/>
                    <a:pt x="121" y="4644"/>
                  </a:cubicBezTo>
                  <a:cubicBezTo>
                    <a:pt x="156" y="4739"/>
                    <a:pt x="190" y="4808"/>
                    <a:pt x="259" y="4876"/>
                  </a:cubicBezTo>
                  <a:cubicBezTo>
                    <a:pt x="310" y="4919"/>
                    <a:pt x="362" y="4980"/>
                    <a:pt x="422" y="5005"/>
                  </a:cubicBezTo>
                  <a:cubicBezTo>
                    <a:pt x="542" y="5065"/>
                    <a:pt x="705" y="5057"/>
                    <a:pt x="834" y="5074"/>
                  </a:cubicBezTo>
                  <a:cubicBezTo>
                    <a:pt x="877" y="5074"/>
                    <a:pt x="912" y="5065"/>
                    <a:pt x="955" y="5057"/>
                  </a:cubicBezTo>
                  <a:cubicBezTo>
                    <a:pt x="969" y="5054"/>
                    <a:pt x="980" y="5053"/>
                    <a:pt x="990" y="5053"/>
                  </a:cubicBezTo>
                  <a:cubicBezTo>
                    <a:pt x="1010" y="5053"/>
                    <a:pt x="1023" y="5057"/>
                    <a:pt x="1040" y="5057"/>
                  </a:cubicBezTo>
                  <a:cubicBezTo>
                    <a:pt x="1049" y="5061"/>
                    <a:pt x="1060" y="5063"/>
                    <a:pt x="1074" y="5063"/>
                  </a:cubicBezTo>
                  <a:cubicBezTo>
                    <a:pt x="1088" y="5063"/>
                    <a:pt x="1105" y="5061"/>
                    <a:pt x="1126" y="5057"/>
                  </a:cubicBezTo>
                  <a:cubicBezTo>
                    <a:pt x="1134" y="5054"/>
                    <a:pt x="1143" y="5053"/>
                    <a:pt x="1153" y="5053"/>
                  </a:cubicBezTo>
                  <a:cubicBezTo>
                    <a:pt x="1177" y="5053"/>
                    <a:pt x="1208" y="5059"/>
                    <a:pt x="1238" y="5065"/>
                  </a:cubicBezTo>
                  <a:cubicBezTo>
                    <a:pt x="1267" y="5069"/>
                    <a:pt x="1294" y="5071"/>
                    <a:pt x="1318" y="5071"/>
                  </a:cubicBezTo>
                  <a:cubicBezTo>
                    <a:pt x="1352" y="5071"/>
                    <a:pt x="1381" y="5067"/>
                    <a:pt x="1401" y="5057"/>
                  </a:cubicBezTo>
                  <a:cubicBezTo>
                    <a:pt x="1470" y="5005"/>
                    <a:pt x="1676" y="4997"/>
                    <a:pt x="1736" y="4945"/>
                  </a:cubicBezTo>
                  <a:cubicBezTo>
                    <a:pt x="1788" y="4911"/>
                    <a:pt x="1839" y="4876"/>
                    <a:pt x="1900" y="4842"/>
                  </a:cubicBezTo>
                  <a:cubicBezTo>
                    <a:pt x="1951" y="4816"/>
                    <a:pt x="1986" y="4808"/>
                    <a:pt x="2028" y="4773"/>
                  </a:cubicBezTo>
                  <a:cubicBezTo>
                    <a:pt x="2054" y="4756"/>
                    <a:pt x="2071" y="4739"/>
                    <a:pt x="2097" y="4722"/>
                  </a:cubicBezTo>
                  <a:cubicBezTo>
                    <a:pt x="2166" y="4662"/>
                    <a:pt x="2114" y="4541"/>
                    <a:pt x="2209" y="4507"/>
                  </a:cubicBezTo>
                  <a:cubicBezTo>
                    <a:pt x="2286" y="4481"/>
                    <a:pt x="2355" y="4464"/>
                    <a:pt x="2407" y="4404"/>
                  </a:cubicBezTo>
                  <a:cubicBezTo>
                    <a:pt x="2441" y="4370"/>
                    <a:pt x="2458" y="4352"/>
                    <a:pt x="2458" y="4309"/>
                  </a:cubicBezTo>
                  <a:cubicBezTo>
                    <a:pt x="2467" y="4284"/>
                    <a:pt x="2475" y="4249"/>
                    <a:pt x="2475" y="4215"/>
                  </a:cubicBezTo>
                  <a:cubicBezTo>
                    <a:pt x="2475" y="4181"/>
                    <a:pt x="2570" y="4181"/>
                    <a:pt x="2561" y="4146"/>
                  </a:cubicBezTo>
                  <a:cubicBezTo>
                    <a:pt x="2561" y="4138"/>
                    <a:pt x="2553" y="4120"/>
                    <a:pt x="2553" y="4103"/>
                  </a:cubicBezTo>
                  <a:cubicBezTo>
                    <a:pt x="2553" y="4077"/>
                    <a:pt x="2570" y="4077"/>
                    <a:pt x="2578" y="4060"/>
                  </a:cubicBezTo>
                  <a:cubicBezTo>
                    <a:pt x="2596" y="4009"/>
                    <a:pt x="2587" y="3940"/>
                    <a:pt x="2604" y="3888"/>
                  </a:cubicBezTo>
                  <a:cubicBezTo>
                    <a:pt x="2621" y="3820"/>
                    <a:pt x="2681" y="3760"/>
                    <a:pt x="2716" y="3691"/>
                  </a:cubicBezTo>
                  <a:cubicBezTo>
                    <a:pt x="2742" y="3656"/>
                    <a:pt x="2750" y="3614"/>
                    <a:pt x="2776" y="3579"/>
                  </a:cubicBezTo>
                  <a:cubicBezTo>
                    <a:pt x="2793" y="3562"/>
                    <a:pt x="2819" y="3536"/>
                    <a:pt x="2827" y="3519"/>
                  </a:cubicBezTo>
                  <a:cubicBezTo>
                    <a:pt x="2845" y="3485"/>
                    <a:pt x="2845" y="3450"/>
                    <a:pt x="2853" y="3416"/>
                  </a:cubicBezTo>
                  <a:cubicBezTo>
                    <a:pt x="2862" y="3364"/>
                    <a:pt x="2870" y="3313"/>
                    <a:pt x="2888" y="3261"/>
                  </a:cubicBezTo>
                  <a:cubicBezTo>
                    <a:pt x="2905" y="3210"/>
                    <a:pt x="2905" y="3150"/>
                    <a:pt x="2939" y="3107"/>
                  </a:cubicBezTo>
                  <a:cubicBezTo>
                    <a:pt x="2956" y="3081"/>
                    <a:pt x="2982" y="3072"/>
                    <a:pt x="2999" y="3055"/>
                  </a:cubicBezTo>
                  <a:cubicBezTo>
                    <a:pt x="3034" y="3012"/>
                    <a:pt x="3034" y="2952"/>
                    <a:pt x="3042" y="2900"/>
                  </a:cubicBezTo>
                  <a:cubicBezTo>
                    <a:pt x="3051" y="2857"/>
                    <a:pt x="3051" y="2806"/>
                    <a:pt x="3059" y="2763"/>
                  </a:cubicBezTo>
                  <a:cubicBezTo>
                    <a:pt x="3068" y="2720"/>
                    <a:pt x="3034" y="2668"/>
                    <a:pt x="3034" y="2634"/>
                  </a:cubicBezTo>
                  <a:cubicBezTo>
                    <a:pt x="3016" y="2574"/>
                    <a:pt x="3008" y="2565"/>
                    <a:pt x="3042" y="2514"/>
                  </a:cubicBezTo>
                  <a:cubicBezTo>
                    <a:pt x="3077" y="2462"/>
                    <a:pt x="2999" y="2437"/>
                    <a:pt x="2999" y="2385"/>
                  </a:cubicBezTo>
                  <a:cubicBezTo>
                    <a:pt x="2999" y="2342"/>
                    <a:pt x="2974" y="2308"/>
                    <a:pt x="2965" y="2265"/>
                  </a:cubicBezTo>
                  <a:cubicBezTo>
                    <a:pt x="2939" y="2205"/>
                    <a:pt x="2982" y="2136"/>
                    <a:pt x="2965" y="2058"/>
                  </a:cubicBezTo>
                  <a:cubicBezTo>
                    <a:pt x="2931" y="1955"/>
                    <a:pt x="2948" y="1827"/>
                    <a:pt x="2905" y="1732"/>
                  </a:cubicBezTo>
                  <a:cubicBezTo>
                    <a:pt x="2888" y="1672"/>
                    <a:pt x="2870" y="1620"/>
                    <a:pt x="2853" y="1560"/>
                  </a:cubicBezTo>
                  <a:cubicBezTo>
                    <a:pt x="2845" y="1517"/>
                    <a:pt x="2845" y="1466"/>
                    <a:pt x="2819" y="1431"/>
                  </a:cubicBezTo>
                  <a:cubicBezTo>
                    <a:pt x="2750" y="1311"/>
                    <a:pt x="2664" y="1191"/>
                    <a:pt x="2647" y="1062"/>
                  </a:cubicBezTo>
                  <a:cubicBezTo>
                    <a:pt x="2647" y="1002"/>
                    <a:pt x="2638" y="924"/>
                    <a:pt x="2587" y="864"/>
                  </a:cubicBezTo>
                  <a:cubicBezTo>
                    <a:pt x="2570" y="847"/>
                    <a:pt x="2553" y="847"/>
                    <a:pt x="2535" y="830"/>
                  </a:cubicBezTo>
                  <a:cubicBezTo>
                    <a:pt x="2510" y="813"/>
                    <a:pt x="2501" y="787"/>
                    <a:pt x="2475" y="770"/>
                  </a:cubicBezTo>
                  <a:cubicBezTo>
                    <a:pt x="2407" y="735"/>
                    <a:pt x="2398" y="710"/>
                    <a:pt x="2364" y="658"/>
                  </a:cubicBezTo>
                  <a:cubicBezTo>
                    <a:pt x="2329" y="607"/>
                    <a:pt x="2269" y="581"/>
                    <a:pt x="2235" y="538"/>
                  </a:cubicBezTo>
                  <a:cubicBezTo>
                    <a:pt x="2192" y="495"/>
                    <a:pt x="2149" y="460"/>
                    <a:pt x="2106" y="418"/>
                  </a:cubicBezTo>
                  <a:cubicBezTo>
                    <a:pt x="2071" y="383"/>
                    <a:pt x="2046" y="349"/>
                    <a:pt x="2003" y="323"/>
                  </a:cubicBezTo>
                  <a:cubicBezTo>
                    <a:pt x="1968" y="306"/>
                    <a:pt x="1943" y="280"/>
                    <a:pt x="1908" y="271"/>
                  </a:cubicBezTo>
                  <a:cubicBezTo>
                    <a:pt x="1874" y="271"/>
                    <a:pt x="1857" y="263"/>
                    <a:pt x="1831" y="254"/>
                  </a:cubicBezTo>
                  <a:cubicBezTo>
                    <a:pt x="1788" y="237"/>
                    <a:pt x="1788" y="237"/>
                    <a:pt x="1762" y="211"/>
                  </a:cubicBezTo>
                  <a:cubicBezTo>
                    <a:pt x="1745" y="194"/>
                    <a:pt x="1719" y="186"/>
                    <a:pt x="1693" y="168"/>
                  </a:cubicBezTo>
                  <a:cubicBezTo>
                    <a:pt x="1668" y="151"/>
                    <a:pt x="1650" y="125"/>
                    <a:pt x="1608" y="117"/>
                  </a:cubicBezTo>
                  <a:lnTo>
                    <a:pt x="1565" y="117"/>
                  </a:lnTo>
                  <a:cubicBezTo>
                    <a:pt x="1547" y="117"/>
                    <a:pt x="1539" y="117"/>
                    <a:pt x="1504" y="108"/>
                  </a:cubicBezTo>
                  <a:cubicBezTo>
                    <a:pt x="1453" y="82"/>
                    <a:pt x="1341" y="82"/>
                    <a:pt x="1272" y="65"/>
                  </a:cubicBezTo>
                  <a:cubicBezTo>
                    <a:pt x="1238" y="48"/>
                    <a:pt x="1178" y="22"/>
                    <a:pt x="1144" y="5"/>
                  </a:cubicBezTo>
                  <a:cubicBezTo>
                    <a:pt x="1112" y="2"/>
                    <a:pt x="1079" y="1"/>
                    <a:pt x="104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70" name="Google Shape;13570;p45"/>
            <p:cNvSpPr/>
            <p:nvPr/>
          </p:nvSpPr>
          <p:spPr>
            <a:xfrm>
              <a:off x="5658425" y="1335825"/>
              <a:ext cx="450" cy="25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" y="1"/>
                  </a:moveTo>
                  <a:lnTo>
                    <a:pt x="1" y="1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71" name="Google Shape;13571;p45"/>
            <p:cNvSpPr/>
            <p:nvPr/>
          </p:nvSpPr>
          <p:spPr>
            <a:xfrm>
              <a:off x="5658650" y="1271150"/>
              <a:ext cx="106325" cy="125900"/>
            </a:xfrm>
            <a:custGeom>
              <a:avLst/>
              <a:gdLst/>
              <a:ahLst/>
              <a:cxnLst/>
              <a:rect l="l" t="t" r="r" b="b"/>
              <a:pathLst>
                <a:path w="4253" h="5036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12" y="3619"/>
                    <a:pt x="163" y="3730"/>
                    <a:pt x="249" y="3799"/>
                  </a:cubicBezTo>
                  <a:cubicBezTo>
                    <a:pt x="284" y="3825"/>
                    <a:pt x="309" y="3851"/>
                    <a:pt x="335" y="3894"/>
                  </a:cubicBezTo>
                  <a:cubicBezTo>
                    <a:pt x="370" y="3962"/>
                    <a:pt x="395" y="3988"/>
                    <a:pt x="456" y="4040"/>
                  </a:cubicBezTo>
                  <a:cubicBezTo>
                    <a:pt x="550" y="4108"/>
                    <a:pt x="567" y="4229"/>
                    <a:pt x="627" y="4315"/>
                  </a:cubicBezTo>
                  <a:cubicBezTo>
                    <a:pt x="653" y="4349"/>
                    <a:pt x="679" y="4392"/>
                    <a:pt x="713" y="4409"/>
                  </a:cubicBezTo>
                  <a:cubicBezTo>
                    <a:pt x="782" y="4435"/>
                    <a:pt x="851" y="4418"/>
                    <a:pt x="919" y="4461"/>
                  </a:cubicBezTo>
                  <a:cubicBezTo>
                    <a:pt x="962" y="4486"/>
                    <a:pt x="1005" y="4521"/>
                    <a:pt x="1048" y="4547"/>
                  </a:cubicBezTo>
                  <a:cubicBezTo>
                    <a:pt x="1100" y="4581"/>
                    <a:pt x="1169" y="4624"/>
                    <a:pt x="1212" y="4675"/>
                  </a:cubicBezTo>
                  <a:cubicBezTo>
                    <a:pt x="1280" y="4779"/>
                    <a:pt x="1323" y="4839"/>
                    <a:pt x="1444" y="4890"/>
                  </a:cubicBezTo>
                  <a:cubicBezTo>
                    <a:pt x="1555" y="4942"/>
                    <a:pt x="1658" y="4968"/>
                    <a:pt x="1770" y="4976"/>
                  </a:cubicBezTo>
                  <a:cubicBezTo>
                    <a:pt x="1813" y="4985"/>
                    <a:pt x="1856" y="4985"/>
                    <a:pt x="1899" y="4993"/>
                  </a:cubicBezTo>
                  <a:cubicBezTo>
                    <a:pt x="1933" y="5002"/>
                    <a:pt x="1968" y="5019"/>
                    <a:pt x="2002" y="5028"/>
                  </a:cubicBezTo>
                  <a:cubicBezTo>
                    <a:pt x="2022" y="5033"/>
                    <a:pt x="2041" y="5035"/>
                    <a:pt x="2060" y="5035"/>
                  </a:cubicBezTo>
                  <a:cubicBezTo>
                    <a:pt x="2096" y="5035"/>
                    <a:pt x="2131" y="5028"/>
                    <a:pt x="2165" y="5028"/>
                  </a:cubicBezTo>
                  <a:lnTo>
                    <a:pt x="2234" y="5028"/>
                  </a:lnTo>
                  <a:cubicBezTo>
                    <a:pt x="2247" y="5032"/>
                    <a:pt x="2262" y="5034"/>
                    <a:pt x="2278" y="5034"/>
                  </a:cubicBezTo>
                  <a:cubicBezTo>
                    <a:pt x="2294" y="5034"/>
                    <a:pt x="2311" y="5032"/>
                    <a:pt x="2328" y="5028"/>
                  </a:cubicBezTo>
                  <a:cubicBezTo>
                    <a:pt x="2363" y="5011"/>
                    <a:pt x="2389" y="4993"/>
                    <a:pt x="2423" y="4968"/>
                  </a:cubicBezTo>
                  <a:cubicBezTo>
                    <a:pt x="2457" y="4942"/>
                    <a:pt x="2492" y="4933"/>
                    <a:pt x="2535" y="4925"/>
                  </a:cubicBezTo>
                  <a:cubicBezTo>
                    <a:pt x="2646" y="4899"/>
                    <a:pt x="2758" y="4890"/>
                    <a:pt x="2870" y="4847"/>
                  </a:cubicBezTo>
                  <a:cubicBezTo>
                    <a:pt x="2964" y="4813"/>
                    <a:pt x="3059" y="4770"/>
                    <a:pt x="3153" y="4744"/>
                  </a:cubicBezTo>
                  <a:cubicBezTo>
                    <a:pt x="3239" y="4718"/>
                    <a:pt x="3274" y="4632"/>
                    <a:pt x="3342" y="4581"/>
                  </a:cubicBezTo>
                  <a:cubicBezTo>
                    <a:pt x="3411" y="4521"/>
                    <a:pt x="3454" y="4512"/>
                    <a:pt x="3523" y="4461"/>
                  </a:cubicBezTo>
                  <a:cubicBezTo>
                    <a:pt x="3548" y="4435"/>
                    <a:pt x="3557" y="4435"/>
                    <a:pt x="3574" y="4401"/>
                  </a:cubicBezTo>
                  <a:cubicBezTo>
                    <a:pt x="3591" y="4366"/>
                    <a:pt x="3617" y="4332"/>
                    <a:pt x="3634" y="4297"/>
                  </a:cubicBezTo>
                  <a:cubicBezTo>
                    <a:pt x="3652" y="4254"/>
                    <a:pt x="3703" y="4254"/>
                    <a:pt x="3703" y="4212"/>
                  </a:cubicBezTo>
                  <a:cubicBezTo>
                    <a:pt x="3712" y="4169"/>
                    <a:pt x="3729" y="4143"/>
                    <a:pt x="3746" y="4100"/>
                  </a:cubicBezTo>
                  <a:cubicBezTo>
                    <a:pt x="3763" y="4040"/>
                    <a:pt x="3780" y="3971"/>
                    <a:pt x="3798" y="3902"/>
                  </a:cubicBezTo>
                  <a:cubicBezTo>
                    <a:pt x="3815" y="3868"/>
                    <a:pt x="3849" y="3816"/>
                    <a:pt x="3875" y="3773"/>
                  </a:cubicBezTo>
                  <a:cubicBezTo>
                    <a:pt x="3926" y="3687"/>
                    <a:pt x="3969" y="3593"/>
                    <a:pt x="4012" y="3507"/>
                  </a:cubicBezTo>
                  <a:cubicBezTo>
                    <a:pt x="4090" y="3344"/>
                    <a:pt x="4253" y="3146"/>
                    <a:pt x="4219" y="2957"/>
                  </a:cubicBezTo>
                  <a:cubicBezTo>
                    <a:pt x="4201" y="2837"/>
                    <a:pt x="4193" y="2691"/>
                    <a:pt x="4141" y="2579"/>
                  </a:cubicBezTo>
                  <a:cubicBezTo>
                    <a:pt x="4124" y="2545"/>
                    <a:pt x="4090" y="2493"/>
                    <a:pt x="4090" y="2459"/>
                  </a:cubicBezTo>
                  <a:cubicBezTo>
                    <a:pt x="4081" y="2373"/>
                    <a:pt x="4115" y="2261"/>
                    <a:pt x="4124" y="2184"/>
                  </a:cubicBezTo>
                  <a:cubicBezTo>
                    <a:pt x="4141" y="2081"/>
                    <a:pt x="4133" y="2012"/>
                    <a:pt x="4107" y="1909"/>
                  </a:cubicBezTo>
                  <a:cubicBezTo>
                    <a:pt x="4090" y="1832"/>
                    <a:pt x="4098" y="1754"/>
                    <a:pt x="4081" y="1668"/>
                  </a:cubicBezTo>
                  <a:cubicBezTo>
                    <a:pt x="4064" y="1531"/>
                    <a:pt x="4030" y="1368"/>
                    <a:pt x="3944" y="1256"/>
                  </a:cubicBezTo>
                  <a:cubicBezTo>
                    <a:pt x="3909" y="1213"/>
                    <a:pt x="3866" y="1205"/>
                    <a:pt x="3823" y="1170"/>
                  </a:cubicBezTo>
                  <a:cubicBezTo>
                    <a:pt x="3798" y="1153"/>
                    <a:pt x="3763" y="1101"/>
                    <a:pt x="3746" y="1067"/>
                  </a:cubicBezTo>
                  <a:cubicBezTo>
                    <a:pt x="3712" y="1016"/>
                    <a:pt x="3694" y="955"/>
                    <a:pt x="3694" y="895"/>
                  </a:cubicBezTo>
                  <a:cubicBezTo>
                    <a:pt x="3703" y="844"/>
                    <a:pt x="3712" y="775"/>
                    <a:pt x="3686" y="732"/>
                  </a:cubicBezTo>
                  <a:cubicBezTo>
                    <a:pt x="3652" y="680"/>
                    <a:pt x="3617" y="655"/>
                    <a:pt x="3591" y="603"/>
                  </a:cubicBezTo>
                  <a:cubicBezTo>
                    <a:pt x="3557" y="534"/>
                    <a:pt x="3531" y="509"/>
                    <a:pt x="3480" y="466"/>
                  </a:cubicBezTo>
                  <a:cubicBezTo>
                    <a:pt x="3385" y="397"/>
                    <a:pt x="3291" y="337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612" y="36"/>
                    <a:pt x="2578" y="36"/>
                    <a:pt x="2535" y="36"/>
                  </a:cubicBezTo>
                  <a:lnTo>
                    <a:pt x="2475" y="36"/>
                  </a:ln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72" name="Google Shape;13572;p45"/>
            <p:cNvSpPr/>
            <p:nvPr/>
          </p:nvSpPr>
          <p:spPr>
            <a:xfrm>
              <a:off x="5707400" y="1280200"/>
              <a:ext cx="1525" cy="450"/>
            </a:xfrm>
            <a:custGeom>
              <a:avLst/>
              <a:gdLst/>
              <a:ahLst/>
              <a:cxnLst/>
              <a:rect l="l" t="t" r="r" b="b"/>
              <a:pathLst>
                <a:path w="61" h="18" extrusionOk="0">
                  <a:moveTo>
                    <a:pt x="0" y="1"/>
                  </a:moveTo>
                  <a:cubicBezTo>
                    <a:pt x="35" y="9"/>
                    <a:pt x="43" y="18"/>
                    <a:pt x="52" y="18"/>
                  </a:cubicBezTo>
                  <a:cubicBezTo>
                    <a:pt x="61" y="18"/>
                    <a:pt x="61" y="9"/>
                    <a:pt x="52" y="9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rgbClr val="E4C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73" name="Google Shape;13573;p45"/>
            <p:cNvSpPr/>
            <p:nvPr/>
          </p:nvSpPr>
          <p:spPr>
            <a:xfrm>
              <a:off x="5709550" y="1391900"/>
              <a:ext cx="21925" cy="5175"/>
            </a:xfrm>
            <a:custGeom>
              <a:avLst/>
              <a:gdLst/>
              <a:ahLst/>
              <a:cxnLst/>
              <a:rect l="l" t="t" r="r" b="b"/>
              <a:pathLst>
                <a:path w="877" h="207" extrusionOk="0">
                  <a:moveTo>
                    <a:pt x="26" y="206"/>
                  </a:moveTo>
                  <a:cubicBezTo>
                    <a:pt x="18" y="206"/>
                    <a:pt x="9" y="206"/>
                    <a:pt x="0" y="206"/>
                  </a:cubicBezTo>
                  <a:lnTo>
                    <a:pt x="0" y="206"/>
                  </a:lnTo>
                  <a:cubicBezTo>
                    <a:pt x="9" y="206"/>
                    <a:pt x="18" y="206"/>
                    <a:pt x="26" y="206"/>
                  </a:cubicBezTo>
                  <a:cubicBezTo>
                    <a:pt x="60" y="206"/>
                    <a:pt x="95" y="198"/>
                    <a:pt x="129" y="198"/>
                  </a:cubicBezTo>
                  <a:cubicBezTo>
                    <a:pt x="138" y="198"/>
                    <a:pt x="146" y="198"/>
                    <a:pt x="146" y="198"/>
                  </a:cubicBezTo>
                  <a:cubicBezTo>
                    <a:pt x="164" y="198"/>
                    <a:pt x="181" y="198"/>
                    <a:pt x="198" y="198"/>
                  </a:cubicBezTo>
                  <a:cubicBezTo>
                    <a:pt x="207" y="198"/>
                    <a:pt x="224" y="206"/>
                    <a:pt x="241" y="206"/>
                  </a:cubicBezTo>
                  <a:cubicBezTo>
                    <a:pt x="258" y="206"/>
                    <a:pt x="275" y="198"/>
                    <a:pt x="292" y="198"/>
                  </a:cubicBezTo>
                  <a:cubicBezTo>
                    <a:pt x="327" y="181"/>
                    <a:pt x="353" y="163"/>
                    <a:pt x="387" y="138"/>
                  </a:cubicBezTo>
                  <a:cubicBezTo>
                    <a:pt x="421" y="112"/>
                    <a:pt x="456" y="103"/>
                    <a:pt x="499" y="95"/>
                  </a:cubicBezTo>
                  <a:cubicBezTo>
                    <a:pt x="610" y="69"/>
                    <a:pt x="722" y="60"/>
                    <a:pt x="834" y="17"/>
                  </a:cubicBezTo>
                  <a:cubicBezTo>
                    <a:pt x="842" y="17"/>
                    <a:pt x="859" y="9"/>
                    <a:pt x="877" y="0"/>
                  </a:cubicBezTo>
                  <a:cubicBezTo>
                    <a:pt x="859" y="9"/>
                    <a:pt x="842" y="17"/>
                    <a:pt x="834" y="17"/>
                  </a:cubicBezTo>
                  <a:cubicBezTo>
                    <a:pt x="722" y="60"/>
                    <a:pt x="610" y="69"/>
                    <a:pt x="499" y="95"/>
                  </a:cubicBezTo>
                  <a:cubicBezTo>
                    <a:pt x="456" y="103"/>
                    <a:pt x="421" y="112"/>
                    <a:pt x="387" y="138"/>
                  </a:cubicBezTo>
                  <a:cubicBezTo>
                    <a:pt x="353" y="163"/>
                    <a:pt x="327" y="181"/>
                    <a:pt x="292" y="198"/>
                  </a:cubicBezTo>
                  <a:cubicBezTo>
                    <a:pt x="275" y="198"/>
                    <a:pt x="258" y="206"/>
                    <a:pt x="241" y="206"/>
                  </a:cubicBezTo>
                  <a:cubicBezTo>
                    <a:pt x="224" y="206"/>
                    <a:pt x="207" y="198"/>
                    <a:pt x="198" y="198"/>
                  </a:cubicBezTo>
                  <a:cubicBezTo>
                    <a:pt x="181" y="198"/>
                    <a:pt x="164" y="198"/>
                    <a:pt x="146" y="198"/>
                  </a:cubicBezTo>
                  <a:cubicBezTo>
                    <a:pt x="146" y="198"/>
                    <a:pt x="138" y="198"/>
                    <a:pt x="129" y="198"/>
                  </a:cubicBezTo>
                  <a:cubicBezTo>
                    <a:pt x="95" y="198"/>
                    <a:pt x="60" y="206"/>
                    <a:pt x="26" y="206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74" name="Google Shape;13574;p45"/>
            <p:cNvSpPr/>
            <p:nvPr/>
          </p:nvSpPr>
          <p:spPr>
            <a:xfrm>
              <a:off x="5741975" y="1376200"/>
              <a:ext cx="9475" cy="9700"/>
            </a:xfrm>
            <a:custGeom>
              <a:avLst/>
              <a:gdLst/>
              <a:ahLst/>
              <a:cxnLst/>
              <a:rect l="l" t="t" r="r" b="b"/>
              <a:pathLst>
                <a:path w="379" h="388" extrusionOk="0">
                  <a:moveTo>
                    <a:pt x="1" y="388"/>
                  </a:moveTo>
                  <a:cubicBezTo>
                    <a:pt x="1" y="379"/>
                    <a:pt x="1" y="379"/>
                    <a:pt x="9" y="379"/>
                  </a:cubicBezTo>
                  <a:cubicBezTo>
                    <a:pt x="78" y="319"/>
                    <a:pt x="121" y="310"/>
                    <a:pt x="190" y="259"/>
                  </a:cubicBezTo>
                  <a:cubicBezTo>
                    <a:pt x="215" y="233"/>
                    <a:pt x="224" y="233"/>
                    <a:pt x="241" y="199"/>
                  </a:cubicBezTo>
                  <a:cubicBezTo>
                    <a:pt x="258" y="164"/>
                    <a:pt x="284" y="130"/>
                    <a:pt x="301" y="95"/>
                  </a:cubicBezTo>
                  <a:cubicBezTo>
                    <a:pt x="319" y="52"/>
                    <a:pt x="370" y="52"/>
                    <a:pt x="370" y="10"/>
                  </a:cubicBezTo>
                  <a:cubicBezTo>
                    <a:pt x="379" y="10"/>
                    <a:pt x="379" y="1"/>
                    <a:pt x="379" y="1"/>
                  </a:cubicBezTo>
                  <a:cubicBezTo>
                    <a:pt x="379" y="1"/>
                    <a:pt x="379" y="10"/>
                    <a:pt x="370" y="10"/>
                  </a:cubicBezTo>
                  <a:cubicBezTo>
                    <a:pt x="370" y="52"/>
                    <a:pt x="319" y="52"/>
                    <a:pt x="301" y="95"/>
                  </a:cubicBezTo>
                  <a:cubicBezTo>
                    <a:pt x="284" y="130"/>
                    <a:pt x="258" y="164"/>
                    <a:pt x="241" y="199"/>
                  </a:cubicBezTo>
                  <a:cubicBezTo>
                    <a:pt x="224" y="233"/>
                    <a:pt x="215" y="233"/>
                    <a:pt x="190" y="259"/>
                  </a:cubicBezTo>
                  <a:cubicBezTo>
                    <a:pt x="121" y="310"/>
                    <a:pt x="78" y="319"/>
                    <a:pt x="9" y="379"/>
                  </a:cubicBezTo>
                  <a:cubicBezTo>
                    <a:pt x="1" y="379"/>
                    <a:pt x="1" y="379"/>
                    <a:pt x="1" y="388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75" name="Google Shape;13575;p45"/>
            <p:cNvSpPr/>
            <p:nvPr/>
          </p:nvSpPr>
          <p:spPr>
            <a:xfrm>
              <a:off x="5748425" y="1286225"/>
              <a:ext cx="15475" cy="57575"/>
            </a:xfrm>
            <a:custGeom>
              <a:avLst/>
              <a:gdLst/>
              <a:ahLst/>
              <a:cxnLst/>
              <a:rect l="l" t="t" r="r" b="b"/>
              <a:pathLst>
                <a:path w="619" h="2303" extrusionOk="0">
                  <a:moveTo>
                    <a:pt x="619" y="2303"/>
                  </a:moveTo>
                  <a:cubicBezTo>
                    <a:pt x="610" y="2200"/>
                    <a:pt x="593" y="2071"/>
                    <a:pt x="550" y="1976"/>
                  </a:cubicBezTo>
                  <a:cubicBezTo>
                    <a:pt x="533" y="1942"/>
                    <a:pt x="507" y="1907"/>
                    <a:pt x="499" y="1873"/>
                  </a:cubicBezTo>
                  <a:cubicBezTo>
                    <a:pt x="507" y="1907"/>
                    <a:pt x="533" y="1942"/>
                    <a:pt x="550" y="1976"/>
                  </a:cubicBezTo>
                  <a:cubicBezTo>
                    <a:pt x="593" y="2071"/>
                    <a:pt x="610" y="2200"/>
                    <a:pt x="619" y="2303"/>
                  </a:cubicBezTo>
                  <a:close/>
                  <a:moveTo>
                    <a:pt x="95" y="129"/>
                  </a:moveTo>
                  <a:cubicBezTo>
                    <a:pt x="61" y="77"/>
                    <a:pt x="26" y="52"/>
                    <a:pt x="0" y="0"/>
                  </a:cubicBezTo>
                  <a:cubicBezTo>
                    <a:pt x="26" y="52"/>
                    <a:pt x="61" y="77"/>
                    <a:pt x="95" y="12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76" name="Google Shape;13576;p45"/>
            <p:cNvSpPr/>
            <p:nvPr/>
          </p:nvSpPr>
          <p:spPr>
            <a:xfrm>
              <a:off x="5718575" y="1271825"/>
              <a:ext cx="1950" cy="250"/>
            </a:xfrm>
            <a:custGeom>
              <a:avLst/>
              <a:gdLst/>
              <a:ahLst/>
              <a:cxnLst/>
              <a:rect l="l" t="t" r="r" b="b"/>
              <a:pathLst>
                <a:path w="78" h="10" extrusionOk="0">
                  <a:moveTo>
                    <a:pt x="78" y="9"/>
                  </a:moveTo>
                  <a:cubicBezTo>
                    <a:pt x="52" y="9"/>
                    <a:pt x="26" y="1"/>
                    <a:pt x="0" y="1"/>
                  </a:cubicBezTo>
                  <a:cubicBezTo>
                    <a:pt x="26" y="1"/>
                    <a:pt x="52" y="9"/>
                    <a:pt x="78" y="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77" name="Google Shape;13577;p45"/>
            <p:cNvSpPr/>
            <p:nvPr/>
          </p:nvSpPr>
          <p:spPr>
            <a:xfrm>
              <a:off x="5716850" y="1271400"/>
              <a:ext cx="1750" cy="450"/>
            </a:xfrm>
            <a:custGeom>
              <a:avLst/>
              <a:gdLst/>
              <a:ahLst/>
              <a:cxnLst/>
              <a:rect l="l" t="t" r="r" b="b"/>
              <a:pathLst>
                <a:path w="70" h="18" extrusionOk="0">
                  <a:moveTo>
                    <a:pt x="69" y="18"/>
                  </a:moveTo>
                  <a:lnTo>
                    <a:pt x="26" y="1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18"/>
                  </a:lnTo>
                  <a:lnTo>
                    <a:pt x="69" y="18"/>
                  </a:ln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78" name="Google Shape;13578;p45"/>
            <p:cNvSpPr/>
            <p:nvPr/>
          </p:nvSpPr>
          <p:spPr>
            <a:xfrm>
              <a:off x="5660350" y="1271175"/>
              <a:ext cx="104000" cy="125900"/>
            </a:xfrm>
            <a:custGeom>
              <a:avLst/>
              <a:gdLst/>
              <a:ahLst/>
              <a:cxnLst/>
              <a:rect l="l" t="t" r="r" b="b"/>
              <a:pathLst>
                <a:path w="4160" h="5036" extrusionOk="0">
                  <a:moveTo>
                    <a:pt x="2235" y="1"/>
                  </a:moveTo>
                  <a:cubicBezTo>
                    <a:pt x="2192" y="1"/>
                    <a:pt x="2123" y="52"/>
                    <a:pt x="2080" y="69"/>
                  </a:cubicBezTo>
                  <a:cubicBezTo>
                    <a:pt x="2028" y="87"/>
                    <a:pt x="1986" y="95"/>
                    <a:pt x="1943" y="95"/>
                  </a:cubicBezTo>
                  <a:cubicBezTo>
                    <a:pt x="1925" y="95"/>
                    <a:pt x="1908" y="95"/>
                    <a:pt x="1891" y="87"/>
                  </a:cubicBezTo>
                  <a:lnTo>
                    <a:pt x="1865" y="87"/>
                  </a:lnTo>
                  <a:cubicBezTo>
                    <a:pt x="1771" y="87"/>
                    <a:pt x="1685" y="130"/>
                    <a:pt x="1599" y="164"/>
                  </a:cubicBezTo>
                  <a:lnTo>
                    <a:pt x="1590" y="164"/>
                  </a:lnTo>
                  <a:cubicBezTo>
                    <a:pt x="1625" y="198"/>
                    <a:pt x="1659" y="224"/>
                    <a:pt x="1693" y="241"/>
                  </a:cubicBezTo>
                  <a:cubicBezTo>
                    <a:pt x="1719" y="241"/>
                    <a:pt x="1736" y="241"/>
                    <a:pt x="1754" y="258"/>
                  </a:cubicBezTo>
                  <a:cubicBezTo>
                    <a:pt x="1771" y="267"/>
                    <a:pt x="1779" y="293"/>
                    <a:pt x="1797" y="301"/>
                  </a:cubicBezTo>
                  <a:cubicBezTo>
                    <a:pt x="1831" y="327"/>
                    <a:pt x="1874" y="353"/>
                    <a:pt x="1908" y="362"/>
                  </a:cubicBezTo>
                  <a:cubicBezTo>
                    <a:pt x="1934" y="362"/>
                    <a:pt x="1951" y="353"/>
                    <a:pt x="1977" y="353"/>
                  </a:cubicBezTo>
                  <a:cubicBezTo>
                    <a:pt x="1994" y="353"/>
                    <a:pt x="2011" y="353"/>
                    <a:pt x="2028" y="362"/>
                  </a:cubicBezTo>
                  <a:cubicBezTo>
                    <a:pt x="2063" y="379"/>
                    <a:pt x="2089" y="405"/>
                    <a:pt x="2123" y="413"/>
                  </a:cubicBezTo>
                  <a:cubicBezTo>
                    <a:pt x="2157" y="430"/>
                    <a:pt x="2183" y="430"/>
                    <a:pt x="2209" y="447"/>
                  </a:cubicBezTo>
                  <a:cubicBezTo>
                    <a:pt x="2278" y="499"/>
                    <a:pt x="2338" y="559"/>
                    <a:pt x="2398" y="619"/>
                  </a:cubicBezTo>
                  <a:cubicBezTo>
                    <a:pt x="2458" y="671"/>
                    <a:pt x="2518" y="740"/>
                    <a:pt x="2587" y="783"/>
                  </a:cubicBezTo>
                  <a:cubicBezTo>
                    <a:pt x="2647" y="817"/>
                    <a:pt x="2707" y="843"/>
                    <a:pt x="2776" y="877"/>
                  </a:cubicBezTo>
                  <a:cubicBezTo>
                    <a:pt x="2827" y="903"/>
                    <a:pt x="2888" y="937"/>
                    <a:pt x="2939" y="980"/>
                  </a:cubicBezTo>
                  <a:cubicBezTo>
                    <a:pt x="2982" y="1006"/>
                    <a:pt x="3017" y="1040"/>
                    <a:pt x="3059" y="1075"/>
                  </a:cubicBezTo>
                  <a:cubicBezTo>
                    <a:pt x="3094" y="1109"/>
                    <a:pt x="3137" y="1135"/>
                    <a:pt x="3180" y="1161"/>
                  </a:cubicBezTo>
                  <a:cubicBezTo>
                    <a:pt x="3206" y="1186"/>
                    <a:pt x="3223" y="1229"/>
                    <a:pt x="3240" y="1264"/>
                  </a:cubicBezTo>
                  <a:cubicBezTo>
                    <a:pt x="3291" y="1367"/>
                    <a:pt x="3309" y="1470"/>
                    <a:pt x="3326" y="1582"/>
                  </a:cubicBezTo>
                  <a:cubicBezTo>
                    <a:pt x="3334" y="1633"/>
                    <a:pt x="3352" y="1676"/>
                    <a:pt x="3343" y="1728"/>
                  </a:cubicBezTo>
                  <a:cubicBezTo>
                    <a:pt x="3343" y="1745"/>
                    <a:pt x="3343" y="1762"/>
                    <a:pt x="3343" y="1779"/>
                  </a:cubicBezTo>
                  <a:cubicBezTo>
                    <a:pt x="3343" y="1822"/>
                    <a:pt x="3334" y="1831"/>
                    <a:pt x="3317" y="1865"/>
                  </a:cubicBezTo>
                  <a:cubicBezTo>
                    <a:pt x="3309" y="1908"/>
                    <a:pt x="3317" y="1960"/>
                    <a:pt x="3317" y="2003"/>
                  </a:cubicBezTo>
                  <a:cubicBezTo>
                    <a:pt x="3317" y="2020"/>
                    <a:pt x="3309" y="2045"/>
                    <a:pt x="3317" y="2071"/>
                  </a:cubicBezTo>
                  <a:cubicBezTo>
                    <a:pt x="3317" y="2097"/>
                    <a:pt x="3334" y="2123"/>
                    <a:pt x="3334" y="2149"/>
                  </a:cubicBezTo>
                  <a:cubicBezTo>
                    <a:pt x="3334" y="2166"/>
                    <a:pt x="3326" y="2183"/>
                    <a:pt x="3317" y="2200"/>
                  </a:cubicBezTo>
                  <a:cubicBezTo>
                    <a:pt x="3317" y="2226"/>
                    <a:pt x="3317" y="2243"/>
                    <a:pt x="3309" y="2269"/>
                  </a:cubicBezTo>
                  <a:cubicBezTo>
                    <a:pt x="3300" y="2286"/>
                    <a:pt x="3300" y="2295"/>
                    <a:pt x="3291" y="2303"/>
                  </a:cubicBezTo>
                  <a:cubicBezTo>
                    <a:pt x="3274" y="2338"/>
                    <a:pt x="3283" y="2381"/>
                    <a:pt x="3283" y="2415"/>
                  </a:cubicBezTo>
                  <a:cubicBezTo>
                    <a:pt x="3274" y="2441"/>
                    <a:pt x="3266" y="2458"/>
                    <a:pt x="3266" y="2484"/>
                  </a:cubicBezTo>
                  <a:cubicBezTo>
                    <a:pt x="3266" y="2518"/>
                    <a:pt x="3240" y="2561"/>
                    <a:pt x="3248" y="2604"/>
                  </a:cubicBezTo>
                  <a:cubicBezTo>
                    <a:pt x="3248" y="2655"/>
                    <a:pt x="3300" y="2716"/>
                    <a:pt x="3317" y="2767"/>
                  </a:cubicBezTo>
                  <a:cubicBezTo>
                    <a:pt x="3334" y="2802"/>
                    <a:pt x="3334" y="2819"/>
                    <a:pt x="3334" y="2853"/>
                  </a:cubicBezTo>
                  <a:cubicBezTo>
                    <a:pt x="3326" y="2887"/>
                    <a:pt x="3317" y="2905"/>
                    <a:pt x="3309" y="2939"/>
                  </a:cubicBezTo>
                  <a:cubicBezTo>
                    <a:pt x="3291" y="2991"/>
                    <a:pt x="3291" y="3051"/>
                    <a:pt x="3274" y="3102"/>
                  </a:cubicBezTo>
                  <a:cubicBezTo>
                    <a:pt x="3248" y="3154"/>
                    <a:pt x="3214" y="3197"/>
                    <a:pt x="3206" y="3248"/>
                  </a:cubicBezTo>
                  <a:cubicBezTo>
                    <a:pt x="3188" y="3291"/>
                    <a:pt x="3171" y="3343"/>
                    <a:pt x="3163" y="3386"/>
                  </a:cubicBezTo>
                  <a:cubicBezTo>
                    <a:pt x="3145" y="3429"/>
                    <a:pt x="3128" y="3480"/>
                    <a:pt x="3111" y="3523"/>
                  </a:cubicBezTo>
                  <a:cubicBezTo>
                    <a:pt x="3102" y="3601"/>
                    <a:pt x="3085" y="3669"/>
                    <a:pt x="3042" y="3729"/>
                  </a:cubicBezTo>
                  <a:cubicBezTo>
                    <a:pt x="3017" y="3772"/>
                    <a:pt x="2982" y="3824"/>
                    <a:pt x="2974" y="3875"/>
                  </a:cubicBezTo>
                  <a:cubicBezTo>
                    <a:pt x="2965" y="3970"/>
                    <a:pt x="2939" y="4064"/>
                    <a:pt x="2870" y="4133"/>
                  </a:cubicBezTo>
                  <a:cubicBezTo>
                    <a:pt x="2827" y="4176"/>
                    <a:pt x="2776" y="4211"/>
                    <a:pt x="2733" y="4262"/>
                  </a:cubicBezTo>
                  <a:cubicBezTo>
                    <a:pt x="2707" y="4288"/>
                    <a:pt x="2699" y="4322"/>
                    <a:pt x="2681" y="4357"/>
                  </a:cubicBezTo>
                  <a:cubicBezTo>
                    <a:pt x="2664" y="4382"/>
                    <a:pt x="2647" y="4408"/>
                    <a:pt x="2638" y="4425"/>
                  </a:cubicBezTo>
                  <a:cubicBezTo>
                    <a:pt x="2630" y="4442"/>
                    <a:pt x="2613" y="4451"/>
                    <a:pt x="2604" y="4468"/>
                  </a:cubicBezTo>
                  <a:cubicBezTo>
                    <a:pt x="2596" y="4477"/>
                    <a:pt x="2587" y="4477"/>
                    <a:pt x="2587" y="4477"/>
                  </a:cubicBezTo>
                  <a:cubicBezTo>
                    <a:pt x="2570" y="4477"/>
                    <a:pt x="2561" y="4468"/>
                    <a:pt x="2553" y="4468"/>
                  </a:cubicBezTo>
                  <a:cubicBezTo>
                    <a:pt x="2544" y="4468"/>
                    <a:pt x="2527" y="4460"/>
                    <a:pt x="2518" y="4460"/>
                  </a:cubicBezTo>
                  <a:cubicBezTo>
                    <a:pt x="2510" y="4460"/>
                    <a:pt x="2510" y="4460"/>
                    <a:pt x="2501" y="4468"/>
                  </a:cubicBezTo>
                  <a:cubicBezTo>
                    <a:pt x="2492" y="4477"/>
                    <a:pt x="2492" y="4477"/>
                    <a:pt x="2484" y="4477"/>
                  </a:cubicBezTo>
                  <a:cubicBezTo>
                    <a:pt x="2492" y="4494"/>
                    <a:pt x="2501" y="4503"/>
                    <a:pt x="2501" y="4520"/>
                  </a:cubicBezTo>
                  <a:cubicBezTo>
                    <a:pt x="2492" y="4546"/>
                    <a:pt x="2441" y="4554"/>
                    <a:pt x="2407" y="4554"/>
                  </a:cubicBezTo>
                  <a:lnTo>
                    <a:pt x="2398" y="4554"/>
                  </a:lnTo>
                  <a:cubicBezTo>
                    <a:pt x="2346" y="4546"/>
                    <a:pt x="2303" y="4537"/>
                    <a:pt x="2252" y="4528"/>
                  </a:cubicBezTo>
                  <a:lnTo>
                    <a:pt x="2235" y="4528"/>
                  </a:lnTo>
                  <a:cubicBezTo>
                    <a:pt x="2200" y="4528"/>
                    <a:pt x="2183" y="4537"/>
                    <a:pt x="2157" y="4554"/>
                  </a:cubicBezTo>
                  <a:cubicBezTo>
                    <a:pt x="2132" y="4563"/>
                    <a:pt x="2106" y="4580"/>
                    <a:pt x="2089" y="4589"/>
                  </a:cubicBezTo>
                  <a:cubicBezTo>
                    <a:pt x="2054" y="4614"/>
                    <a:pt x="2011" y="4614"/>
                    <a:pt x="1968" y="4631"/>
                  </a:cubicBezTo>
                  <a:cubicBezTo>
                    <a:pt x="1951" y="4640"/>
                    <a:pt x="1934" y="4649"/>
                    <a:pt x="1925" y="4649"/>
                  </a:cubicBezTo>
                  <a:cubicBezTo>
                    <a:pt x="1908" y="4649"/>
                    <a:pt x="1891" y="4640"/>
                    <a:pt x="1865" y="4631"/>
                  </a:cubicBezTo>
                  <a:cubicBezTo>
                    <a:pt x="1822" y="4623"/>
                    <a:pt x="1771" y="4623"/>
                    <a:pt x="1736" y="4606"/>
                  </a:cubicBezTo>
                  <a:cubicBezTo>
                    <a:pt x="1702" y="4597"/>
                    <a:pt x="1685" y="4571"/>
                    <a:pt x="1650" y="4563"/>
                  </a:cubicBezTo>
                  <a:cubicBezTo>
                    <a:pt x="1608" y="4537"/>
                    <a:pt x="1556" y="4520"/>
                    <a:pt x="1504" y="4494"/>
                  </a:cubicBezTo>
                  <a:cubicBezTo>
                    <a:pt x="1496" y="4503"/>
                    <a:pt x="1487" y="4503"/>
                    <a:pt x="1479" y="4503"/>
                  </a:cubicBezTo>
                  <a:cubicBezTo>
                    <a:pt x="1479" y="4503"/>
                    <a:pt x="1470" y="4503"/>
                    <a:pt x="1461" y="4494"/>
                  </a:cubicBezTo>
                  <a:lnTo>
                    <a:pt x="1436" y="4494"/>
                  </a:lnTo>
                  <a:cubicBezTo>
                    <a:pt x="1419" y="4494"/>
                    <a:pt x="1401" y="4494"/>
                    <a:pt x="1384" y="4503"/>
                  </a:cubicBezTo>
                  <a:lnTo>
                    <a:pt x="1341" y="4503"/>
                  </a:lnTo>
                  <a:cubicBezTo>
                    <a:pt x="1315" y="4503"/>
                    <a:pt x="1298" y="4503"/>
                    <a:pt x="1281" y="4485"/>
                  </a:cubicBezTo>
                  <a:lnTo>
                    <a:pt x="1169" y="4485"/>
                  </a:lnTo>
                  <a:cubicBezTo>
                    <a:pt x="1144" y="4485"/>
                    <a:pt x="1126" y="4485"/>
                    <a:pt x="1109" y="4468"/>
                  </a:cubicBezTo>
                  <a:cubicBezTo>
                    <a:pt x="1066" y="4434"/>
                    <a:pt x="1040" y="4408"/>
                    <a:pt x="980" y="4391"/>
                  </a:cubicBezTo>
                  <a:cubicBezTo>
                    <a:pt x="937" y="4382"/>
                    <a:pt x="912" y="4348"/>
                    <a:pt x="877" y="4314"/>
                  </a:cubicBezTo>
                  <a:cubicBezTo>
                    <a:pt x="851" y="4296"/>
                    <a:pt x="766" y="4305"/>
                    <a:pt x="748" y="4279"/>
                  </a:cubicBezTo>
                  <a:cubicBezTo>
                    <a:pt x="731" y="4262"/>
                    <a:pt x="577" y="4159"/>
                    <a:pt x="568" y="4142"/>
                  </a:cubicBezTo>
                  <a:cubicBezTo>
                    <a:pt x="551" y="4116"/>
                    <a:pt x="542" y="4090"/>
                    <a:pt x="525" y="4056"/>
                  </a:cubicBezTo>
                  <a:cubicBezTo>
                    <a:pt x="482" y="4004"/>
                    <a:pt x="430" y="3961"/>
                    <a:pt x="396" y="3910"/>
                  </a:cubicBezTo>
                  <a:cubicBezTo>
                    <a:pt x="353" y="3858"/>
                    <a:pt x="319" y="3815"/>
                    <a:pt x="267" y="3781"/>
                  </a:cubicBezTo>
                  <a:cubicBezTo>
                    <a:pt x="207" y="3729"/>
                    <a:pt x="259" y="3618"/>
                    <a:pt x="207" y="3558"/>
                  </a:cubicBezTo>
                  <a:lnTo>
                    <a:pt x="181" y="3523"/>
                  </a:lnTo>
                  <a:cubicBezTo>
                    <a:pt x="156" y="3506"/>
                    <a:pt x="138" y="3506"/>
                    <a:pt x="113" y="3497"/>
                  </a:cubicBezTo>
                  <a:cubicBezTo>
                    <a:pt x="78" y="3480"/>
                    <a:pt x="78" y="3480"/>
                    <a:pt x="52" y="3454"/>
                  </a:cubicBezTo>
                  <a:cubicBezTo>
                    <a:pt x="35" y="3437"/>
                    <a:pt x="18" y="3420"/>
                    <a:pt x="1" y="3412"/>
                  </a:cubicBezTo>
                  <a:lnTo>
                    <a:pt x="1" y="3412"/>
                  </a:lnTo>
                  <a:cubicBezTo>
                    <a:pt x="10" y="3446"/>
                    <a:pt x="10" y="3472"/>
                    <a:pt x="18" y="3506"/>
                  </a:cubicBezTo>
                  <a:cubicBezTo>
                    <a:pt x="44" y="3618"/>
                    <a:pt x="95" y="3729"/>
                    <a:pt x="181" y="3798"/>
                  </a:cubicBezTo>
                  <a:cubicBezTo>
                    <a:pt x="216" y="3824"/>
                    <a:pt x="241" y="3850"/>
                    <a:pt x="267" y="3893"/>
                  </a:cubicBezTo>
                  <a:cubicBezTo>
                    <a:pt x="302" y="3961"/>
                    <a:pt x="319" y="3987"/>
                    <a:pt x="379" y="4039"/>
                  </a:cubicBezTo>
                  <a:lnTo>
                    <a:pt x="388" y="4039"/>
                  </a:lnTo>
                  <a:cubicBezTo>
                    <a:pt x="482" y="4107"/>
                    <a:pt x="499" y="4228"/>
                    <a:pt x="559" y="4314"/>
                  </a:cubicBezTo>
                  <a:cubicBezTo>
                    <a:pt x="585" y="4348"/>
                    <a:pt x="611" y="4391"/>
                    <a:pt x="645" y="4408"/>
                  </a:cubicBezTo>
                  <a:cubicBezTo>
                    <a:pt x="714" y="4434"/>
                    <a:pt x="783" y="4417"/>
                    <a:pt x="851" y="4460"/>
                  </a:cubicBezTo>
                  <a:cubicBezTo>
                    <a:pt x="894" y="4485"/>
                    <a:pt x="937" y="4520"/>
                    <a:pt x="980" y="4546"/>
                  </a:cubicBezTo>
                  <a:cubicBezTo>
                    <a:pt x="1032" y="4580"/>
                    <a:pt x="1101" y="4623"/>
                    <a:pt x="1144" y="4674"/>
                  </a:cubicBezTo>
                  <a:cubicBezTo>
                    <a:pt x="1152" y="4683"/>
                    <a:pt x="1161" y="4700"/>
                    <a:pt x="1161" y="4709"/>
                  </a:cubicBezTo>
                  <a:cubicBezTo>
                    <a:pt x="1221" y="4786"/>
                    <a:pt x="1272" y="4846"/>
                    <a:pt x="1376" y="4889"/>
                  </a:cubicBezTo>
                  <a:cubicBezTo>
                    <a:pt x="1479" y="4932"/>
                    <a:pt x="1573" y="4958"/>
                    <a:pt x="1676" y="4975"/>
                  </a:cubicBezTo>
                  <a:lnTo>
                    <a:pt x="1702" y="4975"/>
                  </a:lnTo>
                  <a:cubicBezTo>
                    <a:pt x="1745" y="4984"/>
                    <a:pt x="1788" y="4984"/>
                    <a:pt x="1831" y="4992"/>
                  </a:cubicBezTo>
                  <a:cubicBezTo>
                    <a:pt x="1865" y="5001"/>
                    <a:pt x="1900" y="5018"/>
                    <a:pt x="1934" y="5027"/>
                  </a:cubicBezTo>
                  <a:cubicBezTo>
                    <a:pt x="1943" y="5027"/>
                    <a:pt x="1951" y="5035"/>
                    <a:pt x="1968" y="5035"/>
                  </a:cubicBezTo>
                  <a:lnTo>
                    <a:pt x="1994" y="5035"/>
                  </a:lnTo>
                  <a:cubicBezTo>
                    <a:pt x="2028" y="5035"/>
                    <a:pt x="2063" y="5027"/>
                    <a:pt x="2097" y="5027"/>
                  </a:cubicBezTo>
                  <a:lnTo>
                    <a:pt x="2166" y="5027"/>
                  </a:lnTo>
                  <a:cubicBezTo>
                    <a:pt x="2175" y="5027"/>
                    <a:pt x="2192" y="5035"/>
                    <a:pt x="2209" y="5035"/>
                  </a:cubicBezTo>
                  <a:cubicBezTo>
                    <a:pt x="2226" y="5035"/>
                    <a:pt x="2243" y="5027"/>
                    <a:pt x="2260" y="5027"/>
                  </a:cubicBezTo>
                  <a:cubicBezTo>
                    <a:pt x="2295" y="5010"/>
                    <a:pt x="2321" y="4992"/>
                    <a:pt x="2355" y="4967"/>
                  </a:cubicBezTo>
                  <a:cubicBezTo>
                    <a:pt x="2389" y="4941"/>
                    <a:pt x="2424" y="4932"/>
                    <a:pt x="2467" y="4924"/>
                  </a:cubicBezTo>
                  <a:cubicBezTo>
                    <a:pt x="2578" y="4898"/>
                    <a:pt x="2690" y="4889"/>
                    <a:pt x="2802" y="4846"/>
                  </a:cubicBezTo>
                  <a:cubicBezTo>
                    <a:pt x="2810" y="4846"/>
                    <a:pt x="2827" y="4838"/>
                    <a:pt x="2845" y="4829"/>
                  </a:cubicBezTo>
                  <a:cubicBezTo>
                    <a:pt x="2922" y="4803"/>
                    <a:pt x="2999" y="4769"/>
                    <a:pt x="3085" y="4743"/>
                  </a:cubicBezTo>
                  <a:cubicBezTo>
                    <a:pt x="3171" y="4726"/>
                    <a:pt x="3206" y="4640"/>
                    <a:pt x="3266" y="4589"/>
                  </a:cubicBezTo>
                  <a:cubicBezTo>
                    <a:pt x="3266" y="4580"/>
                    <a:pt x="3266" y="4580"/>
                    <a:pt x="3274" y="4580"/>
                  </a:cubicBezTo>
                  <a:cubicBezTo>
                    <a:pt x="3343" y="4520"/>
                    <a:pt x="3386" y="4511"/>
                    <a:pt x="3455" y="4460"/>
                  </a:cubicBezTo>
                  <a:cubicBezTo>
                    <a:pt x="3480" y="4434"/>
                    <a:pt x="3489" y="4434"/>
                    <a:pt x="3506" y="4400"/>
                  </a:cubicBezTo>
                  <a:cubicBezTo>
                    <a:pt x="3523" y="4365"/>
                    <a:pt x="3549" y="4331"/>
                    <a:pt x="3566" y="4296"/>
                  </a:cubicBezTo>
                  <a:cubicBezTo>
                    <a:pt x="3584" y="4253"/>
                    <a:pt x="3635" y="4253"/>
                    <a:pt x="3635" y="4211"/>
                  </a:cubicBezTo>
                  <a:cubicBezTo>
                    <a:pt x="3644" y="4211"/>
                    <a:pt x="3644" y="4202"/>
                    <a:pt x="3644" y="4202"/>
                  </a:cubicBezTo>
                  <a:cubicBezTo>
                    <a:pt x="3644" y="4168"/>
                    <a:pt x="3661" y="4142"/>
                    <a:pt x="3678" y="4099"/>
                  </a:cubicBezTo>
                  <a:cubicBezTo>
                    <a:pt x="3695" y="4039"/>
                    <a:pt x="3712" y="3970"/>
                    <a:pt x="3730" y="3901"/>
                  </a:cubicBezTo>
                  <a:cubicBezTo>
                    <a:pt x="3747" y="3867"/>
                    <a:pt x="3781" y="3815"/>
                    <a:pt x="3807" y="3772"/>
                  </a:cubicBezTo>
                  <a:cubicBezTo>
                    <a:pt x="3858" y="3686"/>
                    <a:pt x="3901" y="3592"/>
                    <a:pt x="3944" y="3506"/>
                  </a:cubicBezTo>
                  <a:cubicBezTo>
                    <a:pt x="4013" y="3360"/>
                    <a:pt x="4159" y="3180"/>
                    <a:pt x="4159" y="3008"/>
                  </a:cubicBezTo>
                  <a:cubicBezTo>
                    <a:pt x="4159" y="2991"/>
                    <a:pt x="4151" y="2973"/>
                    <a:pt x="4151" y="2956"/>
                  </a:cubicBezTo>
                  <a:cubicBezTo>
                    <a:pt x="4151" y="2939"/>
                    <a:pt x="4151" y="2922"/>
                    <a:pt x="4142" y="2905"/>
                  </a:cubicBezTo>
                  <a:cubicBezTo>
                    <a:pt x="4133" y="2802"/>
                    <a:pt x="4116" y="2673"/>
                    <a:pt x="4073" y="2578"/>
                  </a:cubicBezTo>
                  <a:cubicBezTo>
                    <a:pt x="4056" y="2544"/>
                    <a:pt x="4030" y="2509"/>
                    <a:pt x="4022" y="2475"/>
                  </a:cubicBezTo>
                  <a:cubicBezTo>
                    <a:pt x="4022" y="2466"/>
                    <a:pt x="4022" y="2458"/>
                    <a:pt x="4022" y="2458"/>
                  </a:cubicBezTo>
                  <a:cubicBezTo>
                    <a:pt x="4022" y="2449"/>
                    <a:pt x="4022" y="2441"/>
                    <a:pt x="4022" y="2424"/>
                  </a:cubicBezTo>
                  <a:lnTo>
                    <a:pt x="4022" y="2415"/>
                  </a:lnTo>
                  <a:cubicBezTo>
                    <a:pt x="4022" y="2338"/>
                    <a:pt x="4047" y="2252"/>
                    <a:pt x="4056" y="2183"/>
                  </a:cubicBezTo>
                  <a:cubicBezTo>
                    <a:pt x="4073" y="2080"/>
                    <a:pt x="4065" y="2011"/>
                    <a:pt x="4039" y="1908"/>
                  </a:cubicBezTo>
                  <a:cubicBezTo>
                    <a:pt x="4022" y="1831"/>
                    <a:pt x="4030" y="1753"/>
                    <a:pt x="4013" y="1667"/>
                  </a:cubicBezTo>
                  <a:cubicBezTo>
                    <a:pt x="3996" y="1530"/>
                    <a:pt x="3962" y="1367"/>
                    <a:pt x="3876" y="1255"/>
                  </a:cubicBezTo>
                  <a:cubicBezTo>
                    <a:pt x="3841" y="1212"/>
                    <a:pt x="3798" y="1204"/>
                    <a:pt x="3755" y="1169"/>
                  </a:cubicBezTo>
                  <a:cubicBezTo>
                    <a:pt x="3730" y="1152"/>
                    <a:pt x="3695" y="1100"/>
                    <a:pt x="3678" y="1066"/>
                  </a:cubicBezTo>
                  <a:cubicBezTo>
                    <a:pt x="3644" y="1023"/>
                    <a:pt x="3626" y="963"/>
                    <a:pt x="3626" y="911"/>
                  </a:cubicBezTo>
                  <a:cubicBezTo>
                    <a:pt x="3626" y="903"/>
                    <a:pt x="3626" y="894"/>
                    <a:pt x="3626" y="894"/>
                  </a:cubicBezTo>
                  <a:cubicBezTo>
                    <a:pt x="3626" y="860"/>
                    <a:pt x="3635" y="834"/>
                    <a:pt x="3635" y="800"/>
                  </a:cubicBezTo>
                  <a:cubicBezTo>
                    <a:pt x="3635" y="774"/>
                    <a:pt x="3635" y="748"/>
                    <a:pt x="3618" y="731"/>
                  </a:cubicBezTo>
                  <a:cubicBezTo>
                    <a:pt x="3584" y="679"/>
                    <a:pt x="3549" y="654"/>
                    <a:pt x="3523" y="602"/>
                  </a:cubicBezTo>
                  <a:cubicBezTo>
                    <a:pt x="3489" y="533"/>
                    <a:pt x="3463" y="508"/>
                    <a:pt x="3412" y="465"/>
                  </a:cubicBezTo>
                  <a:cubicBezTo>
                    <a:pt x="3317" y="396"/>
                    <a:pt x="3223" y="336"/>
                    <a:pt x="3120" y="276"/>
                  </a:cubicBezTo>
                  <a:cubicBezTo>
                    <a:pt x="3077" y="250"/>
                    <a:pt x="3034" y="258"/>
                    <a:pt x="2974" y="241"/>
                  </a:cubicBezTo>
                  <a:cubicBezTo>
                    <a:pt x="2939" y="224"/>
                    <a:pt x="2870" y="181"/>
                    <a:pt x="2853" y="181"/>
                  </a:cubicBezTo>
                  <a:lnTo>
                    <a:pt x="2810" y="181"/>
                  </a:lnTo>
                  <a:cubicBezTo>
                    <a:pt x="2767" y="181"/>
                    <a:pt x="2733" y="164"/>
                    <a:pt x="2690" y="121"/>
                  </a:cubicBezTo>
                  <a:cubicBezTo>
                    <a:pt x="2656" y="87"/>
                    <a:pt x="2630" y="52"/>
                    <a:pt x="2578" y="44"/>
                  </a:cubicBezTo>
                  <a:cubicBezTo>
                    <a:pt x="2544" y="35"/>
                    <a:pt x="2510" y="35"/>
                    <a:pt x="2467" y="35"/>
                  </a:cubicBezTo>
                  <a:lnTo>
                    <a:pt x="2407" y="35"/>
                  </a:lnTo>
                  <a:cubicBezTo>
                    <a:pt x="2381" y="35"/>
                    <a:pt x="2355" y="27"/>
                    <a:pt x="2329" y="27"/>
                  </a:cubicBezTo>
                  <a:lnTo>
                    <a:pt x="2286" y="27"/>
                  </a:lnTo>
                  <a:lnTo>
                    <a:pt x="2260" y="9"/>
                  </a:lnTo>
                  <a:lnTo>
                    <a:pt x="2243" y="1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79" name="Google Shape;13579;p45"/>
            <p:cNvSpPr/>
            <p:nvPr/>
          </p:nvSpPr>
          <p:spPr>
            <a:xfrm>
              <a:off x="5707825" y="1323600"/>
              <a:ext cx="40625" cy="50275"/>
            </a:xfrm>
            <a:custGeom>
              <a:avLst/>
              <a:gdLst/>
              <a:ahLst/>
              <a:cxnLst/>
              <a:rect l="l" t="t" r="r" b="b"/>
              <a:pathLst>
                <a:path w="1625" h="2011" extrusionOk="0">
                  <a:moveTo>
                    <a:pt x="1186" y="0"/>
                  </a:moveTo>
                  <a:lnTo>
                    <a:pt x="1178" y="34"/>
                  </a:lnTo>
                  <a:lnTo>
                    <a:pt x="1186" y="43"/>
                  </a:lnTo>
                  <a:cubicBezTo>
                    <a:pt x="1195" y="60"/>
                    <a:pt x="1203" y="69"/>
                    <a:pt x="1212" y="77"/>
                  </a:cubicBezTo>
                  <a:cubicBezTo>
                    <a:pt x="1229" y="95"/>
                    <a:pt x="1246" y="112"/>
                    <a:pt x="1272" y="137"/>
                  </a:cubicBezTo>
                  <a:cubicBezTo>
                    <a:pt x="1281" y="146"/>
                    <a:pt x="1289" y="163"/>
                    <a:pt x="1307" y="163"/>
                  </a:cubicBezTo>
                  <a:cubicBezTo>
                    <a:pt x="1324" y="180"/>
                    <a:pt x="1341" y="180"/>
                    <a:pt x="1367" y="189"/>
                  </a:cubicBezTo>
                  <a:cubicBezTo>
                    <a:pt x="1384" y="198"/>
                    <a:pt x="1401" y="206"/>
                    <a:pt x="1418" y="223"/>
                  </a:cubicBezTo>
                  <a:cubicBezTo>
                    <a:pt x="1427" y="241"/>
                    <a:pt x="1435" y="258"/>
                    <a:pt x="1435" y="275"/>
                  </a:cubicBezTo>
                  <a:cubicBezTo>
                    <a:pt x="1435" y="301"/>
                    <a:pt x="1427" y="327"/>
                    <a:pt x="1427" y="352"/>
                  </a:cubicBezTo>
                  <a:cubicBezTo>
                    <a:pt x="1418" y="378"/>
                    <a:pt x="1418" y="395"/>
                    <a:pt x="1418" y="421"/>
                  </a:cubicBezTo>
                  <a:cubicBezTo>
                    <a:pt x="1410" y="473"/>
                    <a:pt x="1401" y="524"/>
                    <a:pt x="1384" y="567"/>
                  </a:cubicBezTo>
                  <a:cubicBezTo>
                    <a:pt x="1375" y="593"/>
                    <a:pt x="1367" y="610"/>
                    <a:pt x="1358" y="636"/>
                  </a:cubicBezTo>
                  <a:cubicBezTo>
                    <a:pt x="1349" y="653"/>
                    <a:pt x="1341" y="670"/>
                    <a:pt x="1332" y="687"/>
                  </a:cubicBezTo>
                  <a:cubicBezTo>
                    <a:pt x="1315" y="730"/>
                    <a:pt x="1289" y="773"/>
                    <a:pt x="1307" y="825"/>
                  </a:cubicBezTo>
                  <a:cubicBezTo>
                    <a:pt x="1315" y="859"/>
                    <a:pt x="1332" y="885"/>
                    <a:pt x="1332" y="928"/>
                  </a:cubicBezTo>
                  <a:lnTo>
                    <a:pt x="1332" y="954"/>
                  </a:lnTo>
                  <a:lnTo>
                    <a:pt x="1341" y="979"/>
                  </a:lnTo>
                  <a:lnTo>
                    <a:pt x="1332" y="1005"/>
                  </a:lnTo>
                  <a:cubicBezTo>
                    <a:pt x="1324" y="1031"/>
                    <a:pt x="1307" y="1048"/>
                    <a:pt x="1298" y="1074"/>
                  </a:cubicBezTo>
                  <a:cubicBezTo>
                    <a:pt x="1298" y="1091"/>
                    <a:pt x="1281" y="1108"/>
                    <a:pt x="1272" y="1117"/>
                  </a:cubicBezTo>
                  <a:lnTo>
                    <a:pt x="1255" y="1134"/>
                  </a:lnTo>
                  <a:lnTo>
                    <a:pt x="1238" y="1151"/>
                  </a:lnTo>
                  <a:cubicBezTo>
                    <a:pt x="1221" y="1186"/>
                    <a:pt x="1212" y="1220"/>
                    <a:pt x="1178" y="1246"/>
                  </a:cubicBezTo>
                  <a:cubicBezTo>
                    <a:pt x="1152" y="1263"/>
                    <a:pt x="1118" y="1263"/>
                    <a:pt x="1083" y="1272"/>
                  </a:cubicBezTo>
                  <a:cubicBezTo>
                    <a:pt x="1040" y="1280"/>
                    <a:pt x="989" y="1315"/>
                    <a:pt x="954" y="1340"/>
                  </a:cubicBezTo>
                  <a:cubicBezTo>
                    <a:pt x="920" y="1357"/>
                    <a:pt x="886" y="1383"/>
                    <a:pt x="868" y="1409"/>
                  </a:cubicBezTo>
                  <a:cubicBezTo>
                    <a:pt x="860" y="1435"/>
                    <a:pt x="860" y="1461"/>
                    <a:pt x="851" y="1486"/>
                  </a:cubicBezTo>
                  <a:cubicBezTo>
                    <a:pt x="843" y="1521"/>
                    <a:pt x="834" y="1555"/>
                    <a:pt x="808" y="1589"/>
                  </a:cubicBezTo>
                  <a:cubicBezTo>
                    <a:pt x="791" y="1615"/>
                    <a:pt x="757" y="1641"/>
                    <a:pt x="722" y="1658"/>
                  </a:cubicBezTo>
                  <a:cubicBezTo>
                    <a:pt x="705" y="1675"/>
                    <a:pt x="671" y="1693"/>
                    <a:pt x="654" y="1710"/>
                  </a:cubicBezTo>
                  <a:cubicBezTo>
                    <a:pt x="636" y="1727"/>
                    <a:pt x="628" y="1727"/>
                    <a:pt x="611" y="1744"/>
                  </a:cubicBezTo>
                  <a:cubicBezTo>
                    <a:pt x="585" y="1753"/>
                    <a:pt x="568" y="1770"/>
                    <a:pt x="542" y="1778"/>
                  </a:cubicBezTo>
                  <a:cubicBezTo>
                    <a:pt x="516" y="1796"/>
                    <a:pt x="482" y="1804"/>
                    <a:pt x="447" y="1813"/>
                  </a:cubicBezTo>
                  <a:cubicBezTo>
                    <a:pt x="422" y="1821"/>
                    <a:pt x="396" y="1830"/>
                    <a:pt x="361" y="1830"/>
                  </a:cubicBezTo>
                  <a:cubicBezTo>
                    <a:pt x="350" y="1830"/>
                    <a:pt x="335" y="1826"/>
                    <a:pt x="321" y="1826"/>
                  </a:cubicBezTo>
                  <a:cubicBezTo>
                    <a:pt x="314" y="1826"/>
                    <a:pt x="307" y="1827"/>
                    <a:pt x="301" y="1830"/>
                  </a:cubicBezTo>
                  <a:cubicBezTo>
                    <a:pt x="276" y="1830"/>
                    <a:pt x="258" y="1839"/>
                    <a:pt x="233" y="1847"/>
                  </a:cubicBezTo>
                  <a:cubicBezTo>
                    <a:pt x="207" y="1856"/>
                    <a:pt x="172" y="1856"/>
                    <a:pt x="147" y="1873"/>
                  </a:cubicBezTo>
                  <a:cubicBezTo>
                    <a:pt x="121" y="1890"/>
                    <a:pt x="95" y="1907"/>
                    <a:pt x="52" y="1916"/>
                  </a:cubicBezTo>
                  <a:lnTo>
                    <a:pt x="9" y="1933"/>
                  </a:lnTo>
                  <a:cubicBezTo>
                    <a:pt x="1" y="1950"/>
                    <a:pt x="9" y="1950"/>
                    <a:pt x="26" y="1967"/>
                  </a:cubicBezTo>
                  <a:cubicBezTo>
                    <a:pt x="44" y="1985"/>
                    <a:pt x="61" y="1993"/>
                    <a:pt x="87" y="2002"/>
                  </a:cubicBezTo>
                  <a:cubicBezTo>
                    <a:pt x="93" y="2005"/>
                    <a:pt x="100" y="2007"/>
                    <a:pt x="107" y="2007"/>
                  </a:cubicBezTo>
                  <a:cubicBezTo>
                    <a:pt x="134" y="2007"/>
                    <a:pt x="160" y="1983"/>
                    <a:pt x="181" y="1976"/>
                  </a:cubicBezTo>
                  <a:cubicBezTo>
                    <a:pt x="202" y="1965"/>
                    <a:pt x="230" y="1958"/>
                    <a:pt x="256" y="1958"/>
                  </a:cubicBezTo>
                  <a:cubicBezTo>
                    <a:pt x="273" y="1958"/>
                    <a:pt x="288" y="1961"/>
                    <a:pt x="301" y="1967"/>
                  </a:cubicBezTo>
                  <a:lnTo>
                    <a:pt x="327" y="1985"/>
                  </a:lnTo>
                  <a:lnTo>
                    <a:pt x="361" y="1985"/>
                  </a:lnTo>
                  <a:cubicBezTo>
                    <a:pt x="383" y="1989"/>
                    <a:pt x="404" y="1989"/>
                    <a:pt x="426" y="1989"/>
                  </a:cubicBezTo>
                  <a:cubicBezTo>
                    <a:pt x="447" y="1989"/>
                    <a:pt x="469" y="1989"/>
                    <a:pt x="490" y="1993"/>
                  </a:cubicBezTo>
                  <a:cubicBezTo>
                    <a:pt x="516" y="2002"/>
                    <a:pt x="542" y="2002"/>
                    <a:pt x="576" y="2002"/>
                  </a:cubicBezTo>
                  <a:cubicBezTo>
                    <a:pt x="585" y="2010"/>
                    <a:pt x="593" y="2010"/>
                    <a:pt x="611" y="2010"/>
                  </a:cubicBezTo>
                  <a:cubicBezTo>
                    <a:pt x="654" y="2010"/>
                    <a:pt x="671" y="2002"/>
                    <a:pt x="697" y="1993"/>
                  </a:cubicBezTo>
                  <a:cubicBezTo>
                    <a:pt x="722" y="1985"/>
                    <a:pt x="757" y="1985"/>
                    <a:pt x="774" y="1967"/>
                  </a:cubicBezTo>
                  <a:lnTo>
                    <a:pt x="791" y="1942"/>
                  </a:lnTo>
                  <a:cubicBezTo>
                    <a:pt x="800" y="1937"/>
                    <a:pt x="813" y="1937"/>
                    <a:pt x="825" y="1937"/>
                  </a:cubicBezTo>
                  <a:cubicBezTo>
                    <a:pt x="838" y="1937"/>
                    <a:pt x="851" y="1937"/>
                    <a:pt x="860" y="1933"/>
                  </a:cubicBezTo>
                  <a:cubicBezTo>
                    <a:pt x="886" y="1925"/>
                    <a:pt x="928" y="1925"/>
                    <a:pt x="954" y="1916"/>
                  </a:cubicBezTo>
                  <a:cubicBezTo>
                    <a:pt x="980" y="1907"/>
                    <a:pt x="997" y="1882"/>
                    <a:pt x="1023" y="1882"/>
                  </a:cubicBezTo>
                  <a:cubicBezTo>
                    <a:pt x="1040" y="1873"/>
                    <a:pt x="1049" y="1882"/>
                    <a:pt x="1066" y="1864"/>
                  </a:cubicBezTo>
                  <a:lnTo>
                    <a:pt x="1075" y="1856"/>
                  </a:lnTo>
                  <a:cubicBezTo>
                    <a:pt x="1092" y="1839"/>
                    <a:pt x="1109" y="1830"/>
                    <a:pt x="1126" y="1813"/>
                  </a:cubicBezTo>
                  <a:cubicBezTo>
                    <a:pt x="1160" y="1787"/>
                    <a:pt x="1169" y="1744"/>
                    <a:pt x="1203" y="1710"/>
                  </a:cubicBezTo>
                  <a:lnTo>
                    <a:pt x="1221" y="1701"/>
                  </a:lnTo>
                  <a:lnTo>
                    <a:pt x="1238" y="1675"/>
                  </a:lnTo>
                  <a:cubicBezTo>
                    <a:pt x="1255" y="1650"/>
                    <a:pt x="1281" y="1632"/>
                    <a:pt x="1298" y="1615"/>
                  </a:cubicBezTo>
                  <a:cubicBezTo>
                    <a:pt x="1332" y="1589"/>
                    <a:pt x="1367" y="1555"/>
                    <a:pt x="1410" y="1538"/>
                  </a:cubicBezTo>
                  <a:cubicBezTo>
                    <a:pt x="1427" y="1529"/>
                    <a:pt x="1444" y="1521"/>
                    <a:pt x="1470" y="1521"/>
                  </a:cubicBezTo>
                  <a:cubicBezTo>
                    <a:pt x="1487" y="1512"/>
                    <a:pt x="1496" y="1512"/>
                    <a:pt x="1521" y="1504"/>
                  </a:cubicBezTo>
                  <a:cubicBezTo>
                    <a:pt x="1547" y="1486"/>
                    <a:pt x="1547" y="1469"/>
                    <a:pt x="1564" y="1443"/>
                  </a:cubicBezTo>
                  <a:cubicBezTo>
                    <a:pt x="1581" y="1418"/>
                    <a:pt x="1590" y="1375"/>
                    <a:pt x="1590" y="1332"/>
                  </a:cubicBezTo>
                  <a:cubicBezTo>
                    <a:pt x="1581" y="1306"/>
                    <a:pt x="1573" y="1280"/>
                    <a:pt x="1573" y="1254"/>
                  </a:cubicBezTo>
                  <a:cubicBezTo>
                    <a:pt x="1573" y="1237"/>
                    <a:pt x="1573" y="1229"/>
                    <a:pt x="1581" y="1211"/>
                  </a:cubicBezTo>
                  <a:cubicBezTo>
                    <a:pt x="1590" y="1177"/>
                    <a:pt x="1599" y="1151"/>
                    <a:pt x="1616" y="1117"/>
                  </a:cubicBezTo>
                  <a:cubicBezTo>
                    <a:pt x="1624" y="1091"/>
                    <a:pt x="1624" y="1057"/>
                    <a:pt x="1624" y="1022"/>
                  </a:cubicBezTo>
                  <a:cubicBezTo>
                    <a:pt x="1624" y="997"/>
                    <a:pt x="1607" y="962"/>
                    <a:pt x="1607" y="928"/>
                  </a:cubicBezTo>
                  <a:cubicBezTo>
                    <a:pt x="1607" y="885"/>
                    <a:pt x="1624" y="833"/>
                    <a:pt x="1607" y="790"/>
                  </a:cubicBezTo>
                  <a:cubicBezTo>
                    <a:pt x="1599" y="765"/>
                    <a:pt x="1581" y="739"/>
                    <a:pt x="1573" y="705"/>
                  </a:cubicBezTo>
                  <a:cubicBezTo>
                    <a:pt x="1564" y="679"/>
                    <a:pt x="1573" y="662"/>
                    <a:pt x="1573" y="636"/>
                  </a:cubicBezTo>
                  <a:cubicBezTo>
                    <a:pt x="1581" y="619"/>
                    <a:pt x="1573" y="593"/>
                    <a:pt x="1581" y="576"/>
                  </a:cubicBezTo>
                  <a:cubicBezTo>
                    <a:pt x="1590" y="550"/>
                    <a:pt x="1590" y="541"/>
                    <a:pt x="1590" y="516"/>
                  </a:cubicBezTo>
                  <a:cubicBezTo>
                    <a:pt x="1599" y="498"/>
                    <a:pt x="1607" y="481"/>
                    <a:pt x="1607" y="455"/>
                  </a:cubicBezTo>
                  <a:cubicBezTo>
                    <a:pt x="1607" y="438"/>
                    <a:pt x="1607" y="412"/>
                    <a:pt x="1599" y="387"/>
                  </a:cubicBezTo>
                  <a:lnTo>
                    <a:pt x="1590" y="369"/>
                  </a:lnTo>
                  <a:lnTo>
                    <a:pt x="1573" y="352"/>
                  </a:lnTo>
                  <a:cubicBezTo>
                    <a:pt x="1564" y="335"/>
                    <a:pt x="1564" y="309"/>
                    <a:pt x="1556" y="284"/>
                  </a:cubicBezTo>
                  <a:cubicBezTo>
                    <a:pt x="1547" y="258"/>
                    <a:pt x="1538" y="232"/>
                    <a:pt x="1521" y="206"/>
                  </a:cubicBezTo>
                  <a:cubicBezTo>
                    <a:pt x="1504" y="189"/>
                    <a:pt x="1496" y="163"/>
                    <a:pt x="1478" y="146"/>
                  </a:cubicBezTo>
                  <a:lnTo>
                    <a:pt x="1444" y="120"/>
                  </a:lnTo>
                  <a:cubicBezTo>
                    <a:pt x="1427" y="112"/>
                    <a:pt x="1418" y="95"/>
                    <a:pt x="1401" y="86"/>
                  </a:cubicBezTo>
                  <a:cubicBezTo>
                    <a:pt x="1375" y="77"/>
                    <a:pt x="1349" y="69"/>
                    <a:pt x="1324" y="60"/>
                  </a:cubicBezTo>
                  <a:cubicBezTo>
                    <a:pt x="1307" y="52"/>
                    <a:pt x="1289" y="43"/>
                    <a:pt x="1272" y="43"/>
                  </a:cubicBezTo>
                  <a:lnTo>
                    <a:pt x="1229" y="43"/>
                  </a:lnTo>
                  <a:cubicBezTo>
                    <a:pt x="1212" y="34"/>
                    <a:pt x="1186" y="34"/>
                    <a:pt x="1186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80" name="Google Shape;13580;p45"/>
            <p:cNvSpPr/>
            <p:nvPr/>
          </p:nvSpPr>
          <p:spPr>
            <a:xfrm>
              <a:off x="5658650" y="1271150"/>
              <a:ext cx="83775" cy="97775"/>
            </a:xfrm>
            <a:custGeom>
              <a:avLst/>
              <a:gdLst/>
              <a:ahLst/>
              <a:cxnLst/>
              <a:rect l="l" t="t" r="r" b="b"/>
              <a:pathLst>
                <a:path w="3351" h="3911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03" y="3602"/>
                    <a:pt x="146" y="3687"/>
                    <a:pt x="215" y="3756"/>
                  </a:cubicBezTo>
                  <a:cubicBezTo>
                    <a:pt x="267" y="3799"/>
                    <a:pt x="318" y="3868"/>
                    <a:pt x="370" y="3911"/>
                  </a:cubicBezTo>
                  <a:cubicBezTo>
                    <a:pt x="361" y="3885"/>
                    <a:pt x="352" y="3833"/>
                    <a:pt x="361" y="3816"/>
                  </a:cubicBezTo>
                  <a:cubicBezTo>
                    <a:pt x="370" y="3773"/>
                    <a:pt x="335" y="3748"/>
                    <a:pt x="335" y="3713"/>
                  </a:cubicBezTo>
                  <a:cubicBezTo>
                    <a:pt x="344" y="3679"/>
                    <a:pt x="232" y="3533"/>
                    <a:pt x="224" y="3370"/>
                  </a:cubicBezTo>
                  <a:cubicBezTo>
                    <a:pt x="206" y="3198"/>
                    <a:pt x="292" y="3146"/>
                    <a:pt x="292" y="3052"/>
                  </a:cubicBezTo>
                  <a:cubicBezTo>
                    <a:pt x="284" y="2992"/>
                    <a:pt x="267" y="2914"/>
                    <a:pt x="249" y="2863"/>
                  </a:cubicBezTo>
                  <a:cubicBezTo>
                    <a:pt x="232" y="2811"/>
                    <a:pt x="232" y="2768"/>
                    <a:pt x="249" y="2734"/>
                  </a:cubicBezTo>
                  <a:cubicBezTo>
                    <a:pt x="267" y="2699"/>
                    <a:pt x="284" y="2665"/>
                    <a:pt x="309" y="2631"/>
                  </a:cubicBezTo>
                  <a:cubicBezTo>
                    <a:pt x="344" y="2588"/>
                    <a:pt x="352" y="2553"/>
                    <a:pt x="352" y="2502"/>
                  </a:cubicBezTo>
                  <a:cubicBezTo>
                    <a:pt x="352" y="2416"/>
                    <a:pt x="309" y="2347"/>
                    <a:pt x="309" y="2270"/>
                  </a:cubicBezTo>
                  <a:cubicBezTo>
                    <a:pt x="309" y="2210"/>
                    <a:pt x="318" y="2150"/>
                    <a:pt x="309" y="2089"/>
                  </a:cubicBezTo>
                  <a:cubicBezTo>
                    <a:pt x="301" y="2029"/>
                    <a:pt x="335" y="2004"/>
                    <a:pt x="344" y="1952"/>
                  </a:cubicBezTo>
                  <a:cubicBezTo>
                    <a:pt x="352" y="1900"/>
                    <a:pt x="344" y="1849"/>
                    <a:pt x="361" y="1797"/>
                  </a:cubicBezTo>
                  <a:cubicBezTo>
                    <a:pt x="387" y="1746"/>
                    <a:pt x="430" y="1746"/>
                    <a:pt x="464" y="1703"/>
                  </a:cubicBezTo>
                  <a:cubicBezTo>
                    <a:pt x="498" y="1651"/>
                    <a:pt x="507" y="1617"/>
                    <a:pt x="559" y="1600"/>
                  </a:cubicBezTo>
                  <a:cubicBezTo>
                    <a:pt x="575" y="1594"/>
                    <a:pt x="590" y="1592"/>
                    <a:pt x="605" y="1592"/>
                  </a:cubicBezTo>
                  <a:cubicBezTo>
                    <a:pt x="638" y="1592"/>
                    <a:pt x="672" y="1602"/>
                    <a:pt x="713" y="1608"/>
                  </a:cubicBezTo>
                  <a:cubicBezTo>
                    <a:pt x="748" y="1617"/>
                    <a:pt x="773" y="1626"/>
                    <a:pt x="808" y="1634"/>
                  </a:cubicBezTo>
                  <a:cubicBezTo>
                    <a:pt x="832" y="1646"/>
                    <a:pt x="841" y="1652"/>
                    <a:pt x="845" y="1652"/>
                  </a:cubicBezTo>
                  <a:cubicBezTo>
                    <a:pt x="851" y="1652"/>
                    <a:pt x="850" y="1644"/>
                    <a:pt x="859" y="1626"/>
                  </a:cubicBezTo>
                  <a:cubicBezTo>
                    <a:pt x="919" y="1514"/>
                    <a:pt x="877" y="1368"/>
                    <a:pt x="885" y="1247"/>
                  </a:cubicBezTo>
                  <a:cubicBezTo>
                    <a:pt x="885" y="1213"/>
                    <a:pt x="885" y="1179"/>
                    <a:pt x="885" y="1144"/>
                  </a:cubicBezTo>
                  <a:cubicBezTo>
                    <a:pt x="885" y="1119"/>
                    <a:pt x="877" y="1119"/>
                    <a:pt x="894" y="1093"/>
                  </a:cubicBezTo>
                  <a:cubicBezTo>
                    <a:pt x="937" y="1033"/>
                    <a:pt x="988" y="1016"/>
                    <a:pt x="1048" y="990"/>
                  </a:cubicBezTo>
                  <a:cubicBezTo>
                    <a:pt x="1117" y="964"/>
                    <a:pt x="1143" y="955"/>
                    <a:pt x="1177" y="878"/>
                  </a:cubicBezTo>
                  <a:cubicBezTo>
                    <a:pt x="1212" y="792"/>
                    <a:pt x="1289" y="758"/>
                    <a:pt x="1366" y="706"/>
                  </a:cubicBezTo>
                  <a:cubicBezTo>
                    <a:pt x="1418" y="680"/>
                    <a:pt x="1478" y="655"/>
                    <a:pt x="1529" y="637"/>
                  </a:cubicBezTo>
                  <a:cubicBezTo>
                    <a:pt x="1572" y="620"/>
                    <a:pt x="1598" y="612"/>
                    <a:pt x="1633" y="577"/>
                  </a:cubicBezTo>
                  <a:cubicBezTo>
                    <a:pt x="1650" y="560"/>
                    <a:pt x="1658" y="543"/>
                    <a:pt x="1676" y="526"/>
                  </a:cubicBezTo>
                  <a:cubicBezTo>
                    <a:pt x="1700" y="508"/>
                    <a:pt x="1734" y="502"/>
                    <a:pt x="1770" y="502"/>
                  </a:cubicBezTo>
                  <a:cubicBezTo>
                    <a:pt x="1823" y="502"/>
                    <a:pt x="1880" y="516"/>
                    <a:pt x="1916" y="526"/>
                  </a:cubicBezTo>
                  <a:cubicBezTo>
                    <a:pt x="1934" y="531"/>
                    <a:pt x="1950" y="534"/>
                    <a:pt x="1965" y="534"/>
                  </a:cubicBezTo>
                  <a:cubicBezTo>
                    <a:pt x="1998" y="534"/>
                    <a:pt x="2024" y="519"/>
                    <a:pt x="2054" y="483"/>
                  </a:cubicBezTo>
                  <a:cubicBezTo>
                    <a:pt x="2062" y="466"/>
                    <a:pt x="2079" y="448"/>
                    <a:pt x="2088" y="431"/>
                  </a:cubicBezTo>
                  <a:cubicBezTo>
                    <a:pt x="2114" y="397"/>
                    <a:pt x="2131" y="371"/>
                    <a:pt x="2157" y="345"/>
                  </a:cubicBezTo>
                  <a:cubicBezTo>
                    <a:pt x="2208" y="294"/>
                    <a:pt x="2243" y="268"/>
                    <a:pt x="2311" y="251"/>
                  </a:cubicBezTo>
                  <a:cubicBezTo>
                    <a:pt x="2381" y="225"/>
                    <a:pt x="2432" y="195"/>
                    <a:pt x="2493" y="195"/>
                  </a:cubicBezTo>
                  <a:cubicBezTo>
                    <a:pt x="2514" y="195"/>
                    <a:pt x="2536" y="199"/>
                    <a:pt x="2560" y="208"/>
                  </a:cubicBezTo>
                  <a:cubicBezTo>
                    <a:pt x="2664" y="242"/>
                    <a:pt x="2758" y="285"/>
                    <a:pt x="2861" y="320"/>
                  </a:cubicBezTo>
                  <a:cubicBezTo>
                    <a:pt x="2904" y="337"/>
                    <a:pt x="2938" y="363"/>
                    <a:pt x="2981" y="371"/>
                  </a:cubicBezTo>
                  <a:cubicBezTo>
                    <a:pt x="3033" y="388"/>
                    <a:pt x="3067" y="406"/>
                    <a:pt x="3110" y="423"/>
                  </a:cubicBezTo>
                  <a:cubicBezTo>
                    <a:pt x="3148" y="444"/>
                    <a:pt x="3190" y="466"/>
                    <a:pt x="3230" y="466"/>
                  </a:cubicBezTo>
                  <a:cubicBezTo>
                    <a:pt x="3254" y="466"/>
                    <a:pt x="3277" y="459"/>
                    <a:pt x="3299" y="440"/>
                  </a:cubicBezTo>
                  <a:cubicBezTo>
                    <a:pt x="3316" y="423"/>
                    <a:pt x="3342" y="406"/>
                    <a:pt x="3351" y="380"/>
                  </a:cubicBezTo>
                  <a:cubicBezTo>
                    <a:pt x="3299" y="345"/>
                    <a:pt x="3248" y="311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595" y="36"/>
                    <a:pt x="2535" y="36"/>
                    <a:pt x="2475" y="36"/>
                  </a:cubicBez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81" name="Google Shape;13581;p45"/>
            <p:cNvSpPr/>
            <p:nvPr/>
          </p:nvSpPr>
          <p:spPr>
            <a:xfrm>
              <a:off x="5700100" y="1318450"/>
              <a:ext cx="44900" cy="53800"/>
            </a:xfrm>
            <a:custGeom>
              <a:avLst/>
              <a:gdLst/>
              <a:ahLst/>
              <a:cxnLst/>
              <a:rect l="l" t="t" r="r" b="b"/>
              <a:pathLst>
                <a:path w="1796" h="2152" extrusionOk="0">
                  <a:moveTo>
                    <a:pt x="1227" y="0"/>
                  </a:moveTo>
                  <a:cubicBezTo>
                    <a:pt x="1191" y="0"/>
                    <a:pt x="1180" y="104"/>
                    <a:pt x="1195" y="112"/>
                  </a:cubicBezTo>
                  <a:lnTo>
                    <a:pt x="1220" y="146"/>
                  </a:lnTo>
                  <a:cubicBezTo>
                    <a:pt x="1237" y="172"/>
                    <a:pt x="1272" y="197"/>
                    <a:pt x="1298" y="223"/>
                  </a:cubicBezTo>
                  <a:cubicBezTo>
                    <a:pt x="1341" y="258"/>
                    <a:pt x="1366" y="301"/>
                    <a:pt x="1401" y="335"/>
                  </a:cubicBezTo>
                  <a:cubicBezTo>
                    <a:pt x="1427" y="361"/>
                    <a:pt x="1435" y="369"/>
                    <a:pt x="1444" y="404"/>
                  </a:cubicBezTo>
                  <a:cubicBezTo>
                    <a:pt x="1452" y="421"/>
                    <a:pt x="1461" y="447"/>
                    <a:pt x="1461" y="464"/>
                  </a:cubicBezTo>
                  <a:cubicBezTo>
                    <a:pt x="1461" y="481"/>
                    <a:pt x="1461" y="490"/>
                    <a:pt x="1461" y="507"/>
                  </a:cubicBezTo>
                  <a:cubicBezTo>
                    <a:pt x="1478" y="558"/>
                    <a:pt x="1495" y="618"/>
                    <a:pt x="1495" y="670"/>
                  </a:cubicBezTo>
                  <a:cubicBezTo>
                    <a:pt x="1504" y="756"/>
                    <a:pt x="1495" y="842"/>
                    <a:pt x="1495" y="919"/>
                  </a:cubicBezTo>
                  <a:cubicBezTo>
                    <a:pt x="1495" y="971"/>
                    <a:pt x="1478" y="1014"/>
                    <a:pt x="1461" y="1065"/>
                  </a:cubicBezTo>
                  <a:cubicBezTo>
                    <a:pt x="1452" y="1100"/>
                    <a:pt x="1435" y="1125"/>
                    <a:pt x="1409" y="1151"/>
                  </a:cubicBezTo>
                  <a:cubicBezTo>
                    <a:pt x="1375" y="1194"/>
                    <a:pt x="1384" y="1246"/>
                    <a:pt x="1349" y="1289"/>
                  </a:cubicBezTo>
                  <a:cubicBezTo>
                    <a:pt x="1315" y="1332"/>
                    <a:pt x="1255" y="1374"/>
                    <a:pt x="1203" y="1392"/>
                  </a:cubicBezTo>
                  <a:cubicBezTo>
                    <a:pt x="1186" y="1400"/>
                    <a:pt x="1160" y="1400"/>
                    <a:pt x="1152" y="1409"/>
                  </a:cubicBezTo>
                  <a:lnTo>
                    <a:pt x="1143" y="1452"/>
                  </a:lnTo>
                  <a:cubicBezTo>
                    <a:pt x="1134" y="1503"/>
                    <a:pt x="1091" y="1546"/>
                    <a:pt x="1057" y="1589"/>
                  </a:cubicBezTo>
                  <a:cubicBezTo>
                    <a:pt x="1040" y="1606"/>
                    <a:pt x="1031" y="1632"/>
                    <a:pt x="1014" y="1649"/>
                  </a:cubicBezTo>
                  <a:cubicBezTo>
                    <a:pt x="1006" y="1667"/>
                    <a:pt x="997" y="1701"/>
                    <a:pt x="980" y="1718"/>
                  </a:cubicBezTo>
                  <a:cubicBezTo>
                    <a:pt x="954" y="1744"/>
                    <a:pt x="920" y="1761"/>
                    <a:pt x="877" y="1761"/>
                  </a:cubicBezTo>
                  <a:cubicBezTo>
                    <a:pt x="842" y="1761"/>
                    <a:pt x="799" y="1770"/>
                    <a:pt x="782" y="1795"/>
                  </a:cubicBezTo>
                  <a:cubicBezTo>
                    <a:pt x="765" y="1813"/>
                    <a:pt x="765" y="1838"/>
                    <a:pt x="756" y="1864"/>
                  </a:cubicBezTo>
                  <a:cubicBezTo>
                    <a:pt x="748" y="1873"/>
                    <a:pt x="739" y="1890"/>
                    <a:pt x="731" y="1899"/>
                  </a:cubicBezTo>
                  <a:cubicBezTo>
                    <a:pt x="705" y="1924"/>
                    <a:pt x="705" y="1933"/>
                    <a:pt x="670" y="1941"/>
                  </a:cubicBezTo>
                  <a:cubicBezTo>
                    <a:pt x="628" y="1950"/>
                    <a:pt x="593" y="1950"/>
                    <a:pt x="559" y="1959"/>
                  </a:cubicBezTo>
                  <a:cubicBezTo>
                    <a:pt x="499" y="1976"/>
                    <a:pt x="447" y="1984"/>
                    <a:pt x="387" y="1993"/>
                  </a:cubicBezTo>
                  <a:cubicBezTo>
                    <a:pt x="344" y="1993"/>
                    <a:pt x="310" y="1993"/>
                    <a:pt x="267" y="2002"/>
                  </a:cubicBezTo>
                  <a:cubicBezTo>
                    <a:pt x="232" y="2010"/>
                    <a:pt x="207" y="2019"/>
                    <a:pt x="172" y="2019"/>
                  </a:cubicBezTo>
                  <a:cubicBezTo>
                    <a:pt x="146" y="2010"/>
                    <a:pt x="129" y="2002"/>
                    <a:pt x="103" y="1993"/>
                  </a:cubicBezTo>
                  <a:cubicBezTo>
                    <a:pt x="86" y="1993"/>
                    <a:pt x="69" y="1993"/>
                    <a:pt x="52" y="1984"/>
                  </a:cubicBezTo>
                  <a:cubicBezTo>
                    <a:pt x="9" y="1984"/>
                    <a:pt x="0" y="2019"/>
                    <a:pt x="9" y="2036"/>
                  </a:cubicBezTo>
                  <a:cubicBezTo>
                    <a:pt x="18" y="2045"/>
                    <a:pt x="43" y="2070"/>
                    <a:pt x="60" y="2070"/>
                  </a:cubicBezTo>
                  <a:cubicBezTo>
                    <a:pt x="69" y="2079"/>
                    <a:pt x="86" y="2079"/>
                    <a:pt x="103" y="2088"/>
                  </a:cubicBezTo>
                  <a:lnTo>
                    <a:pt x="112" y="2096"/>
                  </a:lnTo>
                  <a:lnTo>
                    <a:pt x="146" y="2105"/>
                  </a:lnTo>
                  <a:lnTo>
                    <a:pt x="189" y="2122"/>
                  </a:lnTo>
                  <a:cubicBezTo>
                    <a:pt x="207" y="2131"/>
                    <a:pt x="232" y="2131"/>
                    <a:pt x="249" y="2139"/>
                  </a:cubicBezTo>
                  <a:cubicBezTo>
                    <a:pt x="267" y="2139"/>
                    <a:pt x="284" y="2148"/>
                    <a:pt x="301" y="2148"/>
                  </a:cubicBezTo>
                  <a:cubicBezTo>
                    <a:pt x="313" y="2150"/>
                    <a:pt x="325" y="2151"/>
                    <a:pt x="337" y="2151"/>
                  </a:cubicBezTo>
                  <a:cubicBezTo>
                    <a:pt x="370" y="2151"/>
                    <a:pt x="405" y="2143"/>
                    <a:pt x="430" y="2131"/>
                  </a:cubicBezTo>
                  <a:cubicBezTo>
                    <a:pt x="447" y="2113"/>
                    <a:pt x="456" y="2105"/>
                    <a:pt x="481" y="2096"/>
                  </a:cubicBezTo>
                  <a:cubicBezTo>
                    <a:pt x="516" y="2088"/>
                    <a:pt x="559" y="2079"/>
                    <a:pt x="593" y="2079"/>
                  </a:cubicBezTo>
                  <a:cubicBezTo>
                    <a:pt x="701" y="2079"/>
                    <a:pt x="798" y="2126"/>
                    <a:pt x="897" y="2126"/>
                  </a:cubicBezTo>
                  <a:cubicBezTo>
                    <a:pt x="924" y="2126"/>
                    <a:pt x="952" y="2123"/>
                    <a:pt x="980" y="2113"/>
                  </a:cubicBezTo>
                  <a:cubicBezTo>
                    <a:pt x="1014" y="2105"/>
                    <a:pt x="1023" y="2088"/>
                    <a:pt x="1048" y="2070"/>
                  </a:cubicBezTo>
                  <a:cubicBezTo>
                    <a:pt x="1074" y="2053"/>
                    <a:pt x="1091" y="2027"/>
                    <a:pt x="1109" y="2010"/>
                  </a:cubicBezTo>
                  <a:cubicBezTo>
                    <a:pt x="1143" y="1950"/>
                    <a:pt x="1177" y="1890"/>
                    <a:pt x="1203" y="1821"/>
                  </a:cubicBezTo>
                  <a:cubicBezTo>
                    <a:pt x="1220" y="1770"/>
                    <a:pt x="1246" y="1710"/>
                    <a:pt x="1272" y="1658"/>
                  </a:cubicBezTo>
                  <a:cubicBezTo>
                    <a:pt x="1298" y="1624"/>
                    <a:pt x="1323" y="1598"/>
                    <a:pt x="1375" y="1581"/>
                  </a:cubicBezTo>
                  <a:cubicBezTo>
                    <a:pt x="1427" y="1563"/>
                    <a:pt x="1469" y="1546"/>
                    <a:pt x="1512" y="1529"/>
                  </a:cubicBezTo>
                  <a:cubicBezTo>
                    <a:pt x="1573" y="1495"/>
                    <a:pt x="1624" y="1486"/>
                    <a:pt x="1650" y="1435"/>
                  </a:cubicBezTo>
                  <a:cubicBezTo>
                    <a:pt x="1684" y="1383"/>
                    <a:pt x="1684" y="1332"/>
                    <a:pt x="1693" y="1280"/>
                  </a:cubicBezTo>
                  <a:cubicBezTo>
                    <a:pt x="1710" y="1211"/>
                    <a:pt x="1744" y="1160"/>
                    <a:pt x="1744" y="1091"/>
                  </a:cubicBezTo>
                  <a:cubicBezTo>
                    <a:pt x="1736" y="1057"/>
                    <a:pt x="1736" y="1022"/>
                    <a:pt x="1727" y="988"/>
                  </a:cubicBezTo>
                  <a:cubicBezTo>
                    <a:pt x="1727" y="945"/>
                    <a:pt x="1701" y="902"/>
                    <a:pt x="1710" y="850"/>
                  </a:cubicBezTo>
                  <a:cubicBezTo>
                    <a:pt x="1710" y="833"/>
                    <a:pt x="1710" y="807"/>
                    <a:pt x="1719" y="799"/>
                  </a:cubicBezTo>
                  <a:lnTo>
                    <a:pt x="1727" y="782"/>
                  </a:lnTo>
                  <a:cubicBezTo>
                    <a:pt x="1744" y="756"/>
                    <a:pt x="1753" y="730"/>
                    <a:pt x="1762" y="696"/>
                  </a:cubicBezTo>
                  <a:cubicBezTo>
                    <a:pt x="1762" y="661"/>
                    <a:pt x="1779" y="636"/>
                    <a:pt x="1787" y="601"/>
                  </a:cubicBezTo>
                  <a:cubicBezTo>
                    <a:pt x="1796" y="567"/>
                    <a:pt x="1787" y="524"/>
                    <a:pt x="1779" y="498"/>
                  </a:cubicBezTo>
                  <a:cubicBezTo>
                    <a:pt x="1770" y="464"/>
                    <a:pt x="1753" y="438"/>
                    <a:pt x="1727" y="412"/>
                  </a:cubicBezTo>
                  <a:cubicBezTo>
                    <a:pt x="1693" y="386"/>
                    <a:pt x="1658" y="369"/>
                    <a:pt x="1633" y="343"/>
                  </a:cubicBezTo>
                  <a:cubicBezTo>
                    <a:pt x="1607" y="318"/>
                    <a:pt x="1590" y="292"/>
                    <a:pt x="1564" y="275"/>
                  </a:cubicBezTo>
                  <a:cubicBezTo>
                    <a:pt x="1521" y="249"/>
                    <a:pt x="1504" y="206"/>
                    <a:pt x="1469" y="180"/>
                  </a:cubicBezTo>
                  <a:cubicBezTo>
                    <a:pt x="1427" y="154"/>
                    <a:pt x="1384" y="137"/>
                    <a:pt x="1349" y="112"/>
                  </a:cubicBezTo>
                  <a:cubicBezTo>
                    <a:pt x="1306" y="86"/>
                    <a:pt x="1280" y="43"/>
                    <a:pt x="1246" y="8"/>
                  </a:cubicBezTo>
                  <a:cubicBezTo>
                    <a:pt x="1239" y="3"/>
                    <a:pt x="1233" y="0"/>
                    <a:pt x="122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82" name="Google Shape;13582;p45"/>
            <p:cNvSpPr/>
            <p:nvPr/>
          </p:nvSpPr>
          <p:spPr>
            <a:xfrm>
              <a:off x="5687200" y="1294325"/>
              <a:ext cx="60175" cy="26700"/>
            </a:xfrm>
            <a:custGeom>
              <a:avLst/>
              <a:gdLst/>
              <a:ahLst/>
              <a:cxnLst/>
              <a:rect l="l" t="t" r="r" b="b"/>
              <a:pathLst>
                <a:path w="2407" h="1068" extrusionOk="0">
                  <a:moveTo>
                    <a:pt x="1155" y="1"/>
                  </a:moveTo>
                  <a:cubicBezTo>
                    <a:pt x="1125" y="1"/>
                    <a:pt x="1096" y="21"/>
                    <a:pt x="1066" y="28"/>
                  </a:cubicBezTo>
                  <a:cubicBezTo>
                    <a:pt x="1023" y="37"/>
                    <a:pt x="989" y="37"/>
                    <a:pt x="946" y="54"/>
                  </a:cubicBezTo>
                  <a:cubicBezTo>
                    <a:pt x="912" y="63"/>
                    <a:pt x="877" y="80"/>
                    <a:pt x="851" y="89"/>
                  </a:cubicBezTo>
                  <a:cubicBezTo>
                    <a:pt x="842" y="90"/>
                    <a:pt x="832" y="91"/>
                    <a:pt x="823" y="91"/>
                  </a:cubicBezTo>
                  <a:cubicBezTo>
                    <a:pt x="781" y="91"/>
                    <a:pt x="740" y="77"/>
                    <a:pt x="705" y="63"/>
                  </a:cubicBezTo>
                  <a:cubicBezTo>
                    <a:pt x="673" y="52"/>
                    <a:pt x="633" y="41"/>
                    <a:pt x="596" y="41"/>
                  </a:cubicBezTo>
                  <a:cubicBezTo>
                    <a:pt x="574" y="41"/>
                    <a:pt x="552" y="45"/>
                    <a:pt x="534" y="54"/>
                  </a:cubicBezTo>
                  <a:cubicBezTo>
                    <a:pt x="491" y="71"/>
                    <a:pt x="448" y="106"/>
                    <a:pt x="405" y="131"/>
                  </a:cubicBezTo>
                  <a:cubicBezTo>
                    <a:pt x="336" y="166"/>
                    <a:pt x="276" y="183"/>
                    <a:pt x="233" y="260"/>
                  </a:cubicBezTo>
                  <a:cubicBezTo>
                    <a:pt x="207" y="312"/>
                    <a:pt x="190" y="389"/>
                    <a:pt x="155" y="424"/>
                  </a:cubicBezTo>
                  <a:cubicBezTo>
                    <a:pt x="113" y="467"/>
                    <a:pt x="78" y="501"/>
                    <a:pt x="52" y="544"/>
                  </a:cubicBezTo>
                  <a:cubicBezTo>
                    <a:pt x="27" y="578"/>
                    <a:pt x="1" y="621"/>
                    <a:pt x="27" y="664"/>
                  </a:cubicBezTo>
                  <a:cubicBezTo>
                    <a:pt x="35" y="699"/>
                    <a:pt x="52" y="690"/>
                    <a:pt x="35" y="724"/>
                  </a:cubicBezTo>
                  <a:cubicBezTo>
                    <a:pt x="30" y="735"/>
                    <a:pt x="15" y="752"/>
                    <a:pt x="24" y="752"/>
                  </a:cubicBezTo>
                  <a:cubicBezTo>
                    <a:pt x="29" y="752"/>
                    <a:pt x="44" y="745"/>
                    <a:pt x="78" y="724"/>
                  </a:cubicBezTo>
                  <a:cubicBezTo>
                    <a:pt x="78" y="699"/>
                    <a:pt x="121" y="656"/>
                    <a:pt x="138" y="647"/>
                  </a:cubicBezTo>
                  <a:cubicBezTo>
                    <a:pt x="164" y="630"/>
                    <a:pt x="190" y="613"/>
                    <a:pt x="207" y="587"/>
                  </a:cubicBezTo>
                  <a:cubicBezTo>
                    <a:pt x="250" y="544"/>
                    <a:pt x="310" y="492"/>
                    <a:pt x="370" y="475"/>
                  </a:cubicBezTo>
                  <a:cubicBezTo>
                    <a:pt x="396" y="467"/>
                    <a:pt x="422" y="458"/>
                    <a:pt x="448" y="458"/>
                  </a:cubicBezTo>
                  <a:cubicBezTo>
                    <a:pt x="465" y="449"/>
                    <a:pt x="482" y="432"/>
                    <a:pt x="508" y="432"/>
                  </a:cubicBezTo>
                  <a:cubicBezTo>
                    <a:pt x="516" y="428"/>
                    <a:pt x="525" y="428"/>
                    <a:pt x="534" y="428"/>
                  </a:cubicBezTo>
                  <a:cubicBezTo>
                    <a:pt x="542" y="428"/>
                    <a:pt x="551" y="428"/>
                    <a:pt x="559" y="424"/>
                  </a:cubicBezTo>
                  <a:cubicBezTo>
                    <a:pt x="584" y="418"/>
                    <a:pt x="599" y="411"/>
                    <a:pt x="619" y="411"/>
                  </a:cubicBezTo>
                  <a:cubicBezTo>
                    <a:pt x="627" y="411"/>
                    <a:pt x="635" y="412"/>
                    <a:pt x="645" y="415"/>
                  </a:cubicBezTo>
                  <a:cubicBezTo>
                    <a:pt x="680" y="424"/>
                    <a:pt x="714" y="441"/>
                    <a:pt x="748" y="449"/>
                  </a:cubicBezTo>
                  <a:cubicBezTo>
                    <a:pt x="774" y="458"/>
                    <a:pt x="817" y="475"/>
                    <a:pt x="834" y="475"/>
                  </a:cubicBezTo>
                  <a:lnTo>
                    <a:pt x="877" y="458"/>
                  </a:lnTo>
                  <a:cubicBezTo>
                    <a:pt x="903" y="449"/>
                    <a:pt x="920" y="449"/>
                    <a:pt x="946" y="441"/>
                  </a:cubicBezTo>
                  <a:cubicBezTo>
                    <a:pt x="980" y="432"/>
                    <a:pt x="1015" y="415"/>
                    <a:pt x="1049" y="415"/>
                  </a:cubicBezTo>
                  <a:cubicBezTo>
                    <a:pt x="1092" y="415"/>
                    <a:pt x="1135" y="415"/>
                    <a:pt x="1178" y="424"/>
                  </a:cubicBezTo>
                  <a:lnTo>
                    <a:pt x="1307" y="424"/>
                  </a:lnTo>
                  <a:cubicBezTo>
                    <a:pt x="1350" y="432"/>
                    <a:pt x="1375" y="458"/>
                    <a:pt x="1418" y="475"/>
                  </a:cubicBezTo>
                  <a:cubicBezTo>
                    <a:pt x="1436" y="484"/>
                    <a:pt x="1453" y="492"/>
                    <a:pt x="1470" y="501"/>
                  </a:cubicBezTo>
                  <a:cubicBezTo>
                    <a:pt x="1487" y="509"/>
                    <a:pt x="1513" y="518"/>
                    <a:pt x="1530" y="518"/>
                  </a:cubicBezTo>
                  <a:cubicBezTo>
                    <a:pt x="1542" y="523"/>
                    <a:pt x="1555" y="524"/>
                    <a:pt x="1569" y="524"/>
                  </a:cubicBezTo>
                  <a:cubicBezTo>
                    <a:pt x="1591" y="524"/>
                    <a:pt x="1615" y="520"/>
                    <a:pt x="1637" y="520"/>
                  </a:cubicBezTo>
                  <a:cubicBezTo>
                    <a:pt x="1651" y="520"/>
                    <a:pt x="1664" y="522"/>
                    <a:pt x="1676" y="527"/>
                  </a:cubicBezTo>
                  <a:cubicBezTo>
                    <a:pt x="1711" y="535"/>
                    <a:pt x="1745" y="570"/>
                    <a:pt x="1771" y="595"/>
                  </a:cubicBezTo>
                  <a:cubicBezTo>
                    <a:pt x="1814" y="621"/>
                    <a:pt x="1865" y="630"/>
                    <a:pt x="1908" y="656"/>
                  </a:cubicBezTo>
                  <a:cubicBezTo>
                    <a:pt x="1925" y="664"/>
                    <a:pt x="1943" y="681"/>
                    <a:pt x="1968" y="699"/>
                  </a:cubicBezTo>
                  <a:cubicBezTo>
                    <a:pt x="2003" y="716"/>
                    <a:pt x="2046" y="716"/>
                    <a:pt x="2080" y="750"/>
                  </a:cubicBezTo>
                  <a:cubicBezTo>
                    <a:pt x="2132" y="802"/>
                    <a:pt x="2192" y="845"/>
                    <a:pt x="2252" y="888"/>
                  </a:cubicBezTo>
                  <a:cubicBezTo>
                    <a:pt x="2278" y="913"/>
                    <a:pt x="2312" y="948"/>
                    <a:pt x="2338" y="982"/>
                  </a:cubicBezTo>
                  <a:cubicBezTo>
                    <a:pt x="2346" y="999"/>
                    <a:pt x="2398" y="1068"/>
                    <a:pt x="2406" y="1068"/>
                  </a:cubicBezTo>
                  <a:cubicBezTo>
                    <a:pt x="2406" y="1051"/>
                    <a:pt x="2398" y="1025"/>
                    <a:pt x="2398" y="999"/>
                  </a:cubicBezTo>
                  <a:cubicBezTo>
                    <a:pt x="2389" y="965"/>
                    <a:pt x="2398" y="939"/>
                    <a:pt x="2389" y="905"/>
                  </a:cubicBezTo>
                  <a:cubicBezTo>
                    <a:pt x="2363" y="853"/>
                    <a:pt x="2321" y="802"/>
                    <a:pt x="2286" y="767"/>
                  </a:cubicBezTo>
                  <a:cubicBezTo>
                    <a:pt x="2260" y="733"/>
                    <a:pt x="2226" y="699"/>
                    <a:pt x="2209" y="664"/>
                  </a:cubicBezTo>
                  <a:cubicBezTo>
                    <a:pt x="2209" y="647"/>
                    <a:pt x="2200" y="630"/>
                    <a:pt x="2200" y="613"/>
                  </a:cubicBezTo>
                  <a:cubicBezTo>
                    <a:pt x="2192" y="587"/>
                    <a:pt x="2174" y="570"/>
                    <a:pt x="2166" y="544"/>
                  </a:cubicBezTo>
                  <a:cubicBezTo>
                    <a:pt x="2149" y="509"/>
                    <a:pt x="2132" y="484"/>
                    <a:pt x="2106" y="449"/>
                  </a:cubicBezTo>
                  <a:cubicBezTo>
                    <a:pt x="2071" y="415"/>
                    <a:pt x="2054" y="372"/>
                    <a:pt x="2020" y="338"/>
                  </a:cubicBezTo>
                  <a:cubicBezTo>
                    <a:pt x="1977" y="303"/>
                    <a:pt x="1925" y="286"/>
                    <a:pt x="1874" y="269"/>
                  </a:cubicBezTo>
                  <a:cubicBezTo>
                    <a:pt x="1805" y="243"/>
                    <a:pt x="1745" y="200"/>
                    <a:pt x="1685" y="157"/>
                  </a:cubicBezTo>
                  <a:cubicBezTo>
                    <a:pt x="1642" y="123"/>
                    <a:pt x="1599" y="106"/>
                    <a:pt x="1539" y="97"/>
                  </a:cubicBezTo>
                  <a:lnTo>
                    <a:pt x="1479" y="97"/>
                  </a:lnTo>
                  <a:cubicBezTo>
                    <a:pt x="1444" y="97"/>
                    <a:pt x="1444" y="89"/>
                    <a:pt x="1418" y="80"/>
                  </a:cubicBezTo>
                  <a:cubicBezTo>
                    <a:pt x="1401" y="71"/>
                    <a:pt x="1384" y="71"/>
                    <a:pt x="1358" y="63"/>
                  </a:cubicBezTo>
                  <a:cubicBezTo>
                    <a:pt x="1341" y="54"/>
                    <a:pt x="1324" y="46"/>
                    <a:pt x="1307" y="37"/>
                  </a:cubicBezTo>
                  <a:cubicBezTo>
                    <a:pt x="1264" y="20"/>
                    <a:pt x="1212" y="3"/>
                    <a:pt x="1169" y="3"/>
                  </a:cubicBezTo>
                  <a:cubicBezTo>
                    <a:pt x="1164" y="1"/>
                    <a:pt x="1160" y="1"/>
                    <a:pt x="1155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83" name="Google Shape;13583;p45"/>
            <p:cNvSpPr/>
            <p:nvPr/>
          </p:nvSpPr>
          <p:spPr>
            <a:xfrm>
              <a:off x="5673675" y="1317775"/>
              <a:ext cx="24075" cy="55250"/>
            </a:xfrm>
            <a:custGeom>
              <a:avLst/>
              <a:gdLst/>
              <a:ahLst/>
              <a:cxnLst/>
              <a:rect l="l" t="t" r="r" b="b"/>
              <a:pathLst>
                <a:path w="963" h="2210" extrusionOk="0">
                  <a:moveTo>
                    <a:pt x="466" y="1"/>
                  </a:moveTo>
                  <a:cubicBezTo>
                    <a:pt x="431" y="1"/>
                    <a:pt x="374" y="46"/>
                    <a:pt x="361" y="53"/>
                  </a:cubicBezTo>
                  <a:cubicBezTo>
                    <a:pt x="337" y="72"/>
                    <a:pt x="311" y="83"/>
                    <a:pt x="296" y="85"/>
                  </a:cubicBezTo>
                  <a:lnTo>
                    <a:pt x="296" y="85"/>
                  </a:lnTo>
                  <a:cubicBezTo>
                    <a:pt x="296" y="80"/>
                    <a:pt x="296" y="75"/>
                    <a:pt x="293" y="70"/>
                  </a:cubicBezTo>
                  <a:lnTo>
                    <a:pt x="293" y="70"/>
                  </a:lnTo>
                  <a:cubicBezTo>
                    <a:pt x="283" y="80"/>
                    <a:pt x="284" y="85"/>
                    <a:pt x="293" y="85"/>
                  </a:cubicBezTo>
                  <a:cubicBezTo>
                    <a:pt x="294" y="85"/>
                    <a:pt x="295" y="85"/>
                    <a:pt x="296" y="85"/>
                  </a:cubicBezTo>
                  <a:lnTo>
                    <a:pt x="296" y="85"/>
                  </a:lnTo>
                  <a:cubicBezTo>
                    <a:pt x="296" y="94"/>
                    <a:pt x="290" y="101"/>
                    <a:pt x="284" y="113"/>
                  </a:cubicBezTo>
                  <a:cubicBezTo>
                    <a:pt x="284" y="121"/>
                    <a:pt x="241" y="164"/>
                    <a:pt x="241" y="164"/>
                  </a:cubicBezTo>
                  <a:cubicBezTo>
                    <a:pt x="224" y="190"/>
                    <a:pt x="207" y="224"/>
                    <a:pt x="190" y="250"/>
                  </a:cubicBezTo>
                  <a:cubicBezTo>
                    <a:pt x="164" y="302"/>
                    <a:pt x="129" y="345"/>
                    <a:pt x="95" y="388"/>
                  </a:cubicBezTo>
                  <a:lnTo>
                    <a:pt x="69" y="422"/>
                  </a:lnTo>
                  <a:cubicBezTo>
                    <a:pt x="52" y="448"/>
                    <a:pt x="44" y="491"/>
                    <a:pt x="35" y="525"/>
                  </a:cubicBezTo>
                  <a:cubicBezTo>
                    <a:pt x="26" y="585"/>
                    <a:pt x="18" y="637"/>
                    <a:pt x="9" y="697"/>
                  </a:cubicBezTo>
                  <a:cubicBezTo>
                    <a:pt x="1" y="706"/>
                    <a:pt x="9" y="723"/>
                    <a:pt x="9" y="740"/>
                  </a:cubicBezTo>
                  <a:cubicBezTo>
                    <a:pt x="9" y="757"/>
                    <a:pt x="1" y="774"/>
                    <a:pt x="1" y="791"/>
                  </a:cubicBezTo>
                  <a:cubicBezTo>
                    <a:pt x="1" y="860"/>
                    <a:pt x="44" y="920"/>
                    <a:pt x="69" y="980"/>
                  </a:cubicBezTo>
                  <a:cubicBezTo>
                    <a:pt x="121" y="1084"/>
                    <a:pt x="147" y="1195"/>
                    <a:pt x="198" y="1307"/>
                  </a:cubicBezTo>
                  <a:cubicBezTo>
                    <a:pt x="258" y="1436"/>
                    <a:pt x="276" y="1556"/>
                    <a:pt x="353" y="1676"/>
                  </a:cubicBezTo>
                  <a:cubicBezTo>
                    <a:pt x="361" y="1694"/>
                    <a:pt x="379" y="1711"/>
                    <a:pt x="396" y="1728"/>
                  </a:cubicBezTo>
                  <a:cubicBezTo>
                    <a:pt x="422" y="1754"/>
                    <a:pt x="447" y="1797"/>
                    <a:pt x="482" y="1831"/>
                  </a:cubicBezTo>
                  <a:cubicBezTo>
                    <a:pt x="525" y="1883"/>
                    <a:pt x="559" y="1934"/>
                    <a:pt x="602" y="1994"/>
                  </a:cubicBezTo>
                  <a:cubicBezTo>
                    <a:pt x="619" y="2020"/>
                    <a:pt x="645" y="2037"/>
                    <a:pt x="671" y="2054"/>
                  </a:cubicBezTo>
                  <a:cubicBezTo>
                    <a:pt x="679" y="2072"/>
                    <a:pt x="705" y="2089"/>
                    <a:pt x="722" y="2089"/>
                  </a:cubicBezTo>
                  <a:cubicBezTo>
                    <a:pt x="739" y="2097"/>
                    <a:pt x="757" y="2097"/>
                    <a:pt x="774" y="2106"/>
                  </a:cubicBezTo>
                  <a:cubicBezTo>
                    <a:pt x="800" y="2123"/>
                    <a:pt x="851" y="2140"/>
                    <a:pt x="877" y="2158"/>
                  </a:cubicBezTo>
                  <a:cubicBezTo>
                    <a:pt x="894" y="2166"/>
                    <a:pt x="937" y="2209"/>
                    <a:pt x="963" y="2209"/>
                  </a:cubicBezTo>
                  <a:cubicBezTo>
                    <a:pt x="963" y="2183"/>
                    <a:pt x="911" y="2158"/>
                    <a:pt x="894" y="2140"/>
                  </a:cubicBezTo>
                  <a:cubicBezTo>
                    <a:pt x="868" y="2115"/>
                    <a:pt x="817" y="2106"/>
                    <a:pt x="791" y="2080"/>
                  </a:cubicBezTo>
                  <a:cubicBezTo>
                    <a:pt x="739" y="2020"/>
                    <a:pt x="757" y="1943"/>
                    <a:pt x="722" y="1883"/>
                  </a:cubicBezTo>
                  <a:cubicBezTo>
                    <a:pt x="696" y="1840"/>
                    <a:pt x="688" y="1805"/>
                    <a:pt x="654" y="1779"/>
                  </a:cubicBezTo>
                  <a:cubicBezTo>
                    <a:pt x="611" y="1745"/>
                    <a:pt x="636" y="1711"/>
                    <a:pt x="611" y="1668"/>
                  </a:cubicBezTo>
                  <a:cubicBezTo>
                    <a:pt x="559" y="1573"/>
                    <a:pt x="473" y="1487"/>
                    <a:pt x="422" y="1384"/>
                  </a:cubicBezTo>
                  <a:cubicBezTo>
                    <a:pt x="396" y="1333"/>
                    <a:pt x="310" y="1290"/>
                    <a:pt x="301" y="1230"/>
                  </a:cubicBezTo>
                  <a:cubicBezTo>
                    <a:pt x="301" y="1212"/>
                    <a:pt x="301" y="1195"/>
                    <a:pt x="301" y="1187"/>
                  </a:cubicBezTo>
                  <a:cubicBezTo>
                    <a:pt x="301" y="1161"/>
                    <a:pt x="301" y="1161"/>
                    <a:pt x="318" y="1144"/>
                  </a:cubicBezTo>
                  <a:cubicBezTo>
                    <a:pt x="379" y="1041"/>
                    <a:pt x="404" y="886"/>
                    <a:pt x="344" y="774"/>
                  </a:cubicBezTo>
                  <a:cubicBezTo>
                    <a:pt x="336" y="766"/>
                    <a:pt x="336" y="749"/>
                    <a:pt x="327" y="731"/>
                  </a:cubicBezTo>
                  <a:cubicBezTo>
                    <a:pt x="310" y="706"/>
                    <a:pt x="301" y="688"/>
                    <a:pt x="301" y="663"/>
                  </a:cubicBezTo>
                  <a:cubicBezTo>
                    <a:pt x="293" y="611"/>
                    <a:pt x="318" y="585"/>
                    <a:pt x="327" y="542"/>
                  </a:cubicBezTo>
                  <a:cubicBezTo>
                    <a:pt x="327" y="517"/>
                    <a:pt x="336" y="499"/>
                    <a:pt x="336" y="474"/>
                  </a:cubicBezTo>
                  <a:lnTo>
                    <a:pt x="361" y="456"/>
                  </a:lnTo>
                  <a:cubicBezTo>
                    <a:pt x="370" y="439"/>
                    <a:pt x="370" y="422"/>
                    <a:pt x="379" y="405"/>
                  </a:cubicBezTo>
                  <a:cubicBezTo>
                    <a:pt x="396" y="353"/>
                    <a:pt x="413" y="310"/>
                    <a:pt x="439" y="259"/>
                  </a:cubicBezTo>
                  <a:cubicBezTo>
                    <a:pt x="456" y="242"/>
                    <a:pt x="465" y="224"/>
                    <a:pt x="465" y="199"/>
                  </a:cubicBezTo>
                  <a:cubicBezTo>
                    <a:pt x="473" y="181"/>
                    <a:pt x="482" y="164"/>
                    <a:pt x="482" y="147"/>
                  </a:cubicBezTo>
                  <a:cubicBezTo>
                    <a:pt x="482" y="130"/>
                    <a:pt x="473" y="104"/>
                    <a:pt x="473" y="78"/>
                  </a:cubicBezTo>
                  <a:cubicBezTo>
                    <a:pt x="473" y="61"/>
                    <a:pt x="490" y="35"/>
                    <a:pt x="490" y="18"/>
                  </a:cubicBezTo>
                  <a:cubicBezTo>
                    <a:pt x="486" y="6"/>
                    <a:pt x="477" y="1"/>
                    <a:pt x="466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84" name="Google Shape;13584;p45"/>
            <p:cNvSpPr/>
            <p:nvPr/>
          </p:nvSpPr>
          <p:spPr>
            <a:xfrm>
              <a:off x="5694950" y="1380075"/>
              <a:ext cx="27950" cy="7150"/>
            </a:xfrm>
            <a:custGeom>
              <a:avLst/>
              <a:gdLst/>
              <a:ahLst/>
              <a:cxnLst/>
              <a:rect l="l" t="t" r="r" b="b"/>
              <a:pathLst>
                <a:path w="1118" h="286" extrusionOk="0">
                  <a:moveTo>
                    <a:pt x="198" y="1"/>
                  </a:moveTo>
                  <a:cubicBezTo>
                    <a:pt x="175" y="23"/>
                    <a:pt x="152" y="27"/>
                    <a:pt x="129" y="27"/>
                  </a:cubicBezTo>
                  <a:cubicBezTo>
                    <a:pt x="118" y="27"/>
                    <a:pt x="106" y="26"/>
                    <a:pt x="95" y="26"/>
                  </a:cubicBezTo>
                  <a:cubicBezTo>
                    <a:pt x="77" y="18"/>
                    <a:pt x="69" y="18"/>
                    <a:pt x="60" y="18"/>
                  </a:cubicBezTo>
                  <a:cubicBezTo>
                    <a:pt x="26" y="18"/>
                    <a:pt x="26" y="52"/>
                    <a:pt x="0" y="61"/>
                  </a:cubicBezTo>
                  <a:cubicBezTo>
                    <a:pt x="17" y="95"/>
                    <a:pt x="35" y="112"/>
                    <a:pt x="69" y="121"/>
                  </a:cubicBezTo>
                  <a:cubicBezTo>
                    <a:pt x="138" y="147"/>
                    <a:pt x="206" y="172"/>
                    <a:pt x="266" y="207"/>
                  </a:cubicBezTo>
                  <a:cubicBezTo>
                    <a:pt x="301" y="215"/>
                    <a:pt x="318" y="241"/>
                    <a:pt x="352" y="250"/>
                  </a:cubicBezTo>
                  <a:cubicBezTo>
                    <a:pt x="387" y="267"/>
                    <a:pt x="438" y="267"/>
                    <a:pt x="481" y="275"/>
                  </a:cubicBezTo>
                  <a:cubicBezTo>
                    <a:pt x="511" y="280"/>
                    <a:pt x="524" y="285"/>
                    <a:pt x="539" y="285"/>
                  </a:cubicBezTo>
                  <a:cubicBezTo>
                    <a:pt x="550" y="285"/>
                    <a:pt x="563" y="283"/>
                    <a:pt x="584" y="275"/>
                  </a:cubicBezTo>
                  <a:cubicBezTo>
                    <a:pt x="627" y="258"/>
                    <a:pt x="670" y="258"/>
                    <a:pt x="705" y="233"/>
                  </a:cubicBezTo>
                  <a:cubicBezTo>
                    <a:pt x="722" y="224"/>
                    <a:pt x="748" y="207"/>
                    <a:pt x="773" y="198"/>
                  </a:cubicBezTo>
                  <a:cubicBezTo>
                    <a:pt x="801" y="184"/>
                    <a:pt x="818" y="170"/>
                    <a:pt x="847" y="170"/>
                  </a:cubicBezTo>
                  <a:cubicBezTo>
                    <a:pt x="853" y="170"/>
                    <a:pt x="860" y="171"/>
                    <a:pt x="868" y="172"/>
                  </a:cubicBezTo>
                  <a:cubicBezTo>
                    <a:pt x="919" y="181"/>
                    <a:pt x="962" y="190"/>
                    <a:pt x="1014" y="198"/>
                  </a:cubicBezTo>
                  <a:cubicBezTo>
                    <a:pt x="1048" y="198"/>
                    <a:pt x="1108" y="190"/>
                    <a:pt x="1117" y="164"/>
                  </a:cubicBezTo>
                  <a:cubicBezTo>
                    <a:pt x="1117" y="138"/>
                    <a:pt x="1083" y="104"/>
                    <a:pt x="1074" y="86"/>
                  </a:cubicBezTo>
                  <a:cubicBezTo>
                    <a:pt x="1057" y="61"/>
                    <a:pt x="1057" y="9"/>
                    <a:pt x="1014" y="9"/>
                  </a:cubicBezTo>
                  <a:cubicBezTo>
                    <a:pt x="997" y="9"/>
                    <a:pt x="988" y="26"/>
                    <a:pt x="980" y="35"/>
                  </a:cubicBezTo>
                  <a:cubicBezTo>
                    <a:pt x="962" y="44"/>
                    <a:pt x="954" y="44"/>
                    <a:pt x="928" y="52"/>
                  </a:cubicBezTo>
                  <a:cubicBezTo>
                    <a:pt x="902" y="52"/>
                    <a:pt x="876" y="52"/>
                    <a:pt x="851" y="61"/>
                  </a:cubicBezTo>
                  <a:cubicBezTo>
                    <a:pt x="816" y="61"/>
                    <a:pt x="773" y="44"/>
                    <a:pt x="739" y="35"/>
                  </a:cubicBezTo>
                  <a:cubicBezTo>
                    <a:pt x="705" y="35"/>
                    <a:pt x="670" y="26"/>
                    <a:pt x="636" y="26"/>
                  </a:cubicBezTo>
                  <a:cubicBezTo>
                    <a:pt x="610" y="26"/>
                    <a:pt x="593" y="35"/>
                    <a:pt x="567" y="44"/>
                  </a:cubicBezTo>
                  <a:cubicBezTo>
                    <a:pt x="533" y="52"/>
                    <a:pt x="481" y="52"/>
                    <a:pt x="438" y="61"/>
                  </a:cubicBezTo>
                  <a:cubicBezTo>
                    <a:pt x="370" y="61"/>
                    <a:pt x="258" y="52"/>
                    <a:pt x="19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85" name="Google Shape;13585;p45"/>
            <p:cNvSpPr/>
            <p:nvPr/>
          </p:nvSpPr>
          <p:spPr>
            <a:xfrm>
              <a:off x="5670250" y="1341625"/>
              <a:ext cx="22150" cy="38700"/>
            </a:xfrm>
            <a:custGeom>
              <a:avLst/>
              <a:gdLst/>
              <a:ahLst/>
              <a:cxnLst/>
              <a:rect l="l" t="t" r="r" b="b"/>
              <a:pathLst>
                <a:path w="886" h="1548" extrusionOk="0">
                  <a:moveTo>
                    <a:pt x="17" y="1"/>
                  </a:moveTo>
                  <a:cubicBezTo>
                    <a:pt x="0" y="9"/>
                    <a:pt x="0" y="52"/>
                    <a:pt x="0" y="61"/>
                  </a:cubicBezTo>
                  <a:cubicBezTo>
                    <a:pt x="0" y="78"/>
                    <a:pt x="0" y="104"/>
                    <a:pt x="0" y="121"/>
                  </a:cubicBezTo>
                  <a:cubicBezTo>
                    <a:pt x="0" y="138"/>
                    <a:pt x="9" y="155"/>
                    <a:pt x="0" y="181"/>
                  </a:cubicBezTo>
                  <a:cubicBezTo>
                    <a:pt x="0" y="198"/>
                    <a:pt x="0" y="224"/>
                    <a:pt x="9" y="241"/>
                  </a:cubicBezTo>
                  <a:lnTo>
                    <a:pt x="17" y="276"/>
                  </a:lnTo>
                  <a:cubicBezTo>
                    <a:pt x="17" y="310"/>
                    <a:pt x="26" y="336"/>
                    <a:pt x="26" y="362"/>
                  </a:cubicBezTo>
                  <a:cubicBezTo>
                    <a:pt x="26" y="379"/>
                    <a:pt x="26" y="396"/>
                    <a:pt x="34" y="413"/>
                  </a:cubicBezTo>
                  <a:cubicBezTo>
                    <a:pt x="34" y="439"/>
                    <a:pt x="34" y="465"/>
                    <a:pt x="43" y="490"/>
                  </a:cubicBezTo>
                  <a:cubicBezTo>
                    <a:pt x="43" y="499"/>
                    <a:pt x="52" y="516"/>
                    <a:pt x="52" y="525"/>
                  </a:cubicBezTo>
                  <a:cubicBezTo>
                    <a:pt x="52" y="542"/>
                    <a:pt x="60" y="551"/>
                    <a:pt x="60" y="568"/>
                  </a:cubicBezTo>
                  <a:cubicBezTo>
                    <a:pt x="69" y="585"/>
                    <a:pt x="69" y="594"/>
                    <a:pt x="69" y="611"/>
                  </a:cubicBezTo>
                  <a:cubicBezTo>
                    <a:pt x="69" y="628"/>
                    <a:pt x="77" y="645"/>
                    <a:pt x="77" y="662"/>
                  </a:cubicBezTo>
                  <a:cubicBezTo>
                    <a:pt x="95" y="722"/>
                    <a:pt x="95" y="783"/>
                    <a:pt x="103" y="843"/>
                  </a:cubicBezTo>
                  <a:cubicBezTo>
                    <a:pt x="112" y="877"/>
                    <a:pt x="129" y="894"/>
                    <a:pt x="146" y="929"/>
                  </a:cubicBezTo>
                  <a:cubicBezTo>
                    <a:pt x="163" y="946"/>
                    <a:pt x="172" y="963"/>
                    <a:pt x="181" y="980"/>
                  </a:cubicBezTo>
                  <a:cubicBezTo>
                    <a:pt x="198" y="1014"/>
                    <a:pt x="215" y="1032"/>
                    <a:pt x="241" y="1057"/>
                  </a:cubicBezTo>
                  <a:cubicBezTo>
                    <a:pt x="258" y="1075"/>
                    <a:pt x="284" y="1100"/>
                    <a:pt x="301" y="1118"/>
                  </a:cubicBezTo>
                  <a:cubicBezTo>
                    <a:pt x="309" y="1135"/>
                    <a:pt x="327" y="1143"/>
                    <a:pt x="335" y="1161"/>
                  </a:cubicBezTo>
                  <a:cubicBezTo>
                    <a:pt x="352" y="1169"/>
                    <a:pt x="361" y="1186"/>
                    <a:pt x="378" y="1195"/>
                  </a:cubicBezTo>
                  <a:cubicBezTo>
                    <a:pt x="387" y="1212"/>
                    <a:pt x="387" y="1229"/>
                    <a:pt x="395" y="1238"/>
                  </a:cubicBezTo>
                  <a:cubicBezTo>
                    <a:pt x="413" y="1264"/>
                    <a:pt x="430" y="1298"/>
                    <a:pt x="455" y="1315"/>
                  </a:cubicBezTo>
                  <a:cubicBezTo>
                    <a:pt x="464" y="1332"/>
                    <a:pt x="473" y="1341"/>
                    <a:pt x="481" y="1358"/>
                  </a:cubicBezTo>
                  <a:cubicBezTo>
                    <a:pt x="490" y="1367"/>
                    <a:pt x="498" y="1375"/>
                    <a:pt x="516" y="1384"/>
                  </a:cubicBezTo>
                  <a:cubicBezTo>
                    <a:pt x="541" y="1401"/>
                    <a:pt x="567" y="1418"/>
                    <a:pt x="593" y="1435"/>
                  </a:cubicBezTo>
                  <a:cubicBezTo>
                    <a:pt x="627" y="1453"/>
                    <a:pt x="653" y="1470"/>
                    <a:pt x="687" y="1478"/>
                  </a:cubicBezTo>
                  <a:cubicBezTo>
                    <a:pt x="705" y="1496"/>
                    <a:pt x="730" y="1513"/>
                    <a:pt x="748" y="1513"/>
                  </a:cubicBezTo>
                  <a:lnTo>
                    <a:pt x="756" y="1513"/>
                  </a:lnTo>
                  <a:cubicBezTo>
                    <a:pt x="773" y="1513"/>
                    <a:pt x="782" y="1504"/>
                    <a:pt x="799" y="1504"/>
                  </a:cubicBezTo>
                  <a:cubicBezTo>
                    <a:pt x="825" y="1504"/>
                    <a:pt x="842" y="1521"/>
                    <a:pt x="859" y="1530"/>
                  </a:cubicBezTo>
                  <a:lnTo>
                    <a:pt x="885" y="1547"/>
                  </a:lnTo>
                  <a:lnTo>
                    <a:pt x="868" y="1504"/>
                  </a:lnTo>
                  <a:cubicBezTo>
                    <a:pt x="859" y="1487"/>
                    <a:pt x="842" y="1478"/>
                    <a:pt x="825" y="1470"/>
                  </a:cubicBezTo>
                  <a:cubicBezTo>
                    <a:pt x="816" y="1461"/>
                    <a:pt x="808" y="1444"/>
                    <a:pt x="799" y="1435"/>
                  </a:cubicBezTo>
                  <a:lnTo>
                    <a:pt x="773" y="1410"/>
                  </a:lnTo>
                  <a:lnTo>
                    <a:pt x="739" y="1375"/>
                  </a:lnTo>
                  <a:lnTo>
                    <a:pt x="713" y="1350"/>
                  </a:lnTo>
                  <a:cubicBezTo>
                    <a:pt x="705" y="1341"/>
                    <a:pt x="696" y="1324"/>
                    <a:pt x="679" y="1315"/>
                  </a:cubicBezTo>
                  <a:lnTo>
                    <a:pt x="662" y="1298"/>
                  </a:lnTo>
                  <a:lnTo>
                    <a:pt x="636" y="1264"/>
                  </a:lnTo>
                  <a:cubicBezTo>
                    <a:pt x="619" y="1246"/>
                    <a:pt x="593" y="1221"/>
                    <a:pt x="584" y="1195"/>
                  </a:cubicBezTo>
                  <a:lnTo>
                    <a:pt x="567" y="1169"/>
                  </a:lnTo>
                  <a:cubicBezTo>
                    <a:pt x="550" y="1152"/>
                    <a:pt x="533" y="1135"/>
                    <a:pt x="516" y="1118"/>
                  </a:cubicBezTo>
                  <a:cubicBezTo>
                    <a:pt x="498" y="1100"/>
                    <a:pt x="490" y="1092"/>
                    <a:pt x="481" y="1083"/>
                  </a:cubicBezTo>
                  <a:cubicBezTo>
                    <a:pt x="464" y="1075"/>
                    <a:pt x="447" y="1049"/>
                    <a:pt x="430" y="1040"/>
                  </a:cubicBezTo>
                  <a:cubicBezTo>
                    <a:pt x="404" y="1006"/>
                    <a:pt x="370" y="980"/>
                    <a:pt x="344" y="946"/>
                  </a:cubicBezTo>
                  <a:cubicBezTo>
                    <a:pt x="327" y="929"/>
                    <a:pt x="309" y="903"/>
                    <a:pt x="301" y="886"/>
                  </a:cubicBezTo>
                  <a:lnTo>
                    <a:pt x="275" y="843"/>
                  </a:lnTo>
                  <a:lnTo>
                    <a:pt x="258" y="825"/>
                  </a:lnTo>
                  <a:lnTo>
                    <a:pt x="241" y="800"/>
                  </a:lnTo>
                  <a:cubicBezTo>
                    <a:pt x="224" y="774"/>
                    <a:pt x="215" y="748"/>
                    <a:pt x="206" y="714"/>
                  </a:cubicBezTo>
                  <a:cubicBezTo>
                    <a:pt x="198" y="688"/>
                    <a:pt x="181" y="671"/>
                    <a:pt x="172" y="636"/>
                  </a:cubicBezTo>
                  <a:cubicBezTo>
                    <a:pt x="163" y="619"/>
                    <a:pt x="163" y="594"/>
                    <a:pt x="155" y="568"/>
                  </a:cubicBezTo>
                  <a:cubicBezTo>
                    <a:pt x="155" y="542"/>
                    <a:pt x="120" y="447"/>
                    <a:pt x="120" y="439"/>
                  </a:cubicBezTo>
                  <a:cubicBezTo>
                    <a:pt x="112" y="422"/>
                    <a:pt x="112" y="413"/>
                    <a:pt x="103" y="405"/>
                  </a:cubicBezTo>
                  <a:cubicBezTo>
                    <a:pt x="95" y="387"/>
                    <a:pt x="95" y="370"/>
                    <a:pt x="95" y="353"/>
                  </a:cubicBezTo>
                  <a:cubicBezTo>
                    <a:pt x="77" y="310"/>
                    <a:pt x="69" y="267"/>
                    <a:pt x="60" y="215"/>
                  </a:cubicBezTo>
                  <a:cubicBezTo>
                    <a:pt x="60" y="190"/>
                    <a:pt x="60" y="155"/>
                    <a:pt x="52" y="121"/>
                  </a:cubicBezTo>
                  <a:cubicBezTo>
                    <a:pt x="43" y="104"/>
                    <a:pt x="34" y="87"/>
                    <a:pt x="26" y="61"/>
                  </a:cubicBezTo>
                  <a:cubicBezTo>
                    <a:pt x="26" y="52"/>
                    <a:pt x="17" y="35"/>
                    <a:pt x="17" y="18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DDBC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86" name="Google Shape;13586;p45"/>
            <p:cNvSpPr/>
            <p:nvPr/>
          </p:nvSpPr>
          <p:spPr>
            <a:xfrm>
              <a:off x="5693650" y="1362675"/>
              <a:ext cx="58450" cy="32275"/>
            </a:xfrm>
            <a:custGeom>
              <a:avLst/>
              <a:gdLst/>
              <a:ahLst/>
              <a:cxnLst/>
              <a:rect l="l" t="t" r="r" b="b"/>
              <a:pathLst>
                <a:path w="2338" h="1291" extrusionOk="0">
                  <a:moveTo>
                    <a:pt x="19" y="1156"/>
                  </a:moveTo>
                  <a:cubicBezTo>
                    <a:pt x="13" y="1156"/>
                    <a:pt x="7" y="1157"/>
                    <a:pt x="1" y="1161"/>
                  </a:cubicBezTo>
                  <a:cubicBezTo>
                    <a:pt x="1" y="1161"/>
                    <a:pt x="1" y="1161"/>
                    <a:pt x="19" y="1156"/>
                  </a:cubicBezTo>
                  <a:close/>
                  <a:moveTo>
                    <a:pt x="2303" y="1"/>
                  </a:moveTo>
                  <a:cubicBezTo>
                    <a:pt x="2286" y="18"/>
                    <a:pt x="2269" y="52"/>
                    <a:pt x="2260" y="69"/>
                  </a:cubicBezTo>
                  <a:cubicBezTo>
                    <a:pt x="2252" y="112"/>
                    <a:pt x="2234" y="155"/>
                    <a:pt x="2217" y="198"/>
                  </a:cubicBezTo>
                  <a:cubicBezTo>
                    <a:pt x="2200" y="241"/>
                    <a:pt x="2200" y="293"/>
                    <a:pt x="2174" y="336"/>
                  </a:cubicBezTo>
                  <a:cubicBezTo>
                    <a:pt x="2166" y="353"/>
                    <a:pt x="2140" y="370"/>
                    <a:pt x="2123" y="396"/>
                  </a:cubicBezTo>
                  <a:cubicBezTo>
                    <a:pt x="2080" y="465"/>
                    <a:pt x="2011" y="508"/>
                    <a:pt x="1951" y="568"/>
                  </a:cubicBezTo>
                  <a:cubicBezTo>
                    <a:pt x="1882" y="636"/>
                    <a:pt x="1822" y="679"/>
                    <a:pt x="1736" y="722"/>
                  </a:cubicBezTo>
                  <a:cubicBezTo>
                    <a:pt x="1710" y="731"/>
                    <a:pt x="1693" y="740"/>
                    <a:pt x="1667" y="748"/>
                  </a:cubicBezTo>
                  <a:cubicBezTo>
                    <a:pt x="1633" y="774"/>
                    <a:pt x="1599" y="791"/>
                    <a:pt x="1556" y="808"/>
                  </a:cubicBezTo>
                  <a:cubicBezTo>
                    <a:pt x="1530" y="817"/>
                    <a:pt x="1495" y="825"/>
                    <a:pt x="1461" y="843"/>
                  </a:cubicBezTo>
                  <a:cubicBezTo>
                    <a:pt x="1444" y="843"/>
                    <a:pt x="1427" y="851"/>
                    <a:pt x="1410" y="860"/>
                  </a:cubicBezTo>
                  <a:lnTo>
                    <a:pt x="1367" y="860"/>
                  </a:lnTo>
                  <a:cubicBezTo>
                    <a:pt x="1358" y="860"/>
                    <a:pt x="1341" y="877"/>
                    <a:pt x="1324" y="877"/>
                  </a:cubicBezTo>
                  <a:cubicBezTo>
                    <a:pt x="1298" y="894"/>
                    <a:pt x="1289" y="911"/>
                    <a:pt x="1264" y="929"/>
                  </a:cubicBezTo>
                  <a:cubicBezTo>
                    <a:pt x="1246" y="946"/>
                    <a:pt x="1229" y="954"/>
                    <a:pt x="1212" y="971"/>
                  </a:cubicBezTo>
                  <a:cubicBezTo>
                    <a:pt x="1169" y="997"/>
                    <a:pt x="1117" y="1032"/>
                    <a:pt x="1075" y="1057"/>
                  </a:cubicBezTo>
                  <a:cubicBezTo>
                    <a:pt x="1062" y="1070"/>
                    <a:pt x="1049" y="1078"/>
                    <a:pt x="1030" y="1078"/>
                  </a:cubicBezTo>
                  <a:cubicBezTo>
                    <a:pt x="1023" y="1078"/>
                    <a:pt x="1015" y="1077"/>
                    <a:pt x="1006" y="1075"/>
                  </a:cubicBezTo>
                  <a:cubicBezTo>
                    <a:pt x="971" y="1066"/>
                    <a:pt x="928" y="1057"/>
                    <a:pt x="886" y="1049"/>
                  </a:cubicBezTo>
                  <a:cubicBezTo>
                    <a:pt x="825" y="1049"/>
                    <a:pt x="757" y="1066"/>
                    <a:pt x="696" y="1083"/>
                  </a:cubicBezTo>
                  <a:cubicBezTo>
                    <a:pt x="671" y="1092"/>
                    <a:pt x="654" y="1109"/>
                    <a:pt x="628" y="1126"/>
                  </a:cubicBezTo>
                  <a:cubicBezTo>
                    <a:pt x="606" y="1135"/>
                    <a:pt x="583" y="1137"/>
                    <a:pt x="558" y="1137"/>
                  </a:cubicBezTo>
                  <a:cubicBezTo>
                    <a:pt x="533" y="1137"/>
                    <a:pt x="507" y="1135"/>
                    <a:pt x="482" y="1135"/>
                  </a:cubicBezTo>
                  <a:cubicBezTo>
                    <a:pt x="370" y="1135"/>
                    <a:pt x="250" y="1135"/>
                    <a:pt x="138" y="1126"/>
                  </a:cubicBezTo>
                  <a:cubicBezTo>
                    <a:pt x="71" y="1143"/>
                    <a:pt x="37" y="1151"/>
                    <a:pt x="19" y="1156"/>
                  </a:cubicBezTo>
                  <a:lnTo>
                    <a:pt x="19" y="1156"/>
                  </a:lnTo>
                  <a:cubicBezTo>
                    <a:pt x="20" y="1156"/>
                    <a:pt x="21" y="1156"/>
                    <a:pt x="22" y="1156"/>
                  </a:cubicBezTo>
                  <a:cubicBezTo>
                    <a:pt x="51" y="1156"/>
                    <a:pt x="85" y="1179"/>
                    <a:pt x="112" y="1186"/>
                  </a:cubicBezTo>
                  <a:cubicBezTo>
                    <a:pt x="164" y="1203"/>
                    <a:pt x="215" y="1221"/>
                    <a:pt x="267" y="1229"/>
                  </a:cubicBezTo>
                  <a:cubicBezTo>
                    <a:pt x="318" y="1246"/>
                    <a:pt x="361" y="1255"/>
                    <a:pt x="422" y="1255"/>
                  </a:cubicBezTo>
                  <a:cubicBezTo>
                    <a:pt x="482" y="1255"/>
                    <a:pt x="533" y="1264"/>
                    <a:pt x="593" y="1281"/>
                  </a:cubicBezTo>
                  <a:cubicBezTo>
                    <a:pt x="620" y="1287"/>
                    <a:pt x="647" y="1290"/>
                    <a:pt x="675" y="1290"/>
                  </a:cubicBezTo>
                  <a:cubicBezTo>
                    <a:pt x="720" y="1290"/>
                    <a:pt x="766" y="1283"/>
                    <a:pt x="808" y="1272"/>
                  </a:cubicBezTo>
                  <a:cubicBezTo>
                    <a:pt x="843" y="1272"/>
                    <a:pt x="868" y="1264"/>
                    <a:pt x="903" y="1255"/>
                  </a:cubicBezTo>
                  <a:cubicBezTo>
                    <a:pt x="928" y="1246"/>
                    <a:pt x="954" y="1229"/>
                    <a:pt x="980" y="1221"/>
                  </a:cubicBezTo>
                  <a:cubicBezTo>
                    <a:pt x="1014" y="1212"/>
                    <a:pt x="1040" y="1212"/>
                    <a:pt x="1075" y="1195"/>
                  </a:cubicBezTo>
                  <a:cubicBezTo>
                    <a:pt x="1092" y="1195"/>
                    <a:pt x="1109" y="1186"/>
                    <a:pt x="1126" y="1178"/>
                  </a:cubicBezTo>
                  <a:cubicBezTo>
                    <a:pt x="1160" y="1169"/>
                    <a:pt x="1203" y="1161"/>
                    <a:pt x="1238" y="1152"/>
                  </a:cubicBezTo>
                  <a:cubicBezTo>
                    <a:pt x="1264" y="1152"/>
                    <a:pt x="1281" y="1135"/>
                    <a:pt x="1298" y="1135"/>
                  </a:cubicBezTo>
                  <a:cubicBezTo>
                    <a:pt x="1324" y="1126"/>
                    <a:pt x="1358" y="1126"/>
                    <a:pt x="1384" y="1118"/>
                  </a:cubicBezTo>
                  <a:cubicBezTo>
                    <a:pt x="1418" y="1109"/>
                    <a:pt x="1444" y="1092"/>
                    <a:pt x="1478" y="1083"/>
                  </a:cubicBezTo>
                  <a:cubicBezTo>
                    <a:pt x="1538" y="1066"/>
                    <a:pt x="1590" y="1049"/>
                    <a:pt x="1650" y="1014"/>
                  </a:cubicBezTo>
                  <a:cubicBezTo>
                    <a:pt x="1676" y="989"/>
                    <a:pt x="1710" y="963"/>
                    <a:pt x="1745" y="937"/>
                  </a:cubicBezTo>
                  <a:cubicBezTo>
                    <a:pt x="1753" y="920"/>
                    <a:pt x="1753" y="894"/>
                    <a:pt x="1770" y="877"/>
                  </a:cubicBezTo>
                  <a:cubicBezTo>
                    <a:pt x="1788" y="860"/>
                    <a:pt x="1813" y="851"/>
                    <a:pt x="1831" y="825"/>
                  </a:cubicBezTo>
                  <a:cubicBezTo>
                    <a:pt x="1874" y="782"/>
                    <a:pt x="1865" y="705"/>
                    <a:pt x="1899" y="654"/>
                  </a:cubicBezTo>
                  <a:cubicBezTo>
                    <a:pt x="1916" y="628"/>
                    <a:pt x="1934" y="619"/>
                    <a:pt x="1951" y="602"/>
                  </a:cubicBezTo>
                  <a:cubicBezTo>
                    <a:pt x="1977" y="585"/>
                    <a:pt x="1994" y="568"/>
                    <a:pt x="2020" y="542"/>
                  </a:cubicBezTo>
                  <a:cubicBezTo>
                    <a:pt x="2080" y="490"/>
                    <a:pt x="2148" y="439"/>
                    <a:pt x="2191" y="362"/>
                  </a:cubicBezTo>
                  <a:cubicBezTo>
                    <a:pt x="2234" y="293"/>
                    <a:pt x="2294" y="215"/>
                    <a:pt x="2320" y="130"/>
                  </a:cubicBezTo>
                  <a:cubicBezTo>
                    <a:pt x="2329" y="87"/>
                    <a:pt x="2337" y="35"/>
                    <a:pt x="2303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87" name="Google Shape;13587;p45"/>
            <p:cNvSpPr/>
            <p:nvPr/>
          </p:nvSpPr>
          <p:spPr>
            <a:xfrm>
              <a:off x="5714475" y="1287050"/>
              <a:ext cx="42775" cy="42350"/>
            </a:xfrm>
            <a:custGeom>
              <a:avLst/>
              <a:gdLst/>
              <a:ahLst/>
              <a:cxnLst/>
              <a:rect l="l" t="t" r="r" b="b"/>
              <a:pathLst>
                <a:path w="1711" h="1694" extrusionOk="0">
                  <a:moveTo>
                    <a:pt x="391" y="0"/>
                  </a:moveTo>
                  <a:cubicBezTo>
                    <a:pt x="350" y="0"/>
                    <a:pt x="309" y="3"/>
                    <a:pt x="267" y="19"/>
                  </a:cubicBezTo>
                  <a:cubicBezTo>
                    <a:pt x="231" y="34"/>
                    <a:pt x="192" y="37"/>
                    <a:pt x="152" y="37"/>
                  </a:cubicBezTo>
                  <a:cubicBezTo>
                    <a:pt x="125" y="37"/>
                    <a:pt x="97" y="36"/>
                    <a:pt x="70" y="36"/>
                  </a:cubicBezTo>
                  <a:cubicBezTo>
                    <a:pt x="53" y="36"/>
                    <a:pt x="44" y="44"/>
                    <a:pt x="35" y="44"/>
                  </a:cubicBezTo>
                  <a:lnTo>
                    <a:pt x="1" y="44"/>
                  </a:lnTo>
                  <a:cubicBezTo>
                    <a:pt x="44" y="44"/>
                    <a:pt x="87" y="44"/>
                    <a:pt x="130" y="53"/>
                  </a:cubicBezTo>
                  <a:cubicBezTo>
                    <a:pt x="164" y="53"/>
                    <a:pt x="216" y="62"/>
                    <a:pt x="250" y="70"/>
                  </a:cubicBezTo>
                  <a:cubicBezTo>
                    <a:pt x="267" y="79"/>
                    <a:pt x="284" y="87"/>
                    <a:pt x="310" y="96"/>
                  </a:cubicBezTo>
                  <a:cubicBezTo>
                    <a:pt x="336" y="113"/>
                    <a:pt x="370" y="113"/>
                    <a:pt x="405" y="122"/>
                  </a:cubicBezTo>
                  <a:cubicBezTo>
                    <a:pt x="448" y="139"/>
                    <a:pt x="482" y="191"/>
                    <a:pt x="525" y="216"/>
                  </a:cubicBezTo>
                  <a:cubicBezTo>
                    <a:pt x="559" y="233"/>
                    <a:pt x="594" y="251"/>
                    <a:pt x="628" y="276"/>
                  </a:cubicBezTo>
                  <a:cubicBezTo>
                    <a:pt x="645" y="285"/>
                    <a:pt x="662" y="294"/>
                    <a:pt x="688" y="302"/>
                  </a:cubicBezTo>
                  <a:cubicBezTo>
                    <a:pt x="705" y="311"/>
                    <a:pt x="731" y="311"/>
                    <a:pt x="748" y="328"/>
                  </a:cubicBezTo>
                  <a:cubicBezTo>
                    <a:pt x="766" y="337"/>
                    <a:pt x="783" y="354"/>
                    <a:pt x="800" y="371"/>
                  </a:cubicBezTo>
                  <a:cubicBezTo>
                    <a:pt x="826" y="397"/>
                    <a:pt x="843" y="422"/>
                    <a:pt x="869" y="440"/>
                  </a:cubicBezTo>
                  <a:cubicBezTo>
                    <a:pt x="903" y="465"/>
                    <a:pt x="929" y="491"/>
                    <a:pt x="972" y="517"/>
                  </a:cubicBezTo>
                  <a:cubicBezTo>
                    <a:pt x="1006" y="534"/>
                    <a:pt x="1049" y="551"/>
                    <a:pt x="1075" y="577"/>
                  </a:cubicBezTo>
                  <a:cubicBezTo>
                    <a:pt x="1118" y="603"/>
                    <a:pt x="1144" y="646"/>
                    <a:pt x="1178" y="680"/>
                  </a:cubicBezTo>
                  <a:cubicBezTo>
                    <a:pt x="1212" y="715"/>
                    <a:pt x="1247" y="740"/>
                    <a:pt x="1272" y="775"/>
                  </a:cubicBezTo>
                  <a:cubicBezTo>
                    <a:pt x="1315" y="826"/>
                    <a:pt x="1341" y="869"/>
                    <a:pt x="1376" y="912"/>
                  </a:cubicBezTo>
                  <a:cubicBezTo>
                    <a:pt x="1410" y="955"/>
                    <a:pt x="1427" y="1015"/>
                    <a:pt x="1436" y="1067"/>
                  </a:cubicBezTo>
                  <a:cubicBezTo>
                    <a:pt x="1453" y="1118"/>
                    <a:pt x="1461" y="1170"/>
                    <a:pt x="1479" y="1221"/>
                  </a:cubicBezTo>
                  <a:lnTo>
                    <a:pt x="1479" y="1230"/>
                  </a:lnTo>
                  <a:cubicBezTo>
                    <a:pt x="1513" y="1316"/>
                    <a:pt x="1565" y="1333"/>
                    <a:pt x="1590" y="1419"/>
                  </a:cubicBezTo>
                  <a:cubicBezTo>
                    <a:pt x="1608" y="1462"/>
                    <a:pt x="1599" y="1574"/>
                    <a:pt x="1616" y="1617"/>
                  </a:cubicBezTo>
                  <a:cubicBezTo>
                    <a:pt x="1628" y="1635"/>
                    <a:pt x="1636" y="1653"/>
                    <a:pt x="1640" y="1670"/>
                  </a:cubicBezTo>
                  <a:lnTo>
                    <a:pt x="1640" y="1670"/>
                  </a:lnTo>
                  <a:cubicBezTo>
                    <a:pt x="1645" y="1661"/>
                    <a:pt x="1654" y="1652"/>
                    <a:pt x="1659" y="1642"/>
                  </a:cubicBezTo>
                  <a:cubicBezTo>
                    <a:pt x="1668" y="1617"/>
                    <a:pt x="1668" y="1591"/>
                    <a:pt x="1676" y="1565"/>
                  </a:cubicBezTo>
                  <a:cubicBezTo>
                    <a:pt x="1693" y="1531"/>
                    <a:pt x="1685" y="1505"/>
                    <a:pt x="1693" y="1471"/>
                  </a:cubicBezTo>
                  <a:cubicBezTo>
                    <a:pt x="1702" y="1445"/>
                    <a:pt x="1702" y="1410"/>
                    <a:pt x="1702" y="1376"/>
                  </a:cubicBezTo>
                  <a:cubicBezTo>
                    <a:pt x="1702" y="1350"/>
                    <a:pt x="1711" y="1333"/>
                    <a:pt x="1711" y="1307"/>
                  </a:cubicBezTo>
                  <a:cubicBezTo>
                    <a:pt x="1711" y="1282"/>
                    <a:pt x="1702" y="1256"/>
                    <a:pt x="1693" y="1230"/>
                  </a:cubicBezTo>
                  <a:cubicBezTo>
                    <a:pt x="1685" y="1161"/>
                    <a:pt x="1668" y="1101"/>
                    <a:pt x="1659" y="1041"/>
                  </a:cubicBezTo>
                  <a:cubicBezTo>
                    <a:pt x="1651" y="981"/>
                    <a:pt x="1659" y="921"/>
                    <a:pt x="1625" y="878"/>
                  </a:cubicBezTo>
                  <a:cubicBezTo>
                    <a:pt x="1599" y="843"/>
                    <a:pt x="1565" y="818"/>
                    <a:pt x="1539" y="792"/>
                  </a:cubicBezTo>
                  <a:cubicBezTo>
                    <a:pt x="1513" y="758"/>
                    <a:pt x="1513" y="723"/>
                    <a:pt x="1504" y="689"/>
                  </a:cubicBezTo>
                  <a:cubicBezTo>
                    <a:pt x="1487" y="663"/>
                    <a:pt x="1479" y="637"/>
                    <a:pt x="1461" y="620"/>
                  </a:cubicBezTo>
                  <a:cubicBezTo>
                    <a:pt x="1436" y="594"/>
                    <a:pt x="1419" y="569"/>
                    <a:pt x="1393" y="534"/>
                  </a:cubicBezTo>
                  <a:cubicBezTo>
                    <a:pt x="1350" y="491"/>
                    <a:pt x="1290" y="465"/>
                    <a:pt x="1255" y="405"/>
                  </a:cubicBezTo>
                  <a:lnTo>
                    <a:pt x="1238" y="380"/>
                  </a:lnTo>
                  <a:cubicBezTo>
                    <a:pt x="1230" y="362"/>
                    <a:pt x="1212" y="354"/>
                    <a:pt x="1195" y="337"/>
                  </a:cubicBezTo>
                  <a:cubicBezTo>
                    <a:pt x="1169" y="311"/>
                    <a:pt x="1144" y="285"/>
                    <a:pt x="1109" y="276"/>
                  </a:cubicBezTo>
                  <a:cubicBezTo>
                    <a:pt x="1083" y="268"/>
                    <a:pt x="1066" y="259"/>
                    <a:pt x="1041" y="251"/>
                  </a:cubicBezTo>
                  <a:cubicBezTo>
                    <a:pt x="1006" y="225"/>
                    <a:pt x="955" y="216"/>
                    <a:pt x="912" y="199"/>
                  </a:cubicBezTo>
                  <a:cubicBezTo>
                    <a:pt x="894" y="199"/>
                    <a:pt x="877" y="191"/>
                    <a:pt x="860" y="182"/>
                  </a:cubicBezTo>
                  <a:cubicBezTo>
                    <a:pt x="834" y="182"/>
                    <a:pt x="809" y="182"/>
                    <a:pt x="791" y="173"/>
                  </a:cubicBezTo>
                  <a:cubicBezTo>
                    <a:pt x="748" y="156"/>
                    <a:pt x="731" y="122"/>
                    <a:pt x="705" y="96"/>
                  </a:cubicBezTo>
                  <a:cubicBezTo>
                    <a:pt x="662" y="62"/>
                    <a:pt x="628" y="27"/>
                    <a:pt x="577" y="10"/>
                  </a:cubicBezTo>
                  <a:cubicBezTo>
                    <a:pt x="542" y="1"/>
                    <a:pt x="508" y="1"/>
                    <a:pt x="473" y="1"/>
                  </a:cubicBezTo>
                  <a:cubicBezTo>
                    <a:pt x="446" y="1"/>
                    <a:pt x="419" y="0"/>
                    <a:pt x="391" y="0"/>
                  </a:cubicBezTo>
                  <a:close/>
                  <a:moveTo>
                    <a:pt x="1640" y="1670"/>
                  </a:moveTo>
                  <a:cubicBezTo>
                    <a:pt x="1635" y="1678"/>
                    <a:pt x="1634" y="1686"/>
                    <a:pt x="1642" y="1694"/>
                  </a:cubicBezTo>
                  <a:cubicBezTo>
                    <a:pt x="1642" y="1686"/>
                    <a:pt x="1641" y="1678"/>
                    <a:pt x="1640" y="167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88" name="Google Shape;13588;p45"/>
            <p:cNvSpPr/>
            <p:nvPr/>
          </p:nvSpPr>
          <p:spPr>
            <a:xfrm>
              <a:off x="5752300" y="1334125"/>
              <a:ext cx="7525" cy="26000"/>
            </a:xfrm>
            <a:custGeom>
              <a:avLst/>
              <a:gdLst/>
              <a:ahLst/>
              <a:cxnLst/>
              <a:rect l="l" t="t" r="r" b="b"/>
              <a:pathLst>
                <a:path w="301" h="1040" extrusionOk="0">
                  <a:moveTo>
                    <a:pt x="103" y="0"/>
                  </a:moveTo>
                  <a:cubicBezTo>
                    <a:pt x="77" y="0"/>
                    <a:pt x="103" y="60"/>
                    <a:pt x="103" y="69"/>
                  </a:cubicBezTo>
                  <a:cubicBezTo>
                    <a:pt x="112" y="95"/>
                    <a:pt x="112" y="112"/>
                    <a:pt x="112" y="137"/>
                  </a:cubicBezTo>
                  <a:cubicBezTo>
                    <a:pt x="112" y="152"/>
                    <a:pt x="100" y="166"/>
                    <a:pt x="101" y="166"/>
                  </a:cubicBezTo>
                  <a:cubicBezTo>
                    <a:pt x="101" y="166"/>
                    <a:pt x="102" y="165"/>
                    <a:pt x="103" y="163"/>
                  </a:cubicBezTo>
                  <a:lnTo>
                    <a:pt x="103" y="180"/>
                  </a:lnTo>
                  <a:cubicBezTo>
                    <a:pt x="112" y="198"/>
                    <a:pt x="112" y="206"/>
                    <a:pt x="112" y="223"/>
                  </a:cubicBezTo>
                  <a:cubicBezTo>
                    <a:pt x="112" y="275"/>
                    <a:pt x="129" y="318"/>
                    <a:pt x="138" y="369"/>
                  </a:cubicBezTo>
                  <a:cubicBezTo>
                    <a:pt x="138" y="404"/>
                    <a:pt x="146" y="438"/>
                    <a:pt x="120" y="473"/>
                  </a:cubicBezTo>
                  <a:lnTo>
                    <a:pt x="103" y="498"/>
                  </a:lnTo>
                  <a:lnTo>
                    <a:pt x="95" y="533"/>
                  </a:lnTo>
                  <a:lnTo>
                    <a:pt x="86" y="558"/>
                  </a:lnTo>
                  <a:cubicBezTo>
                    <a:pt x="86" y="576"/>
                    <a:pt x="86" y="593"/>
                    <a:pt x="86" y="610"/>
                  </a:cubicBezTo>
                  <a:cubicBezTo>
                    <a:pt x="86" y="636"/>
                    <a:pt x="95" y="653"/>
                    <a:pt x="95" y="679"/>
                  </a:cubicBezTo>
                  <a:cubicBezTo>
                    <a:pt x="103" y="696"/>
                    <a:pt x="103" y="713"/>
                    <a:pt x="103" y="739"/>
                  </a:cubicBezTo>
                  <a:cubicBezTo>
                    <a:pt x="103" y="756"/>
                    <a:pt x="103" y="782"/>
                    <a:pt x="95" y="799"/>
                  </a:cubicBezTo>
                  <a:cubicBezTo>
                    <a:pt x="95" y="825"/>
                    <a:pt x="86" y="851"/>
                    <a:pt x="86" y="876"/>
                  </a:cubicBezTo>
                  <a:cubicBezTo>
                    <a:pt x="86" y="902"/>
                    <a:pt x="77" y="936"/>
                    <a:pt x="69" y="962"/>
                  </a:cubicBezTo>
                  <a:cubicBezTo>
                    <a:pt x="66" y="968"/>
                    <a:pt x="63" y="974"/>
                    <a:pt x="60" y="979"/>
                  </a:cubicBezTo>
                  <a:lnTo>
                    <a:pt x="60" y="979"/>
                  </a:lnTo>
                  <a:cubicBezTo>
                    <a:pt x="63" y="977"/>
                    <a:pt x="66" y="974"/>
                    <a:pt x="69" y="971"/>
                  </a:cubicBezTo>
                  <a:cubicBezTo>
                    <a:pt x="86" y="962"/>
                    <a:pt x="103" y="945"/>
                    <a:pt x="120" y="928"/>
                  </a:cubicBezTo>
                  <a:cubicBezTo>
                    <a:pt x="138" y="919"/>
                    <a:pt x="146" y="894"/>
                    <a:pt x="155" y="876"/>
                  </a:cubicBezTo>
                  <a:cubicBezTo>
                    <a:pt x="163" y="859"/>
                    <a:pt x="163" y="842"/>
                    <a:pt x="172" y="825"/>
                  </a:cubicBezTo>
                  <a:cubicBezTo>
                    <a:pt x="180" y="808"/>
                    <a:pt x="189" y="782"/>
                    <a:pt x="189" y="765"/>
                  </a:cubicBezTo>
                  <a:cubicBezTo>
                    <a:pt x="206" y="747"/>
                    <a:pt x="215" y="722"/>
                    <a:pt x="232" y="705"/>
                  </a:cubicBezTo>
                  <a:cubicBezTo>
                    <a:pt x="266" y="670"/>
                    <a:pt x="301" y="653"/>
                    <a:pt x="292" y="601"/>
                  </a:cubicBezTo>
                  <a:cubicBezTo>
                    <a:pt x="292" y="558"/>
                    <a:pt x="275" y="515"/>
                    <a:pt x="266" y="473"/>
                  </a:cubicBezTo>
                  <a:cubicBezTo>
                    <a:pt x="266" y="455"/>
                    <a:pt x="258" y="438"/>
                    <a:pt x="258" y="430"/>
                  </a:cubicBezTo>
                  <a:cubicBezTo>
                    <a:pt x="249" y="412"/>
                    <a:pt x="249" y="395"/>
                    <a:pt x="249" y="378"/>
                  </a:cubicBezTo>
                  <a:cubicBezTo>
                    <a:pt x="249" y="344"/>
                    <a:pt x="241" y="309"/>
                    <a:pt x="232" y="275"/>
                  </a:cubicBezTo>
                  <a:cubicBezTo>
                    <a:pt x="223" y="241"/>
                    <a:pt x="223" y="223"/>
                    <a:pt x="223" y="189"/>
                  </a:cubicBezTo>
                  <a:cubicBezTo>
                    <a:pt x="223" y="155"/>
                    <a:pt x="215" y="112"/>
                    <a:pt x="206" y="86"/>
                  </a:cubicBezTo>
                  <a:cubicBezTo>
                    <a:pt x="198" y="69"/>
                    <a:pt x="189" y="52"/>
                    <a:pt x="180" y="43"/>
                  </a:cubicBezTo>
                  <a:lnTo>
                    <a:pt x="163" y="17"/>
                  </a:lnTo>
                  <a:lnTo>
                    <a:pt x="138" y="17"/>
                  </a:lnTo>
                  <a:lnTo>
                    <a:pt x="120" y="9"/>
                  </a:lnTo>
                  <a:lnTo>
                    <a:pt x="103" y="0"/>
                  </a:lnTo>
                  <a:close/>
                  <a:moveTo>
                    <a:pt x="60" y="979"/>
                  </a:moveTo>
                  <a:lnTo>
                    <a:pt x="60" y="979"/>
                  </a:lnTo>
                  <a:cubicBezTo>
                    <a:pt x="46" y="993"/>
                    <a:pt x="32" y="1007"/>
                    <a:pt x="17" y="1014"/>
                  </a:cubicBezTo>
                  <a:lnTo>
                    <a:pt x="0" y="1040"/>
                  </a:lnTo>
                  <a:cubicBezTo>
                    <a:pt x="17" y="1031"/>
                    <a:pt x="34" y="1022"/>
                    <a:pt x="43" y="1014"/>
                  </a:cubicBezTo>
                  <a:cubicBezTo>
                    <a:pt x="49" y="1002"/>
                    <a:pt x="54" y="991"/>
                    <a:pt x="60" y="979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89" name="Google Shape;13589;p45"/>
            <p:cNvSpPr/>
            <p:nvPr/>
          </p:nvSpPr>
          <p:spPr>
            <a:xfrm>
              <a:off x="5697950" y="1327025"/>
              <a:ext cx="29875" cy="34925"/>
            </a:xfrm>
            <a:custGeom>
              <a:avLst/>
              <a:gdLst/>
              <a:ahLst/>
              <a:cxnLst/>
              <a:rect l="l" t="t" r="r" b="b"/>
              <a:pathLst>
                <a:path w="1195" h="1397" extrusionOk="0">
                  <a:moveTo>
                    <a:pt x="799" y="396"/>
                  </a:moveTo>
                  <a:lnTo>
                    <a:pt x="805" y="401"/>
                  </a:lnTo>
                  <a:lnTo>
                    <a:pt x="805" y="401"/>
                  </a:lnTo>
                  <a:cubicBezTo>
                    <a:pt x="804" y="398"/>
                    <a:pt x="802" y="396"/>
                    <a:pt x="799" y="396"/>
                  </a:cubicBezTo>
                  <a:close/>
                  <a:moveTo>
                    <a:pt x="1031" y="0"/>
                  </a:moveTo>
                  <a:cubicBezTo>
                    <a:pt x="1049" y="35"/>
                    <a:pt x="1049" y="78"/>
                    <a:pt x="1057" y="121"/>
                  </a:cubicBezTo>
                  <a:cubicBezTo>
                    <a:pt x="1066" y="172"/>
                    <a:pt x="1074" y="207"/>
                    <a:pt x="1066" y="258"/>
                  </a:cubicBezTo>
                  <a:cubicBezTo>
                    <a:pt x="1057" y="327"/>
                    <a:pt x="1031" y="404"/>
                    <a:pt x="1006" y="473"/>
                  </a:cubicBezTo>
                  <a:lnTo>
                    <a:pt x="980" y="430"/>
                  </a:lnTo>
                  <a:cubicBezTo>
                    <a:pt x="963" y="413"/>
                    <a:pt x="954" y="396"/>
                    <a:pt x="937" y="379"/>
                  </a:cubicBezTo>
                  <a:cubicBezTo>
                    <a:pt x="920" y="387"/>
                    <a:pt x="937" y="413"/>
                    <a:pt x="920" y="421"/>
                  </a:cubicBezTo>
                  <a:cubicBezTo>
                    <a:pt x="903" y="387"/>
                    <a:pt x="903" y="344"/>
                    <a:pt x="894" y="310"/>
                  </a:cubicBezTo>
                  <a:cubicBezTo>
                    <a:pt x="885" y="275"/>
                    <a:pt x="868" y="250"/>
                    <a:pt x="860" y="215"/>
                  </a:cubicBezTo>
                  <a:cubicBezTo>
                    <a:pt x="851" y="198"/>
                    <a:pt x="842" y="181"/>
                    <a:pt x="834" y="164"/>
                  </a:cubicBezTo>
                  <a:cubicBezTo>
                    <a:pt x="825" y="147"/>
                    <a:pt x="817" y="112"/>
                    <a:pt x="799" y="112"/>
                  </a:cubicBezTo>
                  <a:cubicBezTo>
                    <a:pt x="799" y="112"/>
                    <a:pt x="799" y="112"/>
                    <a:pt x="774" y="138"/>
                  </a:cubicBezTo>
                  <a:cubicBezTo>
                    <a:pt x="808" y="164"/>
                    <a:pt x="799" y="232"/>
                    <a:pt x="808" y="267"/>
                  </a:cubicBezTo>
                  <a:cubicBezTo>
                    <a:pt x="808" y="310"/>
                    <a:pt x="808" y="361"/>
                    <a:pt x="808" y="404"/>
                  </a:cubicBezTo>
                  <a:lnTo>
                    <a:pt x="805" y="401"/>
                  </a:lnTo>
                  <a:lnTo>
                    <a:pt x="805" y="401"/>
                  </a:lnTo>
                  <a:cubicBezTo>
                    <a:pt x="808" y="410"/>
                    <a:pt x="808" y="426"/>
                    <a:pt x="808" y="439"/>
                  </a:cubicBezTo>
                  <a:cubicBezTo>
                    <a:pt x="817" y="464"/>
                    <a:pt x="825" y="490"/>
                    <a:pt x="825" y="516"/>
                  </a:cubicBezTo>
                  <a:cubicBezTo>
                    <a:pt x="834" y="559"/>
                    <a:pt x="817" y="585"/>
                    <a:pt x="799" y="619"/>
                  </a:cubicBezTo>
                  <a:cubicBezTo>
                    <a:pt x="782" y="602"/>
                    <a:pt x="782" y="576"/>
                    <a:pt x="765" y="542"/>
                  </a:cubicBezTo>
                  <a:cubicBezTo>
                    <a:pt x="765" y="533"/>
                    <a:pt x="731" y="473"/>
                    <a:pt x="722" y="464"/>
                  </a:cubicBezTo>
                  <a:lnTo>
                    <a:pt x="705" y="516"/>
                  </a:lnTo>
                  <a:cubicBezTo>
                    <a:pt x="696" y="533"/>
                    <a:pt x="688" y="550"/>
                    <a:pt x="671" y="568"/>
                  </a:cubicBezTo>
                  <a:cubicBezTo>
                    <a:pt x="662" y="585"/>
                    <a:pt x="662" y="602"/>
                    <a:pt x="645" y="619"/>
                  </a:cubicBezTo>
                  <a:cubicBezTo>
                    <a:pt x="619" y="662"/>
                    <a:pt x="567" y="714"/>
                    <a:pt x="567" y="765"/>
                  </a:cubicBezTo>
                  <a:lnTo>
                    <a:pt x="576" y="739"/>
                  </a:lnTo>
                  <a:lnTo>
                    <a:pt x="585" y="774"/>
                  </a:lnTo>
                  <a:cubicBezTo>
                    <a:pt x="593" y="808"/>
                    <a:pt x="576" y="842"/>
                    <a:pt x="559" y="877"/>
                  </a:cubicBezTo>
                  <a:cubicBezTo>
                    <a:pt x="533" y="911"/>
                    <a:pt x="499" y="937"/>
                    <a:pt x="464" y="954"/>
                  </a:cubicBezTo>
                  <a:cubicBezTo>
                    <a:pt x="447" y="963"/>
                    <a:pt x="439" y="971"/>
                    <a:pt x="421" y="980"/>
                  </a:cubicBezTo>
                  <a:lnTo>
                    <a:pt x="413" y="989"/>
                  </a:lnTo>
                  <a:cubicBezTo>
                    <a:pt x="407" y="993"/>
                    <a:pt x="401" y="994"/>
                    <a:pt x="395" y="994"/>
                  </a:cubicBezTo>
                  <a:cubicBezTo>
                    <a:pt x="376" y="994"/>
                    <a:pt x="357" y="976"/>
                    <a:pt x="344" y="963"/>
                  </a:cubicBezTo>
                  <a:cubicBezTo>
                    <a:pt x="310" y="928"/>
                    <a:pt x="284" y="894"/>
                    <a:pt x="241" y="885"/>
                  </a:cubicBezTo>
                  <a:lnTo>
                    <a:pt x="224" y="920"/>
                  </a:lnTo>
                  <a:cubicBezTo>
                    <a:pt x="220" y="921"/>
                    <a:pt x="216" y="922"/>
                    <a:pt x="212" y="922"/>
                  </a:cubicBezTo>
                  <a:cubicBezTo>
                    <a:pt x="194" y="922"/>
                    <a:pt x="171" y="911"/>
                    <a:pt x="164" y="911"/>
                  </a:cubicBezTo>
                  <a:cubicBezTo>
                    <a:pt x="138" y="903"/>
                    <a:pt x="121" y="894"/>
                    <a:pt x="104" y="885"/>
                  </a:cubicBezTo>
                  <a:cubicBezTo>
                    <a:pt x="95" y="911"/>
                    <a:pt x="86" y="928"/>
                    <a:pt x="86" y="963"/>
                  </a:cubicBezTo>
                  <a:cubicBezTo>
                    <a:pt x="78" y="1006"/>
                    <a:pt x="69" y="1040"/>
                    <a:pt x="52" y="1074"/>
                  </a:cubicBezTo>
                  <a:cubicBezTo>
                    <a:pt x="43" y="1092"/>
                    <a:pt x="43" y="1109"/>
                    <a:pt x="43" y="1117"/>
                  </a:cubicBezTo>
                  <a:lnTo>
                    <a:pt x="18" y="1152"/>
                  </a:lnTo>
                  <a:cubicBezTo>
                    <a:pt x="0" y="1178"/>
                    <a:pt x="18" y="1195"/>
                    <a:pt x="35" y="1220"/>
                  </a:cubicBezTo>
                  <a:cubicBezTo>
                    <a:pt x="52" y="1272"/>
                    <a:pt x="78" y="1306"/>
                    <a:pt x="121" y="1332"/>
                  </a:cubicBezTo>
                  <a:cubicBezTo>
                    <a:pt x="172" y="1367"/>
                    <a:pt x="207" y="1392"/>
                    <a:pt x="267" y="1392"/>
                  </a:cubicBezTo>
                  <a:cubicBezTo>
                    <a:pt x="295" y="1392"/>
                    <a:pt x="324" y="1388"/>
                    <a:pt x="355" y="1388"/>
                  </a:cubicBezTo>
                  <a:cubicBezTo>
                    <a:pt x="371" y="1388"/>
                    <a:pt x="387" y="1389"/>
                    <a:pt x="404" y="1392"/>
                  </a:cubicBezTo>
                  <a:cubicBezTo>
                    <a:pt x="421" y="1392"/>
                    <a:pt x="435" y="1396"/>
                    <a:pt x="449" y="1396"/>
                  </a:cubicBezTo>
                  <a:cubicBezTo>
                    <a:pt x="457" y="1396"/>
                    <a:pt x="464" y="1395"/>
                    <a:pt x="473" y="1392"/>
                  </a:cubicBezTo>
                  <a:cubicBezTo>
                    <a:pt x="482" y="1384"/>
                    <a:pt x="499" y="1375"/>
                    <a:pt x="507" y="1367"/>
                  </a:cubicBezTo>
                  <a:cubicBezTo>
                    <a:pt x="533" y="1358"/>
                    <a:pt x="567" y="1349"/>
                    <a:pt x="593" y="1332"/>
                  </a:cubicBezTo>
                  <a:cubicBezTo>
                    <a:pt x="628" y="1315"/>
                    <a:pt x="645" y="1306"/>
                    <a:pt x="688" y="1306"/>
                  </a:cubicBezTo>
                  <a:cubicBezTo>
                    <a:pt x="705" y="1306"/>
                    <a:pt x="722" y="1306"/>
                    <a:pt x="739" y="1298"/>
                  </a:cubicBezTo>
                  <a:cubicBezTo>
                    <a:pt x="774" y="1281"/>
                    <a:pt x="799" y="1263"/>
                    <a:pt x="834" y="1238"/>
                  </a:cubicBezTo>
                  <a:cubicBezTo>
                    <a:pt x="851" y="1220"/>
                    <a:pt x="877" y="1212"/>
                    <a:pt x="894" y="1195"/>
                  </a:cubicBezTo>
                  <a:cubicBezTo>
                    <a:pt x="920" y="1178"/>
                    <a:pt x="928" y="1152"/>
                    <a:pt x="945" y="1117"/>
                  </a:cubicBezTo>
                  <a:cubicBezTo>
                    <a:pt x="954" y="1100"/>
                    <a:pt x="988" y="1066"/>
                    <a:pt x="1006" y="1057"/>
                  </a:cubicBezTo>
                  <a:cubicBezTo>
                    <a:pt x="1031" y="1040"/>
                    <a:pt x="1057" y="1040"/>
                    <a:pt x="1074" y="1014"/>
                  </a:cubicBezTo>
                  <a:cubicBezTo>
                    <a:pt x="1100" y="989"/>
                    <a:pt x="1100" y="963"/>
                    <a:pt x="1117" y="928"/>
                  </a:cubicBezTo>
                  <a:cubicBezTo>
                    <a:pt x="1143" y="868"/>
                    <a:pt x="1143" y="791"/>
                    <a:pt x="1143" y="722"/>
                  </a:cubicBezTo>
                  <a:cubicBezTo>
                    <a:pt x="1143" y="662"/>
                    <a:pt x="1152" y="602"/>
                    <a:pt x="1160" y="542"/>
                  </a:cubicBezTo>
                  <a:cubicBezTo>
                    <a:pt x="1177" y="490"/>
                    <a:pt x="1186" y="439"/>
                    <a:pt x="1195" y="387"/>
                  </a:cubicBezTo>
                  <a:cubicBezTo>
                    <a:pt x="1195" y="370"/>
                    <a:pt x="1186" y="344"/>
                    <a:pt x="1186" y="318"/>
                  </a:cubicBezTo>
                  <a:cubicBezTo>
                    <a:pt x="1177" y="301"/>
                    <a:pt x="1177" y="284"/>
                    <a:pt x="1177" y="267"/>
                  </a:cubicBezTo>
                  <a:cubicBezTo>
                    <a:pt x="1169" y="232"/>
                    <a:pt x="1160" y="198"/>
                    <a:pt x="1143" y="164"/>
                  </a:cubicBezTo>
                  <a:cubicBezTo>
                    <a:pt x="1126" y="95"/>
                    <a:pt x="1066" y="52"/>
                    <a:pt x="1031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90" name="Google Shape;13590;p45"/>
            <p:cNvSpPr/>
            <p:nvPr/>
          </p:nvSpPr>
          <p:spPr>
            <a:xfrm>
              <a:off x="5689775" y="1307950"/>
              <a:ext cx="27525" cy="21450"/>
            </a:xfrm>
            <a:custGeom>
              <a:avLst/>
              <a:gdLst/>
              <a:ahLst/>
              <a:cxnLst/>
              <a:rect l="l" t="t" r="r" b="b"/>
              <a:pathLst>
                <a:path w="1101" h="858" extrusionOk="0">
                  <a:moveTo>
                    <a:pt x="620" y="0"/>
                  </a:moveTo>
                  <a:cubicBezTo>
                    <a:pt x="611" y="0"/>
                    <a:pt x="602" y="2"/>
                    <a:pt x="594" y="7"/>
                  </a:cubicBezTo>
                  <a:cubicBezTo>
                    <a:pt x="577" y="16"/>
                    <a:pt x="559" y="33"/>
                    <a:pt x="551" y="42"/>
                  </a:cubicBezTo>
                  <a:cubicBezTo>
                    <a:pt x="534" y="59"/>
                    <a:pt x="534" y="59"/>
                    <a:pt x="516" y="68"/>
                  </a:cubicBezTo>
                  <a:lnTo>
                    <a:pt x="448" y="68"/>
                  </a:lnTo>
                  <a:cubicBezTo>
                    <a:pt x="431" y="76"/>
                    <a:pt x="413" y="102"/>
                    <a:pt x="396" y="102"/>
                  </a:cubicBezTo>
                  <a:lnTo>
                    <a:pt x="362" y="119"/>
                  </a:lnTo>
                  <a:lnTo>
                    <a:pt x="327" y="136"/>
                  </a:lnTo>
                  <a:cubicBezTo>
                    <a:pt x="310" y="145"/>
                    <a:pt x="310" y="162"/>
                    <a:pt x="293" y="179"/>
                  </a:cubicBezTo>
                  <a:cubicBezTo>
                    <a:pt x="276" y="205"/>
                    <a:pt x="242" y="214"/>
                    <a:pt x="224" y="222"/>
                  </a:cubicBezTo>
                  <a:cubicBezTo>
                    <a:pt x="199" y="231"/>
                    <a:pt x="181" y="239"/>
                    <a:pt x="173" y="257"/>
                  </a:cubicBezTo>
                  <a:cubicBezTo>
                    <a:pt x="138" y="291"/>
                    <a:pt x="113" y="343"/>
                    <a:pt x="95" y="394"/>
                  </a:cubicBezTo>
                  <a:cubicBezTo>
                    <a:pt x="95" y="420"/>
                    <a:pt x="87" y="446"/>
                    <a:pt x="78" y="471"/>
                  </a:cubicBezTo>
                  <a:cubicBezTo>
                    <a:pt x="70" y="489"/>
                    <a:pt x="61" y="506"/>
                    <a:pt x="52" y="523"/>
                  </a:cubicBezTo>
                  <a:cubicBezTo>
                    <a:pt x="52" y="540"/>
                    <a:pt x="52" y="557"/>
                    <a:pt x="52" y="566"/>
                  </a:cubicBezTo>
                  <a:cubicBezTo>
                    <a:pt x="48" y="538"/>
                    <a:pt x="43" y="530"/>
                    <a:pt x="40" y="530"/>
                  </a:cubicBezTo>
                  <a:cubicBezTo>
                    <a:pt x="37" y="530"/>
                    <a:pt x="35" y="536"/>
                    <a:pt x="35" y="540"/>
                  </a:cubicBezTo>
                  <a:lnTo>
                    <a:pt x="27" y="574"/>
                  </a:lnTo>
                  <a:cubicBezTo>
                    <a:pt x="27" y="600"/>
                    <a:pt x="10" y="609"/>
                    <a:pt x="1" y="635"/>
                  </a:cubicBezTo>
                  <a:lnTo>
                    <a:pt x="1" y="652"/>
                  </a:lnTo>
                  <a:cubicBezTo>
                    <a:pt x="1" y="669"/>
                    <a:pt x="1" y="695"/>
                    <a:pt x="1" y="721"/>
                  </a:cubicBezTo>
                  <a:cubicBezTo>
                    <a:pt x="1" y="738"/>
                    <a:pt x="1" y="755"/>
                    <a:pt x="1" y="781"/>
                  </a:cubicBezTo>
                  <a:cubicBezTo>
                    <a:pt x="10" y="806"/>
                    <a:pt x="18" y="832"/>
                    <a:pt x="18" y="858"/>
                  </a:cubicBezTo>
                  <a:lnTo>
                    <a:pt x="35" y="824"/>
                  </a:lnTo>
                  <a:cubicBezTo>
                    <a:pt x="52" y="806"/>
                    <a:pt x="52" y="789"/>
                    <a:pt x="52" y="772"/>
                  </a:cubicBezTo>
                  <a:cubicBezTo>
                    <a:pt x="61" y="738"/>
                    <a:pt x="61" y="712"/>
                    <a:pt x="70" y="686"/>
                  </a:cubicBezTo>
                  <a:cubicBezTo>
                    <a:pt x="87" y="660"/>
                    <a:pt x="95" y="643"/>
                    <a:pt x="113" y="635"/>
                  </a:cubicBezTo>
                  <a:cubicBezTo>
                    <a:pt x="130" y="626"/>
                    <a:pt x="138" y="609"/>
                    <a:pt x="147" y="592"/>
                  </a:cubicBezTo>
                  <a:cubicBezTo>
                    <a:pt x="173" y="549"/>
                    <a:pt x="199" y="506"/>
                    <a:pt x="233" y="463"/>
                  </a:cubicBezTo>
                  <a:cubicBezTo>
                    <a:pt x="267" y="420"/>
                    <a:pt x="302" y="394"/>
                    <a:pt x="327" y="351"/>
                  </a:cubicBezTo>
                  <a:cubicBezTo>
                    <a:pt x="362" y="282"/>
                    <a:pt x="422" y="248"/>
                    <a:pt x="482" y="248"/>
                  </a:cubicBezTo>
                  <a:cubicBezTo>
                    <a:pt x="516" y="248"/>
                    <a:pt x="551" y="257"/>
                    <a:pt x="577" y="257"/>
                  </a:cubicBezTo>
                  <a:cubicBezTo>
                    <a:pt x="602" y="248"/>
                    <a:pt x="620" y="239"/>
                    <a:pt x="628" y="222"/>
                  </a:cubicBezTo>
                  <a:lnTo>
                    <a:pt x="654" y="188"/>
                  </a:lnTo>
                  <a:lnTo>
                    <a:pt x="662" y="179"/>
                  </a:lnTo>
                  <a:lnTo>
                    <a:pt x="705" y="162"/>
                  </a:lnTo>
                  <a:cubicBezTo>
                    <a:pt x="723" y="154"/>
                    <a:pt x="731" y="145"/>
                    <a:pt x="748" y="136"/>
                  </a:cubicBezTo>
                  <a:lnTo>
                    <a:pt x="774" y="119"/>
                  </a:lnTo>
                  <a:lnTo>
                    <a:pt x="800" y="93"/>
                  </a:lnTo>
                  <a:cubicBezTo>
                    <a:pt x="817" y="76"/>
                    <a:pt x="851" y="76"/>
                    <a:pt x="869" y="76"/>
                  </a:cubicBezTo>
                  <a:cubicBezTo>
                    <a:pt x="920" y="76"/>
                    <a:pt x="972" y="93"/>
                    <a:pt x="1023" y="93"/>
                  </a:cubicBezTo>
                  <a:lnTo>
                    <a:pt x="1066" y="102"/>
                  </a:lnTo>
                  <a:lnTo>
                    <a:pt x="1101" y="102"/>
                  </a:lnTo>
                  <a:lnTo>
                    <a:pt x="1058" y="76"/>
                  </a:lnTo>
                  <a:cubicBezTo>
                    <a:pt x="1041" y="68"/>
                    <a:pt x="1023" y="59"/>
                    <a:pt x="1006" y="50"/>
                  </a:cubicBezTo>
                  <a:cubicBezTo>
                    <a:pt x="980" y="42"/>
                    <a:pt x="955" y="42"/>
                    <a:pt x="937" y="33"/>
                  </a:cubicBezTo>
                  <a:cubicBezTo>
                    <a:pt x="930" y="31"/>
                    <a:pt x="923" y="31"/>
                    <a:pt x="915" y="31"/>
                  </a:cubicBezTo>
                  <a:cubicBezTo>
                    <a:pt x="893" y="31"/>
                    <a:pt x="870" y="36"/>
                    <a:pt x="849" y="36"/>
                  </a:cubicBezTo>
                  <a:cubicBezTo>
                    <a:pt x="841" y="36"/>
                    <a:pt x="833" y="35"/>
                    <a:pt x="826" y="33"/>
                  </a:cubicBezTo>
                  <a:cubicBezTo>
                    <a:pt x="774" y="25"/>
                    <a:pt x="731" y="16"/>
                    <a:pt x="688" y="16"/>
                  </a:cubicBezTo>
                  <a:cubicBezTo>
                    <a:pt x="665" y="10"/>
                    <a:pt x="641" y="0"/>
                    <a:pt x="620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91" name="Google Shape;13591;p45"/>
            <p:cNvSpPr/>
            <p:nvPr/>
          </p:nvSpPr>
          <p:spPr>
            <a:xfrm>
              <a:off x="5693225" y="1318825"/>
              <a:ext cx="29225" cy="37875"/>
            </a:xfrm>
            <a:custGeom>
              <a:avLst/>
              <a:gdLst/>
              <a:ahLst/>
              <a:cxnLst/>
              <a:rect l="l" t="t" r="r" b="b"/>
              <a:pathLst>
                <a:path w="1169" h="1515" extrusionOk="0">
                  <a:moveTo>
                    <a:pt x="771" y="1"/>
                  </a:moveTo>
                  <a:cubicBezTo>
                    <a:pt x="747" y="1"/>
                    <a:pt x="725" y="6"/>
                    <a:pt x="705" y="11"/>
                  </a:cubicBezTo>
                  <a:cubicBezTo>
                    <a:pt x="662" y="19"/>
                    <a:pt x="628" y="36"/>
                    <a:pt x="593" y="62"/>
                  </a:cubicBezTo>
                  <a:cubicBezTo>
                    <a:pt x="550" y="88"/>
                    <a:pt x="490" y="88"/>
                    <a:pt x="447" y="122"/>
                  </a:cubicBezTo>
                  <a:cubicBezTo>
                    <a:pt x="421" y="139"/>
                    <a:pt x="396" y="165"/>
                    <a:pt x="370" y="182"/>
                  </a:cubicBezTo>
                  <a:cubicBezTo>
                    <a:pt x="335" y="200"/>
                    <a:pt x="301" y="217"/>
                    <a:pt x="275" y="251"/>
                  </a:cubicBezTo>
                  <a:cubicBezTo>
                    <a:pt x="232" y="294"/>
                    <a:pt x="172" y="311"/>
                    <a:pt x="129" y="346"/>
                  </a:cubicBezTo>
                  <a:cubicBezTo>
                    <a:pt x="104" y="363"/>
                    <a:pt x="78" y="397"/>
                    <a:pt x="61" y="423"/>
                  </a:cubicBezTo>
                  <a:cubicBezTo>
                    <a:pt x="35" y="449"/>
                    <a:pt x="18" y="509"/>
                    <a:pt x="9" y="543"/>
                  </a:cubicBezTo>
                  <a:cubicBezTo>
                    <a:pt x="9" y="595"/>
                    <a:pt x="18" y="655"/>
                    <a:pt x="18" y="707"/>
                  </a:cubicBezTo>
                  <a:cubicBezTo>
                    <a:pt x="9" y="749"/>
                    <a:pt x="0" y="784"/>
                    <a:pt x="0" y="835"/>
                  </a:cubicBezTo>
                  <a:cubicBezTo>
                    <a:pt x="0" y="853"/>
                    <a:pt x="18" y="870"/>
                    <a:pt x="18" y="896"/>
                  </a:cubicBezTo>
                  <a:lnTo>
                    <a:pt x="18" y="930"/>
                  </a:lnTo>
                  <a:cubicBezTo>
                    <a:pt x="18" y="947"/>
                    <a:pt x="26" y="956"/>
                    <a:pt x="35" y="973"/>
                  </a:cubicBezTo>
                  <a:cubicBezTo>
                    <a:pt x="35" y="999"/>
                    <a:pt x="35" y="1016"/>
                    <a:pt x="43" y="1042"/>
                  </a:cubicBezTo>
                  <a:cubicBezTo>
                    <a:pt x="61" y="1085"/>
                    <a:pt x="78" y="1136"/>
                    <a:pt x="95" y="1179"/>
                  </a:cubicBezTo>
                  <a:cubicBezTo>
                    <a:pt x="104" y="1222"/>
                    <a:pt x="138" y="1256"/>
                    <a:pt x="164" y="1299"/>
                  </a:cubicBezTo>
                  <a:cubicBezTo>
                    <a:pt x="189" y="1334"/>
                    <a:pt x="215" y="1368"/>
                    <a:pt x="241" y="1402"/>
                  </a:cubicBezTo>
                  <a:cubicBezTo>
                    <a:pt x="250" y="1420"/>
                    <a:pt x="267" y="1428"/>
                    <a:pt x="275" y="1445"/>
                  </a:cubicBezTo>
                  <a:cubicBezTo>
                    <a:pt x="279" y="1449"/>
                    <a:pt x="282" y="1453"/>
                    <a:pt x="285" y="1458"/>
                  </a:cubicBezTo>
                  <a:lnTo>
                    <a:pt x="285" y="1458"/>
                  </a:lnTo>
                  <a:cubicBezTo>
                    <a:pt x="284" y="1453"/>
                    <a:pt x="284" y="1448"/>
                    <a:pt x="284" y="1445"/>
                  </a:cubicBezTo>
                  <a:cubicBezTo>
                    <a:pt x="275" y="1428"/>
                    <a:pt x="284" y="1411"/>
                    <a:pt x="275" y="1402"/>
                  </a:cubicBezTo>
                  <a:cubicBezTo>
                    <a:pt x="275" y="1385"/>
                    <a:pt x="267" y="1377"/>
                    <a:pt x="267" y="1359"/>
                  </a:cubicBezTo>
                  <a:cubicBezTo>
                    <a:pt x="258" y="1325"/>
                    <a:pt x="258" y="1308"/>
                    <a:pt x="284" y="1291"/>
                  </a:cubicBezTo>
                  <a:cubicBezTo>
                    <a:pt x="301" y="1274"/>
                    <a:pt x="344" y="1256"/>
                    <a:pt x="353" y="1239"/>
                  </a:cubicBezTo>
                  <a:cubicBezTo>
                    <a:pt x="353" y="1213"/>
                    <a:pt x="327" y="1179"/>
                    <a:pt x="318" y="1162"/>
                  </a:cubicBezTo>
                  <a:cubicBezTo>
                    <a:pt x="301" y="1136"/>
                    <a:pt x="293" y="1110"/>
                    <a:pt x="284" y="1093"/>
                  </a:cubicBezTo>
                  <a:cubicBezTo>
                    <a:pt x="250" y="1024"/>
                    <a:pt x="250" y="947"/>
                    <a:pt x="267" y="887"/>
                  </a:cubicBezTo>
                  <a:cubicBezTo>
                    <a:pt x="284" y="853"/>
                    <a:pt x="284" y="818"/>
                    <a:pt x="284" y="784"/>
                  </a:cubicBezTo>
                  <a:cubicBezTo>
                    <a:pt x="284" y="749"/>
                    <a:pt x="301" y="715"/>
                    <a:pt x="318" y="681"/>
                  </a:cubicBezTo>
                  <a:cubicBezTo>
                    <a:pt x="353" y="612"/>
                    <a:pt x="370" y="518"/>
                    <a:pt x="413" y="449"/>
                  </a:cubicBezTo>
                  <a:cubicBezTo>
                    <a:pt x="422" y="431"/>
                    <a:pt x="433" y="426"/>
                    <a:pt x="445" y="426"/>
                  </a:cubicBezTo>
                  <a:cubicBezTo>
                    <a:pt x="457" y="426"/>
                    <a:pt x="470" y="431"/>
                    <a:pt x="483" y="431"/>
                  </a:cubicBezTo>
                  <a:cubicBezTo>
                    <a:pt x="494" y="431"/>
                    <a:pt x="505" y="428"/>
                    <a:pt x="516" y="414"/>
                  </a:cubicBezTo>
                  <a:cubicBezTo>
                    <a:pt x="550" y="371"/>
                    <a:pt x="585" y="346"/>
                    <a:pt x="628" y="337"/>
                  </a:cubicBezTo>
                  <a:cubicBezTo>
                    <a:pt x="671" y="320"/>
                    <a:pt x="696" y="320"/>
                    <a:pt x="731" y="311"/>
                  </a:cubicBezTo>
                  <a:cubicBezTo>
                    <a:pt x="752" y="300"/>
                    <a:pt x="778" y="290"/>
                    <a:pt x="800" y="290"/>
                  </a:cubicBezTo>
                  <a:cubicBezTo>
                    <a:pt x="813" y="290"/>
                    <a:pt x="824" y="293"/>
                    <a:pt x="834" y="303"/>
                  </a:cubicBezTo>
                  <a:cubicBezTo>
                    <a:pt x="851" y="320"/>
                    <a:pt x="868" y="346"/>
                    <a:pt x="885" y="354"/>
                  </a:cubicBezTo>
                  <a:cubicBezTo>
                    <a:pt x="892" y="358"/>
                    <a:pt x="899" y="359"/>
                    <a:pt x="906" y="359"/>
                  </a:cubicBezTo>
                  <a:cubicBezTo>
                    <a:pt x="937" y="359"/>
                    <a:pt x="973" y="335"/>
                    <a:pt x="1014" y="328"/>
                  </a:cubicBezTo>
                  <a:lnTo>
                    <a:pt x="1040" y="380"/>
                  </a:lnTo>
                  <a:lnTo>
                    <a:pt x="1057" y="397"/>
                  </a:lnTo>
                  <a:lnTo>
                    <a:pt x="1100" y="440"/>
                  </a:lnTo>
                  <a:cubicBezTo>
                    <a:pt x="1100" y="406"/>
                    <a:pt x="1134" y="380"/>
                    <a:pt x="1143" y="346"/>
                  </a:cubicBezTo>
                  <a:cubicBezTo>
                    <a:pt x="1169" y="303"/>
                    <a:pt x="1152" y="286"/>
                    <a:pt x="1134" y="243"/>
                  </a:cubicBezTo>
                  <a:cubicBezTo>
                    <a:pt x="1100" y="182"/>
                    <a:pt x="1040" y="122"/>
                    <a:pt x="988" y="71"/>
                  </a:cubicBezTo>
                  <a:cubicBezTo>
                    <a:pt x="963" y="54"/>
                    <a:pt x="954" y="45"/>
                    <a:pt x="920" y="45"/>
                  </a:cubicBezTo>
                  <a:cubicBezTo>
                    <a:pt x="885" y="36"/>
                    <a:pt x="860" y="19"/>
                    <a:pt x="825" y="11"/>
                  </a:cubicBezTo>
                  <a:cubicBezTo>
                    <a:pt x="807" y="3"/>
                    <a:pt x="789" y="1"/>
                    <a:pt x="771" y="1"/>
                  </a:cubicBezTo>
                  <a:close/>
                  <a:moveTo>
                    <a:pt x="285" y="1458"/>
                  </a:moveTo>
                  <a:cubicBezTo>
                    <a:pt x="288" y="1480"/>
                    <a:pt x="297" y="1514"/>
                    <a:pt x="318" y="1514"/>
                  </a:cubicBezTo>
                  <a:cubicBezTo>
                    <a:pt x="305" y="1500"/>
                    <a:pt x="296" y="1476"/>
                    <a:pt x="285" y="1458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3592" name="Google Shape;13592;p45"/>
          <p:cNvGrpSpPr/>
          <p:nvPr/>
        </p:nvGrpSpPr>
        <p:grpSpPr>
          <a:xfrm>
            <a:off x="2015055" y="5062325"/>
            <a:ext cx="464693" cy="328425"/>
            <a:chOff x="5658425" y="1270850"/>
            <a:chExt cx="179800" cy="127075"/>
          </a:xfrm>
        </p:grpSpPr>
        <p:sp>
          <p:nvSpPr>
            <p:cNvPr id="13593" name="Google Shape;13593;p45"/>
            <p:cNvSpPr/>
            <p:nvPr/>
          </p:nvSpPr>
          <p:spPr>
            <a:xfrm>
              <a:off x="5704400" y="1271825"/>
              <a:ext cx="133825" cy="126100"/>
            </a:xfrm>
            <a:custGeom>
              <a:avLst/>
              <a:gdLst/>
              <a:ahLst/>
              <a:cxnLst/>
              <a:rect l="l" t="t" r="r" b="b"/>
              <a:pathLst>
                <a:path w="5353" h="5044" extrusionOk="0">
                  <a:moveTo>
                    <a:pt x="713" y="9"/>
                  </a:moveTo>
                  <a:cubicBezTo>
                    <a:pt x="816" y="9"/>
                    <a:pt x="911" y="18"/>
                    <a:pt x="1014" y="18"/>
                  </a:cubicBezTo>
                  <a:cubicBezTo>
                    <a:pt x="1263" y="35"/>
                    <a:pt x="1486" y="138"/>
                    <a:pt x="1718" y="164"/>
                  </a:cubicBezTo>
                  <a:cubicBezTo>
                    <a:pt x="1968" y="198"/>
                    <a:pt x="2217" y="198"/>
                    <a:pt x="2466" y="215"/>
                  </a:cubicBezTo>
                  <a:cubicBezTo>
                    <a:pt x="2492" y="215"/>
                    <a:pt x="2517" y="224"/>
                    <a:pt x="2543" y="232"/>
                  </a:cubicBezTo>
                  <a:cubicBezTo>
                    <a:pt x="2578" y="250"/>
                    <a:pt x="2595" y="284"/>
                    <a:pt x="2629" y="301"/>
                  </a:cubicBezTo>
                  <a:cubicBezTo>
                    <a:pt x="2681" y="344"/>
                    <a:pt x="2758" y="336"/>
                    <a:pt x="2827" y="336"/>
                  </a:cubicBezTo>
                  <a:cubicBezTo>
                    <a:pt x="2981" y="336"/>
                    <a:pt x="3136" y="327"/>
                    <a:pt x="3282" y="327"/>
                  </a:cubicBezTo>
                  <a:cubicBezTo>
                    <a:pt x="3411" y="318"/>
                    <a:pt x="3548" y="318"/>
                    <a:pt x="3677" y="344"/>
                  </a:cubicBezTo>
                  <a:cubicBezTo>
                    <a:pt x="3780" y="361"/>
                    <a:pt x="3883" y="404"/>
                    <a:pt x="3987" y="421"/>
                  </a:cubicBezTo>
                  <a:cubicBezTo>
                    <a:pt x="4012" y="430"/>
                    <a:pt x="4055" y="430"/>
                    <a:pt x="4090" y="430"/>
                  </a:cubicBezTo>
                  <a:cubicBezTo>
                    <a:pt x="4158" y="430"/>
                    <a:pt x="4227" y="430"/>
                    <a:pt x="4262" y="447"/>
                  </a:cubicBezTo>
                  <a:cubicBezTo>
                    <a:pt x="4476" y="559"/>
                    <a:pt x="4579" y="774"/>
                    <a:pt x="4786" y="903"/>
                  </a:cubicBezTo>
                  <a:cubicBezTo>
                    <a:pt x="4820" y="920"/>
                    <a:pt x="4863" y="946"/>
                    <a:pt x="4871" y="989"/>
                  </a:cubicBezTo>
                  <a:cubicBezTo>
                    <a:pt x="4880" y="1083"/>
                    <a:pt x="4863" y="1100"/>
                    <a:pt x="4932" y="1195"/>
                  </a:cubicBezTo>
                  <a:cubicBezTo>
                    <a:pt x="4957" y="1229"/>
                    <a:pt x="4975" y="1272"/>
                    <a:pt x="5009" y="1306"/>
                  </a:cubicBezTo>
                  <a:cubicBezTo>
                    <a:pt x="5121" y="1444"/>
                    <a:pt x="5198" y="1547"/>
                    <a:pt x="5241" y="1719"/>
                  </a:cubicBezTo>
                  <a:cubicBezTo>
                    <a:pt x="5267" y="1830"/>
                    <a:pt x="5318" y="1934"/>
                    <a:pt x="5335" y="2045"/>
                  </a:cubicBezTo>
                  <a:cubicBezTo>
                    <a:pt x="5353" y="2166"/>
                    <a:pt x="5335" y="2294"/>
                    <a:pt x="5327" y="2415"/>
                  </a:cubicBezTo>
                  <a:cubicBezTo>
                    <a:pt x="5327" y="2458"/>
                    <a:pt x="5301" y="2475"/>
                    <a:pt x="5284" y="2518"/>
                  </a:cubicBezTo>
                  <a:cubicBezTo>
                    <a:pt x="5250" y="2621"/>
                    <a:pt x="5284" y="2724"/>
                    <a:pt x="5301" y="2844"/>
                  </a:cubicBezTo>
                  <a:cubicBezTo>
                    <a:pt x="5310" y="2939"/>
                    <a:pt x="5301" y="3119"/>
                    <a:pt x="5258" y="3205"/>
                  </a:cubicBezTo>
                  <a:cubicBezTo>
                    <a:pt x="5241" y="3257"/>
                    <a:pt x="5103" y="3557"/>
                    <a:pt x="5069" y="3635"/>
                  </a:cubicBezTo>
                  <a:cubicBezTo>
                    <a:pt x="5035" y="3703"/>
                    <a:pt x="4957" y="3815"/>
                    <a:pt x="4940" y="3884"/>
                  </a:cubicBezTo>
                  <a:cubicBezTo>
                    <a:pt x="4923" y="3927"/>
                    <a:pt x="4829" y="4159"/>
                    <a:pt x="4734" y="4262"/>
                  </a:cubicBezTo>
                  <a:cubicBezTo>
                    <a:pt x="4640" y="4382"/>
                    <a:pt x="4571" y="4451"/>
                    <a:pt x="4382" y="4477"/>
                  </a:cubicBezTo>
                  <a:cubicBezTo>
                    <a:pt x="4322" y="4485"/>
                    <a:pt x="4090" y="4614"/>
                    <a:pt x="4030" y="4605"/>
                  </a:cubicBezTo>
                  <a:cubicBezTo>
                    <a:pt x="3978" y="4605"/>
                    <a:pt x="3935" y="4623"/>
                    <a:pt x="3883" y="4631"/>
                  </a:cubicBezTo>
                  <a:cubicBezTo>
                    <a:pt x="3866" y="4631"/>
                    <a:pt x="3849" y="4631"/>
                    <a:pt x="3832" y="4631"/>
                  </a:cubicBezTo>
                  <a:cubicBezTo>
                    <a:pt x="3815" y="4631"/>
                    <a:pt x="3789" y="4631"/>
                    <a:pt x="3772" y="4640"/>
                  </a:cubicBezTo>
                  <a:cubicBezTo>
                    <a:pt x="3617" y="4666"/>
                    <a:pt x="3351" y="4709"/>
                    <a:pt x="3265" y="4734"/>
                  </a:cubicBezTo>
                  <a:cubicBezTo>
                    <a:pt x="3153" y="4769"/>
                    <a:pt x="2964" y="4769"/>
                    <a:pt x="2853" y="4752"/>
                  </a:cubicBezTo>
                  <a:cubicBezTo>
                    <a:pt x="2724" y="4743"/>
                    <a:pt x="2500" y="4863"/>
                    <a:pt x="2363" y="4872"/>
                  </a:cubicBezTo>
                  <a:cubicBezTo>
                    <a:pt x="2260" y="4872"/>
                    <a:pt x="2191" y="4872"/>
                    <a:pt x="2131" y="4872"/>
                  </a:cubicBezTo>
                  <a:cubicBezTo>
                    <a:pt x="2028" y="4863"/>
                    <a:pt x="1950" y="4863"/>
                    <a:pt x="1753" y="4906"/>
                  </a:cubicBezTo>
                  <a:cubicBezTo>
                    <a:pt x="1718" y="4923"/>
                    <a:pt x="1650" y="4915"/>
                    <a:pt x="1590" y="4915"/>
                  </a:cubicBezTo>
                  <a:cubicBezTo>
                    <a:pt x="1512" y="4915"/>
                    <a:pt x="1435" y="4915"/>
                    <a:pt x="1383" y="4932"/>
                  </a:cubicBezTo>
                  <a:cubicBezTo>
                    <a:pt x="1349" y="4941"/>
                    <a:pt x="1315" y="4949"/>
                    <a:pt x="1280" y="4966"/>
                  </a:cubicBezTo>
                  <a:cubicBezTo>
                    <a:pt x="1203" y="4984"/>
                    <a:pt x="1126" y="4992"/>
                    <a:pt x="1048" y="5018"/>
                  </a:cubicBezTo>
                  <a:cubicBezTo>
                    <a:pt x="980" y="5035"/>
                    <a:pt x="962" y="5044"/>
                    <a:pt x="894" y="5026"/>
                  </a:cubicBezTo>
                  <a:cubicBezTo>
                    <a:pt x="645" y="4975"/>
                    <a:pt x="395" y="4932"/>
                    <a:pt x="129" y="4984"/>
                  </a:cubicBezTo>
                  <a:cubicBezTo>
                    <a:pt x="95" y="4984"/>
                    <a:pt x="0" y="4597"/>
                    <a:pt x="9" y="4528"/>
                  </a:cubicBezTo>
                  <a:cubicBezTo>
                    <a:pt x="35" y="4331"/>
                    <a:pt x="60" y="4142"/>
                    <a:pt x="86" y="3944"/>
                  </a:cubicBezTo>
                  <a:cubicBezTo>
                    <a:pt x="129" y="3575"/>
                    <a:pt x="181" y="3205"/>
                    <a:pt x="241" y="2853"/>
                  </a:cubicBezTo>
                  <a:cubicBezTo>
                    <a:pt x="284" y="2535"/>
                    <a:pt x="335" y="2234"/>
                    <a:pt x="361" y="1934"/>
                  </a:cubicBezTo>
                  <a:cubicBezTo>
                    <a:pt x="387" y="1650"/>
                    <a:pt x="395" y="1375"/>
                    <a:pt x="438" y="1092"/>
                  </a:cubicBezTo>
                  <a:cubicBezTo>
                    <a:pt x="456" y="997"/>
                    <a:pt x="645" y="1"/>
                    <a:pt x="713" y="9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94" name="Google Shape;13594;p45"/>
            <p:cNvSpPr/>
            <p:nvPr/>
          </p:nvSpPr>
          <p:spPr>
            <a:xfrm>
              <a:off x="5695575" y="1270850"/>
              <a:ext cx="76925" cy="126875"/>
            </a:xfrm>
            <a:custGeom>
              <a:avLst/>
              <a:gdLst/>
              <a:ahLst/>
              <a:cxnLst/>
              <a:rect l="l" t="t" r="r" b="b"/>
              <a:pathLst>
                <a:path w="3077" h="5075" extrusionOk="0">
                  <a:moveTo>
                    <a:pt x="1047" y="1"/>
                  </a:moveTo>
                  <a:cubicBezTo>
                    <a:pt x="898" y="1"/>
                    <a:pt x="756" y="31"/>
                    <a:pt x="714" y="74"/>
                  </a:cubicBezTo>
                  <a:cubicBezTo>
                    <a:pt x="707" y="81"/>
                    <a:pt x="712" y="84"/>
                    <a:pt x="724" y="84"/>
                  </a:cubicBezTo>
                  <a:cubicBezTo>
                    <a:pt x="740" y="84"/>
                    <a:pt x="770" y="79"/>
                    <a:pt x="800" y="74"/>
                  </a:cubicBezTo>
                  <a:cubicBezTo>
                    <a:pt x="835" y="69"/>
                    <a:pt x="869" y="64"/>
                    <a:pt x="891" y="64"/>
                  </a:cubicBezTo>
                  <a:cubicBezTo>
                    <a:pt x="907" y="64"/>
                    <a:pt x="915" y="67"/>
                    <a:pt x="912" y="74"/>
                  </a:cubicBezTo>
                  <a:cubicBezTo>
                    <a:pt x="877" y="117"/>
                    <a:pt x="843" y="160"/>
                    <a:pt x="809" y="194"/>
                  </a:cubicBezTo>
                  <a:cubicBezTo>
                    <a:pt x="697" y="332"/>
                    <a:pt x="662" y="503"/>
                    <a:pt x="602" y="649"/>
                  </a:cubicBezTo>
                  <a:cubicBezTo>
                    <a:pt x="542" y="787"/>
                    <a:pt x="491" y="924"/>
                    <a:pt x="448" y="1053"/>
                  </a:cubicBezTo>
                  <a:cubicBezTo>
                    <a:pt x="413" y="1148"/>
                    <a:pt x="379" y="1259"/>
                    <a:pt x="362" y="1363"/>
                  </a:cubicBezTo>
                  <a:cubicBezTo>
                    <a:pt x="345" y="1474"/>
                    <a:pt x="370" y="1586"/>
                    <a:pt x="370" y="1698"/>
                  </a:cubicBezTo>
                  <a:cubicBezTo>
                    <a:pt x="370" y="1758"/>
                    <a:pt x="370" y="1809"/>
                    <a:pt x="370" y="1869"/>
                  </a:cubicBezTo>
                  <a:cubicBezTo>
                    <a:pt x="388" y="2136"/>
                    <a:pt x="396" y="2428"/>
                    <a:pt x="336" y="2703"/>
                  </a:cubicBezTo>
                  <a:cubicBezTo>
                    <a:pt x="302" y="2875"/>
                    <a:pt x="241" y="3046"/>
                    <a:pt x="207" y="3218"/>
                  </a:cubicBezTo>
                  <a:cubicBezTo>
                    <a:pt x="181" y="3364"/>
                    <a:pt x="156" y="3502"/>
                    <a:pt x="121" y="3648"/>
                  </a:cubicBezTo>
                  <a:cubicBezTo>
                    <a:pt x="44" y="3992"/>
                    <a:pt x="1" y="4309"/>
                    <a:pt x="121" y="4644"/>
                  </a:cubicBezTo>
                  <a:cubicBezTo>
                    <a:pt x="156" y="4739"/>
                    <a:pt x="190" y="4808"/>
                    <a:pt x="259" y="4876"/>
                  </a:cubicBezTo>
                  <a:cubicBezTo>
                    <a:pt x="310" y="4919"/>
                    <a:pt x="362" y="4980"/>
                    <a:pt x="422" y="5005"/>
                  </a:cubicBezTo>
                  <a:cubicBezTo>
                    <a:pt x="542" y="5065"/>
                    <a:pt x="705" y="5057"/>
                    <a:pt x="834" y="5074"/>
                  </a:cubicBezTo>
                  <a:cubicBezTo>
                    <a:pt x="877" y="5074"/>
                    <a:pt x="912" y="5065"/>
                    <a:pt x="955" y="5057"/>
                  </a:cubicBezTo>
                  <a:cubicBezTo>
                    <a:pt x="969" y="5054"/>
                    <a:pt x="980" y="5053"/>
                    <a:pt x="990" y="5053"/>
                  </a:cubicBezTo>
                  <a:cubicBezTo>
                    <a:pt x="1010" y="5053"/>
                    <a:pt x="1023" y="5057"/>
                    <a:pt x="1040" y="5057"/>
                  </a:cubicBezTo>
                  <a:cubicBezTo>
                    <a:pt x="1049" y="5061"/>
                    <a:pt x="1060" y="5063"/>
                    <a:pt x="1074" y="5063"/>
                  </a:cubicBezTo>
                  <a:cubicBezTo>
                    <a:pt x="1088" y="5063"/>
                    <a:pt x="1105" y="5061"/>
                    <a:pt x="1126" y="5057"/>
                  </a:cubicBezTo>
                  <a:cubicBezTo>
                    <a:pt x="1134" y="5054"/>
                    <a:pt x="1143" y="5053"/>
                    <a:pt x="1153" y="5053"/>
                  </a:cubicBezTo>
                  <a:cubicBezTo>
                    <a:pt x="1177" y="5053"/>
                    <a:pt x="1208" y="5059"/>
                    <a:pt x="1238" y="5065"/>
                  </a:cubicBezTo>
                  <a:cubicBezTo>
                    <a:pt x="1267" y="5069"/>
                    <a:pt x="1294" y="5071"/>
                    <a:pt x="1318" y="5071"/>
                  </a:cubicBezTo>
                  <a:cubicBezTo>
                    <a:pt x="1352" y="5071"/>
                    <a:pt x="1381" y="5067"/>
                    <a:pt x="1401" y="5057"/>
                  </a:cubicBezTo>
                  <a:cubicBezTo>
                    <a:pt x="1470" y="5005"/>
                    <a:pt x="1676" y="4997"/>
                    <a:pt x="1736" y="4945"/>
                  </a:cubicBezTo>
                  <a:cubicBezTo>
                    <a:pt x="1788" y="4911"/>
                    <a:pt x="1839" y="4876"/>
                    <a:pt x="1900" y="4842"/>
                  </a:cubicBezTo>
                  <a:cubicBezTo>
                    <a:pt x="1951" y="4816"/>
                    <a:pt x="1986" y="4808"/>
                    <a:pt x="2028" y="4773"/>
                  </a:cubicBezTo>
                  <a:cubicBezTo>
                    <a:pt x="2054" y="4756"/>
                    <a:pt x="2071" y="4739"/>
                    <a:pt x="2097" y="4722"/>
                  </a:cubicBezTo>
                  <a:cubicBezTo>
                    <a:pt x="2166" y="4662"/>
                    <a:pt x="2114" y="4541"/>
                    <a:pt x="2209" y="4507"/>
                  </a:cubicBezTo>
                  <a:cubicBezTo>
                    <a:pt x="2286" y="4481"/>
                    <a:pt x="2355" y="4464"/>
                    <a:pt x="2407" y="4404"/>
                  </a:cubicBezTo>
                  <a:cubicBezTo>
                    <a:pt x="2441" y="4370"/>
                    <a:pt x="2458" y="4352"/>
                    <a:pt x="2458" y="4309"/>
                  </a:cubicBezTo>
                  <a:cubicBezTo>
                    <a:pt x="2467" y="4284"/>
                    <a:pt x="2475" y="4249"/>
                    <a:pt x="2475" y="4215"/>
                  </a:cubicBezTo>
                  <a:cubicBezTo>
                    <a:pt x="2475" y="4181"/>
                    <a:pt x="2570" y="4181"/>
                    <a:pt x="2561" y="4146"/>
                  </a:cubicBezTo>
                  <a:cubicBezTo>
                    <a:pt x="2561" y="4138"/>
                    <a:pt x="2553" y="4120"/>
                    <a:pt x="2553" y="4103"/>
                  </a:cubicBezTo>
                  <a:cubicBezTo>
                    <a:pt x="2553" y="4077"/>
                    <a:pt x="2570" y="4077"/>
                    <a:pt x="2578" y="4060"/>
                  </a:cubicBezTo>
                  <a:cubicBezTo>
                    <a:pt x="2596" y="4009"/>
                    <a:pt x="2587" y="3940"/>
                    <a:pt x="2604" y="3888"/>
                  </a:cubicBezTo>
                  <a:cubicBezTo>
                    <a:pt x="2621" y="3820"/>
                    <a:pt x="2681" y="3760"/>
                    <a:pt x="2716" y="3691"/>
                  </a:cubicBezTo>
                  <a:cubicBezTo>
                    <a:pt x="2742" y="3656"/>
                    <a:pt x="2750" y="3614"/>
                    <a:pt x="2776" y="3579"/>
                  </a:cubicBezTo>
                  <a:cubicBezTo>
                    <a:pt x="2793" y="3562"/>
                    <a:pt x="2819" y="3536"/>
                    <a:pt x="2827" y="3519"/>
                  </a:cubicBezTo>
                  <a:cubicBezTo>
                    <a:pt x="2845" y="3485"/>
                    <a:pt x="2845" y="3450"/>
                    <a:pt x="2853" y="3416"/>
                  </a:cubicBezTo>
                  <a:cubicBezTo>
                    <a:pt x="2862" y="3364"/>
                    <a:pt x="2870" y="3313"/>
                    <a:pt x="2888" y="3261"/>
                  </a:cubicBezTo>
                  <a:cubicBezTo>
                    <a:pt x="2905" y="3210"/>
                    <a:pt x="2905" y="3150"/>
                    <a:pt x="2939" y="3107"/>
                  </a:cubicBezTo>
                  <a:cubicBezTo>
                    <a:pt x="2956" y="3081"/>
                    <a:pt x="2982" y="3072"/>
                    <a:pt x="2999" y="3055"/>
                  </a:cubicBezTo>
                  <a:cubicBezTo>
                    <a:pt x="3034" y="3012"/>
                    <a:pt x="3034" y="2952"/>
                    <a:pt x="3042" y="2900"/>
                  </a:cubicBezTo>
                  <a:cubicBezTo>
                    <a:pt x="3051" y="2857"/>
                    <a:pt x="3051" y="2806"/>
                    <a:pt x="3059" y="2763"/>
                  </a:cubicBezTo>
                  <a:cubicBezTo>
                    <a:pt x="3068" y="2720"/>
                    <a:pt x="3034" y="2668"/>
                    <a:pt x="3034" y="2634"/>
                  </a:cubicBezTo>
                  <a:cubicBezTo>
                    <a:pt x="3016" y="2574"/>
                    <a:pt x="3008" y="2565"/>
                    <a:pt x="3042" y="2514"/>
                  </a:cubicBezTo>
                  <a:cubicBezTo>
                    <a:pt x="3077" y="2462"/>
                    <a:pt x="2999" y="2437"/>
                    <a:pt x="2999" y="2385"/>
                  </a:cubicBezTo>
                  <a:cubicBezTo>
                    <a:pt x="2999" y="2342"/>
                    <a:pt x="2974" y="2308"/>
                    <a:pt x="2965" y="2265"/>
                  </a:cubicBezTo>
                  <a:cubicBezTo>
                    <a:pt x="2939" y="2205"/>
                    <a:pt x="2982" y="2136"/>
                    <a:pt x="2965" y="2058"/>
                  </a:cubicBezTo>
                  <a:cubicBezTo>
                    <a:pt x="2931" y="1955"/>
                    <a:pt x="2948" y="1827"/>
                    <a:pt x="2905" y="1732"/>
                  </a:cubicBezTo>
                  <a:cubicBezTo>
                    <a:pt x="2888" y="1672"/>
                    <a:pt x="2870" y="1620"/>
                    <a:pt x="2853" y="1560"/>
                  </a:cubicBezTo>
                  <a:cubicBezTo>
                    <a:pt x="2845" y="1517"/>
                    <a:pt x="2845" y="1466"/>
                    <a:pt x="2819" y="1431"/>
                  </a:cubicBezTo>
                  <a:cubicBezTo>
                    <a:pt x="2750" y="1311"/>
                    <a:pt x="2664" y="1191"/>
                    <a:pt x="2647" y="1062"/>
                  </a:cubicBezTo>
                  <a:cubicBezTo>
                    <a:pt x="2647" y="1002"/>
                    <a:pt x="2638" y="924"/>
                    <a:pt x="2587" y="864"/>
                  </a:cubicBezTo>
                  <a:cubicBezTo>
                    <a:pt x="2570" y="847"/>
                    <a:pt x="2553" y="847"/>
                    <a:pt x="2535" y="830"/>
                  </a:cubicBezTo>
                  <a:cubicBezTo>
                    <a:pt x="2510" y="813"/>
                    <a:pt x="2501" y="787"/>
                    <a:pt x="2475" y="770"/>
                  </a:cubicBezTo>
                  <a:cubicBezTo>
                    <a:pt x="2407" y="735"/>
                    <a:pt x="2398" y="710"/>
                    <a:pt x="2364" y="658"/>
                  </a:cubicBezTo>
                  <a:cubicBezTo>
                    <a:pt x="2329" y="607"/>
                    <a:pt x="2269" y="581"/>
                    <a:pt x="2235" y="538"/>
                  </a:cubicBezTo>
                  <a:cubicBezTo>
                    <a:pt x="2192" y="495"/>
                    <a:pt x="2149" y="460"/>
                    <a:pt x="2106" y="418"/>
                  </a:cubicBezTo>
                  <a:cubicBezTo>
                    <a:pt x="2071" y="383"/>
                    <a:pt x="2046" y="349"/>
                    <a:pt x="2003" y="323"/>
                  </a:cubicBezTo>
                  <a:cubicBezTo>
                    <a:pt x="1968" y="306"/>
                    <a:pt x="1943" y="280"/>
                    <a:pt x="1908" y="271"/>
                  </a:cubicBezTo>
                  <a:cubicBezTo>
                    <a:pt x="1874" y="271"/>
                    <a:pt x="1857" y="263"/>
                    <a:pt x="1831" y="254"/>
                  </a:cubicBezTo>
                  <a:cubicBezTo>
                    <a:pt x="1788" y="237"/>
                    <a:pt x="1788" y="237"/>
                    <a:pt x="1762" y="211"/>
                  </a:cubicBezTo>
                  <a:cubicBezTo>
                    <a:pt x="1745" y="194"/>
                    <a:pt x="1719" y="186"/>
                    <a:pt x="1693" y="168"/>
                  </a:cubicBezTo>
                  <a:cubicBezTo>
                    <a:pt x="1668" y="151"/>
                    <a:pt x="1650" y="125"/>
                    <a:pt x="1608" y="117"/>
                  </a:cubicBezTo>
                  <a:lnTo>
                    <a:pt x="1565" y="117"/>
                  </a:lnTo>
                  <a:cubicBezTo>
                    <a:pt x="1547" y="117"/>
                    <a:pt x="1539" y="117"/>
                    <a:pt x="1504" y="108"/>
                  </a:cubicBezTo>
                  <a:cubicBezTo>
                    <a:pt x="1453" y="82"/>
                    <a:pt x="1341" y="82"/>
                    <a:pt x="1272" y="65"/>
                  </a:cubicBezTo>
                  <a:cubicBezTo>
                    <a:pt x="1238" y="48"/>
                    <a:pt x="1178" y="22"/>
                    <a:pt x="1144" y="5"/>
                  </a:cubicBezTo>
                  <a:cubicBezTo>
                    <a:pt x="1112" y="2"/>
                    <a:pt x="1079" y="1"/>
                    <a:pt x="104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95" name="Google Shape;13595;p45"/>
            <p:cNvSpPr/>
            <p:nvPr/>
          </p:nvSpPr>
          <p:spPr>
            <a:xfrm>
              <a:off x="5658425" y="1335825"/>
              <a:ext cx="450" cy="25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" y="1"/>
                  </a:moveTo>
                  <a:lnTo>
                    <a:pt x="1" y="1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96" name="Google Shape;13596;p45"/>
            <p:cNvSpPr/>
            <p:nvPr/>
          </p:nvSpPr>
          <p:spPr>
            <a:xfrm>
              <a:off x="5658650" y="1271150"/>
              <a:ext cx="106325" cy="125900"/>
            </a:xfrm>
            <a:custGeom>
              <a:avLst/>
              <a:gdLst/>
              <a:ahLst/>
              <a:cxnLst/>
              <a:rect l="l" t="t" r="r" b="b"/>
              <a:pathLst>
                <a:path w="4253" h="5036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12" y="3619"/>
                    <a:pt x="163" y="3730"/>
                    <a:pt x="249" y="3799"/>
                  </a:cubicBezTo>
                  <a:cubicBezTo>
                    <a:pt x="284" y="3825"/>
                    <a:pt x="309" y="3851"/>
                    <a:pt x="335" y="3894"/>
                  </a:cubicBezTo>
                  <a:cubicBezTo>
                    <a:pt x="370" y="3962"/>
                    <a:pt x="395" y="3988"/>
                    <a:pt x="456" y="4040"/>
                  </a:cubicBezTo>
                  <a:cubicBezTo>
                    <a:pt x="550" y="4108"/>
                    <a:pt x="567" y="4229"/>
                    <a:pt x="627" y="4315"/>
                  </a:cubicBezTo>
                  <a:cubicBezTo>
                    <a:pt x="653" y="4349"/>
                    <a:pt x="679" y="4392"/>
                    <a:pt x="713" y="4409"/>
                  </a:cubicBezTo>
                  <a:cubicBezTo>
                    <a:pt x="782" y="4435"/>
                    <a:pt x="851" y="4418"/>
                    <a:pt x="919" y="4461"/>
                  </a:cubicBezTo>
                  <a:cubicBezTo>
                    <a:pt x="962" y="4486"/>
                    <a:pt x="1005" y="4521"/>
                    <a:pt x="1048" y="4547"/>
                  </a:cubicBezTo>
                  <a:cubicBezTo>
                    <a:pt x="1100" y="4581"/>
                    <a:pt x="1169" y="4624"/>
                    <a:pt x="1212" y="4675"/>
                  </a:cubicBezTo>
                  <a:cubicBezTo>
                    <a:pt x="1280" y="4779"/>
                    <a:pt x="1323" y="4839"/>
                    <a:pt x="1444" y="4890"/>
                  </a:cubicBezTo>
                  <a:cubicBezTo>
                    <a:pt x="1555" y="4942"/>
                    <a:pt x="1658" y="4968"/>
                    <a:pt x="1770" y="4976"/>
                  </a:cubicBezTo>
                  <a:cubicBezTo>
                    <a:pt x="1813" y="4985"/>
                    <a:pt x="1856" y="4985"/>
                    <a:pt x="1899" y="4993"/>
                  </a:cubicBezTo>
                  <a:cubicBezTo>
                    <a:pt x="1933" y="5002"/>
                    <a:pt x="1968" y="5019"/>
                    <a:pt x="2002" y="5028"/>
                  </a:cubicBezTo>
                  <a:cubicBezTo>
                    <a:pt x="2022" y="5033"/>
                    <a:pt x="2041" y="5035"/>
                    <a:pt x="2060" y="5035"/>
                  </a:cubicBezTo>
                  <a:cubicBezTo>
                    <a:pt x="2096" y="5035"/>
                    <a:pt x="2131" y="5028"/>
                    <a:pt x="2165" y="5028"/>
                  </a:cubicBezTo>
                  <a:lnTo>
                    <a:pt x="2234" y="5028"/>
                  </a:lnTo>
                  <a:cubicBezTo>
                    <a:pt x="2247" y="5032"/>
                    <a:pt x="2262" y="5034"/>
                    <a:pt x="2278" y="5034"/>
                  </a:cubicBezTo>
                  <a:cubicBezTo>
                    <a:pt x="2294" y="5034"/>
                    <a:pt x="2311" y="5032"/>
                    <a:pt x="2328" y="5028"/>
                  </a:cubicBezTo>
                  <a:cubicBezTo>
                    <a:pt x="2363" y="5011"/>
                    <a:pt x="2389" y="4993"/>
                    <a:pt x="2423" y="4968"/>
                  </a:cubicBezTo>
                  <a:cubicBezTo>
                    <a:pt x="2457" y="4942"/>
                    <a:pt x="2492" y="4933"/>
                    <a:pt x="2535" y="4925"/>
                  </a:cubicBezTo>
                  <a:cubicBezTo>
                    <a:pt x="2646" y="4899"/>
                    <a:pt x="2758" y="4890"/>
                    <a:pt x="2870" y="4847"/>
                  </a:cubicBezTo>
                  <a:cubicBezTo>
                    <a:pt x="2964" y="4813"/>
                    <a:pt x="3059" y="4770"/>
                    <a:pt x="3153" y="4744"/>
                  </a:cubicBezTo>
                  <a:cubicBezTo>
                    <a:pt x="3239" y="4718"/>
                    <a:pt x="3274" y="4632"/>
                    <a:pt x="3342" y="4581"/>
                  </a:cubicBezTo>
                  <a:cubicBezTo>
                    <a:pt x="3411" y="4521"/>
                    <a:pt x="3454" y="4512"/>
                    <a:pt x="3523" y="4461"/>
                  </a:cubicBezTo>
                  <a:cubicBezTo>
                    <a:pt x="3548" y="4435"/>
                    <a:pt x="3557" y="4435"/>
                    <a:pt x="3574" y="4401"/>
                  </a:cubicBezTo>
                  <a:cubicBezTo>
                    <a:pt x="3591" y="4366"/>
                    <a:pt x="3617" y="4332"/>
                    <a:pt x="3634" y="4297"/>
                  </a:cubicBezTo>
                  <a:cubicBezTo>
                    <a:pt x="3652" y="4254"/>
                    <a:pt x="3703" y="4254"/>
                    <a:pt x="3703" y="4212"/>
                  </a:cubicBezTo>
                  <a:cubicBezTo>
                    <a:pt x="3712" y="4169"/>
                    <a:pt x="3729" y="4143"/>
                    <a:pt x="3746" y="4100"/>
                  </a:cubicBezTo>
                  <a:cubicBezTo>
                    <a:pt x="3763" y="4040"/>
                    <a:pt x="3780" y="3971"/>
                    <a:pt x="3798" y="3902"/>
                  </a:cubicBezTo>
                  <a:cubicBezTo>
                    <a:pt x="3815" y="3868"/>
                    <a:pt x="3849" y="3816"/>
                    <a:pt x="3875" y="3773"/>
                  </a:cubicBezTo>
                  <a:cubicBezTo>
                    <a:pt x="3926" y="3687"/>
                    <a:pt x="3969" y="3593"/>
                    <a:pt x="4012" y="3507"/>
                  </a:cubicBezTo>
                  <a:cubicBezTo>
                    <a:pt x="4090" y="3344"/>
                    <a:pt x="4253" y="3146"/>
                    <a:pt x="4219" y="2957"/>
                  </a:cubicBezTo>
                  <a:cubicBezTo>
                    <a:pt x="4201" y="2837"/>
                    <a:pt x="4193" y="2691"/>
                    <a:pt x="4141" y="2579"/>
                  </a:cubicBezTo>
                  <a:cubicBezTo>
                    <a:pt x="4124" y="2545"/>
                    <a:pt x="4090" y="2493"/>
                    <a:pt x="4090" y="2459"/>
                  </a:cubicBezTo>
                  <a:cubicBezTo>
                    <a:pt x="4081" y="2373"/>
                    <a:pt x="4115" y="2261"/>
                    <a:pt x="4124" y="2184"/>
                  </a:cubicBezTo>
                  <a:cubicBezTo>
                    <a:pt x="4141" y="2081"/>
                    <a:pt x="4133" y="2012"/>
                    <a:pt x="4107" y="1909"/>
                  </a:cubicBezTo>
                  <a:cubicBezTo>
                    <a:pt x="4090" y="1832"/>
                    <a:pt x="4098" y="1754"/>
                    <a:pt x="4081" y="1668"/>
                  </a:cubicBezTo>
                  <a:cubicBezTo>
                    <a:pt x="4064" y="1531"/>
                    <a:pt x="4030" y="1368"/>
                    <a:pt x="3944" y="1256"/>
                  </a:cubicBezTo>
                  <a:cubicBezTo>
                    <a:pt x="3909" y="1213"/>
                    <a:pt x="3866" y="1205"/>
                    <a:pt x="3823" y="1170"/>
                  </a:cubicBezTo>
                  <a:cubicBezTo>
                    <a:pt x="3798" y="1153"/>
                    <a:pt x="3763" y="1101"/>
                    <a:pt x="3746" y="1067"/>
                  </a:cubicBezTo>
                  <a:cubicBezTo>
                    <a:pt x="3712" y="1016"/>
                    <a:pt x="3694" y="955"/>
                    <a:pt x="3694" y="895"/>
                  </a:cubicBezTo>
                  <a:cubicBezTo>
                    <a:pt x="3703" y="844"/>
                    <a:pt x="3712" y="775"/>
                    <a:pt x="3686" y="732"/>
                  </a:cubicBezTo>
                  <a:cubicBezTo>
                    <a:pt x="3652" y="680"/>
                    <a:pt x="3617" y="655"/>
                    <a:pt x="3591" y="603"/>
                  </a:cubicBezTo>
                  <a:cubicBezTo>
                    <a:pt x="3557" y="534"/>
                    <a:pt x="3531" y="509"/>
                    <a:pt x="3480" y="466"/>
                  </a:cubicBezTo>
                  <a:cubicBezTo>
                    <a:pt x="3385" y="397"/>
                    <a:pt x="3291" y="337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612" y="36"/>
                    <a:pt x="2578" y="36"/>
                    <a:pt x="2535" y="36"/>
                  </a:cubicBezTo>
                  <a:lnTo>
                    <a:pt x="2475" y="36"/>
                  </a:ln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97" name="Google Shape;13597;p45"/>
            <p:cNvSpPr/>
            <p:nvPr/>
          </p:nvSpPr>
          <p:spPr>
            <a:xfrm>
              <a:off x="5707400" y="1280200"/>
              <a:ext cx="1525" cy="450"/>
            </a:xfrm>
            <a:custGeom>
              <a:avLst/>
              <a:gdLst/>
              <a:ahLst/>
              <a:cxnLst/>
              <a:rect l="l" t="t" r="r" b="b"/>
              <a:pathLst>
                <a:path w="61" h="18" extrusionOk="0">
                  <a:moveTo>
                    <a:pt x="0" y="1"/>
                  </a:moveTo>
                  <a:cubicBezTo>
                    <a:pt x="35" y="9"/>
                    <a:pt x="43" y="18"/>
                    <a:pt x="52" y="18"/>
                  </a:cubicBezTo>
                  <a:cubicBezTo>
                    <a:pt x="61" y="18"/>
                    <a:pt x="61" y="9"/>
                    <a:pt x="52" y="9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rgbClr val="E4C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98" name="Google Shape;13598;p45"/>
            <p:cNvSpPr/>
            <p:nvPr/>
          </p:nvSpPr>
          <p:spPr>
            <a:xfrm>
              <a:off x="5709550" y="1391900"/>
              <a:ext cx="21925" cy="5175"/>
            </a:xfrm>
            <a:custGeom>
              <a:avLst/>
              <a:gdLst/>
              <a:ahLst/>
              <a:cxnLst/>
              <a:rect l="l" t="t" r="r" b="b"/>
              <a:pathLst>
                <a:path w="877" h="207" extrusionOk="0">
                  <a:moveTo>
                    <a:pt x="26" y="206"/>
                  </a:moveTo>
                  <a:cubicBezTo>
                    <a:pt x="18" y="206"/>
                    <a:pt x="9" y="206"/>
                    <a:pt x="0" y="206"/>
                  </a:cubicBezTo>
                  <a:lnTo>
                    <a:pt x="0" y="206"/>
                  </a:lnTo>
                  <a:cubicBezTo>
                    <a:pt x="9" y="206"/>
                    <a:pt x="18" y="206"/>
                    <a:pt x="26" y="206"/>
                  </a:cubicBezTo>
                  <a:cubicBezTo>
                    <a:pt x="60" y="206"/>
                    <a:pt x="95" y="198"/>
                    <a:pt x="129" y="198"/>
                  </a:cubicBezTo>
                  <a:cubicBezTo>
                    <a:pt x="138" y="198"/>
                    <a:pt x="146" y="198"/>
                    <a:pt x="146" y="198"/>
                  </a:cubicBezTo>
                  <a:cubicBezTo>
                    <a:pt x="164" y="198"/>
                    <a:pt x="181" y="198"/>
                    <a:pt x="198" y="198"/>
                  </a:cubicBezTo>
                  <a:cubicBezTo>
                    <a:pt x="207" y="198"/>
                    <a:pt x="224" y="206"/>
                    <a:pt x="241" y="206"/>
                  </a:cubicBezTo>
                  <a:cubicBezTo>
                    <a:pt x="258" y="206"/>
                    <a:pt x="275" y="198"/>
                    <a:pt x="292" y="198"/>
                  </a:cubicBezTo>
                  <a:cubicBezTo>
                    <a:pt x="327" y="181"/>
                    <a:pt x="353" y="163"/>
                    <a:pt x="387" y="138"/>
                  </a:cubicBezTo>
                  <a:cubicBezTo>
                    <a:pt x="421" y="112"/>
                    <a:pt x="456" y="103"/>
                    <a:pt x="499" y="95"/>
                  </a:cubicBezTo>
                  <a:cubicBezTo>
                    <a:pt x="610" y="69"/>
                    <a:pt x="722" y="60"/>
                    <a:pt x="834" y="17"/>
                  </a:cubicBezTo>
                  <a:cubicBezTo>
                    <a:pt x="842" y="17"/>
                    <a:pt x="859" y="9"/>
                    <a:pt x="877" y="0"/>
                  </a:cubicBezTo>
                  <a:cubicBezTo>
                    <a:pt x="859" y="9"/>
                    <a:pt x="842" y="17"/>
                    <a:pt x="834" y="17"/>
                  </a:cubicBezTo>
                  <a:cubicBezTo>
                    <a:pt x="722" y="60"/>
                    <a:pt x="610" y="69"/>
                    <a:pt x="499" y="95"/>
                  </a:cubicBezTo>
                  <a:cubicBezTo>
                    <a:pt x="456" y="103"/>
                    <a:pt x="421" y="112"/>
                    <a:pt x="387" y="138"/>
                  </a:cubicBezTo>
                  <a:cubicBezTo>
                    <a:pt x="353" y="163"/>
                    <a:pt x="327" y="181"/>
                    <a:pt x="292" y="198"/>
                  </a:cubicBezTo>
                  <a:cubicBezTo>
                    <a:pt x="275" y="198"/>
                    <a:pt x="258" y="206"/>
                    <a:pt x="241" y="206"/>
                  </a:cubicBezTo>
                  <a:cubicBezTo>
                    <a:pt x="224" y="206"/>
                    <a:pt x="207" y="198"/>
                    <a:pt x="198" y="198"/>
                  </a:cubicBezTo>
                  <a:cubicBezTo>
                    <a:pt x="181" y="198"/>
                    <a:pt x="164" y="198"/>
                    <a:pt x="146" y="198"/>
                  </a:cubicBezTo>
                  <a:cubicBezTo>
                    <a:pt x="146" y="198"/>
                    <a:pt x="138" y="198"/>
                    <a:pt x="129" y="198"/>
                  </a:cubicBezTo>
                  <a:cubicBezTo>
                    <a:pt x="95" y="198"/>
                    <a:pt x="60" y="206"/>
                    <a:pt x="26" y="206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99" name="Google Shape;13599;p45"/>
            <p:cNvSpPr/>
            <p:nvPr/>
          </p:nvSpPr>
          <p:spPr>
            <a:xfrm>
              <a:off x="5741975" y="1376200"/>
              <a:ext cx="9475" cy="9700"/>
            </a:xfrm>
            <a:custGeom>
              <a:avLst/>
              <a:gdLst/>
              <a:ahLst/>
              <a:cxnLst/>
              <a:rect l="l" t="t" r="r" b="b"/>
              <a:pathLst>
                <a:path w="379" h="388" extrusionOk="0">
                  <a:moveTo>
                    <a:pt x="1" y="388"/>
                  </a:moveTo>
                  <a:cubicBezTo>
                    <a:pt x="1" y="379"/>
                    <a:pt x="1" y="379"/>
                    <a:pt x="9" y="379"/>
                  </a:cubicBezTo>
                  <a:cubicBezTo>
                    <a:pt x="78" y="319"/>
                    <a:pt x="121" y="310"/>
                    <a:pt x="190" y="259"/>
                  </a:cubicBezTo>
                  <a:cubicBezTo>
                    <a:pt x="215" y="233"/>
                    <a:pt x="224" y="233"/>
                    <a:pt x="241" y="199"/>
                  </a:cubicBezTo>
                  <a:cubicBezTo>
                    <a:pt x="258" y="164"/>
                    <a:pt x="284" y="130"/>
                    <a:pt x="301" y="95"/>
                  </a:cubicBezTo>
                  <a:cubicBezTo>
                    <a:pt x="319" y="52"/>
                    <a:pt x="370" y="52"/>
                    <a:pt x="370" y="10"/>
                  </a:cubicBezTo>
                  <a:cubicBezTo>
                    <a:pt x="379" y="10"/>
                    <a:pt x="379" y="1"/>
                    <a:pt x="379" y="1"/>
                  </a:cubicBezTo>
                  <a:cubicBezTo>
                    <a:pt x="379" y="1"/>
                    <a:pt x="379" y="10"/>
                    <a:pt x="370" y="10"/>
                  </a:cubicBezTo>
                  <a:cubicBezTo>
                    <a:pt x="370" y="52"/>
                    <a:pt x="319" y="52"/>
                    <a:pt x="301" y="95"/>
                  </a:cubicBezTo>
                  <a:cubicBezTo>
                    <a:pt x="284" y="130"/>
                    <a:pt x="258" y="164"/>
                    <a:pt x="241" y="199"/>
                  </a:cubicBezTo>
                  <a:cubicBezTo>
                    <a:pt x="224" y="233"/>
                    <a:pt x="215" y="233"/>
                    <a:pt x="190" y="259"/>
                  </a:cubicBezTo>
                  <a:cubicBezTo>
                    <a:pt x="121" y="310"/>
                    <a:pt x="78" y="319"/>
                    <a:pt x="9" y="379"/>
                  </a:cubicBezTo>
                  <a:cubicBezTo>
                    <a:pt x="1" y="379"/>
                    <a:pt x="1" y="379"/>
                    <a:pt x="1" y="388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00" name="Google Shape;13600;p45"/>
            <p:cNvSpPr/>
            <p:nvPr/>
          </p:nvSpPr>
          <p:spPr>
            <a:xfrm>
              <a:off x="5748425" y="1286225"/>
              <a:ext cx="15475" cy="57575"/>
            </a:xfrm>
            <a:custGeom>
              <a:avLst/>
              <a:gdLst/>
              <a:ahLst/>
              <a:cxnLst/>
              <a:rect l="l" t="t" r="r" b="b"/>
              <a:pathLst>
                <a:path w="619" h="2303" extrusionOk="0">
                  <a:moveTo>
                    <a:pt x="619" y="2303"/>
                  </a:moveTo>
                  <a:cubicBezTo>
                    <a:pt x="610" y="2200"/>
                    <a:pt x="593" y="2071"/>
                    <a:pt x="550" y="1976"/>
                  </a:cubicBezTo>
                  <a:cubicBezTo>
                    <a:pt x="533" y="1942"/>
                    <a:pt x="507" y="1907"/>
                    <a:pt x="499" y="1873"/>
                  </a:cubicBezTo>
                  <a:cubicBezTo>
                    <a:pt x="507" y="1907"/>
                    <a:pt x="533" y="1942"/>
                    <a:pt x="550" y="1976"/>
                  </a:cubicBezTo>
                  <a:cubicBezTo>
                    <a:pt x="593" y="2071"/>
                    <a:pt x="610" y="2200"/>
                    <a:pt x="619" y="2303"/>
                  </a:cubicBezTo>
                  <a:close/>
                  <a:moveTo>
                    <a:pt x="95" y="129"/>
                  </a:moveTo>
                  <a:cubicBezTo>
                    <a:pt x="61" y="77"/>
                    <a:pt x="26" y="52"/>
                    <a:pt x="0" y="0"/>
                  </a:cubicBezTo>
                  <a:cubicBezTo>
                    <a:pt x="26" y="52"/>
                    <a:pt x="61" y="77"/>
                    <a:pt x="95" y="12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01" name="Google Shape;13601;p45"/>
            <p:cNvSpPr/>
            <p:nvPr/>
          </p:nvSpPr>
          <p:spPr>
            <a:xfrm>
              <a:off x="5718575" y="1271825"/>
              <a:ext cx="1950" cy="250"/>
            </a:xfrm>
            <a:custGeom>
              <a:avLst/>
              <a:gdLst/>
              <a:ahLst/>
              <a:cxnLst/>
              <a:rect l="l" t="t" r="r" b="b"/>
              <a:pathLst>
                <a:path w="78" h="10" extrusionOk="0">
                  <a:moveTo>
                    <a:pt x="78" y="9"/>
                  </a:moveTo>
                  <a:cubicBezTo>
                    <a:pt x="52" y="9"/>
                    <a:pt x="26" y="1"/>
                    <a:pt x="0" y="1"/>
                  </a:cubicBezTo>
                  <a:cubicBezTo>
                    <a:pt x="26" y="1"/>
                    <a:pt x="52" y="9"/>
                    <a:pt x="78" y="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02" name="Google Shape;13602;p45"/>
            <p:cNvSpPr/>
            <p:nvPr/>
          </p:nvSpPr>
          <p:spPr>
            <a:xfrm>
              <a:off x="5716850" y="1271400"/>
              <a:ext cx="1750" cy="450"/>
            </a:xfrm>
            <a:custGeom>
              <a:avLst/>
              <a:gdLst/>
              <a:ahLst/>
              <a:cxnLst/>
              <a:rect l="l" t="t" r="r" b="b"/>
              <a:pathLst>
                <a:path w="70" h="18" extrusionOk="0">
                  <a:moveTo>
                    <a:pt x="69" y="18"/>
                  </a:moveTo>
                  <a:lnTo>
                    <a:pt x="26" y="1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18"/>
                  </a:lnTo>
                  <a:lnTo>
                    <a:pt x="69" y="18"/>
                  </a:ln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03" name="Google Shape;13603;p45"/>
            <p:cNvSpPr/>
            <p:nvPr/>
          </p:nvSpPr>
          <p:spPr>
            <a:xfrm>
              <a:off x="5660350" y="1271175"/>
              <a:ext cx="104000" cy="125900"/>
            </a:xfrm>
            <a:custGeom>
              <a:avLst/>
              <a:gdLst/>
              <a:ahLst/>
              <a:cxnLst/>
              <a:rect l="l" t="t" r="r" b="b"/>
              <a:pathLst>
                <a:path w="4160" h="5036" extrusionOk="0">
                  <a:moveTo>
                    <a:pt x="2235" y="1"/>
                  </a:moveTo>
                  <a:cubicBezTo>
                    <a:pt x="2192" y="1"/>
                    <a:pt x="2123" y="52"/>
                    <a:pt x="2080" y="69"/>
                  </a:cubicBezTo>
                  <a:cubicBezTo>
                    <a:pt x="2028" y="87"/>
                    <a:pt x="1986" y="95"/>
                    <a:pt x="1943" y="95"/>
                  </a:cubicBezTo>
                  <a:cubicBezTo>
                    <a:pt x="1925" y="95"/>
                    <a:pt x="1908" y="95"/>
                    <a:pt x="1891" y="87"/>
                  </a:cubicBezTo>
                  <a:lnTo>
                    <a:pt x="1865" y="87"/>
                  </a:lnTo>
                  <a:cubicBezTo>
                    <a:pt x="1771" y="87"/>
                    <a:pt x="1685" y="130"/>
                    <a:pt x="1599" y="164"/>
                  </a:cubicBezTo>
                  <a:lnTo>
                    <a:pt x="1590" y="164"/>
                  </a:lnTo>
                  <a:cubicBezTo>
                    <a:pt x="1625" y="198"/>
                    <a:pt x="1659" y="224"/>
                    <a:pt x="1693" y="241"/>
                  </a:cubicBezTo>
                  <a:cubicBezTo>
                    <a:pt x="1719" y="241"/>
                    <a:pt x="1736" y="241"/>
                    <a:pt x="1754" y="258"/>
                  </a:cubicBezTo>
                  <a:cubicBezTo>
                    <a:pt x="1771" y="267"/>
                    <a:pt x="1779" y="293"/>
                    <a:pt x="1797" y="301"/>
                  </a:cubicBezTo>
                  <a:cubicBezTo>
                    <a:pt x="1831" y="327"/>
                    <a:pt x="1874" y="353"/>
                    <a:pt x="1908" y="362"/>
                  </a:cubicBezTo>
                  <a:cubicBezTo>
                    <a:pt x="1934" y="362"/>
                    <a:pt x="1951" y="353"/>
                    <a:pt x="1977" y="353"/>
                  </a:cubicBezTo>
                  <a:cubicBezTo>
                    <a:pt x="1994" y="353"/>
                    <a:pt x="2011" y="353"/>
                    <a:pt x="2028" y="362"/>
                  </a:cubicBezTo>
                  <a:cubicBezTo>
                    <a:pt x="2063" y="379"/>
                    <a:pt x="2089" y="405"/>
                    <a:pt x="2123" y="413"/>
                  </a:cubicBezTo>
                  <a:cubicBezTo>
                    <a:pt x="2157" y="430"/>
                    <a:pt x="2183" y="430"/>
                    <a:pt x="2209" y="447"/>
                  </a:cubicBezTo>
                  <a:cubicBezTo>
                    <a:pt x="2278" y="499"/>
                    <a:pt x="2338" y="559"/>
                    <a:pt x="2398" y="619"/>
                  </a:cubicBezTo>
                  <a:cubicBezTo>
                    <a:pt x="2458" y="671"/>
                    <a:pt x="2518" y="740"/>
                    <a:pt x="2587" y="783"/>
                  </a:cubicBezTo>
                  <a:cubicBezTo>
                    <a:pt x="2647" y="817"/>
                    <a:pt x="2707" y="843"/>
                    <a:pt x="2776" y="877"/>
                  </a:cubicBezTo>
                  <a:cubicBezTo>
                    <a:pt x="2827" y="903"/>
                    <a:pt x="2888" y="937"/>
                    <a:pt x="2939" y="980"/>
                  </a:cubicBezTo>
                  <a:cubicBezTo>
                    <a:pt x="2982" y="1006"/>
                    <a:pt x="3017" y="1040"/>
                    <a:pt x="3059" y="1075"/>
                  </a:cubicBezTo>
                  <a:cubicBezTo>
                    <a:pt x="3094" y="1109"/>
                    <a:pt x="3137" y="1135"/>
                    <a:pt x="3180" y="1161"/>
                  </a:cubicBezTo>
                  <a:cubicBezTo>
                    <a:pt x="3206" y="1186"/>
                    <a:pt x="3223" y="1229"/>
                    <a:pt x="3240" y="1264"/>
                  </a:cubicBezTo>
                  <a:cubicBezTo>
                    <a:pt x="3291" y="1367"/>
                    <a:pt x="3309" y="1470"/>
                    <a:pt x="3326" y="1582"/>
                  </a:cubicBezTo>
                  <a:cubicBezTo>
                    <a:pt x="3334" y="1633"/>
                    <a:pt x="3352" y="1676"/>
                    <a:pt x="3343" y="1728"/>
                  </a:cubicBezTo>
                  <a:cubicBezTo>
                    <a:pt x="3343" y="1745"/>
                    <a:pt x="3343" y="1762"/>
                    <a:pt x="3343" y="1779"/>
                  </a:cubicBezTo>
                  <a:cubicBezTo>
                    <a:pt x="3343" y="1822"/>
                    <a:pt x="3334" y="1831"/>
                    <a:pt x="3317" y="1865"/>
                  </a:cubicBezTo>
                  <a:cubicBezTo>
                    <a:pt x="3309" y="1908"/>
                    <a:pt x="3317" y="1960"/>
                    <a:pt x="3317" y="2003"/>
                  </a:cubicBezTo>
                  <a:cubicBezTo>
                    <a:pt x="3317" y="2020"/>
                    <a:pt x="3309" y="2045"/>
                    <a:pt x="3317" y="2071"/>
                  </a:cubicBezTo>
                  <a:cubicBezTo>
                    <a:pt x="3317" y="2097"/>
                    <a:pt x="3334" y="2123"/>
                    <a:pt x="3334" y="2149"/>
                  </a:cubicBezTo>
                  <a:cubicBezTo>
                    <a:pt x="3334" y="2166"/>
                    <a:pt x="3326" y="2183"/>
                    <a:pt x="3317" y="2200"/>
                  </a:cubicBezTo>
                  <a:cubicBezTo>
                    <a:pt x="3317" y="2226"/>
                    <a:pt x="3317" y="2243"/>
                    <a:pt x="3309" y="2269"/>
                  </a:cubicBezTo>
                  <a:cubicBezTo>
                    <a:pt x="3300" y="2286"/>
                    <a:pt x="3300" y="2295"/>
                    <a:pt x="3291" y="2303"/>
                  </a:cubicBezTo>
                  <a:cubicBezTo>
                    <a:pt x="3274" y="2338"/>
                    <a:pt x="3283" y="2381"/>
                    <a:pt x="3283" y="2415"/>
                  </a:cubicBezTo>
                  <a:cubicBezTo>
                    <a:pt x="3274" y="2441"/>
                    <a:pt x="3266" y="2458"/>
                    <a:pt x="3266" y="2484"/>
                  </a:cubicBezTo>
                  <a:cubicBezTo>
                    <a:pt x="3266" y="2518"/>
                    <a:pt x="3240" y="2561"/>
                    <a:pt x="3248" y="2604"/>
                  </a:cubicBezTo>
                  <a:cubicBezTo>
                    <a:pt x="3248" y="2655"/>
                    <a:pt x="3300" y="2716"/>
                    <a:pt x="3317" y="2767"/>
                  </a:cubicBezTo>
                  <a:cubicBezTo>
                    <a:pt x="3334" y="2802"/>
                    <a:pt x="3334" y="2819"/>
                    <a:pt x="3334" y="2853"/>
                  </a:cubicBezTo>
                  <a:cubicBezTo>
                    <a:pt x="3326" y="2887"/>
                    <a:pt x="3317" y="2905"/>
                    <a:pt x="3309" y="2939"/>
                  </a:cubicBezTo>
                  <a:cubicBezTo>
                    <a:pt x="3291" y="2991"/>
                    <a:pt x="3291" y="3051"/>
                    <a:pt x="3274" y="3102"/>
                  </a:cubicBezTo>
                  <a:cubicBezTo>
                    <a:pt x="3248" y="3154"/>
                    <a:pt x="3214" y="3197"/>
                    <a:pt x="3206" y="3248"/>
                  </a:cubicBezTo>
                  <a:cubicBezTo>
                    <a:pt x="3188" y="3291"/>
                    <a:pt x="3171" y="3343"/>
                    <a:pt x="3163" y="3386"/>
                  </a:cubicBezTo>
                  <a:cubicBezTo>
                    <a:pt x="3145" y="3429"/>
                    <a:pt x="3128" y="3480"/>
                    <a:pt x="3111" y="3523"/>
                  </a:cubicBezTo>
                  <a:cubicBezTo>
                    <a:pt x="3102" y="3601"/>
                    <a:pt x="3085" y="3669"/>
                    <a:pt x="3042" y="3729"/>
                  </a:cubicBezTo>
                  <a:cubicBezTo>
                    <a:pt x="3017" y="3772"/>
                    <a:pt x="2982" y="3824"/>
                    <a:pt x="2974" y="3875"/>
                  </a:cubicBezTo>
                  <a:cubicBezTo>
                    <a:pt x="2965" y="3970"/>
                    <a:pt x="2939" y="4064"/>
                    <a:pt x="2870" y="4133"/>
                  </a:cubicBezTo>
                  <a:cubicBezTo>
                    <a:pt x="2827" y="4176"/>
                    <a:pt x="2776" y="4211"/>
                    <a:pt x="2733" y="4262"/>
                  </a:cubicBezTo>
                  <a:cubicBezTo>
                    <a:pt x="2707" y="4288"/>
                    <a:pt x="2699" y="4322"/>
                    <a:pt x="2681" y="4357"/>
                  </a:cubicBezTo>
                  <a:cubicBezTo>
                    <a:pt x="2664" y="4382"/>
                    <a:pt x="2647" y="4408"/>
                    <a:pt x="2638" y="4425"/>
                  </a:cubicBezTo>
                  <a:cubicBezTo>
                    <a:pt x="2630" y="4442"/>
                    <a:pt x="2613" y="4451"/>
                    <a:pt x="2604" y="4468"/>
                  </a:cubicBezTo>
                  <a:cubicBezTo>
                    <a:pt x="2596" y="4477"/>
                    <a:pt x="2587" y="4477"/>
                    <a:pt x="2587" y="4477"/>
                  </a:cubicBezTo>
                  <a:cubicBezTo>
                    <a:pt x="2570" y="4477"/>
                    <a:pt x="2561" y="4468"/>
                    <a:pt x="2553" y="4468"/>
                  </a:cubicBezTo>
                  <a:cubicBezTo>
                    <a:pt x="2544" y="4468"/>
                    <a:pt x="2527" y="4460"/>
                    <a:pt x="2518" y="4460"/>
                  </a:cubicBezTo>
                  <a:cubicBezTo>
                    <a:pt x="2510" y="4460"/>
                    <a:pt x="2510" y="4460"/>
                    <a:pt x="2501" y="4468"/>
                  </a:cubicBezTo>
                  <a:cubicBezTo>
                    <a:pt x="2492" y="4477"/>
                    <a:pt x="2492" y="4477"/>
                    <a:pt x="2484" y="4477"/>
                  </a:cubicBezTo>
                  <a:cubicBezTo>
                    <a:pt x="2492" y="4494"/>
                    <a:pt x="2501" y="4503"/>
                    <a:pt x="2501" y="4520"/>
                  </a:cubicBezTo>
                  <a:cubicBezTo>
                    <a:pt x="2492" y="4546"/>
                    <a:pt x="2441" y="4554"/>
                    <a:pt x="2407" y="4554"/>
                  </a:cubicBezTo>
                  <a:lnTo>
                    <a:pt x="2398" y="4554"/>
                  </a:lnTo>
                  <a:cubicBezTo>
                    <a:pt x="2346" y="4546"/>
                    <a:pt x="2303" y="4537"/>
                    <a:pt x="2252" y="4528"/>
                  </a:cubicBezTo>
                  <a:lnTo>
                    <a:pt x="2235" y="4528"/>
                  </a:lnTo>
                  <a:cubicBezTo>
                    <a:pt x="2200" y="4528"/>
                    <a:pt x="2183" y="4537"/>
                    <a:pt x="2157" y="4554"/>
                  </a:cubicBezTo>
                  <a:cubicBezTo>
                    <a:pt x="2132" y="4563"/>
                    <a:pt x="2106" y="4580"/>
                    <a:pt x="2089" y="4589"/>
                  </a:cubicBezTo>
                  <a:cubicBezTo>
                    <a:pt x="2054" y="4614"/>
                    <a:pt x="2011" y="4614"/>
                    <a:pt x="1968" y="4631"/>
                  </a:cubicBezTo>
                  <a:cubicBezTo>
                    <a:pt x="1951" y="4640"/>
                    <a:pt x="1934" y="4649"/>
                    <a:pt x="1925" y="4649"/>
                  </a:cubicBezTo>
                  <a:cubicBezTo>
                    <a:pt x="1908" y="4649"/>
                    <a:pt x="1891" y="4640"/>
                    <a:pt x="1865" y="4631"/>
                  </a:cubicBezTo>
                  <a:cubicBezTo>
                    <a:pt x="1822" y="4623"/>
                    <a:pt x="1771" y="4623"/>
                    <a:pt x="1736" y="4606"/>
                  </a:cubicBezTo>
                  <a:cubicBezTo>
                    <a:pt x="1702" y="4597"/>
                    <a:pt x="1685" y="4571"/>
                    <a:pt x="1650" y="4563"/>
                  </a:cubicBezTo>
                  <a:cubicBezTo>
                    <a:pt x="1608" y="4537"/>
                    <a:pt x="1556" y="4520"/>
                    <a:pt x="1504" y="4494"/>
                  </a:cubicBezTo>
                  <a:cubicBezTo>
                    <a:pt x="1496" y="4503"/>
                    <a:pt x="1487" y="4503"/>
                    <a:pt x="1479" y="4503"/>
                  </a:cubicBezTo>
                  <a:cubicBezTo>
                    <a:pt x="1479" y="4503"/>
                    <a:pt x="1470" y="4503"/>
                    <a:pt x="1461" y="4494"/>
                  </a:cubicBezTo>
                  <a:lnTo>
                    <a:pt x="1436" y="4494"/>
                  </a:lnTo>
                  <a:cubicBezTo>
                    <a:pt x="1419" y="4494"/>
                    <a:pt x="1401" y="4494"/>
                    <a:pt x="1384" y="4503"/>
                  </a:cubicBezTo>
                  <a:lnTo>
                    <a:pt x="1341" y="4503"/>
                  </a:lnTo>
                  <a:cubicBezTo>
                    <a:pt x="1315" y="4503"/>
                    <a:pt x="1298" y="4503"/>
                    <a:pt x="1281" y="4485"/>
                  </a:cubicBezTo>
                  <a:lnTo>
                    <a:pt x="1169" y="4485"/>
                  </a:lnTo>
                  <a:cubicBezTo>
                    <a:pt x="1144" y="4485"/>
                    <a:pt x="1126" y="4485"/>
                    <a:pt x="1109" y="4468"/>
                  </a:cubicBezTo>
                  <a:cubicBezTo>
                    <a:pt x="1066" y="4434"/>
                    <a:pt x="1040" y="4408"/>
                    <a:pt x="980" y="4391"/>
                  </a:cubicBezTo>
                  <a:cubicBezTo>
                    <a:pt x="937" y="4382"/>
                    <a:pt x="912" y="4348"/>
                    <a:pt x="877" y="4314"/>
                  </a:cubicBezTo>
                  <a:cubicBezTo>
                    <a:pt x="851" y="4296"/>
                    <a:pt x="766" y="4305"/>
                    <a:pt x="748" y="4279"/>
                  </a:cubicBezTo>
                  <a:cubicBezTo>
                    <a:pt x="731" y="4262"/>
                    <a:pt x="577" y="4159"/>
                    <a:pt x="568" y="4142"/>
                  </a:cubicBezTo>
                  <a:cubicBezTo>
                    <a:pt x="551" y="4116"/>
                    <a:pt x="542" y="4090"/>
                    <a:pt x="525" y="4056"/>
                  </a:cubicBezTo>
                  <a:cubicBezTo>
                    <a:pt x="482" y="4004"/>
                    <a:pt x="430" y="3961"/>
                    <a:pt x="396" y="3910"/>
                  </a:cubicBezTo>
                  <a:cubicBezTo>
                    <a:pt x="353" y="3858"/>
                    <a:pt x="319" y="3815"/>
                    <a:pt x="267" y="3781"/>
                  </a:cubicBezTo>
                  <a:cubicBezTo>
                    <a:pt x="207" y="3729"/>
                    <a:pt x="259" y="3618"/>
                    <a:pt x="207" y="3558"/>
                  </a:cubicBezTo>
                  <a:lnTo>
                    <a:pt x="181" y="3523"/>
                  </a:lnTo>
                  <a:cubicBezTo>
                    <a:pt x="156" y="3506"/>
                    <a:pt x="138" y="3506"/>
                    <a:pt x="113" y="3497"/>
                  </a:cubicBezTo>
                  <a:cubicBezTo>
                    <a:pt x="78" y="3480"/>
                    <a:pt x="78" y="3480"/>
                    <a:pt x="52" y="3454"/>
                  </a:cubicBezTo>
                  <a:cubicBezTo>
                    <a:pt x="35" y="3437"/>
                    <a:pt x="18" y="3420"/>
                    <a:pt x="1" y="3412"/>
                  </a:cubicBezTo>
                  <a:lnTo>
                    <a:pt x="1" y="3412"/>
                  </a:lnTo>
                  <a:cubicBezTo>
                    <a:pt x="10" y="3446"/>
                    <a:pt x="10" y="3472"/>
                    <a:pt x="18" y="3506"/>
                  </a:cubicBezTo>
                  <a:cubicBezTo>
                    <a:pt x="44" y="3618"/>
                    <a:pt x="95" y="3729"/>
                    <a:pt x="181" y="3798"/>
                  </a:cubicBezTo>
                  <a:cubicBezTo>
                    <a:pt x="216" y="3824"/>
                    <a:pt x="241" y="3850"/>
                    <a:pt x="267" y="3893"/>
                  </a:cubicBezTo>
                  <a:cubicBezTo>
                    <a:pt x="302" y="3961"/>
                    <a:pt x="319" y="3987"/>
                    <a:pt x="379" y="4039"/>
                  </a:cubicBezTo>
                  <a:lnTo>
                    <a:pt x="388" y="4039"/>
                  </a:lnTo>
                  <a:cubicBezTo>
                    <a:pt x="482" y="4107"/>
                    <a:pt x="499" y="4228"/>
                    <a:pt x="559" y="4314"/>
                  </a:cubicBezTo>
                  <a:cubicBezTo>
                    <a:pt x="585" y="4348"/>
                    <a:pt x="611" y="4391"/>
                    <a:pt x="645" y="4408"/>
                  </a:cubicBezTo>
                  <a:cubicBezTo>
                    <a:pt x="714" y="4434"/>
                    <a:pt x="783" y="4417"/>
                    <a:pt x="851" y="4460"/>
                  </a:cubicBezTo>
                  <a:cubicBezTo>
                    <a:pt x="894" y="4485"/>
                    <a:pt x="937" y="4520"/>
                    <a:pt x="980" y="4546"/>
                  </a:cubicBezTo>
                  <a:cubicBezTo>
                    <a:pt x="1032" y="4580"/>
                    <a:pt x="1101" y="4623"/>
                    <a:pt x="1144" y="4674"/>
                  </a:cubicBezTo>
                  <a:cubicBezTo>
                    <a:pt x="1152" y="4683"/>
                    <a:pt x="1161" y="4700"/>
                    <a:pt x="1161" y="4709"/>
                  </a:cubicBezTo>
                  <a:cubicBezTo>
                    <a:pt x="1221" y="4786"/>
                    <a:pt x="1272" y="4846"/>
                    <a:pt x="1376" y="4889"/>
                  </a:cubicBezTo>
                  <a:cubicBezTo>
                    <a:pt x="1479" y="4932"/>
                    <a:pt x="1573" y="4958"/>
                    <a:pt x="1676" y="4975"/>
                  </a:cubicBezTo>
                  <a:lnTo>
                    <a:pt x="1702" y="4975"/>
                  </a:lnTo>
                  <a:cubicBezTo>
                    <a:pt x="1745" y="4984"/>
                    <a:pt x="1788" y="4984"/>
                    <a:pt x="1831" y="4992"/>
                  </a:cubicBezTo>
                  <a:cubicBezTo>
                    <a:pt x="1865" y="5001"/>
                    <a:pt x="1900" y="5018"/>
                    <a:pt x="1934" y="5027"/>
                  </a:cubicBezTo>
                  <a:cubicBezTo>
                    <a:pt x="1943" y="5027"/>
                    <a:pt x="1951" y="5035"/>
                    <a:pt x="1968" y="5035"/>
                  </a:cubicBezTo>
                  <a:lnTo>
                    <a:pt x="1994" y="5035"/>
                  </a:lnTo>
                  <a:cubicBezTo>
                    <a:pt x="2028" y="5035"/>
                    <a:pt x="2063" y="5027"/>
                    <a:pt x="2097" y="5027"/>
                  </a:cubicBezTo>
                  <a:lnTo>
                    <a:pt x="2166" y="5027"/>
                  </a:lnTo>
                  <a:cubicBezTo>
                    <a:pt x="2175" y="5027"/>
                    <a:pt x="2192" y="5035"/>
                    <a:pt x="2209" y="5035"/>
                  </a:cubicBezTo>
                  <a:cubicBezTo>
                    <a:pt x="2226" y="5035"/>
                    <a:pt x="2243" y="5027"/>
                    <a:pt x="2260" y="5027"/>
                  </a:cubicBezTo>
                  <a:cubicBezTo>
                    <a:pt x="2295" y="5010"/>
                    <a:pt x="2321" y="4992"/>
                    <a:pt x="2355" y="4967"/>
                  </a:cubicBezTo>
                  <a:cubicBezTo>
                    <a:pt x="2389" y="4941"/>
                    <a:pt x="2424" y="4932"/>
                    <a:pt x="2467" y="4924"/>
                  </a:cubicBezTo>
                  <a:cubicBezTo>
                    <a:pt x="2578" y="4898"/>
                    <a:pt x="2690" y="4889"/>
                    <a:pt x="2802" y="4846"/>
                  </a:cubicBezTo>
                  <a:cubicBezTo>
                    <a:pt x="2810" y="4846"/>
                    <a:pt x="2827" y="4838"/>
                    <a:pt x="2845" y="4829"/>
                  </a:cubicBezTo>
                  <a:cubicBezTo>
                    <a:pt x="2922" y="4803"/>
                    <a:pt x="2999" y="4769"/>
                    <a:pt x="3085" y="4743"/>
                  </a:cubicBezTo>
                  <a:cubicBezTo>
                    <a:pt x="3171" y="4726"/>
                    <a:pt x="3206" y="4640"/>
                    <a:pt x="3266" y="4589"/>
                  </a:cubicBezTo>
                  <a:cubicBezTo>
                    <a:pt x="3266" y="4580"/>
                    <a:pt x="3266" y="4580"/>
                    <a:pt x="3274" y="4580"/>
                  </a:cubicBezTo>
                  <a:cubicBezTo>
                    <a:pt x="3343" y="4520"/>
                    <a:pt x="3386" y="4511"/>
                    <a:pt x="3455" y="4460"/>
                  </a:cubicBezTo>
                  <a:cubicBezTo>
                    <a:pt x="3480" y="4434"/>
                    <a:pt x="3489" y="4434"/>
                    <a:pt x="3506" y="4400"/>
                  </a:cubicBezTo>
                  <a:cubicBezTo>
                    <a:pt x="3523" y="4365"/>
                    <a:pt x="3549" y="4331"/>
                    <a:pt x="3566" y="4296"/>
                  </a:cubicBezTo>
                  <a:cubicBezTo>
                    <a:pt x="3584" y="4253"/>
                    <a:pt x="3635" y="4253"/>
                    <a:pt x="3635" y="4211"/>
                  </a:cubicBezTo>
                  <a:cubicBezTo>
                    <a:pt x="3644" y="4211"/>
                    <a:pt x="3644" y="4202"/>
                    <a:pt x="3644" y="4202"/>
                  </a:cubicBezTo>
                  <a:cubicBezTo>
                    <a:pt x="3644" y="4168"/>
                    <a:pt x="3661" y="4142"/>
                    <a:pt x="3678" y="4099"/>
                  </a:cubicBezTo>
                  <a:cubicBezTo>
                    <a:pt x="3695" y="4039"/>
                    <a:pt x="3712" y="3970"/>
                    <a:pt x="3730" y="3901"/>
                  </a:cubicBezTo>
                  <a:cubicBezTo>
                    <a:pt x="3747" y="3867"/>
                    <a:pt x="3781" y="3815"/>
                    <a:pt x="3807" y="3772"/>
                  </a:cubicBezTo>
                  <a:cubicBezTo>
                    <a:pt x="3858" y="3686"/>
                    <a:pt x="3901" y="3592"/>
                    <a:pt x="3944" y="3506"/>
                  </a:cubicBezTo>
                  <a:cubicBezTo>
                    <a:pt x="4013" y="3360"/>
                    <a:pt x="4159" y="3180"/>
                    <a:pt x="4159" y="3008"/>
                  </a:cubicBezTo>
                  <a:cubicBezTo>
                    <a:pt x="4159" y="2991"/>
                    <a:pt x="4151" y="2973"/>
                    <a:pt x="4151" y="2956"/>
                  </a:cubicBezTo>
                  <a:cubicBezTo>
                    <a:pt x="4151" y="2939"/>
                    <a:pt x="4151" y="2922"/>
                    <a:pt x="4142" y="2905"/>
                  </a:cubicBezTo>
                  <a:cubicBezTo>
                    <a:pt x="4133" y="2802"/>
                    <a:pt x="4116" y="2673"/>
                    <a:pt x="4073" y="2578"/>
                  </a:cubicBezTo>
                  <a:cubicBezTo>
                    <a:pt x="4056" y="2544"/>
                    <a:pt x="4030" y="2509"/>
                    <a:pt x="4022" y="2475"/>
                  </a:cubicBezTo>
                  <a:cubicBezTo>
                    <a:pt x="4022" y="2466"/>
                    <a:pt x="4022" y="2458"/>
                    <a:pt x="4022" y="2458"/>
                  </a:cubicBezTo>
                  <a:cubicBezTo>
                    <a:pt x="4022" y="2449"/>
                    <a:pt x="4022" y="2441"/>
                    <a:pt x="4022" y="2424"/>
                  </a:cubicBezTo>
                  <a:lnTo>
                    <a:pt x="4022" y="2415"/>
                  </a:lnTo>
                  <a:cubicBezTo>
                    <a:pt x="4022" y="2338"/>
                    <a:pt x="4047" y="2252"/>
                    <a:pt x="4056" y="2183"/>
                  </a:cubicBezTo>
                  <a:cubicBezTo>
                    <a:pt x="4073" y="2080"/>
                    <a:pt x="4065" y="2011"/>
                    <a:pt x="4039" y="1908"/>
                  </a:cubicBezTo>
                  <a:cubicBezTo>
                    <a:pt x="4022" y="1831"/>
                    <a:pt x="4030" y="1753"/>
                    <a:pt x="4013" y="1667"/>
                  </a:cubicBezTo>
                  <a:cubicBezTo>
                    <a:pt x="3996" y="1530"/>
                    <a:pt x="3962" y="1367"/>
                    <a:pt x="3876" y="1255"/>
                  </a:cubicBezTo>
                  <a:cubicBezTo>
                    <a:pt x="3841" y="1212"/>
                    <a:pt x="3798" y="1204"/>
                    <a:pt x="3755" y="1169"/>
                  </a:cubicBezTo>
                  <a:cubicBezTo>
                    <a:pt x="3730" y="1152"/>
                    <a:pt x="3695" y="1100"/>
                    <a:pt x="3678" y="1066"/>
                  </a:cubicBezTo>
                  <a:cubicBezTo>
                    <a:pt x="3644" y="1023"/>
                    <a:pt x="3626" y="963"/>
                    <a:pt x="3626" y="911"/>
                  </a:cubicBezTo>
                  <a:cubicBezTo>
                    <a:pt x="3626" y="903"/>
                    <a:pt x="3626" y="894"/>
                    <a:pt x="3626" y="894"/>
                  </a:cubicBezTo>
                  <a:cubicBezTo>
                    <a:pt x="3626" y="860"/>
                    <a:pt x="3635" y="834"/>
                    <a:pt x="3635" y="800"/>
                  </a:cubicBezTo>
                  <a:cubicBezTo>
                    <a:pt x="3635" y="774"/>
                    <a:pt x="3635" y="748"/>
                    <a:pt x="3618" y="731"/>
                  </a:cubicBezTo>
                  <a:cubicBezTo>
                    <a:pt x="3584" y="679"/>
                    <a:pt x="3549" y="654"/>
                    <a:pt x="3523" y="602"/>
                  </a:cubicBezTo>
                  <a:cubicBezTo>
                    <a:pt x="3489" y="533"/>
                    <a:pt x="3463" y="508"/>
                    <a:pt x="3412" y="465"/>
                  </a:cubicBezTo>
                  <a:cubicBezTo>
                    <a:pt x="3317" y="396"/>
                    <a:pt x="3223" y="336"/>
                    <a:pt x="3120" y="276"/>
                  </a:cubicBezTo>
                  <a:cubicBezTo>
                    <a:pt x="3077" y="250"/>
                    <a:pt x="3034" y="258"/>
                    <a:pt x="2974" y="241"/>
                  </a:cubicBezTo>
                  <a:cubicBezTo>
                    <a:pt x="2939" y="224"/>
                    <a:pt x="2870" y="181"/>
                    <a:pt x="2853" y="181"/>
                  </a:cubicBezTo>
                  <a:lnTo>
                    <a:pt x="2810" y="181"/>
                  </a:lnTo>
                  <a:cubicBezTo>
                    <a:pt x="2767" y="181"/>
                    <a:pt x="2733" y="164"/>
                    <a:pt x="2690" y="121"/>
                  </a:cubicBezTo>
                  <a:cubicBezTo>
                    <a:pt x="2656" y="87"/>
                    <a:pt x="2630" y="52"/>
                    <a:pt x="2578" y="44"/>
                  </a:cubicBezTo>
                  <a:cubicBezTo>
                    <a:pt x="2544" y="35"/>
                    <a:pt x="2510" y="35"/>
                    <a:pt x="2467" y="35"/>
                  </a:cubicBezTo>
                  <a:lnTo>
                    <a:pt x="2407" y="35"/>
                  </a:lnTo>
                  <a:cubicBezTo>
                    <a:pt x="2381" y="35"/>
                    <a:pt x="2355" y="27"/>
                    <a:pt x="2329" y="27"/>
                  </a:cubicBezTo>
                  <a:lnTo>
                    <a:pt x="2286" y="27"/>
                  </a:lnTo>
                  <a:lnTo>
                    <a:pt x="2260" y="9"/>
                  </a:lnTo>
                  <a:lnTo>
                    <a:pt x="2243" y="1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04" name="Google Shape;13604;p45"/>
            <p:cNvSpPr/>
            <p:nvPr/>
          </p:nvSpPr>
          <p:spPr>
            <a:xfrm>
              <a:off x="5707825" y="1323600"/>
              <a:ext cx="40625" cy="50275"/>
            </a:xfrm>
            <a:custGeom>
              <a:avLst/>
              <a:gdLst/>
              <a:ahLst/>
              <a:cxnLst/>
              <a:rect l="l" t="t" r="r" b="b"/>
              <a:pathLst>
                <a:path w="1625" h="2011" extrusionOk="0">
                  <a:moveTo>
                    <a:pt x="1186" y="0"/>
                  </a:moveTo>
                  <a:lnTo>
                    <a:pt x="1178" y="34"/>
                  </a:lnTo>
                  <a:lnTo>
                    <a:pt x="1186" y="43"/>
                  </a:lnTo>
                  <a:cubicBezTo>
                    <a:pt x="1195" y="60"/>
                    <a:pt x="1203" y="69"/>
                    <a:pt x="1212" y="77"/>
                  </a:cubicBezTo>
                  <a:cubicBezTo>
                    <a:pt x="1229" y="95"/>
                    <a:pt x="1246" y="112"/>
                    <a:pt x="1272" y="137"/>
                  </a:cubicBezTo>
                  <a:cubicBezTo>
                    <a:pt x="1281" y="146"/>
                    <a:pt x="1289" y="163"/>
                    <a:pt x="1307" y="163"/>
                  </a:cubicBezTo>
                  <a:cubicBezTo>
                    <a:pt x="1324" y="180"/>
                    <a:pt x="1341" y="180"/>
                    <a:pt x="1367" y="189"/>
                  </a:cubicBezTo>
                  <a:cubicBezTo>
                    <a:pt x="1384" y="198"/>
                    <a:pt x="1401" y="206"/>
                    <a:pt x="1418" y="223"/>
                  </a:cubicBezTo>
                  <a:cubicBezTo>
                    <a:pt x="1427" y="241"/>
                    <a:pt x="1435" y="258"/>
                    <a:pt x="1435" y="275"/>
                  </a:cubicBezTo>
                  <a:cubicBezTo>
                    <a:pt x="1435" y="301"/>
                    <a:pt x="1427" y="327"/>
                    <a:pt x="1427" y="352"/>
                  </a:cubicBezTo>
                  <a:cubicBezTo>
                    <a:pt x="1418" y="378"/>
                    <a:pt x="1418" y="395"/>
                    <a:pt x="1418" y="421"/>
                  </a:cubicBezTo>
                  <a:cubicBezTo>
                    <a:pt x="1410" y="473"/>
                    <a:pt x="1401" y="524"/>
                    <a:pt x="1384" y="567"/>
                  </a:cubicBezTo>
                  <a:cubicBezTo>
                    <a:pt x="1375" y="593"/>
                    <a:pt x="1367" y="610"/>
                    <a:pt x="1358" y="636"/>
                  </a:cubicBezTo>
                  <a:cubicBezTo>
                    <a:pt x="1349" y="653"/>
                    <a:pt x="1341" y="670"/>
                    <a:pt x="1332" y="687"/>
                  </a:cubicBezTo>
                  <a:cubicBezTo>
                    <a:pt x="1315" y="730"/>
                    <a:pt x="1289" y="773"/>
                    <a:pt x="1307" y="825"/>
                  </a:cubicBezTo>
                  <a:cubicBezTo>
                    <a:pt x="1315" y="859"/>
                    <a:pt x="1332" y="885"/>
                    <a:pt x="1332" y="928"/>
                  </a:cubicBezTo>
                  <a:lnTo>
                    <a:pt x="1332" y="954"/>
                  </a:lnTo>
                  <a:lnTo>
                    <a:pt x="1341" y="979"/>
                  </a:lnTo>
                  <a:lnTo>
                    <a:pt x="1332" y="1005"/>
                  </a:lnTo>
                  <a:cubicBezTo>
                    <a:pt x="1324" y="1031"/>
                    <a:pt x="1307" y="1048"/>
                    <a:pt x="1298" y="1074"/>
                  </a:cubicBezTo>
                  <a:cubicBezTo>
                    <a:pt x="1298" y="1091"/>
                    <a:pt x="1281" y="1108"/>
                    <a:pt x="1272" y="1117"/>
                  </a:cubicBezTo>
                  <a:lnTo>
                    <a:pt x="1255" y="1134"/>
                  </a:lnTo>
                  <a:lnTo>
                    <a:pt x="1238" y="1151"/>
                  </a:lnTo>
                  <a:cubicBezTo>
                    <a:pt x="1221" y="1186"/>
                    <a:pt x="1212" y="1220"/>
                    <a:pt x="1178" y="1246"/>
                  </a:cubicBezTo>
                  <a:cubicBezTo>
                    <a:pt x="1152" y="1263"/>
                    <a:pt x="1118" y="1263"/>
                    <a:pt x="1083" y="1272"/>
                  </a:cubicBezTo>
                  <a:cubicBezTo>
                    <a:pt x="1040" y="1280"/>
                    <a:pt x="989" y="1315"/>
                    <a:pt x="954" y="1340"/>
                  </a:cubicBezTo>
                  <a:cubicBezTo>
                    <a:pt x="920" y="1357"/>
                    <a:pt x="886" y="1383"/>
                    <a:pt x="868" y="1409"/>
                  </a:cubicBezTo>
                  <a:cubicBezTo>
                    <a:pt x="860" y="1435"/>
                    <a:pt x="860" y="1461"/>
                    <a:pt x="851" y="1486"/>
                  </a:cubicBezTo>
                  <a:cubicBezTo>
                    <a:pt x="843" y="1521"/>
                    <a:pt x="834" y="1555"/>
                    <a:pt x="808" y="1589"/>
                  </a:cubicBezTo>
                  <a:cubicBezTo>
                    <a:pt x="791" y="1615"/>
                    <a:pt x="757" y="1641"/>
                    <a:pt x="722" y="1658"/>
                  </a:cubicBezTo>
                  <a:cubicBezTo>
                    <a:pt x="705" y="1675"/>
                    <a:pt x="671" y="1693"/>
                    <a:pt x="654" y="1710"/>
                  </a:cubicBezTo>
                  <a:cubicBezTo>
                    <a:pt x="636" y="1727"/>
                    <a:pt x="628" y="1727"/>
                    <a:pt x="611" y="1744"/>
                  </a:cubicBezTo>
                  <a:cubicBezTo>
                    <a:pt x="585" y="1753"/>
                    <a:pt x="568" y="1770"/>
                    <a:pt x="542" y="1778"/>
                  </a:cubicBezTo>
                  <a:cubicBezTo>
                    <a:pt x="516" y="1796"/>
                    <a:pt x="482" y="1804"/>
                    <a:pt x="447" y="1813"/>
                  </a:cubicBezTo>
                  <a:cubicBezTo>
                    <a:pt x="422" y="1821"/>
                    <a:pt x="396" y="1830"/>
                    <a:pt x="361" y="1830"/>
                  </a:cubicBezTo>
                  <a:cubicBezTo>
                    <a:pt x="350" y="1830"/>
                    <a:pt x="335" y="1826"/>
                    <a:pt x="321" y="1826"/>
                  </a:cubicBezTo>
                  <a:cubicBezTo>
                    <a:pt x="314" y="1826"/>
                    <a:pt x="307" y="1827"/>
                    <a:pt x="301" y="1830"/>
                  </a:cubicBezTo>
                  <a:cubicBezTo>
                    <a:pt x="276" y="1830"/>
                    <a:pt x="258" y="1839"/>
                    <a:pt x="233" y="1847"/>
                  </a:cubicBezTo>
                  <a:cubicBezTo>
                    <a:pt x="207" y="1856"/>
                    <a:pt x="172" y="1856"/>
                    <a:pt x="147" y="1873"/>
                  </a:cubicBezTo>
                  <a:cubicBezTo>
                    <a:pt x="121" y="1890"/>
                    <a:pt x="95" y="1907"/>
                    <a:pt x="52" y="1916"/>
                  </a:cubicBezTo>
                  <a:lnTo>
                    <a:pt x="9" y="1933"/>
                  </a:lnTo>
                  <a:cubicBezTo>
                    <a:pt x="1" y="1950"/>
                    <a:pt x="9" y="1950"/>
                    <a:pt x="26" y="1967"/>
                  </a:cubicBezTo>
                  <a:cubicBezTo>
                    <a:pt x="44" y="1985"/>
                    <a:pt x="61" y="1993"/>
                    <a:pt x="87" y="2002"/>
                  </a:cubicBezTo>
                  <a:cubicBezTo>
                    <a:pt x="93" y="2005"/>
                    <a:pt x="100" y="2007"/>
                    <a:pt x="107" y="2007"/>
                  </a:cubicBezTo>
                  <a:cubicBezTo>
                    <a:pt x="134" y="2007"/>
                    <a:pt x="160" y="1983"/>
                    <a:pt x="181" y="1976"/>
                  </a:cubicBezTo>
                  <a:cubicBezTo>
                    <a:pt x="202" y="1965"/>
                    <a:pt x="230" y="1958"/>
                    <a:pt x="256" y="1958"/>
                  </a:cubicBezTo>
                  <a:cubicBezTo>
                    <a:pt x="273" y="1958"/>
                    <a:pt x="288" y="1961"/>
                    <a:pt x="301" y="1967"/>
                  </a:cubicBezTo>
                  <a:lnTo>
                    <a:pt x="327" y="1985"/>
                  </a:lnTo>
                  <a:lnTo>
                    <a:pt x="361" y="1985"/>
                  </a:lnTo>
                  <a:cubicBezTo>
                    <a:pt x="383" y="1989"/>
                    <a:pt x="404" y="1989"/>
                    <a:pt x="426" y="1989"/>
                  </a:cubicBezTo>
                  <a:cubicBezTo>
                    <a:pt x="447" y="1989"/>
                    <a:pt x="469" y="1989"/>
                    <a:pt x="490" y="1993"/>
                  </a:cubicBezTo>
                  <a:cubicBezTo>
                    <a:pt x="516" y="2002"/>
                    <a:pt x="542" y="2002"/>
                    <a:pt x="576" y="2002"/>
                  </a:cubicBezTo>
                  <a:cubicBezTo>
                    <a:pt x="585" y="2010"/>
                    <a:pt x="593" y="2010"/>
                    <a:pt x="611" y="2010"/>
                  </a:cubicBezTo>
                  <a:cubicBezTo>
                    <a:pt x="654" y="2010"/>
                    <a:pt x="671" y="2002"/>
                    <a:pt x="697" y="1993"/>
                  </a:cubicBezTo>
                  <a:cubicBezTo>
                    <a:pt x="722" y="1985"/>
                    <a:pt x="757" y="1985"/>
                    <a:pt x="774" y="1967"/>
                  </a:cubicBezTo>
                  <a:lnTo>
                    <a:pt x="791" y="1942"/>
                  </a:lnTo>
                  <a:cubicBezTo>
                    <a:pt x="800" y="1937"/>
                    <a:pt x="813" y="1937"/>
                    <a:pt x="825" y="1937"/>
                  </a:cubicBezTo>
                  <a:cubicBezTo>
                    <a:pt x="838" y="1937"/>
                    <a:pt x="851" y="1937"/>
                    <a:pt x="860" y="1933"/>
                  </a:cubicBezTo>
                  <a:cubicBezTo>
                    <a:pt x="886" y="1925"/>
                    <a:pt x="928" y="1925"/>
                    <a:pt x="954" y="1916"/>
                  </a:cubicBezTo>
                  <a:cubicBezTo>
                    <a:pt x="980" y="1907"/>
                    <a:pt x="997" y="1882"/>
                    <a:pt x="1023" y="1882"/>
                  </a:cubicBezTo>
                  <a:cubicBezTo>
                    <a:pt x="1040" y="1873"/>
                    <a:pt x="1049" y="1882"/>
                    <a:pt x="1066" y="1864"/>
                  </a:cubicBezTo>
                  <a:lnTo>
                    <a:pt x="1075" y="1856"/>
                  </a:lnTo>
                  <a:cubicBezTo>
                    <a:pt x="1092" y="1839"/>
                    <a:pt x="1109" y="1830"/>
                    <a:pt x="1126" y="1813"/>
                  </a:cubicBezTo>
                  <a:cubicBezTo>
                    <a:pt x="1160" y="1787"/>
                    <a:pt x="1169" y="1744"/>
                    <a:pt x="1203" y="1710"/>
                  </a:cubicBezTo>
                  <a:lnTo>
                    <a:pt x="1221" y="1701"/>
                  </a:lnTo>
                  <a:lnTo>
                    <a:pt x="1238" y="1675"/>
                  </a:lnTo>
                  <a:cubicBezTo>
                    <a:pt x="1255" y="1650"/>
                    <a:pt x="1281" y="1632"/>
                    <a:pt x="1298" y="1615"/>
                  </a:cubicBezTo>
                  <a:cubicBezTo>
                    <a:pt x="1332" y="1589"/>
                    <a:pt x="1367" y="1555"/>
                    <a:pt x="1410" y="1538"/>
                  </a:cubicBezTo>
                  <a:cubicBezTo>
                    <a:pt x="1427" y="1529"/>
                    <a:pt x="1444" y="1521"/>
                    <a:pt x="1470" y="1521"/>
                  </a:cubicBezTo>
                  <a:cubicBezTo>
                    <a:pt x="1487" y="1512"/>
                    <a:pt x="1496" y="1512"/>
                    <a:pt x="1521" y="1504"/>
                  </a:cubicBezTo>
                  <a:cubicBezTo>
                    <a:pt x="1547" y="1486"/>
                    <a:pt x="1547" y="1469"/>
                    <a:pt x="1564" y="1443"/>
                  </a:cubicBezTo>
                  <a:cubicBezTo>
                    <a:pt x="1581" y="1418"/>
                    <a:pt x="1590" y="1375"/>
                    <a:pt x="1590" y="1332"/>
                  </a:cubicBezTo>
                  <a:cubicBezTo>
                    <a:pt x="1581" y="1306"/>
                    <a:pt x="1573" y="1280"/>
                    <a:pt x="1573" y="1254"/>
                  </a:cubicBezTo>
                  <a:cubicBezTo>
                    <a:pt x="1573" y="1237"/>
                    <a:pt x="1573" y="1229"/>
                    <a:pt x="1581" y="1211"/>
                  </a:cubicBezTo>
                  <a:cubicBezTo>
                    <a:pt x="1590" y="1177"/>
                    <a:pt x="1599" y="1151"/>
                    <a:pt x="1616" y="1117"/>
                  </a:cubicBezTo>
                  <a:cubicBezTo>
                    <a:pt x="1624" y="1091"/>
                    <a:pt x="1624" y="1057"/>
                    <a:pt x="1624" y="1022"/>
                  </a:cubicBezTo>
                  <a:cubicBezTo>
                    <a:pt x="1624" y="997"/>
                    <a:pt x="1607" y="962"/>
                    <a:pt x="1607" y="928"/>
                  </a:cubicBezTo>
                  <a:cubicBezTo>
                    <a:pt x="1607" y="885"/>
                    <a:pt x="1624" y="833"/>
                    <a:pt x="1607" y="790"/>
                  </a:cubicBezTo>
                  <a:cubicBezTo>
                    <a:pt x="1599" y="765"/>
                    <a:pt x="1581" y="739"/>
                    <a:pt x="1573" y="705"/>
                  </a:cubicBezTo>
                  <a:cubicBezTo>
                    <a:pt x="1564" y="679"/>
                    <a:pt x="1573" y="662"/>
                    <a:pt x="1573" y="636"/>
                  </a:cubicBezTo>
                  <a:cubicBezTo>
                    <a:pt x="1581" y="619"/>
                    <a:pt x="1573" y="593"/>
                    <a:pt x="1581" y="576"/>
                  </a:cubicBezTo>
                  <a:cubicBezTo>
                    <a:pt x="1590" y="550"/>
                    <a:pt x="1590" y="541"/>
                    <a:pt x="1590" y="516"/>
                  </a:cubicBezTo>
                  <a:cubicBezTo>
                    <a:pt x="1599" y="498"/>
                    <a:pt x="1607" y="481"/>
                    <a:pt x="1607" y="455"/>
                  </a:cubicBezTo>
                  <a:cubicBezTo>
                    <a:pt x="1607" y="438"/>
                    <a:pt x="1607" y="412"/>
                    <a:pt x="1599" y="387"/>
                  </a:cubicBezTo>
                  <a:lnTo>
                    <a:pt x="1590" y="369"/>
                  </a:lnTo>
                  <a:lnTo>
                    <a:pt x="1573" y="352"/>
                  </a:lnTo>
                  <a:cubicBezTo>
                    <a:pt x="1564" y="335"/>
                    <a:pt x="1564" y="309"/>
                    <a:pt x="1556" y="284"/>
                  </a:cubicBezTo>
                  <a:cubicBezTo>
                    <a:pt x="1547" y="258"/>
                    <a:pt x="1538" y="232"/>
                    <a:pt x="1521" y="206"/>
                  </a:cubicBezTo>
                  <a:cubicBezTo>
                    <a:pt x="1504" y="189"/>
                    <a:pt x="1496" y="163"/>
                    <a:pt x="1478" y="146"/>
                  </a:cubicBezTo>
                  <a:lnTo>
                    <a:pt x="1444" y="120"/>
                  </a:lnTo>
                  <a:cubicBezTo>
                    <a:pt x="1427" y="112"/>
                    <a:pt x="1418" y="95"/>
                    <a:pt x="1401" y="86"/>
                  </a:cubicBezTo>
                  <a:cubicBezTo>
                    <a:pt x="1375" y="77"/>
                    <a:pt x="1349" y="69"/>
                    <a:pt x="1324" y="60"/>
                  </a:cubicBezTo>
                  <a:cubicBezTo>
                    <a:pt x="1307" y="52"/>
                    <a:pt x="1289" y="43"/>
                    <a:pt x="1272" y="43"/>
                  </a:cubicBezTo>
                  <a:lnTo>
                    <a:pt x="1229" y="43"/>
                  </a:lnTo>
                  <a:cubicBezTo>
                    <a:pt x="1212" y="34"/>
                    <a:pt x="1186" y="34"/>
                    <a:pt x="1186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05" name="Google Shape;13605;p45"/>
            <p:cNvSpPr/>
            <p:nvPr/>
          </p:nvSpPr>
          <p:spPr>
            <a:xfrm>
              <a:off x="5658650" y="1271150"/>
              <a:ext cx="83775" cy="97775"/>
            </a:xfrm>
            <a:custGeom>
              <a:avLst/>
              <a:gdLst/>
              <a:ahLst/>
              <a:cxnLst/>
              <a:rect l="l" t="t" r="r" b="b"/>
              <a:pathLst>
                <a:path w="3351" h="3911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03" y="3602"/>
                    <a:pt x="146" y="3687"/>
                    <a:pt x="215" y="3756"/>
                  </a:cubicBezTo>
                  <a:cubicBezTo>
                    <a:pt x="267" y="3799"/>
                    <a:pt x="318" y="3868"/>
                    <a:pt x="370" y="3911"/>
                  </a:cubicBezTo>
                  <a:cubicBezTo>
                    <a:pt x="361" y="3885"/>
                    <a:pt x="352" y="3833"/>
                    <a:pt x="361" y="3816"/>
                  </a:cubicBezTo>
                  <a:cubicBezTo>
                    <a:pt x="370" y="3773"/>
                    <a:pt x="335" y="3748"/>
                    <a:pt x="335" y="3713"/>
                  </a:cubicBezTo>
                  <a:cubicBezTo>
                    <a:pt x="344" y="3679"/>
                    <a:pt x="232" y="3533"/>
                    <a:pt x="224" y="3370"/>
                  </a:cubicBezTo>
                  <a:cubicBezTo>
                    <a:pt x="206" y="3198"/>
                    <a:pt x="292" y="3146"/>
                    <a:pt x="292" y="3052"/>
                  </a:cubicBezTo>
                  <a:cubicBezTo>
                    <a:pt x="284" y="2992"/>
                    <a:pt x="267" y="2914"/>
                    <a:pt x="249" y="2863"/>
                  </a:cubicBezTo>
                  <a:cubicBezTo>
                    <a:pt x="232" y="2811"/>
                    <a:pt x="232" y="2768"/>
                    <a:pt x="249" y="2734"/>
                  </a:cubicBezTo>
                  <a:cubicBezTo>
                    <a:pt x="267" y="2699"/>
                    <a:pt x="284" y="2665"/>
                    <a:pt x="309" y="2631"/>
                  </a:cubicBezTo>
                  <a:cubicBezTo>
                    <a:pt x="344" y="2588"/>
                    <a:pt x="352" y="2553"/>
                    <a:pt x="352" y="2502"/>
                  </a:cubicBezTo>
                  <a:cubicBezTo>
                    <a:pt x="352" y="2416"/>
                    <a:pt x="309" y="2347"/>
                    <a:pt x="309" y="2270"/>
                  </a:cubicBezTo>
                  <a:cubicBezTo>
                    <a:pt x="309" y="2210"/>
                    <a:pt x="318" y="2150"/>
                    <a:pt x="309" y="2089"/>
                  </a:cubicBezTo>
                  <a:cubicBezTo>
                    <a:pt x="301" y="2029"/>
                    <a:pt x="335" y="2004"/>
                    <a:pt x="344" y="1952"/>
                  </a:cubicBezTo>
                  <a:cubicBezTo>
                    <a:pt x="352" y="1900"/>
                    <a:pt x="344" y="1849"/>
                    <a:pt x="361" y="1797"/>
                  </a:cubicBezTo>
                  <a:cubicBezTo>
                    <a:pt x="387" y="1746"/>
                    <a:pt x="430" y="1746"/>
                    <a:pt x="464" y="1703"/>
                  </a:cubicBezTo>
                  <a:cubicBezTo>
                    <a:pt x="498" y="1651"/>
                    <a:pt x="507" y="1617"/>
                    <a:pt x="559" y="1600"/>
                  </a:cubicBezTo>
                  <a:cubicBezTo>
                    <a:pt x="575" y="1594"/>
                    <a:pt x="590" y="1592"/>
                    <a:pt x="605" y="1592"/>
                  </a:cubicBezTo>
                  <a:cubicBezTo>
                    <a:pt x="638" y="1592"/>
                    <a:pt x="672" y="1602"/>
                    <a:pt x="713" y="1608"/>
                  </a:cubicBezTo>
                  <a:cubicBezTo>
                    <a:pt x="748" y="1617"/>
                    <a:pt x="773" y="1626"/>
                    <a:pt x="808" y="1634"/>
                  </a:cubicBezTo>
                  <a:cubicBezTo>
                    <a:pt x="832" y="1646"/>
                    <a:pt x="841" y="1652"/>
                    <a:pt x="845" y="1652"/>
                  </a:cubicBezTo>
                  <a:cubicBezTo>
                    <a:pt x="851" y="1652"/>
                    <a:pt x="850" y="1644"/>
                    <a:pt x="859" y="1626"/>
                  </a:cubicBezTo>
                  <a:cubicBezTo>
                    <a:pt x="919" y="1514"/>
                    <a:pt x="877" y="1368"/>
                    <a:pt x="885" y="1247"/>
                  </a:cubicBezTo>
                  <a:cubicBezTo>
                    <a:pt x="885" y="1213"/>
                    <a:pt x="885" y="1179"/>
                    <a:pt x="885" y="1144"/>
                  </a:cubicBezTo>
                  <a:cubicBezTo>
                    <a:pt x="885" y="1119"/>
                    <a:pt x="877" y="1119"/>
                    <a:pt x="894" y="1093"/>
                  </a:cubicBezTo>
                  <a:cubicBezTo>
                    <a:pt x="937" y="1033"/>
                    <a:pt x="988" y="1016"/>
                    <a:pt x="1048" y="990"/>
                  </a:cubicBezTo>
                  <a:cubicBezTo>
                    <a:pt x="1117" y="964"/>
                    <a:pt x="1143" y="955"/>
                    <a:pt x="1177" y="878"/>
                  </a:cubicBezTo>
                  <a:cubicBezTo>
                    <a:pt x="1212" y="792"/>
                    <a:pt x="1289" y="758"/>
                    <a:pt x="1366" y="706"/>
                  </a:cubicBezTo>
                  <a:cubicBezTo>
                    <a:pt x="1418" y="680"/>
                    <a:pt x="1478" y="655"/>
                    <a:pt x="1529" y="637"/>
                  </a:cubicBezTo>
                  <a:cubicBezTo>
                    <a:pt x="1572" y="620"/>
                    <a:pt x="1598" y="612"/>
                    <a:pt x="1633" y="577"/>
                  </a:cubicBezTo>
                  <a:cubicBezTo>
                    <a:pt x="1650" y="560"/>
                    <a:pt x="1658" y="543"/>
                    <a:pt x="1676" y="526"/>
                  </a:cubicBezTo>
                  <a:cubicBezTo>
                    <a:pt x="1700" y="508"/>
                    <a:pt x="1734" y="502"/>
                    <a:pt x="1770" y="502"/>
                  </a:cubicBezTo>
                  <a:cubicBezTo>
                    <a:pt x="1823" y="502"/>
                    <a:pt x="1880" y="516"/>
                    <a:pt x="1916" y="526"/>
                  </a:cubicBezTo>
                  <a:cubicBezTo>
                    <a:pt x="1934" y="531"/>
                    <a:pt x="1950" y="534"/>
                    <a:pt x="1965" y="534"/>
                  </a:cubicBezTo>
                  <a:cubicBezTo>
                    <a:pt x="1998" y="534"/>
                    <a:pt x="2024" y="519"/>
                    <a:pt x="2054" y="483"/>
                  </a:cubicBezTo>
                  <a:cubicBezTo>
                    <a:pt x="2062" y="466"/>
                    <a:pt x="2079" y="448"/>
                    <a:pt x="2088" y="431"/>
                  </a:cubicBezTo>
                  <a:cubicBezTo>
                    <a:pt x="2114" y="397"/>
                    <a:pt x="2131" y="371"/>
                    <a:pt x="2157" y="345"/>
                  </a:cubicBezTo>
                  <a:cubicBezTo>
                    <a:pt x="2208" y="294"/>
                    <a:pt x="2243" y="268"/>
                    <a:pt x="2311" y="251"/>
                  </a:cubicBezTo>
                  <a:cubicBezTo>
                    <a:pt x="2381" y="225"/>
                    <a:pt x="2432" y="195"/>
                    <a:pt x="2493" y="195"/>
                  </a:cubicBezTo>
                  <a:cubicBezTo>
                    <a:pt x="2514" y="195"/>
                    <a:pt x="2536" y="199"/>
                    <a:pt x="2560" y="208"/>
                  </a:cubicBezTo>
                  <a:cubicBezTo>
                    <a:pt x="2664" y="242"/>
                    <a:pt x="2758" y="285"/>
                    <a:pt x="2861" y="320"/>
                  </a:cubicBezTo>
                  <a:cubicBezTo>
                    <a:pt x="2904" y="337"/>
                    <a:pt x="2938" y="363"/>
                    <a:pt x="2981" y="371"/>
                  </a:cubicBezTo>
                  <a:cubicBezTo>
                    <a:pt x="3033" y="388"/>
                    <a:pt x="3067" y="406"/>
                    <a:pt x="3110" y="423"/>
                  </a:cubicBezTo>
                  <a:cubicBezTo>
                    <a:pt x="3148" y="444"/>
                    <a:pt x="3190" y="466"/>
                    <a:pt x="3230" y="466"/>
                  </a:cubicBezTo>
                  <a:cubicBezTo>
                    <a:pt x="3254" y="466"/>
                    <a:pt x="3277" y="459"/>
                    <a:pt x="3299" y="440"/>
                  </a:cubicBezTo>
                  <a:cubicBezTo>
                    <a:pt x="3316" y="423"/>
                    <a:pt x="3342" y="406"/>
                    <a:pt x="3351" y="380"/>
                  </a:cubicBezTo>
                  <a:cubicBezTo>
                    <a:pt x="3299" y="345"/>
                    <a:pt x="3248" y="311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595" y="36"/>
                    <a:pt x="2535" y="36"/>
                    <a:pt x="2475" y="36"/>
                  </a:cubicBez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06" name="Google Shape;13606;p45"/>
            <p:cNvSpPr/>
            <p:nvPr/>
          </p:nvSpPr>
          <p:spPr>
            <a:xfrm>
              <a:off x="5700100" y="1318450"/>
              <a:ext cx="44900" cy="53800"/>
            </a:xfrm>
            <a:custGeom>
              <a:avLst/>
              <a:gdLst/>
              <a:ahLst/>
              <a:cxnLst/>
              <a:rect l="l" t="t" r="r" b="b"/>
              <a:pathLst>
                <a:path w="1796" h="2152" extrusionOk="0">
                  <a:moveTo>
                    <a:pt x="1227" y="0"/>
                  </a:moveTo>
                  <a:cubicBezTo>
                    <a:pt x="1191" y="0"/>
                    <a:pt x="1180" y="104"/>
                    <a:pt x="1195" y="112"/>
                  </a:cubicBezTo>
                  <a:lnTo>
                    <a:pt x="1220" y="146"/>
                  </a:lnTo>
                  <a:cubicBezTo>
                    <a:pt x="1237" y="172"/>
                    <a:pt x="1272" y="197"/>
                    <a:pt x="1298" y="223"/>
                  </a:cubicBezTo>
                  <a:cubicBezTo>
                    <a:pt x="1341" y="258"/>
                    <a:pt x="1366" y="301"/>
                    <a:pt x="1401" y="335"/>
                  </a:cubicBezTo>
                  <a:cubicBezTo>
                    <a:pt x="1427" y="361"/>
                    <a:pt x="1435" y="369"/>
                    <a:pt x="1444" y="404"/>
                  </a:cubicBezTo>
                  <a:cubicBezTo>
                    <a:pt x="1452" y="421"/>
                    <a:pt x="1461" y="447"/>
                    <a:pt x="1461" y="464"/>
                  </a:cubicBezTo>
                  <a:cubicBezTo>
                    <a:pt x="1461" y="481"/>
                    <a:pt x="1461" y="490"/>
                    <a:pt x="1461" y="507"/>
                  </a:cubicBezTo>
                  <a:cubicBezTo>
                    <a:pt x="1478" y="558"/>
                    <a:pt x="1495" y="618"/>
                    <a:pt x="1495" y="670"/>
                  </a:cubicBezTo>
                  <a:cubicBezTo>
                    <a:pt x="1504" y="756"/>
                    <a:pt x="1495" y="842"/>
                    <a:pt x="1495" y="919"/>
                  </a:cubicBezTo>
                  <a:cubicBezTo>
                    <a:pt x="1495" y="971"/>
                    <a:pt x="1478" y="1014"/>
                    <a:pt x="1461" y="1065"/>
                  </a:cubicBezTo>
                  <a:cubicBezTo>
                    <a:pt x="1452" y="1100"/>
                    <a:pt x="1435" y="1125"/>
                    <a:pt x="1409" y="1151"/>
                  </a:cubicBezTo>
                  <a:cubicBezTo>
                    <a:pt x="1375" y="1194"/>
                    <a:pt x="1384" y="1246"/>
                    <a:pt x="1349" y="1289"/>
                  </a:cubicBezTo>
                  <a:cubicBezTo>
                    <a:pt x="1315" y="1332"/>
                    <a:pt x="1255" y="1374"/>
                    <a:pt x="1203" y="1392"/>
                  </a:cubicBezTo>
                  <a:cubicBezTo>
                    <a:pt x="1186" y="1400"/>
                    <a:pt x="1160" y="1400"/>
                    <a:pt x="1152" y="1409"/>
                  </a:cubicBezTo>
                  <a:lnTo>
                    <a:pt x="1143" y="1452"/>
                  </a:lnTo>
                  <a:cubicBezTo>
                    <a:pt x="1134" y="1503"/>
                    <a:pt x="1091" y="1546"/>
                    <a:pt x="1057" y="1589"/>
                  </a:cubicBezTo>
                  <a:cubicBezTo>
                    <a:pt x="1040" y="1606"/>
                    <a:pt x="1031" y="1632"/>
                    <a:pt x="1014" y="1649"/>
                  </a:cubicBezTo>
                  <a:cubicBezTo>
                    <a:pt x="1006" y="1667"/>
                    <a:pt x="997" y="1701"/>
                    <a:pt x="980" y="1718"/>
                  </a:cubicBezTo>
                  <a:cubicBezTo>
                    <a:pt x="954" y="1744"/>
                    <a:pt x="920" y="1761"/>
                    <a:pt x="877" y="1761"/>
                  </a:cubicBezTo>
                  <a:cubicBezTo>
                    <a:pt x="842" y="1761"/>
                    <a:pt x="799" y="1770"/>
                    <a:pt x="782" y="1795"/>
                  </a:cubicBezTo>
                  <a:cubicBezTo>
                    <a:pt x="765" y="1813"/>
                    <a:pt x="765" y="1838"/>
                    <a:pt x="756" y="1864"/>
                  </a:cubicBezTo>
                  <a:cubicBezTo>
                    <a:pt x="748" y="1873"/>
                    <a:pt x="739" y="1890"/>
                    <a:pt x="731" y="1899"/>
                  </a:cubicBezTo>
                  <a:cubicBezTo>
                    <a:pt x="705" y="1924"/>
                    <a:pt x="705" y="1933"/>
                    <a:pt x="670" y="1941"/>
                  </a:cubicBezTo>
                  <a:cubicBezTo>
                    <a:pt x="628" y="1950"/>
                    <a:pt x="593" y="1950"/>
                    <a:pt x="559" y="1959"/>
                  </a:cubicBezTo>
                  <a:cubicBezTo>
                    <a:pt x="499" y="1976"/>
                    <a:pt x="447" y="1984"/>
                    <a:pt x="387" y="1993"/>
                  </a:cubicBezTo>
                  <a:cubicBezTo>
                    <a:pt x="344" y="1993"/>
                    <a:pt x="310" y="1993"/>
                    <a:pt x="267" y="2002"/>
                  </a:cubicBezTo>
                  <a:cubicBezTo>
                    <a:pt x="232" y="2010"/>
                    <a:pt x="207" y="2019"/>
                    <a:pt x="172" y="2019"/>
                  </a:cubicBezTo>
                  <a:cubicBezTo>
                    <a:pt x="146" y="2010"/>
                    <a:pt x="129" y="2002"/>
                    <a:pt x="103" y="1993"/>
                  </a:cubicBezTo>
                  <a:cubicBezTo>
                    <a:pt x="86" y="1993"/>
                    <a:pt x="69" y="1993"/>
                    <a:pt x="52" y="1984"/>
                  </a:cubicBezTo>
                  <a:cubicBezTo>
                    <a:pt x="9" y="1984"/>
                    <a:pt x="0" y="2019"/>
                    <a:pt x="9" y="2036"/>
                  </a:cubicBezTo>
                  <a:cubicBezTo>
                    <a:pt x="18" y="2045"/>
                    <a:pt x="43" y="2070"/>
                    <a:pt x="60" y="2070"/>
                  </a:cubicBezTo>
                  <a:cubicBezTo>
                    <a:pt x="69" y="2079"/>
                    <a:pt x="86" y="2079"/>
                    <a:pt x="103" y="2088"/>
                  </a:cubicBezTo>
                  <a:lnTo>
                    <a:pt x="112" y="2096"/>
                  </a:lnTo>
                  <a:lnTo>
                    <a:pt x="146" y="2105"/>
                  </a:lnTo>
                  <a:lnTo>
                    <a:pt x="189" y="2122"/>
                  </a:lnTo>
                  <a:cubicBezTo>
                    <a:pt x="207" y="2131"/>
                    <a:pt x="232" y="2131"/>
                    <a:pt x="249" y="2139"/>
                  </a:cubicBezTo>
                  <a:cubicBezTo>
                    <a:pt x="267" y="2139"/>
                    <a:pt x="284" y="2148"/>
                    <a:pt x="301" y="2148"/>
                  </a:cubicBezTo>
                  <a:cubicBezTo>
                    <a:pt x="313" y="2150"/>
                    <a:pt x="325" y="2151"/>
                    <a:pt x="337" y="2151"/>
                  </a:cubicBezTo>
                  <a:cubicBezTo>
                    <a:pt x="370" y="2151"/>
                    <a:pt x="405" y="2143"/>
                    <a:pt x="430" y="2131"/>
                  </a:cubicBezTo>
                  <a:cubicBezTo>
                    <a:pt x="447" y="2113"/>
                    <a:pt x="456" y="2105"/>
                    <a:pt x="481" y="2096"/>
                  </a:cubicBezTo>
                  <a:cubicBezTo>
                    <a:pt x="516" y="2088"/>
                    <a:pt x="559" y="2079"/>
                    <a:pt x="593" y="2079"/>
                  </a:cubicBezTo>
                  <a:cubicBezTo>
                    <a:pt x="701" y="2079"/>
                    <a:pt x="798" y="2126"/>
                    <a:pt x="897" y="2126"/>
                  </a:cubicBezTo>
                  <a:cubicBezTo>
                    <a:pt x="924" y="2126"/>
                    <a:pt x="952" y="2123"/>
                    <a:pt x="980" y="2113"/>
                  </a:cubicBezTo>
                  <a:cubicBezTo>
                    <a:pt x="1014" y="2105"/>
                    <a:pt x="1023" y="2088"/>
                    <a:pt x="1048" y="2070"/>
                  </a:cubicBezTo>
                  <a:cubicBezTo>
                    <a:pt x="1074" y="2053"/>
                    <a:pt x="1091" y="2027"/>
                    <a:pt x="1109" y="2010"/>
                  </a:cubicBezTo>
                  <a:cubicBezTo>
                    <a:pt x="1143" y="1950"/>
                    <a:pt x="1177" y="1890"/>
                    <a:pt x="1203" y="1821"/>
                  </a:cubicBezTo>
                  <a:cubicBezTo>
                    <a:pt x="1220" y="1770"/>
                    <a:pt x="1246" y="1710"/>
                    <a:pt x="1272" y="1658"/>
                  </a:cubicBezTo>
                  <a:cubicBezTo>
                    <a:pt x="1298" y="1624"/>
                    <a:pt x="1323" y="1598"/>
                    <a:pt x="1375" y="1581"/>
                  </a:cubicBezTo>
                  <a:cubicBezTo>
                    <a:pt x="1427" y="1563"/>
                    <a:pt x="1469" y="1546"/>
                    <a:pt x="1512" y="1529"/>
                  </a:cubicBezTo>
                  <a:cubicBezTo>
                    <a:pt x="1573" y="1495"/>
                    <a:pt x="1624" y="1486"/>
                    <a:pt x="1650" y="1435"/>
                  </a:cubicBezTo>
                  <a:cubicBezTo>
                    <a:pt x="1684" y="1383"/>
                    <a:pt x="1684" y="1332"/>
                    <a:pt x="1693" y="1280"/>
                  </a:cubicBezTo>
                  <a:cubicBezTo>
                    <a:pt x="1710" y="1211"/>
                    <a:pt x="1744" y="1160"/>
                    <a:pt x="1744" y="1091"/>
                  </a:cubicBezTo>
                  <a:cubicBezTo>
                    <a:pt x="1736" y="1057"/>
                    <a:pt x="1736" y="1022"/>
                    <a:pt x="1727" y="988"/>
                  </a:cubicBezTo>
                  <a:cubicBezTo>
                    <a:pt x="1727" y="945"/>
                    <a:pt x="1701" y="902"/>
                    <a:pt x="1710" y="850"/>
                  </a:cubicBezTo>
                  <a:cubicBezTo>
                    <a:pt x="1710" y="833"/>
                    <a:pt x="1710" y="807"/>
                    <a:pt x="1719" y="799"/>
                  </a:cubicBezTo>
                  <a:lnTo>
                    <a:pt x="1727" y="782"/>
                  </a:lnTo>
                  <a:cubicBezTo>
                    <a:pt x="1744" y="756"/>
                    <a:pt x="1753" y="730"/>
                    <a:pt x="1762" y="696"/>
                  </a:cubicBezTo>
                  <a:cubicBezTo>
                    <a:pt x="1762" y="661"/>
                    <a:pt x="1779" y="636"/>
                    <a:pt x="1787" y="601"/>
                  </a:cubicBezTo>
                  <a:cubicBezTo>
                    <a:pt x="1796" y="567"/>
                    <a:pt x="1787" y="524"/>
                    <a:pt x="1779" y="498"/>
                  </a:cubicBezTo>
                  <a:cubicBezTo>
                    <a:pt x="1770" y="464"/>
                    <a:pt x="1753" y="438"/>
                    <a:pt x="1727" y="412"/>
                  </a:cubicBezTo>
                  <a:cubicBezTo>
                    <a:pt x="1693" y="386"/>
                    <a:pt x="1658" y="369"/>
                    <a:pt x="1633" y="343"/>
                  </a:cubicBezTo>
                  <a:cubicBezTo>
                    <a:pt x="1607" y="318"/>
                    <a:pt x="1590" y="292"/>
                    <a:pt x="1564" y="275"/>
                  </a:cubicBezTo>
                  <a:cubicBezTo>
                    <a:pt x="1521" y="249"/>
                    <a:pt x="1504" y="206"/>
                    <a:pt x="1469" y="180"/>
                  </a:cubicBezTo>
                  <a:cubicBezTo>
                    <a:pt x="1427" y="154"/>
                    <a:pt x="1384" y="137"/>
                    <a:pt x="1349" y="112"/>
                  </a:cubicBezTo>
                  <a:cubicBezTo>
                    <a:pt x="1306" y="86"/>
                    <a:pt x="1280" y="43"/>
                    <a:pt x="1246" y="8"/>
                  </a:cubicBezTo>
                  <a:cubicBezTo>
                    <a:pt x="1239" y="3"/>
                    <a:pt x="1233" y="0"/>
                    <a:pt x="122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07" name="Google Shape;13607;p45"/>
            <p:cNvSpPr/>
            <p:nvPr/>
          </p:nvSpPr>
          <p:spPr>
            <a:xfrm>
              <a:off x="5687200" y="1294325"/>
              <a:ext cx="60175" cy="26700"/>
            </a:xfrm>
            <a:custGeom>
              <a:avLst/>
              <a:gdLst/>
              <a:ahLst/>
              <a:cxnLst/>
              <a:rect l="l" t="t" r="r" b="b"/>
              <a:pathLst>
                <a:path w="2407" h="1068" extrusionOk="0">
                  <a:moveTo>
                    <a:pt x="1155" y="1"/>
                  </a:moveTo>
                  <a:cubicBezTo>
                    <a:pt x="1125" y="1"/>
                    <a:pt x="1096" y="21"/>
                    <a:pt x="1066" y="28"/>
                  </a:cubicBezTo>
                  <a:cubicBezTo>
                    <a:pt x="1023" y="37"/>
                    <a:pt x="989" y="37"/>
                    <a:pt x="946" y="54"/>
                  </a:cubicBezTo>
                  <a:cubicBezTo>
                    <a:pt x="912" y="63"/>
                    <a:pt x="877" y="80"/>
                    <a:pt x="851" y="89"/>
                  </a:cubicBezTo>
                  <a:cubicBezTo>
                    <a:pt x="842" y="90"/>
                    <a:pt x="832" y="91"/>
                    <a:pt x="823" y="91"/>
                  </a:cubicBezTo>
                  <a:cubicBezTo>
                    <a:pt x="781" y="91"/>
                    <a:pt x="740" y="77"/>
                    <a:pt x="705" y="63"/>
                  </a:cubicBezTo>
                  <a:cubicBezTo>
                    <a:pt x="673" y="52"/>
                    <a:pt x="633" y="41"/>
                    <a:pt x="596" y="41"/>
                  </a:cubicBezTo>
                  <a:cubicBezTo>
                    <a:pt x="574" y="41"/>
                    <a:pt x="552" y="45"/>
                    <a:pt x="534" y="54"/>
                  </a:cubicBezTo>
                  <a:cubicBezTo>
                    <a:pt x="491" y="71"/>
                    <a:pt x="448" y="106"/>
                    <a:pt x="405" y="131"/>
                  </a:cubicBezTo>
                  <a:cubicBezTo>
                    <a:pt x="336" y="166"/>
                    <a:pt x="276" y="183"/>
                    <a:pt x="233" y="260"/>
                  </a:cubicBezTo>
                  <a:cubicBezTo>
                    <a:pt x="207" y="312"/>
                    <a:pt x="190" y="389"/>
                    <a:pt x="155" y="424"/>
                  </a:cubicBezTo>
                  <a:cubicBezTo>
                    <a:pt x="113" y="467"/>
                    <a:pt x="78" y="501"/>
                    <a:pt x="52" y="544"/>
                  </a:cubicBezTo>
                  <a:cubicBezTo>
                    <a:pt x="27" y="578"/>
                    <a:pt x="1" y="621"/>
                    <a:pt x="27" y="664"/>
                  </a:cubicBezTo>
                  <a:cubicBezTo>
                    <a:pt x="35" y="699"/>
                    <a:pt x="52" y="690"/>
                    <a:pt x="35" y="724"/>
                  </a:cubicBezTo>
                  <a:cubicBezTo>
                    <a:pt x="30" y="735"/>
                    <a:pt x="15" y="752"/>
                    <a:pt x="24" y="752"/>
                  </a:cubicBezTo>
                  <a:cubicBezTo>
                    <a:pt x="29" y="752"/>
                    <a:pt x="44" y="745"/>
                    <a:pt x="78" y="724"/>
                  </a:cubicBezTo>
                  <a:cubicBezTo>
                    <a:pt x="78" y="699"/>
                    <a:pt x="121" y="656"/>
                    <a:pt x="138" y="647"/>
                  </a:cubicBezTo>
                  <a:cubicBezTo>
                    <a:pt x="164" y="630"/>
                    <a:pt x="190" y="613"/>
                    <a:pt x="207" y="587"/>
                  </a:cubicBezTo>
                  <a:cubicBezTo>
                    <a:pt x="250" y="544"/>
                    <a:pt x="310" y="492"/>
                    <a:pt x="370" y="475"/>
                  </a:cubicBezTo>
                  <a:cubicBezTo>
                    <a:pt x="396" y="467"/>
                    <a:pt x="422" y="458"/>
                    <a:pt x="448" y="458"/>
                  </a:cubicBezTo>
                  <a:cubicBezTo>
                    <a:pt x="465" y="449"/>
                    <a:pt x="482" y="432"/>
                    <a:pt x="508" y="432"/>
                  </a:cubicBezTo>
                  <a:cubicBezTo>
                    <a:pt x="516" y="428"/>
                    <a:pt x="525" y="428"/>
                    <a:pt x="534" y="428"/>
                  </a:cubicBezTo>
                  <a:cubicBezTo>
                    <a:pt x="542" y="428"/>
                    <a:pt x="551" y="428"/>
                    <a:pt x="559" y="424"/>
                  </a:cubicBezTo>
                  <a:cubicBezTo>
                    <a:pt x="584" y="418"/>
                    <a:pt x="599" y="411"/>
                    <a:pt x="619" y="411"/>
                  </a:cubicBezTo>
                  <a:cubicBezTo>
                    <a:pt x="627" y="411"/>
                    <a:pt x="635" y="412"/>
                    <a:pt x="645" y="415"/>
                  </a:cubicBezTo>
                  <a:cubicBezTo>
                    <a:pt x="680" y="424"/>
                    <a:pt x="714" y="441"/>
                    <a:pt x="748" y="449"/>
                  </a:cubicBezTo>
                  <a:cubicBezTo>
                    <a:pt x="774" y="458"/>
                    <a:pt x="817" y="475"/>
                    <a:pt x="834" y="475"/>
                  </a:cubicBezTo>
                  <a:lnTo>
                    <a:pt x="877" y="458"/>
                  </a:lnTo>
                  <a:cubicBezTo>
                    <a:pt x="903" y="449"/>
                    <a:pt x="920" y="449"/>
                    <a:pt x="946" y="441"/>
                  </a:cubicBezTo>
                  <a:cubicBezTo>
                    <a:pt x="980" y="432"/>
                    <a:pt x="1015" y="415"/>
                    <a:pt x="1049" y="415"/>
                  </a:cubicBezTo>
                  <a:cubicBezTo>
                    <a:pt x="1092" y="415"/>
                    <a:pt x="1135" y="415"/>
                    <a:pt x="1178" y="424"/>
                  </a:cubicBezTo>
                  <a:lnTo>
                    <a:pt x="1307" y="424"/>
                  </a:lnTo>
                  <a:cubicBezTo>
                    <a:pt x="1350" y="432"/>
                    <a:pt x="1375" y="458"/>
                    <a:pt x="1418" y="475"/>
                  </a:cubicBezTo>
                  <a:cubicBezTo>
                    <a:pt x="1436" y="484"/>
                    <a:pt x="1453" y="492"/>
                    <a:pt x="1470" y="501"/>
                  </a:cubicBezTo>
                  <a:cubicBezTo>
                    <a:pt x="1487" y="509"/>
                    <a:pt x="1513" y="518"/>
                    <a:pt x="1530" y="518"/>
                  </a:cubicBezTo>
                  <a:cubicBezTo>
                    <a:pt x="1542" y="523"/>
                    <a:pt x="1555" y="524"/>
                    <a:pt x="1569" y="524"/>
                  </a:cubicBezTo>
                  <a:cubicBezTo>
                    <a:pt x="1591" y="524"/>
                    <a:pt x="1615" y="520"/>
                    <a:pt x="1637" y="520"/>
                  </a:cubicBezTo>
                  <a:cubicBezTo>
                    <a:pt x="1651" y="520"/>
                    <a:pt x="1664" y="522"/>
                    <a:pt x="1676" y="527"/>
                  </a:cubicBezTo>
                  <a:cubicBezTo>
                    <a:pt x="1711" y="535"/>
                    <a:pt x="1745" y="570"/>
                    <a:pt x="1771" y="595"/>
                  </a:cubicBezTo>
                  <a:cubicBezTo>
                    <a:pt x="1814" y="621"/>
                    <a:pt x="1865" y="630"/>
                    <a:pt x="1908" y="656"/>
                  </a:cubicBezTo>
                  <a:cubicBezTo>
                    <a:pt x="1925" y="664"/>
                    <a:pt x="1943" y="681"/>
                    <a:pt x="1968" y="699"/>
                  </a:cubicBezTo>
                  <a:cubicBezTo>
                    <a:pt x="2003" y="716"/>
                    <a:pt x="2046" y="716"/>
                    <a:pt x="2080" y="750"/>
                  </a:cubicBezTo>
                  <a:cubicBezTo>
                    <a:pt x="2132" y="802"/>
                    <a:pt x="2192" y="845"/>
                    <a:pt x="2252" y="888"/>
                  </a:cubicBezTo>
                  <a:cubicBezTo>
                    <a:pt x="2278" y="913"/>
                    <a:pt x="2312" y="948"/>
                    <a:pt x="2338" y="982"/>
                  </a:cubicBezTo>
                  <a:cubicBezTo>
                    <a:pt x="2346" y="999"/>
                    <a:pt x="2398" y="1068"/>
                    <a:pt x="2406" y="1068"/>
                  </a:cubicBezTo>
                  <a:cubicBezTo>
                    <a:pt x="2406" y="1051"/>
                    <a:pt x="2398" y="1025"/>
                    <a:pt x="2398" y="999"/>
                  </a:cubicBezTo>
                  <a:cubicBezTo>
                    <a:pt x="2389" y="965"/>
                    <a:pt x="2398" y="939"/>
                    <a:pt x="2389" y="905"/>
                  </a:cubicBezTo>
                  <a:cubicBezTo>
                    <a:pt x="2363" y="853"/>
                    <a:pt x="2321" y="802"/>
                    <a:pt x="2286" y="767"/>
                  </a:cubicBezTo>
                  <a:cubicBezTo>
                    <a:pt x="2260" y="733"/>
                    <a:pt x="2226" y="699"/>
                    <a:pt x="2209" y="664"/>
                  </a:cubicBezTo>
                  <a:cubicBezTo>
                    <a:pt x="2209" y="647"/>
                    <a:pt x="2200" y="630"/>
                    <a:pt x="2200" y="613"/>
                  </a:cubicBezTo>
                  <a:cubicBezTo>
                    <a:pt x="2192" y="587"/>
                    <a:pt x="2174" y="570"/>
                    <a:pt x="2166" y="544"/>
                  </a:cubicBezTo>
                  <a:cubicBezTo>
                    <a:pt x="2149" y="509"/>
                    <a:pt x="2132" y="484"/>
                    <a:pt x="2106" y="449"/>
                  </a:cubicBezTo>
                  <a:cubicBezTo>
                    <a:pt x="2071" y="415"/>
                    <a:pt x="2054" y="372"/>
                    <a:pt x="2020" y="338"/>
                  </a:cubicBezTo>
                  <a:cubicBezTo>
                    <a:pt x="1977" y="303"/>
                    <a:pt x="1925" y="286"/>
                    <a:pt x="1874" y="269"/>
                  </a:cubicBezTo>
                  <a:cubicBezTo>
                    <a:pt x="1805" y="243"/>
                    <a:pt x="1745" y="200"/>
                    <a:pt x="1685" y="157"/>
                  </a:cubicBezTo>
                  <a:cubicBezTo>
                    <a:pt x="1642" y="123"/>
                    <a:pt x="1599" y="106"/>
                    <a:pt x="1539" y="97"/>
                  </a:cubicBezTo>
                  <a:lnTo>
                    <a:pt x="1479" y="97"/>
                  </a:lnTo>
                  <a:cubicBezTo>
                    <a:pt x="1444" y="97"/>
                    <a:pt x="1444" y="89"/>
                    <a:pt x="1418" y="80"/>
                  </a:cubicBezTo>
                  <a:cubicBezTo>
                    <a:pt x="1401" y="71"/>
                    <a:pt x="1384" y="71"/>
                    <a:pt x="1358" y="63"/>
                  </a:cubicBezTo>
                  <a:cubicBezTo>
                    <a:pt x="1341" y="54"/>
                    <a:pt x="1324" y="46"/>
                    <a:pt x="1307" y="37"/>
                  </a:cubicBezTo>
                  <a:cubicBezTo>
                    <a:pt x="1264" y="20"/>
                    <a:pt x="1212" y="3"/>
                    <a:pt x="1169" y="3"/>
                  </a:cubicBezTo>
                  <a:cubicBezTo>
                    <a:pt x="1164" y="1"/>
                    <a:pt x="1160" y="1"/>
                    <a:pt x="1155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08" name="Google Shape;13608;p45"/>
            <p:cNvSpPr/>
            <p:nvPr/>
          </p:nvSpPr>
          <p:spPr>
            <a:xfrm>
              <a:off x="5673675" y="1317775"/>
              <a:ext cx="24075" cy="55250"/>
            </a:xfrm>
            <a:custGeom>
              <a:avLst/>
              <a:gdLst/>
              <a:ahLst/>
              <a:cxnLst/>
              <a:rect l="l" t="t" r="r" b="b"/>
              <a:pathLst>
                <a:path w="963" h="2210" extrusionOk="0">
                  <a:moveTo>
                    <a:pt x="466" y="1"/>
                  </a:moveTo>
                  <a:cubicBezTo>
                    <a:pt x="431" y="1"/>
                    <a:pt x="374" y="46"/>
                    <a:pt x="361" y="53"/>
                  </a:cubicBezTo>
                  <a:cubicBezTo>
                    <a:pt x="337" y="72"/>
                    <a:pt x="311" y="83"/>
                    <a:pt x="296" y="85"/>
                  </a:cubicBezTo>
                  <a:lnTo>
                    <a:pt x="296" y="85"/>
                  </a:lnTo>
                  <a:cubicBezTo>
                    <a:pt x="296" y="80"/>
                    <a:pt x="296" y="75"/>
                    <a:pt x="293" y="70"/>
                  </a:cubicBezTo>
                  <a:lnTo>
                    <a:pt x="293" y="70"/>
                  </a:lnTo>
                  <a:cubicBezTo>
                    <a:pt x="283" y="80"/>
                    <a:pt x="284" y="85"/>
                    <a:pt x="293" y="85"/>
                  </a:cubicBezTo>
                  <a:cubicBezTo>
                    <a:pt x="294" y="85"/>
                    <a:pt x="295" y="85"/>
                    <a:pt x="296" y="85"/>
                  </a:cubicBezTo>
                  <a:lnTo>
                    <a:pt x="296" y="85"/>
                  </a:lnTo>
                  <a:cubicBezTo>
                    <a:pt x="296" y="94"/>
                    <a:pt x="290" y="101"/>
                    <a:pt x="284" y="113"/>
                  </a:cubicBezTo>
                  <a:cubicBezTo>
                    <a:pt x="284" y="121"/>
                    <a:pt x="241" y="164"/>
                    <a:pt x="241" y="164"/>
                  </a:cubicBezTo>
                  <a:cubicBezTo>
                    <a:pt x="224" y="190"/>
                    <a:pt x="207" y="224"/>
                    <a:pt x="190" y="250"/>
                  </a:cubicBezTo>
                  <a:cubicBezTo>
                    <a:pt x="164" y="302"/>
                    <a:pt x="129" y="345"/>
                    <a:pt x="95" y="388"/>
                  </a:cubicBezTo>
                  <a:lnTo>
                    <a:pt x="69" y="422"/>
                  </a:lnTo>
                  <a:cubicBezTo>
                    <a:pt x="52" y="448"/>
                    <a:pt x="44" y="491"/>
                    <a:pt x="35" y="525"/>
                  </a:cubicBezTo>
                  <a:cubicBezTo>
                    <a:pt x="26" y="585"/>
                    <a:pt x="18" y="637"/>
                    <a:pt x="9" y="697"/>
                  </a:cubicBezTo>
                  <a:cubicBezTo>
                    <a:pt x="1" y="706"/>
                    <a:pt x="9" y="723"/>
                    <a:pt x="9" y="740"/>
                  </a:cubicBezTo>
                  <a:cubicBezTo>
                    <a:pt x="9" y="757"/>
                    <a:pt x="1" y="774"/>
                    <a:pt x="1" y="791"/>
                  </a:cubicBezTo>
                  <a:cubicBezTo>
                    <a:pt x="1" y="860"/>
                    <a:pt x="44" y="920"/>
                    <a:pt x="69" y="980"/>
                  </a:cubicBezTo>
                  <a:cubicBezTo>
                    <a:pt x="121" y="1084"/>
                    <a:pt x="147" y="1195"/>
                    <a:pt x="198" y="1307"/>
                  </a:cubicBezTo>
                  <a:cubicBezTo>
                    <a:pt x="258" y="1436"/>
                    <a:pt x="276" y="1556"/>
                    <a:pt x="353" y="1676"/>
                  </a:cubicBezTo>
                  <a:cubicBezTo>
                    <a:pt x="361" y="1694"/>
                    <a:pt x="379" y="1711"/>
                    <a:pt x="396" y="1728"/>
                  </a:cubicBezTo>
                  <a:cubicBezTo>
                    <a:pt x="422" y="1754"/>
                    <a:pt x="447" y="1797"/>
                    <a:pt x="482" y="1831"/>
                  </a:cubicBezTo>
                  <a:cubicBezTo>
                    <a:pt x="525" y="1883"/>
                    <a:pt x="559" y="1934"/>
                    <a:pt x="602" y="1994"/>
                  </a:cubicBezTo>
                  <a:cubicBezTo>
                    <a:pt x="619" y="2020"/>
                    <a:pt x="645" y="2037"/>
                    <a:pt x="671" y="2054"/>
                  </a:cubicBezTo>
                  <a:cubicBezTo>
                    <a:pt x="679" y="2072"/>
                    <a:pt x="705" y="2089"/>
                    <a:pt x="722" y="2089"/>
                  </a:cubicBezTo>
                  <a:cubicBezTo>
                    <a:pt x="739" y="2097"/>
                    <a:pt x="757" y="2097"/>
                    <a:pt x="774" y="2106"/>
                  </a:cubicBezTo>
                  <a:cubicBezTo>
                    <a:pt x="800" y="2123"/>
                    <a:pt x="851" y="2140"/>
                    <a:pt x="877" y="2158"/>
                  </a:cubicBezTo>
                  <a:cubicBezTo>
                    <a:pt x="894" y="2166"/>
                    <a:pt x="937" y="2209"/>
                    <a:pt x="963" y="2209"/>
                  </a:cubicBezTo>
                  <a:cubicBezTo>
                    <a:pt x="963" y="2183"/>
                    <a:pt x="911" y="2158"/>
                    <a:pt x="894" y="2140"/>
                  </a:cubicBezTo>
                  <a:cubicBezTo>
                    <a:pt x="868" y="2115"/>
                    <a:pt x="817" y="2106"/>
                    <a:pt x="791" y="2080"/>
                  </a:cubicBezTo>
                  <a:cubicBezTo>
                    <a:pt x="739" y="2020"/>
                    <a:pt x="757" y="1943"/>
                    <a:pt x="722" y="1883"/>
                  </a:cubicBezTo>
                  <a:cubicBezTo>
                    <a:pt x="696" y="1840"/>
                    <a:pt x="688" y="1805"/>
                    <a:pt x="654" y="1779"/>
                  </a:cubicBezTo>
                  <a:cubicBezTo>
                    <a:pt x="611" y="1745"/>
                    <a:pt x="636" y="1711"/>
                    <a:pt x="611" y="1668"/>
                  </a:cubicBezTo>
                  <a:cubicBezTo>
                    <a:pt x="559" y="1573"/>
                    <a:pt x="473" y="1487"/>
                    <a:pt x="422" y="1384"/>
                  </a:cubicBezTo>
                  <a:cubicBezTo>
                    <a:pt x="396" y="1333"/>
                    <a:pt x="310" y="1290"/>
                    <a:pt x="301" y="1230"/>
                  </a:cubicBezTo>
                  <a:cubicBezTo>
                    <a:pt x="301" y="1212"/>
                    <a:pt x="301" y="1195"/>
                    <a:pt x="301" y="1187"/>
                  </a:cubicBezTo>
                  <a:cubicBezTo>
                    <a:pt x="301" y="1161"/>
                    <a:pt x="301" y="1161"/>
                    <a:pt x="318" y="1144"/>
                  </a:cubicBezTo>
                  <a:cubicBezTo>
                    <a:pt x="379" y="1041"/>
                    <a:pt x="404" y="886"/>
                    <a:pt x="344" y="774"/>
                  </a:cubicBezTo>
                  <a:cubicBezTo>
                    <a:pt x="336" y="766"/>
                    <a:pt x="336" y="749"/>
                    <a:pt x="327" y="731"/>
                  </a:cubicBezTo>
                  <a:cubicBezTo>
                    <a:pt x="310" y="706"/>
                    <a:pt x="301" y="688"/>
                    <a:pt x="301" y="663"/>
                  </a:cubicBezTo>
                  <a:cubicBezTo>
                    <a:pt x="293" y="611"/>
                    <a:pt x="318" y="585"/>
                    <a:pt x="327" y="542"/>
                  </a:cubicBezTo>
                  <a:cubicBezTo>
                    <a:pt x="327" y="517"/>
                    <a:pt x="336" y="499"/>
                    <a:pt x="336" y="474"/>
                  </a:cubicBezTo>
                  <a:lnTo>
                    <a:pt x="361" y="456"/>
                  </a:lnTo>
                  <a:cubicBezTo>
                    <a:pt x="370" y="439"/>
                    <a:pt x="370" y="422"/>
                    <a:pt x="379" y="405"/>
                  </a:cubicBezTo>
                  <a:cubicBezTo>
                    <a:pt x="396" y="353"/>
                    <a:pt x="413" y="310"/>
                    <a:pt x="439" y="259"/>
                  </a:cubicBezTo>
                  <a:cubicBezTo>
                    <a:pt x="456" y="242"/>
                    <a:pt x="465" y="224"/>
                    <a:pt x="465" y="199"/>
                  </a:cubicBezTo>
                  <a:cubicBezTo>
                    <a:pt x="473" y="181"/>
                    <a:pt x="482" y="164"/>
                    <a:pt x="482" y="147"/>
                  </a:cubicBezTo>
                  <a:cubicBezTo>
                    <a:pt x="482" y="130"/>
                    <a:pt x="473" y="104"/>
                    <a:pt x="473" y="78"/>
                  </a:cubicBezTo>
                  <a:cubicBezTo>
                    <a:pt x="473" y="61"/>
                    <a:pt x="490" y="35"/>
                    <a:pt x="490" y="18"/>
                  </a:cubicBezTo>
                  <a:cubicBezTo>
                    <a:pt x="486" y="6"/>
                    <a:pt x="477" y="1"/>
                    <a:pt x="466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09" name="Google Shape;13609;p45"/>
            <p:cNvSpPr/>
            <p:nvPr/>
          </p:nvSpPr>
          <p:spPr>
            <a:xfrm>
              <a:off x="5694950" y="1380075"/>
              <a:ext cx="27950" cy="7150"/>
            </a:xfrm>
            <a:custGeom>
              <a:avLst/>
              <a:gdLst/>
              <a:ahLst/>
              <a:cxnLst/>
              <a:rect l="l" t="t" r="r" b="b"/>
              <a:pathLst>
                <a:path w="1118" h="286" extrusionOk="0">
                  <a:moveTo>
                    <a:pt x="198" y="1"/>
                  </a:moveTo>
                  <a:cubicBezTo>
                    <a:pt x="175" y="23"/>
                    <a:pt x="152" y="27"/>
                    <a:pt x="129" y="27"/>
                  </a:cubicBezTo>
                  <a:cubicBezTo>
                    <a:pt x="118" y="27"/>
                    <a:pt x="106" y="26"/>
                    <a:pt x="95" y="26"/>
                  </a:cubicBezTo>
                  <a:cubicBezTo>
                    <a:pt x="77" y="18"/>
                    <a:pt x="69" y="18"/>
                    <a:pt x="60" y="18"/>
                  </a:cubicBezTo>
                  <a:cubicBezTo>
                    <a:pt x="26" y="18"/>
                    <a:pt x="26" y="52"/>
                    <a:pt x="0" y="61"/>
                  </a:cubicBezTo>
                  <a:cubicBezTo>
                    <a:pt x="17" y="95"/>
                    <a:pt x="35" y="112"/>
                    <a:pt x="69" y="121"/>
                  </a:cubicBezTo>
                  <a:cubicBezTo>
                    <a:pt x="138" y="147"/>
                    <a:pt x="206" y="172"/>
                    <a:pt x="266" y="207"/>
                  </a:cubicBezTo>
                  <a:cubicBezTo>
                    <a:pt x="301" y="215"/>
                    <a:pt x="318" y="241"/>
                    <a:pt x="352" y="250"/>
                  </a:cubicBezTo>
                  <a:cubicBezTo>
                    <a:pt x="387" y="267"/>
                    <a:pt x="438" y="267"/>
                    <a:pt x="481" y="275"/>
                  </a:cubicBezTo>
                  <a:cubicBezTo>
                    <a:pt x="511" y="280"/>
                    <a:pt x="524" y="285"/>
                    <a:pt x="539" y="285"/>
                  </a:cubicBezTo>
                  <a:cubicBezTo>
                    <a:pt x="550" y="285"/>
                    <a:pt x="563" y="283"/>
                    <a:pt x="584" y="275"/>
                  </a:cubicBezTo>
                  <a:cubicBezTo>
                    <a:pt x="627" y="258"/>
                    <a:pt x="670" y="258"/>
                    <a:pt x="705" y="233"/>
                  </a:cubicBezTo>
                  <a:cubicBezTo>
                    <a:pt x="722" y="224"/>
                    <a:pt x="748" y="207"/>
                    <a:pt x="773" y="198"/>
                  </a:cubicBezTo>
                  <a:cubicBezTo>
                    <a:pt x="801" y="184"/>
                    <a:pt x="818" y="170"/>
                    <a:pt x="847" y="170"/>
                  </a:cubicBezTo>
                  <a:cubicBezTo>
                    <a:pt x="853" y="170"/>
                    <a:pt x="860" y="171"/>
                    <a:pt x="868" y="172"/>
                  </a:cubicBezTo>
                  <a:cubicBezTo>
                    <a:pt x="919" y="181"/>
                    <a:pt x="962" y="190"/>
                    <a:pt x="1014" y="198"/>
                  </a:cubicBezTo>
                  <a:cubicBezTo>
                    <a:pt x="1048" y="198"/>
                    <a:pt x="1108" y="190"/>
                    <a:pt x="1117" y="164"/>
                  </a:cubicBezTo>
                  <a:cubicBezTo>
                    <a:pt x="1117" y="138"/>
                    <a:pt x="1083" y="104"/>
                    <a:pt x="1074" y="86"/>
                  </a:cubicBezTo>
                  <a:cubicBezTo>
                    <a:pt x="1057" y="61"/>
                    <a:pt x="1057" y="9"/>
                    <a:pt x="1014" y="9"/>
                  </a:cubicBezTo>
                  <a:cubicBezTo>
                    <a:pt x="997" y="9"/>
                    <a:pt x="988" y="26"/>
                    <a:pt x="980" y="35"/>
                  </a:cubicBezTo>
                  <a:cubicBezTo>
                    <a:pt x="962" y="44"/>
                    <a:pt x="954" y="44"/>
                    <a:pt x="928" y="52"/>
                  </a:cubicBezTo>
                  <a:cubicBezTo>
                    <a:pt x="902" y="52"/>
                    <a:pt x="876" y="52"/>
                    <a:pt x="851" y="61"/>
                  </a:cubicBezTo>
                  <a:cubicBezTo>
                    <a:pt x="816" y="61"/>
                    <a:pt x="773" y="44"/>
                    <a:pt x="739" y="35"/>
                  </a:cubicBezTo>
                  <a:cubicBezTo>
                    <a:pt x="705" y="35"/>
                    <a:pt x="670" y="26"/>
                    <a:pt x="636" y="26"/>
                  </a:cubicBezTo>
                  <a:cubicBezTo>
                    <a:pt x="610" y="26"/>
                    <a:pt x="593" y="35"/>
                    <a:pt x="567" y="44"/>
                  </a:cubicBezTo>
                  <a:cubicBezTo>
                    <a:pt x="533" y="52"/>
                    <a:pt x="481" y="52"/>
                    <a:pt x="438" y="61"/>
                  </a:cubicBezTo>
                  <a:cubicBezTo>
                    <a:pt x="370" y="61"/>
                    <a:pt x="258" y="52"/>
                    <a:pt x="19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10" name="Google Shape;13610;p45"/>
            <p:cNvSpPr/>
            <p:nvPr/>
          </p:nvSpPr>
          <p:spPr>
            <a:xfrm>
              <a:off x="5670250" y="1341625"/>
              <a:ext cx="22150" cy="38700"/>
            </a:xfrm>
            <a:custGeom>
              <a:avLst/>
              <a:gdLst/>
              <a:ahLst/>
              <a:cxnLst/>
              <a:rect l="l" t="t" r="r" b="b"/>
              <a:pathLst>
                <a:path w="886" h="1548" extrusionOk="0">
                  <a:moveTo>
                    <a:pt x="17" y="1"/>
                  </a:moveTo>
                  <a:cubicBezTo>
                    <a:pt x="0" y="9"/>
                    <a:pt x="0" y="52"/>
                    <a:pt x="0" y="61"/>
                  </a:cubicBezTo>
                  <a:cubicBezTo>
                    <a:pt x="0" y="78"/>
                    <a:pt x="0" y="104"/>
                    <a:pt x="0" y="121"/>
                  </a:cubicBezTo>
                  <a:cubicBezTo>
                    <a:pt x="0" y="138"/>
                    <a:pt x="9" y="155"/>
                    <a:pt x="0" y="181"/>
                  </a:cubicBezTo>
                  <a:cubicBezTo>
                    <a:pt x="0" y="198"/>
                    <a:pt x="0" y="224"/>
                    <a:pt x="9" y="241"/>
                  </a:cubicBezTo>
                  <a:lnTo>
                    <a:pt x="17" y="276"/>
                  </a:lnTo>
                  <a:cubicBezTo>
                    <a:pt x="17" y="310"/>
                    <a:pt x="26" y="336"/>
                    <a:pt x="26" y="362"/>
                  </a:cubicBezTo>
                  <a:cubicBezTo>
                    <a:pt x="26" y="379"/>
                    <a:pt x="26" y="396"/>
                    <a:pt x="34" y="413"/>
                  </a:cubicBezTo>
                  <a:cubicBezTo>
                    <a:pt x="34" y="439"/>
                    <a:pt x="34" y="465"/>
                    <a:pt x="43" y="490"/>
                  </a:cubicBezTo>
                  <a:cubicBezTo>
                    <a:pt x="43" y="499"/>
                    <a:pt x="52" y="516"/>
                    <a:pt x="52" y="525"/>
                  </a:cubicBezTo>
                  <a:cubicBezTo>
                    <a:pt x="52" y="542"/>
                    <a:pt x="60" y="551"/>
                    <a:pt x="60" y="568"/>
                  </a:cubicBezTo>
                  <a:cubicBezTo>
                    <a:pt x="69" y="585"/>
                    <a:pt x="69" y="594"/>
                    <a:pt x="69" y="611"/>
                  </a:cubicBezTo>
                  <a:cubicBezTo>
                    <a:pt x="69" y="628"/>
                    <a:pt x="77" y="645"/>
                    <a:pt x="77" y="662"/>
                  </a:cubicBezTo>
                  <a:cubicBezTo>
                    <a:pt x="95" y="722"/>
                    <a:pt x="95" y="783"/>
                    <a:pt x="103" y="843"/>
                  </a:cubicBezTo>
                  <a:cubicBezTo>
                    <a:pt x="112" y="877"/>
                    <a:pt x="129" y="894"/>
                    <a:pt x="146" y="929"/>
                  </a:cubicBezTo>
                  <a:cubicBezTo>
                    <a:pt x="163" y="946"/>
                    <a:pt x="172" y="963"/>
                    <a:pt x="181" y="980"/>
                  </a:cubicBezTo>
                  <a:cubicBezTo>
                    <a:pt x="198" y="1014"/>
                    <a:pt x="215" y="1032"/>
                    <a:pt x="241" y="1057"/>
                  </a:cubicBezTo>
                  <a:cubicBezTo>
                    <a:pt x="258" y="1075"/>
                    <a:pt x="284" y="1100"/>
                    <a:pt x="301" y="1118"/>
                  </a:cubicBezTo>
                  <a:cubicBezTo>
                    <a:pt x="309" y="1135"/>
                    <a:pt x="327" y="1143"/>
                    <a:pt x="335" y="1161"/>
                  </a:cubicBezTo>
                  <a:cubicBezTo>
                    <a:pt x="352" y="1169"/>
                    <a:pt x="361" y="1186"/>
                    <a:pt x="378" y="1195"/>
                  </a:cubicBezTo>
                  <a:cubicBezTo>
                    <a:pt x="387" y="1212"/>
                    <a:pt x="387" y="1229"/>
                    <a:pt x="395" y="1238"/>
                  </a:cubicBezTo>
                  <a:cubicBezTo>
                    <a:pt x="413" y="1264"/>
                    <a:pt x="430" y="1298"/>
                    <a:pt x="455" y="1315"/>
                  </a:cubicBezTo>
                  <a:cubicBezTo>
                    <a:pt x="464" y="1332"/>
                    <a:pt x="473" y="1341"/>
                    <a:pt x="481" y="1358"/>
                  </a:cubicBezTo>
                  <a:cubicBezTo>
                    <a:pt x="490" y="1367"/>
                    <a:pt x="498" y="1375"/>
                    <a:pt x="516" y="1384"/>
                  </a:cubicBezTo>
                  <a:cubicBezTo>
                    <a:pt x="541" y="1401"/>
                    <a:pt x="567" y="1418"/>
                    <a:pt x="593" y="1435"/>
                  </a:cubicBezTo>
                  <a:cubicBezTo>
                    <a:pt x="627" y="1453"/>
                    <a:pt x="653" y="1470"/>
                    <a:pt x="687" y="1478"/>
                  </a:cubicBezTo>
                  <a:cubicBezTo>
                    <a:pt x="705" y="1496"/>
                    <a:pt x="730" y="1513"/>
                    <a:pt x="748" y="1513"/>
                  </a:cubicBezTo>
                  <a:lnTo>
                    <a:pt x="756" y="1513"/>
                  </a:lnTo>
                  <a:cubicBezTo>
                    <a:pt x="773" y="1513"/>
                    <a:pt x="782" y="1504"/>
                    <a:pt x="799" y="1504"/>
                  </a:cubicBezTo>
                  <a:cubicBezTo>
                    <a:pt x="825" y="1504"/>
                    <a:pt x="842" y="1521"/>
                    <a:pt x="859" y="1530"/>
                  </a:cubicBezTo>
                  <a:lnTo>
                    <a:pt x="885" y="1547"/>
                  </a:lnTo>
                  <a:lnTo>
                    <a:pt x="868" y="1504"/>
                  </a:lnTo>
                  <a:cubicBezTo>
                    <a:pt x="859" y="1487"/>
                    <a:pt x="842" y="1478"/>
                    <a:pt x="825" y="1470"/>
                  </a:cubicBezTo>
                  <a:cubicBezTo>
                    <a:pt x="816" y="1461"/>
                    <a:pt x="808" y="1444"/>
                    <a:pt x="799" y="1435"/>
                  </a:cubicBezTo>
                  <a:lnTo>
                    <a:pt x="773" y="1410"/>
                  </a:lnTo>
                  <a:lnTo>
                    <a:pt x="739" y="1375"/>
                  </a:lnTo>
                  <a:lnTo>
                    <a:pt x="713" y="1350"/>
                  </a:lnTo>
                  <a:cubicBezTo>
                    <a:pt x="705" y="1341"/>
                    <a:pt x="696" y="1324"/>
                    <a:pt x="679" y="1315"/>
                  </a:cubicBezTo>
                  <a:lnTo>
                    <a:pt x="662" y="1298"/>
                  </a:lnTo>
                  <a:lnTo>
                    <a:pt x="636" y="1264"/>
                  </a:lnTo>
                  <a:cubicBezTo>
                    <a:pt x="619" y="1246"/>
                    <a:pt x="593" y="1221"/>
                    <a:pt x="584" y="1195"/>
                  </a:cubicBezTo>
                  <a:lnTo>
                    <a:pt x="567" y="1169"/>
                  </a:lnTo>
                  <a:cubicBezTo>
                    <a:pt x="550" y="1152"/>
                    <a:pt x="533" y="1135"/>
                    <a:pt x="516" y="1118"/>
                  </a:cubicBezTo>
                  <a:cubicBezTo>
                    <a:pt x="498" y="1100"/>
                    <a:pt x="490" y="1092"/>
                    <a:pt x="481" y="1083"/>
                  </a:cubicBezTo>
                  <a:cubicBezTo>
                    <a:pt x="464" y="1075"/>
                    <a:pt x="447" y="1049"/>
                    <a:pt x="430" y="1040"/>
                  </a:cubicBezTo>
                  <a:cubicBezTo>
                    <a:pt x="404" y="1006"/>
                    <a:pt x="370" y="980"/>
                    <a:pt x="344" y="946"/>
                  </a:cubicBezTo>
                  <a:cubicBezTo>
                    <a:pt x="327" y="929"/>
                    <a:pt x="309" y="903"/>
                    <a:pt x="301" y="886"/>
                  </a:cubicBezTo>
                  <a:lnTo>
                    <a:pt x="275" y="843"/>
                  </a:lnTo>
                  <a:lnTo>
                    <a:pt x="258" y="825"/>
                  </a:lnTo>
                  <a:lnTo>
                    <a:pt x="241" y="800"/>
                  </a:lnTo>
                  <a:cubicBezTo>
                    <a:pt x="224" y="774"/>
                    <a:pt x="215" y="748"/>
                    <a:pt x="206" y="714"/>
                  </a:cubicBezTo>
                  <a:cubicBezTo>
                    <a:pt x="198" y="688"/>
                    <a:pt x="181" y="671"/>
                    <a:pt x="172" y="636"/>
                  </a:cubicBezTo>
                  <a:cubicBezTo>
                    <a:pt x="163" y="619"/>
                    <a:pt x="163" y="594"/>
                    <a:pt x="155" y="568"/>
                  </a:cubicBezTo>
                  <a:cubicBezTo>
                    <a:pt x="155" y="542"/>
                    <a:pt x="120" y="447"/>
                    <a:pt x="120" y="439"/>
                  </a:cubicBezTo>
                  <a:cubicBezTo>
                    <a:pt x="112" y="422"/>
                    <a:pt x="112" y="413"/>
                    <a:pt x="103" y="405"/>
                  </a:cubicBezTo>
                  <a:cubicBezTo>
                    <a:pt x="95" y="387"/>
                    <a:pt x="95" y="370"/>
                    <a:pt x="95" y="353"/>
                  </a:cubicBezTo>
                  <a:cubicBezTo>
                    <a:pt x="77" y="310"/>
                    <a:pt x="69" y="267"/>
                    <a:pt x="60" y="215"/>
                  </a:cubicBezTo>
                  <a:cubicBezTo>
                    <a:pt x="60" y="190"/>
                    <a:pt x="60" y="155"/>
                    <a:pt x="52" y="121"/>
                  </a:cubicBezTo>
                  <a:cubicBezTo>
                    <a:pt x="43" y="104"/>
                    <a:pt x="34" y="87"/>
                    <a:pt x="26" y="61"/>
                  </a:cubicBezTo>
                  <a:cubicBezTo>
                    <a:pt x="26" y="52"/>
                    <a:pt x="17" y="35"/>
                    <a:pt x="17" y="18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DDBC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11" name="Google Shape;13611;p45"/>
            <p:cNvSpPr/>
            <p:nvPr/>
          </p:nvSpPr>
          <p:spPr>
            <a:xfrm>
              <a:off x="5693650" y="1362675"/>
              <a:ext cx="58450" cy="32275"/>
            </a:xfrm>
            <a:custGeom>
              <a:avLst/>
              <a:gdLst/>
              <a:ahLst/>
              <a:cxnLst/>
              <a:rect l="l" t="t" r="r" b="b"/>
              <a:pathLst>
                <a:path w="2338" h="1291" extrusionOk="0">
                  <a:moveTo>
                    <a:pt x="19" y="1156"/>
                  </a:moveTo>
                  <a:cubicBezTo>
                    <a:pt x="13" y="1156"/>
                    <a:pt x="7" y="1157"/>
                    <a:pt x="1" y="1161"/>
                  </a:cubicBezTo>
                  <a:cubicBezTo>
                    <a:pt x="1" y="1161"/>
                    <a:pt x="1" y="1161"/>
                    <a:pt x="19" y="1156"/>
                  </a:cubicBezTo>
                  <a:close/>
                  <a:moveTo>
                    <a:pt x="2303" y="1"/>
                  </a:moveTo>
                  <a:cubicBezTo>
                    <a:pt x="2286" y="18"/>
                    <a:pt x="2269" y="52"/>
                    <a:pt x="2260" y="69"/>
                  </a:cubicBezTo>
                  <a:cubicBezTo>
                    <a:pt x="2252" y="112"/>
                    <a:pt x="2234" y="155"/>
                    <a:pt x="2217" y="198"/>
                  </a:cubicBezTo>
                  <a:cubicBezTo>
                    <a:pt x="2200" y="241"/>
                    <a:pt x="2200" y="293"/>
                    <a:pt x="2174" y="336"/>
                  </a:cubicBezTo>
                  <a:cubicBezTo>
                    <a:pt x="2166" y="353"/>
                    <a:pt x="2140" y="370"/>
                    <a:pt x="2123" y="396"/>
                  </a:cubicBezTo>
                  <a:cubicBezTo>
                    <a:pt x="2080" y="465"/>
                    <a:pt x="2011" y="508"/>
                    <a:pt x="1951" y="568"/>
                  </a:cubicBezTo>
                  <a:cubicBezTo>
                    <a:pt x="1882" y="636"/>
                    <a:pt x="1822" y="679"/>
                    <a:pt x="1736" y="722"/>
                  </a:cubicBezTo>
                  <a:cubicBezTo>
                    <a:pt x="1710" y="731"/>
                    <a:pt x="1693" y="740"/>
                    <a:pt x="1667" y="748"/>
                  </a:cubicBezTo>
                  <a:cubicBezTo>
                    <a:pt x="1633" y="774"/>
                    <a:pt x="1599" y="791"/>
                    <a:pt x="1556" y="808"/>
                  </a:cubicBezTo>
                  <a:cubicBezTo>
                    <a:pt x="1530" y="817"/>
                    <a:pt x="1495" y="825"/>
                    <a:pt x="1461" y="843"/>
                  </a:cubicBezTo>
                  <a:cubicBezTo>
                    <a:pt x="1444" y="843"/>
                    <a:pt x="1427" y="851"/>
                    <a:pt x="1410" y="860"/>
                  </a:cubicBezTo>
                  <a:lnTo>
                    <a:pt x="1367" y="860"/>
                  </a:lnTo>
                  <a:cubicBezTo>
                    <a:pt x="1358" y="860"/>
                    <a:pt x="1341" y="877"/>
                    <a:pt x="1324" y="877"/>
                  </a:cubicBezTo>
                  <a:cubicBezTo>
                    <a:pt x="1298" y="894"/>
                    <a:pt x="1289" y="911"/>
                    <a:pt x="1264" y="929"/>
                  </a:cubicBezTo>
                  <a:cubicBezTo>
                    <a:pt x="1246" y="946"/>
                    <a:pt x="1229" y="954"/>
                    <a:pt x="1212" y="971"/>
                  </a:cubicBezTo>
                  <a:cubicBezTo>
                    <a:pt x="1169" y="997"/>
                    <a:pt x="1117" y="1032"/>
                    <a:pt x="1075" y="1057"/>
                  </a:cubicBezTo>
                  <a:cubicBezTo>
                    <a:pt x="1062" y="1070"/>
                    <a:pt x="1049" y="1078"/>
                    <a:pt x="1030" y="1078"/>
                  </a:cubicBezTo>
                  <a:cubicBezTo>
                    <a:pt x="1023" y="1078"/>
                    <a:pt x="1015" y="1077"/>
                    <a:pt x="1006" y="1075"/>
                  </a:cubicBezTo>
                  <a:cubicBezTo>
                    <a:pt x="971" y="1066"/>
                    <a:pt x="928" y="1057"/>
                    <a:pt x="886" y="1049"/>
                  </a:cubicBezTo>
                  <a:cubicBezTo>
                    <a:pt x="825" y="1049"/>
                    <a:pt x="757" y="1066"/>
                    <a:pt x="696" y="1083"/>
                  </a:cubicBezTo>
                  <a:cubicBezTo>
                    <a:pt x="671" y="1092"/>
                    <a:pt x="654" y="1109"/>
                    <a:pt x="628" y="1126"/>
                  </a:cubicBezTo>
                  <a:cubicBezTo>
                    <a:pt x="606" y="1135"/>
                    <a:pt x="583" y="1137"/>
                    <a:pt x="558" y="1137"/>
                  </a:cubicBezTo>
                  <a:cubicBezTo>
                    <a:pt x="533" y="1137"/>
                    <a:pt x="507" y="1135"/>
                    <a:pt x="482" y="1135"/>
                  </a:cubicBezTo>
                  <a:cubicBezTo>
                    <a:pt x="370" y="1135"/>
                    <a:pt x="250" y="1135"/>
                    <a:pt x="138" y="1126"/>
                  </a:cubicBezTo>
                  <a:cubicBezTo>
                    <a:pt x="71" y="1143"/>
                    <a:pt x="37" y="1151"/>
                    <a:pt x="19" y="1156"/>
                  </a:cubicBezTo>
                  <a:lnTo>
                    <a:pt x="19" y="1156"/>
                  </a:lnTo>
                  <a:cubicBezTo>
                    <a:pt x="20" y="1156"/>
                    <a:pt x="21" y="1156"/>
                    <a:pt x="22" y="1156"/>
                  </a:cubicBezTo>
                  <a:cubicBezTo>
                    <a:pt x="51" y="1156"/>
                    <a:pt x="85" y="1179"/>
                    <a:pt x="112" y="1186"/>
                  </a:cubicBezTo>
                  <a:cubicBezTo>
                    <a:pt x="164" y="1203"/>
                    <a:pt x="215" y="1221"/>
                    <a:pt x="267" y="1229"/>
                  </a:cubicBezTo>
                  <a:cubicBezTo>
                    <a:pt x="318" y="1246"/>
                    <a:pt x="361" y="1255"/>
                    <a:pt x="422" y="1255"/>
                  </a:cubicBezTo>
                  <a:cubicBezTo>
                    <a:pt x="482" y="1255"/>
                    <a:pt x="533" y="1264"/>
                    <a:pt x="593" y="1281"/>
                  </a:cubicBezTo>
                  <a:cubicBezTo>
                    <a:pt x="620" y="1287"/>
                    <a:pt x="647" y="1290"/>
                    <a:pt x="675" y="1290"/>
                  </a:cubicBezTo>
                  <a:cubicBezTo>
                    <a:pt x="720" y="1290"/>
                    <a:pt x="766" y="1283"/>
                    <a:pt x="808" y="1272"/>
                  </a:cubicBezTo>
                  <a:cubicBezTo>
                    <a:pt x="843" y="1272"/>
                    <a:pt x="868" y="1264"/>
                    <a:pt x="903" y="1255"/>
                  </a:cubicBezTo>
                  <a:cubicBezTo>
                    <a:pt x="928" y="1246"/>
                    <a:pt x="954" y="1229"/>
                    <a:pt x="980" y="1221"/>
                  </a:cubicBezTo>
                  <a:cubicBezTo>
                    <a:pt x="1014" y="1212"/>
                    <a:pt x="1040" y="1212"/>
                    <a:pt x="1075" y="1195"/>
                  </a:cubicBezTo>
                  <a:cubicBezTo>
                    <a:pt x="1092" y="1195"/>
                    <a:pt x="1109" y="1186"/>
                    <a:pt x="1126" y="1178"/>
                  </a:cubicBezTo>
                  <a:cubicBezTo>
                    <a:pt x="1160" y="1169"/>
                    <a:pt x="1203" y="1161"/>
                    <a:pt x="1238" y="1152"/>
                  </a:cubicBezTo>
                  <a:cubicBezTo>
                    <a:pt x="1264" y="1152"/>
                    <a:pt x="1281" y="1135"/>
                    <a:pt x="1298" y="1135"/>
                  </a:cubicBezTo>
                  <a:cubicBezTo>
                    <a:pt x="1324" y="1126"/>
                    <a:pt x="1358" y="1126"/>
                    <a:pt x="1384" y="1118"/>
                  </a:cubicBezTo>
                  <a:cubicBezTo>
                    <a:pt x="1418" y="1109"/>
                    <a:pt x="1444" y="1092"/>
                    <a:pt x="1478" y="1083"/>
                  </a:cubicBezTo>
                  <a:cubicBezTo>
                    <a:pt x="1538" y="1066"/>
                    <a:pt x="1590" y="1049"/>
                    <a:pt x="1650" y="1014"/>
                  </a:cubicBezTo>
                  <a:cubicBezTo>
                    <a:pt x="1676" y="989"/>
                    <a:pt x="1710" y="963"/>
                    <a:pt x="1745" y="937"/>
                  </a:cubicBezTo>
                  <a:cubicBezTo>
                    <a:pt x="1753" y="920"/>
                    <a:pt x="1753" y="894"/>
                    <a:pt x="1770" y="877"/>
                  </a:cubicBezTo>
                  <a:cubicBezTo>
                    <a:pt x="1788" y="860"/>
                    <a:pt x="1813" y="851"/>
                    <a:pt x="1831" y="825"/>
                  </a:cubicBezTo>
                  <a:cubicBezTo>
                    <a:pt x="1874" y="782"/>
                    <a:pt x="1865" y="705"/>
                    <a:pt x="1899" y="654"/>
                  </a:cubicBezTo>
                  <a:cubicBezTo>
                    <a:pt x="1916" y="628"/>
                    <a:pt x="1934" y="619"/>
                    <a:pt x="1951" y="602"/>
                  </a:cubicBezTo>
                  <a:cubicBezTo>
                    <a:pt x="1977" y="585"/>
                    <a:pt x="1994" y="568"/>
                    <a:pt x="2020" y="542"/>
                  </a:cubicBezTo>
                  <a:cubicBezTo>
                    <a:pt x="2080" y="490"/>
                    <a:pt x="2148" y="439"/>
                    <a:pt x="2191" y="362"/>
                  </a:cubicBezTo>
                  <a:cubicBezTo>
                    <a:pt x="2234" y="293"/>
                    <a:pt x="2294" y="215"/>
                    <a:pt x="2320" y="130"/>
                  </a:cubicBezTo>
                  <a:cubicBezTo>
                    <a:pt x="2329" y="87"/>
                    <a:pt x="2337" y="35"/>
                    <a:pt x="2303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12" name="Google Shape;13612;p45"/>
            <p:cNvSpPr/>
            <p:nvPr/>
          </p:nvSpPr>
          <p:spPr>
            <a:xfrm>
              <a:off x="5714475" y="1287050"/>
              <a:ext cx="42775" cy="42350"/>
            </a:xfrm>
            <a:custGeom>
              <a:avLst/>
              <a:gdLst/>
              <a:ahLst/>
              <a:cxnLst/>
              <a:rect l="l" t="t" r="r" b="b"/>
              <a:pathLst>
                <a:path w="1711" h="1694" extrusionOk="0">
                  <a:moveTo>
                    <a:pt x="391" y="0"/>
                  </a:moveTo>
                  <a:cubicBezTo>
                    <a:pt x="350" y="0"/>
                    <a:pt x="309" y="3"/>
                    <a:pt x="267" y="19"/>
                  </a:cubicBezTo>
                  <a:cubicBezTo>
                    <a:pt x="231" y="34"/>
                    <a:pt x="192" y="37"/>
                    <a:pt x="152" y="37"/>
                  </a:cubicBezTo>
                  <a:cubicBezTo>
                    <a:pt x="125" y="37"/>
                    <a:pt x="97" y="36"/>
                    <a:pt x="70" y="36"/>
                  </a:cubicBezTo>
                  <a:cubicBezTo>
                    <a:pt x="53" y="36"/>
                    <a:pt x="44" y="44"/>
                    <a:pt x="35" y="44"/>
                  </a:cubicBezTo>
                  <a:lnTo>
                    <a:pt x="1" y="44"/>
                  </a:lnTo>
                  <a:cubicBezTo>
                    <a:pt x="44" y="44"/>
                    <a:pt x="87" y="44"/>
                    <a:pt x="130" y="53"/>
                  </a:cubicBezTo>
                  <a:cubicBezTo>
                    <a:pt x="164" y="53"/>
                    <a:pt x="216" y="62"/>
                    <a:pt x="250" y="70"/>
                  </a:cubicBezTo>
                  <a:cubicBezTo>
                    <a:pt x="267" y="79"/>
                    <a:pt x="284" y="87"/>
                    <a:pt x="310" y="96"/>
                  </a:cubicBezTo>
                  <a:cubicBezTo>
                    <a:pt x="336" y="113"/>
                    <a:pt x="370" y="113"/>
                    <a:pt x="405" y="122"/>
                  </a:cubicBezTo>
                  <a:cubicBezTo>
                    <a:pt x="448" y="139"/>
                    <a:pt x="482" y="191"/>
                    <a:pt x="525" y="216"/>
                  </a:cubicBezTo>
                  <a:cubicBezTo>
                    <a:pt x="559" y="233"/>
                    <a:pt x="594" y="251"/>
                    <a:pt x="628" y="276"/>
                  </a:cubicBezTo>
                  <a:cubicBezTo>
                    <a:pt x="645" y="285"/>
                    <a:pt x="662" y="294"/>
                    <a:pt x="688" y="302"/>
                  </a:cubicBezTo>
                  <a:cubicBezTo>
                    <a:pt x="705" y="311"/>
                    <a:pt x="731" y="311"/>
                    <a:pt x="748" y="328"/>
                  </a:cubicBezTo>
                  <a:cubicBezTo>
                    <a:pt x="766" y="337"/>
                    <a:pt x="783" y="354"/>
                    <a:pt x="800" y="371"/>
                  </a:cubicBezTo>
                  <a:cubicBezTo>
                    <a:pt x="826" y="397"/>
                    <a:pt x="843" y="422"/>
                    <a:pt x="869" y="440"/>
                  </a:cubicBezTo>
                  <a:cubicBezTo>
                    <a:pt x="903" y="465"/>
                    <a:pt x="929" y="491"/>
                    <a:pt x="972" y="517"/>
                  </a:cubicBezTo>
                  <a:cubicBezTo>
                    <a:pt x="1006" y="534"/>
                    <a:pt x="1049" y="551"/>
                    <a:pt x="1075" y="577"/>
                  </a:cubicBezTo>
                  <a:cubicBezTo>
                    <a:pt x="1118" y="603"/>
                    <a:pt x="1144" y="646"/>
                    <a:pt x="1178" y="680"/>
                  </a:cubicBezTo>
                  <a:cubicBezTo>
                    <a:pt x="1212" y="715"/>
                    <a:pt x="1247" y="740"/>
                    <a:pt x="1272" y="775"/>
                  </a:cubicBezTo>
                  <a:cubicBezTo>
                    <a:pt x="1315" y="826"/>
                    <a:pt x="1341" y="869"/>
                    <a:pt x="1376" y="912"/>
                  </a:cubicBezTo>
                  <a:cubicBezTo>
                    <a:pt x="1410" y="955"/>
                    <a:pt x="1427" y="1015"/>
                    <a:pt x="1436" y="1067"/>
                  </a:cubicBezTo>
                  <a:cubicBezTo>
                    <a:pt x="1453" y="1118"/>
                    <a:pt x="1461" y="1170"/>
                    <a:pt x="1479" y="1221"/>
                  </a:cubicBezTo>
                  <a:lnTo>
                    <a:pt x="1479" y="1230"/>
                  </a:lnTo>
                  <a:cubicBezTo>
                    <a:pt x="1513" y="1316"/>
                    <a:pt x="1565" y="1333"/>
                    <a:pt x="1590" y="1419"/>
                  </a:cubicBezTo>
                  <a:cubicBezTo>
                    <a:pt x="1608" y="1462"/>
                    <a:pt x="1599" y="1574"/>
                    <a:pt x="1616" y="1617"/>
                  </a:cubicBezTo>
                  <a:cubicBezTo>
                    <a:pt x="1628" y="1635"/>
                    <a:pt x="1636" y="1653"/>
                    <a:pt x="1640" y="1670"/>
                  </a:cubicBezTo>
                  <a:lnTo>
                    <a:pt x="1640" y="1670"/>
                  </a:lnTo>
                  <a:cubicBezTo>
                    <a:pt x="1645" y="1661"/>
                    <a:pt x="1654" y="1652"/>
                    <a:pt x="1659" y="1642"/>
                  </a:cubicBezTo>
                  <a:cubicBezTo>
                    <a:pt x="1668" y="1617"/>
                    <a:pt x="1668" y="1591"/>
                    <a:pt x="1676" y="1565"/>
                  </a:cubicBezTo>
                  <a:cubicBezTo>
                    <a:pt x="1693" y="1531"/>
                    <a:pt x="1685" y="1505"/>
                    <a:pt x="1693" y="1471"/>
                  </a:cubicBezTo>
                  <a:cubicBezTo>
                    <a:pt x="1702" y="1445"/>
                    <a:pt x="1702" y="1410"/>
                    <a:pt x="1702" y="1376"/>
                  </a:cubicBezTo>
                  <a:cubicBezTo>
                    <a:pt x="1702" y="1350"/>
                    <a:pt x="1711" y="1333"/>
                    <a:pt x="1711" y="1307"/>
                  </a:cubicBezTo>
                  <a:cubicBezTo>
                    <a:pt x="1711" y="1282"/>
                    <a:pt x="1702" y="1256"/>
                    <a:pt x="1693" y="1230"/>
                  </a:cubicBezTo>
                  <a:cubicBezTo>
                    <a:pt x="1685" y="1161"/>
                    <a:pt x="1668" y="1101"/>
                    <a:pt x="1659" y="1041"/>
                  </a:cubicBezTo>
                  <a:cubicBezTo>
                    <a:pt x="1651" y="981"/>
                    <a:pt x="1659" y="921"/>
                    <a:pt x="1625" y="878"/>
                  </a:cubicBezTo>
                  <a:cubicBezTo>
                    <a:pt x="1599" y="843"/>
                    <a:pt x="1565" y="818"/>
                    <a:pt x="1539" y="792"/>
                  </a:cubicBezTo>
                  <a:cubicBezTo>
                    <a:pt x="1513" y="758"/>
                    <a:pt x="1513" y="723"/>
                    <a:pt x="1504" y="689"/>
                  </a:cubicBezTo>
                  <a:cubicBezTo>
                    <a:pt x="1487" y="663"/>
                    <a:pt x="1479" y="637"/>
                    <a:pt x="1461" y="620"/>
                  </a:cubicBezTo>
                  <a:cubicBezTo>
                    <a:pt x="1436" y="594"/>
                    <a:pt x="1419" y="569"/>
                    <a:pt x="1393" y="534"/>
                  </a:cubicBezTo>
                  <a:cubicBezTo>
                    <a:pt x="1350" y="491"/>
                    <a:pt x="1290" y="465"/>
                    <a:pt x="1255" y="405"/>
                  </a:cubicBezTo>
                  <a:lnTo>
                    <a:pt x="1238" y="380"/>
                  </a:lnTo>
                  <a:cubicBezTo>
                    <a:pt x="1230" y="362"/>
                    <a:pt x="1212" y="354"/>
                    <a:pt x="1195" y="337"/>
                  </a:cubicBezTo>
                  <a:cubicBezTo>
                    <a:pt x="1169" y="311"/>
                    <a:pt x="1144" y="285"/>
                    <a:pt x="1109" y="276"/>
                  </a:cubicBezTo>
                  <a:cubicBezTo>
                    <a:pt x="1083" y="268"/>
                    <a:pt x="1066" y="259"/>
                    <a:pt x="1041" y="251"/>
                  </a:cubicBezTo>
                  <a:cubicBezTo>
                    <a:pt x="1006" y="225"/>
                    <a:pt x="955" y="216"/>
                    <a:pt x="912" y="199"/>
                  </a:cubicBezTo>
                  <a:cubicBezTo>
                    <a:pt x="894" y="199"/>
                    <a:pt x="877" y="191"/>
                    <a:pt x="860" y="182"/>
                  </a:cubicBezTo>
                  <a:cubicBezTo>
                    <a:pt x="834" y="182"/>
                    <a:pt x="809" y="182"/>
                    <a:pt x="791" y="173"/>
                  </a:cubicBezTo>
                  <a:cubicBezTo>
                    <a:pt x="748" y="156"/>
                    <a:pt x="731" y="122"/>
                    <a:pt x="705" y="96"/>
                  </a:cubicBezTo>
                  <a:cubicBezTo>
                    <a:pt x="662" y="62"/>
                    <a:pt x="628" y="27"/>
                    <a:pt x="577" y="10"/>
                  </a:cubicBezTo>
                  <a:cubicBezTo>
                    <a:pt x="542" y="1"/>
                    <a:pt x="508" y="1"/>
                    <a:pt x="473" y="1"/>
                  </a:cubicBezTo>
                  <a:cubicBezTo>
                    <a:pt x="446" y="1"/>
                    <a:pt x="419" y="0"/>
                    <a:pt x="391" y="0"/>
                  </a:cubicBezTo>
                  <a:close/>
                  <a:moveTo>
                    <a:pt x="1640" y="1670"/>
                  </a:moveTo>
                  <a:cubicBezTo>
                    <a:pt x="1635" y="1678"/>
                    <a:pt x="1634" y="1686"/>
                    <a:pt x="1642" y="1694"/>
                  </a:cubicBezTo>
                  <a:cubicBezTo>
                    <a:pt x="1642" y="1686"/>
                    <a:pt x="1641" y="1678"/>
                    <a:pt x="1640" y="167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13" name="Google Shape;13613;p45"/>
            <p:cNvSpPr/>
            <p:nvPr/>
          </p:nvSpPr>
          <p:spPr>
            <a:xfrm>
              <a:off x="5752300" y="1334125"/>
              <a:ext cx="7525" cy="26000"/>
            </a:xfrm>
            <a:custGeom>
              <a:avLst/>
              <a:gdLst/>
              <a:ahLst/>
              <a:cxnLst/>
              <a:rect l="l" t="t" r="r" b="b"/>
              <a:pathLst>
                <a:path w="301" h="1040" extrusionOk="0">
                  <a:moveTo>
                    <a:pt x="103" y="0"/>
                  </a:moveTo>
                  <a:cubicBezTo>
                    <a:pt x="77" y="0"/>
                    <a:pt x="103" y="60"/>
                    <a:pt x="103" y="69"/>
                  </a:cubicBezTo>
                  <a:cubicBezTo>
                    <a:pt x="112" y="95"/>
                    <a:pt x="112" y="112"/>
                    <a:pt x="112" y="137"/>
                  </a:cubicBezTo>
                  <a:cubicBezTo>
                    <a:pt x="112" y="152"/>
                    <a:pt x="100" y="166"/>
                    <a:pt x="101" y="166"/>
                  </a:cubicBezTo>
                  <a:cubicBezTo>
                    <a:pt x="101" y="166"/>
                    <a:pt x="102" y="165"/>
                    <a:pt x="103" y="163"/>
                  </a:cubicBezTo>
                  <a:lnTo>
                    <a:pt x="103" y="180"/>
                  </a:lnTo>
                  <a:cubicBezTo>
                    <a:pt x="112" y="198"/>
                    <a:pt x="112" y="206"/>
                    <a:pt x="112" y="223"/>
                  </a:cubicBezTo>
                  <a:cubicBezTo>
                    <a:pt x="112" y="275"/>
                    <a:pt x="129" y="318"/>
                    <a:pt x="138" y="369"/>
                  </a:cubicBezTo>
                  <a:cubicBezTo>
                    <a:pt x="138" y="404"/>
                    <a:pt x="146" y="438"/>
                    <a:pt x="120" y="473"/>
                  </a:cubicBezTo>
                  <a:lnTo>
                    <a:pt x="103" y="498"/>
                  </a:lnTo>
                  <a:lnTo>
                    <a:pt x="95" y="533"/>
                  </a:lnTo>
                  <a:lnTo>
                    <a:pt x="86" y="558"/>
                  </a:lnTo>
                  <a:cubicBezTo>
                    <a:pt x="86" y="576"/>
                    <a:pt x="86" y="593"/>
                    <a:pt x="86" y="610"/>
                  </a:cubicBezTo>
                  <a:cubicBezTo>
                    <a:pt x="86" y="636"/>
                    <a:pt x="95" y="653"/>
                    <a:pt x="95" y="679"/>
                  </a:cubicBezTo>
                  <a:cubicBezTo>
                    <a:pt x="103" y="696"/>
                    <a:pt x="103" y="713"/>
                    <a:pt x="103" y="739"/>
                  </a:cubicBezTo>
                  <a:cubicBezTo>
                    <a:pt x="103" y="756"/>
                    <a:pt x="103" y="782"/>
                    <a:pt x="95" y="799"/>
                  </a:cubicBezTo>
                  <a:cubicBezTo>
                    <a:pt x="95" y="825"/>
                    <a:pt x="86" y="851"/>
                    <a:pt x="86" y="876"/>
                  </a:cubicBezTo>
                  <a:cubicBezTo>
                    <a:pt x="86" y="902"/>
                    <a:pt x="77" y="936"/>
                    <a:pt x="69" y="962"/>
                  </a:cubicBezTo>
                  <a:cubicBezTo>
                    <a:pt x="66" y="968"/>
                    <a:pt x="63" y="974"/>
                    <a:pt x="60" y="979"/>
                  </a:cubicBezTo>
                  <a:lnTo>
                    <a:pt x="60" y="979"/>
                  </a:lnTo>
                  <a:cubicBezTo>
                    <a:pt x="63" y="977"/>
                    <a:pt x="66" y="974"/>
                    <a:pt x="69" y="971"/>
                  </a:cubicBezTo>
                  <a:cubicBezTo>
                    <a:pt x="86" y="962"/>
                    <a:pt x="103" y="945"/>
                    <a:pt x="120" y="928"/>
                  </a:cubicBezTo>
                  <a:cubicBezTo>
                    <a:pt x="138" y="919"/>
                    <a:pt x="146" y="894"/>
                    <a:pt x="155" y="876"/>
                  </a:cubicBezTo>
                  <a:cubicBezTo>
                    <a:pt x="163" y="859"/>
                    <a:pt x="163" y="842"/>
                    <a:pt x="172" y="825"/>
                  </a:cubicBezTo>
                  <a:cubicBezTo>
                    <a:pt x="180" y="808"/>
                    <a:pt x="189" y="782"/>
                    <a:pt x="189" y="765"/>
                  </a:cubicBezTo>
                  <a:cubicBezTo>
                    <a:pt x="206" y="747"/>
                    <a:pt x="215" y="722"/>
                    <a:pt x="232" y="705"/>
                  </a:cubicBezTo>
                  <a:cubicBezTo>
                    <a:pt x="266" y="670"/>
                    <a:pt x="301" y="653"/>
                    <a:pt x="292" y="601"/>
                  </a:cubicBezTo>
                  <a:cubicBezTo>
                    <a:pt x="292" y="558"/>
                    <a:pt x="275" y="515"/>
                    <a:pt x="266" y="473"/>
                  </a:cubicBezTo>
                  <a:cubicBezTo>
                    <a:pt x="266" y="455"/>
                    <a:pt x="258" y="438"/>
                    <a:pt x="258" y="430"/>
                  </a:cubicBezTo>
                  <a:cubicBezTo>
                    <a:pt x="249" y="412"/>
                    <a:pt x="249" y="395"/>
                    <a:pt x="249" y="378"/>
                  </a:cubicBezTo>
                  <a:cubicBezTo>
                    <a:pt x="249" y="344"/>
                    <a:pt x="241" y="309"/>
                    <a:pt x="232" y="275"/>
                  </a:cubicBezTo>
                  <a:cubicBezTo>
                    <a:pt x="223" y="241"/>
                    <a:pt x="223" y="223"/>
                    <a:pt x="223" y="189"/>
                  </a:cubicBezTo>
                  <a:cubicBezTo>
                    <a:pt x="223" y="155"/>
                    <a:pt x="215" y="112"/>
                    <a:pt x="206" y="86"/>
                  </a:cubicBezTo>
                  <a:cubicBezTo>
                    <a:pt x="198" y="69"/>
                    <a:pt x="189" y="52"/>
                    <a:pt x="180" y="43"/>
                  </a:cubicBezTo>
                  <a:lnTo>
                    <a:pt x="163" y="17"/>
                  </a:lnTo>
                  <a:lnTo>
                    <a:pt x="138" y="17"/>
                  </a:lnTo>
                  <a:lnTo>
                    <a:pt x="120" y="9"/>
                  </a:lnTo>
                  <a:lnTo>
                    <a:pt x="103" y="0"/>
                  </a:lnTo>
                  <a:close/>
                  <a:moveTo>
                    <a:pt x="60" y="979"/>
                  </a:moveTo>
                  <a:lnTo>
                    <a:pt x="60" y="979"/>
                  </a:lnTo>
                  <a:cubicBezTo>
                    <a:pt x="46" y="993"/>
                    <a:pt x="32" y="1007"/>
                    <a:pt x="17" y="1014"/>
                  </a:cubicBezTo>
                  <a:lnTo>
                    <a:pt x="0" y="1040"/>
                  </a:lnTo>
                  <a:cubicBezTo>
                    <a:pt x="17" y="1031"/>
                    <a:pt x="34" y="1022"/>
                    <a:pt x="43" y="1014"/>
                  </a:cubicBezTo>
                  <a:cubicBezTo>
                    <a:pt x="49" y="1002"/>
                    <a:pt x="54" y="991"/>
                    <a:pt x="60" y="979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14" name="Google Shape;13614;p45"/>
            <p:cNvSpPr/>
            <p:nvPr/>
          </p:nvSpPr>
          <p:spPr>
            <a:xfrm>
              <a:off x="5697950" y="1327025"/>
              <a:ext cx="29875" cy="34925"/>
            </a:xfrm>
            <a:custGeom>
              <a:avLst/>
              <a:gdLst/>
              <a:ahLst/>
              <a:cxnLst/>
              <a:rect l="l" t="t" r="r" b="b"/>
              <a:pathLst>
                <a:path w="1195" h="1397" extrusionOk="0">
                  <a:moveTo>
                    <a:pt x="799" y="396"/>
                  </a:moveTo>
                  <a:lnTo>
                    <a:pt x="805" y="401"/>
                  </a:lnTo>
                  <a:lnTo>
                    <a:pt x="805" y="401"/>
                  </a:lnTo>
                  <a:cubicBezTo>
                    <a:pt x="804" y="398"/>
                    <a:pt x="802" y="396"/>
                    <a:pt x="799" y="396"/>
                  </a:cubicBezTo>
                  <a:close/>
                  <a:moveTo>
                    <a:pt x="1031" y="0"/>
                  </a:moveTo>
                  <a:cubicBezTo>
                    <a:pt x="1049" y="35"/>
                    <a:pt x="1049" y="78"/>
                    <a:pt x="1057" y="121"/>
                  </a:cubicBezTo>
                  <a:cubicBezTo>
                    <a:pt x="1066" y="172"/>
                    <a:pt x="1074" y="207"/>
                    <a:pt x="1066" y="258"/>
                  </a:cubicBezTo>
                  <a:cubicBezTo>
                    <a:pt x="1057" y="327"/>
                    <a:pt x="1031" y="404"/>
                    <a:pt x="1006" y="473"/>
                  </a:cubicBezTo>
                  <a:lnTo>
                    <a:pt x="980" y="430"/>
                  </a:lnTo>
                  <a:cubicBezTo>
                    <a:pt x="963" y="413"/>
                    <a:pt x="954" y="396"/>
                    <a:pt x="937" y="379"/>
                  </a:cubicBezTo>
                  <a:cubicBezTo>
                    <a:pt x="920" y="387"/>
                    <a:pt x="937" y="413"/>
                    <a:pt x="920" y="421"/>
                  </a:cubicBezTo>
                  <a:cubicBezTo>
                    <a:pt x="903" y="387"/>
                    <a:pt x="903" y="344"/>
                    <a:pt x="894" y="310"/>
                  </a:cubicBezTo>
                  <a:cubicBezTo>
                    <a:pt x="885" y="275"/>
                    <a:pt x="868" y="250"/>
                    <a:pt x="860" y="215"/>
                  </a:cubicBezTo>
                  <a:cubicBezTo>
                    <a:pt x="851" y="198"/>
                    <a:pt x="842" y="181"/>
                    <a:pt x="834" y="164"/>
                  </a:cubicBezTo>
                  <a:cubicBezTo>
                    <a:pt x="825" y="147"/>
                    <a:pt x="817" y="112"/>
                    <a:pt x="799" y="112"/>
                  </a:cubicBezTo>
                  <a:cubicBezTo>
                    <a:pt x="799" y="112"/>
                    <a:pt x="799" y="112"/>
                    <a:pt x="774" y="138"/>
                  </a:cubicBezTo>
                  <a:cubicBezTo>
                    <a:pt x="808" y="164"/>
                    <a:pt x="799" y="232"/>
                    <a:pt x="808" y="267"/>
                  </a:cubicBezTo>
                  <a:cubicBezTo>
                    <a:pt x="808" y="310"/>
                    <a:pt x="808" y="361"/>
                    <a:pt x="808" y="404"/>
                  </a:cubicBezTo>
                  <a:lnTo>
                    <a:pt x="805" y="401"/>
                  </a:lnTo>
                  <a:lnTo>
                    <a:pt x="805" y="401"/>
                  </a:lnTo>
                  <a:cubicBezTo>
                    <a:pt x="808" y="410"/>
                    <a:pt x="808" y="426"/>
                    <a:pt x="808" y="439"/>
                  </a:cubicBezTo>
                  <a:cubicBezTo>
                    <a:pt x="817" y="464"/>
                    <a:pt x="825" y="490"/>
                    <a:pt x="825" y="516"/>
                  </a:cubicBezTo>
                  <a:cubicBezTo>
                    <a:pt x="834" y="559"/>
                    <a:pt x="817" y="585"/>
                    <a:pt x="799" y="619"/>
                  </a:cubicBezTo>
                  <a:cubicBezTo>
                    <a:pt x="782" y="602"/>
                    <a:pt x="782" y="576"/>
                    <a:pt x="765" y="542"/>
                  </a:cubicBezTo>
                  <a:cubicBezTo>
                    <a:pt x="765" y="533"/>
                    <a:pt x="731" y="473"/>
                    <a:pt x="722" y="464"/>
                  </a:cubicBezTo>
                  <a:lnTo>
                    <a:pt x="705" y="516"/>
                  </a:lnTo>
                  <a:cubicBezTo>
                    <a:pt x="696" y="533"/>
                    <a:pt x="688" y="550"/>
                    <a:pt x="671" y="568"/>
                  </a:cubicBezTo>
                  <a:cubicBezTo>
                    <a:pt x="662" y="585"/>
                    <a:pt x="662" y="602"/>
                    <a:pt x="645" y="619"/>
                  </a:cubicBezTo>
                  <a:cubicBezTo>
                    <a:pt x="619" y="662"/>
                    <a:pt x="567" y="714"/>
                    <a:pt x="567" y="765"/>
                  </a:cubicBezTo>
                  <a:lnTo>
                    <a:pt x="576" y="739"/>
                  </a:lnTo>
                  <a:lnTo>
                    <a:pt x="585" y="774"/>
                  </a:lnTo>
                  <a:cubicBezTo>
                    <a:pt x="593" y="808"/>
                    <a:pt x="576" y="842"/>
                    <a:pt x="559" y="877"/>
                  </a:cubicBezTo>
                  <a:cubicBezTo>
                    <a:pt x="533" y="911"/>
                    <a:pt x="499" y="937"/>
                    <a:pt x="464" y="954"/>
                  </a:cubicBezTo>
                  <a:cubicBezTo>
                    <a:pt x="447" y="963"/>
                    <a:pt x="439" y="971"/>
                    <a:pt x="421" y="980"/>
                  </a:cubicBezTo>
                  <a:lnTo>
                    <a:pt x="413" y="989"/>
                  </a:lnTo>
                  <a:cubicBezTo>
                    <a:pt x="407" y="993"/>
                    <a:pt x="401" y="994"/>
                    <a:pt x="395" y="994"/>
                  </a:cubicBezTo>
                  <a:cubicBezTo>
                    <a:pt x="376" y="994"/>
                    <a:pt x="357" y="976"/>
                    <a:pt x="344" y="963"/>
                  </a:cubicBezTo>
                  <a:cubicBezTo>
                    <a:pt x="310" y="928"/>
                    <a:pt x="284" y="894"/>
                    <a:pt x="241" y="885"/>
                  </a:cubicBezTo>
                  <a:lnTo>
                    <a:pt x="224" y="920"/>
                  </a:lnTo>
                  <a:cubicBezTo>
                    <a:pt x="220" y="921"/>
                    <a:pt x="216" y="922"/>
                    <a:pt x="212" y="922"/>
                  </a:cubicBezTo>
                  <a:cubicBezTo>
                    <a:pt x="194" y="922"/>
                    <a:pt x="171" y="911"/>
                    <a:pt x="164" y="911"/>
                  </a:cubicBezTo>
                  <a:cubicBezTo>
                    <a:pt x="138" y="903"/>
                    <a:pt x="121" y="894"/>
                    <a:pt x="104" y="885"/>
                  </a:cubicBezTo>
                  <a:cubicBezTo>
                    <a:pt x="95" y="911"/>
                    <a:pt x="86" y="928"/>
                    <a:pt x="86" y="963"/>
                  </a:cubicBezTo>
                  <a:cubicBezTo>
                    <a:pt x="78" y="1006"/>
                    <a:pt x="69" y="1040"/>
                    <a:pt x="52" y="1074"/>
                  </a:cubicBezTo>
                  <a:cubicBezTo>
                    <a:pt x="43" y="1092"/>
                    <a:pt x="43" y="1109"/>
                    <a:pt x="43" y="1117"/>
                  </a:cubicBezTo>
                  <a:lnTo>
                    <a:pt x="18" y="1152"/>
                  </a:lnTo>
                  <a:cubicBezTo>
                    <a:pt x="0" y="1178"/>
                    <a:pt x="18" y="1195"/>
                    <a:pt x="35" y="1220"/>
                  </a:cubicBezTo>
                  <a:cubicBezTo>
                    <a:pt x="52" y="1272"/>
                    <a:pt x="78" y="1306"/>
                    <a:pt x="121" y="1332"/>
                  </a:cubicBezTo>
                  <a:cubicBezTo>
                    <a:pt x="172" y="1367"/>
                    <a:pt x="207" y="1392"/>
                    <a:pt x="267" y="1392"/>
                  </a:cubicBezTo>
                  <a:cubicBezTo>
                    <a:pt x="295" y="1392"/>
                    <a:pt x="324" y="1388"/>
                    <a:pt x="355" y="1388"/>
                  </a:cubicBezTo>
                  <a:cubicBezTo>
                    <a:pt x="371" y="1388"/>
                    <a:pt x="387" y="1389"/>
                    <a:pt x="404" y="1392"/>
                  </a:cubicBezTo>
                  <a:cubicBezTo>
                    <a:pt x="421" y="1392"/>
                    <a:pt x="435" y="1396"/>
                    <a:pt x="449" y="1396"/>
                  </a:cubicBezTo>
                  <a:cubicBezTo>
                    <a:pt x="457" y="1396"/>
                    <a:pt x="464" y="1395"/>
                    <a:pt x="473" y="1392"/>
                  </a:cubicBezTo>
                  <a:cubicBezTo>
                    <a:pt x="482" y="1384"/>
                    <a:pt x="499" y="1375"/>
                    <a:pt x="507" y="1367"/>
                  </a:cubicBezTo>
                  <a:cubicBezTo>
                    <a:pt x="533" y="1358"/>
                    <a:pt x="567" y="1349"/>
                    <a:pt x="593" y="1332"/>
                  </a:cubicBezTo>
                  <a:cubicBezTo>
                    <a:pt x="628" y="1315"/>
                    <a:pt x="645" y="1306"/>
                    <a:pt x="688" y="1306"/>
                  </a:cubicBezTo>
                  <a:cubicBezTo>
                    <a:pt x="705" y="1306"/>
                    <a:pt x="722" y="1306"/>
                    <a:pt x="739" y="1298"/>
                  </a:cubicBezTo>
                  <a:cubicBezTo>
                    <a:pt x="774" y="1281"/>
                    <a:pt x="799" y="1263"/>
                    <a:pt x="834" y="1238"/>
                  </a:cubicBezTo>
                  <a:cubicBezTo>
                    <a:pt x="851" y="1220"/>
                    <a:pt x="877" y="1212"/>
                    <a:pt x="894" y="1195"/>
                  </a:cubicBezTo>
                  <a:cubicBezTo>
                    <a:pt x="920" y="1178"/>
                    <a:pt x="928" y="1152"/>
                    <a:pt x="945" y="1117"/>
                  </a:cubicBezTo>
                  <a:cubicBezTo>
                    <a:pt x="954" y="1100"/>
                    <a:pt x="988" y="1066"/>
                    <a:pt x="1006" y="1057"/>
                  </a:cubicBezTo>
                  <a:cubicBezTo>
                    <a:pt x="1031" y="1040"/>
                    <a:pt x="1057" y="1040"/>
                    <a:pt x="1074" y="1014"/>
                  </a:cubicBezTo>
                  <a:cubicBezTo>
                    <a:pt x="1100" y="989"/>
                    <a:pt x="1100" y="963"/>
                    <a:pt x="1117" y="928"/>
                  </a:cubicBezTo>
                  <a:cubicBezTo>
                    <a:pt x="1143" y="868"/>
                    <a:pt x="1143" y="791"/>
                    <a:pt x="1143" y="722"/>
                  </a:cubicBezTo>
                  <a:cubicBezTo>
                    <a:pt x="1143" y="662"/>
                    <a:pt x="1152" y="602"/>
                    <a:pt x="1160" y="542"/>
                  </a:cubicBezTo>
                  <a:cubicBezTo>
                    <a:pt x="1177" y="490"/>
                    <a:pt x="1186" y="439"/>
                    <a:pt x="1195" y="387"/>
                  </a:cubicBezTo>
                  <a:cubicBezTo>
                    <a:pt x="1195" y="370"/>
                    <a:pt x="1186" y="344"/>
                    <a:pt x="1186" y="318"/>
                  </a:cubicBezTo>
                  <a:cubicBezTo>
                    <a:pt x="1177" y="301"/>
                    <a:pt x="1177" y="284"/>
                    <a:pt x="1177" y="267"/>
                  </a:cubicBezTo>
                  <a:cubicBezTo>
                    <a:pt x="1169" y="232"/>
                    <a:pt x="1160" y="198"/>
                    <a:pt x="1143" y="164"/>
                  </a:cubicBezTo>
                  <a:cubicBezTo>
                    <a:pt x="1126" y="95"/>
                    <a:pt x="1066" y="52"/>
                    <a:pt x="1031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15" name="Google Shape;13615;p45"/>
            <p:cNvSpPr/>
            <p:nvPr/>
          </p:nvSpPr>
          <p:spPr>
            <a:xfrm>
              <a:off x="5689775" y="1307950"/>
              <a:ext cx="27525" cy="21450"/>
            </a:xfrm>
            <a:custGeom>
              <a:avLst/>
              <a:gdLst/>
              <a:ahLst/>
              <a:cxnLst/>
              <a:rect l="l" t="t" r="r" b="b"/>
              <a:pathLst>
                <a:path w="1101" h="858" extrusionOk="0">
                  <a:moveTo>
                    <a:pt x="620" y="0"/>
                  </a:moveTo>
                  <a:cubicBezTo>
                    <a:pt x="611" y="0"/>
                    <a:pt x="602" y="2"/>
                    <a:pt x="594" y="7"/>
                  </a:cubicBezTo>
                  <a:cubicBezTo>
                    <a:pt x="577" y="16"/>
                    <a:pt x="559" y="33"/>
                    <a:pt x="551" y="42"/>
                  </a:cubicBezTo>
                  <a:cubicBezTo>
                    <a:pt x="534" y="59"/>
                    <a:pt x="534" y="59"/>
                    <a:pt x="516" y="68"/>
                  </a:cubicBezTo>
                  <a:lnTo>
                    <a:pt x="448" y="68"/>
                  </a:lnTo>
                  <a:cubicBezTo>
                    <a:pt x="431" y="76"/>
                    <a:pt x="413" y="102"/>
                    <a:pt x="396" y="102"/>
                  </a:cubicBezTo>
                  <a:lnTo>
                    <a:pt x="362" y="119"/>
                  </a:lnTo>
                  <a:lnTo>
                    <a:pt x="327" y="136"/>
                  </a:lnTo>
                  <a:cubicBezTo>
                    <a:pt x="310" y="145"/>
                    <a:pt x="310" y="162"/>
                    <a:pt x="293" y="179"/>
                  </a:cubicBezTo>
                  <a:cubicBezTo>
                    <a:pt x="276" y="205"/>
                    <a:pt x="242" y="214"/>
                    <a:pt x="224" y="222"/>
                  </a:cubicBezTo>
                  <a:cubicBezTo>
                    <a:pt x="199" y="231"/>
                    <a:pt x="181" y="239"/>
                    <a:pt x="173" y="257"/>
                  </a:cubicBezTo>
                  <a:cubicBezTo>
                    <a:pt x="138" y="291"/>
                    <a:pt x="113" y="343"/>
                    <a:pt x="95" y="394"/>
                  </a:cubicBezTo>
                  <a:cubicBezTo>
                    <a:pt x="95" y="420"/>
                    <a:pt x="87" y="446"/>
                    <a:pt x="78" y="471"/>
                  </a:cubicBezTo>
                  <a:cubicBezTo>
                    <a:pt x="70" y="489"/>
                    <a:pt x="61" y="506"/>
                    <a:pt x="52" y="523"/>
                  </a:cubicBezTo>
                  <a:cubicBezTo>
                    <a:pt x="52" y="540"/>
                    <a:pt x="52" y="557"/>
                    <a:pt x="52" y="566"/>
                  </a:cubicBezTo>
                  <a:cubicBezTo>
                    <a:pt x="48" y="538"/>
                    <a:pt x="43" y="530"/>
                    <a:pt x="40" y="530"/>
                  </a:cubicBezTo>
                  <a:cubicBezTo>
                    <a:pt x="37" y="530"/>
                    <a:pt x="35" y="536"/>
                    <a:pt x="35" y="540"/>
                  </a:cubicBezTo>
                  <a:lnTo>
                    <a:pt x="27" y="574"/>
                  </a:lnTo>
                  <a:cubicBezTo>
                    <a:pt x="27" y="600"/>
                    <a:pt x="10" y="609"/>
                    <a:pt x="1" y="635"/>
                  </a:cubicBezTo>
                  <a:lnTo>
                    <a:pt x="1" y="652"/>
                  </a:lnTo>
                  <a:cubicBezTo>
                    <a:pt x="1" y="669"/>
                    <a:pt x="1" y="695"/>
                    <a:pt x="1" y="721"/>
                  </a:cubicBezTo>
                  <a:cubicBezTo>
                    <a:pt x="1" y="738"/>
                    <a:pt x="1" y="755"/>
                    <a:pt x="1" y="781"/>
                  </a:cubicBezTo>
                  <a:cubicBezTo>
                    <a:pt x="10" y="806"/>
                    <a:pt x="18" y="832"/>
                    <a:pt x="18" y="858"/>
                  </a:cubicBezTo>
                  <a:lnTo>
                    <a:pt x="35" y="824"/>
                  </a:lnTo>
                  <a:cubicBezTo>
                    <a:pt x="52" y="806"/>
                    <a:pt x="52" y="789"/>
                    <a:pt x="52" y="772"/>
                  </a:cubicBezTo>
                  <a:cubicBezTo>
                    <a:pt x="61" y="738"/>
                    <a:pt x="61" y="712"/>
                    <a:pt x="70" y="686"/>
                  </a:cubicBezTo>
                  <a:cubicBezTo>
                    <a:pt x="87" y="660"/>
                    <a:pt x="95" y="643"/>
                    <a:pt x="113" y="635"/>
                  </a:cubicBezTo>
                  <a:cubicBezTo>
                    <a:pt x="130" y="626"/>
                    <a:pt x="138" y="609"/>
                    <a:pt x="147" y="592"/>
                  </a:cubicBezTo>
                  <a:cubicBezTo>
                    <a:pt x="173" y="549"/>
                    <a:pt x="199" y="506"/>
                    <a:pt x="233" y="463"/>
                  </a:cubicBezTo>
                  <a:cubicBezTo>
                    <a:pt x="267" y="420"/>
                    <a:pt x="302" y="394"/>
                    <a:pt x="327" y="351"/>
                  </a:cubicBezTo>
                  <a:cubicBezTo>
                    <a:pt x="362" y="282"/>
                    <a:pt x="422" y="248"/>
                    <a:pt x="482" y="248"/>
                  </a:cubicBezTo>
                  <a:cubicBezTo>
                    <a:pt x="516" y="248"/>
                    <a:pt x="551" y="257"/>
                    <a:pt x="577" y="257"/>
                  </a:cubicBezTo>
                  <a:cubicBezTo>
                    <a:pt x="602" y="248"/>
                    <a:pt x="620" y="239"/>
                    <a:pt x="628" y="222"/>
                  </a:cubicBezTo>
                  <a:lnTo>
                    <a:pt x="654" y="188"/>
                  </a:lnTo>
                  <a:lnTo>
                    <a:pt x="662" y="179"/>
                  </a:lnTo>
                  <a:lnTo>
                    <a:pt x="705" y="162"/>
                  </a:lnTo>
                  <a:cubicBezTo>
                    <a:pt x="723" y="154"/>
                    <a:pt x="731" y="145"/>
                    <a:pt x="748" y="136"/>
                  </a:cubicBezTo>
                  <a:lnTo>
                    <a:pt x="774" y="119"/>
                  </a:lnTo>
                  <a:lnTo>
                    <a:pt x="800" y="93"/>
                  </a:lnTo>
                  <a:cubicBezTo>
                    <a:pt x="817" y="76"/>
                    <a:pt x="851" y="76"/>
                    <a:pt x="869" y="76"/>
                  </a:cubicBezTo>
                  <a:cubicBezTo>
                    <a:pt x="920" y="76"/>
                    <a:pt x="972" y="93"/>
                    <a:pt x="1023" y="93"/>
                  </a:cubicBezTo>
                  <a:lnTo>
                    <a:pt x="1066" y="102"/>
                  </a:lnTo>
                  <a:lnTo>
                    <a:pt x="1101" y="102"/>
                  </a:lnTo>
                  <a:lnTo>
                    <a:pt x="1058" y="76"/>
                  </a:lnTo>
                  <a:cubicBezTo>
                    <a:pt x="1041" y="68"/>
                    <a:pt x="1023" y="59"/>
                    <a:pt x="1006" y="50"/>
                  </a:cubicBezTo>
                  <a:cubicBezTo>
                    <a:pt x="980" y="42"/>
                    <a:pt x="955" y="42"/>
                    <a:pt x="937" y="33"/>
                  </a:cubicBezTo>
                  <a:cubicBezTo>
                    <a:pt x="930" y="31"/>
                    <a:pt x="923" y="31"/>
                    <a:pt x="915" y="31"/>
                  </a:cubicBezTo>
                  <a:cubicBezTo>
                    <a:pt x="893" y="31"/>
                    <a:pt x="870" y="36"/>
                    <a:pt x="849" y="36"/>
                  </a:cubicBezTo>
                  <a:cubicBezTo>
                    <a:pt x="841" y="36"/>
                    <a:pt x="833" y="35"/>
                    <a:pt x="826" y="33"/>
                  </a:cubicBezTo>
                  <a:cubicBezTo>
                    <a:pt x="774" y="25"/>
                    <a:pt x="731" y="16"/>
                    <a:pt x="688" y="16"/>
                  </a:cubicBezTo>
                  <a:cubicBezTo>
                    <a:pt x="665" y="10"/>
                    <a:pt x="641" y="0"/>
                    <a:pt x="620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16" name="Google Shape;13616;p45"/>
            <p:cNvSpPr/>
            <p:nvPr/>
          </p:nvSpPr>
          <p:spPr>
            <a:xfrm>
              <a:off x="5693225" y="1318825"/>
              <a:ext cx="29225" cy="37875"/>
            </a:xfrm>
            <a:custGeom>
              <a:avLst/>
              <a:gdLst/>
              <a:ahLst/>
              <a:cxnLst/>
              <a:rect l="l" t="t" r="r" b="b"/>
              <a:pathLst>
                <a:path w="1169" h="1515" extrusionOk="0">
                  <a:moveTo>
                    <a:pt x="771" y="1"/>
                  </a:moveTo>
                  <a:cubicBezTo>
                    <a:pt x="747" y="1"/>
                    <a:pt x="725" y="6"/>
                    <a:pt x="705" y="11"/>
                  </a:cubicBezTo>
                  <a:cubicBezTo>
                    <a:pt x="662" y="19"/>
                    <a:pt x="628" y="36"/>
                    <a:pt x="593" y="62"/>
                  </a:cubicBezTo>
                  <a:cubicBezTo>
                    <a:pt x="550" y="88"/>
                    <a:pt x="490" y="88"/>
                    <a:pt x="447" y="122"/>
                  </a:cubicBezTo>
                  <a:cubicBezTo>
                    <a:pt x="421" y="139"/>
                    <a:pt x="396" y="165"/>
                    <a:pt x="370" y="182"/>
                  </a:cubicBezTo>
                  <a:cubicBezTo>
                    <a:pt x="335" y="200"/>
                    <a:pt x="301" y="217"/>
                    <a:pt x="275" y="251"/>
                  </a:cubicBezTo>
                  <a:cubicBezTo>
                    <a:pt x="232" y="294"/>
                    <a:pt x="172" y="311"/>
                    <a:pt x="129" y="346"/>
                  </a:cubicBezTo>
                  <a:cubicBezTo>
                    <a:pt x="104" y="363"/>
                    <a:pt x="78" y="397"/>
                    <a:pt x="61" y="423"/>
                  </a:cubicBezTo>
                  <a:cubicBezTo>
                    <a:pt x="35" y="449"/>
                    <a:pt x="18" y="509"/>
                    <a:pt x="9" y="543"/>
                  </a:cubicBezTo>
                  <a:cubicBezTo>
                    <a:pt x="9" y="595"/>
                    <a:pt x="18" y="655"/>
                    <a:pt x="18" y="707"/>
                  </a:cubicBezTo>
                  <a:cubicBezTo>
                    <a:pt x="9" y="749"/>
                    <a:pt x="0" y="784"/>
                    <a:pt x="0" y="835"/>
                  </a:cubicBezTo>
                  <a:cubicBezTo>
                    <a:pt x="0" y="853"/>
                    <a:pt x="18" y="870"/>
                    <a:pt x="18" y="896"/>
                  </a:cubicBezTo>
                  <a:lnTo>
                    <a:pt x="18" y="930"/>
                  </a:lnTo>
                  <a:cubicBezTo>
                    <a:pt x="18" y="947"/>
                    <a:pt x="26" y="956"/>
                    <a:pt x="35" y="973"/>
                  </a:cubicBezTo>
                  <a:cubicBezTo>
                    <a:pt x="35" y="999"/>
                    <a:pt x="35" y="1016"/>
                    <a:pt x="43" y="1042"/>
                  </a:cubicBezTo>
                  <a:cubicBezTo>
                    <a:pt x="61" y="1085"/>
                    <a:pt x="78" y="1136"/>
                    <a:pt x="95" y="1179"/>
                  </a:cubicBezTo>
                  <a:cubicBezTo>
                    <a:pt x="104" y="1222"/>
                    <a:pt x="138" y="1256"/>
                    <a:pt x="164" y="1299"/>
                  </a:cubicBezTo>
                  <a:cubicBezTo>
                    <a:pt x="189" y="1334"/>
                    <a:pt x="215" y="1368"/>
                    <a:pt x="241" y="1402"/>
                  </a:cubicBezTo>
                  <a:cubicBezTo>
                    <a:pt x="250" y="1420"/>
                    <a:pt x="267" y="1428"/>
                    <a:pt x="275" y="1445"/>
                  </a:cubicBezTo>
                  <a:cubicBezTo>
                    <a:pt x="279" y="1449"/>
                    <a:pt x="282" y="1453"/>
                    <a:pt x="285" y="1458"/>
                  </a:cubicBezTo>
                  <a:lnTo>
                    <a:pt x="285" y="1458"/>
                  </a:lnTo>
                  <a:cubicBezTo>
                    <a:pt x="284" y="1453"/>
                    <a:pt x="284" y="1448"/>
                    <a:pt x="284" y="1445"/>
                  </a:cubicBezTo>
                  <a:cubicBezTo>
                    <a:pt x="275" y="1428"/>
                    <a:pt x="284" y="1411"/>
                    <a:pt x="275" y="1402"/>
                  </a:cubicBezTo>
                  <a:cubicBezTo>
                    <a:pt x="275" y="1385"/>
                    <a:pt x="267" y="1377"/>
                    <a:pt x="267" y="1359"/>
                  </a:cubicBezTo>
                  <a:cubicBezTo>
                    <a:pt x="258" y="1325"/>
                    <a:pt x="258" y="1308"/>
                    <a:pt x="284" y="1291"/>
                  </a:cubicBezTo>
                  <a:cubicBezTo>
                    <a:pt x="301" y="1274"/>
                    <a:pt x="344" y="1256"/>
                    <a:pt x="353" y="1239"/>
                  </a:cubicBezTo>
                  <a:cubicBezTo>
                    <a:pt x="353" y="1213"/>
                    <a:pt x="327" y="1179"/>
                    <a:pt x="318" y="1162"/>
                  </a:cubicBezTo>
                  <a:cubicBezTo>
                    <a:pt x="301" y="1136"/>
                    <a:pt x="293" y="1110"/>
                    <a:pt x="284" y="1093"/>
                  </a:cubicBezTo>
                  <a:cubicBezTo>
                    <a:pt x="250" y="1024"/>
                    <a:pt x="250" y="947"/>
                    <a:pt x="267" y="887"/>
                  </a:cubicBezTo>
                  <a:cubicBezTo>
                    <a:pt x="284" y="853"/>
                    <a:pt x="284" y="818"/>
                    <a:pt x="284" y="784"/>
                  </a:cubicBezTo>
                  <a:cubicBezTo>
                    <a:pt x="284" y="749"/>
                    <a:pt x="301" y="715"/>
                    <a:pt x="318" y="681"/>
                  </a:cubicBezTo>
                  <a:cubicBezTo>
                    <a:pt x="353" y="612"/>
                    <a:pt x="370" y="518"/>
                    <a:pt x="413" y="449"/>
                  </a:cubicBezTo>
                  <a:cubicBezTo>
                    <a:pt x="422" y="431"/>
                    <a:pt x="433" y="426"/>
                    <a:pt x="445" y="426"/>
                  </a:cubicBezTo>
                  <a:cubicBezTo>
                    <a:pt x="457" y="426"/>
                    <a:pt x="470" y="431"/>
                    <a:pt x="483" y="431"/>
                  </a:cubicBezTo>
                  <a:cubicBezTo>
                    <a:pt x="494" y="431"/>
                    <a:pt x="505" y="428"/>
                    <a:pt x="516" y="414"/>
                  </a:cubicBezTo>
                  <a:cubicBezTo>
                    <a:pt x="550" y="371"/>
                    <a:pt x="585" y="346"/>
                    <a:pt x="628" y="337"/>
                  </a:cubicBezTo>
                  <a:cubicBezTo>
                    <a:pt x="671" y="320"/>
                    <a:pt x="696" y="320"/>
                    <a:pt x="731" y="311"/>
                  </a:cubicBezTo>
                  <a:cubicBezTo>
                    <a:pt x="752" y="300"/>
                    <a:pt x="778" y="290"/>
                    <a:pt x="800" y="290"/>
                  </a:cubicBezTo>
                  <a:cubicBezTo>
                    <a:pt x="813" y="290"/>
                    <a:pt x="824" y="293"/>
                    <a:pt x="834" y="303"/>
                  </a:cubicBezTo>
                  <a:cubicBezTo>
                    <a:pt x="851" y="320"/>
                    <a:pt x="868" y="346"/>
                    <a:pt x="885" y="354"/>
                  </a:cubicBezTo>
                  <a:cubicBezTo>
                    <a:pt x="892" y="358"/>
                    <a:pt x="899" y="359"/>
                    <a:pt x="906" y="359"/>
                  </a:cubicBezTo>
                  <a:cubicBezTo>
                    <a:pt x="937" y="359"/>
                    <a:pt x="973" y="335"/>
                    <a:pt x="1014" y="328"/>
                  </a:cubicBezTo>
                  <a:lnTo>
                    <a:pt x="1040" y="380"/>
                  </a:lnTo>
                  <a:lnTo>
                    <a:pt x="1057" y="397"/>
                  </a:lnTo>
                  <a:lnTo>
                    <a:pt x="1100" y="440"/>
                  </a:lnTo>
                  <a:cubicBezTo>
                    <a:pt x="1100" y="406"/>
                    <a:pt x="1134" y="380"/>
                    <a:pt x="1143" y="346"/>
                  </a:cubicBezTo>
                  <a:cubicBezTo>
                    <a:pt x="1169" y="303"/>
                    <a:pt x="1152" y="286"/>
                    <a:pt x="1134" y="243"/>
                  </a:cubicBezTo>
                  <a:cubicBezTo>
                    <a:pt x="1100" y="182"/>
                    <a:pt x="1040" y="122"/>
                    <a:pt x="988" y="71"/>
                  </a:cubicBezTo>
                  <a:cubicBezTo>
                    <a:pt x="963" y="54"/>
                    <a:pt x="954" y="45"/>
                    <a:pt x="920" y="45"/>
                  </a:cubicBezTo>
                  <a:cubicBezTo>
                    <a:pt x="885" y="36"/>
                    <a:pt x="860" y="19"/>
                    <a:pt x="825" y="11"/>
                  </a:cubicBezTo>
                  <a:cubicBezTo>
                    <a:pt x="807" y="3"/>
                    <a:pt x="789" y="1"/>
                    <a:pt x="771" y="1"/>
                  </a:cubicBezTo>
                  <a:close/>
                  <a:moveTo>
                    <a:pt x="285" y="1458"/>
                  </a:moveTo>
                  <a:cubicBezTo>
                    <a:pt x="288" y="1480"/>
                    <a:pt x="297" y="1514"/>
                    <a:pt x="318" y="1514"/>
                  </a:cubicBezTo>
                  <a:cubicBezTo>
                    <a:pt x="305" y="1500"/>
                    <a:pt x="296" y="1476"/>
                    <a:pt x="285" y="1458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3617" name="Google Shape;13617;p45"/>
          <p:cNvGrpSpPr/>
          <p:nvPr/>
        </p:nvGrpSpPr>
        <p:grpSpPr>
          <a:xfrm>
            <a:off x="3414413" y="4879319"/>
            <a:ext cx="302226" cy="213600"/>
            <a:chOff x="5658425" y="1270850"/>
            <a:chExt cx="179800" cy="127075"/>
          </a:xfrm>
        </p:grpSpPr>
        <p:sp>
          <p:nvSpPr>
            <p:cNvPr id="13618" name="Google Shape;13618;p45"/>
            <p:cNvSpPr/>
            <p:nvPr/>
          </p:nvSpPr>
          <p:spPr>
            <a:xfrm>
              <a:off x="5704400" y="1271825"/>
              <a:ext cx="133825" cy="126100"/>
            </a:xfrm>
            <a:custGeom>
              <a:avLst/>
              <a:gdLst/>
              <a:ahLst/>
              <a:cxnLst/>
              <a:rect l="l" t="t" r="r" b="b"/>
              <a:pathLst>
                <a:path w="5353" h="5044" extrusionOk="0">
                  <a:moveTo>
                    <a:pt x="713" y="9"/>
                  </a:moveTo>
                  <a:cubicBezTo>
                    <a:pt x="816" y="9"/>
                    <a:pt x="911" y="18"/>
                    <a:pt x="1014" y="18"/>
                  </a:cubicBezTo>
                  <a:cubicBezTo>
                    <a:pt x="1263" y="35"/>
                    <a:pt x="1486" y="138"/>
                    <a:pt x="1718" y="164"/>
                  </a:cubicBezTo>
                  <a:cubicBezTo>
                    <a:pt x="1968" y="198"/>
                    <a:pt x="2217" y="198"/>
                    <a:pt x="2466" y="215"/>
                  </a:cubicBezTo>
                  <a:cubicBezTo>
                    <a:pt x="2492" y="215"/>
                    <a:pt x="2517" y="224"/>
                    <a:pt x="2543" y="232"/>
                  </a:cubicBezTo>
                  <a:cubicBezTo>
                    <a:pt x="2578" y="250"/>
                    <a:pt x="2595" y="284"/>
                    <a:pt x="2629" y="301"/>
                  </a:cubicBezTo>
                  <a:cubicBezTo>
                    <a:pt x="2681" y="344"/>
                    <a:pt x="2758" y="336"/>
                    <a:pt x="2827" y="336"/>
                  </a:cubicBezTo>
                  <a:cubicBezTo>
                    <a:pt x="2981" y="336"/>
                    <a:pt x="3136" y="327"/>
                    <a:pt x="3282" y="327"/>
                  </a:cubicBezTo>
                  <a:cubicBezTo>
                    <a:pt x="3411" y="318"/>
                    <a:pt x="3548" y="318"/>
                    <a:pt x="3677" y="344"/>
                  </a:cubicBezTo>
                  <a:cubicBezTo>
                    <a:pt x="3780" y="361"/>
                    <a:pt x="3883" y="404"/>
                    <a:pt x="3987" y="421"/>
                  </a:cubicBezTo>
                  <a:cubicBezTo>
                    <a:pt x="4012" y="430"/>
                    <a:pt x="4055" y="430"/>
                    <a:pt x="4090" y="430"/>
                  </a:cubicBezTo>
                  <a:cubicBezTo>
                    <a:pt x="4158" y="430"/>
                    <a:pt x="4227" y="430"/>
                    <a:pt x="4262" y="447"/>
                  </a:cubicBezTo>
                  <a:cubicBezTo>
                    <a:pt x="4476" y="559"/>
                    <a:pt x="4579" y="774"/>
                    <a:pt x="4786" y="903"/>
                  </a:cubicBezTo>
                  <a:cubicBezTo>
                    <a:pt x="4820" y="920"/>
                    <a:pt x="4863" y="946"/>
                    <a:pt x="4871" y="989"/>
                  </a:cubicBezTo>
                  <a:cubicBezTo>
                    <a:pt x="4880" y="1083"/>
                    <a:pt x="4863" y="1100"/>
                    <a:pt x="4932" y="1195"/>
                  </a:cubicBezTo>
                  <a:cubicBezTo>
                    <a:pt x="4957" y="1229"/>
                    <a:pt x="4975" y="1272"/>
                    <a:pt x="5009" y="1306"/>
                  </a:cubicBezTo>
                  <a:cubicBezTo>
                    <a:pt x="5121" y="1444"/>
                    <a:pt x="5198" y="1547"/>
                    <a:pt x="5241" y="1719"/>
                  </a:cubicBezTo>
                  <a:cubicBezTo>
                    <a:pt x="5267" y="1830"/>
                    <a:pt x="5318" y="1934"/>
                    <a:pt x="5335" y="2045"/>
                  </a:cubicBezTo>
                  <a:cubicBezTo>
                    <a:pt x="5353" y="2166"/>
                    <a:pt x="5335" y="2294"/>
                    <a:pt x="5327" y="2415"/>
                  </a:cubicBezTo>
                  <a:cubicBezTo>
                    <a:pt x="5327" y="2458"/>
                    <a:pt x="5301" y="2475"/>
                    <a:pt x="5284" y="2518"/>
                  </a:cubicBezTo>
                  <a:cubicBezTo>
                    <a:pt x="5250" y="2621"/>
                    <a:pt x="5284" y="2724"/>
                    <a:pt x="5301" y="2844"/>
                  </a:cubicBezTo>
                  <a:cubicBezTo>
                    <a:pt x="5310" y="2939"/>
                    <a:pt x="5301" y="3119"/>
                    <a:pt x="5258" y="3205"/>
                  </a:cubicBezTo>
                  <a:cubicBezTo>
                    <a:pt x="5241" y="3257"/>
                    <a:pt x="5103" y="3557"/>
                    <a:pt x="5069" y="3635"/>
                  </a:cubicBezTo>
                  <a:cubicBezTo>
                    <a:pt x="5035" y="3703"/>
                    <a:pt x="4957" y="3815"/>
                    <a:pt x="4940" y="3884"/>
                  </a:cubicBezTo>
                  <a:cubicBezTo>
                    <a:pt x="4923" y="3927"/>
                    <a:pt x="4829" y="4159"/>
                    <a:pt x="4734" y="4262"/>
                  </a:cubicBezTo>
                  <a:cubicBezTo>
                    <a:pt x="4640" y="4382"/>
                    <a:pt x="4571" y="4451"/>
                    <a:pt x="4382" y="4477"/>
                  </a:cubicBezTo>
                  <a:cubicBezTo>
                    <a:pt x="4322" y="4485"/>
                    <a:pt x="4090" y="4614"/>
                    <a:pt x="4030" y="4605"/>
                  </a:cubicBezTo>
                  <a:cubicBezTo>
                    <a:pt x="3978" y="4605"/>
                    <a:pt x="3935" y="4623"/>
                    <a:pt x="3883" y="4631"/>
                  </a:cubicBezTo>
                  <a:cubicBezTo>
                    <a:pt x="3866" y="4631"/>
                    <a:pt x="3849" y="4631"/>
                    <a:pt x="3832" y="4631"/>
                  </a:cubicBezTo>
                  <a:cubicBezTo>
                    <a:pt x="3815" y="4631"/>
                    <a:pt x="3789" y="4631"/>
                    <a:pt x="3772" y="4640"/>
                  </a:cubicBezTo>
                  <a:cubicBezTo>
                    <a:pt x="3617" y="4666"/>
                    <a:pt x="3351" y="4709"/>
                    <a:pt x="3265" y="4734"/>
                  </a:cubicBezTo>
                  <a:cubicBezTo>
                    <a:pt x="3153" y="4769"/>
                    <a:pt x="2964" y="4769"/>
                    <a:pt x="2853" y="4752"/>
                  </a:cubicBezTo>
                  <a:cubicBezTo>
                    <a:pt x="2724" y="4743"/>
                    <a:pt x="2500" y="4863"/>
                    <a:pt x="2363" y="4872"/>
                  </a:cubicBezTo>
                  <a:cubicBezTo>
                    <a:pt x="2260" y="4872"/>
                    <a:pt x="2191" y="4872"/>
                    <a:pt x="2131" y="4872"/>
                  </a:cubicBezTo>
                  <a:cubicBezTo>
                    <a:pt x="2028" y="4863"/>
                    <a:pt x="1950" y="4863"/>
                    <a:pt x="1753" y="4906"/>
                  </a:cubicBezTo>
                  <a:cubicBezTo>
                    <a:pt x="1718" y="4923"/>
                    <a:pt x="1650" y="4915"/>
                    <a:pt x="1590" y="4915"/>
                  </a:cubicBezTo>
                  <a:cubicBezTo>
                    <a:pt x="1512" y="4915"/>
                    <a:pt x="1435" y="4915"/>
                    <a:pt x="1383" y="4932"/>
                  </a:cubicBezTo>
                  <a:cubicBezTo>
                    <a:pt x="1349" y="4941"/>
                    <a:pt x="1315" y="4949"/>
                    <a:pt x="1280" y="4966"/>
                  </a:cubicBezTo>
                  <a:cubicBezTo>
                    <a:pt x="1203" y="4984"/>
                    <a:pt x="1126" y="4992"/>
                    <a:pt x="1048" y="5018"/>
                  </a:cubicBezTo>
                  <a:cubicBezTo>
                    <a:pt x="980" y="5035"/>
                    <a:pt x="962" y="5044"/>
                    <a:pt x="894" y="5026"/>
                  </a:cubicBezTo>
                  <a:cubicBezTo>
                    <a:pt x="645" y="4975"/>
                    <a:pt x="395" y="4932"/>
                    <a:pt x="129" y="4984"/>
                  </a:cubicBezTo>
                  <a:cubicBezTo>
                    <a:pt x="95" y="4984"/>
                    <a:pt x="0" y="4597"/>
                    <a:pt x="9" y="4528"/>
                  </a:cubicBezTo>
                  <a:cubicBezTo>
                    <a:pt x="35" y="4331"/>
                    <a:pt x="60" y="4142"/>
                    <a:pt x="86" y="3944"/>
                  </a:cubicBezTo>
                  <a:cubicBezTo>
                    <a:pt x="129" y="3575"/>
                    <a:pt x="181" y="3205"/>
                    <a:pt x="241" y="2853"/>
                  </a:cubicBezTo>
                  <a:cubicBezTo>
                    <a:pt x="284" y="2535"/>
                    <a:pt x="335" y="2234"/>
                    <a:pt x="361" y="1934"/>
                  </a:cubicBezTo>
                  <a:cubicBezTo>
                    <a:pt x="387" y="1650"/>
                    <a:pt x="395" y="1375"/>
                    <a:pt x="438" y="1092"/>
                  </a:cubicBezTo>
                  <a:cubicBezTo>
                    <a:pt x="456" y="997"/>
                    <a:pt x="645" y="1"/>
                    <a:pt x="713" y="9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19" name="Google Shape;13619;p45"/>
            <p:cNvSpPr/>
            <p:nvPr/>
          </p:nvSpPr>
          <p:spPr>
            <a:xfrm>
              <a:off x="5695575" y="1270850"/>
              <a:ext cx="76925" cy="126875"/>
            </a:xfrm>
            <a:custGeom>
              <a:avLst/>
              <a:gdLst/>
              <a:ahLst/>
              <a:cxnLst/>
              <a:rect l="l" t="t" r="r" b="b"/>
              <a:pathLst>
                <a:path w="3077" h="5075" extrusionOk="0">
                  <a:moveTo>
                    <a:pt x="1047" y="1"/>
                  </a:moveTo>
                  <a:cubicBezTo>
                    <a:pt x="898" y="1"/>
                    <a:pt x="756" y="31"/>
                    <a:pt x="714" y="74"/>
                  </a:cubicBezTo>
                  <a:cubicBezTo>
                    <a:pt x="707" y="81"/>
                    <a:pt x="712" y="84"/>
                    <a:pt x="724" y="84"/>
                  </a:cubicBezTo>
                  <a:cubicBezTo>
                    <a:pt x="740" y="84"/>
                    <a:pt x="770" y="79"/>
                    <a:pt x="800" y="74"/>
                  </a:cubicBezTo>
                  <a:cubicBezTo>
                    <a:pt x="835" y="69"/>
                    <a:pt x="869" y="64"/>
                    <a:pt x="891" y="64"/>
                  </a:cubicBezTo>
                  <a:cubicBezTo>
                    <a:pt x="907" y="64"/>
                    <a:pt x="915" y="67"/>
                    <a:pt x="912" y="74"/>
                  </a:cubicBezTo>
                  <a:cubicBezTo>
                    <a:pt x="877" y="117"/>
                    <a:pt x="843" y="160"/>
                    <a:pt x="809" y="194"/>
                  </a:cubicBezTo>
                  <a:cubicBezTo>
                    <a:pt x="697" y="332"/>
                    <a:pt x="662" y="503"/>
                    <a:pt x="602" y="649"/>
                  </a:cubicBezTo>
                  <a:cubicBezTo>
                    <a:pt x="542" y="787"/>
                    <a:pt x="491" y="924"/>
                    <a:pt x="448" y="1053"/>
                  </a:cubicBezTo>
                  <a:cubicBezTo>
                    <a:pt x="413" y="1148"/>
                    <a:pt x="379" y="1259"/>
                    <a:pt x="362" y="1363"/>
                  </a:cubicBezTo>
                  <a:cubicBezTo>
                    <a:pt x="345" y="1474"/>
                    <a:pt x="370" y="1586"/>
                    <a:pt x="370" y="1698"/>
                  </a:cubicBezTo>
                  <a:cubicBezTo>
                    <a:pt x="370" y="1758"/>
                    <a:pt x="370" y="1809"/>
                    <a:pt x="370" y="1869"/>
                  </a:cubicBezTo>
                  <a:cubicBezTo>
                    <a:pt x="388" y="2136"/>
                    <a:pt x="396" y="2428"/>
                    <a:pt x="336" y="2703"/>
                  </a:cubicBezTo>
                  <a:cubicBezTo>
                    <a:pt x="302" y="2875"/>
                    <a:pt x="241" y="3046"/>
                    <a:pt x="207" y="3218"/>
                  </a:cubicBezTo>
                  <a:cubicBezTo>
                    <a:pt x="181" y="3364"/>
                    <a:pt x="156" y="3502"/>
                    <a:pt x="121" y="3648"/>
                  </a:cubicBezTo>
                  <a:cubicBezTo>
                    <a:pt x="44" y="3992"/>
                    <a:pt x="1" y="4309"/>
                    <a:pt x="121" y="4644"/>
                  </a:cubicBezTo>
                  <a:cubicBezTo>
                    <a:pt x="156" y="4739"/>
                    <a:pt x="190" y="4808"/>
                    <a:pt x="259" y="4876"/>
                  </a:cubicBezTo>
                  <a:cubicBezTo>
                    <a:pt x="310" y="4919"/>
                    <a:pt x="362" y="4980"/>
                    <a:pt x="422" y="5005"/>
                  </a:cubicBezTo>
                  <a:cubicBezTo>
                    <a:pt x="542" y="5065"/>
                    <a:pt x="705" y="5057"/>
                    <a:pt x="834" y="5074"/>
                  </a:cubicBezTo>
                  <a:cubicBezTo>
                    <a:pt x="877" y="5074"/>
                    <a:pt x="912" y="5065"/>
                    <a:pt x="955" y="5057"/>
                  </a:cubicBezTo>
                  <a:cubicBezTo>
                    <a:pt x="969" y="5054"/>
                    <a:pt x="980" y="5053"/>
                    <a:pt x="990" y="5053"/>
                  </a:cubicBezTo>
                  <a:cubicBezTo>
                    <a:pt x="1010" y="5053"/>
                    <a:pt x="1023" y="5057"/>
                    <a:pt x="1040" y="5057"/>
                  </a:cubicBezTo>
                  <a:cubicBezTo>
                    <a:pt x="1049" y="5061"/>
                    <a:pt x="1060" y="5063"/>
                    <a:pt x="1074" y="5063"/>
                  </a:cubicBezTo>
                  <a:cubicBezTo>
                    <a:pt x="1088" y="5063"/>
                    <a:pt x="1105" y="5061"/>
                    <a:pt x="1126" y="5057"/>
                  </a:cubicBezTo>
                  <a:cubicBezTo>
                    <a:pt x="1134" y="5054"/>
                    <a:pt x="1143" y="5053"/>
                    <a:pt x="1153" y="5053"/>
                  </a:cubicBezTo>
                  <a:cubicBezTo>
                    <a:pt x="1177" y="5053"/>
                    <a:pt x="1208" y="5059"/>
                    <a:pt x="1238" y="5065"/>
                  </a:cubicBezTo>
                  <a:cubicBezTo>
                    <a:pt x="1267" y="5069"/>
                    <a:pt x="1294" y="5071"/>
                    <a:pt x="1318" y="5071"/>
                  </a:cubicBezTo>
                  <a:cubicBezTo>
                    <a:pt x="1352" y="5071"/>
                    <a:pt x="1381" y="5067"/>
                    <a:pt x="1401" y="5057"/>
                  </a:cubicBezTo>
                  <a:cubicBezTo>
                    <a:pt x="1470" y="5005"/>
                    <a:pt x="1676" y="4997"/>
                    <a:pt x="1736" y="4945"/>
                  </a:cubicBezTo>
                  <a:cubicBezTo>
                    <a:pt x="1788" y="4911"/>
                    <a:pt x="1839" y="4876"/>
                    <a:pt x="1900" y="4842"/>
                  </a:cubicBezTo>
                  <a:cubicBezTo>
                    <a:pt x="1951" y="4816"/>
                    <a:pt x="1986" y="4808"/>
                    <a:pt x="2028" y="4773"/>
                  </a:cubicBezTo>
                  <a:cubicBezTo>
                    <a:pt x="2054" y="4756"/>
                    <a:pt x="2071" y="4739"/>
                    <a:pt x="2097" y="4722"/>
                  </a:cubicBezTo>
                  <a:cubicBezTo>
                    <a:pt x="2166" y="4662"/>
                    <a:pt x="2114" y="4541"/>
                    <a:pt x="2209" y="4507"/>
                  </a:cubicBezTo>
                  <a:cubicBezTo>
                    <a:pt x="2286" y="4481"/>
                    <a:pt x="2355" y="4464"/>
                    <a:pt x="2407" y="4404"/>
                  </a:cubicBezTo>
                  <a:cubicBezTo>
                    <a:pt x="2441" y="4370"/>
                    <a:pt x="2458" y="4352"/>
                    <a:pt x="2458" y="4309"/>
                  </a:cubicBezTo>
                  <a:cubicBezTo>
                    <a:pt x="2467" y="4284"/>
                    <a:pt x="2475" y="4249"/>
                    <a:pt x="2475" y="4215"/>
                  </a:cubicBezTo>
                  <a:cubicBezTo>
                    <a:pt x="2475" y="4181"/>
                    <a:pt x="2570" y="4181"/>
                    <a:pt x="2561" y="4146"/>
                  </a:cubicBezTo>
                  <a:cubicBezTo>
                    <a:pt x="2561" y="4138"/>
                    <a:pt x="2553" y="4120"/>
                    <a:pt x="2553" y="4103"/>
                  </a:cubicBezTo>
                  <a:cubicBezTo>
                    <a:pt x="2553" y="4077"/>
                    <a:pt x="2570" y="4077"/>
                    <a:pt x="2578" y="4060"/>
                  </a:cubicBezTo>
                  <a:cubicBezTo>
                    <a:pt x="2596" y="4009"/>
                    <a:pt x="2587" y="3940"/>
                    <a:pt x="2604" y="3888"/>
                  </a:cubicBezTo>
                  <a:cubicBezTo>
                    <a:pt x="2621" y="3820"/>
                    <a:pt x="2681" y="3760"/>
                    <a:pt x="2716" y="3691"/>
                  </a:cubicBezTo>
                  <a:cubicBezTo>
                    <a:pt x="2742" y="3656"/>
                    <a:pt x="2750" y="3614"/>
                    <a:pt x="2776" y="3579"/>
                  </a:cubicBezTo>
                  <a:cubicBezTo>
                    <a:pt x="2793" y="3562"/>
                    <a:pt x="2819" y="3536"/>
                    <a:pt x="2827" y="3519"/>
                  </a:cubicBezTo>
                  <a:cubicBezTo>
                    <a:pt x="2845" y="3485"/>
                    <a:pt x="2845" y="3450"/>
                    <a:pt x="2853" y="3416"/>
                  </a:cubicBezTo>
                  <a:cubicBezTo>
                    <a:pt x="2862" y="3364"/>
                    <a:pt x="2870" y="3313"/>
                    <a:pt x="2888" y="3261"/>
                  </a:cubicBezTo>
                  <a:cubicBezTo>
                    <a:pt x="2905" y="3210"/>
                    <a:pt x="2905" y="3150"/>
                    <a:pt x="2939" y="3107"/>
                  </a:cubicBezTo>
                  <a:cubicBezTo>
                    <a:pt x="2956" y="3081"/>
                    <a:pt x="2982" y="3072"/>
                    <a:pt x="2999" y="3055"/>
                  </a:cubicBezTo>
                  <a:cubicBezTo>
                    <a:pt x="3034" y="3012"/>
                    <a:pt x="3034" y="2952"/>
                    <a:pt x="3042" y="2900"/>
                  </a:cubicBezTo>
                  <a:cubicBezTo>
                    <a:pt x="3051" y="2857"/>
                    <a:pt x="3051" y="2806"/>
                    <a:pt x="3059" y="2763"/>
                  </a:cubicBezTo>
                  <a:cubicBezTo>
                    <a:pt x="3068" y="2720"/>
                    <a:pt x="3034" y="2668"/>
                    <a:pt x="3034" y="2634"/>
                  </a:cubicBezTo>
                  <a:cubicBezTo>
                    <a:pt x="3016" y="2574"/>
                    <a:pt x="3008" y="2565"/>
                    <a:pt x="3042" y="2514"/>
                  </a:cubicBezTo>
                  <a:cubicBezTo>
                    <a:pt x="3077" y="2462"/>
                    <a:pt x="2999" y="2437"/>
                    <a:pt x="2999" y="2385"/>
                  </a:cubicBezTo>
                  <a:cubicBezTo>
                    <a:pt x="2999" y="2342"/>
                    <a:pt x="2974" y="2308"/>
                    <a:pt x="2965" y="2265"/>
                  </a:cubicBezTo>
                  <a:cubicBezTo>
                    <a:pt x="2939" y="2205"/>
                    <a:pt x="2982" y="2136"/>
                    <a:pt x="2965" y="2058"/>
                  </a:cubicBezTo>
                  <a:cubicBezTo>
                    <a:pt x="2931" y="1955"/>
                    <a:pt x="2948" y="1827"/>
                    <a:pt x="2905" y="1732"/>
                  </a:cubicBezTo>
                  <a:cubicBezTo>
                    <a:pt x="2888" y="1672"/>
                    <a:pt x="2870" y="1620"/>
                    <a:pt x="2853" y="1560"/>
                  </a:cubicBezTo>
                  <a:cubicBezTo>
                    <a:pt x="2845" y="1517"/>
                    <a:pt x="2845" y="1466"/>
                    <a:pt x="2819" y="1431"/>
                  </a:cubicBezTo>
                  <a:cubicBezTo>
                    <a:pt x="2750" y="1311"/>
                    <a:pt x="2664" y="1191"/>
                    <a:pt x="2647" y="1062"/>
                  </a:cubicBezTo>
                  <a:cubicBezTo>
                    <a:pt x="2647" y="1002"/>
                    <a:pt x="2638" y="924"/>
                    <a:pt x="2587" y="864"/>
                  </a:cubicBezTo>
                  <a:cubicBezTo>
                    <a:pt x="2570" y="847"/>
                    <a:pt x="2553" y="847"/>
                    <a:pt x="2535" y="830"/>
                  </a:cubicBezTo>
                  <a:cubicBezTo>
                    <a:pt x="2510" y="813"/>
                    <a:pt x="2501" y="787"/>
                    <a:pt x="2475" y="770"/>
                  </a:cubicBezTo>
                  <a:cubicBezTo>
                    <a:pt x="2407" y="735"/>
                    <a:pt x="2398" y="710"/>
                    <a:pt x="2364" y="658"/>
                  </a:cubicBezTo>
                  <a:cubicBezTo>
                    <a:pt x="2329" y="607"/>
                    <a:pt x="2269" y="581"/>
                    <a:pt x="2235" y="538"/>
                  </a:cubicBezTo>
                  <a:cubicBezTo>
                    <a:pt x="2192" y="495"/>
                    <a:pt x="2149" y="460"/>
                    <a:pt x="2106" y="418"/>
                  </a:cubicBezTo>
                  <a:cubicBezTo>
                    <a:pt x="2071" y="383"/>
                    <a:pt x="2046" y="349"/>
                    <a:pt x="2003" y="323"/>
                  </a:cubicBezTo>
                  <a:cubicBezTo>
                    <a:pt x="1968" y="306"/>
                    <a:pt x="1943" y="280"/>
                    <a:pt x="1908" y="271"/>
                  </a:cubicBezTo>
                  <a:cubicBezTo>
                    <a:pt x="1874" y="271"/>
                    <a:pt x="1857" y="263"/>
                    <a:pt x="1831" y="254"/>
                  </a:cubicBezTo>
                  <a:cubicBezTo>
                    <a:pt x="1788" y="237"/>
                    <a:pt x="1788" y="237"/>
                    <a:pt x="1762" y="211"/>
                  </a:cubicBezTo>
                  <a:cubicBezTo>
                    <a:pt x="1745" y="194"/>
                    <a:pt x="1719" y="186"/>
                    <a:pt x="1693" y="168"/>
                  </a:cubicBezTo>
                  <a:cubicBezTo>
                    <a:pt x="1668" y="151"/>
                    <a:pt x="1650" y="125"/>
                    <a:pt x="1608" y="117"/>
                  </a:cubicBezTo>
                  <a:lnTo>
                    <a:pt x="1565" y="117"/>
                  </a:lnTo>
                  <a:cubicBezTo>
                    <a:pt x="1547" y="117"/>
                    <a:pt x="1539" y="117"/>
                    <a:pt x="1504" y="108"/>
                  </a:cubicBezTo>
                  <a:cubicBezTo>
                    <a:pt x="1453" y="82"/>
                    <a:pt x="1341" y="82"/>
                    <a:pt x="1272" y="65"/>
                  </a:cubicBezTo>
                  <a:cubicBezTo>
                    <a:pt x="1238" y="48"/>
                    <a:pt x="1178" y="22"/>
                    <a:pt x="1144" y="5"/>
                  </a:cubicBezTo>
                  <a:cubicBezTo>
                    <a:pt x="1112" y="2"/>
                    <a:pt x="1079" y="1"/>
                    <a:pt x="104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20" name="Google Shape;13620;p45"/>
            <p:cNvSpPr/>
            <p:nvPr/>
          </p:nvSpPr>
          <p:spPr>
            <a:xfrm>
              <a:off x="5658425" y="1335825"/>
              <a:ext cx="450" cy="25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" y="1"/>
                  </a:moveTo>
                  <a:lnTo>
                    <a:pt x="1" y="1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21" name="Google Shape;13621;p45"/>
            <p:cNvSpPr/>
            <p:nvPr/>
          </p:nvSpPr>
          <p:spPr>
            <a:xfrm>
              <a:off x="5658650" y="1271150"/>
              <a:ext cx="106325" cy="125900"/>
            </a:xfrm>
            <a:custGeom>
              <a:avLst/>
              <a:gdLst/>
              <a:ahLst/>
              <a:cxnLst/>
              <a:rect l="l" t="t" r="r" b="b"/>
              <a:pathLst>
                <a:path w="4253" h="5036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12" y="3619"/>
                    <a:pt x="163" y="3730"/>
                    <a:pt x="249" y="3799"/>
                  </a:cubicBezTo>
                  <a:cubicBezTo>
                    <a:pt x="284" y="3825"/>
                    <a:pt x="309" y="3851"/>
                    <a:pt x="335" y="3894"/>
                  </a:cubicBezTo>
                  <a:cubicBezTo>
                    <a:pt x="370" y="3962"/>
                    <a:pt x="395" y="3988"/>
                    <a:pt x="456" y="4040"/>
                  </a:cubicBezTo>
                  <a:cubicBezTo>
                    <a:pt x="550" y="4108"/>
                    <a:pt x="567" y="4229"/>
                    <a:pt x="627" y="4315"/>
                  </a:cubicBezTo>
                  <a:cubicBezTo>
                    <a:pt x="653" y="4349"/>
                    <a:pt x="679" y="4392"/>
                    <a:pt x="713" y="4409"/>
                  </a:cubicBezTo>
                  <a:cubicBezTo>
                    <a:pt x="782" y="4435"/>
                    <a:pt x="851" y="4418"/>
                    <a:pt x="919" y="4461"/>
                  </a:cubicBezTo>
                  <a:cubicBezTo>
                    <a:pt x="962" y="4486"/>
                    <a:pt x="1005" y="4521"/>
                    <a:pt x="1048" y="4547"/>
                  </a:cubicBezTo>
                  <a:cubicBezTo>
                    <a:pt x="1100" y="4581"/>
                    <a:pt x="1169" y="4624"/>
                    <a:pt x="1212" y="4675"/>
                  </a:cubicBezTo>
                  <a:cubicBezTo>
                    <a:pt x="1280" y="4779"/>
                    <a:pt x="1323" y="4839"/>
                    <a:pt x="1444" y="4890"/>
                  </a:cubicBezTo>
                  <a:cubicBezTo>
                    <a:pt x="1555" y="4942"/>
                    <a:pt x="1658" y="4968"/>
                    <a:pt x="1770" y="4976"/>
                  </a:cubicBezTo>
                  <a:cubicBezTo>
                    <a:pt x="1813" y="4985"/>
                    <a:pt x="1856" y="4985"/>
                    <a:pt x="1899" y="4993"/>
                  </a:cubicBezTo>
                  <a:cubicBezTo>
                    <a:pt x="1933" y="5002"/>
                    <a:pt x="1968" y="5019"/>
                    <a:pt x="2002" y="5028"/>
                  </a:cubicBezTo>
                  <a:cubicBezTo>
                    <a:pt x="2022" y="5033"/>
                    <a:pt x="2041" y="5035"/>
                    <a:pt x="2060" y="5035"/>
                  </a:cubicBezTo>
                  <a:cubicBezTo>
                    <a:pt x="2096" y="5035"/>
                    <a:pt x="2131" y="5028"/>
                    <a:pt x="2165" y="5028"/>
                  </a:cubicBezTo>
                  <a:lnTo>
                    <a:pt x="2234" y="5028"/>
                  </a:lnTo>
                  <a:cubicBezTo>
                    <a:pt x="2247" y="5032"/>
                    <a:pt x="2262" y="5034"/>
                    <a:pt x="2278" y="5034"/>
                  </a:cubicBezTo>
                  <a:cubicBezTo>
                    <a:pt x="2294" y="5034"/>
                    <a:pt x="2311" y="5032"/>
                    <a:pt x="2328" y="5028"/>
                  </a:cubicBezTo>
                  <a:cubicBezTo>
                    <a:pt x="2363" y="5011"/>
                    <a:pt x="2389" y="4993"/>
                    <a:pt x="2423" y="4968"/>
                  </a:cubicBezTo>
                  <a:cubicBezTo>
                    <a:pt x="2457" y="4942"/>
                    <a:pt x="2492" y="4933"/>
                    <a:pt x="2535" y="4925"/>
                  </a:cubicBezTo>
                  <a:cubicBezTo>
                    <a:pt x="2646" y="4899"/>
                    <a:pt x="2758" y="4890"/>
                    <a:pt x="2870" y="4847"/>
                  </a:cubicBezTo>
                  <a:cubicBezTo>
                    <a:pt x="2964" y="4813"/>
                    <a:pt x="3059" y="4770"/>
                    <a:pt x="3153" y="4744"/>
                  </a:cubicBezTo>
                  <a:cubicBezTo>
                    <a:pt x="3239" y="4718"/>
                    <a:pt x="3274" y="4632"/>
                    <a:pt x="3342" y="4581"/>
                  </a:cubicBezTo>
                  <a:cubicBezTo>
                    <a:pt x="3411" y="4521"/>
                    <a:pt x="3454" y="4512"/>
                    <a:pt x="3523" y="4461"/>
                  </a:cubicBezTo>
                  <a:cubicBezTo>
                    <a:pt x="3548" y="4435"/>
                    <a:pt x="3557" y="4435"/>
                    <a:pt x="3574" y="4401"/>
                  </a:cubicBezTo>
                  <a:cubicBezTo>
                    <a:pt x="3591" y="4366"/>
                    <a:pt x="3617" y="4332"/>
                    <a:pt x="3634" y="4297"/>
                  </a:cubicBezTo>
                  <a:cubicBezTo>
                    <a:pt x="3652" y="4254"/>
                    <a:pt x="3703" y="4254"/>
                    <a:pt x="3703" y="4212"/>
                  </a:cubicBezTo>
                  <a:cubicBezTo>
                    <a:pt x="3712" y="4169"/>
                    <a:pt x="3729" y="4143"/>
                    <a:pt x="3746" y="4100"/>
                  </a:cubicBezTo>
                  <a:cubicBezTo>
                    <a:pt x="3763" y="4040"/>
                    <a:pt x="3780" y="3971"/>
                    <a:pt x="3798" y="3902"/>
                  </a:cubicBezTo>
                  <a:cubicBezTo>
                    <a:pt x="3815" y="3868"/>
                    <a:pt x="3849" y="3816"/>
                    <a:pt x="3875" y="3773"/>
                  </a:cubicBezTo>
                  <a:cubicBezTo>
                    <a:pt x="3926" y="3687"/>
                    <a:pt x="3969" y="3593"/>
                    <a:pt x="4012" y="3507"/>
                  </a:cubicBezTo>
                  <a:cubicBezTo>
                    <a:pt x="4090" y="3344"/>
                    <a:pt x="4253" y="3146"/>
                    <a:pt x="4219" y="2957"/>
                  </a:cubicBezTo>
                  <a:cubicBezTo>
                    <a:pt x="4201" y="2837"/>
                    <a:pt x="4193" y="2691"/>
                    <a:pt x="4141" y="2579"/>
                  </a:cubicBezTo>
                  <a:cubicBezTo>
                    <a:pt x="4124" y="2545"/>
                    <a:pt x="4090" y="2493"/>
                    <a:pt x="4090" y="2459"/>
                  </a:cubicBezTo>
                  <a:cubicBezTo>
                    <a:pt x="4081" y="2373"/>
                    <a:pt x="4115" y="2261"/>
                    <a:pt x="4124" y="2184"/>
                  </a:cubicBezTo>
                  <a:cubicBezTo>
                    <a:pt x="4141" y="2081"/>
                    <a:pt x="4133" y="2012"/>
                    <a:pt x="4107" y="1909"/>
                  </a:cubicBezTo>
                  <a:cubicBezTo>
                    <a:pt x="4090" y="1832"/>
                    <a:pt x="4098" y="1754"/>
                    <a:pt x="4081" y="1668"/>
                  </a:cubicBezTo>
                  <a:cubicBezTo>
                    <a:pt x="4064" y="1531"/>
                    <a:pt x="4030" y="1368"/>
                    <a:pt x="3944" y="1256"/>
                  </a:cubicBezTo>
                  <a:cubicBezTo>
                    <a:pt x="3909" y="1213"/>
                    <a:pt x="3866" y="1205"/>
                    <a:pt x="3823" y="1170"/>
                  </a:cubicBezTo>
                  <a:cubicBezTo>
                    <a:pt x="3798" y="1153"/>
                    <a:pt x="3763" y="1101"/>
                    <a:pt x="3746" y="1067"/>
                  </a:cubicBezTo>
                  <a:cubicBezTo>
                    <a:pt x="3712" y="1016"/>
                    <a:pt x="3694" y="955"/>
                    <a:pt x="3694" y="895"/>
                  </a:cubicBezTo>
                  <a:cubicBezTo>
                    <a:pt x="3703" y="844"/>
                    <a:pt x="3712" y="775"/>
                    <a:pt x="3686" y="732"/>
                  </a:cubicBezTo>
                  <a:cubicBezTo>
                    <a:pt x="3652" y="680"/>
                    <a:pt x="3617" y="655"/>
                    <a:pt x="3591" y="603"/>
                  </a:cubicBezTo>
                  <a:cubicBezTo>
                    <a:pt x="3557" y="534"/>
                    <a:pt x="3531" y="509"/>
                    <a:pt x="3480" y="466"/>
                  </a:cubicBezTo>
                  <a:cubicBezTo>
                    <a:pt x="3385" y="397"/>
                    <a:pt x="3291" y="337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612" y="36"/>
                    <a:pt x="2578" y="36"/>
                    <a:pt x="2535" y="36"/>
                  </a:cubicBezTo>
                  <a:lnTo>
                    <a:pt x="2475" y="36"/>
                  </a:ln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22" name="Google Shape;13622;p45"/>
            <p:cNvSpPr/>
            <p:nvPr/>
          </p:nvSpPr>
          <p:spPr>
            <a:xfrm>
              <a:off x="5707400" y="1280200"/>
              <a:ext cx="1525" cy="450"/>
            </a:xfrm>
            <a:custGeom>
              <a:avLst/>
              <a:gdLst/>
              <a:ahLst/>
              <a:cxnLst/>
              <a:rect l="l" t="t" r="r" b="b"/>
              <a:pathLst>
                <a:path w="61" h="18" extrusionOk="0">
                  <a:moveTo>
                    <a:pt x="0" y="1"/>
                  </a:moveTo>
                  <a:cubicBezTo>
                    <a:pt x="35" y="9"/>
                    <a:pt x="43" y="18"/>
                    <a:pt x="52" y="18"/>
                  </a:cubicBezTo>
                  <a:cubicBezTo>
                    <a:pt x="61" y="18"/>
                    <a:pt x="61" y="9"/>
                    <a:pt x="52" y="9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rgbClr val="E4C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23" name="Google Shape;13623;p45"/>
            <p:cNvSpPr/>
            <p:nvPr/>
          </p:nvSpPr>
          <p:spPr>
            <a:xfrm>
              <a:off x="5709550" y="1391900"/>
              <a:ext cx="21925" cy="5175"/>
            </a:xfrm>
            <a:custGeom>
              <a:avLst/>
              <a:gdLst/>
              <a:ahLst/>
              <a:cxnLst/>
              <a:rect l="l" t="t" r="r" b="b"/>
              <a:pathLst>
                <a:path w="877" h="207" extrusionOk="0">
                  <a:moveTo>
                    <a:pt x="26" y="206"/>
                  </a:moveTo>
                  <a:cubicBezTo>
                    <a:pt x="18" y="206"/>
                    <a:pt x="9" y="206"/>
                    <a:pt x="0" y="206"/>
                  </a:cubicBezTo>
                  <a:lnTo>
                    <a:pt x="0" y="206"/>
                  </a:lnTo>
                  <a:cubicBezTo>
                    <a:pt x="9" y="206"/>
                    <a:pt x="18" y="206"/>
                    <a:pt x="26" y="206"/>
                  </a:cubicBezTo>
                  <a:cubicBezTo>
                    <a:pt x="60" y="206"/>
                    <a:pt x="95" y="198"/>
                    <a:pt x="129" y="198"/>
                  </a:cubicBezTo>
                  <a:cubicBezTo>
                    <a:pt x="138" y="198"/>
                    <a:pt x="146" y="198"/>
                    <a:pt x="146" y="198"/>
                  </a:cubicBezTo>
                  <a:cubicBezTo>
                    <a:pt x="164" y="198"/>
                    <a:pt x="181" y="198"/>
                    <a:pt x="198" y="198"/>
                  </a:cubicBezTo>
                  <a:cubicBezTo>
                    <a:pt x="207" y="198"/>
                    <a:pt x="224" y="206"/>
                    <a:pt x="241" y="206"/>
                  </a:cubicBezTo>
                  <a:cubicBezTo>
                    <a:pt x="258" y="206"/>
                    <a:pt x="275" y="198"/>
                    <a:pt x="292" y="198"/>
                  </a:cubicBezTo>
                  <a:cubicBezTo>
                    <a:pt x="327" y="181"/>
                    <a:pt x="353" y="163"/>
                    <a:pt x="387" y="138"/>
                  </a:cubicBezTo>
                  <a:cubicBezTo>
                    <a:pt x="421" y="112"/>
                    <a:pt x="456" y="103"/>
                    <a:pt x="499" y="95"/>
                  </a:cubicBezTo>
                  <a:cubicBezTo>
                    <a:pt x="610" y="69"/>
                    <a:pt x="722" y="60"/>
                    <a:pt x="834" y="17"/>
                  </a:cubicBezTo>
                  <a:cubicBezTo>
                    <a:pt x="842" y="17"/>
                    <a:pt x="859" y="9"/>
                    <a:pt x="877" y="0"/>
                  </a:cubicBezTo>
                  <a:cubicBezTo>
                    <a:pt x="859" y="9"/>
                    <a:pt x="842" y="17"/>
                    <a:pt x="834" y="17"/>
                  </a:cubicBezTo>
                  <a:cubicBezTo>
                    <a:pt x="722" y="60"/>
                    <a:pt x="610" y="69"/>
                    <a:pt x="499" y="95"/>
                  </a:cubicBezTo>
                  <a:cubicBezTo>
                    <a:pt x="456" y="103"/>
                    <a:pt x="421" y="112"/>
                    <a:pt x="387" y="138"/>
                  </a:cubicBezTo>
                  <a:cubicBezTo>
                    <a:pt x="353" y="163"/>
                    <a:pt x="327" y="181"/>
                    <a:pt x="292" y="198"/>
                  </a:cubicBezTo>
                  <a:cubicBezTo>
                    <a:pt x="275" y="198"/>
                    <a:pt x="258" y="206"/>
                    <a:pt x="241" y="206"/>
                  </a:cubicBezTo>
                  <a:cubicBezTo>
                    <a:pt x="224" y="206"/>
                    <a:pt x="207" y="198"/>
                    <a:pt x="198" y="198"/>
                  </a:cubicBezTo>
                  <a:cubicBezTo>
                    <a:pt x="181" y="198"/>
                    <a:pt x="164" y="198"/>
                    <a:pt x="146" y="198"/>
                  </a:cubicBezTo>
                  <a:cubicBezTo>
                    <a:pt x="146" y="198"/>
                    <a:pt x="138" y="198"/>
                    <a:pt x="129" y="198"/>
                  </a:cubicBezTo>
                  <a:cubicBezTo>
                    <a:pt x="95" y="198"/>
                    <a:pt x="60" y="206"/>
                    <a:pt x="26" y="206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24" name="Google Shape;13624;p45"/>
            <p:cNvSpPr/>
            <p:nvPr/>
          </p:nvSpPr>
          <p:spPr>
            <a:xfrm>
              <a:off x="5741975" y="1376200"/>
              <a:ext cx="9475" cy="9700"/>
            </a:xfrm>
            <a:custGeom>
              <a:avLst/>
              <a:gdLst/>
              <a:ahLst/>
              <a:cxnLst/>
              <a:rect l="l" t="t" r="r" b="b"/>
              <a:pathLst>
                <a:path w="379" h="388" extrusionOk="0">
                  <a:moveTo>
                    <a:pt x="1" y="388"/>
                  </a:moveTo>
                  <a:cubicBezTo>
                    <a:pt x="1" y="379"/>
                    <a:pt x="1" y="379"/>
                    <a:pt x="9" y="379"/>
                  </a:cubicBezTo>
                  <a:cubicBezTo>
                    <a:pt x="78" y="319"/>
                    <a:pt x="121" y="310"/>
                    <a:pt x="190" y="259"/>
                  </a:cubicBezTo>
                  <a:cubicBezTo>
                    <a:pt x="215" y="233"/>
                    <a:pt x="224" y="233"/>
                    <a:pt x="241" y="199"/>
                  </a:cubicBezTo>
                  <a:cubicBezTo>
                    <a:pt x="258" y="164"/>
                    <a:pt x="284" y="130"/>
                    <a:pt x="301" y="95"/>
                  </a:cubicBezTo>
                  <a:cubicBezTo>
                    <a:pt x="319" y="52"/>
                    <a:pt x="370" y="52"/>
                    <a:pt x="370" y="10"/>
                  </a:cubicBezTo>
                  <a:cubicBezTo>
                    <a:pt x="379" y="10"/>
                    <a:pt x="379" y="1"/>
                    <a:pt x="379" y="1"/>
                  </a:cubicBezTo>
                  <a:cubicBezTo>
                    <a:pt x="379" y="1"/>
                    <a:pt x="379" y="10"/>
                    <a:pt x="370" y="10"/>
                  </a:cubicBezTo>
                  <a:cubicBezTo>
                    <a:pt x="370" y="52"/>
                    <a:pt x="319" y="52"/>
                    <a:pt x="301" y="95"/>
                  </a:cubicBezTo>
                  <a:cubicBezTo>
                    <a:pt x="284" y="130"/>
                    <a:pt x="258" y="164"/>
                    <a:pt x="241" y="199"/>
                  </a:cubicBezTo>
                  <a:cubicBezTo>
                    <a:pt x="224" y="233"/>
                    <a:pt x="215" y="233"/>
                    <a:pt x="190" y="259"/>
                  </a:cubicBezTo>
                  <a:cubicBezTo>
                    <a:pt x="121" y="310"/>
                    <a:pt x="78" y="319"/>
                    <a:pt x="9" y="379"/>
                  </a:cubicBezTo>
                  <a:cubicBezTo>
                    <a:pt x="1" y="379"/>
                    <a:pt x="1" y="379"/>
                    <a:pt x="1" y="388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25" name="Google Shape;13625;p45"/>
            <p:cNvSpPr/>
            <p:nvPr/>
          </p:nvSpPr>
          <p:spPr>
            <a:xfrm>
              <a:off x="5748425" y="1286225"/>
              <a:ext cx="15475" cy="57575"/>
            </a:xfrm>
            <a:custGeom>
              <a:avLst/>
              <a:gdLst/>
              <a:ahLst/>
              <a:cxnLst/>
              <a:rect l="l" t="t" r="r" b="b"/>
              <a:pathLst>
                <a:path w="619" h="2303" extrusionOk="0">
                  <a:moveTo>
                    <a:pt x="619" y="2303"/>
                  </a:moveTo>
                  <a:cubicBezTo>
                    <a:pt x="610" y="2200"/>
                    <a:pt x="593" y="2071"/>
                    <a:pt x="550" y="1976"/>
                  </a:cubicBezTo>
                  <a:cubicBezTo>
                    <a:pt x="533" y="1942"/>
                    <a:pt x="507" y="1907"/>
                    <a:pt x="499" y="1873"/>
                  </a:cubicBezTo>
                  <a:cubicBezTo>
                    <a:pt x="507" y="1907"/>
                    <a:pt x="533" y="1942"/>
                    <a:pt x="550" y="1976"/>
                  </a:cubicBezTo>
                  <a:cubicBezTo>
                    <a:pt x="593" y="2071"/>
                    <a:pt x="610" y="2200"/>
                    <a:pt x="619" y="2303"/>
                  </a:cubicBezTo>
                  <a:close/>
                  <a:moveTo>
                    <a:pt x="95" y="129"/>
                  </a:moveTo>
                  <a:cubicBezTo>
                    <a:pt x="61" y="77"/>
                    <a:pt x="26" y="52"/>
                    <a:pt x="0" y="0"/>
                  </a:cubicBezTo>
                  <a:cubicBezTo>
                    <a:pt x="26" y="52"/>
                    <a:pt x="61" y="77"/>
                    <a:pt x="95" y="12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26" name="Google Shape;13626;p45"/>
            <p:cNvSpPr/>
            <p:nvPr/>
          </p:nvSpPr>
          <p:spPr>
            <a:xfrm>
              <a:off x="5718575" y="1271825"/>
              <a:ext cx="1950" cy="250"/>
            </a:xfrm>
            <a:custGeom>
              <a:avLst/>
              <a:gdLst/>
              <a:ahLst/>
              <a:cxnLst/>
              <a:rect l="l" t="t" r="r" b="b"/>
              <a:pathLst>
                <a:path w="78" h="10" extrusionOk="0">
                  <a:moveTo>
                    <a:pt x="78" y="9"/>
                  </a:moveTo>
                  <a:cubicBezTo>
                    <a:pt x="52" y="9"/>
                    <a:pt x="26" y="1"/>
                    <a:pt x="0" y="1"/>
                  </a:cubicBezTo>
                  <a:cubicBezTo>
                    <a:pt x="26" y="1"/>
                    <a:pt x="52" y="9"/>
                    <a:pt x="78" y="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27" name="Google Shape;13627;p45"/>
            <p:cNvSpPr/>
            <p:nvPr/>
          </p:nvSpPr>
          <p:spPr>
            <a:xfrm>
              <a:off x="5716850" y="1271400"/>
              <a:ext cx="1750" cy="450"/>
            </a:xfrm>
            <a:custGeom>
              <a:avLst/>
              <a:gdLst/>
              <a:ahLst/>
              <a:cxnLst/>
              <a:rect l="l" t="t" r="r" b="b"/>
              <a:pathLst>
                <a:path w="70" h="18" extrusionOk="0">
                  <a:moveTo>
                    <a:pt x="69" y="18"/>
                  </a:moveTo>
                  <a:lnTo>
                    <a:pt x="26" y="1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18"/>
                  </a:lnTo>
                  <a:lnTo>
                    <a:pt x="69" y="18"/>
                  </a:ln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28" name="Google Shape;13628;p45"/>
            <p:cNvSpPr/>
            <p:nvPr/>
          </p:nvSpPr>
          <p:spPr>
            <a:xfrm>
              <a:off x="5660350" y="1271175"/>
              <a:ext cx="104000" cy="125900"/>
            </a:xfrm>
            <a:custGeom>
              <a:avLst/>
              <a:gdLst/>
              <a:ahLst/>
              <a:cxnLst/>
              <a:rect l="l" t="t" r="r" b="b"/>
              <a:pathLst>
                <a:path w="4160" h="5036" extrusionOk="0">
                  <a:moveTo>
                    <a:pt x="2235" y="1"/>
                  </a:moveTo>
                  <a:cubicBezTo>
                    <a:pt x="2192" y="1"/>
                    <a:pt x="2123" y="52"/>
                    <a:pt x="2080" y="69"/>
                  </a:cubicBezTo>
                  <a:cubicBezTo>
                    <a:pt x="2028" y="87"/>
                    <a:pt x="1986" y="95"/>
                    <a:pt x="1943" y="95"/>
                  </a:cubicBezTo>
                  <a:cubicBezTo>
                    <a:pt x="1925" y="95"/>
                    <a:pt x="1908" y="95"/>
                    <a:pt x="1891" y="87"/>
                  </a:cubicBezTo>
                  <a:lnTo>
                    <a:pt x="1865" y="87"/>
                  </a:lnTo>
                  <a:cubicBezTo>
                    <a:pt x="1771" y="87"/>
                    <a:pt x="1685" y="130"/>
                    <a:pt x="1599" y="164"/>
                  </a:cubicBezTo>
                  <a:lnTo>
                    <a:pt x="1590" y="164"/>
                  </a:lnTo>
                  <a:cubicBezTo>
                    <a:pt x="1625" y="198"/>
                    <a:pt x="1659" y="224"/>
                    <a:pt x="1693" y="241"/>
                  </a:cubicBezTo>
                  <a:cubicBezTo>
                    <a:pt x="1719" y="241"/>
                    <a:pt x="1736" y="241"/>
                    <a:pt x="1754" y="258"/>
                  </a:cubicBezTo>
                  <a:cubicBezTo>
                    <a:pt x="1771" y="267"/>
                    <a:pt x="1779" y="293"/>
                    <a:pt x="1797" y="301"/>
                  </a:cubicBezTo>
                  <a:cubicBezTo>
                    <a:pt x="1831" y="327"/>
                    <a:pt x="1874" y="353"/>
                    <a:pt x="1908" y="362"/>
                  </a:cubicBezTo>
                  <a:cubicBezTo>
                    <a:pt x="1934" y="362"/>
                    <a:pt x="1951" y="353"/>
                    <a:pt x="1977" y="353"/>
                  </a:cubicBezTo>
                  <a:cubicBezTo>
                    <a:pt x="1994" y="353"/>
                    <a:pt x="2011" y="353"/>
                    <a:pt x="2028" y="362"/>
                  </a:cubicBezTo>
                  <a:cubicBezTo>
                    <a:pt x="2063" y="379"/>
                    <a:pt x="2089" y="405"/>
                    <a:pt x="2123" y="413"/>
                  </a:cubicBezTo>
                  <a:cubicBezTo>
                    <a:pt x="2157" y="430"/>
                    <a:pt x="2183" y="430"/>
                    <a:pt x="2209" y="447"/>
                  </a:cubicBezTo>
                  <a:cubicBezTo>
                    <a:pt x="2278" y="499"/>
                    <a:pt x="2338" y="559"/>
                    <a:pt x="2398" y="619"/>
                  </a:cubicBezTo>
                  <a:cubicBezTo>
                    <a:pt x="2458" y="671"/>
                    <a:pt x="2518" y="740"/>
                    <a:pt x="2587" y="783"/>
                  </a:cubicBezTo>
                  <a:cubicBezTo>
                    <a:pt x="2647" y="817"/>
                    <a:pt x="2707" y="843"/>
                    <a:pt x="2776" y="877"/>
                  </a:cubicBezTo>
                  <a:cubicBezTo>
                    <a:pt x="2827" y="903"/>
                    <a:pt x="2888" y="937"/>
                    <a:pt x="2939" y="980"/>
                  </a:cubicBezTo>
                  <a:cubicBezTo>
                    <a:pt x="2982" y="1006"/>
                    <a:pt x="3017" y="1040"/>
                    <a:pt x="3059" y="1075"/>
                  </a:cubicBezTo>
                  <a:cubicBezTo>
                    <a:pt x="3094" y="1109"/>
                    <a:pt x="3137" y="1135"/>
                    <a:pt x="3180" y="1161"/>
                  </a:cubicBezTo>
                  <a:cubicBezTo>
                    <a:pt x="3206" y="1186"/>
                    <a:pt x="3223" y="1229"/>
                    <a:pt x="3240" y="1264"/>
                  </a:cubicBezTo>
                  <a:cubicBezTo>
                    <a:pt x="3291" y="1367"/>
                    <a:pt x="3309" y="1470"/>
                    <a:pt x="3326" y="1582"/>
                  </a:cubicBezTo>
                  <a:cubicBezTo>
                    <a:pt x="3334" y="1633"/>
                    <a:pt x="3352" y="1676"/>
                    <a:pt x="3343" y="1728"/>
                  </a:cubicBezTo>
                  <a:cubicBezTo>
                    <a:pt x="3343" y="1745"/>
                    <a:pt x="3343" y="1762"/>
                    <a:pt x="3343" y="1779"/>
                  </a:cubicBezTo>
                  <a:cubicBezTo>
                    <a:pt x="3343" y="1822"/>
                    <a:pt x="3334" y="1831"/>
                    <a:pt x="3317" y="1865"/>
                  </a:cubicBezTo>
                  <a:cubicBezTo>
                    <a:pt x="3309" y="1908"/>
                    <a:pt x="3317" y="1960"/>
                    <a:pt x="3317" y="2003"/>
                  </a:cubicBezTo>
                  <a:cubicBezTo>
                    <a:pt x="3317" y="2020"/>
                    <a:pt x="3309" y="2045"/>
                    <a:pt x="3317" y="2071"/>
                  </a:cubicBezTo>
                  <a:cubicBezTo>
                    <a:pt x="3317" y="2097"/>
                    <a:pt x="3334" y="2123"/>
                    <a:pt x="3334" y="2149"/>
                  </a:cubicBezTo>
                  <a:cubicBezTo>
                    <a:pt x="3334" y="2166"/>
                    <a:pt x="3326" y="2183"/>
                    <a:pt x="3317" y="2200"/>
                  </a:cubicBezTo>
                  <a:cubicBezTo>
                    <a:pt x="3317" y="2226"/>
                    <a:pt x="3317" y="2243"/>
                    <a:pt x="3309" y="2269"/>
                  </a:cubicBezTo>
                  <a:cubicBezTo>
                    <a:pt x="3300" y="2286"/>
                    <a:pt x="3300" y="2295"/>
                    <a:pt x="3291" y="2303"/>
                  </a:cubicBezTo>
                  <a:cubicBezTo>
                    <a:pt x="3274" y="2338"/>
                    <a:pt x="3283" y="2381"/>
                    <a:pt x="3283" y="2415"/>
                  </a:cubicBezTo>
                  <a:cubicBezTo>
                    <a:pt x="3274" y="2441"/>
                    <a:pt x="3266" y="2458"/>
                    <a:pt x="3266" y="2484"/>
                  </a:cubicBezTo>
                  <a:cubicBezTo>
                    <a:pt x="3266" y="2518"/>
                    <a:pt x="3240" y="2561"/>
                    <a:pt x="3248" y="2604"/>
                  </a:cubicBezTo>
                  <a:cubicBezTo>
                    <a:pt x="3248" y="2655"/>
                    <a:pt x="3300" y="2716"/>
                    <a:pt x="3317" y="2767"/>
                  </a:cubicBezTo>
                  <a:cubicBezTo>
                    <a:pt x="3334" y="2802"/>
                    <a:pt x="3334" y="2819"/>
                    <a:pt x="3334" y="2853"/>
                  </a:cubicBezTo>
                  <a:cubicBezTo>
                    <a:pt x="3326" y="2887"/>
                    <a:pt x="3317" y="2905"/>
                    <a:pt x="3309" y="2939"/>
                  </a:cubicBezTo>
                  <a:cubicBezTo>
                    <a:pt x="3291" y="2991"/>
                    <a:pt x="3291" y="3051"/>
                    <a:pt x="3274" y="3102"/>
                  </a:cubicBezTo>
                  <a:cubicBezTo>
                    <a:pt x="3248" y="3154"/>
                    <a:pt x="3214" y="3197"/>
                    <a:pt x="3206" y="3248"/>
                  </a:cubicBezTo>
                  <a:cubicBezTo>
                    <a:pt x="3188" y="3291"/>
                    <a:pt x="3171" y="3343"/>
                    <a:pt x="3163" y="3386"/>
                  </a:cubicBezTo>
                  <a:cubicBezTo>
                    <a:pt x="3145" y="3429"/>
                    <a:pt x="3128" y="3480"/>
                    <a:pt x="3111" y="3523"/>
                  </a:cubicBezTo>
                  <a:cubicBezTo>
                    <a:pt x="3102" y="3601"/>
                    <a:pt x="3085" y="3669"/>
                    <a:pt x="3042" y="3729"/>
                  </a:cubicBezTo>
                  <a:cubicBezTo>
                    <a:pt x="3017" y="3772"/>
                    <a:pt x="2982" y="3824"/>
                    <a:pt x="2974" y="3875"/>
                  </a:cubicBezTo>
                  <a:cubicBezTo>
                    <a:pt x="2965" y="3970"/>
                    <a:pt x="2939" y="4064"/>
                    <a:pt x="2870" y="4133"/>
                  </a:cubicBezTo>
                  <a:cubicBezTo>
                    <a:pt x="2827" y="4176"/>
                    <a:pt x="2776" y="4211"/>
                    <a:pt x="2733" y="4262"/>
                  </a:cubicBezTo>
                  <a:cubicBezTo>
                    <a:pt x="2707" y="4288"/>
                    <a:pt x="2699" y="4322"/>
                    <a:pt x="2681" y="4357"/>
                  </a:cubicBezTo>
                  <a:cubicBezTo>
                    <a:pt x="2664" y="4382"/>
                    <a:pt x="2647" y="4408"/>
                    <a:pt x="2638" y="4425"/>
                  </a:cubicBezTo>
                  <a:cubicBezTo>
                    <a:pt x="2630" y="4442"/>
                    <a:pt x="2613" y="4451"/>
                    <a:pt x="2604" y="4468"/>
                  </a:cubicBezTo>
                  <a:cubicBezTo>
                    <a:pt x="2596" y="4477"/>
                    <a:pt x="2587" y="4477"/>
                    <a:pt x="2587" y="4477"/>
                  </a:cubicBezTo>
                  <a:cubicBezTo>
                    <a:pt x="2570" y="4477"/>
                    <a:pt x="2561" y="4468"/>
                    <a:pt x="2553" y="4468"/>
                  </a:cubicBezTo>
                  <a:cubicBezTo>
                    <a:pt x="2544" y="4468"/>
                    <a:pt x="2527" y="4460"/>
                    <a:pt x="2518" y="4460"/>
                  </a:cubicBezTo>
                  <a:cubicBezTo>
                    <a:pt x="2510" y="4460"/>
                    <a:pt x="2510" y="4460"/>
                    <a:pt x="2501" y="4468"/>
                  </a:cubicBezTo>
                  <a:cubicBezTo>
                    <a:pt x="2492" y="4477"/>
                    <a:pt x="2492" y="4477"/>
                    <a:pt x="2484" y="4477"/>
                  </a:cubicBezTo>
                  <a:cubicBezTo>
                    <a:pt x="2492" y="4494"/>
                    <a:pt x="2501" y="4503"/>
                    <a:pt x="2501" y="4520"/>
                  </a:cubicBezTo>
                  <a:cubicBezTo>
                    <a:pt x="2492" y="4546"/>
                    <a:pt x="2441" y="4554"/>
                    <a:pt x="2407" y="4554"/>
                  </a:cubicBezTo>
                  <a:lnTo>
                    <a:pt x="2398" y="4554"/>
                  </a:lnTo>
                  <a:cubicBezTo>
                    <a:pt x="2346" y="4546"/>
                    <a:pt x="2303" y="4537"/>
                    <a:pt x="2252" y="4528"/>
                  </a:cubicBezTo>
                  <a:lnTo>
                    <a:pt x="2235" y="4528"/>
                  </a:lnTo>
                  <a:cubicBezTo>
                    <a:pt x="2200" y="4528"/>
                    <a:pt x="2183" y="4537"/>
                    <a:pt x="2157" y="4554"/>
                  </a:cubicBezTo>
                  <a:cubicBezTo>
                    <a:pt x="2132" y="4563"/>
                    <a:pt x="2106" y="4580"/>
                    <a:pt x="2089" y="4589"/>
                  </a:cubicBezTo>
                  <a:cubicBezTo>
                    <a:pt x="2054" y="4614"/>
                    <a:pt x="2011" y="4614"/>
                    <a:pt x="1968" y="4631"/>
                  </a:cubicBezTo>
                  <a:cubicBezTo>
                    <a:pt x="1951" y="4640"/>
                    <a:pt x="1934" y="4649"/>
                    <a:pt x="1925" y="4649"/>
                  </a:cubicBezTo>
                  <a:cubicBezTo>
                    <a:pt x="1908" y="4649"/>
                    <a:pt x="1891" y="4640"/>
                    <a:pt x="1865" y="4631"/>
                  </a:cubicBezTo>
                  <a:cubicBezTo>
                    <a:pt x="1822" y="4623"/>
                    <a:pt x="1771" y="4623"/>
                    <a:pt x="1736" y="4606"/>
                  </a:cubicBezTo>
                  <a:cubicBezTo>
                    <a:pt x="1702" y="4597"/>
                    <a:pt x="1685" y="4571"/>
                    <a:pt x="1650" y="4563"/>
                  </a:cubicBezTo>
                  <a:cubicBezTo>
                    <a:pt x="1608" y="4537"/>
                    <a:pt x="1556" y="4520"/>
                    <a:pt x="1504" y="4494"/>
                  </a:cubicBezTo>
                  <a:cubicBezTo>
                    <a:pt x="1496" y="4503"/>
                    <a:pt x="1487" y="4503"/>
                    <a:pt x="1479" y="4503"/>
                  </a:cubicBezTo>
                  <a:cubicBezTo>
                    <a:pt x="1479" y="4503"/>
                    <a:pt x="1470" y="4503"/>
                    <a:pt x="1461" y="4494"/>
                  </a:cubicBezTo>
                  <a:lnTo>
                    <a:pt x="1436" y="4494"/>
                  </a:lnTo>
                  <a:cubicBezTo>
                    <a:pt x="1419" y="4494"/>
                    <a:pt x="1401" y="4494"/>
                    <a:pt x="1384" y="4503"/>
                  </a:cubicBezTo>
                  <a:lnTo>
                    <a:pt x="1341" y="4503"/>
                  </a:lnTo>
                  <a:cubicBezTo>
                    <a:pt x="1315" y="4503"/>
                    <a:pt x="1298" y="4503"/>
                    <a:pt x="1281" y="4485"/>
                  </a:cubicBezTo>
                  <a:lnTo>
                    <a:pt x="1169" y="4485"/>
                  </a:lnTo>
                  <a:cubicBezTo>
                    <a:pt x="1144" y="4485"/>
                    <a:pt x="1126" y="4485"/>
                    <a:pt x="1109" y="4468"/>
                  </a:cubicBezTo>
                  <a:cubicBezTo>
                    <a:pt x="1066" y="4434"/>
                    <a:pt x="1040" y="4408"/>
                    <a:pt x="980" y="4391"/>
                  </a:cubicBezTo>
                  <a:cubicBezTo>
                    <a:pt x="937" y="4382"/>
                    <a:pt x="912" y="4348"/>
                    <a:pt x="877" y="4314"/>
                  </a:cubicBezTo>
                  <a:cubicBezTo>
                    <a:pt x="851" y="4296"/>
                    <a:pt x="766" y="4305"/>
                    <a:pt x="748" y="4279"/>
                  </a:cubicBezTo>
                  <a:cubicBezTo>
                    <a:pt x="731" y="4262"/>
                    <a:pt x="577" y="4159"/>
                    <a:pt x="568" y="4142"/>
                  </a:cubicBezTo>
                  <a:cubicBezTo>
                    <a:pt x="551" y="4116"/>
                    <a:pt x="542" y="4090"/>
                    <a:pt x="525" y="4056"/>
                  </a:cubicBezTo>
                  <a:cubicBezTo>
                    <a:pt x="482" y="4004"/>
                    <a:pt x="430" y="3961"/>
                    <a:pt x="396" y="3910"/>
                  </a:cubicBezTo>
                  <a:cubicBezTo>
                    <a:pt x="353" y="3858"/>
                    <a:pt x="319" y="3815"/>
                    <a:pt x="267" y="3781"/>
                  </a:cubicBezTo>
                  <a:cubicBezTo>
                    <a:pt x="207" y="3729"/>
                    <a:pt x="259" y="3618"/>
                    <a:pt x="207" y="3558"/>
                  </a:cubicBezTo>
                  <a:lnTo>
                    <a:pt x="181" y="3523"/>
                  </a:lnTo>
                  <a:cubicBezTo>
                    <a:pt x="156" y="3506"/>
                    <a:pt x="138" y="3506"/>
                    <a:pt x="113" y="3497"/>
                  </a:cubicBezTo>
                  <a:cubicBezTo>
                    <a:pt x="78" y="3480"/>
                    <a:pt x="78" y="3480"/>
                    <a:pt x="52" y="3454"/>
                  </a:cubicBezTo>
                  <a:cubicBezTo>
                    <a:pt x="35" y="3437"/>
                    <a:pt x="18" y="3420"/>
                    <a:pt x="1" y="3412"/>
                  </a:cubicBezTo>
                  <a:lnTo>
                    <a:pt x="1" y="3412"/>
                  </a:lnTo>
                  <a:cubicBezTo>
                    <a:pt x="10" y="3446"/>
                    <a:pt x="10" y="3472"/>
                    <a:pt x="18" y="3506"/>
                  </a:cubicBezTo>
                  <a:cubicBezTo>
                    <a:pt x="44" y="3618"/>
                    <a:pt x="95" y="3729"/>
                    <a:pt x="181" y="3798"/>
                  </a:cubicBezTo>
                  <a:cubicBezTo>
                    <a:pt x="216" y="3824"/>
                    <a:pt x="241" y="3850"/>
                    <a:pt x="267" y="3893"/>
                  </a:cubicBezTo>
                  <a:cubicBezTo>
                    <a:pt x="302" y="3961"/>
                    <a:pt x="319" y="3987"/>
                    <a:pt x="379" y="4039"/>
                  </a:cubicBezTo>
                  <a:lnTo>
                    <a:pt x="388" y="4039"/>
                  </a:lnTo>
                  <a:cubicBezTo>
                    <a:pt x="482" y="4107"/>
                    <a:pt x="499" y="4228"/>
                    <a:pt x="559" y="4314"/>
                  </a:cubicBezTo>
                  <a:cubicBezTo>
                    <a:pt x="585" y="4348"/>
                    <a:pt x="611" y="4391"/>
                    <a:pt x="645" y="4408"/>
                  </a:cubicBezTo>
                  <a:cubicBezTo>
                    <a:pt x="714" y="4434"/>
                    <a:pt x="783" y="4417"/>
                    <a:pt x="851" y="4460"/>
                  </a:cubicBezTo>
                  <a:cubicBezTo>
                    <a:pt x="894" y="4485"/>
                    <a:pt x="937" y="4520"/>
                    <a:pt x="980" y="4546"/>
                  </a:cubicBezTo>
                  <a:cubicBezTo>
                    <a:pt x="1032" y="4580"/>
                    <a:pt x="1101" y="4623"/>
                    <a:pt x="1144" y="4674"/>
                  </a:cubicBezTo>
                  <a:cubicBezTo>
                    <a:pt x="1152" y="4683"/>
                    <a:pt x="1161" y="4700"/>
                    <a:pt x="1161" y="4709"/>
                  </a:cubicBezTo>
                  <a:cubicBezTo>
                    <a:pt x="1221" y="4786"/>
                    <a:pt x="1272" y="4846"/>
                    <a:pt x="1376" y="4889"/>
                  </a:cubicBezTo>
                  <a:cubicBezTo>
                    <a:pt x="1479" y="4932"/>
                    <a:pt x="1573" y="4958"/>
                    <a:pt x="1676" y="4975"/>
                  </a:cubicBezTo>
                  <a:lnTo>
                    <a:pt x="1702" y="4975"/>
                  </a:lnTo>
                  <a:cubicBezTo>
                    <a:pt x="1745" y="4984"/>
                    <a:pt x="1788" y="4984"/>
                    <a:pt x="1831" y="4992"/>
                  </a:cubicBezTo>
                  <a:cubicBezTo>
                    <a:pt x="1865" y="5001"/>
                    <a:pt x="1900" y="5018"/>
                    <a:pt x="1934" y="5027"/>
                  </a:cubicBezTo>
                  <a:cubicBezTo>
                    <a:pt x="1943" y="5027"/>
                    <a:pt x="1951" y="5035"/>
                    <a:pt x="1968" y="5035"/>
                  </a:cubicBezTo>
                  <a:lnTo>
                    <a:pt x="1994" y="5035"/>
                  </a:lnTo>
                  <a:cubicBezTo>
                    <a:pt x="2028" y="5035"/>
                    <a:pt x="2063" y="5027"/>
                    <a:pt x="2097" y="5027"/>
                  </a:cubicBezTo>
                  <a:lnTo>
                    <a:pt x="2166" y="5027"/>
                  </a:lnTo>
                  <a:cubicBezTo>
                    <a:pt x="2175" y="5027"/>
                    <a:pt x="2192" y="5035"/>
                    <a:pt x="2209" y="5035"/>
                  </a:cubicBezTo>
                  <a:cubicBezTo>
                    <a:pt x="2226" y="5035"/>
                    <a:pt x="2243" y="5027"/>
                    <a:pt x="2260" y="5027"/>
                  </a:cubicBezTo>
                  <a:cubicBezTo>
                    <a:pt x="2295" y="5010"/>
                    <a:pt x="2321" y="4992"/>
                    <a:pt x="2355" y="4967"/>
                  </a:cubicBezTo>
                  <a:cubicBezTo>
                    <a:pt x="2389" y="4941"/>
                    <a:pt x="2424" y="4932"/>
                    <a:pt x="2467" y="4924"/>
                  </a:cubicBezTo>
                  <a:cubicBezTo>
                    <a:pt x="2578" y="4898"/>
                    <a:pt x="2690" y="4889"/>
                    <a:pt x="2802" y="4846"/>
                  </a:cubicBezTo>
                  <a:cubicBezTo>
                    <a:pt x="2810" y="4846"/>
                    <a:pt x="2827" y="4838"/>
                    <a:pt x="2845" y="4829"/>
                  </a:cubicBezTo>
                  <a:cubicBezTo>
                    <a:pt x="2922" y="4803"/>
                    <a:pt x="2999" y="4769"/>
                    <a:pt x="3085" y="4743"/>
                  </a:cubicBezTo>
                  <a:cubicBezTo>
                    <a:pt x="3171" y="4726"/>
                    <a:pt x="3206" y="4640"/>
                    <a:pt x="3266" y="4589"/>
                  </a:cubicBezTo>
                  <a:cubicBezTo>
                    <a:pt x="3266" y="4580"/>
                    <a:pt x="3266" y="4580"/>
                    <a:pt x="3274" y="4580"/>
                  </a:cubicBezTo>
                  <a:cubicBezTo>
                    <a:pt x="3343" y="4520"/>
                    <a:pt x="3386" y="4511"/>
                    <a:pt x="3455" y="4460"/>
                  </a:cubicBezTo>
                  <a:cubicBezTo>
                    <a:pt x="3480" y="4434"/>
                    <a:pt x="3489" y="4434"/>
                    <a:pt x="3506" y="4400"/>
                  </a:cubicBezTo>
                  <a:cubicBezTo>
                    <a:pt x="3523" y="4365"/>
                    <a:pt x="3549" y="4331"/>
                    <a:pt x="3566" y="4296"/>
                  </a:cubicBezTo>
                  <a:cubicBezTo>
                    <a:pt x="3584" y="4253"/>
                    <a:pt x="3635" y="4253"/>
                    <a:pt x="3635" y="4211"/>
                  </a:cubicBezTo>
                  <a:cubicBezTo>
                    <a:pt x="3644" y="4211"/>
                    <a:pt x="3644" y="4202"/>
                    <a:pt x="3644" y="4202"/>
                  </a:cubicBezTo>
                  <a:cubicBezTo>
                    <a:pt x="3644" y="4168"/>
                    <a:pt x="3661" y="4142"/>
                    <a:pt x="3678" y="4099"/>
                  </a:cubicBezTo>
                  <a:cubicBezTo>
                    <a:pt x="3695" y="4039"/>
                    <a:pt x="3712" y="3970"/>
                    <a:pt x="3730" y="3901"/>
                  </a:cubicBezTo>
                  <a:cubicBezTo>
                    <a:pt x="3747" y="3867"/>
                    <a:pt x="3781" y="3815"/>
                    <a:pt x="3807" y="3772"/>
                  </a:cubicBezTo>
                  <a:cubicBezTo>
                    <a:pt x="3858" y="3686"/>
                    <a:pt x="3901" y="3592"/>
                    <a:pt x="3944" y="3506"/>
                  </a:cubicBezTo>
                  <a:cubicBezTo>
                    <a:pt x="4013" y="3360"/>
                    <a:pt x="4159" y="3180"/>
                    <a:pt x="4159" y="3008"/>
                  </a:cubicBezTo>
                  <a:cubicBezTo>
                    <a:pt x="4159" y="2991"/>
                    <a:pt x="4151" y="2973"/>
                    <a:pt x="4151" y="2956"/>
                  </a:cubicBezTo>
                  <a:cubicBezTo>
                    <a:pt x="4151" y="2939"/>
                    <a:pt x="4151" y="2922"/>
                    <a:pt x="4142" y="2905"/>
                  </a:cubicBezTo>
                  <a:cubicBezTo>
                    <a:pt x="4133" y="2802"/>
                    <a:pt x="4116" y="2673"/>
                    <a:pt x="4073" y="2578"/>
                  </a:cubicBezTo>
                  <a:cubicBezTo>
                    <a:pt x="4056" y="2544"/>
                    <a:pt x="4030" y="2509"/>
                    <a:pt x="4022" y="2475"/>
                  </a:cubicBezTo>
                  <a:cubicBezTo>
                    <a:pt x="4022" y="2466"/>
                    <a:pt x="4022" y="2458"/>
                    <a:pt x="4022" y="2458"/>
                  </a:cubicBezTo>
                  <a:cubicBezTo>
                    <a:pt x="4022" y="2449"/>
                    <a:pt x="4022" y="2441"/>
                    <a:pt x="4022" y="2424"/>
                  </a:cubicBezTo>
                  <a:lnTo>
                    <a:pt x="4022" y="2415"/>
                  </a:lnTo>
                  <a:cubicBezTo>
                    <a:pt x="4022" y="2338"/>
                    <a:pt x="4047" y="2252"/>
                    <a:pt x="4056" y="2183"/>
                  </a:cubicBezTo>
                  <a:cubicBezTo>
                    <a:pt x="4073" y="2080"/>
                    <a:pt x="4065" y="2011"/>
                    <a:pt x="4039" y="1908"/>
                  </a:cubicBezTo>
                  <a:cubicBezTo>
                    <a:pt x="4022" y="1831"/>
                    <a:pt x="4030" y="1753"/>
                    <a:pt x="4013" y="1667"/>
                  </a:cubicBezTo>
                  <a:cubicBezTo>
                    <a:pt x="3996" y="1530"/>
                    <a:pt x="3962" y="1367"/>
                    <a:pt x="3876" y="1255"/>
                  </a:cubicBezTo>
                  <a:cubicBezTo>
                    <a:pt x="3841" y="1212"/>
                    <a:pt x="3798" y="1204"/>
                    <a:pt x="3755" y="1169"/>
                  </a:cubicBezTo>
                  <a:cubicBezTo>
                    <a:pt x="3730" y="1152"/>
                    <a:pt x="3695" y="1100"/>
                    <a:pt x="3678" y="1066"/>
                  </a:cubicBezTo>
                  <a:cubicBezTo>
                    <a:pt x="3644" y="1023"/>
                    <a:pt x="3626" y="963"/>
                    <a:pt x="3626" y="911"/>
                  </a:cubicBezTo>
                  <a:cubicBezTo>
                    <a:pt x="3626" y="903"/>
                    <a:pt x="3626" y="894"/>
                    <a:pt x="3626" y="894"/>
                  </a:cubicBezTo>
                  <a:cubicBezTo>
                    <a:pt x="3626" y="860"/>
                    <a:pt x="3635" y="834"/>
                    <a:pt x="3635" y="800"/>
                  </a:cubicBezTo>
                  <a:cubicBezTo>
                    <a:pt x="3635" y="774"/>
                    <a:pt x="3635" y="748"/>
                    <a:pt x="3618" y="731"/>
                  </a:cubicBezTo>
                  <a:cubicBezTo>
                    <a:pt x="3584" y="679"/>
                    <a:pt x="3549" y="654"/>
                    <a:pt x="3523" y="602"/>
                  </a:cubicBezTo>
                  <a:cubicBezTo>
                    <a:pt x="3489" y="533"/>
                    <a:pt x="3463" y="508"/>
                    <a:pt x="3412" y="465"/>
                  </a:cubicBezTo>
                  <a:cubicBezTo>
                    <a:pt x="3317" y="396"/>
                    <a:pt x="3223" y="336"/>
                    <a:pt x="3120" y="276"/>
                  </a:cubicBezTo>
                  <a:cubicBezTo>
                    <a:pt x="3077" y="250"/>
                    <a:pt x="3034" y="258"/>
                    <a:pt x="2974" y="241"/>
                  </a:cubicBezTo>
                  <a:cubicBezTo>
                    <a:pt x="2939" y="224"/>
                    <a:pt x="2870" y="181"/>
                    <a:pt x="2853" y="181"/>
                  </a:cubicBezTo>
                  <a:lnTo>
                    <a:pt x="2810" y="181"/>
                  </a:lnTo>
                  <a:cubicBezTo>
                    <a:pt x="2767" y="181"/>
                    <a:pt x="2733" y="164"/>
                    <a:pt x="2690" y="121"/>
                  </a:cubicBezTo>
                  <a:cubicBezTo>
                    <a:pt x="2656" y="87"/>
                    <a:pt x="2630" y="52"/>
                    <a:pt x="2578" y="44"/>
                  </a:cubicBezTo>
                  <a:cubicBezTo>
                    <a:pt x="2544" y="35"/>
                    <a:pt x="2510" y="35"/>
                    <a:pt x="2467" y="35"/>
                  </a:cubicBezTo>
                  <a:lnTo>
                    <a:pt x="2407" y="35"/>
                  </a:lnTo>
                  <a:cubicBezTo>
                    <a:pt x="2381" y="35"/>
                    <a:pt x="2355" y="27"/>
                    <a:pt x="2329" y="27"/>
                  </a:cubicBezTo>
                  <a:lnTo>
                    <a:pt x="2286" y="27"/>
                  </a:lnTo>
                  <a:lnTo>
                    <a:pt x="2260" y="9"/>
                  </a:lnTo>
                  <a:lnTo>
                    <a:pt x="2243" y="1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29" name="Google Shape;13629;p45"/>
            <p:cNvSpPr/>
            <p:nvPr/>
          </p:nvSpPr>
          <p:spPr>
            <a:xfrm>
              <a:off x="5707825" y="1323600"/>
              <a:ext cx="40625" cy="50275"/>
            </a:xfrm>
            <a:custGeom>
              <a:avLst/>
              <a:gdLst/>
              <a:ahLst/>
              <a:cxnLst/>
              <a:rect l="l" t="t" r="r" b="b"/>
              <a:pathLst>
                <a:path w="1625" h="2011" extrusionOk="0">
                  <a:moveTo>
                    <a:pt x="1186" y="0"/>
                  </a:moveTo>
                  <a:lnTo>
                    <a:pt x="1178" y="34"/>
                  </a:lnTo>
                  <a:lnTo>
                    <a:pt x="1186" y="43"/>
                  </a:lnTo>
                  <a:cubicBezTo>
                    <a:pt x="1195" y="60"/>
                    <a:pt x="1203" y="69"/>
                    <a:pt x="1212" y="77"/>
                  </a:cubicBezTo>
                  <a:cubicBezTo>
                    <a:pt x="1229" y="95"/>
                    <a:pt x="1246" y="112"/>
                    <a:pt x="1272" y="137"/>
                  </a:cubicBezTo>
                  <a:cubicBezTo>
                    <a:pt x="1281" y="146"/>
                    <a:pt x="1289" y="163"/>
                    <a:pt x="1307" y="163"/>
                  </a:cubicBezTo>
                  <a:cubicBezTo>
                    <a:pt x="1324" y="180"/>
                    <a:pt x="1341" y="180"/>
                    <a:pt x="1367" y="189"/>
                  </a:cubicBezTo>
                  <a:cubicBezTo>
                    <a:pt x="1384" y="198"/>
                    <a:pt x="1401" y="206"/>
                    <a:pt x="1418" y="223"/>
                  </a:cubicBezTo>
                  <a:cubicBezTo>
                    <a:pt x="1427" y="241"/>
                    <a:pt x="1435" y="258"/>
                    <a:pt x="1435" y="275"/>
                  </a:cubicBezTo>
                  <a:cubicBezTo>
                    <a:pt x="1435" y="301"/>
                    <a:pt x="1427" y="327"/>
                    <a:pt x="1427" y="352"/>
                  </a:cubicBezTo>
                  <a:cubicBezTo>
                    <a:pt x="1418" y="378"/>
                    <a:pt x="1418" y="395"/>
                    <a:pt x="1418" y="421"/>
                  </a:cubicBezTo>
                  <a:cubicBezTo>
                    <a:pt x="1410" y="473"/>
                    <a:pt x="1401" y="524"/>
                    <a:pt x="1384" y="567"/>
                  </a:cubicBezTo>
                  <a:cubicBezTo>
                    <a:pt x="1375" y="593"/>
                    <a:pt x="1367" y="610"/>
                    <a:pt x="1358" y="636"/>
                  </a:cubicBezTo>
                  <a:cubicBezTo>
                    <a:pt x="1349" y="653"/>
                    <a:pt x="1341" y="670"/>
                    <a:pt x="1332" y="687"/>
                  </a:cubicBezTo>
                  <a:cubicBezTo>
                    <a:pt x="1315" y="730"/>
                    <a:pt x="1289" y="773"/>
                    <a:pt x="1307" y="825"/>
                  </a:cubicBezTo>
                  <a:cubicBezTo>
                    <a:pt x="1315" y="859"/>
                    <a:pt x="1332" y="885"/>
                    <a:pt x="1332" y="928"/>
                  </a:cubicBezTo>
                  <a:lnTo>
                    <a:pt x="1332" y="954"/>
                  </a:lnTo>
                  <a:lnTo>
                    <a:pt x="1341" y="979"/>
                  </a:lnTo>
                  <a:lnTo>
                    <a:pt x="1332" y="1005"/>
                  </a:lnTo>
                  <a:cubicBezTo>
                    <a:pt x="1324" y="1031"/>
                    <a:pt x="1307" y="1048"/>
                    <a:pt x="1298" y="1074"/>
                  </a:cubicBezTo>
                  <a:cubicBezTo>
                    <a:pt x="1298" y="1091"/>
                    <a:pt x="1281" y="1108"/>
                    <a:pt x="1272" y="1117"/>
                  </a:cubicBezTo>
                  <a:lnTo>
                    <a:pt x="1255" y="1134"/>
                  </a:lnTo>
                  <a:lnTo>
                    <a:pt x="1238" y="1151"/>
                  </a:lnTo>
                  <a:cubicBezTo>
                    <a:pt x="1221" y="1186"/>
                    <a:pt x="1212" y="1220"/>
                    <a:pt x="1178" y="1246"/>
                  </a:cubicBezTo>
                  <a:cubicBezTo>
                    <a:pt x="1152" y="1263"/>
                    <a:pt x="1118" y="1263"/>
                    <a:pt x="1083" y="1272"/>
                  </a:cubicBezTo>
                  <a:cubicBezTo>
                    <a:pt x="1040" y="1280"/>
                    <a:pt x="989" y="1315"/>
                    <a:pt x="954" y="1340"/>
                  </a:cubicBezTo>
                  <a:cubicBezTo>
                    <a:pt x="920" y="1357"/>
                    <a:pt x="886" y="1383"/>
                    <a:pt x="868" y="1409"/>
                  </a:cubicBezTo>
                  <a:cubicBezTo>
                    <a:pt x="860" y="1435"/>
                    <a:pt x="860" y="1461"/>
                    <a:pt x="851" y="1486"/>
                  </a:cubicBezTo>
                  <a:cubicBezTo>
                    <a:pt x="843" y="1521"/>
                    <a:pt x="834" y="1555"/>
                    <a:pt x="808" y="1589"/>
                  </a:cubicBezTo>
                  <a:cubicBezTo>
                    <a:pt x="791" y="1615"/>
                    <a:pt x="757" y="1641"/>
                    <a:pt x="722" y="1658"/>
                  </a:cubicBezTo>
                  <a:cubicBezTo>
                    <a:pt x="705" y="1675"/>
                    <a:pt x="671" y="1693"/>
                    <a:pt x="654" y="1710"/>
                  </a:cubicBezTo>
                  <a:cubicBezTo>
                    <a:pt x="636" y="1727"/>
                    <a:pt x="628" y="1727"/>
                    <a:pt x="611" y="1744"/>
                  </a:cubicBezTo>
                  <a:cubicBezTo>
                    <a:pt x="585" y="1753"/>
                    <a:pt x="568" y="1770"/>
                    <a:pt x="542" y="1778"/>
                  </a:cubicBezTo>
                  <a:cubicBezTo>
                    <a:pt x="516" y="1796"/>
                    <a:pt x="482" y="1804"/>
                    <a:pt x="447" y="1813"/>
                  </a:cubicBezTo>
                  <a:cubicBezTo>
                    <a:pt x="422" y="1821"/>
                    <a:pt x="396" y="1830"/>
                    <a:pt x="361" y="1830"/>
                  </a:cubicBezTo>
                  <a:cubicBezTo>
                    <a:pt x="350" y="1830"/>
                    <a:pt x="335" y="1826"/>
                    <a:pt x="321" y="1826"/>
                  </a:cubicBezTo>
                  <a:cubicBezTo>
                    <a:pt x="314" y="1826"/>
                    <a:pt x="307" y="1827"/>
                    <a:pt x="301" y="1830"/>
                  </a:cubicBezTo>
                  <a:cubicBezTo>
                    <a:pt x="276" y="1830"/>
                    <a:pt x="258" y="1839"/>
                    <a:pt x="233" y="1847"/>
                  </a:cubicBezTo>
                  <a:cubicBezTo>
                    <a:pt x="207" y="1856"/>
                    <a:pt x="172" y="1856"/>
                    <a:pt x="147" y="1873"/>
                  </a:cubicBezTo>
                  <a:cubicBezTo>
                    <a:pt x="121" y="1890"/>
                    <a:pt x="95" y="1907"/>
                    <a:pt x="52" y="1916"/>
                  </a:cubicBezTo>
                  <a:lnTo>
                    <a:pt x="9" y="1933"/>
                  </a:lnTo>
                  <a:cubicBezTo>
                    <a:pt x="1" y="1950"/>
                    <a:pt x="9" y="1950"/>
                    <a:pt x="26" y="1967"/>
                  </a:cubicBezTo>
                  <a:cubicBezTo>
                    <a:pt x="44" y="1985"/>
                    <a:pt x="61" y="1993"/>
                    <a:pt x="87" y="2002"/>
                  </a:cubicBezTo>
                  <a:cubicBezTo>
                    <a:pt x="93" y="2005"/>
                    <a:pt x="100" y="2007"/>
                    <a:pt x="107" y="2007"/>
                  </a:cubicBezTo>
                  <a:cubicBezTo>
                    <a:pt x="134" y="2007"/>
                    <a:pt x="160" y="1983"/>
                    <a:pt x="181" y="1976"/>
                  </a:cubicBezTo>
                  <a:cubicBezTo>
                    <a:pt x="202" y="1965"/>
                    <a:pt x="230" y="1958"/>
                    <a:pt x="256" y="1958"/>
                  </a:cubicBezTo>
                  <a:cubicBezTo>
                    <a:pt x="273" y="1958"/>
                    <a:pt x="288" y="1961"/>
                    <a:pt x="301" y="1967"/>
                  </a:cubicBezTo>
                  <a:lnTo>
                    <a:pt x="327" y="1985"/>
                  </a:lnTo>
                  <a:lnTo>
                    <a:pt x="361" y="1985"/>
                  </a:lnTo>
                  <a:cubicBezTo>
                    <a:pt x="383" y="1989"/>
                    <a:pt x="404" y="1989"/>
                    <a:pt x="426" y="1989"/>
                  </a:cubicBezTo>
                  <a:cubicBezTo>
                    <a:pt x="447" y="1989"/>
                    <a:pt x="469" y="1989"/>
                    <a:pt x="490" y="1993"/>
                  </a:cubicBezTo>
                  <a:cubicBezTo>
                    <a:pt x="516" y="2002"/>
                    <a:pt x="542" y="2002"/>
                    <a:pt x="576" y="2002"/>
                  </a:cubicBezTo>
                  <a:cubicBezTo>
                    <a:pt x="585" y="2010"/>
                    <a:pt x="593" y="2010"/>
                    <a:pt x="611" y="2010"/>
                  </a:cubicBezTo>
                  <a:cubicBezTo>
                    <a:pt x="654" y="2010"/>
                    <a:pt x="671" y="2002"/>
                    <a:pt x="697" y="1993"/>
                  </a:cubicBezTo>
                  <a:cubicBezTo>
                    <a:pt x="722" y="1985"/>
                    <a:pt x="757" y="1985"/>
                    <a:pt x="774" y="1967"/>
                  </a:cubicBezTo>
                  <a:lnTo>
                    <a:pt x="791" y="1942"/>
                  </a:lnTo>
                  <a:cubicBezTo>
                    <a:pt x="800" y="1937"/>
                    <a:pt x="813" y="1937"/>
                    <a:pt x="825" y="1937"/>
                  </a:cubicBezTo>
                  <a:cubicBezTo>
                    <a:pt x="838" y="1937"/>
                    <a:pt x="851" y="1937"/>
                    <a:pt x="860" y="1933"/>
                  </a:cubicBezTo>
                  <a:cubicBezTo>
                    <a:pt x="886" y="1925"/>
                    <a:pt x="928" y="1925"/>
                    <a:pt x="954" y="1916"/>
                  </a:cubicBezTo>
                  <a:cubicBezTo>
                    <a:pt x="980" y="1907"/>
                    <a:pt x="997" y="1882"/>
                    <a:pt x="1023" y="1882"/>
                  </a:cubicBezTo>
                  <a:cubicBezTo>
                    <a:pt x="1040" y="1873"/>
                    <a:pt x="1049" y="1882"/>
                    <a:pt x="1066" y="1864"/>
                  </a:cubicBezTo>
                  <a:lnTo>
                    <a:pt x="1075" y="1856"/>
                  </a:lnTo>
                  <a:cubicBezTo>
                    <a:pt x="1092" y="1839"/>
                    <a:pt x="1109" y="1830"/>
                    <a:pt x="1126" y="1813"/>
                  </a:cubicBezTo>
                  <a:cubicBezTo>
                    <a:pt x="1160" y="1787"/>
                    <a:pt x="1169" y="1744"/>
                    <a:pt x="1203" y="1710"/>
                  </a:cubicBezTo>
                  <a:lnTo>
                    <a:pt x="1221" y="1701"/>
                  </a:lnTo>
                  <a:lnTo>
                    <a:pt x="1238" y="1675"/>
                  </a:lnTo>
                  <a:cubicBezTo>
                    <a:pt x="1255" y="1650"/>
                    <a:pt x="1281" y="1632"/>
                    <a:pt x="1298" y="1615"/>
                  </a:cubicBezTo>
                  <a:cubicBezTo>
                    <a:pt x="1332" y="1589"/>
                    <a:pt x="1367" y="1555"/>
                    <a:pt x="1410" y="1538"/>
                  </a:cubicBezTo>
                  <a:cubicBezTo>
                    <a:pt x="1427" y="1529"/>
                    <a:pt x="1444" y="1521"/>
                    <a:pt x="1470" y="1521"/>
                  </a:cubicBezTo>
                  <a:cubicBezTo>
                    <a:pt x="1487" y="1512"/>
                    <a:pt x="1496" y="1512"/>
                    <a:pt x="1521" y="1504"/>
                  </a:cubicBezTo>
                  <a:cubicBezTo>
                    <a:pt x="1547" y="1486"/>
                    <a:pt x="1547" y="1469"/>
                    <a:pt x="1564" y="1443"/>
                  </a:cubicBezTo>
                  <a:cubicBezTo>
                    <a:pt x="1581" y="1418"/>
                    <a:pt x="1590" y="1375"/>
                    <a:pt x="1590" y="1332"/>
                  </a:cubicBezTo>
                  <a:cubicBezTo>
                    <a:pt x="1581" y="1306"/>
                    <a:pt x="1573" y="1280"/>
                    <a:pt x="1573" y="1254"/>
                  </a:cubicBezTo>
                  <a:cubicBezTo>
                    <a:pt x="1573" y="1237"/>
                    <a:pt x="1573" y="1229"/>
                    <a:pt x="1581" y="1211"/>
                  </a:cubicBezTo>
                  <a:cubicBezTo>
                    <a:pt x="1590" y="1177"/>
                    <a:pt x="1599" y="1151"/>
                    <a:pt x="1616" y="1117"/>
                  </a:cubicBezTo>
                  <a:cubicBezTo>
                    <a:pt x="1624" y="1091"/>
                    <a:pt x="1624" y="1057"/>
                    <a:pt x="1624" y="1022"/>
                  </a:cubicBezTo>
                  <a:cubicBezTo>
                    <a:pt x="1624" y="997"/>
                    <a:pt x="1607" y="962"/>
                    <a:pt x="1607" y="928"/>
                  </a:cubicBezTo>
                  <a:cubicBezTo>
                    <a:pt x="1607" y="885"/>
                    <a:pt x="1624" y="833"/>
                    <a:pt x="1607" y="790"/>
                  </a:cubicBezTo>
                  <a:cubicBezTo>
                    <a:pt x="1599" y="765"/>
                    <a:pt x="1581" y="739"/>
                    <a:pt x="1573" y="705"/>
                  </a:cubicBezTo>
                  <a:cubicBezTo>
                    <a:pt x="1564" y="679"/>
                    <a:pt x="1573" y="662"/>
                    <a:pt x="1573" y="636"/>
                  </a:cubicBezTo>
                  <a:cubicBezTo>
                    <a:pt x="1581" y="619"/>
                    <a:pt x="1573" y="593"/>
                    <a:pt x="1581" y="576"/>
                  </a:cubicBezTo>
                  <a:cubicBezTo>
                    <a:pt x="1590" y="550"/>
                    <a:pt x="1590" y="541"/>
                    <a:pt x="1590" y="516"/>
                  </a:cubicBezTo>
                  <a:cubicBezTo>
                    <a:pt x="1599" y="498"/>
                    <a:pt x="1607" y="481"/>
                    <a:pt x="1607" y="455"/>
                  </a:cubicBezTo>
                  <a:cubicBezTo>
                    <a:pt x="1607" y="438"/>
                    <a:pt x="1607" y="412"/>
                    <a:pt x="1599" y="387"/>
                  </a:cubicBezTo>
                  <a:lnTo>
                    <a:pt x="1590" y="369"/>
                  </a:lnTo>
                  <a:lnTo>
                    <a:pt x="1573" y="352"/>
                  </a:lnTo>
                  <a:cubicBezTo>
                    <a:pt x="1564" y="335"/>
                    <a:pt x="1564" y="309"/>
                    <a:pt x="1556" y="284"/>
                  </a:cubicBezTo>
                  <a:cubicBezTo>
                    <a:pt x="1547" y="258"/>
                    <a:pt x="1538" y="232"/>
                    <a:pt x="1521" y="206"/>
                  </a:cubicBezTo>
                  <a:cubicBezTo>
                    <a:pt x="1504" y="189"/>
                    <a:pt x="1496" y="163"/>
                    <a:pt x="1478" y="146"/>
                  </a:cubicBezTo>
                  <a:lnTo>
                    <a:pt x="1444" y="120"/>
                  </a:lnTo>
                  <a:cubicBezTo>
                    <a:pt x="1427" y="112"/>
                    <a:pt x="1418" y="95"/>
                    <a:pt x="1401" y="86"/>
                  </a:cubicBezTo>
                  <a:cubicBezTo>
                    <a:pt x="1375" y="77"/>
                    <a:pt x="1349" y="69"/>
                    <a:pt x="1324" y="60"/>
                  </a:cubicBezTo>
                  <a:cubicBezTo>
                    <a:pt x="1307" y="52"/>
                    <a:pt x="1289" y="43"/>
                    <a:pt x="1272" y="43"/>
                  </a:cubicBezTo>
                  <a:lnTo>
                    <a:pt x="1229" y="43"/>
                  </a:lnTo>
                  <a:cubicBezTo>
                    <a:pt x="1212" y="34"/>
                    <a:pt x="1186" y="34"/>
                    <a:pt x="1186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30" name="Google Shape;13630;p45"/>
            <p:cNvSpPr/>
            <p:nvPr/>
          </p:nvSpPr>
          <p:spPr>
            <a:xfrm>
              <a:off x="5658650" y="1271150"/>
              <a:ext cx="83775" cy="97775"/>
            </a:xfrm>
            <a:custGeom>
              <a:avLst/>
              <a:gdLst/>
              <a:ahLst/>
              <a:cxnLst/>
              <a:rect l="l" t="t" r="r" b="b"/>
              <a:pathLst>
                <a:path w="3351" h="3911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03" y="3602"/>
                    <a:pt x="146" y="3687"/>
                    <a:pt x="215" y="3756"/>
                  </a:cubicBezTo>
                  <a:cubicBezTo>
                    <a:pt x="267" y="3799"/>
                    <a:pt x="318" y="3868"/>
                    <a:pt x="370" y="3911"/>
                  </a:cubicBezTo>
                  <a:cubicBezTo>
                    <a:pt x="361" y="3885"/>
                    <a:pt x="352" y="3833"/>
                    <a:pt x="361" y="3816"/>
                  </a:cubicBezTo>
                  <a:cubicBezTo>
                    <a:pt x="370" y="3773"/>
                    <a:pt x="335" y="3748"/>
                    <a:pt x="335" y="3713"/>
                  </a:cubicBezTo>
                  <a:cubicBezTo>
                    <a:pt x="344" y="3679"/>
                    <a:pt x="232" y="3533"/>
                    <a:pt x="224" y="3370"/>
                  </a:cubicBezTo>
                  <a:cubicBezTo>
                    <a:pt x="206" y="3198"/>
                    <a:pt x="292" y="3146"/>
                    <a:pt x="292" y="3052"/>
                  </a:cubicBezTo>
                  <a:cubicBezTo>
                    <a:pt x="284" y="2992"/>
                    <a:pt x="267" y="2914"/>
                    <a:pt x="249" y="2863"/>
                  </a:cubicBezTo>
                  <a:cubicBezTo>
                    <a:pt x="232" y="2811"/>
                    <a:pt x="232" y="2768"/>
                    <a:pt x="249" y="2734"/>
                  </a:cubicBezTo>
                  <a:cubicBezTo>
                    <a:pt x="267" y="2699"/>
                    <a:pt x="284" y="2665"/>
                    <a:pt x="309" y="2631"/>
                  </a:cubicBezTo>
                  <a:cubicBezTo>
                    <a:pt x="344" y="2588"/>
                    <a:pt x="352" y="2553"/>
                    <a:pt x="352" y="2502"/>
                  </a:cubicBezTo>
                  <a:cubicBezTo>
                    <a:pt x="352" y="2416"/>
                    <a:pt x="309" y="2347"/>
                    <a:pt x="309" y="2270"/>
                  </a:cubicBezTo>
                  <a:cubicBezTo>
                    <a:pt x="309" y="2210"/>
                    <a:pt x="318" y="2150"/>
                    <a:pt x="309" y="2089"/>
                  </a:cubicBezTo>
                  <a:cubicBezTo>
                    <a:pt x="301" y="2029"/>
                    <a:pt x="335" y="2004"/>
                    <a:pt x="344" y="1952"/>
                  </a:cubicBezTo>
                  <a:cubicBezTo>
                    <a:pt x="352" y="1900"/>
                    <a:pt x="344" y="1849"/>
                    <a:pt x="361" y="1797"/>
                  </a:cubicBezTo>
                  <a:cubicBezTo>
                    <a:pt x="387" y="1746"/>
                    <a:pt x="430" y="1746"/>
                    <a:pt x="464" y="1703"/>
                  </a:cubicBezTo>
                  <a:cubicBezTo>
                    <a:pt x="498" y="1651"/>
                    <a:pt x="507" y="1617"/>
                    <a:pt x="559" y="1600"/>
                  </a:cubicBezTo>
                  <a:cubicBezTo>
                    <a:pt x="575" y="1594"/>
                    <a:pt x="590" y="1592"/>
                    <a:pt x="605" y="1592"/>
                  </a:cubicBezTo>
                  <a:cubicBezTo>
                    <a:pt x="638" y="1592"/>
                    <a:pt x="672" y="1602"/>
                    <a:pt x="713" y="1608"/>
                  </a:cubicBezTo>
                  <a:cubicBezTo>
                    <a:pt x="748" y="1617"/>
                    <a:pt x="773" y="1626"/>
                    <a:pt x="808" y="1634"/>
                  </a:cubicBezTo>
                  <a:cubicBezTo>
                    <a:pt x="832" y="1646"/>
                    <a:pt x="841" y="1652"/>
                    <a:pt x="845" y="1652"/>
                  </a:cubicBezTo>
                  <a:cubicBezTo>
                    <a:pt x="851" y="1652"/>
                    <a:pt x="850" y="1644"/>
                    <a:pt x="859" y="1626"/>
                  </a:cubicBezTo>
                  <a:cubicBezTo>
                    <a:pt x="919" y="1514"/>
                    <a:pt x="877" y="1368"/>
                    <a:pt x="885" y="1247"/>
                  </a:cubicBezTo>
                  <a:cubicBezTo>
                    <a:pt x="885" y="1213"/>
                    <a:pt x="885" y="1179"/>
                    <a:pt x="885" y="1144"/>
                  </a:cubicBezTo>
                  <a:cubicBezTo>
                    <a:pt x="885" y="1119"/>
                    <a:pt x="877" y="1119"/>
                    <a:pt x="894" y="1093"/>
                  </a:cubicBezTo>
                  <a:cubicBezTo>
                    <a:pt x="937" y="1033"/>
                    <a:pt x="988" y="1016"/>
                    <a:pt x="1048" y="990"/>
                  </a:cubicBezTo>
                  <a:cubicBezTo>
                    <a:pt x="1117" y="964"/>
                    <a:pt x="1143" y="955"/>
                    <a:pt x="1177" y="878"/>
                  </a:cubicBezTo>
                  <a:cubicBezTo>
                    <a:pt x="1212" y="792"/>
                    <a:pt x="1289" y="758"/>
                    <a:pt x="1366" y="706"/>
                  </a:cubicBezTo>
                  <a:cubicBezTo>
                    <a:pt x="1418" y="680"/>
                    <a:pt x="1478" y="655"/>
                    <a:pt x="1529" y="637"/>
                  </a:cubicBezTo>
                  <a:cubicBezTo>
                    <a:pt x="1572" y="620"/>
                    <a:pt x="1598" y="612"/>
                    <a:pt x="1633" y="577"/>
                  </a:cubicBezTo>
                  <a:cubicBezTo>
                    <a:pt x="1650" y="560"/>
                    <a:pt x="1658" y="543"/>
                    <a:pt x="1676" y="526"/>
                  </a:cubicBezTo>
                  <a:cubicBezTo>
                    <a:pt x="1700" y="508"/>
                    <a:pt x="1734" y="502"/>
                    <a:pt x="1770" y="502"/>
                  </a:cubicBezTo>
                  <a:cubicBezTo>
                    <a:pt x="1823" y="502"/>
                    <a:pt x="1880" y="516"/>
                    <a:pt x="1916" y="526"/>
                  </a:cubicBezTo>
                  <a:cubicBezTo>
                    <a:pt x="1934" y="531"/>
                    <a:pt x="1950" y="534"/>
                    <a:pt x="1965" y="534"/>
                  </a:cubicBezTo>
                  <a:cubicBezTo>
                    <a:pt x="1998" y="534"/>
                    <a:pt x="2024" y="519"/>
                    <a:pt x="2054" y="483"/>
                  </a:cubicBezTo>
                  <a:cubicBezTo>
                    <a:pt x="2062" y="466"/>
                    <a:pt x="2079" y="448"/>
                    <a:pt x="2088" y="431"/>
                  </a:cubicBezTo>
                  <a:cubicBezTo>
                    <a:pt x="2114" y="397"/>
                    <a:pt x="2131" y="371"/>
                    <a:pt x="2157" y="345"/>
                  </a:cubicBezTo>
                  <a:cubicBezTo>
                    <a:pt x="2208" y="294"/>
                    <a:pt x="2243" y="268"/>
                    <a:pt x="2311" y="251"/>
                  </a:cubicBezTo>
                  <a:cubicBezTo>
                    <a:pt x="2381" y="225"/>
                    <a:pt x="2432" y="195"/>
                    <a:pt x="2493" y="195"/>
                  </a:cubicBezTo>
                  <a:cubicBezTo>
                    <a:pt x="2514" y="195"/>
                    <a:pt x="2536" y="199"/>
                    <a:pt x="2560" y="208"/>
                  </a:cubicBezTo>
                  <a:cubicBezTo>
                    <a:pt x="2664" y="242"/>
                    <a:pt x="2758" y="285"/>
                    <a:pt x="2861" y="320"/>
                  </a:cubicBezTo>
                  <a:cubicBezTo>
                    <a:pt x="2904" y="337"/>
                    <a:pt x="2938" y="363"/>
                    <a:pt x="2981" y="371"/>
                  </a:cubicBezTo>
                  <a:cubicBezTo>
                    <a:pt x="3033" y="388"/>
                    <a:pt x="3067" y="406"/>
                    <a:pt x="3110" y="423"/>
                  </a:cubicBezTo>
                  <a:cubicBezTo>
                    <a:pt x="3148" y="444"/>
                    <a:pt x="3190" y="466"/>
                    <a:pt x="3230" y="466"/>
                  </a:cubicBezTo>
                  <a:cubicBezTo>
                    <a:pt x="3254" y="466"/>
                    <a:pt x="3277" y="459"/>
                    <a:pt x="3299" y="440"/>
                  </a:cubicBezTo>
                  <a:cubicBezTo>
                    <a:pt x="3316" y="423"/>
                    <a:pt x="3342" y="406"/>
                    <a:pt x="3351" y="380"/>
                  </a:cubicBezTo>
                  <a:cubicBezTo>
                    <a:pt x="3299" y="345"/>
                    <a:pt x="3248" y="311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595" y="36"/>
                    <a:pt x="2535" y="36"/>
                    <a:pt x="2475" y="36"/>
                  </a:cubicBez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31" name="Google Shape;13631;p45"/>
            <p:cNvSpPr/>
            <p:nvPr/>
          </p:nvSpPr>
          <p:spPr>
            <a:xfrm>
              <a:off x="5700100" y="1318450"/>
              <a:ext cx="44900" cy="53800"/>
            </a:xfrm>
            <a:custGeom>
              <a:avLst/>
              <a:gdLst/>
              <a:ahLst/>
              <a:cxnLst/>
              <a:rect l="l" t="t" r="r" b="b"/>
              <a:pathLst>
                <a:path w="1796" h="2152" extrusionOk="0">
                  <a:moveTo>
                    <a:pt x="1227" y="0"/>
                  </a:moveTo>
                  <a:cubicBezTo>
                    <a:pt x="1191" y="0"/>
                    <a:pt x="1180" y="104"/>
                    <a:pt x="1195" y="112"/>
                  </a:cubicBezTo>
                  <a:lnTo>
                    <a:pt x="1220" y="146"/>
                  </a:lnTo>
                  <a:cubicBezTo>
                    <a:pt x="1237" y="172"/>
                    <a:pt x="1272" y="197"/>
                    <a:pt x="1298" y="223"/>
                  </a:cubicBezTo>
                  <a:cubicBezTo>
                    <a:pt x="1341" y="258"/>
                    <a:pt x="1366" y="301"/>
                    <a:pt x="1401" y="335"/>
                  </a:cubicBezTo>
                  <a:cubicBezTo>
                    <a:pt x="1427" y="361"/>
                    <a:pt x="1435" y="369"/>
                    <a:pt x="1444" y="404"/>
                  </a:cubicBezTo>
                  <a:cubicBezTo>
                    <a:pt x="1452" y="421"/>
                    <a:pt x="1461" y="447"/>
                    <a:pt x="1461" y="464"/>
                  </a:cubicBezTo>
                  <a:cubicBezTo>
                    <a:pt x="1461" y="481"/>
                    <a:pt x="1461" y="490"/>
                    <a:pt x="1461" y="507"/>
                  </a:cubicBezTo>
                  <a:cubicBezTo>
                    <a:pt x="1478" y="558"/>
                    <a:pt x="1495" y="618"/>
                    <a:pt x="1495" y="670"/>
                  </a:cubicBezTo>
                  <a:cubicBezTo>
                    <a:pt x="1504" y="756"/>
                    <a:pt x="1495" y="842"/>
                    <a:pt x="1495" y="919"/>
                  </a:cubicBezTo>
                  <a:cubicBezTo>
                    <a:pt x="1495" y="971"/>
                    <a:pt x="1478" y="1014"/>
                    <a:pt x="1461" y="1065"/>
                  </a:cubicBezTo>
                  <a:cubicBezTo>
                    <a:pt x="1452" y="1100"/>
                    <a:pt x="1435" y="1125"/>
                    <a:pt x="1409" y="1151"/>
                  </a:cubicBezTo>
                  <a:cubicBezTo>
                    <a:pt x="1375" y="1194"/>
                    <a:pt x="1384" y="1246"/>
                    <a:pt x="1349" y="1289"/>
                  </a:cubicBezTo>
                  <a:cubicBezTo>
                    <a:pt x="1315" y="1332"/>
                    <a:pt x="1255" y="1374"/>
                    <a:pt x="1203" y="1392"/>
                  </a:cubicBezTo>
                  <a:cubicBezTo>
                    <a:pt x="1186" y="1400"/>
                    <a:pt x="1160" y="1400"/>
                    <a:pt x="1152" y="1409"/>
                  </a:cubicBezTo>
                  <a:lnTo>
                    <a:pt x="1143" y="1452"/>
                  </a:lnTo>
                  <a:cubicBezTo>
                    <a:pt x="1134" y="1503"/>
                    <a:pt x="1091" y="1546"/>
                    <a:pt x="1057" y="1589"/>
                  </a:cubicBezTo>
                  <a:cubicBezTo>
                    <a:pt x="1040" y="1606"/>
                    <a:pt x="1031" y="1632"/>
                    <a:pt x="1014" y="1649"/>
                  </a:cubicBezTo>
                  <a:cubicBezTo>
                    <a:pt x="1006" y="1667"/>
                    <a:pt x="997" y="1701"/>
                    <a:pt x="980" y="1718"/>
                  </a:cubicBezTo>
                  <a:cubicBezTo>
                    <a:pt x="954" y="1744"/>
                    <a:pt x="920" y="1761"/>
                    <a:pt x="877" y="1761"/>
                  </a:cubicBezTo>
                  <a:cubicBezTo>
                    <a:pt x="842" y="1761"/>
                    <a:pt x="799" y="1770"/>
                    <a:pt x="782" y="1795"/>
                  </a:cubicBezTo>
                  <a:cubicBezTo>
                    <a:pt x="765" y="1813"/>
                    <a:pt x="765" y="1838"/>
                    <a:pt x="756" y="1864"/>
                  </a:cubicBezTo>
                  <a:cubicBezTo>
                    <a:pt x="748" y="1873"/>
                    <a:pt x="739" y="1890"/>
                    <a:pt x="731" y="1899"/>
                  </a:cubicBezTo>
                  <a:cubicBezTo>
                    <a:pt x="705" y="1924"/>
                    <a:pt x="705" y="1933"/>
                    <a:pt x="670" y="1941"/>
                  </a:cubicBezTo>
                  <a:cubicBezTo>
                    <a:pt x="628" y="1950"/>
                    <a:pt x="593" y="1950"/>
                    <a:pt x="559" y="1959"/>
                  </a:cubicBezTo>
                  <a:cubicBezTo>
                    <a:pt x="499" y="1976"/>
                    <a:pt x="447" y="1984"/>
                    <a:pt x="387" y="1993"/>
                  </a:cubicBezTo>
                  <a:cubicBezTo>
                    <a:pt x="344" y="1993"/>
                    <a:pt x="310" y="1993"/>
                    <a:pt x="267" y="2002"/>
                  </a:cubicBezTo>
                  <a:cubicBezTo>
                    <a:pt x="232" y="2010"/>
                    <a:pt x="207" y="2019"/>
                    <a:pt x="172" y="2019"/>
                  </a:cubicBezTo>
                  <a:cubicBezTo>
                    <a:pt x="146" y="2010"/>
                    <a:pt x="129" y="2002"/>
                    <a:pt x="103" y="1993"/>
                  </a:cubicBezTo>
                  <a:cubicBezTo>
                    <a:pt x="86" y="1993"/>
                    <a:pt x="69" y="1993"/>
                    <a:pt x="52" y="1984"/>
                  </a:cubicBezTo>
                  <a:cubicBezTo>
                    <a:pt x="9" y="1984"/>
                    <a:pt x="0" y="2019"/>
                    <a:pt x="9" y="2036"/>
                  </a:cubicBezTo>
                  <a:cubicBezTo>
                    <a:pt x="18" y="2045"/>
                    <a:pt x="43" y="2070"/>
                    <a:pt x="60" y="2070"/>
                  </a:cubicBezTo>
                  <a:cubicBezTo>
                    <a:pt x="69" y="2079"/>
                    <a:pt x="86" y="2079"/>
                    <a:pt x="103" y="2088"/>
                  </a:cubicBezTo>
                  <a:lnTo>
                    <a:pt x="112" y="2096"/>
                  </a:lnTo>
                  <a:lnTo>
                    <a:pt x="146" y="2105"/>
                  </a:lnTo>
                  <a:lnTo>
                    <a:pt x="189" y="2122"/>
                  </a:lnTo>
                  <a:cubicBezTo>
                    <a:pt x="207" y="2131"/>
                    <a:pt x="232" y="2131"/>
                    <a:pt x="249" y="2139"/>
                  </a:cubicBezTo>
                  <a:cubicBezTo>
                    <a:pt x="267" y="2139"/>
                    <a:pt x="284" y="2148"/>
                    <a:pt x="301" y="2148"/>
                  </a:cubicBezTo>
                  <a:cubicBezTo>
                    <a:pt x="313" y="2150"/>
                    <a:pt x="325" y="2151"/>
                    <a:pt x="337" y="2151"/>
                  </a:cubicBezTo>
                  <a:cubicBezTo>
                    <a:pt x="370" y="2151"/>
                    <a:pt x="405" y="2143"/>
                    <a:pt x="430" y="2131"/>
                  </a:cubicBezTo>
                  <a:cubicBezTo>
                    <a:pt x="447" y="2113"/>
                    <a:pt x="456" y="2105"/>
                    <a:pt x="481" y="2096"/>
                  </a:cubicBezTo>
                  <a:cubicBezTo>
                    <a:pt x="516" y="2088"/>
                    <a:pt x="559" y="2079"/>
                    <a:pt x="593" y="2079"/>
                  </a:cubicBezTo>
                  <a:cubicBezTo>
                    <a:pt x="701" y="2079"/>
                    <a:pt x="798" y="2126"/>
                    <a:pt x="897" y="2126"/>
                  </a:cubicBezTo>
                  <a:cubicBezTo>
                    <a:pt x="924" y="2126"/>
                    <a:pt x="952" y="2123"/>
                    <a:pt x="980" y="2113"/>
                  </a:cubicBezTo>
                  <a:cubicBezTo>
                    <a:pt x="1014" y="2105"/>
                    <a:pt x="1023" y="2088"/>
                    <a:pt x="1048" y="2070"/>
                  </a:cubicBezTo>
                  <a:cubicBezTo>
                    <a:pt x="1074" y="2053"/>
                    <a:pt x="1091" y="2027"/>
                    <a:pt x="1109" y="2010"/>
                  </a:cubicBezTo>
                  <a:cubicBezTo>
                    <a:pt x="1143" y="1950"/>
                    <a:pt x="1177" y="1890"/>
                    <a:pt x="1203" y="1821"/>
                  </a:cubicBezTo>
                  <a:cubicBezTo>
                    <a:pt x="1220" y="1770"/>
                    <a:pt x="1246" y="1710"/>
                    <a:pt x="1272" y="1658"/>
                  </a:cubicBezTo>
                  <a:cubicBezTo>
                    <a:pt x="1298" y="1624"/>
                    <a:pt x="1323" y="1598"/>
                    <a:pt x="1375" y="1581"/>
                  </a:cubicBezTo>
                  <a:cubicBezTo>
                    <a:pt x="1427" y="1563"/>
                    <a:pt x="1469" y="1546"/>
                    <a:pt x="1512" y="1529"/>
                  </a:cubicBezTo>
                  <a:cubicBezTo>
                    <a:pt x="1573" y="1495"/>
                    <a:pt x="1624" y="1486"/>
                    <a:pt x="1650" y="1435"/>
                  </a:cubicBezTo>
                  <a:cubicBezTo>
                    <a:pt x="1684" y="1383"/>
                    <a:pt x="1684" y="1332"/>
                    <a:pt x="1693" y="1280"/>
                  </a:cubicBezTo>
                  <a:cubicBezTo>
                    <a:pt x="1710" y="1211"/>
                    <a:pt x="1744" y="1160"/>
                    <a:pt x="1744" y="1091"/>
                  </a:cubicBezTo>
                  <a:cubicBezTo>
                    <a:pt x="1736" y="1057"/>
                    <a:pt x="1736" y="1022"/>
                    <a:pt x="1727" y="988"/>
                  </a:cubicBezTo>
                  <a:cubicBezTo>
                    <a:pt x="1727" y="945"/>
                    <a:pt x="1701" y="902"/>
                    <a:pt x="1710" y="850"/>
                  </a:cubicBezTo>
                  <a:cubicBezTo>
                    <a:pt x="1710" y="833"/>
                    <a:pt x="1710" y="807"/>
                    <a:pt x="1719" y="799"/>
                  </a:cubicBezTo>
                  <a:lnTo>
                    <a:pt x="1727" y="782"/>
                  </a:lnTo>
                  <a:cubicBezTo>
                    <a:pt x="1744" y="756"/>
                    <a:pt x="1753" y="730"/>
                    <a:pt x="1762" y="696"/>
                  </a:cubicBezTo>
                  <a:cubicBezTo>
                    <a:pt x="1762" y="661"/>
                    <a:pt x="1779" y="636"/>
                    <a:pt x="1787" y="601"/>
                  </a:cubicBezTo>
                  <a:cubicBezTo>
                    <a:pt x="1796" y="567"/>
                    <a:pt x="1787" y="524"/>
                    <a:pt x="1779" y="498"/>
                  </a:cubicBezTo>
                  <a:cubicBezTo>
                    <a:pt x="1770" y="464"/>
                    <a:pt x="1753" y="438"/>
                    <a:pt x="1727" y="412"/>
                  </a:cubicBezTo>
                  <a:cubicBezTo>
                    <a:pt x="1693" y="386"/>
                    <a:pt x="1658" y="369"/>
                    <a:pt x="1633" y="343"/>
                  </a:cubicBezTo>
                  <a:cubicBezTo>
                    <a:pt x="1607" y="318"/>
                    <a:pt x="1590" y="292"/>
                    <a:pt x="1564" y="275"/>
                  </a:cubicBezTo>
                  <a:cubicBezTo>
                    <a:pt x="1521" y="249"/>
                    <a:pt x="1504" y="206"/>
                    <a:pt x="1469" y="180"/>
                  </a:cubicBezTo>
                  <a:cubicBezTo>
                    <a:pt x="1427" y="154"/>
                    <a:pt x="1384" y="137"/>
                    <a:pt x="1349" y="112"/>
                  </a:cubicBezTo>
                  <a:cubicBezTo>
                    <a:pt x="1306" y="86"/>
                    <a:pt x="1280" y="43"/>
                    <a:pt x="1246" y="8"/>
                  </a:cubicBezTo>
                  <a:cubicBezTo>
                    <a:pt x="1239" y="3"/>
                    <a:pt x="1233" y="0"/>
                    <a:pt x="122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32" name="Google Shape;13632;p45"/>
            <p:cNvSpPr/>
            <p:nvPr/>
          </p:nvSpPr>
          <p:spPr>
            <a:xfrm>
              <a:off x="5687200" y="1294325"/>
              <a:ext cx="60175" cy="26700"/>
            </a:xfrm>
            <a:custGeom>
              <a:avLst/>
              <a:gdLst/>
              <a:ahLst/>
              <a:cxnLst/>
              <a:rect l="l" t="t" r="r" b="b"/>
              <a:pathLst>
                <a:path w="2407" h="1068" extrusionOk="0">
                  <a:moveTo>
                    <a:pt x="1155" y="1"/>
                  </a:moveTo>
                  <a:cubicBezTo>
                    <a:pt x="1125" y="1"/>
                    <a:pt x="1096" y="21"/>
                    <a:pt x="1066" y="28"/>
                  </a:cubicBezTo>
                  <a:cubicBezTo>
                    <a:pt x="1023" y="37"/>
                    <a:pt x="989" y="37"/>
                    <a:pt x="946" y="54"/>
                  </a:cubicBezTo>
                  <a:cubicBezTo>
                    <a:pt x="912" y="63"/>
                    <a:pt x="877" y="80"/>
                    <a:pt x="851" y="89"/>
                  </a:cubicBezTo>
                  <a:cubicBezTo>
                    <a:pt x="842" y="90"/>
                    <a:pt x="832" y="91"/>
                    <a:pt x="823" y="91"/>
                  </a:cubicBezTo>
                  <a:cubicBezTo>
                    <a:pt x="781" y="91"/>
                    <a:pt x="740" y="77"/>
                    <a:pt x="705" y="63"/>
                  </a:cubicBezTo>
                  <a:cubicBezTo>
                    <a:pt x="673" y="52"/>
                    <a:pt x="633" y="41"/>
                    <a:pt x="596" y="41"/>
                  </a:cubicBezTo>
                  <a:cubicBezTo>
                    <a:pt x="574" y="41"/>
                    <a:pt x="552" y="45"/>
                    <a:pt x="534" y="54"/>
                  </a:cubicBezTo>
                  <a:cubicBezTo>
                    <a:pt x="491" y="71"/>
                    <a:pt x="448" y="106"/>
                    <a:pt x="405" y="131"/>
                  </a:cubicBezTo>
                  <a:cubicBezTo>
                    <a:pt x="336" y="166"/>
                    <a:pt x="276" y="183"/>
                    <a:pt x="233" y="260"/>
                  </a:cubicBezTo>
                  <a:cubicBezTo>
                    <a:pt x="207" y="312"/>
                    <a:pt x="190" y="389"/>
                    <a:pt x="155" y="424"/>
                  </a:cubicBezTo>
                  <a:cubicBezTo>
                    <a:pt x="113" y="467"/>
                    <a:pt x="78" y="501"/>
                    <a:pt x="52" y="544"/>
                  </a:cubicBezTo>
                  <a:cubicBezTo>
                    <a:pt x="27" y="578"/>
                    <a:pt x="1" y="621"/>
                    <a:pt x="27" y="664"/>
                  </a:cubicBezTo>
                  <a:cubicBezTo>
                    <a:pt x="35" y="699"/>
                    <a:pt x="52" y="690"/>
                    <a:pt x="35" y="724"/>
                  </a:cubicBezTo>
                  <a:cubicBezTo>
                    <a:pt x="30" y="735"/>
                    <a:pt x="15" y="752"/>
                    <a:pt x="24" y="752"/>
                  </a:cubicBezTo>
                  <a:cubicBezTo>
                    <a:pt x="29" y="752"/>
                    <a:pt x="44" y="745"/>
                    <a:pt x="78" y="724"/>
                  </a:cubicBezTo>
                  <a:cubicBezTo>
                    <a:pt x="78" y="699"/>
                    <a:pt x="121" y="656"/>
                    <a:pt x="138" y="647"/>
                  </a:cubicBezTo>
                  <a:cubicBezTo>
                    <a:pt x="164" y="630"/>
                    <a:pt x="190" y="613"/>
                    <a:pt x="207" y="587"/>
                  </a:cubicBezTo>
                  <a:cubicBezTo>
                    <a:pt x="250" y="544"/>
                    <a:pt x="310" y="492"/>
                    <a:pt x="370" y="475"/>
                  </a:cubicBezTo>
                  <a:cubicBezTo>
                    <a:pt x="396" y="467"/>
                    <a:pt x="422" y="458"/>
                    <a:pt x="448" y="458"/>
                  </a:cubicBezTo>
                  <a:cubicBezTo>
                    <a:pt x="465" y="449"/>
                    <a:pt x="482" y="432"/>
                    <a:pt x="508" y="432"/>
                  </a:cubicBezTo>
                  <a:cubicBezTo>
                    <a:pt x="516" y="428"/>
                    <a:pt x="525" y="428"/>
                    <a:pt x="534" y="428"/>
                  </a:cubicBezTo>
                  <a:cubicBezTo>
                    <a:pt x="542" y="428"/>
                    <a:pt x="551" y="428"/>
                    <a:pt x="559" y="424"/>
                  </a:cubicBezTo>
                  <a:cubicBezTo>
                    <a:pt x="584" y="418"/>
                    <a:pt x="599" y="411"/>
                    <a:pt x="619" y="411"/>
                  </a:cubicBezTo>
                  <a:cubicBezTo>
                    <a:pt x="627" y="411"/>
                    <a:pt x="635" y="412"/>
                    <a:pt x="645" y="415"/>
                  </a:cubicBezTo>
                  <a:cubicBezTo>
                    <a:pt x="680" y="424"/>
                    <a:pt x="714" y="441"/>
                    <a:pt x="748" y="449"/>
                  </a:cubicBezTo>
                  <a:cubicBezTo>
                    <a:pt x="774" y="458"/>
                    <a:pt x="817" y="475"/>
                    <a:pt x="834" y="475"/>
                  </a:cubicBezTo>
                  <a:lnTo>
                    <a:pt x="877" y="458"/>
                  </a:lnTo>
                  <a:cubicBezTo>
                    <a:pt x="903" y="449"/>
                    <a:pt x="920" y="449"/>
                    <a:pt x="946" y="441"/>
                  </a:cubicBezTo>
                  <a:cubicBezTo>
                    <a:pt x="980" y="432"/>
                    <a:pt x="1015" y="415"/>
                    <a:pt x="1049" y="415"/>
                  </a:cubicBezTo>
                  <a:cubicBezTo>
                    <a:pt x="1092" y="415"/>
                    <a:pt x="1135" y="415"/>
                    <a:pt x="1178" y="424"/>
                  </a:cubicBezTo>
                  <a:lnTo>
                    <a:pt x="1307" y="424"/>
                  </a:lnTo>
                  <a:cubicBezTo>
                    <a:pt x="1350" y="432"/>
                    <a:pt x="1375" y="458"/>
                    <a:pt x="1418" y="475"/>
                  </a:cubicBezTo>
                  <a:cubicBezTo>
                    <a:pt x="1436" y="484"/>
                    <a:pt x="1453" y="492"/>
                    <a:pt x="1470" y="501"/>
                  </a:cubicBezTo>
                  <a:cubicBezTo>
                    <a:pt x="1487" y="509"/>
                    <a:pt x="1513" y="518"/>
                    <a:pt x="1530" y="518"/>
                  </a:cubicBezTo>
                  <a:cubicBezTo>
                    <a:pt x="1542" y="523"/>
                    <a:pt x="1555" y="524"/>
                    <a:pt x="1569" y="524"/>
                  </a:cubicBezTo>
                  <a:cubicBezTo>
                    <a:pt x="1591" y="524"/>
                    <a:pt x="1615" y="520"/>
                    <a:pt x="1637" y="520"/>
                  </a:cubicBezTo>
                  <a:cubicBezTo>
                    <a:pt x="1651" y="520"/>
                    <a:pt x="1664" y="522"/>
                    <a:pt x="1676" y="527"/>
                  </a:cubicBezTo>
                  <a:cubicBezTo>
                    <a:pt x="1711" y="535"/>
                    <a:pt x="1745" y="570"/>
                    <a:pt x="1771" y="595"/>
                  </a:cubicBezTo>
                  <a:cubicBezTo>
                    <a:pt x="1814" y="621"/>
                    <a:pt x="1865" y="630"/>
                    <a:pt x="1908" y="656"/>
                  </a:cubicBezTo>
                  <a:cubicBezTo>
                    <a:pt x="1925" y="664"/>
                    <a:pt x="1943" y="681"/>
                    <a:pt x="1968" y="699"/>
                  </a:cubicBezTo>
                  <a:cubicBezTo>
                    <a:pt x="2003" y="716"/>
                    <a:pt x="2046" y="716"/>
                    <a:pt x="2080" y="750"/>
                  </a:cubicBezTo>
                  <a:cubicBezTo>
                    <a:pt x="2132" y="802"/>
                    <a:pt x="2192" y="845"/>
                    <a:pt x="2252" y="888"/>
                  </a:cubicBezTo>
                  <a:cubicBezTo>
                    <a:pt x="2278" y="913"/>
                    <a:pt x="2312" y="948"/>
                    <a:pt x="2338" y="982"/>
                  </a:cubicBezTo>
                  <a:cubicBezTo>
                    <a:pt x="2346" y="999"/>
                    <a:pt x="2398" y="1068"/>
                    <a:pt x="2406" y="1068"/>
                  </a:cubicBezTo>
                  <a:cubicBezTo>
                    <a:pt x="2406" y="1051"/>
                    <a:pt x="2398" y="1025"/>
                    <a:pt x="2398" y="999"/>
                  </a:cubicBezTo>
                  <a:cubicBezTo>
                    <a:pt x="2389" y="965"/>
                    <a:pt x="2398" y="939"/>
                    <a:pt x="2389" y="905"/>
                  </a:cubicBezTo>
                  <a:cubicBezTo>
                    <a:pt x="2363" y="853"/>
                    <a:pt x="2321" y="802"/>
                    <a:pt x="2286" y="767"/>
                  </a:cubicBezTo>
                  <a:cubicBezTo>
                    <a:pt x="2260" y="733"/>
                    <a:pt x="2226" y="699"/>
                    <a:pt x="2209" y="664"/>
                  </a:cubicBezTo>
                  <a:cubicBezTo>
                    <a:pt x="2209" y="647"/>
                    <a:pt x="2200" y="630"/>
                    <a:pt x="2200" y="613"/>
                  </a:cubicBezTo>
                  <a:cubicBezTo>
                    <a:pt x="2192" y="587"/>
                    <a:pt x="2174" y="570"/>
                    <a:pt x="2166" y="544"/>
                  </a:cubicBezTo>
                  <a:cubicBezTo>
                    <a:pt x="2149" y="509"/>
                    <a:pt x="2132" y="484"/>
                    <a:pt x="2106" y="449"/>
                  </a:cubicBezTo>
                  <a:cubicBezTo>
                    <a:pt x="2071" y="415"/>
                    <a:pt x="2054" y="372"/>
                    <a:pt x="2020" y="338"/>
                  </a:cubicBezTo>
                  <a:cubicBezTo>
                    <a:pt x="1977" y="303"/>
                    <a:pt x="1925" y="286"/>
                    <a:pt x="1874" y="269"/>
                  </a:cubicBezTo>
                  <a:cubicBezTo>
                    <a:pt x="1805" y="243"/>
                    <a:pt x="1745" y="200"/>
                    <a:pt x="1685" y="157"/>
                  </a:cubicBezTo>
                  <a:cubicBezTo>
                    <a:pt x="1642" y="123"/>
                    <a:pt x="1599" y="106"/>
                    <a:pt x="1539" y="97"/>
                  </a:cubicBezTo>
                  <a:lnTo>
                    <a:pt x="1479" y="97"/>
                  </a:lnTo>
                  <a:cubicBezTo>
                    <a:pt x="1444" y="97"/>
                    <a:pt x="1444" y="89"/>
                    <a:pt x="1418" y="80"/>
                  </a:cubicBezTo>
                  <a:cubicBezTo>
                    <a:pt x="1401" y="71"/>
                    <a:pt x="1384" y="71"/>
                    <a:pt x="1358" y="63"/>
                  </a:cubicBezTo>
                  <a:cubicBezTo>
                    <a:pt x="1341" y="54"/>
                    <a:pt x="1324" y="46"/>
                    <a:pt x="1307" y="37"/>
                  </a:cubicBezTo>
                  <a:cubicBezTo>
                    <a:pt x="1264" y="20"/>
                    <a:pt x="1212" y="3"/>
                    <a:pt x="1169" y="3"/>
                  </a:cubicBezTo>
                  <a:cubicBezTo>
                    <a:pt x="1164" y="1"/>
                    <a:pt x="1160" y="1"/>
                    <a:pt x="1155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33" name="Google Shape;13633;p45"/>
            <p:cNvSpPr/>
            <p:nvPr/>
          </p:nvSpPr>
          <p:spPr>
            <a:xfrm>
              <a:off x="5673675" y="1317775"/>
              <a:ext cx="24075" cy="55250"/>
            </a:xfrm>
            <a:custGeom>
              <a:avLst/>
              <a:gdLst/>
              <a:ahLst/>
              <a:cxnLst/>
              <a:rect l="l" t="t" r="r" b="b"/>
              <a:pathLst>
                <a:path w="963" h="2210" extrusionOk="0">
                  <a:moveTo>
                    <a:pt x="466" y="1"/>
                  </a:moveTo>
                  <a:cubicBezTo>
                    <a:pt x="431" y="1"/>
                    <a:pt x="374" y="46"/>
                    <a:pt x="361" y="53"/>
                  </a:cubicBezTo>
                  <a:cubicBezTo>
                    <a:pt x="337" y="72"/>
                    <a:pt x="311" y="83"/>
                    <a:pt x="296" y="85"/>
                  </a:cubicBezTo>
                  <a:lnTo>
                    <a:pt x="296" y="85"/>
                  </a:lnTo>
                  <a:cubicBezTo>
                    <a:pt x="296" y="80"/>
                    <a:pt x="296" y="75"/>
                    <a:pt x="293" y="70"/>
                  </a:cubicBezTo>
                  <a:lnTo>
                    <a:pt x="293" y="70"/>
                  </a:lnTo>
                  <a:cubicBezTo>
                    <a:pt x="283" y="80"/>
                    <a:pt x="284" y="85"/>
                    <a:pt x="293" y="85"/>
                  </a:cubicBezTo>
                  <a:cubicBezTo>
                    <a:pt x="294" y="85"/>
                    <a:pt x="295" y="85"/>
                    <a:pt x="296" y="85"/>
                  </a:cubicBezTo>
                  <a:lnTo>
                    <a:pt x="296" y="85"/>
                  </a:lnTo>
                  <a:cubicBezTo>
                    <a:pt x="296" y="94"/>
                    <a:pt x="290" y="101"/>
                    <a:pt x="284" y="113"/>
                  </a:cubicBezTo>
                  <a:cubicBezTo>
                    <a:pt x="284" y="121"/>
                    <a:pt x="241" y="164"/>
                    <a:pt x="241" y="164"/>
                  </a:cubicBezTo>
                  <a:cubicBezTo>
                    <a:pt x="224" y="190"/>
                    <a:pt x="207" y="224"/>
                    <a:pt x="190" y="250"/>
                  </a:cubicBezTo>
                  <a:cubicBezTo>
                    <a:pt x="164" y="302"/>
                    <a:pt x="129" y="345"/>
                    <a:pt x="95" y="388"/>
                  </a:cubicBezTo>
                  <a:lnTo>
                    <a:pt x="69" y="422"/>
                  </a:lnTo>
                  <a:cubicBezTo>
                    <a:pt x="52" y="448"/>
                    <a:pt x="44" y="491"/>
                    <a:pt x="35" y="525"/>
                  </a:cubicBezTo>
                  <a:cubicBezTo>
                    <a:pt x="26" y="585"/>
                    <a:pt x="18" y="637"/>
                    <a:pt x="9" y="697"/>
                  </a:cubicBezTo>
                  <a:cubicBezTo>
                    <a:pt x="1" y="706"/>
                    <a:pt x="9" y="723"/>
                    <a:pt x="9" y="740"/>
                  </a:cubicBezTo>
                  <a:cubicBezTo>
                    <a:pt x="9" y="757"/>
                    <a:pt x="1" y="774"/>
                    <a:pt x="1" y="791"/>
                  </a:cubicBezTo>
                  <a:cubicBezTo>
                    <a:pt x="1" y="860"/>
                    <a:pt x="44" y="920"/>
                    <a:pt x="69" y="980"/>
                  </a:cubicBezTo>
                  <a:cubicBezTo>
                    <a:pt x="121" y="1084"/>
                    <a:pt x="147" y="1195"/>
                    <a:pt x="198" y="1307"/>
                  </a:cubicBezTo>
                  <a:cubicBezTo>
                    <a:pt x="258" y="1436"/>
                    <a:pt x="276" y="1556"/>
                    <a:pt x="353" y="1676"/>
                  </a:cubicBezTo>
                  <a:cubicBezTo>
                    <a:pt x="361" y="1694"/>
                    <a:pt x="379" y="1711"/>
                    <a:pt x="396" y="1728"/>
                  </a:cubicBezTo>
                  <a:cubicBezTo>
                    <a:pt x="422" y="1754"/>
                    <a:pt x="447" y="1797"/>
                    <a:pt x="482" y="1831"/>
                  </a:cubicBezTo>
                  <a:cubicBezTo>
                    <a:pt x="525" y="1883"/>
                    <a:pt x="559" y="1934"/>
                    <a:pt x="602" y="1994"/>
                  </a:cubicBezTo>
                  <a:cubicBezTo>
                    <a:pt x="619" y="2020"/>
                    <a:pt x="645" y="2037"/>
                    <a:pt x="671" y="2054"/>
                  </a:cubicBezTo>
                  <a:cubicBezTo>
                    <a:pt x="679" y="2072"/>
                    <a:pt x="705" y="2089"/>
                    <a:pt x="722" y="2089"/>
                  </a:cubicBezTo>
                  <a:cubicBezTo>
                    <a:pt x="739" y="2097"/>
                    <a:pt x="757" y="2097"/>
                    <a:pt x="774" y="2106"/>
                  </a:cubicBezTo>
                  <a:cubicBezTo>
                    <a:pt x="800" y="2123"/>
                    <a:pt x="851" y="2140"/>
                    <a:pt x="877" y="2158"/>
                  </a:cubicBezTo>
                  <a:cubicBezTo>
                    <a:pt x="894" y="2166"/>
                    <a:pt x="937" y="2209"/>
                    <a:pt x="963" y="2209"/>
                  </a:cubicBezTo>
                  <a:cubicBezTo>
                    <a:pt x="963" y="2183"/>
                    <a:pt x="911" y="2158"/>
                    <a:pt x="894" y="2140"/>
                  </a:cubicBezTo>
                  <a:cubicBezTo>
                    <a:pt x="868" y="2115"/>
                    <a:pt x="817" y="2106"/>
                    <a:pt x="791" y="2080"/>
                  </a:cubicBezTo>
                  <a:cubicBezTo>
                    <a:pt x="739" y="2020"/>
                    <a:pt x="757" y="1943"/>
                    <a:pt x="722" y="1883"/>
                  </a:cubicBezTo>
                  <a:cubicBezTo>
                    <a:pt x="696" y="1840"/>
                    <a:pt x="688" y="1805"/>
                    <a:pt x="654" y="1779"/>
                  </a:cubicBezTo>
                  <a:cubicBezTo>
                    <a:pt x="611" y="1745"/>
                    <a:pt x="636" y="1711"/>
                    <a:pt x="611" y="1668"/>
                  </a:cubicBezTo>
                  <a:cubicBezTo>
                    <a:pt x="559" y="1573"/>
                    <a:pt x="473" y="1487"/>
                    <a:pt x="422" y="1384"/>
                  </a:cubicBezTo>
                  <a:cubicBezTo>
                    <a:pt x="396" y="1333"/>
                    <a:pt x="310" y="1290"/>
                    <a:pt x="301" y="1230"/>
                  </a:cubicBezTo>
                  <a:cubicBezTo>
                    <a:pt x="301" y="1212"/>
                    <a:pt x="301" y="1195"/>
                    <a:pt x="301" y="1187"/>
                  </a:cubicBezTo>
                  <a:cubicBezTo>
                    <a:pt x="301" y="1161"/>
                    <a:pt x="301" y="1161"/>
                    <a:pt x="318" y="1144"/>
                  </a:cubicBezTo>
                  <a:cubicBezTo>
                    <a:pt x="379" y="1041"/>
                    <a:pt x="404" y="886"/>
                    <a:pt x="344" y="774"/>
                  </a:cubicBezTo>
                  <a:cubicBezTo>
                    <a:pt x="336" y="766"/>
                    <a:pt x="336" y="749"/>
                    <a:pt x="327" y="731"/>
                  </a:cubicBezTo>
                  <a:cubicBezTo>
                    <a:pt x="310" y="706"/>
                    <a:pt x="301" y="688"/>
                    <a:pt x="301" y="663"/>
                  </a:cubicBezTo>
                  <a:cubicBezTo>
                    <a:pt x="293" y="611"/>
                    <a:pt x="318" y="585"/>
                    <a:pt x="327" y="542"/>
                  </a:cubicBezTo>
                  <a:cubicBezTo>
                    <a:pt x="327" y="517"/>
                    <a:pt x="336" y="499"/>
                    <a:pt x="336" y="474"/>
                  </a:cubicBezTo>
                  <a:lnTo>
                    <a:pt x="361" y="456"/>
                  </a:lnTo>
                  <a:cubicBezTo>
                    <a:pt x="370" y="439"/>
                    <a:pt x="370" y="422"/>
                    <a:pt x="379" y="405"/>
                  </a:cubicBezTo>
                  <a:cubicBezTo>
                    <a:pt x="396" y="353"/>
                    <a:pt x="413" y="310"/>
                    <a:pt x="439" y="259"/>
                  </a:cubicBezTo>
                  <a:cubicBezTo>
                    <a:pt x="456" y="242"/>
                    <a:pt x="465" y="224"/>
                    <a:pt x="465" y="199"/>
                  </a:cubicBezTo>
                  <a:cubicBezTo>
                    <a:pt x="473" y="181"/>
                    <a:pt x="482" y="164"/>
                    <a:pt x="482" y="147"/>
                  </a:cubicBezTo>
                  <a:cubicBezTo>
                    <a:pt x="482" y="130"/>
                    <a:pt x="473" y="104"/>
                    <a:pt x="473" y="78"/>
                  </a:cubicBezTo>
                  <a:cubicBezTo>
                    <a:pt x="473" y="61"/>
                    <a:pt x="490" y="35"/>
                    <a:pt x="490" y="18"/>
                  </a:cubicBezTo>
                  <a:cubicBezTo>
                    <a:pt x="486" y="6"/>
                    <a:pt x="477" y="1"/>
                    <a:pt x="466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34" name="Google Shape;13634;p45"/>
            <p:cNvSpPr/>
            <p:nvPr/>
          </p:nvSpPr>
          <p:spPr>
            <a:xfrm>
              <a:off x="5694950" y="1380075"/>
              <a:ext cx="27950" cy="7150"/>
            </a:xfrm>
            <a:custGeom>
              <a:avLst/>
              <a:gdLst/>
              <a:ahLst/>
              <a:cxnLst/>
              <a:rect l="l" t="t" r="r" b="b"/>
              <a:pathLst>
                <a:path w="1118" h="286" extrusionOk="0">
                  <a:moveTo>
                    <a:pt x="198" y="1"/>
                  </a:moveTo>
                  <a:cubicBezTo>
                    <a:pt x="175" y="23"/>
                    <a:pt x="152" y="27"/>
                    <a:pt x="129" y="27"/>
                  </a:cubicBezTo>
                  <a:cubicBezTo>
                    <a:pt x="118" y="27"/>
                    <a:pt x="106" y="26"/>
                    <a:pt x="95" y="26"/>
                  </a:cubicBezTo>
                  <a:cubicBezTo>
                    <a:pt x="77" y="18"/>
                    <a:pt x="69" y="18"/>
                    <a:pt x="60" y="18"/>
                  </a:cubicBezTo>
                  <a:cubicBezTo>
                    <a:pt x="26" y="18"/>
                    <a:pt x="26" y="52"/>
                    <a:pt x="0" y="61"/>
                  </a:cubicBezTo>
                  <a:cubicBezTo>
                    <a:pt x="17" y="95"/>
                    <a:pt x="35" y="112"/>
                    <a:pt x="69" y="121"/>
                  </a:cubicBezTo>
                  <a:cubicBezTo>
                    <a:pt x="138" y="147"/>
                    <a:pt x="206" y="172"/>
                    <a:pt x="266" y="207"/>
                  </a:cubicBezTo>
                  <a:cubicBezTo>
                    <a:pt x="301" y="215"/>
                    <a:pt x="318" y="241"/>
                    <a:pt x="352" y="250"/>
                  </a:cubicBezTo>
                  <a:cubicBezTo>
                    <a:pt x="387" y="267"/>
                    <a:pt x="438" y="267"/>
                    <a:pt x="481" y="275"/>
                  </a:cubicBezTo>
                  <a:cubicBezTo>
                    <a:pt x="511" y="280"/>
                    <a:pt x="524" y="285"/>
                    <a:pt x="539" y="285"/>
                  </a:cubicBezTo>
                  <a:cubicBezTo>
                    <a:pt x="550" y="285"/>
                    <a:pt x="563" y="283"/>
                    <a:pt x="584" y="275"/>
                  </a:cubicBezTo>
                  <a:cubicBezTo>
                    <a:pt x="627" y="258"/>
                    <a:pt x="670" y="258"/>
                    <a:pt x="705" y="233"/>
                  </a:cubicBezTo>
                  <a:cubicBezTo>
                    <a:pt x="722" y="224"/>
                    <a:pt x="748" y="207"/>
                    <a:pt x="773" y="198"/>
                  </a:cubicBezTo>
                  <a:cubicBezTo>
                    <a:pt x="801" y="184"/>
                    <a:pt x="818" y="170"/>
                    <a:pt x="847" y="170"/>
                  </a:cubicBezTo>
                  <a:cubicBezTo>
                    <a:pt x="853" y="170"/>
                    <a:pt x="860" y="171"/>
                    <a:pt x="868" y="172"/>
                  </a:cubicBezTo>
                  <a:cubicBezTo>
                    <a:pt x="919" y="181"/>
                    <a:pt x="962" y="190"/>
                    <a:pt x="1014" y="198"/>
                  </a:cubicBezTo>
                  <a:cubicBezTo>
                    <a:pt x="1048" y="198"/>
                    <a:pt x="1108" y="190"/>
                    <a:pt x="1117" y="164"/>
                  </a:cubicBezTo>
                  <a:cubicBezTo>
                    <a:pt x="1117" y="138"/>
                    <a:pt x="1083" y="104"/>
                    <a:pt x="1074" y="86"/>
                  </a:cubicBezTo>
                  <a:cubicBezTo>
                    <a:pt x="1057" y="61"/>
                    <a:pt x="1057" y="9"/>
                    <a:pt x="1014" y="9"/>
                  </a:cubicBezTo>
                  <a:cubicBezTo>
                    <a:pt x="997" y="9"/>
                    <a:pt x="988" y="26"/>
                    <a:pt x="980" y="35"/>
                  </a:cubicBezTo>
                  <a:cubicBezTo>
                    <a:pt x="962" y="44"/>
                    <a:pt x="954" y="44"/>
                    <a:pt x="928" y="52"/>
                  </a:cubicBezTo>
                  <a:cubicBezTo>
                    <a:pt x="902" y="52"/>
                    <a:pt x="876" y="52"/>
                    <a:pt x="851" y="61"/>
                  </a:cubicBezTo>
                  <a:cubicBezTo>
                    <a:pt x="816" y="61"/>
                    <a:pt x="773" y="44"/>
                    <a:pt x="739" y="35"/>
                  </a:cubicBezTo>
                  <a:cubicBezTo>
                    <a:pt x="705" y="35"/>
                    <a:pt x="670" y="26"/>
                    <a:pt x="636" y="26"/>
                  </a:cubicBezTo>
                  <a:cubicBezTo>
                    <a:pt x="610" y="26"/>
                    <a:pt x="593" y="35"/>
                    <a:pt x="567" y="44"/>
                  </a:cubicBezTo>
                  <a:cubicBezTo>
                    <a:pt x="533" y="52"/>
                    <a:pt x="481" y="52"/>
                    <a:pt x="438" y="61"/>
                  </a:cubicBezTo>
                  <a:cubicBezTo>
                    <a:pt x="370" y="61"/>
                    <a:pt x="258" y="52"/>
                    <a:pt x="19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35" name="Google Shape;13635;p45"/>
            <p:cNvSpPr/>
            <p:nvPr/>
          </p:nvSpPr>
          <p:spPr>
            <a:xfrm>
              <a:off x="5670250" y="1341625"/>
              <a:ext cx="22150" cy="38700"/>
            </a:xfrm>
            <a:custGeom>
              <a:avLst/>
              <a:gdLst/>
              <a:ahLst/>
              <a:cxnLst/>
              <a:rect l="l" t="t" r="r" b="b"/>
              <a:pathLst>
                <a:path w="886" h="1548" extrusionOk="0">
                  <a:moveTo>
                    <a:pt x="17" y="1"/>
                  </a:moveTo>
                  <a:cubicBezTo>
                    <a:pt x="0" y="9"/>
                    <a:pt x="0" y="52"/>
                    <a:pt x="0" y="61"/>
                  </a:cubicBezTo>
                  <a:cubicBezTo>
                    <a:pt x="0" y="78"/>
                    <a:pt x="0" y="104"/>
                    <a:pt x="0" y="121"/>
                  </a:cubicBezTo>
                  <a:cubicBezTo>
                    <a:pt x="0" y="138"/>
                    <a:pt x="9" y="155"/>
                    <a:pt x="0" y="181"/>
                  </a:cubicBezTo>
                  <a:cubicBezTo>
                    <a:pt x="0" y="198"/>
                    <a:pt x="0" y="224"/>
                    <a:pt x="9" y="241"/>
                  </a:cubicBezTo>
                  <a:lnTo>
                    <a:pt x="17" y="276"/>
                  </a:lnTo>
                  <a:cubicBezTo>
                    <a:pt x="17" y="310"/>
                    <a:pt x="26" y="336"/>
                    <a:pt x="26" y="362"/>
                  </a:cubicBezTo>
                  <a:cubicBezTo>
                    <a:pt x="26" y="379"/>
                    <a:pt x="26" y="396"/>
                    <a:pt x="34" y="413"/>
                  </a:cubicBezTo>
                  <a:cubicBezTo>
                    <a:pt x="34" y="439"/>
                    <a:pt x="34" y="465"/>
                    <a:pt x="43" y="490"/>
                  </a:cubicBezTo>
                  <a:cubicBezTo>
                    <a:pt x="43" y="499"/>
                    <a:pt x="52" y="516"/>
                    <a:pt x="52" y="525"/>
                  </a:cubicBezTo>
                  <a:cubicBezTo>
                    <a:pt x="52" y="542"/>
                    <a:pt x="60" y="551"/>
                    <a:pt x="60" y="568"/>
                  </a:cubicBezTo>
                  <a:cubicBezTo>
                    <a:pt x="69" y="585"/>
                    <a:pt x="69" y="594"/>
                    <a:pt x="69" y="611"/>
                  </a:cubicBezTo>
                  <a:cubicBezTo>
                    <a:pt x="69" y="628"/>
                    <a:pt x="77" y="645"/>
                    <a:pt x="77" y="662"/>
                  </a:cubicBezTo>
                  <a:cubicBezTo>
                    <a:pt x="95" y="722"/>
                    <a:pt x="95" y="783"/>
                    <a:pt x="103" y="843"/>
                  </a:cubicBezTo>
                  <a:cubicBezTo>
                    <a:pt x="112" y="877"/>
                    <a:pt x="129" y="894"/>
                    <a:pt x="146" y="929"/>
                  </a:cubicBezTo>
                  <a:cubicBezTo>
                    <a:pt x="163" y="946"/>
                    <a:pt x="172" y="963"/>
                    <a:pt x="181" y="980"/>
                  </a:cubicBezTo>
                  <a:cubicBezTo>
                    <a:pt x="198" y="1014"/>
                    <a:pt x="215" y="1032"/>
                    <a:pt x="241" y="1057"/>
                  </a:cubicBezTo>
                  <a:cubicBezTo>
                    <a:pt x="258" y="1075"/>
                    <a:pt x="284" y="1100"/>
                    <a:pt x="301" y="1118"/>
                  </a:cubicBezTo>
                  <a:cubicBezTo>
                    <a:pt x="309" y="1135"/>
                    <a:pt x="327" y="1143"/>
                    <a:pt x="335" y="1161"/>
                  </a:cubicBezTo>
                  <a:cubicBezTo>
                    <a:pt x="352" y="1169"/>
                    <a:pt x="361" y="1186"/>
                    <a:pt x="378" y="1195"/>
                  </a:cubicBezTo>
                  <a:cubicBezTo>
                    <a:pt x="387" y="1212"/>
                    <a:pt x="387" y="1229"/>
                    <a:pt x="395" y="1238"/>
                  </a:cubicBezTo>
                  <a:cubicBezTo>
                    <a:pt x="413" y="1264"/>
                    <a:pt x="430" y="1298"/>
                    <a:pt x="455" y="1315"/>
                  </a:cubicBezTo>
                  <a:cubicBezTo>
                    <a:pt x="464" y="1332"/>
                    <a:pt x="473" y="1341"/>
                    <a:pt x="481" y="1358"/>
                  </a:cubicBezTo>
                  <a:cubicBezTo>
                    <a:pt x="490" y="1367"/>
                    <a:pt x="498" y="1375"/>
                    <a:pt x="516" y="1384"/>
                  </a:cubicBezTo>
                  <a:cubicBezTo>
                    <a:pt x="541" y="1401"/>
                    <a:pt x="567" y="1418"/>
                    <a:pt x="593" y="1435"/>
                  </a:cubicBezTo>
                  <a:cubicBezTo>
                    <a:pt x="627" y="1453"/>
                    <a:pt x="653" y="1470"/>
                    <a:pt x="687" y="1478"/>
                  </a:cubicBezTo>
                  <a:cubicBezTo>
                    <a:pt x="705" y="1496"/>
                    <a:pt x="730" y="1513"/>
                    <a:pt x="748" y="1513"/>
                  </a:cubicBezTo>
                  <a:lnTo>
                    <a:pt x="756" y="1513"/>
                  </a:lnTo>
                  <a:cubicBezTo>
                    <a:pt x="773" y="1513"/>
                    <a:pt x="782" y="1504"/>
                    <a:pt x="799" y="1504"/>
                  </a:cubicBezTo>
                  <a:cubicBezTo>
                    <a:pt x="825" y="1504"/>
                    <a:pt x="842" y="1521"/>
                    <a:pt x="859" y="1530"/>
                  </a:cubicBezTo>
                  <a:lnTo>
                    <a:pt x="885" y="1547"/>
                  </a:lnTo>
                  <a:lnTo>
                    <a:pt x="868" y="1504"/>
                  </a:lnTo>
                  <a:cubicBezTo>
                    <a:pt x="859" y="1487"/>
                    <a:pt x="842" y="1478"/>
                    <a:pt x="825" y="1470"/>
                  </a:cubicBezTo>
                  <a:cubicBezTo>
                    <a:pt x="816" y="1461"/>
                    <a:pt x="808" y="1444"/>
                    <a:pt x="799" y="1435"/>
                  </a:cubicBezTo>
                  <a:lnTo>
                    <a:pt x="773" y="1410"/>
                  </a:lnTo>
                  <a:lnTo>
                    <a:pt x="739" y="1375"/>
                  </a:lnTo>
                  <a:lnTo>
                    <a:pt x="713" y="1350"/>
                  </a:lnTo>
                  <a:cubicBezTo>
                    <a:pt x="705" y="1341"/>
                    <a:pt x="696" y="1324"/>
                    <a:pt x="679" y="1315"/>
                  </a:cubicBezTo>
                  <a:lnTo>
                    <a:pt x="662" y="1298"/>
                  </a:lnTo>
                  <a:lnTo>
                    <a:pt x="636" y="1264"/>
                  </a:lnTo>
                  <a:cubicBezTo>
                    <a:pt x="619" y="1246"/>
                    <a:pt x="593" y="1221"/>
                    <a:pt x="584" y="1195"/>
                  </a:cubicBezTo>
                  <a:lnTo>
                    <a:pt x="567" y="1169"/>
                  </a:lnTo>
                  <a:cubicBezTo>
                    <a:pt x="550" y="1152"/>
                    <a:pt x="533" y="1135"/>
                    <a:pt x="516" y="1118"/>
                  </a:cubicBezTo>
                  <a:cubicBezTo>
                    <a:pt x="498" y="1100"/>
                    <a:pt x="490" y="1092"/>
                    <a:pt x="481" y="1083"/>
                  </a:cubicBezTo>
                  <a:cubicBezTo>
                    <a:pt x="464" y="1075"/>
                    <a:pt x="447" y="1049"/>
                    <a:pt x="430" y="1040"/>
                  </a:cubicBezTo>
                  <a:cubicBezTo>
                    <a:pt x="404" y="1006"/>
                    <a:pt x="370" y="980"/>
                    <a:pt x="344" y="946"/>
                  </a:cubicBezTo>
                  <a:cubicBezTo>
                    <a:pt x="327" y="929"/>
                    <a:pt x="309" y="903"/>
                    <a:pt x="301" y="886"/>
                  </a:cubicBezTo>
                  <a:lnTo>
                    <a:pt x="275" y="843"/>
                  </a:lnTo>
                  <a:lnTo>
                    <a:pt x="258" y="825"/>
                  </a:lnTo>
                  <a:lnTo>
                    <a:pt x="241" y="800"/>
                  </a:lnTo>
                  <a:cubicBezTo>
                    <a:pt x="224" y="774"/>
                    <a:pt x="215" y="748"/>
                    <a:pt x="206" y="714"/>
                  </a:cubicBezTo>
                  <a:cubicBezTo>
                    <a:pt x="198" y="688"/>
                    <a:pt x="181" y="671"/>
                    <a:pt x="172" y="636"/>
                  </a:cubicBezTo>
                  <a:cubicBezTo>
                    <a:pt x="163" y="619"/>
                    <a:pt x="163" y="594"/>
                    <a:pt x="155" y="568"/>
                  </a:cubicBezTo>
                  <a:cubicBezTo>
                    <a:pt x="155" y="542"/>
                    <a:pt x="120" y="447"/>
                    <a:pt x="120" y="439"/>
                  </a:cubicBezTo>
                  <a:cubicBezTo>
                    <a:pt x="112" y="422"/>
                    <a:pt x="112" y="413"/>
                    <a:pt x="103" y="405"/>
                  </a:cubicBezTo>
                  <a:cubicBezTo>
                    <a:pt x="95" y="387"/>
                    <a:pt x="95" y="370"/>
                    <a:pt x="95" y="353"/>
                  </a:cubicBezTo>
                  <a:cubicBezTo>
                    <a:pt x="77" y="310"/>
                    <a:pt x="69" y="267"/>
                    <a:pt x="60" y="215"/>
                  </a:cubicBezTo>
                  <a:cubicBezTo>
                    <a:pt x="60" y="190"/>
                    <a:pt x="60" y="155"/>
                    <a:pt x="52" y="121"/>
                  </a:cubicBezTo>
                  <a:cubicBezTo>
                    <a:pt x="43" y="104"/>
                    <a:pt x="34" y="87"/>
                    <a:pt x="26" y="61"/>
                  </a:cubicBezTo>
                  <a:cubicBezTo>
                    <a:pt x="26" y="52"/>
                    <a:pt x="17" y="35"/>
                    <a:pt x="17" y="18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DDBC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36" name="Google Shape;13636;p45"/>
            <p:cNvSpPr/>
            <p:nvPr/>
          </p:nvSpPr>
          <p:spPr>
            <a:xfrm>
              <a:off x="5693650" y="1362675"/>
              <a:ext cx="58450" cy="32275"/>
            </a:xfrm>
            <a:custGeom>
              <a:avLst/>
              <a:gdLst/>
              <a:ahLst/>
              <a:cxnLst/>
              <a:rect l="l" t="t" r="r" b="b"/>
              <a:pathLst>
                <a:path w="2338" h="1291" extrusionOk="0">
                  <a:moveTo>
                    <a:pt x="19" y="1156"/>
                  </a:moveTo>
                  <a:cubicBezTo>
                    <a:pt x="13" y="1156"/>
                    <a:pt x="7" y="1157"/>
                    <a:pt x="1" y="1161"/>
                  </a:cubicBezTo>
                  <a:cubicBezTo>
                    <a:pt x="1" y="1161"/>
                    <a:pt x="1" y="1161"/>
                    <a:pt x="19" y="1156"/>
                  </a:cubicBezTo>
                  <a:close/>
                  <a:moveTo>
                    <a:pt x="2303" y="1"/>
                  </a:moveTo>
                  <a:cubicBezTo>
                    <a:pt x="2286" y="18"/>
                    <a:pt x="2269" y="52"/>
                    <a:pt x="2260" y="69"/>
                  </a:cubicBezTo>
                  <a:cubicBezTo>
                    <a:pt x="2252" y="112"/>
                    <a:pt x="2234" y="155"/>
                    <a:pt x="2217" y="198"/>
                  </a:cubicBezTo>
                  <a:cubicBezTo>
                    <a:pt x="2200" y="241"/>
                    <a:pt x="2200" y="293"/>
                    <a:pt x="2174" y="336"/>
                  </a:cubicBezTo>
                  <a:cubicBezTo>
                    <a:pt x="2166" y="353"/>
                    <a:pt x="2140" y="370"/>
                    <a:pt x="2123" y="396"/>
                  </a:cubicBezTo>
                  <a:cubicBezTo>
                    <a:pt x="2080" y="465"/>
                    <a:pt x="2011" y="508"/>
                    <a:pt x="1951" y="568"/>
                  </a:cubicBezTo>
                  <a:cubicBezTo>
                    <a:pt x="1882" y="636"/>
                    <a:pt x="1822" y="679"/>
                    <a:pt x="1736" y="722"/>
                  </a:cubicBezTo>
                  <a:cubicBezTo>
                    <a:pt x="1710" y="731"/>
                    <a:pt x="1693" y="740"/>
                    <a:pt x="1667" y="748"/>
                  </a:cubicBezTo>
                  <a:cubicBezTo>
                    <a:pt x="1633" y="774"/>
                    <a:pt x="1599" y="791"/>
                    <a:pt x="1556" y="808"/>
                  </a:cubicBezTo>
                  <a:cubicBezTo>
                    <a:pt x="1530" y="817"/>
                    <a:pt x="1495" y="825"/>
                    <a:pt x="1461" y="843"/>
                  </a:cubicBezTo>
                  <a:cubicBezTo>
                    <a:pt x="1444" y="843"/>
                    <a:pt x="1427" y="851"/>
                    <a:pt x="1410" y="860"/>
                  </a:cubicBezTo>
                  <a:lnTo>
                    <a:pt x="1367" y="860"/>
                  </a:lnTo>
                  <a:cubicBezTo>
                    <a:pt x="1358" y="860"/>
                    <a:pt x="1341" y="877"/>
                    <a:pt x="1324" y="877"/>
                  </a:cubicBezTo>
                  <a:cubicBezTo>
                    <a:pt x="1298" y="894"/>
                    <a:pt x="1289" y="911"/>
                    <a:pt x="1264" y="929"/>
                  </a:cubicBezTo>
                  <a:cubicBezTo>
                    <a:pt x="1246" y="946"/>
                    <a:pt x="1229" y="954"/>
                    <a:pt x="1212" y="971"/>
                  </a:cubicBezTo>
                  <a:cubicBezTo>
                    <a:pt x="1169" y="997"/>
                    <a:pt x="1117" y="1032"/>
                    <a:pt x="1075" y="1057"/>
                  </a:cubicBezTo>
                  <a:cubicBezTo>
                    <a:pt x="1062" y="1070"/>
                    <a:pt x="1049" y="1078"/>
                    <a:pt x="1030" y="1078"/>
                  </a:cubicBezTo>
                  <a:cubicBezTo>
                    <a:pt x="1023" y="1078"/>
                    <a:pt x="1015" y="1077"/>
                    <a:pt x="1006" y="1075"/>
                  </a:cubicBezTo>
                  <a:cubicBezTo>
                    <a:pt x="971" y="1066"/>
                    <a:pt x="928" y="1057"/>
                    <a:pt x="886" y="1049"/>
                  </a:cubicBezTo>
                  <a:cubicBezTo>
                    <a:pt x="825" y="1049"/>
                    <a:pt x="757" y="1066"/>
                    <a:pt x="696" y="1083"/>
                  </a:cubicBezTo>
                  <a:cubicBezTo>
                    <a:pt x="671" y="1092"/>
                    <a:pt x="654" y="1109"/>
                    <a:pt x="628" y="1126"/>
                  </a:cubicBezTo>
                  <a:cubicBezTo>
                    <a:pt x="606" y="1135"/>
                    <a:pt x="583" y="1137"/>
                    <a:pt x="558" y="1137"/>
                  </a:cubicBezTo>
                  <a:cubicBezTo>
                    <a:pt x="533" y="1137"/>
                    <a:pt x="507" y="1135"/>
                    <a:pt x="482" y="1135"/>
                  </a:cubicBezTo>
                  <a:cubicBezTo>
                    <a:pt x="370" y="1135"/>
                    <a:pt x="250" y="1135"/>
                    <a:pt x="138" y="1126"/>
                  </a:cubicBezTo>
                  <a:cubicBezTo>
                    <a:pt x="71" y="1143"/>
                    <a:pt x="37" y="1151"/>
                    <a:pt x="19" y="1156"/>
                  </a:cubicBezTo>
                  <a:lnTo>
                    <a:pt x="19" y="1156"/>
                  </a:lnTo>
                  <a:cubicBezTo>
                    <a:pt x="20" y="1156"/>
                    <a:pt x="21" y="1156"/>
                    <a:pt x="22" y="1156"/>
                  </a:cubicBezTo>
                  <a:cubicBezTo>
                    <a:pt x="51" y="1156"/>
                    <a:pt x="85" y="1179"/>
                    <a:pt x="112" y="1186"/>
                  </a:cubicBezTo>
                  <a:cubicBezTo>
                    <a:pt x="164" y="1203"/>
                    <a:pt x="215" y="1221"/>
                    <a:pt x="267" y="1229"/>
                  </a:cubicBezTo>
                  <a:cubicBezTo>
                    <a:pt x="318" y="1246"/>
                    <a:pt x="361" y="1255"/>
                    <a:pt x="422" y="1255"/>
                  </a:cubicBezTo>
                  <a:cubicBezTo>
                    <a:pt x="482" y="1255"/>
                    <a:pt x="533" y="1264"/>
                    <a:pt x="593" y="1281"/>
                  </a:cubicBezTo>
                  <a:cubicBezTo>
                    <a:pt x="620" y="1287"/>
                    <a:pt x="647" y="1290"/>
                    <a:pt x="675" y="1290"/>
                  </a:cubicBezTo>
                  <a:cubicBezTo>
                    <a:pt x="720" y="1290"/>
                    <a:pt x="766" y="1283"/>
                    <a:pt x="808" y="1272"/>
                  </a:cubicBezTo>
                  <a:cubicBezTo>
                    <a:pt x="843" y="1272"/>
                    <a:pt x="868" y="1264"/>
                    <a:pt x="903" y="1255"/>
                  </a:cubicBezTo>
                  <a:cubicBezTo>
                    <a:pt x="928" y="1246"/>
                    <a:pt x="954" y="1229"/>
                    <a:pt x="980" y="1221"/>
                  </a:cubicBezTo>
                  <a:cubicBezTo>
                    <a:pt x="1014" y="1212"/>
                    <a:pt x="1040" y="1212"/>
                    <a:pt x="1075" y="1195"/>
                  </a:cubicBezTo>
                  <a:cubicBezTo>
                    <a:pt x="1092" y="1195"/>
                    <a:pt x="1109" y="1186"/>
                    <a:pt x="1126" y="1178"/>
                  </a:cubicBezTo>
                  <a:cubicBezTo>
                    <a:pt x="1160" y="1169"/>
                    <a:pt x="1203" y="1161"/>
                    <a:pt x="1238" y="1152"/>
                  </a:cubicBezTo>
                  <a:cubicBezTo>
                    <a:pt x="1264" y="1152"/>
                    <a:pt x="1281" y="1135"/>
                    <a:pt x="1298" y="1135"/>
                  </a:cubicBezTo>
                  <a:cubicBezTo>
                    <a:pt x="1324" y="1126"/>
                    <a:pt x="1358" y="1126"/>
                    <a:pt x="1384" y="1118"/>
                  </a:cubicBezTo>
                  <a:cubicBezTo>
                    <a:pt x="1418" y="1109"/>
                    <a:pt x="1444" y="1092"/>
                    <a:pt x="1478" y="1083"/>
                  </a:cubicBezTo>
                  <a:cubicBezTo>
                    <a:pt x="1538" y="1066"/>
                    <a:pt x="1590" y="1049"/>
                    <a:pt x="1650" y="1014"/>
                  </a:cubicBezTo>
                  <a:cubicBezTo>
                    <a:pt x="1676" y="989"/>
                    <a:pt x="1710" y="963"/>
                    <a:pt x="1745" y="937"/>
                  </a:cubicBezTo>
                  <a:cubicBezTo>
                    <a:pt x="1753" y="920"/>
                    <a:pt x="1753" y="894"/>
                    <a:pt x="1770" y="877"/>
                  </a:cubicBezTo>
                  <a:cubicBezTo>
                    <a:pt x="1788" y="860"/>
                    <a:pt x="1813" y="851"/>
                    <a:pt x="1831" y="825"/>
                  </a:cubicBezTo>
                  <a:cubicBezTo>
                    <a:pt x="1874" y="782"/>
                    <a:pt x="1865" y="705"/>
                    <a:pt x="1899" y="654"/>
                  </a:cubicBezTo>
                  <a:cubicBezTo>
                    <a:pt x="1916" y="628"/>
                    <a:pt x="1934" y="619"/>
                    <a:pt x="1951" y="602"/>
                  </a:cubicBezTo>
                  <a:cubicBezTo>
                    <a:pt x="1977" y="585"/>
                    <a:pt x="1994" y="568"/>
                    <a:pt x="2020" y="542"/>
                  </a:cubicBezTo>
                  <a:cubicBezTo>
                    <a:pt x="2080" y="490"/>
                    <a:pt x="2148" y="439"/>
                    <a:pt x="2191" y="362"/>
                  </a:cubicBezTo>
                  <a:cubicBezTo>
                    <a:pt x="2234" y="293"/>
                    <a:pt x="2294" y="215"/>
                    <a:pt x="2320" y="130"/>
                  </a:cubicBezTo>
                  <a:cubicBezTo>
                    <a:pt x="2329" y="87"/>
                    <a:pt x="2337" y="35"/>
                    <a:pt x="2303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37" name="Google Shape;13637;p45"/>
            <p:cNvSpPr/>
            <p:nvPr/>
          </p:nvSpPr>
          <p:spPr>
            <a:xfrm>
              <a:off x="5714475" y="1287050"/>
              <a:ext cx="42775" cy="42350"/>
            </a:xfrm>
            <a:custGeom>
              <a:avLst/>
              <a:gdLst/>
              <a:ahLst/>
              <a:cxnLst/>
              <a:rect l="l" t="t" r="r" b="b"/>
              <a:pathLst>
                <a:path w="1711" h="1694" extrusionOk="0">
                  <a:moveTo>
                    <a:pt x="391" y="0"/>
                  </a:moveTo>
                  <a:cubicBezTo>
                    <a:pt x="350" y="0"/>
                    <a:pt x="309" y="3"/>
                    <a:pt x="267" y="19"/>
                  </a:cubicBezTo>
                  <a:cubicBezTo>
                    <a:pt x="231" y="34"/>
                    <a:pt x="192" y="37"/>
                    <a:pt x="152" y="37"/>
                  </a:cubicBezTo>
                  <a:cubicBezTo>
                    <a:pt x="125" y="37"/>
                    <a:pt x="97" y="36"/>
                    <a:pt x="70" y="36"/>
                  </a:cubicBezTo>
                  <a:cubicBezTo>
                    <a:pt x="53" y="36"/>
                    <a:pt x="44" y="44"/>
                    <a:pt x="35" y="44"/>
                  </a:cubicBezTo>
                  <a:lnTo>
                    <a:pt x="1" y="44"/>
                  </a:lnTo>
                  <a:cubicBezTo>
                    <a:pt x="44" y="44"/>
                    <a:pt x="87" y="44"/>
                    <a:pt x="130" y="53"/>
                  </a:cubicBezTo>
                  <a:cubicBezTo>
                    <a:pt x="164" y="53"/>
                    <a:pt x="216" y="62"/>
                    <a:pt x="250" y="70"/>
                  </a:cubicBezTo>
                  <a:cubicBezTo>
                    <a:pt x="267" y="79"/>
                    <a:pt x="284" y="87"/>
                    <a:pt x="310" y="96"/>
                  </a:cubicBezTo>
                  <a:cubicBezTo>
                    <a:pt x="336" y="113"/>
                    <a:pt x="370" y="113"/>
                    <a:pt x="405" y="122"/>
                  </a:cubicBezTo>
                  <a:cubicBezTo>
                    <a:pt x="448" y="139"/>
                    <a:pt x="482" y="191"/>
                    <a:pt x="525" y="216"/>
                  </a:cubicBezTo>
                  <a:cubicBezTo>
                    <a:pt x="559" y="233"/>
                    <a:pt x="594" y="251"/>
                    <a:pt x="628" y="276"/>
                  </a:cubicBezTo>
                  <a:cubicBezTo>
                    <a:pt x="645" y="285"/>
                    <a:pt x="662" y="294"/>
                    <a:pt x="688" y="302"/>
                  </a:cubicBezTo>
                  <a:cubicBezTo>
                    <a:pt x="705" y="311"/>
                    <a:pt x="731" y="311"/>
                    <a:pt x="748" y="328"/>
                  </a:cubicBezTo>
                  <a:cubicBezTo>
                    <a:pt x="766" y="337"/>
                    <a:pt x="783" y="354"/>
                    <a:pt x="800" y="371"/>
                  </a:cubicBezTo>
                  <a:cubicBezTo>
                    <a:pt x="826" y="397"/>
                    <a:pt x="843" y="422"/>
                    <a:pt x="869" y="440"/>
                  </a:cubicBezTo>
                  <a:cubicBezTo>
                    <a:pt x="903" y="465"/>
                    <a:pt x="929" y="491"/>
                    <a:pt x="972" y="517"/>
                  </a:cubicBezTo>
                  <a:cubicBezTo>
                    <a:pt x="1006" y="534"/>
                    <a:pt x="1049" y="551"/>
                    <a:pt x="1075" y="577"/>
                  </a:cubicBezTo>
                  <a:cubicBezTo>
                    <a:pt x="1118" y="603"/>
                    <a:pt x="1144" y="646"/>
                    <a:pt x="1178" y="680"/>
                  </a:cubicBezTo>
                  <a:cubicBezTo>
                    <a:pt x="1212" y="715"/>
                    <a:pt x="1247" y="740"/>
                    <a:pt x="1272" y="775"/>
                  </a:cubicBezTo>
                  <a:cubicBezTo>
                    <a:pt x="1315" y="826"/>
                    <a:pt x="1341" y="869"/>
                    <a:pt x="1376" y="912"/>
                  </a:cubicBezTo>
                  <a:cubicBezTo>
                    <a:pt x="1410" y="955"/>
                    <a:pt x="1427" y="1015"/>
                    <a:pt x="1436" y="1067"/>
                  </a:cubicBezTo>
                  <a:cubicBezTo>
                    <a:pt x="1453" y="1118"/>
                    <a:pt x="1461" y="1170"/>
                    <a:pt x="1479" y="1221"/>
                  </a:cubicBezTo>
                  <a:lnTo>
                    <a:pt x="1479" y="1230"/>
                  </a:lnTo>
                  <a:cubicBezTo>
                    <a:pt x="1513" y="1316"/>
                    <a:pt x="1565" y="1333"/>
                    <a:pt x="1590" y="1419"/>
                  </a:cubicBezTo>
                  <a:cubicBezTo>
                    <a:pt x="1608" y="1462"/>
                    <a:pt x="1599" y="1574"/>
                    <a:pt x="1616" y="1617"/>
                  </a:cubicBezTo>
                  <a:cubicBezTo>
                    <a:pt x="1628" y="1635"/>
                    <a:pt x="1636" y="1653"/>
                    <a:pt x="1640" y="1670"/>
                  </a:cubicBezTo>
                  <a:lnTo>
                    <a:pt x="1640" y="1670"/>
                  </a:lnTo>
                  <a:cubicBezTo>
                    <a:pt x="1645" y="1661"/>
                    <a:pt x="1654" y="1652"/>
                    <a:pt x="1659" y="1642"/>
                  </a:cubicBezTo>
                  <a:cubicBezTo>
                    <a:pt x="1668" y="1617"/>
                    <a:pt x="1668" y="1591"/>
                    <a:pt x="1676" y="1565"/>
                  </a:cubicBezTo>
                  <a:cubicBezTo>
                    <a:pt x="1693" y="1531"/>
                    <a:pt x="1685" y="1505"/>
                    <a:pt x="1693" y="1471"/>
                  </a:cubicBezTo>
                  <a:cubicBezTo>
                    <a:pt x="1702" y="1445"/>
                    <a:pt x="1702" y="1410"/>
                    <a:pt x="1702" y="1376"/>
                  </a:cubicBezTo>
                  <a:cubicBezTo>
                    <a:pt x="1702" y="1350"/>
                    <a:pt x="1711" y="1333"/>
                    <a:pt x="1711" y="1307"/>
                  </a:cubicBezTo>
                  <a:cubicBezTo>
                    <a:pt x="1711" y="1282"/>
                    <a:pt x="1702" y="1256"/>
                    <a:pt x="1693" y="1230"/>
                  </a:cubicBezTo>
                  <a:cubicBezTo>
                    <a:pt x="1685" y="1161"/>
                    <a:pt x="1668" y="1101"/>
                    <a:pt x="1659" y="1041"/>
                  </a:cubicBezTo>
                  <a:cubicBezTo>
                    <a:pt x="1651" y="981"/>
                    <a:pt x="1659" y="921"/>
                    <a:pt x="1625" y="878"/>
                  </a:cubicBezTo>
                  <a:cubicBezTo>
                    <a:pt x="1599" y="843"/>
                    <a:pt x="1565" y="818"/>
                    <a:pt x="1539" y="792"/>
                  </a:cubicBezTo>
                  <a:cubicBezTo>
                    <a:pt x="1513" y="758"/>
                    <a:pt x="1513" y="723"/>
                    <a:pt x="1504" y="689"/>
                  </a:cubicBezTo>
                  <a:cubicBezTo>
                    <a:pt x="1487" y="663"/>
                    <a:pt x="1479" y="637"/>
                    <a:pt x="1461" y="620"/>
                  </a:cubicBezTo>
                  <a:cubicBezTo>
                    <a:pt x="1436" y="594"/>
                    <a:pt x="1419" y="569"/>
                    <a:pt x="1393" y="534"/>
                  </a:cubicBezTo>
                  <a:cubicBezTo>
                    <a:pt x="1350" y="491"/>
                    <a:pt x="1290" y="465"/>
                    <a:pt x="1255" y="405"/>
                  </a:cubicBezTo>
                  <a:lnTo>
                    <a:pt x="1238" y="380"/>
                  </a:lnTo>
                  <a:cubicBezTo>
                    <a:pt x="1230" y="362"/>
                    <a:pt x="1212" y="354"/>
                    <a:pt x="1195" y="337"/>
                  </a:cubicBezTo>
                  <a:cubicBezTo>
                    <a:pt x="1169" y="311"/>
                    <a:pt x="1144" y="285"/>
                    <a:pt x="1109" y="276"/>
                  </a:cubicBezTo>
                  <a:cubicBezTo>
                    <a:pt x="1083" y="268"/>
                    <a:pt x="1066" y="259"/>
                    <a:pt x="1041" y="251"/>
                  </a:cubicBezTo>
                  <a:cubicBezTo>
                    <a:pt x="1006" y="225"/>
                    <a:pt x="955" y="216"/>
                    <a:pt x="912" y="199"/>
                  </a:cubicBezTo>
                  <a:cubicBezTo>
                    <a:pt x="894" y="199"/>
                    <a:pt x="877" y="191"/>
                    <a:pt x="860" y="182"/>
                  </a:cubicBezTo>
                  <a:cubicBezTo>
                    <a:pt x="834" y="182"/>
                    <a:pt x="809" y="182"/>
                    <a:pt x="791" y="173"/>
                  </a:cubicBezTo>
                  <a:cubicBezTo>
                    <a:pt x="748" y="156"/>
                    <a:pt x="731" y="122"/>
                    <a:pt x="705" y="96"/>
                  </a:cubicBezTo>
                  <a:cubicBezTo>
                    <a:pt x="662" y="62"/>
                    <a:pt x="628" y="27"/>
                    <a:pt x="577" y="10"/>
                  </a:cubicBezTo>
                  <a:cubicBezTo>
                    <a:pt x="542" y="1"/>
                    <a:pt x="508" y="1"/>
                    <a:pt x="473" y="1"/>
                  </a:cubicBezTo>
                  <a:cubicBezTo>
                    <a:pt x="446" y="1"/>
                    <a:pt x="419" y="0"/>
                    <a:pt x="391" y="0"/>
                  </a:cubicBezTo>
                  <a:close/>
                  <a:moveTo>
                    <a:pt x="1640" y="1670"/>
                  </a:moveTo>
                  <a:cubicBezTo>
                    <a:pt x="1635" y="1678"/>
                    <a:pt x="1634" y="1686"/>
                    <a:pt x="1642" y="1694"/>
                  </a:cubicBezTo>
                  <a:cubicBezTo>
                    <a:pt x="1642" y="1686"/>
                    <a:pt x="1641" y="1678"/>
                    <a:pt x="1640" y="167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38" name="Google Shape;13638;p45"/>
            <p:cNvSpPr/>
            <p:nvPr/>
          </p:nvSpPr>
          <p:spPr>
            <a:xfrm>
              <a:off x="5752300" y="1334125"/>
              <a:ext cx="7525" cy="26000"/>
            </a:xfrm>
            <a:custGeom>
              <a:avLst/>
              <a:gdLst/>
              <a:ahLst/>
              <a:cxnLst/>
              <a:rect l="l" t="t" r="r" b="b"/>
              <a:pathLst>
                <a:path w="301" h="1040" extrusionOk="0">
                  <a:moveTo>
                    <a:pt x="103" y="0"/>
                  </a:moveTo>
                  <a:cubicBezTo>
                    <a:pt x="77" y="0"/>
                    <a:pt x="103" y="60"/>
                    <a:pt x="103" y="69"/>
                  </a:cubicBezTo>
                  <a:cubicBezTo>
                    <a:pt x="112" y="95"/>
                    <a:pt x="112" y="112"/>
                    <a:pt x="112" y="137"/>
                  </a:cubicBezTo>
                  <a:cubicBezTo>
                    <a:pt x="112" y="152"/>
                    <a:pt x="100" y="166"/>
                    <a:pt x="101" y="166"/>
                  </a:cubicBezTo>
                  <a:cubicBezTo>
                    <a:pt x="101" y="166"/>
                    <a:pt x="102" y="165"/>
                    <a:pt x="103" y="163"/>
                  </a:cubicBezTo>
                  <a:lnTo>
                    <a:pt x="103" y="180"/>
                  </a:lnTo>
                  <a:cubicBezTo>
                    <a:pt x="112" y="198"/>
                    <a:pt x="112" y="206"/>
                    <a:pt x="112" y="223"/>
                  </a:cubicBezTo>
                  <a:cubicBezTo>
                    <a:pt x="112" y="275"/>
                    <a:pt x="129" y="318"/>
                    <a:pt x="138" y="369"/>
                  </a:cubicBezTo>
                  <a:cubicBezTo>
                    <a:pt x="138" y="404"/>
                    <a:pt x="146" y="438"/>
                    <a:pt x="120" y="473"/>
                  </a:cubicBezTo>
                  <a:lnTo>
                    <a:pt x="103" y="498"/>
                  </a:lnTo>
                  <a:lnTo>
                    <a:pt x="95" y="533"/>
                  </a:lnTo>
                  <a:lnTo>
                    <a:pt x="86" y="558"/>
                  </a:lnTo>
                  <a:cubicBezTo>
                    <a:pt x="86" y="576"/>
                    <a:pt x="86" y="593"/>
                    <a:pt x="86" y="610"/>
                  </a:cubicBezTo>
                  <a:cubicBezTo>
                    <a:pt x="86" y="636"/>
                    <a:pt x="95" y="653"/>
                    <a:pt x="95" y="679"/>
                  </a:cubicBezTo>
                  <a:cubicBezTo>
                    <a:pt x="103" y="696"/>
                    <a:pt x="103" y="713"/>
                    <a:pt x="103" y="739"/>
                  </a:cubicBezTo>
                  <a:cubicBezTo>
                    <a:pt x="103" y="756"/>
                    <a:pt x="103" y="782"/>
                    <a:pt x="95" y="799"/>
                  </a:cubicBezTo>
                  <a:cubicBezTo>
                    <a:pt x="95" y="825"/>
                    <a:pt x="86" y="851"/>
                    <a:pt x="86" y="876"/>
                  </a:cubicBezTo>
                  <a:cubicBezTo>
                    <a:pt x="86" y="902"/>
                    <a:pt x="77" y="936"/>
                    <a:pt x="69" y="962"/>
                  </a:cubicBezTo>
                  <a:cubicBezTo>
                    <a:pt x="66" y="968"/>
                    <a:pt x="63" y="974"/>
                    <a:pt x="60" y="979"/>
                  </a:cubicBezTo>
                  <a:lnTo>
                    <a:pt x="60" y="979"/>
                  </a:lnTo>
                  <a:cubicBezTo>
                    <a:pt x="63" y="977"/>
                    <a:pt x="66" y="974"/>
                    <a:pt x="69" y="971"/>
                  </a:cubicBezTo>
                  <a:cubicBezTo>
                    <a:pt x="86" y="962"/>
                    <a:pt x="103" y="945"/>
                    <a:pt x="120" y="928"/>
                  </a:cubicBezTo>
                  <a:cubicBezTo>
                    <a:pt x="138" y="919"/>
                    <a:pt x="146" y="894"/>
                    <a:pt x="155" y="876"/>
                  </a:cubicBezTo>
                  <a:cubicBezTo>
                    <a:pt x="163" y="859"/>
                    <a:pt x="163" y="842"/>
                    <a:pt x="172" y="825"/>
                  </a:cubicBezTo>
                  <a:cubicBezTo>
                    <a:pt x="180" y="808"/>
                    <a:pt x="189" y="782"/>
                    <a:pt x="189" y="765"/>
                  </a:cubicBezTo>
                  <a:cubicBezTo>
                    <a:pt x="206" y="747"/>
                    <a:pt x="215" y="722"/>
                    <a:pt x="232" y="705"/>
                  </a:cubicBezTo>
                  <a:cubicBezTo>
                    <a:pt x="266" y="670"/>
                    <a:pt x="301" y="653"/>
                    <a:pt x="292" y="601"/>
                  </a:cubicBezTo>
                  <a:cubicBezTo>
                    <a:pt x="292" y="558"/>
                    <a:pt x="275" y="515"/>
                    <a:pt x="266" y="473"/>
                  </a:cubicBezTo>
                  <a:cubicBezTo>
                    <a:pt x="266" y="455"/>
                    <a:pt x="258" y="438"/>
                    <a:pt x="258" y="430"/>
                  </a:cubicBezTo>
                  <a:cubicBezTo>
                    <a:pt x="249" y="412"/>
                    <a:pt x="249" y="395"/>
                    <a:pt x="249" y="378"/>
                  </a:cubicBezTo>
                  <a:cubicBezTo>
                    <a:pt x="249" y="344"/>
                    <a:pt x="241" y="309"/>
                    <a:pt x="232" y="275"/>
                  </a:cubicBezTo>
                  <a:cubicBezTo>
                    <a:pt x="223" y="241"/>
                    <a:pt x="223" y="223"/>
                    <a:pt x="223" y="189"/>
                  </a:cubicBezTo>
                  <a:cubicBezTo>
                    <a:pt x="223" y="155"/>
                    <a:pt x="215" y="112"/>
                    <a:pt x="206" y="86"/>
                  </a:cubicBezTo>
                  <a:cubicBezTo>
                    <a:pt x="198" y="69"/>
                    <a:pt x="189" y="52"/>
                    <a:pt x="180" y="43"/>
                  </a:cubicBezTo>
                  <a:lnTo>
                    <a:pt x="163" y="17"/>
                  </a:lnTo>
                  <a:lnTo>
                    <a:pt x="138" y="17"/>
                  </a:lnTo>
                  <a:lnTo>
                    <a:pt x="120" y="9"/>
                  </a:lnTo>
                  <a:lnTo>
                    <a:pt x="103" y="0"/>
                  </a:lnTo>
                  <a:close/>
                  <a:moveTo>
                    <a:pt x="60" y="979"/>
                  </a:moveTo>
                  <a:lnTo>
                    <a:pt x="60" y="979"/>
                  </a:lnTo>
                  <a:cubicBezTo>
                    <a:pt x="46" y="993"/>
                    <a:pt x="32" y="1007"/>
                    <a:pt x="17" y="1014"/>
                  </a:cubicBezTo>
                  <a:lnTo>
                    <a:pt x="0" y="1040"/>
                  </a:lnTo>
                  <a:cubicBezTo>
                    <a:pt x="17" y="1031"/>
                    <a:pt x="34" y="1022"/>
                    <a:pt x="43" y="1014"/>
                  </a:cubicBezTo>
                  <a:cubicBezTo>
                    <a:pt x="49" y="1002"/>
                    <a:pt x="54" y="991"/>
                    <a:pt x="60" y="979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39" name="Google Shape;13639;p45"/>
            <p:cNvSpPr/>
            <p:nvPr/>
          </p:nvSpPr>
          <p:spPr>
            <a:xfrm>
              <a:off x="5697950" y="1327025"/>
              <a:ext cx="29875" cy="34925"/>
            </a:xfrm>
            <a:custGeom>
              <a:avLst/>
              <a:gdLst/>
              <a:ahLst/>
              <a:cxnLst/>
              <a:rect l="l" t="t" r="r" b="b"/>
              <a:pathLst>
                <a:path w="1195" h="1397" extrusionOk="0">
                  <a:moveTo>
                    <a:pt x="799" y="396"/>
                  </a:moveTo>
                  <a:lnTo>
                    <a:pt x="805" y="401"/>
                  </a:lnTo>
                  <a:lnTo>
                    <a:pt x="805" y="401"/>
                  </a:lnTo>
                  <a:cubicBezTo>
                    <a:pt x="804" y="398"/>
                    <a:pt x="802" y="396"/>
                    <a:pt x="799" y="396"/>
                  </a:cubicBezTo>
                  <a:close/>
                  <a:moveTo>
                    <a:pt x="1031" y="0"/>
                  </a:moveTo>
                  <a:cubicBezTo>
                    <a:pt x="1049" y="35"/>
                    <a:pt x="1049" y="78"/>
                    <a:pt x="1057" y="121"/>
                  </a:cubicBezTo>
                  <a:cubicBezTo>
                    <a:pt x="1066" y="172"/>
                    <a:pt x="1074" y="207"/>
                    <a:pt x="1066" y="258"/>
                  </a:cubicBezTo>
                  <a:cubicBezTo>
                    <a:pt x="1057" y="327"/>
                    <a:pt x="1031" y="404"/>
                    <a:pt x="1006" y="473"/>
                  </a:cubicBezTo>
                  <a:lnTo>
                    <a:pt x="980" y="430"/>
                  </a:lnTo>
                  <a:cubicBezTo>
                    <a:pt x="963" y="413"/>
                    <a:pt x="954" y="396"/>
                    <a:pt x="937" y="379"/>
                  </a:cubicBezTo>
                  <a:cubicBezTo>
                    <a:pt x="920" y="387"/>
                    <a:pt x="937" y="413"/>
                    <a:pt x="920" y="421"/>
                  </a:cubicBezTo>
                  <a:cubicBezTo>
                    <a:pt x="903" y="387"/>
                    <a:pt x="903" y="344"/>
                    <a:pt x="894" y="310"/>
                  </a:cubicBezTo>
                  <a:cubicBezTo>
                    <a:pt x="885" y="275"/>
                    <a:pt x="868" y="250"/>
                    <a:pt x="860" y="215"/>
                  </a:cubicBezTo>
                  <a:cubicBezTo>
                    <a:pt x="851" y="198"/>
                    <a:pt x="842" y="181"/>
                    <a:pt x="834" y="164"/>
                  </a:cubicBezTo>
                  <a:cubicBezTo>
                    <a:pt x="825" y="147"/>
                    <a:pt x="817" y="112"/>
                    <a:pt x="799" y="112"/>
                  </a:cubicBezTo>
                  <a:cubicBezTo>
                    <a:pt x="799" y="112"/>
                    <a:pt x="799" y="112"/>
                    <a:pt x="774" y="138"/>
                  </a:cubicBezTo>
                  <a:cubicBezTo>
                    <a:pt x="808" y="164"/>
                    <a:pt x="799" y="232"/>
                    <a:pt x="808" y="267"/>
                  </a:cubicBezTo>
                  <a:cubicBezTo>
                    <a:pt x="808" y="310"/>
                    <a:pt x="808" y="361"/>
                    <a:pt x="808" y="404"/>
                  </a:cubicBezTo>
                  <a:lnTo>
                    <a:pt x="805" y="401"/>
                  </a:lnTo>
                  <a:lnTo>
                    <a:pt x="805" y="401"/>
                  </a:lnTo>
                  <a:cubicBezTo>
                    <a:pt x="808" y="410"/>
                    <a:pt x="808" y="426"/>
                    <a:pt x="808" y="439"/>
                  </a:cubicBezTo>
                  <a:cubicBezTo>
                    <a:pt x="817" y="464"/>
                    <a:pt x="825" y="490"/>
                    <a:pt x="825" y="516"/>
                  </a:cubicBezTo>
                  <a:cubicBezTo>
                    <a:pt x="834" y="559"/>
                    <a:pt x="817" y="585"/>
                    <a:pt x="799" y="619"/>
                  </a:cubicBezTo>
                  <a:cubicBezTo>
                    <a:pt x="782" y="602"/>
                    <a:pt x="782" y="576"/>
                    <a:pt x="765" y="542"/>
                  </a:cubicBezTo>
                  <a:cubicBezTo>
                    <a:pt x="765" y="533"/>
                    <a:pt x="731" y="473"/>
                    <a:pt x="722" y="464"/>
                  </a:cubicBezTo>
                  <a:lnTo>
                    <a:pt x="705" y="516"/>
                  </a:lnTo>
                  <a:cubicBezTo>
                    <a:pt x="696" y="533"/>
                    <a:pt x="688" y="550"/>
                    <a:pt x="671" y="568"/>
                  </a:cubicBezTo>
                  <a:cubicBezTo>
                    <a:pt x="662" y="585"/>
                    <a:pt x="662" y="602"/>
                    <a:pt x="645" y="619"/>
                  </a:cubicBezTo>
                  <a:cubicBezTo>
                    <a:pt x="619" y="662"/>
                    <a:pt x="567" y="714"/>
                    <a:pt x="567" y="765"/>
                  </a:cubicBezTo>
                  <a:lnTo>
                    <a:pt x="576" y="739"/>
                  </a:lnTo>
                  <a:lnTo>
                    <a:pt x="585" y="774"/>
                  </a:lnTo>
                  <a:cubicBezTo>
                    <a:pt x="593" y="808"/>
                    <a:pt x="576" y="842"/>
                    <a:pt x="559" y="877"/>
                  </a:cubicBezTo>
                  <a:cubicBezTo>
                    <a:pt x="533" y="911"/>
                    <a:pt x="499" y="937"/>
                    <a:pt x="464" y="954"/>
                  </a:cubicBezTo>
                  <a:cubicBezTo>
                    <a:pt x="447" y="963"/>
                    <a:pt x="439" y="971"/>
                    <a:pt x="421" y="980"/>
                  </a:cubicBezTo>
                  <a:lnTo>
                    <a:pt x="413" y="989"/>
                  </a:lnTo>
                  <a:cubicBezTo>
                    <a:pt x="407" y="993"/>
                    <a:pt x="401" y="994"/>
                    <a:pt x="395" y="994"/>
                  </a:cubicBezTo>
                  <a:cubicBezTo>
                    <a:pt x="376" y="994"/>
                    <a:pt x="357" y="976"/>
                    <a:pt x="344" y="963"/>
                  </a:cubicBezTo>
                  <a:cubicBezTo>
                    <a:pt x="310" y="928"/>
                    <a:pt x="284" y="894"/>
                    <a:pt x="241" y="885"/>
                  </a:cubicBezTo>
                  <a:lnTo>
                    <a:pt x="224" y="920"/>
                  </a:lnTo>
                  <a:cubicBezTo>
                    <a:pt x="220" y="921"/>
                    <a:pt x="216" y="922"/>
                    <a:pt x="212" y="922"/>
                  </a:cubicBezTo>
                  <a:cubicBezTo>
                    <a:pt x="194" y="922"/>
                    <a:pt x="171" y="911"/>
                    <a:pt x="164" y="911"/>
                  </a:cubicBezTo>
                  <a:cubicBezTo>
                    <a:pt x="138" y="903"/>
                    <a:pt x="121" y="894"/>
                    <a:pt x="104" y="885"/>
                  </a:cubicBezTo>
                  <a:cubicBezTo>
                    <a:pt x="95" y="911"/>
                    <a:pt x="86" y="928"/>
                    <a:pt x="86" y="963"/>
                  </a:cubicBezTo>
                  <a:cubicBezTo>
                    <a:pt x="78" y="1006"/>
                    <a:pt x="69" y="1040"/>
                    <a:pt x="52" y="1074"/>
                  </a:cubicBezTo>
                  <a:cubicBezTo>
                    <a:pt x="43" y="1092"/>
                    <a:pt x="43" y="1109"/>
                    <a:pt x="43" y="1117"/>
                  </a:cubicBezTo>
                  <a:lnTo>
                    <a:pt x="18" y="1152"/>
                  </a:lnTo>
                  <a:cubicBezTo>
                    <a:pt x="0" y="1178"/>
                    <a:pt x="18" y="1195"/>
                    <a:pt x="35" y="1220"/>
                  </a:cubicBezTo>
                  <a:cubicBezTo>
                    <a:pt x="52" y="1272"/>
                    <a:pt x="78" y="1306"/>
                    <a:pt x="121" y="1332"/>
                  </a:cubicBezTo>
                  <a:cubicBezTo>
                    <a:pt x="172" y="1367"/>
                    <a:pt x="207" y="1392"/>
                    <a:pt x="267" y="1392"/>
                  </a:cubicBezTo>
                  <a:cubicBezTo>
                    <a:pt x="295" y="1392"/>
                    <a:pt x="324" y="1388"/>
                    <a:pt x="355" y="1388"/>
                  </a:cubicBezTo>
                  <a:cubicBezTo>
                    <a:pt x="371" y="1388"/>
                    <a:pt x="387" y="1389"/>
                    <a:pt x="404" y="1392"/>
                  </a:cubicBezTo>
                  <a:cubicBezTo>
                    <a:pt x="421" y="1392"/>
                    <a:pt x="435" y="1396"/>
                    <a:pt x="449" y="1396"/>
                  </a:cubicBezTo>
                  <a:cubicBezTo>
                    <a:pt x="457" y="1396"/>
                    <a:pt x="464" y="1395"/>
                    <a:pt x="473" y="1392"/>
                  </a:cubicBezTo>
                  <a:cubicBezTo>
                    <a:pt x="482" y="1384"/>
                    <a:pt x="499" y="1375"/>
                    <a:pt x="507" y="1367"/>
                  </a:cubicBezTo>
                  <a:cubicBezTo>
                    <a:pt x="533" y="1358"/>
                    <a:pt x="567" y="1349"/>
                    <a:pt x="593" y="1332"/>
                  </a:cubicBezTo>
                  <a:cubicBezTo>
                    <a:pt x="628" y="1315"/>
                    <a:pt x="645" y="1306"/>
                    <a:pt x="688" y="1306"/>
                  </a:cubicBezTo>
                  <a:cubicBezTo>
                    <a:pt x="705" y="1306"/>
                    <a:pt x="722" y="1306"/>
                    <a:pt x="739" y="1298"/>
                  </a:cubicBezTo>
                  <a:cubicBezTo>
                    <a:pt x="774" y="1281"/>
                    <a:pt x="799" y="1263"/>
                    <a:pt x="834" y="1238"/>
                  </a:cubicBezTo>
                  <a:cubicBezTo>
                    <a:pt x="851" y="1220"/>
                    <a:pt x="877" y="1212"/>
                    <a:pt x="894" y="1195"/>
                  </a:cubicBezTo>
                  <a:cubicBezTo>
                    <a:pt x="920" y="1178"/>
                    <a:pt x="928" y="1152"/>
                    <a:pt x="945" y="1117"/>
                  </a:cubicBezTo>
                  <a:cubicBezTo>
                    <a:pt x="954" y="1100"/>
                    <a:pt x="988" y="1066"/>
                    <a:pt x="1006" y="1057"/>
                  </a:cubicBezTo>
                  <a:cubicBezTo>
                    <a:pt x="1031" y="1040"/>
                    <a:pt x="1057" y="1040"/>
                    <a:pt x="1074" y="1014"/>
                  </a:cubicBezTo>
                  <a:cubicBezTo>
                    <a:pt x="1100" y="989"/>
                    <a:pt x="1100" y="963"/>
                    <a:pt x="1117" y="928"/>
                  </a:cubicBezTo>
                  <a:cubicBezTo>
                    <a:pt x="1143" y="868"/>
                    <a:pt x="1143" y="791"/>
                    <a:pt x="1143" y="722"/>
                  </a:cubicBezTo>
                  <a:cubicBezTo>
                    <a:pt x="1143" y="662"/>
                    <a:pt x="1152" y="602"/>
                    <a:pt x="1160" y="542"/>
                  </a:cubicBezTo>
                  <a:cubicBezTo>
                    <a:pt x="1177" y="490"/>
                    <a:pt x="1186" y="439"/>
                    <a:pt x="1195" y="387"/>
                  </a:cubicBezTo>
                  <a:cubicBezTo>
                    <a:pt x="1195" y="370"/>
                    <a:pt x="1186" y="344"/>
                    <a:pt x="1186" y="318"/>
                  </a:cubicBezTo>
                  <a:cubicBezTo>
                    <a:pt x="1177" y="301"/>
                    <a:pt x="1177" y="284"/>
                    <a:pt x="1177" y="267"/>
                  </a:cubicBezTo>
                  <a:cubicBezTo>
                    <a:pt x="1169" y="232"/>
                    <a:pt x="1160" y="198"/>
                    <a:pt x="1143" y="164"/>
                  </a:cubicBezTo>
                  <a:cubicBezTo>
                    <a:pt x="1126" y="95"/>
                    <a:pt x="1066" y="52"/>
                    <a:pt x="1031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40" name="Google Shape;13640;p45"/>
            <p:cNvSpPr/>
            <p:nvPr/>
          </p:nvSpPr>
          <p:spPr>
            <a:xfrm>
              <a:off x="5689775" y="1307950"/>
              <a:ext cx="27525" cy="21450"/>
            </a:xfrm>
            <a:custGeom>
              <a:avLst/>
              <a:gdLst/>
              <a:ahLst/>
              <a:cxnLst/>
              <a:rect l="l" t="t" r="r" b="b"/>
              <a:pathLst>
                <a:path w="1101" h="858" extrusionOk="0">
                  <a:moveTo>
                    <a:pt x="620" y="0"/>
                  </a:moveTo>
                  <a:cubicBezTo>
                    <a:pt x="611" y="0"/>
                    <a:pt x="602" y="2"/>
                    <a:pt x="594" y="7"/>
                  </a:cubicBezTo>
                  <a:cubicBezTo>
                    <a:pt x="577" y="16"/>
                    <a:pt x="559" y="33"/>
                    <a:pt x="551" y="42"/>
                  </a:cubicBezTo>
                  <a:cubicBezTo>
                    <a:pt x="534" y="59"/>
                    <a:pt x="534" y="59"/>
                    <a:pt x="516" y="68"/>
                  </a:cubicBezTo>
                  <a:lnTo>
                    <a:pt x="448" y="68"/>
                  </a:lnTo>
                  <a:cubicBezTo>
                    <a:pt x="431" y="76"/>
                    <a:pt x="413" y="102"/>
                    <a:pt x="396" y="102"/>
                  </a:cubicBezTo>
                  <a:lnTo>
                    <a:pt x="362" y="119"/>
                  </a:lnTo>
                  <a:lnTo>
                    <a:pt x="327" y="136"/>
                  </a:lnTo>
                  <a:cubicBezTo>
                    <a:pt x="310" y="145"/>
                    <a:pt x="310" y="162"/>
                    <a:pt x="293" y="179"/>
                  </a:cubicBezTo>
                  <a:cubicBezTo>
                    <a:pt x="276" y="205"/>
                    <a:pt x="242" y="214"/>
                    <a:pt x="224" y="222"/>
                  </a:cubicBezTo>
                  <a:cubicBezTo>
                    <a:pt x="199" y="231"/>
                    <a:pt x="181" y="239"/>
                    <a:pt x="173" y="257"/>
                  </a:cubicBezTo>
                  <a:cubicBezTo>
                    <a:pt x="138" y="291"/>
                    <a:pt x="113" y="343"/>
                    <a:pt x="95" y="394"/>
                  </a:cubicBezTo>
                  <a:cubicBezTo>
                    <a:pt x="95" y="420"/>
                    <a:pt x="87" y="446"/>
                    <a:pt x="78" y="471"/>
                  </a:cubicBezTo>
                  <a:cubicBezTo>
                    <a:pt x="70" y="489"/>
                    <a:pt x="61" y="506"/>
                    <a:pt x="52" y="523"/>
                  </a:cubicBezTo>
                  <a:cubicBezTo>
                    <a:pt x="52" y="540"/>
                    <a:pt x="52" y="557"/>
                    <a:pt x="52" y="566"/>
                  </a:cubicBezTo>
                  <a:cubicBezTo>
                    <a:pt x="48" y="538"/>
                    <a:pt x="43" y="530"/>
                    <a:pt x="40" y="530"/>
                  </a:cubicBezTo>
                  <a:cubicBezTo>
                    <a:pt x="37" y="530"/>
                    <a:pt x="35" y="536"/>
                    <a:pt x="35" y="540"/>
                  </a:cubicBezTo>
                  <a:lnTo>
                    <a:pt x="27" y="574"/>
                  </a:lnTo>
                  <a:cubicBezTo>
                    <a:pt x="27" y="600"/>
                    <a:pt x="10" y="609"/>
                    <a:pt x="1" y="635"/>
                  </a:cubicBezTo>
                  <a:lnTo>
                    <a:pt x="1" y="652"/>
                  </a:lnTo>
                  <a:cubicBezTo>
                    <a:pt x="1" y="669"/>
                    <a:pt x="1" y="695"/>
                    <a:pt x="1" y="721"/>
                  </a:cubicBezTo>
                  <a:cubicBezTo>
                    <a:pt x="1" y="738"/>
                    <a:pt x="1" y="755"/>
                    <a:pt x="1" y="781"/>
                  </a:cubicBezTo>
                  <a:cubicBezTo>
                    <a:pt x="10" y="806"/>
                    <a:pt x="18" y="832"/>
                    <a:pt x="18" y="858"/>
                  </a:cubicBezTo>
                  <a:lnTo>
                    <a:pt x="35" y="824"/>
                  </a:lnTo>
                  <a:cubicBezTo>
                    <a:pt x="52" y="806"/>
                    <a:pt x="52" y="789"/>
                    <a:pt x="52" y="772"/>
                  </a:cubicBezTo>
                  <a:cubicBezTo>
                    <a:pt x="61" y="738"/>
                    <a:pt x="61" y="712"/>
                    <a:pt x="70" y="686"/>
                  </a:cubicBezTo>
                  <a:cubicBezTo>
                    <a:pt x="87" y="660"/>
                    <a:pt x="95" y="643"/>
                    <a:pt x="113" y="635"/>
                  </a:cubicBezTo>
                  <a:cubicBezTo>
                    <a:pt x="130" y="626"/>
                    <a:pt x="138" y="609"/>
                    <a:pt x="147" y="592"/>
                  </a:cubicBezTo>
                  <a:cubicBezTo>
                    <a:pt x="173" y="549"/>
                    <a:pt x="199" y="506"/>
                    <a:pt x="233" y="463"/>
                  </a:cubicBezTo>
                  <a:cubicBezTo>
                    <a:pt x="267" y="420"/>
                    <a:pt x="302" y="394"/>
                    <a:pt x="327" y="351"/>
                  </a:cubicBezTo>
                  <a:cubicBezTo>
                    <a:pt x="362" y="282"/>
                    <a:pt x="422" y="248"/>
                    <a:pt x="482" y="248"/>
                  </a:cubicBezTo>
                  <a:cubicBezTo>
                    <a:pt x="516" y="248"/>
                    <a:pt x="551" y="257"/>
                    <a:pt x="577" y="257"/>
                  </a:cubicBezTo>
                  <a:cubicBezTo>
                    <a:pt x="602" y="248"/>
                    <a:pt x="620" y="239"/>
                    <a:pt x="628" y="222"/>
                  </a:cubicBezTo>
                  <a:lnTo>
                    <a:pt x="654" y="188"/>
                  </a:lnTo>
                  <a:lnTo>
                    <a:pt x="662" y="179"/>
                  </a:lnTo>
                  <a:lnTo>
                    <a:pt x="705" y="162"/>
                  </a:lnTo>
                  <a:cubicBezTo>
                    <a:pt x="723" y="154"/>
                    <a:pt x="731" y="145"/>
                    <a:pt x="748" y="136"/>
                  </a:cubicBezTo>
                  <a:lnTo>
                    <a:pt x="774" y="119"/>
                  </a:lnTo>
                  <a:lnTo>
                    <a:pt x="800" y="93"/>
                  </a:lnTo>
                  <a:cubicBezTo>
                    <a:pt x="817" y="76"/>
                    <a:pt x="851" y="76"/>
                    <a:pt x="869" y="76"/>
                  </a:cubicBezTo>
                  <a:cubicBezTo>
                    <a:pt x="920" y="76"/>
                    <a:pt x="972" y="93"/>
                    <a:pt x="1023" y="93"/>
                  </a:cubicBezTo>
                  <a:lnTo>
                    <a:pt x="1066" y="102"/>
                  </a:lnTo>
                  <a:lnTo>
                    <a:pt x="1101" y="102"/>
                  </a:lnTo>
                  <a:lnTo>
                    <a:pt x="1058" y="76"/>
                  </a:lnTo>
                  <a:cubicBezTo>
                    <a:pt x="1041" y="68"/>
                    <a:pt x="1023" y="59"/>
                    <a:pt x="1006" y="50"/>
                  </a:cubicBezTo>
                  <a:cubicBezTo>
                    <a:pt x="980" y="42"/>
                    <a:pt x="955" y="42"/>
                    <a:pt x="937" y="33"/>
                  </a:cubicBezTo>
                  <a:cubicBezTo>
                    <a:pt x="930" y="31"/>
                    <a:pt x="923" y="31"/>
                    <a:pt x="915" y="31"/>
                  </a:cubicBezTo>
                  <a:cubicBezTo>
                    <a:pt x="893" y="31"/>
                    <a:pt x="870" y="36"/>
                    <a:pt x="849" y="36"/>
                  </a:cubicBezTo>
                  <a:cubicBezTo>
                    <a:pt x="841" y="36"/>
                    <a:pt x="833" y="35"/>
                    <a:pt x="826" y="33"/>
                  </a:cubicBezTo>
                  <a:cubicBezTo>
                    <a:pt x="774" y="25"/>
                    <a:pt x="731" y="16"/>
                    <a:pt x="688" y="16"/>
                  </a:cubicBezTo>
                  <a:cubicBezTo>
                    <a:pt x="665" y="10"/>
                    <a:pt x="641" y="0"/>
                    <a:pt x="620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41" name="Google Shape;13641;p45"/>
            <p:cNvSpPr/>
            <p:nvPr/>
          </p:nvSpPr>
          <p:spPr>
            <a:xfrm>
              <a:off x="5693225" y="1318825"/>
              <a:ext cx="29225" cy="37875"/>
            </a:xfrm>
            <a:custGeom>
              <a:avLst/>
              <a:gdLst/>
              <a:ahLst/>
              <a:cxnLst/>
              <a:rect l="l" t="t" r="r" b="b"/>
              <a:pathLst>
                <a:path w="1169" h="1515" extrusionOk="0">
                  <a:moveTo>
                    <a:pt x="771" y="1"/>
                  </a:moveTo>
                  <a:cubicBezTo>
                    <a:pt x="747" y="1"/>
                    <a:pt x="725" y="6"/>
                    <a:pt x="705" y="11"/>
                  </a:cubicBezTo>
                  <a:cubicBezTo>
                    <a:pt x="662" y="19"/>
                    <a:pt x="628" y="36"/>
                    <a:pt x="593" y="62"/>
                  </a:cubicBezTo>
                  <a:cubicBezTo>
                    <a:pt x="550" y="88"/>
                    <a:pt x="490" y="88"/>
                    <a:pt x="447" y="122"/>
                  </a:cubicBezTo>
                  <a:cubicBezTo>
                    <a:pt x="421" y="139"/>
                    <a:pt x="396" y="165"/>
                    <a:pt x="370" y="182"/>
                  </a:cubicBezTo>
                  <a:cubicBezTo>
                    <a:pt x="335" y="200"/>
                    <a:pt x="301" y="217"/>
                    <a:pt x="275" y="251"/>
                  </a:cubicBezTo>
                  <a:cubicBezTo>
                    <a:pt x="232" y="294"/>
                    <a:pt x="172" y="311"/>
                    <a:pt x="129" y="346"/>
                  </a:cubicBezTo>
                  <a:cubicBezTo>
                    <a:pt x="104" y="363"/>
                    <a:pt x="78" y="397"/>
                    <a:pt x="61" y="423"/>
                  </a:cubicBezTo>
                  <a:cubicBezTo>
                    <a:pt x="35" y="449"/>
                    <a:pt x="18" y="509"/>
                    <a:pt x="9" y="543"/>
                  </a:cubicBezTo>
                  <a:cubicBezTo>
                    <a:pt x="9" y="595"/>
                    <a:pt x="18" y="655"/>
                    <a:pt x="18" y="707"/>
                  </a:cubicBezTo>
                  <a:cubicBezTo>
                    <a:pt x="9" y="749"/>
                    <a:pt x="0" y="784"/>
                    <a:pt x="0" y="835"/>
                  </a:cubicBezTo>
                  <a:cubicBezTo>
                    <a:pt x="0" y="853"/>
                    <a:pt x="18" y="870"/>
                    <a:pt x="18" y="896"/>
                  </a:cubicBezTo>
                  <a:lnTo>
                    <a:pt x="18" y="930"/>
                  </a:lnTo>
                  <a:cubicBezTo>
                    <a:pt x="18" y="947"/>
                    <a:pt x="26" y="956"/>
                    <a:pt x="35" y="973"/>
                  </a:cubicBezTo>
                  <a:cubicBezTo>
                    <a:pt x="35" y="999"/>
                    <a:pt x="35" y="1016"/>
                    <a:pt x="43" y="1042"/>
                  </a:cubicBezTo>
                  <a:cubicBezTo>
                    <a:pt x="61" y="1085"/>
                    <a:pt x="78" y="1136"/>
                    <a:pt x="95" y="1179"/>
                  </a:cubicBezTo>
                  <a:cubicBezTo>
                    <a:pt x="104" y="1222"/>
                    <a:pt x="138" y="1256"/>
                    <a:pt x="164" y="1299"/>
                  </a:cubicBezTo>
                  <a:cubicBezTo>
                    <a:pt x="189" y="1334"/>
                    <a:pt x="215" y="1368"/>
                    <a:pt x="241" y="1402"/>
                  </a:cubicBezTo>
                  <a:cubicBezTo>
                    <a:pt x="250" y="1420"/>
                    <a:pt x="267" y="1428"/>
                    <a:pt x="275" y="1445"/>
                  </a:cubicBezTo>
                  <a:cubicBezTo>
                    <a:pt x="279" y="1449"/>
                    <a:pt x="282" y="1453"/>
                    <a:pt x="285" y="1458"/>
                  </a:cubicBezTo>
                  <a:lnTo>
                    <a:pt x="285" y="1458"/>
                  </a:lnTo>
                  <a:cubicBezTo>
                    <a:pt x="284" y="1453"/>
                    <a:pt x="284" y="1448"/>
                    <a:pt x="284" y="1445"/>
                  </a:cubicBezTo>
                  <a:cubicBezTo>
                    <a:pt x="275" y="1428"/>
                    <a:pt x="284" y="1411"/>
                    <a:pt x="275" y="1402"/>
                  </a:cubicBezTo>
                  <a:cubicBezTo>
                    <a:pt x="275" y="1385"/>
                    <a:pt x="267" y="1377"/>
                    <a:pt x="267" y="1359"/>
                  </a:cubicBezTo>
                  <a:cubicBezTo>
                    <a:pt x="258" y="1325"/>
                    <a:pt x="258" y="1308"/>
                    <a:pt x="284" y="1291"/>
                  </a:cubicBezTo>
                  <a:cubicBezTo>
                    <a:pt x="301" y="1274"/>
                    <a:pt x="344" y="1256"/>
                    <a:pt x="353" y="1239"/>
                  </a:cubicBezTo>
                  <a:cubicBezTo>
                    <a:pt x="353" y="1213"/>
                    <a:pt x="327" y="1179"/>
                    <a:pt x="318" y="1162"/>
                  </a:cubicBezTo>
                  <a:cubicBezTo>
                    <a:pt x="301" y="1136"/>
                    <a:pt x="293" y="1110"/>
                    <a:pt x="284" y="1093"/>
                  </a:cubicBezTo>
                  <a:cubicBezTo>
                    <a:pt x="250" y="1024"/>
                    <a:pt x="250" y="947"/>
                    <a:pt x="267" y="887"/>
                  </a:cubicBezTo>
                  <a:cubicBezTo>
                    <a:pt x="284" y="853"/>
                    <a:pt x="284" y="818"/>
                    <a:pt x="284" y="784"/>
                  </a:cubicBezTo>
                  <a:cubicBezTo>
                    <a:pt x="284" y="749"/>
                    <a:pt x="301" y="715"/>
                    <a:pt x="318" y="681"/>
                  </a:cubicBezTo>
                  <a:cubicBezTo>
                    <a:pt x="353" y="612"/>
                    <a:pt x="370" y="518"/>
                    <a:pt x="413" y="449"/>
                  </a:cubicBezTo>
                  <a:cubicBezTo>
                    <a:pt x="422" y="431"/>
                    <a:pt x="433" y="426"/>
                    <a:pt x="445" y="426"/>
                  </a:cubicBezTo>
                  <a:cubicBezTo>
                    <a:pt x="457" y="426"/>
                    <a:pt x="470" y="431"/>
                    <a:pt x="483" y="431"/>
                  </a:cubicBezTo>
                  <a:cubicBezTo>
                    <a:pt x="494" y="431"/>
                    <a:pt x="505" y="428"/>
                    <a:pt x="516" y="414"/>
                  </a:cubicBezTo>
                  <a:cubicBezTo>
                    <a:pt x="550" y="371"/>
                    <a:pt x="585" y="346"/>
                    <a:pt x="628" y="337"/>
                  </a:cubicBezTo>
                  <a:cubicBezTo>
                    <a:pt x="671" y="320"/>
                    <a:pt x="696" y="320"/>
                    <a:pt x="731" y="311"/>
                  </a:cubicBezTo>
                  <a:cubicBezTo>
                    <a:pt x="752" y="300"/>
                    <a:pt x="778" y="290"/>
                    <a:pt x="800" y="290"/>
                  </a:cubicBezTo>
                  <a:cubicBezTo>
                    <a:pt x="813" y="290"/>
                    <a:pt x="824" y="293"/>
                    <a:pt x="834" y="303"/>
                  </a:cubicBezTo>
                  <a:cubicBezTo>
                    <a:pt x="851" y="320"/>
                    <a:pt x="868" y="346"/>
                    <a:pt x="885" y="354"/>
                  </a:cubicBezTo>
                  <a:cubicBezTo>
                    <a:pt x="892" y="358"/>
                    <a:pt x="899" y="359"/>
                    <a:pt x="906" y="359"/>
                  </a:cubicBezTo>
                  <a:cubicBezTo>
                    <a:pt x="937" y="359"/>
                    <a:pt x="973" y="335"/>
                    <a:pt x="1014" y="328"/>
                  </a:cubicBezTo>
                  <a:lnTo>
                    <a:pt x="1040" y="380"/>
                  </a:lnTo>
                  <a:lnTo>
                    <a:pt x="1057" y="397"/>
                  </a:lnTo>
                  <a:lnTo>
                    <a:pt x="1100" y="440"/>
                  </a:lnTo>
                  <a:cubicBezTo>
                    <a:pt x="1100" y="406"/>
                    <a:pt x="1134" y="380"/>
                    <a:pt x="1143" y="346"/>
                  </a:cubicBezTo>
                  <a:cubicBezTo>
                    <a:pt x="1169" y="303"/>
                    <a:pt x="1152" y="286"/>
                    <a:pt x="1134" y="243"/>
                  </a:cubicBezTo>
                  <a:cubicBezTo>
                    <a:pt x="1100" y="182"/>
                    <a:pt x="1040" y="122"/>
                    <a:pt x="988" y="71"/>
                  </a:cubicBezTo>
                  <a:cubicBezTo>
                    <a:pt x="963" y="54"/>
                    <a:pt x="954" y="45"/>
                    <a:pt x="920" y="45"/>
                  </a:cubicBezTo>
                  <a:cubicBezTo>
                    <a:pt x="885" y="36"/>
                    <a:pt x="860" y="19"/>
                    <a:pt x="825" y="11"/>
                  </a:cubicBezTo>
                  <a:cubicBezTo>
                    <a:pt x="807" y="3"/>
                    <a:pt x="789" y="1"/>
                    <a:pt x="771" y="1"/>
                  </a:cubicBezTo>
                  <a:close/>
                  <a:moveTo>
                    <a:pt x="285" y="1458"/>
                  </a:moveTo>
                  <a:cubicBezTo>
                    <a:pt x="288" y="1480"/>
                    <a:pt x="297" y="1514"/>
                    <a:pt x="318" y="1514"/>
                  </a:cubicBezTo>
                  <a:cubicBezTo>
                    <a:pt x="305" y="1500"/>
                    <a:pt x="296" y="1476"/>
                    <a:pt x="285" y="1458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LANK_1_1_1_1_1_1_1_1">
    <p:spTree>
      <p:nvGrpSpPr>
        <p:cNvPr id="1" name="Shape 1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43" name="Google Shape;13643;p46"/>
          <p:cNvGrpSpPr/>
          <p:nvPr/>
        </p:nvGrpSpPr>
        <p:grpSpPr>
          <a:xfrm flipH="1">
            <a:off x="4763296" y="4447724"/>
            <a:ext cx="4443632" cy="1316135"/>
            <a:chOff x="-13849" y="4011750"/>
            <a:chExt cx="3821164" cy="1131770"/>
          </a:xfrm>
        </p:grpSpPr>
        <p:sp>
          <p:nvSpPr>
            <p:cNvPr id="13644" name="Google Shape;13644;p46"/>
            <p:cNvSpPr/>
            <p:nvPr/>
          </p:nvSpPr>
          <p:spPr>
            <a:xfrm>
              <a:off x="5721" y="4011750"/>
              <a:ext cx="3801593" cy="1131770"/>
            </a:xfrm>
            <a:custGeom>
              <a:avLst/>
              <a:gdLst/>
              <a:ahLst/>
              <a:cxnLst/>
              <a:rect l="l" t="t" r="r" b="b"/>
              <a:pathLst>
                <a:path w="66444" h="19781" extrusionOk="0">
                  <a:moveTo>
                    <a:pt x="61" y="0"/>
                  </a:moveTo>
                  <a:lnTo>
                    <a:pt x="1" y="19781"/>
                  </a:lnTo>
                  <a:cubicBezTo>
                    <a:pt x="1" y="19781"/>
                    <a:pt x="29054" y="19749"/>
                    <a:pt x="48541" y="19749"/>
                  </a:cubicBezTo>
                  <a:cubicBezTo>
                    <a:pt x="58285" y="19749"/>
                    <a:pt x="65637" y="19757"/>
                    <a:pt x="65771" y="19781"/>
                  </a:cubicBezTo>
                  <a:cubicBezTo>
                    <a:pt x="65773" y="19781"/>
                    <a:pt x="65774" y="19781"/>
                    <a:pt x="65776" y="19781"/>
                  </a:cubicBezTo>
                  <a:cubicBezTo>
                    <a:pt x="66174" y="19781"/>
                    <a:pt x="66443" y="10853"/>
                    <a:pt x="66443" y="10853"/>
                  </a:cubicBezTo>
                  <a:cubicBezTo>
                    <a:pt x="45881" y="532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3645" name="Google Shape;13645;p46"/>
            <p:cNvGrpSpPr/>
            <p:nvPr/>
          </p:nvGrpSpPr>
          <p:grpSpPr>
            <a:xfrm>
              <a:off x="-13849" y="4011750"/>
              <a:ext cx="3801593" cy="1131760"/>
              <a:chOff x="-13849" y="4011750"/>
              <a:chExt cx="3801593" cy="1131760"/>
            </a:xfrm>
          </p:grpSpPr>
          <p:sp>
            <p:nvSpPr>
              <p:cNvPr id="13646" name="Google Shape;13646;p46"/>
              <p:cNvSpPr/>
              <p:nvPr/>
            </p:nvSpPr>
            <p:spPr>
              <a:xfrm>
                <a:off x="-2349" y="4373857"/>
                <a:ext cx="3790093" cy="374243"/>
              </a:xfrm>
              <a:custGeom>
                <a:avLst/>
                <a:gdLst/>
                <a:ahLst/>
                <a:cxnLst/>
                <a:rect l="l" t="t" r="r" b="b"/>
                <a:pathLst>
                  <a:path w="66243" h="6541" extrusionOk="0">
                    <a:moveTo>
                      <a:pt x="33954" y="1"/>
                    </a:moveTo>
                    <a:cubicBezTo>
                      <a:pt x="32128" y="1"/>
                      <a:pt x="30243" y="21"/>
                      <a:pt x="28307" y="61"/>
                    </a:cubicBezTo>
                    <a:cubicBezTo>
                      <a:pt x="19630" y="261"/>
                      <a:pt x="9429" y="633"/>
                      <a:pt x="0" y="2298"/>
                    </a:cubicBezTo>
                    <a:lnTo>
                      <a:pt x="71" y="6541"/>
                    </a:lnTo>
                    <a:cubicBezTo>
                      <a:pt x="4093" y="5467"/>
                      <a:pt x="14856" y="2990"/>
                      <a:pt x="28949" y="1916"/>
                    </a:cubicBezTo>
                    <a:cubicBezTo>
                      <a:pt x="32680" y="1636"/>
                      <a:pt x="36582" y="1435"/>
                      <a:pt x="40704" y="1435"/>
                    </a:cubicBezTo>
                    <a:cubicBezTo>
                      <a:pt x="47605" y="1435"/>
                      <a:pt x="55118" y="1987"/>
                      <a:pt x="63414" y="3642"/>
                    </a:cubicBezTo>
                    <a:cubicBezTo>
                      <a:pt x="63985" y="3752"/>
                      <a:pt x="65680" y="4906"/>
                      <a:pt x="66222" y="5006"/>
                    </a:cubicBezTo>
                    <a:cubicBezTo>
                      <a:pt x="66232" y="4725"/>
                      <a:pt x="66242" y="4554"/>
                      <a:pt x="66242" y="4524"/>
                    </a:cubicBezTo>
                    <a:cubicBezTo>
                      <a:pt x="66232" y="4524"/>
                      <a:pt x="66222" y="4514"/>
                      <a:pt x="66212" y="4514"/>
                    </a:cubicBezTo>
                    <a:cubicBezTo>
                      <a:pt x="66202" y="4504"/>
                      <a:pt x="66202" y="4504"/>
                      <a:pt x="66202" y="4504"/>
                    </a:cubicBezTo>
                    <a:cubicBezTo>
                      <a:pt x="66192" y="4504"/>
                      <a:pt x="66182" y="4494"/>
                      <a:pt x="66172" y="4494"/>
                    </a:cubicBezTo>
                    <a:cubicBezTo>
                      <a:pt x="66172" y="4494"/>
                      <a:pt x="66172" y="4494"/>
                      <a:pt x="66162" y="4484"/>
                    </a:cubicBezTo>
                    <a:cubicBezTo>
                      <a:pt x="66162" y="4484"/>
                      <a:pt x="66152" y="4484"/>
                      <a:pt x="66142" y="4474"/>
                    </a:cubicBezTo>
                    <a:lnTo>
                      <a:pt x="66132" y="4474"/>
                    </a:lnTo>
                    <a:cubicBezTo>
                      <a:pt x="66122" y="4464"/>
                      <a:pt x="66112" y="4464"/>
                      <a:pt x="66102" y="4464"/>
                    </a:cubicBezTo>
                    <a:cubicBezTo>
                      <a:pt x="66102" y="4454"/>
                      <a:pt x="66102" y="4454"/>
                      <a:pt x="66102" y="4454"/>
                    </a:cubicBezTo>
                    <a:cubicBezTo>
                      <a:pt x="64647" y="3732"/>
                      <a:pt x="63073" y="3060"/>
                      <a:pt x="61407" y="2438"/>
                    </a:cubicBezTo>
                    <a:cubicBezTo>
                      <a:pt x="57024" y="1054"/>
                      <a:pt x="46994" y="1"/>
                      <a:pt x="33954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47" name="Google Shape;13647;p46"/>
              <p:cNvSpPr/>
              <p:nvPr/>
            </p:nvSpPr>
            <p:spPr>
              <a:xfrm>
                <a:off x="-13849" y="4558659"/>
                <a:ext cx="3549619" cy="584852"/>
              </a:xfrm>
              <a:custGeom>
                <a:avLst/>
                <a:gdLst/>
                <a:ahLst/>
                <a:cxnLst/>
                <a:rect l="l" t="t" r="r" b="b"/>
                <a:pathLst>
                  <a:path w="62040" h="10222" extrusionOk="0">
                    <a:moveTo>
                      <a:pt x="49993" y="0"/>
                    </a:moveTo>
                    <a:cubicBezTo>
                      <a:pt x="48458" y="0"/>
                      <a:pt x="46793" y="41"/>
                      <a:pt x="45028" y="121"/>
                    </a:cubicBezTo>
                    <a:cubicBezTo>
                      <a:pt x="31687" y="783"/>
                      <a:pt x="18006" y="1645"/>
                      <a:pt x="11" y="6611"/>
                    </a:cubicBezTo>
                    <a:lnTo>
                      <a:pt x="1" y="10222"/>
                    </a:lnTo>
                    <a:lnTo>
                      <a:pt x="71" y="10222"/>
                    </a:lnTo>
                    <a:cubicBezTo>
                      <a:pt x="1285" y="10222"/>
                      <a:pt x="18557" y="10201"/>
                      <a:pt x="35028" y="10191"/>
                    </a:cubicBezTo>
                    <a:cubicBezTo>
                      <a:pt x="45921" y="7122"/>
                      <a:pt x="62040" y="823"/>
                      <a:pt x="62040" y="823"/>
                    </a:cubicBezTo>
                    <a:cubicBezTo>
                      <a:pt x="62040" y="823"/>
                      <a:pt x="57366" y="0"/>
                      <a:pt x="49993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48" name="Google Shape;13648;p46"/>
              <p:cNvSpPr/>
              <p:nvPr/>
            </p:nvSpPr>
            <p:spPr>
              <a:xfrm>
                <a:off x="-7499" y="4181046"/>
                <a:ext cx="3075535" cy="192872"/>
              </a:xfrm>
              <a:custGeom>
                <a:avLst/>
                <a:gdLst/>
                <a:ahLst/>
                <a:cxnLst/>
                <a:rect l="l" t="t" r="r" b="b"/>
                <a:pathLst>
                  <a:path w="53754" h="3371" extrusionOk="0">
                    <a:moveTo>
                      <a:pt x="16761" y="0"/>
                    </a:moveTo>
                    <a:cubicBezTo>
                      <a:pt x="9569" y="0"/>
                      <a:pt x="3601" y="311"/>
                      <a:pt x="0" y="622"/>
                    </a:cubicBezTo>
                    <a:lnTo>
                      <a:pt x="40" y="2759"/>
                    </a:lnTo>
                    <a:cubicBezTo>
                      <a:pt x="7854" y="1665"/>
                      <a:pt x="15848" y="1294"/>
                      <a:pt x="23171" y="1294"/>
                    </a:cubicBezTo>
                    <a:cubicBezTo>
                      <a:pt x="39340" y="1294"/>
                      <a:pt x="52159" y="3130"/>
                      <a:pt x="52159" y="3130"/>
                    </a:cubicBezTo>
                    <a:lnTo>
                      <a:pt x="53754" y="3371"/>
                    </a:lnTo>
                    <a:cubicBezTo>
                      <a:pt x="52430" y="3020"/>
                      <a:pt x="51076" y="2689"/>
                      <a:pt x="49702" y="2368"/>
                    </a:cubicBezTo>
                    <a:cubicBezTo>
                      <a:pt x="38317" y="552"/>
                      <a:pt x="26431" y="0"/>
                      <a:pt x="16761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49" name="Google Shape;13649;p46"/>
              <p:cNvSpPr/>
              <p:nvPr/>
            </p:nvSpPr>
            <p:spPr>
              <a:xfrm>
                <a:off x="-10931" y="4011750"/>
                <a:ext cx="2320297" cy="202656"/>
              </a:xfrm>
              <a:custGeom>
                <a:avLst/>
                <a:gdLst/>
                <a:ahLst/>
                <a:cxnLst/>
                <a:rect l="l" t="t" r="r" b="b"/>
                <a:pathLst>
                  <a:path w="40554" h="3542" extrusionOk="0">
                    <a:moveTo>
                      <a:pt x="10" y="0"/>
                    </a:moveTo>
                    <a:lnTo>
                      <a:pt x="0" y="1565"/>
                    </a:lnTo>
                    <a:cubicBezTo>
                      <a:pt x="1675" y="1485"/>
                      <a:pt x="3631" y="1455"/>
                      <a:pt x="5778" y="1455"/>
                    </a:cubicBezTo>
                    <a:cubicBezTo>
                      <a:pt x="16089" y="1455"/>
                      <a:pt x="30844" y="2297"/>
                      <a:pt x="40553" y="3541"/>
                    </a:cubicBezTo>
                    <a:cubicBezTo>
                      <a:pt x="21546" y="372"/>
                      <a:pt x="1705" y="30"/>
                      <a:pt x="110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3650" name="Google Shape;13650;p46"/>
          <p:cNvGrpSpPr/>
          <p:nvPr/>
        </p:nvGrpSpPr>
        <p:grpSpPr>
          <a:xfrm flipH="1">
            <a:off x="-55133" y="4061558"/>
            <a:ext cx="7318608" cy="1849125"/>
            <a:chOff x="1888320" y="3587521"/>
            <a:chExt cx="7318608" cy="1849125"/>
          </a:xfrm>
        </p:grpSpPr>
        <p:sp>
          <p:nvSpPr>
            <p:cNvPr id="13651" name="Google Shape;13651;p46"/>
            <p:cNvSpPr/>
            <p:nvPr/>
          </p:nvSpPr>
          <p:spPr>
            <a:xfrm rot="143046">
              <a:off x="1917384" y="3737863"/>
              <a:ext cx="7260480" cy="1548441"/>
            </a:xfrm>
            <a:custGeom>
              <a:avLst/>
              <a:gdLst/>
              <a:ahLst/>
              <a:cxnLst/>
              <a:rect l="l" t="t" r="r" b="b"/>
              <a:pathLst>
                <a:path w="93506" h="19942" extrusionOk="0">
                  <a:moveTo>
                    <a:pt x="93505" y="1"/>
                  </a:moveTo>
                  <a:cubicBezTo>
                    <a:pt x="93504" y="1"/>
                    <a:pt x="16962" y="15739"/>
                    <a:pt x="1" y="19941"/>
                  </a:cubicBezTo>
                  <a:lnTo>
                    <a:pt x="93375" y="17905"/>
                  </a:lnTo>
                  <a:lnTo>
                    <a:pt x="935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52" name="Google Shape;13652;p46"/>
            <p:cNvSpPr/>
            <p:nvPr/>
          </p:nvSpPr>
          <p:spPr>
            <a:xfrm rot="143046">
              <a:off x="5997787" y="4442569"/>
              <a:ext cx="3158223" cy="781985"/>
            </a:xfrm>
            <a:custGeom>
              <a:avLst/>
              <a:gdLst/>
              <a:ahLst/>
              <a:cxnLst/>
              <a:rect l="l" t="t" r="r" b="b"/>
              <a:pathLst>
                <a:path w="40674" h="10071" extrusionOk="0">
                  <a:moveTo>
                    <a:pt x="33653" y="10071"/>
                  </a:moveTo>
                  <a:lnTo>
                    <a:pt x="33653" y="10071"/>
                  </a:lnTo>
                  <a:lnTo>
                    <a:pt x="40674" y="9920"/>
                  </a:lnTo>
                  <a:lnTo>
                    <a:pt x="33653" y="10071"/>
                  </a:lnTo>
                  <a:close/>
                  <a:moveTo>
                    <a:pt x="0" y="502"/>
                  </a:moveTo>
                  <a:lnTo>
                    <a:pt x="0" y="502"/>
                  </a:lnTo>
                  <a:cubicBezTo>
                    <a:pt x="803" y="331"/>
                    <a:pt x="1595" y="161"/>
                    <a:pt x="2387" y="0"/>
                  </a:cubicBezTo>
                  <a:cubicBezTo>
                    <a:pt x="1595" y="161"/>
                    <a:pt x="803" y="331"/>
                    <a:pt x="0" y="502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53" name="Google Shape;13653;p46"/>
            <p:cNvSpPr/>
            <p:nvPr/>
          </p:nvSpPr>
          <p:spPr>
            <a:xfrm rot="143046">
              <a:off x="5998047" y="4430090"/>
              <a:ext cx="3158999" cy="794486"/>
            </a:xfrm>
            <a:custGeom>
              <a:avLst/>
              <a:gdLst/>
              <a:ahLst/>
              <a:cxnLst/>
              <a:rect l="l" t="t" r="r" b="b"/>
              <a:pathLst>
                <a:path w="40684" h="10232" extrusionOk="0">
                  <a:moveTo>
                    <a:pt x="3150" y="1"/>
                  </a:moveTo>
                  <a:cubicBezTo>
                    <a:pt x="2899" y="51"/>
                    <a:pt x="2648" y="101"/>
                    <a:pt x="2387" y="161"/>
                  </a:cubicBezTo>
                  <a:cubicBezTo>
                    <a:pt x="1595" y="322"/>
                    <a:pt x="803" y="492"/>
                    <a:pt x="0" y="663"/>
                  </a:cubicBezTo>
                  <a:cubicBezTo>
                    <a:pt x="11716" y="1676"/>
                    <a:pt x="25879" y="6982"/>
                    <a:pt x="33653" y="10232"/>
                  </a:cubicBezTo>
                  <a:lnTo>
                    <a:pt x="40674" y="10081"/>
                  </a:lnTo>
                  <a:lnTo>
                    <a:pt x="40684" y="9409"/>
                  </a:lnTo>
                  <a:cubicBezTo>
                    <a:pt x="38066" y="8286"/>
                    <a:pt x="31947" y="5828"/>
                    <a:pt x="23672" y="3571"/>
                  </a:cubicBezTo>
                  <a:cubicBezTo>
                    <a:pt x="17764" y="1957"/>
                    <a:pt x="10763" y="422"/>
                    <a:pt x="315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54" name="Google Shape;13654;p46"/>
            <p:cNvSpPr/>
            <p:nvPr/>
          </p:nvSpPr>
          <p:spPr>
            <a:xfrm rot="143046">
              <a:off x="6673450" y="4294666"/>
              <a:ext cx="2496280" cy="622420"/>
            </a:xfrm>
            <a:custGeom>
              <a:avLst/>
              <a:gdLst/>
              <a:ahLst/>
              <a:cxnLst/>
              <a:rect l="l" t="t" r="r" b="b"/>
              <a:pathLst>
                <a:path w="32149" h="8016" extrusionOk="0">
                  <a:moveTo>
                    <a:pt x="3792" y="1"/>
                  </a:moveTo>
                  <a:cubicBezTo>
                    <a:pt x="2568" y="252"/>
                    <a:pt x="1334" y="512"/>
                    <a:pt x="80" y="773"/>
                  </a:cubicBezTo>
                  <a:lnTo>
                    <a:pt x="0" y="793"/>
                  </a:lnTo>
                  <a:cubicBezTo>
                    <a:pt x="8035" y="1355"/>
                    <a:pt x="22158" y="3792"/>
                    <a:pt x="32128" y="8015"/>
                  </a:cubicBezTo>
                  <a:lnTo>
                    <a:pt x="32148" y="4805"/>
                  </a:lnTo>
                  <a:cubicBezTo>
                    <a:pt x="27133" y="3592"/>
                    <a:pt x="13572" y="482"/>
                    <a:pt x="3792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55" name="Google Shape;13655;p46"/>
            <p:cNvSpPr/>
            <p:nvPr/>
          </p:nvSpPr>
          <p:spPr>
            <a:xfrm rot="143046">
              <a:off x="5401255" y="4552724"/>
              <a:ext cx="2533706" cy="668387"/>
            </a:xfrm>
            <a:custGeom>
              <a:avLst/>
              <a:gdLst/>
              <a:ahLst/>
              <a:cxnLst/>
              <a:rect l="l" t="t" r="r" b="b"/>
              <a:pathLst>
                <a:path w="32631" h="8608" extrusionOk="0">
                  <a:moveTo>
                    <a:pt x="21205" y="8607"/>
                  </a:moveTo>
                  <a:cubicBezTo>
                    <a:pt x="21205" y="8607"/>
                    <a:pt x="21205" y="8607"/>
                    <a:pt x="21205" y="8607"/>
                  </a:cubicBezTo>
                  <a:lnTo>
                    <a:pt x="32630" y="8356"/>
                  </a:lnTo>
                  <a:lnTo>
                    <a:pt x="32630" y="8356"/>
                  </a:lnTo>
                  <a:lnTo>
                    <a:pt x="21205" y="8607"/>
                  </a:lnTo>
                  <a:close/>
                  <a:moveTo>
                    <a:pt x="1" y="201"/>
                  </a:moveTo>
                  <a:cubicBezTo>
                    <a:pt x="322" y="131"/>
                    <a:pt x="643" y="61"/>
                    <a:pt x="964" y="1"/>
                  </a:cubicBezTo>
                  <a:cubicBezTo>
                    <a:pt x="643" y="61"/>
                    <a:pt x="322" y="131"/>
                    <a:pt x="1" y="20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56" name="Google Shape;13656;p46"/>
            <p:cNvSpPr/>
            <p:nvPr/>
          </p:nvSpPr>
          <p:spPr>
            <a:xfrm rot="143046">
              <a:off x="5301147" y="4535112"/>
              <a:ext cx="2634182" cy="683917"/>
            </a:xfrm>
            <a:custGeom>
              <a:avLst/>
              <a:gdLst/>
              <a:ahLst/>
              <a:cxnLst/>
              <a:rect l="l" t="t" r="r" b="b"/>
              <a:pathLst>
                <a:path w="33925" h="8808" extrusionOk="0">
                  <a:moveTo>
                    <a:pt x="3211" y="0"/>
                  </a:moveTo>
                  <a:cubicBezTo>
                    <a:pt x="2890" y="60"/>
                    <a:pt x="2569" y="131"/>
                    <a:pt x="2258" y="201"/>
                  </a:cubicBezTo>
                  <a:cubicBezTo>
                    <a:pt x="1937" y="261"/>
                    <a:pt x="1616" y="331"/>
                    <a:pt x="1295" y="401"/>
                  </a:cubicBezTo>
                  <a:cubicBezTo>
                    <a:pt x="864" y="492"/>
                    <a:pt x="432" y="582"/>
                    <a:pt x="1" y="672"/>
                  </a:cubicBezTo>
                  <a:cubicBezTo>
                    <a:pt x="10804" y="2759"/>
                    <a:pt x="18337" y="6470"/>
                    <a:pt x="22499" y="8807"/>
                  </a:cubicBezTo>
                  <a:lnTo>
                    <a:pt x="33924" y="8556"/>
                  </a:lnTo>
                  <a:cubicBezTo>
                    <a:pt x="24967" y="3902"/>
                    <a:pt x="12359" y="933"/>
                    <a:pt x="3211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57" name="Google Shape;13657;p46"/>
            <p:cNvSpPr/>
            <p:nvPr/>
          </p:nvSpPr>
          <p:spPr>
            <a:xfrm rot="143046">
              <a:off x="6061508" y="5216857"/>
              <a:ext cx="252431" cy="5513"/>
            </a:xfrm>
            <a:custGeom>
              <a:avLst/>
              <a:gdLst/>
              <a:ahLst/>
              <a:cxnLst/>
              <a:rect l="l" t="t" r="r" b="b"/>
              <a:pathLst>
                <a:path w="3251" h="71" extrusionOk="0">
                  <a:moveTo>
                    <a:pt x="0" y="71"/>
                  </a:moveTo>
                  <a:lnTo>
                    <a:pt x="3250" y="1"/>
                  </a:lnTo>
                  <a:lnTo>
                    <a:pt x="3250" y="1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58" name="Google Shape;13658;p46"/>
            <p:cNvSpPr/>
            <p:nvPr/>
          </p:nvSpPr>
          <p:spPr>
            <a:xfrm rot="143046">
              <a:off x="4636540" y="4632656"/>
              <a:ext cx="1689448" cy="566359"/>
            </a:xfrm>
            <a:custGeom>
              <a:avLst/>
              <a:gdLst/>
              <a:ahLst/>
              <a:cxnLst/>
              <a:rect l="l" t="t" r="r" b="b"/>
              <a:pathLst>
                <a:path w="21758" h="7294" extrusionOk="0">
                  <a:moveTo>
                    <a:pt x="2910" y="1"/>
                  </a:moveTo>
                  <a:cubicBezTo>
                    <a:pt x="1937" y="202"/>
                    <a:pt x="964" y="412"/>
                    <a:pt x="1" y="613"/>
                  </a:cubicBezTo>
                  <a:cubicBezTo>
                    <a:pt x="2709" y="1536"/>
                    <a:pt x="5417" y="2709"/>
                    <a:pt x="7022" y="3381"/>
                  </a:cubicBezTo>
                  <a:cubicBezTo>
                    <a:pt x="12158" y="5528"/>
                    <a:pt x="14134" y="6711"/>
                    <a:pt x="14906" y="7293"/>
                  </a:cubicBezTo>
                  <a:lnTo>
                    <a:pt x="18507" y="7213"/>
                  </a:lnTo>
                  <a:lnTo>
                    <a:pt x="21757" y="7143"/>
                  </a:lnTo>
                  <a:cubicBezTo>
                    <a:pt x="18878" y="4113"/>
                    <a:pt x="9711" y="1335"/>
                    <a:pt x="291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59" name="Google Shape;13659;p46"/>
            <p:cNvSpPr/>
            <p:nvPr/>
          </p:nvSpPr>
          <p:spPr>
            <a:xfrm rot="143046">
              <a:off x="7395956" y="4106506"/>
              <a:ext cx="1791399" cy="352907"/>
            </a:xfrm>
            <a:custGeom>
              <a:avLst/>
              <a:gdLst/>
              <a:ahLst/>
              <a:cxnLst/>
              <a:rect l="l" t="t" r="r" b="b"/>
              <a:pathLst>
                <a:path w="23071" h="4545" extrusionOk="0">
                  <a:moveTo>
                    <a:pt x="9399" y="1"/>
                  </a:moveTo>
                  <a:cubicBezTo>
                    <a:pt x="8666" y="1"/>
                    <a:pt x="7904" y="11"/>
                    <a:pt x="7112" y="31"/>
                  </a:cubicBezTo>
                  <a:cubicBezTo>
                    <a:pt x="4895" y="482"/>
                    <a:pt x="2518" y="984"/>
                    <a:pt x="0" y="1505"/>
                  </a:cubicBezTo>
                  <a:cubicBezTo>
                    <a:pt x="7573" y="1636"/>
                    <a:pt x="18918" y="2990"/>
                    <a:pt x="23040" y="4545"/>
                  </a:cubicBezTo>
                  <a:lnTo>
                    <a:pt x="23060" y="2749"/>
                  </a:lnTo>
                  <a:lnTo>
                    <a:pt x="23070" y="1154"/>
                  </a:lnTo>
                  <a:cubicBezTo>
                    <a:pt x="23060" y="1154"/>
                    <a:pt x="18767" y="1"/>
                    <a:pt x="9399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60" name="Google Shape;13660;p46"/>
            <p:cNvSpPr/>
            <p:nvPr/>
          </p:nvSpPr>
          <p:spPr>
            <a:xfrm rot="143046">
              <a:off x="8460094" y="3874023"/>
              <a:ext cx="743860" cy="153509"/>
            </a:xfrm>
            <a:custGeom>
              <a:avLst/>
              <a:gdLst/>
              <a:ahLst/>
              <a:cxnLst/>
              <a:rect l="l" t="t" r="r" b="b"/>
              <a:pathLst>
                <a:path w="9580" h="1977" extrusionOk="0">
                  <a:moveTo>
                    <a:pt x="9569" y="1"/>
                  </a:moveTo>
                  <a:lnTo>
                    <a:pt x="9569" y="11"/>
                  </a:lnTo>
                  <a:lnTo>
                    <a:pt x="9549" y="11"/>
                  </a:lnTo>
                  <a:cubicBezTo>
                    <a:pt x="9228" y="71"/>
                    <a:pt x="5627" y="813"/>
                    <a:pt x="0" y="1977"/>
                  </a:cubicBezTo>
                  <a:cubicBezTo>
                    <a:pt x="4032" y="1887"/>
                    <a:pt x="7443" y="1846"/>
                    <a:pt x="9569" y="1826"/>
                  </a:cubicBezTo>
                  <a:lnTo>
                    <a:pt x="9579" y="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61" name="Google Shape;13661;p46"/>
            <p:cNvSpPr/>
            <p:nvPr/>
          </p:nvSpPr>
          <p:spPr>
            <a:xfrm rot="143046">
              <a:off x="3990951" y="4756076"/>
              <a:ext cx="1383285" cy="396467"/>
            </a:xfrm>
            <a:custGeom>
              <a:avLst/>
              <a:gdLst/>
              <a:ahLst/>
              <a:cxnLst/>
              <a:rect l="l" t="t" r="r" b="b"/>
              <a:pathLst>
                <a:path w="17815" h="5106" extrusionOk="0">
                  <a:moveTo>
                    <a:pt x="1716" y="0"/>
                  </a:moveTo>
                  <a:cubicBezTo>
                    <a:pt x="1134" y="120"/>
                    <a:pt x="562" y="241"/>
                    <a:pt x="1" y="361"/>
                  </a:cubicBezTo>
                  <a:cubicBezTo>
                    <a:pt x="3190" y="1615"/>
                    <a:pt x="11295" y="5106"/>
                    <a:pt x="11295" y="5106"/>
                  </a:cubicBezTo>
                  <a:lnTo>
                    <a:pt x="17815" y="3912"/>
                  </a:lnTo>
                  <a:cubicBezTo>
                    <a:pt x="17815" y="3912"/>
                    <a:pt x="8627" y="1344"/>
                    <a:pt x="1716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62" name="Google Shape;13662;p46"/>
            <p:cNvSpPr/>
            <p:nvPr/>
          </p:nvSpPr>
          <p:spPr>
            <a:xfrm rot="143046">
              <a:off x="3540962" y="4844831"/>
              <a:ext cx="784314" cy="331088"/>
            </a:xfrm>
            <a:custGeom>
              <a:avLst/>
              <a:gdLst/>
              <a:ahLst/>
              <a:cxnLst/>
              <a:rect l="l" t="t" r="r" b="b"/>
              <a:pathLst>
                <a:path w="10101" h="4264" extrusionOk="0">
                  <a:moveTo>
                    <a:pt x="4534" y="4264"/>
                  </a:moveTo>
                  <a:cubicBezTo>
                    <a:pt x="4534" y="4264"/>
                    <a:pt x="4534" y="4264"/>
                    <a:pt x="4534" y="4264"/>
                  </a:cubicBezTo>
                  <a:lnTo>
                    <a:pt x="10101" y="4143"/>
                  </a:lnTo>
                  <a:lnTo>
                    <a:pt x="4534" y="4264"/>
                  </a:lnTo>
                  <a:close/>
                  <a:moveTo>
                    <a:pt x="0" y="61"/>
                  </a:moveTo>
                  <a:cubicBezTo>
                    <a:pt x="90" y="41"/>
                    <a:pt x="191" y="21"/>
                    <a:pt x="281" y="1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191" y="21"/>
                    <a:pt x="90" y="41"/>
                    <a:pt x="0" y="6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63" name="Google Shape;13663;p46"/>
            <p:cNvSpPr/>
            <p:nvPr/>
          </p:nvSpPr>
          <p:spPr>
            <a:xfrm rot="143046">
              <a:off x="3251978" y="4844116"/>
              <a:ext cx="1328000" cy="331088"/>
            </a:xfrm>
            <a:custGeom>
              <a:avLst/>
              <a:gdLst/>
              <a:ahLst/>
              <a:cxnLst/>
              <a:rect l="l" t="t" r="r" b="b"/>
              <a:pathLst>
                <a:path w="17103" h="4264" extrusionOk="0">
                  <a:moveTo>
                    <a:pt x="4003" y="1"/>
                  </a:moveTo>
                  <a:cubicBezTo>
                    <a:pt x="3913" y="21"/>
                    <a:pt x="3812" y="41"/>
                    <a:pt x="3722" y="61"/>
                  </a:cubicBezTo>
                  <a:cubicBezTo>
                    <a:pt x="2448" y="332"/>
                    <a:pt x="1205" y="603"/>
                    <a:pt x="1" y="873"/>
                  </a:cubicBezTo>
                  <a:cubicBezTo>
                    <a:pt x="1776" y="1545"/>
                    <a:pt x="5648" y="3160"/>
                    <a:pt x="8256" y="4264"/>
                  </a:cubicBezTo>
                  <a:lnTo>
                    <a:pt x="13823" y="4143"/>
                  </a:lnTo>
                  <a:lnTo>
                    <a:pt x="17103" y="4073"/>
                  </a:lnTo>
                  <a:cubicBezTo>
                    <a:pt x="15719" y="3562"/>
                    <a:pt x="9640" y="1335"/>
                    <a:pt x="4003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3664" name="Google Shape;13664;p46"/>
          <p:cNvGrpSpPr/>
          <p:nvPr/>
        </p:nvGrpSpPr>
        <p:grpSpPr>
          <a:xfrm flipH="1">
            <a:off x="197230" y="4564307"/>
            <a:ext cx="8901933" cy="1094777"/>
            <a:chOff x="-75995" y="4254507"/>
            <a:chExt cx="8901933" cy="1094777"/>
          </a:xfrm>
        </p:grpSpPr>
        <p:grpSp>
          <p:nvGrpSpPr>
            <p:cNvPr id="13665" name="Google Shape;13665;p46"/>
            <p:cNvGrpSpPr/>
            <p:nvPr/>
          </p:nvGrpSpPr>
          <p:grpSpPr>
            <a:xfrm>
              <a:off x="1847659" y="4405094"/>
              <a:ext cx="5081829" cy="944189"/>
              <a:chOff x="238125" y="2195725"/>
              <a:chExt cx="7120400" cy="1322950"/>
            </a:xfrm>
          </p:grpSpPr>
          <p:sp>
            <p:nvSpPr>
              <p:cNvPr id="13666" name="Google Shape;13666;p46"/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67" name="Google Shape;13667;p46"/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68" name="Google Shape;13668;p46"/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69" name="Google Shape;13669;p46"/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70" name="Google Shape;13670;p46"/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71" name="Google Shape;13671;p46"/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72" name="Google Shape;13672;p46"/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73" name="Google Shape;13673;p46"/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74" name="Google Shape;13674;p46"/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75" name="Google Shape;13675;p46"/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76" name="Google Shape;13676;p46"/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77" name="Google Shape;13677;p46"/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78" name="Google Shape;13678;p46"/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79" name="Google Shape;13679;p46"/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80" name="Google Shape;13680;p46"/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81" name="Google Shape;13681;p46"/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82" name="Google Shape;13682;p46"/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83" name="Google Shape;13683;p46"/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84" name="Google Shape;13684;p46"/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85" name="Google Shape;13685;p46"/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86" name="Google Shape;13686;p46"/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87" name="Google Shape;13687;p46"/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88" name="Google Shape;13688;p46"/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89" name="Google Shape;13689;p46"/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90" name="Google Shape;13690;p46"/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91" name="Google Shape;13691;p46"/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92" name="Google Shape;13692;p46"/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93" name="Google Shape;13693;p46"/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94" name="Google Shape;13694;p46"/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95" name="Google Shape;13695;p46"/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96" name="Google Shape;13696;p46"/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97" name="Google Shape;13697;p46"/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98" name="Google Shape;13698;p46"/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699" name="Google Shape;13699;p46"/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00" name="Google Shape;13700;p46"/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01" name="Google Shape;13701;p46"/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02" name="Google Shape;13702;p46"/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03" name="Google Shape;13703;p46"/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04" name="Google Shape;13704;p46"/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05" name="Google Shape;13705;p46"/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06" name="Google Shape;13706;p46"/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07" name="Google Shape;13707;p46"/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08" name="Google Shape;13708;p46"/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09" name="Google Shape;13709;p46"/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10" name="Google Shape;13710;p46"/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11" name="Google Shape;13711;p46"/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12" name="Google Shape;13712;p46"/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13" name="Google Shape;13713;p46"/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14" name="Google Shape;13714;p46"/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15" name="Google Shape;13715;p46"/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16" name="Google Shape;13716;p46"/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17" name="Google Shape;13717;p46"/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18" name="Google Shape;13718;p46"/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19" name="Google Shape;13719;p46"/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20" name="Google Shape;13720;p46"/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21" name="Google Shape;13721;p46"/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22" name="Google Shape;13722;p46"/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23" name="Google Shape;13723;p46"/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24" name="Google Shape;13724;p46"/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25" name="Google Shape;13725;p46"/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26" name="Google Shape;13726;p46"/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27" name="Google Shape;13727;p46"/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28" name="Google Shape;13728;p46"/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29" name="Google Shape;13729;p46"/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30" name="Google Shape;13730;p46"/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31" name="Google Shape;13731;p46"/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32" name="Google Shape;13732;p46"/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33" name="Google Shape;13733;p46"/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34" name="Google Shape;13734;p46"/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35" name="Google Shape;13735;p46"/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36" name="Google Shape;13736;p46"/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37" name="Google Shape;13737;p46"/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38" name="Google Shape;13738;p46"/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39" name="Google Shape;13739;p46"/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40" name="Google Shape;13740;p46"/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41" name="Google Shape;13741;p46"/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42" name="Google Shape;13742;p46"/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43" name="Google Shape;13743;p46"/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44" name="Google Shape;13744;p46"/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45" name="Google Shape;13745;p46"/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46" name="Google Shape;13746;p46"/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47" name="Google Shape;13747;p46"/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48" name="Google Shape;13748;p46"/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49" name="Google Shape;13749;p46"/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50" name="Google Shape;13750;p46"/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51" name="Google Shape;13751;p46"/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52" name="Google Shape;13752;p46"/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53" name="Google Shape;13753;p46"/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54" name="Google Shape;13754;p46"/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55" name="Google Shape;13755;p46"/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56" name="Google Shape;13756;p46"/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57" name="Google Shape;13757;p46"/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58" name="Google Shape;13758;p46"/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59" name="Google Shape;13759;p46"/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60" name="Google Shape;13760;p46"/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61" name="Google Shape;13761;p46"/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62" name="Google Shape;13762;p46"/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63" name="Google Shape;13763;p46"/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64" name="Google Shape;13764;p46"/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65" name="Google Shape;13765;p46"/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66" name="Google Shape;13766;p46"/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67" name="Google Shape;13767;p46"/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68" name="Google Shape;13768;p46"/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69" name="Google Shape;13769;p46"/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70" name="Google Shape;13770;p46"/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71" name="Google Shape;13771;p46"/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72" name="Google Shape;13772;p46"/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73" name="Google Shape;13773;p46"/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74" name="Google Shape;13774;p46"/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75" name="Google Shape;13775;p46"/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76" name="Google Shape;13776;p46"/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77" name="Google Shape;13777;p46"/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78" name="Google Shape;13778;p46"/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79" name="Google Shape;13779;p46"/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80" name="Google Shape;13780;p46"/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81" name="Google Shape;13781;p46"/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82" name="Google Shape;13782;p46"/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83" name="Google Shape;13783;p46"/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84" name="Google Shape;13784;p46"/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85" name="Google Shape;13785;p46"/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86" name="Google Shape;13786;p46"/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87" name="Google Shape;13787;p46"/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88" name="Google Shape;13788;p46"/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89" name="Google Shape;13789;p46"/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90" name="Google Shape;13790;p46"/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91" name="Google Shape;13791;p46"/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92" name="Google Shape;13792;p46"/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93" name="Google Shape;13793;p46"/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94" name="Google Shape;13794;p46"/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95" name="Google Shape;13795;p46"/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96" name="Google Shape;13796;p46"/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97" name="Google Shape;13797;p46"/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98" name="Google Shape;13798;p46"/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799" name="Google Shape;13799;p46"/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00" name="Google Shape;13800;p46"/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01" name="Google Shape;13801;p46"/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02" name="Google Shape;13802;p46"/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03" name="Google Shape;13803;p46"/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04" name="Google Shape;13804;p46"/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05" name="Google Shape;13805;p46"/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06" name="Google Shape;13806;p46"/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07" name="Google Shape;13807;p46"/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08" name="Google Shape;13808;p46"/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09" name="Google Shape;13809;p46"/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10" name="Google Shape;13810;p46"/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11" name="Google Shape;13811;p46"/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12" name="Google Shape;13812;p46"/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813" name="Google Shape;13813;p46"/>
            <p:cNvGrpSpPr/>
            <p:nvPr/>
          </p:nvGrpSpPr>
          <p:grpSpPr>
            <a:xfrm>
              <a:off x="3744109" y="4254507"/>
              <a:ext cx="5081829" cy="944189"/>
              <a:chOff x="238125" y="2195725"/>
              <a:chExt cx="7120400" cy="1322950"/>
            </a:xfrm>
          </p:grpSpPr>
          <p:sp>
            <p:nvSpPr>
              <p:cNvPr id="13814" name="Google Shape;13814;p46"/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15" name="Google Shape;13815;p46"/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16" name="Google Shape;13816;p46"/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17" name="Google Shape;13817;p46"/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18" name="Google Shape;13818;p46"/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19" name="Google Shape;13819;p46"/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20" name="Google Shape;13820;p46"/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21" name="Google Shape;13821;p46"/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22" name="Google Shape;13822;p46"/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23" name="Google Shape;13823;p46"/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24" name="Google Shape;13824;p46"/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25" name="Google Shape;13825;p46"/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26" name="Google Shape;13826;p46"/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27" name="Google Shape;13827;p46"/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28" name="Google Shape;13828;p46"/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29" name="Google Shape;13829;p46"/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30" name="Google Shape;13830;p46"/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31" name="Google Shape;13831;p46"/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32" name="Google Shape;13832;p46"/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33" name="Google Shape;13833;p46"/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34" name="Google Shape;13834;p46"/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35" name="Google Shape;13835;p46"/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36" name="Google Shape;13836;p46"/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37" name="Google Shape;13837;p46"/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38" name="Google Shape;13838;p46"/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39" name="Google Shape;13839;p46"/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40" name="Google Shape;13840;p46"/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41" name="Google Shape;13841;p46"/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42" name="Google Shape;13842;p46"/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43" name="Google Shape;13843;p46"/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44" name="Google Shape;13844;p46"/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45" name="Google Shape;13845;p46"/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46" name="Google Shape;13846;p46"/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47" name="Google Shape;13847;p46"/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48" name="Google Shape;13848;p46"/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49" name="Google Shape;13849;p46"/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50" name="Google Shape;13850;p46"/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51" name="Google Shape;13851;p46"/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52" name="Google Shape;13852;p46"/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53" name="Google Shape;13853;p46"/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54" name="Google Shape;13854;p46"/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55" name="Google Shape;13855;p46"/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56" name="Google Shape;13856;p46"/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57" name="Google Shape;13857;p46"/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58" name="Google Shape;13858;p46"/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59" name="Google Shape;13859;p46"/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60" name="Google Shape;13860;p46"/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61" name="Google Shape;13861;p46"/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62" name="Google Shape;13862;p46"/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63" name="Google Shape;13863;p46"/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64" name="Google Shape;13864;p46"/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65" name="Google Shape;13865;p46"/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66" name="Google Shape;13866;p46"/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67" name="Google Shape;13867;p46"/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68" name="Google Shape;13868;p46"/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69" name="Google Shape;13869;p46"/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70" name="Google Shape;13870;p46"/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71" name="Google Shape;13871;p46"/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72" name="Google Shape;13872;p46"/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73" name="Google Shape;13873;p46"/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74" name="Google Shape;13874;p46"/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75" name="Google Shape;13875;p46"/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76" name="Google Shape;13876;p46"/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77" name="Google Shape;13877;p46"/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78" name="Google Shape;13878;p46"/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79" name="Google Shape;13879;p46"/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80" name="Google Shape;13880;p46"/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81" name="Google Shape;13881;p46"/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82" name="Google Shape;13882;p46"/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83" name="Google Shape;13883;p46"/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84" name="Google Shape;13884;p46"/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85" name="Google Shape;13885;p46"/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86" name="Google Shape;13886;p46"/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87" name="Google Shape;13887;p46"/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88" name="Google Shape;13888;p46"/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89" name="Google Shape;13889;p46"/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90" name="Google Shape;13890;p46"/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91" name="Google Shape;13891;p46"/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92" name="Google Shape;13892;p46"/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93" name="Google Shape;13893;p46"/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94" name="Google Shape;13894;p46"/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95" name="Google Shape;13895;p46"/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96" name="Google Shape;13896;p46"/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97" name="Google Shape;13897;p46"/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98" name="Google Shape;13898;p46"/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899" name="Google Shape;13899;p46"/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00" name="Google Shape;13900;p46"/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01" name="Google Shape;13901;p46"/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02" name="Google Shape;13902;p46"/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03" name="Google Shape;13903;p46"/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04" name="Google Shape;13904;p46"/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05" name="Google Shape;13905;p46"/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06" name="Google Shape;13906;p46"/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07" name="Google Shape;13907;p46"/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08" name="Google Shape;13908;p46"/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09" name="Google Shape;13909;p46"/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10" name="Google Shape;13910;p46"/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11" name="Google Shape;13911;p46"/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12" name="Google Shape;13912;p46"/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13" name="Google Shape;13913;p46"/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14" name="Google Shape;13914;p46"/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15" name="Google Shape;13915;p46"/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16" name="Google Shape;13916;p46"/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17" name="Google Shape;13917;p46"/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18" name="Google Shape;13918;p46"/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19" name="Google Shape;13919;p46"/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20" name="Google Shape;13920;p46"/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21" name="Google Shape;13921;p46"/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22" name="Google Shape;13922;p46"/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23" name="Google Shape;13923;p46"/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24" name="Google Shape;13924;p46"/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25" name="Google Shape;13925;p46"/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26" name="Google Shape;13926;p46"/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27" name="Google Shape;13927;p46"/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28" name="Google Shape;13928;p46"/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29" name="Google Shape;13929;p46"/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30" name="Google Shape;13930;p46"/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31" name="Google Shape;13931;p46"/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32" name="Google Shape;13932;p46"/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33" name="Google Shape;13933;p46"/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34" name="Google Shape;13934;p46"/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35" name="Google Shape;13935;p46"/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36" name="Google Shape;13936;p46"/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37" name="Google Shape;13937;p46"/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38" name="Google Shape;13938;p46"/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39" name="Google Shape;13939;p46"/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40" name="Google Shape;13940;p46"/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41" name="Google Shape;13941;p46"/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42" name="Google Shape;13942;p46"/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43" name="Google Shape;13943;p46"/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44" name="Google Shape;13944;p46"/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45" name="Google Shape;13945;p46"/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46" name="Google Shape;13946;p46"/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47" name="Google Shape;13947;p46"/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48" name="Google Shape;13948;p46"/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49" name="Google Shape;13949;p46"/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50" name="Google Shape;13950;p46"/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51" name="Google Shape;13951;p46"/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52" name="Google Shape;13952;p46"/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53" name="Google Shape;13953;p46"/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54" name="Google Shape;13954;p46"/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55" name="Google Shape;13955;p46"/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56" name="Google Shape;13956;p46"/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57" name="Google Shape;13957;p46"/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58" name="Google Shape;13958;p46"/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59" name="Google Shape;13959;p46"/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60" name="Google Shape;13960;p46"/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961" name="Google Shape;13961;p46"/>
            <p:cNvGrpSpPr/>
            <p:nvPr/>
          </p:nvGrpSpPr>
          <p:grpSpPr>
            <a:xfrm>
              <a:off x="-75995" y="4389444"/>
              <a:ext cx="2222158" cy="795026"/>
              <a:chOff x="-75995" y="6598257"/>
              <a:chExt cx="2222158" cy="795026"/>
            </a:xfrm>
          </p:grpSpPr>
          <p:sp>
            <p:nvSpPr>
              <p:cNvPr id="13962" name="Google Shape;13962;p46"/>
              <p:cNvSpPr/>
              <p:nvPr/>
            </p:nvSpPr>
            <p:spPr>
              <a:xfrm>
                <a:off x="1214464" y="6650750"/>
                <a:ext cx="19181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63" name="Google Shape;13963;p46"/>
              <p:cNvSpPr/>
              <p:nvPr/>
            </p:nvSpPr>
            <p:spPr>
              <a:xfrm>
                <a:off x="1239462" y="6656584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64" name="Google Shape;13964;p46"/>
              <p:cNvSpPr/>
              <p:nvPr/>
            </p:nvSpPr>
            <p:spPr>
              <a:xfrm>
                <a:off x="1258624" y="6720335"/>
                <a:ext cx="21268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65" name="Google Shape;13965;p46"/>
              <p:cNvSpPr/>
              <p:nvPr/>
            </p:nvSpPr>
            <p:spPr>
              <a:xfrm>
                <a:off x="1919064" y="6865341"/>
                <a:ext cx="18770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66" name="Google Shape;13966;p46"/>
              <p:cNvSpPr/>
              <p:nvPr/>
            </p:nvSpPr>
            <p:spPr>
              <a:xfrm>
                <a:off x="1944062" y="6871176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67" name="Google Shape;13967;p46"/>
              <p:cNvSpPr/>
              <p:nvPr/>
            </p:nvSpPr>
            <p:spPr>
              <a:xfrm>
                <a:off x="1962814" y="6934927"/>
                <a:ext cx="21679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68" name="Google Shape;13968;p46"/>
              <p:cNvSpPr/>
              <p:nvPr/>
            </p:nvSpPr>
            <p:spPr>
              <a:xfrm>
                <a:off x="1801554" y="6659492"/>
                <a:ext cx="15434" cy="121686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69" name="Google Shape;13969;p46"/>
              <p:cNvSpPr/>
              <p:nvPr/>
            </p:nvSpPr>
            <p:spPr>
              <a:xfrm>
                <a:off x="1820734" y="6663668"/>
                <a:ext cx="28352" cy="86268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70" name="Google Shape;13970;p46"/>
              <p:cNvSpPr/>
              <p:nvPr/>
            </p:nvSpPr>
            <p:spPr>
              <a:xfrm>
                <a:off x="1834901" y="6712413"/>
                <a:ext cx="17093" cy="70442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71" name="Google Shape;13971;p46"/>
              <p:cNvSpPr/>
              <p:nvPr/>
            </p:nvSpPr>
            <p:spPr>
              <a:xfrm>
                <a:off x="2121987" y="6885343"/>
                <a:ext cx="16683" cy="70014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72" name="Google Shape;13972;p46"/>
              <p:cNvSpPr/>
              <p:nvPr/>
            </p:nvSpPr>
            <p:spPr>
              <a:xfrm>
                <a:off x="208183" y="6744922"/>
                <a:ext cx="15006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73" name="Google Shape;13973;p46"/>
              <p:cNvSpPr/>
              <p:nvPr/>
            </p:nvSpPr>
            <p:spPr>
              <a:xfrm>
                <a:off x="231503" y="6752006"/>
                <a:ext cx="10027" cy="95440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74" name="Google Shape;13974;p46"/>
              <p:cNvSpPr/>
              <p:nvPr/>
            </p:nvSpPr>
            <p:spPr>
              <a:xfrm>
                <a:off x="250684" y="6795327"/>
                <a:ext cx="16683" cy="74189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75" name="Google Shape;13975;p46"/>
              <p:cNvSpPr/>
              <p:nvPr/>
            </p:nvSpPr>
            <p:spPr>
              <a:xfrm>
                <a:off x="-75995" y="6897422"/>
                <a:ext cx="39182" cy="124184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76" name="Google Shape;13976;p46"/>
              <p:cNvSpPr/>
              <p:nvPr/>
            </p:nvSpPr>
            <p:spPr>
              <a:xfrm>
                <a:off x="29008" y="6929503"/>
                <a:ext cx="15844" cy="8336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77" name="Google Shape;13977;p46"/>
              <p:cNvSpPr/>
              <p:nvPr/>
            </p:nvSpPr>
            <p:spPr>
              <a:xfrm>
                <a:off x="239015" y="6796576"/>
                <a:ext cx="15844" cy="8295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78" name="Google Shape;13978;p46"/>
              <p:cNvSpPr/>
              <p:nvPr/>
            </p:nvSpPr>
            <p:spPr>
              <a:xfrm>
                <a:off x="-14741" y="6941582"/>
                <a:ext cx="3765" cy="75866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79" name="Google Shape;13979;p46"/>
              <p:cNvSpPr/>
              <p:nvPr/>
            </p:nvSpPr>
            <p:spPr>
              <a:xfrm>
                <a:off x="-32673" y="6892837"/>
                <a:ext cx="18360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80" name="Google Shape;13980;p46"/>
              <p:cNvSpPr/>
              <p:nvPr/>
            </p:nvSpPr>
            <p:spPr>
              <a:xfrm>
                <a:off x="-9335" y="6896173"/>
                <a:ext cx="26692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81" name="Google Shape;13981;p46"/>
              <p:cNvSpPr/>
              <p:nvPr/>
            </p:nvSpPr>
            <p:spPr>
              <a:xfrm>
                <a:off x="7758" y="6947845"/>
                <a:ext cx="14595" cy="7501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82" name="Google Shape;13982;p46"/>
              <p:cNvSpPr/>
              <p:nvPr/>
            </p:nvSpPr>
            <p:spPr>
              <a:xfrm>
                <a:off x="491094" y="7054507"/>
                <a:ext cx="44606" cy="262106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83" name="Google Shape;13983;p46"/>
              <p:cNvSpPr/>
              <p:nvPr/>
            </p:nvSpPr>
            <p:spPr>
              <a:xfrm>
                <a:off x="625269" y="7119918"/>
                <a:ext cx="27103" cy="176694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84" name="Google Shape;13984;p46"/>
              <p:cNvSpPr/>
              <p:nvPr/>
            </p:nvSpPr>
            <p:spPr>
              <a:xfrm>
                <a:off x="568601" y="7145754"/>
                <a:ext cx="6263" cy="161689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85" name="Google Shape;13985;p46"/>
              <p:cNvSpPr/>
              <p:nvPr/>
            </p:nvSpPr>
            <p:spPr>
              <a:xfrm>
                <a:off x="550277" y="7043677"/>
                <a:ext cx="16683" cy="27334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86" name="Google Shape;13986;p46"/>
              <p:cNvSpPr/>
              <p:nvPr/>
            </p:nvSpPr>
            <p:spPr>
              <a:xfrm>
                <a:off x="575685" y="7049512"/>
                <a:ext cx="42108" cy="196268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87" name="Google Shape;13987;p46"/>
              <p:cNvSpPr/>
              <p:nvPr/>
            </p:nvSpPr>
            <p:spPr>
              <a:xfrm>
                <a:off x="596525" y="7158672"/>
                <a:ext cx="24177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88" name="Google Shape;13988;p46"/>
              <p:cNvSpPr/>
              <p:nvPr/>
            </p:nvSpPr>
            <p:spPr>
              <a:xfrm>
                <a:off x="661115" y="6730755"/>
                <a:ext cx="40431" cy="117939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89" name="Google Shape;13989;p46"/>
              <p:cNvSpPr/>
              <p:nvPr/>
            </p:nvSpPr>
            <p:spPr>
              <a:xfrm>
                <a:off x="697353" y="6743245"/>
                <a:ext cx="21696" cy="71691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90" name="Google Shape;13990;p46"/>
              <p:cNvSpPr/>
              <p:nvPr/>
            </p:nvSpPr>
            <p:spPr>
              <a:xfrm>
                <a:off x="620273" y="6731576"/>
                <a:ext cx="18342" cy="107519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91" name="Google Shape;13991;p46"/>
              <p:cNvSpPr/>
              <p:nvPr/>
            </p:nvSpPr>
            <p:spPr>
              <a:xfrm>
                <a:off x="723599" y="6882006"/>
                <a:ext cx="20019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92" name="Google Shape;13992;p46"/>
              <p:cNvSpPr/>
              <p:nvPr/>
            </p:nvSpPr>
            <p:spPr>
              <a:xfrm>
                <a:off x="751523" y="6961584"/>
                <a:ext cx="751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93" name="Google Shape;13993;p46"/>
              <p:cNvSpPr/>
              <p:nvPr/>
            </p:nvSpPr>
            <p:spPr>
              <a:xfrm>
                <a:off x="598612" y="6888661"/>
                <a:ext cx="24177" cy="15378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94" name="Google Shape;13994;p46"/>
              <p:cNvSpPr/>
              <p:nvPr/>
            </p:nvSpPr>
            <p:spPr>
              <a:xfrm>
                <a:off x="552347" y="6936997"/>
                <a:ext cx="10438" cy="52118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95" name="Google Shape;13995;p46"/>
              <p:cNvSpPr/>
              <p:nvPr/>
            </p:nvSpPr>
            <p:spPr>
              <a:xfrm>
                <a:off x="494020" y="6916585"/>
                <a:ext cx="11259" cy="65446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96" name="Google Shape;13996;p46"/>
              <p:cNvSpPr/>
              <p:nvPr/>
            </p:nvSpPr>
            <p:spPr>
              <a:xfrm>
                <a:off x="349014" y="6838256"/>
                <a:ext cx="17932" cy="105842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97" name="Google Shape;13997;p46"/>
              <p:cNvSpPr/>
              <p:nvPr/>
            </p:nvSpPr>
            <p:spPr>
              <a:xfrm>
                <a:off x="386519" y="6892426"/>
                <a:ext cx="15006" cy="74171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98" name="Google Shape;13998;p46"/>
              <p:cNvSpPr/>
              <p:nvPr/>
            </p:nvSpPr>
            <p:spPr>
              <a:xfrm>
                <a:off x="332349" y="6873246"/>
                <a:ext cx="18770" cy="95029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3999" name="Google Shape;13999;p46"/>
              <p:cNvSpPr/>
              <p:nvPr/>
            </p:nvSpPr>
            <p:spPr>
              <a:xfrm>
                <a:off x="1145699" y="6924917"/>
                <a:ext cx="82111" cy="468366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00" name="Google Shape;14000;p46"/>
              <p:cNvSpPr/>
              <p:nvPr/>
            </p:nvSpPr>
            <p:spPr>
              <a:xfrm>
                <a:off x="1132781" y="6941582"/>
                <a:ext cx="24605" cy="37128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01" name="Google Shape;14001;p46"/>
              <p:cNvSpPr/>
              <p:nvPr/>
            </p:nvSpPr>
            <p:spPr>
              <a:xfrm>
                <a:off x="1071528" y="7058254"/>
                <a:ext cx="14613" cy="327107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02" name="Google Shape;14002;p46"/>
              <p:cNvSpPr/>
              <p:nvPr/>
            </p:nvSpPr>
            <p:spPr>
              <a:xfrm>
                <a:off x="1321965" y="6953251"/>
                <a:ext cx="32099" cy="356689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03" name="Google Shape;14003;p46"/>
              <p:cNvSpPr/>
              <p:nvPr/>
            </p:nvSpPr>
            <p:spPr>
              <a:xfrm>
                <a:off x="1300287" y="6971593"/>
                <a:ext cx="20019" cy="27918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04" name="Google Shape;14004;p46"/>
              <p:cNvSpPr/>
              <p:nvPr/>
            </p:nvSpPr>
            <p:spPr>
              <a:xfrm>
                <a:off x="1629891" y="6847427"/>
                <a:ext cx="40021" cy="473772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05" name="Google Shape;14005;p46"/>
              <p:cNvSpPr/>
              <p:nvPr/>
            </p:nvSpPr>
            <p:spPr>
              <a:xfrm>
                <a:off x="1599059" y="6871586"/>
                <a:ext cx="24587" cy="371267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06" name="Google Shape;14006;p46"/>
              <p:cNvSpPr/>
              <p:nvPr/>
            </p:nvSpPr>
            <p:spPr>
              <a:xfrm>
                <a:off x="1530294" y="6996180"/>
                <a:ext cx="44196" cy="325429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07" name="Google Shape;14007;p46"/>
              <p:cNvSpPr/>
              <p:nvPr/>
            </p:nvSpPr>
            <p:spPr>
              <a:xfrm>
                <a:off x="906949" y="6758251"/>
                <a:ext cx="34186" cy="163348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08" name="Google Shape;14008;p46"/>
              <p:cNvSpPr/>
              <p:nvPr/>
            </p:nvSpPr>
            <p:spPr>
              <a:xfrm>
                <a:off x="927360" y="6816167"/>
                <a:ext cx="25854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09" name="Google Shape;14009;p46"/>
              <p:cNvSpPr/>
              <p:nvPr/>
            </p:nvSpPr>
            <p:spPr>
              <a:xfrm>
                <a:off x="865697" y="6790331"/>
                <a:ext cx="10848" cy="163776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10" name="Google Shape;14010;p46"/>
              <p:cNvSpPr/>
              <p:nvPr/>
            </p:nvSpPr>
            <p:spPr>
              <a:xfrm>
                <a:off x="1765726" y="6798664"/>
                <a:ext cx="40841" cy="192110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11" name="Google Shape;14011;p46"/>
              <p:cNvSpPr/>
              <p:nvPr/>
            </p:nvSpPr>
            <p:spPr>
              <a:xfrm>
                <a:off x="1758232" y="6805337"/>
                <a:ext cx="10848" cy="152107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12" name="Google Shape;14012;p46"/>
              <p:cNvSpPr/>
              <p:nvPr/>
            </p:nvSpPr>
            <p:spPr>
              <a:xfrm>
                <a:off x="1723225" y="6852423"/>
                <a:ext cx="8761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13" name="Google Shape;14013;p46"/>
              <p:cNvSpPr/>
              <p:nvPr/>
            </p:nvSpPr>
            <p:spPr>
              <a:xfrm>
                <a:off x="1796968" y="6851174"/>
                <a:ext cx="10438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14" name="Google Shape;14014;p46"/>
              <p:cNvSpPr/>
              <p:nvPr/>
            </p:nvSpPr>
            <p:spPr>
              <a:xfrm>
                <a:off x="1041945" y="6697836"/>
                <a:ext cx="9189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15" name="Google Shape;14015;p46"/>
              <p:cNvSpPr/>
              <p:nvPr/>
            </p:nvSpPr>
            <p:spPr>
              <a:xfrm>
                <a:off x="1027778" y="6705758"/>
                <a:ext cx="12525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16" name="Google Shape;14016;p46"/>
              <p:cNvSpPr/>
              <p:nvPr/>
            </p:nvSpPr>
            <p:spPr>
              <a:xfrm>
                <a:off x="1007366" y="6737411"/>
                <a:ext cx="15023" cy="80862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17" name="Google Shape;14017;p46"/>
              <p:cNvSpPr/>
              <p:nvPr/>
            </p:nvSpPr>
            <p:spPr>
              <a:xfrm>
                <a:off x="1054453" y="6729506"/>
                <a:ext cx="12936" cy="8125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18" name="Google Shape;14018;p46"/>
              <p:cNvSpPr/>
              <p:nvPr/>
            </p:nvSpPr>
            <p:spPr>
              <a:xfrm>
                <a:off x="1096543" y="6891177"/>
                <a:ext cx="9171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19" name="Google Shape;14019;p46"/>
              <p:cNvSpPr/>
              <p:nvPr/>
            </p:nvSpPr>
            <p:spPr>
              <a:xfrm>
                <a:off x="1082376" y="6899081"/>
                <a:ext cx="12508" cy="92531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20" name="Google Shape;14020;p46"/>
              <p:cNvSpPr/>
              <p:nvPr/>
            </p:nvSpPr>
            <p:spPr>
              <a:xfrm>
                <a:off x="1109033" y="6923258"/>
                <a:ext cx="12936" cy="80844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21" name="Google Shape;14021;p46"/>
              <p:cNvSpPr/>
              <p:nvPr/>
            </p:nvSpPr>
            <p:spPr>
              <a:xfrm>
                <a:off x="1410303" y="6632407"/>
                <a:ext cx="12936" cy="97937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22" name="Google Shape;14022;p46"/>
              <p:cNvSpPr/>
              <p:nvPr/>
            </p:nvSpPr>
            <p:spPr>
              <a:xfrm>
                <a:off x="1403630" y="6637421"/>
                <a:ext cx="5442" cy="76687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23" name="Google Shape;14023;p46"/>
              <p:cNvSpPr/>
              <p:nvPr/>
            </p:nvSpPr>
            <p:spPr>
              <a:xfrm>
                <a:off x="1424042" y="6659082"/>
                <a:ext cx="6691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24" name="Google Shape;14024;p46"/>
              <p:cNvSpPr/>
              <p:nvPr/>
            </p:nvSpPr>
            <p:spPr>
              <a:xfrm>
                <a:off x="1378633" y="6656174"/>
                <a:ext cx="6263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25" name="Google Shape;14025;p46"/>
              <p:cNvSpPr/>
              <p:nvPr/>
            </p:nvSpPr>
            <p:spPr>
              <a:xfrm>
                <a:off x="211502" y="6943259"/>
                <a:ext cx="9599" cy="99186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26" name="Google Shape;14026;p46"/>
              <p:cNvSpPr/>
              <p:nvPr/>
            </p:nvSpPr>
            <p:spPr>
              <a:xfrm>
                <a:off x="194426" y="6949504"/>
                <a:ext cx="16683" cy="7709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27" name="Google Shape;14027;p46"/>
              <p:cNvSpPr/>
              <p:nvPr/>
            </p:nvSpPr>
            <p:spPr>
              <a:xfrm>
                <a:off x="221511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28" name="Google Shape;14028;p46"/>
              <p:cNvSpPr/>
              <p:nvPr/>
            </p:nvSpPr>
            <p:spPr>
              <a:xfrm>
                <a:off x="168590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29" name="Google Shape;14029;p46"/>
              <p:cNvSpPr/>
              <p:nvPr/>
            </p:nvSpPr>
            <p:spPr>
              <a:xfrm>
                <a:off x="779857" y="7121595"/>
                <a:ext cx="25015" cy="202102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30" name="Google Shape;14030;p46"/>
              <p:cNvSpPr/>
              <p:nvPr/>
            </p:nvSpPr>
            <p:spPr>
              <a:xfrm>
                <a:off x="759034" y="7128679"/>
                <a:ext cx="12097" cy="16044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31" name="Google Shape;14031;p46"/>
              <p:cNvSpPr/>
              <p:nvPr/>
            </p:nvSpPr>
            <p:spPr>
              <a:xfrm>
                <a:off x="807780" y="7177014"/>
                <a:ext cx="15023" cy="141259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32" name="Google Shape;14032;p46"/>
              <p:cNvSpPr/>
              <p:nvPr/>
            </p:nvSpPr>
            <p:spPr>
              <a:xfrm>
                <a:off x="700279" y="7162419"/>
                <a:ext cx="14595" cy="141277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33" name="Google Shape;14033;p46"/>
              <p:cNvSpPr/>
              <p:nvPr/>
            </p:nvSpPr>
            <p:spPr>
              <a:xfrm>
                <a:off x="2108659" y="6598257"/>
                <a:ext cx="37505" cy="12959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34" name="Google Shape;14034;p46"/>
              <p:cNvSpPr/>
              <p:nvPr/>
            </p:nvSpPr>
            <p:spPr>
              <a:xfrm>
                <a:off x="2104073" y="6600327"/>
                <a:ext cx="15006" cy="104182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35" name="Google Shape;14035;p46"/>
              <p:cNvSpPr/>
              <p:nvPr/>
            </p:nvSpPr>
            <p:spPr>
              <a:xfrm>
                <a:off x="2078237" y="6629499"/>
                <a:ext cx="10010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36" name="Google Shape;14036;p46"/>
              <p:cNvSpPr/>
              <p:nvPr/>
            </p:nvSpPr>
            <p:spPr>
              <a:xfrm>
                <a:off x="2129071" y="6634085"/>
                <a:ext cx="12508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37" name="Google Shape;14037;p46"/>
              <p:cNvSpPr/>
              <p:nvPr/>
            </p:nvSpPr>
            <p:spPr>
              <a:xfrm>
                <a:off x="2052401" y="6678673"/>
                <a:ext cx="14185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38" name="Google Shape;14038;p46"/>
              <p:cNvSpPr/>
              <p:nvPr/>
            </p:nvSpPr>
            <p:spPr>
              <a:xfrm>
                <a:off x="1533631" y="6679494"/>
                <a:ext cx="15862" cy="118367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39" name="Google Shape;14039;p46"/>
              <p:cNvSpPr/>
              <p:nvPr/>
            </p:nvSpPr>
            <p:spPr>
              <a:xfrm>
                <a:off x="1525709" y="6685328"/>
                <a:ext cx="5852" cy="92942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40" name="Google Shape;14040;p46"/>
              <p:cNvSpPr/>
              <p:nvPr/>
            </p:nvSpPr>
            <p:spPr>
              <a:xfrm>
                <a:off x="1550296" y="6711575"/>
                <a:ext cx="7530" cy="81701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041" name="Google Shape;14041;p46"/>
              <p:cNvSpPr/>
              <p:nvPr/>
            </p:nvSpPr>
            <p:spPr>
              <a:xfrm>
                <a:off x="1626144" y="6651160"/>
                <a:ext cx="14185" cy="91693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4042" name="Google Shape;14042;p46"/>
          <p:cNvGrpSpPr/>
          <p:nvPr/>
        </p:nvGrpSpPr>
        <p:grpSpPr>
          <a:xfrm flipH="1">
            <a:off x="6473331" y="4273902"/>
            <a:ext cx="790145" cy="713709"/>
            <a:chOff x="4176047" y="4158970"/>
            <a:chExt cx="770648" cy="696097"/>
          </a:xfrm>
        </p:grpSpPr>
        <p:sp>
          <p:nvSpPr>
            <p:cNvPr id="14043" name="Google Shape;14043;p46"/>
            <p:cNvSpPr/>
            <p:nvPr/>
          </p:nvSpPr>
          <p:spPr>
            <a:xfrm>
              <a:off x="4397410" y="4433852"/>
              <a:ext cx="96993" cy="123041"/>
            </a:xfrm>
            <a:custGeom>
              <a:avLst/>
              <a:gdLst/>
              <a:ahLst/>
              <a:cxnLst/>
              <a:rect l="l" t="t" r="r" b="b"/>
              <a:pathLst>
                <a:path w="1024" h="1299" extrusionOk="0">
                  <a:moveTo>
                    <a:pt x="412" y="1"/>
                  </a:moveTo>
                  <a:lnTo>
                    <a:pt x="0" y="492"/>
                  </a:lnTo>
                  <a:cubicBezTo>
                    <a:pt x="40" y="903"/>
                    <a:pt x="141" y="933"/>
                    <a:pt x="281" y="1014"/>
                  </a:cubicBezTo>
                  <a:cubicBezTo>
                    <a:pt x="412" y="1094"/>
                    <a:pt x="372" y="1254"/>
                    <a:pt x="472" y="1294"/>
                  </a:cubicBezTo>
                  <a:cubicBezTo>
                    <a:pt x="479" y="1297"/>
                    <a:pt x="486" y="1299"/>
                    <a:pt x="491" y="1299"/>
                  </a:cubicBezTo>
                  <a:cubicBezTo>
                    <a:pt x="559" y="1299"/>
                    <a:pt x="487" y="1087"/>
                    <a:pt x="552" y="1004"/>
                  </a:cubicBezTo>
                  <a:cubicBezTo>
                    <a:pt x="571" y="977"/>
                    <a:pt x="586" y="966"/>
                    <a:pt x="600" y="966"/>
                  </a:cubicBezTo>
                  <a:cubicBezTo>
                    <a:pt x="639" y="966"/>
                    <a:pt x="663" y="1053"/>
                    <a:pt x="692" y="1134"/>
                  </a:cubicBezTo>
                  <a:cubicBezTo>
                    <a:pt x="720" y="1199"/>
                    <a:pt x="747" y="1226"/>
                    <a:pt x="769" y="1226"/>
                  </a:cubicBezTo>
                  <a:cubicBezTo>
                    <a:pt x="788" y="1226"/>
                    <a:pt x="804" y="1206"/>
                    <a:pt x="813" y="1174"/>
                  </a:cubicBezTo>
                  <a:cubicBezTo>
                    <a:pt x="843" y="1114"/>
                    <a:pt x="793" y="984"/>
                    <a:pt x="883" y="893"/>
                  </a:cubicBezTo>
                  <a:cubicBezTo>
                    <a:pt x="973" y="803"/>
                    <a:pt x="1023" y="663"/>
                    <a:pt x="933" y="492"/>
                  </a:cubicBezTo>
                  <a:cubicBezTo>
                    <a:pt x="833" y="311"/>
                    <a:pt x="412" y="1"/>
                    <a:pt x="412" y="1"/>
                  </a:cubicBezTo>
                  <a:close/>
                </a:path>
              </a:pathLst>
            </a:custGeom>
            <a:solidFill>
              <a:srgbClr val="C081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44" name="Google Shape;14044;p46"/>
            <p:cNvSpPr/>
            <p:nvPr/>
          </p:nvSpPr>
          <p:spPr>
            <a:xfrm>
              <a:off x="4400252" y="4501294"/>
              <a:ext cx="75113" cy="38077"/>
            </a:xfrm>
            <a:custGeom>
              <a:avLst/>
              <a:gdLst/>
              <a:ahLst/>
              <a:cxnLst/>
              <a:rect l="l" t="t" r="r" b="b"/>
              <a:pathLst>
                <a:path w="793" h="402" extrusionOk="0">
                  <a:moveTo>
                    <a:pt x="793" y="402"/>
                  </a:moveTo>
                  <a:cubicBezTo>
                    <a:pt x="793" y="382"/>
                    <a:pt x="793" y="372"/>
                    <a:pt x="793" y="362"/>
                  </a:cubicBezTo>
                  <a:cubicBezTo>
                    <a:pt x="793" y="372"/>
                    <a:pt x="793" y="382"/>
                    <a:pt x="793" y="402"/>
                  </a:cubicBezTo>
                  <a:close/>
                  <a:moveTo>
                    <a:pt x="31" y="71"/>
                  </a:moveTo>
                  <a:cubicBezTo>
                    <a:pt x="21" y="51"/>
                    <a:pt x="10" y="31"/>
                    <a:pt x="0" y="1"/>
                  </a:cubicBezTo>
                  <a:lnTo>
                    <a:pt x="0" y="1"/>
                  </a:lnTo>
                  <a:cubicBezTo>
                    <a:pt x="10" y="31"/>
                    <a:pt x="21" y="51"/>
                    <a:pt x="31" y="71"/>
                  </a:cubicBezTo>
                  <a:lnTo>
                    <a:pt x="31" y="71"/>
                  </a:lnTo>
                </a:path>
              </a:pathLst>
            </a:custGeom>
            <a:solidFill>
              <a:srgbClr val="C8B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45" name="Google Shape;14045;p46"/>
            <p:cNvSpPr/>
            <p:nvPr/>
          </p:nvSpPr>
          <p:spPr>
            <a:xfrm>
              <a:off x="4400252" y="4462363"/>
              <a:ext cx="89416" cy="87521"/>
            </a:xfrm>
            <a:custGeom>
              <a:avLst/>
              <a:gdLst/>
              <a:ahLst/>
              <a:cxnLst/>
              <a:rect l="l" t="t" r="r" b="b"/>
              <a:pathLst>
                <a:path w="944" h="924" extrusionOk="0">
                  <a:moveTo>
                    <a:pt x="422" y="0"/>
                  </a:moveTo>
                  <a:cubicBezTo>
                    <a:pt x="372" y="0"/>
                    <a:pt x="161" y="201"/>
                    <a:pt x="0" y="412"/>
                  </a:cubicBezTo>
                  <a:cubicBezTo>
                    <a:pt x="10" y="442"/>
                    <a:pt x="21" y="462"/>
                    <a:pt x="31" y="482"/>
                  </a:cubicBezTo>
                  <a:cubicBezTo>
                    <a:pt x="131" y="442"/>
                    <a:pt x="241" y="331"/>
                    <a:pt x="321" y="311"/>
                  </a:cubicBezTo>
                  <a:cubicBezTo>
                    <a:pt x="342" y="311"/>
                    <a:pt x="362" y="301"/>
                    <a:pt x="382" y="301"/>
                  </a:cubicBezTo>
                  <a:cubicBezTo>
                    <a:pt x="452" y="301"/>
                    <a:pt x="522" y="331"/>
                    <a:pt x="572" y="382"/>
                  </a:cubicBezTo>
                  <a:cubicBezTo>
                    <a:pt x="642" y="442"/>
                    <a:pt x="683" y="532"/>
                    <a:pt x="703" y="622"/>
                  </a:cubicBezTo>
                  <a:cubicBezTo>
                    <a:pt x="713" y="713"/>
                    <a:pt x="713" y="803"/>
                    <a:pt x="713" y="893"/>
                  </a:cubicBezTo>
                  <a:lnTo>
                    <a:pt x="713" y="913"/>
                  </a:lnTo>
                  <a:cubicBezTo>
                    <a:pt x="723" y="923"/>
                    <a:pt x="733" y="923"/>
                    <a:pt x="743" y="923"/>
                  </a:cubicBezTo>
                  <a:cubicBezTo>
                    <a:pt x="763" y="923"/>
                    <a:pt x="773" y="903"/>
                    <a:pt x="783" y="873"/>
                  </a:cubicBezTo>
                  <a:cubicBezTo>
                    <a:pt x="793" y="863"/>
                    <a:pt x="793" y="833"/>
                    <a:pt x="793" y="813"/>
                  </a:cubicBezTo>
                  <a:cubicBezTo>
                    <a:pt x="793" y="793"/>
                    <a:pt x="793" y="783"/>
                    <a:pt x="793" y="773"/>
                  </a:cubicBezTo>
                  <a:cubicBezTo>
                    <a:pt x="793" y="723"/>
                    <a:pt x="803" y="662"/>
                    <a:pt x="833" y="622"/>
                  </a:cubicBezTo>
                  <a:cubicBezTo>
                    <a:pt x="833" y="612"/>
                    <a:pt x="843" y="602"/>
                    <a:pt x="853" y="592"/>
                  </a:cubicBezTo>
                  <a:cubicBezTo>
                    <a:pt x="893" y="552"/>
                    <a:pt x="923" y="502"/>
                    <a:pt x="943" y="442"/>
                  </a:cubicBezTo>
                  <a:cubicBezTo>
                    <a:pt x="662" y="241"/>
                    <a:pt x="472" y="10"/>
                    <a:pt x="422" y="0"/>
                  </a:cubicBezTo>
                  <a:close/>
                </a:path>
              </a:pathLst>
            </a:custGeom>
            <a:solidFill>
              <a:srgbClr val="9E6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46" name="Google Shape;14046;p46"/>
            <p:cNvSpPr/>
            <p:nvPr/>
          </p:nvSpPr>
          <p:spPr>
            <a:xfrm>
              <a:off x="4251445" y="4597247"/>
              <a:ext cx="107128" cy="227233"/>
            </a:xfrm>
            <a:custGeom>
              <a:avLst/>
              <a:gdLst/>
              <a:ahLst/>
              <a:cxnLst/>
              <a:rect l="l" t="t" r="r" b="b"/>
              <a:pathLst>
                <a:path w="1131" h="2399" extrusionOk="0">
                  <a:moveTo>
                    <a:pt x="629" y="1"/>
                  </a:moveTo>
                  <a:cubicBezTo>
                    <a:pt x="518" y="542"/>
                    <a:pt x="438" y="1024"/>
                    <a:pt x="328" y="1235"/>
                  </a:cubicBezTo>
                  <a:cubicBezTo>
                    <a:pt x="217" y="1455"/>
                    <a:pt x="197" y="1545"/>
                    <a:pt x="187" y="1696"/>
                  </a:cubicBezTo>
                  <a:cubicBezTo>
                    <a:pt x="187" y="1856"/>
                    <a:pt x="17" y="2228"/>
                    <a:pt x="7" y="2308"/>
                  </a:cubicBezTo>
                  <a:cubicBezTo>
                    <a:pt x="0" y="2359"/>
                    <a:pt x="214" y="2399"/>
                    <a:pt x="386" y="2399"/>
                  </a:cubicBezTo>
                  <a:cubicBezTo>
                    <a:pt x="481" y="2399"/>
                    <a:pt x="563" y="2387"/>
                    <a:pt x="588" y="2358"/>
                  </a:cubicBezTo>
                  <a:cubicBezTo>
                    <a:pt x="619" y="2328"/>
                    <a:pt x="599" y="2218"/>
                    <a:pt x="578" y="2027"/>
                  </a:cubicBezTo>
                  <a:cubicBezTo>
                    <a:pt x="568" y="1836"/>
                    <a:pt x="699" y="1535"/>
                    <a:pt x="739" y="1405"/>
                  </a:cubicBezTo>
                  <a:cubicBezTo>
                    <a:pt x="789" y="1275"/>
                    <a:pt x="709" y="1004"/>
                    <a:pt x="919" y="653"/>
                  </a:cubicBezTo>
                  <a:cubicBezTo>
                    <a:pt x="1130" y="302"/>
                    <a:pt x="629" y="1"/>
                    <a:pt x="629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47" name="Google Shape;14047;p46"/>
            <p:cNvSpPr/>
            <p:nvPr/>
          </p:nvSpPr>
          <p:spPr>
            <a:xfrm>
              <a:off x="4273894" y="4627179"/>
              <a:ext cx="69430" cy="197302"/>
            </a:xfrm>
            <a:custGeom>
              <a:avLst/>
              <a:gdLst/>
              <a:ahLst/>
              <a:cxnLst/>
              <a:rect l="l" t="t" r="r" b="b"/>
              <a:pathLst>
                <a:path w="733" h="2083" extrusionOk="0">
                  <a:moveTo>
                    <a:pt x="630" y="0"/>
                  </a:moveTo>
                  <a:cubicBezTo>
                    <a:pt x="618" y="0"/>
                    <a:pt x="605" y="5"/>
                    <a:pt x="592" y="16"/>
                  </a:cubicBezTo>
                  <a:cubicBezTo>
                    <a:pt x="542" y="56"/>
                    <a:pt x="542" y="156"/>
                    <a:pt x="532" y="216"/>
                  </a:cubicBezTo>
                  <a:cubicBezTo>
                    <a:pt x="512" y="287"/>
                    <a:pt x="492" y="367"/>
                    <a:pt x="472" y="447"/>
                  </a:cubicBezTo>
                  <a:cubicBezTo>
                    <a:pt x="392" y="758"/>
                    <a:pt x="281" y="1059"/>
                    <a:pt x="171" y="1360"/>
                  </a:cubicBezTo>
                  <a:cubicBezTo>
                    <a:pt x="111" y="1530"/>
                    <a:pt x="51" y="1861"/>
                    <a:pt x="10" y="2042"/>
                  </a:cubicBezTo>
                  <a:lnTo>
                    <a:pt x="0" y="2072"/>
                  </a:lnTo>
                  <a:cubicBezTo>
                    <a:pt x="51" y="2079"/>
                    <a:pt x="102" y="2082"/>
                    <a:pt x="149" y="2082"/>
                  </a:cubicBezTo>
                  <a:cubicBezTo>
                    <a:pt x="244" y="2082"/>
                    <a:pt x="325" y="2069"/>
                    <a:pt x="351" y="2042"/>
                  </a:cubicBezTo>
                  <a:cubicBezTo>
                    <a:pt x="382" y="2012"/>
                    <a:pt x="362" y="1902"/>
                    <a:pt x="341" y="1711"/>
                  </a:cubicBezTo>
                  <a:cubicBezTo>
                    <a:pt x="331" y="1520"/>
                    <a:pt x="462" y="1219"/>
                    <a:pt x="502" y="1089"/>
                  </a:cubicBezTo>
                  <a:cubicBezTo>
                    <a:pt x="552" y="959"/>
                    <a:pt x="472" y="688"/>
                    <a:pt x="682" y="337"/>
                  </a:cubicBezTo>
                  <a:cubicBezTo>
                    <a:pt x="723" y="267"/>
                    <a:pt x="733" y="196"/>
                    <a:pt x="733" y="126"/>
                  </a:cubicBezTo>
                  <a:cubicBezTo>
                    <a:pt x="709" y="63"/>
                    <a:pt x="673" y="0"/>
                    <a:pt x="63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48" name="Google Shape;14048;p46"/>
            <p:cNvSpPr/>
            <p:nvPr/>
          </p:nvSpPr>
          <p:spPr>
            <a:xfrm>
              <a:off x="4271999" y="4158970"/>
              <a:ext cx="601472" cy="696097"/>
            </a:xfrm>
            <a:custGeom>
              <a:avLst/>
              <a:gdLst/>
              <a:ahLst/>
              <a:cxnLst/>
              <a:rect l="l" t="t" r="r" b="b"/>
              <a:pathLst>
                <a:path w="6350" h="7349" extrusionOk="0">
                  <a:moveTo>
                    <a:pt x="1532" y="1"/>
                  </a:moveTo>
                  <a:cubicBezTo>
                    <a:pt x="1459" y="1"/>
                    <a:pt x="1385" y="13"/>
                    <a:pt x="1304" y="44"/>
                  </a:cubicBezTo>
                  <a:cubicBezTo>
                    <a:pt x="572" y="325"/>
                    <a:pt x="61" y="585"/>
                    <a:pt x="30" y="1047"/>
                  </a:cubicBezTo>
                  <a:cubicBezTo>
                    <a:pt x="0" y="1498"/>
                    <a:pt x="151" y="2632"/>
                    <a:pt x="321" y="3223"/>
                  </a:cubicBezTo>
                  <a:cubicBezTo>
                    <a:pt x="492" y="3805"/>
                    <a:pt x="492" y="4186"/>
                    <a:pt x="361" y="4467"/>
                  </a:cubicBezTo>
                  <a:cubicBezTo>
                    <a:pt x="231" y="4758"/>
                    <a:pt x="642" y="5270"/>
                    <a:pt x="672" y="5701"/>
                  </a:cubicBezTo>
                  <a:cubicBezTo>
                    <a:pt x="692" y="6132"/>
                    <a:pt x="783" y="6754"/>
                    <a:pt x="853" y="6885"/>
                  </a:cubicBezTo>
                  <a:cubicBezTo>
                    <a:pt x="913" y="7015"/>
                    <a:pt x="883" y="7135"/>
                    <a:pt x="933" y="7155"/>
                  </a:cubicBezTo>
                  <a:cubicBezTo>
                    <a:pt x="954" y="7168"/>
                    <a:pt x="1056" y="7177"/>
                    <a:pt x="1170" y="7177"/>
                  </a:cubicBezTo>
                  <a:cubicBezTo>
                    <a:pt x="1334" y="7177"/>
                    <a:pt x="1523" y="7158"/>
                    <a:pt x="1535" y="7105"/>
                  </a:cubicBezTo>
                  <a:cubicBezTo>
                    <a:pt x="1545" y="7015"/>
                    <a:pt x="1435" y="6895"/>
                    <a:pt x="1375" y="6754"/>
                  </a:cubicBezTo>
                  <a:cubicBezTo>
                    <a:pt x="1304" y="6614"/>
                    <a:pt x="953" y="5771"/>
                    <a:pt x="1013" y="5280"/>
                  </a:cubicBezTo>
                  <a:cubicBezTo>
                    <a:pt x="1064" y="4788"/>
                    <a:pt x="1084" y="4196"/>
                    <a:pt x="1154" y="3966"/>
                  </a:cubicBezTo>
                  <a:cubicBezTo>
                    <a:pt x="1213" y="3727"/>
                    <a:pt x="1687" y="3203"/>
                    <a:pt x="1773" y="3203"/>
                  </a:cubicBezTo>
                  <a:cubicBezTo>
                    <a:pt x="1774" y="3203"/>
                    <a:pt x="1775" y="3203"/>
                    <a:pt x="1776" y="3203"/>
                  </a:cubicBezTo>
                  <a:cubicBezTo>
                    <a:pt x="1856" y="3223"/>
                    <a:pt x="2418" y="3926"/>
                    <a:pt x="3060" y="3956"/>
                  </a:cubicBezTo>
                  <a:cubicBezTo>
                    <a:pt x="3270" y="3962"/>
                    <a:pt x="3427" y="3965"/>
                    <a:pt x="3543" y="3965"/>
                  </a:cubicBezTo>
                  <a:cubicBezTo>
                    <a:pt x="3775" y="3965"/>
                    <a:pt x="3842" y="3956"/>
                    <a:pt x="3842" y="3956"/>
                  </a:cubicBezTo>
                  <a:cubicBezTo>
                    <a:pt x="3842" y="3956"/>
                    <a:pt x="4203" y="4798"/>
                    <a:pt x="4233" y="5350"/>
                  </a:cubicBezTo>
                  <a:cubicBezTo>
                    <a:pt x="4253" y="5892"/>
                    <a:pt x="4414" y="5922"/>
                    <a:pt x="4334" y="6423"/>
                  </a:cubicBezTo>
                  <a:cubicBezTo>
                    <a:pt x="4253" y="6935"/>
                    <a:pt x="4163" y="7196"/>
                    <a:pt x="4193" y="7286"/>
                  </a:cubicBezTo>
                  <a:cubicBezTo>
                    <a:pt x="4203" y="7328"/>
                    <a:pt x="4342" y="7349"/>
                    <a:pt x="4486" y="7349"/>
                  </a:cubicBezTo>
                  <a:cubicBezTo>
                    <a:pt x="4647" y="7349"/>
                    <a:pt x="4815" y="7323"/>
                    <a:pt x="4815" y="7276"/>
                  </a:cubicBezTo>
                  <a:cubicBezTo>
                    <a:pt x="4815" y="7186"/>
                    <a:pt x="4755" y="6724"/>
                    <a:pt x="4735" y="6584"/>
                  </a:cubicBezTo>
                  <a:cubicBezTo>
                    <a:pt x="4725" y="6443"/>
                    <a:pt x="4624" y="6223"/>
                    <a:pt x="4655" y="5851"/>
                  </a:cubicBezTo>
                  <a:cubicBezTo>
                    <a:pt x="4695" y="5490"/>
                    <a:pt x="4735" y="5380"/>
                    <a:pt x="4685" y="4979"/>
                  </a:cubicBezTo>
                  <a:cubicBezTo>
                    <a:pt x="4634" y="4578"/>
                    <a:pt x="4675" y="4177"/>
                    <a:pt x="4675" y="4176"/>
                  </a:cubicBezTo>
                  <a:lnTo>
                    <a:pt x="4675" y="4176"/>
                  </a:lnTo>
                  <a:cubicBezTo>
                    <a:pt x="4675" y="4177"/>
                    <a:pt x="4725" y="4578"/>
                    <a:pt x="4825" y="4668"/>
                  </a:cubicBezTo>
                  <a:lnTo>
                    <a:pt x="5908" y="4748"/>
                  </a:lnTo>
                  <a:cubicBezTo>
                    <a:pt x="5908" y="4748"/>
                    <a:pt x="6089" y="4056"/>
                    <a:pt x="6159" y="3575"/>
                  </a:cubicBezTo>
                  <a:cubicBezTo>
                    <a:pt x="6219" y="3093"/>
                    <a:pt x="6350" y="2521"/>
                    <a:pt x="6350" y="2351"/>
                  </a:cubicBezTo>
                  <a:cubicBezTo>
                    <a:pt x="6350" y="2180"/>
                    <a:pt x="5908" y="927"/>
                    <a:pt x="5758" y="676"/>
                  </a:cubicBezTo>
                  <a:cubicBezTo>
                    <a:pt x="5597" y="435"/>
                    <a:pt x="4644" y="395"/>
                    <a:pt x="4384" y="264"/>
                  </a:cubicBezTo>
                  <a:cubicBezTo>
                    <a:pt x="4283" y="211"/>
                    <a:pt x="4000" y="198"/>
                    <a:pt x="3668" y="198"/>
                  </a:cubicBezTo>
                  <a:cubicBezTo>
                    <a:pt x="3502" y="198"/>
                    <a:pt x="3324" y="201"/>
                    <a:pt x="3150" y="204"/>
                  </a:cubicBezTo>
                  <a:cubicBezTo>
                    <a:pt x="2993" y="204"/>
                    <a:pt x="2842" y="206"/>
                    <a:pt x="2707" y="206"/>
                  </a:cubicBezTo>
                  <a:cubicBezTo>
                    <a:pt x="2504" y="206"/>
                    <a:pt x="2337" y="202"/>
                    <a:pt x="2247" y="184"/>
                  </a:cubicBezTo>
                  <a:cubicBezTo>
                    <a:pt x="1971" y="131"/>
                    <a:pt x="1766" y="1"/>
                    <a:pt x="15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49" name="Google Shape;14049;p46"/>
            <p:cNvSpPr/>
            <p:nvPr/>
          </p:nvSpPr>
          <p:spPr>
            <a:xfrm>
              <a:off x="4328074" y="4178293"/>
              <a:ext cx="545398" cy="676680"/>
            </a:xfrm>
            <a:custGeom>
              <a:avLst/>
              <a:gdLst/>
              <a:ahLst/>
              <a:cxnLst/>
              <a:rect l="l" t="t" r="r" b="b"/>
              <a:pathLst>
                <a:path w="5758" h="7144" extrusionOk="0">
                  <a:moveTo>
                    <a:pt x="321" y="0"/>
                  </a:moveTo>
                  <a:cubicBezTo>
                    <a:pt x="231" y="40"/>
                    <a:pt x="141" y="81"/>
                    <a:pt x="60" y="131"/>
                  </a:cubicBezTo>
                  <a:cubicBezTo>
                    <a:pt x="20" y="261"/>
                    <a:pt x="20" y="472"/>
                    <a:pt x="20" y="562"/>
                  </a:cubicBezTo>
                  <a:cubicBezTo>
                    <a:pt x="0" y="923"/>
                    <a:pt x="80" y="1284"/>
                    <a:pt x="241" y="1615"/>
                  </a:cubicBezTo>
                  <a:cubicBezTo>
                    <a:pt x="502" y="2127"/>
                    <a:pt x="963" y="2518"/>
                    <a:pt x="1515" y="2699"/>
                  </a:cubicBezTo>
                  <a:cubicBezTo>
                    <a:pt x="1836" y="2799"/>
                    <a:pt x="2187" y="2829"/>
                    <a:pt x="2528" y="2899"/>
                  </a:cubicBezTo>
                  <a:cubicBezTo>
                    <a:pt x="2869" y="2959"/>
                    <a:pt x="3210" y="3080"/>
                    <a:pt x="3441" y="3340"/>
                  </a:cubicBezTo>
                  <a:cubicBezTo>
                    <a:pt x="3732" y="3641"/>
                    <a:pt x="3802" y="4083"/>
                    <a:pt x="3842" y="4504"/>
                  </a:cubicBezTo>
                  <a:cubicBezTo>
                    <a:pt x="3912" y="5256"/>
                    <a:pt x="3922" y="6019"/>
                    <a:pt x="3862" y="6781"/>
                  </a:cubicBezTo>
                  <a:cubicBezTo>
                    <a:pt x="3852" y="6901"/>
                    <a:pt x="3852" y="7032"/>
                    <a:pt x="3872" y="7142"/>
                  </a:cubicBezTo>
                  <a:cubicBezTo>
                    <a:pt x="3894" y="7143"/>
                    <a:pt x="3916" y="7144"/>
                    <a:pt x="3938" y="7144"/>
                  </a:cubicBezTo>
                  <a:cubicBezTo>
                    <a:pt x="4086" y="7144"/>
                    <a:pt x="4223" y="7115"/>
                    <a:pt x="4223" y="7072"/>
                  </a:cubicBezTo>
                  <a:cubicBezTo>
                    <a:pt x="4223" y="6982"/>
                    <a:pt x="4163" y="6520"/>
                    <a:pt x="4143" y="6380"/>
                  </a:cubicBezTo>
                  <a:cubicBezTo>
                    <a:pt x="4133" y="6239"/>
                    <a:pt x="4032" y="6019"/>
                    <a:pt x="4063" y="5647"/>
                  </a:cubicBezTo>
                  <a:cubicBezTo>
                    <a:pt x="4103" y="5286"/>
                    <a:pt x="4143" y="5176"/>
                    <a:pt x="4093" y="4775"/>
                  </a:cubicBezTo>
                  <a:cubicBezTo>
                    <a:pt x="4042" y="4374"/>
                    <a:pt x="4083" y="3973"/>
                    <a:pt x="4083" y="3972"/>
                  </a:cubicBezTo>
                  <a:lnTo>
                    <a:pt x="4083" y="3972"/>
                  </a:lnTo>
                  <a:cubicBezTo>
                    <a:pt x="4083" y="3973"/>
                    <a:pt x="4133" y="4374"/>
                    <a:pt x="4233" y="4464"/>
                  </a:cubicBezTo>
                  <a:lnTo>
                    <a:pt x="5316" y="4544"/>
                  </a:lnTo>
                  <a:cubicBezTo>
                    <a:pt x="5316" y="4544"/>
                    <a:pt x="5497" y="3852"/>
                    <a:pt x="5567" y="3371"/>
                  </a:cubicBezTo>
                  <a:cubicBezTo>
                    <a:pt x="5627" y="2889"/>
                    <a:pt x="5758" y="2317"/>
                    <a:pt x="5758" y="2147"/>
                  </a:cubicBezTo>
                  <a:cubicBezTo>
                    <a:pt x="5758" y="2006"/>
                    <a:pt x="5467" y="1164"/>
                    <a:pt x="5276" y="712"/>
                  </a:cubicBezTo>
                  <a:cubicBezTo>
                    <a:pt x="5106" y="642"/>
                    <a:pt x="4935" y="582"/>
                    <a:pt x="4755" y="542"/>
                  </a:cubicBezTo>
                  <a:cubicBezTo>
                    <a:pt x="4223" y="402"/>
                    <a:pt x="3671" y="351"/>
                    <a:pt x="3120" y="291"/>
                  </a:cubicBezTo>
                  <a:cubicBezTo>
                    <a:pt x="2267" y="211"/>
                    <a:pt x="1414" y="121"/>
                    <a:pt x="572" y="40"/>
                  </a:cubicBezTo>
                  <a:cubicBezTo>
                    <a:pt x="512" y="30"/>
                    <a:pt x="411" y="10"/>
                    <a:pt x="321" y="0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accent4">
                    <a:alpha val="8230"/>
                  </a:scheme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50" name="Google Shape;14050;p46"/>
            <p:cNvSpPr/>
            <p:nvPr/>
          </p:nvSpPr>
          <p:spPr>
            <a:xfrm>
              <a:off x="4176047" y="4269510"/>
              <a:ext cx="116979" cy="380111"/>
            </a:xfrm>
            <a:custGeom>
              <a:avLst/>
              <a:gdLst/>
              <a:ahLst/>
              <a:cxnLst/>
              <a:rect l="l" t="t" r="r" b="b"/>
              <a:pathLst>
                <a:path w="1235" h="4013" extrusionOk="0">
                  <a:moveTo>
                    <a:pt x="1043" y="0"/>
                  </a:moveTo>
                  <a:cubicBezTo>
                    <a:pt x="883" y="582"/>
                    <a:pt x="863" y="1374"/>
                    <a:pt x="853" y="2056"/>
                  </a:cubicBezTo>
                  <a:cubicBezTo>
                    <a:pt x="853" y="2317"/>
                    <a:pt x="732" y="2558"/>
                    <a:pt x="602" y="2759"/>
                  </a:cubicBezTo>
                  <a:cubicBezTo>
                    <a:pt x="412" y="3050"/>
                    <a:pt x="171" y="3280"/>
                    <a:pt x="101" y="3461"/>
                  </a:cubicBezTo>
                  <a:cubicBezTo>
                    <a:pt x="0" y="3792"/>
                    <a:pt x="60" y="4012"/>
                    <a:pt x="60" y="4012"/>
                  </a:cubicBezTo>
                  <a:cubicBezTo>
                    <a:pt x="60" y="4012"/>
                    <a:pt x="50" y="3742"/>
                    <a:pt x="231" y="3461"/>
                  </a:cubicBezTo>
                  <a:lnTo>
                    <a:pt x="231" y="3461"/>
                  </a:lnTo>
                  <a:cubicBezTo>
                    <a:pt x="231" y="3461"/>
                    <a:pt x="151" y="3722"/>
                    <a:pt x="201" y="3852"/>
                  </a:cubicBezTo>
                  <a:cubicBezTo>
                    <a:pt x="201" y="3852"/>
                    <a:pt x="231" y="3571"/>
                    <a:pt x="391" y="3340"/>
                  </a:cubicBezTo>
                  <a:cubicBezTo>
                    <a:pt x="522" y="3160"/>
                    <a:pt x="502" y="3060"/>
                    <a:pt x="662" y="2809"/>
                  </a:cubicBezTo>
                  <a:cubicBezTo>
                    <a:pt x="853" y="2508"/>
                    <a:pt x="933" y="2317"/>
                    <a:pt x="973" y="1635"/>
                  </a:cubicBezTo>
                  <a:cubicBezTo>
                    <a:pt x="1013" y="1074"/>
                    <a:pt x="1234" y="211"/>
                    <a:pt x="1234" y="211"/>
                  </a:cubicBezTo>
                  <a:lnTo>
                    <a:pt x="1043" y="0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51" name="Google Shape;14051;p46"/>
            <p:cNvSpPr/>
            <p:nvPr/>
          </p:nvSpPr>
          <p:spPr>
            <a:xfrm>
              <a:off x="4288102" y="4821452"/>
              <a:ext cx="19133" cy="3031"/>
            </a:xfrm>
            <a:custGeom>
              <a:avLst/>
              <a:gdLst/>
              <a:ahLst/>
              <a:cxnLst/>
              <a:rect l="l" t="t" r="r" b="b"/>
              <a:pathLst>
                <a:path w="202" h="32" extrusionOk="0">
                  <a:moveTo>
                    <a:pt x="201" y="1"/>
                  </a:moveTo>
                  <a:cubicBezTo>
                    <a:pt x="161" y="21"/>
                    <a:pt x="91" y="31"/>
                    <a:pt x="1" y="31"/>
                  </a:cubicBezTo>
                  <a:lnTo>
                    <a:pt x="31" y="31"/>
                  </a:lnTo>
                  <a:cubicBezTo>
                    <a:pt x="111" y="31"/>
                    <a:pt x="171" y="21"/>
                    <a:pt x="201" y="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52" name="Google Shape;14052;p46"/>
            <p:cNvSpPr/>
            <p:nvPr/>
          </p:nvSpPr>
          <p:spPr>
            <a:xfrm>
              <a:off x="4252013" y="4794930"/>
              <a:ext cx="55222" cy="29553"/>
            </a:xfrm>
            <a:custGeom>
              <a:avLst/>
              <a:gdLst/>
              <a:ahLst/>
              <a:cxnLst/>
              <a:rect l="l" t="t" r="r" b="b"/>
              <a:pathLst>
                <a:path w="583" h="312" extrusionOk="0">
                  <a:moveTo>
                    <a:pt x="71" y="0"/>
                  </a:moveTo>
                  <a:cubicBezTo>
                    <a:pt x="51" y="60"/>
                    <a:pt x="31" y="110"/>
                    <a:pt x="21" y="151"/>
                  </a:cubicBezTo>
                  <a:cubicBezTo>
                    <a:pt x="11" y="181"/>
                    <a:pt x="1" y="211"/>
                    <a:pt x="1" y="221"/>
                  </a:cubicBezTo>
                  <a:cubicBezTo>
                    <a:pt x="1" y="261"/>
                    <a:pt x="111" y="291"/>
                    <a:pt x="231" y="301"/>
                  </a:cubicBezTo>
                  <a:lnTo>
                    <a:pt x="241" y="271"/>
                  </a:lnTo>
                  <a:cubicBezTo>
                    <a:pt x="251" y="201"/>
                    <a:pt x="272" y="120"/>
                    <a:pt x="292" y="30"/>
                  </a:cubicBezTo>
                  <a:cubicBezTo>
                    <a:pt x="221" y="30"/>
                    <a:pt x="161" y="30"/>
                    <a:pt x="101" y="10"/>
                  </a:cubicBezTo>
                  <a:lnTo>
                    <a:pt x="71" y="0"/>
                  </a:lnTo>
                  <a:close/>
                  <a:moveTo>
                    <a:pt x="582" y="271"/>
                  </a:moveTo>
                  <a:cubicBezTo>
                    <a:pt x="562" y="291"/>
                    <a:pt x="492" y="311"/>
                    <a:pt x="412" y="311"/>
                  </a:cubicBezTo>
                  <a:cubicBezTo>
                    <a:pt x="492" y="311"/>
                    <a:pt x="552" y="301"/>
                    <a:pt x="582" y="281"/>
                  </a:cubicBezTo>
                  <a:cubicBezTo>
                    <a:pt x="582" y="281"/>
                    <a:pt x="582" y="271"/>
                    <a:pt x="582" y="2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53" name="Google Shape;14053;p46"/>
            <p:cNvSpPr/>
            <p:nvPr/>
          </p:nvSpPr>
          <p:spPr>
            <a:xfrm>
              <a:off x="4273894" y="4797772"/>
              <a:ext cx="35236" cy="26711"/>
            </a:xfrm>
            <a:custGeom>
              <a:avLst/>
              <a:gdLst/>
              <a:ahLst/>
              <a:cxnLst/>
              <a:rect l="l" t="t" r="r" b="b"/>
              <a:pathLst>
                <a:path w="372" h="282" extrusionOk="0">
                  <a:moveTo>
                    <a:pt x="61" y="0"/>
                  </a:moveTo>
                  <a:cubicBezTo>
                    <a:pt x="41" y="90"/>
                    <a:pt x="20" y="171"/>
                    <a:pt x="10" y="241"/>
                  </a:cubicBezTo>
                  <a:lnTo>
                    <a:pt x="0" y="271"/>
                  </a:lnTo>
                  <a:cubicBezTo>
                    <a:pt x="41" y="271"/>
                    <a:pt x="81" y="281"/>
                    <a:pt x="111" y="281"/>
                  </a:cubicBezTo>
                  <a:lnTo>
                    <a:pt x="181" y="281"/>
                  </a:lnTo>
                  <a:cubicBezTo>
                    <a:pt x="261" y="281"/>
                    <a:pt x="331" y="261"/>
                    <a:pt x="351" y="241"/>
                  </a:cubicBezTo>
                  <a:cubicBezTo>
                    <a:pt x="362" y="231"/>
                    <a:pt x="372" y="201"/>
                    <a:pt x="362" y="161"/>
                  </a:cubicBezTo>
                  <a:lnTo>
                    <a:pt x="362" y="151"/>
                  </a:lnTo>
                  <a:cubicBezTo>
                    <a:pt x="362" y="121"/>
                    <a:pt x="362" y="60"/>
                    <a:pt x="3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54" name="Google Shape;14054;p46"/>
            <p:cNvSpPr/>
            <p:nvPr/>
          </p:nvSpPr>
          <p:spPr>
            <a:xfrm>
              <a:off x="4345124" y="4417655"/>
              <a:ext cx="95099" cy="421030"/>
            </a:xfrm>
            <a:custGeom>
              <a:avLst/>
              <a:gdLst/>
              <a:ahLst/>
              <a:cxnLst/>
              <a:rect l="l" t="t" r="r" b="b"/>
              <a:pathLst>
                <a:path w="1004" h="4445" extrusionOk="0">
                  <a:moveTo>
                    <a:pt x="512" y="1"/>
                  </a:moveTo>
                  <a:cubicBezTo>
                    <a:pt x="512" y="1"/>
                    <a:pt x="512" y="2"/>
                    <a:pt x="511" y="2"/>
                  </a:cubicBezTo>
                  <a:lnTo>
                    <a:pt x="511" y="2"/>
                  </a:lnTo>
                  <a:cubicBezTo>
                    <a:pt x="512" y="2"/>
                    <a:pt x="512" y="1"/>
                    <a:pt x="512" y="1"/>
                  </a:cubicBezTo>
                  <a:close/>
                  <a:moveTo>
                    <a:pt x="511" y="2"/>
                  </a:moveTo>
                  <a:cubicBezTo>
                    <a:pt x="261" y="293"/>
                    <a:pt x="171" y="693"/>
                    <a:pt x="101" y="1074"/>
                  </a:cubicBezTo>
                  <a:cubicBezTo>
                    <a:pt x="51" y="1305"/>
                    <a:pt x="1" y="1546"/>
                    <a:pt x="21" y="1786"/>
                  </a:cubicBezTo>
                  <a:cubicBezTo>
                    <a:pt x="21" y="1907"/>
                    <a:pt x="41" y="2027"/>
                    <a:pt x="51" y="2148"/>
                  </a:cubicBezTo>
                  <a:cubicBezTo>
                    <a:pt x="61" y="2288"/>
                    <a:pt x="61" y="2418"/>
                    <a:pt x="71" y="2559"/>
                  </a:cubicBezTo>
                  <a:cubicBezTo>
                    <a:pt x="101" y="2739"/>
                    <a:pt x="161" y="2910"/>
                    <a:pt x="201" y="3080"/>
                  </a:cubicBezTo>
                  <a:cubicBezTo>
                    <a:pt x="312" y="3512"/>
                    <a:pt x="282" y="3983"/>
                    <a:pt x="502" y="4364"/>
                  </a:cubicBezTo>
                  <a:cubicBezTo>
                    <a:pt x="512" y="4394"/>
                    <a:pt x="532" y="4414"/>
                    <a:pt x="542" y="4445"/>
                  </a:cubicBezTo>
                  <a:cubicBezTo>
                    <a:pt x="663" y="4434"/>
                    <a:pt x="753" y="4414"/>
                    <a:pt x="763" y="4374"/>
                  </a:cubicBezTo>
                  <a:cubicBezTo>
                    <a:pt x="773" y="4284"/>
                    <a:pt x="663" y="4164"/>
                    <a:pt x="603" y="4023"/>
                  </a:cubicBezTo>
                  <a:cubicBezTo>
                    <a:pt x="532" y="3883"/>
                    <a:pt x="181" y="3040"/>
                    <a:pt x="241" y="2549"/>
                  </a:cubicBezTo>
                  <a:cubicBezTo>
                    <a:pt x="292" y="2057"/>
                    <a:pt x="312" y="1465"/>
                    <a:pt x="382" y="1235"/>
                  </a:cubicBezTo>
                  <a:cubicBezTo>
                    <a:pt x="442" y="1004"/>
                    <a:pt x="924" y="472"/>
                    <a:pt x="1004" y="472"/>
                  </a:cubicBezTo>
                  <a:lnTo>
                    <a:pt x="984" y="442"/>
                  </a:lnTo>
                  <a:cubicBezTo>
                    <a:pt x="954" y="393"/>
                    <a:pt x="479" y="46"/>
                    <a:pt x="511" y="2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55" name="Google Shape;14055;p46"/>
            <p:cNvSpPr/>
            <p:nvPr/>
          </p:nvSpPr>
          <p:spPr>
            <a:xfrm>
              <a:off x="4355638" y="4818611"/>
              <a:ext cx="60810" cy="20081"/>
            </a:xfrm>
            <a:custGeom>
              <a:avLst/>
              <a:gdLst/>
              <a:ahLst/>
              <a:cxnLst/>
              <a:rect l="l" t="t" r="r" b="b"/>
              <a:pathLst>
                <a:path w="642" h="212" extrusionOk="0">
                  <a:moveTo>
                    <a:pt x="291" y="212"/>
                  </a:moveTo>
                  <a:cubicBezTo>
                    <a:pt x="171" y="212"/>
                    <a:pt x="70" y="201"/>
                    <a:pt x="50" y="191"/>
                  </a:cubicBezTo>
                  <a:cubicBezTo>
                    <a:pt x="50" y="191"/>
                    <a:pt x="50" y="191"/>
                    <a:pt x="50" y="191"/>
                  </a:cubicBezTo>
                  <a:cubicBezTo>
                    <a:pt x="50" y="191"/>
                    <a:pt x="50" y="191"/>
                    <a:pt x="50" y="191"/>
                  </a:cubicBezTo>
                  <a:cubicBezTo>
                    <a:pt x="70" y="201"/>
                    <a:pt x="171" y="212"/>
                    <a:pt x="291" y="212"/>
                  </a:cubicBezTo>
                  <a:cubicBezTo>
                    <a:pt x="431" y="212"/>
                    <a:pt x="602" y="201"/>
                    <a:pt x="642" y="151"/>
                  </a:cubicBezTo>
                  <a:lnTo>
                    <a:pt x="642" y="151"/>
                  </a:lnTo>
                  <a:cubicBezTo>
                    <a:pt x="602" y="201"/>
                    <a:pt x="431" y="212"/>
                    <a:pt x="291" y="212"/>
                  </a:cubicBezTo>
                  <a:close/>
                  <a:moveTo>
                    <a:pt x="50" y="191"/>
                  </a:moveTo>
                  <a:cubicBezTo>
                    <a:pt x="50" y="191"/>
                    <a:pt x="50" y="191"/>
                    <a:pt x="50" y="191"/>
                  </a:cubicBezTo>
                  <a:cubicBezTo>
                    <a:pt x="50" y="191"/>
                    <a:pt x="50" y="191"/>
                    <a:pt x="50" y="191"/>
                  </a:cubicBezTo>
                  <a:close/>
                  <a:moveTo>
                    <a:pt x="40" y="191"/>
                  </a:moveTo>
                  <a:cubicBezTo>
                    <a:pt x="40" y="191"/>
                    <a:pt x="40" y="191"/>
                    <a:pt x="40" y="191"/>
                  </a:cubicBezTo>
                  <a:cubicBezTo>
                    <a:pt x="40" y="191"/>
                    <a:pt x="40" y="191"/>
                    <a:pt x="40" y="191"/>
                  </a:cubicBezTo>
                  <a:close/>
                  <a:moveTo>
                    <a:pt x="40" y="191"/>
                  </a:moveTo>
                  <a:cubicBezTo>
                    <a:pt x="40" y="191"/>
                    <a:pt x="40" y="191"/>
                    <a:pt x="40" y="191"/>
                  </a:cubicBezTo>
                  <a:cubicBezTo>
                    <a:pt x="40" y="191"/>
                    <a:pt x="40" y="191"/>
                    <a:pt x="40" y="191"/>
                  </a:cubicBezTo>
                  <a:close/>
                  <a:moveTo>
                    <a:pt x="40" y="191"/>
                  </a:moveTo>
                  <a:cubicBezTo>
                    <a:pt x="40" y="191"/>
                    <a:pt x="40" y="191"/>
                    <a:pt x="40" y="191"/>
                  </a:cubicBezTo>
                  <a:cubicBezTo>
                    <a:pt x="40" y="191"/>
                    <a:pt x="40" y="191"/>
                    <a:pt x="40" y="191"/>
                  </a:cubicBezTo>
                  <a:close/>
                  <a:moveTo>
                    <a:pt x="40" y="191"/>
                  </a:moveTo>
                  <a:cubicBezTo>
                    <a:pt x="40" y="191"/>
                    <a:pt x="40" y="191"/>
                    <a:pt x="40" y="191"/>
                  </a:cubicBezTo>
                  <a:cubicBezTo>
                    <a:pt x="40" y="191"/>
                    <a:pt x="40" y="191"/>
                    <a:pt x="40" y="191"/>
                  </a:cubicBezTo>
                  <a:close/>
                  <a:moveTo>
                    <a:pt x="40" y="191"/>
                  </a:moveTo>
                  <a:lnTo>
                    <a:pt x="40" y="191"/>
                  </a:lnTo>
                  <a:lnTo>
                    <a:pt x="40" y="191"/>
                  </a:lnTo>
                  <a:close/>
                  <a:moveTo>
                    <a:pt x="40" y="191"/>
                  </a:moveTo>
                  <a:cubicBezTo>
                    <a:pt x="40" y="191"/>
                    <a:pt x="40" y="191"/>
                    <a:pt x="40" y="191"/>
                  </a:cubicBezTo>
                  <a:cubicBezTo>
                    <a:pt x="40" y="191"/>
                    <a:pt x="40" y="191"/>
                    <a:pt x="40" y="191"/>
                  </a:cubicBezTo>
                  <a:close/>
                  <a:moveTo>
                    <a:pt x="40" y="191"/>
                  </a:moveTo>
                  <a:cubicBezTo>
                    <a:pt x="40" y="191"/>
                    <a:pt x="40" y="191"/>
                    <a:pt x="40" y="191"/>
                  </a:cubicBezTo>
                  <a:cubicBezTo>
                    <a:pt x="40" y="191"/>
                    <a:pt x="40" y="191"/>
                    <a:pt x="40" y="191"/>
                  </a:cubicBezTo>
                  <a:close/>
                  <a:moveTo>
                    <a:pt x="40" y="181"/>
                  </a:moveTo>
                  <a:cubicBezTo>
                    <a:pt x="40" y="181"/>
                    <a:pt x="40" y="181"/>
                    <a:pt x="40" y="181"/>
                  </a:cubicBezTo>
                  <a:cubicBezTo>
                    <a:pt x="40" y="181"/>
                    <a:pt x="40" y="181"/>
                    <a:pt x="40" y="181"/>
                  </a:cubicBezTo>
                  <a:close/>
                  <a:moveTo>
                    <a:pt x="40" y="181"/>
                  </a:moveTo>
                  <a:lnTo>
                    <a:pt x="40" y="181"/>
                  </a:lnTo>
                  <a:lnTo>
                    <a:pt x="40" y="181"/>
                  </a:lnTo>
                  <a:close/>
                  <a:moveTo>
                    <a:pt x="30" y="181"/>
                  </a:moveTo>
                  <a:cubicBezTo>
                    <a:pt x="30" y="181"/>
                    <a:pt x="30" y="181"/>
                    <a:pt x="30" y="181"/>
                  </a:cubicBezTo>
                  <a:cubicBezTo>
                    <a:pt x="30" y="181"/>
                    <a:pt x="30" y="181"/>
                    <a:pt x="30" y="181"/>
                  </a:cubicBezTo>
                  <a:close/>
                  <a:moveTo>
                    <a:pt x="10" y="31"/>
                  </a:moveTo>
                  <a:cubicBezTo>
                    <a:pt x="0" y="21"/>
                    <a:pt x="0" y="11"/>
                    <a:pt x="0" y="1"/>
                  </a:cubicBezTo>
                  <a:lnTo>
                    <a:pt x="0" y="1"/>
                  </a:lnTo>
                  <a:cubicBezTo>
                    <a:pt x="0" y="11"/>
                    <a:pt x="0" y="21"/>
                    <a:pt x="10" y="3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56" name="Google Shape;14056;p46"/>
            <p:cNvSpPr/>
            <p:nvPr/>
          </p:nvSpPr>
          <p:spPr>
            <a:xfrm>
              <a:off x="4356585" y="4812928"/>
              <a:ext cx="59863" cy="25764"/>
            </a:xfrm>
            <a:custGeom>
              <a:avLst/>
              <a:gdLst/>
              <a:ahLst/>
              <a:cxnLst/>
              <a:rect l="l" t="t" r="r" b="b"/>
              <a:pathLst>
                <a:path w="632" h="272" extrusionOk="0">
                  <a:moveTo>
                    <a:pt x="632" y="211"/>
                  </a:moveTo>
                  <a:cubicBezTo>
                    <a:pt x="615" y="229"/>
                    <a:pt x="581" y="243"/>
                    <a:pt x="536" y="253"/>
                  </a:cubicBezTo>
                  <a:lnTo>
                    <a:pt x="536" y="253"/>
                  </a:lnTo>
                  <a:cubicBezTo>
                    <a:pt x="581" y="244"/>
                    <a:pt x="616" y="231"/>
                    <a:pt x="632" y="211"/>
                  </a:cubicBezTo>
                  <a:close/>
                  <a:moveTo>
                    <a:pt x="291" y="1"/>
                  </a:moveTo>
                  <a:cubicBezTo>
                    <a:pt x="211" y="21"/>
                    <a:pt x="130" y="41"/>
                    <a:pt x="50" y="51"/>
                  </a:cubicBezTo>
                  <a:cubicBezTo>
                    <a:pt x="50" y="51"/>
                    <a:pt x="50" y="51"/>
                    <a:pt x="50" y="61"/>
                  </a:cubicBezTo>
                  <a:cubicBezTo>
                    <a:pt x="50" y="91"/>
                    <a:pt x="30" y="121"/>
                    <a:pt x="0" y="141"/>
                  </a:cubicBezTo>
                  <a:cubicBezTo>
                    <a:pt x="10" y="191"/>
                    <a:pt x="10" y="221"/>
                    <a:pt x="20" y="241"/>
                  </a:cubicBezTo>
                  <a:lnTo>
                    <a:pt x="30" y="241"/>
                  </a:lnTo>
                  <a:lnTo>
                    <a:pt x="30" y="251"/>
                  </a:lnTo>
                  <a:lnTo>
                    <a:pt x="40" y="251"/>
                  </a:lnTo>
                  <a:cubicBezTo>
                    <a:pt x="60" y="261"/>
                    <a:pt x="161" y="272"/>
                    <a:pt x="281" y="272"/>
                  </a:cubicBezTo>
                  <a:cubicBezTo>
                    <a:pt x="326" y="272"/>
                    <a:pt x="374" y="270"/>
                    <a:pt x="420" y="267"/>
                  </a:cubicBezTo>
                  <a:lnTo>
                    <a:pt x="420" y="267"/>
                  </a:lnTo>
                  <a:cubicBezTo>
                    <a:pt x="420" y="269"/>
                    <a:pt x="421" y="270"/>
                    <a:pt x="421" y="272"/>
                  </a:cubicBezTo>
                  <a:cubicBezTo>
                    <a:pt x="464" y="267"/>
                    <a:pt x="503" y="261"/>
                    <a:pt x="536" y="253"/>
                  </a:cubicBezTo>
                  <a:lnTo>
                    <a:pt x="536" y="253"/>
                  </a:lnTo>
                  <a:cubicBezTo>
                    <a:pt x="502" y="260"/>
                    <a:pt x="462" y="265"/>
                    <a:pt x="420" y="267"/>
                  </a:cubicBezTo>
                  <a:lnTo>
                    <a:pt x="420" y="267"/>
                  </a:lnTo>
                  <a:cubicBezTo>
                    <a:pt x="409" y="240"/>
                    <a:pt x="391" y="220"/>
                    <a:pt x="381" y="191"/>
                  </a:cubicBezTo>
                  <a:cubicBezTo>
                    <a:pt x="341" y="131"/>
                    <a:pt x="311" y="61"/>
                    <a:pt x="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57" name="Google Shape;14057;p46"/>
            <p:cNvSpPr/>
            <p:nvPr/>
          </p:nvSpPr>
          <p:spPr>
            <a:xfrm>
              <a:off x="4416354" y="483291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39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58" name="Google Shape;14058;p46"/>
            <p:cNvSpPr/>
            <p:nvPr/>
          </p:nvSpPr>
          <p:spPr>
            <a:xfrm>
              <a:off x="4416354" y="483291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39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59" name="Google Shape;14059;p46"/>
            <p:cNvSpPr/>
            <p:nvPr/>
          </p:nvSpPr>
          <p:spPr>
            <a:xfrm>
              <a:off x="4416354" y="483291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39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60" name="Google Shape;14060;p46"/>
            <p:cNvSpPr/>
            <p:nvPr/>
          </p:nvSpPr>
          <p:spPr>
            <a:xfrm>
              <a:off x="4416354" y="483291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39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61" name="Google Shape;14061;p46"/>
            <p:cNvSpPr/>
            <p:nvPr/>
          </p:nvSpPr>
          <p:spPr>
            <a:xfrm>
              <a:off x="4416354" y="483291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39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62" name="Google Shape;14062;p46"/>
            <p:cNvSpPr/>
            <p:nvPr/>
          </p:nvSpPr>
          <p:spPr>
            <a:xfrm>
              <a:off x="4416354" y="483196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39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63" name="Google Shape;14063;p46"/>
            <p:cNvSpPr/>
            <p:nvPr/>
          </p:nvSpPr>
          <p:spPr>
            <a:xfrm>
              <a:off x="4417396" y="4830072"/>
              <a:ext cx="95" cy="198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lnTo>
                    <a:pt x="0" y="20"/>
                  </a:lnTo>
                  <a:close/>
                  <a:moveTo>
                    <a:pt x="0" y="2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lose/>
                  <a:moveTo>
                    <a:pt x="0" y="20"/>
                  </a:moveTo>
                  <a:lnTo>
                    <a:pt x="0" y="10"/>
                  </a:lnTo>
                  <a:lnTo>
                    <a:pt x="0" y="20"/>
                  </a:ln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64" name="Google Shape;14064;p46"/>
            <p:cNvSpPr/>
            <p:nvPr/>
          </p:nvSpPr>
          <p:spPr>
            <a:xfrm>
              <a:off x="4417396" y="4830072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65" name="Google Shape;14065;p46"/>
            <p:cNvSpPr/>
            <p:nvPr/>
          </p:nvSpPr>
          <p:spPr>
            <a:xfrm>
              <a:off x="4417396" y="4830072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66" name="Google Shape;14066;p46"/>
            <p:cNvSpPr/>
            <p:nvPr/>
          </p:nvSpPr>
          <p:spPr>
            <a:xfrm>
              <a:off x="4417396" y="4829125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67" name="Google Shape;14067;p46"/>
            <p:cNvSpPr/>
            <p:nvPr/>
          </p:nvSpPr>
          <p:spPr>
            <a:xfrm>
              <a:off x="4417396" y="4829125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68" name="Google Shape;14068;p46"/>
            <p:cNvSpPr/>
            <p:nvPr/>
          </p:nvSpPr>
          <p:spPr>
            <a:xfrm>
              <a:off x="4417396" y="4829125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69" name="Google Shape;14069;p46"/>
            <p:cNvSpPr/>
            <p:nvPr/>
          </p:nvSpPr>
          <p:spPr>
            <a:xfrm>
              <a:off x="4416354" y="482817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70" name="Google Shape;14070;p46"/>
            <p:cNvSpPr/>
            <p:nvPr/>
          </p:nvSpPr>
          <p:spPr>
            <a:xfrm>
              <a:off x="4414460" y="4822400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71" name="Google Shape;14071;p46"/>
            <p:cNvSpPr/>
            <p:nvPr/>
          </p:nvSpPr>
          <p:spPr>
            <a:xfrm>
              <a:off x="4414460" y="4822400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72" name="Google Shape;14072;p46"/>
            <p:cNvSpPr/>
            <p:nvPr/>
          </p:nvSpPr>
          <p:spPr>
            <a:xfrm>
              <a:off x="4414460" y="4821452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73" name="Google Shape;14073;p46"/>
            <p:cNvSpPr/>
            <p:nvPr/>
          </p:nvSpPr>
          <p:spPr>
            <a:xfrm>
              <a:off x="4414460" y="4821452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74" name="Google Shape;14074;p46"/>
            <p:cNvSpPr/>
            <p:nvPr/>
          </p:nvSpPr>
          <p:spPr>
            <a:xfrm>
              <a:off x="4414460" y="4820505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cubicBezTo>
                    <a:pt x="1" y="11"/>
                    <a:pt x="1" y="11"/>
                    <a:pt x="1" y="1"/>
                  </a:cubicBezTo>
                  <a:cubicBezTo>
                    <a:pt x="1" y="11"/>
                    <a:pt x="1" y="11"/>
                    <a:pt x="1" y="1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75" name="Google Shape;14075;p46"/>
            <p:cNvSpPr/>
            <p:nvPr/>
          </p:nvSpPr>
          <p:spPr>
            <a:xfrm>
              <a:off x="4405935" y="4806297"/>
              <a:ext cx="8620" cy="14303"/>
            </a:xfrm>
            <a:custGeom>
              <a:avLst/>
              <a:gdLst/>
              <a:ahLst/>
              <a:cxnLst/>
              <a:rect l="l" t="t" r="r" b="b"/>
              <a:pathLst>
                <a:path w="91" h="151" extrusionOk="0">
                  <a:moveTo>
                    <a:pt x="91" y="151"/>
                  </a:moveTo>
                  <a:cubicBezTo>
                    <a:pt x="61" y="111"/>
                    <a:pt x="31" y="61"/>
                    <a:pt x="1" y="0"/>
                  </a:cubicBezTo>
                  <a:lnTo>
                    <a:pt x="1" y="0"/>
                  </a:lnTo>
                  <a:cubicBezTo>
                    <a:pt x="31" y="61"/>
                    <a:pt x="61" y="111"/>
                    <a:pt x="91" y="15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76" name="Google Shape;14076;p46"/>
            <p:cNvSpPr/>
            <p:nvPr/>
          </p:nvSpPr>
          <p:spPr>
            <a:xfrm>
              <a:off x="4384054" y="4806297"/>
              <a:ext cx="33436" cy="32394"/>
            </a:xfrm>
            <a:custGeom>
              <a:avLst/>
              <a:gdLst/>
              <a:ahLst/>
              <a:cxnLst/>
              <a:rect l="l" t="t" r="r" b="b"/>
              <a:pathLst>
                <a:path w="353" h="342" extrusionOk="0">
                  <a:moveTo>
                    <a:pt x="232" y="0"/>
                  </a:moveTo>
                  <a:cubicBezTo>
                    <a:pt x="222" y="11"/>
                    <a:pt x="202" y="11"/>
                    <a:pt x="192" y="21"/>
                  </a:cubicBezTo>
                  <a:cubicBezTo>
                    <a:pt x="121" y="31"/>
                    <a:pt x="61" y="51"/>
                    <a:pt x="1" y="71"/>
                  </a:cubicBezTo>
                  <a:cubicBezTo>
                    <a:pt x="21" y="131"/>
                    <a:pt x="51" y="201"/>
                    <a:pt x="91" y="261"/>
                  </a:cubicBezTo>
                  <a:cubicBezTo>
                    <a:pt x="101" y="291"/>
                    <a:pt x="121" y="311"/>
                    <a:pt x="131" y="342"/>
                  </a:cubicBezTo>
                  <a:cubicBezTo>
                    <a:pt x="232" y="331"/>
                    <a:pt x="312" y="311"/>
                    <a:pt x="342" y="281"/>
                  </a:cubicBezTo>
                  <a:cubicBezTo>
                    <a:pt x="342" y="281"/>
                    <a:pt x="342" y="281"/>
                    <a:pt x="342" y="271"/>
                  </a:cubicBezTo>
                  <a:lnTo>
                    <a:pt x="352" y="271"/>
                  </a:lnTo>
                  <a:lnTo>
                    <a:pt x="352" y="261"/>
                  </a:lnTo>
                  <a:lnTo>
                    <a:pt x="352" y="251"/>
                  </a:lnTo>
                  <a:cubicBezTo>
                    <a:pt x="352" y="251"/>
                    <a:pt x="352" y="241"/>
                    <a:pt x="352" y="241"/>
                  </a:cubicBezTo>
                  <a:cubicBezTo>
                    <a:pt x="352" y="241"/>
                    <a:pt x="342" y="231"/>
                    <a:pt x="342" y="231"/>
                  </a:cubicBezTo>
                  <a:cubicBezTo>
                    <a:pt x="342" y="211"/>
                    <a:pt x="332" y="191"/>
                    <a:pt x="322" y="171"/>
                  </a:cubicBezTo>
                  <a:cubicBezTo>
                    <a:pt x="322" y="161"/>
                    <a:pt x="322" y="161"/>
                    <a:pt x="322" y="161"/>
                  </a:cubicBezTo>
                  <a:cubicBezTo>
                    <a:pt x="322" y="161"/>
                    <a:pt x="322" y="161"/>
                    <a:pt x="322" y="151"/>
                  </a:cubicBezTo>
                  <a:cubicBezTo>
                    <a:pt x="292" y="111"/>
                    <a:pt x="262" y="61"/>
                    <a:pt x="2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77" name="Google Shape;14077;p46"/>
            <p:cNvSpPr/>
            <p:nvPr/>
          </p:nvSpPr>
          <p:spPr>
            <a:xfrm>
              <a:off x="4622563" y="4177346"/>
              <a:ext cx="250913" cy="431450"/>
            </a:xfrm>
            <a:custGeom>
              <a:avLst/>
              <a:gdLst/>
              <a:ahLst/>
              <a:cxnLst/>
              <a:rect l="l" t="t" r="r" b="b"/>
              <a:pathLst>
                <a:path w="2649" h="4555" extrusionOk="0">
                  <a:moveTo>
                    <a:pt x="31" y="0"/>
                  </a:moveTo>
                  <a:cubicBezTo>
                    <a:pt x="101" y="211"/>
                    <a:pt x="612" y="341"/>
                    <a:pt x="653" y="572"/>
                  </a:cubicBezTo>
                  <a:cubicBezTo>
                    <a:pt x="673" y="733"/>
                    <a:pt x="532" y="853"/>
                    <a:pt x="402" y="933"/>
                  </a:cubicBezTo>
                  <a:cubicBezTo>
                    <a:pt x="271" y="1023"/>
                    <a:pt x="121" y="1094"/>
                    <a:pt x="61" y="1234"/>
                  </a:cubicBezTo>
                  <a:cubicBezTo>
                    <a:pt x="1" y="1395"/>
                    <a:pt x="91" y="1575"/>
                    <a:pt x="211" y="1685"/>
                  </a:cubicBezTo>
                  <a:cubicBezTo>
                    <a:pt x="342" y="1796"/>
                    <a:pt x="502" y="1856"/>
                    <a:pt x="653" y="1916"/>
                  </a:cubicBezTo>
                  <a:cubicBezTo>
                    <a:pt x="813" y="1986"/>
                    <a:pt x="964" y="2077"/>
                    <a:pt x="1044" y="2227"/>
                  </a:cubicBezTo>
                  <a:cubicBezTo>
                    <a:pt x="1124" y="2367"/>
                    <a:pt x="1124" y="2538"/>
                    <a:pt x="1234" y="2658"/>
                  </a:cubicBezTo>
                  <a:cubicBezTo>
                    <a:pt x="1315" y="2739"/>
                    <a:pt x="1425" y="2769"/>
                    <a:pt x="1525" y="2819"/>
                  </a:cubicBezTo>
                  <a:cubicBezTo>
                    <a:pt x="1626" y="2869"/>
                    <a:pt x="1716" y="2979"/>
                    <a:pt x="1686" y="3080"/>
                  </a:cubicBezTo>
                  <a:cubicBezTo>
                    <a:pt x="1666" y="3160"/>
                    <a:pt x="1595" y="3210"/>
                    <a:pt x="1555" y="3270"/>
                  </a:cubicBezTo>
                  <a:cubicBezTo>
                    <a:pt x="1455" y="3401"/>
                    <a:pt x="1465" y="3571"/>
                    <a:pt x="1475" y="3722"/>
                  </a:cubicBezTo>
                  <a:cubicBezTo>
                    <a:pt x="1495" y="3972"/>
                    <a:pt x="1505" y="4223"/>
                    <a:pt x="1525" y="4474"/>
                  </a:cubicBezTo>
                  <a:lnTo>
                    <a:pt x="1525" y="4504"/>
                  </a:lnTo>
                  <a:lnTo>
                    <a:pt x="2207" y="4554"/>
                  </a:lnTo>
                  <a:cubicBezTo>
                    <a:pt x="2207" y="4554"/>
                    <a:pt x="2388" y="3862"/>
                    <a:pt x="2458" y="3381"/>
                  </a:cubicBezTo>
                  <a:cubicBezTo>
                    <a:pt x="2518" y="2899"/>
                    <a:pt x="2649" y="2327"/>
                    <a:pt x="2649" y="2157"/>
                  </a:cubicBezTo>
                  <a:cubicBezTo>
                    <a:pt x="2649" y="1986"/>
                    <a:pt x="2207" y="733"/>
                    <a:pt x="2057" y="482"/>
                  </a:cubicBezTo>
                  <a:cubicBezTo>
                    <a:pt x="1896" y="241"/>
                    <a:pt x="943" y="201"/>
                    <a:pt x="683" y="70"/>
                  </a:cubicBezTo>
                  <a:cubicBezTo>
                    <a:pt x="592" y="20"/>
                    <a:pt x="332" y="10"/>
                    <a:pt x="3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78" name="Google Shape;14078;p46"/>
            <p:cNvSpPr/>
            <p:nvPr/>
          </p:nvSpPr>
          <p:spPr>
            <a:xfrm>
              <a:off x="4668218" y="4823442"/>
              <a:ext cx="59863" cy="25669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10" y="271"/>
                  </a:moveTo>
                  <a:lnTo>
                    <a:pt x="10" y="271"/>
                  </a:lnTo>
                  <a:lnTo>
                    <a:pt x="10" y="271"/>
                  </a:lnTo>
                  <a:close/>
                  <a:moveTo>
                    <a:pt x="10" y="271"/>
                  </a:moveTo>
                  <a:lnTo>
                    <a:pt x="10" y="271"/>
                  </a:lnTo>
                  <a:lnTo>
                    <a:pt x="10" y="271"/>
                  </a:lnTo>
                  <a:close/>
                  <a:moveTo>
                    <a:pt x="0" y="271"/>
                  </a:moveTo>
                  <a:lnTo>
                    <a:pt x="0" y="271"/>
                  </a:lnTo>
                  <a:lnTo>
                    <a:pt x="0" y="271"/>
                  </a:lnTo>
                  <a:close/>
                  <a:moveTo>
                    <a:pt x="0" y="261"/>
                  </a:moveTo>
                  <a:lnTo>
                    <a:pt x="0" y="261"/>
                  </a:lnTo>
                  <a:lnTo>
                    <a:pt x="0" y="261"/>
                  </a:lnTo>
                  <a:close/>
                  <a:moveTo>
                    <a:pt x="0" y="261"/>
                  </a:moveTo>
                  <a:lnTo>
                    <a:pt x="0" y="261"/>
                  </a:lnTo>
                  <a:lnTo>
                    <a:pt x="0" y="261"/>
                  </a:lnTo>
                  <a:close/>
                  <a:moveTo>
                    <a:pt x="632" y="261"/>
                  </a:moveTo>
                  <a:lnTo>
                    <a:pt x="632" y="261"/>
                  </a:lnTo>
                  <a:lnTo>
                    <a:pt x="632" y="261"/>
                  </a:lnTo>
                  <a:close/>
                  <a:moveTo>
                    <a:pt x="632" y="261"/>
                  </a:moveTo>
                  <a:lnTo>
                    <a:pt x="632" y="261"/>
                  </a:lnTo>
                  <a:lnTo>
                    <a:pt x="632" y="261"/>
                  </a:lnTo>
                  <a:close/>
                  <a:moveTo>
                    <a:pt x="0" y="261"/>
                  </a:moveTo>
                  <a:cubicBezTo>
                    <a:pt x="0" y="261"/>
                    <a:pt x="0" y="261"/>
                    <a:pt x="0" y="261"/>
                  </a:cubicBezTo>
                  <a:cubicBezTo>
                    <a:pt x="0" y="261"/>
                    <a:pt x="0" y="261"/>
                    <a:pt x="0" y="261"/>
                  </a:cubicBezTo>
                  <a:close/>
                  <a:moveTo>
                    <a:pt x="632" y="261"/>
                  </a:moveTo>
                  <a:lnTo>
                    <a:pt x="632" y="261"/>
                  </a:lnTo>
                  <a:lnTo>
                    <a:pt x="632" y="261"/>
                  </a:lnTo>
                  <a:close/>
                  <a:moveTo>
                    <a:pt x="632" y="261"/>
                  </a:moveTo>
                  <a:lnTo>
                    <a:pt x="632" y="261"/>
                  </a:lnTo>
                  <a:lnTo>
                    <a:pt x="632" y="261"/>
                  </a:lnTo>
                  <a:close/>
                  <a:moveTo>
                    <a:pt x="0" y="261"/>
                  </a:moveTo>
                  <a:cubicBezTo>
                    <a:pt x="0" y="261"/>
                    <a:pt x="0" y="261"/>
                    <a:pt x="0" y="261"/>
                  </a:cubicBezTo>
                  <a:cubicBezTo>
                    <a:pt x="0" y="261"/>
                    <a:pt x="0" y="261"/>
                    <a:pt x="0" y="261"/>
                  </a:cubicBezTo>
                  <a:close/>
                  <a:moveTo>
                    <a:pt x="632" y="261"/>
                  </a:moveTo>
                  <a:lnTo>
                    <a:pt x="632" y="261"/>
                  </a:lnTo>
                  <a:lnTo>
                    <a:pt x="632" y="261"/>
                  </a:lnTo>
                  <a:close/>
                  <a:moveTo>
                    <a:pt x="632" y="261"/>
                  </a:moveTo>
                  <a:cubicBezTo>
                    <a:pt x="632" y="251"/>
                    <a:pt x="632" y="251"/>
                    <a:pt x="632" y="251"/>
                  </a:cubicBezTo>
                  <a:cubicBezTo>
                    <a:pt x="632" y="251"/>
                    <a:pt x="632" y="251"/>
                    <a:pt x="632" y="261"/>
                  </a:cubicBezTo>
                  <a:close/>
                  <a:moveTo>
                    <a:pt x="0" y="251"/>
                  </a:moveTo>
                  <a:lnTo>
                    <a:pt x="0" y="251"/>
                  </a:lnTo>
                  <a:lnTo>
                    <a:pt x="0" y="251"/>
                  </a:lnTo>
                  <a:close/>
                  <a:moveTo>
                    <a:pt x="0" y="251"/>
                  </a:moveTo>
                  <a:cubicBezTo>
                    <a:pt x="0" y="251"/>
                    <a:pt x="0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lose/>
                  <a:moveTo>
                    <a:pt x="632" y="251"/>
                  </a:moveTo>
                  <a:lnTo>
                    <a:pt x="632" y="251"/>
                  </a:lnTo>
                  <a:lnTo>
                    <a:pt x="632" y="251"/>
                  </a:lnTo>
                  <a:close/>
                  <a:moveTo>
                    <a:pt x="632" y="251"/>
                  </a:moveTo>
                  <a:cubicBezTo>
                    <a:pt x="632" y="201"/>
                    <a:pt x="622" y="110"/>
                    <a:pt x="612" y="0"/>
                  </a:cubicBezTo>
                  <a:lnTo>
                    <a:pt x="612" y="0"/>
                  </a:lnTo>
                  <a:cubicBezTo>
                    <a:pt x="622" y="110"/>
                    <a:pt x="632" y="201"/>
                    <a:pt x="632" y="251"/>
                  </a:cubicBezTo>
                  <a:close/>
                  <a:moveTo>
                    <a:pt x="0" y="251"/>
                  </a:moveTo>
                  <a:lnTo>
                    <a:pt x="0" y="251"/>
                  </a:lnTo>
                  <a:lnTo>
                    <a:pt x="0" y="251"/>
                  </a:lnTo>
                  <a:close/>
                  <a:moveTo>
                    <a:pt x="0" y="251"/>
                  </a:moveTo>
                  <a:lnTo>
                    <a:pt x="0" y="251"/>
                  </a:lnTo>
                  <a:lnTo>
                    <a:pt x="0" y="251"/>
                  </a:lnTo>
                  <a:close/>
                  <a:moveTo>
                    <a:pt x="0" y="251"/>
                  </a:moveTo>
                  <a:lnTo>
                    <a:pt x="0" y="241"/>
                  </a:lnTo>
                  <a:lnTo>
                    <a:pt x="0" y="251"/>
                  </a:lnTo>
                  <a:close/>
                  <a:moveTo>
                    <a:pt x="0" y="241"/>
                  </a:moveTo>
                  <a:lnTo>
                    <a:pt x="0" y="241"/>
                  </a:lnTo>
                  <a:lnTo>
                    <a:pt x="0" y="241"/>
                  </a:lnTo>
                  <a:close/>
                  <a:moveTo>
                    <a:pt x="0" y="241"/>
                  </a:moveTo>
                  <a:cubicBezTo>
                    <a:pt x="0" y="201"/>
                    <a:pt x="10" y="130"/>
                    <a:pt x="30" y="40"/>
                  </a:cubicBezTo>
                  <a:cubicBezTo>
                    <a:pt x="10" y="130"/>
                    <a:pt x="0" y="201"/>
                    <a:pt x="0" y="24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79" name="Google Shape;14079;p46"/>
            <p:cNvSpPr/>
            <p:nvPr/>
          </p:nvSpPr>
          <p:spPr>
            <a:xfrm>
              <a:off x="4668218" y="4825336"/>
              <a:ext cx="26616" cy="29553"/>
            </a:xfrm>
            <a:custGeom>
              <a:avLst/>
              <a:gdLst/>
              <a:ahLst/>
              <a:cxnLst/>
              <a:rect l="l" t="t" r="r" b="b"/>
              <a:pathLst>
                <a:path w="281" h="312" extrusionOk="0">
                  <a:moveTo>
                    <a:pt x="90" y="0"/>
                  </a:moveTo>
                  <a:cubicBezTo>
                    <a:pt x="70" y="0"/>
                    <a:pt x="50" y="10"/>
                    <a:pt x="30" y="10"/>
                  </a:cubicBezTo>
                  <a:cubicBezTo>
                    <a:pt x="30" y="10"/>
                    <a:pt x="30" y="20"/>
                    <a:pt x="30" y="20"/>
                  </a:cubicBezTo>
                  <a:cubicBezTo>
                    <a:pt x="10" y="110"/>
                    <a:pt x="0" y="181"/>
                    <a:pt x="0" y="221"/>
                  </a:cubicBezTo>
                  <a:lnTo>
                    <a:pt x="0" y="231"/>
                  </a:lnTo>
                  <a:cubicBezTo>
                    <a:pt x="0" y="241"/>
                    <a:pt x="0" y="241"/>
                    <a:pt x="0" y="241"/>
                  </a:cubicBezTo>
                  <a:cubicBezTo>
                    <a:pt x="0" y="241"/>
                    <a:pt x="0" y="241"/>
                    <a:pt x="0" y="251"/>
                  </a:cubicBezTo>
                  <a:lnTo>
                    <a:pt x="10" y="251"/>
                  </a:lnTo>
                  <a:cubicBezTo>
                    <a:pt x="20" y="291"/>
                    <a:pt x="151" y="311"/>
                    <a:pt x="281" y="311"/>
                  </a:cubicBezTo>
                  <a:cubicBezTo>
                    <a:pt x="261" y="211"/>
                    <a:pt x="261" y="100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80" name="Google Shape;14080;p46"/>
            <p:cNvSpPr/>
            <p:nvPr/>
          </p:nvSpPr>
          <p:spPr>
            <a:xfrm>
              <a:off x="4692846" y="4823442"/>
              <a:ext cx="35236" cy="31447"/>
            </a:xfrm>
            <a:custGeom>
              <a:avLst/>
              <a:gdLst/>
              <a:ahLst/>
              <a:cxnLst/>
              <a:rect l="l" t="t" r="r" b="b"/>
              <a:pathLst>
                <a:path w="372" h="332" extrusionOk="0">
                  <a:moveTo>
                    <a:pt x="282" y="0"/>
                  </a:moveTo>
                  <a:cubicBezTo>
                    <a:pt x="191" y="0"/>
                    <a:pt x="101" y="10"/>
                    <a:pt x="11" y="20"/>
                  </a:cubicBezTo>
                  <a:cubicBezTo>
                    <a:pt x="1" y="120"/>
                    <a:pt x="1" y="231"/>
                    <a:pt x="21" y="331"/>
                  </a:cubicBezTo>
                  <a:lnTo>
                    <a:pt x="41" y="331"/>
                  </a:lnTo>
                  <a:cubicBezTo>
                    <a:pt x="201" y="331"/>
                    <a:pt x="372" y="311"/>
                    <a:pt x="372" y="261"/>
                  </a:cubicBezTo>
                  <a:cubicBezTo>
                    <a:pt x="372" y="251"/>
                    <a:pt x="372" y="251"/>
                    <a:pt x="372" y="251"/>
                  </a:cubicBezTo>
                  <a:cubicBezTo>
                    <a:pt x="372" y="201"/>
                    <a:pt x="362" y="110"/>
                    <a:pt x="3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81" name="Google Shape;14081;p46"/>
            <p:cNvSpPr/>
            <p:nvPr/>
          </p:nvSpPr>
          <p:spPr>
            <a:xfrm>
              <a:off x="4873384" y="4380618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82" name="Google Shape;14082;p46"/>
            <p:cNvSpPr/>
            <p:nvPr/>
          </p:nvSpPr>
          <p:spPr>
            <a:xfrm>
              <a:off x="4873384" y="438061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83" name="Google Shape;14083;p46"/>
            <p:cNvSpPr/>
            <p:nvPr/>
          </p:nvSpPr>
          <p:spPr>
            <a:xfrm>
              <a:off x="4873384" y="438061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84" name="Google Shape;14084;p46"/>
            <p:cNvSpPr/>
            <p:nvPr/>
          </p:nvSpPr>
          <p:spPr>
            <a:xfrm>
              <a:off x="4873384" y="438061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85" name="Google Shape;14085;p46"/>
            <p:cNvSpPr/>
            <p:nvPr/>
          </p:nvSpPr>
          <p:spPr>
            <a:xfrm>
              <a:off x="4873384" y="438061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86" name="Google Shape;14086;p46"/>
            <p:cNvSpPr/>
            <p:nvPr/>
          </p:nvSpPr>
          <p:spPr>
            <a:xfrm>
              <a:off x="4873384" y="438061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87" name="Google Shape;14087;p46"/>
            <p:cNvSpPr/>
            <p:nvPr/>
          </p:nvSpPr>
          <p:spPr>
            <a:xfrm>
              <a:off x="4873384" y="438061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88" name="Google Shape;14088;p46"/>
            <p:cNvSpPr/>
            <p:nvPr/>
          </p:nvSpPr>
          <p:spPr>
            <a:xfrm>
              <a:off x="4873384" y="438061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89" name="Google Shape;14089;p46"/>
            <p:cNvSpPr/>
            <p:nvPr/>
          </p:nvSpPr>
          <p:spPr>
            <a:xfrm>
              <a:off x="4873384" y="438061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90" name="Google Shape;14090;p46"/>
            <p:cNvSpPr/>
            <p:nvPr/>
          </p:nvSpPr>
          <p:spPr>
            <a:xfrm>
              <a:off x="4873384" y="437967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91" name="Google Shape;14091;p46"/>
            <p:cNvSpPr/>
            <p:nvPr/>
          </p:nvSpPr>
          <p:spPr>
            <a:xfrm>
              <a:off x="4873384" y="437967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92" name="Google Shape;14092;p46"/>
            <p:cNvSpPr/>
            <p:nvPr/>
          </p:nvSpPr>
          <p:spPr>
            <a:xfrm>
              <a:off x="4873384" y="437967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93" name="Google Shape;14093;p46"/>
            <p:cNvSpPr/>
            <p:nvPr/>
          </p:nvSpPr>
          <p:spPr>
            <a:xfrm>
              <a:off x="4873384" y="437967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94" name="Google Shape;14094;p46"/>
            <p:cNvSpPr/>
            <p:nvPr/>
          </p:nvSpPr>
          <p:spPr>
            <a:xfrm>
              <a:off x="4873384" y="437967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95" name="Google Shape;14095;p46"/>
            <p:cNvSpPr/>
            <p:nvPr/>
          </p:nvSpPr>
          <p:spPr>
            <a:xfrm>
              <a:off x="4873384" y="437967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96" name="Google Shape;14096;p46"/>
            <p:cNvSpPr/>
            <p:nvPr/>
          </p:nvSpPr>
          <p:spPr>
            <a:xfrm>
              <a:off x="4873384" y="437967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97" name="Google Shape;14097;p46"/>
            <p:cNvSpPr/>
            <p:nvPr/>
          </p:nvSpPr>
          <p:spPr>
            <a:xfrm>
              <a:off x="4873384" y="437967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98" name="Google Shape;14098;p46"/>
            <p:cNvSpPr/>
            <p:nvPr/>
          </p:nvSpPr>
          <p:spPr>
            <a:xfrm>
              <a:off x="4873384" y="437872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99" name="Google Shape;14099;p46"/>
            <p:cNvSpPr/>
            <p:nvPr/>
          </p:nvSpPr>
          <p:spPr>
            <a:xfrm>
              <a:off x="4873384" y="437872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00" name="Google Shape;14100;p46"/>
            <p:cNvSpPr/>
            <p:nvPr/>
          </p:nvSpPr>
          <p:spPr>
            <a:xfrm>
              <a:off x="4873384" y="437872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01" name="Google Shape;14101;p46"/>
            <p:cNvSpPr/>
            <p:nvPr/>
          </p:nvSpPr>
          <p:spPr>
            <a:xfrm>
              <a:off x="4873384" y="437872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02" name="Google Shape;14102;p46"/>
            <p:cNvSpPr/>
            <p:nvPr/>
          </p:nvSpPr>
          <p:spPr>
            <a:xfrm>
              <a:off x="4873384" y="437872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03" name="Google Shape;14103;p46"/>
            <p:cNvSpPr/>
            <p:nvPr/>
          </p:nvSpPr>
          <p:spPr>
            <a:xfrm>
              <a:off x="4873384" y="437872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04" name="Google Shape;14104;p46"/>
            <p:cNvSpPr/>
            <p:nvPr/>
          </p:nvSpPr>
          <p:spPr>
            <a:xfrm>
              <a:off x="4873384" y="437872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05" name="Google Shape;14105;p46"/>
            <p:cNvSpPr/>
            <p:nvPr/>
          </p:nvSpPr>
          <p:spPr>
            <a:xfrm>
              <a:off x="4873384" y="437872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06" name="Google Shape;14106;p46"/>
            <p:cNvSpPr/>
            <p:nvPr/>
          </p:nvSpPr>
          <p:spPr>
            <a:xfrm>
              <a:off x="4873384" y="437777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07" name="Google Shape;14107;p46"/>
            <p:cNvSpPr/>
            <p:nvPr/>
          </p:nvSpPr>
          <p:spPr>
            <a:xfrm>
              <a:off x="4873384" y="437777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08" name="Google Shape;14108;p46"/>
            <p:cNvSpPr/>
            <p:nvPr/>
          </p:nvSpPr>
          <p:spPr>
            <a:xfrm>
              <a:off x="4873384" y="437777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09" name="Google Shape;14109;p46"/>
            <p:cNvSpPr/>
            <p:nvPr/>
          </p:nvSpPr>
          <p:spPr>
            <a:xfrm>
              <a:off x="4873384" y="437777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10" name="Google Shape;14110;p46"/>
            <p:cNvSpPr/>
            <p:nvPr/>
          </p:nvSpPr>
          <p:spPr>
            <a:xfrm>
              <a:off x="4873384" y="437777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11" name="Google Shape;14111;p46"/>
            <p:cNvSpPr/>
            <p:nvPr/>
          </p:nvSpPr>
          <p:spPr>
            <a:xfrm>
              <a:off x="4873384" y="4376830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12" name="Google Shape;14112;p46"/>
            <p:cNvSpPr/>
            <p:nvPr/>
          </p:nvSpPr>
          <p:spPr>
            <a:xfrm>
              <a:off x="4873384" y="4376830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13" name="Google Shape;14113;p46"/>
            <p:cNvSpPr/>
            <p:nvPr/>
          </p:nvSpPr>
          <p:spPr>
            <a:xfrm>
              <a:off x="4873384" y="4376830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14" name="Google Shape;14114;p46"/>
            <p:cNvSpPr/>
            <p:nvPr/>
          </p:nvSpPr>
          <p:spPr>
            <a:xfrm>
              <a:off x="4873384" y="4376830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15" name="Google Shape;14115;p46"/>
            <p:cNvSpPr/>
            <p:nvPr/>
          </p:nvSpPr>
          <p:spPr>
            <a:xfrm>
              <a:off x="4873384" y="4376830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16" name="Google Shape;14116;p46"/>
            <p:cNvSpPr/>
            <p:nvPr/>
          </p:nvSpPr>
          <p:spPr>
            <a:xfrm>
              <a:off x="4873384" y="4375882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lnTo>
                    <a:pt x="1" y="11"/>
                  </a:lnTo>
                  <a:lnTo>
                    <a:pt x="1" y="11"/>
                  </a:lnTo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17" name="Google Shape;14117;p46"/>
            <p:cNvSpPr/>
            <p:nvPr/>
          </p:nvSpPr>
          <p:spPr>
            <a:xfrm>
              <a:off x="4869596" y="4363569"/>
              <a:ext cx="1042" cy="1042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" y="0"/>
                  </a:moveTo>
                  <a:cubicBezTo>
                    <a:pt x="11" y="0"/>
                    <a:pt x="11" y="10"/>
                    <a:pt x="11" y="10"/>
                  </a:cubicBezTo>
                  <a:cubicBezTo>
                    <a:pt x="11" y="0"/>
                    <a:pt x="11" y="0"/>
                    <a:pt x="1" y="0"/>
                  </a:cubicBez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18" name="Google Shape;14118;p46"/>
            <p:cNvSpPr/>
            <p:nvPr/>
          </p:nvSpPr>
          <p:spPr>
            <a:xfrm>
              <a:off x="4786904" y="4246682"/>
              <a:ext cx="86574" cy="353495"/>
            </a:xfrm>
            <a:custGeom>
              <a:avLst/>
              <a:gdLst/>
              <a:ahLst/>
              <a:cxnLst/>
              <a:rect l="l" t="t" r="r" b="b"/>
              <a:pathLst>
                <a:path w="914" h="3732" extrusionOk="0">
                  <a:moveTo>
                    <a:pt x="442" y="1"/>
                  </a:moveTo>
                  <a:cubicBezTo>
                    <a:pt x="543" y="261"/>
                    <a:pt x="252" y="1736"/>
                    <a:pt x="302" y="2207"/>
                  </a:cubicBezTo>
                  <a:cubicBezTo>
                    <a:pt x="352" y="2679"/>
                    <a:pt x="212" y="3220"/>
                    <a:pt x="1" y="3702"/>
                  </a:cubicBezTo>
                  <a:lnTo>
                    <a:pt x="11" y="3702"/>
                  </a:lnTo>
                  <a:cubicBezTo>
                    <a:pt x="51" y="3702"/>
                    <a:pt x="81" y="3692"/>
                    <a:pt x="121" y="3682"/>
                  </a:cubicBezTo>
                  <a:cubicBezTo>
                    <a:pt x="171" y="3682"/>
                    <a:pt x="212" y="3672"/>
                    <a:pt x="252" y="3672"/>
                  </a:cubicBezTo>
                  <a:cubicBezTo>
                    <a:pt x="322" y="3672"/>
                    <a:pt x="402" y="3692"/>
                    <a:pt x="492" y="3732"/>
                  </a:cubicBezTo>
                  <a:cubicBezTo>
                    <a:pt x="543" y="3531"/>
                    <a:pt x="673" y="3030"/>
                    <a:pt x="723" y="2649"/>
                  </a:cubicBezTo>
                  <a:cubicBezTo>
                    <a:pt x="783" y="2167"/>
                    <a:pt x="914" y="1595"/>
                    <a:pt x="914" y="1425"/>
                  </a:cubicBezTo>
                  <a:lnTo>
                    <a:pt x="914" y="1415"/>
                  </a:lnTo>
                  <a:cubicBezTo>
                    <a:pt x="914" y="1415"/>
                    <a:pt x="914" y="1405"/>
                    <a:pt x="914" y="1405"/>
                  </a:cubicBezTo>
                  <a:cubicBezTo>
                    <a:pt x="914" y="1395"/>
                    <a:pt x="914" y="1395"/>
                    <a:pt x="914" y="1395"/>
                  </a:cubicBezTo>
                  <a:cubicBezTo>
                    <a:pt x="914" y="1385"/>
                    <a:pt x="914" y="1385"/>
                    <a:pt x="914" y="1385"/>
                  </a:cubicBezTo>
                  <a:lnTo>
                    <a:pt x="914" y="1375"/>
                  </a:lnTo>
                  <a:cubicBezTo>
                    <a:pt x="914" y="1375"/>
                    <a:pt x="914" y="1375"/>
                    <a:pt x="914" y="1365"/>
                  </a:cubicBezTo>
                  <a:cubicBezTo>
                    <a:pt x="914" y="1365"/>
                    <a:pt x="914" y="1355"/>
                    <a:pt x="904" y="1355"/>
                  </a:cubicBezTo>
                  <a:cubicBezTo>
                    <a:pt x="904" y="1355"/>
                    <a:pt x="904" y="1355"/>
                    <a:pt x="904" y="1345"/>
                  </a:cubicBezTo>
                  <a:cubicBezTo>
                    <a:pt x="904" y="1345"/>
                    <a:pt x="904" y="1335"/>
                    <a:pt x="904" y="1335"/>
                  </a:cubicBezTo>
                  <a:cubicBezTo>
                    <a:pt x="904" y="1325"/>
                    <a:pt x="904" y="1325"/>
                    <a:pt x="904" y="1325"/>
                  </a:cubicBezTo>
                  <a:cubicBezTo>
                    <a:pt x="904" y="1325"/>
                    <a:pt x="904" y="1315"/>
                    <a:pt x="904" y="1315"/>
                  </a:cubicBezTo>
                  <a:lnTo>
                    <a:pt x="894" y="1315"/>
                  </a:lnTo>
                  <a:cubicBezTo>
                    <a:pt x="894" y="1304"/>
                    <a:pt x="894" y="1304"/>
                    <a:pt x="894" y="1304"/>
                  </a:cubicBezTo>
                  <a:lnTo>
                    <a:pt x="894" y="1294"/>
                  </a:lnTo>
                  <a:lnTo>
                    <a:pt x="894" y="1284"/>
                  </a:lnTo>
                  <a:cubicBezTo>
                    <a:pt x="894" y="1284"/>
                    <a:pt x="894" y="1274"/>
                    <a:pt x="884" y="1274"/>
                  </a:cubicBezTo>
                  <a:cubicBezTo>
                    <a:pt x="884" y="1274"/>
                    <a:pt x="884" y="1264"/>
                    <a:pt x="884" y="1264"/>
                  </a:cubicBezTo>
                  <a:cubicBezTo>
                    <a:pt x="884" y="1254"/>
                    <a:pt x="884" y="1254"/>
                    <a:pt x="884" y="1254"/>
                  </a:cubicBezTo>
                  <a:cubicBezTo>
                    <a:pt x="884" y="1254"/>
                    <a:pt x="884" y="1244"/>
                    <a:pt x="884" y="1244"/>
                  </a:cubicBezTo>
                  <a:cubicBezTo>
                    <a:pt x="884" y="1234"/>
                    <a:pt x="884" y="1234"/>
                    <a:pt x="874" y="1234"/>
                  </a:cubicBezTo>
                  <a:cubicBezTo>
                    <a:pt x="874" y="1234"/>
                    <a:pt x="874" y="1224"/>
                    <a:pt x="874" y="1224"/>
                  </a:cubicBezTo>
                  <a:cubicBezTo>
                    <a:pt x="874" y="1214"/>
                    <a:pt x="874" y="1204"/>
                    <a:pt x="864" y="1204"/>
                  </a:cubicBezTo>
                  <a:cubicBezTo>
                    <a:pt x="864" y="1204"/>
                    <a:pt x="864" y="1204"/>
                    <a:pt x="864" y="1194"/>
                  </a:cubicBezTo>
                  <a:lnTo>
                    <a:pt x="864" y="1184"/>
                  </a:lnTo>
                  <a:cubicBezTo>
                    <a:pt x="864" y="1174"/>
                    <a:pt x="864" y="1174"/>
                    <a:pt x="864" y="1174"/>
                  </a:cubicBezTo>
                  <a:cubicBezTo>
                    <a:pt x="864" y="1174"/>
                    <a:pt x="864" y="1174"/>
                    <a:pt x="864" y="1164"/>
                  </a:cubicBezTo>
                  <a:lnTo>
                    <a:pt x="853" y="1164"/>
                  </a:lnTo>
                  <a:cubicBezTo>
                    <a:pt x="853" y="1164"/>
                    <a:pt x="853" y="1164"/>
                    <a:pt x="853" y="1154"/>
                  </a:cubicBezTo>
                  <a:lnTo>
                    <a:pt x="853" y="1144"/>
                  </a:lnTo>
                  <a:cubicBezTo>
                    <a:pt x="853" y="1144"/>
                    <a:pt x="853" y="1144"/>
                    <a:pt x="853" y="1134"/>
                  </a:cubicBezTo>
                  <a:lnTo>
                    <a:pt x="843" y="1134"/>
                  </a:lnTo>
                  <a:cubicBezTo>
                    <a:pt x="843" y="1134"/>
                    <a:pt x="843" y="1124"/>
                    <a:pt x="843" y="1124"/>
                  </a:cubicBezTo>
                  <a:cubicBezTo>
                    <a:pt x="843" y="1124"/>
                    <a:pt x="843" y="1114"/>
                    <a:pt x="843" y="1114"/>
                  </a:cubicBezTo>
                  <a:cubicBezTo>
                    <a:pt x="843" y="1114"/>
                    <a:pt x="843" y="1104"/>
                    <a:pt x="843" y="1104"/>
                  </a:cubicBezTo>
                  <a:cubicBezTo>
                    <a:pt x="843" y="1104"/>
                    <a:pt x="833" y="1094"/>
                    <a:pt x="833" y="1094"/>
                  </a:cubicBezTo>
                  <a:cubicBezTo>
                    <a:pt x="733" y="773"/>
                    <a:pt x="563" y="301"/>
                    <a:pt x="44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19" name="Google Shape;14119;p46"/>
            <p:cNvSpPr/>
            <p:nvPr/>
          </p:nvSpPr>
          <p:spPr>
            <a:xfrm>
              <a:off x="4827823" y="4244788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0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33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20" name="Google Shape;14120;p46"/>
            <p:cNvSpPr/>
            <p:nvPr/>
          </p:nvSpPr>
          <p:spPr>
            <a:xfrm>
              <a:off x="4755551" y="4597247"/>
              <a:ext cx="106181" cy="227233"/>
            </a:xfrm>
            <a:custGeom>
              <a:avLst/>
              <a:gdLst/>
              <a:ahLst/>
              <a:cxnLst/>
              <a:rect l="l" t="t" r="r" b="b"/>
              <a:pathLst>
                <a:path w="1121" h="2399" extrusionOk="0">
                  <a:moveTo>
                    <a:pt x="492" y="1"/>
                  </a:moveTo>
                  <a:cubicBezTo>
                    <a:pt x="492" y="1"/>
                    <a:pt x="1" y="302"/>
                    <a:pt x="202" y="653"/>
                  </a:cubicBezTo>
                  <a:cubicBezTo>
                    <a:pt x="412" y="1004"/>
                    <a:pt x="332" y="1275"/>
                    <a:pt x="382" y="1405"/>
                  </a:cubicBezTo>
                  <a:cubicBezTo>
                    <a:pt x="432" y="1535"/>
                    <a:pt x="553" y="1836"/>
                    <a:pt x="543" y="2027"/>
                  </a:cubicBezTo>
                  <a:cubicBezTo>
                    <a:pt x="522" y="2218"/>
                    <a:pt x="502" y="2328"/>
                    <a:pt x="533" y="2358"/>
                  </a:cubicBezTo>
                  <a:cubicBezTo>
                    <a:pt x="558" y="2387"/>
                    <a:pt x="640" y="2399"/>
                    <a:pt x="735" y="2399"/>
                  </a:cubicBezTo>
                  <a:cubicBezTo>
                    <a:pt x="907" y="2399"/>
                    <a:pt x="1121" y="2359"/>
                    <a:pt x="1114" y="2308"/>
                  </a:cubicBezTo>
                  <a:cubicBezTo>
                    <a:pt x="1104" y="2228"/>
                    <a:pt x="944" y="1856"/>
                    <a:pt x="934" y="1696"/>
                  </a:cubicBezTo>
                  <a:cubicBezTo>
                    <a:pt x="924" y="1545"/>
                    <a:pt x="904" y="1455"/>
                    <a:pt x="793" y="1235"/>
                  </a:cubicBezTo>
                  <a:cubicBezTo>
                    <a:pt x="683" y="1024"/>
                    <a:pt x="603" y="542"/>
                    <a:pt x="492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21" name="Google Shape;14121;p46"/>
            <p:cNvSpPr/>
            <p:nvPr/>
          </p:nvSpPr>
          <p:spPr>
            <a:xfrm>
              <a:off x="4817309" y="4793983"/>
              <a:ext cx="43855" cy="30500"/>
            </a:xfrm>
            <a:custGeom>
              <a:avLst/>
              <a:gdLst/>
              <a:ahLst/>
              <a:cxnLst/>
              <a:rect l="l" t="t" r="r" b="b"/>
              <a:pathLst>
                <a:path w="463" h="322" extrusionOk="0">
                  <a:moveTo>
                    <a:pt x="81" y="321"/>
                  </a:moveTo>
                  <a:cubicBezTo>
                    <a:pt x="51" y="321"/>
                    <a:pt x="31" y="321"/>
                    <a:pt x="1" y="321"/>
                  </a:cubicBezTo>
                  <a:cubicBezTo>
                    <a:pt x="31" y="321"/>
                    <a:pt x="51" y="321"/>
                    <a:pt x="81" y="321"/>
                  </a:cubicBezTo>
                  <a:cubicBezTo>
                    <a:pt x="252" y="321"/>
                    <a:pt x="462" y="281"/>
                    <a:pt x="462" y="231"/>
                  </a:cubicBezTo>
                  <a:cubicBezTo>
                    <a:pt x="462" y="281"/>
                    <a:pt x="252" y="321"/>
                    <a:pt x="81" y="321"/>
                  </a:cubicBezTo>
                  <a:close/>
                  <a:moveTo>
                    <a:pt x="442" y="141"/>
                  </a:moveTo>
                  <a:cubicBezTo>
                    <a:pt x="422" y="100"/>
                    <a:pt x="412" y="50"/>
                    <a:pt x="392" y="0"/>
                  </a:cubicBezTo>
                  <a:lnTo>
                    <a:pt x="392" y="0"/>
                  </a:lnTo>
                  <a:cubicBezTo>
                    <a:pt x="412" y="50"/>
                    <a:pt x="422" y="100"/>
                    <a:pt x="442" y="14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22" name="Google Shape;14122;p46"/>
            <p:cNvSpPr/>
            <p:nvPr/>
          </p:nvSpPr>
          <p:spPr>
            <a:xfrm>
              <a:off x="4807837" y="4793983"/>
              <a:ext cx="53327" cy="30500"/>
            </a:xfrm>
            <a:custGeom>
              <a:avLst/>
              <a:gdLst/>
              <a:ahLst/>
              <a:cxnLst/>
              <a:rect l="l" t="t" r="r" b="b"/>
              <a:pathLst>
                <a:path w="563" h="322" extrusionOk="0">
                  <a:moveTo>
                    <a:pt x="482" y="0"/>
                  </a:moveTo>
                  <a:cubicBezTo>
                    <a:pt x="402" y="0"/>
                    <a:pt x="322" y="30"/>
                    <a:pt x="241" y="50"/>
                  </a:cubicBezTo>
                  <a:cubicBezTo>
                    <a:pt x="171" y="60"/>
                    <a:pt x="111" y="70"/>
                    <a:pt x="51" y="80"/>
                  </a:cubicBezTo>
                  <a:lnTo>
                    <a:pt x="31" y="80"/>
                  </a:lnTo>
                  <a:cubicBezTo>
                    <a:pt x="31" y="100"/>
                    <a:pt x="21" y="120"/>
                    <a:pt x="21" y="141"/>
                  </a:cubicBezTo>
                  <a:cubicBezTo>
                    <a:pt x="11" y="201"/>
                    <a:pt x="1" y="251"/>
                    <a:pt x="1" y="291"/>
                  </a:cubicBezTo>
                  <a:cubicBezTo>
                    <a:pt x="21" y="301"/>
                    <a:pt x="61" y="311"/>
                    <a:pt x="101" y="321"/>
                  </a:cubicBezTo>
                  <a:lnTo>
                    <a:pt x="181" y="321"/>
                  </a:lnTo>
                  <a:cubicBezTo>
                    <a:pt x="352" y="321"/>
                    <a:pt x="562" y="281"/>
                    <a:pt x="562" y="231"/>
                  </a:cubicBezTo>
                  <a:cubicBezTo>
                    <a:pt x="562" y="211"/>
                    <a:pt x="552" y="181"/>
                    <a:pt x="542" y="141"/>
                  </a:cubicBezTo>
                  <a:cubicBezTo>
                    <a:pt x="522" y="100"/>
                    <a:pt x="512" y="50"/>
                    <a:pt x="4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23" name="Google Shape;14123;p46"/>
            <p:cNvSpPr/>
            <p:nvPr/>
          </p:nvSpPr>
          <p:spPr>
            <a:xfrm>
              <a:off x="4624457" y="4590616"/>
              <a:ext cx="322237" cy="259059"/>
            </a:xfrm>
            <a:custGeom>
              <a:avLst/>
              <a:gdLst/>
              <a:ahLst/>
              <a:cxnLst/>
              <a:rect l="l" t="t" r="r" b="b"/>
              <a:pathLst>
                <a:path w="3402" h="2735" extrusionOk="0">
                  <a:moveTo>
                    <a:pt x="1425" y="1"/>
                  </a:moveTo>
                  <a:cubicBezTo>
                    <a:pt x="1325" y="1"/>
                    <a:pt x="1204" y="51"/>
                    <a:pt x="1044" y="121"/>
                  </a:cubicBezTo>
                  <a:cubicBezTo>
                    <a:pt x="984" y="151"/>
                    <a:pt x="950" y="159"/>
                    <a:pt x="917" y="159"/>
                  </a:cubicBezTo>
                  <a:cubicBezTo>
                    <a:pt x="894" y="159"/>
                    <a:pt x="872" y="155"/>
                    <a:pt x="843" y="151"/>
                  </a:cubicBezTo>
                  <a:cubicBezTo>
                    <a:pt x="810" y="151"/>
                    <a:pt x="767" y="147"/>
                    <a:pt x="704" y="147"/>
                  </a:cubicBezTo>
                  <a:cubicBezTo>
                    <a:pt x="673" y="147"/>
                    <a:pt x="636" y="148"/>
                    <a:pt x="592" y="151"/>
                  </a:cubicBezTo>
                  <a:cubicBezTo>
                    <a:pt x="492" y="161"/>
                    <a:pt x="392" y="161"/>
                    <a:pt x="302" y="161"/>
                  </a:cubicBezTo>
                  <a:cubicBezTo>
                    <a:pt x="255" y="158"/>
                    <a:pt x="211" y="154"/>
                    <a:pt x="173" y="154"/>
                  </a:cubicBezTo>
                  <a:cubicBezTo>
                    <a:pt x="98" y="154"/>
                    <a:pt x="44" y="168"/>
                    <a:pt x="31" y="221"/>
                  </a:cubicBezTo>
                  <a:cubicBezTo>
                    <a:pt x="1" y="332"/>
                    <a:pt x="392" y="612"/>
                    <a:pt x="552" y="642"/>
                  </a:cubicBezTo>
                  <a:cubicBezTo>
                    <a:pt x="567" y="644"/>
                    <a:pt x="582" y="645"/>
                    <a:pt x="596" y="645"/>
                  </a:cubicBezTo>
                  <a:cubicBezTo>
                    <a:pt x="661" y="645"/>
                    <a:pt x="724" y="629"/>
                    <a:pt x="773" y="612"/>
                  </a:cubicBezTo>
                  <a:cubicBezTo>
                    <a:pt x="830" y="596"/>
                    <a:pt x="874" y="580"/>
                    <a:pt x="899" y="580"/>
                  </a:cubicBezTo>
                  <a:cubicBezTo>
                    <a:pt x="905" y="580"/>
                    <a:pt x="910" y="580"/>
                    <a:pt x="913" y="582"/>
                  </a:cubicBezTo>
                  <a:cubicBezTo>
                    <a:pt x="964" y="612"/>
                    <a:pt x="974" y="733"/>
                    <a:pt x="944" y="833"/>
                  </a:cubicBezTo>
                  <a:cubicBezTo>
                    <a:pt x="913" y="923"/>
                    <a:pt x="883" y="1064"/>
                    <a:pt x="1014" y="1224"/>
                  </a:cubicBezTo>
                  <a:cubicBezTo>
                    <a:pt x="1154" y="1375"/>
                    <a:pt x="1124" y="1746"/>
                    <a:pt x="1154" y="1997"/>
                  </a:cubicBezTo>
                  <a:cubicBezTo>
                    <a:pt x="1184" y="2247"/>
                    <a:pt x="1064" y="2508"/>
                    <a:pt x="1164" y="2649"/>
                  </a:cubicBezTo>
                  <a:cubicBezTo>
                    <a:pt x="1220" y="2719"/>
                    <a:pt x="1306" y="2735"/>
                    <a:pt x="1397" y="2735"/>
                  </a:cubicBezTo>
                  <a:cubicBezTo>
                    <a:pt x="1436" y="2735"/>
                    <a:pt x="1476" y="2732"/>
                    <a:pt x="1515" y="2729"/>
                  </a:cubicBezTo>
                  <a:lnTo>
                    <a:pt x="1666" y="2729"/>
                  </a:lnTo>
                  <a:cubicBezTo>
                    <a:pt x="1673" y="2729"/>
                    <a:pt x="1680" y="2730"/>
                    <a:pt x="1687" y="2730"/>
                  </a:cubicBezTo>
                  <a:cubicBezTo>
                    <a:pt x="1834" y="2730"/>
                    <a:pt x="1917" y="2631"/>
                    <a:pt x="1927" y="2468"/>
                  </a:cubicBezTo>
                  <a:cubicBezTo>
                    <a:pt x="1937" y="2288"/>
                    <a:pt x="2077" y="1716"/>
                    <a:pt x="2127" y="1575"/>
                  </a:cubicBezTo>
                  <a:cubicBezTo>
                    <a:pt x="2187" y="1445"/>
                    <a:pt x="2308" y="1194"/>
                    <a:pt x="2308" y="994"/>
                  </a:cubicBezTo>
                  <a:cubicBezTo>
                    <a:pt x="2318" y="793"/>
                    <a:pt x="2278" y="703"/>
                    <a:pt x="2358" y="673"/>
                  </a:cubicBezTo>
                  <a:cubicBezTo>
                    <a:pt x="2363" y="671"/>
                    <a:pt x="2369" y="671"/>
                    <a:pt x="2376" y="671"/>
                  </a:cubicBezTo>
                  <a:cubicBezTo>
                    <a:pt x="2417" y="671"/>
                    <a:pt x="2480" y="697"/>
                    <a:pt x="2558" y="723"/>
                  </a:cubicBezTo>
                  <a:cubicBezTo>
                    <a:pt x="2636" y="744"/>
                    <a:pt x="2727" y="770"/>
                    <a:pt x="2813" y="770"/>
                  </a:cubicBezTo>
                  <a:cubicBezTo>
                    <a:pt x="2850" y="770"/>
                    <a:pt x="2886" y="765"/>
                    <a:pt x="2920" y="753"/>
                  </a:cubicBezTo>
                  <a:cubicBezTo>
                    <a:pt x="3130" y="673"/>
                    <a:pt x="3401" y="412"/>
                    <a:pt x="3341" y="352"/>
                  </a:cubicBezTo>
                  <a:cubicBezTo>
                    <a:pt x="3326" y="332"/>
                    <a:pt x="3308" y="324"/>
                    <a:pt x="3288" y="324"/>
                  </a:cubicBezTo>
                  <a:cubicBezTo>
                    <a:pt x="3268" y="324"/>
                    <a:pt x="3246" y="332"/>
                    <a:pt x="3220" y="342"/>
                  </a:cubicBezTo>
                  <a:cubicBezTo>
                    <a:pt x="3192" y="349"/>
                    <a:pt x="3159" y="356"/>
                    <a:pt x="3120" y="356"/>
                  </a:cubicBezTo>
                  <a:cubicBezTo>
                    <a:pt x="3104" y="356"/>
                    <a:pt x="3088" y="355"/>
                    <a:pt x="3070" y="352"/>
                  </a:cubicBezTo>
                  <a:cubicBezTo>
                    <a:pt x="2969" y="323"/>
                    <a:pt x="2874" y="299"/>
                    <a:pt x="2765" y="299"/>
                  </a:cubicBezTo>
                  <a:cubicBezTo>
                    <a:pt x="2722" y="299"/>
                    <a:pt x="2677" y="303"/>
                    <a:pt x="2629" y="311"/>
                  </a:cubicBezTo>
                  <a:cubicBezTo>
                    <a:pt x="2612" y="315"/>
                    <a:pt x="2596" y="316"/>
                    <a:pt x="2582" y="316"/>
                  </a:cubicBezTo>
                  <a:cubicBezTo>
                    <a:pt x="2460" y="316"/>
                    <a:pt x="2414" y="209"/>
                    <a:pt x="2207" y="101"/>
                  </a:cubicBezTo>
                  <a:cubicBezTo>
                    <a:pt x="2118" y="53"/>
                    <a:pt x="2039" y="41"/>
                    <a:pt x="1969" y="41"/>
                  </a:cubicBezTo>
                  <a:cubicBezTo>
                    <a:pt x="1921" y="41"/>
                    <a:pt x="1877" y="47"/>
                    <a:pt x="1836" y="51"/>
                  </a:cubicBezTo>
                  <a:cubicBezTo>
                    <a:pt x="1796" y="61"/>
                    <a:pt x="1756" y="71"/>
                    <a:pt x="1716" y="71"/>
                  </a:cubicBezTo>
                  <a:cubicBezTo>
                    <a:pt x="1565" y="61"/>
                    <a:pt x="1515" y="11"/>
                    <a:pt x="1425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24" name="Google Shape;14124;p46"/>
            <p:cNvSpPr/>
            <p:nvPr/>
          </p:nvSpPr>
          <p:spPr>
            <a:xfrm>
              <a:off x="4805943" y="4673308"/>
              <a:ext cx="21975" cy="37130"/>
            </a:xfrm>
            <a:custGeom>
              <a:avLst/>
              <a:gdLst/>
              <a:ahLst/>
              <a:cxnLst/>
              <a:rect l="l" t="t" r="r" b="b"/>
              <a:pathLst>
                <a:path w="232" h="392" extrusionOk="0">
                  <a:moveTo>
                    <a:pt x="101" y="0"/>
                  </a:moveTo>
                  <a:cubicBezTo>
                    <a:pt x="71" y="0"/>
                    <a:pt x="81" y="70"/>
                    <a:pt x="71" y="121"/>
                  </a:cubicBezTo>
                  <a:cubicBezTo>
                    <a:pt x="51" y="191"/>
                    <a:pt x="1" y="311"/>
                    <a:pt x="101" y="391"/>
                  </a:cubicBezTo>
                  <a:lnTo>
                    <a:pt x="151" y="281"/>
                  </a:lnTo>
                  <a:lnTo>
                    <a:pt x="191" y="201"/>
                  </a:lnTo>
                  <a:cubicBezTo>
                    <a:pt x="221" y="161"/>
                    <a:pt x="231" y="131"/>
                    <a:pt x="151" y="30"/>
                  </a:cubicBezTo>
                  <a:cubicBezTo>
                    <a:pt x="131" y="10"/>
                    <a:pt x="111" y="0"/>
                    <a:pt x="101" y="0"/>
                  </a:cubicBezTo>
                  <a:close/>
                </a:path>
              </a:pathLst>
            </a:custGeom>
            <a:solidFill>
              <a:srgbClr val="515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25" name="Google Shape;14125;p46"/>
            <p:cNvSpPr/>
            <p:nvPr/>
          </p:nvSpPr>
          <p:spPr>
            <a:xfrm>
              <a:off x="4727040" y="4663741"/>
              <a:ext cx="82785" cy="185935"/>
            </a:xfrm>
            <a:custGeom>
              <a:avLst/>
              <a:gdLst/>
              <a:ahLst/>
              <a:cxnLst/>
              <a:rect l="l" t="t" r="r" b="b"/>
              <a:pathLst>
                <a:path w="874" h="1963" extrusionOk="0">
                  <a:moveTo>
                    <a:pt x="523" y="1"/>
                  </a:moveTo>
                  <a:cubicBezTo>
                    <a:pt x="392" y="1"/>
                    <a:pt x="372" y="222"/>
                    <a:pt x="342" y="352"/>
                  </a:cubicBezTo>
                  <a:cubicBezTo>
                    <a:pt x="312" y="472"/>
                    <a:pt x="282" y="593"/>
                    <a:pt x="302" y="723"/>
                  </a:cubicBezTo>
                  <a:cubicBezTo>
                    <a:pt x="312" y="793"/>
                    <a:pt x="352" y="874"/>
                    <a:pt x="362" y="954"/>
                  </a:cubicBezTo>
                  <a:cubicBezTo>
                    <a:pt x="372" y="1084"/>
                    <a:pt x="312" y="1225"/>
                    <a:pt x="222" y="1315"/>
                  </a:cubicBezTo>
                  <a:cubicBezTo>
                    <a:pt x="182" y="1355"/>
                    <a:pt x="121" y="1385"/>
                    <a:pt x="71" y="1415"/>
                  </a:cubicBezTo>
                  <a:cubicBezTo>
                    <a:pt x="61" y="1596"/>
                    <a:pt x="1" y="1776"/>
                    <a:pt x="81" y="1877"/>
                  </a:cubicBezTo>
                  <a:cubicBezTo>
                    <a:pt x="137" y="1947"/>
                    <a:pt x="223" y="1963"/>
                    <a:pt x="314" y="1963"/>
                  </a:cubicBezTo>
                  <a:cubicBezTo>
                    <a:pt x="353" y="1963"/>
                    <a:pt x="393" y="1960"/>
                    <a:pt x="432" y="1957"/>
                  </a:cubicBezTo>
                  <a:lnTo>
                    <a:pt x="583" y="1957"/>
                  </a:lnTo>
                  <a:cubicBezTo>
                    <a:pt x="590" y="1957"/>
                    <a:pt x="597" y="1958"/>
                    <a:pt x="604" y="1958"/>
                  </a:cubicBezTo>
                  <a:cubicBezTo>
                    <a:pt x="751" y="1958"/>
                    <a:pt x="834" y="1859"/>
                    <a:pt x="844" y="1696"/>
                  </a:cubicBezTo>
                  <a:cubicBezTo>
                    <a:pt x="854" y="1656"/>
                    <a:pt x="864" y="1596"/>
                    <a:pt x="874" y="1516"/>
                  </a:cubicBezTo>
                  <a:cubicBezTo>
                    <a:pt x="844" y="1485"/>
                    <a:pt x="823" y="1455"/>
                    <a:pt x="793" y="1425"/>
                  </a:cubicBezTo>
                  <a:cubicBezTo>
                    <a:pt x="663" y="1265"/>
                    <a:pt x="533" y="1084"/>
                    <a:pt x="533" y="884"/>
                  </a:cubicBezTo>
                  <a:cubicBezTo>
                    <a:pt x="533" y="783"/>
                    <a:pt x="563" y="683"/>
                    <a:pt x="603" y="583"/>
                  </a:cubicBezTo>
                  <a:cubicBezTo>
                    <a:pt x="633" y="482"/>
                    <a:pt x="663" y="372"/>
                    <a:pt x="663" y="272"/>
                  </a:cubicBezTo>
                  <a:cubicBezTo>
                    <a:pt x="653" y="171"/>
                    <a:pt x="623" y="1"/>
                    <a:pt x="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26" name="Google Shape;14126;p46"/>
            <p:cNvSpPr/>
            <p:nvPr/>
          </p:nvSpPr>
          <p:spPr>
            <a:xfrm>
              <a:off x="4806890" y="4822400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27" name="Google Shape;14127;p46"/>
            <p:cNvSpPr/>
            <p:nvPr/>
          </p:nvSpPr>
          <p:spPr>
            <a:xfrm>
              <a:off x="4734712" y="4840491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28" name="Google Shape;14128;p46"/>
            <p:cNvSpPr/>
            <p:nvPr/>
          </p:nvSpPr>
          <p:spPr>
            <a:xfrm>
              <a:off x="4734712" y="484049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29" name="Google Shape;14129;p46"/>
            <p:cNvSpPr/>
            <p:nvPr/>
          </p:nvSpPr>
          <p:spPr>
            <a:xfrm>
              <a:off x="4734712" y="484049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30" name="Google Shape;14130;p46"/>
            <p:cNvSpPr/>
            <p:nvPr/>
          </p:nvSpPr>
          <p:spPr>
            <a:xfrm>
              <a:off x="4734712" y="484049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31" name="Google Shape;14131;p46"/>
            <p:cNvSpPr/>
            <p:nvPr/>
          </p:nvSpPr>
          <p:spPr>
            <a:xfrm>
              <a:off x="4734712" y="484049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32" name="Google Shape;14132;p46"/>
            <p:cNvSpPr/>
            <p:nvPr/>
          </p:nvSpPr>
          <p:spPr>
            <a:xfrm>
              <a:off x="4734712" y="484049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33" name="Google Shape;14133;p46"/>
            <p:cNvSpPr/>
            <p:nvPr/>
          </p:nvSpPr>
          <p:spPr>
            <a:xfrm>
              <a:off x="4734712" y="484049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34" name="Google Shape;14134;p46"/>
            <p:cNvSpPr/>
            <p:nvPr/>
          </p:nvSpPr>
          <p:spPr>
            <a:xfrm>
              <a:off x="4734712" y="484049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35" name="Google Shape;14135;p46"/>
            <p:cNvSpPr/>
            <p:nvPr/>
          </p:nvSpPr>
          <p:spPr>
            <a:xfrm>
              <a:off x="4733765" y="4839544"/>
              <a:ext cx="1042" cy="95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0" y="1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10" y="1"/>
                    <a:pt x="10" y="1"/>
                  </a:cubicBez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36" name="Google Shape;14136;p46"/>
            <p:cNvSpPr/>
            <p:nvPr/>
          </p:nvSpPr>
          <p:spPr>
            <a:xfrm>
              <a:off x="4733765" y="4838597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0" y="11"/>
                  </a:lnTo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37" name="Google Shape;14137;p46"/>
            <p:cNvSpPr/>
            <p:nvPr/>
          </p:nvSpPr>
          <p:spPr>
            <a:xfrm>
              <a:off x="4733765" y="4838597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lose/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0" y="11"/>
                  </a:lnTo>
                  <a:cubicBezTo>
                    <a:pt x="0" y="11"/>
                    <a:pt x="0" y="11"/>
                    <a:pt x="0" y="11"/>
                  </a:cubicBezTo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38" name="Google Shape;14138;p46"/>
            <p:cNvSpPr/>
            <p:nvPr/>
          </p:nvSpPr>
          <p:spPr>
            <a:xfrm>
              <a:off x="4733765" y="483859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39" name="Google Shape;14139;p46"/>
            <p:cNvSpPr/>
            <p:nvPr/>
          </p:nvSpPr>
          <p:spPr>
            <a:xfrm>
              <a:off x="4733765" y="483859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40" name="Google Shape;14140;p46"/>
            <p:cNvSpPr/>
            <p:nvPr/>
          </p:nvSpPr>
          <p:spPr>
            <a:xfrm>
              <a:off x="4733765" y="483859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41" name="Google Shape;14141;p46"/>
            <p:cNvSpPr/>
            <p:nvPr/>
          </p:nvSpPr>
          <p:spPr>
            <a:xfrm>
              <a:off x="4733765" y="483859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42" name="Google Shape;14142;p46"/>
            <p:cNvSpPr/>
            <p:nvPr/>
          </p:nvSpPr>
          <p:spPr>
            <a:xfrm>
              <a:off x="4732818" y="4837650"/>
              <a:ext cx="1042" cy="1042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cubicBezTo>
                    <a:pt x="0" y="11"/>
                    <a:pt x="10" y="11"/>
                    <a:pt x="10" y="11"/>
                  </a:cubicBezTo>
                  <a:cubicBezTo>
                    <a:pt x="10" y="1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43" name="Google Shape;14143;p46"/>
            <p:cNvSpPr/>
            <p:nvPr/>
          </p:nvSpPr>
          <p:spPr>
            <a:xfrm>
              <a:off x="4732818" y="4836703"/>
              <a:ext cx="1042" cy="1989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0" y="21"/>
                  </a:moveTo>
                  <a:cubicBezTo>
                    <a:pt x="10" y="21"/>
                    <a:pt x="0" y="21"/>
                    <a:pt x="0" y="10"/>
                  </a:cubicBezTo>
                  <a:cubicBezTo>
                    <a:pt x="0" y="21"/>
                    <a:pt x="10" y="21"/>
                    <a:pt x="10" y="2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moveTo>
                    <a:pt x="0" y="10"/>
                  </a:moveTo>
                  <a:lnTo>
                    <a:pt x="0" y="10"/>
                  </a:lnTo>
                  <a:cubicBezTo>
                    <a:pt x="0" y="10"/>
                    <a:pt x="0" y="10"/>
                    <a:pt x="0" y="10"/>
                  </a:cubicBezTo>
                  <a:lnTo>
                    <a:pt x="0" y="10"/>
                  </a:ln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44" name="Google Shape;14144;p46"/>
            <p:cNvSpPr/>
            <p:nvPr/>
          </p:nvSpPr>
          <p:spPr>
            <a:xfrm>
              <a:off x="4731871" y="4834808"/>
              <a:ext cx="1042" cy="1989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0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lose/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lnTo>
                    <a:pt x="10" y="10"/>
                  </a:lnTo>
                  <a:lnTo>
                    <a:pt x="10" y="10"/>
                  </a:lnTo>
                  <a:cubicBezTo>
                    <a:pt x="10" y="10"/>
                    <a:pt x="10" y="10"/>
                    <a:pt x="1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45" name="Google Shape;14145;p46"/>
            <p:cNvSpPr/>
            <p:nvPr/>
          </p:nvSpPr>
          <p:spPr>
            <a:xfrm>
              <a:off x="4731871" y="4834808"/>
              <a:ext cx="1042" cy="1042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cubicBezTo>
                    <a:pt x="0" y="0"/>
                    <a:pt x="0" y="0"/>
                    <a:pt x="0" y="10"/>
                  </a:cubicBezTo>
                  <a:lnTo>
                    <a:pt x="10" y="10"/>
                  </a:lnTo>
                  <a:cubicBezTo>
                    <a:pt x="0" y="1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46" name="Google Shape;14146;p46"/>
            <p:cNvSpPr/>
            <p:nvPr/>
          </p:nvSpPr>
          <p:spPr>
            <a:xfrm>
              <a:off x="4731871" y="4833861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0"/>
                  </a:moveTo>
                  <a:cubicBezTo>
                    <a:pt x="0" y="10"/>
                    <a:pt x="0" y="1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47" name="Google Shape;14147;p46"/>
            <p:cNvSpPr/>
            <p:nvPr/>
          </p:nvSpPr>
          <p:spPr>
            <a:xfrm>
              <a:off x="4731871" y="4833861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48" name="Google Shape;14148;p46"/>
            <p:cNvSpPr/>
            <p:nvPr/>
          </p:nvSpPr>
          <p:spPr>
            <a:xfrm>
              <a:off x="4731871" y="483386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49" name="Google Shape;14149;p46"/>
            <p:cNvSpPr/>
            <p:nvPr/>
          </p:nvSpPr>
          <p:spPr>
            <a:xfrm>
              <a:off x="4731871" y="483386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50" name="Google Shape;14150;p46"/>
            <p:cNvSpPr/>
            <p:nvPr/>
          </p:nvSpPr>
          <p:spPr>
            <a:xfrm>
              <a:off x="4731871" y="4832914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0"/>
                    <a:pt x="0" y="0"/>
                  </a:cubicBezTo>
                  <a:cubicBezTo>
                    <a:pt x="0" y="0"/>
                    <a:pt x="0" y="10"/>
                    <a:pt x="0" y="1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51" name="Google Shape;14151;p46"/>
            <p:cNvSpPr/>
            <p:nvPr/>
          </p:nvSpPr>
          <p:spPr>
            <a:xfrm>
              <a:off x="4731871" y="4832914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0"/>
                    <a:pt x="0" y="10"/>
                  </a:cubicBezTo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52" name="Google Shape;14152;p46"/>
            <p:cNvSpPr/>
            <p:nvPr/>
          </p:nvSpPr>
          <p:spPr>
            <a:xfrm>
              <a:off x="4731871" y="483196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53" name="Google Shape;14153;p46"/>
            <p:cNvSpPr/>
            <p:nvPr/>
          </p:nvSpPr>
          <p:spPr>
            <a:xfrm>
              <a:off x="4730924" y="4829125"/>
              <a:ext cx="1042" cy="3884"/>
            </a:xfrm>
            <a:custGeom>
              <a:avLst/>
              <a:gdLst/>
              <a:ahLst/>
              <a:cxnLst/>
              <a:rect l="l" t="t" r="r" b="b"/>
              <a:pathLst>
                <a:path w="11" h="41" extrusionOk="0">
                  <a:moveTo>
                    <a:pt x="10" y="40"/>
                  </a:moveTo>
                  <a:cubicBezTo>
                    <a:pt x="10" y="30"/>
                    <a:pt x="10" y="30"/>
                    <a:pt x="10" y="30"/>
                  </a:cubicBezTo>
                  <a:lnTo>
                    <a:pt x="10" y="30"/>
                  </a:ln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40"/>
                  </a:cubicBezTo>
                  <a:moveTo>
                    <a:pt x="10" y="30"/>
                  </a:move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lose/>
                  <a:moveTo>
                    <a:pt x="10" y="30"/>
                  </a:moveTo>
                  <a:cubicBezTo>
                    <a:pt x="10" y="30"/>
                    <a:pt x="0" y="30"/>
                    <a:pt x="0" y="30"/>
                  </a:cubicBezTo>
                  <a:cubicBezTo>
                    <a:pt x="0" y="30"/>
                    <a:pt x="10" y="30"/>
                    <a:pt x="10" y="30"/>
                  </a:cubicBezTo>
                  <a:close/>
                  <a:moveTo>
                    <a:pt x="0" y="2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lose/>
                  <a:moveTo>
                    <a:pt x="0" y="2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lose/>
                  <a:moveTo>
                    <a:pt x="0" y="20"/>
                  </a:moveTo>
                  <a:cubicBezTo>
                    <a:pt x="0" y="20"/>
                    <a:pt x="0" y="20"/>
                    <a:pt x="0" y="10"/>
                  </a:cubicBezTo>
                  <a:cubicBezTo>
                    <a:pt x="0" y="20"/>
                    <a:pt x="0" y="20"/>
                    <a:pt x="0" y="20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54" name="Google Shape;14154;p46"/>
            <p:cNvSpPr/>
            <p:nvPr/>
          </p:nvSpPr>
          <p:spPr>
            <a:xfrm>
              <a:off x="4730924" y="4813875"/>
              <a:ext cx="76060" cy="33341"/>
            </a:xfrm>
            <a:custGeom>
              <a:avLst/>
              <a:gdLst/>
              <a:ahLst/>
              <a:cxnLst/>
              <a:rect l="l" t="t" r="r" b="b"/>
              <a:pathLst>
                <a:path w="803" h="352" extrusionOk="0">
                  <a:moveTo>
                    <a:pt x="20" y="231"/>
                  </a:moveTo>
                  <a:cubicBezTo>
                    <a:pt x="20" y="231"/>
                    <a:pt x="20" y="241"/>
                    <a:pt x="20" y="241"/>
                  </a:cubicBezTo>
                  <a:lnTo>
                    <a:pt x="20" y="251"/>
                  </a:lnTo>
                  <a:cubicBezTo>
                    <a:pt x="20" y="258"/>
                    <a:pt x="24" y="260"/>
                    <a:pt x="27" y="261"/>
                  </a:cubicBezTo>
                  <a:lnTo>
                    <a:pt x="27" y="261"/>
                  </a:lnTo>
                  <a:cubicBezTo>
                    <a:pt x="23" y="252"/>
                    <a:pt x="20" y="242"/>
                    <a:pt x="20" y="231"/>
                  </a:cubicBezTo>
                  <a:close/>
                  <a:moveTo>
                    <a:pt x="27" y="261"/>
                  </a:moveTo>
                  <a:lnTo>
                    <a:pt x="27" y="261"/>
                  </a:lnTo>
                  <a:cubicBezTo>
                    <a:pt x="28" y="263"/>
                    <a:pt x="29" y="266"/>
                    <a:pt x="30" y="268"/>
                  </a:cubicBezTo>
                  <a:lnTo>
                    <a:pt x="30" y="268"/>
                  </a:lnTo>
                  <a:cubicBezTo>
                    <a:pt x="30" y="265"/>
                    <a:pt x="30" y="262"/>
                    <a:pt x="30" y="262"/>
                  </a:cubicBezTo>
                  <a:cubicBezTo>
                    <a:pt x="30" y="262"/>
                    <a:pt x="29" y="262"/>
                    <a:pt x="27" y="261"/>
                  </a:cubicBezTo>
                  <a:close/>
                  <a:moveTo>
                    <a:pt x="30" y="268"/>
                  </a:moveTo>
                  <a:cubicBezTo>
                    <a:pt x="30" y="270"/>
                    <a:pt x="30" y="272"/>
                    <a:pt x="30" y="272"/>
                  </a:cubicBezTo>
                  <a:lnTo>
                    <a:pt x="32" y="272"/>
                  </a:lnTo>
                  <a:cubicBezTo>
                    <a:pt x="32" y="270"/>
                    <a:pt x="31" y="269"/>
                    <a:pt x="30" y="268"/>
                  </a:cubicBezTo>
                  <a:close/>
                  <a:moveTo>
                    <a:pt x="32" y="272"/>
                  </a:moveTo>
                  <a:cubicBezTo>
                    <a:pt x="35" y="275"/>
                    <a:pt x="38" y="279"/>
                    <a:pt x="40" y="282"/>
                  </a:cubicBezTo>
                  <a:cubicBezTo>
                    <a:pt x="40" y="282"/>
                    <a:pt x="40" y="282"/>
                    <a:pt x="40" y="272"/>
                  </a:cubicBezTo>
                  <a:close/>
                  <a:moveTo>
                    <a:pt x="130" y="1"/>
                  </a:moveTo>
                  <a:cubicBezTo>
                    <a:pt x="80" y="1"/>
                    <a:pt x="30" y="11"/>
                    <a:pt x="10" y="51"/>
                  </a:cubicBezTo>
                  <a:cubicBezTo>
                    <a:pt x="0" y="91"/>
                    <a:pt x="0" y="131"/>
                    <a:pt x="0" y="161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0" y="191"/>
                    <a:pt x="0" y="191"/>
                    <a:pt x="0" y="191"/>
                  </a:cubicBezTo>
                  <a:lnTo>
                    <a:pt x="10" y="191"/>
                  </a:lnTo>
                  <a:cubicBezTo>
                    <a:pt x="10" y="191"/>
                    <a:pt x="10" y="191"/>
                    <a:pt x="10" y="201"/>
                  </a:cubicBezTo>
                  <a:cubicBezTo>
                    <a:pt x="10" y="201"/>
                    <a:pt x="10" y="211"/>
                    <a:pt x="10" y="211"/>
                  </a:cubicBezTo>
                  <a:cubicBezTo>
                    <a:pt x="10" y="221"/>
                    <a:pt x="10" y="221"/>
                    <a:pt x="10" y="221"/>
                  </a:cubicBezTo>
                  <a:cubicBezTo>
                    <a:pt x="10" y="221"/>
                    <a:pt x="10" y="231"/>
                    <a:pt x="20" y="231"/>
                  </a:cubicBezTo>
                  <a:cubicBezTo>
                    <a:pt x="20" y="231"/>
                    <a:pt x="20" y="231"/>
                    <a:pt x="20" y="231"/>
                  </a:cubicBezTo>
                  <a:lnTo>
                    <a:pt x="20" y="231"/>
                  </a:lnTo>
                  <a:cubicBezTo>
                    <a:pt x="50" y="292"/>
                    <a:pt x="161" y="352"/>
                    <a:pt x="251" y="352"/>
                  </a:cubicBezTo>
                  <a:cubicBezTo>
                    <a:pt x="271" y="352"/>
                    <a:pt x="281" y="342"/>
                    <a:pt x="301" y="342"/>
                  </a:cubicBezTo>
                  <a:cubicBezTo>
                    <a:pt x="341" y="332"/>
                    <a:pt x="381" y="332"/>
                    <a:pt x="411" y="332"/>
                  </a:cubicBezTo>
                  <a:lnTo>
                    <a:pt x="582" y="332"/>
                  </a:lnTo>
                  <a:cubicBezTo>
                    <a:pt x="702" y="332"/>
                    <a:pt x="782" y="251"/>
                    <a:pt x="803" y="91"/>
                  </a:cubicBezTo>
                  <a:lnTo>
                    <a:pt x="793" y="71"/>
                  </a:lnTo>
                  <a:cubicBezTo>
                    <a:pt x="752" y="21"/>
                    <a:pt x="702" y="1"/>
                    <a:pt x="642" y="1"/>
                  </a:cubicBezTo>
                  <a:cubicBezTo>
                    <a:pt x="602" y="1"/>
                    <a:pt x="562" y="11"/>
                    <a:pt x="512" y="21"/>
                  </a:cubicBezTo>
                  <a:cubicBezTo>
                    <a:pt x="472" y="31"/>
                    <a:pt x="431" y="41"/>
                    <a:pt x="391" y="41"/>
                  </a:cubicBezTo>
                  <a:lnTo>
                    <a:pt x="351" y="41"/>
                  </a:lnTo>
                  <a:cubicBezTo>
                    <a:pt x="291" y="21"/>
                    <a:pt x="201" y="1"/>
                    <a:pt x="130" y="1"/>
                  </a:cubicBez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55" name="Google Shape;14155;p46"/>
            <p:cNvSpPr/>
            <p:nvPr/>
          </p:nvSpPr>
          <p:spPr>
            <a:xfrm>
              <a:off x="4814468" y="4692252"/>
              <a:ext cx="14397" cy="18186"/>
            </a:xfrm>
            <a:custGeom>
              <a:avLst/>
              <a:gdLst/>
              <a:ahLst/>
              <a:cxnLst/>
              <a:rect l="l" t="t" r="r" b="b"/>
              <a:pathLst>
                <a:path w="152" h="192" extrusionOk="0">
                  <a:moveTo>
                    <a:pt x="101" y="1"/>
                  </a:moveTo>
                  <a:lnTo>
                    <a:pt x="101" y="1"/>
                  </a:lnTo>
                  <a:cubicBezTo>
                    <a:pt x="51" y="41"/>
                    <a:pt x="1" y="111"/>
                    <a:pt x="11" y="191"/>
                  </a:cubicBezTo>
                  <a:cubicBezTo>
                    <a:pt x="11" y="191"/>
                    <a:pt x="151" y="181"/>
                    <a:pt x="101" y="1"/>
                  </a:cubicBez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56" name="Google Shape;14156;p46"/>
            <p:cNvSpPr/>
            <p:nvPr/>
          </p:nvSpPr>
          <p:spPr>
            <a:xfrm>
              <a:off x="4734712" y="4840491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93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57" name="Google Shape;14157;p46"/>
            <p:cNvSpPr/>
            <p:nvPr/>
          </p:nvSpPr>
          <p:spPr>
            <a:xfrm>
              <a:off x="4734712" y="4840491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11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5AC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58" name="Google Shape;14158;p46"/>
            <p:cNvSpPr/>
            <p:nvPr/>
          </p:nvSpPr>
          <p:spPr>
            <a:xfrm>
              <a:off x="4734712" y="4822400"/>
              <a:ext cx="72271" cy="27658"/>
            </a:xfrm>
            <a:custGeom>
              <a:avLst/>
              <a:gdLst/>
              <a:ahLst/>
              <a:cxnLst/>
              <a:rect l="l" t="t" r="r" b="b"/>
              <a:pathLst>
                <a:path w="763" h="292" extrusionOk="0">
                  <a:moveTo>
                    <a:pt x="251" y="292"/>
                  </a:moveTo>
                  <a:cubicBezTo>
                    <a:pt x="151" y="292"/>
                    <a:pt x="60" y="272"/>
                    <a:pt x="0" y="202"/>
                  </a:cubicBezTo>
                  <a:lnTo>
                    <a:pt x="0" y="202"/>
                  </a:lnTo>
                  <a:lnTo>
                    <a:pt x="0" y="202"/>
                  </a:lnTo>
                  <a:lnTo>
                    <a:pt x="0" y="202"/>
                  </a:lnTo>
                  <a:cubicBezTo>
                    <a:pt x="60" y="272"/>
                    <a:pt x="151" y="292"/>
                    <a:pt x="251" y="292"/>
                  </a:cubicBezTo>
                  <a:cubicBezTo>
                    <a:pt x="291" y="292"/>
                    <a:pt x="321" y="282"/>
                    <a:pt x="351" y="282"/>
                  </a:cubicBezTo>
                  <a:cubicBezTo>
                    <a:pt x="391" y="282"/>
                    <a:pt x="422" y="282"/>
                    <a:pt x="452" y="282"/>
                  </a:cubicBezTo>
                  <a:cubicBezTo>
                    <a:pt x="472" y="282"/>
                    <a:pt x="482" y="282"/>
                    <a:pt x="502" y="282"/>
                  </a:cubicBezTo>
                  <a:cubicBezTo>
                    <a:pt x="512" y="282"/>
                    <a:pt x="522" y="282"/>
                    <a:pt x="522" y="282"/>
                  </a:cubicBezTo>
                  <a:cubicBezTo>
                    <a:pt x="672" y="282"/>
                    <a:pt x="753" y="182"/>
                    <a:pt x="763" y="21"/>
                  </a:cubicBezTo>
                  <a:cubicBezTo>
                    <a:pt x="763" y="11"/>
                    <a:pt x="763" y="11"/>
                    <a:pt x="763" y="1"/>
                  </a:cubicBezTo>
                  <a:cubicBezTo>
                    <a:pt x="763" y="1"/>
                    <a:pt x="763" y="1"/>
                    <a:pt x="763" y="1"/>
                  </a:cubicBezTo>
                  <a:lnTo>
                    <a:pt x="763" y="21"/>
                  </a:lnTo>
                  <a:cubicBezTo>
                    <a:pt x="753" y="182"/>
                    <a:pt x="672" y="282"/>
                    <a:pt x="522" y="282"/>
                  </a:cubicBezTo>
                  <a:cubicBezTo>
                    <a:pt x="522" y="282"/>
                    <a:pt x="512" y="282"/>
                    <a:pt x="502" y="282"/>
                  </a:cubicBezTo>
                  <a:cubicBezTo>
                    <a:pt x="482" y="282"/>
                    <a:pt x="472" y="282"/>
                    <a:pt x="452" y="282"/>
                  </a:cubicBezTo>
                  <a:cubicBezTo>
                    <a:pt x="422" y="282"/>
                    <a:pt x="391" y="282"/>
                    <a:pt x="351" y="282"/>
                  </a:cubicBezTo>
                  <a:cubicBezTo>
                    <a:pt x="321" y="282"/>
                    <a:pt x="291" y="292"/>
                    <a:pt x="251" y="292"/>
                  </a:cubicBezTo>
                  <a:close/>
                </a:path>
              </a:pathLst>
            </a:custGeom>
            <a:solidFill>
              <a:srgbClr val="D795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59" name="Google Shape;14159;p46"/>
            <p:cNvSpPr/>
            <p:nvPr/>
          </p:nvSpPr>
          <p:spPr>
            <a:xfrm>
              <a:off x="4734712" y="484049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46A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60" name="Google Shape;14160;p46"/>
            <p:cNvSpPr/>
            <p:nvPr/>
          </p:nvSpPr>
          <p:spPr>
            <a:xfrm>
              <a:off x="4732818" y="4822400"/>
              <a:ext cx="74166" cy="27658"/>
            </a:xfrm>
            <a:custGeom>
              <a:avLst/>
              <a:gdLst/>
              <a:ahLst/>
              <a:cxnLst/>
              <a:rect l="l" t="t" r="r" b="b"/>
              <a:pathLst>
                <a:path w="783" h="292" extrusionOk="0">
                  <a:moveTo>
                    <a:pt x="783" y="1"/>
                  </a:moveTo>
                  <a:cubicBezTo>
                    <a:pt x="762" y="161"/>
                    <a:pt x="682" y="242"/>
                    <a:pt x="562" y="242"/>
                  </a:cubicBezTo>
                  <a:lnTo>
                    <a:pt x="391" y="242"/>
                  </a:lnTo>
                  <a:cubicBezTo>
                    <a:pt x="361" y="242"/>
                    <a:pt x="321" y="242"/>
                    <a:pt x="281" y="252"/>
                  </a:cubicBezTo>
                  <a:cubicBezTo>
                    <a:pt x="261" y="252"/>
                    <a:pt x="251" y="262"/>
                    <a:pt x="231" y="262"/>
                  </a:cubicBezTo>
                  <a:cubicBezTo>
                    <a:pt x="141" y="262"/>
                    <a:pt x="30" y="202"/>
                    <a:pt x="0" y="141"/>
                  </a:cubicBezTo>
                  <a:lnTo>
                    <a:pt x="0" y="141"/>
                  </a:lnTo>
                  <a:cubicBezTo>
                    <a:pt x="0" y="161"/>
                    <a:pt x="10" y="182"/>
                    <a:pt x="20" y="192"/>
                  </a:cubicBezTo>
                  <a:lnTo>
                    <a:pt x="20" y="202"/>
                  </a:lnTo>
                  <a:cubicBezTo>
                    <a:pt x="80" y="272"/>
                    <a:pt x="171" y="292"/>
                    <a:pt x="271" y="292"/>
                  </a:cubicBezTo>
                  <a:cubicBezTo>
                    <a:pt x="311" y="292"/>
                    <a:pt x="341" y="282"/>
                    <a:pt x="371" y="282"/>
                  </a:cubicBezTo>
                  <a:lnTo>
                    <a:pt x="542" y="282"/>
                  </a:lnTo>
                  <a:cubicBezTo>
                    <a:pt x="692" y="282"/>
                    <a:pt x="773" y="182"/>
                    <a:pt x="783" y="21"/>
                  </a:cubicBezTo>
                  <a:cubicBezTo>
                    <a:pt x="783" y="11"/>
                    <a:pt x="783" y="11"/>
                    <a:pt x="783" y="1"/>
                  </a:cubicBezTo>
                  <a:close/>
                </a:path>
              </a:pathLst>
            </a:custGeom>
            <a:solidFill>
              <a:srgbClr val="DA8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61" name="Google Shape;14161;p46"/>
            <p:cNvSpPr/>
            <p:nvPr/>
          </p:nvSpPr>
          <p:spPr>
            <a:xfrm>
              <a:off x="4780936" y="4831209"/>
              <a:ext cx="10609" cy="8620"/>
            </a:xfrm>
            <a:custGeom>
              <a:avLst/>
              <a:gdLst/>
              <a:ahLst/>
              <a:cxnLst/>
              <a:rect l="l" t="t" r="r" b="b"/>
              <a:pathLst>
                <a:path w="112" h="91" extrusionOk="0">
                  <a:moveTo>
                    <a:pt x="92" y="0"/>
                  </a:moveTo>
                  <a:cubicBezTo>
                    <a:pt x="88" y="0"/>
                    <a:pt x="81" y="3"/>
                    <a:pt x="74" y="8"/>
                  </a:cubicBezTo>
                  <a:cubicBezTo>
                    <a:pt x="18" y="40"/>
                    <a:pt x="1" y="90"/>
                    <a:pt x="25" y="90"/>
                  </a:cubicBezTo>
                  <a:cubicBezTo>
                    <a:pt x="32" y="90"/>
                    <a:pt x="41" y="87"/>
                    <a:pt x="54" y="79"/>
                  </a:cubicBezTo>
                  <a:cubicBezTo>
                    <a:pt x="103" y="46"/>
                    <a:pt x="112" y="0"/>
                    <a:pt x="92" y="0"/>
                  </a:cubicBezTo>
                  <a:close/>
                </a:path>
              </a:pathLst>
            </a:custGeom>
            <a:solidFill>
              <a:srgbClr val="593B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62" name="Google Shape;14162;p46"/>
            <p:cNvSpPr/>
            <p:nvPr/>
          </p:nvSpPr>
          <p:spPr>
            <a:xfrm>
              <a:off x="4743427" y="4831209"/>
              <a:ext cx="10324" cy="8620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20" y="0"/>
                  </a:moveTo>
                  <a:cubicBezTo>
                    <a:pt x="1" y="0"/>
                    <a:pt x="10" y="46"/>
                    <a:pt x="59" y="79"/>
                  </a:cubicBezTo>
                  <a:cubicBezTo>
                    <a:pt x="71" y="87"/>
                    <a:pt x="80" y="90"/>
                    <a:pt x="86" y="90"/>
                  </a:cubicBezTo>
                  <a:cubicBezTo>
                    <a:pt x="109" y="90"/>
                    <a:pt x="86" y="40"/>
                    <a:pt x="39" y="8"/>
                  </a:cubicBezTo>
                  <a:cubicBezTo>
                    <a:pt x="31" y="3"/>
                    <a:pt x="25" y="0"/>
                    <a:pt x="20" y="0"/>
                  </a:cubicBezTo>
                  <a:close/>
                </a:path>
              </a:pathLst>
            </a:custGeom>
            <a:solidFill>
              <a:srgbClr val="593B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63" name="Google Shape;14163;p46"/>
            <p:cNvSpPr/>
            <p:nvPr/>
          </p:nvSpPr>
          <p:spPr>
            <a:xfrm>
              <a:off x="4720410" y="4706555"/>
              <a:ext cx="4831" cy="6725"/>
            </a:xfrm>
            <a:custGeom>
              <a:avLst/>
              <a:gdLst/>
              <a:ahLst/>
              <a:cxnLst/>
              <a:rect l="l" t="t" r="r" b="b"/>
              <a:pathLst>
                <a:path w="51" h="71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20"/>
                    <a:pt x="31" y="40"/>
                    <a:pt x="51" y="70"/>
                  </a:cubicBezTo>
                  <a:cubicBezTo>
                    <a:pt x="41" y="40"/>
                    <a:pt x="21" y="20"/>
                    <a:pt x="1" y="0"/>
                  </a:cubicBez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64" name="Google Shape;14164;p46"/>
            <p:cNvSpPr/>
            <p:nvPr/>
          </p:nvSpPr>
          <p:spPr>
            <a:xfrm>
              <a:off x="4711885" y="4680886"/>
              <a:ext cx="2936" cy="17144"/>
            </a:xfrm>
            <a:custGeom>
              <a:avLst/>
              <a:gdLst/>
              <a:ahLst/>
              <a:cxnLst/>
              <a:rect l="l" t="t" r="r" b="b"/>
              <a:pathLst>
                <a:path w="31" h="181" extrusionOk="0">
                  <a:moveTo>
                    <a:pt x="31" y="181"/>
                  </a:move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close/>
                  <a:moveTo>
                    <a:pt x="31" y="181"/>
                  </a:move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1" y="181"/>
                    <a:pt x="31" y="181"/>
                  </a:cubicBezTo>
                  <a:close/>
                  <a:moveTo>
                    <a:pt x="31" y="171"/>
                  </a:moveTo>
                  <a:lnTo>
                    <a:pt x="31" y="171"/>
                  </a:lnTo>
                  <a:lnTo>
                    <a:pt x="31" y="171"/>
                  </a:lnTo>
                  <a:close/>
                  <a:moveTo>
                    <a:pt x="31" y="171"/>
                  </a:moveTo>
                  <a:cubicBezTo>
                    <a:pt x="31" y="171"/>
                    <a:pt x="31" y="171"/>
                    <a:pt x="31" y="171"/>
                  </a:cubicBezTo>
                  <a:cubicBezTo>
                    <a:pt x="31" y="171"/>
                    <a:pt x="31" y="171"/>
                    <a:pt x="31" y="171"/>
                  </a:cubicBezTo>
                  <a:close/>
                  <a:moveTo>
                    <a:pt x="31" y="171"/>
                  </a:moveTo>
                  <a:cubicBezTo>
                    <a:pt x="31" y="171"/>
                    <a:pt x="31" y="171"/>
                    <a:pt x="31" y="161"/>
                  </a:cubicBezTo>
                  <a:cubicBezTo>
                    <a:pt x="31" y="171"/>
                    <a:pt x="31" y="171"/>
                    <a:pt x="31" y="171"/>
                  </a:cubicBezTo>
                  <a:close/>
                  <a:moveTo>
                    <a:pt x="31" y="161"/>
                  </a:moveTo>
                  <a:cubicBezTo>
                    <a:pt x="31" y="161"/>
                    <a:pt x="31" y="161"/>
                    <a:pt x="21" y="161"/>
                  </a:cubicBezTo>
                  <a:cubicBezTo>
                    <a:pt x="31" y="161"/>
                    <a:pt x="31" y="161"/>
                    <a:pt x="31" y="161"/>
                  </a:cubicBezTo>
                  <a:close/>
                  <a:moveTo>
                    <a:pt x="21" y="161"/>
                  </a:move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lose/>
                  <a:moveTo>
                    <a:pt x="21" y="161"/>
                  </a:moveTo>
                  <a:cubicBezTo>
                    <a:pt x="21" y="161"/>
                    <a:pt x="21" y="161"/>
                    <a:pt x="21" y="151"/>
                  </a:cubicBezTo>
                  <a:cubicBezTo>
                    <a:pt x="21" y="161"/>
                    <a:pt x="21" y="161"/>
                    <a:pt x="21" y="161"/>
                  </a:cubicBezTo>
                  <a:close/>
                  <a:moveTo>
                    <a:pt x="21" y="151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lose/>
                  <a:moveTo>
                    <a:pt x="21" y="151"/>
                  </a:moveTo>
                  <a:lnTo>
                    <a:pt x="21" y="151"/>
                  </a:lnTo>
                  <a:lnTo>
                    <a:pt x="21" y="151"/>
                  </a:lnTo>
                  <a:close/>
                  <a:moveTo>
                    <a:pt x="21" y="151"/>
                  </a:moveTo>
                  <a:cubicBezTo>
                    <a:pt x="21" y="151"/>
                    <a:pt x="21" y="151"/>
                    <a:pt x="21" y="141"/>
                  </a:cubicBezTo>
                  <a:cubicBezTo>
                    <a:pt x="21" y="151"/>
                    <a:pt x="21" y="151"/>
                    <a:pt x="21" y="151"/>
                  </a:cubicBezTo>
                  <a:close/>
                  <a:moveTo>
                    <a:pt x="21" y="141"/>
                  </a:moveTo>
                  <a:cubicBezTo>
                    <a:pt x="21" y="141"/>
                    <a:pt x="21" y="141"/>
                    <a:pt x="21" y="141"/>
                  </a:cubicBezTo>
                  <a:cubicBezTo>
                    <a:pt x="21" y="141"/>
                    <a:pt x="21" y="141"/>
                    <a:pt x="21" y="141"/>
                  </a:cubicBezTo>
                  <a:close/>
                  <a:moveTo>
                    <a:pt x="11" y="141"/>
                  </a:moveTo>
                  <a:cubicBezTo>
                    <a:pt x="11" y="141"/>
                    <a:pt x="11" y="141"/>
                    <a:pt x="11" y="131"/>
                  </a:cubicBezTo>
                  <a:cubicBezTo>
                    <a:pt x="11" y="141"/>
                    <a:pt x="11" y="141"/>
                    <a:pt x="11" y="141"/>
                  </a:cubicBezTo>
                  <a:close/>
                  <a:moveTo>
                    <a:pt x="11" y="131"/>
                  </a:moveTo>
                  <a:cubicBezTo>
                    <a:pt x="11" y="131"/>
                    <a:pt x="11" y="131"/>
                    <a:pt x="11" y="131"/>
                  </a:cubicBezTo>
                  <a:cubicBezTo>
                    <a:pt x="11" y="131"/>
                    <a:pt x="11" y="131"/>
                    <a:pt x="11" y="131"/>
                  </a:cubicBezTo>
                  <a:close/>
                  <a:moveTo>
                    <a:pt x="11" y="131"/>
                  </a:moveTo>
                  <a:lnTo>
                    <a:pt x="11" y="121"/>
                  </a:lnTo>
                  <a:lnTo>
                    <a:pt x="11" y="131"/>
                  </a:lnTo>
                  <a:close/>
                  <a:moveTo>
                    <a:pt x="11" y="121"/>
                  </a:moveTo>
                  <a:cubicBezTo>
                    <a:pt x="11" y="121"/>
                    <a:pt x="11" y="121"/>
                    <a:pt x="11" y="121"/>
                  </a:cubicBezTo>
                  <a:cubicBezTo>
                    <a:pt x="11" y="121"/>
                    <a:pt x="11" y="121"/>
                    <a:pt x="11" y="121"/>
                  </a:cubicBezTo>
                  <a:close/>
                  <a:moveTo>
                    <a:pt x="11" y="121"/>
                  </a:moveTo>
                  <a:cubicBezTo>
                    <a:pt x="11" y="121"/>
                    <a:pt x="11" y="121"/>
                    <a:pt x="11" y="121"/>
                  </a:cubicBezTo>
                  <a:cubicBezTo>
                    <a:pt x="11" y="121"/>
                    <a:pt x="11" y="121"/>
                    <a:pt x="11" y="121"/>
                  </a:cubicBezTo>
                  <a:close/>
                  <a:moveTo>
                    <a:pt x="11" y="121"/>
                  </a:move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21"/>
                  </a:cubicBezTo>
                  <a:close/>
                  <a:moveTo>
                    <a:pt x="11" y="111"/>
                  </a:move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lose/>
                  <a:moveTo>
                    <a:pt x="11" y="111"/>
                  </a:moveTo>
                  <a:cubicBezTo>
                    <a:pt x="11" y="111"/>
                    <a:pt x="11" y="101"/>
                    <a:pt x="11" y="101"/>
                  </a:cubicBezTo>
                  <a:cubicBezTo>
                    <a:pt x="11" y="101"/>
                    <a:pt x="11" y="111"/>
                    <a:pt x="11" y="111"/>
                  </a:cubicBezTo>
                  <a:close/>
                  <a:moveTo>
                    <a:pt x="0" y="101"/>
                  </a:moveTo>
                  <a:cubicBezTo>
                    <a:pt x="0" y="101"/>
                    <a:pt x="0" y="101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lose/>
                  <a:moveTo>
                    <a:pt x="0" y="101"/>
                  </a:moveTo>
                  <a:cubicBezTo>
                    <a:pt x="0" y="101"/>
                    <a:pt x="0" y="101"/>
                    <a:pt x="0" y="91"/>
                  </a:cubicBezTo>
                  <a:cubicBezTo>
                    <a:pt x="0" y="101"/>
                    <a:pt x="0" y="101"/>
                    <a:pt x="0" y="101"/>
                  </a:cubicBezTo>
                  <a:close/>
                  <a:moveTo>
                    <a:pt x="0" y="91"/>
                  </a:moveTo>
                  <a:cubicBezTo>
                    <a:pt x="0" y="91"/>
                    <a:pt x="0" y="91"/>
                    <a:pt x="0" y="91"/>
                  </a:cubicBezTo>
                  <a:cubicBezTo>
                    <a:pt x="0" y="91"/>
                    <a:pt x="0" y="91"/>
                    <a:pt x="0" y="91"/>
                  </a:cubicBezTo>
                  <a:close/>
                  <a:moveTo>
                    <a:pt x="0" y="91"/>
                  </a:moveTo>
                  <a:cubicBezTo>
                    <a:pt x="0" y="91"/>
                    <a:pt x="0" y="91"/>
                    <a:pt x="0" y="81"/>
                  </a:cubicBezTo>
                  <a:cubicBezTo>
                    <a:pt x="0" y="91"/>
                    <a:pt x="0" y="91"/>
                    <a:pt x="0" y="91"/>
                  </a:cubicBezTo>
                  <a:close/>
                  <a:moveTo>
                    <a:pt x="0" y="81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lose/>
                  <a:moveTo>
                    <a:pt x="0" y="81"/>
                  </a:moveTo>
                  <a:cubicBezTo>
                    <a:pt x="0" y="81"/>
                    <a:pt x="0" y="71"/>
                    <a:pt x="0" y="71"/>
                  </a:cubicBezTo>
                  <a:cubicBezTo>
                    <a:pt x="0" y="71"/>
                    <a:pt x="0" y="81"/>
                    <a:pt x="0" y="81"/>
                  </a:cubicBezTo>
                  <a:close/>
                  <a:moveTo>
                    <a:pt x="0" y="71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lose/>
                  <a:moveTo>
                    <a:pt x="0" y="7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71"/>
                  </a:cubicBezTo>
                  <a:close/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lose/>
                  <a:moveTo>
                    <a:pt x="0" y="6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61"/>
                  </a:cubicBezTo>
                  <a:close/>
                  <a:moveTo>
                    <a:pt x="0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lose/>
                  <a:moveTo>
                    <a:pt x="0" y="51"/>
                  </a:moveTo>
                  <a:lnTo>
                    <a:pt x="0" y="41"/>
                  </a:lnTo>
                  <a:lnTo>
                    <a:pt x="0" y="51"/>
                  </a:lnTo>
                  <a:close/>
                  <a:moveTo>
                    <a:pt x="0" y="41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lose/>
                  <a:moveTo>
                    <a:pt x="0" y="41"/>
                  </a:moveTo>
                  <a:lnTo>
                    <a:pt x="0" y="31"/>
                  </a:lnTo>
                  <a:lnTo>
                    <a:pt x="0" y="41"/>
                  </a:lnTo>
                  <a:close/>
                  <a:moveTo>
                    <a:pt x="0" y="31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lose/>
                  <a:moveTo>
                    <a:pt x="0" y="31"/>
                  </a:moveTo>
                  <a:lnTo>
                    <a:pt x="0" y="31"/>
                  </a:lnTo>
                  <a:lnTo>
                    <a:pt x="0" y="31"/>
                  </a:lnTo>
                  <a:close/>
                  <a:moveTo>
                    <a:pt x="0" y="31"/>
                  </a:moveTo>
                  <a:lnTo>
                    <a:pt x="0" y="31"/>
                  </a:lnTo>
                  <a:lnTo>
                    <a:pt x="0" y="31"/>
                  </a:lnTo>
                  <a:close/>
                  <a:moveTo>
                    <a:pt x="0" y="21"/>
                  </a:moveTo>
                  <a:lnTo>
                    <a:pt x="0" y="21"/>
                  </a:lnTo>
                  <a:lnTo>
                    <a:pt x="0" y="21"/>
                  </a:lnTo>
                  <a:close/>
                  <a:moveTo>
                    <a:pt x="0" y="21"/>
                  </a:moveTo>
                  <a:lnTo>
                    <a:pt x="0" y="21"/>
                  </a:lnTo>
                  <a:lnTo>
                    <a:pt x="0" y="21"/>
                  </a:lnTo>
                  <a:close/>
                  <a:moveTo>
                    <a:pt x="0" y="21"/>
                  </a:moveTo>
                  <a:lnTo>
                    <a:pt x="0" y="21"/>
                  </a:lnTo>
                  <a:lnTo>
                    <a:pt x="0" y="21"/>
                  </a:ln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D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65" name="Google Shape;14165;p46"/>
            <p:cNvSpPr/>
            <p:nvPr/>
          </p:nvSpPr>
          <p:spPr>
            <a:xfrm>
              <a:off x="4711885" y="4673308"/>
              <a:ext cx="19133" cy="39972"/>
            </a:xfrm>
            <a:custGeom>
              <a:avLst/>
              <a:gdLst/>
              <a:ahLst/>
              <a:cxnLst/>
              <a:rect l="l" t="t" r="r" b="b"/>
              <a:pathLst>
                <a:path w="202" h="422" extrusionOk="0">
                  <a:moveTo>
                    <a:pt x="41" y="0"/>
                  </a:moveTo>
                  <a:cubicBezTo>
                    <a:pt x="31" y="0"/>
                    <a:pt x="21" y="0"/>
                    <a:pt x="11" y="20"/>
                  </a:cubicBezTo>
                  <a:cubicBezTo>
                    <a:pt x="0" y="40"/>
                    <a:pt x="0" y="60"/>
                    <a:pt x="0" y="80"/>
                  </a:cubicBezTo>
                  <a:cubicBezTo>
                    <a:pt x="0" y="80"/>
                    <a:pt x="0" y="90"/>
                    <a:pt x="0" y="90"/>
                  </a:cubicBezTo>
                  <a:cubicBezTo>
                    <a:pt x="0" y="101"/>
                    <a:pt x="0" y="101"/>
                    <a:pt x="0" y="101"/>
                  </a:cubicBezTo>
                  <a:lnTo>
                    <a:pt x="0" y="111"/>
                  </a:lnTo>
                  <a:lnTo>
                    <a:pt x="0" y="121"/>
                  </a:lnTo>
                  <a:lnTo>
                    <a:pt x="0" y="131"/>
                  </a:lnTo>
                  <a:cubicBezTo>
                    <a:pt x="0" y="131"/>
                    <a:pt x="0" y="131"/>
                    <a:pt x="0" y="141"/>
                  </a:cubicBezTo>
                  <a:cubicBezTo>
                    <a:pt x="0" y="141"/>
                    <a:pt x="0" y="141"/>
                    <a:pt x="0" y="151"/>
                  </a:cubicBezTo>
                  <a:cubicBezTo>
                    <a:pt x="0" y="151"/>
                    <a:pt x="0" y="161"/>
                    <a:pt x="0" y="161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0" y="181"/>
                    <a:pt x="0" y="181"/>
                    <a:pt x="0" y="181"/>
                  </a:cubicBezTo>
                  <a:lnTo>
                    <a:pt x="11" y="181"/>
                  </a:lnTo>
                  <a:cubicBezTo>
                    <a:pt x="11" y="181"/>
                    <a:pt x="11" y="191"/>
                    <a:pt x="11" y="191"/>
                  </a:cubicBezTo>
                  <a:cubicBezTo>
                    <a:pt x="11" y="191"/>
                    <a:pt x="11" y="191"/>
                    <a:pt x="11" y="201"/>
                  </a:cubicBezTo>
                  <a:lnTo>
                    <a:pt x="11" y="211"/>
                  </a:lnTo>
                  <a:cubicBezTo>
                    <a:pt x="11" y="221"/>
                    <a:pt x="11" y="221"/>
                    <a:pt x="11" y="221"/>
                  </a:cubicBezTo>
                  <a:lnTo>
                    <a:pt x="21" y="221"/>
                  </a:lnTo>
                  <a:cubicBezTo>
                    <a:pt x="21" y="231"/>
                    <a:pt x="21" y="231"/>
                    <a:pt x="21" y="231"/>
                  </a:cubicBezTo>
                  <a:cubicBezTo>
                    <a:pt x="21" y="241"/>
                    <a:pt x="21" y="241"/>
                    <a:pt x="21" y="241"/>
                  </a:cubicBezTo>
                  <a:lnTo>
                    <a:pt x="31" y="241"/>
                  </a:lnTo>
                  <a:cubicBezTo>
                    <a:pt x="31" y="251"/>
                    <a:pt x="31" y="251"/>
                    <a:pt x="31" y="251"/>
                  </a:cubicBezTo>
                  <a:cubicBezTo>
                    <a:pt x="31" y="251"/>
                    <a:pt x="31" y="261"/>
                    <a:pt x="31" y="261"/>
                  </a:cubicBezTo>
                  <a:lnTo>
                    <a:pt x="41" y="261"/>
                  </a:lnTo>
                  <a:cubicBezTo>
                    <a:pt x="41" y="261"/>
                    <a:pt x="41" y="261"/>
                    <a:pt x="41" y="271"/>
                  </a:cubicBezTo>
                  <a:cubicBezTo>
                    <a:pt x="41" y="271"/>
                    <a:pt x="41" y="281"/>
                    <a:pt x="41" y="281"/>
                  </a:cubicBezTo>
                  <a:lnTo>
                    <a:pt x="51" y="281"/>
                  </a:lnTo>
                  <a:cubicBezTo>
                    <a:pt x="51" y="281"/>
                    <a:pt x="51" y="291"/>
                    <a:pt x="51" y="291"/>
                  </a:cubicBezTo>
                  <a:lnTo>
                    <a:pt x="51" y="301"/>
                  </a:lnTo>
                  <a:lnTo>
                    <a:pt x="61" y="301"/>
                  </a:lnTo>
                  <a:lnTo>
                    <a:pt x="61" y="311"/>
                  </a:lnTo>
                  <a:lnTo>
                    <a:pt x="71" y="311"/>
                  </a:lnTo>
                  <a:cubicBezTo>
                    <a:pt x="71" y="311"/>
                    <a:pt x="71" y="311"/>
                    <a:pt x="71" y="321"/>
                  </a:cubicBezTo>
                  <a:lnTo>
                    <a:pt x="81" y="331"/>
                  </a:lnTo>
                  <a:cubicBezTo>
                    <a:pt x="81" y="331"/>
                    <a:pt x="81" y="331"/>
                    <a:pt x="81" y="341"/>
                  </a:cubicBezTo>
                  <a:lnTo>
                    <a:pt x="91" y="341"/>
                  </a:lnTo>
                  <a:cubicBezTo>
                    <a:pt x="91" y="341"/>
                    <a:pt x="91" y="341"/>
                    <a:pt x="91" y="351"/>
                  </a:cubicBezTo>
                  <a:cubicBezTo>
                    <a:pt x="111" y="371"/>
                    <a:pt x="131" y="391"/>
                    <a:pt x="141" y="421"/>
                  </a:cubicBezTo>
                  <a:cubicBezTo>
                    <a:pt x="201" y="381"/>
                    <a:pt x="61" y="301"/>
                    <a:pt x="81" y="141"/>
                  </a:cubicBezTo>
                  <a:cubicBezTo>
                    <a:pt x="81" y="70"/>
                    <a:pt x="71" y="0"/>
                    <a:pt x="41" y="0"/>
                  </a:cubicBezTo>
                  <a:close/>
                </a:path>
              </a:pathLst>
            </a:custGeom>
            <a:solidFill>
              <a:srgbClr val="515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66" name="Google Shape;14166;p46"/>
            <p:cNvSpPr/>
            <p:nvPr/>
          </p:nvSpPr>
          <p:spPr>
            <a:xfrm>
              <a:off x="4846768" y="4628126"/>
              <a:ext cx="94152" cy="35425"/>
            </a:xfrm>
            <a:custGeom>
              <a:avLst/>
              <a:gdLst/>
              <a:ahLst/>
              <a:cxnLst/>
              <a:rect l="l" t="t" r="r" b="b"/>
              <a:pathLst>
                <a:path w="994" h="374" extrusionOk="0">
                  <a:moveTo>
                    <a:pt x="29" y="275"/>
                  </a:moveTo>
                  <a:cubicBezTo>
                    <a:pt x="22" y="275"/>
                    <a:pt x="16" y="275"/>
                    <a:pt x="11" y="277"/>
                  </a:cubicBezTo>
                  <a:lnTo>
                    <a:pt x="1" y="287"/>
                  </a:lnTo>
                  <a:cubicBezTo>
                    <a:pt x="8" y="283"/>
                    <a:pt x="18" y="278"/>
                    <a:pt x="32" y="275"/>
                  </a:cubicBezTo>
                  <a:lnTo>
                    <a:pt x="32" y="275"/>
                  </a:lnTo>
                  <a:cubicBezTo>
                    <a:pt x="31" y="275"/>
                    <a:pt x="30" y="275"/>
                    <a:pt x="29" y="275"/>
                  </a:cubicBezTo>
                  <a:close/>
                  <a:moveTo>
                    <a:pt x="969" y="0"/>
                  </a:moveTo>
                  <a:cubicBezTo>
                    <a:pt x="941" y="0"/>
                    <a:pt x="889" y="13"/>
                    <a:pt x="813" y="26"/>
                  </a:cubicBezTo>
                  <a:cubicBezTo>
                    <a:pt x="783" y="31"/>
                    <a:pt x="746" y="33"/>
                    <a:pt x="705" y="33"/>
                  </a:cubicBezTo>
                  <a:cubicBezTo>
                    <a:pt x="665" y="33"/>
                    <a:pt x="623" y="31"/>
                    <a:pt x="583" y="26"/>
                  </a:cubicBezTo>
                  <a:cubicBezTo>
                    <a:pt x="541" y="22"/>
                    <a:pt x="499" y="19"/>
                    <a:pt x="461" y="19"/>
                  </a:cubicBezTo>
                  <a:cubicBezTo>
                    <a:pt x="406" y="19"/>
                    <a:pt x="357" y="24"/>
                    <a:pt x="322" y="36"/>
                  </a:cubicBezTo>
                  <a:cubicBezTo>
                    <a:pt x="211" y="76"/>
                    <a:pt x="131" y="96"/>
                    <a:pt x="131" y="96"/>
                  </a:cubicBezTo>
                  <a:cubicBezTo>
                    <a:pt x="131" y="96"/>
                    <a:pt x="185" y="150"/>
                    <a:pt x="266" y="150"/>
                  </a:cubicBezTo>
                  <a:cubicBezTo>
                    <a:pt x="277" y="150"/>
                    <a:pt x="289" y="149"/>
                    <a:pt x="302" y="146"/>
                  </a:cubicBezTo>
                  <a:lnTo>
                    <a:pt x="302" y="146"/>
                  </a:lnTo>
                  <a:cubicBezTo>
                    <a:pt x="302" y="146"/>
                    <a:pt x="235" y="190"/>
                    <a:pt x="166" y="190"/>
                  </a:cubicBezTo>
                  <a:cubicBezTo>
                    <a:pt x="154" y="190"/>
                    <a:pt x="143" y="189"/>
                    <a:pt x="131" y="186"/>
                  </a:cubicBezTo>
                  <a:lnTo>
                    <a:pt x="131" y="186"/>
                  </a:lnTo>
                  <a:cubicBezTo>
                    <a:pt x="131" y="186"/>
                    <a:pt x="208" y="256"/>
                    <a:pt x="286" y="256"/>
                  </a:cubicBezTo>
                  <a:cubicBezTo>
                    <a:pt x="301" y="256"/>
                    <a:pt x="317" y="253"/>
                    <a:pt x="332" y="246"/>
                  </a:cubicBezTo>
                  <a:lnTo>
                    <a:pt x="332" y="246"/>
                  </a:lnTo>
                  <a:cubicBezTo>
                    <a:pt x="332" y="247"/>
                    <a:pt x="293" y="285"/>
                    <a:pt x="216" y="285"/>
                  </a:cubicBezTo>
                  <a:cubicBezTo>
                    <a:pt x="197" y="285"/>
                    <a:pt x="175" y="283"/>
                    <a:pt x="151" y="277"/>
                  </a:cubicBezTo>
                  <a:cubicBezTo>
                    <a:pt x="126" y="270"/>
                    <a:pt x="104" y="268"/>
                    <a:pt x="85" y="268"/>
                  </a:cubicBezTo>
                  <a:cubicBezTo>
                    <a:pt x="64" y="268"/>
                    <a:pt x="46" y="271"/>
                    <a:pt x="32" y="275"/>
                  </a:cubicBezTo>
                  <a:lnTo>
                    <a:pt x="32" y="275"/>
                  </a:lnTo>
                  <a:cubicBezTo>
                    <a:pt x="74" y="276"/>
                    <a:pt x="136" y="301"/>
                    <a:pt x="211" y="327"/>
                  </a:cubicBezTo>
                  <a:cubicBezTo>
                    <a:pt x="289" y="348"/>
                    <a:pt x="380" y="374"/>
                    <a:pt x="466" y="374"/>
                  </a:cubicBezTo>
                  <a:cubicBezTo>
                    <a:pt x="503" y="374"/>
                    <a:pt x="539" y="369"/>
                    <a:pt x="573" y="357"/>
                  </a:cubicBezTo>
                  <a:cubicBezTo>
                    <a:pt x="733" y="297"/>
                    <a:pt x="944" y="116"/>
                    <a:pt x="994" y="16"/>
                  </a:cubicBezTo>
                  <a:cubicBezTo>
                    <a:pt x="994" y="5"/>
                    <a:pt x="986" y="0"/>
                    <a:pt x="969" y="0"/>
                  </a:cubicBezTo>
                  <a:close/>
                </a:path>
              </a:pathLst>
            </a:custGeom>
            <a:solidFill>
              <a:srgbClr val="986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67" name="Google Shape;14167;p46"/>
            <p:cNvSpPr/>
            <p:nvPr/>
          </p:nvSpPr>
          <p:spPr>
            <a:xfrm>
              <a:off x="4846768" y="4627652"/>
              <a:ext cx="94152" cy="35236"/>
            </a:xfrm>
            <a:custGeom>
              <a:avLst/>
              <a:gdLst/>
              <a:ahLst/>
              <a:cxnLst/>
              <a:rect l="l" t="t" r="r" b="b"/>
              <a:pathLst>
                <a:path w="994" h="372" extrusionOk="0">
                  <a:moveTo>
                    <a:pt x="11" y="282"/>
                  </a:moveTo>
                  <a:lnTo>
                    <a:pt x="11" y="287"/>
                  </a:lnTo>
                  <a:lnTo>
                    <a:pt x="11" y="287"/>
                  </a:lnTo>
                  <a:cubicBezTo>
                    <a:pt x="15" y="285"/>
                    <a:pt x="18" y="283"/>
                    <a:pt x="23" y="282"/>
                  </a:cubicBezTo>
                  <a:close/>
                  <a:moveTo>
                    <a:pt x="11" y="287"/>
                  </a:moveTo>
                  <a:cubicBezTo>
                    <a:pt x="7" y="288"/>
                    <a:pt x="4" y="290"/>
                    <a:pt x="1" y="292"/>
                  </a:cubicBezTo>
                  <a:lnTo>
                    <a:pt x="11" y="292"/>
                  </a:lnTo>
                  <a:lnTo>
                    <a:pt x="11" y="287"/>
                  </a:lnTo>
                  <a:close/>
                  <a:moveTo>
                    <a:pt x="964" y="1"/>
                  </a:moveTo>
                  <a:cubicBezTo>
                    <a:pt x="944" y="1"/>
                    <a:pt x="894" y="21"/>
                    <a:pt x="813" y="31"/>
                  </a:cubicBezTo>
                  <a:cubicBezTo>
                    <a:pt x="783" y="41"/>
                    <a:pt x="753" y="41"/>
                    <a:pt x="723" y="41"/>
                  </a:cubicBezTo>
                  <a:cubicBezTo>
                    <a:pt x="673" y="41"/>
                    <a:pt x="633" y="31"/>
                    <a:pt x="583" y="31"/>
                  </a:cubicBezTo>
                  <a:cubicBezTo>
                    <a:pt x="532" y="31"/>
                    <a:pt x="482" y="21"/>
                    <a:pt x="442" y="21"/>
                  </a:cubicBezTo>
                  <a:cubicBezTo>
                    <a:pt x="392" y="21"/>
                    <a:pt x="352" y="31"/>
                    <a:pt x="322" y="41"/>
                  </a:cubicBezTo>
                  <a:cubicBezTo>
                    <a:pt x="211" y="81"/>
                    <a:pt x="131" y="101"/>
                    <a:pt x="131" y="101"/>
                  </a:cubicBezTo>
                  <a:cubicBezTo>
                    <a:pt x="131" y="101"/>
                    <a:pt x="181" y="151"/>
                    <a:pt x="252" y="151"/>
                  </a:cubicBezTo>
                  <a:lnTo>
                    <a:pt x="302" y="151"/>
                  </a:lnTo>
                  <a:cubicBezTo>
                    <a:pt x="302" y="151"/>
                    <a:pt x="242" y="191"/>
                    <a:pt x="171" y="191"/>
                  </a:cubicBezTo>
                  <a:lnTo>
                    <a:pt x="131" y="191"/>
                  </a:lnTo>
                  <a:cubicBezTo>
                    <a:pt x="131" y="191"/>
                    <a:pt x="211" y="262"/>
                    <a:pt x="292" y="262"/>
                  </a:cubicBezTo>
                  <a:cubicBezTo>
                    <a:pt x="302" y="262"/>
                    <a:pt x="312" y="262"/>
                    <a:pt x="332" y="251"/>
                  </a:cubicBezTo>
                  <a:lnTo>
                    <a:pt x="332" y="251"/>
                  </a:lnTo>
                  <a:cubicBezTo>
                    <a:pt x="332" y="252"/>
                    <a:pt x="292" y="292"/>
                    <a:pt x="221" y="292"/>
                  </a:cubicBezTo>
                  <a:cubicBezTo>
                    <a:pt x="201" y="292"/>
                    <a:pt x="181" y="282"/>
                    <a:pt x="151" y="282"/>
                  </a:cubicBezTo>
                  <a:cubicBezTo>
                    <a:pt x="131" y="272"/>
                    <a:pt x="101" y="272"/>
                    <a:pt x="81" y="272"/>
                  </a:cubicBezTo>
                  <a:cubicBezTo>
                    <a:pt x="55" y="272"/>
                    <a:pt x="37" y="276"/>
                    <a:pt x="23" y="282"/>
                  </a:cubicBezTo>
                  <a:lnTo>
                    <a:pt x="31" y="282"/>
                  </a:lnTo>
                  <a:cubicBezTo>
                    <a:pt x="81" y="282"/>
                    <a:pt x="141" y="302"/>
                    <a:pt x="211" y="332"/>
                  </a:cubicBezTo>
                  <a:cubicBezTo>
                    <a:pt x="292" y="352"/>
                    <a:pt x="372" y="372"/>
                    <a:pt x="452" y="372"/>
                  </a:cubicBezTo>
                  <a:cubicBezTo>
                    <a:pt x="492" y="372"/>
                    <a:pt x="532" y="372"/>
                    <a:pt x="573" y="362"/>
                  </a:cubicBezTo>
                  <a:cubicBezTo>
                    <a:pt x="733" y="302"/>
                    <a:pt x="944" y="121"/>
                    <a:pt x="994" y="21"/>
                  </a:cubicBezTo>
                  <a:cubicBezTo>
                    <a:pt x="994" y="11"/>
                    <a:pt x="984" y="1"/>
                    <a:pt x="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68" name="Google Shape;14168;p46"/>
            <p:cNvSpPr/>
            <p:nvPr/>
          </p:nvSpPr>
          <p:spPr>
            <a:xfrm>
              <a:off x="4628246" y="4610697"/>
              <a:ext cx="82785" cy="41108"/>
            </a:xfrm>
            <a:custGeom>
              <a:avLst/>
              <a:gdLst/>
              <a:ahLst/>
              <a:cxnLst/>
              <a:rect l="l" t="t" r="r" b="b"/>
              <a:pathLst>
                <a:path w="874" h="434" extrusionOk="0">
                  <a:moveTo>
                    <a:pt x="149" y="1"/>
                  </a:moveTo>
                  <a:cubicBezTo>
                    <a:pt x="62" y="1"/>
                    <a:pt x="1" y="28"/>
                    <a:pt x="1" y="69"/>
                  </a:cubicBezTo>
                  <a:cubicBezTo>
                    <a:pt x="71" y="200"/>
                    <a:pt x="372" y="400"/>
                    <a:pt x="512" y="430"/>
                  </a:cubicBezTo>
                  <a:cubicBezTo>
                    <a:pt x="527" y="432"/>
                    <a:pt x="542" y="433"/>
                    <a:pt x="556" y="433"/>
                  </a:cubicBezTo>
                  <a:cubicBezTo>
                    <a:pt x="621" y="433"/>
                    <a:pt x="684" y="417"/>
                    <a:pt x="733" y="400"/>
                  </a:cubicBezTo>
                  <a:cubicBezTo>
                    <a:pt x="790" y="384"/>
                    <a:pt x="834" y="368"/>
                    <a:pt x="859" y="368"/>
                  </a:cubicBezTo>
                  <a:cubicBezTo>
                    <a:pt x="865" y="368"/>
                    <a:pt x="870" y="368"/>
                    <a:pt x="873" y="370"/>
                  </a:cubicBezTo>
                  <a:cubicBezTo>
                    <a:pt x="805" y="319"/>
                    <a:pt x="824" y="231"/>
                    <a:pt x="813" y="231"/>
                  </a:cubicBezTo>
                  <a:cubicBezTo>
                    <a:pt x="811" y="231"/>
                    <a:pt x="808" y="234"/>
                    <a:pt x="803" y="240"/>
                  </a:cubicBezTo>
                  <a:cubicBezTo>
                    <a:pt x="773" y="270"/>
                    <a:pt x="593" y="280"/>
                    <a:pt x="593" y="280"/>
                  </a:cubicBezTo>
                  <a:cubicBezTo>
                    <a:pt x="683" y="270"/>
                    <a:pt x="783" y="170"/>
                    <a:pt x="783" y="170"/>
                  </a:cubicBezTo>
                  <a:lnTo>
                    <a:pt x="783" y="170"/>
                  </a:lnTo>
                  <a:cubicBezTo>
                    <a:pt x="761" y="174"/>
                    <a:pt x="739" y="176"/>
                    <a:pt x="717" y="176"/>
                  </a:cubicBezTo>
                  <a:cubicBezTo>
                    <a:pt x="599" y="176"/>
                    <a:pt x="492" y="120"/>
                    <a:pt x="492" y="120"/>
                  </a:cubicBezTo>
                  <a:lnTo>
                    <a:pt x="492" y="120"/>
                  </a:lnTo>
                  <a:cubicBezTo>
                    <a:pt x="503" y="120"/>
                    <a:pt x="514" y="121"/>
                    <a:pt x="525" y="121"/>
                  </a:cubicBezTo>
                  <a:cubicBezTo>
                    <a:pt x="655" y="121"/>
                    <a:pt x="783" y="69"/>
                    <a:pt x="783" y="69"/>
                  </a:cubicBezTo>
                  <a:cubicBezTo>
                    <a:pt x="753" y="29"/>
                    <a:pt x="442" y="59"/>
                    <a:pt x="282" y="19"/>
                  </a:cubicBezTo>
                  <a:cubicBezTo>
                    <a:pt x="234" y="7"/>
                    <a:pt x="189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69" name="Google Shape;14169;p46"/>
            <p:cNvSpPr/>
            <p:nvPr/>
          </p:nvSpPr>
          <p:spPr>
            <a:xfrm>
              <a:off x="4672007" y="4649533"/>
              <a:ext cx="4831" cy="1989"/>
            </a:xfrm>
            <a:custGeom>
              <a:avLst/>
              <a:gdLst/>
              <a:ahLst/>
              <a:cxnLst/>
              <a:rect l="l" t="t" r="r" b="b"/>
              <a:pathLst>
                <a:path w="51" h="21" extrusionOk="0">
                  <a:moveTo>
                    <a:pt x="0" y="0"/>
                  </a:moveTo>
                  <a:cubicBezTo>
                    <a:pt x="4" y="2"/>
                    <a:pt x="7" y="4"/>
                    <a:pt x="10" y="5"/>
                  </a:cubicBezTo>
                  <a:lnTo>
                    <a:pt x="10" y="5"/>
                  </a:lnTo>
                  <a:cubicBezTo>
                    <a:pt x="10" y="0"/>
                    <a:pt x="10" y="0"/>
                    <a:pt x="10" y="0"/>
                  </a:cubicBezTo>
                  <a:close/>
                  <a:moveTo>
                    <a:pt x="10" y="5"/>
                  </a:moveTo>
                  <a:cubicBezTo>
                    <a:pt x="10" y="6"/>
                    <a:pt x="10" y="8"/>
                    <a:pt x="10" y="10"/>
                  </a:cubicBezTo>
                  <a:lnTo>
                    <a:pt x="25" y="10"/>
                  </a:lnTo>
                  <a:cubicBezTo>
                    <a:pt x="20" y="9"/>
                    <a:pt x="16" y="7"/>
                    <a:pt x="10" y="5"/>
                  </a:cubicBezTo>
                  <a:close/>
                  <a:moveTo>
                    <a:pt x="25" y="10"/>
                  </a:moveTo>
                  <a:cubicBezTo>
                    <a:pt x="30" y="12"/>
                    <a:pt x="35" y="14"/>
                    <a:pt x="40" y="16"/>
                  </a:cubicBezTo>
                  <a:lnTo>
                    <a:pt x="40" y="16"/>
                  </a:lnTo>
                  <a:cubicBezTo>
                    <a:pt x="40" y="13"/>
                    <a:pt x="40" y="10"/>
                    <a:pt x="40" y="10"/>
                  </a:cubicBezTo>
                  <a:close/>
                  <a:moveTo>
                    <a:pt x="40" y="16"/>
                  </a:moveTo>
                  <a:cubicBezTo>
                    <a:pt x="40" y="18"/>
                    <a:pt x="40" y="20"/>
                    <a:pt x="40" y="20"/>
                  </a:cubicBezTo>
                  <a:lnTo>
                    <a:pt x="50" y="20"/>
                  </a:lnTo>
                  <a:cubicBezTo>
                    <a:pt x="47" y="19"/>
                    <a:pt x="43" y="17"/>
                    <a:pt x="40" y="16"/>
                  </a:cubicBezTo>
                  <a:close/>
                </a:path>
              </a:pathLst>
            </a:custGeom>
            <a:solidFill>
              <a:srgbClr val="A291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70" name="Google Shape;14170;p46"/>
            <p:cNvSpPr/>
            <p:nvPr/>
          </p:nvSpPr>
          <p:spPr>
            <a:xfrm>
              <a:off x="4672954" y="4649533"/>
              <a:ext cx="3884" cy="1989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40" y="20"/>
                  </a:moveTo>
                  <a:lnTo>
                    <a:pt x="40" y="20"/>
                  </a:lnTo>
                  <a:lnTo>
                    <a:pt x="40" y="20"/>
                  </a:lnTo>
                  <a:lnTo>
                    <a:pt x="40" y="20"/>
                  </a:lnTo>
                  <a:close/>
                  <a:moveTo>
                    <a:pt x="40" y="20"/>
                  </a:move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lose/>
                  <a:moveTo>
                    <a:pt x="30" y="20"/>
                  </a:move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lose/>
                  <a:moveTo>
                    <a:pt x="30" y="10"/>
                  </a:move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lose/>
                  <a:moveTo>
                    <a:pt x="30" y="10"/>
                  </a:move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lose/>
                  <a:moveTo>
                    <a:pt x="30" y="10"/>
                  </a:moveTo>
                  <a:lnTo>
                    <a:pt x="30" y="10"/>
                  </a:lnTo>
                  <a:lnTo>
                    <a:pt x="30" y="10"/>
                  </a:lnTo>
                  <a:close/>
                  <a:moveTo>
                    <a:pt x="30" y="10"/>
                  </a:move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lose/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lose/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lose/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71" name="Google Shape;14171;p46"/>
            <p:cNvSpPr/>
            <p:nvPr/>
          </p:nvSpPr>
          <p:spPr>
            <a:xfrm>
              <a:off x="4672007" y="4649533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91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72" name="Google Shape;14172;p46"/>
            <p:cNvSpPr/>
            <p:nvPr/>
          </p:nvSpPr>
          <p:spPr>
            <a:xfrm>
              <a:off x="4666324" y="4647638"/>
              <a:ext cx="1042" cy="95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lose/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10" y="0"/>
                  </a:cubicBezTo>
                  <a:close/>
                </a:path>
              </a:pathLst>
            </a:custGeom>
            <a:solidFill>
              <a:srgbClr val="A596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73" name="Google Shape;14173;p46"/>
            <p:cNvSpPr/>
            <p:nvPr/>
          </p:nvSpPr>
          <p:spPr>
            <a:xfrm>
              <a:off x="4655810" y="4612497"/>
              <a:ext cx="46697" cy="4831"/>
            </a:xfrm>
            <a:custGeom>
              <a:avLst/>
              <a:gdLst/>
              <a:ahLst/>
              <a:cxnLst/>
              <a:rect l="l" t="t" r="r" b="b"/>
              <a:pathLst>
                <a:path w="493" h="51" extrusionOk="0">
                  <a:moveTo>
                    <a:pt x="492" y="50"/>
                  </a:moveTo>
                  <a:cubicBezTo>
                    <a:pt x="462" y="10"/>
                    <a:pt x="161" y="40"/>
                    <a:pt x="1" y="0"/>
                  </a:cubicBezTo>
                  <a:cubicBezTo>
                    <a:pt x="161" y="40"/>
                    <a:pt x="462" y="10"/>
                    <a:pt x="492" y="50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74" name="Google Shape;14174;p46"/>
            <p:cNvSpPr/>
            <p:nvPr/>
          </p:nvSpPr>
          <p:spPr>
            <a:xfrm>
              <a:off x="4655810" y="4612497"/>
              <a:ext cx="55222" cy="39025"/>
            </a:xfrm>
            <a:custGeom>
              <a:avLst/>
              <a:gdLst/>
              <a:ahLst/>
              <a:cxnLst/>
              <a:rect l="l" t="t" r="r" b="b"/>
              <a:pathLst>
                <a:path w="583" h="412" extrusionOk="0">
                  <a:moveTo>
                    <a:pt x="111" y="371"/>
                  </a:moveTo>
                  <a:cubicBezTo>
                    <a:pt x="114" y="371"/>
                    <a:pt x="118" y="371"/>
                    <a:pt x="121" y="371"/>
                  </a:cubicBezTo>
                  <a:lnTo>
                    <a:pt x="121" y="371"/>
                  </a:lnTo>
                  <a:cubicBezTo>
                    <a:pt x="121" y="371"/>
                    <a:pt x="121" y="371"/>
                    <a:pt x="121" y="371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81" y="40"/>
                    <a:pt x="111" y="70"/>
                  </a:cubicBezTo>
                  <a:cubicBezTo>
                    <a:pt x="161" y="121"/>
                    <a:pt x="201" y="171"/>
                    <a:pt x="231" y="231"/>
                  </a:cubicBezTo>
                  <a:cubicBezTo>
                    <a:pt x="251" y="261"/>
                    <a:pt x="272" y="291"/>
                    <a:pt x="261" y="321"/>
                  </a:cubicBezTo>
                  <a:cubicBezTo>
                    <a:pt x="251" y="361"/>
                    <a:pt x="211" y="381"/>
                    <a:pt x="171" y="381"/>
                  </a:cubicBezTo>
                  <a:cubicBezTo>
                    <a:pt x="155" y="373"/>
                    <a:pt x="138" y="372"/>
                    <a:pt x="121" y="371"/>
                  </a:cubicBezTo>
                  <a:lnTo>
                    <a:pt x="121" y="371"/>
                  </a:lnTo>
                  <a:cubicBezTo>
                    <a:pt x="141" y="381"/>
                    <a:pt x="151" y="391"/>
                    <a:pt x="171" y="391"/>
                  </a:cubicBezTo>
                  <a:lnTo>
                    <a:pt x="181" y="391"/>
                  </a:lnTo>
                  <a:cubicBezTo>
                    <a:pt x="181" y="391"/>
                    <a:pt x="181" y="391"/>
                    <a:pt x="181" y="401"/>
                  </a:cubicBezTo>
                  <a:lnTo>
                    <a:pt x="211" y="401"/>
                  </a:lnTo>
                  <a:cubicBezTo>
                    <a:pt x="211" y="401"/>
                    <a:pt x="211" y="411"/>
                    <a:pt x="211" y="411"/>
                  </a:cubicBezTo>
                  <a:lnTo>
                    <a:pt x="272" y="411"/>
                  </a:lnTo>
                  <a:cubicBezTo>
                    <a:pt x="322" y="411"/>
                    <a:pt x="372" y="401"/>
                    <a:pt x="422" y="391"/>
                  </a:cubicBezTo>
                  <a:cubicBezTo>
                    <a:pt x="422" y="381"/>
                    <a:pt x="432" y="381"/>
                    <a:pt x="442" y="381"/>
                  </a:cubicBezTo>
                  <a:cubicBezTo>
                    <a:pt x="492" y="361"/>
                    <a:pt x="532" y="351"/>
                    <a:pt x="562" y="351"/>
                  </a:cubicBezTo>
                  <a:lnTo>
                    <a:pt x="582" y="351"/>
                  </a:lnTo>
                  <a:cubicBezTo>
                    <a:pt x="512" y="301"/>
                    <a:pt x="532" y="211"/>
                    <a:pt x="522" y="211"/>
                  </a:cubicBezTo>
                  <a:lnTo>
                    <a:pt x="522" y="211"/>
                  </a:lnTo>
                  <a:cubicBezTo>
                    <a:pt x="522" y="211"/>
                    <a:pt x="522" y="211"/>
                    <a:pt x="512" y="221"/>
                  </a:cubicBezTo>
                  <a:cubicBezTo>
                    <a:pt x="482" y="251"/>
                    <a:pt x="302" y="261"/>
                    <a:pt x="302" y="261"/>
                  </a:cubicBezTo>
                  <a:cubicBezTo>
                    <a:pt x="392" y="251"/>
                    <a:pt x="492" y="151"/>
                    <a:pt x="492" y="151"/>
                  </a:cubicBezTo>
                  <a:cubicBezTo>
                    <a:pt x="462" y="151"/>
                    <a:pt x="442" y="161"/>
                    <a:pt x="412" y="161"/>
                  </a:cubicBezTo>
                  <a:cubicBezTo>
                    <a:pt x="302" y="161"/>
                    <a:pt x="201" y="101"/>
                    <a:pt x="201" y="101"/>
                  </a:cubicBezTo>
                  <a:lnTo>
                    <a:pt x="221" y="101"/>
                  </a:lnTo>
                  <a:cubicBezTo>
                    <a:pt x="352" y="101"/>
                    <a:pt x="492" y="50"/>
                    <a:pt x="492" y="50"/>
                  </a:cubicBezTo>
                  <a:cubicBezTo>
                    <a:pt x="462" y="10"/>
                    <a:pt x="161" y="4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75" name="Google Shape;14175;p46"/>
            <p:cNvSpPr/>
            <p:nvPr/>
          </p:nvSpPr>
          <p:spPr>
            <a:xfrm>
              <a:off x="4271999" y="4158970"/>
              <a:ext cx="420936" cy="667397"/>
            </a:xfrm>
            <a:custGeom>
              <a:avLst/>
              <a:gdLst/>
              <a:ahLst/>
              <a:cxnLst/>
              <a:rect l="l" t="t" r="r" b="b"/>
              <a:pathLst>
                <a:path w="4444" h="7046" extrusionOk="0">
                  <a:moveTo>
                    <a:pt x="1532" y="1"/>
                  </a:moveTo>
                  <a:cubicBezTo>
                    <a:pt x="1459" y="1"/>
                    <a:pt x="1385" y="13"/>
                    <a:pt x="1304" y="44"/>
                  </a:cubicBezTo>
                  <a:cubicBezTo>
                    <a:pt x="572" y="325"/>
                    <a:pt x="61" y="585"/>
                    <a:pt x="30" y="1047"/>
                  </a:cubicBezTo>
                  <a:cubicBezTo>
                    <a:pt x="0" y="1498"/>
                    <a:pt x="151" y="2632"/>
                    <a:pt x="321" y="3223"/>
                  </a:cubicBezTo>
                  <a:cubicBezTo>
                    <a:pt x="492" y="3805"/>
                    <a:pt x="492" y="4186"/>
                    <a:pt x="361" y="4467"/>
                  </a:cubicBezTo>
                  <a:cubicBezTo>
                    <a:pt x="231" y="4758"/>
                    <a:pt x="642" y="5270"/>
                    <a:pt x="672" y="5701"/>
                  </a:cubicBezTo>
                  <a:cubicBezTo>
                    <a:pt x="692" y="6132"/>
                    <a:pt x="783" y="6754"/>
                    <a:pt x="853" y="6885"/>
                  </a:cubicBezTo>
                  <a:cubicBezTo>
                    <a:pt x="883" y="6945"/>
                    <a:pt x="893" y="6995"/>
                    <a:pt x="893" y="7045"/>
                  </a:cubicBezTo>
                  <a:cubicBezTo>
                    <a:pt x="923" y="7025"/>
                    <a:pt x="943" y="6995"/>
                    <a:pt x="943" y="6965"/>
                  </a:cubicBezTo>
                  <a:cubicBezTo>
                    <a:pt x="943" y="6664"/>
                    <a:pt x="933" y="6373"/>
                    <a:pt x="933" y="6072"/>
                  </a:cubicBezTo>
                  <a:cubicBezTo>
                    <a:pt x="923" y="6012"/>
                    <a:pt x="923" y="5942"/>
                    <a:pt x="963" y="5902"/>
                  </a:cubicBezTo>
                  <a:cubicBezTo>
                    <a:pt x="993" y="5862"/>
                    <a:pt x="1023" y="5841"/>
                    <a:pt x="1064" y="5841"/>
                  </a:cubicBezTo>
                  <a:cubicBezTo>
                    <a:pt x="1013" y="5641"/>
                    <a:pt x="993" y="5440"/>
                    <a:pt x="1013" y="5280"/>
                  </a:cubicBezTo>
                  <a:cubicBezTo>
                    <a:pt x="1064" y="4788"/>
                    <a:pt x="1084" y="4196"/>
                    <a:pt x="1154" y="3966"/>
                  </a:cubicBezTo>
                  <a:cubicBezTo>
                    <a:pt x="1213" y="3727"/>
                    <a:pt x="1687" y="3203"/>
                    <a:pt x="1773" y="3203"/>
                  </a:cubicBezTo>
                  <a:cubicBezTo>
                    <a:pt x="1774" y="3203"/>
                    <a:pt x="1775" y="3203"/>
                    <a:pt x="1776" y="3203"/>
                  </a:cubicBezTo>
                  <a:cubicBezTo>
                    <a:pt x="1856" y="3223"/>
                    <a:pt x="2418" y="3926"/>
                    <a:pt x="3060" y="3956"/>
                  </a:cubicBezTo>
                  <a:cubicBezTo>
                    <a:pt x="3270" y="3962"/>
                    <a:pt x="3427" y="3965"/>
                    <a:pt x="3543" y="3965"/>
                  </a:cubicBezTo>
                  <a:cubicBezTo>
                    <a:pt x="3775" y="3965"/>
                    <a:pt x="3842" y="3956"/>
                    <a:pt x="3842" y="3956"/>
                  </a:cubicBezTo>
                  <a:cubicBezTo>
                    <a:pt x="3842" y="3956"/>
                    <a:pt x="4003" y="4337"/>
                    <a:pt x="4123" y="4758"/>
                  </a:cubicBezTo>
                  <a:cubicBezTo>
                    <a:pt x="4183" y="4738"/>
                    <a:pt x="4233" y="4708"/>
                    <a:pt x="4283" y="4658"/>
                  </a:cubicBezTo>
                  <a:cubicBezTo>
                    <a:pt x="4444" y="4477"/>
                    <a:pt x="4394" y="4196"/>
                    <a:pt x="4324" y="3956"/>
                  </a:cubicBezTo>
                  <a:cubicBezTo>
                    <a:pt x="4263" y="3735"/>
                    <a:pt x="4203" y="3504"/>
                    <a:pt x="4083" y="3314"/>
                  </a:cubicBezTo>
                  <a:cubicBezTo>
                    <a:pt x="3962" y="3113"/>
                    <a:pt x="3772" y="2943"/>
                    <a:pt x="3541" y="2903"/>
                  </a:cubicBezTo>
                  <a:cubicBezTo>
                    <a:pt x="3451" y="2892"/>
                    <a:pt x="3361" y="2892"/>
                    <a:pt x="3280" y="2892"/>
                  </a:cubicBezTo>
                  <a:cubicBezTo>
                    <a:pt x="3238" y="2895"/>
                    <a:pt x="3197" y="2897"/>
                    <a:pt x="3157" y="2897"/>
                  </a:cubicBezTo>
                  <a:cubicBezTo>
                    <a:pt x="3043" y="2897"/>
                    <a:pt x="2938" y="2882"/>
                    <a:pt x="2849" y="2822"/>
                  </a:cubicBezTo>
                  <a:cubicBezTo>
                    <a:pt x="2699" y="2712"/>
                    <a:pt x="2638" y="2511"/>
                    <a:pt x="2488" y="2411"/>
                  </a:cubicBezTo>
                  <a:cubicBezTo>
                    <a:pt x="2417" y="2366"/>
                    <a:pt x="2333" y="2354"/>
                    <a:pt x="2247" y="2354"/>
                  </a:cubicBezTo>
                  <a:cubicBezTo>
                    <a:pt x="2200" y="2354"/>
                    <a:pt x="2153" y="2357"/>
                    <a:pt x="2107" y="2361"/>
                  </a:cubicBezTo>
                  <a:cubicBezTo>
                    <a:pt x="2032" y="2367"/>
                    <a:pt x="1949" y="2381"/>
                    <a:pt x="1868" y="2381"/>
                  </a:cubicBezTo>
                  <a:cubicBezTo>
                    <a:pt x="1819" y="2381"/>
                    <a:pt x="1771" y="2376"/>
                    <a:pt x="1726" y="2361"/>
                  </a:cubicBezTo>
                  <a:cubicBezTo>
                    <a:pt x="1605" y="2331"/>
                    <a:pt x="1485" y="2210"/>
                    <a:pt x="1505" y="2080"/>
                  </a:cubicBezTo>
                  <a:cubicBezTo>
                    <a:pt x="1535" y="1930"/>
                    <a:pt x="1736" y="1849"/>
                    <a:pt x="1776" y="1689"/>
                  </a:cubicBezTo>
                  <a:cubicBezTo>
                    <a:pt x="1816" y="1538"/>
                    <a:pt x="1696" y="1398"/>
                    <a:pt x="1565" y="1298"/>
                  </a:cubicBezTo>
                  <a:cubicBezTo>
                    <a:pt x="1445" y="1207"/>
                    <a:pt x="1304" y="1097"/>
                    <a:pt x="1284" y="947"/>
                  </a:cubicBezTo>
                  <a:cubicBezTo>
                    <a:pt x="1264" y="776"/>
                    <a:pt x="1405" y="626"/>
                    <a:pt x="1555" y="565"/>
                  </a:cubicBezTo>
                  <a:cubicBezTo>
                    <a:pt x="1716" y="495"/>
                    <a:pt x="1886" y="495"/>
                    <a:pt x="2057" y="455"/>
                  </a:cubicBezTo>
                  <a:cubicBezTo>
                    <a:pt x="2197" y="415"/>
                    <a:pt x="2358" y="325"/>
                    <a:pt x="2438" y="204"/>
                  </a:cubicBezTo>
                  <a:cubicBezTo>
                    <a:pt x="2358" y="194"/>
                    <a:pt x="2297" y="194"/>
                    <a:pt x="2247" y="184"/>
                  </a:cubicBezTo>
                  <a:cubicBezTo>
                    <a:pt x="1971" y="131"/>
                    <a:pt x="1766" y="1"/>
                    <a:pt x="1532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76" name="Google Shape;14176;p46"/>
            <p:cNvSpPr/>
            <p:nvPr/>
          </p:nvSpPr>
          <p:spPr>
            <a:xfrm>
              <a:off x="4713779" y="4554527"/>
              <a:ext cx="1042" cy="3884"/>
            </a:xfrm>
            <a:custGeom>
              <a:avLst/>
              <a:gdLst/>
              <a:ahLst/>
              <a:cxnLst/>
              <a:rect l="l" t="t" r="r" b="b"/>
              <a:pathLst>
                <a:path w="11" h="41" extrusionOk="0">
                  <a:moveTo>
                    <a:pt x="1" y="41"/>
                  </a:moveTo>
                  <a:cubicBezTo>
                    <a:pt x="1" y="20"/>
                    <a:pt x="11" y="10"/>
                    <a:pt x="11" y="0"/>
                  </a:cubicBezTo>
                  <a:cubicBezTo>
                    <a:pt x="11" y="10"/>
                    <a:pt x="1" y="20"/>
                    <a:pt x="1" y="41"/>
                  </a:cubicBezTo>
                  <a:close/>
                </a:path>
              </a:pathLst>
            </a:custGeom>
            <a:solidFill>
              <a:srgbClr val="D3D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77" name="Google Shape;14177;p46"/>
            <p:cNvSpPr/>
            <p:nvPr/>
          </p:nvSpPr>
          <p:spPr>
            <a:xfrm>
              <a:off x="4713779" y="4554527"/>
              <a:ext cx="1042" cy="4831"/>
            </a:xfrm>
            <a:custGeom>
              <a:avLst/>
              <a:gdLst/>
              <a:ahLst/>
              <a:cxnLst/>
              <a:rect l="l" t="t" r="r" b="b"/>
              <a:pathLst>
                <a:path w="11" h="51" extrusionOk="0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11" y="1"/>
                    <a:pt x="11" y="1"/>
                  </a:cubicBezTo>
                  <a:lnTo>
                    <a:pt x="11" y="1"/>
                  </a:lnTo>
                  <a:cubicBezTo>
                    <a:pt x="11" y="1"/>
                    <a:pt x="11" y="1"/>
                    <a:pt x="11" y="0"/>
                  </a:cubicBezTo>
                  <a:close/>
                  <a:moveTo>
                    <a:pt x="11" y="1"/>
                  </a:moveTo>
                  <a:cubicBezTo>
                    <a:pt x="10" y="11"/>
                    <a:pt x="1" y="21"/>
                    <a:pt x="1" y="4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0" y="23"/>
                    <a:pt x="11" y="4"/>
                    <a:pt x="11" y="1"/>
                  </a:cubicBezTo>
                  <a:close/>
                </a:path>
              </a:pathLst>
            </a:custGeom>
            <a:solidFill>
              <a:srgbClr val="CEC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78" name="Google Shape;14178;p46"/>
            <p:cNvSpPr/>
            <p:nvPr/>
          </p:nvSpPr>
          <p:spPr>
            <a:xfrm>
              <a:off x="4710937" y="4411024"/>
              <a:ext cx="35236" cy="189156"/>
            </a:xfrm>
            <a:custGeom>
              <a:avLst/>
              <a:gdLst/>
              <a:ahLst/>
              <a:cxnLst/>
              <a:rect l="l" t="t" r="r" b="b"/>
              <a:pathLst>
                <a:path w="372" h="1997" extrusionOk="0">
                  <a:moveTo>
                    <a:pt x="0" y="1"/>
                  </a:moveTo>
                  <a:cubicBezTo>
                    <a:pt x="0" y="362"/>
                    <a:pt x="10" y="713"/>
                    <a:pt x="21" y="1074"/>
                  </a:cubicBezTo>
                  <a:cubicBezTo>
                    <a:pt x="21" y="1235"/>
                    <a:pt x="41" y="1395"/>
                    <a:pt x="31" y="1556"/>
                  </a:cubicBezTo>
                  <a:lnTo>
                    <a:pt x="31" y="1566"/>
                  </a:lnTo>
                  <a:cubicBezTo>
                    <a:pt x="41" y="1535"/>
                    <a:pt x="41" y="1515"/>
                    <a:pt x="41" y="1515"/>
                  </a:cubicBezTo>
                  <a:cubicBezTo>
                    <a:pt x="41" y="1515"/>
                    <a:pt x="81" y="1887"/>
                    <a:pt x="181" y="1997"/>
                  </a:cubicBezTo>
                  <a:cubicBezTo>
                    <a:pt x="251" y="1967"/>
                    <a:pt x="311" y="1937"/>
                    <a:pt x="372" y="1917"/>
                  </a:cubicBezTo>
                  <a:cubicBezTo>
                    <a:pt x="372" y="1646"/>
                    <a:pt x="221" y="1425"/>
                    <a:pt x="301" y="1114"/>
                  </a:cubicBezTo>
                  <a:cubicBezTo>
                    <a:pt x="362" y="893"/>
                    <a:pt x="251" y="663"/>
                    <a:pt x="151" y="452"/>
                  </a:cubicBezTo>
                  <a:cubicBezTo>
                    <a:pt x="101" y="322"/>
                    <a:pt x="71" y="121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79" name="Google Shape;14179;p46"/>
            <p:cNvSpPr/>
            <p:nvPr/>
          </p:nvSpPr>
          <p:spPr>
            <a:xfrm>
              <a:off x="4728082" y="4592511"/>
              <a:ext cx="18092" cy="9567"/>
            </a:xfrm>
            <a:custGeom>
              <a:avLst/>
              <a:gdLst/>
              <a:ahLst/>
              <a:cxnLst/>
              <a:rect l="l" t="t" r="r" b="b"/>
              <a:pathLst>
                <a:path w="191" h="101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30" y="21"/>
                    <a:pt x="70" y="51"/>
                    <a:pt x="0" y="81"/>
                  </a:cubicBezTo>
                  <a:cubicBezTo>
                    <a:pt x="0" y="81"/>
                    <a:pt x="10" y="91"/>
                    <a:pt x="10" y="91"/>
                  </a:cubicBezTo>
                  <a:lnTo>
                    <a:pt x="181" y="101"/>
                  </a:lnTo>
                  <a:cubicBezTo>
                    <a:pt x="191" y="71"/>
                    <a:pt x="191" y="41"/>
                    <a:pt x="191" y="1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80" name="Google Shape;14180;p46"/>
            <p:cNvSpPr/>
            <p:nvPr/>
          </p:nvSpPr>
          <p:spPr>
            <a:xfrm>
              <a:off x="4842032" y="4281824"/>
              <a:ext cx="31447" cy="268058"/>
            </a:xfrm>
            <a:custGeom>
              <a:avLst/>
              <a:gdLst/>
              <a:ahLst/>
              <a:cxnLst/>
              <a:rect l="l" t="t" r="r" b="b"/>
              <a:pathLst>
                <a:path w="332" h="2830" extrusionOk="0">
                  <a:moveTo>
                    <a:pt x="1" y="1"/>
                  </a:moveTo>
                  <a:cubicBezTo>
                    <a:pt x="51" y="191"/>
                    <a:pt x="71" y="382"/>
                    <a:pt x="51" y="582"/>
                  </a:cubicBezTo>
                  <a:cubicBezTo>
                    <a:pt x="31" y="803"/>
                    <a:pt x="61" y="893"/>
                    <a:pt x="51" y="1114"/>
                  </a:cubicBezTo>
                  <a:cubicBezTo>
                    <a:pt x="31" y="1626"/>
                    <a:pt x="201" y="2027"/>
                    <a:pt x="41" y="2829"/>
                  </a:cubicBezTo>
                  <a:cubicBezTo>
                    <a:pt x="81" y="2649"/>
                    <a:pt x="121" y="2448"/>
                    <a:pt x="141" y="2278"/>
                  </a:cubicBezTo>
                  <a:cubicBezTo>
                    <a:pt x="201" y="1796"/>
                    <a:pt x="332" y="1224"/>
                    <a:pt x="332" y="1054"/>
                  </a:cubicBezTo>
                  <a:cubicBezTo>
                    <a:pt x="332" y="944"/>
                    <a:pt x="171" y="432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81" name="Google Shape;14181;p46"/>
            <p:cNvSpPr/>
            <p:nvPr/>
          </p:nvSpPr>
          <p:spPr>
            <a:xfrm>
              <a:off x="4625404" y="4177346"/>
              <a:ext cx="192566" cy="47265"/>
            </a:xfrm>
            <a:custGeom>
              <a:avLst/>
              <a:gdLst/>
              <a:ahLst/>
              <a:cxnLst/>
              <a:rect l="l" t="t" r="r" b="b"/>
              <a:pathLst>
                <a:path w="2033" h="499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131"/>
                    <a:pt x="262" y="231"/>
                    <a:pt x="432" y="351"/>
                  </a:cubicBezTo>
                  <a:cubicBezTo>
                    <a:pt x="497" y="358"/>
                    <a:pt x="563" y="361"/>
                    <a:pt x="629" y="361"/>
                  </a:cubicBezTo>
                  <a:cubicBezTo>
                    <a:pt x="827" y="361"/>
                    <a:pt x="1029" y="338"/>
                    <a:pt x="1229" y="338"/>
                  </a:cubicBezTo>
                  <a:cubicBezTo>
                    <a:pt x="1363" y="338"/>
                    <a:pt x="1495" y="348"/>
                    <a:pt x="1626" y="381"/>
                  </a:cubicBezTo>
                  <a:cubicBezTo>
                    <a:pt x="1771" y="414"/>
                    <a:pt x="1962" y="498"/>
                    <a:pt x="2015" y="498"/>
                  </a:cubicBezTo>
                  <a:cubicBezTo>
                    <a:pt x="2028" y="498"/>
                    <a:pt x="2033" y="493"/>
                    <a:pt x="2027" y="482"/>
                  </a:cubicBezTo>
                  <a:cubicBezTo>
                    <a:pt x="1866" y="241"/>
                    <a:pt x="913" y="201"/>
                    <a:pt x="653" y="70"/>
                  </a:cubicBezTo>
                  <a:cubicBezTo>
                    <a:pt x="562" y="20"/>
                    <a:pt x="302" y="1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82" name="Google Shape;14182;p46"/>
            <p:cNvSpPr/>
            <p:nvPr/>
          </p:nvSpPr>
          <p:spPr>
            <a:xfrm>
              <a:off x="4358480" y="4158970"/>
              <a:ext cx="144448" cy="33626"/>
            </a:xfrm>
            <a:custGeom>
              <a:avLst/>
              <a:gdLst/>
              <a:ahLst/>
              <a:cxnLst/>
              <a:rect l="l" t="t" r="r" b="b"/>
              <a:pathLst>
                <a:path w="1525" h="355" extrusionOk="0">
                  <a:moveTo>
                    <a:pt x="619" y="1"/>
                  </a:moveTo>
                  <a:cubicBezTo>
                    <a:pt x="546" y="1"/>
                    <a:pt x="472" y="13"/>
                    <a:pt x="391" y="44"/>
                  </a:cubicBezTo>
                  <a:cubicBezTo>
                    <a:pt x="261" y="94"/>
                    <a:pt x="131" y="144"/>
                    <a:pt x="0" y="204"/>
                  </a:cubicBezTo>
                  <a:cubicBezTo>
                    <a:pt x="90" y="214"/>
                    <a:pt x="191" y="234"/>
                    <a:pt x="251" y="244"/>
                  </a:cubicBezTo>
                  <a:lnTo>
                    <a:pt x="1364" y="355"/>
                  </a:lnTo>
                  <a:cubicBezTo>
                    <a:pt x="1434" y="315"/>
                    <a:pt x="1485" y="264"/>
                    <a:pt x="1525" y="204"/>
                  </a:cubicBezTo>
                  <a:cubicBezTo>
                    <a:pt x="1445" y="194"/>
                    <a:pt x="1384" y="194"/>
                    <a:pt x="1334" y="184"/>
                  </a:cubicBezTo>
                  <a:cubicBezTo>
                    <a:pt x="1058" y="131"/>
                    <a:pt x="853" y="1"/>
                    <a:pt x="619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83" name="Google Shape;14183;p46"/>
            <p:cNvSpPr/>
            <p:nvPr/>
          </p:nvSpPr>
          <p:spPr>
            <a:xfrm>
              <a:off x="4271999" y="4163990"/>
              <a:ext cx="164434" cy="376323"/>
            </a:xfrm>
            <a:custGeom>
              <a:avLst/>
              <a:gdLst/>
              <a:ahLst/>
              <a:cxnLst/>
              <a:rect l="l" t="t" r="r" b="b"/>
              <a:pathLst>
                <a:path w="1736" h="3973" extrusionOk="0">
                  <a:moveTo>
                    <a:pt x="1274" y="1"/>
                  </a:moveTo>
                  <a:cubicBezTo>
                    <a:pt x="552" y="282"/>
                    <a:pt x="61" y="542"/>
                    <a:pt x="30" y="994"/>
                  </a:cubicBezTo>
                  <a:cubicBezTo>
                    <a:pt x="0" y="1445"/>
                    <a:pt x="151" y="2579"/>
                    <a:pt x="321" y="3170"/>
                  </a:cubicBezTo>
                  <a:cubicBezTo>
                    <a:pt x="412" y="3491"/>
                    <a:pt x="452" y="3752"/>
                    <a:pt x="452" y="3973"/>
                  </a:cubicBezTo>
                  <a:cubicBezTo>
                    <a:pt x="602" y="3622"/>
                    <a:pt x="592" y="3221"/>
                    <a:pt x="532" y="2850"/>
                  </a:cubicBezTo>
                  <a:cubicBezTo>
                    <a:pt x="472" y="2458"/>
                    <a:pt x="351" y="2077"/>
                    <a:pt x="311" y="1686"/>
                  </a:cubicBezTo>
                  <a:cubicBezTo>
                    <a:pt x="271" y="1395"/>
                    <a:pt x="281" y="1084"/>
                    <a:pt x="412" y="813"/>
                  </a:cubicBezTo>
                  <a:cubicBezTo>
                    <a:pt x="542" y="553"/>
                    <a:pt x="783" y="352"/>
                    <a:pt x="1064" y="272"/>
                  </a:cubicBezTo>
                  <a:cubicBezTo>
                    <a:pt x="1130" y="250"/>
                    <a:pt x="1261" y="217"/>
                    <a:pt x="1450" y="217"/>
                  </a:cubicBezTo>
                  <a:cubicBezTo>
                    <a:pt x="1518" y="217"/>
                    <a:pt x="1593" y="221"/>
                    <a:pt x="1675" y="232"/>
                  </a:cubicBezTo>
                  <a:cubicBezTo>
                    <a:pt x="1736" y="232"/>
                    <a:pt x="1334" y="41"/>
                    <a:pt x="1274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84" name="Google Shape;14184;p46"/>
            <p:cNvSpPr/>
            <p:nvPr/>
          </p:nvSpPr>
          <p:spPr>
            <a:xfrm>
              <a:off x="4586474" y="4432905"/>
              <a:ext cx="48591" cy="101729"/>
            </a:xfrm>
            <a:custGeom>
              <a:avLst/>
              <a:gdLst/>
              <a:ahLst/>
              <a:cxnLst/>
              <a:rect l="l" t="t" r="r" b="b"/>
              <a:pathLst>
                <a:path w="513" h="1074" extrusionOk="0">
                  <a:moveTo>
                    <a:pt x="51" y="0"/>
                  </a:moveTo>
                  <a:cubicBezTo>
                    <a:pt x="21" y="121"/>
                    <a:pt x="0" y="211"/>
                    <a:pt x="10" y="261"/>
                  </a:cubicBezTo>
                  <a:cubicBezTo>
                    <a:pt x="21" y="382"/>
                    <a:pt x="101" y="853"/>
                    <a:pt x="131" y="1074"/>
                  </a:cubicBezTo>
                  <a:cubicBezTo>
                    <a:pt x="422" y="1074"/>
                    <a:pt x="512" y="1064"/>
                    <a:pt x="512" y="1064"/>
                  </a:cubicBezTo>
                  <a:cubicBezTo>
                    <a:pt x="392" y="723"/>
                    <a:pt x="341" y="362"/>
                    <a:pt x="311" y="41"/>
                  </a:cubicBezTo>
                  <a:cubicBezTo>
                    <a:pt x="281" y="31"/>
                    <a:pt x="251" y="21"/>
                    <a:pt x="221" y="11"/>
                  </a:cubicBezTo>
                  <a:cubicBezTo>
                    <a:pt x="161" y="0"/>
                    <a:pt x="111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85" name="Google Shape;14185;p46"/>
            <p:cNvSpPr/>
            <p:nvPr/>
          </p:nvSpPr>
          <p:spPr>
            <a:xfrm>
              <a:off x="4616879" y="4451944"/>
              <a:ext cx="2936" cy="17144"/>
            </a:xfrm>
            <a:custGeom>
              <a:avLst/>
              <a:gdLst/>
              <a:ahLst/>
              <a:cxnLst/>
              <a:rect l="l" t="t" r="r" b="b"/>
              <a:pathLst>
                <a:path w="31" h="181" extrusionOk="0">
                  <a:moveTo>
                    <a:pt x="31" y="181"/>
                  </a:moveTo>
                  <a:lnTo>
                    <a:pt x="31" y="181"/>
                  </a:lnTo>
                  <a:cubicBezTo>
                    <a:pt x="20" y="120"/>
                    <a:pt x="10" y="60"/>
                    <a:pt x="0" y="0"/>
                  </a:cubicBezTo>
                  <a:cubicBezTo>
                    <a:pt x="10" y="60"/>
                    <a:pt x="20" y="120"/>
                    <a:pt x="31" y="181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86" name="Google Shape;14186;p46"/>
            <p:cNvSpPr/>
            <p:nvPr/>
          </p:nvSpPr>
          <p:spPr>
            <a:xfrm>
              <a:off x="4591210" y="4362621"/>
              <a:ext cx="24817" cy="74166"/>
            </a:xfrm>
            <a:custGeom>
              <a:avLst/>
              <a:gdLst/>
              <a:ahLst/>
              <a:cxnLst/>
              <a:rect l="l" t="t" r="r" b="b"/>
              <a:pathLst>
                <a:path w="262" h="783" extrusionOk="0">
                  <a:moveTo>
                    <a:pt x="211" y="0"/>
                  </a:moveTo>
                  <a:cubicBezTo>
                    <a:pt x="211" y="0"/>
                    <a:pt x="71" y="442"/>
                    <a:pt x="1" y="742"/>
                  </a:cubicBezTo>
                  <a:lnTo>
                    <a:pt x="11" y="742"/>
                  </a:lnTo>
                  <a:cubicBezTo>
                    <a:pt x="61" y="742"/>
                    <a:pt x="121" y="742"/>
                    <a:pt x="171" y="753"/>
                  </a:cubicBezTo>
                  <a:cubicBezTo>
                    <a:pt x="201" y="763"/>
                    <a:pt x="231" y="773"/>
                    <a:pt x="261" y="783"/>
                  </a:cubicBezTo>
                  <a:cubicBezTo>
                    <a:pt x="231" y="452"/>
                    <a:pt x="221" y="171"/>
                    <a:pt x="211" y="0"/>
                  </a:cubicBezTo>
                  <a:close/>
                </a:path>
              </a:pathLst>
            </a:custGeom>
            <a:solidFill>
              <a:srgbClr val="BBB2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87" name="Google Shape;14187;p46"/>
            <p:cNvSpPr/>
            <p:nvPr/>
          </p:nvSpPr>
          <p:spPr>
            <a:xfrm>
              <a:off x="4587421" y="4432905"/>
              <a:ext cx="29553" cy="21028"/>
            </a:xfrm>
            <a:custGeom>
              <a:avLst/>
              <a:gdLst/>
              <a:ahLst/>
              <a:cxnLst/>
              <a:rect l="l" t="t" r="r" b="b"/>
              <a:pathLst>
                <a:path w="312" h="222" extrusionOk="0">
                  <a:moveTo>
                    <a:pt x="0" y="221"/>
                  </a:moveTo>
                  <a:cubicBezTo>
                    <a:pt x="0" y="171"/>
                    <a:pt x="21" y="91"/>
                    <a:pt x="41" y="0"/>
                  </a:cubicBezTo>
                  <a:lnTo>
                    <a:pt x="51" y="0"/>
                  </a:lnTo>
                  <a:cubicBezTo>
                    <a:pt x="101" y="0"/>
                    <a:pt x="161" y="0"/>
                    <a:pt x="211" y="11"/>
                  </a:cubicBezTo>
                  <a:cubicBezTo>
                    <a:pt x="241" y="21"/>
                    <a:pt x="271" y="31"/>
                    <a:pt x="301" y="41"/>
                  </a:cubicBezTo>
                  <a:lnTo>
                    <a:pt x="301" y="41"/>
                  </a:lnTo>
                  <a:cubicBezTo>
                    <a:pt x="271" y="31"/>
                    <a:pt x="241" y="21"/>
                    <a:pt x="211" y="11"/>
                  </a:cubicBezTo>
                  <a:cubicBezTo>
                    <a:pt x="161" y="0"/>
                    <a:pt x="101" y="0"/>
                    <a:pt x="51" y="0"/>
                  </a:cubicBezTo>
                  <a:lnTo>
                    <a:pt x="41" y="0"/>
                  </a:lnTo>
                  <a:cubicBezTo>
                    <a:pt x="21" y="91"/>
                    <a:pt x="0" y="171"/>
                    <a:pt x="0" y="221"/>
                  </a:cubicBezTo>
                  <a:moveTo>
                    <a:pt x="311" y="201"/>
                  </a:moveTo>
                  <a:cubicBezTo>
                    <a:pt x="311" y="201"/>
                    <a:pt x="311" y="201"/>
                    <a:pt x="311" y="201"/>
                  </a:cubicBezTo>
                  <a:cubicBezTo>
                    <a:pt x="311" y="201"/>
                    <a:pt x="311" y="201"/>
                    <a:pt x="311" y="201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88" name="Google Shape;14188;p46"/>
            <p:cNvSpPr/>
            <p:nvPr/>
          </p:nvSpPr>
          <p:spPr>
            <a:xfrm>
              <a:off x="4587421" y="4432905"/>
              <a:ext cx="32394" cy="36183"/>
            </a:xfrm>
            <a:custGeom>
              <a:avLst/>
              <a:gdLst/>
              <a:ahLst/>
              <a:cxnLst/>
              <a:rect l="l" t="t" r="r" b="b"/>
              <a:pathLst>
                <a:path w="342" h="382" extrusionOk="0">
                  <a:moveTo>
                    <a:pt x="41" y="0"/>
                  </a:moveTo>
                  <a:cubicBezTo>
                    <a:pt x="21" y="91"/>
                    <a:pt x="0" y="171"/>
                    <a:pt x="0" y="221"/>
                  </a:cubicBezTo>
                  <a:cubicBezTo>
                    <a:pt x="0" y="231"/>
                    <a:pt x="0" y="251"/>
                    <a:pt x="0" y="251"/>
                  </a:cubicBezTo>
                  <a:cubicBezTo>
                    <a:pt x="111" y="291"/>
                    <a:pt x="231" y="331"/>
                    <a:pt x="342" y="382"/>
                  </a:cubicBezTo>
                  <a:cubicBezTo>
                    <a:pt x="331" y="321"/>
                    <a:pt x="321" y="261"/>
                    <a:pt x="311" y="201"/>
                  </a:cubicBezTo>
                  <a:cubicBezTo>
                    <a:pt x="311" y="141"/>
                    <a:pt x="301" y="91"/>
                    <a:pt x="301" y="41"/>
                  </a:cubicBezTo>
                  <a:cubicBezTo>
                    <a:pt x="271" y="31"/>
                    <a:pt x="241" y="21"/>
                    <a:pt x="211" y="11"/>
                  </a:cubicBezTo>
                  <a:cubicBezTo>
                    <a:pt x="161" y="0"/>
                    <a:pt x="101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89" name="Google Shape;14189;p46"/>
            <p:cNvSpPr/>
            <p:nvPr/>
          </p:nvSpPr>
          <p:spPr>
            <a:xfrm>
              <a:off x="4362269" y="4412445"/>
              <a:ext cx="272794" cy="122094"/>
            </a:xfrm>
            <a:custGeom>
              <a:avLst/>
              <a:gdLst/>
              <a:ahLst/>
              <a:cxnLst/>
              <a:rect l="l" t="t" r="r" b="b"/>
              <a:pathLst>
                <a:path w="2880" h="1289" extrusionOk="0">
                  <a:moveTo>
                    <a:pt x="431" y="1"/>
                  </a:moveTo>
                  <a:cubicBezTo>
                    <a:pt x="217" y="1"/>
                    <a:pt x="107" y="436"/>
                    <a:pt x="50" y="578"/>
                  </a:cubicBezTo>
                  <a:cubicBezTo>
                    <a:pt x="0" y="728"/>
                    <a:pt x="201" y="848"/>
                    <a:pt x="401" y="949"/>
                  </a:cubicBezTo>
                  <a:cubicBezTo>
                    <a:pt x="562" y="738"/>
                    <a:pt x="773" y="527"/>
                    <a:pt x="823" y="527"/>
                  </a:cubicBezTo>
                  <a:cubicBezTo>
                    <a:pt x="903" y="547"/>
                    <a:pt x="1465" y="1250"/>
                    <a:pt x="2107" y="1280"/>
                  </a:cubicBezTo>
                  <a:cubicBezTo>
                    <a:pt x="2311" y="1286"/>
                    <a:pt x="2463" y="1289"/>
                    <a:pt x="2577" y="1289"/>
                  </a:cubicBezTo>
                  <a:cubicBezTo>
                    <a:pt x="2803" y="1289"/>
                    <a:pt x="2872" y="1280"/>
                    <a:pt x="2879" y="1280"/>
                  </a:cubicBezTo>
                  <a:cubicBezTo>
                    <a:pt x="2869" y="1189"/>
                    <a:pt x="2849" y="1109"/>
                    <a:pt x="2819" y="1039"/>
                  </a:cubicBezTo>
                  <a:cubicBezTo>
                    <a:pt x="2769" y="878"/>
                    <a:pt x="2658" y="858"/>
                    <a:pt x="2488" y="858"/>
                  </a:cubicBezTo>
                  <a:cubicBezTo>
                    <a:pt x="2387" y="864"/>
                    <a:pt x="2283" y="881"/>
                    <a:pt x="2179" y="881"/>
                  </a:cubicBezTo>
                  <a:cubicBezTo>
                    <a:pt x="2107" y="881"/>
                    <a:pt x="2036" y="873"/>
                    <a:pt x="1966" y="848"/>
                  </a:cubicBezTo>
                  <a:cubicBezTo>
                    <a:pt x="1826" y="788"/>
                    <a:pt x="1715" y="658"/>
                    <a:pt x="1585" y="568"/>
                  </a:cubicBezTo>
                  <a:cubicBezTo>
                    <a:pt x="1294" y="367"/>
                    <a:pt x="903" y="357"/>
                    <a:pt x="642" y="126"/>
                  </a:cubicBezTo>
                  <a:cubicBezTo>
                    <a:pt x="582" y="86"/>
                    <a:pt x="542" y="26"/>
                    <a:pt x="472" y="6"/>
                  </a:cubicBezTo>
                  <a:cubicBezTo>
                    <a:pt x="458" y="2"/>
                    <a:pt x="444" y="1"/>
                    <a:pt x="4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90" name="Google Shape;14190;p46"/>
            <p:cNvSpPr/>
            <p:nvPr/>
          </p:nvSpPr>
          <p:spPr>
            <a:xfrm>
              <a:off x="4345124" y="4417655"/>
              <a:ext cx="95099" cy="297516"/>
            </a:xfrm>
            <a:custGeom>
              <a:avLst/>
              <a:gdLst/>
              <a:ahLst/>
              <a:cxnLst/>
              <a:rect l="l" t="t" r="r" b="b"/>
              <a:pathLst>
                <a:path w="1004" h="3141" extrusionOk="0">
                  <a:moveTo>
                    <a:pt x="512" y="1"/>
                  </a:moveTo>
                  <a:cubicBezTo>
                    <a:pt x="512" y="1"/>
                    <a:pt x="512" y="2"/>
                    <a:pt x="511" y="2"/>
                  </a:cubicBezTo>
                  <a:lnTo>
                    <a:pt x="511" y="2"/>
                  </a:lnTo>
                  <a:cubicBezTo>
                    <a:pt x="512" y="2"/>
                    <a:pt x="512" y="1"/>
                    <a:pt x="512" y="1"/>
                  </a:cubicBezTo>
                  <a:close/>
                  <a:moveTo>
                    <a:pt x="511" y="2"/>
                  </a:moveTo>
                  <a:cubicBezTo>
                    <a:pt x="261" y="293"/>
                    <a:pt x="171" y="693"/>
                    <a:pt x="101" y="1074"/>
                  </a:cubicBezTo>
                  <a:cubicBezTo>
                    <a:pt x="51" y="1305"/>
                    <a:pt x="1" y="1546"/>
                    <a:pt x="21" y="1786"/>
                  </a:cubicBezTo>
                  <a:cubicBezTo>
                    <a:pt x="21" y="1907"/>
                    <a:pt x="41" y="2027"/>
                    <a:pt x="51" y="2148"/>
                  </a:cubicBezTo>
                  <a:cubicBezTo>
                    <a:pt x="61" y="2288"/>
                    <a:pt x="61" y="2418"/>
                    <a:pt x="71" y="2559"/>
                  </a:cubicBezTo>
                  <a:cubicBezTo>
                    <a:pt x="101" y="2739"/>
                    <a:pt x="161" y="2910"/>
                    <a:pt x="201" y="3080"/>
                  </a:cubicBezTo>
                  <a:cubicBezTo>
                    <a:pt x="211" y="3100"/>
                    <a:pt x="211" y="3120"/>
                    <a:pt x="221" y="3141"/>
                  </a:cubicBezTo>
                  <a:cubicBezTo>
                    <a:pt x="241" y="3120"/>
                    <a:pt x="261" y="3110"/>
                    <a:pt x="292" y="3110"/>
                  </a:cubicBezTo>
                  <a:lnTo>
                    <a:pt x="282" y="3070"/>
                  </a:lnTo>
                  <a:lnTo>
                    <a:pt x="282" y="3060"/>
                  </a:lnTo>
                  <a:lnTo>
                    <a:pt x="272" y="3040"/>
                  </a:lnTo>
                  <a:lnTo>
                    <a:pt x="272" y="3030"/>
                  </a:lnTo>
                  <a:cubicBezTo>
                    <a:pt x="272" y="3010"/>
                    <a:pt x="261" y="2990"/>
                    <a:pt x="261" y="2960"/>
                  </a:cubicBezTo>
                  <a:lnTo>
                    <a:pt x="261" y="2950"/>
                  </a:lnTo>
                  <a:lnTo>
                    <a:pt x="251" y="2930"/>
                  </a:lnTo>
                  <a:lnTo>
                    <a:pt x="251" y="2920"/>
                  </a:lnTo>
                  <a:lnTo>
                    <a:pt x="251" y="2890"/>
                  </a:lnTo>
                  <a:lnTo>
                    <a:pt x="241" y="2850"/>
                  </a:lnTo>
                  <a:lnTo>
                    <a:pt x="241" y="2820"/>
                  </a:lnTo>
                  <a:lnTo>
                    <a:pt x="241" y="2810"/>
                  </a:lnTo>
                  <a:lnTo>
                    <a:pt x="241" y="2779"/>
                  </a:lnTo>
                  <a:lnTo>
                    <a:pt x="231" y="2749"/>
                  </a:lnTo>
                  <a:lnTo>
                    <a:pt x="231" y="2739"/>
                  </a:lnTo>
                  <a:lnTo>
                    <a:pt x="231" y="2719"/>
                  </a:lnTo>
                  <a:lnTo>
                    <a:pt x="231" y="2709"/>
                  </a:lnTo>
                  <a:lnTo>
                    <a:pt x="231" y="2679"/>
                  </a:lnTo>
                  <a:lnTo>
                    <a:pt x="231" y="2649"/>
                  </a:lnTo>
                  <a:lnTo>
                    <a:pt x="231" y="2639"/>
                  </a:lnTo>
                  <a:lnTo>
                    <a:pt x="231" y="2619"/>
                  </a:lnTo>
                  <a:lnTo>
                    <a:pt x="231" y="2609"/>
                  </a:lnTo>
                  <a:lnTo>
                    <a:pt x="231" y="2589"/>
                  </a:lnTo>
                  <a:lnTo>
                    <a:pt x="231" y="2579"/>
                  </a:lnTo>
                  <a:lnTo>
                    <a:pt x="241" y="2549"/>
                  </a:lnTo>
                  <a:cubicBezTo>
                    <a:pt x="292" y="2057"/>
                    <a:pt x="312" y="1465"/>
                    <a:pt x="382" y="1235"/>
                  </a:cubicBezTo>
                  <a:lnTo>
                    <a:pt x="382" y="1225"/>
                  </a:lnTo>
                  <a:lnTo>
                    <a:pt x="382" y="1215"/>
                  </a:lnTo>
                  <a:lnTo>
                    <a:pt x="392" y="1215"/>
                  </a:lnTo>
                  <a:lnTo>
                    <a:pt x="402" y="1185"/>
                  </a:lnTo>
                  <a:lnTo>
                    <a:pt x="402" y="1175"/>
                  </a:lnTo>
                  <a:lnTo>
                    <a:pt x="402" y="1165"/>
                  </a:lnTo>
                  <a:lnTo>
                    <a:pt x="412" y="1165"/>
                  </a:lnTo>
                  <a:lnTo>
                    <a:pt x="412" y="1155"/>
                  </a:lnTo>
                  <a:lnTo>
                    <a:pt x="412" y="1144"/>
                  </a:lnTo>
                  <a:lnTo>
                    <a:pt x="422" y="1144"/>
                  </a:lnTo>
                  <a:lnTo>
                    <a:pt x="422" y="1134"/>
                  </a:lnTo>
                  <a:lnTo>
                    <a:pt x="422" y="1124"/>
                  </a:lnTo>
                  <a:lnTo>
                    <a:pt x="432" y="1114"/>
                  </a:lnTo>
                  <a:lnTo>
                    <a:pt x="442" y="1104"/>
                  </a:lnTo>
                  <a:lnTo>
                    <a:pt x="442" y="1094"/>
                  </a:lnTo>
                  <a:lnTo>
                    <a:pt x="452" y="1084"/>
                  </a:lnTo>
                  <a:lnTo>
                    <a:pt x="452" y="1074"/>
                  </a:lnTo>
                  <a:lnTo>
                    <a:pt x="462" y="1074"/>
                  </a:lnTo>
                  <a:lnTo>
                    <a:pt x="462" y="1064"/>
                  </a:lnTo>
                  <a:lnTo>
                    <a:pt x="472" y="1054"/>
                  </a:lnTo>
                  <a:lnTo>
                    <a:pt x="472" y="1044"/>
                  </a:lnTo>
                  <a:lnTo>
                    <a:pt x="482" y="1034"/>
                  </a:lnTo>
                  <a:lnTo>
                    <a:pt x="492" y="1024"/>
                  </a:lnTo>
                  <a:lnTo>
                    <a:pt x="492" y="1014"/>
                  </a:lnTo>
                  <a:lnTo>
                    <a:pt x="502" y="1004"/>
                  </a:lnTo>
                  <a:lnTo>
                    <a:pt x="512" y="994"/>
                  </a:lnTo>
                  <a:lnTo>
                    <a:pt x="512" y="984"/>
                  </a:lnTo>
                  <a:lnTo>
                    <a:pt x="522" y="974"/>
                  </a:lnTo>
                  <a:lnTo>
                    <a:pt x="522" y="964"/>
                  </a:lnTo>
                  <a:lnTo>
                    <a:pt x="532" y="964"/>
                  </a:lnTo>
                  <a:lnTo>
                    <a:pt x="542" y="954"/>
                  </a:lnTo>
                  <a:lnTo>
                    <a:pt x="542" y="944"/>
                  </a:lnTo>
                  <a:lnTo>
                    <a:pt x="552" y="934"/>
                  </a:lnTo>
                  <a:lnTo>
                    <a:pt x="552" y="924"/>
                  </a:lnTo>
                  <a:lnTo>
                    <a:pt x="562" y="924"/>
                  </a:lnTo>
                  <a:lnTo>
                    <a:pt x="562" y="914"/>
                  </a:lnTo>
                  <a:lnTo>
                    <a:pt x="572" y="904"/>
                  </a:lnTo>
                  <a:lnTo>
                    <a:pt x="582" y="894"/>
                  </a:lnTo>
                  <a:lnTo>
                    <a:pt x="592" y="884"/>
                  </a:lnTo>
                  <a:lnTo>
                    <a:pt x="592" y="874"/>
                  </a:lnTo>
                  <a:lnTo>
                    <a:pt x="603" y="864"/>
                  </a:lnTo>
                  <a:lnTo>
                    <a:pt x="613" y="854"/>
                  </a:lnTo>
                  <a:lnTo>
                    <a:pt x="623" y="844"/>
                  </a:lnTo>
                  <a:lnTo>
                    <a:pt x="633" y="834"/>
                  </a:lnTo>
                  <a:lnTo>
                    <a:pt x="633" y="823"/>
                  </a:lnTo>
                  <a:lnTo>
                    <a:pt x="643" y="813"/>
                  </a:lnTo>
                  <a:lnTo>
                    <a:pt x="653" y="813"/>
                  </a:lnTo>
                  <a:lnTo>
                    <a:pt x="653" y="803"/>
                  </a:lnTo>
                  <a:lnTo>
                    <a:pt x="663" y="793"/>
                  </a:lnTo>
                  <a:lnTo>
                    <a:pt x="673" y="783"/>
                  </a:lnTo>
                  <a:lnTo>
                    <a:pt x="683" y="773"/>
                  </a:lnTo>
                  <a:lnTo>
                    <a:pt x="683" y="763"/>
                  </a:lnTo>
                  <a:lnTo>
                    <a:pt x="693" y="753"/>
                  </a:lnTo>
                  <a:lnTo>
                    <a:pt x="703" y="753"/>
                  </a:lnTo>
                  <a:lnTo>
                    <a:pt x="703" y="743"/>
                  </a:lnTo>
                  <a:lnTo>
                    <a:pt x="713" y="733"/>
                  </a:lnTo>
                  <a:lnTo>
                    <a:pt x="723" y="723"/>
                  </a:lnTo>
                  <a:lnTo>
                    <a:pt x="733" y="713"/>
                  </a:lnTo>
                  <a:lnTo>
                    <a:pt x="733" y="703"/>
                  </a:lnTo>
                  <a:lnTo>
                    <a:pt x="743" y="703"/>
                  </a:lnTo>
                  <a:lnTo>
                    <a:pt x="753" y="693"/>
                  </a:lnTo>
                  <a:lnTo>
                    <a:pt x="763" y="683"/>
                  </a:lnTo>
                  <a:lnTo>
                    <a:pt x="773" y="673"/>
                  </a:lnTo>
                  <a:lnTo>
                    <a:pt x="773" y="663"/>
                  </a:lnTo>
                  <a:lnTo>
                    <a:pt x="783" y="653"/>
                  </a:lnTo>
                  <a:lnTo>
                    <a:pt x="793" y="643"/>
                  </a:lnTo>
                  <a:lnTo>
                    <a:pt x="803" y="643"/>
                  </a:lnTo>
                  <a:lnTo>
                    <a:pt x="813" y="633"/>
                  </a:lnTo>
                  <a:lnTo>
                    <a:pt x="813" y="623"/>
                  </a:lnTo>
                  <a:lnTo>
                    <a:pt x="823" y="613"/>
                  </a:lnTo>
                  <a:lnTo>
                    <a:pt x="833" y="603"/>
                  </a:lnTo>
                  <a:lnTo>
                    <a:pt x="843" y="593"/>
                  </a:lnTo>
                  <a:lnTo>
                    <a:pt x="853" y="583"/>
                  </a:lnTo>
                  <a:lnTo>
                    <a:pt x="863" y="583"/>
                  </a:lnTo>
                  <a:lnTo>
                    <a:pt x="873" y="573"/>
                  </a:lnTo>
                  <a:lnTo>
                    <a:pt x="883" y="563"/>
                  </a:lnTo>
                  <a:lnTo>
                    <a:pt x="893" y="553"/>
                  </a:lnTo>
                  <a:lnTo>
                    <a:pt x="903" y="543"/>
                  </a:lnTo>
                  <a:lnTo>
                    <a:pt x="913" y="533"/>
                  </a:lnTo>
                  <a:lnTo>
                    <a:pt x="934" y="523"/>
                  </a:lnTo>
                  <a:lnTo>
                    <a:pt x="934" y="513"/>
                  </a:lnTo>
                  <a:lnTo>
                    <a:pt x="944" y="503"/>
                  </a:lnTo>
                  <a:lnTo>
                    <a:pt x="954" y="503"/>
                  </a:lnTo>
                  <a:lnTo>
                    <a:pt x="974" y="482"/>
                  </a:lnTo>
                  <a:lnTo>
                    <a:pt x="994" y="482"/>
                  </a:lnTo>
                  <a:lnTo>
                    <a:pt x="1004" y="472"/>
                  </a:lnTo>
                  <a:lnTo>
                    <a:pt x="984" y="442"/>
                  </a:lnTo>
                  <a:cubicBezTo>
                    <a:pt x="954" y="393"/>
                    <a:pt x="479" y="46"/>
                    <a:pt x="511" y="2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91" name="Google Shape;14191;p46"/>
            <p:cNvSpPr/>
            <p:nvPr/>
          </p:nvSpPr>
          <p:spPr>
            <a:xfrm>
              <a:off x="4176047" y="4533594"/>
              <a:ext cx="55222" cy="115085"/>
            </a:xfrm>
            <a:custGeom>
              <a:avLst/>
              <a:gdLst/>
              <a:ahLst/>
              <a:cxnLst/>
              <a:rect l="l" t="t" r="r" b="b"/>
              <a:pathLst>
                <a:path w="583" h="1215" extrusionOk="0">
                  <a:moveTo>
                    <a:pt x="582" y="1"/>
                  </a:moveTo>
                  <a:lnTo>
                    <a:pt x="582" y="1"/>
                  </a:lnTo>
                  <a:cubicBezTo>
                    <a:pt x="391" y="272"/>
                    <a:pt x="171" y="492"/>
                    <a:pt x="101" y="673"/>
                  </a:cubicBezTo>
                  <a:cubicBezTo>
                    <a:pt x="0" y="974"/>
                    <a:pt x="50" y="1184"/>
                    <a:pt x="60" y="1214"/>
                  </a:cubicBezTo>
                  <a:cubicBezTo>
                    <a:pt x="60" y="1184"/>
                    <a:pt x="60" y="934"/>
                    <a:pt x="231" y="673"/>
                  </a:cubicBezTo>
                  <a:lnTo>
                    <a:pt x="231" y="673"/>
                  </a:lnTo>
                  <a:cubicBezTo>
                    <a:pt x="231" y="673"/>
                    <a:pt x="151" y="934"/>
                    <a:pt x="201" y="1064"/>
                  </a:cubicBezTo>
                  <a:cubicBezTo>
                    <a:pt x="201" y="1064"/>
                    <a:pt x="231" y="783"/>
                    <a:pt x="391" y="552"/>
                  </a:cubicBezTo>
                  <a:cubicBezTo>
                    <a:pt x="482" y="422"/>
                    <a:pt x="502" y="342"/>
                    <a:pt x="562" y="211"/>
                  </a:cubicBezTo>
                  <a:cubicBezTo>
                    <a:pt x="562" y="151"/>
                    <a:pt x="572" y="71"/>
                    <a:pt x="5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aven Pro"/>
              <a:buNone/>
              <a:defRPr sz="35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endParaRPr/>
          </a:p>
        </p:txBody>
      </p:sp>
      <p:sp>
        <p:nvSpPr>
          <p:cNvPr id="52" name="Google Shape;52;p13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hivo"/>
              <a:buChar char="●"/>
              <a:defRPr sz="18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Char char="○"/>
              <a:defRPr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Char char="■"/>
              <a:defRPr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Char char="●"/>
              <a:defRPr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Char char="○"/>
              <a:defRPr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Char char="■"/>
              <a:defRPr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Char char="●"/>
              <a:defRPr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Char char="○"/>
              <a:defRPr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Char char="■"/>
              <a:defRPr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59" r:id="rId1"/>
    <p:sldLayoutId id="2147483660" r:id="rId2"/>
    <p:sldLayoutId id="2147483662" r:id="rId3"/>
    <p:sldLayoutId id="2147483664" r:id="rId4"/>
    <p:sldLayoutId id="2147483665" r:id="rId5"/>
    <p:sldLayoutId id="2147483669" r:id="rId6"/>
    <p:sldLayoutId id="2147483670" r:id="rId7"/>
    <p:sldLayoutId id="2147483672" r:id="rId8"/>
    <p:sldLayoutId id="2147483679" r:id="rId9"/>
    <p:sldLayoutId id="2147483689" r:id="rId10"/>
    <p:sldLayoutId id="2147483690" r:id="rId11"/>
    <p:sldLayoutId id="2147483691" r:id="rId1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9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cisa.gov/" TargetMode="Externa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0.xml"/><Relationship Id="rId4" Type="http://schemas.openxmlformats.org/officeDocument/2006/relationships/hyperlink" Target="https://www.cisa.gov/sites/default/files/publications/nipp-ssp-food-ag-2015-508.pdf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4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02" name="Google Shape;14202;p50"/>
          <p:cNvSpPr txBox="1">
            <a:spLocks noGrp="1"/>
          </p:cNvSpPr>
          <p:nvPr>
            <p:ph type="ctrTitle"/>
          </p:nvPr>
        </p:nvSpPr>
        <p:spPr>
          <a:xfrm>
            <a:off x="929268" y="1769326"/>
            <a:ext cx="6779942" cy="1211767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Prime Pack</a:t>
            </a:r>
            <a:br>
              <a:rPr lang="en-US" dirty="0"/>
            </a:br>
            <a:r>
              <a:rPr lang="en-US" dirty="0"/>
              <a:t>Beef: </a:t>
            </a:r>
            <a:br>
              <a:rPr lang="en-US" dirty="0"/>
            </a:br>
            <a:r>
              <a:rPr lang="en-US" sz="5400" dirty="0"/>
              <a:t>Risk Assessment</a:t>
            </a:r>
            <a:endParaRPr sz="7200" dirty="0"/>
          </a:p>
        </p:txBody>
      </p:sp>
      <p:sp>
        <p:nvSpPr>
          <p:cNvPr id="14204" name="Google Shape;14204;p50"/>
          <p:cNvSpPr/>
          <p:nvPr/>
        </p:nvSpPr>
        <p:spPr>
          <a:xfrm flipH="1">
            <a:off x="7799293" y="777313"/>
            <a:ext cx="983636" cy="249573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205" name="Google Shape;14205;p50"/>
          <p:cNvSpPr/>
          <p:nvPr/>
        </p:nvSpPr>
        <p:spPr>
          <a:xfrm>
            <a:off x="488504" y="1204402"/>
            <a:ext cx="677208" cy="294997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206" name="Google Shape;14206;p50"/>
          <p:cNvSpPr/>
          <p:nvPr/>
        </p:nvSpPr>
        <p:spPr>
          <a:xfrm>
            <a:off x="5097191" y="203442"/>
            <a:ext cx="535608" cy="233315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207" name="Google Shape;14207;p50"/>
          <p:cNvSpPr/>
          <p:nvPr/>
        </p:nvSpPr>
        <p:spPr>
          <a:xfrm>
            <a:off x="3658379" y="3523439"/>
            <a:ext cx="535608" cy="233315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4208" name="Google Shape;14208;p50"/>
          <p:cNvGrpSpPr/>
          <p:nvPr/>
        </p:nvGrpSpPr>
        <p:grpSpPr>
          <a:xfrm>
            <a:off x="-111323" y="3229629"/>
            <a:ext cx="9456566" cy="2376254"/>
            <a:chOff x="-111323" y="3229629"/>
            <a:chExt cx="9456566" cy="2376254"/>
          </a:xfrm>
        </p:grpSpPr>
        <p:grpSp>
          <p:nvGrpSpPr>
            <p:cNvPr id="14209" name="Google Shape;14209;p50"/>
            <p:cNvGrpSpPr/>
            <p:nvPr/>
          </p:nvGrpSpPr>
          <p:grpSpPr>
            <a:xfrm>
              <a:off x="4189695" y="3335694"/>
              <a:ext cx="5155547" cy="2106696"/>
              <a:chOff x="4189695" y="287694"/>
              <a:chExt cx="5155547" cy="2106696"/>
            </a:xfrm>
          </p:grpSpPr>
          <p:sp>
            <p:nvSpPr>
              <p:cNvPr id="14210" name="Google Shape;14210;p50"/>
              <p:cNvSpPr/>
              <p:nvPr/>
            </p:nvSpPr>
            <p:spPr>
              <a:xfrm>
                <a:off x="4189695" y="287694"/>
                <a:ext cx="5155547" cy="2098315"/>
              </a:xfrm>
              <a:custGeom>
                <a:avLst/>
                <a:gdLst/>
                <a:ahLst/>
                <a:cxnLst/>
                <a:rect l="l" t="t" r="r" b="b"/>
                <a:pathLst>
                  <a:path w="62130" h="25287" extrusionOk="0">
                    <a:moveTo>
                      <a:pt x="59522" y="0"/>
                    </a:moveTo>
                    <a:cubicBezTo>
                      <a:pt x="58960" y="381"/>
                      <a:pt x="58509" y="652"/>
                      <a:pt x="58178" y="903"/>
                    </a:cubicBezTo>
                    <a:cubicBezTo>
                      <a:pt x="57847" y="1164"/>
                      <a:pt x="56734" y="2046"/>
                      <a:pt x="56734" y="2046"/>
                    </a:cubicBezTo>
                    <a:cubicBezTo>
                      <a:pt x="56734" y="2046"/>
                      <a:pt x="56784" y="2508"/>
                      <a:pt x="56453" y="2758"/>
                    </a:cubicBezTo>
                    <a:cubicBezTo>
                      <a:pt x="56122" y="3019"/>
                      <a:pt x="55771" y="3160"/>
                      <a:pt x="55660" y="3280"/>
                    </a:cubicBezTo>
                    <a:cubicBezTo>
                      <a:pt x="55560" y="3400"/>
                      <a:pt x="54597" y="3481"/>
                      <a:pt x="54266" y="3731"/>
                    </a:cubicBezTo>
                    <a:cubicBezTo>
                      <a:pt x="54155" y="3818"/>
                      <a:pt x="53991" y="3843"/>
                      <a:pt x="53807" y="3843"/>
                    </a:cubicBezTo>
                    <a:cubicBezTo>
                      <a:pt x="53691" y="3843"/>
                      <a:pt x="53567" y="3833"/>
                      <a:pt x="53444" y="3822"/>
                    </a:cubicBezTo>
                    <a:cubicBezTo>
                      <a:pt x="53330" y="3813"/>
                      <a:pt x="53217" y="3806"/>
                      <a:pt x="53108" y="3806"/>
                    </a:cubicBezTo>
                    <a:cubicBezTo>
                      <a:pt x="52966" y="3806"/>
                      <a:pt x="52830" y="3818"/>
                      <a:pt x="52711" y="3852"/>
                    </a:cubicBezTo>
                    <a:cubicBezTo>
                      <a:pt x="52250" y="4002"/>
                      <a:pt x="51738" y="3812"/>
                      <a:pt x="51407" y="4072"/>
                    </a:cubicBezTo>
                    <a:cubicBezTo>
                      <a:pt x="51076" y="4323"/>
                      <a:pt x="50033" y="4755"/>
                      <a:pt x="50033" y="4755"/>
                    </a:cubicBezTo>
                    <a:cubicBezTo>
                      <a:pt x="50033" y="4755"/>
                      <a:pt x="50005" y="4752"/>
                      <a:pt x="49956" y="4752"/>
                    </a:cubicBezTo>
                    <a:cubicBezTo>
                      <a:pt x="49757" y="4752"/>
                      <a:pt x="49218" y="4791"/>
                      <a:pt x="48880" y="5186"/>
                    </a:cubicBezTo>
                    <a:cubicBezTo>
                      <a:pt x="48537" y="5576"/>
                      <a:pt x="48473" y="5726"/>
                      <a:pt x="48335" y="5726"/>
                    </a:cubicBezTo>
                    <a:cubicBezTo>
                      <a:pt x="48300" y="5726"/>
                      <a:pt x="48259" y="5716"/>
                      <a:pt x="48208" y="5697"/>
                    </a:cubicBezTo>
                    <a:cubicBezTo>
                      <a:pt x="47957" y="5597"/>
                      <a:pt x="47134" y="4744"/>
                      <a:pt x="46884" y="4654"/>
                    </a:cubicBezTo>
                    <a:cubicBezTo>
                      <a:pt x="46677" y="4571"/>
                      <a:pt x="46224" y="4516"/>
                      <a:pt x="45875" y="4516"/>
                    </a:cubicBezTo>
                    <a:cubicBezTo>
                      <a:pt x="45801" y="4516"/>
                      <a:pt x="45731" y="4519"/>
                      <a:pt x="45670" y="4524"/>
                    </a:cubicBezTo>
                    <a:cubicBezTo>
                      <a:pt x="45381" y="4540"/>
                      <a:pt x="45130" y="4929"/>
                      <a:pt x="44779" y="4929"/>
                    </a:cubicBezTo>
                    <a:cubicBezTo>
                      <a:pt x="44692" y="4929"/>
                      <a:pt x="44598" y="4905"/>
                      <a:pt x="44496" y="4845"/>
                    </a:cubicBezTo>
                    <a:cubicBezTo>
                      <a:pt x="43975" y="4534"/>
                      <a:pt x="43804" y="4093"/>
                      <a:pt x="43082" y="4032"/>
                    </a:cubicBezTo>
                    <a:cubicBezTo>
                      <a:pt x="42350" y="3972"/>
                      <a:pt x="42590" y="3962"/>
                      <a:pt x="41969" y="3782"/>
                    </a:cubicBezTo>
                    <a:cubicBezTo>
                      <a:pt x="41337" y="3601"/>
                      <a:pt x="41186" y="3270"/>
                      <a:pt x="40665" y="2959"/>
                    </a:cubicBezTo>
                    <a:cubicBezTo>
                      <a:pt x="40153" y="2658"/>
                      <a:pt x="39621" y="2237"/>
                      <a:pt x="39351" y="1916"/>
                    </a:cubicBezTo>
                    <a:cubicBezTo>
                      <a:pt x="39070" y="1595"/>
                      <a:pt x="38819" y="1505"/>
                      <a:pt x="38418" y="1194"/>
                    </a:cubicBezTo>
                    <a:cubicBezTo>
                      <a:pt x="38027" y="873"/>
                      <a:pt x="37786" y="893"/>
                      <a:pt x="37405" y="692"/>
                    </a:cubicBezTo>
                    <a:cubicBezTo>
                      <a:pt x="37090" y="539"/>
                      <a:pt x="36710" y="457"/>
                      <a:pt x="36265" y="457"/>
                    </a:cubicBezTo>
                    <a:cubicBezTo>
                      <a:pt x="36157" y="457"/>
                      <a:pt x="36046" y="462"/>
                      <a:pt x="35930" y="471"/>
                    </a:cubicBezTo>
                    <a:cubicBezTo>
                      <a:pt x="35869" y="476"/>
                      <a:pt x="35805" y="478"/>
                      <a:pt x="35741" y="478"/>
                    </a:cubicBezTo>
                    <a:cubicBezTo>
                      <a:pt x="35181" y="478"/>
                      <a:pt x="34560" y="332"/>
                      <a:pt x="34335" y="251"/>
                    </a:cubicBezTo>
                    <a:cubicBezTo>
                      <a:pt x="34313" y="243"/>
                      <a:pt x="34287" y="239"/>
                      <a:pt x="34258" y="239"/>
                    </a:cubicBezTo>
                    <a:cubicBezTo>
                      <a:pt x="34143" y="239"/>
                      <a:pt x="33978" y="295"/>
                      <a:pt x="33794" y="351"/>
                    </a:cubicBezTo>
                    <a:cubicBezTo>
                      <a:pt x="33609" y="405"/>
                      <a:pt x="33411" y="462"/>
                      <a:pt x="33232" y="462"/>
                    </a:cubicBezTo>
                    <a:cubicBezTo>
                      <a:pt x="33109" y="462"/>
                      <a:pt x="32995" y="435"/>
                      <a:pt x="32901" y="361"/>
                    </a:cubicBezTo>
                    <a:cubicBezTo>
                      <a:pt x="32794" y="278"/>
                      <a:pt x="32719" y="242"/>
                      <a:pt x="32659" y="242"/>
                    </a:cubicBezTo>
                    <a:cubicBezTo>
                      <a:pt x="32496" y="242"/>
                      <a:pt x="32457" y="519"/>
                      <a:pt x="32229" y="873"/>
                    </a:cubicBezTo>
                    <a:cubicBezTo>
                      <a:pt x="31928" y="1354"/>
                      <a:pt x="31266" y="1976"/>
                      <a:pt x="30935" y="2237"/>
                    </a:cubicBezTo>
                    <a:cubicBezTo>
                      <a:pt x="30604" y="2488"/>
                      <a:pt x="30624" y="2718"/>
                      <a:pt x="30303" y="3089"/>
                    </a:cubicBezTo>
                    <a:cubicBezTo>
                      <a:pt x="29982" y="3451"/>
                      <a:pt x="29992" y="3571"/>
                      <a:pt x="29661" y="3822"/>
                    </a:cubicBezTo>
                    <a:cubicBezTo>
                      <a:pt x="29608" y="3863"/>
                      <a:pt x="29536" y="3880"/>
                      <a:pt x="29449" y="3880"/>
                    </a:cubicBezTo>
                    <a:cubicBezTo>
                      <a:pt x="29241" y="3880"/>
                      <a:pt x="28955" y="3781"/>
                      <a:pt x="28678" y="3681"/>
                    </a:cubicBezTo>
                    <a:cubicBezTo>
                      <a:pt x="28399" y="3586"/>
                      <a:pt x="28120" y="3490"/>
                      <a:pt x="27937" y="3490"/>
                    </a:cubicBezTo>
                    <a:cubicBezTo>
                      <a:pt x="27889" y="3490"/>
                      <a:pt x="27848" y="3496"/>
                      <a:pt x="27815" y="3511"/>
                    </a:cubicBezTo>
                    <a:cubicBezTo>
                      <a:pt x="27766" y="3531"/>
                      <a:pt x="27719" y="3540"/>
                      <a:pt x="27671" y="3540"/>
                    </a:cubicBezTo>
                    <a:cubicBezTo>
                      <a:pt x="27535" y="3540"/>
                      <a:pt x="27400" y="3467"/>
                      <a:pt x="27244" y="3400"/>
                    </a:cubicBezTo>
                    <a:cubicBezTo>
                      <a:pt x="27082" y="3329"/>
                      <a:pt x="26897" y="3257"/>
                      <a:pt x="26666" y="3257"/>
                    </a:cubicBezTo>
                    <a:cubicBezTo>
                      <a:pt x="26638" y="3257"/>
                      <a:pt x="26610" y="3258"/>
                      <a:pt x="26582" y="3260"/>
                    </a:cubicBezTo>
                    <a:cubicBezTo>
                      <a:pt x="26491" y="3269"/>
                      <a:pt x="26390" y="3272"/>
                      <a:pt x="26284" y="3272"/>
                    </a:cubicBezTo>
                    <a:cubicBezTo>
                      <a:pt x="26027" y="3272"/>
                      <a:pt x="25738" y="3251"/>
                      <a:pt x="25468" y="3230"/>
                    </a:cubicBezTo>
                    <a:cubicBezTo>
                      <a:pt x="25173" y="3204"/>
                      <a:pt x="24900" y="3178"/>
                      <a:pt x="24722" y="3178"/>
                    </a:cubicBezTo>
                    <a:cubicBezTo>
                      <a:pt x="24694" y="3178"/>
                      <a:pt x="24669" y="3178"/>
                      <a:pt x="24646" y="3180"/>
                    </a:cubicBezTo>
                    <a:cubicBezTo>
                      <a:pt x="24285" y="3210"/>
                      <a:pt x="23803" y="3250"/>
                      <a:pt x="23472" y="3501"/>
                    </a:cubicBezTo>
                    <a:cubicBezTo>
                      <a:pt x="23141" y="3762"/>
                      <a:pt x="22188" y="4985"/>
                      <a:pt x="21737" y="5246"/>
                    </a:cubicBezTo>
                    <a:cubicBezTo>
                      <a:pt x="21286" y="5507"/>
                      <a:pt x="21055" y="5647"/>
                      <a:pt x="20614" y="6018"/>
                    </a:cubicBezTo>
                    <a:cubicBezTo>
                      <a:pt x="20172" y="6400"/>
                      <a:pt x="19952" y="6530"/>
                      <a:pt x="19490" y="6801"/>
                    </a:cubicBezTo>
                    <a:cubicBezTo>
                      <a:pt x="19039" y="7062"/>
                      <a:pt x="18698" y="7202"/>
                      <a:pt x="18357" y="7463"/>
                    </a:cubicBezTo>
                    <a:cubicBezTo>
                      <a:pt x="18026" y="7714"/>
                      <a:pt x="16942" y="7683"/>
                      <a:pt x="16601" y="7944"/>
                    </a:cubicBezTo>
                    <a:cubicBezTo>
                      <a:pt x="16336" y="8145"/>
                      <a:pt x="15987" y="8282"/>
                      <a:pt x="15725" y="8282"/>
                    </a:cubicBezTo>
                    <a:cubicBezTo>
                      <a:pt x="15660" y="8282"/>
                      <a:pt x="15600" y="8273"/>
                      <a:pt x="15548" y="8255"/>
                    </a:cubicBezTo>
                    <a:cubicBezTo>
                      <a:pt x="15297" y="8155"/>
                      <a:pt x="14525" y="7643"/>
                      <a:pt x="14385" y="7543"/>
                    </a:cubicBezTo>
                    <a:cubicBezTo>
                      <a:pt x="14254" y="7433"/>
                      <a:pt x="13773" y="7473"/>
                      <a:pt x="13512" y="7262"/>
                    </a:cubicBezTo>
                    <a:cubicBezTo>
                      <a:pt x="13251" y="7052"/>
                      <a:pt x="12880" y="6971"/>
                      <a:pt x="12389" y="6891"/>
                    </a:cubicBezTo>
                    <a:cubicBezTo>
                      <a:pt x="11897" y="6821"/>
                      <a:pt x="11044" y="6771"/>
                      <a:pt x="10673" y="6680"/>
                    </a:cubicBezTo>
                    <a:cubicBezTo>
                      <a:pt x="10659" y="6677"/>
                      <a:pt x="10643" y="6676"/>
                      <a:pt x="10627" y="6676"/>
                    </a:cubicBezTo>
                    <a:cubicBezTo>
                      <a:pt x="10236" y="6676"/>
                      <a:pt x="9435" y="7584"/>
                      <a:pt x="9088" y="7613"/>
                    </a:cubicBezTo>
                    <a:cubicBezTo>
                      <a:pt x="8727" y="7643"/>
                      <a:pt x="8075" y="8265"/>
                      <a:pt x="7845" y="8396"/>
                    </a:cubicBezTo>
                    <a:cubicBezTo>
                      <a:pt x="7624" y="8526"/>
                      <a:pt x="7263" y="8556"/>
                      <a:pt x="7062" y="8917"/>
                    </a:cubicBezTo>
                    <a:cubicBezTo>
                      <a:pt x="6936" y="9144"/>
                      <a:pt x="6869" y="9217"/>
                      <a:pt x="6745" y="9217"/>
                    </a:cubicBezTo>
                    <a:cubicBezTo>
                      <a:pt x="6672" y="9217"/>
                      <a:pt x="6578" y="9191"/>
                      <a:pt x="6440" y="9158"/>
                    </a:cubicBezTo>
                    <a:cubicBezTo>
                      <a:pt x="6180" y="9094"/>
                      <a:pt x="5854" y="8927"/>
                      <a:pt x="5528" y="8927"/>
                    </a:cubicBezTo>
                    <a:cubicBezTo>
                      <a:pt x="5389" y="8927"/>
                      <a:pt x="5251" y="8957"/>
                      <a:pt x="5116" y="9038"/>
                    </a:cubicBezTo>
                    <a:cubicBezTo>
                      <a:pt x="4665" y="9298"/>
                      <a:pt x="3602" y="10331"/>
                      <a:pt x="3271" y="10703"/>
                    </a:cubicBezTo>
                    <a:cubicBezTo>
                      <a:pt x="2950" y="11074"/>
                      <a:pt x="2027" y="11375"/>
                      <a:pt x="1846" y="11956"/>
                    </a:cubicBezTo>
                    <a:cubicBezTo>
                      <a:pt x="1666" y="12548"/>
                      <a:pt x="1576" y="12779"/>
                      <a:pt x="1124" y="13050"/>
                    </a:cubicBezTo>
                    <a:cubicBezTo>
                      <a:pt x="673" y="13311"/>
                      <a:pt x="1" y="13822"/>
                      <a:pt x="1" y="13822"/>
                    </a:cubicBezTo>
                    <a:cubicBezTo>
                      <a:pt x="1" y="13822"/>
                      <a:pt x="14074" y="17764"/>
                      <a:pt x="22780" y="20181"/>
                    </a:cubicBezTo>
                    <a:cubicBezTo>
                      <a:pt x="31497" y="22589"/>
                      <a:pt x="39521" y="25287"/>
                      <a:pt x="39521" y="25287"/>
                    </a:cubicBezTo>
                    <a:lnTo>
                      <a:pt x="62130" y="23522"/>
                    </a:lnTo>
                    <a:lnTo>
                      <a:pt x="5952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11" name="Google Shape;14211;p50"/>
              <p:cNvSpPr/>
              <p:nvPr/>
            </p:nvSpPr>
            <p:spPr>
              <a:xfrm>
                <a:off x="7177805" y="799514"/>
                <a:ext cx="183220" cy="89203"/>
              </a:xfrm>
              <a:custGeom>
                <a:avLst/>
                <a:gdLst/>
                <a:ahLst/>
                <a:cxnLst/>
                <a:rect l="l" t="t" r="r" b="b"/>
                <a:pathLst>
                  <a:path w="2208" h="1075" extrusionOk="0">
                    <a:moveTo>
                      <a:pt x="0" y="1"/>
                    </a:moveTo>
                    <a:cubicBezTo>
                      <a:pt x="1" y="1"/>
                      <a:pt x="1" y="2"/>
                      <a:pt x="2" y="2"/>
                    </a:cubicBezTo>
                    <a:lnTo>
                      <a:pt x="2" y="2"/>
                    </a:lnTo>
                    <a:cubicBezTo>
                      <a:pt x="1" y="2"/>
                      <a:pt x="1" y="1"/>
                      <a:pt x="0" y="1"/>
                    </a:cubicBezTo>
                    <a:close/>
                    <a:moveTo>
                      <a:pt x="2" y="2"/>
                    </a:moveTo>
                    <a:cubicBezTo>
                      <a:pt x="152" y="182"/>
                      <a:pt x="332" y="322"/>
                      <a:pt x="542" y="432"/>
                    </a:cubicBezTo>
                    <a:cubicBezTo>
                      <a:pt x="662" y="492"/>
                      <a:pt x="793" y="542"/>
                      <a:pt x="923" y="593"/>
                    </a:cubicBezTo>
                    <a:cubicBezTo>
                      <a:pt x="1034" y="633"/>
                      <a:pt x="1154" y="683"/>
                      <a:pt x="1264" y="723"/>
                    </a:cubicBezTo>
                    <a:cubicBezTo>
                      <a:pt x="1575" y="833"/>
                      <a:pt x="1886" y="954"/>
                      <a:pt x="2207" y="1074"/>
                    </a:cubicBezTo>
                    <a:cubicBezTo>
                      <a:pt x="1876" y="753"/>
                      <a:pt x="1545" y="452"/>
                      <a:pt x="1124" y="282"/>
                    </a:cubicBezTo>
                    <a:cubicBezTo>
                      <a:pt x="983" y="221"/>
                      <a:pt x="843" y="191"/>
                      <a:pt x="693" y="161"/>
                    </a:cubicBezTo>
                    <a:cubicBezTo>
                      <a:pt x="553" y="131"/>
                      <a:pt x="94" y="111"/>
                      <a:pt x="2" y="2"/>
                    </a:cubicBezTo>
                    <a:close/>
                  </a:path>
                </a:pathLst>
              </a:custGeom>
              <a:solidFill>
                <a:srgbClr val="92DB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12" name="Google Shape;14212;p50"/>
              <p:cNvSpPr/>
              <p:nvPr/>
            </p:nvSpPr>
            <p:spPr>
              <a:xfrm>
                <a:off x="8897399" y="457471"/>
                <a:ext cx="913" cy="13360"/>
              </a:xfrm>
              <a:custGeom>
                <a:avLst/>
                <a:gdLst/>
                <a:ahLst/>
                <a:cxnLst/>
                <a:rect l="l" t="t" r="r" b="b"/>
                <a:pathLst>
                  <a:path w="11" h="161" extrusionOk="0">
                    <a:moveTo>
                      <a:pt x="1" y="161"/>
                    </a:moveTo>
                    <a:cubicBezTo>
                      <a:pt x="11" y="71"/>
                      <a:pt x="1" y="10"/>
                      <a:pt x="1" y="0"/>
                    </a:cubicBezTo>
                    <a:cubicBezTo>
                      <a:pt x="1" y="10"/>
                      <a:pt x="1" y="30"/>
                      <a:pt x="1" y="71"/>
                    </a:cubicBezTo>
                    <a:cubicBezTo>
                      <a:pt x="1" y="91"/>
                      <a:pt x="1" y="131"/>
                      <a:pt x="1" y="161"/>
                    </a:cubicBezTo>
                    <a:lnTo>
                      <a:pt x="1" y="161"/>
                    </a:lnTo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D6E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13" name="Google Shape;14213;p50"/>
              <p:cNvSpPr/>
              <p:nvPr/>
            </p:nvSpPr>
            <p:spPr>
              <a:xfrm>
                <a:off x="9128831" y="287694"/>
                <a:ext cx="913" cy="4232"/>
              </a:xfrm>
              <a:custGeom>
                <a:avLst/>
                <a:gdLst/>
                <a:ahLst/>
                <a:cxnLst/>
                <a:rect l="l" t="t" r="r" b="b"/>
                <a:pathLst>
                  <a:path w="11" h="51" extrusionOk="0">
                    <a:moveTo>
                      <a:pt x="0" y="0"/>
                    </a:moveTo>
                    <a:cubicBezTo>
                      <a:pt x="0" y="3"/>
                      <a:pt x="1" y="8"/>
                      <a:pt x="3" y="13"/>
                    </a:cubicBezTo>
                    <a:lnTo>
                      <a:pt x="3" y="13"/>
                    </a:lnTo>
                    <a:lnTo>
                      <a:pt x="0" y="0"/>
                    </a:lnTo>
                    <a:close/>
                    <a:moveTo>
                      <a:pt x="3" y="13"/>
                    </a:moveTo>
                    <a:lnTo>
                      <a:pt x="10" y="50"/>
                    </a:lnTo>
                    <a:cubicBezTo>
                      <a:pt x="10" y="37"/>
                      <a:pt x="6" y="23"/>
                      <a:pt x="3" y="13"/>
                    </a:cubicBezTo>
                    <a:close/>
                  </a:path>
                </a:pathLst>
              </a:custGeom>
              <a:solidFill>
                <a:srgbClr val="B1DCE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14" name="Google Shape;14214;p50"/>
              <p:cNvSpPr/>
              <p:nvPr/>
            </p:nvSpPr>
            <p:spPr>
              <a:xfrm>
                <a:off x="6913928" y="313500"/>
                <a:ext cx="644340" cy="216412"/>
              </a:xfrm>
              <a:custGeom>
                <a:avLst/>
                <a:gdLst/>
                <a:ahLst/>
                <a:cxnLst/>
                <a:rect l="l" t="t" r="r" b="b"/>
                <a:pathLst>
                  <a:path w="7765" h="2608" extrusionOk="0">
                    <a:moveTo>
                      <a:pt x="7764" y="2608"/>
                    </a:moveTo>
                    <a:cubicBezTo>
                      <a:pt x="7333" y="2347"/>
                      <a:pt x="6912" y="2016"/>
                      <a:pt x="6631" y="1735"/>
                    </a:cubicBezTo>
                    <a:cubicBezTo>
                      <a:pt x="6912" y="2016"/>
                      <a:pt x="7333" y="2347"/>
                      <a:pt x="7764" y="2608"/>
                    </a:cubicBezTo>
                    <a:cubicBezTo>
                      <a:pt x="7764" y="2608"/>
                      <a:pt x="7764" y="2608"/>
                      <a:pt x="7764" y="2608"/>
                    </a:cubicBezTo>
                    <a:moveTo>
                      <a:pt x="6631" y="1725"/>
                    </a:moveTo>
                    <a:cubicBezTo>
                      <a:pt x="6631" y="1725"/>
                      <a:pt x="6631" y="1725"/>
                      <a:pt x="6631" y="1725"/>
                    </a:cubicBezTo>
                    <a:cubicBezTo>
                      <a:pt x="6631" y="1725"/>
                      <a:pt x="6631" y="1725"/>
                      <a:pt x="6631" y="1725"/>
                    </a:cubicBezTo>
                    <a:close/>
                    <a:moveTo>
                      <a:pt x="71" y="50"/>
                    </a:moveTo>
                    <a:cubicBezTo>
                      <a:pt x="41" y="30"/>
                      <a:pt x="21" y="10"/>
                      <a:pt x="1" y="0"/>
                    </a:cubicBezTo>
                    <a:cubicBezTo>
                      <a:pt x="21" y="10"/>
                      <a:pt x="41" y="30"/>
                      <a:pt x="71" y="50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15" name="Google Shape;14215;p50"/>
              <p:cNvSpPr/>
              <p:nvPr/>
            </p:nvSpPr>
            <p:spPr>
              <a:xfrm>
                <a:off x="6884802" y="307609"/>
                <a:ext cx="908963" cy="386272"/>
              </a:xfrm>
              <a:custGeom>
                <a:avLst/>
                <a:gdLst/>
                <a:ahLst/>
                <a:cxnLst/>
                <a:rect l="l" t="t" r="r" b="b"/>
                <a:pathLst>
                  <a:path w="10954" h="4655" extrusionOk="0">
                    <a:moveTo>
                      <a:pt x="181" y="1"/>
                    </a:moveTo>
                    <a:cubicBezTo>
                      <a:pt x="111" y="1"/>
                      <a:pt x="61" y="61"/>
                      <a:pt x="1" y="161"/>
                    </a:cubicBezTo>
                    <a:cubicBezTo>
                      <a:pt x="41" y="111"/>
                      <a:pt x="81" y="91"/>
                      <a:pt x="121" y="91"/>
                    </a:cubicBezTo>
                    <a:cubicBezTo>
                      <a:pt x="181" y="91"/>
                      <a:pt x="261" y="131"/>
                      <a:pt x="362" y="211"/>
                    </a:cubicBezTo>
                    <a:cubicBezTo>
                      <a:pt x="452" y="282"/>
                      <a:pt x="572" y="312"/>
                      <a:pt x="693" y="312"/>
                    </a:cubicBezTo>
                    <a:cubicBezTo>
                      <a:pt x="723" y="312"/>
                      <a:pt x="753" y="312"/>
                      <a:pt x="783" y="302"/>
                    </a:cubicBezTo>
                    <a:cubicBezTo>
                      <a:pt x="903" y="402"/>
                      <a:pt x="1505" y="522"/>
                      <a:pt x="1636" y="522"/>
                    </a:cubicBezTo>
                    <a:lnTo>
                      <a:pt x="1656" y="522"/>
                    </a:lnTo>
                    <a:cubicBezTo>
                      <a:pt x="1666" y="512"/>
                      <a:pt x="1676" y="512"/>
                      <a:pt x="1686" y="512"/>
                    </a:cubicBezTo>
                    <a:cubicBezTo>
                      <a:pt x="1846" y="512"/>
                      <a:pt x="2288" y="813"/>
                      <a:pt x="2809" y="1214"/>
                    </a:cubicBezTo>
                    <a:cubicBezTo>
                      <a:pt x="2960" y="1255"/>
                      <a:pt x="3170" y="1335"/>
                      <a:pt x="3491" y="1495"/>
                    </a:cubicBezTo>
                    <a:cubicBezTo>
                      <a:pt x="4053" y="1786"/>
                      <a:pt x="4906" y="2328"/>
                      <a:pt x="5497" y="2559"/>
                    </a:cubicBezTo>
                    <a:cubicBezTo>
                      <a:pt x="5507" y="2569"/>
                      <a:pt x="5517" y="2569"/>
                      <a:pt x="5517" y="2569"/>
                    </a:cubicBezTo>
                    <a:cubicBezTo>
                      <a:pt x="5568" y="2569"/>
                      <a:pt x="5317" y="2368"/>
                      <a:pt x="5066" y="2167"/>
                    </a:cubicBezTo>
                    <a:cubicBezTo>
                      <a:pt x="4805" y="1957"/>
                      <a:pt x="4555" y="1756"/>
                      <a:pt x="4595" y="1756"/>
                    </a:cubicBezTo>
                    <a:lnTo>
                      <a:pt x="4595" y="1756"/>
                    </a:lnTo>
                    <a:cubicBezTo>
                      <a:pt x="4595" y="1756"/>
                      <a:pt x="4605" y="1766"/>
                      <a:pt x="4615" y="1766"/>
                    </a:cubicBezTo>
                    <a:cubicBezTo>
                      <a:pt x="4976" y="1937"/>
                      <a:pt x="6621" y="2890"/>
                      <a:pt x="6922" y="3140"/>
                    </a:cubicBezTo>
                    <a:cubicBezTo>
                      <a:pt x="7142" y="3321"/>
                      <a:pt x="7343" y="3542"/>
                      <a:pt x="7594" y="3682"/>
                    </a:cubicBezTo>
                    <a:cubicBezTo>
                      <a:pt x="7804" y="3792"/>
                      <a:pt x="8025" y="3853"/>
                      <a:pt x="8256" y="3903"/>
                    </a:cubicBezTo>
                    <a:cubicBezTo>
                      <a:pt x="9199" y="4133"/>
                      <a:pt x="10001" y="4424"/>
                      <a:pt x="10954" y="4655"/>
                    </a:cubicBezTo>
                    <a:cubicBezTo>
                      <a:pt x="10773" y="4444"/>
                      <a:pt x="10332" y="4284"/>
                      <a:pt x="10111" y="4123"/>
                    </a:cubicBezTo>
                    <a:cubicBezTo>
                      <a:pt x="9981" y="4013"/>
                      <a:pt x="8928" y="3752"/>
                      <a:pt x="8787" y="3652"/>
                    </a:cubicBezTo>
                    <a:cubicBezTo>
                      <a:pt x="8216" y="3281"/>
                      <a:pt x="8416" y="3060"/>
                      <a:pt x="8115" y="2679"/>
                    </a:cubicBezTo>
                    <a:cubicBezTo>
                      <a:pt x="7684" y="2418"/>
                      <a:pt x="7263" y="2087"/>
                      <a:pt x="6982" y="1806"/>
                    </a:cubicBezTo>
                    <a:lnTo>
                      <a:pt x="6982" y="1796"/>
                    </a:lnTo>
                    <a:cubicBezTo>
                      <a:pt x="6942" y="1756"/>
                      <a:pt x="6902" y="1716"/>
                      <a:pt x="6872" y="1676"/>
                    </a:cubicBezTo>
                    <a:cubicBezTo>
                      <a:pt x="6591" y="1355"/>
                      <a:pt x="6340" y="1265"/>
                      <a:pt x="5939" y="954"/>
                    </a:cubicBezTo>
                    <a:cubicBezTo>
                      <a:pt x="5548" y="633"/>
                      <a:pt x="5307" y="653"/>
                      <a:pt x="4926" y="452"/>
                    </a:cubicBezTo>
                    <a:cubicBezTo>
                      <a:pt x="4615" y="292"/>
                      <a:pt x="4234" y="211"/>
                      <a:pt x="3782" y="211"/>
                    </a:cubicBezTo>
                    <a:cubicBezTo>
                      <a:pt x="3672" y="211"/>
                      <a:pt x="3562" y="221"/>
                      <a:pt x="3451" y="231"/>
                    </a:cubicBezTo>
                    <a:lnTo>
                      <a:pt x="3231" y="231"/>
                    </a:lnTo>
                    <a:cubicBezTo>
                      <a:pt x="2689" y="231"/>
                      <a:pt x="2077" y="91"/>
                      <a:pt x="1856" y="11"/>
                    </a:cubicBezTo>
                    <a:cubicBezTo>
                      <a:pt x="1836" y="1"/>
                      <a:pt x="1806" y="1"/>
                      <a:pt x="1776" y="1"/>
                    </a:cubicBezTo>
                    <a:cubicBezTo>
                      <a:pt x="1666" y="1"/>
                      <a:pt x="1495" y="51"/>
                      <a:pt x="1315" y="111"/>
                    </a:cubicBezTo>
                    <a:cubicBezTo>
                      <a:pt x="1134" y="161"/>
                      <a:pt x="934" y="221"/>
                      <a:pt x="753" y="221"/>
                    </a:cubicBezTo>
                    <a:cubicBezTo>
                      <a:pt x="633" y="221"/>
                      <a:pt x="512" y="191"/>
                      <a:pt x="422" y="121"/>
                    </a:cubicBezTo>
                    <a:cubicBezTo>
                      <a:pt x="392" y="101"/>
                      <a:pt x="372" y="81"/>
                      <a:pt x="352" y="71"/>
                    </a:cubicBezTo>
                    <a:cubicBezTo>
                      <a:pt x="282" y="21"/>
                      <a:pt x="221" y="1"/>
                      <a:pt x="181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16" name="Google Shape;14216;p50"/>
              <p:cNvSpPr/>
              <p:nvPr/>
            </p:nvSpPr>
            <p:spPr>
              <a:xfrm>
                <a:off x="6701666" y="362542"/>
                <a:ext cx="1434226" cy="576877"/>
              </a:xfrm>
              <a:custGeom>
                <a:avLst/>
                <a:gdLst/>
                <a:ahLst/>
                <a:cxnLst/>
                <a:rect l="l" t="t" r="r" b="b"/>
                <a:pathLst>
                  <a:path w="17284" h="6952" extrusionOk="0">
                    <a:moveTo>
                      <a:pt x="1937" y="1"/>
                    </a:moveTo>
                    <a:cubicBezTo>
                      <a:pt x="1616" y="482"/>
                      <a:pt x="984" y="1084"/>
                      <a:pt x="663" y="1335"/>
                    </a:cubicBezTo>
                    <a:cubicBezTo>
                      <a:pt x="513" y="1445"/>
                      <a:pt x="442" y="1546"/>
                      <a:pt x="372" y="1666"/>
                    </a:cubicBezTo>
                    <a:cubicBezTo>
                      <a:pt x="432" y="1586"/>
                      <a:pt x="502" y="1505"/>
                      <a:pt x="603" y="1425"/>
                    </a:cubicBezTo>
                    <a:cubicBezTo>
                      <a:pt x="944" y="1164"/>
                      <a:pt x="1596" y="542"/>
                      <a:pt x="1907" y="61"/>
                    </a:cubicBezTo>
                    <a:cubicBezTo>
                      <a:pt x="1917" y="41"/>
                      <a:pt x="1927" y="21"/>
                      <a:pt x="1937" y="1"/>
                    </a:cubicBezTo>
                    <a:close/>
                    <a:moveTo>
                      <a:pt x="182" y="1997"/>
                    </a:moveTo>
                    <a:cubicBezTo>
                      <a:pt x="173" y="2009"/>
                      <a:pt x="164" y="2022"/>
                      <a:pt x="154" y="2036"/>
                    </a:cubicBezTo>
                    <a:lnTo>
                      <a:pt x="154" y="2036"/>
                    </a:lnTo>
                    <a:cubicBezTo>
                      <a:pt x="164" y="2023"/>
                      <a:pt x="173" y="2010"/>
                      <a:pt x="182" y="1997"/>
                    </a:cubicBezTo>
                    <a:close/>
                    <a:moveTo>
                      <a:pt x="154" y="2036"/>
                    </a:moveTo>
                    <a:lnTo>
                      <a:pt x="154" y="2036"/>
                    </a:lnTo>
                    <a:cubicBezTo>
                      <a:pt x="120" y="2083"/>
                      <a:pt x="78" y="2132"/>
                      <a:pt x="31" y="2187"/>
                    </a:cubicBezTo>
                    <a:lnTo>
                      <a:pt x="1" y="2218"/>
                    </a:lnTo>
                    <a:cubicBezTo>
                      <a:pt x="11" y="2218"/>
                      <a:pt x="11" y="2228"/>
                      <a:pt x="11" y="2228"/>
                    </a:cubicBezTo>
                    <a:cubicBezTo>
                      <a:pt x="69" y="2162"/>
                      <a:pt x="113" y="2096"/>
                      <a:pt x="154" y="2036"/>
                    </a:cubicBezTo>
                    <a:close/>
                    <a:moveTo>
                      <a:pt x="7062" y="3341"/>
                    </a:moveTo>
                    <a:cubicBezTo>
                      <a:pt x="6932" y="3341"/>
                      <a:pt x="6882" y="3371"/>
                      <a:pt x="7002" y="3451"/>
                    </a:cubicBezTo>
                    <a:cubicBezTo>
                      <a:pt x="7514" y="3903"/>
                      <a:pt x="7755" y="3822"/>
                      <a:pt x="8156" y="4444"/>
                    </a:cubicBezTo>
                    <a:cubicBezTo>
                      <a:pt x="8206" y="4525"/>
                      <a:pt x="8256" y="4615"/>
                      <a:pt x="8336" y="4675"/>
                    </a:cubicBezTo>
                    <a:cubicBezTo>
                      <a:pt x="8507" y="4825"/>
                      <a:pt x="8748" y="4825"/>
                      <a:pt x="8968" y="4866"/>
                    </a:cubicBezTo>
                    <a:cubicBezTo>
                      <a:pt x="9359" y="4946"/>
                      <a:pt x="10433" y="5578"/>
                      <a:pt x="10934" y="5738"/>
                    </a:cubicBezTo>
                    <a:cubicBezTo>
                      <a:pt x="10994" y="5748"/>
                      <a:pt x="11035" y="5758"/>
                      <a:pt x="11075" y="5758"/>
                    </a:cubicBezTo>
                    <a:cubicBezTo>
                      <a:pt x="11145" y="5758"/>
                      <a:pt x="11195" y="5738"/>
                      <a:pt x="11245" y="5728"/>
                    </a:cubicBezTo>
                    <a:cubicBezTo>
                      <a:pt x="11295" y="5708"/>
                      <a:pt x="11346" y="5698"/>
                      <a:pt x="11416" y="5698"/>
                    </a:cubicBezTo>
                    <a:cubicBezTo>
                      <a:pt x="11466" y="5698"/>
                      <a:pt x="11526" y="5708"/>
                      <a:pt x="11596" y="5738"/>
                    </a:cubicBezTo>
                    <a:lnTo>
                      <a:pt x="11646" y="5738"/>
                    </a:lnTo>
                    <a:cubicBezTo>
                      <a:pt x="11867" y="5738"/>
                      <a:pt x="12088" y="5768"/>
                      <a:pt x="12308" y="5798"/>
                    </a:cubicBezTo>
                    <a:cubicBezTo>
                      <a:pt x="13562" y="5969"/>
                      <a:pt x="14806" y="6460"/>
                      <a:pt x="16050" y="6641"/>
                    </a:cubicBezTo>
                    <a:cubicBezTo>
                      <a:pt x="16311" y="6671"/>
                      <a:pt x="17053" y="6952"/>
                      <a:pt x="17213" y="6952"/>
                    </a:cubicBezTo>
                    <a:cubicBezTo>
                      <a:pt x="17284" y="6952"/>
                      <a:pt x="17253" y="6912"/>
                      <a:pt x="17063" y="6781"/>
                    </a:cubicBezTo>
                    <a:cubicBezTo>
                      <a:pt x="16993" y="6741"/>
                      <a:pt x="16150" y="6340"/>
                      <a:pt x="15970" y="6290"/>
                    </a:cubicBezTo>
                    <a:cubicBezTo>
                      <a:pt x="15478" y="6150"/>
                      <a:pt x="15027" y="5859"/>
                      <a:pt x="14525" y="5728"/>
                    </a:cubicBezTo>
                    <a:cubicBezTo>
                      <a:pt x="13482" y="5457"/>
                      <a:pt x="11927" y="4795"/>
                      <a:pt x="10954" y="4334"/>
                    </a:cubicBezTo>
                    <a:lnTo>
                      <a:pt x="10954" y="4334"/>
                    </a:lnTo>
                    <a:cubicBezTo>
                      <a:pt x="11366" y="4745"/>
                      <a:pt x="11717" y="4946"/>
                      <a:pt x="12198" y="5227"/>
                    </a:cubicBezTo>
                    <a:cubicBezTo>
                      <a:pt x="11496" y="4876"/>
                      <a:pt x="10784" y="4535"/>
                      <a:pt x="10062" y="4194"/>
                    </a:cubicBezTo>
                    <a:cubicBezTo>
                      <a:pt x="9961" y="4153"/>
                      <a:pt x="9901" y="4133"/>
                      <a:pt x="9871" y="4133"/>
                    </a:cubicBezTo>
                    <a:cubicBezTo>
                      <a:pt x="9821" y="4133"/>
                      <a:pt x="9821" y="4173"/>
                      <a:pt x="9821" y="4204"/>
                    </a:cubicBezTo>
                    <a:cubicBezTo>
                      <a:pt x="9831" y="4244"/>
                      <a:pt x="9831" y="4274"/>
                      <a:pt x="9791" y="4274"/>
                    </a:cubicBezTo>
                    <a:cubicBezTo>
                      <a:pt x="9751" y="4274"/>
                      <a:pt x="9700" y="4254"/>
                      <a:pt x="9590" y="4204"/>
                    </a:cubicBezTo>
                    <a:cubicBezTo>
                      <a:pt x="9249" y="4033"/>
                      <a:pt x="8778" y="3782"/>
                      <a:pt x="8276" y="3522"/>
                    </a:cubicBezTo>
                    <a:cubicBezTo>
                      <a:pt x="8176" y="3501"/>
                      <a:pt x="8066" y="3481"/>
                      <a:pt x="7945" y="3461"/>
                    </a:cubicBezTo>
                    <a:cubicBezTo>
                      <a:pt x="7624" y="3401"/>
                      <a:pt x="7253" y="3341"/>
                      <a:pt x="7062" y="3341"/>
                    </a:cubicBez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17" name="Google Shape;14217;p50"/>
              <p:cNvSpPr/>
              <p:nvPr/>
            </p:nvSpPr>
            <p:spPr>
              <a:xfrm>
                <a:off x="6507741" y="577294"/>
                <a:ext cx="93352" cy="2672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322" extrusionOk="0">
                    <a:moveTo>
                      <a:pt x="1" y="1"/>
                    </a:moveTo>
                    <a:cubicBezTo>
                      <a:pt x="17" y="1"/>
                      <a:pt x="34" y="1"/>
                      <a:pt x="52" y="3"/>
                    </a:cubicBezTo>
                    <a:lnTo>
                      <a:pt x="52" y="3"/>
                    </a:lnTo>
                    <a:cubicBezTo>
                      <a:pt x="34" y="1"/>
                      <a:pt x="17" y="1"/>
                      <a:pt x="1" y="1"/>
                    </a:cubicBezTo>
                    <a:close/>
                    <a:moveTo>
                      <a:pt x="52" y="3"/>
                    </a:moveTo>
                    <a:cubicBezTo>
                      <a:pt x="132" y="10"/>
                      <a:pt x="225" y="32"/>
                      <a:pt x="328" y="61"/>
                    </a:cubicBezTo>
                    <a:lnTo>
                      <a:pt x="328" y="61"/>
                    </a:lnTo>
                    <a:cubicBezTo>
                      <a:pt x="225" y="32"/>
                      <a:pt x="131" y="10"/>
                      <a:pt x="52" y="3"/>
                    </a:cubicBezTo>
                    <a:close/>
                    <a:moveTo>
                      <a:pt x="328" y="61"/>
                    </a:moveTo>
                    <a:lnTo>
                      <a:pt x="328" y="61"/>
                    </a:lnTo>
                    <a:cubicBezTo>
                      <a:pt x="572" y="132"/>
                      <a:pt x="866" y="249"/>
                      <a:pt x="1124" y="322"/>
                    </a:cubicBezTo>
                    <a:cubicBezTo>
                      <a:pt x="1004" y="282"/>
                      <a:pt x="873" y="241"/>
                      <a:pt x="743" y="191"/>
                    </a:cubicBezTo>
                    <a:cubicBezTo>
                      <a:pt x="597" y="146"/>
                      <a:pt x="455" y="98"/>
                      <a:pt x="328" y="61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18" name="Google Shape;14218;p50"/>
              <p:cNvSpPr/>
              <p:nvPr/>
            </p:nvSpPr>
            <p:spPr>
              <a:xfrm>
                <a:off x="6038323" y="551487"/>
                <a:ext cx="598535" cy="160732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1937" extrusionOk="0">
                    <a:moveTo>
                      <a:pt x="2368" y="1"/>
                    </a:moveTo>
                    <a:cubicBezTo>
                      <a:pt x="2017" y="31"/>
                      <a:pt x="1565" y="71"/>
                      <a:pt x="1234" y="302"/>
                    </a:cubicBezTo>
                    <a:cubicBezTo>
                      <a:pt x="1224" y="312"/>
                      <a:pt x="1204" y="322"/>
                      <a:pt x="1194" y="322"/>
                    </a:cubicBezTo>
                    <a:cubicBezTo>
                      <a:pt x="1194" y="322"/>
                      <a:pt x="1194" y="332"/>
                      <a:pt x="1194" y="332"/>
                    </a:cubicBezTo>
                    <a:lnTo>
                      <a:pt x="1184" y="332"/>
                    </a:lnTo>
                    <a:cubicBezTo>
                      <a:pt x="1184" y="342"/>
                      <a:pt x="1184" y="342"/>
                      <a:pt x="1184" y="342"/>
                    </a:cubicBezTo>
                    <a:lnTo>
                      <a:pt x="1174" y="342"/>
                    </a:lnTo>
                    <a:cubicBezTo>
                      <a:pt x="1174" y="342"/>
                      <a:pt x="1164" y="352"/>
                      <a:pt x="1164" y="352"/>
                    </a:cubicBezTo>
                    <a:lnTo>
                      <a:pt x="1154" y="352"/>
                    </a:lnTo>
                    <a:cubicBezTo>
                      <a:pt x="1154" y="352"/>
                      <a:pt x="1154" y="362"/>
                      <a:pt x="1154" y="362"/>
                    </a:cubicBezTo>
                    <a:lnTo>
                      <a:pt x="1144" y="362"/>
                    </a:lnTo>
                    <a:cubicBezTo>
                      <a:pt x="1144" y="362"/>
                      <a:pt x="1144" y="372"/>
                      <a:pt x="1144" y="372"/>
                    </a:cubicBezTo>
                    <a:lnTo>
                      <a:pt x="1134" y="372"/>
                    </a:lnTo>
                    <a:cubicBezTo>
                      <a:pt x="893" y="593"/>
                      <a:pt x="422" y="1164"/>
                      <a:pt x="1" y="1586"/>
                    </a:cubicBezTo>
                    <a:cubicBezTo>
                      <a:pt x="11" y="1586"/>
                      <a:pt x="21" y="1596"/>
                      <a:pt x="31" y="1596"/>
                    </a:cubicBezTo>
                    <a:cubicBezTo>
                      <a:pt x="452" y="1144"/>
                      <a:pt x="923" y="583"/>
                      <a:pt x="1134" y="412"/>
                    </a:cubicBezTo>
                    <a:cubicBezTo>
                      <a:pt x="1204" y="362"/>
                      <a:pt x="1285" y="322"/>
                      <a:pt x="1365" y="282"/>
                    </a:cubicBezTo>
                    <a:cubicBezTo>
                      <a:pt x="1425" y="332"/>
                      <a:pt x="1485" y="392"/>
                      <a:pt x="1545" y="422"/>
                    </a:cubicBezTo>
                    <a:cubicBezTo>
                      <a:pt x="1937" y="643"/>
                      <a:pt x="2508" y="532"/>
                      <a:pt x="3000" y="763"/>
                    </a:cubicBezTo>
                    <a:cubicBezTo>
                      <a:pt x="3481" y="994"/>
                      <a:pt x="4765" y="1806"/>
                      <a:pt x="5026" y="1806"/>
                    </a:cubicBezTo>
                    <a:cubicBezTo>
                      <a:pt x="5036" y="1806"/>
                      <a:pt x="5046" y="1806"/>
                      <a:pt x="5046" y="1796"/>
                    </a:cubicBezTo>
                    <a:cubicBezTo>
                      <a:pt x="5076" y="1796"/>
                      <a:pt x="5096" y="1786"/>
                      <a:pt x="5116" y="1786"/>
                    </a:cubicBezTo>
                    <a:cubicBezTo>
                      <a:pt x="5206" y="1786"/>
                      <a:pt x="5237" y="1876"/>
                      <a:pt x="5367" y="1917"/>
                    </a:cubicBezTo>
                    <a:cubicBezTo>
                      <a:pt x="5407" y="1927"/>
                      <a:pt x="5457" y="1937"/>
                      <a:pt x="5497" y="1937"/>
                    </a:cubicBezTo>
                    <a:cubicBezTo>
                      <a:pt x="5537" y="1937"/>
                      <a:pt x="5568" y="1937"/>
                      <a:pt x="5608" y="1927"/>
                    </a:cubicBezTo>
                    <a:cubicBezTo>
                      <a:pt x="5287" y="1636"/>
                      <a:pt x="5016" y="1385"/>
                      <a:pt x="5106" y="1385"/>
                    </a:cubicBezTo>
                    <a:cubicBezTo>
                      <a:pt x="5116" y="1385"/>
                      <a:pt x="5136" y="1395"/>
                      <a:pt x="5166" y="1405"/>
                    </a:cubicBezTo>
                    <a:cubicBezTo>
                      <a:pt x="5287" y="1455"/>
                      <a:pt x="5588" y="1596"/>
                      <a:pt x="5969" y="1776"/>
                    </a:cubicBezTo>
                    <a:cubicBezTo>
                      <a:pt x="6069" y="1736"/>
                      <a:pt x="6169" y="1696"/>
                      <a:pt x="6280" y="1686"/>
                    </a:cubicBezTo>
                    <a:cubicBezTo>
                      <a:pt x="6280" y="1686"/>
                      <a:pt x="6290" y="1676"/>
                      <a:pt x="6300" y="1676"/>
                    </a:cubicBezTo>
                    <a:cubicBezTo>
                      <a:pt x="6360" y="1676"/>
                      <a:pt x="6460" y="1696"/>
                      <a:pt x="6551" y="1706"/>
                    </a:cubicBezTo>
                    <a:cubicBezTo>
                      <a:pt x="6651" y="1716"/>
                      <a:pt x="6761" y="1726"/>
                      <a:pt x="6851" y="1726"/>
                    </a:cubicBezTo>
                    <a:cubicBezTo>
                      <a:pt x="6942" y="1726"/>
                      <a:pt x="7022" y="1716"/>
                      <a:pt x="7062" y="1686"/>
                    </a:cubicBezTo>
                    <a:cubicBezTo>
                      <a:pt x="7132" y="1636"/>
                      <a:pt x="7182" y="1535"/>
                      <a:pt x="7213" y="1425"/>
                    </a:cubicBezTo>
                    <a:cubicBezTo>
                      <a:pt x="6821" y="1124"/>
                      <a:pt x="6430" y="823"/>
                      <a:pt x="6340" y="783"/>
                    </a:cubicBezTo>
                    <a:cubicBezTo>
                      <a:pt x="6099" y="663"/>
                      <a:pt x="6430" y="663"/>
                      <a:pt x="6781" y="633"/>
                    </a:cubicBezTo>
                    <a:cubicBezTo>
                      <a:pt x="6661" y="593"/>
                      <a:pt x="6530" y="552"/>
                      <a:pt x="6400" y="502"/>
                    </a:cubicBezTo>
                    <a:cubicBezTo>
                      <a:pt x="6109" y="412"/>
                      <a:pt x="5838" y="312"/>
                      <a:pt x="5658" y="312"/>
                    </a:cubicBezTo>
                    <a:lnTo>
                      <a:pt x="5618" y="312"/>
                    </a:lnTo>
                    <a:cubicBezTo>
                      <a:pt x="5588" y="312"/>
                      <a:pt x="5568" y="322"/>
                      <a:pt x="5537" y="332"/>
                    </a:cubicBezTo>
                    <a:cubicBezTo>
                      <a:pt x="5487" y="352"/>
                      <a:pt x="5447" y="362"/>
                      <a:pt x="5397" y="362"/>
                    </a:cubicBezTo>
                    <a:cubicBezTo>
                      <a:pt x="5257" y="362"/>
                      <a:pt x="5126" y="292"/>
                      <a:pt x="4966" y="221"/>
                    </a:cubicBezTo>
                    <a:cubicBezTo>
                      <a:pt x="4805" y="151"/>
                      <a:pt x="4625" y="81"/>
                      <a:pt x="4394" y="81"/>
                    </a:cubicBezTo>
                    <a:lnTo>
                      <a:pt x="4304" y="81"/>
                    </a:lnTo>
                    <a:cubicBezTo>
                      <a:pt x="4223" y="91"/>
                      <a:pt x="4133" y="91"/>
                      <a:pt x="4043" y="91"/>
                    </a:cubicBezTo>
                    <a:cubicBezTo>
                      <a:pt x="3782" y="91"/>
                      <a:pt x="3471" y="71"/>
                      <a:pt x="3190" y="51"/>
                    </a:cubicBezTo>
                    <a:cubicBezTo>
                      <a:pt x="2909" y="21"/>
                      <a:pt x="2649" y="1"/>
                      <a:pt x="246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19" name="Google Shape;14219;p50"/>
              <p:cNvSpPr/>
              <p:nvPr/>
            </p:nvSpPr>
            <p:spPr>
              <a:xfrm>
                <a:off x="5812784" y="787067"/>
                <a:ext cx="87461" cy="61654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43" extrusionOk="0">
                    <a:moveTo>
                      <a:pt x="0" y="743"/>
                    </a:moveTo>
                    <a:cubicBezTo>
                      <a:pt x="412" y="502"/>
                      <a:pt x="632" y="361"/>
                      <a:pt x="1054" y="0"/>
                    </a:cubicBezTo>
                    <a:cubicBezTo>
                      <a:pt x="632" y="361"/>
                      <a:pt x="412" y="502"/>
                      <a:pt x="0" y="743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20" name="Google Shape;14220;p50"/>
              <p:cNvSpPr/>
              <p:nvPr/>
            </p:nvSpPr>
            <p:spPr>
              <a:xfrm>
                <a:off x="5703748" y="783748"/>
                <a:ext cx="201475" cy="133266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606" extrusionOk="0">
                    <a:moveTo>
                      <a:pt x="2428" y="0"/>
                    </a:moveTo>
                    <a:cubicBezTo>
                      <a:pt x="2408" y="10"/>
                      <a:pt x="2388" y="30"/>
                      <a:pt x="2368" y="40"/>
                    </a:cubicBezTo>
                    <a:cubicBezTo>
                      <a:pt x="1946" y="401"/>
                      <a:pt x="1726" y="542"/>
                      <a:pt x="1314" y="783"/>
                    </a:cubicBezTo>
                    <a:cubicBezTo>
                      <a:pt x="1294" y="793"/>
                      <a:pt x="1274" y="803"/>
                      <a:pt x="1244" y="823"/>
                    </a:cubicBezTo>
                    <a:cubicBezTo>
                      <a:pt x="793" y="1084"/>
                      <a:pt x="452" y="1224"/>
                      <a:pt x="111" y="1485"/>
                    </a:cubicBezTo>
                    <a:cubicBezTo>
                      <a:pt x="71" y="1525"/>
                      <a:pt x="30" y="1565"/>
                      <a:pt x="0" y="1605"/>
                    </a:cubicBezTo>
                    <a:cubicBezTo>
                      <a:pt x="20" y="1595"/>
                      <a:pt x="40" y="1585"/>
                      <a:pt x="61" y="1575"/>
                    </a:cubicBezTo>
                    <a:cubicBezTo>
                      <a:pt x="392" y="1314"/>
                      <a:pt x="743" y="1174"/>
                      <a:pt x="1194" y="913"/>
                    </a:cubicBezTo>
                    <a:cubicBezTo>
                      <a:pt x="1645" y="642"/>
                      <a:pt x="1876" y="512"/>
                      <a:pt x="2307" y="131"/>
                    </a:cubicBezTo>
                    <a:cubicBezTo>
                      <a:pt x="2327" y="121"/>
                      <a:pt x="2347" y="111"/>
                      <a:pt x="2358" y="91"/>
                    </a:cubicBezTo>
                    <a:cubicBezTo>
                      <a:pt x="2378" y="60"/>
                      <a:pt x="2398" y="30"/>
                      <a:pt x="2428" y="0"/>
                    </a:cubicBezTo>
                    <a:close/>
                  </a:path>
                </a:pathLst>
              </a:custGeom>
              <a:solidFill>
                <a:srgbClr val="93D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21" name="Google Shape;14221;p50"/>
              <p:cNvSpPr/>
              <p:nvPr/>
            </p:nvSpPr>
            <p:spPr>
              <a:xfrm>
                <a:off x="8189912" y="760431"/>
                <a:ext cx="10870" cy="2572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1" extrusionOk="0">
                    <a:moveTo>
                      <a:pt x="1" y="0"/>
                    </a:moveTo>
                    <a:cubicBezTo>
                      <a:pt x="51" y="20"/>
                      <a:pt x="91" y="30"/>
                      <a:pt x="131" y="30"/>
                    </a:cubicBezTo>
                    <a:cubicBezTo>
                      <a:pt x="101" y="30"/>
                      <a:pt x="51" y="20"/>
                      <a:pt x="1" y="0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22" name="Google Shape;14222;p50"/>
              <p:cNvSpPr/>
              <p:nvPr/>
            </p:nvSpPr>
            <p:spPr>
              <a:xfrm>
                <a:off x="7913588" y="662182"/>
                <a:ext cx="731718" cy="348848"/>
              </a:xfrm>
              <a:custGeom>
                <a:avLst/>
                <a:gdLst/>
                <a:ahLst/>
                <a:cxnLst/>
                <a:rect l="l" t="t" r="r" b="b"/>
                <a:pathLst>
                  <a:path w="8818" h="4204" extrusionOk="0">
                    <a:moveTo>
                      <a:pt x="973" y="1"/>
                    </a:moveTo>
                    <a:cubicBezTo>
                      <a:pt x="903" y="1"/>
                      <a:pt x="843" y="1"/>
                      <a:pt x="793" y="11"/>
                    </a:cubicBezTo>
                    <a:lnTo>
                      <a:pt x="733" y="11"/>
                    </a:lnTo>
                    <a:cubicBezTo>
                      <a:pt x="733" y="11"/>
                      <a:pt x="733" y="11"/>
                      <a:pt x="733" y="21"/>
                    </a:cubicBezTo>
                    <a:lnTo>
                      <a:pt x="713" y="21"/>
                    </a:lnTo>
                    <a:cubicBezTo>
                      <a:pt x="502" y="81"/>
                      <a:pt x="301" y="322"/>
                      <a:pt x="51" y="392"/>
                    </a:cubicBezTo>
                    <a:cubicBezTo>
                      <a:pt x="0" y="532"/>
                      <a:pt x="31" y="633"/>
                      <a:pt x="201" y="633"/>
                    </a:cubicBezTo>
                    <a:lnTo>
                      <a:pt x="211" y="633"/>
                    </a:lnTo>
                    <a:cubicBezTo>
                      <a:pt x="452" y="623"/>
                      <a:pt x="632" y="593"/>
                      <a:pt x="793" y="593"/>
                    </a:cubicBezTo>
                    <a:cubicBezTo>
                      <a:pt x="993" y="593"/>
                      <a:pt x="1154" y="643"/>
                      <a:pt x="1324" y="833"/>
                    </a:cubicBezTo>
                    <a:cubicBezTo>
                      <a:pt x="1565" y="1124"/>
                      <a:pt x="2267" y="1746"/>
                      <a:pt x="2438" y="1746"/>
                    </a:cubicBezTo>
                    <a:cubicBezTo>
                      <a:pt x="2488" y="1746"/>
                      <a:pt x="2498" y="1716"/>
                      <a:pt x="2468" y="1626"/>
                    </a:cubicBezTo>
                    <a:cubicBezTo>
                      <a:pt x="2448" y="1586"/>
                      <a:pt x="2468" y="1576"/>
                      <a:pt x="2498" y="1576"/>
                    </a:cubicBezTo>
                    <a:cubicBezTo>
                      <a:pt x="2659" y="1576"/>
                      <a:pt x="3311" y="1967"/>
                      <a:pt x="3983" y="2348"/>
                    </a:cubicBezTo>
                    <a:cubicBezTo>
                      <a:pt x="4665" y="2739"/>
                      <a:pt x="5357" y="3130"/>
                      <a:pt x="5607" y="3130"/>
                    </a:cubicBezTo>
                    <a:cubicBezTo>
                      <a:pt x="5648" y="3130"/>
                      <a:pt x="5668" y="3130"/>
                      <a:pt x="5688" y="3110"/>
                    </a:cubicBezTo>
                    <a:cubicBezTo>
                      <a:pt x="5718" y="3080"/>
                      <a:pt x="5768" y="3070"/>
                      <a:pt x="5818" y="3070"/>
                    </a:cubicBezTo>
                    <a:cubicBezTo>
                      <a:pt x="6249" y="3070"/>
                      <a:pt x="7363" y="3953"/>
                      <a:pt x="8506" y="4163"/>
                    </a:cubicBezTo>
                    <a:cubicBezTo>
                      <a:pt x="8637" y="4184"/>
                      <a:pt x="8717" y="4204"/>
                      <a:pt x="8747" y="4204"/>
                    </a:cubicBezTo>
                    <a:cubicBezTo>
                      <a:pt x="8817" y="4204"/>
                      <a:pt x="8727" y="4143"/>
                      <a:pt x="8486" y="3983"/>
                    </a:cubicBezTo>
                    <a:cubicBezTo>
                      <a:pt x="8326" y="3873"/>
                      <a:pt x="8105" y="3732"/>
                      <a:pt x="7854" y="3582"/>
                    </a:cubicBezTo>
                    <a:cubicBezTo>
                      <a:pt x="7714" y="3542"/>
                      <a:pt x="7584" y="3461"/>
                      <a:pt x="7463" y="3381"/>
                    </a:cubicBezTo>
                    <a:cubicBezTo>
                      <a:pt x="7222" y="3221"/>
                      <a:pt x="6540" y="2829"/>
                      <a:pt x="5818" y="2428"/>
                    </a:cubicBezTo>
                    <a:cubicBezTo>
                      <a:pt x="5136" y="2057"/>
                      <a:pt x="4514" y="1716"/>
                      <a:pt x="4133" y="1495"/>
                    </a:cubicBezTo>
                    <a:cubicBezTo>
                      <a:pt x="3892" y="1355"/>
                      <a:pt x="3732" y="1275"/>
                      <a:pt x="3722" y="1265"/>
                    </a:cubicBezTo>
                    <a:cubicBezTo>
                      <a:pt x="3692" y="1255"/>
                      <a:pt x="3621" y="1214"/>
                      <a:pt x="3601" y="1194"/>
                    </a:cubicBezTo>
                    <a:lnTo>
                      <a:pt x="3581" y="1164"/>
                    </a:lnTo>
                    <a:cubicBezTo>
                      <a:pt x="3541" y="1194"/>
                      <a:pt x="3501" y="1214"/>
                      <a:pt x="3461" y="1214"/>
                    </a:cubicBezTo>
                    <a:cubicBezTo>
                      <a:pt x="3431" y="1214"/>
                      <a:pt x="3381" y="1204"/>
                      <a:pt x="3331" y="1184"/>
                    </a:cubicBezTo>
                    <a:cubicBezTo>
                      <a:pt x="3080" y="1084"/>
                      <a:pt x="2257" y="231"/>
                      <a:pt x="2007" y="141"/>
                    </a:cubicBezTo>
                    <a:cubicBezTo>
                      <a:pt x="1796" y="61"/>
                      <a:pt x="1334" y="1"/>
                      <a:pt x="9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23" name="Google Shape;14223;p50"/>
              <p:cNvSpPr/>
              <p:nvPr/>
            </p:nvSpPr>
            <p:spPr>
              <a:xfrm>
                <a:off x="7782065" y="722094"/>
                <a:ext cx="184050" cy="65056"/>
              </a:xfrm>
              <a:custGeom>
                <a:avLst/>
                <a:gdLst/>
                <a:ahLst/>
                <a:cxnLst/>
                <a:rect l="l" t="t" r="r" b="b"/>
                <a:pathLst>
                  <a:path w="2218" h="784" extrusionOk="0">
                    <a:moveTo>
                      <a:pt x="1254" y="1"/>
                    </a:moveTo>
                    <a:cubicBezTo>
                      <a:pt x="1204" y="1"/>
                      <a:pt x="1144" y="21"/>
                      <a:pt x="1054" y="71"/>
                    </a:cubicBezTo>
                    <a:cubicBezTo>
                      <a:pt x="643" y="312"/>
                      <a:pt x="1" y="603"/>
                      <a:pt x="402" y="683"/>
                    </a:cubicBezTo>
                    <a:cubicBezTo>
                      <a:pt x="643" y="733"/>
                      <a:pt x="923" y="783"/>
                      <a:pt x="1204" y="783"/>
                    </a:cubicBezTo>
                    <a:cubicBezTo>
                      <a:pt x="1405" y="783"/>
                      <a:pt x="1595" y="763"/>
                      <a:pt x="1776" y="713"/>
                    </a:cubicBezTo>
                    <a:cubicBezTo>
                      <a:pt x="2217" y="583"/>
                      <a:pt x="1906" y="352"/>
                      <a:pt x="1626" y="202"/>
                    </a:cubicBezTo>
                    <a:cubicBezTo>
                      <a:pt x="1445" y="101"/>
                      <a:pt x="1375" y="1"/>
                      <a:pt x="12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24" name="Google Shape;14224;p50"/>
              <p:cNvSpPr/>
              <p:nvPr/>
            </p:nvSpPr>
            <p:spPr>
              <a:xfrm>
                <a:off x="6665901" y="2137069"/>
                <a:ext cx="5062" cy="5145"/>
              </a:xfrm>
              <a:custGeom>
                <a:avLst/>
                <a:gdLst/>
                <a:ahLst/>
                <a:cxnLst/>
                <a:rect l="l" t="t" r="r" b="b"/>
                <a:pathLst>
                  <a:path w="61" h="62" extrusionOk="0">
                    <a:moveTo>
                      <a:pt x="51" y="1"/>
                    </a:moveTo>
                    <a:cubicBezTo>
                      <a:pt x="31" y="11"/>
                      <a:pt x="11" y="21"/>
                      <a:pt x="1" y="51"/>
                    </a:cubicBezTo>
                    <a:cubicBezTo>
                      <a:pt x="21" y="51"/>
                      <a:pt x="41" y="61"/>
                      <a:pt x="61" y="61"/>
                    </a:cubicBezTo>
                    <a:cubicBezTo>
                      <a:pt x="61" y="41"/>
                      <a:pt x="61" y="21"/>
                      <a:pt x="51" y="1"/>
                    </a:cubicBezTo>
                    <a:close/>
                  </a:path>
                </a:pathLst>
              </a:custGeom>
              <a:solidFill>
                <a:srgbClr val="B3E0E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25" name="Google Shape;14225;p50"/>
              <p:cNvSpPr/>
              <p:nvPr/>
            </p:nvSpPr>
            <p:spPr>
              <a:xfrm>
                <a:off x="4769061" y="320969"/>
                <a:ext cx="4571202" cy="2073421"/>
              </a:xfrm>
              <a:custGeom>
                <a:avLst/>
                <a:gdLst/>
                <a:ahLst/>
                <a:cxnLst/>
                <a:rect l="l" t="t" r="r" b="b"/>
                <a:pathLst>
                  <a:path w="55088" h="24987" extrusionOk="0">
                    <a:moveTo>
                      <a:pt x="25498" y="0"/>
                    </a:moveTo>
                    <a:lnTo>
                      <a:pt x="25498" y="0"/>
                    </a:lnTo>
                    <a:cubicBezTo>
                      <a:pt x="25427" y="91"/>
                      <a:pt x="25357" y="281"/>
                      <a:pt x="25227" y="502"/>
                    </a:cubicBezTo>
                    <a:cubicBezTo>
                      <a:pt x="25237" y="492"/>
                      <a:pt x="25247" y="482"/>
                      <a:pt x="25247" y="472"/>
                    </a:cubicBezTo>
                    <a:cubicBezTo>
                      <a:pt x="25377" y="281"/>
                      <a:pt x="25437" y="111"/>
                      <a:pt x="25498" y="0"/>
                    </a:cubicBezTo>
                    <a:close/>
                    <a:moveTo>
                      <a:pt x="23662" y="2167"/>
                    </a:moveTo>
                    <a:cubicBezTo>
                      <a:pt x="23592" y="2267"/>
                      <a:pt x="23542" y="2378"/>
                      <a:pt x="23472" y="2498"/>
                    </a:cubicBezTo>
                    <a:cubicBezTo>
                      <a:pt x="23552" y="2378"/>
                      <a:pt x="23602" y="2267"/>
                      <a:pt x="23662" y="2167"/>
                    </a:cubicBezTo>
                    <a:close/>
                    <a:moveTo>
                      <a:pt x="80" y="8506"/>
                    </a:moveTo>
                    <a:cubicBezTo>
                      <a:pt x="70" y="8526"/>
                      <a:pt x="60" y="8536"/>
                      <a:pt x="50" y="8556"/>
                    </a:cubicBezTo>
                    <a:cubicBezTo>
                      <a:pt x="39" y="8574"/>
                      <a:pt x="30" y="8591"/>
                      <a:pt x="22" y="8608"/>
                    </a:cubicBezTo>
                    <a:lnTo>
                      <a:pt x="22" y="8608"/>
                    </a:lnTo>
                    <a:cubicBezTo>
                      <a:pt x="39" y="8580"/>
                      <a:pt x="60" y="8551"/>
                      <a:pt x="80" y="8516"/>
                    </a:cubicBezTo>
                    <a:cubicBezTo>
                      <a:pt x="80" y="8516"/>
                      <a:pt x="80" y="8506"/>
                      <a:pt x="80" y="8506"/>
                    </a:cubicBezTo>
                    <a:close/>
                    <a:moveTo>
                      <a:pt x="22" y="8608"/>
                    </a:moveTo>
                    <a:lnTo>
                      <a:pt x="22" y="8608"/>
                    </a:lnTo>
                    <a:cubicBezTo>
                      <a:pt x="14" y="8621"/>
                      <a:pt x="6" y="8634"/>
                      <a:pt x="0" y="8647"/>
                    </a:cubicBezTo>
                    <a:cubicBezTo>
                      <a:pt x="9" y="8634"/>
                      <a:pt x="15" y="8621"/>
                      <a:pt x="22" y="8608"/>
                    </a:cubicBezTo>
                    <a:close/>
                    <a:moveTo>
                      <a:pt x="23010" y="21867"/>
                    </a:moveTo>
                    <a:cubicBezTo>
                      <a:pt x="22990" y="21897"/>
                      <a:pt x="22970" y="21927"/>
                      <a:pt x="22960" y="21957"/>
                    </a:cubicBezTo>
                    <a:cubicBezTo>
                      <a:pt x="25207" y="22739"/>
                      <a:pt x="27534" y="23371"/>
                      <a:pt x="29801" y="24104"/>
                    </a:cubicBezTo>
                    <a:cubicBezTo>
                      <a:pt x="30463" y="24314"/>
                      <a:pt x="31646" y="24986"/>
                      <a:pt x="32389" y="24986"/>
                    </a:cubicBezTo>
                    <a:cubicBezTo>
                      <a:pt x="32419" y="24986"/>
                      <a:pt x="32449" y="24976"/>
                      <a:pt x="32479" y="24976"/>
                    </a:cubicBezTo>
                    <a:cubicBezTo>
                      <a:pt x="32690" y="24966"/>
                      <a:pt x="55088" y="23211"/>
                      <a:pt x="55088" y="23211"/>
                    </a:cubicBezTo>
                    <a:lnTo>
                      <a:pt x="55078" y="23131"/>
                    </a:lnTo>
                    <a:lnTo>
                      <a:pt x="32539" y="24886"/>
                    </a:lnTo>
                    <a:cubicBezTo>
                      <a:pt x="32539" y="24886"/>
                      <a:pt x="28477" y="23522"/>
                      <a:pt x="23010" y="21867"/>
                    </a:cubicBezTo>
                    <a:close/>
                  </a:path>
                </a:pathLst>
              </a:custGeom>
              <a:solidFill>
                <a:srgbClr val="B3E0E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26" name="Google Shape;14226;p50"/>
              <p:cNvSpPr/>
              <p:nvPr/>
            </p:nvSpPr>
            <p:spPr>
              <a:xfrm>
                <a:off x="4751553" y="320969"/>
                <a:ext cx="4587881" cy="2065040"/>
              </a:xfrm>
              <a:custGeom>
                <a:avLst/>
                <a:gdLst/>
                <a:ahLst/>
                <a:cxnLst/>
                <a:rect l="l" t="t" r="r" b="b"/>
                <a:pathLst>
                  <a:path w="55289" h="24886" extrusionOk="0">
                    <a:moveTo>
                      <a:pt x="25709" y="0"/>
                    </a:moveTo>
                    <a:cubicBezTo>
                      <a:pt x="25648" y="111"/>
                      <a:pt x="25588" y="281"/>
                      <a:pt x="25458" y="472"/>
                    </a:cubicBezTo>
                    <a:cubicBezTo>
                      <a:pt x="26130" y="1074"/>
                      <a:pt x="27093" y="2057"/>
                      <a:pt x="27444" y="2297"/>
                    </a:cubicBezTo>
                    <a:cubicBezTo>
                      <a:pt x="28577" y="3050"/>
                      <a:pt x="28587" y="2468"/>
                      <a:pt x="29731" y="3170"/>
                    </a:cubicBezTo>
                    <a:cubicBezTo>
                      <a:pt x="29590" y="2959"/>
                      <a:pt x="29540" y="2819"/>
                      <a:pt x="29410" y="2618"/>
                    </a:cubicBezTo>
                    <a:lnTo>
                      <a:pt x="29410" y="2618"/>
                    </a:lnTo>
                    <a:cubicBezTo>
                      <a:pt x="29962" y="3009"/>
                      <a:pt x="30915" y="3551"/>
                      <a:pt x="31777" y="4023"/>
                    </a:cubicBezTo>
                    <a:cubicBezTo>
                      <a:pt x="31958" y="4053"/>
                      <a:pt x="32078" y="4073"/>
                      <a:pt x="32108" y="4073"/>
                    </a:cubicBezTo>
                    <a:cubicBezTo>
                      <a:pt x="31877" y="3692"/>
                      <a:pt x="31306" y="3581"/>
                      <a:pt x="31175" y="3160"/>
                    </a:cubicBezTo>
                    <a:cubicBezTo>
                      <a:pt x="31075" y="2849"/>
                      <a:pt x="29380" y="1726"/>
                      <a:pt x="29129" y="1525"/>
                    </a:cubicBezTo>
                    <a:cubicBezTo>
                      <a:pt x="28918" y="1364"/>
                      <a:pt x="28708" y="1204"/>
                      <a:pt x="28517" y="1053"/>
                    </a:cubicBezTo>
                    <a:cubicBezTo>
                      <a:pt x="28447" y="1033"/>
                      <a:pt x="28397" y="1033"/>
                      <a:pt x="28357" y="1033"/>
                    </a:cubicBezTo>
                    <a:cubicBezTo>
                      <a:pt x="28246" y="1033"/>
                      <a:pt x="28196" y="1074"/>
                      <a:pt x="28146" y="1114"/>
                    </a:cubicBezTo>
                    <a:cubicBezTo>
                      <a:pt x="28106" y="1164"/>
                      <a:pt x="28076" y="1204"/>
                      <a:pt x="27986" y="1204"/>
                    </a:cubicBezTo>
                    <a:cubicBezTo>
                      <a:pt x="27956" y="1204"/>
                      <a:pt x="27915" y="1194"/>
                      <a:pt x="27855" y="1174"/>
                    </a:cubicBezTo>
                    <a:cubicBezTo>
                      <a:pt x="27253" y="973"/>
                      <a:pt x="26371" y="652"/>
                      <a:pt x="25699" y="20"/>
                    </a:cubicBezTo>
                    <a:cubicBezTo>
                      <a:pt x="25709" y="10"/>
                      <a:pt x="25709" y="0"/>
                      <a:pt x="25709" y="0"/>
                    </a:cubicBezTo>
                    <a:close/>
                    <a:moveTo>
                      <a:pt x="29280" y="5116"/>
                    </a:moveTo>
                    <a:cubicBezTo>
                      <a:pt x="29560" y="5116"/>
                      <a:pt x="30373" y="5437"/>
                      <a:pt x="30373" y="5437"/>
                    </a:cubicBezTo>
                    <a:cubicBezTo>
                      <a:pt x="30854" y="5597"/>
                      <a:pt x="31476" y="5988"/>
                      <a:pt x="31496" y="6179"/>
                    </a:cubicBezTo>
                    <a:cubicBezTo>
                      <a:pt x="31506" y="6229"/>
                      <a:pt x="31466" y="6249"/>
                      <a:pt x="31406" y="6249"/>
                    </a:cubicBezTo>
                    <a:cubicBezTo>
                      <a:pt x="31236" y="6249"/>
                      <a:pt x="30864" y="6109"/>
                      <a:pt x="30513" y="6059"/>
                    </a:cubicBezTo>
                    <a:cubicBezTo>
                      <a:pt x="30032" y="5988"/>
                      <a:pt x="29069" y="5246"/>
                      <a:pt x="29199" y="5136"/>
                    </a:cubicBezTo>
                    <a:cubicBezTo>
                      <a:pt x="29209" y="5126"/>
                      <a:pt x="29239" y="5116"/>
                      <a:pt x="29280" y="5116"/>
                    </a:cubicBezTo>
                    <a:close/>
                    <a:moveTo>
                      <a:pt x="16872" y="4564"/>
                    </a:moveTo>
                    <a:cubicBezTo>
                      <a:pt x="17022" y="4564"/>
                      <a:pt x="17193" y="4624"/>
                      <a:pt x="17363" y="4685"/>
                    </a:cubicBezTo>
                    <a:cubicBezTo>
                      <a:pt x="17524" y="4745"/>
                      <a:pt x="17674" y="4795"/>
                      <a:pt x="17775" y="4795"/>
                    </a:cubicBezTo>
                    <a:cubicBezTo>
                      <a:pt x="17795" y="4795"/>
                      <a:pt x="17825" y="4795"/>
                      <a:pt x="17845" y="4785"/>
                    </a:cubicBezTo>
                    <a:cubicBezTo>
                      <a:pt x="17845" y="4775"/>
                      <a:pt x="17855" y="4775"/>
                      <a:pt x="17865" y="4775"/>
                    </a:cubicBezTo>
                    <a:cubicBezTo>
                      <a:pt x="17995" y="4775"/>
                      <a:pt x="18386" y="5006"/>
                      <a:pt x="18778" y="5236"/>
                    </a:cubicBezTo>
                    <a:cubicBezTo>
                      <a:pt x="19159" y="5467"/>
                      <a:pt x="19540" y="5698"/>
                      <a:pt x="19650" y="5698"/>
                    </a:cubicBezTo>
                    <a:cubicBezTo>
                      <a:pt x="19670" y="5698"/>
                      <a:pt x="19680" y="5688"/>
                      <a:pt x="19670" y="5657"/>
                    </a:cubicBezTo>
                    <a:cubicBezTo>
                      <a:pt x="19660" y="5617"/>
                      <a:pt x="19680" y="5607"/>
                      <a:pt x="19710" y="5607"/>
                    </a:cubicBezTo>
                    <a:cubicBezTo>
                      <a:pt x="19961" y="5607"/>
                      <a:pt x="21195" y="6350"/>
                      <a:pt x="21656" y="6610"/>
                    </a:cubicBezTo>
                    <a:cubicBezTo>
                      <a:pt x="22168" y="6911"/>
                      <a:pt x="22268" y="7012"/>
                      <a:pt x="22148" y="7012"/>
                    </a:cubicBezTo>
                    <a:cubicBezTo>
                      <a:pt x="21957" y="7012"/>
                      <a:pt x="21175" y="6731"/>
                      <a:pt x="20844" y="6640"/>
                    </a:cubicBezTo>
                    <a:cubicBezTo>
                      <a:pt x="20663" y="6590"/>
                      <a:pt x="20513" y="6560"/>
                      <a:pt x="20392" y="6560"/>
                    </a:cubicBezTo>
                    <a:cubicBezTo>
                      <a:pt x="20152" y="6560"/>
                      <a:pt x="20031" y="6661"/>
                      <a:pt x="20122" y="6831"/>
                    </a:cubicBezTo>
                    <a:cubicBezTo>
                      <a:pt x="20132" y="6861"/>
                      <a:pt x="20102" y="6871"/>
                      <a:pt x="20031" y="6871"/>
                    </a:cubicBezTo>
                    <a:cubicBezTo>
                      <a:pt x="19540" y="6871"/>
                      <a:pt x="17323" y="6219"/>
                      <a:pt x="17163" y="5978"/>
                    </a:cubicBezTo>
                    <a:cubicBezTo>
                      <a:pt x="17113" y="5908"/>
                      <a:pt x="17183" y="5888"/>
                      <a:pt x="17293" y="5888"/>
                    </a:cubicBezTo>
                    <a:cubicBezTo>
                      <a:pt x="17423" y="5888"/>
                      <a:pt x="17604" y="5918"/>
                      <a:pt x="17785" y="5938"/>
                    </a:cubicBezTo>
                    <a:cubicBezTo>
                      <a:pt x="17955" y="5968"/>
                      <a:pt x="18116" y="5988"/>
                      <a:pt x="18196" y="5988"/>
                    </a:cubicBezTo>
                    <a:cubicBezTo>
                      <a:pt x="18286" y="5988"/>
                      <a:pt x="18276" y="5958"/>
                      <a:pt x="18075" y="5868"/>
                    </a:cubicBezTo>
                    <a:cubicBezTo>
                      <a:pt x="17333" y="5527"/>
                      <a:pt x="16390" y="4805"/>
                      <a:pt x="16691" y="4614"/>
                    </a:cubicBezTo>
                    <a:cubicBezTo>
                      <a:pt x="16741" y="4574"/>
                      <a:pt x="16802" y="4564"/>
                      <a:pt x="16872" y="4564"/>
                    </a:cubicBezTo>
                    <a:close/>
                    <a:moveTo>
                      <a:pt x="23352" y="6480"/>
                    </a:moveTo>
                    <a:cubicBezTo>
                      <a:pt x="23412" y="6480"/>
                      <a:pt x="23512" y="6510"/>
                      <a:pt x="23683" y="6580"/>
                    </a:cubicBezTo>
                    <a:cubicBezTo>
                      <a:pt x="24826" y="7082"/>
                      <a:pt x="25879" y="7914"/>
                      <a:pt x="25528" y="7914"/>
                    </a:cubicBezTo>
                    <a:cubicBezTo>
                      <a:pt x="25478" y="7914"/>
                      <a:pt x="25408" y="7904"/>
                      <a:pt x="25297" y="7864"/>
                    </a:cubicBezTo>
                    <a:cubicBezTo>
                      <a:pt x="24435" y="7573"/>
                      <a:pt x="23913" y="7473"/>
                      <a:pt x="23121" y="7072"/>
                    </a:cubicBezTo>
                    <a:cubicBezTo>
                      <a:pt x="22629" y="6821"/>
                      <a:pt x="23221" y="6971"/>
                      <a:pt x="23422" y="6861"/>
                    </a:cubicBezTo>
                    <a:cubicBezTo>
                      <a:pt x="23522" y="6811"/>
                      <a:pt x="23181" y="6480"/>
                      <a:pt x="23352" y="6480"/>
                    </a:cubicBezTo>
                    <a:close/>
                    <a:moveTo>
                      <a:pt x="29241" y="5769"/>
                    </a:moveTo>
                    <a:lnTo>
                      <a:pt x="29241" y="5769"/>
                    </a:lnTo>
                    <a:cubicBezTo>
                      <a:pt x="29333" y="5878"/>
                      <a:pt x="29792" y="5898"/>
                      <a:pt x="29932" y="5928"/>
                    </a:cubicBezTo>
                    <a:cubicBezTo>
                      <a:pt x="30082" y="5958"/>
                      <a:pt x="30222" y="5988"/>
                      <a:pt x="30363" y="6049"/>
                    </a:cubicBezTo>
                    <a:cubicBezTo>
                      <a:pt x="30764" y="6209"/>
                      <a:pt x="31095" y="6500"/>
                      <a:pt x="31396" y="6801"/>
                    </a:cubicBezTo>
                    <a:cubicBezTo>
                      <a:pt x="31847" y="6871"/>
                      <a:pt x="32560" y="7082"/>
                      <a:pt x="33171" y="7242"/>
                    </a:cubicBezTo>
                    <a:cubicBezTo>
                      <a:pt x="33553" y="7343"/>
                      <a:pt x="34746" y="7613"/>
                      <a:pt x="35208" y="7654"/>
                    </a:cubicBezTo>
                    <a:cubicBezTo>
                      <a:pt x="35669" y="7684"/>
                      <a:pt x="37234" y="8135"/>
                      <a:pt x="37475" y="8356"/>
                    </a:cubicBezTo>
                    <a:cubicBezTo>
                      <a:pt x="37505" y="8386"/>
                      <a:pt x="37485" y="8406"/>
                      <a:pt x="37424" y="8406"/>
                    </a:cubicBezTo>
                    <a:cubicBezTo>
                      <a:pt x="37254" y="8406"/>
                      <a:pt x="36823" y="8316"/>
                      <a:pt x="36341" y="8225"/>
                    </a:cubicBezTo>
                    <a:cubicBezTo>
                      <a:pt x="35860" y="8135"/>
                      <a:pt x="35338" y="8045"/>
                      <a:pt x="34997" y="8045"/>
                    </a:cubicBezTo>
                    <a:cubicBezTo>
                      <a:pt x="34937" y="8045"/>
                      <a:pt x="34887" y="8055"/>
                      <a:pt x="34836" y="8055"/>
                    </a:cubicBezTo>
                    <a:cubicBezTo>
                      <a:pt x="34726" y="8075"/>
                      <a:pt x="34606" y="8085"/>
                      <a:pt x="34485" y="8085"/>
                    </a:cubicBezTo>
                    <a:cubicBezTo>
                      <a:pt x="33853" y="8085"/>
                      <a:pt x="33101" y="7894"/>
                      <a:pt x="32560" y="7654"/>
                    </a:cubicBezTo>
                    <a:cubicBezTo>
                      <a:pt x="31928" y="7363"/>
                      <a:pt x="30945" y="6781"/>
                      <a:pt x="31256" y="6781"/>
                    </a:cubicBezTo>
                    <a:lnTo>
                      <a:pt x="31296" y="6781"/>
                    </a:lnTo>
                    <a:cubicBezTo>
                      <a:pt x="31035" y="6681"/>
                      <a:pt x="30774" y="6590"/>
                      <a:pt x="30503" y="6490"/>
                    </a:cubicBezTo>
                    <a:cubicBezTo>
                      <a:pt x="30393" y="6450"/>
                      <a:pt x="30273" y="6400"/>
                      <a:pt x="30162" y="6360"/>
                    </a:cubicBezTo>
                    <a:cubicBezTo>
                      <a:pt x="30032" y="6309"/>
                      <a:pt x="29901" y="6259"/>
                      <a:pt x="29781" y="6199"/>
                    </a:cubicBezTo>
                    <a:cubicBezTo>
                      <a:pt x="29571" y="6089"/>
                      <a:pt x="29391" y="5949"/>
                      <a:pt x="29241" y="5769"/>
                    </a:cubicBezTo>
                    <a:close/>
                    <a:moveTo>
                      <a:pt x="2949" y="8616"/>
                    </a:moveTo>
                    <a:cubicBezTo>
                      <a:pt x="3080" y="8616"/>
                      <a:pt x="3220" y="8647"/>
                      <a:pt x="3371" y="8717"/>
                    </a:cubicBezTo>
                    <a:cubicBezTo>
                      <a:pt x="4314" y="9178"/>
                      <a:pt x="6390" y="9941"/>
                      <a:pt x="5808" y="9941"/>
                    </a:cubicBezTo>
                    <a:cubicBezTo>
                      <a:pt x="5778" y="9941"/>
                      <a:pt x="5738" y="9941"/>
                      <a:pt x="5698" y="9930"/>
                    </a:cubicBezTo>
                    <a:cubicBezTo>
                      <a:pt x="4915" y="9860"/>
                      <a:pt x="4203" y="9620"/>
                      <a:pt x="3652" y="9620"/>
                    </a:cubicBezTo>
                    <a:cubicBezTo>
                      <a:pt x="3551" y="9620"/>
                      <a:pt x="3451" y="9630"/>
                      <a:pt x="3371" y="9640"/>
                    </a:cubicBezTo>
                    <a:cubicBezTo>
                      <a:pt x="3321" y="9650"/>
                      <a:pt x="3270" y="9660"/>
                      <a:pt x="3230" y="9660"/>
                    </a:cubicBezTo>
                    <a:cubicBezTo>
                      <a:pt x="3070" y="9660"/>
                      <a:pt x="3020" y="9569"/>
                      <a:pt x="2969" y="9479"/>
                    </a:cubicBezTo>
                    <a:cubicBezTo>
                      <a:pt x="2919" y="9389"/>
                      <a:pt x="2869" y="9299"/>
                      <a:pt x="2679" y="9299"/>
                    </a:cubicBezTo>
                    <a:cubicBezTo>
                      <a:pt x="2618" y="9299"/>
                      <a:pt x="2548" y="9309"/>
                      <a:pt x="2458" y="9329"/>
                    </a:cubicBezTo>
                    <a:cubicBezTo>
                      <a:pt x="2097" y="9419"/>
                      <a:pt x="1716" y="9479"/>
                      <a:pt x="1515" y="9479"/>
                    </a:cubicBezTo>
                    <a:cubicBezTo>
                      <a:pt x="1314" y="9479"/>
                      <a:pt x="1284" y="9419"/>
                      <a:pt x="1565" y="9268"/>
                    </a:cubicBezTo>
                    <a:cubicBezTo>
                      <a:pt x="2147" y="8958"/>
                      <a:pt x="1956" y="9098"/>
                      <a:pt x="2247" y="8887"/>
                    </a:cubicBezTo>
                    <a:cubicBezTo>
                      <a:pt x="2438" y="8747"/>
                      <a:pt x="2679" y="8616"/>
                      <a:pt x="2949" y="8616"/>
                    </a:cubicBezTo>
                    <a:close/>
                    <a:moveTo>
                      <a:pt x="23512" y="2729"/>
                    </a:moveTo>
                    <a:cubicBezTo>
                      <a:pt x="23512" y="2729"/>
                      <a:pt x="23502" y="2739"/>
                      <a:pt x="23502" y="2739"/>
                    </a:cubicBezTo>
                    <a:cubicBezTo>
                      <a:pt x="23482" y="2779"/>
                      <a:pt x="23452" y="2819"/>
                      <a:pt x="23412" y="2859"/>
                    </a:cubicBezTo>
                    <a:cubicBezTo>
                      <a:pt x="23191" y="3120"/>
                      <a:pt x="23151" y="3240"/>
                      <a:pt x="22940" y="3421"/>
                    </a:cubicBezTo>
                    <a:cubicBezTo>
                      <a:pt x="22820" y="3601"/>
                      <a:pt x="22800" y="3952"/>
                      <a:pt x="22720" y="4203"/>
                    </a:cubicBezTo>
                    <a:cubicBezTo>
                      <a:pt x="23151" y="4534"/>
                      <a:pt x="23592" y="4875"/>
                      <a:pt x="23693" y="4935"/>
                    </a:cubicBezTo>
                    <a:cubicBezTo>
                      <a:pt x="23703" y="4945"/>
                      <a:pt x="23713" y="4945"/>
                      <a:pt x="23713" y="4945"/>
                    </a:cubicBezTo>
                    <a:cubicBezTo>
                      <a:pt x="23753" y="4945"/>
                      <a:pt x="23582" y="4725"/>
                      <a:pt x="23402" y="4504"/>
                    </a:cubicBezTo>
                    <a:cubicBezTo>
                      <a:pt x="23231" y="4293"/>
                      <a:pt x="23051" y="4073"/>
                      <a:pt x="23091" y="4073"/>
                    </a:cubicBezTo>
                    <a:lnTo>
                      <a:pt x="23091" y="4073"/>
                    </a:lnTo>
                    <a:cubicBezTo>
                      <a:pt x="23091" y="4073"/>
                      <a:pt x="23101" y="4073"/>
                      <a:pt x="23111" y="4083"/>
                    </a:cubicBezTo>
                    <a:cubicBezTo>
                      <a:pt x="24475" y="5036"/>
                      <a:pt x="26150" y="6249"/>
                      <a:pt x="27554" y="7423"/>
                    </a:cubicBezTo>
                    <a:cubicBezTo>
                      <a:pt x="26250" y="7022"/>
                      <a:pt x="25277" y="6179"/>
                      <a:pt x="23993" y="5708"/>
                    </a:cubicBezTo>
                    <a:cubicBezTo>
                      <a:pt x="23713" y="5607"/>
                      <a:pt x="22379" y="4975"/>
                      <a:pt x="21476" y="4554"/>
                    </a:cubicBezTo>
                    <a:cubicBezTo>
                      <a:pt x="21355" y="4614"/>
                      <a:pt x="21235" y="4685"/>
                      <a:pt x="21115" y="4705"/>
                    </a:cubicBezTo>
                    <a:cubicBezTo>
                      <a:pt x="21175" y="4755"/>
                      <a:pt x="21235" y="4815"/>
                      <a:pt x="21295" y="4865"/>
                    </a:cubicBezTo>
                    <a:cubicBezTo>
                      <a:pt x="21686" y="5216"/>
                      <a:pt x="22078" y="5557"/>
                      <a:pt x="22007" y="5557"/>
                    </a:cubicBezTo>
                    <a:cubicBezTo>
                      <a:pt x="21977" y="5557"/>
                      <a:pt x="21897" y="5517"/>
                      <a:pt x="21737" y="5427"/>
                    </a:cubicBezTo>
                    <a:cubicBezTo>
                      <a:pt x="21626" y="5357"/>
                      <a:pt x="19891" y="4584"/>
                      <a:pt x="19761" y="4524"/>
                    </a:cubicBezTo>
                    <a:cubicBezTo>
                      <a:pt x="19660" y="4484"/>
                      <a:pt x="19590" y="4464"/>
                      <a:pt x="19540" y="4464"/>
                    </a:cubicBezTo>
                    <a:cubicBezTo>
                      <a:pt x="19460" y="4464"/>
                      <a:pt x="19450" y="4514"/>
                      <a:pt x="19460" y="4574"/>
                    </a:cubicBezTo>
                    <a:cubicBezTo>
                      <a:pt x="19460" y="4634"/>
                      <a:pt x="19470" y="4695"/>
                      <a:pt x="19420" y="4695"/>
                    </a:cubicBezTo>
                    <a:cubicBezTo>
                      <a:pt x="19389" y="4695"/>
                      <a:pt x="19339" y="4674"/>
                      <a:pt x="19259" y="4624"/>
                    </a:cubicBezTo>
                    <a:cubicBezTo>
                      <a:pt x="18838" y="4384"/>
                      <a:pt x="18095" y="4063"/>
                      <a:pt x="17373" y="3692"/>
                    </a:cubicBezTo>
                    <a:cubicBezTo>
                      <a:pt x="17293" y="3661"/>
                      <a:pt x="17223" y="3641"/>
                      <a:pt x="17153" y="3641"/>
                    </a:cubicBezTo>
                    <a:cubicBezTo>
                      <a:pt x="16922" y="3641"/>
                      <a:pt x="16711" y="3832"/>
                      <a:pt x="16491" y="4023"/>
                    </a:cubicBezTo>
                    <a:cubicBezTo>
                      <a:pt x="16270" y="4213"/>
                      <a:pt x="16039" y="4404"/>
                      <a:pt x="15738" y="4404"/>
                    </a:cubicBezTo>
                    <a:cubicBezTo>
                      <a:pt x="15678" y="4404"/>
                      <a:pt x="15608" y="4394"/>
                      <a:pt x="15538" y="4374"/>
                    </a:cubicBezTo>
                    <a:cubicBezTo>
                      <a:pt x="15297" y="4624"/>
                      <a:pt x="15066" y="4835"/>
                      <a:pt x="14906" y="4935"/>
                    </a:cubicBezTo>
                    <a:cubicBezTo>
                      <a:pt x="14474" y="5186"/>
                      <a:pt x="14244" y="5326"/>
                      <a:pt x="13833" y="5668"/>
                    </a:cubicBezTo>
                    <a:cubicBezTo>
                      <a:pt x="13742" y="5808"/>
                      <a:pt x="13742" y="5878"/>
                      <a:pt x="13822" y="5878"/>
                    </a:cubicBezTo>
                    <a:cubicBezTo>
                      <a:pt x="13913" y="5878"/>
                      <a:pt x="14133" y="5768"/>
                      <a:pt x="14454" y="5527"/>
                    </a:cubicBezTo>
                    <a:cubicBezTo>
                      <a:pt x="15016" y="5106"/>
                      <a:pt x="15417" y="4845"/>
                      <a:pt x="15558" y="4845"/>
                    </a:cubicBezTo>
                    <a:cubicBezTo>
                      <a:pt x="15638" y="4845"/>
                      <a:pt x="15628" y="4925"/>
                      <a:pt x="15538" y="5106"/>
                    </a:cubicBezTo>
                    <a:cubicBezTo>
                      <a:pt x="15257" y="5587"/>
                      <a:pt x="14264" y="6390"/>
                      <a:pt x="14103" y="6831"/>
                    </a:cubicBezTo>
                    <a:cubicBezTo>
                      <a:pt x="14023" y="7057"/>
                      <a:pt x="13790" y="7059"/>
                      <a:pt x="13470" y="7059"/>
                    </a:cubicBezTo>
                    <a:cubicBezTo>
                      <a:pt x="13463" y="7059"/>
                      <a:pt x="13456" y="7059"/>
                      <a:pt x="13448" y="7059"/>
                    </a:cubicBezTo>
                    <a:cubicBezTo>
                      <a:pt x="13132" y="7059"/>
                      <a:pt x="12735" y="7062"/>
                      <a:pt x="12318" y="7272"/>
                    </a:cubicBezTo>
                    <a:cubicBezTo>
                      <a:pt x="11917" y="7473"/>
                      <a:pt x="11566" y="7613"/>
                      <a:pt x="11385" y="7613"/>
                    </a:cubicBezTo>
                    <a:cubicBezTo>
                      <a:pt x="11225" y="7613"/>
                      <a:pt x="11215" y="7483"/>
                      <a:pt x="11475" y="7182"/>
                    </a:cubicBezTo>
                    <a:lnTo>
                      <a:pt x="11475" y="7182"/>
                    </a:lnTo>
                    <a:cubicBezTo>
                      <a:pt x="11084" y="7403"/>
                      <a:pt x="10091" y="7383"/>
                      <a:pt x="9780" y="7623"/>
                    </a:cubicBezTo>
                    <a:cubicBezTo>
                      <a:pt x="9600" y="7764"/>
                      <a:pt x="9379" y="7874"/>
                      <a:pt x="9178" y="7924"/>
                    </a:cubicBezTo>
                    <a:cubicBezTo>
                      <a:pt x="10001" y="8386"/>
                      <a:pt x="11335" y="8958"/>
                      <a:pt x="12819" y="9670"/>
                    </a:cubicBezTo>
                    <a:cubicBezTo>
                      <a:pt x="13913" y="10121"/>
                      <a:pt x="14926" y="10512"/>
                      <a:pt x="15317" y="10623"/>
                    </a:cubicBezTo>
                    <a:cubicBezTo>
                      <a:pt x="15467" y="10663"/>
                      <a:pt x="15628" y="10723"/>
                      <a:pt x="15768" y="10803"/>
                    </a:cubicBezTo>
                    <a:cubicBezTo>
                      <a:pt x="16220" y="11084"/>
                      <a:pt x="14234" y="11375"/>
                      <a:pt x="12819" y="11375"/>
                    </a:cubicBezTo>
                    <a:cubicBezTo>
                      <a:pt x="12188" y="11375"/>
                      <a:pt x="11676" y="11315"/>
                      <a:pt x="11536" y="11174"/>
                    </a:cubicBezTo>
                    <a:cubicBezTo>
                      <a:pt x="11465" y="11104"/>
                      <a:pt x="11405" y="11014"/>
                      <a:pt x="11325" y="10974"/>
                    </a:cubicBezTo>
                    <a:cubicBezTo>
                      <a:pt x="11265" y="10944"/>
                      <a:pt x="11205" y="10924"/>
                      <a:pt x="11144" y="10924"/>
                    </a:cubicBezTo>
                    <a:cubicBezTo>
                      <a:pt x="11014" y="10924"/>
                      <a:pt x="10884" y="10984"/>
                      <a:pt x="10753" y="11014"/>
                    </a:cubicBezTo>
                    <a:cubicBezTo>
                      <a:pt x="10623" y="11044"/>
                      <a:pt x="10502" y="11054"/>
                      <a:pt x="10392" y="11054"/>
                    </a:cubicBezTo>
                    <a:cubicBezTo>
                      <a:pt x="10011" y="11054"/>
                      <a:pt x="9680" y="10893"/>
                      <a:pt x="9369" y="10623"/>
                    </a:cubicBezTo>
                    <a:cubicBezTo>
                      <a:pt x="8687" y="10001"/>
                      <a:pt x="6891" y="9870"/>
                      <a:pt x="6831" y="9830"/>
                    </a:cubicBezTo>
                    <a:cubicBezTo>
                      <a:pt x="6651" y="9690"/>
                      <a:pt x="5628" y="8556"/>
                      <a:pt x="5427" y="8456"/>
                    </a:cubicBezTo>
                    <a:cubicBezTo>
                      <a:pt x="5317" y="8396"/>
                      <a:pt x="5196" y="8346"/>
                      <a:pt x="5066" y="8346"/>
                    </a:cubicBezTo>
                    <a:lnTo>
                      <a:pt x="5036" y="8346"/>
                    </a:lnTo>
                    <a:cubicBezTo>
                      <a:pt x="4925" y="8346"/>
                      <a:pt x="4003" y="7854"/>
                      <a:pt x="3451" y="7583"/>
                    </a:cubicBezTo>
                    <a:cubicBezTo>
                      <a:pt x="3341" y="7523"/>
                      <a:pt x="3290" y="7503"/>
                      <a:pt x="3270" y="7503"/>
                    </a:cubicBezTo>
                    <a:cubicBezTo>
                      <a:pt x="3190" y="7503"/>
                      <a:pt x="3521" y="7774"/>
                      <a:pt x="3310" y="7824"/>
                    </a:cubicBezTo>
                    <a:lnTo>
                      <a:pt x="3300" y="7824"/>
                    </a:lnTo>
                    <a:cubicBezTo>
                      <a:pt x="3230" y="7824"/>
                      <a:pt x="2990" y="7694"/>
                      <a:pt x="2759" y="7563"/>
                    </a:cubicBezTo>
                    <a:cubicBezTo>
                      <a:pt x="2729" y="7543"/>
                      <a:pt x="2699" y="7523"/>
                      <a:pt x="2669" y="7513"/>
                    </a:cubicBezTo>
                    <a:cubicBezTo>
                      <a:pt x="2638" y="7523"/>
                      <a:pt x="2598" y="7533"/>
                      <a:pt x="2558" y="7553"/>
                    </a:cubicBezTo>
                    <a:cubicBezTo>
                      <a:pt x="2478" y="7573"/>
                      <a:pt x="1655" y="7774"/>
                      <a:pt x="1385" y="7804"/>
                    </a:cubicBezTo>
                    <a:cubicBezTo>
                      <a:pt x="1304" y="7874"/>
                      <a:pt x="1204" y="7954"/>
                      <a:pt x="1144" y="7995"/>
                    </a:cubicBezTo>
                    <a:cubicBezTo>
                      <a:pt x="1064" y="8065"/>
                      <a:pt x="1064" y="8065"/>
                      <a:pt x="1254" y="8125"/>
                    </a:cubicBezTo>
                    <a:cubicBezTo>
                      <a:pt x="1415" y="8185"/>
                      <a:pt x="1114" y="8406"/>
                      <a:pt x="933" y="8406"/>
                    </a:cubicBezTo>
                    <a:lnTo>
                      <a:pt x="883" y="8406"/>
                    </a:lnTo>
                    <a:cubicBezTo>
                      <a:pt x="793" y="8376"/>
                      <a:pt x="693" y="8356"/>
                      <a:pt x="602" y="8356"/>
                    </a:cubicBezTo>
                    <a:cubicBezTo>
                      <a:pt x="502" y="8356"/>
                      <a:pt x="412" y="8376"/>
                      <a:pt x="362" y="8436"/>
                    </a:cubicBezTo>
                    <a:cubicBezTo>
                      <a:pt x="331" y="8466"/>
                      <a:pt x="311" y="8486"/>
                      <a:pt x="291" y="8506"/>
                    </a:cubicBezTo>
                    <a:cubicBezTo>
                      <a:pt x="291" y="8506"/>
                      <a:pt x="291" y="8516"/>
                      <a:pt x="291" y="8516"/>
                    </a:cubicBezTo>
                    <a:cubicBezTo>
                      <a:pt x="261" y="8566"/>
                      <a:pt x="231" y="8606"/>
                      <a:pt x="211" y="8647"/>
                    </a:cubicBezTo>
                    <a:cubicBezTo>
                      <a:pt x="121" y="8787"/>
                      <a:pt x="61" y="8857"/>
                      <a:pt x="0" y="8887"/>
                    </a:cubicBezTo>
                    <a:cubicBezTo>
                      <a:pt x="422" y="9118"/>
                      <a:pt x="592" y="9208"/>
                      <a:pt x="472" y="9208"/>
                    </a:cubicBezTo>
                    <a:cubicBezTo>
                      <a:pt x="442" y="9208"/>
                      <a:pt x="392" y="9198"/>
                      <a:pt x="321" y="9188"/>
                    </a:cubicBezTo>
                    <a:lnTo>
                      <a:pt x="321" y="9188"/>
                    </a:lnTo>
                    <a:cubicBezTo>
                      <a:pt x="351" y="9208"/>
                      <a:pt x="372" y="9218"/>
                      <a:pt x="392" y="9228"/>
                    </a:cubicBezTo>
                    <a:cubicBezTo>
                      <a:pt x="442" y="9258"/>
                      <a:pt x="1013" y="9620"/>
                      <a:pt x="1204" y="9720"/>
                    </a:cubicBezTo>
                    <a:cubicBezTo>
                      <a:pt x="1385" y="9820"/>
                      <a:pt x="2177" y="10051"/>
                      <a:pt x="2388" y="10171"/>
                    </a:cubicBezTo>
                    <a:cubicBezTo>
                      <a:pt x="2458" y="10211"/>
                      <a:pt x="2508" y="10221"/>
                      <a:pt x="2538" y="10221"/>
                    </a:cubicBezTo>
                    <a:cubicBezTo>
                      <a:pt x="2578" y="10221"/>
                      <a:pt x="2578" y="10181"/>
                      <a:pt x="2568" y="10141"/>
                    </a:cubicBezTo>
                    <a:cubicBezTo>
                      <a:pt x="2558" y="10091"/>
                      <a:pt x="2548" y="10051"/>
                      <a:pt x="2578" y="10051"/>
                    </a:cubicBezTo>
                    <a:lnTo>
                      <a:pt x="2598" y="10051"/>
                    </a:lnTo>
                    <a:cubicBezTo>
                      <a:pt x="3331" y="10402"/>
                      <a:pt x="3020" y="10211"/>
                      <a:pt x="3652" y="10733"/>
                    </a:cubicBezTo>
                    <a:cubicBezTo>
                      <a:pt x="5407" y="12197"/>
                      <a:pt x="6570" y="14695"/>
                      <a:pt x="6510" y="14765"/>
                    </a:cubicBezTo>
                    <a:cubicBezTo>
                      <a:pt x="6420" y="14855"/>
                      <a:pt x="6290" y="14886"/>
                      <a:pt x="6179" y="14936"/>
                    </a:cubicBezTo>
                    <a:cubicBezTo>
                      <a:pt x="5938" y="15046"/>
                      <a:pt x="5758" y="15257"/>
                      <a:pt x="5597" y="15467"/>
                    </a:cubicBezTo>
                    <a:cubicBezTo>
                      <a:pt x="5387" y="15718"/>
                      <a:pt x="5176" y="16049"/>
                      <a:pt x="5297" y="16350"/>
                    </a:cubicBezTo>
                    <a:cubicBezTo>
                      <a:pt x="5367" y="16531"/>
                      <a:pt x="5537" y="16641"/>
                      <a:pt x="5718" y="16731"/>
                    </a:cubicBezTo>
                    <a:cubicBezTo>
                      <a:pt x="6370" y="17052"/>
                      <a:pt x="7102" y="17032"/>
                      <a:pt x="7744" y="17353"/>
                    </a:cubicBezTo>
                    <a:cubicBezTo>
                      <a:pt x="7914" y="17443"/>
                      <a:pt x="8105" y="17473"/>
                      <a:pt x="8296" y="17473"/>
                    </a:cubicBezTo>
                    <a:cubicBezTo>
                      <a:pt x="8577" y="17473"/>
                      <a:pt x="8857" y="17413"/>
                      <a:pt x="9118" y="17403"/>
                    </a:cubicBezTo>
                    <a:cubicBezTo>
                      <a:pt x="9700" y="17363"/>
                      <a:pt x="10332" y="16862"/>
                      <a:pt x="10863" y="16641"/>
                    </a:cubicBezTo>
                    <a:cubicBezTo>
                      <a:pt x="11596" y="16330"/>
                      <a:pt x="12328" y="16029"/>
                      <a:pt x="13070" y="15718"/>
                    </a:cubicBezTo>
                    <a:lnTo>
                      <a:pt x="17363" y="13933"/>
                    </a:lnTo>
                    <a:cubicBezTo>
                      <a:pt x="18065" y="13642"/>
                      <a:pt x="18768" y="13351"/>
                      <a:pt x="19480" y="13070"/>
                    </a:cubicBezTo>
                    <a:cubicBezTo>
                      <a:pt x="19831" y="12940"/>
                      <a:pt x="20413" y="12589"/>
                      <a:pt x="20844" y="12589"/>
                    </a:cubicBezTo>
                    <a:cubicBezTo>
                      <a:pt x="20924" y="12589"/>
                      <a:pt x="21004" y="12609"/>
                      <a:pt x="21075" y="12639"/>
                    </a:cubicBezTo>
                    <a:cubicBezTo>
                      <a:pt x="20884" y="12759"/>
                      <a:pt x="20663" y="12869"/>
                      <a:pt x="20453" y="12970"/>
                    </a:cubicBezTo>
                    <a:cubicBezTo>
                      <a:pt x="19590" y="13371"/>
                      <a:pt x="18758" y="13682"/>
                      <a:pt x="17925" y="14173"/>
                    </a:cubicBezTo>
                    <a:cubicBezTo>
                      <a:pt x="17002" y="14725"/>
                      <a:pt x="16099" y="15287"/>
                      <a:pt x="15207" y="15879"/>
                    </a:cubicBezTo>
                    <a:cubicBezTo>
                      <a:pt x="14826" y="16139"/>
                      <a:pt x="14444" y="16390"/>
                      <a:pt x="14013" y="16541"/>
                    </a:cubicBezTo>
                    <a:cubicBezTo>
                      <a:pt x="13833" y="16611"/>
                      <a:pt x="13632" y="16651"/>
                      <a:pt x="13471" y="16761"/>
                    </a:cubicBezTo>
                    <a:cubicBezTo>
                      <a:pt x="13181" y="16952"/>
                      <a:pt x="13030" y="17303"/>
                      <a:pt x="12729" y="17493"/>
                    </a:cubicBezTo>
                    <a:cubicBezTo>
                      <a:pt x="12458" y="17674"/>
                      <a:pt x="12097" y="17684"/>
                      <a:pt x="11846" y="17915"/>
                    </a:cubicBezTo>
                    <a:cubicBezTo>
                      <a:pt x="11766" y="17985"/>
                      <a:pt x="11656" y="18065"/>
                      <a:pt x="11626" y="18166"/>
                    </a:cubicBezTo>
                    <a:cubicBezTo>
                      <a:pt x="11756" y="18166"/>
                      <a:pt x="11796" y="18266"/>
                      <a:pt x="11887" y="18336"/>
                    </a:cubicBezTo>
                    <a:cubicBezTo>
                      <a:pt x="11997" y="18426"/>
                      <a:pt x="12198" y="18426"/>
                      <a:pt x="12338" y="18446"/>
                    </a:cubicBezTo>
                    <a:cubicBezTo>
                      <a:pt x="12980" y="18527"/>
                      <a:pt x="13592" y="18647"/>
                      <a:pt x="14174" y="18958"/>
                    </a:cubicBezTo>
                    <a:cubicBezTo>
                      <a:pt x="14294" y="19018"/>
                      <a:pt x="14414" y="19088"/>
                      <a:pt x="14545" y="19108"/>
                    </a:cubicBezTo>
                    <a:lnTo>
                      <a:pt x="14555" y="19118"/>
                    </a:lnTo>
                    <a:lnTo>
                      <a:pt x="14645" y="19118"/>
                    </a:lnTo>
                    <a:cubicBezTo>
                      <a:pt x="14705" y="19118"/>
                      <a:pt x="14765" y="19108"/>
                      <a:pt x="14836" y="19098"/>
                    </a:cubicBezTo>
                    <a:cubicBezTo>
                      <a:pt x="15929" y="18928"/>
                      <a:pt x="16912" y="18246"/>
                      <a:pt x="17955" y="17895"/>
                    </a:cubicBezTo>
                    <a:cubicBezTo>
                      <a:pt x="20182" y="17142"/>
                      <a:pt x="22479" y="16852"/>
                      <a:pt x="24796" y="16420"/>
                    </a:cubicBezTo>
                    <a:cubicBezTo>
                      <a:pt x="25237" y="16340"/>
                      <a:pt x="25689" y="16250"/>
                      <a:pt x="26100" y="16049"/>
                    </a:cubicBezTo>
                    <a:cubicBezTo>
                      <a:pt x="26531" y="15838"/>
                      <a:pt x="26892" y="15517"/>
                      <a:pt x="27294" y="15257"/>
                    </a:cubicBezTo>
                    <a:cubicBezTo>
                      <a:pt x="28036" y="14775"/>
                      <a:pt x="29009" y="14364"/>
                      <a:pt x="29881" y="14244"/>
                    </a:cubicBezTo>
                    <a:lnTo>
                      <a:pt x="29881" y="14244"/>
                    </a:lnTo>
                    <a:cubicBezTo>
                      <a:pt x="29711" y="14565"/>
                      <a:pt x="29370" y="14876"/>
                      <a:pt x="29069" y="15106"/>
                    </a:cubicBezTo>
                    <a:cubicBezTo>
                      <a:pt x="28517" y="15517"/>
                      <a:pt x="28096" y="15879"/>
                      <a:pt x="27594" y="16360"/>
                    </a:cubicBezTo>
                    <a:cubicBezTo>
                      <a:pt x="27454" y="16480"/>
                      <a:pt x="27304" y="16591"/>
                      <a:pt x="27213" y="16751"/>
                    </a:cubicBezTo>
                    <a:cubicBezTo>
                      <a:pt x="27133" y="16892"/>
                      <a:pt x="27123" y="17062"/>
                      <a:pt x="27043" y="17203"/>
                    </a:cubicBezTo>
                    <a:cubicBezTo>
                      <a:pt x="26752" y="17764"/>
                      <a:pt x="25097" y="18326"/>
                      <a:pt x="24525" y="18527"/>
                    </a:cubicBezTo>
                    <a:cubicBezTo>
                      <a:pt x="24184" y="18637"/>
                      <a:pt x="23843" y="18747"/>
                      <a:pt x="23502" y="18858"/>
                    </a:cubicBezTo>
                    <a:cubicBezTo>
                      <a:pt x="23432" y="18888"/>
                      <a:pt x="22248" y="19329"/>
                      <a:pt x="22449" y="19550"/>
                    </a:cubicBezTo>
                    <a:cubicBezTo>
                      <a:pt x="22539" y="19560"/>
                      <a:pt x="22639" y="19560"/>
                      <a:pt x="22730" y="19560"/>
                    </a:cubicBezTo>
                    <a:cubicBezTo>
                      <a:pt x="22860" y="19560"/>
                      <a:pt x="22990" y="19560"/>
                      <a:pt x="23111" y="19540"/>
                    </a:cubicBezTo>
                    <a:cubicBezTo>
                      <a:pt x="24214" y="19419"/>
                      <a:pt x="25578" y="18707"/>
                      <a:pt x="26601" y="18276"/>
                    </a:cubicBezTo>
                    <a:cubicBezTo>
                      <a:pt x="27494" y="17895"/>
                      <a:pt x="28437" y="17193"/>
                      <a:pt x="29350" y="16962"/>
                    </a:cubicBezTo>
                    <a:lnTo>
                      <a:pt x="29350" y="16962"/>
                    </a:lnTo>
                    <a:cubicBezTo>
                      <a:pt x="29049" y="17483"/>
                      <a:pt x="28497" y="17604"/>
                      <a:pt x="28026" y="17915"/>
                    </a:cubicBezTo>
                    <a:cubicBezTo>
                      <a:pt x="27544" y="18246"/>
                      <a:pt x="27143" y="18667"/>
                      <a:pt x="26742" y="19078"/>
                    </a:cubicBezTo>
                    <a:cubicBezTo>
                      <a:pt x="26160" y="19660"/>
                      <a:pt x="25558" y="20232"/>
                      <a:pt x="24876" y="20693"/>
                    </a:cubicBezTo>
                    <a:cubicBezTo>
                      <a:pt x="24375" y="21014"/>
                      <a:pt x="23542" y="21335"/>
                      <a:pt x="23221" y="21867"/>
                    </a:cubicBezTo>
                    <a:cubicBezTo>
                      <a:pt x="28688" y="23522"/>
                      <a:pt x="32750" y="24886"/>
                      <a:pt x="32750" y="24886"/>
                    </a:cubicBezTo>
                    <a:lnTo>
                      <a:pt x="55289" y="23131"/>
                    </a:lnTo>
                    <a:lnTo>
                      <a:pt x="54306" y="14244"/>
                    </a:lnTo>
                    <a:cubicBezTo>
                      <a:pt x="54276" y="14224"/>
                      <a:pt x="54256" y="14214"/>
                      <a:pt x="54226" y="14193"/>
                    </a:cubicBezTo>
                    <a:cubicBezTo>
                      <a:pt x="54015" y="14073"/>
                      <a:pt x="53634" y="14203"/>
                      <a:pt x="53453" y="14053"/>
                    </a:cubicBezTo>
                    <a:cubicBezTo>
                      <a:pt x="52270" y="13120"/>
                      <a:pt x="51718" y="11636"/>
                      <a:pt x="49973" y="11495"/>
                    </a:cubicBezTo>
                    <a:cubicBezTo>
                      <a:pt x="49822" y="11485"/>
                      <a:pt x="49672" y="11485"/>
                      <a:pt x="49541" y="11415"/>
                    </a:cubicBezTo>
                    <a:cubicBezTo>
                      <a:pt x="49451" y="11355"/>
                      <a:pt x="49381" y="11275"/>
                      <a:pt x="49311" y="11194"/>
                    </a:cubicBezTo>
                    <a:cubicBezTo>
                      <a:pt x="48618" y="10382"/>
                      <a:pt x="47676" y="9790"/>
                      <a:pt x="46642" y="9519"/>
                    </a:cubicBezTo>
                    <a:cubicBezTo>
                      <a:pt x="46231" y="9409"/>
                      <a:pt x="45589" y="9208"/>
                      <a:pt x="45178" y="9078"/>
                    </a:cubicBezTo>
                    <a:cubicBezTo>
                      <a:pt x="44225" y="8807"/>
                      <a:pt x="43433" y="8376"/>
                      <a:pt x="42680" y="7814"/>
                    </a:cubicBezTo>
                    <a:cubicBezTo>
                      <a:pt x="42610" y="7764"/>
                      <a:pt x="42620" y="7744"/>
                      <a:pt x="42680" y="7744"/>
                    </a:cubicBezTo>
                    <a:cubicBezTo>
                      <a:pt x="42891" y="7744"/>
                      <a:pt x="43683" y="7975"/>
                      <a:pt x="43944" y="8085"/>
                    </a:cubicBezTo>
                    <a:cubicBezTo>
                      <a:pt x="44095" y="8145"/>
                      <a:pt x="44175" y="8165"/>
                      <a:pt x="44215" y="8165"/>
                    </a:cubicBezTo>
                    <a:cubicBezTo>
                      <a:pt x="44335" y="8165"/>
                      <a:pt x="43653" y="7764"/>
                      <a:pt x="42821" y="7353"/>
                    </a:cubicBezTo>
                    <a:cubicBezTo>
                      <a:pt x="41988" y="6951"/>
                      <a:pt x="41005" y="6540"/>
                      <a:pt x="40544" y="6540"/>
                    </a:cubicBezTo>
                    <a:cubicBezTo>
                      <a:pt x="40464" y="6540"/>
                      <a:pt x="40403" y="6550"/>
                      <a:pt x="40353" y="6580"/>
                    </a:cubicBezTo>
                    <a:cubicBezTo>
                      <a:pt x="40133" y="6721"/>
                      <a:pt x="40724" y="7092"/>
                      <a:pt x="40925" y="7262"/>
                    </a:cubicBezTo>
                    <a:cubicBezTo>
                      <a:pt x="41487" y="7754"/>
                      <a:pt x="41487" y="8045"/>
                      <a:pt x="41176" y="8045"/>
                    </a:cubicBezTo>
                    <a:cubicBezTo>
                      <a:pt x="41075" y="8045"/>
                      <a:pt x="40955" y="8015"/>
                      <a:pt x="40815" y="7965"/>
                    </a:cubicBezTo>
                    <a:cubicBezTo>
                      <a:pt x="40484" y="7844"/>
                      <a:pt x="39350" y="7433"/>
                      <a:pt x="38869" y="7433"/>
                    </a:cubicBezTo>
                    <a:lnTo>
                      <a:pt x="38789" y="7433"/>
                    </a:lnTo>
                    <a:cubicBezTo>
                      <a:pt x="38768" y="7443"/>
                      <a:pt x="38748" y="7443"/>
                      <a:pt x="38718" y="7443"/>
                    </a:cubicBezTo>
                    <a:cubicBezTo>
                      <a:pt x="38648" y="7443"/>
                      <a:pt x="38538" y="7433"/>
                      <a:pt x="38417" y="7423"/>
                    </a:cubicBezTo>
                    <a:cubicBezTo>
                      <a:pt x="38307" y="7413"/>
                      <a:pt x="38177" y="7403"/>
                      <a:pt x="38076" y="7403"/>
                    </a:cubicBezTo>
                    <a:cubicBezTo>
                      <a:pt x="37976" y="7403"/>
                      <a:pt x="37896" y="7413"/>
                      <a:pt x="37856" y="7433"/>
                    </a:cubicBezTo>
                    <a:cubicBezTo>
                      <a:pt x="37826" y="7463"/>
                      <a:pt x="37785" y="7473"/>
                      <a:pt x="37725" y="7473"/>
                    </a:cubicBezTo>
                    <a:cubicBezTo>
                      <a:pt x="37194" y="7473"/>
                      <a:pt x="35649" y="6490"/>
                      <a:pt x="35167" y="6259"/>
                    </a:cubicBezTo>
                    <a:cubicBezTo>
                      <a:pt x="35137" y="6249"/>
                      <a:pt x="35117" y="6239"/>
                      <a:pt x="35097" y="6239"/>
                    </a:cubicBezTo>
                    <a:cubicBezTo>
                      <a:pt x="34997" y="6239"/>
                      <a:pt x="34887" y="6249"/>
                      <a:pt x="34776" y="6269"/>
                    </a:cubicBezTo>
                    <a:cubicBezTo>
                      <a:pt x="34676" y="6289"/>
                      <a:pt x="34576" y="6320"/>
                      <a:pt x="34485" y="6370"/>
                    </a:cubicBezTo>
                    <a:cubicBezTo>
                      <a:pt x="34245" y="6480"/>
                      <a:pt x="33984" y="6540"/>
                      <a:pt x="33713" y="6540"/>
                    </a:cubicBezTo>
                    <a:cubicBezTo>
                      <a:pt x="33392" y="6540"/>
                      <a:pt x="33071" y="6460"/>
                      <a:pt x="32780" y="6299"/>
                    </a:cubicBezTo>
                    <a:cubicBezTo>
                      <a:pt x="31336" y="5547"/>
                      <a:pt x="29952" y="4604"/>
                      <a:pt x="28347" y="4494"/>
                    </a:cubicBezTo>
                    <a:lnTo>
                      <a:pt x="28297" y="4494"/>
                    </a:lnTo>
                    <a:cubicBezTo>
                      <a:pt x="28246" y="4494"/>
                      <a:pt x="28196" y="4504"/>
                      <a:pt x="28166" y="4534"/>
                    </a:cubicBezTo>
                    <a:cubicBezTo>
                      <a:pt x="28126" y="4584"/>
                      <a:pt x="28136" y="4644"/>
                      <a:pt x="28146" y="4695"/>
                    </a:cubicBezTo>
                    <a:cubicBezTo>
                      <a:pt x="28216" y="5066"/>
                      <a:pt x="28467" y="5387"/>
                      <a:pt x="28567" y="5748"/>
                    </a:cubicBezTo>
                    <a:cubicBezTo>
                      <a:pt x="28678" y="6149"/>
                      <a:pt x="29861" y="6761"/>
                      <a:pt x="29601" y="7082"/>
                    </a:cubicBezTo>
                    <a:cubicBezTo>
                      <a:pt x="29219" y="6610"/>
                      <a:pt x="27915" y="6019"/>
                      <a:pt x="26742" y="5086"/>
                    </a:cubicBezTo>
                    <a:cubicBezTo>
                      <a:pt x="26040" y="4524"/>
                      <a:pt x="25448" y="3551"/>
                      <a:pt x="24946" y="3200"/>
                    </a:cubicBezTo>
                    <a:cubicBezTo>
                      <a:pt x="24866" y="3140"/>
                      <a:pt x="24816" y="3120"/>
                      <a:pt x="24776" y="3120"/>
                    </a:cubicBezTo>
                    <a:cubicBezTo>
                      <a:pt x="24655" y="3120"/>
                      <a:pt x="24746" y="3381"/>
                      <a:pt x="24836" y="3651"/>
                    </a:cubicBezTo>
                    <a:cubicBezTo>
                      <a:pt x="24926" y="3912"/>
                      <a:pt x="25017" y="4183"/>
                      <a:pt x="24896" y="4183"/>
                    </a:cubicBezTo>
                    <a:cubicBezTo>
                      <a:pt x="24866" y="4183"/>
                      <a:pt x="24826" y="4163"/>
                      <a:pt x="24766" y="4123"/>
                    </a:cubicBezTo>
                    <a:cubicBezTo>
                      <a:pt x="24405" y="3892"/>
                      <a:pt x="23923" y="3230"/>
                      <a:pt x="23512" y="27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27" name="Google Shape;14227;p50"/>
              <p:cNvSpPr/>
              <p:nvPr/>
            </p:nvSpPr>
            <p:spPr>
              <a:xfrm>
                <a:off x="7177805" y="799514"/>
                <a:ext cx="178988" cy="85801"/>
              </a:xfrm>
              <a:custGeom>
                <a:avLst/>
                <a:gdLst/>
                <a:ahLst/>
                <a:cxnLst/>
                <a:rect l="l" t="t" r="r" b="b"/>
                <a:pathLst>
                  <a:path w="2157" h="1034" extrusionOk="0">
                    <a:moveTo>
                      <a:pt x="0" y="1"/>
                    </a:moveTo>
                    <a:cubicBezTo>
                      <a:pt x="1" y="1"/>
                      <a:pt x="1" y="2"/>
                      <a:pt x="2" y="2"/>
                    </a:cubicBezTo>
                    <a:lnTo>
                      <a:pt x="2" y="2"/>
                    </a:lnTo>
                    <a:cubicBezTo>
                      <a:pt x="1" y="2"/>
                      <a:pt x="1" y="1"/>
                      <a:pt x="0" y="1"/>
                    </a:cubicBezTo>
                    <a:close/>
                    <a:moveTo>
                      <a:pt x="2" y="2"/>
                    </a:moveTo>
                    <a:cubicBezTo>
                      <a:pt x="152" y="182"/>
                      <a:pt x="332" y="322"/>
                      <a:pt x="542" y="432"/>
                    </a:cubicBezTo>
                    <a:cubicBezTo>
                      <a:pt x="662" y="492"/>
                      <a:pt x="793" y="542"/>
                      <a:pt x="923" y="593"/>
                    </a:cubicBezTo>
                    <a:cubicBezTo>
                      <a:pt x="1034" y="633"/>
                      <a:pt x="1154" y="683"/>
                      <a:pt x="1264" y="723"/>
                    </a:cubicBezTo>
                    <a:cubicBezTo>
                      <a:pt x="1535" y="823"/>
                      <a:pt x="1796" y="914"/>
                      <a:pt x="2057" y="1014"/>
                    </a:cubicBezTo>
                    <a:cubicBezTo>
                      <a:pt x="2087" y="1024"/>
                      <a:pt x="2127" y="1024"/>
                      <a:pt x="2157" y="1034"/>
                    </a:cubicBezTo>
                    <a:cubicBezTo>
                      <a:pt x="1856" y="733"/>
                      <a:pt x="1525" y="442"/>
                      <a:pt x="1124" y="282"/>
                    </a:cubicBezTo>
                    <a:cubicBezTo>
                      <a:pt x="983" y="221"/>
                      <a:pt x="843" y="191"/>
                      <a:pt x="693" y="161"/>
                    </a:cubicBezTo>
                    <a:cubicBezTo>
                      <a:pt x="553" y="131"/>
                      <a:pt x="94" y="111"/>
                      <a:pt x="2" y="2"/>
                    </a:cubicBezTo>
                    <a:close/>
                  </a:path>
                </a:pathLst>
              </a:custGeom>
              <a:solidFill>
                <a:srgbClr val="CCE3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28" name="Google Shape;14228;p50"/>
              <p:cNvSpPr/>
              <p:nvPr/>
            </p:nvSpPr>
            <p:spPr>
              <a:xfrm>
                <a:off x="6883973" y="315160"/>
                <a:ext cx="234004" cy="105717"/>
              </a:xfrm>
              <a:custGeom>
                <a:avLst/>
                <a:gdLst/>
                <a:ahLst/>
                <a:cxnLst/>
                <a:rect l="l" t="t" r="r" b="b"/>
                <a:pathLst>
                  <a:path w="2820" h="1274" extrusionOk="0">
                    <a:moveTo>
                      <a:pt x="2288" y="1274"/>
                    </a:moveTo>
                    <a:cubicBezTo>
                      <a:pt x="2258" y="1274"/>
                      <a:pt x="2217" y="1264"/>
                      <a:pt x="2157" y="1244"/>
                    </a:cubicBezTo>
                    <a:cubicBezTo>
                      <a:pt x="1555" y="1043"/>
                      <a:pt x="673" y="722"/>
                      <a:pt x="1" y="90"/>
                    </a:cubicBezTo>
                    <a:cubicBezTo>
                      <a:pt x="11" y="80"/>
                      <a:pt x="11" y="70"/>
                      <a:pt x="11" y="70"/>
                    </a:cubicBezTo>
                    <a:cubicBezTo>
                      <a:pt x="51" y="20"/>
                      <a:pt x="91" y="0"/>
                      <a:pt x="131" y="0"/>
                    </a:cubicBezTo>
                    <a:cubicBezTo>
                      <a:pt x="191" y="0"/>
                      <a:pt x="271" y="40"/>
                      <a:pt x="372" y="120"/>
                    </a:cubicBezTo>
                    <a:cubicBezTo>
                      <a:pt x="462" y="191"/>
                      <a:pt x="582" y="221"/>
                      <a:pt x="703" y="221"/>
                    </a:cubicBezTo>
                    <a:cubicBezTo>
                      <a:pt x="733" y="221"/>
                      <a:pt x="763" y="221"/>
                      <a:pt x="793" y="211"/>
                    </a:cubicBezTo>
                    <a:cubicBezTo>
                      <a:pt x="913" y="311"/>
                      <a:pt x="1515" y="431"/>
                      <a:pt x="1646" y="431"/>
                    </a:cubicBezTo>
                    <a:cubicBezTo>
                      <a:pt x="1656" y="431"/>
                      <a:pt x="1656" y="431"/>
                      <a:pt x="1666" y="431"/>
                    </a:cubicBezTo>
                    <a:cubicBezTo>
                      <a:pt x="1676" y="421"/>
                      <a:pt x="1686" y="421"/>
                      <a:pt x="1696" y="421"/>
                    </a:cubicBezTo>
                    <a:cubicBezTo>
                      <a:pt x="1856" y="421"/>
                      <a:pt x="2298" y="722"/>
                      <a:pt x="2819" y="1123"/>
                    </a:cubicBezTo>
                    <a:cubicBezTo>
                      <a:pt x="2749" y="1103"/>
                      <a:pt x="2699" y="1103"/>
                      <a:pt x="2659" y="1103"/>
                    </a:cubicBezTo>
                    <a:cubicBezTo>
                      <a:pt x="2548" y="1103"/>
                      <a:pt x="2498" y="1144"/>
                      <a:pt x="2448" y="1184"/>
                    </a:cubicBezTo>
                    <a:cubicBezTo>
                      <a:pt x="2408" y="1234"/>
                      <a:pt x="2378" y="1274"/>
                      <a:pt x="2288" y="1274"/>
                    </a:cubicBezTo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29" name="Google Shape;14229;p50"/>
              <p:cNvSpPr/>
              <p:nvPr/>
            </p:nvSpPr>
            <p:spPr>
              <a:xfrm>
                <a:off x="6863974" y="360052"/>
                <a:ext cx="83" cy="83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C46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30" name="Google Shape;14230;p50"/>
              <p:cNvSpPr/>
              <p:nvPr/>
            </p:nvSpPr>
            <p:spPr>
              <a:xfrm>
                <a:off x="6702495" y="360052"/>
                <a:ext cx="961489" cy="548581"/>
              </a:xfrm>
              <a:custGeom>
                <a:avLst/>
                <a:gdLst/>
                <a:ahLst/>
                <a:cxnLst/>
                <a:rect l="l" t="t" r="r" b="b"/>
                <a:pathLst>
                  <a:path w="11587" h="6611" extrusionOk="0">
                    <a:moveTo>
                      <a:pt x="1947" y="1"/>
                    </a:moveTo>
                    <a:cubicBezTo>
                      <a:pt x="1947" y="11"/>
                      <a:pt x="1937" y="21"/>
                      <a:pt x="1927" y="31"/>
                    </a:cubicBezTo>
                    <a:cubicBezTo>
                      <a:pt x="1917" y="51"/>
                      <a:pt x="1907" y="71"/>
                      <a:pt x="1897" y="91"/>
                    </a:cubicBezTo>
                    <a:cubicBezTo>
                      <a:pt x="1586" y="572"/>
                      <a:pt x="934" y="1194"/>
                      <a:pt x="593" y="1455"/>
                    </a:cubicBezTo>
                    <a:cubicBezTo>
                      <a:pt x="492" y="1535"/>
                      <a:pt x="422" y="1616"/>
                      <a:pt x="362" y="1696"/>
                    </a:cubicBezTo>
                    <a:cubicBezTo>
                      <a:pt x="302" y="1796"/>
                      <a:pt x="252" y="1907"/>
                      <a:pt x="172" y="2027"/>
                    </a:cubicBezTo>
                    <a:cubicBezTo>
                      <a:pt x="121" y="2097"/>
                      <a:pt x="71" y="2177"/>
                      <a:pt x="1" y="2258"/>
                    </a:cubicBezTo>
                    <a:cubicBezTo>
                      <a:pt x="412" y="2759"/>
                      <a:pt x="894" y="3421"/>
                      <a:pt x="1255" y="3652"/>
                    </a:cubicBezTo>
                    <a:cubicBezTo>
                      <a:pt x="1315" y="3692"/>
                      <a:pt x="1355" y="3712"/>
                      <a:pt x="1385" y="3712"/>
                    </a:cubicBezTo>
                    <a:cubicBezTo>
                      <a:pt x="1506" y="3712"/>
                      <a:pt x="1415" y="3441"/>
                      <a:pt x="1325" y="3180"/>
                    </a:cubicBezTo>
                    <a:cubicBezTo>
                      <a:pt x="1235" y="2910"/>
                      <a:pt x="1144" y="2649"/>
                      <a:pt x="1265" y="2649"/>
                    </a:cubicBezTo>
                    <a:cubicBezTo>
                      <a:pt x="1305" y="2649"/>
                      <a:pt x="1355" y="2669"/>
                      <a:pt x="1435" y="2729"/>
                    </a:cubicBezTo>
                    <a:cubicBezTo>
                      <a:pt x="1937" y="3080"/>
                      <a:pt x="2529" y="4053"/>
                      <a:pt x="3231" y="4615"/>
                    </a:cubicBezTo>
                    <a:cubicBezTo>
                      <a:pt x="4404" y="5548"/>
                      <a:pt x="5708" y="6139"/>
                      <a:pt x="6090" y="6611"/>
                    </a:cubicBezTo>
                    <a:cubicBezTo>
                      <a:pt x="6350" y="6290"/>
                      <a:pt x="5167" y="5678"/>
                      <a:pt x="5056" y="5277"/>
                    </a:cubicBezTo>
                    <a:cubicBezTo>
                      <a:pt x="4956" y="4916"/>
                      <a:pt x="4705" y="4595"/>
                      <a:pt x="4635" y="4224"/>
                    </a:cubicBezTo>
                    <a:cubicBezTo>
                      <a:pt x="4625" y="4173"/>
                      <a:pt x="4615" y="4113"/>
                      <a:pt x="4655" y="4063"/>
                    </a:cubicBezTo>
                    <a:cubicBezTo>
                      <a:pt x="4685" y="4033"/>
                      <a:pt x="4735" y="4023"/>
                      <a:pt x="4786" y="4023"/>
                    </a:cubicBezTo>
                    <a:lnTo>
                      <a:pt x="4836" y="4023"/>
                    </a:lnTo>
                    <a:cubicBezTo>
                      <a:pt x="6441" y="4133"/>
                      <a:pt x="7825" y="5076"/>
                      <a:pt x="9269" y="5828"/>
                    </a:cubicBezTo>
                    <a:cubicBezTo>
                      <a:pt x="9560" y="5989"/>
                      <a:pt x="9881" y="6069"/>
                      <a:pt x="10202" y="6069"/>
                    </a:cubicBezTo>
                    <a:cubicBezTo>
                      <a:pt x="10473" y="6069"/>
                      <a:pt x="10734" y="6009"/>
                      <a:pt x="10974" y="5899"/>
                    </a:cubicBezTo>
                    <a:cubicBezTo>
                      <a:pt x="11065" y="5849"/>
                      <a:pt x="11165" y="5818"/>
                      <a:pt x="11265" y="5798"/>
                    </a:cubicBezTo>
                    <a:cubicBezTo>
                      <a:pt x="11376" y="5778"/>
                      <a:pt x="11486" y="5768"/>
                      <a:pt x="11586" y="5768"/>
                    </a:cubicBezTo>
                    <a:cubicBezTo>
                      <a:pt x="11516" y="5738"/>
                      <a:pt x="11456" y="5728"/>
                      <a:pt x="11406" y="5728"/>
                    </a:cubicBezTo>
                    <a:cubicBezTo>
                      <a:pt x="11336" y="5728"/>
                      <a:pt x="11285" y="5738"/>
                      <a:pt x="11235" y="5758"/>
                    </a:cubicBezTo>
                    <a:cubicBezTo>
                      <a:pt x="11185" y="5768"/>
                      <a:pt x="11135" y="5788"/>
                      <a:pt x="11065" y="5788"/>
                    </a:cubicBezTo>
                    <a:cubicBezTo>
                      <a:pt x="11025" y="5788"/>
                      <a:pt x="10984" y="5778"/>
                      <a:pt x="10924" y="5768"/>
                    </a:cubicBezTo>
                    <a:cubicBezTo>
                      <a:pt x="10423" y="5608"/>
                      <a:pt x="9349" y="4976"/>
                      <a:pt x="8958" y="4896"/>
                    </a:cubicBezTo>
                    <a:cubicBezTo>
                      <a:pt x="8738" y="4855"/>
                      <a:pt x="8497" y="4855"/>
                      <a:pt x="8326" y="4705"/>
                    </a:cubicBezTo>
                    <a:cubicBezTo>
                      <a:pt x="8246" y="4645"/>
                      <a:pt x="8196" y="4555"/>
                      <a:pt x="8146" y="4474"/>
                    </a:cubicBezTo>
                    <a:cubicBezTo>
                      <a:pt x="7745" y="3852"/>
                      <a:pt x="7504" y="3933"/>
                      <a:pt x="6992" y="3481"/>
                    </a:cubicBezTo>
                    <a:cubicBezTo>
                      <a:pt x="6872" y="3401"/>
                      <a:pt x="6922" y="3371"/>
                      <a:pt x="7052" y="3371"/>
                    </a:cubicBezTo>
                    <a:cubicBezTo>
                      <a:pt x="7243" y="3371"/>
                      <a:pt x="7614" y="3431"/>
                      <a:pt x="7935" y="3491"/>
                    </a:cubicBezTo>
                    <a:cubicBezTo>
                      <a:pt x="8056" y="3511"/>
                      <a:pt x="8166" y="3531"/>
                      <a:pt x="8266" y="3552"/>
                    </a:cubicBezTo>
                    <a:cubicBezTo>
                      <a:pt x="7404" y="3080"/>
                      <a:pt x="6451" y="2538"/>
                      <a:pt x="5899" y="2147"/>
                    </a:cubicBezTo>
                    <a:lnTo>
                      <a:pt x="5899" y="2147"/>
                    </a:lnTo>
                    <a:cubicBezTo>
                      <a:pt x="6029" y="2348"/>
                      <a:pt x="6079" y="2488"/>
                      <a:pt x="6220" y="2699"/>
                    </a:cubicBezTo>
                    <a:cubicBezTo>
                      <a:pt x="5076" y="1997"/>
                      <a:pt x="5066" y="2579"/>
                      <a:pt x="3933" y="1826"/>
                    </a:cubicBezTo>
                    <a:cubicBezTo>
                      <a:pt x="3582" y="1586"/>
                      <a:pt x="2619" y="603"/>
                      <a:pt x="1947" y="1"/>
                    </a:cubicBez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31" name="Google Shape;14231;p50"/>
              <p:cNvSpPr/>
              <p:nvPr/>
            </p:nvSpPr>
            <p:spPr>
              <a:xfrm>
                <a:off x="6040813" y="574804"/>
                <a:ext cx="997254" cy="362125"/>
              </a:xfrm>
              <a:custGeom>
                <a:avLst/>
                <a:gdLst/>
                <a:ahLst/>
                <a:cxnLst/>
                <a:rect l="l" t="t" r="r" b="b"/>
                <a:pathLst>
                  <a:path w="12018" h="4364" extrusionOk="0">
                    <a:moveTo>
                      <a:pt x="1335" y="1"/>
                    </a:moveTo>
                    <a:cubicBezTo>
                      <a:pt x="1255" y="41"/>
                      <a:pt x="1174" y="81"/>
                      <a:pt x="1104" y="131"/>
                    </a:cubicBezTo>
                    <a:cubicBezTo>
                      <a:pt x="893" y="302"/>
                      <a:pt x="422" y="863"/>
                      <a:pt x="1" y="1315"/>
                    </a:cubicBezTo>
                    <a:cubicBezTo>
                      <a:pt x="71" y="1335"/>
                      <a:pt x="141" y="1345"/>
                      <a:pt x="201" y="1345"/>
                    </a:cubicBezTo>
                    <a:cubicBezTo>
                      <a:pt x="502" y="1345"/>
                      <a:pt x="733" y="1154"/>
                      <a:pt x="954" y="964"/>
                    </a:cubicBezTo>
                    <a:cubicBezTo>
                      <a:pt x="1174" y="773"/>
                      <a:pt x="1385" y="582"/>
                      <a:pt x="1616" y="582"/>
                    </a:cubicBezTo>
                    <a:cubicBezTo>
                      <a:pt x="1686" y="582"/>
                      <a:pt x="1756" y="602"/>
                      <a:pt x="1836" y="633"/>
                    </a:cubicBezTo>
                    <a:cubicBezTo>
                      <a:pt x="2558" y="1004"/>
                      <a:pt x="3301" y="1325"/>
                      <a:pt x="3722" y="1565"/>
                    </a:cubicBezTo>
                    <a:cubicBezTo>
                      <a:pt x="3802" y="1615"/>
                      <a:pt x="3852" y="1636"/>
                      <a:pt x="3883" y="1636"/>
                    </a:cubicBezTo>
                    <a:cubicBezTo>
                      <a:pt x="3933" y="1636"/>
                      <a:pt x="3923" y="1575"/>
                      <a:pt x="3923" y="1515"/>
                    </a:cubicBezTo>
                    <a:cubicBezTo>
                      <a:pt x="3913" y="1455"/>
                      <a:pt x="3923" y="1405"/>
                      <a:pt x="4003" y="1405"/>
                    </a:cubicBezTo>
                    <a:cubicBezTo>
                      <a:pt x="4053" y="1405"/>
                      <a:pt x="4123" y="1425"/>
                      <a:pt x="4224" y="1465"/>
                    </a:cubicBezTo>
                    <a:cubicBezTo>
                      <a:pt x="4354" y="1525"/>
                      <a:pt x="6089" y="2298"/>
                      <a:pt x="6200" y="2368"/>
                    </a:cubicBezTo>
                    <a:cubicBezTo>
                      <a:pt x="6360" y="2458"/>
                      <a:pt x="6440" y="2498"/>
                      <a:pt x="6470" y="2498"/>
                    </a:cubicBezTo>
                    <a:cubicBezTo>
                      <a:pt x="6541" y="2498"/>
                      <a:pt x="6149" y="2157"/>
                      <a:pt x="5758" y="1806"/>
                    </a:cubicBezTo>
                    <a:cubicBezTo>
                      <a:pt x="5698" y="1756"/>
                      <a:pt x="5638" y="1696"/>
                      <a:pt x="5578" y="1646"/>
                    </a:cubicBezTo>
                    <a:cubicBezTo>
                      <a:pt x="5538" y="1656"/>
                      <a:pt x="5507" y="1656"/>
                      <a:pt x="5467" y="1656"/>
                    </a:cubicBezTo>
                    <a:cubicBezTo>
                      <a:pt x="5427" y="1656"/>
                      <a:pt x="5377" y="1646"/>
                      <a:pt x="5337" y="1636"/>
                    </a:cubicBezTo>
                    <a:cubicBezTo>
                      <a:pt x="5207" y="1595"/>
                      <a:pt x="5176" y="1505"/>
                      <a:pt x="5086" y="1505"/>
                    </a:cubicBezTo>
                    <a:cubicBezTo>
                      <a:pt x="5066" y="1505"/>
                      <a:pt x="5046" y="1515"/>
                      <a:pt x="5016" y="1515"/>
                    </a:cubicBezTo>
                    <a:cubicBezTo>
                      <a:pt x="5016" y="1525"/>
                      <a:pt x="5006" y="1525"/>
                      <a:pt x="4996" y="1525"/>
                    </a:cubicBezTo>
                    <a:cubicBezTo>
                      <a:pt x="4735" y="1525"/>
                      <a:pt x="3451" y="713"/>
                      <a:pt x="2970" y="482"/>
                    </a:cubicBezTo>
                    <a:cubicBezTo>
                      <a:pt x="2478" y="251"/>
                      <a:pt x="1907" y="362"/>
                      <a:pt x="1515" y="141"/>
                    </a:cubicBezTo>
                    <a:cubicBezTo>
                      <a:pt x="1455" y="111"/>
                      <a:pt x="1395" y="51"/>
                      <a:pt x="1335" y="1"/>
                    </a:cubicBezTo>
                    <a:close/>
                    <a:moveTo>
                      <a:pt x="7554" y="1014"/>
                    </a:moveTo>
                    <a:lnTo>
                      <a:pt x="7554" y="1014"/>
                    </a:lnTo>
                    <a:cubicBezTo>
                      <a:pt x="7514" y="1014"/>
                      <a:pt x="7694" y="1234"/>
                      <a:pt x="7865" y="1445"/>
                    </a:cubicBezTo>
                    <a:cubicBezTo>
                      <a:pt x="8045" y="1666"/>
                      <a:pt x="8216" y="1886"/>
                      <a:pt x="8176" y="1886"/>
                    </a:cubicBezTo>
                    <a:cubicBezTo>
                      <a:pt x="8176" y="1886"/>
                      <a:pt x="8166" y="1886"/>
                      <a:pt x="8156" y="1876"/>
                    </a:cubicBezTo>
                    <a:cubicBezTo>
                      <a:pt x="8055" y="1816"/>
                      <a:pt x="7614" y="1475"/>
                      <a:pt x="7183" y="1144"/>
                    </a:cubicBezTo>
                    <a:cubicBezTo>
                      <a:pt x="7152" y="1254"/>
                      <a:pt x="7102" y="1355"/>
                      <a:pt x="7032" y="1405"/>
                    </a:cubicBezTo>
                    <a:cubicBezTo>
                      <a:pt x="6992" y="1435"/>
                      <a:pt x="6912" y="1445"/>
                      <a:pt x="6821" y="1445"/>
                    </a:cubicBezTo>
                    <a:cubicBezTo>
                      <a:pt x="6731" y="1445"/>
                      <a:pt x="6621" y="1435"/>
                      <a:pt x="6521" y="1425"/>
                    </a:cubicBezTo>
                    <a:cubicBezTo>
                      <a:pt x="6430" y="1415"/>
                      <a:pt x="6330" y="1395"/>
                      <a:pt x="6270" y="1395"/>
                    </a:cubicBezTo>
                    <a:cubicBezTo>
                      <a:pt x="6260" y="1395"/>
                      <a:pt x="6250" y="1405"/>
                      <a:pt x="6250" y="1405"/>
                    </a:cubicBezTo>
                    <a:cubicBezTo>
                      <a:pt x="6139" y="1415"/>
                      <a:pt x="6039" y="1455"/>
                      <a:pt x="5939" y="1495"/>
                    </a:cubicBezTo>
                    <a:cubicBezTo>
                      <a:pt x="6842" y="1916"/>
                      <a:pt x="8176" y="2548"/>
                      <a:pt x="8456" y="2649"/>
                    </a:cubicBezTo>
                    <a:cubicBezTo>
                      <a:pt x="9740" y="3120"/>
                      <a:pt x="10713" y="3963"/>
                      <a:pt x="12017" y="4364"/>
                    </a:cubicBezTo>
                    <a:cubicBezTo>
                      <a:pt x="10613" y="3190"/>
                      <a:pt x="8938" y="1977"/>
                      <a:pt x="7574" y="1024"/>
                    </a:cubicBezTo>
                    <a:cubicBezTo>
                      <a:pt x="7564" y="1014"/>
                      <a:pt x="7554" y="1014"/>
                      <a:pt x="7554" y="1014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32" name="Google Shape;14232;p50"/>
              <p:cNvSpPr/>
              <p:nvPr/>
            </p:nvSpPr>
            <p:spPr>
              <a:xfrm>
                <a:off x="7319286" y="883573"/>
                <a:ext cx="544432" cy="13492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1626" extrusionOk="0">
                    <a:moveTo>
                      <a:pt x="312" y="1"/>
                    </a:moveTo>
                    <a:cubicBezTo>
                      <a:pt x="1" y="1"/>
                      <a:pt x="984" y="583"/>
                      <a:pt x="1616" y="874"/>
                    </a:cubicBezTo>
                    <a:cubicBezTo>
                      <a:pt x="2157" y="1114"/>
                      <a:pt x="2909" y="1305"/>
                      <a:pt x="3541" y="1305"/>
                    </a:cubicBezTo>
                    <a:cubicBezTo>
                      <a:pt x="3662" y="1305"/>
                      <a:pt x="3782" y="1295"/>
                      <a:pt x="3892" y="1275"/>
                    </a:cubicBezTo>
                    <a:cubicBezTo>
                      <a:pt x="3943" y="1275"/>
                      <a:pt x="3993" y="1265"/>
                      <a:pt x="4053" y="1265"/>
                    </a:cubicBezTo>
                    <a:cubicBezTo>
                      <a:pt x="4394" y="1265"/>
                      <a:pt x="4916" y="1355"/>
                      <a:pt x="5397" y="1445"/>
                    </a:cubicBezTo>
                    <a:cubicBezTo>
                      <a:pt x="5879" y="1536"/>
                      <a:pt x="6310" y="1626"/>
                      <a:pt x="6480" y="1626"/>
                    </a:cubicBezTo>
                    <a:cubicBezTo>
                      <a:pt x="6541" y="1626"/>
                      <a:pt x="6561" y="1606"/>
                      <a:pt x="6531" y="1576"/>
                    </a:cubicBezTo>
                    <a:cubicBezTo>
                      <a:pt x="6290" y="1355"/>
                      <a:pt x="4725" y="904"/>
                      <a:pt x="4264" y="874"/>
                    </a:cubicBezTo>
                    <a:cubicBezTo>
                      <a:pt x="3802" y="833"/>
                      <a:pt x="2609" y="563"/>
                      <a:pt x="2227" y="462"/>
                    </a:cubicBezTo>
                    <a:cubicBezTo>
                      <a:pt x="1616" y="302"/>
                      <a:pt x="903" y="91"/>
                      <a:pt x="452" y="21"/>
                    </a:cubicBezTo>
                    <a:lnTo>
                      <a:pt x="452" y="21"/>
                    </a:lnTo>
                    <a:cubicBezTo>
                      <a:pt x="472" y="31"/>
                      <a:pt x="482" y="41"/>
                      <a:pt x="502" y="61"/>
                    </a:cubicBezTo>
                    <a:cubicBezTo>
                      <a:pt x="452" y="41"/>
                      <a:pt x="402" y="21"/>
                      <a:pt x="3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33" name="Google Shape;14233;p50"/>
              <p:cNvSpPr/>
              <p:nvPr/>
            </p:nvSpPr>
            <p:spPr>
              <a:xfrm>
                <a:off x="7348412" y="883573"/>
                <a:ext cx="12613" cy="5145"/>
              </a:xfrm>
              <a:custGeom>
                <a:avLst/>
                <a:gdLst/>
                <a:ahLst/>
                <a:cxnLst/>
                <a:rect l="l" t="t" r="r" b="b"/>
                <a:pathLst>
                  <a:path w="152" h="6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1" y="21"/>
                      <a:pt x="101" y="41"/>
                      <a:pt x="151" y="61"/>
                    </a:cubicBezTo>
                    <a:cubicBezTo>
                      <a:pt x="131" y="41"/>
                      <a:pt x="121" y="31"/>
                      <a:pt x="101" y="21"/>
                    </a:cubicBezTo>
                    <a:cubicBezTo>
                      <a:pt x="71" y="11"/>
                      <a:pt x="31" y="11"/>
                      <a:pt x="1" y="1"/>
                    </a:cubicBezTo>
                    <a:close/>
                  </a:path>
                </a:pathLst>
              </a:custGeom>
              <a:solidFill>
                <a:srgbClr val="7ECD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34" name="Google Shape;14234;p50"/>
              <p:cNvSpPr/>
              <p:nvPr/>
            </p:nvSpPr>
            <p:spPr>
              <a:xfrm>
                <a:off x="7163615" y="745411"/>
                <a:ext cx="202388" cy="94182"/>
              </a:xfrm>
              <a:custGeom>
                <a:avLst/>
                <a:gdLst/>
                <a:ahLst/>
                <a:cxnLst/>
                <a:rect l="l" t="t" r="r" b="b"/>
                <a:pathLst>
                  <a:path w="2439" h="1135" extrusionOk="0">
                    <a:moveTo>
                      <a:pt x="212" y="1"/>
                    </a:moveTo>
                    <a:cubicBezTo>
                      <a:pt x="171" y="1"/>
                      <a:pt x="141" y="11"/>
                      <a:pt x="131" y="21"/>
                    </a:cubicBezTo>
                    <a:cubicBezTo>
                      <a:pt x="1" y="131"/>
                      <a:pt x="964" y="873"/>
                      <a:pt x="1445" y="944"/>
                    </a:cubicBezTo>
                    <a:cubicBezTo>
                      <a:pt x="1796" y="994"/>
                      <a:pt x="2168" y="1134"/>
                      <a:pt x="2338" y="1134"/>
                    </a:cubicBezTo>
                    <a:cubicBezTo>
                      <a:pt x="2398" y="1134"/>
                      <a:pt x="2438" y="1114"/>
                      <a:pt x="2428" y="1064"/>
                    </a:cubicBezTo>
                    <a:cubicBezTo>
                      <a:pt x="2408" y="873"/>
                      <a:pt x="1786" y="482"/>
                      <a:pt x="1305" y="322"/>
                    </a:cubicBezTo>
                    <a:cubicBezTo>
                      <a:pt x="1305" y="322"/>
                      <a:pt x="492" y="1"/>
                      <a:pt x="2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35" name="Google Shape;14235;p50"/>
              <p:cNvSpPr/>
              <p:nvPr/>
            </p:nvSpPr>
            <p:spPr>
              <a:xfrm>
                <a:off x="5682090" y="723007"/>
                <a:ext cx="367104" cy="229772"/>
              </a:xfrm>
              <a:custGeom>
                <a:avLst/>
                <a:gdLst/>
                <a:ahLst/>
                <a:cxnLst/>
                <a:rect l="l" t="t" r="r" b="b"/>
                <a:pathLst>
                  <a:path w="4424" h="2769" extrusionOk="0">
                    <a:moveTo>
                      <a:pt x="2619" y="823"/>
                    </a:moveTo>
                    <a:cubicBezTo>
                      <a:pt x="2616" y="826"/>
                      <a:pt x="2614" y="829"/>
                      <a:pt x="2612" y="832"/>
                    </a:cubicBezTo>
                    <a:lnTo>
                      <a:pt x="2612" y="832"/>
                    </a:lnTo>
                    <a:cubicBezTo>
                      <a:pt x="2615" y="829"/>
                      <a:pt x="2617" y="826"/>
                      <a:pt x="2619" y="823"/>
                    </a:cubicBezTo>
                    <a:close/>
                    <a:moveTo>
                      <a:pt x="4344" y="0"/>
                    </a:moveTo>
                    <a:cubicBezTo>
                      <a:pt x="4203" y="0"/>
                      <a:pt x="3802" y="261"/>
                      <a:pt x="3240" y="682"/>
                    </a:cubicBezTo>
                    <a:cubicBezTo>
                      <a:pt x="2919" y="923"/>
                      <a:pt x="2699" y="1033"/>
                      <a:pt x="2608" y="1033"/>
                    </a:cubicBezTo>
                    <a:cubicBezTo>
                      <a:pt x="2530" y="1033"/>
                      <a:pt x="2528" y="966"/>
                      <a:pt x="2612" y="832"/>
                    </a:cubicBezTo>
                    <a:lnTo>
                      <a:pt x="2612" y="832"/>
                    </a:lnTo>
                    <a:cubicBezTo>
                      <a:pt x="2601" y="846"/>
                      <a:pt x="2585" y="854"/>
                      <a:pt x="2568" y="863"/>
                    </a:cubicBezTo>
                    <a:cubicBezTo>
                      <a:pt x="2137" y="1244"/>
                      <a:pt x="1906" y="1374"/>
                      <a:pt x="1455" y="1645"/>
                    </a:cubicBezTo>
                    <a:cubicBezTo>
                      <a:pt x="1004" y="1906"/>
                      <a:pt x="653" y="2046"/>
                      <a:pt x="322" y="2307"/>
                    </a:cubicBezTo>
                    <a:cubicBezTo>
                      <a:pt x="301" y="2317"/>
                      <a:pt x="281" y="2327"/>
                      <a:pt x="261" y="2337"/>
                    </a:cubicBezTo>
                    <a:cubicBezTo>
                      <a:pt x="1" y="2638"/>
                      <a:pt x="11" y="2768"/>
                      <a:pt x="171" y="2768"/>
                    </a:cubicBezTo>
                    <a:cubicBezTo>
                      <a:pt x="352" y="2768"/>
                      <a:pt x="703" y="2628"/>
                      <a:pt x="1104" y="2427"/>
                    </a:cubicBezTo>
                    <a:cubicBezTo>
                      <a:pt x="1521" y="2217"/>
                      <a:pt x="1918" y="2214"/>
                      <a:pt x="2234" y="2214"/>
                    </a:cubicBezTo>
                    <a:cubicBezTo>
                      <a:pt x="2242" y="2214"/>
                      <a:pt x="2249" y="2214"/>
                      <a:pt x="2256" y="2214"/>
                    </a:cubicBezTo>
                    <a:cubicBezTo>
                      <a:pt x="2576" y="2214"/>
                      <a:pt x="2809" y="2212"/>
                      <a:pt x="2889" y="1986"/>
                    </a:cubicBezTo>
                    <a:cubicBezTo>
                      <a:pt x="3050" y="1545"/>
                      <a:pt x="4043" y="742"/>
                      <a:pt x="4324" y="261"/>
                    </a:cubicBezTo>
                    <a:cubicBezTo>
                      <a:pt x="4414" y="80"/>
                      <a:pt x="4424" y="0"/>
                      <a:pt x="4344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36" name="Google Shape;14236;p50"/>
              <p:cNvSpPr/>
              <p:nvPr/>
            </p:nvSpPr>
            <p:spPr>
              <a:xfrm>
                <a:off x="6111595" y="699689"/>
                <a:ext cx="487839" cy="203135"/>
              </a:xfrm>
              <a:custGeom>
                <a:avLst/>
                <a:gdLst/>
                <a:ahLst/>
                <a:cxnLst/>
                <a:rect l="l" t="t" r="r" b="b"/>
                <a:pathLst>
                  <a:path w="5879" h="2448" extrusionOk="0">
                    <a:moveTo>
                      <a:pt x="482" y="0"/>
                    </a:moveTo>
                    <a:cubicBezTo>
                      <a:pt x="412" y="0"/>
                      <a:pt x="351" y="10"/>
                      <a:pt x="301" y="50"/>
                    </a:cubicBezTo>
                    <a:cubicBezTo>
                      <a:pt x="0" y="241"/>
                      <a:pt x="943" y="963"/>
                      <a:pt x="1685" y="1304"/>
                    </a:cubicBezTo>
                    <a:cubicBezTo>
                      <a:pt x="1886" y="1394"/>
                      <a:pt x="1896" y="1424"/>
                      <a:pt x="1806" y="1424"/>
                    </a:cubicBezTo>
                    <a:cubicBezTo>
                      <a:pt x="1726" y="1424"/>
                      <a:pt x="1565" y="1404"/>
                      <a:pt x="1395" y="1374"/>
                    </a:cubicBezTo>
                    <a:cubicBezTo>
                      <a:pt x="1214" y="1354"/>
                      <a:pt x="1033" y="1324"/>
                      <a:pt x="903" y="1324"/>
                    </a:cubicBezTo>
                    <a:cubicBezTo>
                      <a:pt x="793" y="1324"/>
                      <a:pt x="723" y="1344"/>
                      <a:pt x="773" y="1414"/>
                    </a:cubicBezTo>
                    <a:cubicBezTo>
                      <a:pt x="933" y="1655"/>
                      <a:pt x="3150" y="2307"/>
                      <a:pt x="3641" y="2307"/>
                    </a:cubicBezTo>
                    <a:cubicBezTo>
                      <a:pt x="3712" y="2307"/>
                      <a:pt x="3742" y="2297"/>
                      <a:pt x="3732" y="2267"/>
                    </a:cubicBezTo>
                    <a:cubicBezTo>
                      <a:pt x="3641" y="2097"/>
                      <a:pt x="3762" y="1996"/>
                      <a:pt x="4002" y="1996"/>
                    </a:cubicBezTo>
                    <a:cubicBezTo>
                      <a:pt x="4123" y="1996"/>
                      <a:pt x="4273" y="2026"/>
                      <a:pt x="4454" y="2076"/>
                    </a:cubicBezTo>
                    <a:cubicBezTo>
                      <a:pt x="4785" y="2167"/>
                      <a:pt x="5567" y="2448"/>
                      <a:pt x="5758" y="2448"/>
                    </a:cubicBezTo>
                    <a:cubicBezTo>
                      <a:pt x="5878" y="2448"/>
                      <a:pt x="5778" y="2347"/>
                      <a:pt x="5266" y="2046"/>
                    </a:cubicBezTo>
                    <a:cubicBezTo>
                      <a:pt x="4805" y="1786"/>
                      <a:pt x="3571" y="1043"/>
                      <a:pt x="3320" y="1043"/>
                    </a:cubicBezTo>
                    <a:cubicBezTo>
                      <a:pt x="3290" y="1043"/>
                      <a:pt x="3270" y="1053"/>
                      <a:pt x="3280" y="1093"/>
                    </a:cubicBezTo>
                    <a:cubicBezTo>
                      <a:pt x="3290" y="1124"/>
                      <a:pt x="3280" y="1134"/>
                      <a:pt x="3260" y="1134"/>
                    </a:cubicBezTo>
                    <a:cubicBezTo>
                      <a:pt x="3150" y="1134"/>
                      <a:pt x="2769" y="903"/>
                      <a:pt x="2388" y="672"/>
                    </a:cubicBezTo>
                    <a:cubicBezTo>
                      <a:pt x="1996" y="442"/>
                      <a:pt x="1605" y="211"/>
                      <a:pt x="1475" y="211"/>
                    </a:cubicBezTo>
                    <a:cubicBezTo>
                      <a:pt x="1465" y="211"/>
                      <a:pt x="1455" y="211"/>
                      <a:pt x="1455" y="221"/>
                    </a:cubicBezTo>
                    <a:cubicBezTo>
                      <a:pt x="1435" y="231"/>
                      <a:pt x="1405" y="231"/>
                      <a:pt x="1385" y="231"/>
                    </a:cubicBezTo>
                    <a:cubicBezTo>
                      <a:pt x="1284" y="231"/>
                      <a:pt x="1134" y="181"/>
                      <a:pt x="973" y="121"/>
                    </a:cubicBezTo>
                    <a:cubicBezTo>
                      <a:pt x="803" y="60"/>
                      <a:pt x="632" y="0"/>
                      <a:pt x="482" y="0"/>
                    </a:cubicBez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37" name="Google Shape;14237;p50"/>
              <p:cNvSpPr/>
              <p:nvPr/>
            </p:nvSpPr>
            <p:spPr>
              <a:xfrm>
                <a:off x="6629307" y="858596"/>
                <a:ext cx="269768" cy="119159"/>
              </a:xfrm>
              <a:custGeom>
                <a:avLst/>
                <a:gdLst/>
                <a:ahLst/>
                <a:cxnLst/>
                <a:rect l="l" t="t" r="r" b="b"/>
                <a:pathLst>
                  <a:path w="3251" h="1436" extrusionOk="0">
                    <a:moveTo>
                      <a:pt x="723" y="1"/>
                    </a:moveTo>
                    <a:cubicBezTo>
                      <a:pt x="552" y="1"/>
                      <a:pt x="893" y="332"/>
                      <a:pt x="793" y="382"/>
                    </a:cubicBezTo>
                    <a:cubicBezTo>
                      <a:pt x="592" y="492"/>
                      <a:pt x="0" y="342"/>
                      <a:pt x="492" y="593"/>
                    </a:cubicBezTo>
                    <a:cubicBezTo>
                      <a:pt x="1284" y="994"/>
                      <a:pt x="1806" y="1094"/>
                      <a:pt x="2668" y="1385"/>
                    </a:cubicBezTo>
                    <a:cubicBezTo>
                      <a:pt x="2779" y="1425"/>
                      <a:pt x="2849" y="1435"/>
                      <a:pt x="2899" y="1435"/>
                    </a:cubicBezTo>
                    <a:cubicBezTo>
                      <a:pt x="3250" y="1435"/>
                      <a:pt x="2197" y="603"/>
                      <a:pt x="1054" y="101"/>
                    </a:cubicBezTo>
                    <a:cubicBezTo>
                      <a:pt x="883" y="31"/>
                      <a:pt x="783" y="1"/>
                      <a:pt x="723" y="1"/>
                    </a:cubicBez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38" name="Google Shape;14238;p50"/>
              <p:cNvSpPr/>
              <p:nvPr/>
            </p:nvSpPr>
            <p:spPr>
              <a:xfrm>
                <a:off x="8210740" y="291843"/>
                <a:ext cx="985553" cy="605173"/>
              </a:xfrm>
              <a:custGeom>
                <a:avLst/>
                <a:gdLst/>
                <a:ahLst/>
                <a:cxnLst/>
                <a:rect l="l" t="t" r="r" b="b"/>
                <a:pathLst>
                  <a:path w="11877" h="7293" extrusionOk="0">
                    <a:moveTo>
                      <a:pt x="191" y="5417"/>
                    </a:moveTo>
                    <a:cubicBezTo>
                      <a:pt x="121" y="5495"/>
                      <a:pt x="75" y="5554"/>
                      <a:pt x="34" y="5596"/>
                    </a:cubicBezTo>
                    <a:lnTo>
                      <a:pt x="34" y="5596"/>
                    </a:lnTo>
                    <a:cubicBezTo>
                      <a:pt x="77" y="5554"/>
                      <a:pt x="123" y="5493"/>
                      <a:pt x="191" y="5417"/>
                    </a:cubicBezTo>
                    <a:close/>
                    <a:moveTo>
                      <a:pt x="34" y="5596"/>
                    </a:moveTo>
                    <a:cubicBezTo>
                      <a:pt x="26" y="5604"/>
                      <a:pt x="18" y="5611"/>
                      <a:pt x="10" y="5617"/>
                    </a:cubicBezTo>
                    <a:cubicBezTo>
                      <a:pt x="10" y="5617"/>
                      <a:pt x="0" y="5627"/>
                      <a:pt x="0" y="5627"/>
                    </a:cubicBezTo>
                    <a:cubicBezTo>
                      <a:pt x="12" y="5618"/>
                      <a:pt x="23" y="5608"/>
                      <a:pt x="34" y="5596"/>
                    </a:cubicBezTo>
                    <a:close/>
                    <a:moveTo>
                      <a:pt x="11074" y="0"/>
                    </a:moveTo>
                    <a:lnTo>
                      <a:pt x="11876" y="7292"/>
                    </a:lnTo>
                    <a:cubicBezTo>
                      <a:pt x="11656" y="4855"/>
                      <a:pt x="11345" y="2428"/>
                      <a:pt x="11074" y="0"/>
                    </a:cubicBezTo>
                    <a:close/>
                  </a:path>
                </a:pathLst>
              </a:custGeom>
              <a:solidFill>
                <a:srgbClr val="B3E0E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39" name="Google Shape;14239;p50"/>
              <p:cNvSpPr/>
              <p:nvPr/>
            </p:nvSpPr>
            <p:spPr>
              <a:xfrm>
                <a:off x="8211570" y="291843"/>
                <a:ext cx="989702" cy="670063"/>
              </a:xfrm>
              <a:custGeom>
                <a:avLst/>
                <a:gdLst/>
                <a:ahLst/>
                <a:cxnLst/>
                <a:rect l="l" t="t" r="r" b="b"/>
                <a:pathLst>
                  <a:path w="11927" h="8075" extrusionOk="0">
                    <a:moveTo>
                      <a:pt x="11064" y="0"/>
                    </a:moveTo>
                    <a:lnTo>
                      <a:pt x="11435" y="3391"/>
                    </a:lnTo>
                    <a:cubicBezTo>
                      <a:pt x="11094" y="3581"/>
                      <a:pt x="10693" y="3782"/>
                      <a:pt x="10141" y="4043"/>
                    </a:cubicBezTo>
                    <a:cubicBezTo>
                      <a:pt x="9439" y="4384"/>
                      <a:pt x="8396" y="5005"/>
                      <a:pt x="7353" y="5326"/>
                    </a:cubicBezTo>
                    <a:cubicBezTo>
                      <a:pt x="7252" y="5357"/>
                      <a:pt x="7192" y="5367"/>
                      <a:pt x="7162" y="5367"/>
                    </a:cubicBezTo>
                    <a:cubicBezTo>
                      <a:pt x="6972" y="5367"/>
                      <a:pt x="7995" y="4815"/>
                      <a:pt x="8436" y="4414"/>
                    </a:cubicBezTo>
                    <a:cubicBezTo>
                      <a:pt x="8496" y="4353"/>
                      <a:pt x="8506" y="4333"/>
                      <a:pt x="8476" y="4333"/>
                    </a:cubicBezTo>
                    <a:cubicBezTo>
                      <a:pt x="8306" y="4333"/>
                      <a:pt x="6721" y="5176"/>
                      <a:pt x="5286" y="5497"/>
                    </a:cubicBezTo>
                    <a:cubicBezTo>
                      <a:pt x="5196" y="5517"/>
                      <a:pt x="5136" y="5527"/>
                      <a:pt x="5096" y="5527"/>
                    </a:cubicBezTo>
                    <a:cubicBezTo>
                      <a:pt x="4755" y="5527"/>
                      <a:pt x="6631" y="4694"/>
                      <a:pt x="7874" y="3802"/>
                    </a:cubicBezTo>
                    <a:cubicBezTo>
                      <a:pt x="8536" y="3330"/>
                      <a:pt x="8907" y="2909"/>
                      <a:pt x="8877" y="2448"/>
                    </a:cubicBezTo>
                    <a:cubicBezTo>
                      <a:pt x="8857" y="2227"/>
                      <a:pt x="8667" y="2157"/>
                      <a:pt x="8396" y="2157"/>
                    </a:cubicBezTo>
                    <a:lnTo>
                      <a:pt x="8266" y="2157"/>
                    </a:lnTo>
                    <a:cubicBezTo>
                      <a:pt x="8245" y="2317"/>
                      <a:pt x="8185" y="2548"/>
                      <a:pt x="7985" y="2708"/>
                    </a:cubicBezTo>
                    <a:cubicBezTo>
                      <a:pt x="7654" y="2969"/>
                      <a:pt x="7303" y="3110"/>
                      <a:pt x="7192" y="3230"/>
                    </a:cubicBezTo>
                    <a:cubicBezTo>
                      <a:pt x="7022" y="3431"/>
                      <a:pt x="6570" y="3370"/>
                      <a:pt x="6350" y="3541"/>
                    </a:cubicBezTo>
                    <a:cubicBezTo>
                      <a:pt x="6039" y="3772"/>
                      <a:pt x="5969" y="4123"/>
                      <a:pt x="5537" y="4263"/>
                    </a:cubicBezTo>
                    <a:cubicBezTo>
                      <a:pt x="5327" y="4333"/>
                      <a:pt x="5106" y="4343"/>
                      <a:pt x="4895" y="4424"/>
                    </a:cubicBezTo>
                    <a:cubicBezTo>
                      <a:pt x="4624" y="4534"/>
                      <a:pt x="4414" y="4725"/>
                      <a:pt x="4173" y="4895"/>
                    </a:cubicBezTo>
                    <a:cubicBezTo>
                      <a:pt x="3942" y="5056"/>
                      <a:pt x="1936" y="5387"/>
                      <a:pt x="1816" y="5387"/>
                    </a:cubicBezTo>
                    <a:lnTo>
                      <a:pt x="1806" y="5387"/>
                    </a:lnTo>
                    <a:cubicBezTo>
                      <a:pt x="1736" y="5377"/>
                      <a:pt x="2257" y="5015"/>
                      <a:pt x="1856" y="5015"/>
                    </a:cubicBezTo>
                    <a:cubicBezTo>
                      <a:pt x="1776" y="5015"/>
                      <a:pt x="1655" y="5036"/>
                      <a:pt x="1495" y="5066"/>
                    </a:cubicBezTo>
                    <a:cubicBezTo>
                      <a:pt x="1054" y="5156"/>
                      <a:pt x="231" y="5367"/>
                      <a:pt x="221" y="5367"/>
                    </a:cubicBezTo>
                    <a:lnTo>
                      <a:pt x="211" y="5367"/>
                    </a:lnTo>
                    <a:cubicBezTo>
                      <a:pt x="201" y="5387"/>
                      <a:pt x="191" y="5397"/>
                      <a:pt x="181" y="5417"/>
                    </a:cubicBezTo>
                    <a:cubicBezTo>
                      <a:pt x="101" y="5507"/>
                      <a:pt x="51" y="5577"/>
                      <a:pt x="0" y="5617"/>
                    </a:cubicBezTo>
                    <a:cubicBezTo>
                      <a:pt x="161" y="5728"/>
                      <a:pt x="341" y="5838"/>
                      <a:pt x="542" y="5958"/>
                    </a:cubicBezTo>
                    <a:cubicBezTo>
                      <a:pt x="953" y="6179"/>
                      <a:pt x="1605" y="6540"/>
                      <a:pt x="2227" y="6891"/>
                    </a:cubicBezTo>
                    <a:cubicBezTo>
                      <a:pt x="2929" y="7282"/>
                      <a:pt x="3682" y="7694"/>
                      <a:pt x="4263" y="8045"/>
                    </a:cubicBezTo>
                    <a:cubicBezTo>
                      <a:pt x="4324" y="8065"/>
                      <a:pt x="4384" y="8075"/>
                      <a:pt x="4444" y="8075"/>
                    </a:cubicBezTo>
                    <a:cubicBezTo>
                      <a:pt x="4504" y="8075"/>
                      <a:pt x="4554" y="8065"/>
                      <a:pt x="4604" y="8045"/>
                    </a:cubicBezTo>
                    <a:cubicBezTo>
                      <a:pt x="4986" y="7904"/>
                      <a:pt x="5266" y="7613"/>
                      <a:pt x="5678" y="7473"/>
                    </a:cubicBezTo>
                    <a:cubicBezTo>
                      <a:pt x="5738" y="7453"/>
                      <a:pt x="5808" y="7433"/>
                      <a:pt x="5878" y="7433"/>
                    </a:cubicBezTo>
                    <a:lnTo>
                      <a:pt x="5898" y="7433"/>
                    </a:lnTo>
                    <a:cubicBezTo>
                      <a:pt x="6049" y="7443"/>
                      <a:pt x="6189" y="7533"/>
                      <a:pt x="6340" y="7533"/>
                    </a:cubicBezTo>
                    <a:cubicBezTo>
                      <a:pt x="6390" y="7543"/>
                      <a:pt x="6430" y="7543"/>
                      <a:pt x="6470" y="7543"/>
                    </a:cubicBezTo>
                    <a:cubicBezTo>
                      <a:pt x="6701" y="7543"/>
                      <a:pt x="6921" y="7513"/>
                      <a:pt x="7142" y="7493"/>
                    </a:cubicBezTo>
                    <a:cubicBezTo>
                      <a:pt x="7363" y="7463"/>
                      <a:pt x="7593" y="7443"/>
                      <a:pt x="7824" y="7443"/>
                    </a:cubicBezTo>
                    <a:lnTo>
                      <a:pt x="8115" y="7443"/>
                    </a:lnTo>
                    <a:cubicBezTo>
                      <a:pt x="8346" y="7443"/>
                      <a:pt x="8576" y="7403"/>
                      <a:pt x="8807" y="7393"/>
                    </a:cubicBezTo>
                    <a:lnTo>
                      <a:pt x="8867" y="7393"/>
                    </a:lnTo>
                    <a:cubicBezTo>
                      <a:pt x="9148" y="7393"/>
                      <a:pt x="9419" y="7453"/>
                      <a:pt x="9680" y="7533"/>
                    </a:cubicBezTo>
                    <a:cubicBezTo>
                      <a:pt x="10081" y="7674"/>
                      <a:pt x="10472" y="7884"/>
                      <a:pt x="10894" y="7884"/>
                    </a:cubicBezTo>
                    <a:cubicBezTo>
                      <a:pt x="10994" y="7884"/>
                      <a:pt x="11104" y="7874"/>
                      <a:pt x="11215" y="7864"/>
                    </a:cubicBezTo>
                    <a:cubicBezTo>
                      <a:pt x="11315" y="7854"/>
                      <a:pt x="11425" y="7844"/>
                      <a:pt x="11525" y="7844"/>
                    </a:cubicBezTo>
                    <a:cubicBezTo>
                      <a:pt x="11666" y="7844"/>
                      <a:pt x="11806" y="7864"/>
                      <a:pt x="11927" y="7944"/>
                    </a:cubicBezTo>
                    <a:cubicBezTo>
                      <a:pt x="11907" y="7724"/>
                      <a:pt x="11887" y="7513"/>
                      <a:pt x="11866" y="7292"/>
                    </a:cubicBezTo>
                    <a:lnTo>
                      <a:pt x="1106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40" name="Google Shape;14240;p50"/>
              <p:cNvSpPr/>
              <p:nvPr/>
            </p:nvSpPr>
            <p:spPr>
              <a:xfrm>
                <a:off x="8606057" y="287694"/>
                <a:ext cx="554472" cy="462862"/>
              </a:xfrm>
              <a:custGeom>
                <a:avLst/>
                <a:gdLst/>
                <a:ahLst/>
                <a:cxnLst/>
                <a:rect l="l" t="t" r="r" b="b"/>
                <a:pathLst>
                  <a:path w="6682" h="5578" extrusionOk="0">
                    <a:moveTo>
                      <a:pt x="342" y="5577"/>
                    </a:moveTo>
                    <a:cubicBezTo>
                      <a:pt x="1" y="5577"/>
                      <a:pt x="1877" y="4744"/>
                      <a:pt x="3120" y="3852"/>
                    </a:cubicBezTo>
                    <a:cubicBezTo>
                      <a:pt x="3782" y="3380"/>
                      <a:pt x="4153" y="2959"/>
                      <a:pt x="4123" y="2498"/>
                    </a:cubicBezTo>
                    <a:cubicBezTo>
                      <a:pt x="4103" y="2277"/>
                      <a:pt x="3913" y="2207"/>
                      <a:pt x="3642" y="2207"/>
                    </a:cubicBezTo>
                    <a:cubicBezTo>
                      <a:pt x="3602" y="2207"/>
                      <a:pt x="3552" y="2207"/>
                      <a:pt x="3512" y="2207"/>
                    </a:cubicBezTo>
                    <a:cubicBezTo>
                      <a:pt x="3512" y="2177"/>
                      <a:pt x="3512" y="2137"/>
                      <a:pt x="3512" y="2117"/>
                    </a:cubicBezTo>
                    <a:cubicBezTo>
                      <a:pt x="3512" y="2076"/>
                      <a:pt x="3512" y="2056"/>
                      <a:pt x="3512" y="2046"/>
                    </a:cubicBezTo>
                    <a:lnTo>
                      <a:pt x="3512" y="2046"/>
                    </a:lnTo>
                    <a:lnTo>
                      <a:pt x="3512" y="2046"/>
                    </a:lnTo>
                    <a:lnTo>
                      <a:pt x="3512" y="2046"/>
                    </a:lnTo>
                    <a:lnTo>
                      <a:pt x="3512" y="2046"/>
                    </a:lnTo>
                    <a:cubicBezTo>
                      <a:pt x="3512" y="2046"/>
                      <a:pt x="4625" y="1164"/>
                      <a:pt x="4956" y="903"/>
                    </a:cubicBezTo>
                    <a:cubicBezTo>
                      <a:pt x="5287" y="652"/>
                      <a:pt x="5738" y="381"/>
                      <a:pt x="6300" y="0"/>
                    </a:cubicBezTo>
                    <a:cubicBezTo>
                      <a:pt x="6300" y="10"/>
                      <a:pt x="6310" y="30"/>
                      <a:pt x="6310" y="50"/>
                    </a:cubicBezTo>
                    <a:lnTo>
                      <a:pt x="6681" y="3441"/>
                    </a:lnTo>
                    <a:cubicBezTo>
                      <a:pt x="6340" y="3631"/>
                      <a:pt x="5939" y="3832"/>
                      <a:pt x="5387" y="4093"/>
                    </a:cubicBezTo>
                    <a:cubicBezTo>
                      <a:pt x="4685" y="4434"/>
                      <a:pt x="3642" y="5055"/>
                      <a:pt x="2599" y="5376"/>
                    </a:cubicBezTo>
                    <a:cubicBezTo>
                      <a:pt x="2498" y="5407"/>
                      <a:pt x="2438" y="5417"/>
                      <a:pt x="2408" y="5417"/>
                    </a:cubicBezTo>
                    <a:cubicBezTo>
                      <a:pt x="2218" y="5417"/>
                      <a:pt x="3241" y="4865"/>
                      <a:pt x="3682" y="4464"/>
                    </a:cubicBezTo>
                    <a:cubicBezTo>
                      <a:pt x="3742" y="4403"/>
                      <a:pt x="3752" y="4383"/>
                      <a:pt x="3722" y="4383"/>
                    </a:cubicBezTo>
                    <a:cubicBezTo>
                      <a:pt x="3552" y="4383"/>
                      <a:pt x="1967" y="5226"/>
                      <a:pt x="532" y="5547"/>
                    </a:cubicBezTo>
                    <a:cubicBezTo>
                      <a:pt x="442" y="5567"/>
                      <a:pt x="382" y="5577"/>
                      <a:pt x="342" y="5577"/>
                    </a:cubicBezTo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41" name="Google Shape;14241;p50"/>
              <p:cNvSpPr/>
              <p:nvPr/>
            </p:nvSpPr>
            <p:spPr>
              <a:xfrm>
                <a:off x="8396366" y="863658"/>
                <a:ext cx="169030" cy="95759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154" extrusionOk="0">
                    <a:moveTo>
                      <a:pt x="0" y="0"/>
                    </a:moveTo>
                    <a:cubicBezTo>
                      <a:pt x="42" y="23"/>
                      <a:pt x="84" y="47"/>
                      <a:pt x="126" y="70"/>
                    </a:cubicBezTo>
                    <a:lnTo>
                      <a:pt x="126" y="70"/>
                    </a:lnTo>
                    <a:cubicBezTo>
                      <a:pt x="84" y="47"/>
                      <a:pt x="42" y="24"/>
                      <a:pt x="0" y="0"/>
                    </a:cubicBezTo>
                    <a:close/>
                    <a:moveTo>
                      <a:pt x="126" y="70"/>
                    </a:moveTo>
                    <a:cubicBezTo>
                      <a:pt x="800" y="446"/>
                      <a:pt x="1418" y="802"/>
                      <a:pt x="1645" y="953"/>
                    </a:cubicBezTo>
                    <a:cubicBezTo>
                      <a:pt x="1766" y="1033"/>
                      <a:pt x="1896" y="1114"/>
                      <a:pt x="2036" y="1154"/>
                    </a:cubicBezTo>
                    <a:cubicBezTo>
                      <a:pt x="1489" y="823"/>
                      <a:pt x="791" y="440"/>
                      <a:pt x="126" y="70"/>
                    </a:cubicBezTo>
                    <a:close/>
                  </a:path>
                </a:pathLst>
              </a:custGeom>
              <a:solidFill>
                <a:srgbClr val="70BB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42" name="Google Shape;14242;p50"/>
              <p:cNvSpPr/>
              <p:nvPr/>
            </p:nvSpPr>
            <p:spPr>
              <a:xfrm>
                <a:off x="8210740" y="757941"/>
                <a:ext cx="913" cy="913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0" y="10"/>
                    </a:moveTo>
                    <a:lnTo>
                      <a:pt x="0" y="10"/>
                    </a:lnTo>
                    <a:cubicBezTo>
                      <a:pt x="0" y="10"/>
                      <a:pt x="10" y="0"/>
                      <a:pt x="10" y="0"/>
                    </a:cubicBezTo>
                    <a:lnTo>
                      <a:pt x="10" y="0"/>
                    </a:lnTo>
                    <a:cubicBezTo>
                      <a:pt x="10" y="0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2C46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43" name="Google Shape;14243;p50"/>
              <p:cNvSpPr/>
              <p:nvPr/>
            </p:nvSpPr>
            <p:spPr>
              <a:xfrm>
                <a:off x="8210740" y="757941"/>
                <a:ext cx="45805" cy="28379"/>
              </a:xfrm>
              <a:custGeom>
                <a:avLst/>
                <a:gdLst/>
                <a:ahLst/>
                <a:cxnLst/>
                <a:rect l="l" t="t" r="r" b="b"/>
                <a:pathLst>
                  <a:path w="552" h="342" extrusionOk="0">
                    <a:moveTo>
                      <a:pt x="10" y="0"/>
                    </a:moveTo>
                    <a:cubicBezTo>
                      <a:pt x="10" y="0"/>
                      <a:pt x="0" y="10"/>
                      <a:pt x="0" y="10"/>
                    </a:cubicBezTo>
                    <a:lnTo>
                      <a:pt x="20" y="40"/>
                    </a:lnTo>
                    <a:cubicBezTo>
                      <a:pt x="40" y="60"/>
                      <a:pt x="111" y="101"/>
                      <a:pt x="141" y="111"/>
                    </a:cubicBezTo>
                    <a:cubicBezTo>
                      <a:pt x="151" y="121"/>
                      <a:pt x="311" y="201"/>
                      <a:pt x="552" y="341"/>
                    </a:cubicBezTo>
                    <a:cubicBezTo>
                      <a:pt x="351" y="221"/>
                      <a:pt x="171" y="111"/>
                      <a:pt x="10" y="0"/>
                    </a:cubicBezTo>
                    <a:close/>
                  </a:path>
                </a:pathLst>
              </a:custGeom>
              <a:solidFill>
                <a:srgbClr val="70BB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44" name="Google Shape;14244;p50"/>
              <p:cNvSpPr/>
              <p:nvPr/>
            </p:nvSpPr>
            <p:spPr>
              <a:xfrm>
                <a:off x="8339774" y="603930"/>
                <a:ext cx="267196" cy="83312"/>
              </a:xfrm>
              <a:custGeom>
                <a:avLst/>
                <a:gdLst/>
                <a:ahLst/>
                <a:cxnLst/>
                <a:rect l="l" t="t" r="r" b="b"/>
                <a:pathLst>
                  <a:path w="3220" h="1004" extrusionOk="0">
                    <a:moveTo>
                      <a:pt x="3069" y="1"/>
                    </a:moveTo>
                    <a:cubicBezTo>
                      <a:pt x="2929" y="1"/>
                      <a:pt x="2809" y="11"/>
                      <a:pt x="2698" y="41"/>
                    </a:cubicBezTo>
                    <a:cubicBezTo>
                      <a:pt x="2237" y="191"/>
                      <a:pt x="1725" y="1"/>
                      <a:pt x="1394" y="261"/>
                    </a:cubicBezTo>
                    <a:cubicBezTo>
                      <a:pt x="1063" y="512"/>
                      <a:pt x="20" y="944"/>
                      <a:pt x="20" y="944"/>
                    </a:cubicBezTo>
                    <a:lnTo>
                      <a:pt x="0" y="944"/>
                    </a:lnTo>
                    <a:cubicBezTo>
                      <a:pt x="10" y="964"/>
                      <a:pt x="30" y="974"/>
                      <a:pt x="60" y="984"/>
                    </a:cubicBezTo>
                    <a:cubicBezTo>
                      <a:pt x="80" y="994"/>
                      <a:pt x="100" y="1004"/>
                      <a:pt x="130" y="1004"/>
                    </a:cubicBezTo>
                    <a:cubicBezTo>
                      <a:pt x="151" y="1004"/>
                      <a:pt x="181" y="994"/>
                      <a:pt x="211" y="994"/>
                    </a:cubicBezTo>
                    <a:cubicBezTo>
                      <a:pt x="782" y="903"/>
                      <a:pt x="1364" y="823"/>
                      <a:pt x="1906" y="613"/>
                    </a:cubicBezTo>
                    <a:cubicBezTo>
                      <a:pt x="2076" y="542"/>
                      <a:pt x="2247" y="462"/>
                      <a:pt x="2427" y="442"/>
                    </a:cubicBezTo>
                    <a:cubicBezTo>
                      <a:pt x="2628" y="412"/>
                      <a:pt x="3180" y="221"/>
                      <a:pt x="32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45" name="Google Shape;14245;p50"/>
              <p:cNvSpPr/>
              <p:nvPr/>
            </p:nvSpPr>
            <p:spPr>
              <a:xfrm>
                <a:off x="8680988" y="1046712"/>
                <a:ext cx="571898" cy="270598"/>
              </a:xfrm>
              <a:custGeom>
                <a:avLst/>
                <a:gdLst/>
                <a:ahLst/>
                <a:cxnLst/>
                <a:rect l="l" t="t" r="r" b="b"/>
                <a:pathLst>
                  <a:path w="6892" h="3261" extrusionOk="0">
                    <a:moveTo>
                      <a:pt x="271" y="1"/>
                    </a:moveTo>
                    <a:cubicBezTo>
                      <a:pt x="1" y="1"/>
                      <a:pt x="833" y="723"/>
                      <a:pt x="1395" y="1084"/>
                    </a:cubicBezTo>
                    <a:cubicBezTo>
                      <a:pt x="2087" y="1546"/>
                      <a:pt x="1846" y="1024"/>
                      <a:pt x="3471" y="2027"/>
                    </a:cubicBezTo>
                    <a:cubicBezTo>
                      <a:pt x="4173" y="2468"/>
                      <a:pt x="4464" y="2609"/>
                      <a:pt x="4544" y="2609"/>
                    </a:cubicBezTo>
                    <a:cubicBezTo>
                      <a:pt x="4665" y="2609"/>
                      <a:pt x="4444" y="2368"/>
                      <a:pt x="4374" y="2228"/>
                    </a:cubicBezTo>
                    <a:cubicBezTo>
                      <a:pt x="4354" y="2208"/>
                      <a:pt x="4364" y="2198"/>
                      <a:pt x="4384" y="2198"/>
                    </a:cubicBezTo>
                    <a:cubicBezTo>
                      <a:pt x="4564" y="2198"/>
                      <a:pt x="6139" y="3181"/>
                      <a:pt x="6540" y="3261"/>
                    </a:cubicBezTo>
                    <a:lnTo>
                      <a:pt x="6601" y="3261"/>
                    </a:lnTo>
                    <a:cubicBezTo>
                      <a:pt x="6892" y="3261"/>
                      <a:pt x="6179" y="2639"/>
                      <a:pt x="5066" y="1836"/>
                    </a:cubicBezTo>
                    <a:cubicBezTo>
                      <a:pt x="4123" y="1154"/>
                      <a:pt x="3892" y="944"/>
                      <a:pt x="3521" y="944"/>
                    </a:cubicBezTo>
                    <a:cubicBezTo>
                      <a:pt x="3431" y="944"/>
                      <a:pt x="3331" y="954"/>
                      <a:pt x="3210" y="974"/>
                    </a:cubicBezTo>
                    <a:cubicBezTo>
                      <a:pt x="3140" y="994"/>
                      <a:pt x="3070" y="994"/>
                      <a:pt x="3000" y="994"/>
                    </a:cubicBezTo>
                    <a:cubicBezTo>
                      <a:pt x="2418" y="994"/>
                      <a:pt x="1696" y="623"/>
                      <a:pt x="733" y="171"/>
                    </a:cubicBezTo>
                    <a:cubicBezTo>
                      <a:pt x="492" y="51"/>
                      <a:pt x="342" y="1"/>
                      <a:pt x="27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46" name="Google Shape;14246;p50"/>
              <p:cNvSpPr/>
              <p:nvPr/>
            </p:nvSpPr>
            <p:spPr>
              <a:xfrm>
                <a:off x="4251349" y="1370500"/>
                <a:ext cx="30869" cy="20081"/>
              </a:xfrm>
              <a:custGeom>
                <a:avLst/>
                <a:gdLst/>
                <a:ahLst/>
                <a:cxnLst/>
                <a:rect l="l" t="t" r="r" b="b"/>
                <a:pathLst>
                  <a:path w="372" h="242" extrusionOk="0">
                    <a:moveTo>
                      <a:pt x="0" y="241"/>
                    </a:moveTo>
                    <a:cubicBezTo>
                      <a:pt x="0" y="241"/>
                      <a:pt x="0" y="241"/>
                      <a:pt x="0" y="241"/>
                    </a:cubicBezTo>
                    <a:cubicBezTo>
                      <a:pt x="0" y="241"/>
                      <a:pt x="0" y="241"/>
                      <a:pt x="0" y="241"/>
                    </a:cubicBezTo>
                    <a:close/>
                    <a:moveTo>
                      <a:pt x="0" y="241"/>
                    </a:moveTo>
                    <a:cubicBezTo>
                      <a:pt x="130" y="151"/>
                      <a:pt x="251" y="71"/>
                      <a:pt x="361" y="11"/>
                    </a:cubicBezTo>
                    <a:cubicBezTo>
                      <a:pt x="251" y="71"/>
                      <a:pt x="130" y="151"/>
                      <a:pt x="0" y="241"/>
                    </a:cubicBezTo>
                    <a:close/>
                    <a:moveTo>
                      <a:pt x="361" y="11"/>
                    </a:moveTo>
                    <a:cubicBezTo>
                      <a:pt x="361" y="11"/>
                      <a:pt x="371" y="11"/>
                      <a:pt x="371" y="1"/>
                    </a:cubicBezTo>
                    <a:cubicBezTo>
                      <a:pt x="371" y="11"/>
                      <a:pt x="361" y="11"/>
                      <a:pt x="361" y="11"/>
                    </a:cubicBezTo>
                    <a:close/>
                    <a:moveTo>
                      <a:pt x="371" y="1"/>
                    </a:moveTo>
                    <a:cubicBezTo>
                      <a:pt x="371" y="1"/>
                      <a:pt x="371" y="1"/>
                      <a:pt x="371" y="1"/>
                    </a:cubicBezTo>
                    <a:cubicBezTo>
                      <a:pt x="371" y="1"/>
                      <a:pt x="371" y="1"/>
                      <a:pt x="371" y="1"/>
                    </a:cubicBezTo>
                    <a:close/>
                  </a:path>
                </a:pathLst>
              </a:custGeom>
              <a:solidFill>
                <a:srgbClr val="B3E0E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47" name="Google Shape;14247;p50"/>
              <p:cNvSpPr/>
              <p:nvPr/>
            </p:nvSpPr>
            <p:spPr>
              <a:xfrm>
                <a:off x="4214672" y="1035095"/>
                <a:ext cx="840753" cy="398802"/>
              </a:xfrm>
              <a:custGeom>
                <a:avLst/>
                <a:gdLst/>
                <a:ahLst/>
                <a:cxnLst/>
                <a:rect l="l" t="t" r="r" b="b"/>
                <a:pathLst>
                  <a:path w="10132" h="4806" extrusionOk="0">
                    <a:moveTo>
                      <a:pt x="4855" y="0"/>
                    </a:moveTo>
                    <a:cubicBezTo>
                      <a:pt x="4845" y="10"/>
                      <a:pt x="4825" y="21"/>
                      <a:pt x="4815" y="31"/>
                    </a:cubicBezTo>
                    <a:cubicBezTo>
                      <a:pt x="4364" y="291"/>
                      <a:pt x="3301" y="1324"/>
                      <a:pt x="2970" y="1696"/>
                    </a:cubicBezTo>
                    <a:cubicBezTo>
                      <a:pt x="2649" y="2067"/>
                      <a:pt x="1726" y="2368"/>
                      <a:pt x="1545" y="2949"/>
                    </a:cubicBezTo>
                    <a:cubicBezTo>
                      <a:pt x="1365" y="3541"/>
                      <a:pt x="1275" y="3772"/>
                      <a:pt x="823" y="4043"/>
                    </a:cubicBezTo>
                    <a:lnTo>
                      <a:pt x="813" y="4043"/>
                    </a:lnTo>
                    <a:cubicBezTo>
                      <a:pt x="813" y="4053"/>
                      <a:pt x="803" y="4053"/>
                      <a:pt x="803" y="4053"/>
                    </a:cubicBezTo>
                    <a:cubicBezTo>
                      <a:pt x="693" y="4113"/>
                      <a:pt x="572" y="4193"/>
                      <a:pt x="442" y="4283"/>
                    </a:cubicBezTo>
                    <a:cubicBezTo>
                      <a:pt x="282" y="4394"/>
                      <a:pt x="121" y="4504"/>
                      <a:pt x="1" y="4594"/>
                    </a:cubicBezTo>
                    <a:cubicBezTo>
                      <a:pt x="91" y="4775"/>
                      <a:pt x="352" y="4805"/>
                      <a:pt x="572" y="4805"/>
                    </a:cubicBezTo>
                    <a:lnTo>
                      <a:pt x="593" y="4805"/>
                    </a:lnTo>
                    <a:cubicBezTo>
                      <a:pt x="2518" y="4795"/>
                      <a:pt x="4444" y="4775"/>
                      <a:pt x="6360" y="4765"/>
                    </a:cubicBezTo>
                    <a:cubicBezTo>
                      <a:pt x="6511" y="4765"/>
                      <a:pt x="6651" y="4765"/>
                      <a:pt x="6791" y="4715"/>
                    </a:cubicBezTo>
                    <a:cubicBezTo>
                      <a:pt x="6982" y="4655"/>
                      <a:pt x="7132" y="4494"/>
                      <a:pt x="7313" y="4404"/>
                    </a:cubicBezTo>
                    <a:cubicBezTo>
                      <a:pt x="7403" y="4364"/>
                      <a:pt x="7634" y="4354"/>
                      <a:pt x="7935" y="4354"/>
                    </a:cubicBezTo>
                    <a:lnTo>
                      <a:pt x="8446" y="4354"/>
                    </a:lnTo>
                    <a:cubicBezTo>
                      <a:pt x="8627" y="4364"/>
                      <a:pt x="8808" y="4364"/>
                      <a:pt x="8988" y="4364"/>
                    </a:cubicBezTo>
                    <a:cubicBezTo>
                      <a:pt x="9600" y="4364"/>
                      <a:pt x="10132" y="4324"/>
                      <a:pt x="10091" y="4113"/>
                    </a:cubicBezTo>
                    <a:cubicBezTo>
                      <a:pt x="10061" y="3912"/>
                      <a:pt x="9700" y="3571"/>
                      <a:pt x="9580" y="3401"/>
                    </a:cubicBezTo>
                    <a:cubicBezTo>
                      <a:pt x="9399" y="3160"/>
                      <a:pt x="8456" y="2829"/>
                      <a:pt x="8276" y="2588"/>
                    </a:cubicBezTo>
                    <a:cubicBezTo>
                      <a:pt x="8035" y="2257"/>
                      <a:pt x="7193" y="2257"/>
                      <a:pt x="6781" y="2167"/>
                    </a:cubicBezTo>
                    <a:cubicBezTo>
                      <a:pt x="6671" y="2137"/>
                      <a:pt x="6139" y="1846"/>
                      <a:pt x="6059" y="1776"/>
                    </a:cubicBezTo>
                    <a:cubicBezTo>
                      <a:pt x="5979" y="1696"/>
                      <a:pt x="5337" y="1365"/>
                      <a:pt x="5317" y="1264"/>
                    </a:cubicBezTo>
                    <a:cubicBezTo>
                      <a:pt x="5156" y="703"/>
                      <a:pt x="5086" y="542"/>
                      <a:pt x="4896" y="61"/>
                    </a:cubicBezTo>
                    <a:cubicBezTo>
                      <a:pt x="4886" y="41"/>
                      <a:pt x="4876" y="21"/>
                      <a:pt x="48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48" name="Google Shape;14248;p50"/>
              <p:cNvSpPr/>
              <p:nvPr/>
            </p:nvSpPr>
            <p:spPr>
              <a:xfrm>
                <a:off x="4861418" y="842000"/>
                <a:ext cx="643510" cy="132436"/>
              </a:xfrm>
              <a:custGeom>
                <a:avLst/>
                <a:gdLst/>
                <a:ahLst/>
                <a:cxnLst/>
                <a:rect l="l" t="t" r="r" b="b"/>
                <a:pathLst>
                  <a:path w="7755" h="1596" extrusionOk="0">
                    <a:moveTo>
                      <a:pt x="7634" y="1595"/>
                    </a:moveTo>
                    <a:cubicBezTo>
                      <a:pt x="7573" y="1595"/>
                      <a:pt x="7523" y="1595"/>
                      <a:pt x="7473" y="1575"/>
                    </a:cubicBezTo>
                    <a:cubicBezTo>
                      <a:pt x="7523" y="1595"/>
                      <a:pt x="7573" y="1595"/>
                      <a:pt x="7634" y="1595"/>
                    </a:cubicBezTo>
                    <a:cubicBezTo>
                      <a:pt x="7674" y="1595"/>
                      <a:pt x="7714" y="1595"/>
                      <a:pt x="7754" y="1595"/>
                    </a:cubicBezTo>
                    <a:lnTo>
                      <a:pt x="7754" y="1595"/>
                    </a:lnTo>
                    <a:cubicBezTo>
                      <a:pt x="7714" y="1595"/>
                      <a:pt x="7674" y="1595"/>
                      <a:pt x="7634" y="1595"/>
                    </a:cubicBezTo>
                    <a:close/>
                    <a:moveTo>
                      <a:pt x="0" y="1535"/>
                    </a:moveTo>
                    <a:lnTo>
                      <a:pt x="0" y="1535"/>
                    </a:lnTo>
                    <a:cubicBezTo>
                      <a:pt x="171" y="1405"/>
                      <a:pt x="372" y="1234"/>
                      <a:pt x="572" y="1114"/>
                    </a:cubicBezTo>
                    <a:cubicBezTo>
                      <a:pt x="372" y="1234"/>
                      <a:pt x="171" y="1405"/>
                      <a:pt x="0" y="1535"/>
                    </a:cubicBezTo>
                    <a:close/>
                    <a:moveTo>
                      <a:pt x="572" y="1114"/>
                    </a:moveTo>
                    <a:lnTo>
                      <a:pt x="572" y="1114"/>
                    </a:lnTo>
                    <a:lnTo>
                      <a:pt x="572" y="1114"/>
                    </a:lnTo>
                    <a:close/>
                    <a:moveTo>
                      <a:pt x="572" y="1104"/>
                    </a:moveTo>
                    <a:cubicBezTo>
                      <a:pt x="572" y="1104"/>
                      <a:pt x="582" y="1104"/>
                      <a:pt x="582" y="1104"/>
                    </a:cubicBezTo>
                    <a:cubicBezTo>
                      <a:pt x="582" y="1104"/>
                      <a:pt x="572" y="1104"/>
                      <a:pt x="572" y="1104"/>
                    </a:cubicBezTo>
                    <a:close/>
                    <a:moveTo>
                      <a:pt x="582" y="1104"/>
                    </a:moveTo>
                    <a:lnTo>
                      <a:pt x="582" y="1104"/>
                    </a:lnTo>
                    <a:lnTo>
                      <a:pt x="582" y="1104"/>
                    </a:lnTo>
                    <a:close/>
                    <a:moveTo>
                      <a:pt x="582" y="1104"/>
                    </a:moveTo>
                    <a:lnTo>
                      <a:pt x="592" y="1094"/>
                    </a:lnTo>
                    <a:lnTo>
                      <a:pt x="582" y="1104"/>
                    </a:lnTo>
                    <a:close/>
                    <a:moveTo>
                      <a:pt x="602" y="1094"/>
                    </a:moveTo>
                    <a:cubicBezTo>
                      <a:pt x="602" y="1094"/>
                      <a:pt x="602" y="1094"/>
                      <a:pt x="602" y="1094"/>
                    </a:cubicBezTo>
                    <a:cubicBezTo>
                      <a:pt x="602" y="1094"/>
                      <a:pt x="602" y="1094"/>
                      <a:pt x="602" y="1094"/>
                    </a:cubicBezTo>
                    <a:close/>
                    <a:moveTo>
                      <a:pt x="602" y="1094"/>
                    </a:moveTo>
                    <a:cubicBezTo>
                      <a:pt x="602" y="1094"/>
                      <a:pt x="602" y="1094"/>
                      <a:pt x="602" y="1084"/>
                    </a:cubicBezTo>
                    <a:cubicBezTo>
                      <a:pt x="602" y="1094"/>
                      <a:pt x="602" y="1094"/>
                      <a:pt x="602" y="1094"/>
                    </a:cubicBezTo>
                    <a:close/>
                    <a:moveTo>
                      <a:pt x="612" y="1084"/>
                    </a:moveTo>
                    <a:cubicBezTo>
                      <a:pt x="612" y="1084"/>
                      <a:pt x="612" y="1084"/>
                      <a:pt x="612" y="1084"/>
                    </a:cubicBezTo>
                    <a:cubicBezTo>
                      <a:pt x="612" y="1084"/>
                      <a:pt x="612" y="1084"/>
                      <a:pt x="612" y="1084"/>
                    </a:cubicBezTo>
                    <a:close/>
                    <a:moveTo>
                      <a:pt x="612" y="1084"/>
                    </a:moveTo>
                    <a:cubicBezTo>
                      <a:pt x="612" y="1084"/>
                      <a:pt x="612" y="1084"/>
                      <a:pt x="622" y="1084"/>
                    </a:cubicBezTo>
                    <a:cubicBezTo>
                      <a:pt x="612" y="1084"/>
                      <a:pt x="612" y="1084"/>
                      <a:pt x="612" y="1084"/>
                    </a:cubicBezTo>
                    <a:close/>
                    <a:moveTo>
                      <a:pt x="622" y="1084"/>
                    </a:moveTo>
                    <a:lnTo>
                      <a:pt x="622" y="1074"/>
                    </a:lnTo>
                    <a:lnTo>
                      <a:pt x="622" y="1084"/>
                    </a:lnTo>
                    <a:close/>
                    <a:moveTo>
                      <a:pt x="622" y="1074"/>
                    </a:moveTo>
                    <a:cubicBezTo>
                      <a:pt x="622" y="1074"/>
                      <a:pt x="632" y="1074"/>
                      <a:pt x="632" y="1074"/>
                    </a:cubicBezTo>
                    <a:cubicBezTo>
                      <a:pt x="632" y="1074"/>
                      <a:pt x="622" y="1074"/>
                      <a:pt x="622" y="1074"/>
                    </a:cubicBezTo>
                    <a:close/>
                    <a:moveTo>
                      <a:pt x="632" y="1074"/>
                    </a:moveTo>
                    <a:cubicBezTo>
                      <a:pt x="632" y="1074"/>
                      <a:pt x="632" y="1074"/>
                      <a:pt x="632" y="1074"/>
                    </a:cubicBezTo>
                    <a:cubicBezTo>
                      <a:pt x="632" y="1074"/>
                      <a:pt x="632" y="1074"/>
                      <a:pt x="632" y="1074"/>
                    </a:cubicBezTo>
                    <a:close/>
                    <a:moveTo>
                      <a:pt x="632" y="1074"/>
                    </a:moveTo>
                    <a:cubicBezTo>
                      <a:pt x="632" y="1074"/>
                      <a:pt x="642" y="1074"/>
                      <a:pt x="642" y="1074"/>
                    </a:cubicBezTo>
                    <a:cubicBezTo>
                      <a:pt x="642" y="1074"/>
                      <a:pt x="632" y="1074"/>
                      <a:pt x="632" y="1074"/>
                    </a:cubicBezTo>
                    <a:close/>
                    <a:moveTo>
                      <a:pt x="642" y="1064"/>
                    </a:moveTo>
                    <a:cubicBezTo>
                      <a:pt x="642" y="1064"/>
                      <a:pt x="642" y="1064"/>
                      <a:pt x="642" y="1064"/>
                    </a:cubicBezTo>
                    <a:cubicBezTo>
                      <a:pt x="642" y="1064"/>
                      <a:pt x="642" y="1064"/>
                      <a:pt x="642" y="1064"/>
                    </a:cubicBezTo>
                    <a:close/>
                    <a:moveTo>
                      <a:pt x="652" y="1064"/>
                    </a:moveTo>
                    <a:cubicBezTo>
                      <a:pt x="652" y="1064"/>
                      <a:pt x="652" y="1064"/>
                      <a:pt x="652" y="1064"/>
                    </a:cubicBezTo>
                    <a:cubicBezTo>
                      <a:pt x="652" y="1064"/>
                      <a:pt x="652" y="1064"/>
                      <a:pt x="652" y="1064"/>
                    </a:cubicBezTo>
                    <a:close/>
                    <a:moveTo>
                      <a:pt x="662" y="1054"/>
                    </a:moveTo>
                    <a:cubicBezTo>
                      <a:pt x="662" y="1054"/>
                      <a:pt x="662" y="1054"/>
                      <a:pt x="662" y="1054"/>
                    </a:cubicBezTo>
                    <a:cubicBezTo>
                      <a:pt x="662" y="1054"/>
                      <a:pt x="662" y="1054"/>
                      <a:pt x="662" y="1054"/>
                    </a:cubicBezTo>
                    <a:close/>
                    <a:moveTo>
                      <a:pt x="662" y="1054"/>
                    </a:moveTo>
                    <a:cubicBezTo>
                      <a:pt x="662" y="1054"/>
                      <a:pt x="662" y="1054"/>
                      <a:pt x="662" y="1054"/>
                    </a:cubicBezTo>
                    <a:cubicBezTo>
                      <a:pt x="662" y="1054"/>
                      <a:pt x="662" y="1054"/>
                      <a:pt x="662" y="1054"/>
                    </a:cubicBezTo>
                    <a:close/>
                    <a:moveTo>
                      <a:pt x="672" y="1054"/>
                    </a:moveTo>
                    <a:cubicBezTo>
                      <a:pt x="672" y="1054"/>
                      <a:pt x="672" y="1054"/>
                      <a:pt x="672" y="1054"/>
                    </a:cubicBezTo>
                    <a:cubicBezTo>
                      <a:pt x="672" y="1054"/>
                      <a:pt x="672" y="1054"/>
                      <a:pt x="672" y="1054"/>
                    </a:cubicBezTo>
                    <a:close/>
                    <a:moveTo>
                      <a:pt x="672" y="1044"/>
                    </a:moveTo>
                    <a:cubicBezTo>
                      <a:pt x="672" y="1044"/>
                      <a:pt x="672" y="1044"/>
                      <a:pt x="683" y="1044"/>
                    </a:cubicBezTo>
                    <a:cubicBezTo>
                      <a:pt x="672" y="1044"/>
                      <a:pt x="672" y="1044"/>
                      <a:pt x="672" y="1044"/>
                    </a:cubicBezTo>
                    <a:close/>
                    <a:moveTo>
                      <a:pt x="683" y="1044"/>
                    </a:moveTo>
                    <a:cubicBezTo>
                      <a:pt x="683" y="1044"/>
                      <a:pt x="683" y="1044"/>
                      <a:pt x="683" y="1044"/>
                    </a:cubicBezTo>
                    <a:cubicBezTo>
                      <a:pt x="683" y="1044"/>
                      <a:pt x="683" y="1044"/>
                      <a:pt x="683" y="1044"/>
                    </a:cubicBezTo>
                    <a:close/>
                    <a:moveTo>
                      <a:pt x="693" y="1044"/>
                    </a:moveTo>
                    <a:cubicBezTo>
                      <a:pt x="693" y="1044"/>
                      <a:pt x="693" y="1044"/>
                      <a:pt x="693" y="1034"/>
                    </a:cubicBezTo>
                    <a:cubicBezTo>
                      <a:pt x="693" y="1044"/>
                      <a:pt x="693" y="1044"/>
                      <a:pt x="693" y="1044"/>
                    </a:cubicBezTo>
                    <a:close/>
                    <a:moveTo>
                      <a:pt x="693" y="1034"/>
                    </a:moveTo>
                    <a:cubicBezTo>
                      <a:pt x="693" y="1034"/>
                      <a:pt x="693" y="1034"/>
                      <a:pt x="703" y="1034"/>
                    </a:cubicBezTo>
                    <a:cubicBezTo>
                      <a:pt x="693" y="1034"/>
                      <a:pt x="693" y="1034"/>
                      <a:pt x="693" y="1034"/>
                    </a:cubicBezTo>
                    <a:close/>
                    <a:moveTo>
                      <a:pt x="713" y="1034"/>
                    </a:moveTo>
                    <a:lnTo>
                      <a:pt x="713" y="1034"/>
                    </a:lnTo>
                    <a:lnTo>
                      <a:pt x="713" y="1034"/>
                    </a:lnTo>
                    <a:close/>
                    <a:moveTo>
                      <a:pt x="713" y="1023"/>
                    </a:moveTo>
                    <a:cubicBezTo>
                      <a:pt x="713" y="1023"/>
                      <a:pt x="713" y="1023"/>
                      <a:pt x="713" y="1023"/>
                    </a:cubicBezTo>
                    <a:cubicBezTo>
                      <a:pt x="713" y="1023"/>
                      <a:pt x="713" y="1023"/>
                      <a:pt x="713" y="1023"/>
                    </a:cubicBezTo>
                    <a:close/>
                    <a:moveTo>
                      <a:pt x="723" y="1023"/>
                    </a:moveTo>
                    <a:lnTo>
                      <a:pt x="723" y="1023"/>
                    </a:lnTo>
                    <a:lnTo>
                      <a:pt x="723" y="1023"/>
                    </a:lnTo>
                    <a:close/>
                    <a:moveTo>
                      <a:pt x="723" y="1023"/>
                    </a:moveTo>
                    <a:cubicBezTo>
                      <a:pt x="723" y="1023"/>
                      <a:pt x="723" y="1023"/>
                      <a:pt x="723" y="1023"/>
                    </a:cubicBezTo>
                    <a:cubicBezTo>
                      <a:pt x="723" y="1023"/>
                      <a:pt x="723" y="1023"/>
                      <a:pt x="723" y="1023"/>
                    </a:cubicBezTo>
                    <a:close/>
                    <a:moveTo>
                      <a:pt x="743" y="1013"/>
                    </a:moveTo>
                    <a:lnTo>
                      <a:pt x="743" y="1013"/>
                    </a:lnTo>
                    <a:lnTo>
                      <a:pt x="743" y="1013"/>
                    </a:lnTo>
                    <a:close/>
                    <a:moveTo>
                      <a:pt x="753" y="1003"/>
                    </a:moveTo>
                    <a:lnTo>
                      <a:pt x="753" y="1003"/>
                    </a:lnTo>
                    <a:lnTo>
                      <a:pt x="753" y="1003"/>
                    </a:lnTo>
                    <a:close/>
                    <a:moveTo>
                      <a:pt x="763" y="1003"/>
                    </a:moveTo>
                    <a:lnTo>
                      <a:pt x="763" y="1003"/>
                    </a:lnTo>
                    <a:lnTo>
                      <a:pt x="763" y="1003"/>
                    </a:lnTo>
                    <a:close/>
                    <a:moveTo>
                      <a:pt x="773" y="1003"/>
                    </a:moveTo>
                    <a:lnTo>
                      <a:pt x="773" y="1003"/>
                    </a:lnTo>
                    <a:lnTo>
                      <a:pt x="773" y="1003"/>
                    </a:lnTo>
                    <a:close/>
                    <a:moveTo>
                      <a:pt x="783" y="993"/>
                    </a:moveTo>
                    <a:lnTo>
                      <a:pt x="783" y="993"/>
                    </a:lnTo>
                    <a:lnTo>
                      <a:pt x="783" y="993"/>
                    </a:lnTo>
                    <a:close/>
                    <a:moveTo>
                      <a:pt x="783" y="993"/>
                    </a:moveTo>
                    <a:cubicBezTo>
                      <a:pt x="783" y="993"/>
                      <a:pt x="783" y="993"/>
                      <a:pt x="783" y="993"/>
                    </a:cubicBezTo>
                    <a:cubicBezTo>
                      <a:pt x="783" y="993"/>
                      <a:pt x="783" y="993"/>
                      <a:pt x="783" y="993"/>
                    </a:cubicBezTo>
                    <a:close/>
                    <a:moveTo>
                      <a:pt x="793" y="983"/>
                    </a:moveTo>
                    <a:cubicBezTo>
                      <a:pt x="793" y="983"/>
                      <a:pt x="793" y="983"/>
                      <a:pt x="803" y="983"/>
                    </a:cubicBezTo>
                    <a:cubicBezTo>
                      <a:pt x="793" y="983"/>
                      <a:pt x="793" y="983"/>
                      <a:pt x="793" y="983"/>
                    </a:cubicBezTo>
                    <a:close/>
                    <a:moveTo>
                      <a:pt x="803" y="983"/>
                    </a:moveTo>
                    <a:lnTo>
                      <a:pt x="803" y="983"/>
                    </a:lnTo>
                    <a:lnTo>
                      <a:pt x="803" y="983"/>
                    </a:lnTo>
                    <a:close/>
                    <a:moveTo>
                      <a:pt x="813" y="983"/>
                    </a:moveTo>
                    <a:lnTo>
                      <a:pt x="813" y="983"/>
                    </a:lnTo>
                    <a:lnTo>
                      <a:pt x="813" y="983"/>
                    </a:lnTo>
                    <a:close/>
                    <a:moveTo>
                      <a:pt x="813" y="983"/>
                    </a:moveTo>
                    <a:cubicBezTo>
                      <a:pt x="813" y="983"/>
                      <a:pt x="813" y="983"/>
                      <a:pt x="813" y="983"/>
                    </a:cubicBezTo>
                    <a:cubicBezTo>
                      <a:pt x="813" y="983"/>
                      <a:pt x="813" y="983"/>
                      <a:pt x="813" y="983"/>
                    </a:cubicBezTo>
                    <a:close/>
                    <a:moveTo>
                      <a:pt x="813" y="973"/>
                    </a:moveTo>
                    <a:lnTo>
                      <a:pt x="813" y="973"/>
                    </a:lnTo>
                    <a:lnTo>
                      <a:pt x="813" y="973"/>
                    </a:lnTo>
                    <a:close/>
                    <a:moveTo>
                      <a:pt x="823" y="973"/>
                    </a:moveTo>
                    <a:lnTo>
                      <a:pt x="823" y="973"/>
                    </a:lnTo>
                    <a:lnTo>
                      <a:pt x="823" y="973"/>
                    </a:lnTo>
                    <a:close/>
                    <a:moveTo>
                      <a:pt x="823" y="973"/>
                    </a:moveTo>
                    <a:cubicBezTo>
                      <a:pt x="823" y="973"/>
                      <a:pt x="823" y="973"/>
                      <a:pt x="833" y="973"/>
                    </a:cubicBezTo>
                    <a:cubicBezTo>
                      <a:pt x="823" y="973"/>
                      <a:pt x="823" y="973"/>
                      <a:pt x="823" y="973"/>
                    </a:cubicBezTo>
                    <a:close/>
                    <a:moveTo>
                      <a:pt x="833" y="973"/>
                    </a:moveTo>
                    <a:lnTo>
                      <a:pt x="833" y="973"/>
                    </a:lnTo>
                    <a:lnTo>
                      <a:pt x="833" y="973"/>
                    </a:lnTo>
                    <a:close/>
                    <a:moveTo>
                      <a:pt x="833" y="973"/>
                    </a:moveTo>
                    <a:cubicBezTo>
                      <a:pt x="843" y="973"/>
                      <a:pt x="843" y="973"/>
                      <a:pt x="843" y="973"/>
                    </a:cubicBezTo>
                    <a:cubicBezTo>
                      <a:pt x="843" y="973"/>
                      <a:pt x="843" y="973"/>
                      <a:pt x="833" y="973"/>
                    </a:cubicBezTo>
                    <a:close/>
                    <a:moveTo>
                      <a:pt x="843" y="963"/>
                    </a:moveTo>
                    <a:cubicBezTo>
                      <a:pt x="843" y="963"/>
                      <a:pt x="843" y="963"/>
                      <a:pt x="843" y="963"/>
                    </a:cubicBezTo>
                    <a:cubicBezTo>
                      <a:pt x="843" y="963"/>
                      <a:pt x="843" y="963"/>
                      <a:pt x="843" y="963"/>
                    </a:cubicBezTo>
                    <a:close/>
                    <a:moveTo>
                      <a:pt x="843" y="963"/>
                    </a:moveTo>
                    <a:cubicBezTo>
                      <a:pt x="843" y="963"/>
                      <a:pt x="843" y="963"/>
                      <a:pt x="853" y="963"/>
                    </a:cubicBezTo>
                    <a:cubicBezTo>
                      <a:pt x="843" y="963"/>
                      <a:pt x="843" y="963"/>
                      <a:pt x="843" y="963"/>
                    </a:cubicBezTo>
                    <a:close/>
                    <a:moveTo>
                      <a:pt x="853" y="963"/>
                    </a:moveTo>
                    <a:cubicBezTo>
                      <a:pt x="853" y="963"/>
                      <a:pt x="853" y="963"/>
                      <a:pt x="853" y="963"/>
                    </a:cubicBezTo>
                    <a:cubicBezTo>
                      <a:pt x="853" y="963"/>
                      <a:pt x="853" y="963"/>
                      <a:pt x="853" y="963"/>
                    </a:cubicBezTo>
                    <a:close/>
                    <a:moveTo>
                      <a:pt x="853" y="963"/>
                    </a:moveTo>
                    <a:cubicBezTo>
                      <a:pt x="853" y="963"/>
                      <a:pt x="853" y="963"/>
                      <a:pt x="863" y="963"/>
                    </a:cubicBezTo>
                    <a:cubicBezTo>
                      <a:pt x="853" y="963"/>
                      <a:pt x="853" y="963"/>
                      <a:pt x="853" y="963"/>
                    </a:cubicBezTo>
                    <a:close/>
                    <a:moveTo>
                      <a:pt x="863" y="963"/>
                    </a:moveTo>
                    <a:cubicBezTo>
                      <a:pt x="863" y="963"/>
                      <a:pt x="863" y="963"/>
                      <a:pt x="863" y="963"/>
                    </a:cubicBezTo>
                    <a:cubicBezTo>
                      <a:pt x="863" y="963"/>
                      <a:pt x="863" y="963"/>
                      <a:pt x="863" y="963"/>
                    </a:cubicBezTo>
                    <a:close/>
                    <a:moveTo>
                      <a:pt x="863" y="963"/>
                    </a:moveTo>
                    <a:cubicBezTo>
                      <a:pt x="863" y="963"/>
                      <a:pt x="863" y="963"/>
                      <a:pt x="873" y="963"/>
                    </a:cubicBezTo>
                    <a:cubicBezTo>
                      <a:pt x="863" y="963"/>
                      <a:pt x="863" y="963"/>
                      <a:pt x="863" y="963"/>
                    </a:cubicBezTo>
                    <a:close/>
                    <a:moveTo>
                      <a:pt x="873" y="953"/>
                    </a:moveTo>
                    <a:cubicBezTo>
                      <a:pt x="873" y="953"/>
                      <a:pt x="873" y="953"/>
                      <a:pt x="873" y="953"/>
                    </a:cubicBezTo>
                    <a:cubicBezTo>
                      <a:pt x="873" y="953"/>
                      <a:pt x="873" y="953"/>
                      <a:pt x="873" y="953"/>
                    </a:cubicBezTo>
                    <a:close/>
                    <a:moveTo>
                      <a:pt x="873" y="953"/>
                    </a:moveTo>
                    <a:cubicBezTo>
                      <a:pt x="873" y="953"/>
                      <a:pt x="873" y="953"/>
                      <a:pt x="883" y="953"/>
                    </a:cubicBezTo>
                    <a:cubicBezTo>
                      <a:pt x="873" y="953"/>
                      <a:pt x="873" y="953"/>
                      <a:pt x="873" y="953"/>
                    </a:cubicBezTo>
                    <a:close/>
                    <a:moveTo>
                      <a:pt x="883" y="953"/>
                    </a:moveTo>
                    <a:cubicBezTo>
                      <a:pt x="883" y="953"/>
                      <a:pt x="883" y="953"/>
                      <a:pt x="883" y="953"/>
                    </a:cubicBezTo>
                    <a:cubicBezTo>
                      <a:pt x="883" y="953"/>
                      <a:pt x="883" y="953"/>
                      <a:pt x="883" y="953"/>
                    </a:cubicBezTo>
                    <a:close/>
                    <a:moveTo>
                      <a:pt x="883" y="953"/>
                    </a:moveTo>
                    <a:cubicBezTo>
                      <a:pt x="883" y="953"/>
                      <a:pt x="883" y="953"/>
                      <a:pt x="883" y="953"/>
                    </a:cubicBezTo>
                    <a:cubicBezTo>
                      <a:pt x="883" y="953"/>
                      <a:pt x="883" y="953"/>
                      <a:pt x="883" y="953"/>
                    </a:cubicBezTo>
                    <a:close/>
                    <a:moveTo>
                      <a:pt x="893" y="953"/>
                    </a:moveTo>
                    <a:cubicBezTo>
                      <a:pt x="893" y="953"/>
                      <a:pt x="893" y="953"/>
                      <a:pt x="893" y="953"/>
                    </a:cubicBezTo>
                    <a:cubicBezTo>
                      <a:pt x="893" y="953"/>
                      <a:pt x="893" y="953"/>
                      <a:pt x="893" y="953"/>
                    </a:cubicBezTo>
                    <a:close/>
                    <a:moveTo>
                      <a:pt x="893" y="953"/>
                    </a:moveTo>
                    <a:cubicBezTo>
                      <a:pt x="893" y="953"/>
                      <a:pt x="893" y="953"/>
                      <a:pt x="893" y="953"/>
                    </a:cubicBezTo>
                    <a:cubicBezTo>
                      <a:pt x="893" y="953"/>
                      <a:pt x="893" y="953"/>
                      <a:pt x="893" y="953"/>
                    </a:cubicBezTo>
                    <a:close/>
                    <a:moveTo>
                      <a:pt x="903" y="953"/>
                    </a:moveTo>
                    <a:cubicBezTo>
                      <a:pt x="903" y="943"/>
                      <a:pt x="903" y="943"/>
                      <a:pt x="903" y="943"/>
                    </a:cubicBezTo>
                    <a:cubicBezTo>
                      <a:pt x="903" y="943"/>
                      <a:pt x="903" y="943"/>
                      <a:pt x="903" y="953"/>
                    </a:cubicBezTo>
                    <a:close/>
                    <a:moveTo>
                      <a:pt x="903" y="943"/>
                    </a:moveTo>
                    <a:cubicBezTo>
                      <a:pt x="903" y="943"/>
                      <a:pt x="903" y="943"/>
                      <a:pt x="903" y="943"/>
                    </a:cubicBezTo>
                    <a:cubicBezTo>
                      <a:pt x="903" y="943"/>
                      <a:pt x="903" y="943"/>
                      <a:pt x="903" y="943"/>
                    </a:cubicBezTo>
                    <a:close/>
                    <a:moveTo>
                      <a:pt x="913" y="943"/>
                    </a:moveTo>
                    <a:cubicBezTo>
                      <a:pt x="913" y="943"/>
                      <a:pt x="913" y="943"/>
                      <a:pt x="913" y="943"/>
                    </a:cubicBezTo>
                    <a:cubicBezTo>
                      <a:pt x="913" y="943"/>
                      <a:pt x="913" y="943"/>
                      <a:pt x="913" y="943"/>
                    </a:cubicBezTo>
                    <a:close/>
                    <a:moveTo>
                      <a:pt x="913" y="943"/>
                    </a:moveTo>
                    <a:lnTo>
                      <a:pt x="913" y="943"/>
                    </a:lnTo>
                    <a:lnTo>
                      <a:pt x="913" y="943"/>
                    </a:lnTo>
                    <a:close/>
                    <a:moveTo>
                      <a:pt x="913" y="943"/>
                    </a:moveTo>
                    <a:cubicBezTo>
                      <a:pt x="923" y="943"/>
                      <a:pt x="923" y="943"/>
                      <a:pt x="923" y="943"/>
                    </a:cubicBezTo>
                    <a:cubicBezTo>
                      <a:pt x="923" y="943"/>
                      <a:pt x="923" y="943"/>
                      <a:pt x="913" y="943"/>
                    </a:cubicBezTo>
                    <a:close/>
                    <a:moveTo>
                      <a:pt x="923" y="943"/>
                    </a:moveTo>
                    <a:cubicBezTo>
                      <a:pt x="923" y="943"/>
                      <a:pt x="923" y="943"/>
                      <a:pt x="923" y="943"/>
                    </a:cubicBezTo>
                    <a:cubicBezTo>
                      <a:pt x="923" y="943"/>
                      <a:pt x="923" y="943"/>
                      <a:pt x="923" y="943"/>
                    </a:cubicBezTo>
                    <a:close/>
                    <a:moveTo>
                      <a:pt x="923" y="943"/>
                    </a:moveTo>
                    <a:cubicBezTo>
                      <a:pt x="923" y="943"/>
                      <a:pt x="933" y="943"/>
                      <a:pt x="933" y="943"/>
                    </a:cubicBezTo>
                    <a:cubicBezTo>
                      <a:pt x="933" y="943"/>
                      <a:pt x="923" y="943"/>
                      <a:pt x="923" y="943"/>
                    </a:cubicBezTo>
                    <a:close/>
                    <a:moveTo>
                      <a:pt x="933" y="943"/>
                    </a:moveTo>
                    <a:cubicBezTo>
                      <a:pt x="933" y="943"/>
                      <a:pt x="933" y="943"/>
                      <a:pt x="933" y="943"/>
                    </a:cubicBezTo>
                    <a:cubicBezTo>
                      <a:pt x="933" y="943"/>
                      <a:pt x="933" y="943"/>
                      <a:pt x="933" y="943"/>
                    </a:cubicBezTo>
                    <a:close/>
                    <a:moveTo>
                      <a:pt x="933" y="943"/>
                    </a:moveTo>
                    <a:cubicBezTo>
                      <a:pt x="933" y="943"/>
                      <a:pt x="933" y="943"/>
                      <a:pt x="943" y="943"/>
                    </a:cubicBezTo>
                    <a:cubicBezTo>
                      <a:pt x="933" y="943"/>
                      <a:pt x="933" y="943"/>
                      <a:pt x="933" y="943"/>
                    </a:cubicBezTo>
                    <a:close/>
                    <a:moveTo>
                      <a:pt x="943" y="933"/>
                    </a:moveTo>
                    <a:cubicBezTo>
                      <a:pt x="943" y="933"/>
                      <a:pt x="943" y="933"/>
                      <a:pt x="943" y="933"/>
                    </a:cubicBezTo>
                    <a:cubicBezTo>
                      <a:pt x="943" y="933"/>
                      <a:pt x="943" y="933"/>
                      <a:pt x="943" y="933"/>
                    </a:cubicBezTo>
                    <a:close/>
                    <a:moveTo>
                      <a:pt x="943" y="933"/>
                    </a:moveTo>
                    <a:cubicBezTo>
                      <a:pt x="943" y="933"/>
                      <a:pt x="943" y="933"/>
                      <a:pt x="943" y="933"/>
                    </a:cubicBezTo>
                    <a:cubicBezTo>
                      <a:pt x="943" y="933"/>
                      <a:pt x="943" y="933"/>
                      <a:pt x="943" y="933"/>
                    </a:cubicBezTo>
                    <a:close/>
                    <a:moveTo>
                      <a:pt x="953" y="933"/>
                    </a:moveTo>
                    <a:cubicBezTo>
                      <a:pt x="953" y="933"/>
                      <a:pt x="953" y="933"/>
                      <a:pt x="953" y="933"/>
                    </a:cubicBezTo>
                    <a:cubicBezTo>
                      <a:pt x="953" y="933"/>
                      <a:pt x="953" y="933"/>
                      <a:pt x="953" y="933"/>
                    </a:cubicBezTo>
                    <a:close/>
                    <a:moveTo>
                      <a:pt x="953" y="933"/>
                    </a:moveTo>
                    <a:cubicBezTo>
                      <a:pt x="953" y="933"/>
                      <a:pt x="953" y="933"/>
                      <a:pt x="953" y="933"/>
                    </a:cubicBezTo>
                    <a:cubicBezTo>
                      <a:pt x="953" y="933"/>
                      <a:pt x="953" y="933"/>
                      <a:pt x="953" y="933"/>
                    </a:cubicBezTo>
                    <a:close/>
                    <a:moveTo>
                      <a:pt x="963" y="933"/>
                    </a:moveTo>
                    <a:cubicBezTo>
                      <a:pt x="963" y="933"/>
                      <a:pt x="963" y="933"/>
                      <a:pt x="963" y="933"/>
                    </a:cubicBezTo>
                    <a:cubicBezTo>
                      <a:pt x="963" y="933"/>
                      <a:pt x="963" y="933"/>
                      <a:pt x="963" y="933"/>
                    </a:cubicBezTo>
                    <a:close/>
                    <a:moveTo>
                      <a:pt x="963" y="933"/>
                    </a:moveTo>
                    <a:cubicBezTo>
                      <a:pt x="963" y="933"/>
                      <a:pt x="963" y="933"/>
                      <a:pt x="963" y="933"/>
                    </a:cubicBezTo>
                    <a:cubicBezTo>
                      <a:pt x="963" y="933"/>
                      <a:pt x="963" y="933"/>
                      <a:pt x="963" y="933"/>
                    </a:cubicBezTo>
                    <a:close/>
                    <a:moveTo>
                      <a:pt x="963" y="933"/>
                    </a:moveTo>
                    <a:cubicBezTo>
                      <a:pt x="963" y="933"/>
                      <a:pt x="973" y="933"/>
                      <a:pt x="973" y="933"/>
                    </a:cubicBezTo>
                    <a:cubicBezTo>
                      <a:pt x="973" y="933"/>
                      <a:pt x="963" y="933"/>
                      <a:pt x="963" y="933"/>
                    </a:cubicBezTo>
                    <a:close/>
                    <a:moveTo>
                      <a:pt x="973" y="933"/>
                    </a:moveTo>
                    <a:lnTo>
                      <a:pt x="973" y="933"/>
                    </a:lnTo>
                    <a:lnTo>
                      <a:pt x="973" y="933"/>
                    </a:lnTo>
                    <a:close/>
                    <a:moveTo>
                      <a:pt x="973" y="933"/>
                    </a:moveTo>
                    <a:cubicBezTo>
                      <a:pt x="973" y="933"/>
                      <a:pt x="973" y="933"/>
                      <a:pt x="983" y="933"/>
                    </a:cubicBezTo>
                    <a:cubicBezTo>
                      <a:pt x="973" y="933"/>
                      <a:pt x="973" y="933"/>
                      <a:pt x="973" y="933"/>
                    </a:cubicBezTo>
                    <a:close/>
                    <a:moveTo>
                      <a:pt x="983" y="933"/>
                    </a:moveTo>
                    <a:lnTo>
                      <a:pt x="983" y="933"/>
                    </a:lnTo>
                    <a:lnTo>
                      <a:pt x="983" y="933"/>
                    </a:lnTo>
                    <a:close/>
                    <a:moveTo>
                      <a:pt x="983" y="933"/>
                    </a:moveTo>
                    <a:lnTo>
                      <a:pt x="983" y="933"/>
                    </a:lnTo>
                    <a:lnTo>
                      <a:pt x="983" y="933"/>
                    </a:lnTo>
                    <a:close/>
                    <a:moveTo>
                      <a:pt x="993" y="933"/>
                    </a:moveTo>
                    <a:cubicBezTo>
                      <a:pt x="993" y="933"/>
                      <a:pt x="993" y="933"/>
                      <a:pt x="993" y="933"/>
                    </a:cubicBezTo>
                    <a:cubicBezTo>
                      <a:pt x="993" y="933"/>
                      <a:pt x="993" y="933"/>
                      <a:pt x="993" y="933"/>
                    </a:cubicBezTo>
                    <a:close/>
                    <a:moveTo>
                      <a:pt x="993" y="933"/>
                    </a:moveTo>
                    <a:cubicBezTo>
                      <a:pt x="993" y="933"/>
                      <a:pt x="993" y="933"/>
                      <a:pt x="993" y="933"/>
                    </a:cubicBezTo>
                    <a:cubicBezTo>
                      <a:pt x="993" y="933"/>
                      <a:pt x="993" y="933"/>
                      <a:pt x="993" y="933"/>
                    </a:cubicBezTo>
                    <a:close/>
                    <a:moveTo>
                      <a:pt x="1024" y="923"/>
                    </a:moveTo>
                    <a:cubicBezTo>
                      <a:pt x="1365" y="863"/>
                      <a:pt x="2107" y="51"/>
                      <a:pt x="2498" y="0"/>
                    </a:cubicBezTo>
                    <a:cubicBezTo>
                      <a:pt x="2107" y="51"/>
                      <a:pt x="1365" y="863"/>
                      <a:pt x="1024" y="923"/>
                    </a:cubicBezTo>
                    <a:close/>
                    <a:moveTo>
                      <a:pt x="2578" y="0"/>
                    </a:moveTo>
                    <a:cubicBezTo>
                      <a:pt x="2568" y="0"/>
                      <a:pt x="2548" y="0"/>
                      <a:pt x="2528" y="0"/>
                    </a:cubicBezTo>
                    <a:cubicBezTo>
                      <a:pt x="2548" y="0"/>
                      <a:pt x="2568" y="0"/>
                      <a:pt x="2578" y="0"/>
                    </a:cubicBezTo>
                    <a:close/>
                    <a:moveTo>
                      <a:pt x="2498" y="0"/>
                    </a:moveTo>
                    <a:cubicBezTo>
                      <a:pt x="2508" y="0"/>
                      <a:pt x="2518" y="0"/>
                      <a:pt x="2528" y="0"/>
                    </a:cubicBezTo>
                    <a:lnTo>
                      <a:pt x="2528" y="0"/>
                    </a:lnTo>
                    <a:cubicBezTo>
                      <a:pt x="2518" y="0"/>
                      <a:pt x="2508" y="0"/>
                      <a:pt x="2498" y="0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49" name="Google Shape;14249;p50"/>
              <p:cNvSpPr/>
              <p:nvPr/>
            </p:nvSpPr>
            <p:spPr>
              <a:xfrm>
                <a:off x="4861418" y="842000"/>
                <a:ext cx="1059655" cy="334658"/>
              </a:xfrm>
              <a:custGeom>
                <a:avLst/>
                <a:gdLst/>
                <a:ahLst/>
                <a:cxnLst/>
                <a:rect l="l" t="t" r="r" b="b"/>
                <a:pathLst>
                  <a:path w="12770" h="4033" extrusionOk="0">
                    <a:moveTo>
                      <a:pt x="2498" y="0"/>
                    </a:moveTo>
                    <a:cubicBezTo>
                      <a:pt x="2107" y="51"/>
                      <a:pt x="1365" y="863"/>
                      <a:pt x="1024" y="923"/>
                    </a:cubicBezTo>
                    <a:cubicBezTo>
                      <a:pt x="1014" y="923"/>
                      <a:pt x="1003" y="933"/>
                      <a:pt x="993" y="933"/>
                    </a:cubicBezTo>
                    <a:lnTo>
                      <a:pt x="943" y="933"/>
                    </a:lnTo>
                    <a:cubicBezTo>
                      <a:pt x="943" y="933"/>
                      <a:pt x="943" y="943"/>
                      <a:pt x="943" y="943"/>
                    </a:cubicBezTo>
                    <a:lnTo>
                      <a:pt x="903" y="943"/>
                    </a:lnTo>
                    <a:cubicBezTo>
                      <a:pt x="903" y="943"/>
                      <a:pt x="903" y="943"/>
                      <a:pt x="903" y="953"/>
                    </a:cubicBezTo>
                    <a:lnTo>
                      <a:pt x="873" y="953"/>
                    </a:lnTo>
                    <a:cubicBezTo>
                      <a:pt x="873" y="953"/>
                      <a:pt x="873" y="953"/>
                      <a:pt x="873" y="963"/>
                    </a:cubicBezTo>
                    <a:lnTo>
                      <a:pt x="843" y="963"/>
                    </a:lnTo>
                    <a:cubicBezTo>
                      <a:pt x="843" y="973"/>
                      <a:pt x="843" y="973"/>
                      <a:pt x="843" y="973"/>
                    </a:cubicBezTo>
                    <a:lnTo>
                      <a:pt x="813" y="973"/>
                    </a:lnTo>
                    <a:cubicBezTo>
                      <a:pt x="813" y="983"/>
                      <a:pt x="813" y="983"/>
                      <a:pt x="813" y="983"/>
                    </a:cubicBezTo>
                    <a:lnTo>
                      <a:pt x="793" y="983"/>
                    </a:lnTo>
                    <a:cubicBezTo>
                      <a:pt x="793" y="983"/>
                      <a:pt x="793" y="993"/>
                      <a:pt x="783" y="993"/>
                    </a:cubicBezTo>
                    <a:cubicBezTo>
                      <a:pt x="783" y="993"/>
                      <a:pt x="773" y="993"/>
                      <a:pt x="773" y="1003"/>
                    </a:cubicBezTo>
                    <a:lnTo>
                      <a:pt x="753" y="1003"/>
                    </a:lnTo>
                    <a:cubicBezTo>
                      <a:pt x="753" y="1013"/>
                      <a:pt x="743" y="1013"/>
                      <a:pt x="743" y="1013"/>
                    </a:cubicBezTo>
                    <a:cubicBezTo>
                      <a:pt x="733" y="1013"/>
                      <a:pt x="733" y="1023"/>
                      <a:pt x="723" y="1023"/>
                    </a:cubicBezTo>
                    <a:lnTo>
                      <a:pt x="713" y="1023"/>
                    </a:lnTo>
                    <a:cubicBezTo>
                      <a:pt x="713" y="1034"/>
                      <a:pt x="713" y="1034"/>
                      <a:pt x="713" y="1034"/>
                    </a:cubicBezTo>
                    <a:lnTo>
                      <a:pt x="693" y="1034"/>
                    </a:lnTo>
                    <a:cubicBezTo>
                      <a:pt x="693" y="1044"/>
                      <a:pt x="693" y="1044"/>
                      <a:pt x="693" y="1044"/>
                    </a:cubicBezTo>
                    <a:lnTo>
                      <a:pt x="672" y="1044"/>
                    </a:lnTo>
                    <a:cubicBezTo>
                      <a:pt x="672" y="1054"/>
                      <a:pt x="672" y="1054"/>
                      <a:pt x="672" y="1054"/>
                    </a:cubicBezTo>
                    <a:lnTo>
                      <a:pt x="662" y="1054"/>
                    </a:lnTo>
                    <a:lnTo>
                      <a:pt x="652" y="1064"/>
                    </a:lnTo>
                    <a:lnTo>
                      <a:pt x="642" y="1064"/>
                    </a:lnTo>
                    <a:cubicBezTo>
                      <a:pt x="642" y="1064"/>
                      <a:pt x="642" y="1064"/>
                      <a:pt x="642" y="1074"/>
                    </a:cubicBezTo>
                    <a:lnTo>
                      <a:pt x="622" y="1074"/>
                    </a:lnTo>
                    <a:lnTo>
                      <a:pt x="622" y="1084"/>
                    </a:lnTo>
                    <a:lnTo>
                      <a:pt x="602" y="1084"/>
                    </a:lnTo>
                    <a:cubicBezTo>
                      <a:pt x="602" y="1094"/>
                      <a:pt x="602" y="1094"/>
                      <a:pt x="602" y="1094"/>
                    </a:cubicBezTo>
                    <a:lnTo>
                      <a:pt x="592" y="1094"/>
                    </a:lnTo>
                    <a:lnTo>
                      <a:pt x="582" y="1104"/>
                    </a:lnTo>
                    <a:lnTo>
                      <a:pt x="572" y="1104"/>
                    </a:lnTo>
                    <a:lnTo>
                      <a:pt x="572" y="1114"/>
                    </a:lnTo>
                    <a:cubicBezTo>
                      <a:pt x="372" y="1234"/>
                      <a:pt x="171" y="1405"/>
                      <a:pt x="0" y="1535"/>
                    </a:cubicBezTo>
                    <a:lnTo>
                      <a:pt x="10" y="1535"/>
                    </a:lnTo>
                    <a:cubicBezTo>
                      <a:pt x="20" y="1535"/>
                      <a:pt x="41" y="1535"/>
                      <a:pt x="61" y="1525"/>
                    </a:cubicBezTo>
                    <a:cubicBezTo>
                      <a:pt x="101" y="1505"/>
                      <a:pt x="131" y="1475"/>
                      <a:pt x="161" y="1455"/>
                    </a:cubicBezTo>
                    <a:cubicBezTo>
                      <a:pt x="372" y="1284"/>
                      <a:pt x="783" y="1023"/>
                      <a:pt x="933" y="1023"/>
                    </a:cubicBezTo>
                    <a:cubicBezTo>
                      <a:pt x="973" y="1023"/>
                      <a:pt x="1144" y="1124"/>
                      <a:pt x="1345" y="1234"/>
                    </a:cubicBezTo>
                    <a:cubicBezTo>
                      <a:pt x="1686" y="1104"/>
                      <a:pt x="1696" y="1003"/>
                      <a:pt x="2107" y="863"/>
                    </a:cubicBezTo>
                    <a:cubicBezTo>
                      <a:pt x="2227" y="823"/>
                      <a:pt x="2348" y="783"/>
                      <a:pt x="2478" y="783"/>
                    </a:cubicBezTo>
                    <a:lnTo>
                      <a:pt x="2488" y="783"/>
                    </a:lnTo>
                    <a:cubicBezTo>
                      <a:pt x="2739" y="783"/>
                      <a:pt x="3170" y="913"/>
                      <a:pt x="3381" y="1054"/>
                    </a:cubicBezTo>
                    <a:cubicBezTo>
                      <a:pt x="3832" y="1375"/>
                      <a:pt x="4645" y="1655"/>
                      <a:pt x="5186" y="1696"/>
                    </a:cubicBezTo>
                    <a:cubicBezTo>
                      <a:pt x="5196" y="1706"/>
                      <a:pt x="5196" y="1706"/>
                      <a:pt x="5196" y="1706"/>
                    </a:cubicBezTo>
                    <a:cubicBezTo>
                      <a:pt x="5297" y="1706"/>
                      <a:pt x="5066" y="1545"/>
                      <a:pt x="4835" y="1385"/>
                    </a:cubicBezTo>
                    <a:cubicBezTo>
                      <a:pt x="4594" y="1234"/>
                      <a:pt x="4354" y="1074"/>
                      <a:pt x="4414" y="1074"/>
                    </a:cubicBezTo>
                    <a:cubicBezTo>
                      <a:pt x="4424" y="1074"/>
                      <a:pt x="4424" y="1074"/>
                      <a:pt x="4434" y="1084"/>
                    </a:cubicBezTo>
                    <a:cubicBezTo>
                      <a:pt x="4825" y="1174"/>
                      <a:pt x="5337" y="1365"/>
                      <a:pt x="5908" y="1605"/>
                    </a:cubicBezTo>
                    <a:cubicBezTo>
                      <a:pt x="6621" y="1906"/>
                      <a:pt x="8607" y="2979"/>
                      <a:pt x="9389" y="3351"/>
                    </a:cubicBezTo>
                    <a:cubicBezTo>
                      <a:pt x="9439" y="3371"/>
                      <a:pt x="9469" y="3381"/>
                      <a:pt x="9479" y="3381"/>
                    </a:cubicBezTo>
                    <a:cubicBezTo>
                      <a:pt x="9550" y="3381"/>
                      <a:pt x="9289" y="3170"/>
                      <a:pt x="9028" y="2949"/>
                    </a:cubicBezTo>
                    <a:cubicBezTo>
                      <a:pt x="8767" y="2739"/>
                      <a:pt x="8506" y="2518"/>
                      <a:pt x="8577" y="2518"/>
                    </a:cubicBezTo>
                    <a:cubicBezTo>
                      <a:pt x="8587" y="2518"/>
                      <a:pt x="8607" y="2528"/>
                      <a:pt x="8647" y="2548"/>
                    </a:cubicBezTo>
                    <a:cubicBezTo>
                      <a:pt x="9229" y="2809"/>
                      <a:pt x="10894" y="3601"/>
                      <a:pt x="11265" y="3722"/>
                    </a:cubicBezTo>
                    <a:cubicBezTo>
                      <a:pt x="11576" y="3822"/>
                      <a:pt x="12468" y="4033"/>
                      <a:pt x="12689" y="4033"/>
                    </a:cubicBezTo>
                    <a:cubicBezTo>
                      <a:pt x="12759" y="4033"/>
                      <a:pt x="12769" y="4013"/>
                      <a:pt x="12679" y="3962"/>
                    </a:cubicBezTo>
                    <a:cubicBezTo>
                      <a:pt x="12278" y="3762"/>
                      <a:pt x="11877" y="3571"/>
                      <a:pt x="11495" y="3391"/>
                    </a:cubicBezTo>
                    <a:cubicBezTo>
                      <a:pt x="9710" y="2658"/>
                      <a:pt x="7684" y="1766"/>
                      <a:pt x="7694" y="1675"/>
                    </a:cubicBezTo>
                    <a:cubicBezTo>
                      <a:pt x="7744" y="1675"/>
                      <a:pt x="7794" y="1665"/>
                      <a:pt x="7854" y="1645"/>
                    </a:cubicBezTo>
                    <a:cubicBezTo>
                      <a:pt x="7814" y="1625"/>
                      <a:pt x="7784" y="1605"/>
                      <a:pt x="7754" y="1595"/>
                    </a:cubicBezTo>
                    <a:lnTo>
                      <a:pt x="7634" y="1595"/>
                    </a:lnTo>
                    <a:cubicBezTo>
                      <a:pt x="7573" y="1595"/>
                      <a:pt x="7523" y="1595"/>
                      <a:pt x="7473" y="1575"/>
                    </a:cubicBezTo>
                    <a:lnTo>
                      <a:pt x="7453" y="1575"/>
                    </a:lnTo>
                    <a:cubicBezTo>
                      <a:pt x="7202" y="1475"/>
                      <a:pt x="6430" y="963"/>
                      <a:pt x="6290" y="863"/>
                    </a:cubicBezTo>
                    <a:cubicBezTo>
                      <a:pt x="6159" y="753"/>
                      <a:pt x="5678" y="793"/>
                      <a:pt x="5417" y="582"/>
                    </a:cubicBezTo>
                    <a:cubicBezTo>
                      <a:pt x="5156" y="372"/>
                      <a:pt x="4785" y="291"/>
                      <a:pt x="4294" y="211"/>
                    </a:cubicBezTo>
                    <a:cubicBezTo>
                      <a:pt x="3802" y="141"/>
                      <a:pt x="2949" y="91"/>
                      <a:pt x="25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50" name="Google Shape;14250;p50"/>
              <p:cNvSpPr/>
              <p:nvPr/>
            </p:nvSpPr>
            <p:spPr>
              <a:xfrm>
                <a:off x="4866397" y="926889"/>
                <a:ext cx="948959" cy="196497"/>
              </a:xfrm>
              <a:custGeom>
                <a:avLst/>
                <a:gdLst/>
                <a:ahLst/>
                <a:cxnLst/>
                <a:rect l="l" t="t" r="r" b="b"/>
                <a:pathLst>
                  <a:path w="11436" h="2368" extrusionOk="0">
                    <a:moveTo>
                      <a:pt x="873" y="0"/>
                    </a:moveTo>
                    <a:cubicBezTo>
                      <a:pt x="723" y="0"/>
                      <a:pt x="312" y="261"/>
                      <a:pt x="101" y="432"/>
                    </a:cubicBezTo>
                    <a:cubicBezTo>
                      <a:pt x="71" y="452"/>
                      <a:pt x="41" y="482"/>
                      <a:pt x="1" y="502"/>
                    </a:cubicBezTo>
                    <a:cubicBezTo>
                      <a:pt x="271" y="472"/>
                      <a:pt x="1094" y="271"/>
                      <a:pt x="1174" y="251"/>
                    </a:cubicBezTo>
                    <a:cubicBezTo>
                      <a:pt x="1214" y="231"/>
                      <a:pt x="1254" y="221"/>
                      <a:pt x="1285" y="211"/>
                    </a:cubicBezTo>
                    <a:cubicBezTo>
                      <a:pt x="1084" y="101"/>
                      <a:pt x="913" y="0"/>
                      <a:pt x="873" y="0"/>
                    </a:cubicBezTo>
                    <a:close/>
                    <a:moveTo>
                      <a:pt x="7794" y="622"/>
                    </a:moveTo>
                    <a:cubicBezTo>
                      <a:pt x="7734" y="642"/>
                      <a:pt x="7684" y="652"/>
                      <a:pt x="7634" y="652"/>
                    </a:cubicBezTo>
                    <a:cubicBezTo>
                      <a:pt x="7624" y="743"/>
                      <a:pt x="9650" y="1635"/>
                      <a:pt x="11435" y="2368"/>
                    </a:cubicBezTo>
                    <a:cubicBezTo>
                      <a:pt x="9951" y="1656"/>
                      <a:pt x="8617" y="1084"/>
                      <a:pt x="7794" y="622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51" name="Google Shape;14251;p50"/>
              <p:cNvSpPr/>
              <p:nvPr/>
            </p:nvSpPr>
            <p:spPr>
              <a:xfrm>
                <a:off x="4858099" y="1035924"/>
                <a:ext cx="423696" cy="109949"/>
              </a:xfrm>
              <a:custGeom>
                <a:avLst/>
                <a:gdLst/>
                <a:ahLst/>
                <a:cxnLst/>
                <a:rect l="l" t="t" r="r" b="b"/>
                <a:pathLst>
                  <a:path w="5106" h="1325" extrusionOk="0">
                    <a:moveTo>
                      <a:pt x="1665" y="0"/>
                    </a:moveTo>
                    <a:cubicBezTo>
                      <a:pt x="1395" y="0"/>
                      <a:pt x="1154" y="131"/>
                      <a:pt x="963" y="271"/>
                    </a:cubicBezTo>
                    <a:cubicBezTo>
                      <a:pt x="672" y="482"/>
                      <a:pt x="863" y="342"/>
                      <a:pt x="281" y="652"/>
                    </a:cubicBezTo>
                    <a:cubicBezTo>
                      <a:pt x="0" y="803"/>
                      <a:pt x="30" y="863"/>
                      <a:pt x="231" y="863"/>
                    </a:cubicBezTo>
                    <a:cubicBezTo>
                      <a:pt x="432" y="863"/>
                      <a:pt x="813" y="803"/>
                      <a:pt x="1174" y="713"/>
                    </a:cubicBezTo>
                    <a:cubicBezTo>
                      <a:pt x="1264" y="693"/>
                      <a:pt x="1334" y="683"/>
                      <a:pt x="1395" y="683"/>
                    </a:cubicBezTo>
                    <a:cubicBezTo>
                      <a:pt x="1585" y="683"/>
                      <a:pt x="1635" y="773"/>
                      <a:pt x="1685" y="863"/>
                    </a:cubicBezTo>
                    <a:cubicBezTo>
                      <a:pt x="1736" y="953"/>
                      <a:pt x="1786" y="1044"/>
                      <a:pt x="1946" y="1044"/>
                    </a:cubicBezTo>
                    <a:cubicBezTo>
                      <a:pt x="1986" y="1044"/>
                      <a:pt x="2037" y="1034"/>
                      <a:pt x="2087" y="1024"/>
                    </a:cubicBezTo>
                    <a:cubicBezTo>
                      <a:pt x="2167" y="1014"/>
                      <a:pt x="2267" y="1004"/>
                      <a:pt x="2368" y="1004"/>
                    </a:cubicBezTo>
                    <a:cubicBezTo>
                      <a:pt x="2919" y="1004"/>
                      <a:pt x="3631" y="1244"/>
                      <a:pt x="4414" y="1314"/>
                    </a:cubicBezTo>
                    <a:cubicBezTo>
                      <a:pt x="4454" y="1325"/>
                      <a:pt x="4494" y="1325"/>
                      <a:pt x="4524" y="1325"/>
                    </a:cubicBezTo>
                    <a:cubicBezTo>
                      <a:pt x="5106" y="1325"/>
                      <a:pt x="3030" y="562"/>
                      <a:pt x="2087" y="101"/>
                    </a:cubicBezTo>
                    <a:cubicBezTo>
                      <a:pt x="1936" y="31"/>
                      <a:pt x="1796" y="0"/>
                      <a:pt x="1665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52" name="Google Shape;14252;p50"/>
              <p:cNvSpPr/>
              <p:nvPr/>
            </p:nvSpPr>
            <p:spPr>
              <a:xfrm>
                <a:off x="4722427" y="1047542"/>
                <a:ext cx="16679" cy="348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42" extrusionOk="0">
                    <a:moveTo>
                      <a:pt x="201" y="41"/>
                    </a:moveTo>
                    <a:cubicBezTo>
                      <a:pt x="171" y="31"/>
                      <a:pt x="131" y="31"/>
                      <a:pt x="91" y="21"/>
                    </a:cubicBezTo>
                    <a:cubicBezTo>
                      <a:pt x="131" y="31"/>
                      <a:pt x="171" y="31"/>
                      <a:pt x="201" y="41"/>
                    </a:cubicBezTo>
                    <a:lnTo>
                      <a:pt x="201" y="41"/>
                    </a:lnTo>
                    <a:close/>
                    <a:moveTo>
                      <a:pt x="20" y="1"/>
                    </a:moveTo>
                    <a:cubicBezTo>
                      <a:pt x="10" y="1"/>
                      <a:pt x="10" y="1"/>
                      <a:pt x="0" y="1"/>
                    </a:cubicBezTo>
                    <a:cubicBezTo>
                      <a:pt x="10" y="1"/>
                      <a:pt x="10" y="1"/>
                      <a:pt x="20" y="1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53" name="Google Shape;14253;p50"/>
              <p:cNvSpPr/>
              <p:nvPr/>
            </p:nvSpPr>
            <p:spPr>
              <a:xfrm>
                <a:off x="4617540" y="1028456"/>
                <a:ext cx="160732" cy="55016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663" extrusionOk="0">
                    <a:moveTo>
                      <a:pt x="362" y="0"/>
                    </a:moveTo>
                    <a:cubicBezTo>
                      <a:pt x="241" y="0"/>
                      <a:pt x="121" y="20"/>
                      <a:pt x="0" y="80"/>
                    </a:cubicBezTo>
                    <a:lnTo>
                      <a:pt x="21" y="80"/>
                    </a:lnTo>
                    <a:cubicBezTo>
                      <a:pt x="21" y="101"/>
                      <a:pt x="31" y="121"/>
                      <a:pt x="41" y="141"/>
                    </a:cubicBezTo>
                    <a:cubicBezTo>
                      <a:pt x="191" y="351"/>
                      <a:pt x="492" y="562"/>
                      <a:pt x="683" y="562"/>
                    </a:cubicBezTo>
                    <a:lnTo>
                      <a:pt x="713" y="562"/>
                    </a:lnTo>
                    <a:cubicBezTo>
                      <a:pt x="783" y="552"/>
                      <a:pt x="863" y="552"/>
                      <a:pt x="943" y="552"/>
                    </a:cubicBezTo>
                    <a:cubicBezTo>
                      <a:pt x="1164" y="552"/>
                      <a:pt x="1445" y="582"/>
                      <a:pt x="1846" y="652"/>
                    </a:cubicBezTo>
                    <a:cubicBezTo>
                      <a:pt x="1876" y="652"/>
                      <a:pt x="1906" y="662"/>
                      <a:pt x="1936" y="662"/>
                    </a:cubicBezTo>
                    <a:cubicBezTo>
                      <a:pt x="1836" y="602"/>
                      <a:pt x="1746" y="542"/>
                      <a:pt x="1676" y="502"/>
                    </a:cubicBezTo>
                    <a:cubicBezTo>
                      <a:pt x="1485" y="401"/>
                      <a:pt x="1405" y="361"/>
                      <a:pt x="1435" y="361"/>
                    </a:cubicBezTo>
                    <a:cubicBezTo>
                      <a:pt x="1445" y="361"/>
                      <a:pt x="1465" y="371"/>
                      <a:pt x="1505" y="371"/>
                    </a:cubicBezTo>
                    <a:cubicBezTo>
                      <a:pt x="1515" y="381"/>
                      <a:pt x="1525" y="381"/>
                      <a:pt x="1545" y="381"/>
                    </a:cubicBezTo>
                    <a:cubicBezTo>
                      <a:pt x="1565" y="381"/>
                      <a:pt x="1595" y="371"/>
                      <a:pt x="1615" y="361"/>
                    </a:cubicBezTo>
                    <a:cubicBezTo>
                      <a:pt x="1575" y="331"/>
                      <a:pt x="1515" y="301"/>
                      <a:pt x="1465" y="271"/>
                    </a:cubicBezTo>
                    <a:cubicBezTo>
                      <a:pt x="1435" y="261"/>
                      <a:pt x="1395" y="261"/>
                      <a:pt x="1355" y="251"/>
                    </a:cubicBezTo>
                    <a:cubicBezTo>
                      <a:pt x="1335" y="241"/>
                      <a:pt x="1314" y="241"/>
                      <a:pt x="1284" y="231"/>
                    </a:cubicBezTo>
                    <a:lnTo>
                      <a:pt x="1264" y="231"/>
                    </a:lnTo>
                    <a:cubicBezTo>
                      <a:pt x="1004" y="161"/>
                      <a:pt x="683" y="0"/>
                      <a:pt x="36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54" name="Google Shape;14254;p50"/>
              <p:cNvSpPr/>
              <p:nvPr/>
            </p:nvSpPr>
            <p:spPr>
              <a:xfrm>
                <a:off x="4734044" y="1058412"/>
                <a:ext cx="66716" cy="26720"/>
              </a:xfrm>
              <a:custGeom>
                <a:avLst/>
                <a:gdLst/>
                <a:ahLst/>
                <a:cxnLst/>
                <a:rect l="l" t="t" r="r" b="b"/>
                <a:pathLst>
                  <a:path w="804" h="322" extrusionOk="0">
                    <a:moveTo>
                      <a:pt x="31" y="0"/>
                    </a:moveTo>
                    <a:cubicBezTo>
                      <a:pt x="1" y="0"/>
                      <a:pt x="81" y="40"/>
                      <a:pt x="272" y="141"/>
                    </a:cubicBezTo>
                    <a:cubicBezTo>
                      <a:pt x="342" y="181"/>
                      <a:pt x="432" y="241"/>
                      <a:pt x="532" y="301"/>
                    </a:cubicBezTo>
                    <a:cubicBezTo>
                      <a:pt x="603" y="311"/>
                      <a:pt x="653" y="321"/>
                      <a:pt x="683" y="321"/>
                    </a:cubicBezTo>
                    <a:cubicBezTo>
                      <a:pt x="803" y="321"/>
                      <a:pt x="633" y="231"/>
                      <a:pt x="211" y="0"/>
                    </a:cubicBezTo>
                    <a:cubicBezTo>
                      <a:pt x="191" y="10"/>
                      <a:pt x="161" y="20"/>
                      <a:pt x="141" y="20"/>
                    </a:cubicBezTo>
                    <a:cubicBezTo>
                      <a:pt x="121" y="20"/>
                      <a:pt x="111" y="20"/>
                      <a:pt x="101" y="10"/>
                    </a:cubicBezTo>
                    <a:cubicBezTo>
                      <a:pt x="61" y="10"/>
                      <a:pt x="41" y="0"/>
                      <a:pt x="31" y="0"/>
                    </a:cubicBezTo>
                    <a:close/>
                  </a:path>
                </a:pathLst>
              </a:custGeom>
              <a:solidFill>
                <a:srgbClr val="7EC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55" name="Google Shape;14255;p50"/>
              <p:cNvSpPr/>
              <p:nvPr/>
            </p:nvSpPr>
            <p:spPr>
              <a:xfrm>
                <a:off x="4617540" y="1035095"/>
                <a:ext cx="3402" cy="5062"/>
              </a:xfrm>
              <a:custGeom>
                <a:avLst/>
                <a:gdLst/>
                <a:ahLst/>
                <a:cxnLst/>
                <a:rect l="l" t="t" r="r" b="b"/>
                <a:pathLst>
                  <a:path w="41" h="61" extrusionOk="0">
                    <a:moveTo>
                      <a:pt x="0" y="0"/>
                    </a:moveTo>
                    <a:cubicBezTo>
                      <a:pt x="21" y="21"/>
                      <a:pt x="31" y="41"/>
                      <a:pt x="41" y="61"/>
                    </a:cubicBezTo>
                    <a:cubicBezTo>
                      <a:pt x="31" y="41"/>
                      <a:pt x="21" y="21"/>
                      <a:pt x="21" y="0"/>
                    </a:cubicBezTo>
                    <a:close/>
                  </a:path>
                </a:pathLst>
              </a:custGeom>
              <a:solidFill>
                <a:srgbClr val="7EC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256" name="Google Shape;14256;p50"/>
            <p:cNvGrpSpPr/>
            <p:nvPr/>
          </p:nvGrpSpPr>
          <p:grpSpPr>
            <a:xfrm>
              <a:off x="-111323" y="3782400"/>
              <a:ext cx="4138865" cy="1588333"/>
              <a:chOff x="-111323" y="734400"/>
              <a:chExt cx="4138865" cy="1588333"/>
            </a:xfrm>
          </p:grpSpPr>
          <p:sp>
            <p:nvSpPr>
              <p:cNvPr id="14257" name="Google Shape;14257;p50"/>
              <p:cNvSpPr/>
              <p:nvPr/>
            </p:nvSpPr>
            <p:spPr>
              <a:xfrm>
                <a:off x="328393" y="1724964"/>
                <a:ext cx="169640" cy="76574"/>
              </a:xfrm>
              <a:custGeom>
                <a:avLst/>
                <a:gdLst/>
                <a:ahLst/>
                <a:cxnLst/>
                <a:rect l="l" t="t" r="r" b="b"/>
                <a:pathLst>
                  <a:path w="2047" h="924" extrusionOk="0">
                    <a:moveTo>
                      <a:pt x="40" y="0"/>
                    </a:moveTo>
                    <a:lnTo>
                      <a:pt x="0" y="10"/>
                    </a:lnTo>
                    <a:cubicBezTo>
                      <a:pt x="171" y="111"/>
                      <a:pt x="341" y="221"/>
                      <a:pt x="522" y="311"/>
                    </a:cubicBezTo>
                    <a:cubicBezTo>
                      <a:pt x="933" y="542"/>
                      <a:pt x="1374" y="743"/>
                      <a:pt x="1826" y="923"/>
                    </a:cubicBezTo>
                    <a:cubicBezTo>
                      <a:pt x="1906" y="873"/>
                      <a:pt x="1976" y="823"/>
                      <a:pt x="2046" y="763"/>
                    </a:cubicBezTo>
                    <a:cubicBezTo>
                      <a:pt x="1384" y="512"/>
                      <a:pt x="712" y="251"/>
                      <a:pt x="4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58" name="Google Shape;14258;p50"/>
              <p:cNvSpPr/>
              <p:nvPr/>
            </p:nvSpPr>
            <p:spPr>
              <a:xfrm>
                <a:off x="331708" y="1503200"/>
                <a:ext cx="895354" cy="284999"/>
              </a:xfrm>
              <a:custGeom>
                <a:avLst/>
                <a:gdLst/>
                <a:ahLst/>
                <a:cxnLst/>
                <a:rect l="l" t="t" r="r" b="b"/>
                <a:pathLst>
                  <a:path w="10804" h="3439" extrusionOk="0">
                    <a:moveTo>
                      <a:pt x="10380" y="0"/>
                    </a:moveTo>
                    <a:cubicBezTo>
                      <a:pt x="10188" y="0"/>
                      <a:pt x="9986" y="48"/>
                      <a:pt x="9800" y="99"/>
                    </a:cubicBezTo>
                    <a:cubicBezTo>
                      <a:pt x="6530" y="961"/>
                      <a:pt x="3270" y="1814"/>
                      <a:pt x="0" y="2676"/>
                    </a:cubicBezTo>
                    <a:cubicBezTo>
                      <a:pt x="672" y="2927"/>
                      <a:pt x="1344" y="3188"/>
                      <a:pt x="2006" y="3439"/>
                    </a:cubicBezTo>
                    <a:lnTo>
                      <a:pt x="2016" y="3429"/>
                    </a:lnTo>
                    <a:cubicBezTo>
                      <a:pt x="2498" y="2977"/>
                      <a:pt x="3320" y="2877"/>
                      <a:pt x="3952" y="2626"/>
                    </a:cubicBezTo>
                    <a:cubicBezTo>
                      <a:pt x="6229" y="1724"/>
                      <a:pt x="8426" y="751"/>
                      <a:pt x="10803" y="109"/>
                    </a:cubicBezTo>
                    <a:cubicBezTo>
                      <a:pt x="10676" y="29"/>
                      <a:pt x="10531" y="0"/>
                      <a:pt x="103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59" name="Google Shape;14259;p50"/>
              <p:cNvSpPr/>
              <p:nvPr/>
            </p:nvSpPr>
            <p:spPr>
              <a:xfrm>
                <a:off x="67348" y="852161"/>
                <a:ext cx="653450" cy="297678"/>
              </a:xfrm>
              <a:custGeom>
                <a:avLst/>
                <a:gdLst/>
                <a:ahLst/>
                <a:cxnLst/>
                <a:rect l="l" t="t" r="r" b="b"/>
                <a:pathLst>
                  <a:path w="7885" h="3592" extrusionOk="0">
                    <a:moveTo>
                      <a:pt x="6589" y="0"/>
                    </a:moveTo>
                    <a:cubicBezTo>
                      <a:pt x="6253" y="0"/>
                      <a:pt x="5295" y="296"/>
                      <a:pt x="4314" y="592"/>
                    </a:cubicBezTo>
                    <a:cubicBezTo>
                      <a:pt x="3325" y="891"/>
                      <a:pt x="2310" y="1189"/>
                      <a:pt x="1858" y="1189"/>
                    </a:cubicBezTo>
                    <a:cubicBezTo>
                      <a:pt x="1824" y="1189"/>
                      <a:pt x="1793" y="1188"/>
                      <a:pt x="1766" y="1184"/>
                    </a:cubicBezTo>
                    <a:cubicBezTo>
                      <a:pt x="1164" y="1435"/>
                      <a:pt x="572" y="1706"/>
                      <a:pt x="1" y="1986"/>
                    </a:cubicBezTo>
                    <a:cubicBezTo>
                      <a:pt x="612" y="2247"/>
                      <a:pt x="1806" y="2769"/>
                      <a:pt x="2318" y="2869"/>
                    </a:cubicBezTo>
                    <a:cubicBezTo>
                      <a:pt x="2498" y="2909"/>
                      <a:pt x="2689" y="2939"/>
                      <a:pt x="2839" y="3050"/>
                    </a:cubicBezTo>
                    <a:cubicBezTo>
                      <a:pt x="2950" y="3130"/>
                      <a:pt x="3040" y="3250"/>
                      <a:pt x="3150" y="3331"/>
                    </a:cubicBezTo>
                    <a:cubicBezTo>
                      <a:pt x="3369" y="3500"/>
                      <a:pt x="4195" y="3592"/>
                      <a:pt x="4830" y="3592"/>
                    </a:cubicBezTo>
                    <a:cubicBezTo>
                      <a:pt x="5361" y="3592"/>
                      <a:pt x="5758" y="3528"/>
                      <a:pt x="5557" y="3391"/>
                    </a:cubicBezTo>
                    <a:cubicBezTo>
                      <a:pt x="5216" y="3160"/>
                      <a:pt x="2318" y="2869"/>
                      <a:pt x="5608" y="2227"/>
                    </a:cubicBezTo>
                    <a:cubicBezTo>
                      <a:pt x="6009" y="2147"/>
                      <a:pt x="6300" y="1786"/>
                      <a:pt x="6962" y="1665"/>
                    </a:cubicBezTo>
                    <a:cubicBezTo>
                      <a:pt x="7885" y="1505"/>
                      <a:pt x="4574" y="1104"/>
                      <a:pt x="5507" y="963"/>
                    </a:cubicBezTo>
                    <a:cubicBezTo>
                      <a:pt x="6390" y="833"/>
                      <a:pt x="7112" y="602"/>
                      <a:pt x="7744" y="321"/>
                    </a:cubicBezTo>
                    <a:lnTo>
                      <a:pt x="7744" y="321"/>
                    </a:lnTo>
                    <a:cubicBezTo>
                      <a:pt x="7565" y="327"/>
                      <a:pt x="7399" y="333"/>
                      <a:pt x="7254" y="333"/>
                    </a:cubicBezTo>
                    <a:cubicBezTo>
                      <a:pt x="6878" y="333"/>
                      <a:pt x="6646" y="291"/>
                      <a:pt x="6711" y="81"/>
                    </a:cubicBezTo>
                    <a:cubicBezTo>
                      <a:pt x="6731" y="25"/>
                      <a:pt x="6686" y="0"/>
                      <a:pt x="65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60" name="Google Shape;14260;p50"/>
              <p:cNvSpPr/>
              <p:nvPr/>
            </p:nvSpPr>
            <p:spPr>
              <a:xfrm>
                <a:off x="849573" y="1734080"/>
                <a:ext cx="1109000" cy="313507"/>
              </a:xfrm>
              <a:custGeom>
                <a:avLst/>
                <a:gdLst/>
                <a:ahLst/>
                <a:cxnLst/>
                <a:rect l="l" t="t" r="r" b="b"/>
                <a:pathLst>
                  <a:path w="13382" h="3783" extrusionOk="0">
                    <a:moveTo>
                      <a:pt x="13381" y="1"/>
                    </a:moveTo>
                    <a:lnTo>
                      <a:pt x="13381" y="1"/>
                    </a:lnTo>
                    <a:cubicBezTo>
                      <a:pt x="13380" y="2"/>
                      <a:pt x="13380" y="2"/>
                      <a:pt x="13379" y="3"/>
                    </a:cubicBezTo>
                    <a:lnTo>
                      <a:pt x="13379" y="3"/>
                    </a:lnTo>
                    <a:cubicBezTo>
                      <a:pt x="13380" y="2"/>
                      <a:pt x="13380" y="2"/>
                      <a:pt x="13381" y="1"/>
                    </a:cubicBezTo>
                    <a:close/>
                    <a:moveTo>
                      <a:pt x="13379" y="3"/>
                    </a:moveTo>
                    <a:cubicBezTo>
                      <a:pt x="13173" y="222"/>
                      <a:pt x="12116" y="272"/>
                      <a:pt x="11796" y="362"/>
                    </a:cubicBezTo>
                    <a:cubicBezTo>
                      <a:pt x="11265" y="512"/>
                      <a:pt x="10783" y="743"/>
                      <a:pt x="10262" y="924"/>
                    </a:cubicBezTo>
                    <a:cubicBezTo>
                      <a:pt x="9088" y="1345"/>
                      <a:pt x="7844" y="1495"/>
                      <a:pt x="6610" y="1576"/>
                    </a:cubicBezTo>
                    <a:cubicBezTo>
                      <a:pt x="4414" y="1716"/>
                      <a:pt x="2147" y="1586"/>
                      <a:pt x="0" y="2127"/>
                    </a:cubicBezTo>
                    <a:cubicBezTo>
                      <a:pt x="582" y="2268"/>
                      <a:pt x="1174" y="2408"/>
                      <a:pt x="1756" y="2549"/>
                    </a:cubicBezTo>
                    <a:cubicBezTo>
                      <a:pt x="3230" y="2920"/>
                      <a:pt x="4685" y="3341"/>
                      <a:pt x="6139" y="3782"/>
                    </a:cubicBezTo>
                    <a:cubicBezTo>
                      <a:pt x="6510" y="3692"/>
                      <a:pt x="6881" y="3622"/>
                      <a:pt x="7132" y="3542"/>
                    </a:cubicBezTo>
                    <a:cubicBezTo>
                      <a:pt x="7934" y="3311"/>
                      <a:pt x="8938" y="3211"/>
                      <a:pt x="9640" y="2729"/>
                    </a:cubicBezTo>
                    <a:cubicBezTo>
                      <a:pt x="10011" y="2468"/>
                      <a:pt x="10272" y="2077"/>
                      <a:pt x="10613" y="1766"/>
                    </a:cubicBezTo>
                    <a:cubicBezTo>
                      <a:pt x="11424" y="1025"/>
                      <a:pt x="12636" y="804"/>
                      <a:pt x="13379" y="3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61" name="Google Shape;14261;p50"/>
              <p:cNvSpPr/>
              <p:nvPr/>
            </p:nvSpPr>
            <p:spPr>
              <a:xfrm>
                <a:off x="1046227" y="883735"/>
                <a:ext cx="122651" cy="106077"/>
              </a:xfrm>
              <a:custGeom>
                <a:avLst/>
                <a:gdLst/>
                <a:ahLst/>
                <a:cxnLst/>
                <a:rect l="l" t="t" r="r" b="b"/>
                <a:pathLst>
                  <a:path w="1480" h="1280" extrusionOk="0">
                    <a:moveTo>
                      <a:pt x="927" y="1"/>
                    </a:moveTo>
                    <a:cubicBezTo>
                      <a:pt x="687" y="161"/>
                      <a:pt x="476" y="322"/>
                      <a:pt x="396" y="582"/>
                    </a:cubicBezTo>
                    <a:cubicBezTo>
                      <a:pt x="278" y="943"/>
                      <a:pt x="1" y="1279"/>
                      <a:pt x="260" y="1279"/>
                    </a:cubicBezTo>
                    <a:cubicBezTo>
                      <a:pt x="332" y="1279"/>
                      <a:pt x="446" y="1253"/>
                      <a:pt x="616" y="1194"/>
                    </a:cubicBezTo>
                    <a:cubicBezTo>
                      <a:pt x="787" y="1134"/>
                      <a:pt x="1108" y="933"/>
                      <a:pt x="1479" y="693"/>
                    </a:cubicBezTo>
                    <a:cubicBezTo>
                      <a:pt x="1469" y="432"/>
                      <a:pt x="1459" y="191"/>
                      <a:pt x="1309" y="81"/>
                    </a:cubicBezTo>
                    <a:cubicBezTo>
                      <a:pt x="1218" y="21"/>
                      <a:pt x="1078" y="1"/>
                      <a:pt x="9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62" name="Google Shape;14262;p50"/>
              <p:cNvSpPr/>
              <p:nvPr/>
            </p:nvSpPr>
            <p:spPr>
              <a:xfrm>
                <a:off x="3197823" y="1250607"/>
                <a:ext cx="829719" cy="741295"/>
              </a:xfrm>
              <a:custGeom>
                <a:avLst/>
                <a:gdLst/>
                <a:ahLst/>
                <a:cxnLst/>
                <a:rect l="l" t="t" r="r" b="b"/>
                <a:pathLst>
                  <a:path w="10012" h="8945" extrusionOk="0">
                    <a:moveTo>
                      <a:pt x="3162" y="2492"/>
                    </a:moveTo>
                    <a:cubicBezTo>
                      <a:pt x="3273" y="2492"/>
                      <a:pt x="3730" y="2742"/>
                      <a:pt x="4233" y="2986"/>
                    </a:cubicBezTo>
                    <a:cubicBezTo>
                      <a:pt x="4741" y="3236"/>
                      <a:pt x="5288" y="3486"/>
                      <a:pt x="5566" y="3486"/>
                    </a:cubicBezTo>
                    <a:cubicBezTo>
                      <a:pt x="5634" y="3486"/>
                      <a:pt x="5686" y="3471"/>
                      <a:pt x="5718" y="3437"/>
                    </a:cubicBezTo>
                    <a:cubicBezTo>
                      <a:pt x="5779" y="3377"/>
                      <a:pt x="5849" y="3350"/>
                      <a:pt x="5931" y="3350"/>
                    </a:cubicBezTo>
                    <a:cubicBezTo>
                      <a:pt x="6324" y="3350"/>
                      <a:pt x="6999" y="3967"/>
                      <a:pt x="8326" y="4481"/>
                    </a:cubicBezTo>
                    <a:cubicBezTo>
                      <a:pt x="8326" y="4481"/>
                      <a:pt x="9438" y="5156"/>
                      <a:pt x="8679" y="5156"/>
                    </a:cubicBezTo>
                    <a:cubicBezTo>
                      <a:pt x="8585" y="5156"/>
                      <a:pt x="8462" y="5146"/>
                      <a:pt x="8306" y="5123"/>
                    </a:cubicBezTo>
                    <a:cubicBezTo>
                      <a:pt x="6882" y="4922"/>
                      <a:pt x="3511" y="3046"/>
                      <a:pt x="3170" y="2575"/>
                    </a:cubicBezTo>
                    <a:cubicBezTo>
                      <a:pt x="3127" y="2517"/>
                      <a:pt x="3127" y="2492"/>
                      <a:pt x="3162" y="2492"/>
                    </a:cubicBezTo>
                    <a:close/>
                    <a:moveTo>
                      <a:pt x="136" y="1"/>
                    </a:moveTo>
                    <a:cubicBezTo>
                      <a:pt x="53" y="1"/>
                      <a:pt x="1" y="34"/>
                      <a:pt x="1" y="117"/>
                    </a:cubicBezTo>
                    <a:cubicBezTo>
                      <a:pt x="201" y="228"/>
                      <a:pt x="1656" y="1090"/>
                      <a:pt x="1435" y="1120"/>
                    </a:cubicBezTo>
                    <a:cubicBezTo>
                      <a:pt x="1392" y="1127"/>
                      <a:pt x="1342" y="1130"/>
                      <a:pt x="1285" y="1130"/>
                    </a:cubicBezTo>
                    <a:cubicBezTo>
                      <a:pt x="1076" y="1130"/>
                      <a:pt x="782" y="1092"/>
                      <a:pt x="482" y="1060"/>
                    </a:cubicBezTo>
                    <a:lnTo>
                      <a:pt x="482" y="1060"/>
                    </a:lnTo>
                    <a:cubicBezTo>
                      <a:pt x="1502" y="1500"/>
                      <a:pt x="2592" y="2001"/>
                      <a:pt x="2204" y="2001"/>
                    </a:cubicBezTo>
                    <a:cubicBezTo>
                      <a:pt x="2176" y="2001"/>
                      <a:pt x="2141" y="1998"/>
                      <a:pt x="2097" y="1993"/>
                    </a:cubicBezTo>
                    <a:cubicBezTo>
                      <a:pt x="1355" y="1903"/>
                      <a:pt x="994" y="1883"/>
                      <a:pt x="251" y="1853"/>
                    </a:cubicBezTo>
                    <a:lnTo>
                      <a:pt x="251" y="1853"/>
                    </a:lnTo>
                    <a:cubicBezTo>
                      <a:pt x="773" y="2093"/>
                      <a:pt x="1395" y="2344"/>
                      <a:pt x="1766" y="2545"/>
                    </a:cubicBezTo>
                    <a:cubicBezTo>
                      <a:pt x="3110" y="3277"/>
                      <a:pt x="4865" y="3588"/>
                      <a:pt x="5557" y="4942"/>
                    </a:cubicBezTo>
                    <a:cubicBezTo>
                      <a:pt x="5838" y="5474"/>
                      <a:pt x="6059" y="5494"/>
                      <a:pt x="6621" y="5684"/>
                    </a:cubicBezTo>
                    <a:cubicBezTo>
                      <a:pt x="8185" y="6216"/>
                      <a:pt x="7965" y="7741"/>
                      <a:pt x="8988" y="8804"/>
                    </a:cubicBezTo>
                    <a:cubicBezTo>
                      <a:pt x="9088" y="8904"/>
                      <a:pt x="9269" y="8924"/>
                      <a:pt x="9439" y="8944"/>
                    </a:cubicBezTo>
                    <a:cubicBezTo>
                      <a:pt x="9469" y="8744"/>
                      <a:pt x="9479" y="8533"/>
                      <a:pt x="9499" y="8322"/>
                    </a:cubicBezTo>
                    <a:cubicBezTo>
                      <a:pt x="9640" y="7600"/>
                      <a:pt x="9580" y="6828"/>
                      <a:pt x="9620" y="6096"/>
                    </a:cubicBezTo>
                    <a:cubicBezTo>
                      <a:pt x="9650" y="5484"/>
                      <a:pt x="10011" y="4380"/>
                      <a:pt x="9730" y="3809"/>
                    </a:cubicBezTo>
                    <a:cubicBezTo>
                      <a:pt x="9499" y="3367"/>
                      <a:pt x="8466" y="3066"/>
                      <a:pt x="7945" y="2836"/>
                    </a:cubicBezTo>
                    <a:cubicBezTo>
                      <a:pt x="7824" y="2836"/>
                      <a:pt x="7624" y="2806"/>
                      <a:pt x="7303" y="2745"/>
                    </a:cubicBezTo>
                    <a:cubicBezTo>
                      <a:pt x="5755" y="2469"/>
                      <a:pt x="3979" y="1364"/>
                      <a:pt x="3762" y="1364"/>
                    </a:cubicBezTo>
                    <a:cubicBezTo>
                      <a:pt x="3742" y="1364"/>
                      <a:pt x="3735" y="1372"/>
                      <a:pt x="3742" y="1391"/>
                    </a:cubicBezTo>
                    <a:cubicBezTo>
                      <a:pt x="3802" y="1598"/>
                      <a:pt x="5036" y="2437"/>
                      <a:pt x="4747" y="2437"/>
                    </a:cubicBezTo>
                    <a:cubicBezTo>
                      <a:pt x="4700" y="2437"/>
                      <a:pt x="4613" y="2415"/>
                      <a:pt x="4474" y="2364"/>
                    </a:cubicBezTo>
                    <a:cubicBezTo>
                      <a:pt x="3561" y="2041"/>
                      <a:pt x="1300" y="337"/>
                      <a:pt x="1214" y="337"/>
                    </a:cubicBezTo>
                    <a:cubicBezTo>
                      <a:pt x="1207" y="337"/>
                      <a:pt x="1216" y="350"/>
                      <a:pt x="1244" y="378"/>
                    </a:cubicBezTo>
                    <a:cubicBezTo>
                      <a:pt x="1296" y="430"/>
                      <a:pt x="1306" y="451"/>
                      <a:pt x="1286" y="451"/>
                    </a:cubicBezTo>
                    <a:cubicBezTo>
                      <a:pt x="1240" y="451"/>
                      <a:pt x="1034" y="339"/>
                      <a:pt x="803" y="228"/>
                    </a:cubicBezTo>
                    <a:cubicBezTo>
                      <a:pt x="561" y="116"/>
                      <a:pt x="293" y="1"/>
                      <a:pt x="1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63" name="Google Shape;14263;p50"/>
              <p:cNvSpPr/>
              <p:nvPr/>
            </p:nvSpPr>
            <p:spPr>
              <a:xfrm>
                <a:off x="2154635" y="1028594"/>
                <a:ext cx="974332" cy="499473"/>
              </a:xfrm>
              <a:custGeom>
                <a:avLst/>
                <a:gdLst/>
                <a:ahLst/>
                <a:cxnLst/>
                <a:rect l="l" t="t" r="r" b="b"/>
                <a:pathLst>
                  <a:path w="11757" h="6027" extrusionOk="0">
                    <a:moveTo>
                      <a:pt x="851" y="0"/>
                    </a:moveTo>
                    <a:cubicBezTo>
                      <a:pt x="603" y="0"/>
                      <a:pt x="461" y="180"/>
                      <a:pt x="0" y="359"/>
                    </a:cubicBezTo>
                    <a:cubicBezTo>
                      <a:pt x="181" y="509"/>
                      <a:pt x="401" y="630"/>
                      <a:pt x="592" y="750"/>
                    </a:cubicBezTo>
                    <a:cubicBezTo>
                      <a:pt x="712" y="810"/>
                      <a:pt x="1304" y="1432"/>
                      <a:pt x="1425" y="1472"/>
                    </a:cubicBezTo>
                    <a:cubicBezTo>
                      <a:pt x="2217" y="1683"/>
                      <a:pt x="2929" y="2596"/>
                      <a:pt x="3852" y="3087"/>
                    </a:cubicBezTo>
                    <a:cubicBezTo>
                      <a:pt x="3915" y="3122"/>
                      <a:pt x="4311" y="3192"/>
                      <a:pt x="4632" y="3192"/>
                    </a:cubicBezTo>
                    <a:cubicBezTo>
                      <a:pt x="4874" y="3192"/>
                      <a:pt x="5073" y="3152"/>
                      <a:pt x="5056" y="3027"/>
                    </a:cubicBezTo>
                    <a:cubicBezTo>
                      <a:pt x="5040" y="2918"/>
                      <a:pt x="5080" y="2870"/>
                      <a:pt x="5159" y="2870"/>
                    </a:cubicBezTo>
                    <a:cubicBezTo>
                      <a:pt x="5606" y="2870"/>
                      <a:pt x="7327" y="4352"/>
                      <a:pt x="7914" y="4692"/>
                    </a:cubicBezTo>
                    <a:cubicBezTo>
                      <a:pt x="9360" y="5528"/>
                      <a:pt x="11028" y="6027"/>
                      <a:pt x="11395" y="6027"/>
                    </a:cubicBezTo>
                    <a:cubicBezTo>
                      <a:pt x="11402" y="6027"/>
                      <a:pt x="11409" y="6027"/>
                      <a:pt x="11415" y="6026"/>
                    </a:cubicBezTo>
                    <a:cubicBezTo>
                      <a:pt x="11756" y="6016"/>
                      <a:pt x="9008" y="4361"/>
                      <a:pt x="8195" y="3438"/>
                    </a:cubicBezTo>
                    <a:cubicBezTo>
                      <a:pt x="7844" y="3037"/>
                      <a:pt x="7914" y="2576"/>
                      <a:pt x="7834" y="2265"/>
                    </a:cubicBezTo>
                    <a:cubicBezTo>
                      <a:pt x="7764" y="2245"/>
                      <a:pt x="7694" y="2235"/>
                      <a:pt x="7633" y="2205"/>
                    </a:cubicBezTo>
                    <a:cubicBezTo>
                      <a:pt x="7533" y="2205"/>
                      <a:pt x="7383" y="2164"/>
                      <a:pt x="7172" y="2104"/>
                    </a:cubicBezTo>
                    <a:cubicBezTo>
                      <a:pt x="6791" y="1990"/>
                      <a:pt x="6558" y="1948"/>
                      <a:pt x="6419" y="1948"/>
                    </a:cubicBezTo>
                    <a:cubicBezTo>
                      <a:pt x="6130" y="1948"/>
                      <a:pt x="6249" y="2130"/>
                      <a:pt x="6289" y="2225"/>
                    </a:cubicBezTo>
                    <a:cubicBezTo>
                      <a:pt x="6292" y="2231"/>
                      <a:pt x="6290" y="2234"/>
                      <a:pt x="6285" y="2234"/>
                    </a:cubicBezTo>
                    <a:cubicBezTo>
                      <a:pt x="6227" y="2234"/>
                      <a:pt x="5769" y="1933"/>
                      <a:pt x="5286" y="1633"/>
                    </a:cubicBezTo>
                    <a:cubicBezTo>
                      <a:pt x="4807" y="1333"/>
                      <a:pt x="4305" y="1033"/>
                      <a:pt x="4156" y="1033"/>
                    </a:cubicBezTo>
                    <a:cubicBezTo>
                      <a:pt x="4131" y="1033"/>
                      <a:pt x="4116" y="1042"/>
                      <a:pt x="4113" y="1061"/>
                    </a:cubicBezTo>
                    <a:cubicBezTo>
                      <a:pt x="4107" y="1098"/>
                      <a:pt x="4072" y="1113"/>
                      <a:pt x="4016" y="1113"/>
                    </a:cubicBezTo>
                    <a:cubicBezTo>
                      <a:pt x="3892" y="1113"/>
                      <a:pt x="3663" y="1037"/>
                      <a:pt x="3421" y="961"/>
                    </a:cubicBezTo>
                    <a:cubicBezTo>
                      <a:pt x="3179" y="889"/>
                      <a:pt x="2921" y="817"/>
                      <a:pt x="2742" y="817"/>
                    </a:cubicBezTo>
                    <a:cubicBezTo>
                      <a:pt x="2646" y="817"/>
                      <a:pt x="2573" y="838"/>
                      <a:pt x="2538" y="891"/>
                    </a:cubicBezTo>
                    <a:cubicBezTo>
                      <a:pt x="2512" y="929"/>
                      <a:pt x="2476" y="946"/>
                      <a:pt x="2432" y="946"/>
                    </a:cubicBezTo>
                    <a:cubicBezTo>
                      <a:pt x="2125" y="946"/>
                      <a:pt x="1432" y="106"/>
                      <a:pt x="993" y="18"/>
                    </a:cubicBezTo>
                    <a:cubicBezTo>
                      <a:pt x="941" y="6"/>
                      <a:pt x="894" y="0"/>
                      <a:pt x="851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64" name="Google Shape;14264;p50"/>
              <p:cNvSpPr/>
              <p:nvPr/>
            </p:nvSpPr>
            <p:spPr>
              <a:xfrm>
                <a:off x="1438873" y="1956010"/>
                <a:ext cx="425716" cy="163010"/>
              </a:xfrm>
              <a:custGeom>
                <a:avLst/>
                <a:gdLst/>
                <a:ahLst/>
                <a:cxnLst/>
                <a:rect l="l" t="t" r="r" b="b"/>
                <a:pathLst>
                  <a:path w="5137" h="1967" extrusionOk="0">
                    <a:moveTo>
                      <a:pt x="5137" y="1"/>
                    </a:moveTo>
                    <a:cubicBezTo>
                      <a:pt x="5076" y="81"/>
                      <a:pt x="4134" y="312"/>
                      <a:pt x="4013" y="362"/>
                    </a:cubicBezTo>
                    <a:cubicBezTo>
                      <a:pt x="3512" y="543"/>
                      <a:pt x="3000" y="703"/>
                      <a:pt x="2489" y="843"/>
                    </a:cubicBezTo>
                    <a:cubicBezTo>
                      <a:pt x="1666" y="1064"/>
                      <a:pt x="833" y="1235"/>
                      <a:pt x="1" y="1395"/>
                    </a:cubicBezTo>
                    <a:cubicBezTo>
                      <a:pt x="623" y="1586"/>
                      <a:pt x="1245" y="1776"/>
                      <a:pt x="1867" y="1967"/>
                    </a:cubicBezTo>
                    <a:cubicBezTo>
                      <a:pt x="2017" y="1867"/>
                      <a:pt x="2158" y="1756"/>
                      <a:pt x="2298" y="1646"/>
                    </a:cubicBezTo>
                    <a:cubicBezTo>
                      <a:pt x="2539" y="1445"/>
                      <a:pt x="2769" y="1235"/>
                      <a:pt x="3030" y="1064"/>
                    </a:cubicBezTo>
                    <a:cubicBezTo>
                      <a:pt x="3662" y="673"/>
                      <a:pt x="4685" y="613"/>
                      <a:pt x="513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65" name="Google Shape;14265;p50"/>
              <p:cNvSpPr/>
              <p:nvPr/>
            </p:nvSpPr>
            <p:spPr>
              <a:xfrm>
                <a:off x="3145448" y="1136907"/>
                <a:ext cx="710797" cy="348727"/>
              </a:xfrm>
              <a:custGeom>
                <a:avLst/>
                <a:gdLst/>
                <a:ahLst/>
                <a:cxnLst/>
                <a:rect l="l" t="t" r="r" b="b"/>
                <a:pathLst>
                  <a:path w="8577" h="4208" extrusionOk="0">
                    <a:moveTo>
                      <a:pt x="255" y="0"/>
                    </a:moveTo>
                    <a:cubicBezTo>
                      <a:pt x="167" y="0"/>
                      <a:pt x="82" y="8"/>
                      <a:pt x="1" y="25"/>
                    </a:cubicBezTo>
                    <a:cubicBezTo>
                      <a:pt x="141" y="256"/>
                      <a:pt x="251" y="1289"/>
                      <a:pt x="633" y="1489"/>
                    </a:cubicBezTo>
                    <a:cubicBezTo>
                      <a:pt x="633" y="1406"/>
                      <a:pt x="685" y="1373"/>
                      <a:pt x="768" y="1373"/>
                    </a:cubicBezTo>
                    <a:cubicBezTo>
                      <a:pt x="925" y="1373"/>
                      <a:pt x="1193" y="1488"/>
                      <a:pt x="1435" y="1600"/>
                    </a:cubicBezTo>
                    <a:cubicBezTo>
                      <a:pt x="1666" y="1711"/>
                      <a:pt x="1872" y="1823"/>
                      <a:pt x="1918" y="1823"/>
                    </a:cubicBezTo>
                    <a:cubicBezTo>
                      <a:pt x="1938" y="1823"/>
                      <a:pt x="1928" y="1802"/>
                      <a:pt x="1876" y="1750"/>
                    </a:cubicBezTo>
                    <a:cubicBezTo>
                      <a:pt x="1848" y="1722"/>
                      <a:pt x="1839" y="1709"/>
                      <a:pt x="1846" y="1709"/>
                    </a:cubicBezTo>
                    <a:cubicBezTo>
                      <a:pt x="1932" y="1709"/>
                      <a:pt x="4193" y="3413"/>
                      <a:pt x="5106" y="3736"/>
                    </a:cubicBezTo>
                    <a:cubicBezTo>
                      <a:pt x="5245" y="3787"/>
                      <a:pt x="5332" y="3809"/>
                      <a:pt x="5379" y="3809"/>
                    </a:cubicBezTo>
                    <a:cubicBezTo>
                      <a:pt x="5668" y="3809"/>
                      <a:pt x="4434" y="2970"/>
                      <a:pt x="4374" y="2763"/>
                    </a:cubicBezTo>
                    <a:cubicBezTo>
                      <a:pt x="4367" y="2744"/>
                      <a:pt x="4374" y="2736"/>
                      <a:pt x="4394" y="2736"/>
                    </a:cubicBezTo>
                    <a:cubicBezTo>
                      <a:pt x="4611" y="2736"/>
                      <a:pt x="6387" y="3841"/>
                      <a:pt x="7935" y="4117"/>
                    </a:cubicBezTo>
                    <a:cubicBezTo>
                      <a:pt x="8256" y="4178"/>
                      <a:pt x="8456" y="4208"/>
                      <a:pt x="8577" y="4208"/>
                    </a:cubicBezTo>
                    <a:cubicBezTo>
                      <a:pt x="7684" y="3806"/>
                      <a:pt x="6781" y="3425"/>
                      <a:pt x="5869" y="3064"/>
                    </a:cubicBezTo>
                    <a:cubicBezTo>
                      <a:pt x="4685" y="1780"/>
                      <a:pt x="3000" y="757"/>
                      <a:pt x="1064" y="155"/>
                    </a:cubicBezTo>
                    <a:cubicBezTo>
                      <a:pt x="814" y="72"/>
                      <a:pt x="524" y="0"/>
                      <a:pt x="255" y="0"/>
                    </a:cubicBezTo>
                    <a:close/>
                  </a:path>
                </a:pathLst>
              </a:custGeom>
              <a:solidFill>
                <a:srgbClr val="7ECB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66" name="Google Shape;14266;p50"/>
              <p:cNvSpPr/>
              <p:nvPr/>
            </p:nvSpPr>
            <p:spPr>
              <a:xfrm>
                <a:off x="3145448" y="1137239"/>
                <a:ext cx="710797" cy="348396"/>
              </a:xfrm>
              <a:custGeom>
                <a:avLst/>
                <a:gdLst/>
                <a:ahLst/>
                <a:cxnLst/>
                <a:rect l="l" t="t" r="r" b="b"/>
                <a:pathLst>
                  <a:path w="8577" h="4204" extrusionOk="0">
                    <a:moveTo>
                      <a:pt x="261" y="1"/>
                    </a:moveTo>
                    <a:cubicBezTo>
                      <a:pt x="171" y="1"/>
                      <a:pt x="81" y="11"/>
                      <a:pt x="1" y="21"/>
                    </a:cubicBezTo>
                    <a:cubicBezTo>
                      <a:pt x="141" y="252"/>
                      <a:pt x="251" y="1285"/>
                      <a:pt x="633" y="1485"/>
                    </a:cubicBezTo>
                    <a:cubicBezTo>
                      <a:pt x="633" y="1425"/>
                      <a:pt x="663" y="1395"/>
                      <a:pt x="713" y="1375"/>
                    </a:cubicBezTo>
                    <a:lnTo>
                      <a:pt x="773" y="1375"/>
                    </a:lnTo>
                    <a:cubicBezTo>
                      <a:pt x="933" y="1375"/>
                      <a:pt x="1194" y="1485"/>
                      <a:pt x="1435" y="1596"/>
                    </a:cubicBezTo>
                    <a:cubicBezTo>
                      <a:pt x="1435" y="1606"/>
                      <a:pt x="1445" y="1606"/>
                      <a:pt x="1455" y="1606"/>
                    </a:cubicBezTo>
                    <a:cubicBezTo>
                      <a:pt x="1676" y="1716"/>
                      <a:pt x="1876" y="1826"/>
                      <a:pt x="1916" y="1826"/>
                    </a:cubicBezTo>
                    <a:cubicBezTo>
                      <a:pt x="1927" y="1826"/>
                      <a:pt x="1927" y="1816"/>
                      <a:pt x="1927" y="1816"/>
                    </a:cubicBezTo>
                    <a:cubicBezTo>
                      <a:pt x="1927" y="1806"/>
                      <a:pt x="1916" y="1786"/>
                      <a:pt x="1876" y="1746"/>
                    </a:cubicBezTo>
                    <a:cubicBezTo>
                      <a:pt x="1856" y="1726"/>
                      <a:pt x="1846" y="1716"/>
                      <a:pt x="1846" y="1706"/>
                    </a:cubicBezTo>
                    <a:cubicBezTo>
                      <a:pt x="1937" y="1706"/>
                      <a:pt x="4163" y="3381"/>
                      <a:pt x="5086" y="3722"/>
                    </a:cubicBezTo>
                    <a:cubicBezTo>
                      <a:pt x="5086" y="3722"/>
                      <a:pt x="5096" y="3732"/>
                      <a:pt x="5096" y="3732"/>
                    </a:cubicBezTo>
                    <a:lnTo>
                      <a:pt x="5116" y="3732"/>
                    </a:lnTo>
                    <a:cubicBezTo>
                      <a:pt x="5116" y="3732"/>
                      <a:pt x="5116" y="3732"/>
                      <a:pt x="5116" y="3742"/>
                    </a:cubicBezTo>
                    <a:lnTo>
                      <a:pt x="5146" y="3742"/>
                    </a:lnTo>
                    <a:cubicBezTo>
                      <a:pt x="5146" y="3752"/>
                      <a:pt x="5156" y="3752"/>
                      <a:pt x="5156" y="3752"/>
                    </a:cubicBezTo>
                    <a:lnTo>
                      <a:pt x="5166" y="3752"/>
                    </a:lnTo>
                    <a:cubicBezTo>
                      <a:pt x="5257" y="3782"/>
                      <a:pt x="5317" y="3802"/>
                      <a:pt x="5367" y="3802"/>
                    </a:cubicBezTo>
                    <a:lnTo>
                      <a:pt x="5377" y="3802"/>
                    </a:lnTo>
                    <a:cubicBezTo>
                      <a:pt x="5407" y="3802"/>
                      <a:pt x="5427" y="3792"/>
                      <a:pt x="5427" y="3782"/>
                    </a:cubicBezTo>
                    <a:cubicBezTo>
                      <a:pt x="5427" y="3632"/>
                      <a:pt x="4434" y="2940"/>
                      <a:pt x="4374" y="2759"/>
                    </a:cubicBezTo>
                    <a:cubicBezTo>
                      <a:pt x="4374" y="2759"/>
                      <a:pt x="4364" y="2759"/>
                      <a:pt x="4364" y="2749"/>
                    </a:cubicBezTo>
                    <a:cubicBezTo>
                      <a:pt x="4364" y="2739"/>
                      <a:pt x="4374" y="2739"/>
                      <a:pt x="4394" y="2739"/>
                    </a:cubicBezTo>
                    <a:cubicBezTo>
                      <a:pt x="4615" y="2739"/>
                      <a:pt x="6390" y="3833"/>
                      <a:pt x="7935" y="4113"/>
                    </a:cubicBezTo>
                    <a:cubicBezTo>
                      <a:pt x="8256" y="4174"/>
                      <a:pt x="8456" y="4204"/>
                      <a:pt x="8577" y="4204"/>
                    </a:cubicBezTo>
                    <a:cubicBezTo>
                      <a:pt x="7684" y="3802"/>
                      <a:pt x="6781" y="3421"/>
                      <a:pt x="5869" y="3060"/>
                    </a:cubicBezTo>
                    <a:cubicBezTo>
                      <a:pt x="4685" y="1776"/>
                      <a:pt x="3000" y="753"/>
                      <a:pt x="1064" y="151"/>
                    </a:cubicBezTo>
                    <a:cubicBezTo>
                      <a:pt x="813" y="71"/>
                      <a:pt x="532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67" name="Google Shape;14267;p50"/>
              <p:cNvSpPr/>
              <p:nvPr/>
            </p:nvSpPr>
            <p:spPr>
              <a:xfrm>
                <a:off x="3456879" y="1457123"/>
                <a:ext cx="523174" cy="220855"/>
              </a:xfrm>
              <a:custGeom>
                <a:avLst/>
                <a:gdLst/>
                <a:ahLst/>
                <a:cxnLst/>
                <a:rect l="l" t="t" r="r" b="b"/>
                <a:pathLst>
                  <a:path w="6313" h="2665" extrusionOk="0">
                    <a:moveTo>
                      <a:pt x="36" y="0"/>
                    </a:moveTo>
                    <a:cubicBezTo>
                      <a:pt x="1" y="0"/>
                      <a:pt x="1" y="25"/>
                      <a:pt x="44" y="83"/>
                    </a:cubicBezTo>
                    <a:cubicBezTo>
                      <a:pt x="385" y="554"/>
                      <a:pt x="3756" y="2430"/>
                      <a:pt x="5180" y="2631"/>
                    </a:cubicBezTo>
                    <a:cubicBezTo>
                      <a:pt x="5336" y="2654"/>
                      <a:pt x="5459" y="2664"/>
                      <a:pt x="5553" y="2664"/>
                    </a:cubicBezTo>
                    <a:cubicBezTo>
                      <a:pt x="6312" y="2664"/>
                      <a:pt x="5200" y="1989"/>
                      <a:pt x="5200" y="1989"/>
                    </a:cubicBezTo>
                    <a:cubicBezTo>
                      <a:pt x="3873" y="1475"/>
                      <a:pt x="3198" y="858"/>
                      <a:pt x="2805" y="858"/>
                    </a:cubicBezTo>
                    <a:cubicBezTo>
                      <a:pt x="2723" y="858"/>
                      <a:pt x="2653" y="885"/>
                      <a:pt x="2592" y="945"/>
                    </a:cubicBezTo>
                    <a:cubicBezTo>
                      <a:pt x="2560" y="979"/>
                      <a:pt x="2508" y="994"/>
                      <a:pt x="2440" y="994"/>
                    </a:cubicBezTo>
                    <a:cubicBezTo>
                      <a:pt x="2162" y="994"/>
                      <a:pt x="1615" y="744"/>
                      <a:pt x="1107" y="494"/>
                    </a:cubicBezTo>
                    <a:cubicBezTo>
                      <a:pt x="604" y="250"/>
                      <a:pt x="147" y="0"/>
                      <a:pt x="36" y="0"/>
                    </a:cubicBezTo>
                    <a:close/>
                  </a:path>
                </a:pathLst>
              </a:custGeom>
              <a:solidFill>
                <a:srgbClr val="7ECB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68" name="Google Shape;14268;p50"/>
              <p:cNvSpPr/>
              <p:nvPr/>
            </p:nvSpPr>
            <p:spPr>
              <a:xfrm>
                <a:off x="3457211" y="1457289"/>
                <a:ext cx="482152" cy="221187"/>
              </a:xfrm>
              <a:custGeom>
                <a:avLst/>
                <a:gdLst/>
                <a:ahLst/>
                <a:cxnLst/>
                <a:rect l="l" t="t" r="r" b="b"/>
                <a:pathLst>
                  <a:path w="5818" h="2669" extrusionOk="0">
                    <a:moveTo>
                      <a:pt x="30" y="1"/>
                    </a:moveTo>
                    <a:cubicBezTo>
                      <a:pt x="10" y="1"/>
                      <a:pt x="0" y="11"/>
                      <a:pt x="0" y="21"/>
                    </a:cubicBezTo>
                    <a:cubicBezTo>
                      <a:pt x="0" y="31"/>
                      <a:pt x="10" y="51"/>
                      <a:pt x="40" y="81"/>
                    </a:cubicBezTo>
                    <a:cubicBezTo>
                      <a:pt x="381" y="552"/>
                      <a:pt x="3752" y="2428"/>
                      <a:pt x="5176" y="2629"/>
                    </a:cubicBezTo>
                    <a:cubicBezTo>
                      <a:pt x="5326" y="2659"/>
                      <a:pt x="5447" y="2669"/>
                      <a:pt x="5547" y="2669"/>
                    </a:cubicBezTo>
                    <a:cubicBezTo>
                      <a:pt x="5738" y="2669"/>
                      <a:pt x="5818" y="2619"/>
                      <a:pt x="5818" y="2558"/>
                    </a:cubicBezTo>
                    <a:cubicBezTo>
                      <a:pt x="5808" y="2368"/>
                      <a:pt x="5196" y="1987"/>
                      <a:pt x="5196" y="1987"/>
                    </a:cubicBezTo>
                    <a:cubicBezTo>
                      <a:pt x="3872" y="1475"/>
                      <a:pt x="3200" y="853"/>
                      <a:pt x="2809" y="853"/>
                    </a:cubicBezTo>
                    <a:cubicBezTo>
                      <a:pt x="2718" y="853"/>
                      <a:pt x="2648" y="883"/>
                      <a:pt x="2588" y="943"/>
                    </a:cubicBezTo>
                    <a:cubicBezTo>
                      <a:pt x="2558" y="974"/>
                      <a:pt x="2508" y="994"/>
                      <a:pt x="2438" y="994"/>
                    </a:cubicBezTo>
                    <a:cubicBezTo>
                      <a:pt x="2157" y="994"/>
                      <a:pt x="1605" y="743"/>
                      <a:pt x="1103" y="492"/>
                    </a:cubicBezTo>
                    <a:cubicBezTo>
                      <a:pt x="602" y="251"/>
                      <a:pt x="141" y="1"/>
                      <a:pt x="30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>
                      <a:alpha val="8230"/>
                    </a:schemeClr>
                  </a:gs>
                  <a:gs pos="100000">
                    <a:schemeClr val="lt1">
                      <a:alpha val="8230"/>
                    </a:schemeClr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69" name="Google Shape;14269;p50"/>
              <p:cNvSpPr/>
              <p:nvPr/>
            </p:nvSpPr>
            <p:spPr>
              <a:xfrm>
                <a:off x="3134674" y="1334473"/>
                <a:ext cx="278037" cy="82044"/>
              </a:xfrm>
              <a:custGeom>
                <a:avLst/>
                <a:gdLst/>
                <a:ahLst/>
                <a:cxnLst/>
                <a:rect l="l" t="t" r="r" b="b"/>
                <a:pathLst>
                  <a:path w="3355" h="990" extrusionOk="0">
                    <a:moveTo>
                      <a:pt x="576" y="0"/>
                    </a:moveTo>
                    <a:cubicBezTo>
                      <a:pt x="314" y="0"/>
                      <a:pt x="116" y="39"/>
                      <a:pt x="70" y="159"/>
                    </a:cubicBezTo>
                    <a:cubicBezTo>
                      <a:pt x="0" y="349"/>
                      <a:pt x="452" y="590"/>
                      <a:pt x="1013" y="841"/>
                    </a:cubicBezTo>
                    <a:cubicBezTo>
                      <a:pt x="1756" y="871"/>
                      <a:pt x="2117" y="891"/>
                      <a:pt x="2859" y="981"/>
                    </a:cubicBezTo>
                    <a:cubicBezTo>
                      <a:pt x="2903" y="986"/>
                      <a:pt x="2938" y="989"/>
                      <a:pt x="2966" y="989"/>
                    </a:cubicBezTo>
                    <a:cubicBezTo>
                      <a:pt x="3354" y="989"/>
                      <a:pt x="2264" y="488"/>
                      <a:pt x="1244" y="48"/>
                    </a:cubicBezTo>
                    <a:cubicBezTo>
                      <a:pt x="1011" y="22"/>
                      <a:pt x="775" y="0"/>
                      <a:pt x="576" y="0"/>
                    </a:cubicBezTo>
                    <a:close/>
                  </a:path>
                </a:pathLst>
              </a:custGeom>
              <a:solidFill>
                <a:srgbClr val="7ECB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70" name="Google Shape;14270;p50"/>
              <p:cNvSpPr/>
              <p:nvPr/>
            </p:nvSpPr>
            <p:spPr>
              <a:xfrm>
                <a:off x="3139647" y="1334308"/>
                <a:ext cx="247789" cy="82375"/>
              </a:xfrm>
              <a:custGeom>
                <a:avLst/>
                <a:gdLst/>
                <a:ahLst/>
                <a:cxnLst/>
                <a:rect l="l" t="t" r="r" b="b"/>
                <a:pathLst>
                  <a:path w="2990" h="994" extrusionOk="0">
                    <a:moveTo>
                      <a:pt x="512" y="0"/>
                    </a:moveTo>
                    <a:cubicBezTo>
                      <a:pt x="261" y="0"/>
                      <a:pt x="71" y="40"/>
                      <a:pt x="21" y="151"/>
                    </a:cubicBezTo>
                    <a:cubicBezTo>
                      <a:pt x="21" y="151"/>
                      <a:pt x="10" y="161"/>
                      <a:pt x="10" y="161"/>
                    </a:cubicBezTo>
                    <a:cubicBezTo>
                      <a:pt x="10" y="171"/>
                      <a:pt x="10" y="191"/>
                      <a:pt x="10" y="201"/>
                    </a:cubicBezTo>
                    <a:cubicBezTo>
                      <a:pt x="0" y="381"/>
                      <a:pt x="432" y="612"/>
                      <a:pt x="953" y="843"/>
                    </a:cubicBezTo>
                    <a:cubicBezTo>
                      <a:pt x="1696" y="873"/>
                      <a:pt x="2057" y="893"/>
                      <a:pt x="2799" y="983"/>
                    </a:cubicBezTo>
                    <a:cubicBezTo>
                      <a:pt x="2839" y="993"/>
                      <a:pt x="2879" y="993"/>
                      <a:pt x="2909" y="993"/>
                    </a:cubicBezTo>
                    <a:cubicBezTo>
                      <a:pt x="2959" y="993"/>
                      <a:pt x="2990" y="983"/>
                      <a:pt x="2990" y="963"/>
                    </a:cubicBezTo>
                    <a:cubicBezTo>
                      <a:pt x="2990" y="853"/>
                      <a:pt x="2057" y="431"/>
                      <a:pt x="1184" y="50"/>
                    </a:cubicBezTo>
                    <a:lnTo>
                      <a:pt x="1124" y="50"/>
                    </a:lnTo>
                    <a:lnTo>
                      <a:pt x="1114" y="40"/>
                    </a:lnTo>
                    <a:lnTo>
                      <a:pt x="1104" y="40"/>
                    </a:lnTo>
                    <a:cubicBezTo>
                      <a:pt x="903" y="20"/>
                      <a:pt x="693" y="0"/>
                      <a:pt x="5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71" name="Google Shape;14271;p50"/>
              <p:cNvSpPr/>
              <p:nvPr/>
            </p:nvSpPr>
            <p:spPr>
              <a:xfrm>
                <a:off x="1974223" y="937850"/>
                <a:ext cx="813062" cy="275965"/>
              </a:xfrm>
              <a:custGeom>
                <a:avLst/>
                <a:gdLst/>
                <a:ahLst/>
                <a:cxnLst/>
                <a:rect l="l" t="t" r="r" b="b"/>
                <a:pathLst>
                  <a:path w="9811" h="3330" extrusionOk="0">
                    <a:moveTo>
                      <a:pt x="3297" y="1"/>
                    </a:moveTo>
                    <a:cubicBezTo>
                      <a:pt x="3197" y="1"/>
                      <a:pt x="3110" y="16"/>
                      <a:pt x="3040" y="50"/>
                    </a:cubicBezTo>
                    <a:cubicBezTo>
                      <a:pt x="1977" y="772"/>
                      <a:pt x="1184" y="682"/>
                      <a:pt x="1" y="942"/>
                    </a:cubicBezTo>
                    <a:cubicBezTo>
                      <a:pt x="141" y="996"/>
                      <a:pt x="335" y="1009"/>
                      <a:pt x="547" y="1009"/>
                    </a:cubicBezTo>
                    <a:cubicBezTo>
                      <a:pt x="653" y="1009"/>
                      <a:pt x="763" y="1006"/>
                      <a:pt x="873" y="1003"/>
                    </a:cubicBezTo>
                    <a:cubicBezTo>
                      <a:pt x="986" y="1000"/>
                      <a:pt x="1099" y="997"/>
                      <a:pt x="1206" y="997"/>
                    </a:cubicBezTo>
                    <a:cubicBezTo>
                      <a:pt x="1517" y="997"/>
                      <a:pt x="1785" y="1024"/>
                      <a:pt x="1896" y="1173"/>
                    </a:cubicBezTo>
                    <a:cubicBezTo>
                      <a:pt x="1967" y="1273"/>
                      <a:pt x="2067" y="1374"/>
                      <a:pt x="2177" y="1454"/>
                    </a:cubicBezTo>
                    <a:cubicBezTo>
                      <a:pt x="2638" y="1275"/>
                      <a:pt x="2780" y="1095"/>
                      <a:pt x="3028" y="1095"/>
                    </a:cubicBezTo>
                    <a:cubicBezTo>
                      <a:pt x="3071" y="1095"/>
                      <a:pt x="3118" y="1101"/>
                      <a:pt x="3170" y="1113"/>
                    </a:cubicBezTo>
                    <a:cubicBezTo>
                      <a:pt x="3609" y="1201"/>
                      <a:pt x="4302" y="2041"/>
                      <a:pt x="4609" y="2041"/>
                    </a:cubicBezTo>
                    <a:cubicBezTo>
                      <a:pt x="4653" y="2041"/>
                      <a:pt x="4689" y="2024"/>
                      <a:pt x="4715" y="1986"/>
                    </a:cubicBezTo>
                    <a:cubicBezTo>
                      <a:pt x="4750" y="1933"/>
                      <a:pt x="4823" y="1912"/>
                      <a:pt x="4919" y="1912"/>
                    </a:cubicBezTo>
                    <a:cubicBezTo>
                      <a:pt x="5098" y="1912"/>
                      <a:pt x="5356" y="1984"/>
                      <a:pt x="5598" y="2056"/>
                    </a:cubicBezTo>
                    <a:cubicBezTo>
                      <a:pt x="5840" y="2132"/>
                      <a:pt x="6069" y="2208"/>
                      <a:pt x="6193" y="2208"/>
                    </a:cubicBezTo>
                    <a:cubicBezTo>
                      <a:pt x="6249" y="2208"/>
                      <a:pt x="6284" y="2193"/>
                      <a:pt x="6290" y="2156"/>
                    </a:cubicBezTo>
                    <a:cubicBezTo>
                      <a:pt x="6293" y="2137"/>
                      <a:pt x="6308" y="2128"/>
                      <a:pt x="6333" y="2128"/>
                    </a:cubicBezTo>
                    <a:cubicBezTo>
                      <a:pt x="6482" y="2128"/>
                      <a:pt x="6984" y="2428"/>
                      <a:pt x="7463" y="2728"/>
                    </a:cubicBezTo>
                    <a:cubicBezTo>
                      <a:pt x="7946" y="3028"/>
                      <a:pt x="8404" y="3329"/>
                      <a:pt x="8462" y="3329"/>
                    </a:cubicBezTo>
                    <a:cubicBezTo>
                      <a:pt x="8467" y="3329"/>
                      <a:pt x="8469" y="3326"/>
                      <a:pt x="8466" y="3320"/>
                    </a:cubicBezTo>
                    <a:cubicBezTo>
                      <a:pt x="8426" y="3225"/>
                      <a:pt x="8307" y="3043"/>
                      <a:pt x="8596" y="3043"/>
                    </a:cubicBezTo>
                    <a:cubicBezTo>
                      <a:pt x="8735" y="3043"/>
                      <a:pt x="8968" y="3085"/>
                      <a:pt x="9349" y="3199"/>
                    </a:cubicBezTo>
                    <a:cubicBezTo>
                      <a:pt x="9560" y="3259"/>
                      <a:pt x="9710" y="3300"/>
                      <a:pt x="9810" y="3300"/>
                    </a:cubicBezTo>
                    <a:cubicBezTo>
                      <a:pt x="9600" y="3229"/>
                      <a:pt x="9419" y="3119"/>
                      <a:pt x="9289" y="2959"/>
                    </a:cubicBezTo>
                    <a:cubicBezTo>
                      <a:pt x="9058" y="2678"/>
                      <a:pt x="7263" y="1594"/>
                      <a:pt x="6892" y="1414"/>
                    </a:cubicBezTo>
                    <a:cubicBezTo>
                      <a:pt x="6661" y="1293"/>
                      <a:pt x="6380" y="1223"/>
                      <a:pt x="6139" y="1113"/>
                    </a:cubicBezTo>
                    <a:cubicBezTo>
                      <a:pt x="5266" y="694"/>
                      <a:pt x="3974" y="1"/>
                      <a:pt x="3297" y="1"/>
                    </a:cubicBezTo>
                    <a:close/>
                  </a:path>
                </a:pathLst>
              </a:custGeom>
              <a:solidFill>
                <a:srgbClr val="7ECB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72" name="Google Shape;14272;p50"/>
              <p:cNvSpPr/>
              <p:nvPr/>
            </p:nvSpPr>
            <p:spPr>
              <a:xfrm>
                <a:off x="1974223" y="937767"/>
                <a:ext cx="813062" cy="276048"/>
              </a:xfrm>
              <a:custGeom>
                <a:avLst/>
                <a:gdLst/>
                <a:ahLst/>
                <a:cxnLst/>
                <a:rect l="l" t="t" r="r" b="b"/>
                <a:pathLst>
                  <a:path w="9811" h="3331" extrusionOk="0">
                    <a:moveTo>
                      <a:pt x="3291" y="1"/>
                    </a:moveTo>
                    <a:cubicBezTo>
                      <a:pt x="3190" y="1"/>
                      <a:pt x="3110" y="21"/>
                      <a:pt x="3040" y="51"/>
                    </a:cubicBezTo>
                    <a:cubicBezTo>
                      <a:pt x="1977" y="773"/>
                      <a:pt x="1184" y="683"/>
                      <a:pt x="1" y="943"/>
                    </a:cubicBezTo>
                    <a:cubicBezTo>
                      <a:pt x="11" y="943"/>
                      <a:pt x="21" y="943"/>
                      <a:pt x="21" y="953"/>
                    </a:cubicBezTo>
                    <a:cubicBezTo>
                      <a:pt x="151" y="994"/>
                      <a:pt x="322" y="1004"/>
                      <a:pt x="512" y="1014"/>
                    </a:cubicBezTo>
                    <a:lnTo>
                      <a:pt x="542" y="1014"/>
                    </a:lnTo>
                    <a:cubicBezTo>
                      <a:pt x="653" y="1014"/>
                      <a:pt x="763" y="1004"/>
                      <a:pt x="873" y="1004"/>
                    </a:cubicBezTo>
                    <a:cubicBezTo>
                      <a:pt x="984" y="1004"/>
                      <a:pt x="1094" y="994"/>
                      <a:pt x="1204" y="994"/>
                    </a:cubicBezTo>
                    <a:lnTo>
                      <a:pt x="1295" y="994"/>
                    </a:lnTo>
                    <a:cubicBezTo>
                      <a:pt x="1565" y="1004"/>
                      <a:pt x="1786" y="1044"/>
                      <a:pt x="1886" y="1164"/>
                    </a:cubicBezTo>
                    <a:cubicBezTo>
                      <a:pt x="1886" y="1164"/>
                      <a:pt x="1886" y="1174"/>
                      <a:pt x="1896" y="1174"/>
                    </a:cubicBezTo>
                    <a:cubicBezTo>
                      <a:pt x="1967" y="1274"/>
                      <a:pt x="2067" y="1375"/>
                      <a:pt x="2177" y="1455"/>
                    </a:cubicBezTo>
                    <a:lnTo>
                      <a:pt x="2187" y="1455"/>
                    </a:lnTo>
                    <a:cubicBezTo>
                      <a:pt x="2197" y="1445"/>
                      <a:pt x="2207" y="1445"/>
                      <a:pt x="2217" y="1445"/>
                    </a:cubicBezTo>
                    <a:cubicBezTo>
                      <a:pt x="2217" y="1435"/>
                      <a:pt x="2227" y="1435"/>
                      <a:pt x="2227" y="1435"/>
                    </a:cubicBezTo>
                    <a:lnTo>
                      <a:pt x="2237" y="1435"/>
                    </a:lnTo>
                    <a:cubicBezTo>
                      <a:pt x="2237" y="1435"/>
                      <a:pt x="2237" y="1425"/>
                      <a:pt x="2247" y="1425"/>
                    </a:cubicBezTo>
                    <a:cubicBezTo>
                      <a:pt x="2268" y="1415"/>
                      <a:pt x="2288" y="1405"/>
                      <a:pt x="2308" y="1405"/>
                    </a:cubicBezTo>
                    <a:cubicBezTo>
                      <a:pt x="2308" y="1395"/>
                      <a:pt x="2318" y="1395"/>
                      <a:pt x="2318" y="1395"/>
                    </a:cubicBezTo>
                    <a:lnTo>
                      <a:pt x="2328" y="1395"/>
                    </a:lnTo>
                    <a:cubicBezTo>
                      <a:pt x="2669" y="1234"/>
                      <a:pt x="2809" y="1094"/>
                      <a:pt x="3030" y="1094"/>
                    </a:cubicBezTo>
                    <a:lnTo>
                      <a:pt x="3040" y="1094"/>
                    </a:lnTo>
                    <a:cubicBezTo>
                      <a:pt x="3070" y="1094"/>
                      <a:pt x="3110" y="1094"/>
                      <a:pt x="3160" y="1104"/>
                    </a:cubicBezTo>
                    <a:lnTo>
                      <a:pt x="3170" y="1104"/>
                    </a:lnTo>
                    <a:lnTo>
                      <a:pt x="3170" y="1114"/>
                    </a:lnTo>
                    <a:lnTo>
                      <a:pt x="3200" y="1114"/>
                    </a:lnTo>
                    <a:cubicBezTo>
                      <a:pt x="3632" y="1224"/>
                      <a:pt x="4314" y="2047"/>
                      <a:pt x="4615" y="2047"/>
                    </a:cubicBezTo>
                    <a:cubicBezTo>
                      <a:pt x="4655" y="2047"/>
                      <a:pt x="4685" y="2027"/>
                      <a:pt x="4715" y="1997"/>
                    </a:cubicBezTo>
                    <a:cubicBezTo>
                      <a:pt x="4715" y="1997"/>
                      <a:pt x="4715" y="1997"/>
                      <a:pt x="4715" y="1987"/>
                    </a:cubicBezTo>
                    <a:cubicBezTo>
                      <a:pt x="4755" y="1936"/>
                      <a:pt x="4825" y="1916"/>
                      <a:pt x="4926" y="1916"/>
                    </a:cubicBezTo>
                    <a:lnTo>
                      <a:pt x="4976" y="1916"/>
                    </a:lnTo>
                    <a:cubicBezTo>
                      <a:pt x="5006" y="1916"/>
                      <a:pt x="5026" y="1916"/>
                      <a:pt x="5056" y="1926"/>
                    </a:cubicBezTo>
                    <a:cubicBezTo>
                      <a:pt x="5186" y="1946"/>
                      <a:pt x="5337" y="1987"/>
                      <a:pt x="5497" y="2027"/>
                    </a:cubicBezTo>
                    <a:cubicBezTo>
                      <a:pt x="5497" y="2027"/>
                      <a:pt x="5497" y="2027"/>
                      <a:pt x="5507" y="2037"/>
                    </a:cubicBezTo>
                    <a:lnTo>
                      <a:pt x="5537" y="2037"/>
                    </a:lnTo>
                    <a:cubicBezTo>
                      <a:pt x="5537" y="2047"/>
                      <a:pt x="5548" y="2047"/>
                      <a:pt x="5548" y="2047"/>
                    </a:cubicBezTo>
                    <a:lnTo>
                      <a:pt x="5568" y="2047"/>
                    </a:lnTo>
                    <a:lnTo>
                      <a:pt x="5598" y="2057"/>
                    </a:lnTo>
                    <a:cubicBezTo>
                      <a:pt x="5628" y="2067"/>
                      <a:pt x="5648" y="2077"/>
                      <a:pt x="5678" y="2087"/>
                    </a:cubicBezTo>
                    <a:cubicBezTo>
                      <a:pt x="5828" y="2127"/>
                      <a:pt x="5959" y="2167"/>
                      <a:pt x="6069" y="2197"/>
                    </a:cubicBezTo>
                    <a:lnTo>
                      <a:pt x="6109" y="2197"/>
                    </a:lnTo>
                    <a:cubicBezTo>
                      <a:pt x="6119" y="2197"/>
                      <a:pt x="6139" y="2207"/>
                      <a:pt x="6149" y="2207"/>
                    </a:cubicBezTo>
                    <a:lnTo>
                      <a:pt x="6199" y="2207"/>
                    </a:lnTo>
                    <a:cubicBezTo>
                      <a:pt x="6250" y="2207"/>
                      <a:pt x="6290" y="2187"/>
                      <a:pt x="6290" y="2157"/>
                    </a:cubicBezTo>
                    <a:cubicBezTo>
                      <a:pt x="6290" y="2157"/>
                      <a:pt x="6290" y="2157"/>
                      <a:pt x="6290" y="2147"/>
                    </a:cubicBezTo>
                    <a:cubicBezTo>
                      <a:pt x="6300" y="2137"/>
                      <a:pt x="6310" y="2127"/>
                      <a:pt x="6330" y="2127"/>
                    </a:cubicBezTo>
                    <a:lnTo>
                      <a:pt x="6340" y="2127"/>
                    </a:lnTo>
                    <a:cubicBezTo>
                      <a:pt x="6470" y="2127"/>
                      <a:pt x="6892" y="2378"/>
                      <a:pt x="7323" y="2639"/>
                    </a:cubicBezTo>
                    <a:cubicBezTo>
                      <a:pt x="7363" y="2669"/>
                      <a:pt x="7393" y="2689"/>
                      <a:pt x="7433" y="2709"/>
                    </a:cubicBezTo>
                    <a:cubicBezTo>
                      <a:pt x="7433" y="2709"/>
                      <a:pt x="7433" y="2709"/>
                      <a:pt x="7443" y="2719"/>
                    </a:cubicBezTo>
                    <a:cubicBezTo>
                      <a:pt x="7443" y="2719"/>
                      <a:pt x="7453" y="2719"/>
                      <a:pt x="7463" y="2729"/>
                    </a:cubicBezTo>
                    <a:cubicBezTo>
                      <a:pt x="7473" y="2729"/>
                      <a:pt x="7473" y="2739"/>
                      <a:pt x="7473" y="2739"/>
                    </a:cubicBezTo>
                    <a:cubicBezTo>
                      <a:pt x="7483" y="2739"/>
                      <a:pt x="7483" y="2739"/>
                      <a:pt x="7483" y="2749"/>
                    </a:cubicBezTo>
                    <a:cubicBezTo>
                      <a:pt x="7493" y="2749"/>
                      <a:pt x="7503" y="2749"/>
                      <a:pt x="7503" y="2759"/>
                    </a:cubicBezTo>
                    <a:cubicBezTo>
                      <a:pt x="7524" y="2769"/>
                      <a:pt x="7544" y="2779"/>
                      <a:pt x="7554" y="2789"/>
                    </a:cubicBezTo>
                    <a:cubicBezTo>
                      <a:pt x="8005" y="3070"/>
                      <a:pt x="8406" y="3331"/>
                      <a:pt x="8466" y="3331"/>
                    </a:cubicBezTo>
                    <a:cubicBezTo>
                      <a:pt x="8466" y="3331"/>
                      <a:pt x="8466" y="3331"/>
                      <a:pt x="8466" y="3321"/>
                    </a:cubicBezTo>
                    <a:cubicBezTo>
                      <a:pt x="8446" y="3281"/>
                      <a:pt x="8406" y="3210"/>
                      <a:pt x="8406" y="3150"/>
                    </a:cubicBezTo>
                    <a:cubicBezTo>
                      <a:pt x="8406" y="3090"/>
                      <a:pt x="8446" y="3050"/>
                      <a:pt x="8597" y="3050"/>
                    </a:cubicBezTo>
                    <a:lnTo>
                      <a:pt x="8617" y="3050"/>
                    </a:lnTo>
                    <a:cubicBezTo>
                      <a:pt x="8757" y="3050"/>
                      <a:pt x="8988" y="3090"/>
                      <a:pt x="9349" y="3200"/>
                    </a:cubicBezTo>
                    <a:cubicBezTo>
                      <a:pt x="9560" y="3260"/>
                      <a:pt x="9710" y="3301"/>
                      <a:pt x="9810" y="3301"/>
                    </a:cubicBezTo>
                    <a:cubicBezTo>
                      <a:pt x="9600" y="3230"/>
                      <a:pt x="9419" y="3120"/>
                      <a:pt x="9289" y="2960"/>
                    </a:cubicBezTo>
                    <a:cubicBezTo>
                      <a:pt x="9058" y="2679"/>
                      <a:pt x="7263" y="1595"/>
                      <a:pt x="6892" y="1415"/>
                    </a:cubicBezTo>
                    <a:cubicBezTo>
                      <a:pt x="6661" y="1294"/>
                      <a:pt x="6380" y="1224"/>
                      <a:pt x="6139" y="1114"/>
                    </a:cubicBezTo>
                    <a:cubicBezTo>
                      <a:pt x="5267" y="693"/>
                      <a:pt x="3973" y="1"/>
                      <a:pt x="329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73" name="Google Shape;14273;p50"/>
              <p:cNvSpPr/>
              <p:nvPr/>
            </p:nvSpPr>
            <p:spPr>
              <a:xfrm>
                <a:off x="213616" y="734980"/>
                <a:ext cx="711709" cy="215800"/>
              </a:xfrm>
              <a:custGeom>
                <a:avLst/>
                <a:gdLst/>
                <a:ahLst/>
                <a:cxnLst/>
                <a:rect l="l" t="t" r="r" b="b"/>
                <a:pathLst>
                  <a:path w="8588" h="2604" extrusionOk="0">
                    <a:moveTo>
                      <a:pt x="8587" y="0"/>
                    </a:moveTo>
                    <a:cubicBezTo>
                      <a:pt x="8336" y="20"/>
                      <a:pt x="8086" y="90"/>
                      <a:pt x="7775" y="211"/>
                    </a:cubicBezTo>
                    <a:cubicBezTo>
                      <a:pt x="6721" y="662"/>
                      <a:pt x="5528" y="883"/>
                      <a:pt x="4374" y="1174"/>
                    </a:cubicBezTo>
                    <a:cubicBezTo>
                      <a:pt x="2860" y="1545"/>
                      <a:pt x="1395" y="2026"/>
                      <a:pt x="1" y="2598"/>
                    </a:cubicBezTo>
                    <a:cubicBezTo>
                      <a:pt x="28" y="2602"/>
                      <a:pt x="59" y="2603"/>
                      <a:pt x="93" y="2603"/>
                    </a:cubicBezTo>
                    <a:cubicBezTo>
                      <a:pt x="545" y="2603"/>
                      <a:pt x="1560" y="2305"/>
                      <a:pt x="2549" y="2006"/>
                    </a:cubicBezTo>
                    <a:cubicBezTo>
                      <a:pt x="3530" y="1710"/>
                      <a:pt x="4488" y="1414"/>
                      <a:pt x="4824" y="1414"/>
                    </a:cubicBezTo>
                    <a:cubicBezTo>
                      <a:pt x="4921" y="1414"/>
                      <a:pt x="4966" y="1439"/>
                      <a:pt x="4946" y="1495"/>
                    </a:cubicBezTo>
                    <a:cubicBezTo>
                      <a:pt x="4881" y="1705"/>
                      <a:pt x="5113" y="1747"/>
                      <a:pt x="5489" y="1747"/>
                    </a:cubicBezTo>
                    <a:cubicBezTo>
                      <a:pt x="5634" y="1747"/>
                      <a:pt x="5800" y="1741"/>
                      <a:pt x="5979" y="1735"/>
                    </a:cubicBezTo>
                    <a:cubicBezTo>
                      <a:pt x="7062" y="1254"/>
                      <a:pt x="7835" y="602"/>
                      <a:pt x="8587" y="0"/>
                    </a:cubicBezTo>
                    <a:close/>
                  </a:path>
                </a:pathLst>
              </a:custGeom>
              <a:solidFill>
                <a:srgbClr val="7ECB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74" name="Google Shape;14274;p50"/>
              <p:cNvSpPr/>
              <p:nvPr/>
            </p:nvSpPr>
            <p:spPr>
              <a:xfrm>
                <a:off x="213616" y="734980"/>
                <a:ext cx="711709" cy="216214"/>
              </a:xfrm>
              <a:custGeom>
                <a:avLst/>
                <a:gdLst/>
                <a:ahLst/>
                <a:cxnLst/>
                <a:rect l="l" t="t" r="r" b="b"/>
                <a:pathLst>
                  <a:path w="8588" h="2609" extrusionOk="0">
                    <a:moveTo>
                      <a:pt x="8587" y="0"/>
                    </a:moveTo>
                    <a:cubicBezTo>
                      <a:pt x="8336" y="20"/>
                      <a:pt x="8086" y="90"/>
                      <a:pt x="7775" y="211"/>
                    </a:cubicBezTo>
                    <a:cubicBezTo>
                      <a:pt x="6721" y="662"/>
                      <a:pt x="5528" y="883"/>
                      <a:pt x="4374" y="1174"/>
                    </a:cubicBezTo>
                    <a:cubicBezTo>
                      <a:pt x="2860" y="1545"/>
                      <a:pt x="1395" y="2026"/>
                      <a:pt x="1" y="2598"/>
                    </a:cubicBezTo>
                    <a:lnTo>
                      <a:pt x="11" y="2598"/>
                    </a:lnTo>
                    <a:cubicBezTo>
                      <a:pt x="31" y="2598"/>
                      <a:pt x="51" y="2608"/>
                      <a:pt x="81" y="2608"/>
                    </a:cubicBezTo>
                    <a:lnTo>
                      <a:pt x="101" y="2608"/>
                    </a:lnTo>
                    <a:cubicBezTo>
                      <a:pt x="543" y="2608"/>
                      <a:pt x="1556" y="2307"/>
                      <a:pt x="2549" y="2006"/>
                    </a:cubicBezTo>
                    <a:cubicBezTo>
                      <a:pt x="3532" y="1715"/>
                      <a:pt x="4485" y="1414"/>
                      <a:pt x="4826" y="1414"/>
                    </a:cubicBezTo>
                    <a:lnTo>
                      <a:pt x="4836" y="1414"/>
                    </a:lnTo>
                    <a:cubicBezTo>
                      <a:pt x="4916" y="1414"/>
                      <a:pt x="4956" y="1434"/>
                      <a:pt x="4956" y="1475"/>
                    </a:cubicBezTo>
                    <a:cubicBezTo>
                      <a:pt x="4956" y="1485"/>
                      <a:pt x="4956" y="1485"/>
                      <a:pt x="4946" y="1495"/>
                    </a:cubicBezTo>
                    <a:cubicBezTo>
                      <a:pt x="4936" y="1525"/>
                      <a:pt x="4936" y="1545"/>
                      <a:pt x="4936" y="1565"/>
                    </a:cubicBezTo>
                    <a:cubicBezTo>
                      <a:pt x="4936" y="1715"/>
                      <a:pt x="5167" y="1745"/>
                      <a:pt x="5508" y="1745"/>
                    </a:cubicBezTo>
                    <a:lnTo>
                      <a:pt x="5889" y="1745"/>
                    </a:lnTo>
                    <a:cubicBezTo>
                      <a:pt x="5919" y="1735"/>
                      <a:pt x="5939" y="1735"/>
                      <a:pt x="5959" y="1735"/>
                    </a:cubicBezTo>
                    <a:lnTo>
                      <a:pt x="5979" y="1735"/>
                    </a:lnTo>
                    <a:cubicBezTo>
                      <a:pt x="7062" y="1254"/>
                      <a:pt x="7835" y="602"/>
                      <a:pt x="858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75" name="Google Shape;14275;p50"/>
              <p:cNvSpPr/>
              <p:nvPr/>
            </p:nvSpPr>
            <p:spPr>
              <a:xfrm>
                <a:off x="1123049" y="826387"/>
                <a:ext cx="193756" cy="114778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1385" extrusionOk="0">
                    <a:moveTo>
                      <a:pt x="833" y="0"/>
                    </a:moveTo>
                    <a:cubicBezTo>
                      <a:pt x="632" y="321"/>
                      <a:pt x="291" y="502"/>
                      <a:pt x="0" y="693"/>
                    </a:cubicBezTo>
                    <a:cubicBezTo>
                      <a:pt x="151" y="693"/>
                      <a:pt x="291" y="713"/>
                      <a:pt x="382" y="773"/>
                    </a:cubicBezTo>
                    <a:cubicBezTo>
                      <a:pt x="532" y="883"/>
                      <a:pt x="542" y="1124"/>
                      <a:pt x="552" y="1385"/>
                    </a:cubicBezTo>
                    <a:cubicBezTo>
                      <a:pt x="1224" y="943"/>
                      <a:pt x="2037" y="392"/>
                      <a:pt x="2337" y="311"/>
                    </a:cubicBezTo>
                    <a:cubicBezTo>
                      <a:pt x="1846" y="201"/>
                      <a:pt x="1244" y="261"/>
                      <a:pt x="833" y="0"/>
                    </a:cubicBezTo>
                    <a:close/>
                  </a:path>
                </a:pathLst>
              </a:custGeom>
              <a:solidFill>
                <a:srgbClr val="7ECB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76" name="Google Shape;14276;p50"/>
              <p:cNvSpPr/>
              <p:nvPr/>
            </p:nvSpPr>
            <p:spPr>
              <a:xfrm>
                <a:off x="1123049" y="826387"/>
                <a:ext cx="193756" cy="114778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1385" extrusionOk="0">
                    <a:moveTo>
                      <a:pt x="833" y="0"/>
                    </a:moveTo>
                    <a:cubicBezTo>
                      <a:pt x="632" y="321"/>
                      <a:pt x="291" y="502"/>
                      <a:pt x="0" y="693"/>
                    </a:cubicBezTo>
                    <a:lnTo>
                      <a:pt x="30" y="693"/>
                    </a:lnTo>
                    <a:cubicBezTo>
                      <a:pt x="171" y="693"/>
                      <a:pt x="291" y="713"/>
                      <a:pt x="382" y="773"/>
                    </a:cubicBezTo>
                    <a:cubicBezTo>
                      <a:pt x="532" y="883"/>
                      <a:pt x="542" y="1124"/>
                      <a:pt x="552" y="1385"/>
                    </a:cubicBezTo>
                    <a:cubicBezTo>
                      <a:pt x="1224" y="943"/>
                      <a:pt x="2037" y="392"/>
                      <a:pt x="2337" y="311"/>
                    </a:cubicBezTo>
                    <a:cubicBezTo>
                      <a:pt x="1846" y="201"/>
                      <a:pt x="1244" y="261"/>
                      <a:pt x="83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77" name="Google Shape;14277;p50"/>
              <p:cNvSpPr/>
              <p:nvPr/>
            </p:nvSpPr>
            <p:spPr>
              <a:xfrm>
                <a:off x="321681" y="1721649"/>
                <a:ext cx="10110" cy="4226"/>
              </a:xfrm>
              <a:custGeom>
                <a:avLst/>
                <a:gdLst/>
                <a:ahLst/>
                <a:cxnLst/>
                <a:rect l="l" t="t" r="r" b="b"/>
                <a:pathLst>
                  <a:path w="122" h="51" extrusionOk="0">
                    <a:moveTo>
                      <a:pt x="1" y="0"/>
                    </a:moveTo>
                    <a:cubicBezTo>
                      <a:pt x="31" y="10"/>
                      <a:pt x="51" y="30"/>
                      <a:pt x="81" y="50"/>
                    </a:cubicBezTo>
                    <a:lnTo>
                      <a:pt x="121" y="40"/>
                    </a:lnTo>
                    <a:cubicBezTo>
                      <a:pt x="81" y="30"/>
                      <a:pt x="41" y="10"/>
                      <a:pt x="1" y="0"/>
                    </a:cubicBezTo>
                    <a:close/>
                  </a:path>
                </a:pathLst>
              </a:custGeom>
              <a:solidFill>
                <a:srgbClr val="C4EA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78" name="Google Shape;14278;p50"/>
              <p:cNvSpPr/>
              <p:nvPr/>
            </p:nvSpPr>
            <p:spPr>
              <a:xfrm>
                <a:off x="479634" y="1788112"/>
                <a:ext cx="279363" cy="100690"/>
              </a:xfrm>
              <a:custGeom>
                <a:avLst/>
                <a:gdLst/>
                <a:ahLst/>
                <a:cxnLst/>
                <a:rect l="l" t="t" r="r" b="b"/>
                <a:pathLst>
                  <a:path w="3371" h="1215" extrusionOk="0">
                    <a:moveTo>
                      <a:pt x="221" y="1"/>
                    </a:moveTo>
                    <a:cubicBezTo>
                      <a:pt x="151" y="61"/>
                      <a:pt x="81" y="111"/>
                      <a:pt x="1" y="161"/>
                    </a:cubicBezTo>
                    <a:cubicBezTo>
                      <a:pt x="1064" y="593"/>
                      <a:pt x="2207" y="924"/>
                      <a:pt x="3371" y="1214"/>
                    </a:cubicBezTo>
                    <a:cubicBezTo>
                      <a:pt x="2348" y="813"/>
                      <a:pt x="1295" y="412"/>
                      <a:pt x="2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79" name="Google Shape;14279;p50"/>
              <p:cNvSpPr/>
              <p:nvPr/>
            </p:nvSpPr>
            <p:spPr>
              <a:xfrm>
                <a:off x="2028256" y="1258646"/>
                <a:ext cx="184640" cy="10856"/>
              </a:xfrm>
              <a:custGeom>
                <a:avLst/>
                <a:gdLst/>
                <a:ahLst/>
                <a:cxnLst/>
                <a:rect l="l" t="t" r="r" b="b"/>
                <a:pathLst>
                  <a:path w="2228" h="131" extrusionOk="0">
                    <a:moveTo>
                      <a:pt x="2177" y="131"/>
                    </a:moveTo>
                    <a:lnTo>
                      <a:pt x="2177" y="131"/>
                    </a:lnTo>
                    <a:cubicBezTo>
                      <a:pt x="2197" y="131"/>
                      <a:pt x="2217" y="131"/>
                      <a:pt x="2227" y="131"/>
                    </a:cubicBezTo>
                    <a:cubicBezTo>
                      <a:pt x="2217" y="131"/>
                      <a:pt x="2197" y="131"/>
                      <a:pt x="2177" y="131"/>
                    </a:cubicBezTo>
                    <a:close/>
                    <a:moveTo>
                      <a:pt x="2227" y="131"/>
                    </a:moveTo>
                    <a:lnTo>
                      <a:pt x="2227" y="131"/>
                    </a:lnTo>
                    <a:lnTo>
                      <a:pt x="2227" y="131"/>
                    </a:lnTo>
                    <a:close/>
                    <a:moveTo>
                      <a:pt x="1285" y="20"/>
                    </a:moveTo>
                    <a:cubicBezTo>
                      <a:pt x="1285" y="20"/>
                      <a:pt x="1285" y="20"/>
                      <a:pt x="1274" y="20"/>
                    </a:cubicBezTo>
                    <a:lnTo>
                      <a:pt x="1274" y="20"/>
                    </a:lnTo>
                    <a:lnTo>
                      <a:pt x="1274" y="20"/>
                    </a:lnTo>
                    <a:cubicBezTo>
                      <a:pt x="1285" y="20"/>
                      <a:pt x="1285" y="20"/>
                      <a:pt x="1285" y="20"/>
                    </a:cubicBezTo>
                    <a:close/>
                    <a:moveTo>
                      <a:pt x="1244" y="20"/>
                    </a:moveTo>
                    <a:cubicBezTo>
                      <a:pt x="1244" y="10"/>
                      <a:pt x="1244" y="10"/>
                      <a:pt x="1234" y="10"/>
                    </a:cubicBezTo>
                    <a:cubicBezTo>
                      <a:pt x="1244" y="10"/>
                      <a:pt x="1244" y="10"/>
                      <a:pt x="1244" y="20"/>
                    </a:cubicBezTo>
                    <a:close/>
                    <a:moveTo>
                      <a:pt x="1164" y="0"/>
                    </a:moveTo>
                    <a:cubicBezTo>
                      <a:pt x="1164" y="0"/>
                      <a:pt x="1164" y="0"/>
                      <a:pt x="1164" y="0"/>
                    </a:cubicBezTo>
                    <a:cubicBezTo>
                      <a:pt x="1164" y="0"/>
                      <a:pt x="1164" y="0"/>
                      <a:pt x="1164" y="0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DD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80" name="Google Shape;14280;p50"/>
              <p:cNvSpPr/>
              <p:nvPr/>
            </p:nvSpPr>
            <p:spPr>
              <a:xfrm>
                <a:off x="2070686" y="1252845"/>
                <a:ext cx="127209" cy="5884"/>
              </a:xfrm>
              <a:custGeom>
                <a:avLst/>
                <a:gdLst/>
                <a:ahLst/>
                <a:cxnLst/>
                <a:rect l="l" t="t" r="r" b="b"/>
                <a:pathLst>
                  <a:path w="1535" h="71" extrusionOk="0">
                    <a:moveTo>
                      <a:pt x="592" y="70"/>
                    </a:moveTo>
                    <a:cubicBezTo>
                      <a:pt x="592" y="60"/>
                      <a:pt x="582" y="60"/>
                      <a:pt x="572" y="60"/>
                    </a:cubicBezTo>
                    <a:cubicBezTo>
                      <a:pt x="582" y="60"/>
                      <a:pt x="592" y="60"/>
                      <a:pt x="592" y="70"/>
                    </a:cubicBezTo>
                    <a:close/>
                    <a:moveTo>
                      <a:pt x="542" y="60"/>
                    </a:moveTo>
                    <a:cubicBezTo>
                      <a:pt x="522" y="60"/>
                      <a:pt x="492" y="50"/>
                      <a:pt x="472" y="50"/>
                    </a:cubicBezTo>
                    <a:cubicBezTo>
                      <a:pt x="492" y="50"/>
                      <a:pt x="522" y="60"/>
                      <a:pt x="542" y="60"/>
                    </a:cubicBezTo>
                    <a:close/>
                    <a:moveTo>
                      <a:pt x="472" y="50"/>
                    </a:moveTo>
                    <a:cubicBezTo>
                      <a:pt x="361" y="30"/>
                      <a:pt x="251" y="20"/>
                      <a:pt x="151" y="10"/>
                    </a:cubicBezTo>
                    <a:cubicBezTo>
                      <a:pt x="251" y="20"/>
                      <a:pt x="361" y="30"/>
                      <a:pt x="472" y="50"/>
                    </a:cubicBezTo>
                    <a:close/>
                    <a:moveTo>
                      <a:pt x="131" y="10"/>
                    </a:moveTo>
                    <a:cubicBezTo>
                      <a:pt x="90" y="0"/>
                      <a:pt x="50" y="0"/>
                      <a:pt x="0" y="0"/>
                    </a:cubicBezTo>
                    <a:cubicBezTo>
                      <a:pt x="50" y="0"/>
                      <a:pt x="90" y="0"/>
                      <a:pt x="131" y="10"/>
                    </a:cubicBezTo>
                    <a:close/>
                    <a:moveTo>
                      <a:pt x="1535" y="10"/>
                    </a:moveTo>
                    <a:cubicBezTo>
                      <a:pt x="1535" y="10"/>
                      <a:pt x="1535" y="0"/>
                      <a:pt x="1535" y="0"/>
                    </a:cubicBezTo>
                    <a:cubicBezTo>
                      <a:pt x="1535" y="0"/>
                      <a:pt x="1535" y="10"/>
                      <a:pt x="1535" y="10"/>
                    </a:cubicBezTo>
                    <a:close/>
                  </a:path>
                </a:pathLst>
              </a:custGeom>
              <a:solidFill>
                <a:srgbClr val="9DD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81" name="Google Shape;14281;p50"/>
              <p:cNvSpPr/>
              <p:nvPr/>
            </p:nvSpPr>
            <p:spPr>
              <a:xfrm>
                <a:off x="2054857" y="1251187"/>
                <a:ext cx="140552" cy="912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1" extrusionOk="0">
                    <a:moveTo>
                      <a:pt x="161" y="10"/>
                    </a:moveTo>
                    <a:cubicBezTo>
                      <a:pt x="101" y="10"/>
                      <a:pt x="51" y="10"/>
                      <a:pt x="1" y="0"/>
                    </a:cubicBezTo>
                    <a:cubicBezTo>
                      <a:pt x="51" y="10"/>
                      <a:pt x="101" y="10"/>
                      <a:pt x="161" y="10"/>
                    </a:cubicBezTo>
                    <a:close/>
                    <a:moveTo>
                      <a:pt x="1696" y="10"/>
                    </a:moveTo>
                    <a:cubicBezTo>
                      <a:pt x="1686" y="10"/>
                      <a:pt x="1686" y="0"/>
                      <a:pt x="1676" y="0"/>
                    </a:cubicBezTo>
                    <a:cubicBezTo>
                      <a:pt x="1686" y="0"/>
                      <a:pt x="1686" y="10"/>
                      <a:pt x="1696" y="10"/>
                    </a:cubicBezTo>
                    <a:close/>
                  </a:path>
                </a:pathLst>
              </a:custGeom>
              <a:solidFill>
                <a:srgbClr val="9DD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82" name="Google Shape;14282;p50"/>
              <p:cNvSpPr/>
              <p:nvPr/>
            </p:nvSpPr>
            <p:spPr>
              <a:xfrm>
                <a:off x="1943478" y="1133924"/>
                <a:ext cx="315993" cy="117347"/>
              </a:xfrm>
              <a:custGeom>
                <a:avLst/>
                <a:gdLst/>
                <a:ahLst/>
                <a:cxnLst/>
                <a:rect l="l" t="t" r="r" b="b"/>
                <a:pathLst>
                  <a:path w="3813" h="1416" extrusionOk="0">
                    <a:moveTo>
                      <a:pt x="1284" y="1415"/>
                    </a:moveTo>
                    <a:lnTo>
                      <a:pt x="1284" y="1415"/>
                    </a:lnTo>
                    <a:lnTo>
                      <a:pt x="1284" y="1415"/>
                    </a:lnTo>
                    <a:lnTo>
                      <a:pt x="1284" y="1415"/>
                    </a:lnTo>
                    <a:close/>
                    <a:moveTo>
                      <a:pt x="3752" y="994"/>
                    </a:moveTo>
                    <a:lnTo>
                      <a:pt x="3752" y="994"/>
                    </a:lnTo>
                    <a:lnTo>
                      <a:pt x="3752" y="994"/>
                    </a:lnTo>
                    <a:lnTo>
                      <a:pt x="3752" y="994"/>
                    </a:lnTo>
                    <a:close/>
                    <a:moveTo>
                      <a:pt x="3812" y="994"/>
                    </a:moveTo>
                    <a:lnTo>
                      <a:pt x="3812" y="994"/>
                    </a:lnTo>
                    <a:lnTo>
                      <a:pt x="3812" y="994"/>
                    </a:lnTo>
                    <a:lnTo>
                      <a:pt x="3812" y="994"/>
                    </a:lnTo>
                    <a:close/>
                    <a:moveTo>
                      <a:pt x="3692" y="994"/>
                    </a:moveTo>
                    <a:cubicBezTo>
                      <a:pt x="3682" y="984"/>
                      <a:pt x="3672" y="984"/>
                      <a:pt x="3652" y="984"/>
                    </a:cubicBezTo>
                    <a:cubicBezTo>
                      <a:pt x="3672" y="984"/>
                      <a:pt x="3682" y="984"/>
                      <a:pt x="3692" y="994"/>
                    </a:cubicBezTo>
                    <a:close/>
                    <a:moveTo>
                      <a:pt x="3632" y="984"/>
                    </a:moveTo>
                    <a:lnTo>
                      <a:pt x="3622" y="974"/>
                    </a:lnTo>
                    <a:lnTo>
                      <a:pt x="3632" y="984"/>
                    </a:lnTo>
                    <a:close/>
                    <a:moveTo>
                      <a:pt x="3611" y="974"/>
                    </a:moveTo>
                    <a:cubicBezTo>
                      <a:pt x="3581" y="974"/>
                      <a:pt x="3561" y="964"/>
                      <a:pt x="3531" y="954"/>
                    </a:cubicBezTo>
                    <a:cubicBezTo>
                      <a:pt x="3561" y="964"/>
                      <a:pt x="3581" y="974"/>
                      <a:pt x="3611" y="974"/>
                    </a:cubicBezTo>
                    <a:close/>
                    <a:moveTo>
                      <a:pt x="2558" y="562"/>
                    </a:moveTo>
                    <a:cubicBezTo>
                      <a:pt x="2217" y="412"/>
                      <a:pt x="1886" y="282"/>
                      <a:pt x="1625" y="282"/>
                    </a:cubicBezTo>
                    <a:cubicBezTo>
                      <a:pt x="1605" y="282"/>
                      <a:pt x="1585" y="282"/>
                      <a:pt x="1565" y="282"/>
                    </a:cubicBezTo>
                    <a:cubicBezTo>
                      <a:pt x="1585" y="282"/>
                      <a:pt x="1605" y="282"/>
                      <a:pt x="1625" y="282"/>
                    </a:cubicBezTo>
                    <a:cubicBezTo>
                      <a:pt x="1886" y="282"/>
                      <a:pt x="2217" y="412"/>
                      <a:pt x="2558" y="562"/>
                    </a:cubicBezTo>
                    <a:close/>
                    <a:moveTo>
                      <a:pt x="1405" y="302"/>
                    </a:moveTo>
                    <a:lnTo>
                      <a:pt x="1405" y="302"/>
                    </a:lnTo>
                    <a:lnTo>
                      <a:pt x="1405" y="302"/>
                    </a:lnTo>
                    <a:lnTo>
                      <a:pt x="1405" y="302"/>
                    </a:lnTo>
                    <a:close/>
                    <a:moveTo>
                      <a:pt x="1395" y="302"/>
                    </a:moveTo>
                    <a:cubicBezTo>
                      <a:pt x="1174" y="302"/>
                      <a:pt x="873" y="191"/>
                      <a:pt x="592" y="71"/>
                    </a:cubicBezTo>
                    <a:cubicBezTo>
                      <a:pt x="873" y="191"/>
                      <a:pt x="1174" y="302"/>
                      <a:pt x="1395" y="302"/>
                    </a:cubicBezTo>
                    <a:close/>
                    <a:moveTo>
                      <a:pt x="1495" y="302"/>
                    </a:moveTo>
                    <a:cubicBezTo>
                      <a:pt x="1495" y="292"/>
                      <a:pt x="1505" y="292"/>
                      <a:pt x="1505" y="292"/>
                    </a:cubicBezTo>
                    <a:cubicBezTo>
                      <a:pt x="1505" y="292"/>
                      <a:pt x="1505" y="292"/>
                      <a:pt x="1505" y="292"/>
                    </a:cubicBezTo>
                    <a:cubicBezTo>
                      <a:pt x="1505" y="292"/>
                      <a:pt x="1505" y="292"/>
                      <a:pt x="1505" y="292"/>
                    </a:cubicBezTo>
                    <a:cubicBezTo>
                      <a:pt x="1505" y="292"/>
                      <a:pt x="1495" y="292"/>
                      <a:pt x="1495" y="302"/>
                    </a:cubicBezTo>
                    <a:close/>
                    <a:moveTo>
                      <a:pt x="1515" y="292"/>
                    </a:moveTo>
                    <a:cubicBezTo>
                      <a:pt x="1515" y="292"/>
                      <a:pt x="1515" y="292"/>
                      <a:pt x="1515" y="292"/>
                    </a:cubicBezTo>
                    <a:cubicBezTo>
                      <a:pt x="1515" y="292"/>
                      <a:pt x="1515" y="292"/>
                      <a:pt x="1515" y="292"/>
                    </a:cubicBezTo>
                    <a:close/>
                    <a:moveTo>
                      <a:pt x="592" y="71"/>
                    </a:moveTo>
                    <a:lnTo>
                      <a:pt x="582" y="61"/>
                    </a:lnTo>
                    <a:lnTo>
                      <a:pt x="592" y="71"/>
                    </a:lnTo>
                    <a:close/>
                    <a:moveTo>
                      <a:pt x="562" y="61"/>
                    </a:moveTo>
                    <a:cubicBezTo>
                      <a:pt x="562" y="51"/>
                      <a:pt x="552" y="51"/>
                      <a:pt x="542" y="51"/>
                    </a:cubicBezTo>
                    <a:lnTo>
                      <a:pt x="542" y="51"/>
                    </a:lnTo>
                    <a:lnTo>
                      <a:pt x="542" y="51"/>
                    </a:lnTo>
                    <a:cubicBezTo>
                      <a:pt x="552" y="51"/>
                      <a:pt x="562" y="51"/>
                      <a:pt x="562" y="61"/>
                    </a:cubicBezTo>
                    <a:close/>
                    <a:moveTo>
                      <a:pt x="522" y="41"/>
                    </a:moveTo>
                    <a:cubicBezTo>
                      <a:pt x="522" y="41"/>
                      <a:pt x="512" y="31"/>
                      <a:pt x="512" y="31"/>
                    </a:cubicBezTo>
                    <a:cubicBezTo>
                      <a:pt x="512" y="31"/>
                      <a:pt x="522" y="41"/>
                      <a:pt x="522" y="41"/>
                    </a:cubicBezTo>
                    <a:close/>
                    <a:moveTo>
                      <a:pt x="482" y="21"/>
                    </a:moveTo>
                    <a:cubicBezTo>
                      <a:pt x="482" y="21"/>
                      <a:pt x="472" y="21"/>
                      <a:pt x="472" y="11"/>
                    </a:cubicBezTo>
                    <a:cubicBezTo>
                      <a:pt x="472" y="21"/>
                      <a:pt x="482" y="21"/>
                      <a:pt x="482" y="21"/>
                    </a:cubicBezTo>
                    <a:close/>
                    <a:moveTo>
                      <a:pt x="452" y="11"/>
                    </a:moveTo>
                    <a:cubicBezTo>
                      <a:pt x="452" y="11"/>
                      <a:pt x="452" y="11"/>
                      <a:pt x="452" y="11"/>
                    </a:cubicBezTo>
                    <a:cubicBezTo>
                      <a:pt x="452" y="11"/>
                      <a:pt x="452" y="11"/>
                      <a:pt x="452" y="11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9DD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83" name="Google Shape;14283;p50"/>
              <p:cNvSpPr/>
              <p:nvPr/>
            </p:nvSpPr>
            <p:spPr>
              <a:xfrm>
                <a:off x="790568" y="949369"/>
                <a:ext cx="443119" cy="207927"/>
              </a:xfrm>
              <a:custGeom>
                <a:avLst/>
                <a:gdLst/>
                <a:ahLst/>
                <a:cxnLst/>
                <a:rect l="l" t="t" r="r" b="b"/>
                <a:pathLst>
                  <a:path w="5347" h="2509" extrusionOk="0">
                    <a:moveTo>
                      <a:pt x="5346" y="2509"/>
                    </a:moveTo>
                    <a:cubicBezTo>
                      <a:pt x="5346" y="2509"/>
                      <a:pt x="5346" y="2509"/>
                      <a:pt x="5346" y="2509"/>
                    </a:cubicBezTo>
                    <a:cubicBezTo>
                      <a:pt x="5346" y="2509"/>
                      <a:pt x="5346" y="2509"/>
                      <a:pt x="5346" y="2509"/>
                    </a:cubicBezTo>
                    <a:close/>
                    <a:moveTo>
                      <a:pt x="5306" y="2479"/>
                    </a:moveTo>
                    <a:cubicBezTo>
                      <a:pt x="4915" y="2087"/>
                      <a:pt x="4594" y="1827"/>
                      <a:pt x="4323" y="1827"/>
                    </a:cubicBezTo>
                    <a:cubicBezTo>
                      <a:pt x="4594" y="1827"/>
                      <a:pt x="4915" y="2087"/>
                      <a:pt x="5306" y="2479"/>
                    </a:cubicBezTo>
                    <a:close/>
                    <a:moveTo>
                      <a:pt x="3902" y="1927"/>
                    </a:moveTo>
                    <a:lnTo>
                      <a:pt x="3902" y="1927"/>
                    </a:lnTo>
                    <a:lnTo>
                      <a:pt x="3902" y="1927"/>
                    </a:lnTo>
                    <a:lnTo>
                      <a:pt x="3902" y="1927"/>
                    </a:lnTo>
                    <a:close/>
                    <a:moveTo>
                      <a:pt x="3862" y="1927"/>
                    </a:moveTo>
                    <a:cubicBezTo>
                      <a:pt x="3721" y="1917"/>
                      <a:pt x="3551" y="1857"/>
                      <a:pt x="3390" y="1776"/>
                    </a:cubicBezTo>
                    <a:cubicBezTo>
                      <a:pt x="3551" y="1857"/>
                      <a:pt x="3721" y="1917"/>
                      <a:pt x="3862" y="1927"/>
                    </a:cubicBezTo>
                    <a:close/>
                    <a:moveTo>
                      <a:pt x="4113" y="1877"/>
                    </a:moveTo>
                    <a:cubicBezTo>
                      <a:pt x="4113" y="1877"/>
                      <a:pt x="4113" y="1877"/>
                      <a:pt x="4113" y="1877"/>
                    </a:cubicBezTo>
                    <a:cubicBezTo>
                      <a:pt x="4113" y="1877"/>
                      <a:pt x="4113" y="1877"/>
                      <a:pt x="4113" y="1877"/>
                    </a:cubicBezTo>
                    <a:close/>
                    <a:moveTo>
                      <a:pt x="4123" y="1877"/>
                    </a:moveTo>
                    <a:cubicBezTo>
                      <a:pt x="4123" y="1877"/>
                      <a:pt x="4123" y="1877"/>
                      <a:pt x="4123" y="1877"/>
                    </a:cubicBezTo>
                    <a:cubicBezTo>
                      <a:pt x="4133" y="1877"/>
                      <a:pt x="4133" y="1867"/>
                      <a:pt x="4133" y="1867"/>
                    </a:cubicBezTo>
                    <a:cubicBezTo>
                      <a:pt x="4133" y="1867"/>
                      <a:pt x="4133" y="1877"/>
                      <a:pt x="4123" y="1877"/>
                    </a:cubicBezTo>
                    <a:cubicBezTo>
                      <a:pt x="4123" y="1877"/>
                      <a:pt x="4123" y="1877"/>
                      <a:pt x="4123" y="1877"/>
                    </a:cubicBezTo>
                    <a:close/>
                    <a:moveTo>
                      <a:pt x="4313" y="1827"/>
                    </a:moveTo>
                    <a:lnTo>
                      <a:pt x="4313" y="1827"/>
                    </a:lnTo>
                    <a:lnTo>
                      <a:pt x="4313" y="1827"/>
                    </a:lnTo>
                    <a:lnTo>
                      <a:pt x="4313" y="1827"/>
                    </a:lnTo>
                    <a:close/>
                    <a:moveTo>
                      <a:pt x="3380" y="1776"/>
                    </a:moveTo>
                    <a:cubicBezTo>
                      <a:pt x="3360" y="1766"/>
                      <a:pt x="3340" y="1746"/>
                      <a:pt x="3320" y="1736"/>
                    </a:cubicBezTo>
                    <a:cubicBezTo>
                      <a:pt x="3340" y="1746"/>
                      <a:pt x="3360" y="1766"/>
                      <a:pt x="3380" y="1776"/>
                    </a:cubicBezTo>
                    <a:close/>
                    <a:moveTo>
                      <a:pt x="1976" y="914"/>
                    </a:moveTo>
                    <a:cubicBezTo>
                      <a:pt x="1976" y="914"/>
                      <a:pt x="1976" y="914"/>
                      <a:pt x="1976" y="914"/>
                    </a:cubicBezTo>
                    <a:cubicBezTo>
                      <a:pt x="1976" y="914"/>
                      <a:pt x="1976" y="914"/>
                      <a:pt x="1976" y="914"/>
                    </a:cubicBezTo>
                    <a:close/>
                    <a:moveTo>
                      <a:pt x="1966" y="914"/>
                    </a:moveTo>
                    <a:lnTo>
                      <a:pt x="1966" y="914"/>
                    </a:lnTo>
                    <a:cubicBezTo>
                      <a:pt x="1956" y="914"/>
                      <a:pt x="1956" y="914"/>
                      <a:pt x="1946" y="904"/>
                    </a:cubicBezTo>
                    <a:cubicBezTo>
                      <a:pt x="1956" y="914"/>
                      <a:pt x="1956" y="914"/>
                      <a:pt x="1966" y="914"/>
                    </a:cubicBezTo>
                    <a:lnTo>
                      <a:pt x="1966" y="914"/>
                    </a:lnTo>
                    <a:close/>
                    <a:moveTo>
                      <a:pt x="1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0" y="1"/>
                    </a:cubicBezTo>
                    <a:close/>
                  </a:path>
                </a:pathLst>
              </a:custGeom>
              <a:solidFill>
                <a:srgbClr val="9DD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84" name="Google Shape;14284;p50"/>
              <p:cNvSpPr/>
              <p:nvPr/>
            </p:nvSpPr>
            <p:spPr>
              <a:xfrm>
                <a:off x="1505419" y="1031660"/>
                <a:ext cx="83" cy="83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ECB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85" name="Google Shape;14285;p50"/>
              <p:cNvSpPr/>
              <p:nvPr/>
            </p:nvSpPr>
            <p:spPr>
              <a:xfrm>
                <a:off x="1505419" y="1031660"/>
                <a:ext cx="83" cy="83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4EA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86" name="Google Shape;14286;p50"/>
              <p:cNvSpPr/>
              <p:nvPr/>
            </p:nvSpPr>
            <p:spPr>
              <a:xfrm>
                <a:off x="1931793" y="1116687"/>
                <a:ext cx="956349" cy="447926"/>
              </a:xfrm>
              <a:custGeom>
                <a:avLst/>
                <a:gdLst/>
                <a:ahLst/>
                <a:cxnLst/>
                <a:rect l="l" t="t" r="r" b="b"/>
                <a:pathLst>
                  <a:path w="11540" h="5405" extrusionOk="0">
                    <a:moveTo>
                      <a:pt x="60" y="0"/>
                    </a:moveTo>
                    <a:cubicBezTo>
                      <a:pt x="0" y="0"/>
                      <a:pt x="17" y="60"/>
                      <a:pt x="152" y="219"/>
                    </a:cubicBezTo>
                    <a:cubicBezTo>
                      <a:pt x="703" y="881"/>
                      <a:pt x="1847" y="1021"/>
                      <a:pt x="3151" y="1623"/>
                    </a:cubicBezTo>
                    <a:cubicBezTo>
                      <a:pt x="3507" y="1789"/>
                      <a:pt x="3517" y="1844"/>
                      <a:pt x="3344" y="1844"/>
                    </a:cubicBezTo>
                    <a:cubicBezTo>
                      <a:pt x="3171" y="1844"/>
                      <a:pt x="2815" y="1789"/>
                      <a:pt x="2438" y="1733"/>
                    </a:cubicBezTo>
                    <a:cubicBezTo>
                      <a:pt x="2065" y="1679"/>
                      <a:pt x="1674" y="1625"/>
                      <a:pt x="1425" y="1625"/>
                    </a:cubicBezTo>
                    <a:cubicBezTo>
                      <a:pt x="1259" y="1625"/>
                      <a:pt x="1157" y="1649"/>
                      <a:pt x="1165" y="1713"/>
                    </a:cubicBezTo>
                    <a:cubicBezTo>
                      <a:pt x="1215" y="2064"/>
                      <a:pt x="2910" y="2486"/>
                      <a:pt x="5478" y="3639"/>
                    </a:cubicBezTo>
                    <a:cubicBezTo>
                      <a:pt x="7440" y="4513"/>
                      <a:pt x="10680" y="5405"/>
                      <a:pt x="11337" y="5405"/>
                    </a:cubicBezTo>
                    <a:cubicBezTo>
                      <a:pt x="11540" y="5405"/>
                      <a:pt x="11497" y="5320"/>
                      <a:pt x="11095" y="5124"/>
                    </a:cubicBezTo>
                    <a:cubicBezTo>
                      <a:pt x="9380" y="4291"/>
                      <a:pt x="8828" y="4000"/>
                      <a:pt x="8828" y="4000"/>
                    </a:cubicBezTo>
                    <a:cubicBezTo>
                      <a:pt x="7043" y="3286"/>
                      <a:pt x="4504" y="1201"/>
                      <a:pt x="3952" y="1201"/>
                    </a:cubicBezTo>
                    <a:cubicBezTo>
                      <a:pt x="3945" y="1201"/>
                      <a:pt x="3939" y="1201"/>
                      <a:pt x="3933" y="1202"/>
                    </a:cubicBezTo>
                    <a:cubicBezTo>
                      <a:pt x="3921" y="1203"/>
                      <a:pt x="3909" y="1203"/>
                      <a:pt x="3897" y="1203"/>
                    </a:cubicBezTo>
                    <a:cubicBezTo>
                      <a:pt x="3653" y="1203"/>
                      <a:pt x="3271" y="1022"/>
                      <a:pt x="2870" y="841"/>
                    </a:cubicBezTo>
                    <a:cubicBezTo>
                      <a:pt x="2474" y="665"/>
                      <a:pt x="2070" y="489"/>
                      <a:pt x="1767" y="489"/>
                    </a:cubicBezTo>
                    <a:cubicBezTo>
                      <a:pt x="1725" y="489"/>
                      <a:pt x="1684" y="492"/>
                      <a:pt x="1646" y="500"/>
                    </a:cubicBezTo>
                    <a:cubicBezTo>
                      <a:pt x="1612" y="507"/>
                      <a:pt x="1575" y="510"/>
                      <a:pt x="1536" y="510"/>
                    </a:cubicBezTo>
                    <a:cubicBezTo>
                      <a:pt x="1299" y="510"/>
                      <a:pt x="976" y="388"/>
                      <a:pt x="683" y="259"/>
                    </a:cubicBezTo>
                    <a:cubicBezTo>
                      <a:pt x="397" y="128"/>
                      <a:pt x="147" y="0"/>
                      <a:pt x="60" y="0"/>
                    </a:cubicBezTo>
                    <a:close/>
                  </a:path>
                </a:pathLst>
              </a:custGeom>
              <a:solidFill>
                <a:srgbClr val="7ECB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87" name="Google Shape;14287;p50"/>
              <p:cNvSpPr/>
              <p:nvPr/>
            </p:nvSpPr>
            <p:spPr>
              <a:xfrm>
                <a:off x="1934362" y="1116521"/>
                <a:ext cx="946818" cy="448092"/>
              </a:xfrm>
              <a:custGeom>
                <a:avLst/>
                <a:gdLst/>
                <a:ahLst/>
                <a:cxnLst/>
                <a:rect l="l" t="t" r="r" b="b"/>
                <a:pathLst>
                  <a:path w="11425" h="5407" extrusionOk="0">
                    <a:moveTo>
                      <a:pt x="30" y="0"/>
                    </a:moveTo>
                    <a:cubicBezTo>
                      <a:pt x="10" y="0"/>
                      <a:pt x="0" y="10"/>
                      <a:pt x="0" y="30"/>
                    </a:cubicBezTo>
                    <a:cubicBezTo>
                      <a:pt x="0" y="60"/>
                      <a:pt x="30" y="120"/>
                      <a:pt x="110" y="211"/>
                    </a:cubicBezTo>
                    <a:cubicBezTo>
                      <a:pt x="110" y="211"/>
                      <a:pt x="110" y="221"/>
                      <a:pt x="121" y="221"/>
                    </a:cubicBezTo>
                    <a:cubicBezTo>
                      <a:pt x="672" y="883"/>
                      <a:pt x="1816" y="1023"/>
                      <a:pt x="3120" y="1625"/>
                    </a:cubicBezTo>
                    <a:lnTo>
                      <a:pt x="3130" y="1625"/>
                    </a:lnTo>
                    <a:cubicBezTo>
                      <a:pt x="3140" y="1635"/>
                      <a:pt x="3150" y="1635"/>
                      <a:pt x="3150" y="1635"/>
                    </a:cubicBezTo>
                    <a:cubicBezTo>
                      <a:pt x="3160" y="1645"/>
                      <a:pt x="3170" y="1645"/>
                      <a:pt x="3180" y="1645"/>
                    </a:cubicBezTo>
                    <a:cubicBezTo>
                      <a:pt x="3350" y="1735"/>
                      <a:pt x="3421" y="1786"/>
                      <a:pt x="3421" y="1816"/>
                    </a:cubicBezTo>
                    <a:cubicBezTo>
                      <a:pt x="3421" y="1836"/>
                      <a:pt x="3380" y="1846"/>
                      <a:pt x="3310" y="1846"/>
                    </a:cubicBezTo>
                    <a:cubicBezTo>
                      <a:pt x="3140" y="1846"/>
                      <a:pt x="2779" y="1786"/>
                      <a:pt x="2407" y="1735"/>
                    </a:cubicBezTo>
                    <a:cubicBezTo>
                      <a:pt x="2036" y="1685"/>
                      <a:pt x="1645" y="1625"/>
                      <a:pt x="1394" y="1625"/>
                    </a:cubicBezTo>
                    <a:cubicBezTo>
                      <a:pt x="1234" y="1625"/>
                      <a:pt x="1134" y="1655"/>
                      <a:pt x="1134" y="1705"/>
                    </a:cubicBezTo>
                    <a:cubicBezTo>
                      <a:pt x="1134" y="1715"/>
                      <a:pt x="1134" y="1715"/>
                      <a:pt x="1134" y="1715"/>
                    </a:cubicBezTo>
                    <a:cubicBezTo>
                      <a:pt x="1184" y="2066"/>
                      <a:pt x="2879" y="2488"/>
                      <a:pt x="5447" y="3641"/>
                    </a:cubicBezTo>
                    <a:cubicBezTo>
                      <a:pt x="5457" y="3641"/>
                      <a:pt x="5467" y="3641"/>
                      <a:pt x="5467" y="3651"/>
                    </a:cubicBezTo>
                    <a:cubicBezTo>
                      <a:pt x="5487" y="3651"/>
                      <a:pt x="5497" y="3661"/>
                      <a:pt x="5507" y="3661"/>
                    </a:cubicBezTo>
                    <a:cubicBezTo>
                      <a:pt x="5517" y="3671"/>
                      <a:pt x="5527" y="3671"/>
                      <a:pt x="5537" y="3671"/>
                    </a:cubicBezTo>
                    <a:cubicBezTo>
                      <a:pt x="5547" y="3681"/>
                      <a:pt x="5557" y="3681"/>
                      <a:pt x="5567" y="3691"/>
                    </a:cubicBezTo>
                    <a:cubicBezTo>
                      <a:pt x="7533" y="4554"/>
                      <a:pt x="10663" y="5407"/>
                      <a:pt x="11305" y="5407"/>
                    </a:cubicBezTo>
                    <a:cubicBezTo>
                      <a:pt x="11385" y="5407"/>
                      <a:pt x="11425" y="5397"/>
                      <a:pt x="11425" y="5366"/>
                    </a:cubicBezTo>
                    <a:cubicBezTo>
                      <a:pt x="11425" y="5326"/>
                      <a:pt x="11315" y="5246"/>
                      <a:pt x="11064" y="5126"/>
                    </a:cubicBezTo>
                    <a:cubicBezTo>
                      <a:pt x="9349" y="4293"/>
                      <a:pt x="8797" y="4002"/>
                      <a:pt x="8797" y="4002"/>
                    </a:cubicBezTo>
                    <a:cubicBezTo>
                      <a:pt x="7012" y="3280"/>
                      <a:pt x="4464" y="1204"/>
                      <a:pt x="3922" y="1204"/>
                    </a:cubicBezTo>
                    <a:lnTo>
                      <a:pt x="3862" y="1204"/>
                    </a:lnTo>
                    <a:cubicBezTo>
                      <a:pt x="3611" y="1204"/>
                      <a:pt x="3240" y="1023"/>
                      <a:pt x="2839" y="843"/>
                    </a:cubicBezTo>
                    <a:cubicBezTo>
                      <a:pt x="2448" y="672"/>
                      <a:pt x="2036" y="492"/>
                      <a:pt x="1735" y="492"/>
                    </a:cubicBezTo>
                    <a:cubicBezTo>
                      <a:pt x="1695" y="492"/>
                      <a:pt x="1655" y="502"/>
                      <a:pt x="1615" y="502"/>
                    </a:cubicBezTo>
                    <a:cubicBezTo>
                      <a:pt x="1585" y="512"/>
                      <a:pt x="1545" y="512"/>
                      <a:pt x="1515" y="512"/>
                    </a:cubicBezTo>
                    <a:cubicBezTo>
                      <a:pt x="1274" y="512"/>
                      <a:pt x="943" y="391"/>
                      <a:pt x="652" y="261"/>
                    </a:cubicBezTo>
                    <a:cubicBezTo>
                      <a:pt x="371" y="131"/>
                      <a:pt x="121" y="0"/>
                      <a:pt x="30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>
                      <a:alpha val="8230"/>
                    </a:schemeClr>
                  </a:gs>
                  <a:gs pos="100000">
                    <a:schemeClr val="lt1">
                      <a:alpha val="8230"/>
                    </a:schemeClr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88" name="Google Shape;14288;p50"/>
              <p:cNvSpPr/>
              <p:nvPr/>
            </p:nvSpPr>
            <p:spPr>
              <a:xfrm>
                <a:off x="789159" y="943154"/>
                <a:ext cx="638118" cy="393230"/>
              </a:xfrm>
              <a:custGeom>
                <a:avLst/>
                <a:gdLst/>
                <a:ahLst/>
                <a:cxnLst/>
                <a:rect l="l" t="t" r="r" b="b"/>
                <a:pathLst>
                  <a:path w="7700" h="4745" extrusionOk="0">
                    <a:moveTo>
                      <a:pt x="45" y="1"/>
                    </a:moveTo>
                    <a:cubicBezTo>
                      <a:pt x="9" y="1"/>
                      <a:pt x="1" y="23"/>
                      <a:pt x="27" y="76"/>
                    </a:cubicBezTo>
                    <a:cubicBezTo>
                      <a:pt x="208" y="457"/>
                      <a:pt x="1823" y="1932"/>
                      <a:pt x="2475" y="2453"/>
                    </a:cubicBezTo>
                    <a:cubicBezTo>
                      <a:pt x="3127" y="2965"/>
                      <a:pt x="4039" y="2744"/>
                      <a:pt x="4782" y="3346"/>
                    </a:cubicBezTo>
                    <a:cubicBezTo>
                      <a:pt x="5310" y="3776"/>
                      <a:pt x="7165" y="4745"/>
                      <a:pt x="7541" y="4745"/>
                    </a:cubicBezTo>
                    <a:cubicBezTo>
                      <a:pt x="7700" y="4745"/>
                      <a:pt x="7593" y="4571"/>
                      <a:pt x="7008" y="4108"/>
                    </a:cubicBezTo>
                    <a:cubicBezTo>
                      <a:pt x="5676" y="3055"/>
                      <a:pt x="4917" y="1905"/>
                      <a:pt x="4334" y="1905"/>
                    </a:cubicBezTo>
                    <a:cubicBezTo>
                      <a:pt x="4267" y="1905"/>
                      <a:pt x="4202" y="1920"/>
                      <a:pt x="4140" y="1952"/>
                    </a:cubicBezTo>
                    <a:cubicBezTo>
                      <a:pt x="4069" y="1986"/>
                      <a:pt x="3994" y="2002"/>
                      <a:pt x="3913" y="2002"/>
                    </a:cubicBezTo>
                    <a:cubicBezTo>
                      <a:pt x="3296" y="2002"/>
                      <a:pt x="2427" y="1086"/>
                      <a:pt x="1983" y="989"/>
                    </a:cubicBezTo>
                    <a:cubicBezTo>
                      <a:pt x="1551" y="894"/>
                      <a:pt x="268" y="1"/>
                      <a:pt x="45" y="1"/>
                    </a:cubicBezTo>
                    <a:close/>
                  </a:path>
                </a:pathLst>
              </a:custGeom>
              <a:solidFill>
                <a:srgbClr val="7ECB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89" name="Google Shape;14289;p50"/>
              <p:cNvSpPr/>
              <p:nvPr/>
            </p:nvSpPr>
            <p:spPr>
              <a:xfrm>
                <a:off x="789740" y="943568"/>
                <a:ext cx="629334" cy="392484"/>
              </a:xfrm>
              <a:custGeom>
                <a:avLst/>
                <a:gdLst/>
                <a:ahLst/>
                <a:cxnLst/>
                <a:rect l="l" t="t" r="r" b="b"/>
                <a:pathLst>
                  <a:path w="7594" h="4736" extrusionOk="0">
                    <a:moveTo>
                      <a:pt x="40" y="1"/>
                    </a:moveTo>
                    <a:cubicBezTo>
                      <a:pt x="10" y="1"/>
                      <a:pt x="0" y="11"/>
                      <a:pt x="0" y="31"/>
                    </a:cubicBezTo>
                    <a:cubicBezTo>
                      <a:pt x="0" y="41"/>
                      <a:pt x="0" y="51"/>
                      <a:pt x="10" y="71"/>
                    </a:cubicBezTo>
                    <a:lnTo>
                      <a:pt x="20" y="71"/>
                    </a:lnTo>
                    <a:cubicBezTo>
                      <a:pt x="201" y="452"/>
                      <a:pt x="1816" y="1927"/>
                      <a:pt x="2468" y="2448"/>
                    </a:cubicBezTo>
                    <a:cubicBezTo>
                      <a:pt x="3120" y="2960"/>
                      <a:pt x="4032" y="2739"/>
                      <a:pt x="4775" y="3341"/>
                    </a:cubicBezTo>
                    <a:cubicBezTo>
                      <a:pt x="4785" y="3351"/>
                      <a:pt x="4785" y="3351"/>
                      <a:pt x="4785" y="3351"/>
                    </a:cubicBezTo>
                    <a:cubicBezTo>
                      <a:pt x="5316" y="3782"/>
                      <a:pt x="7152" y="4735"/>
                      <a:pt x="7533" y="4735"/>
                    </a:cubicBezTo>
                    <a:cubicBezTo>
                      <a:pt x="7573" y="4735"/>
                      <a:pt x="7593" y="4725"/>
                      <a:pt x="7593" y="4695"/>
                    </a:cubicBezTo>
                    <a:cubicBezTo>
                      <a:pt x="7593" y="4625"/>
                      <a:pt x="7423" y="4444"/>
                      <a:pt x="7001" y="4103"/>
                    </a:cubicBezTo>
                    <a:cubicBezTo>
                      <a:pt x="5667" y="3050"/>
                      <a:pt x="4915" y="1897"/>
                      <a:pt x="4323" y="1897"/>
                    </a:cubicBezTo>
                    <a:cubicBezTo>
                      <a:pt x="4263" y="1897"/>
                      <a:pt x="4193" y="1917"/>
                      <a:pt x="4133" y="1947"/>
                    </a:cubicBezTo>
                    <a:cubicBezTo>
                      <a:pt x="4062" y="1977"/>
                      <a:pt x="3992" y="1997"/>
                      <a:pt x="3912" y="1997"/>
                    </a:cubicBezTo>
                    <a:cubicBezTo>
                      <a:pt x="3290" y="1997"/>
                      <a:pt x="2417" y="1074"/>
                      <a:pt x="1976" y="984"/>
                    </a:cubicBezTo>
                    <a:cubicBezTo>
                      <a:pt x="1535" y="883"/>
                      <a:pt x="261" y="1"/>
                      <a:pt x="40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>
                      <a:alpha val="8230"/>
                    </a:schemeClr>
                  </a:gs>
                  <a:gs pos="100000">
                    <a:schemeClr val="lt1">
                      <a:alpha val="8230"/>
                    </a:schemeClr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90" name="Google Shape;14290;p50"/>
              <p:cNvSpPr/>
              <p:nvPr/>
            </p:nvSpPr>
            <p:spPr>
              <a:xfrm>
                <a:off x="2934291" y="1138896"/>
                <a:ext cx="263617" cy="130110"/>
              </a:xfrm>
              <a:custGeom>
                <a:avLst/>
                <a:gdLst/>
                <a:ahLst/>
                <a:cxnLst/>
                <a:rect l="l" t="t" r="r" b="b"/>
                <a:pathLst>
                  <a:path w="3181" h="1570" extrusionOk="0">
                    <a:moveTo>
                      <a:pt x="2549" y="1"/>
                    </a:moveTo>
                    <a:cubicBezTo>
                      <a:pt x="2488" y="21"/>
                      <a:pt x="2428" y="31"/>
                      <a:pt x="2368" y="61"/>
                    </a:cubicBezTo>
                    <a:cubicBezTo>
                      <a:pt x="2218" y="121"/>
                      <a:pt x="1124" y="613"/>
                      <a:pt x="1" y="854"/>
                    </a:cubicBezTo>
                    <a:cubicBezTo>
                      <a:pt x="377" y="887"/>
                      <a:pt x="811" y="997"/>
                      <a:pt x="1252" y="997"/>
                    </a:cubicBezTo>
                    <a:cubicBezTo>
                      <a:pt x="1471" y="997"/>
                      <a:pt x="1691" y="970"/>
                      <a:pt x="1907" y="894"/>
                    </a:cubicBezTo>
                    <a:cubicBezTo>
                      <a:pt x="1973" y="870"/>
                      <a:pt x="2038" y="860"/>
                      <a:pt x="2101" y="860"/>
                    </a:cubicBezTo>
                    <a:cubicBezTo>
                      <a:pt x="2359" y="860"/>
                      <a:pt x="2584" y="1037"/>
                      <a:pt x="2769" y="1215"/>
                    </a:cubicBezTo>
                    <a:cubicBezTo>
                      <a:pt x="2947" y="1392"/>
                      <a:pt x="3079" y="1569"/>
                      <a:pt x="3141" y="1569"/>
                    </a:cubicBezTo>
                    <a:cubicBezTo>
                      <a:pt x="3167" y="1569"/>
                      <a:pt x="3181" y="1539"/>
                      <a:pt x="3181" y="1465"/>
                    </a:cubicBezTo>
                    <a:cubicBezTo>
                      <a:pt x="2799" y="1265"/>
                      <a:pt x="2689" y="232"/>
                      <a:pt x="2549" y="1"/>
                    </a:cubicBezTo>
                    <a:close/>
                  </a:path>
                </a:pathLst>
              </a:custGeom>
              <a:solidFill>
                <a:srgbClr val="7ECB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91" name="Google Shape;14291;p50"/>
              <p:cNvSpPr/>
              <p:nvPr/>
            </p:nvSpPr>
            <p:spPr>
              <a:xfrm>
                <a:off x="2934291" y="1138896"/>
                <a:ext cx="263617" cy="129778"/>
              </a:xfrm>
              <a:custGeom>
                <a:avLst/>
                <a:gdLst/>
                <a:ahLst/>
                <a:cxnLst/>
                <a:rect l="l" t="t" r="r" b="b"/>
                <a:pathLst>
                  <a:path w="3181" h="1566" extrusionOk="0">
                    <a:moveTo>
                      <a:pt x="2549" y="1"/>
                    </a:moveTo>
                    <a:cubicBezTo>
                      <a:pt x="2488" y="21"/>
                      <a:pt x="2428" y="31"/>
                      <a:pt x="2368" y="61"/>
                    </a:cubicBezTo>
                    <a:cubicBezTo>
                      <a:pt x="2218" y="121"/>
                      <a:pt x="1124" y="613"/>
                      <a:pt x="1" y="854"/>
                    </a:cubicBezTo>
                    <a:cubicBezTo>
                      <a:pt x="31" y="854"/>
                      <a:pt x="61" y="864"/>
                      <a:pt x="101" y="864"/>
                    </a:cubicBezTo>
                    <a:lnTo>
                      <a:pt x="111" y="864"/>
                    </a:lnTo>
                    <a:cubicBezTo>
                      <a:pt x="121" y="864"/>
                      <a:pt x="141" y="864"/>
                      <a:pt x="151" y="874"/>
                    </a:cubicBezTo>
                    <a:cubicBezTo>
                      <a:pt x="482" y="914"/>
                      <a:pt x="864" y="994"/>
                      <a:pt x="1245" y="994"/>
                    </a:cubicBezTo>
                    <a:cubicBezTo>
                      <a:pt x="1465" y="994"/>
                      <a:pt x="1686" y="974"/>
                      <a:pt x="1907" y="894"/>
                    </a:cubicBezTo>
                    <a:cubicBezTo>
                      <a:pt x="1917" y="894"/>
                      <a:pt x="1917" y="894"/>
                      <a:pt x="1917" y="884"/>
                    </a:cubicBezTo>
                    <a:lnTo>
                      <a:pt x="1927" y="884"/>
                    </a:lnTo>
                    <a:cubicBezTo>
                      <a:pt x="1987" y="864"/>
                      <a:pt x="2047" y="854"/>
                      <a:pt x="2097" y="854"/>
                    </a:cubicBezTo>
                    <a:lnTo>
                      <a:pt x="2107" y="854"/>
                    </a:lnTo>
                    <a:cubicBezTo>
                      <a:pt x="2358" y="864"/>
                      <a:pt x="2589" y="1034"/>
                      <a:pt x="2769" y="1215"/>
                    </a:cubicBezTo>
                    <a:cubicBezTo>
                      <a:pt x="2769" y="1215"/>
                      <a:pt x="2779" y="1225"/>
                      <a:pt x="2789" y="1235"/>
                    </a:cubicBezTo>
                    <a:cubicBezTo>
                      <a:pt x="2940" y="1385"/>
                      <a:pt x="3060" y="1546"/>
                      <a:pt x="3130" y="1566"/>
                    </a:cubicBezTo>
                    <a:lnTo>
                      <a:pt x="3140" y="1566"/>
                    </a:lnTo>
                    <a:cubicBezTo>
                      <a:pt x="3171" y="1566"/>
                      <a:pt x="3181" y="1536"/>
                      <a:pt x="3181" y="1465"/>
                    </a:cubicBezTo>
                    <a:cubicBezTo>
                      <a:pt x="2799" y="1265"/>
                      <a:pt x="2689" y="232"/>
                      <a:pt x="25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92" name="Google Shape;14292;p50"/>
              <p:cNvSpPr/>
              <p:nvPr/>
            </p:nvSpPr>
            <p:spPr>
              <a:xfrm>
                <a:off x="2907523" y="1283922"/>
                <a:ext cx="330330" cy="120248"/>
              </a:xfrm>
              <a:custGeom>
                <a:avLst/>
                <a:gdLst/>
                <a:ahLst/>
                <a:cxnLst/>
                <a:rect l="l" t="t" r="r" b="b"/>
                <a:pathLst>
                  <a:path w="3986" h="1451" extrusionOk="0">
                    <a:moveTo>
                      <a:pt x="2401" y="1"/>
                    </a:moveTo>
                    <a:cubicBezTo>
                      <a:pt x="2335" y="1"/>
                      <a:pt x="2288" y="27"/>
                      <a:pt x="2260" y="87"/>
                    </a:cubicBezTo>
                    <a:cubicBezTo>
                      <a:pt x="2190" y="220"/>
                      <a:pt x="2035" y="307"/>
                      <a:pt x="1690" y="307"/>
                    </a:cubicBezTo>
                    <a:cubicBezTo>
                      <a:pt x="1441" y="307"/>
                      <a:pt x="1093" y="262"/>
                      <a:pt x="605" y="157"/>
                    </a:cubicBezTo>
                    <a:cubicBezTo>
                      <a:pt x="448" y="122"/>
                      <a:pt x="331" y="107"/>
                      <a:pt x="249" y="107"/>
                    </a:cubicBezTo>
                    <a:cubicBezTo>
                      <a:pt x="1" y="107"/>
                      <a:pt x="63" y="244"/>
                      <a:pt x="244" y="387"/>
                    </a:cubicBezTo>
                    <a:cubicBezTo>
                      <a:pt x="437" y="525"/>
                      <a:pt x="748" y="672"/>
                      <a:pt x="984" y="672"/>
                    </a:cubicBezTo>
                    <a:cubicBezTo>
                      <a:pt x="1006" y="672"/>
                      <a:pt x="1026" y="671"/>
                      <a:pt x="1046" y="668"/>
                    </a:cubicBezTo>
                    <a:cubicBezTo>
                      <a:pt x="1072" y="665"/>
                      <a:pt x="1099" y="663"/>
                      <a:pt x="1127" y="663"/>
                    </a:cubicBezTo>
                    <a:cubicBezTo>
                      <a:pt x="1342" y="663"/>
                      <a:pt x="1595" y="762"/>
                      <a:pt x="1808" y="869"/>
                    </a:cubicBezTo>
                    <a:cubicBezTo>
                      <a:pt x="2031" y="970"/>
                      <a:pt x="2227" y="1076"/>
                      <a:pt x="2325" y="1076"/>
                    </a:cubicBezTo>
                    <a:cubicBezTo>
                      <a:pt x="2372" y="1076"/>
                      <a:pt x="2397" y="1051"/>
                      <a:pt x="2390" y="989"/>
                    </a:cubicBezTo>
                    <a:cubicBezTo>
                      <a:pt x="2387" y="934"/>
                      <a:pt x="2403" y="910"/>
                      <a:pt x="2436" y="910"/>
                    </a:cubicBezTo>
                    <a:cubicBezTo>
                      <a:pt x="2593" y="910"/>
                      <a:pt x="3131" y="1434"/>
                      <a:pt x="3744" y="1451"/>
                    </a:cubicBezTo>
                    <a:lnTo>
                      <a:pt x="3754" y="1451"/>
                    </a:lnTo>
                    <a:cubicBezTo>
                      <a:pt x="3193" y="1200"/>
                      <a:pt x="2741" y="959"/>
                      <a:pt x="2811" y="769"/>
                    </a:cubicBezTo>
                    <a:cubicBezTo>
                      <a:pt x="2857" y="649"/>
                      <a:pt x="3055" y="610"/>
                      <a:pt x="3317" y="610"/>
                    </a:cubicBezTo>
                    <a:cubicBezTo>
                      <a:pt x="3516" y="610"/>
                      <a:pt x="3752" y="632"/>
                      <a:pt x="3985" y="658"/>
                    </a:cubicBezTo>
                    <a:cubicBezTo>
                      <a:pt x="3825" y="588"/>
                      <a:pt x="3664" y="518"/>
                      <a:pt x="3514" y="458"/>
                    </a:cubicBezTo>
                    <a:cubicBezTo>
                      <a:pt x="2942" y="213"/>
                      <a:pt x="2590" y="1"/>
                      <a:pt x="2401" y="1"/>
                    </a:cubicBezTo>
                    <a:close/>
                  </a:path>
                </a:pathLst>
              </a:custGeom>
              <a:solidFill>
                <a:srgbClr val="7ECB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93" name="Google Shape;14293;p50"/>
              <p:cNvSpPr/>
              <p:nvPr/>
            </p:nvSpPr>
            <p:spPr>
              <a:xfrm>
                <a:off x="2914402" y="1283590"/>
                <a:ext cx="323451" cy="120579"/>
              </a:xfrm>
              <a:custGeom>
                <a:avLst/>
                <a:gdLst/>
                <a:ahLst/>
                <a:cxnLst/>
                <a:rect l="l" t="t" r="r" b="b"/>
                <a:pathLst>
                  <a:path w="3903" h="1455" extrusionOk="0">
                    <a:moveTo>
                      <a:pt x="2317" y="0"/>
                    </a:moveTo>
                    <a:cubicBezTo>
                      <a:pt x="2247" y="0"/>
                      <a:pt x="2197" y="30"/>
                      <a:pt x="2177" y="91"/>
                    </a:cubicBezTo>
                    <a:cubicBezTo>
                      <a:pt x="2107" y="221"/>
                      <a:pt x="1946" y="311"/>
                      <a:pt x="1605" y="311"/>
                    </a:cubicBezTo>
                    <a:cubicBezTo>
                      <a:pt x="1354" y="311"/>
                      <a:pt x="1013" y="261"/>
                      <a:pt x="522" y="161"/>
                    </a:cubicBezTo>
                    <a:cubicBezTo>
                      <a:pt x="371" y="121"/>
                      <a:pt x="251" y="111"/>
                      <a:pt x="171" y="111"/>
                    </a:cubicBezTo>
                    <a:cubicBezTo>
                      <a:pt x="50" y="111"/>
                      <a:pt x="0" y="141"/>
                      <a:pt x="0" y="191"/>
                    </a:cubicBezTo>
                    <a:cubicBezTo>
                      <a:pt x="0" y="241"/>
                      <a:pt x="60" y="311"/>
                      <a:pt x="141" y="381"/>
                    </a:cubicBezTo>
                    <a:lnTo>
                      <a:pt x="151" y="381"/>
                    </a:lnTo>
                    <a:cubicBezTo>
                      <a:pt x="161" y="381"/>
                      <a:pt x="161" y="391"/>
                      <a:pt x="161" y="391"/>
                    </a:cubicBezTo>
                    <a:cubicBezTo>
                      <a:pt x="171" y="391"/>
                      <a:pt x="171" y="401"/>
                      <a:pt x="181" y="401"/>
                    </a:cubicBezTo>
                    <a:cubicBezTo>
                      <a:pt x="191" y="411"/>
                      <a:pt x="191" y="411"/>
                      <a:pt x="191" y="411"/>
                    </a:cubicBezTo>
                    <a:cubicBezTo>
                      <a:pt x="201" y="411"/>
                      <a:pt x="201" y="422"/>
                      <a:pt x="211" y="422"/>
                    </a:cubicBezTo>
                    <a:cubicBezTo>
                      <a:pt x="401" y="552"/>
                      <a:pt x="682" y="672"/>
                      <a:pt x="893" y="672"/>
                    </a:cubicBezTo>
                    <a:lnTo>
                      <a:pt x="963" y="672"/>
                    </a:lnTo>
                    <a:cubicBezTo>
                      <a:pt x="993" y="662"/>
                      <a:pt x="1013" y="662"/>
                      <a:pt x="1043" y="662"/>
                    </a:cubicBezTo>
                    <a:cubicBezTo>
                      <a:pt x="1254" y="662"/>
                      <a:pt x="1505" y="773"/>
                      <a:pt x="1725" y="873"/>
                    </a:cubicBezTo>
                    <a:cubicBezTo>
                      <a:pt x="1735" y="873"/>
                      <a:pt x="1735" y="873"/>
                      <a:pt x="1745" y="883"/>
                    </a:cubicBezTo>
                    <a:lnTo>
                      <a:pt x="1756" y="883"/>
                    </a:lnTo>
                    <a:cubicBezTo>
                      <a:pt x="1756" y="883"/>
                      <a:pt x="1766" y="883"/>
                      <a:pt x="1766" y="893"/>
                    </a:cubicBezTo>
                    <a:cubicBezTo>
                      <a:pt x="1776" y="893"/>
                      <a:pt x="1786" y="893"/>
                      <a:pt x="1796" y="903"/>
                    </a:cubicBezTo>
                    <a:lnTo>
                      <a:pt x="1806" y="903"/>
                    </a:lnTo>
                    <a:cubicBezTo>
                      <a:pt x="1966" y="983"/>
                      <a:pt x="2117" y="1063"/>
                      <a:pt x="2207" y="1074"/>
                    </a:cubicBezTo>
                    <a:cubicBezTo>
                      <a:pt x="2217" y="1074"/>
                      <a:pt x="2217" y="1084"/>
                      <a:pt x="2217" y="1084"/>
                    </a:cubicBezTo>
                    <a:lnTo>
                      <a:pt x="2247" y="1084"/>
                    </a:lnTo>
                    <a:cubicBezTo>
                      <a:pt x="2287" y="1084"/>
                      <a:pt x="2307" y="1063"/>
                      <a:pt x="2307" y="1013"/>
                    </a:cubicBezTo>
                    <a:cubicBezTo>
                      <a:pt x="2307" y="1003"/>
                      <a:pt x="2307" y="1003"/>
                      <a:pt x="2307" y="993"/>
                    </a:cubicBezTo>
                    <a:cubicBezTo>
                      <a:pt x="2307" y="993"/>
                      <a:pt x="2307" y="983"/>
                      <a:pt x="2307" y="983"/>
                    </a:cubicBezTo>
                    <a:cubicBezTo>
                      <a:pt x="2307" y="933"/>
                      <a:pt x="2327" y="913"/>
                      <a:pt x="2357" y="913"/>
                    </a:cubicBezTo>
                    <a:cubicBezTo>
                      <a:pt x="2508" y="913"/>
                      <a:pt x="3049" y="1445"/>
                      <a:pt x="3661" y="1455"/>
                    </a:cubicBezTo>
                    <a:lnTo>
                      <a:pt x="3671" y="1455"/>
                    </a:lnTo>
                    <a:cubicBezTo>
                      <a:pt x="3150" y="1224"/>
                      <a:pt x="2718" y="993"/>
                      <a:pt x="2728" y="813"/>
                    </a:cubicBezTo>
                    <a:cubicBezTo>
                      <a:pt x="2728" y="803"/>
                      <a:pt x="2728" y="783"/>
                      <a:pt x="2728" y="773"/>
                    </a:cubicBezTo>
                    <a:cubicBezTo>
                      <a:pt x="2728" y="773"/>
                      <a:pt x="2739" y="763"/>
                      <a:pt x="2739" y="763"/>
                    </a:cubicBezTo>
                    <a:cubicBezTo>
                      <a:pt x="2789" y="652"/>
                      <a:pt x="2979" y="612"/>
                      <a:pt x="3230" y="612"/>
                    </a:cubicBezTo>
                    <a:cubicBezTo>
                      <a:pt x="3411" y="612"/>
                      <a:pt x="3621" y="632"/>
                      <a:pt x="3822" y="652"/>
                    </a:cubicBezTo>
                    <a:lnTo>
                      <a:pt x="3832" y="652"/>
                    </a:lnTo>
                    <a:lnTo>
                      <a:pt x="3842" y="662"/>
                    </a:lnTo>
                    <a:lnTo>
                      <a:pt x="3902" y="662"/>
                    </a:lnTo>
                    <a:cubicBezTo>
                      <a:pt x="3742" y="592"/>
                      <a:pt x="3581" y="522"/>
                      <a:pt x="3431" y="462"/>
                    </a:cubicBezTo>
                    <a:cubicBezTo>
                      <a:pt x="2859" y="221"/>
                      <a:pt x="2508" y="0"/>
                      <a:pt x="2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94" name="Google Shape;14294;p50"/>
              <p:cNvSpPr/>
              <p:nvPr/>
            </p:nvSpPr>
            <p:spPr>
              <a:xfrm>
                <a:off x="1792154" y="1015915"/>
                <a:ext cx="362567" cy="69033"/>
              </a:xfrm>
              <a:custGeom>
                <a:avLst/>
                <a:gdLst/>
                <a:ahLst/>
                <a:cxnLst/>
                <a:rect l="l" t="t" r="r" b="b"/>
                <a:pathLst>
                  <a:path w="4375" h="833" extrusionOk="0">
                    <a:moveTo>
                      <a:pt x="2198" y="0"/>
                    </a:moveTo>
                    <a:cubicBezTo>
                      <a:pt x="1997" y="41"/>
                      <a:pt x="1786" y="101"/>
                      <a:pt x="1556" y="171"/>
                    </a:cubicBezTo>
                    <a:cubicBezTo>
                      <a:pt x="934" y="362"/>
                      <a:pt x="512" y="672"/>
                      <a:pt x="1" y="833"/>
                    </a:cubicBezTo>
                    <a:cubicBezTo>
                      <a:pt x="362" y="833"/>
                      <a:pt x="884" y="753"/>
                      <a:pt x="1455" y="622"/>
                    </a:cubicBezTo>
                    <a:cubicBezTo>
                      <a:pt x="1680" y="567"/>
                      <a:pt x="1847" y="546"/>
                      <a:pt x="1978" y="546"/>
                    </a:cubicBezTo>
                    <a:cubicBezTo>
                      <a:pt x="2204" y="546"/>
                      <a:pt x="2325" y="609"/>
                      <a:pt x="2458" y="672"/>
                    </a:cubicBezTo>
                    <a:cubicBezTo>
                      <a:pt x="2600" y="733"/>
                      <a:pt x="2750" y="798"/>
                      <a:pt x="3030" y="798"/>
                    </a:cubicBezTo>
                    <a:cubicBezTo>
                      <a:pt x="3168" y="798"/>
                      <a:pt x="3337" y="782"/>
                      <a:pt x="3552" y="743"/>
                    </a:cubicBezTo>
                    <a:cubicBezTo>
                      <a:pt x="3913" y="672"/>
                      <a:pt x="4174" y="592"/>
                      <a:pt x="4374" y="512"/>
                    </a:cubicBezTo>
                    <a:cubicBezTo>
                      <a:pt x="4264" y="432"/>
                      <a:pt x="4164" y="331"/>
                      <a:pt x="4093" y="231"/>
                    </a:cubicBezTo>
                    <a:cubicBezTo>
                      <a:pt x="3982" y="82"/>
                      <a:pt x="3714" y="55"/>
                      <a:pt x="3403" y="55"/>
                    </a:cubicBezTo>
                    <a:cubicBezTo>
                      <a:pt x="3296" y="55"/>
                      <a:pt x="3183" y="58"/>
                      <a:pt x="3070" y="61"/>
                    </a:cubicBezTo>
                    <a:cubicBezTo>
                      <a:pt x="2960" y="64"/>
                      <a:pt x="2850" y="67"/>
                      <a:pt x="2744" y="67"/>
                    </a:cubicBezTo>
                    <a:cubicBezTo>
                      <a:pt x="2532" y="67"/>
                      <a:pt x="2338" y="54"/>
                      <a:pt x="2198" y="0"/>
                    </a:cubicBezTo>
                    <a:close/>
                  </a:path>
                </a:pathLst>
              </a:custGeom>
              <a:solidFill>
                <a:srgbClr val="7ECB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95" name="Google Shape;14295;p50"/>
              <p:cNvSpPr/>
              <p:nvPr/>
            </p:nvSpPr>
            <p:spPr>
              <a:xfrm>
                <a:off x="1792154" y="1015915"/>
                <a:ext cx="362567" cy="69033"/>
              </a:xfrm>
              <a:custGeom>
                <a:avLst/>
                <a:gdLst/>
                <a:ahLst/>
                <a:cxnLst/>
                <a:rect l="l" t="t" r="r" b="b"/>
                <a:pathLst>
                  <a:path w="4375" h="833" extrusionOk="0">
                    <a:moveTo>
                      <a:pt x="2198" y="0"/>
                    </a:moveTo>
                    <a:cubicBezTo>
                      <a:pt x="1997" y="41"/>
                      <a:pt x="1786" y="101"/>
                      <a:pt x="1556" y="171"/>
                    </a:cubicBezTo>
                    <a:cubicBezTo>
                      <a:pt x="934" y="362"/>
                      <a:pt x="512" y="672"/>
                      <a:pt x="1" y="833"/>
                    </a:cubicBezTo>
                    <a:lnTo>
                      <a:pt x="121" y="833"/>
                    </a:lnTo>
                    <a:cubicBezTo>
                      <a:pt x="442" y="823"/>
                      <a:pt x="854" y="753"/>
                      <a:pt x="1305" y="652"/>
                    </a:cubicBezTo>
                    <a:lnTo>
                      <a:pt x="1315" y="652"/>
                    </a:lnTo>
                    <a:cubicBezTo>
                      <a:pt x="1345" y="642"/>
                      <a:pt x="1375" y="632"/>
                      <a:pt x="1415" y="632"/>
                    </a:cubicBezTo>
                    <a:cubicBezTo>
                      <a:pt x="1425" y="622"/>
                      <a:pt x="1445" y="622"/>
                      <a:pt x="1455" y="622"/>
                    </a:cubicBezTo>
                    <a:lnTo>
                      <a:pt x="1465" y="612"/>
                    </a:lnTo>
                    <a:lnTo>
                      <a:pt x="1495" y="612"/>
                    </a:lnTo>
                    <a:cubicBezTo>
                      <a:pt x="1506" y="602"/>
                      <a:pt x="1516" y="602"/>
                      <a:pt x="1526" y="602"/>
                    </a:cubicBezTo>
                    <a:cubicBezTo>
                      <a:pt x="1706" y="562"/>
                      <a:pt x="1847" y="542"/>
                      <a:pt x="1967" y="542"/>
                    </a:cubicBezTo>
                    <a:lnTo>
                      <a:pt x="1977" y="542"/>
                    </a:lnTo>
                    <a:cubicBezTo>
                      <a:pt x="2198" y="542"/>
                      <a:pt x="2328" y="602"/>
                      <a:pt x="2458" y="672"/>
                    </a:cubicBezTo>
                    <a:cubicBezTo>
                      <a:pt x="2468" y="672"/>
                      <a:pt x="2468" y="672"/>
                      <a:pt x="2478" y="682"/>
                    </a:cubicBezTo>
                    <a:lnTo>
                      <a:pt x="2489" y="682"/>
                    </a:lnTo>
                    <a:cubicBezTo>
                      <a:pt x="2609" y="743"/>
                      <a:pt x="2759" y="793"/>
                      <a:pt x="3020" y="793"/>
                    </a:cubicBezTo>
                    <a:cubicBezTo>
                      <a:pt x="3161" y="793"/>
                      <a:pt x="3321" y="783"/>
                      <a:pt x="3532" y="743"/>
                    </a:cubicBezTo>
                    <a:lnTo>
                      <a:pt x="3552" y="743"/>
                    </a:lnTo>
                    <a:cubicBezTo>
                      <a:pt x="3913" y="672"/>
                      <a:pt x="4174" y="592"/>
                      <a:pt x="4374" y="512"/>
                    </a:cubicBezTo>
                    <a:cubicBezTo>
                      <a:pt x="4264" y="432"/>
                      <a:pt x="4164" y="331"/>
                      <a:pt x="4093" y="231"/>
                    </a:cubicBezTo>
                    <a:cubicBezTo>
                      <a:pt x="3983" y="81"/>
                      <a:pt x="3712" y="51"/>
                      <a:pt x="3401" y="51"/>
                    </a:cubicBezTo>
                    <a:cubicBezTo>
                      <a:pt x="3291" y="51"/>
                      <a:pt x="3181" y="61"/>
                      <a:pt x="3070" y="61"/>
                    </a:cubicBezTo>
                    <a:cubicBezTo>
                      <a:pt x="2960" y="61"/>
                      <a:pt x="2850" y="71"/>
                      <a:pt x="2739" y="71"/>
                    </a:cubicBezTo>
                    <a:cubicBezTo>
                      <a:pt x="2529" y="71"/>
                      <a:pt x="2338" y="51"/>
                      <a:pt x="219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96" name="Google Shape;14296;p50"/>
              <p:cNvSpPr/>
              <p:nvPr/>
            </p:nvSpPr>
            <p:spPr>
              <a:xfrm>
                <a:off x="709105" y="734400"/>
                <a:ext cx="482981" cy="162181"/>
              </a:xfrm>
              <a:custGeom>
                <a:avLst/>
                <a:gdLst/>
                <a:ahLst/>
                <a:cxnLst/>
                <a:rect l="l" t="t" r="r" b="b"/>
                <a:pathLst>
                  <a:path w="5828" h="1957" extrusionOk="0">
                    <a:moveTo>
                      <a:pt x="2775" y="1"/>
                    </a:moveTo>
                    <a:cubicBezTo>
                      <a:pt x="2720" y="1"/>
                      <a:pt x="2664" y="3"/>
                      <a:pt x="2608" y="7"/>
                    </a:cubicBezTo>
                    <a:cubicBezTo>
                      <a:pt x="1856" y="609"/>
                      <a:pt x="1083" y="1261"/>
                      <a:pt x="0" y="1742"/>
                    </a:cubicBezTo>
                    <a:cubicBezTo>
                      <a:pt x="97" y="1740"/>
                      <a:pt x="197" y="1739"/>
                      <a:pt x="300" y="1739"/>
                    </a:cubicBezTo>
                    <a:cubicBezTo>
                      <a:pt x="698" y="1739"/>
                      <a:pt x="1128" y="1763"/>
                      <a:pt x="1495" y="1883"/>
                    </a:cubicBezTo>
                    <a:cubicBezTo>
                      <a:pt x="1656" y="1935"/>
                      <a:pt x="1787" y="1957"/>
                      <a:pt x="1898" y="1957"/>
                    </a:cubicBezTo>
                    <a:cubicBezTo>
                      <a:pt x="2125" y="1957"/>
                      <a:pt x="2269" y="1867"/>
                      <a:pt x="2418" y="1772"/>
                    </a:cubicBezTo>
                    <a:cubicBezTo>
                      <a:pt x="2566" y="1679"/>
                      <a:pt x="2711" y="1589"/>
                      <a:pt x="2941" y="1589"/>
                    </a:cubicBezTo>
                    <a:cubicBezTo>
                      <a:pt x="3131" y="1589"/>
                      <a:pt x="3378" y="1650"/>
                      <a:pt x="3732" y="1823"/>
                    </a:cubicBezTo>
                    <a:cubicBezTo>
                      <a:pt x="3827" y="1870"/>
                      <a:pt x="3947" y="1887"/>
                      <a:pt x="4080" y="1887"/>
                    </a:cubicBezTo>
                    <a:cubicBezTo>
                      <a:pt x="4367" y="1887"/>
                      <a:pt x="4714" y="1809"/>
                      <a:pt x="4995" y="1803"/>
                    </a:cubicBezTo>
                    <a:cubicBezTo>
                      <a:pt x="5286" y="1612"/>
                      <a:pt x="5627" y="1431"/>
                      <a:pt x="5828" y="1110"/>
                    </a:cubicBezTo>
                    <a:cubicBezTo>
                      <a:pt x="5798" y="1090"/>
                      <a:pt x="5768" y="1070"/>
                      <a:pt x="5728" y="1040"/>
                    </a:cubicBezTo>
                    <a:cubicBezTo>
                      <a:pt x="5346" y="719"/>
                      <a:pt x="4915" y="408"/>
                      <a:pt x="4363" y="288"/>
                    </a:cubicBezTo>
                    <a:cubicBezTo>
                      <a:pt x="3691" y="144"/>
                      <a:pt x="3242" y="1"/>
                      <a:pt x="2775" y="1"/>
                    </a:cubicBezTo>
                    <a:close/>
                  </a:path>
                </a:pathLst>
              </a:custGeom>
              <a:solidFill>
                <a:srgbClr val="7ECB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97" name="Google Shape;14297;p50"/>
              <p:cNvSpPr/>
              <p:nvPr/>
            </p:nvSpPr>
            <p:spPr>
              <a:xfrm>
                <a:off x="709105" y="734980"/>
                <a:ext cx="482981" cy="161353"/>
              </a:xfrm>
              <a:custGeom>
                <a:avLst/>
                <a:gdLst/>
                <a:ahLst/>
                <a:cxnLst/>
                <a:rect l="l" t="t" r="r" b="b"/>
                <a:pathLst>
                  <a:path w="5828" h="1947" extrusionOk="0">
                    <a:moveTo>
                      <a:pt x="2608" y="0"/>
                    </a:moveTo>
                    <a:cubicBezTo>
                      <a:pt x="1856" y="602"/>
                      <a:pt x="1083" y="1254"/>
                      <a:pt x="0" y="1735"/>
                    </a:cubicBezTo>
                    <a:lnTo>
                      <a:pt x="311" y="1735"/>
                    </a:lnTo>
                    <a:cubicBezTo>
                      <a:pt x="702" y="1735"/>
                      <a:pt x="1114" y="1755"/>
                      <a:pt x="1475" y="1876"/>
                    </a:cubicBezTo>
                    <a:lnTo>
                      <a:pt x="1495" y="1876"/>
                    </a:lnTo>
                    <a:cubicBezTo>
                      <a:pt x="1505" y="1876"/>
                      <a:pt x="1505" y="1886"/>
                      <a:pt x="1515" y="1886"/>
                    </a:cubicBezTo>
                    <a:cubicBezTo>
                      <a:pt x="1665" y="1926"/>
                      <a:pt x="1786" y="1946"/>
                      <a:pt x="1896" y="1946"/>
                    </a:cubicBezTo>
                    <a:cubicBezTo>
                      <a:pt x="2117" y="1946"/>
                      <a:pt x="2267" y="1866"/>
                      <a:pt x="2407" y="1776"/>
                    </a:cubicBezTo>
                    <a:cubicBezTo>
                      <a:pt x="2407" y="1765"/>
                      <a:pt x="2418" y="1765"/>
                      <a:pt x="2418" y="1765"/>
                    </a:cubicBezTo>
                    <a:cubicBezTo>
                      <a:pt x="2418" y="1765"/>
                      <a:pt x="2428" y="1765"/>
                      <a:pt x="2428" y="1755"/>
                    </a:cubicBezTo>
                    <a:lnTo>
                      <a:pt x="2438" y="1755"/>
                    </a:lnTo>
                    <a:cubicBezTo>
                      <a:pt x="2438" y="1755"/>
                      <a:pt x="2448" y="1745"/>
                      <a:pt x="2448" y="1745"/>
                    </a:cubicBezTo>
                    <a:cubicBezTo>
                      <a:pt x="2588" y="1665"/>
                      <a:pt x="2728" y="1585"/>
                      <a:pt x="2939" y="1585"/>
                    </a:cubicBezTo>
                    <a:lnTo>
                      <a:pt x="2949" y="1585"/>
                    </a:lnTo>
                    <a:cubicBezTo>
                      <a:pt x="3140" y="1585"/>
                      <a:pt x="3380" y="1645"/>
                      <a:pt x="3732" y="1816"/>
                    </a:cubicBezTo>
                    <a:cubicBezTo>
                      <a:pt x="3822" y="1866"/>
                      <a:pt x="3942" y="1886"/>
                      <a:pt x="4073" y="1886"/>
                    </a:cubicBezTo>
                    <a:lnTo>
                      <a:pt x="4083" y="1886"/>
                    </a:lnTo>
                    <a:cubicBezTo>
                      <a:pt x="4183" y="1886"/>
                      <a:pt x="4283" y="1876"/>
                      <a:pt x="4394" y="1856"/>
                    </a:cubicBezTo>
                    <a:cubicBezTo>
                      <a:pt x="4594" y="1836"/>
                      <a:pt x="4805" y="1796"/>
                      <a:pt x="4995" y="1796"/>
                    </a:cubicBezTo>
                    <a:cubicBezTo>
                      <a:pt x="5286" y="1605"/>
                      <a:pt x="5627" y="1424"/>
                      <a:pt x="5828" y="1103"/>
                    </a:cubicBezTo>
                    <a:cubicBezTo>
                      <a:pt x="5798" y="1083"/>
                      <a:pt x="5768" y="1063"/>
                      <a:pt x="5728" y="1033"/>
                    </a:cubicBezTo>
                    <a:cubicBezTo>
                      <a:pt x="5346" y="712"/>
                      <a:pt x="4915" y="401"/>
                      <a:pt x="4363" y="281"/>
                    </a:cubicBezTo>
                    <a:cubicBezTo>
                      <a:pt x="3701" y="141"/>
                      <a:pt x="3250" y="0"/>
                      <a:pt x="27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98" name="Google Shape;14298;p50"/>
              <p:cNvSpPr/>
              <p:nvPr/>
            </p:nvSpPr>
            <p:spPr>
              <a:xfrm>
                <a:off x="1168794" y="852161"/>
                <a:ext cx="1331015" cy="815134"/>
              </a:xfrm>
              <a:custGeom>
                <a:avLst/>
                <a:gdLst/>
                <a:ahLst/>
                <a:cxnLst/>
                <a:rect l="l" t="t" r="r" b="b"/>
                <a:pathLst>
                  <a:path w="16061" h="9836" extrusionOk="0">
                    <a:moveTo>
                      <a:pt x="1785" y="0"/>
                    </a:moveTo>
                    <a:cubicBezTo>
                      <a:pt x="1485" y="81"/>
                      <a:pt x="672" y="632"/>
                      <a:pt x="0" y="1074"/>
                    </a:cubicBezTo>
                    <a:cubicBezTo>
                      <a:pt x="10" y="1344"/>
                      <a:pt x="10" y="1615"/>
                      <a:pt x="140" y="1716"/>
                    </a:cubicBezTo>
                    <a:cubicBezTo>
                      <a:pt x="622" y="2067"/>
                      <a:pt x="1043" y="2327"/>
                      <a:pt x="1454" y="2378"/>
                    </a:cubicBezTo>
                    <a:cubicBezTo>
                      <a:pt x="2273" y="2461"/>
                      <a:pt x="5689" y="6273"/>
                      <a:pt x="6420" y="6273"/>
                    </a:cubicBezTo>
                    <a:cubicBezTo>
                      <a:pt x="6477" y="6273"/>
                      <a:pt x="6518" y="6249"/>
                      <a:pt x="6540" y="6199"/>
                    </a:cubicBezTo>
                    <a:cubicBezTo>
                      <a:pt x="6616" y="6031"/>
                      <a:pt x="6750" y="5958"/>
                      <a:pt x="6928" y="5958"/>
                    </a:cubicBezTo>
                    <a:cubicBezTo>
                      <a:pt x="7965" y="5958"/>
                      <a:pt x="10469" y="8453"/>
                      <a:pt x="11274" y="8847"/>
                    </a:cubicBezTo>
                    <a:cubicBezTo>
                      <a:pt x="11657" y="9041"/>
                      <a:pt x="11864" y="9109"/>
                      <a:pt x="11982" y="9109"/>
                    </a:cubicBezTo>
                    <a:cubicBezTo>
                      <a:pt x="12125" y="9109"/>
                      <a:pt x="12134" y="9007"/>
                      <a:pt x="12167" y="8907"/>
                    </a:cubicBezTo>
                    <a:cubicBezTo>
                      <a:pt x="12197" y="8804"/>
                      <a:pt x="12250" y="8701"/>
                      <a:pt x="12482" y="8701"/>
                    </a:cubicBezTo>
                    <a:cubicBezTo>
                      <a:pt x="12787" y="8701"/>
                      <a:pt x="13403" y="8878"/>
                      <a:pt x="14685" y="9459"/>
                    </a:cubicBezTo>
                    <a:cubicBezTo>
                      <a:pt x="15271" y="9727"/>
                      <a:pt x="15600" y="9836"/>
                      <a:pt x="15732" y="9836"/>
                    </a:cubicBezTo>
                    <a:cubicBezTo>
                      <a:pt x="16060" y="9836"/>
                      <a:pt x="15172" y="9160"/>
                      <a:pt x="14013" y="8566"/>
                    </a:cubicBezTo>
                    <a:cubicBezTo>
                      <a:pt x="12378" y="7724"/>
                      <a:pt x="11274" y="6861"/>
                      <a:pt x="10201" y="6771"/>
                    </a:cubicBezTo>
                    <a:cubicBezTo>
                      <a:pt x="9298" y="6701"/>
                      <a:pt x="6971" y="4875"/>
                      <a:pt x="5075" y="3130"/>
                    </a:cubicBezTo>
                    <a:cubicBezTo>
                      <a:pt x="4734" y="2939"/>
                      <a:pt x="4393" y="2568"/>
                      <a:pt x="4062" y="2167"/>
                    </a:cubicBezTo>
                    <a:cubicBezTo>
                      <a:pt x="3701" y="1726"/>
                      <a:pt x="3360" y="1254"/>
                      <a:pt x="3099" y="1003"/>
                    </a:cubicBezTo>
                    <a:lnTo>
                      <a:pt x="2347" y="261"/>
                    </a:lnTo>
                    <a:cubicBezTo>
                      <a:pt x="2197" y="121"/>
                      <a:pt x="1996" y="41"/>
                      <a:pt x="1785" y="0"/>
                    </a:cubicBezTo>
                    <a:close/>
                  </a:path>
                </a:pathLst>
              </a:custGeom>
              <a:solidFill>
                <a:srgbClr val="7ECB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299" name="Google Shape;14299;p50"/>
              <p:cNvSpPr/>
              <p:nvPr/>
            </p:nvSpPr>
            <p:spPr>
              <a:xfrm>
                <a:off x="1168794" y="852161"/>
                <a:ext cx="1309303" cy="815548"/>
              </a:xfrm>
              <a:custGeom>
                <a:avLst/>
                <a:gdLst/>
                <a:ahLst/>
                <a:cxnLst/>
                <a:rect l="l" t="t" r="r" b="b"/>
                <a:pathLst>
                  <a:path w="15799" h="9841" extrusionOk="0">
                    <a:moveTo>
                      <a:pt x="1785" y="0"/>
                    </a:moveTo>
                    <a:cubicBezTo>
                      <a:pt x="1485" y="81"/>
                      <a:pt x="672" y="632"/>
                      <a:pt x="0" y="1074"/>
                    </a:cubicBezTo>
                    <a:cubicBezTo>
                      <a:pt x="10" y="1344"/>
                      <a:pt x="10" y="1615"/>
                      <a:pt x="140" y="1716"/>
                    </a:cubicBezTo>
                    <a:cubicBezTo>
                      <a:pt x="622" y="2067"/>
                      <a:pt x="1043" y="2327"/>
                      <a:pt x="1454" y="2378"/>
                    </a:cubicBezTo>
                    <a:cubicBezTo>
                      <a:pt x="2277" y="2458"/>
                      <a:pt x="5697" y="6280"/>
                      <a:pt x="6420" y="6280"/>
                    </a:cubicBezTo>
                    <a:cubicBezTo>
                      <a:pt x="6480" y="6280"/>
                      <a:pt x="6520" y="6249"/>
                      <a:pt x="6540" y="6199"/>
                    </a:cubicBezTo>
                    <a:cubicBezTo>
                      <a:pt x="6620" y="6039"/>
                      <a:pt x="6751" y="5959"/>
                      <a:pt x="6931" y="5959"/>
                    </a:cubicBezTo>
                    <a:cubicBezTo>
                      <a:pt x="7954" y="5959"/>
                      <a:pt x="10402" y="8386"/>
                      <a:pt x="11234" y="8837"/>
                    </a:cubicBezTo>
                    <a:lnTo>
                      <a:pt x="11244" y="8837"/>
                    </a:lnTo>
                    <a:cubicBezTo>
                      <a:pt x="11254" y="8837"/>
                      <a:pt x="11264" y="8847"/>
                      <a:pt x="11274" y="8847"/>
                    </a:cubicBezTo>
                    <a:cubicBezTo>
                      <a:pt x="11274" y="8857"/>
                      <a:pt x="11284" y="8857"/>
                      <a:pt x="11284" y="8857"/>
                    </a:cubicBezTo>
                    <a:cubicBezTo>
                      <a:pt x="11294" y="8867"/>
                      <a:pt x="11304" y="8867"/>
                      <a:pt x="11314" y="8867"/>
                    </a:cubicBezTo>
                    <a:cubicBezTo>
                      <a:pt x="11314" y="8877"/>
                      <a:pt x="11325" y="8877"/>
                      <a:pt x="11325" y="8877"/>
                    </a:cubicBezTo>
                    <a:lnTo>
                      <a:pt x="11335" y="8877"/>
                    </a:lnTo>
                    <a:cubicBezTo>
                      <a:pt x="11335" y="8877"/>
                      <a:pt x="11335" y="8877"/>
                      <a:pt x="11335" y="8887"/>
                    </a:cubicBezTo>
                    <a:cubicBezTo>
                      <a:pt x="11676" y="9048"/>
                      <a:pt x="11866" y="9108"/>
                      <a:pt x="11976" y="9108"/>
                    </a:cubicBezTo>
                    <a:cubicBezTo>
                      <a:pt x="12117" y="9108"/>
                      <a:pt x="12137" y="9018"/>
                      <a:pt x="12157" y="8918"/>
                    </a:cubicBezTo>
                    <a:cubicBezTo>
                      <a:pt x="12167" y="8918"/>
                      <a:pt x="12167" y="8907"/>
                      <a:pt x="12167" y="8907"/>
                    </a:cubicBezTo>
                    <a:cubicBezTo>
                      <a:pt x="12197" y="8807"/>
                      <a:pt x="12247" y="8707"/>
                      <a:pt x="12488" y="8707"/>
                    </a:cubicBezTo>
                    <a:cubicBezTo>
                      <a:pt x="12779" y="8707"/>
                      <a:pt x="13371" y="8867"/>
                      <a:pt x="14564" y="9409"/>
                    </a:cubicBezTo>
                    <a:lnTo>
                      <a:pt x="14574" y="9409"/>
                    </a:lnTo>
                    <a:cubicBezTo>
                      <a:pt x="14604" y="9419"/>
                      <a:pt x="14625" y="9439"/>
                      <a:pt x="14655" y="9449"/>
                    </a:cubicBezTo>
                    <a:cubicBezTo>
                      <a:pt x="14665" y="9449"/>
                      <a:pt x="14675" y="9459"/>
                      <a:pt x="14685" y="9459"/>
                    </a:cubicBezTo>
                    <a:cubicBezTo>
                      <a:pt x="14695" y="9469"/>
                      <a:pt x="14705" y="9469"/>
                      <a:pt x="14715" y="9479"/>
                    </a:cubicBezTo>
                    <a:lnTo>
                      <a:pt x="14725" y="9479"/>
                    </a:lnTo>
                    <a:cubicBezTo>
                      <a:pt x="14725" y="9479"/>
                      <a:pt x="14735" y="9479"/>
                      <a:pt x="14735" y="9489"/>
                    </a:cubicBezTo>
                    <a:lnTo>
                      <a:pt x="14755" y="9489"/>
                    </a:lnTo>
                    <a:cubicBezTo>
                      <a:pt x="14815" y="9519"/>
                      <a:pt x="14875" y="9549"/>
                      <a:pt x="14925" y="9570"/>
                    </a:cubicBezTo>
                    <a:cubicBezTo>
                      <a:pt x="15367" y="9760"/>
                      <a:pt x="15618" y="9840"/>
                      <a:pt x="15728" y="9840"/>
                    </a:cubicBezTo>
                    <a:cubicBezTo>
                      <a:pt x="15778" y="9840"/>
                      <a:pt x="15798" y="9820"/>
                      <a:pt x="15798" y="9800"/>
                    </a:cubicBezTo>
                    <a:cubicBezTo>
                      <a:pt x="15798" y="9650"/>
                      <a:pt x="15006" y="9078"/>
                      <a:pt x="14013" y="8566"/>
                    </a:cubicBezTo>
                    <a:cubicBezTo>
                      <a:pt x="12378" y="7724"/>
                      <a:pt x="11274" y="6861"/>
                      <a:pt x="10201" y="6771"/>
                    </a:cubicBezTo>
                    <a:cubicBezTo>
                      <a:pt x="9298" y="6701"/>
                      <a:pt x="6971" y="4875"/>
                      <a:pt x="5075" y="3130"/>
                    </a:cubicBezTo>
                    <a:cubicBezTo>
                      <a:pt x="4734" y="2939"/>
                      <a:pt x="4393" y="2568"/>
                      <a:pt x="4062" y="2167"/>
                    </a:cubicBezTo>
                    <a:cubicBezTo>
                      <a:pt x="3701" y="1726"/>
                      <a:pt x="3360" y="1254"/>
                      <a:pt x="3099" y="1003"/>
                    </a:cubicBezTo>
                    <a:lnTo>
                      <a:pt x="2347" y="261"/>
                    </a:lnTo>
                    <a:cubicBezTo>
                      <a:pt x="2197" y="121"/>
                      <a:pt x="1996" y="41"/>
                      <a:pt x="1785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>
                      <a:alpha val="8230"/>
                    </a:schemeClr>
                  </a:gs>
                  <a:gs pos="100000">
                    <a:schemeClr val="lt1">
                      <a:alpha val="8230"/>
                    </a:schemeClr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300" name="Google Shape;14300;p50"/>
              <p:cNvSpPr/>
              <p:nvPr/>
            </p:nvSpPr>
            <p:spPr>
              <a:xfrm>
                <a:off x="-111323" y="866249"/>
                <a:ext cx="4091498" cy="1456484"/>
              </a:xfrm>
              <a:custGeom>
                <a:avLst/>
                <a:gdLst/>
                <a:ahLst/>
                <a:cxnLst/>
                <a:rect l="l" t="t" r="r" b="b"/>
                <a:pathLst>
                  <a:path w="49371" h="17575" extrusionOk="0">
                    <a:moveTo>
                      <a:pt x="10913" y="934"/>
                    </a:moveTo>
                    <a:cubicBezTo>
                      <a:pt x="11134" y="934"/>
                      <a:pt x="12388" y="1796"/>
                      <a:pt x="12829" y="1907"/>
                    </a:cubicBezTo>
                    <a:cubicBezTo>
                      <a:pt x="12839" y="1917"/>
                      <a:pt x="12839" y="1917"/>
                      <a:pt x="12849" y="1917"/>
                    </a:cubicBezTo>
                    <a:lnTo>
                      <a:pt x="12859" y="1917"/>
                    </a:lnTo>
                    <a:cubicBezTo>
                      <a:pt x="13180" y="1997"/>
                      <a:pt x="13702" y="2468"/>
                      <a:pt x="14203" y="2739"/>
                    </a:cubicBezTo>
                    <a:cubicBezTo>
                      <a:pt x="14223" y="2749"/>
                      <a:pt x="14243" y="2769"/>
                      <a:pt x="14263" y="2779"/>
                    </a:cubicBezTo>
                    <a:lnTo>
                      <a:pt x="14273" y="2779"/>
                    </a:lnTo>
                    <a:cubicBezTo>
                      <a:pt x="14434" y="2860"/>
                      <a:pt x="14604" y="2920"/>
                      <a:pt x="14745" y="2930"/>
                    </a:cubicBezTo>
                    <a:lnTo>
                      <a:pt x="14785" y="2930"/>
                    </a:lnTo>
                    <a:cubicBezTo>
                      <a:pt x="14855" y="2930"/>
                      <a:pt x="14935" y="2910"/>
                      <a:pt x="14996" y="2880"/>
                    </a:cubicBezTo>
                    <a:lnTo>
                      <a:pt x="15006" y="2880"/>
                    </a:lnTo>
                    <a:cubicBezTo>
                      <a:pt x="15016" y="2880"/>
                      <a:pt x="15016" y="2870"/>
                      <a:pt x="15016" y="2870"/>
                    </a:cubicBezTo>
                    <a:cubicBezTo>
                      <a:pt x="15076" y="2850"/>
                      <a:pt x="15136" y="2830"/>
                      <a:pt x="15196" y="2830"/>
                    </a:cubicBezTo>
                    <a:lnTo>
                      <a:pt x="15206" y="2830"/>
                    </a:lnTo>
                    <a:cubicBezTo>
                      <a:pt x="15477" y="2830"/>
                      <a:pt x="15798" y="3090"/>
                      <a:pt x="16189" y="3482"/>
                    </a:cubicBezTo>
                    <a:cubicBezTo>
                      <a:pt x="16199" y="3492"/>
                      <a:pt x="16219" y="3502"/>
                      <a:pt x="16229" y="3512"/>
                    </a:cubicBezTo>
                    <a:cubicBezTo>
                      <a:pt x="16621" y="3893"/>
                      <a:pt x="17092" y="4394"/>
                      <a:pt x="17674" y="4876"/>
                    </a:cubicBezTo>
                    <a:cubicBezTo>
                      <a:pt x="17674" y="4876"/>
                      <a:pt x="17684" y="4876"/>
                      <a:pt x="17684" y="4886"/>
                    </a:cubicBezTo>
                    <a:cubicBezTo>
                      <a:pt x="17704" y="4896"/>
                      <a:pt x="17724" y="4916"/>
                      <a:pt x="17744" y="4936"/>
                    </a:cubicBezTo>
                    <a:cubicBezTo>
                      <a:pt x="17754" y="4936"/>
                      <a:pt x="17754" y="4936"/>
                      <a:pt x="17754" y="4946"/>
                    </a:cubicBezTo>
                    <a:cubicBezTo>
                      <a:pt x="17774" y="4956"/>
                      <a:pt x="17794" y="4976"/>
                      <a:pt x="17814" y="4996"/>
                    </a:cubicBezTo>
                    <a:cubicBezTo>
                      <a:pt x="17834" y="5006"/>
                      <a:pt x="17854" y="5016"/>
                      <a:pt x="17874" y="5036"/>
                    </a:cubicBezTo>
                    <a:cubicBezTo>
                      <a:pt x="18296" y="5377"/>
                      <a:pt x="18466" y="5558"/>
                      <a:pt x="18466" y="5628"/>
                    </a:cubicBezTo>
                    <a:cubicBezTo>
                      <a:pt x="18466" y="5658"/>
                      <a:pt x="18446" y="5668"/>
                      <a:pt x="18406" y="5668"/>
                    </a:cubicBezTo>
                    <a:cubicBezTo>
                      <a:pt x="18035" y="5668"/>
                      <a:pt x="16199" y="4715"/>
                      <a:pt x="15668" y="4284"/>
                    </a:cubicBezTo>
                    <a:lnTo>
                      <a:pt x="15658" y="4284"/>
                    </a:lnTo>
                    <a:cubicBezTo>
                      <a:pt x="15658" y="4284"/>
                      <a:pt x="15648" y="4284"/>
                      <a:pt x="15648" y="4274"/>
                    </a:cubicBezTo>
                    <a:cubicBezTo>
                      <a:pt x="14905" y="3672"/>
                      <a:pt x="13993" y="3893"/>
                      <a:pt x="13341" y="3381"/>
                    </a:cubicBezTo>
                    <a:cubicBezTo>
                      <a:pt x="12689" y="2860"/>
                      <a:pt x="11074" y="1385"/>
                      <a:pt x="10893" y="1004"/>
                    </a:cubicBezTo>
                    <a:lnTo>
                      <a:pt x="10883" y="1004"/>
                    </a:lnTo>
                    <a:cubicBezTo>
                      <a:pt x="10873" y="984"/>
                      <a:pt x="10873" y="974"/>
                      <a:pt x="10873" y="964"/>
                    </a:cubicBezTo>
                    <a:cubicBezTo>
                      <a:pt x="10873" y="944"/>
                      <a:pt x="10883" y="934"/>
                      <a:pt x="10913" y="934"/>
                    </a:cubicBezTo>
                    <a:close/>
                    <a:moveTo>
                      <a:pt x="24715" y="3020"/>
                    </a:moveTo>
                    <a:cubicBezTo>
                      <a:pt x="24795" y="3020"/>
                      <a:pt x="24996" y="3120"/>
                      <a:pt x="25247" y="3241"/>
                    </a:cubicBezTo>
                    <a:lnTo>
                      <a:pt x="25267" y="3241"/>
                    </a:lnTo>
                    <a:cubicBezTo>
                      <a:pt x="25267" y="3251"/>
                      <a:pt x="25277" y="3251"/>
                      <a:pt x="25277" y="3251"/>
                    </a:cubicBezTo>
                    <a:cubicBezTo>
                      <a:pt x="25287" y="3251"/>
                      <a:pt x="25297" y="3261"/>
                      <a:pt x="25307" y="3261"/>
                    </a:cubicBezTo>
                    <a:cubicBezTo>
                      <a:pt x="25307" y="3261"/>
                      <a:pt x="25317" y="3271"/>
                      <a:pt x="25317" y="3271"/>
                    </a:cubicBezTo>
                    <a:cubicBezTo>
                      <a:pt x="25327" y="3271"/>
                      <a:pt x="25337" y="3271"/>
                      <a:pt x="25337" y="3281"/>
                    </a:cubicBezTo>
                    <a:cubicBezTo>
                      <a:pt x="25347" y="3281"/>
                      <a:pt x="25357" y="3281"/>
                      <a:pt x="25357" y="3291"/>
                    </a:cubicBezTo>
                    <a:lnTo>
                      <a:pt x="25377" y="3291"/>
                    </a:lnTo>
                    <a:lnTo>
                      <a:pt x="25387" y="3301"/>
                    </a:lnTo>
                    <a:cubicBezTo>
                      <a:pt x="25668" y="3421"/>
                      <a:pt x="25969" y="3532"/>
                      <a:pt x="26190" y="3532"/>
                    </a:cubicBezTo>
                    <a:lnTo>
                      <a:pt x="26290" y="3532"/>
                    </a:lnTo>
                    <a:cubicBezTo>
                      <a:pt x="26290" y="3522"/>
                      <a:pt x="26300" y="3522"/>
                      <a:pt x="26300" y="3522"/>
                    </a:cubicBezTo>
                    <a:lnTo>
                      <a:pt x="26310" y="3522"/>
                    </a:lnTo>
                    <a:cubicBezTo>
                      <a:pt x="26330" y="3522"/>
                      <a:pt x="26350" y="3522"/>
                      <a:pt x="26360" y="3512"/>
                    </a:cubicBezTo>
                    <a:lnTo>
                      <a:pt x="26420" y="3512"/>
                    </a:lnTo>
                    <a:cubicBezTo>
                      <a:pt x="26681" y="3512"/>
                      <a:pt x="27012" y="3642"/>
                      <a:pt x="27353" y="3792"/>
                    </a:cubicBezTo>
                    <a:cubicBezTo>
                      <a:pt x="27413" y="3813"/>
                      <a:pt x="27464" y="3843"/>
                      <a:pt x="27524" y="3863"/>
                    </a:cubicBezTo>
                    <a:cubicBezTo>
                      <a:pt x="27815" y="3993"/>
                      <a:pt x="28096" y="4123"/>
                      <a:pt x="28326" y="4184"/>
                    </a:cubicBezTo>
                    <a:cubicBezTo>
                      <a:pt x="28356" y="4194"/>
                      <a:pt x="28376" y="4204"/>
                      <a:pt x="28406" y="4204"/>
                    </a:cubicBezTo>
                    <a:lnTo>
                      <a:pt x="28417" y="4204"/>
                    </a:lnTo>
                    <a:lnTo>
                      <a:pt x="28427" y="4214"/>
                    </a:lnTo>
                    <a:lnTo>
                      <a:pt x="28447" y="4214"/>
                    </a:lnTo>
                    <a:cubicBezTo>
                      <a:pt x="28467" y="4214"/>
                      <a:pt x="28477" y="4214"/>
                      <a:pt x="28487" y="4224"/>
                    </a:cubicBezTo>
                    <a:lnTo>
                      <a:pt x="28607" y="4224"/>
                    </a:lnTo>
                    <a:cubicBezTo>
                      <a:pt x="29139" y="4224"/>
                      <a:pt x="31646" y="6260"/>
                      <a:pt x="33432" y="7002"/>
                    </a:cubicBezTo>
                    <a:cubicBezTo>
                      <a:pt x="33452" y="7002"/>
                      <a:pt x="33462" y="7012"/>
                      <a:pt x="33482" y="7022"/>
                    </a:cubicBezTo>
                    <a:cubicBezTo>
                      <a:pt x="33482" y="7022"/>
                      <a:pt x="34034" y="7313"/>
                      <a:pt x="35749" y="8146"/>
                    </a:cubicBezTo>
                    <a:cubicBezTo>
                      <a:pt x="35759" y="8156"/>
                      <a:pt x="35759" y="8156"/>
                      <a:pt x="35769" y="8156"/>
                    </a:cubicBezTo>
                    <a:cubicBezTo>
                      <a:pt x="35779" y="8166"/>
                      <a:pt x="35779" y="8166"/>
                      <a:pt x="35789" y="8166"/>
                    </a:cubicBezTo>
                    <a:cubicBezTo>
                      <a:pt x="36010" y="8276"/>
                      <a:pt x="36110" y="8346"/>
                      <a:pt x="36110" y="8386"/>
                    </a:cubicBezTo>
                    <a:cubicBezTo>
                      <a:pt x="36110" y="8417"/>
                      <a:pt x="36070" y="8427"/>
                      <a:pt x="35990" y="8427"/>
                    </a:cubicBezTo>
                    <a:cubicBezTo>
                      <a:pt x="35348" y="8427"/>
                      <a:pt x="32218" y="7574"/>
                      <a:pt x="30252" y="6711"/>
                    </a:cubicBezTo>
                    <a:cubicBezTo>
                      <a:pt x="30242" y="6701"/>
                      <a:pt x="30232" y="6701"/>
                      <a:pt x="30222" y="6691"/>
                    </a:cubicBezTo>
                    <a:lnTo>
                      <a:pt x="30212" y="6691"/>
                    </a:lnTo>
                    <a:cubicBezTo>
                      <a:pt x="30202" y="6691"/>
                      <a:pt x="30202" y="6681"/>
                      <a:pt x="30192" y="6681"/>
                    </a:cubicBezTo>
                    <a:lnTo>
                      <a:pt x="30182" y="6681"/>
                    </a:lnTo>
                    <a:cubicBezTo>
                      <a:pt x="30172" y="6681"/>
                      <a:pt x="30162" y="6671"/>
                      <a:pt x="30152" y="6671"/>
                    </a:cubicBezTo>
                    <a:cubicBezTo>
                      <a:pt x="30152" y="6671"/>
                      <a:pt x="30152" y="6671"/>
                      <a:pt x="30152" y="6661"/>
                    </a:cubicBezTo>
                    <a:lnTo>
                      <a:pt x="30132" y="6661"/>
                    </a:lnTo>
                    <a:cubicBezTo>
                      <a:pt x="27564" y="5508"/>
                      <a:pt x="25869" y="5086"/>
                      <a:pt x="25819" y="4735"/>
                    </a:cubicBezTo>
                    <a:cubicBezTo>
                      <a:pt x="25819" y="4735"/>
                      <a:pt x="25819" y="4735"/>
                      <a:pt x="25819" y="4725"/>
                    </a:cubicBezTo>
                    <a:cubicBezTo>
                      <a:pt x="25819" y="4675"/>
                      <a:pt x="25919" y="4645"/>
                      <a:pt x="26079" y="4645"/>
                    </a:cubicBezTo>
                    <a:lnTo>
                      <a:pt x="26140" y="4645"/>
                    </a:lnTo>
                    <a:cubicBezTo>
                      <a:pt x="26190" y="4655"/>
                      <a:pt x="26240" y="4655"/>
                      <a:pt x="26300" y="4655"/>
                    </a:cubicBezTo>
                    <a:cubicBezTo>
                      <a:pt x="26310" y="4655"/>
                      <a:pt x="26320" y="4655"/>
                      <a:pt x="26330" y="4665"/>
                    </a:cubicBezTo>
                    <a:cubicBezTo>
                      <a:pt x="26380" y="4665"/>
                      <a:pt x="26420" y="4665"/>
                      <a:pt x="26461" y="4675"/>
                    </a:cubicBezTo>
                    <a:lnTo>
                      <a:pt x="26481" y="4675"/>
                    </a:lnTo>
                    <a:cubicBezTo>
                      <a:pt x="26581" y="4685"/>
                      <a:pt x="26691" y="4695"/>
                      <a:pt x="26802" y="4715"/>
                    </a:cubicBezTo>
                    <a:cubicBezTo>
                      <a:pt x="26822" y="4715"/>
                      <a:pt x="26852" y="4725"/>
                      <a:pt x="26872" y="4725"/>
                    </a:cubicBezTo>
                    <a:lnTo>
                      <a:pt x="26902" y="4725"/>
                    </a:lnTo>
                    <a:cubicBezTo>
                      <a:pt x="26912" y="4725"/>
                      <a:pt x="26922" y="4725"/>
                      <a:pt x="26922" y="4735"/>
                    </a:cubicBezTo>
                    <a:lnTo>
                      <a:pt x="26982" y="4735"/>
                    </a:lnTo>
                    <a:cubicBezTo>
                      <a:pt x="27012" y="4745"/>
                      <a:pt x="27032" y="4745"/>
                      <a:pt x="27052" y="4745"/>
                    </a:cubicBezTo>
                    <a:cubicBezTo>
                      <a:pt x="27062" y="4745"/>
                      <a:pt x="27062" y="4745"/>
                      <a:pt x="27062" y="4755"/>
                    </a:cubicBezTo>
                    <a:lnTo>
                      <a:pt x="27103" y="4755"/>
                    </a:lnTo>
                    <a:cubicBezTo>
                      <a:pt x="27474" y="4806"/>
                      <a:pt x="27825" y="4866"/>
                      <a:pt x="27995" y="4866"/>
                    </a:cubicBezTo>
                    <a:lnTo>
                      <a:pt x="28045" y="4866"/>
                    </a:lnTo>
                    <a:cubicBezTo>
                      <a:pt x="28086" y="4856"/>
                      <a:pt x="28106" y="4846"/>
                      <a:pt x="28106" y="4836"/>
                    </a:cubicBezTo>
                    <a:cubicBezTo>
                      <a:pt x="28106" y="4806"/>
                      <a:pt x="28035" y="4755"/>
                      <a:pt x="27865" y="4675"/>
                    </a:cubicBezTo>
                    <a:cubicBezTo>
                      <a:pt x="27865" y="4675"/>
                      <a:pt x="27865" y="4665"/>
                      <a:pt x="27865" y="4665"/>
                    </a:cubicBezTo>
                    <a:lnTo>
                      <a:pt x="27845" y="4665"/>
                    </a:lnTo>
                    <a:cubicBezTo>
                      <a:pt x="27845" y="4655"/>
                      <a:pt x="27845" y="4655"/>
                      <a:pt x="27835" y="4655"/>
                    </a:cubicBezTo>
                    <a:cubicBezTo>
                      <a:pt x="27825" y="4655"/>
                      <a:pt x="27825" y="4645"/>
                      <a:pt x="27815" y="4645"/>
                    </a:cubicBezTo>
                    <a:lnTo>
                      <a:pt x="27805" y="4645"/>
                    </a:lnTo>
                    <a:cubicBezTo>
                      <a:pt x="26501" y="4043"/>
                      <a:pt x="25357" y="3903"/>
                      <a:pt x="24806" y="3241"/>
                    </a:cubicBezTo>
                    <a:cubicBezTo>
                      <a:pt x="24806" y="3241"/>
                      <a:pt x="24795" y="3241"/>
                      <a:pt x="24795" y="3231"/>
                    </a:cubicBezTo>
                    <a:cubicBezTo>
                      <a:pt x="24715" y="3140"/>
                      <a:pt x="24685" y="3080"/>
                      <a:pt x="24685" y="3050"/>
                    </a:cubicBezTo>
                    <a:cubicBezTo>
                      <a:pt x="24685" y="3030"/>
                      <a:pt x="24695" y="3020"/>
                      <a:pt x="24715" y="3020"/>
                    </a:cubicBezTo>
                    <a:close/>
                    <a:moveTo>
                      <a:pt x="12839" y="1"/>
                    </a:moveTo>
                    <a:cubicBezTo>
                      <a:pt x="12628" y="1"/>
                      <a:pt x="12488" y="81"/>
                      <a:pt x="12348" y="161"/>
                    </a:cubicBezTo>
                    <a:cubicBezTo>
                      <a:pt x="12348" y="161"/>
                      <a:pt x="12338" y="171"/>
                      <a:pt x="12338" y="171"/>
                    </a:cubicBezTo>
                    <a:lnTo>
                      <a:pt x="12328" y="171"/>
                    </a:lnTo>
                    <a:cubicBezTo>
                      <a:pt x="12328" y="181"/>
                      <a:pt x="12318" y="181"/>
                      <a:pt x="12318" y="181"/>
                    </a:cubicBezTo>
                    <a:cubicBezTo>
                      <a:pt x="12318" y="181"/>
                      <a:pt x="12307" y="181"/>
                      <a:pt x="12307" y="192"/>
                    </a:cubicBezTo>
                    <a:cubicBezTo>
                      <a:pt x="12167" y="282"/>
                      <a:pt x="12017" y="362"/>
                      <a:pt x="11796" y="362"/>
                    </a:cubicBezTo>
                    <a:lnTo>
                      <a:pt x="11786" y="362"/>
                    </a:lnTo>
                    <a:cubicBezTo>
                      <a:pt x="11686" y="362"/>
                      <a:pt x="11555" y="342"/>
                      <a:pt x="11415" y="302"/>
                    </a:cubicBezTo>
                    <a:cubicBezTo>
                      <a:pt x="11405" y="302"/>
                      <a:pt x="11405" y="292"/>
                      <a:pt x="11395" y="292"/>
                    </a:cubicBezTo>
                    <a:lnTo>
                      <a:pt x="11375" y="292"/>
                    </a:lnTo>
                    <a:cubicBezTo>
                      <a:pt x="11014" y="171"/>
                      <a:pt x="10602" y="151"/>
                      <a:pt x="10211" y="151"/>
                    </a:cubicBezTo>
                    <a:lnTo>
                      <a:pt x="9900" y="151"/>
                    </a:lnTo>
                    <a:cubicBezTo>
                      <a:pt x="9268" y="432"/>
                      <a:pt x="8546" y="663"/>
                      <a:pt x="7663" y="793"/>
                    </a:cubicBezTo>
                    <a:cubicBezTo>
                      <a:pt x="7553" y="813"/>
                      <a:pt x="7503" y="833"/>
                      <a:pt x="7503" y="864"/>
                    </a:cubicBezTo>
                    <a:cubicBezTo>
                      <a:pt x="7493" y="1004"/>
                      <a:pt x="9288" y="1265"/>
                      <a:pt x="9288" y="1425"/>
                    </a:cubicBezTo>
                    <a:cubicBezTo>
                      <a:pt x="9288" y="1455"/>
                      <a:pt x="9238" y="1475"/>
                      <a:pt x="9118" y="1495"/>
                    </a:cubicBezTo>
                    <a:cubicBezTo>
                      <a:pt x="8456" y="1616"/>
                      <a:pt x="8165" y="1977"/>
                      <a:pt x="7764" y="2057"/>
                    </a:cubicBezTo>
                    <a:cubicBezTo>
                      <a:pt x="6600" y="2278"/>
                      <a:pt x="6209" y="2468"/>
                      <a:pt x="6209" y="2619"/>
                    </a:cubicBezTo>
                    <a:cubicBezTo>
                      <a:pt x="6209" y="2900"/>
                      <a:pt x="7493" y="3070"/>
                      <a:pt x="7713" y="3221"/>
                    </a:cubicBezTo>
                    <a:cubicBezTo>
                      <a:pt x="7744" y="3251"/>
                      <a:pt x="7764" y="3271"/>
                      <a:pt x="7764" y="3291"/>
                    </a:cubicBezTo>
                    <a:cubicBezTo>
                      <a:pt x="7764" y="3381"/>
                      <a:pt x="7413" y="3421"/>
                      <a:pt x="6981" y="3421"/>
                    </a:cubicBezTo>
                    <a:cubicBezTo>
                      <a:pt x="6339" y="3421"/>
                      <a:pt x="5517" y="3331"/>
                      <a:pt x="5306" y="3161"/>
                    </a:cubicBezTo>
                    <a:cubicBezTo>
                      <a:pt x="5196" y="3080"/>
                      <a:pt x="5106" y="2960"/>
                      <a:pt x="4995" y="2880"/>
                    </a:cubicBezTo>
                    <a:cubicBezTo>
                      <a:pt x="4845" y="2769"/>
                      <a:pt x="4654" y="2739"/>
                      <a:pt x="4474" y="2699"/>
                    </a:cubicBezTo>
                    <a:cubicBezTo>
                      <a:pt x="3962" y="2599"/>
                      <a:pt x="2768" y="2077"/>
                      <a:pt x="2157" y="1816"/>
                    </a:cubicBezTo>
                    <a:cubicBezTo>
                      <a:pt x="2116" y="1837"/>
                      <a:pt x="2066" y="1857"/>
                      <a:pt x="2026" y="1877"/>
                    </a:cubicBezTo>
                    <a:cubicBezTo>
                      <a:pt x="1454" y="2168"/>
                      <a:pt x="883" y="2478"/>
                      <a:pt x="512" y="2910"/>
                    </a:cubicBezTo>
                    <a:cubicBezTo>
                      <a:pt x="150" y="3311"/>
                      <a:pt x="0" y="3792"/>
                      <a:pt x="0" y="4274"/>
                    </a:cubicBezTo>
                    <a:cubicBezTo>
                      <a:pt x="0" y="4665"/>
                      <a:pt x="100" y="5056"/>
                      <a:pt x="261" y="5417"/>
                    </a:cubicBezTo>
                    <a:cubicBezTo>
                      <a:pt x="642" y="6240"/>
                      <a:pt x="1354" y="6972"/>
                      <a:pt x="2056" y="7674"/>
                    </a:cubicBezTo>
                    <a:cubicBezTo>
                      <a:pt x="3019" y="8617"/>
                      <a:pt x="4012" y="9560"/>
                      <a:pt x="5226" y="10322"/>
                    </a:cubicBezTo>
                    <a:cubicBezTo>
                      <a:pt x="5266" y="10332"/>
                      <a:pt x="5306" y="10352"/>
                      <a:pt x="5346" y="10362"/>
                    </a:cubicBezTo>
                    <a:cubicBezTo>
                      <a:pt x="8616" y="9500"/>
                      <a:pt x="11876" y="8647"/>
                      <a:pt x="15146" y="7785"/>
                    </a:cubicBezTo>
                    <a:lnTo>
                      <a:pt x="15166" y="7785"/>
                    </a:lnTo>
                    <a:cubicBezTo>
                      <a:pt x="15176" y="7775"/>
                      <a:pt x="15176" y="7775"/>
                      <a:pt x="15186" y="7775"/>
                    </a:cubicBezTo>
                    <a:cubicBezTo>
                      <a:pt x="15357" y="7734"/>
                      <a:pt x="15547" y="7694"/>
                      <a:pt x="15728" y="7684"/>
                    </a:cubicBezTo>
                    <a:cubicBezTo>
                      <a:pt x="15878" y="7694"/>
                      <a:pt x="16019" y="7714"/>
                      <a:pt x="16149" y="7795"/>
                    </a:cubicBezTo>
                    <a:cubicBezTo>
                      <a:pt x="13772" y="8437"/>
                      <a:pt x="11575" y="9410"/>
                      <a:pt x="9298" y="10312"/>
                    </a:cubicBezTo>
                    <a:cubicBezTo>
                      <a:pt x="8666" y="10563"/>
                      <a:pt x="7844" y="10663"/>
                      <a:pt x="7362" y="11115"/>
                    </a:cubicBezTo>
                    <a:lnTo>
                      <a:pt x="7352" y="11125"/>
                    </a:lnTo>
                    <a:cubicBezTo>
                      <a:pt x="8426" y="11536"/>
                      <a:pt x="9479" y="11937"/>
                      <a:pt x="10502" y="12338"/>
                    </a:cubicBezTo>
                    <a:cubicBezTo>
                      <a:pt x="10863" y="12429"/>
                      <a:pt x="11224" y="12519"/>
                      <a:pt x="11595" y="12599"/>
                    </a:cubicBezTo>
                    <a:cubicBezTo>
                      <a:pt x="13742" y="12058"/>
                      <a:pt x="16009" y="12188"/>
                      <a:pt x="18205" y="12048"/>
                    </a:cubicBezTo>
                    <a:cubicBezTo>
                      <a:pt x="19439" y="11967"/>
                      <a:pt x="20683" y="11817"/>
                      <a:pt x="21857" y="11396"/>
                    </a:cubicBezTo>
                    <a:cubicBezTo>
                      <a:pt x="22378" y="11215"/>
                      <a:pt x="22860" y="10984"/>
                      <a:pt x="23391" y="10834"/>
                    </a:cubicBezTo>
                    <a:cubicBezTo>
                      <a:pt x="23711" y="10744"/>
                      <a:pt x="24768" y="10694"/>
                      <a:pt x="24974" y="10475"/>
                    </a:cubicBezTo>
                    <a:lnTo>
                      <a:pt x="24974" y="10475"/>
                    </a:lnTo>
                    <a:cubicBezTo>
                      <a:pt x="24231" y="11276"/>
                      <a:pt x="23019" y="11497"/>
                      <a:pt x="22208" y="12238"/>
                    </a:cubicBezTo>
                    <a:cubicBezTo>
                      <a:pt x="21867" y="12549"/>
                      <a:pt x="21606" y="12940"/>
                      <a:pt x="21235" y="13201"/>
                    </a:cubicBezTo>
                    <a:cubicBezTo>
                      <a:pt x="20533" y="13683"/>
                      <a:pt x="19529" y="13783"/>
                      <a:pt x="18727" y="14014"/>
                    </a:cubicBezTo>
                    <a:cubicBezTo>
                      <a:pt x="18476" y="14094"/>
                      <a:pt x="18105" y="14164"/>
                      <a:pt x="17734" y="14254"/>
                    </a:cubicBezTo>
                    <a:cubicBezTo>
                      <a:pt x="18055" y="14355"/>
                      <a:pt x="18376" y="14445"/>
                      <a:pt x="18707" y="14545"/>
                    </a:cubicBezTo>
                    <a:cubicBezTo>
                      <a:pt x="19539" y="14385"/>
                      <a:pt x="20372" y="14214"/>
                      <a:pt x="21195" y="13993"/>
                    </a:cubicBezTo>
                    <a:cubicBezTo>
                      <a:pt x="21706" y="13853"/>
                      <a:pt x="22218" y="13693"/>
                      <a:pt x="22719" y="13512"/>
                    </a:cubicBezTo>
                    <a:cubicBezTo>
                      <a:pt x="22840" y="13462"/>
                      <a:pt x="23782" y="13231"/>
                      <a:pt x="23843" y="13151"/>
                    </a:cubicBezTo>
                    <a:lnTo>
                      <a:pt x="23843" y="13151"/>
                    </a:lnTo>
                    <a:cubicBezTo>
                      <a:pt x="23391" y="13763"/>
                      <a:pt x="22368" y="13823"/>
                      <a:pt x="21736" y="14214"/>
                    </a:cubicBezTo>
                    <a:cubicBezTo>
                      <a:pt x="21475" y="14385"/>
                      <a:pt x="21245" y="14595"/>
                      <a:pt x="21004" y="14796"/>
                    </a:cubicBezTo>
                    <a:cubicBezTo>
                      <a:pt x="20864" y="14906"/>
                      <a:pt x="20723" y="15017"/>
                      <a:pt x="20573" y="15117"/>
                    </a:cubicBezTo>
                    <a:cubicBezTo>
                      <a:pt x="21686" y="15448"/>
                      <a:pt x="22789" y="15779"/>
                      <a:pt x="23913" y="16080"/>
                    </a:cubicBezTo>
                    <a:cubicBezTo>
                      <a:pt x="27082" y="16922"/>
                      <a:pt x="30413" y="17574"/>
                      <a:pt x="33763" y="17574"/>
                    </a:cubicBezTo>
                    <a:cubicBezTo>
                      <a:pt x="34164" y="17574"/>
                      <a:pt x="34565" y="17564"/>
                      <a:pt x="34966" y="17544"/>
                    </a:cubicBezTo>
                    <a:cubicBezTo>
                      <a:pt x="36521" y="17474"/>
                      <a:pt x="38056" y="17243"/>
                      <a:pt x="39581" y="17013"/>
                    </a:cubicBezTo>
                    <a:cubicBezTo>
                      <a:pt x="41557" y="16722"/>
                      <a:pt x="43523" y="16431"/>
                      <a:pt x="45488" y="16140"/>
                    </a:cubicBezTo>
                    <a:cubicBezTo>
                      <a:pt x="46732" y="15949"/>
                      <a:pt x="48076" y="15719"/>
                      <a:pt x="48799" y="14956"/>
                    </a:cubicBezTo>
                    <a:cubicBezTo>
                      <a:pt x="49170" y="14565"/>
                      <a:pt x="49310" y="14074"/>
                      <a:pt x="49370" y="13582"/>
                    </a:cubicBezTo>
                    <a:cubicBezTo>
                      <a:pt x="49200" y="13562"/>
                      <a:pt x="49019" y="13542"/>
                      <a:pt x="48919" y="13442"/>
                    </a:cubicBezTo>
                    <a:cubicBezTo>
                      <a:pt x="47896" y="12379"/>
                      <a:pt x="48116" y="10854"/>
                      <a:pt x="46552" y="10322"/>
                    </a:cubicBezTo>
                    <a:cubicBezTo>
                      <a:pt x="45990" y="10132"/>
                      <a:pt x="45769" y="10112"/>
                      <a:pt x="45488" y="9580"/>
                    </a:cubicBezTo>
                    <a:cubicBezTo>
                      <a:pt x="44796" y="8226"/>
                      <a:pt x="43041" y="7915"/>
                      <a:pt x="41697" y="7183"/>
                    </a:cubicBezTo>
                    <a:cubicBezTo>
                      <a:pt x="41326" y="6982"/>
                      <a:pt x="40704" y="6731"/>
                      <a:pt x="40182" y="6491"/>
                    </a:cubicBezTo>
                    <a:lnTo>
                      <a:pt x="40172" y="6491"/>
                    </a:lnTo>
                    <a:cubicBezTo>
                      <a:pt x="39560" y="6481"/>
                      <a:pt x="39019" y="5949"/>
                      <a:pt x="38868" y="5949"/>
                    </a:cubicBezTo>
                    <a:cubicBezTo>
                      <a:pt x="38838" y="5959"/>
                      <a:pt x="38818" y="5969"/>
                      <a:pt x="38818" y="6019"/>
                    </a:cubicBezTo>
                    <a:cubicBezTo>
                      <a:pt x="38818" y="6019"/>
                      <a:pt x="38818" y="6029"/>
                      <a:pt x="38818" y="6029"/>
                    </a:cubicBezTo>
                    <a:cubicBezTo>
                      <a:pt x="38818" y="6039"/>
                      <a:pt x="38818" y="6039"/>
                      <a:pt x="38818" y="6039"/>
                    </a:cubicBezTo>
                    <a:cubicBezTo>
                      <a:pt x="38818" y="6039"/>
                      <a:pt x="38818" y="6049"/>
                      <a:pt x="38818" y="6049"/>
                    </a:cubicBezTo>
                    <a:cubicBezTo>
                      <a:pt x="38818" y="6099"/>
                      <a:pt x="38798" y="6120"/>
                      <a:pt x="38758" y="6120"/>
                    </a:cubicBezTo>
                    <a:lnTo>
                      <a:pt x="38728" y="6120"/>
                    </a:lnTo>
                    <a:cubicBezTo>
                      <a:pt x="38728" y="6120"/>
                      <a:pt x="38728" y="6110"/>
                      <a:pt x="38718" y="6110"/>
                    </a:cubicBezTo>
                    <a:cubicBezTo>
                      <a:pt x="38628" y="6099"/>
                      <a:pt x="38477" y="6019"/>
                      <a:pt x="38317" y="5939"/>
                    </a:cubicBezTo>
                    <a:lnTo>
                      <a:pt x="38307" y="5939"/>
                    </a:lnTo>
                    <a:cubicBezTo>
                      <a:pt x="38297" y="5929"/>
                      <a:pt x="38287" y="5929"/>
                      <a:pt x="38277" y="5929"/>
                    </a:cubicBezTo>
                    <a:cubicBezTo>
                      <a:pt x="38277" y="5919"/>
                      <a:pt x="38267" y="5919"/>
                      <a:pt x="38267" y="5919"/>
                    </a:cubicBezTo>
                    <a:lnTo>
                      <a:pt x="38256" y="5919"/>
                    </a:lnTo>
                    <a:cubicBezTo>
                      <a:pt x="38246" y="5909"/>
                      <a:pt x="38246" y="5909"/>
                      <a:pt x="38236" y="5909"/>
                    </a:cubicBezTo>
                    <a:cubicBezTo>
                      <a:pt x="38016" y="5809"/>
                      <a:pt x="37765" y="5698"/>
                      <a:pt x="37554" y="5698"/>
                    </a:cubicBezTo>
                    <a:cubicBezTo>
                      <a:pt x="37524" y="5698"/>
                      <a:pt x="37504" y="5698"/>
                      <a:pt x="37474" y="5708"/>
                    </a:cubicBezTo>
                    <a:lnTo>
                      <a:pt x="37384" y="5708"/>
                    </a:lnTo>
                    <a:cubicBezTo>
                      <a:pt x="37173" y="5698"/>
                      <a:pt x="36902" y="5588"/>
                      <a:pt x="36722" y="5458"/>
                    </a:cubicBezTo>
                    <a:cubicBezTo>
                      <a:pt x="36712" y="5458"/>
                      <a:pt x="36712" y="5447"/>
                      <a:pt x="36702" y="5447"/>
                    </a:cubicBezTo>
                    <a:cubicBezTo>
                      <a:pt x="36702" y="5447"/>
                      <a:pt x="36702" y="5447"/>
                      <a:pt x="36692" y="5437"/>
                    </a:cubicBezTo>
                    <a:cubicBezTo>
                      <a:pt x="36682" y="5437"/>
                      <a:pt x="36682" y="5427"/>
                      <a:pt x="36672" y="5427"/>
                    </a:cubicBezTo>
                    <a:cubicBezTo>
                      <a:pt x="36672" y="5427"/>
                      <a:pt x="36672" y="5417"/>
                      <a:pt x="36662" y="5417"/>
                    </a:cubicBezTo>
                    <a:lnTo>
                      <a:pt x="36652" y="5417"/>
                    </a:lnTo>
                    <a:cubicBezTo>
                      <a:pt x="36571" y="5347"/>
                      <a:pt x="36511" y="5277"/>
                      <a:pt x="36511" y="5227"/>
                    </a:cubicBezTo>
                    <a:cubicBezTo>
                      <a:pt x="36511" y="5177"/>
                      <a:pt x="36561" y="5147"/>
                      <a:pt x="36682" y="5147"/>
                    </a:cubicBezTo>
                    <a:lnTo>
                      <a:pt x="36702" y="5147"/>
                    </a:lnTo>
                    <a:cubicBezTo>
                      <a:pt x="36782" y="5147"/>
                      <a:pt x="36872" y="5157"/>
                      <a:pt x="37003" y="5187"/>
                    </a:cubicBezTo>
                    <a:cubicBezTo>
                      <a:pt x="37013" y="5187"/>
                      <a:pt x="37023" y="5197"/>
                      <a:pt x="37033" y="5197"/>
                    </a:cubicBezTo>
                    <a:cubicBezTo>
                      <a:pt x="37043" y="5197"/>
                      <a:pt x="37063" y="5197"/>
                      <a:pt x="37073" y="5207"/>
                    </a:cubicBezTo>
                    <a:cubicBezTo>
                      <a:pt x="37534" y="5307"/>
                      <a:pt x="37865" y="5347"/>
                      <a:pt x="38106" y="5347"/>
                    </a:cubicBezTo>
                    <a:lnTo>
                      <a:pt x="38116" y="5347"/>
                    </a:lnTo>
                    <a:cubicBezTo>
                      <a:pt x="38457" y="5347"/>
                      <a:pt x="38608" y="5267"/>
                      <a:pt x="38678" y="5137"/>
                    </a:cubicBezTo>
                    <a:cubicBezTo>
                      <a:pt x="38678" y="5137"/>
                      <a:pt x="38678" y="5127"/>
                      <a:pt x="38678" y="5127"/>
                    </a:cubicBezTo>
                    <a:lnTo>
                      <a:pt x="38688" y="5127"/>
                    </a:lnTo>
                    <a:cubicBezTo>
                      <a:pt x="38708" y="5066"/>
                      <a:pt x="38758" y="5036"/>
                      <a:pt x="38828" y="5036"/>
                    </a:cubicBezTo>
                    <a:cubicBezTo>
                      <a:pt x="38838" y="5036"/>
                      <a:pt x="38858" y="5036"/>
                      <a:pt x="38878" y="5046"/>
                    </a:cubicBezTo>
                    <a:cubicBezTo>
                      <a:pt x="39069" y="5076"/>
                      <a:pt x="39380" y="5247"/>
                      <a:pt x="39841" y="5458"/>
                    </a:cubicBezTo>
                    <a:cubicBezTo>
                      <a:pt x="39851" y="5458"/>
                      <a:pt x="39861" y="5468"/>
                      <a:pt x="39871" y="5468"/>
                    </a:cubicBezTo>
                    <a:lnTo>
                      <a:pt x="39881" y="5468"/>
                    </a:lnTo>
                    <a:cubicBezTo>
                      <a:pt x="39891" y="5478"/>
                      <a:pt x="39891" y="5478"/>
                      <a:pt x="39901" y="5478"/>
                    </a:cubicBezTo>
                    <a:cubicBezTo>
                      <a:pt x="39901" y="5488"/>
                      <a:pt x="39912" y="5488"/>
                      <a:pt x="39912" y="5488"/>
                    </a:cubicBezTo>
                    <a:lnTo>
                      <a:pt x="39922" y="5488"/>
                    </a:lnTo>
                    <a:cubicBezTo>
                      <a:pt x="39932" y="5498"/>
                      <a:pt x="39932" y="5498"/>
                      <a:pt x="39942" y="5498"/>
                    </a:cubicBezTo>
                    <a:cubicBezTo>
                      <a:pt x="40092" y="5558"/>
                      <a:pt x="40253" y="5628"/>
                      <a:pt x="40413" y="5698"/>
                    </a:cubicBezTo>
                    <a:lnTo>
                      <a:pt x="40423" y="5698"/>
                    </a:lnTo>
                    <a:cubicBezTo>
                      <a:pt x="40433" y="5698"/>
                      <a:pt x="40443" y="5708"/>
                      <a:pt x="40453" y="5708"/>
                    </a:cubicBezTo>
                    <a:lnTo>
                      <a:pt x="40493" y="5708"/>
                    </a:lnTo>
                    <a:lnTo>
                      <a:pt x="40543" y="5718"/>
                    </a:lnTo>
                    <a:lnTo>
                      <a:pt x="40553" y="5718"/>
                    </a:lnTo>
                    <a:cubicBezTo>
                      <a:pt x="40644" y="5728"/>
                      <a:pt x="40734" y="5738"/>
                      <a:pt x="40814" y="5748"/>
                    </a:cubicBezTo>
                    <a:cubicBezTo>
                      <a:pt x="40965" y="5758"/>
                      <a:pt x="41105" y="5768"/>
                      <a:pt x="41226" y="5768"/>
                    </a:cubicBezTo>
                    <a:cubicBezTo>
                      <a:pt x="41276" y="5768"/>
                      <a:pt x="41326" y="5768"/>
                      <a:pt x="41366" y="5758"/>
                    </a:cubicBezTo>
                    <a:cubicBezTo>
                      <a:pt x="41386" y="5758"/>
                      <a:pt x="41386" y="5758"/>
                      <a:pt x="41386" y="5748"/>
                    </a:cubicBezTo>
                    <a:cubicBezTo>
                      <a:pt x="41396" y="5618"/>
                      <a:pt x="40112" y="4856"/>
                      <a:pt x="39932" y="4755"/>
                    </a:cubicBezTo>
                    <a:cubicBezTo>
                      <a:pt x="39932" y="4826"/>
                      <a:pt x="39922" y="4856"/>
                      <a:pt x="39891" y="4856"/>
                    </a:cubicBezTo>
                    <a:lnTo>
                      <a:pt x="39881" y="4856"/>
                    </a:lnTo>
                    <a:cubicBezTo>
                      <a:pt x="39811" y="4836"/>
                      <a:pt x="39691" y="4675"/>
                      <a:pt x="39540" y="4525"/>
                    </a:cubicBezTo>
                    <a:cubicBezTo>
                      <a:pt x="39530" y="4515"/>
                      <a:pt x="39520" y="4505"/>
                      <a:pt x="39520" y="4505"/>
                    </a:cubicBezTo>
                    <a:cubicBezTo>
                      <a:pt x="39340" y="4324"/>
                      <a:pt x="39109" y="4154"/>
                      <a:pt x="38858" y="4144"/>
                    </a:cubicBezTo>
                    <a:lnTo>
                      <a:pt x="38848" y="4144"/>
                    </a:lnTo>
                    <a:cubicBezTo>
                      <a:pt x="38798" y="4144"/>
                      <a:pt x="38738" y="4154"/>
                      <a:pt x="38678" y="4174"/>
                    </a:cubicBezTo>
                    <a:lnTo>
                      <a:pt x="38668" y="4174"/>
                    </a:lnTo>
                    <a:cubicBezTo>
                      <a:pt x="38668" y="4184"/>
                      <a:pt x="38668" y="4184"/>
                      <a:pt x="38658" y="4184"/>
                    </a:cubicBezTo>
                    <a:cubicBezTo>
                      <a:pt x="38437" y="4264"/>
                      <a:pt x="38216" y="4284"/>
                      <a:pt x="37996" y="4284"/>
                    </a:cubicBezTo>
                    <a:cubicBezTo>
                      <a:pt x="37615" y="4284"/>
                      <a:pt x="37233" y="4204"/>
                      <a:pt x="36902" y="4164"/>
                    </a:cubicBezTo>
                    <a:cubicBezTo>
                      <a:pt x="36892" y="4154"/>
                      <a:pt x="36872" y="4154"/>
                      <a:pt x="36862" y="4154"/>
                    </a:cubicBezTo>
                    <a:lnTo>
                      <a:pt x="36852" y="4154"/>
                    </a:lnTo>
                    <a:cubicBezTo>
                      <a:pt x="36812" y="4154"/>
                      <a:pt x="36782" y="4144"/>
                      <a:pt x="36752" y="4144"/>
                    </a:cubicBezTo>
                    <a:cubicBezTo>
                      <a:pt x="36391" y="4214"/>
                      <a:pt x="36020" y="4264"/>
                      <a:pt x="35689" y="4264"/>
                    </a:cubicBezTo>
                    <a:cubicBezTo>
                      <a:pt x="35508" y="4264"/>
                      <a:pt x="35338" y="4254"/>
                      <a:pt x="35177" y="4224"/>
                    </a:cubicBezTo>
                    <a:lnTo>
                      <a:pt x="35177" y="4224"/>
                    </a:lnTo>
                    <a:cubicBezTo>
                      <a:pt x="35257" y="4535"/>
                      <a:pt x="35187" y="4996"/>
                      <a:pt x="35538" y="5397"/>
                    </a:cubicBezTo>
                    <a:cubicBezTo>
                      <a:pt x="36301" y="6260"/>
                      <a:pt x="38778" y="7775"/>
                      <a:pt x="38788" y="7965"/>
                    </a:cubicBezTo>
                    <a:cubicBezTo>
                      <a:pt x="38788" y="7975"/>
                      <a:pt x="38778" y="7985"/>
                      <a:pt x="38758" y="7985"/>
                    </a:cubicBezTo>
                    <a:lnTo>
                      <a:pt x="38738" y="7985"/>
                    </a:lnTo>
                    <a:cubicBezTo>
                      <a:pt x="38387" y="7985"/>
                      <a:pt x="36702" y="7484"/>
                      <a:pt x="35257" y="6651"/>
                    </a:cubicBezTo>
                    <a:cubicBezTo>
                      <a:pt x="34676" y="6310"/>
                      <a:pt x="32950" y="4836"/>
                      <a:pt x="32509" y="4836"/>
                    </a:cubicBezTo>
                    <a:cubicBezTo>
                      <a:pt x="32439" y="4836"/>
                      <a:pt x="32399" y="4866"/>
                      <a:pt x="32399" y="4946"/>
                    </a:cubicBezTo>
                    <a:cubicBezTo>
                      <a:pt x="32399" y="4956"/>
                      <a:pt x="32399" y="4966"/>
                      <a:pt x="32399" y="4976"/>
                    </a:cubicBezTo>
                    <a:cubicBezTo>
                      <a:pt x="32399" y="4976"/>
                      <a:pt x="32399" y="4976"/>
                      <a:pt x="32399" y="4986"/>
                    </a:cubicBezTo>
                    <a:cubicBezTo>
                      <a:pt x="32399" y="4996"/>
                      <a:pt x="32399" y="4996"/>
                      <a:pt x="32399" y="5006"/>
                    </a:cubicBezTo>
                    <a:cubicBezTo>
                      <a:pt x="32409" y="5116"/>
                      <a:pt x="32208" y="5147"/>
                      <a:pt x="31977" y="5147"/>
                    </a:cubicBezTo>
                    <a:cubicBezTo>
                      <a:pt x="31646" y="5147"/>
                      <a:pt x="31255" y="5086"/>
                      <a:pt x="31195" y="5046"/>
                    </a:cubicBezTo>
                    <a:cubicBezTo>
                      <a:pt x="30272" y="4555"/>
                      <a:pt x="29560" y="3642"/>
                      <a:pt x="28768" y="3431"/>
                    </a:cubicBezTo>
                    <a:cubicBezTo>
                      <a:pt x="28647" y="3391"/>
                      <a:pt x="28055" y="2769"/>
                      <a:pt x="27935" y="2709"/>
                    </a:cubicBezTo>
                    <a:cubicBezTo>
                      <a:pt x="27744" y="2589"/>
                      <a:pt x="27524" y="2468"/>
                      <a:pt x="27343" y="2318"/>
                    </a:cubicBezTo>
                    <a:cubicBezTo>
                      <a:pt x="27143" y="2398"/>
                      <a:pt x="26882" y="2478"/>
                      <a:pt x="26521" y="2549"/>
                    </a:cubicBezTo>
                    <a:lnTo>
                      <a:pt x="26501" y="2549"/>
                    </a:lnTo>
                    <a:cubicBezTo>
                      <a:pt x="26290" y="2589"/>
                      <a:pt x="26130" y="2599"/>
                      <a:pt x="25989" y="2599"/>
                    </a:cubicBezTo>
                    <a:cubicBezTo>
                      <a:pt x="25728" y="2599"/>
                      <a:pt x="25578" y="2549"/>
                      <a:pt x="25458" y="2488"/>
                    </a:cubicBezTo>
                    <a:lnTo>
                      <a:pt x="25447" y="2488"/>
                    </a:lnTo>
                    <a:cubicBezTo>
                      <a:pt x="25437" y="2478"/>
                      <a:pt x="25437" y="2478"/>
                      <a:pt x="25427" y="2478"/>
                    </a:cubicBezTo>
                    <a:cubicBezTo>
                      <a:pt x="25297" y="2408"/>
                      <a:pt x="25167" y="2348"/>
                      <a:pt x="24946" y="2348"/>
                    </a:cubicBezTo>
                    <a:lnTo>
                      <a:pt x="24936" y="2348"/>
                    </a:lnTo>
                    <a:cubicBezTo>
                      <a:pt x="24816" y="2348"/>
                      <a:pt x="24675" y="2368"/>
                      <a:pt x="24495" y="2408"/>
                    </a:cubicBezTo>
                    <a:cubicBezTo>
                      <a:pt x="24485" y="2408"/>
                      <a:pt x="24475" y="2408"/>
                      <a:pt x="24464" y="2418"/>
                    </a:cubicBezTo>
                    <a:lnTo>
                      <a:pt x="24434" y="2418"/>
                    </a:lnTo>
                    <a:lnTo>
                      <a:pt x="24424" y="2428"/>
                    </a:lnTo>
                    <a:cubicBezTo>
                      <a:pt x="24414" y="2428"/>
                      <a:pt x="24394" y="2428"/>
                      <a:pt x="24384" y="2438"/>
                    </a:cubicBezTo>
                    <a:cubicBezTo>
                      <a:pt x="24344" y="2438"/>
                      <a:pt x="24314" y="2448"/>
                      <a:pt x="24284" y="2458"/>
                    </a:cubicBezTo>
                    <a:lnTo>
                      <a:pt x="24274" y="2458"/>
                    </a:lnTo>
                    <a:cubicBezTo>
                      <a:pt x="23823" y="2559"/>
                      <a:pt x="23411" y="2629"/>
                      <a:pt x="23090" y="2639"/>
                    </a:cubicBezTo>
                    <a:lnTo>
                      <a:pt x="22970" y="2639"/>
                    </a:lnTo>
                    <a:cubicBezTo>
                      <a:pt x="22769" y="2699"/>
                      <a:pt x="22549" y="2739"/>
                      <a:pt x="22298" y="2739"/>
                    </a:cubicBezTo>
                    <a:cubicBezTo>
                      <a:pt x="22238" y="2739"/>
                      <a:pt x="22167" y="2739"/>
                      <a:pt x="22097" y="2729"/>
                    </a:cubicBezTo>
                    <a:lnTo>
                      <a:pt x="22047" y="2729"/>
                    </a:lnTo>
                    <a:cubicBezTo>
                      <a:pt x="21867" y="2729"/>
                      <a:pt x="21646" y="2809"/>
                      <a:pt x="21425" y="2890"/>
                    </a:cubicBezTo>
                    <a:cubicBezTo>
                      <a:pt x="21215" y="2970"/>
                      <a:pt x="20994" y="3050"/>
                      <a:pt x="20813" y="3050"/>
                    </a:cubicBezTo>
                    <a:cubicBezTo>
                      <a:pt x="20743" y="3050"/>
                      <a:pt x="20683" y="3040"/>
                      <a:pt x="20623" y="3010"/>
                    </a:cubicBezTo>
                    <a:cubicBezTo>
                      <a:pt x="20593" y="3000"/>
                      <a:pt x="20553" y="2980"/>
                      <a:pt x="20522" y="2960"/>
                    </a:cubicBezTo>
                    <a:lnTo>
                      <a:pt x="20522" y="2960"/>
                    </a:lnTo>
                    <a:cubicBezTo>
                      <a:pt x="22418" y="4705"/>
                      <a:pt x="24745" y="6531"/>
                      <a:pt x="25648" y="6601"/>
                    </a:cubicBezTo>
                    <a:cubicBezTo>
                      <a:pt x="26721" y="6691"/>
                      <a:pt x="27825" y="7554"/>
                      <a:pt x="29460" y="8396"/>
                    </a:cubicBezTo>
                    <a:cubicBezTo>
                      <a:pt x="29460" y="8396"/>
                      <a:pt x="29470" y="8396"/>
                      <a:pt x="29470" y="8406"/>
                    </a:cubicBezTo>
                    <a:lnTo>
                      <a:pt x="29480" y="8406"/>
                    </a:lnTo>
                    <a:cubicBezTo>
                      <a:pt x="29490" y="8406"/>
                      <a:pt x="29500" y="8417"/>
                      <a:pt x="29510" y="8417"/>
                    </a:cubicBezTo>
                    <a:cubicBezTo>
                      <a:pt x="30483" y="8928"/>
                      <a:pt x="31245" y="9480"/>
                      <a:pt x="31245" y="9630"/>
                    </a:cubicBezTo>
                    <a:cubicBezTo>
                      <a:pt x="31245" y="9650"/>
                      <a:pt x="31225" y="9670"/>
                      <a:pt x="31175" y="9670"/>
                    </a:cubicBezTo>
                    <a:cubicBezTo>
                      <a:pt x="31065" y="9670"/>
                      <a:pt x="30814" y="9590"/>
                      <a:pt x="30383" y="9400"/>
                    </a:cubicBezTo>
                    <a:lnTo>
                      <a:pt x="30372" y="9400"/>
                    </a:lnTo>
                    <a:cubicBezTo>
                      <a:pt x="30322" y="9379"/>
                      <a:pt x="30262" y="9349"/>
                      <a:pt x="30202" y="9319"/>
                    </a:cubicBezTo>
                    <a:lnTo>
                      <a:pt x="30182" y="9319"/>
                    </a:lnTo>
                    <a:cubicBezTo>
                      <a:pt x="30182" y="9309"/>
                      <a:pt x="30172" y="9309"/>
                      <a:pt x="30172" y="9309"/>
                    </a:cubicBezTo>
                    <a:lnTo>
                      <a:pt x="30162" y="9309"/>
                    </a:lnTo>
                    <a:cubicBezTo>
                      <a:pt x="30152" y="9299"/>
                      <a:pt x="30142" y="9299"/>
                      <a:pt x="30132" y="9289"/>
                    </a:cubicBezTo>
                    <a:cubicBezTo>
                      <a:pt x="30122" y="9289"/>
                      <a:pt x="30112" y="9279"/>
                      <a:pt x="30102" y="9279"/>
                    </a:cubicBezTo>
                    <a:cubicBezTo>
                      <a:pt x="30072" y="9269"/>
                      <a:pt x="30051" y="9249"/>
                      <a:pt x="30021" y="9239"/>
                    </a:cubicBezTo>
                    <a:lnTo>
                      <a:pt x="30011" y="9239"/>
                    </a:lnTo>
                    <a:cubicBezTo>
                      <a:pt x="28818" y="8697"/>
                      <a:pt x="28226" y="8537"/>
                      <a:pt x="27935" y="8537"/>
                    </a:cubicBezTo>
                    <a:cubicBezTo>
                      <a:pt x="27694" y="8537"/>
                      <a:pt x="27644" y="8637"/>
                      <a:pt x="27614" y="8737"/>
                    </a:cubicBezTo>
                    <a:cubicBezTo>
                      <a:pt x="27614" y="8737"/>
                      <a:pt x="27614" y="8748"/>
                      <a:pt x="27604" y="8748"/>
                    </a:cubicBezTo>
                    <a:cubicBezTo>
                      <a:pt x="27584" y="8848"/>
                      <a:pt x="27564" y="8938"/>
                      <a:pt x="27423" y="8938"/>
                    </a:cubicBezTo>
                    <a:lnTo>
                      <a:pt x="27403" y="8938"/>
                    </a:lnTo>
                    <a:cubicBezTo>
                      <a:pt x="27293" y="8938"/>
                      <a:pt x="27103" y="8868"/>
                      <a:pt x="26782" y="8717"/>
                    </a:cubicBezTo>
                    <a:cubicBezTo>
                      <a:pt x="26782" y="8707"/>
                      <a:pt x="26782" y="8707"/>
                      <a:pt x="26782" y="8707"/>
                    </a:cubicBezTo>
                    <a:lnTo>
                      <a:pt x="26772" y="8707"/>
                    </a:lnTo>
                    <a:cubicBezTo>
                      <a:pt x="26772" y="8707"/>
                      <a:pt x="26761" y="8707"/>
                      <a:pt x="26761" y="8697"/>
                    </a:cubicBezTo>
                    <a:cubicBezTo>
                      <a:pt x="26751" y="8697"/>
                      <a:pt x="26741" y="8697"/>
                      <a:pt x="26731" y="8687"/>
                    </a:cubicBezTo>
                    <a:cubicBezTo>
                      <a:pt x="26731" y="8687"/>
                      <a:pt x="26721" y="8687"/>
                      <a:pt x="26721" y="8677"/>
                    </a:cubicBezTo>
                    <a:cubicBezTo>
                      <a:pt x="26711" y="8677"/>
                      <a:pt x="26701" y="8667"/>
                      <a:pt x="26691" y="8667"/>
                    </a:cubicBezTo>
                    <a:lnTo>
                      <a:pt x="26681" y="8667"/>
                    </a:lnTo>
                    <a:cubicBezTo>
                      <a:pt x="25849" y="8216"/>
                      <a:pt x="23401" y="5789"/>
                      <a:pt x="22378" y="5789"/>
                    </a:cubicBezTo>
                    <a:cubicBezTo>
                      <a:pt x="22198" y="5789"/>
                      <a:pt x="22067" y="5869"/>
                      <a:pt x="21987" y="6029"/>
                    </a:cubicBezTo>
                    <a:cubicBezTo>
                      <a:pt x="21967" y="6079"/>
                      <a:pt x="21927" y="6110"/>
                      <a:pt x="21867" y="6110"/>
                    </a:cubicBezTo>
                    <a:cubicBezTo>
                      <a:pt x="21144" y="6110"/>
                      <a:pt x="17784" y="2368"/>
                      <a:pt x="16922" y="2208"/>
                    </a:cubicBezTo>
                    <a:lnTo>
                      <a:pt x="16901" y="2208"/>
                    </a:lnTo>
                    <a:cubicBezTo>
                      <a:pt x="16490" y="2157"/>
                      <a:pt x="16069" y="1897"/>
                      <a:pt x="15587" y="1546"/>
                    </a:cubicBezTo>
                    <a:cubicBezTo>
                      <a:pt x="15457" y="1445"/>
                      <a:pt x="15457" y="1174"/>
                      <a:pt x="15447" y="904"/>
                    </a:cubicBezTo>
                    <a:cubicBezTo>
                      <a:pt x="15076" y="1144"/>
                      <a:pt x="14755" y="1345"/>
                      <a:pt x="14584" y="1405"/>
                    </a:cubicBezTo>
                    <a:cubicBezTo>
                      <a:pt x="14414" y="1465"/>
                      <a:pt x="14294" y="1485"/>
                      <a:pt x="14223" y="1485"/>
                    </a:cubicBezTo>
                    <a:cubicBezTo>
                      <a:pt x="14153" y="1485"/>
                      <a:pt x="14123" y="1455"/>
                      <a:pt x="14123" y="1405"/>
                    </a:cubicBezTo>
                    <a:cubicBezTo>
                      <a:pt x="14123" y="1285"/>
                      <a:pt x="14283" y="1044"/>
                      <a:pt x="14364" y="793"/>
                    </a:cubicBezTo>
                    <a:cubicBezTo>
                      <a:pt x="14444" y="533"/>
                      <a:pt x="14655" y="372"/>
                      <a:pt x="14895" y="212"/>
                    </a:cubicBezTo>
                    <a:cubicBezTo>
                      <a:pt x="14705" y="212"/>
                      <a:pt x="14494" y="252"/>
                      <a:pt x="14294" y="272"/>
                    </a:cubicBezTo>
                    <a:cubicBezTo>
                      <a:pt x="14183" y="292"/>
                      <a:pt x="14083" y="302"/>
                      <a:pt x="13983" y="302"/>
                    </a:cubicBezTo>
                    <a:lnTo>
                      <a:pt x="13973" y="302"/>
                    </a:lnTo>
                    <a:cubicBezTo>
                      <a:pt x="13842" y="302"/>
                      <a:pt x="13722" y="282"/>
                      <a:pt x="13632" y="232"/>
                    </a:cubicBezTo>
                    <a:cubicBezTo>
                      <a:pt x="13280" y="61"/>
                      <a:pt x="13040" y="1"/>
                      <a:pt x="1284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301" name="Google Shape;14301;p50"/>
            <p:cNvGrpSpPr/>
            <p:nvPr/>
          </p:nvGrpSpPr>
          <p:grpSpPr>
            <a:xfrm rot="210135">
              <a:off x="4675729" y="3746617"/>
              <a:ext cx="4319878" cy="935888"/>
              <a:chOff x="4963752" y="4000536"/>
              <a:chExt cx="2501340" cy="541907"/>
            </a:xfrm>
          </p:grpSpPr>
          <p:sp>
            <p:nvSpPr>
              <p:cNvPr id="14302" name="Google Shape;14302;p50"/>
              <p:cNvSpPr/>
              <p:nvPr/>
            </p:nvSpPr>
            <p:spPr>
              <a:xfrm>
                <a:off x="5654130" y="4242777"/>
                <a:ext cx="302221" cy="80900"/>
              </a:xfrm>
              <a:custGeom>
                <a:avLst/>
                <a:gdLst/>
                <a:ahLst/>
                <a:cxnLst/>
                <a:rect l="l" t="t" r="r" b="b"/>
                <a:pathLst>
                  <a:path w="6743" h="1805" extrusionOk="0">
                    <a:moveTo>
                      <a:pt x="3531" y="1"/>
                    </a:moveTo>
                    <a:cubicBezTo>
                      <a:pt x="3435" y="1"/>
                      <a:pt x="3356" y="63"/>
                      <a:pt x="3341" y="228"/>
                    </a:cubicBezTo>
                    <a:cubicBezTo>
                      <a:pt x="3310" y="178"/>
                      <a:pt x="3270" y="97"/>
                      <a:pt x="3210" y="77"/>
                    </a:cubicBezTo>
                    <a:cubicBezTo>
                      <a:pt x="3189" y="66"/>
                      <a:pt x="3168" y="60"/>
                      <a:pt x="3146" y="60"/>
                    </a:cubicBezTo>
                    <a:cubicBezTo>
                      <a:pt x="2960" y="60"/>
                      <a:pt x="2757" y="455"/>
                      <a:pt x="2739" y="689"/>
                    </a:cubicBezTo>
                    <a:cubicBezTo>
                      <a:pt x="2679" y="639"/>
                      <a:pt x="2608" y="649"/>
                      <a:pt x="2548" y="629"/>
                    </a:cubicBezTo>
                    <a:cubicBezTo>
                      <a:pt x="2548" y="689"/>
                      <a:pt x="2518" y="739"/>
                      <a:pt x="2528" y="799"/>
                    </a:cubicBezTo>
                    <a:cubicBezTo>
                      <a:pt x="2433" y="745"/>
                      <a:pt x="2320" y="618"/>
                      <a:pt x="2226" y="618"/>
                    </a:cubicBezTo>
                    <a:cubicBezTo>
                      <a:pt x="2181" y="618"/>
                      <a:pt x="2139" y="648"/>
                      <a:pt x="2107" y="729"/>
                    </a:cubicBezTo>
                    <a:cubicBezTo>
                      <a:pt x="2028" y="662"/>
                      <a:pt x="1946" y="607"/>
                      <a:pt x="1872" y="607"/>
                    </a:cubicBezTo>
                    <a:cubicBezTo>
                      <a:pt x="1814" y="607"/>
                      <a:pt x="1760" y="641"/>
                      <a:pt x="1716" y="729"/>
                    </a:cubicBezTo>
                    <a:cubicBezTo>
                      <a:pt x="1655" y="654"/>
                      <a:pt x="1520" y="470"/>
                      <a:pt x="1428" y="470"/>
                    </a:cubicBezTo>
                    <a:cubicBezTo>
                      <a:pt x="1398" y="470"/>
                      <a:pt x="1372" y="489"/>
                      <a:pt x="1354" y="539"/>
                    </a:cubicBezTo>
                    <a:cubicBezTo>
                      <a:pt x="1320" y="445"/>
                      <a:pt x="1273" y="407"/>
                      <a:pt x="1220" y="407"/>
                    </a:cubicBezTo>
                    <a:cubicBezTo>
                      <a:pt x="1166" y="407"/>
                      <a:pt x="1105" y="447"/>
                      <a:pt x="1044" y="509"/>
                    </a:cubicBezTo>
                    <a:cubicBezTo>
                      <a:pt x="953" y="408"/>
                      <a:pt x="893" y="278"/>
                      <a:pt x="763" y="258"/>
                    </a:cubicBezTo>
                    <a:cubicBezTo>
                      <a:pt x="760" y="257"/>
                      <a:pt x="757" y="257"/>
                      <a:pt x="754" y="257"/>
                    </a:cubicBezTo>
                    <a:cubicBezTo>
                      <a:pt x="678" y="257"/>
                      <a:pt x="620" y="381"/>
                      <a:pt x="562" y="448"/>
                    </a:cubicBezTo>
                    <a:cubicBezTo>
                      <a:pt x="527" y="421"/>
                      <a:pt x="494" y="409"/>
                      <a:pt x="463" y="409"/>
                    </a:cubicBezTo>
                    <a:cubicBezTo>
                      <a:pt x="335" y="409"/>
                      <a:pt x="245" y="612"/>
                      <a:pt x="221" y="749"/>
                    </a:cubicBezTo>
                    <a:cubicBezTo>
                      <a:pt x="0" y="890"/>
                      <a:pt x="161" y="1221"/>
                      <a:pt x="341" y="1361"/>
                    </a:cubicBezTo>
                    <a:cubicBezTo>
                      <a:pt x="552" y="1522"/>
                      <a:pt x="893" y="1522"/>
                      <a:pt x="1134" y="1532"/>
                    </a:cubicBezTo>
                    <a:cubicBezTo>
                      <a:pt x="1675" y="1572"/>
                      <a:pt x="2207" y="1702"/>
                      <a:pt x="2749" y="1772"/>
                    </a:cubicBezTo>
                    <a:cubicBezTo>
                      <a:pt x="2920" y="1795"/>
                      <a:pt x="3090" y="1805"/>
                      <a:pt x="3261" y="1805"/>
                    </a:cubicBezTo>
                    <a:cubicBezTo>
                      <a:pt x="3983" y="1805"/>
                      <a:pt x="4707" y="1636"/>
                      <a:pt x="5437" y="1612"/>
                    </a:cubicBezTo>
                    <a:cubicBezTo>
                      <a:pt x="5668" y="1602"/>
                      <a:pt x="6671" y="1652"/>
                      <a:pt x="6711" y="1211"/>
                    </a:cubicBezTo>
                    <a:cubicBezTo>
                      <a:pt x="6742" y="951"/>
                      <a:pt x="6421" y="684"/>
                      <a:pt x="6180" y="684"/>
                    </a:cubicBezTo>
                    <a:cubicBezTo>
                      <a:pt x="6114" y="684"/>
                      <a:pt x="6054" y="704"/>
                      <a:pt x="6009" y="749"/>
                    </a:cubicBezTo>
                    <a:cubicBezTo>
                      <a:pt x="5967" y="642"/>
                      <a:pt x="5872" y="602"/>
                      <a:pt x="5763" y="602"/>
                    </a:cubicBezTo>
                    <a:cubicBezTo>
                      <a:pt x="5586" y="602"/>
                      <a:pt x="5373" y="706"/>
                      <a:pt x="5286" y="799"/>
                    </a:cubicBezTo>
                    <a:cubicBezTo>
                      <a:pt x="5216" y="736"/>
                      <a:pt x="5127" y="693"/>
                      <a:pt x="5042" y="693"/>
                    </a:cubicBezTo>
                    <a:cubicBezTo>
                      <a:pt x="5005" y="693"/>
                      <a:pt x="4969" y="701"/>
                      <a:pt x="4935" y="719"/>
                    </a:cubicBezTo>
                    <a:cubicBezTo>
                      <a:pt x="4888" y="636"/>
                      <a:pt x="4792" y="557"/>
                      <a:pt x="4715" y="557"/>
                    </a:cubicBezTo>
                    <a:cubicBezTo>
                      <a:pt x="4661" y="557"/>
                      <a:pt x="4617" y="596"/>
                      <a:pt x="4604" y="699"/>
                    </a:cubicBezTo>
                    <a:cubicBezTo>
                      <a:pt x="4566" y="544"/>
                      <a:pt x="4454" y="485"/>
                      <a:pt x="4327" y="485"/>
                    </a:cubicBezTo>
                    <a:cubicBezTo>
                      <a:pt x="4290" y="485"/>
                      <a:pt x="4252" y="489"/>
                      <a:pt x="4213" y="498"/>
                    </a:cubicBezTo>
                    <a:cubicBezTo>
                      <a:pt x="4223" y="353"/>
                      <a:pt x="4046" y="227"/>
                      <a:pt x="3926" y="227"/>
                    </a:cubicBezTo>
                    <a:cubicBezTo>
                      <a:pt x="3921" y="227"/>
                      <a:pt x="3917" y="227"/>
                      <a:pt x="3912" y="228"/>
                    </a:cubicBezTo>
                    <a:lnTo>
                      <a:pt x="3932" y="298"/>
                    </a:lnTo>
                    <a:cubicBezTo>
                      <a:pt x="3871" y="151"/>
                      <a:pt x="3680" y="1"/>
                      <a:pt x="353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14303" name="Google Shape;14303;p50"/>
              <p:cNvGrpSpPr/>
              <p:nvPr/>
            </p:nvGrpSpPr>
            <p:grpSpPr>
              <a:xfrm rot="-278360">
                <a:off x="6533282" y="4037668"/>
                <a:ext cx="925757" cy="187175"/>
                <a:chOff x="1255200" y="4115196"/>
                <a:chExt cx="828298" cy="167470"/>
              </a:xfrm>
            </p:grpSpPr>
            <p:sp>
              <p:nvSpPr>
                <p:cNvPr id="14304" name="Google Shape;14304;p50"/>
                <p:cNvSpPr/>
                <p:nvPr/>
              </p:nvSpPr>
              <p:spPr>
                <a:xfrm>
                  <a:off x="1806305" y="4141304"/>
                  <a:ext cx="203600" cy="110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7" h="2756" extrusionOk="0">
                      <a:moveTo>
                        <a:pt x="4069" y="1"/>
                      </a:moveTo>
                      <a:cubicBezTo>
                        <a:pt x="3971" y="1"/>
                        <a:pt x="3853" y="67"/>
                        <a:pt x="3762" y="224"/>
                      </a:cubicBezTo>
                      <a:cubicBezTo>
                        <a:pt x="3742" y="204"/>
                        <a:pt x="3732" y="174"/>
                        <a:pt x="3712" y="154"/>
                      </a:cubicBezTo>
                      <a:cubicBezTo>
                        <a:pt x="3632" y="224"/>
                        <a:pt x="3562" y="324"/>
                        <a:pt x="3511" y="425"/>
                      </a:cubicBezTo>
                      <a:cubicBezTo>
                        <a:pt x="3478" y="387"/>
                        <a:pt x="3447" y="371"/>
                        <a:pt x="3417" y="371"/>
                      </a:cubicBezTo>
                      <a:cubicBezTo>
                        <a:pt x="3240" y="371"/>
                        <a:pt x="3124" y="949"/>
                        <a:pt x="3090" y="1087"/>
                      </a:cubicBezTo>
                      <a:cubicBezTo>
                        <a:pt x="3054" y="997"/>
                        <a:pt x="2994" y="923"/>
                        <a:pt x="2910" y="923"/>
                      </a:cubicBezTo>
                      <a:cubicBezTo>
                        <a:pt x="2900" y="923"/>
                        <a:pt x="2890" y="924"/>
                        <a:pt x="2879" y="926"/>
                      </a:cubicBezTo>
                      <a:cubicBezTo>
                        <a:pt x="2739" y="966"/>
                        <a:pt x="2719" y="1137"/>
                        <a:pt x="2719" y="1368"/>
                      </a:cubicBezTo>
                      <a:cubicBezTo>
                        <a:pt x="2729" y="1608"/>
                        <a:pt x="2849" y="1699"/>
                        <a:pt x="2859" y="1939"/>
                      </a:cubicBezTo>
                      <a:cubicBezTo>
                        <a:pt x="2830" y="1916"/>
                        <a:pt x="2808" y="1906"/>
                        <a:pt x="2784" y="1906"/>
                      </a:cubicBezTo>
                      <a:cubicBezTo>
                        <a:pt x="2767" y="1906"/>
                        <a:pt x="2750" y="1911"/>
                        <a:pt x="2729" y="1919"/>
                      </a:cubicBezTo>
                      <a:cubicBezTo>
                        <a:pt x="2619" y="1959"/>
                        <a:pt x="2669" y="2030"/>
                        <a:pt x="2639" y="2090"/>
                      </a:cubicBezTo>
                      <a:cubicBezTo>
                        <a:pt x="2619" y="2058"/>
                        <a:pt x="2573" y="2045"/>
                        <a:pt x="2523" y="2045"/>
                      </a:cubicBezTo>
                      <a:cubicBezTo>
                        <a:pt x="2447" y="2045"/>
                        <a:pt x="2362" y="2074"/>
                        <a:pt x="2338" y="2110"/>
                      </a:cubicBezTo>
                      <a:cubicBezTo>
                        <a:pt x="2299" y="1983"/>
                        <a:pt x="2317" y="1829"/>
                        <a:pt x="2208" y="1829"/>
                      </a:cubicBezTo>
                      <a:cubicBezTo>
                        <a:pt x="2204" y="1829"/>
                        <a:pt x="2201" y="1829"/>
                        <a:pt x="2197" y="1829"/>
                      </a:cubicBezTo>
                      <a:cubicBezTo>
                        <a:pt x="2188" y="1829"/>
                        <a:pt x="2179" y="1830"/>
                        <a:pt x="2170" y="1830"/>
                      </a:cubicBezTo>
                      <a:cubicBezTo>
                        <a:pt x="2060" y="1830"/>
                        <a:pt x="1957" y="1804"/>
                        <a:pt x="1870" y="1804"/>
                      </a:cubicBezTo>
                      <a:cubicBezTo>
                        <a:pt x="1776" y="1804"/>
                        <a:pt x="1701" y="1834"/>
                        <a:pt x="1656" y="1959"/>
                      </a:cubicBezTo>
                      <a:cubicBezTo>
                        <a:pt x="1568" y="1928"/>
                        <a:pt x="1454" y="1882"/>
                        <a:pt x="1357" y="1882"/>
                      </a:cubicBezTo>
                      <a:cubicBezTo>
                        <a:pt x="1265" y="1882"/>
                        <a:pt x="1189" y="1923"/>
                        <a:pt x="1164" y="2060"/>
                      </a:cubicBezTo>
                      <a:cubicBezTo>
                        <a:pt x="1023" y="1978"/>
                        <a:pt x="942" y="1929"/>
                        <a:pt x="868" y="1929"/>
                      </a:cubicBezTo>
                      <a:cubicBezTo>
                        <a:pt x="779" y="1929"/>
                        <a:pt x="701" y="2000"/>
                        <a:pt x="542" y="2170"/>
                      </a:cubicBezTo>
                      <a:cubicBezTo>
                        <a:pt x="468" y="2111"/>
                        <a:pt x="401" y="2086"/>
                        <a:pt x="341" y="2086"/>
                      </a:cubicBezTo>
                      <a:cubicBezTo>
                        <a:pt x="167" y="2086"/>
                        <a:pt x="53" y="2299"/>
                        <a:pt x="1" y="2501"/>
                      </a:cubicBezTo>
                      <a:cubicBezTo>
                        <a:pt x="161" y="2601"/>
                        <a:pt x="282" y="2672"/>
                        <a:pt x="582" y="2712"/>
                      </a:cubicBezTo>
                      <a:cubicBezTo>
                        <a:pt x="738" y="2732"/>
                        <a:pt x="893" y="2739"/>
                        <a:pt x="1050" y="2739"/>
                      </a:cubicBezTo>
                      <a:cubicBezTo>
                        <a:pt x="1207" y="2739"/>
                        <a:pt x="1365" y="2732"/>
                        <a:pt x="1525" y="2722"/>
                      </a:cubicBezTo>
                      <a:cubicBezTo>
                        <a:pt x="1556" y="2721"/>
                        <a:pt x="1586" y="2721"/>
                        <a:pt x="1617" y="2721"/>
                      </a:cubicBezTo>
                      <a:cubicBezTo>
                        <a:pt x="1920" y="2721"/>
                        <a:pt x="2218" y="2756"/>
                        <a:pt x="2520" y="2756"/>
                      </a:cubicBezTo>
                      <a:cubicBezTo>
                        <a:pt x="2576" y="2756"/>
                        <a:pt x="2632" y="2755"/>
                        <a:pt x="2689" y="2752"/>
                      </a:cubicBezTo>
                      <a:cubicBezTo>
                        <a:pt x="3221" y="2732"/>
                        <a:pt x="3722" y="2531"/>
                        <a:pt x="4244" y="2501"/>
                      </a:cubicBezTo>
                      <a:cubicBezTo>
                        <a:pt x="4424" y="2491"/>
                        <a:pt x="5076" y="2491"/>
                        <a:pt x="4916" y="2150"/>
                      </a:cubicBezTo>
                      <a:cubicBezTo>
                        <a:pt x="4956" y="2140"/>
                        <a:pt x="4996" y="2090"/>
                        <a:pt x="5036" y="2080"/>
                      </a:cubicBezTo>
                      <a:cubicBezTo>
                        <a:pt x="4956" y="1969"/>
                        <a:pt x="4815" y="1849"/>
                        <a:pt x="4765" y="1759"/>
                      </a:cubicBezTo>
                      <a:cubicBezTo>
                        <a:pt x="4765" y="1759"/>
                        <a:pt x="4795" y="1659"/>
                        <a:pt x="4775" y="1628"/>
                      </a:cubicBezTo>
                      <a:cubicBezTo>
                        <a:pt x="4765" y="1598"/>
                        <a:pt x="4615" y="1508"/>
                        <a:pt x="4575" y="1478"/>
                      </a:cubicBezTo>
                      <a:lnTo>
                        <a:pt x="4575" y="1478"/>
                      </a:lnTo>
                      <a:cubicBezTo>
                        <a:pt x="4588" y="1480"/>
                        <a:pt x="4600" y="1480"/>
                        <a:pt x="4611" y="1480"/>
                      </a:cubicBezTo>
                      <a:cubicBezTo>
                        <a:pt x="4803" y="1480"/>
                        <a:pt x="4697" y="1244"/>
                        <a:pt x="4555" y="1187"/>
                      </a:cubicBezTo>
                      <a:cubicBezTo>
                        <a:pt x="4728" y="1007"/>
                        <a:pt x="4534" y="916"/>
                        <a:pt x="4363" y="916"/>
                      </a:cubicBezTo>
                      <a:cubicBezTo>
                        <a:pt x="4306" y="916"/>
                        <a:pt x="4251" y="926"/>
                        <a:pt x="4214" y="946"/>
                      </a:cubicBezTo>
                      <a:cubicBezTo>
                        <a:pt x="4314" y="816"/>
                        <a:pt x="4234" y="615"/>
                        <a:pt x="4123" y="525"/>
                      </a:cubicBezTo>
                      <a:cubicBezTo>
                        <a:pt x="4372" y="231"/>
                        <a:pt x="4254" y="1"/>
                        <a:pt x="40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05" name="Google Shape;14305;p50"/>
                <p:cNvSpPr/>
                <p:nvPr/>
              </p:nvSpPr>
              <p:spPr>
                <a:xfrm>
                  <a:off x="1807508" y="4214252"/>
                  <a:ext cx="79684" cy="22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7" h="562" extrusionOk="0">
                      <a:moveTo>
                        <a:pt x="1987" y="0"/>
                      </a:moveTo>
                      <a:cubicBezTo>
                        <a:pt x="1956" y="7"/>
                        <a:pt x="1924" y="8"/>
                        <a:pt x="1893" y="8"/>
                      </a:cubicBezTo>
                      <a:cubicBezTo>
                        <a:pt x="1873" y="8"/>
                        <a:pt x="1853" y="7"/>
                        <a:pt x="1833" y="7"/>
                      </a:cubicBezTo>
                      <a:cubicBezTo>
                        <a:pt x="1744" y="7"/>
                        <a:pt x="1664" y="18"/>
                        <a:pt x="1626" y="140"/>
                      </a:cubicBezTo>
                      <a:cubicBezTo>
                        <a:pt x="1538" y="109"/>
                        <a:pt x="1424" y="63"/>
                        <a:pt x="1327" y="63"/>
                      </a:cubicBezTo>
                      <a:cubicBezTo>
                        <a:pt x="1235" y="63"/>
                        <a:pt x="1159" y="104"/>
                        <a:pt x="1134" y="241"/>
                      </a:cubicBezTo>
                      <a:cubicBezTo>
                        <a:pt x="993" y="159"/>
                        <a:pt x="912" y="110"/>
                        <a:pt x="838" y="110"/>
                      </a:cubicBezTo>
                      <a:cubicBezTo>
                        <a:pt x="749" y="110"/>
                        <a:pt x="671" y="181"/>
                        <a:pt x="512" y="351"/>
                      </a:cubicBezTo>
                      <a:cubicBezTo>
                        <a:pt x="436" y="290"/>
                        <a:pt x="368" y="265"/>
                        <a:pt x="306" y="265"/>
                      </a:cubicBezTo>
                      <a:cubicBezTo>
                        <a:pt x="166" y="265"/>
                        <a:pt x="64" y="401"/>
                        <a:pt x="1" y="562"/>
                      </a:cubicBezTo>
                      <a:cubicBezTo>
                        <a:pt x="50" y="477"/>
                        <a:pt x="120" y="421"/>
                        <a:pt x="203" y="421"/>
                      </a:cubicBezTo>
                      <a:cubicBezTo>
                        <a:pt x="237" y="421"/>
                        <a:pt x="274" y="431"/>
                        <a:pt x="312" y="451"/>
                      </a:cubicBezTo>
                      <a:cubicBezTo>
                        <a:pt x="352" y="472"/>
                        <a:pt x="368" y="480"/>
                        <a:pt x="379" y="480"/>
                      </a:cubicBezTo>
                      <a:cubicBezTo>
                        <a:pt x="394" y="480"/>
                        <a:pt x="398" y="461"/>
                        <a:pt x="452" y="431"/>
                      </a:cubicBezTo>
                      <a:cubicBezTo>
                        <a:pt x="477" y="416"/>
                        <a:pt x="507" y="406"/>
                        <a:pt x="534" y="406"/>
                      </a:cubicBezTo>
                      <a:cubicBezTo>
                        <a:pt x="560" y="406"/>
                        <a:pt x="583" y="416"/>
                        <a:pt x="593" y="441"/>
                      </a:cubicBezTo>
                      <a:cubicBezTo>
                        <a:pt x="625" y="344"/>
                        <a:pt x="707" y="293"/>
                        <a:pt x="788" y="293"/>
                      </a:cubicBezTo>
                      <a:cubicBezTo>
                        <a:pt x="833" y="293"/>
                        <a:pt x="878" y="309"/>
                        <a:pt x="914" y="341"/>
                      </a:cubicBezTo>
                      <a:cubicBezTo>
                        <a:pt x="931" y="303"/>
                        <a:pt x="953" y="290"/>
                        <a:pt x="978" y="290"/>
                      </a:cubicBezTo>
                      <a:cubicBezTo>
                        <a:pt x="1011" y="290"/>
                        <a:pt x="1049" y="314"/>
                        <a:pt x="1084" y="331"/>
                      </a:cubicBezTo>
                      <a:cubicBezTo>
                        <a:pt x="1106" y="348"/>
                        <a:pt x="1122" y="358"/>
                        <a:pt x="1137" y="358"/>
                      </a:cubicBezTo>
                      <a:cubicBezTo>
                        <a:pt x="1157" y="358"/>
                        <a:pt x="1176" y="341"/>
                        <a:pt x="1204" y="301"/>
                      </a:cubicBezTo>
                      <a:cubicBezTo>
                        <a:pt x="1245" y="241"/>
                        <a:pt x="1245" y="201"/>
                        <a:pt x="1315" y="181"/>
                      </a:cubicBezTo>
                      <a:cubicBezTo>
                        <a:pt x="1328" y="178"/>
                        <a:pt x="1341" y="176"/>
                        <a:pt x="1352" y="176"/>
                      </a:cubicBezTo>
                      <a:cubicBezTo>
                        <a:pt x="1417" y="176"/>
                        <a:pt x="1451" y="223"/>
                        <a:pt x="1485" y="291"/>
                      </a:cubicBezTo>
                      <a:cubicBezTo>
                        <a:pt x="1498" y="276"/>
                        <a:pt x="1511" y="270"/>
                        <a:pt x="1525" y="270"/>
                      </a:cubicBezTo>
                      <a:cubicBezTo>
                        <a:pt x="1562" y="270"/>
                        <a:pt x="1602" y="312"/>
                        <a:pt x="1638" y="312"/>
                      </a:cubicBezTo>
                      <a:cubicBezTo>
                        <a:pt x="1640" y="312"/>
                        <a:pt x="1643" y="312"/>
                        <a:pt x="1646" y="311"/>
                      </a:cubicBezTo>
                      <a:cubicBezTo>
                        <a:pt x="1706" y="301"/>
                        <a:pt x="1706" y="261"/>
                        <a:pt x="1716" y="211"/>
                      </a:cubicBezTo>
                      <a:cubicBezTo>
                        <a:pt x="1746" y="140"/>
                        <a:pt x="1776" y="40"/>
                        <a:pt x="1856" y="40"/>
                      </a:cubicBezTo>
                      <a:cubicBezTo>
                        <a:pt x="1861" y="39"/>
                        <a:pt x="1865" y="39"/>
                        <a:pt x="1869" y="39"/>
                      </a:cubicBezTo>
                      <a:cubicBezTo>
                        <a:pt x="1895" y="39"/>
                        <a:pt x="1907" y="62"/>
                        <a:pt x="1927" y="62"/>
                      </a:cubicBezTo>
                      <a:cubicBezTo>
                        <a:pt x="1930" y="62"/>
                        <a:pt x="1933" y="61"/>
                        <a:pt x="1937" y="60"/>
                      </a:cubicBezTo>
                      <a:cubicBezTo>
                        <a:pt x="1967" y="50"/>
                        <a:pt x="1977" y="20"/>
                        <a:pt x="198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06" name="Google Shape;14306;p50"/>
                <p:cNvSpPr/>
                <p:nvPr/>
              </p:nvSpPr>
              <p:spPr>
                <a:xfrm>
                  <a:off x="1915306" y="4141344"/>
                  <a:ext cx="63202" cy="592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6" h="1477" extrusionOk="0">
                      <a:moveTo>
                        <a:pt x="1352" y="0"/>
                      </a:moveTo>
                      <a:cubicBezTo>
                        <a:pt x="1253" y="0"/>
                        <a:pt x="1136" y="67"/>
                        <a:pt x="1044" y="223"/>
                      </a:cubicBezTo>
                      <a:cubicBezTo>
                        <a:pt x="1024" y="203"/>
                        <a:pt x="1014" y="173"/>
                        <a:pt x="994" y="153"/>
                      </a:cubicBezTo>
                      <a:cubicBezTo>
                        <a:pt x="914" y="223"/>
                        <a:pt x="844" y="323"/>
                        <a:pt x="793" y="424"/>
                      </a:cubicBezTo>
                      <a:cubicBezTo>
                        <a:pt x="760" y="386"/>
                        <a:pt x="729" y="370"/>
                        <a:pt x="699" y="370"/>
                      </a:cubicBezTo>
                      <a:cubicBezTo>
                        <a:pt x="522" y="370"/>
                        <a:pt x="406" y="948"/>
                        <a:pt x="372" y="1086"/>
                      </a:cubicBezTo>
                      <a:cubicBezTo>
                        <a:pt x="336" y="996"/>
                        <a:pt x="276" y="922"/>
                        <a:pt x="192" y="922"/>
                      </a:cubicBezTo>
                      <a:cubicBezTo>
                        <a:pt x="182" y="922"/>
                        <a:pt x="172" y="923"/>
                        <a:pt x="161" y="925"/>
                      </a:cubicBezTo>
                      <a:cubicBezTo>
                        <a:pt x="21" y="965"/>
                        <a:pt x="1" y="1136"/>
                        <a:pt x="1" y="1367"/>
                      </a:cubicBezTo>
                      <a:cubicBezTo>
                        <a:pt x="1" y="1407"/>
                        <a:pt x="11" y="1437"/>
                        <a:pt x="21" y="1477"/>
                      </a:cubicBezTo>
                      <a:cubicBezTo>
                        <a:pt x="21" y="1377"/>
                        <a:pt x="31" y="1276"/>
                        <a:pt x="81" y="1216"/>
                      </a:cubicBezTo>
                      <a:cubicBezTo>
                        <a:pt x="119" y="1161"/>
                        <a:pt x="148" y="1140"/>
                        <a:pt x="174" y="1140"/>
                      </a:cubicBezTo>
                      <a:cubicBezTo>
                        <a:pt x="235" y="1140"/>
                        <a:pt x="271" y="1264"/>
                        <a:pt x="342" y="1306"/>
                      </a:cubicBezTo>
                      <a:cubicBezTo>
                        <a:pt x="352" y="1276"/>
                        <a:pt x="352" y="1246"/>
                        <a:pt x="362" y="1216"/>
                      </a:cubicBezTo>
                      <a:lnTo>
                        <a:pt x="392" y="1226"/>
                      </a:lnTo>
                      <a:cubicBezTo>
                        <a:pt x="402" y="1196"/>
                        <a:pt x="402" y="1156"/>
                        <a:pt x="432" y="1126"/>
                      </a:cubicBezTo>
                      <a:cubicBezTo>
                        <a:pt x="434" y="1122"/>
                        <a:pt x="437" y="1120"/>
                        <a:pt x="441" y="1120"/>
                      </a:cubicBezTo>
                      <a:cubicBezTo>
                        <a:pt x="451" y="1120"/>
                        <a:pt x="464" y="1132"/>
                        <a:pt x="474" y="1132"/>
                      </a:cubicBezTo>
                      <a:cubicBezTo>
                        <a:pt x="477" y="1132"/>
                        <a:pt x="480" y="1130"/>
                        <a:pt x="482" y="1126"/>
                      </a:cubicBezTo>
                      <a:cubicBezTo>
                        <a:pt x="513" y="1096"/>
                        <a:pt x="492" y="955"/>
                        <a:pt x="492" y="925"/>
                      </a:cubicBezTo>
                      <a:cubicBezTo>
                        <a:pt x="482" y="795"/>
                        <a:pt x="482" y="725"/>
                        <a:pt x="553" y="604"/>
                      </a:cubicBezTo>
                      <a:cubicBezTo>
                        <a:pt x="596" y="534"/>
                        <a:pt x="643" y="498"/>
                        <a:pt x="692" y="498"/>
                      </a:cubicBezTo>
                      <a:cubicBezTo>
                        <a:pt x="734" y="498"/>
                        <a:pt x="778" y="524"/>
                        <a:pt x="823" y="574"/>
                      </a:cubicBezTo>
                      <a:cubicBezTo>
                        <a:pt x="841" y="530"/>
                        <a:pt x="891" y="397"/>
                        <a:pt x="944" y="397"/>
                      </a:cubicBezTo>
                      <a:cubicBezTo>
                        <a:pt x="951" y="397"/>
                        <a:pt x="957" y="399"/>
                        <a:pt x="964" y="404"/>
                      </a:cubicBezTo>
                      <a:cubicBezTo>
                        <a:pt x="1019" y="365"/>
                        <a:pt x="1055" y="265"/>
                        <a:pt x="1111" y="265"/>
                      </a:cubicBezTo>
                      <a:cubicBezTo>
                        <a:pt x="1127" y="265"/>
                        <a:pt x="1144" y="273"/>
                        <a:pt x="1165" y="293"/>
                      </a:cubicBezTo>
                      <a:cubicBezTo>
                        <a:pt x="1205" y="223"/>
                        <a:pt x="1315" y="83"/>
                        <a:pt x="1405" y="83"/>
                      </a:cubicBezTo>
                      <a:cubicBezTo>
                        <a:pt x="1475" y="93"/>
                        <a:pt x="1516" y="193"/>
                        <a:pt x="1536" y="283"/>
                      </a:cubicBezTo>
                      <a:cubicBezTo>
                        <a:pt x="1575" y="113"/>
                        <a:pt x="1480" y="0"/>
                        <a:pt x="13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07" name="Google Shape;14307;p50"/>
                <p:cNvSpPr/>
                <p:nvPr/>
              </p:nvSpPr>
              <p:spPr>
                <a:xfrm>
                  <a:off x="1984004" y="4115196"/>
                  <a:ext cx="99494" cy="1342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1" h="3348" extrusionOk="0">
                      <a:moveTo>
                        <a:pt x="1197" y="0"/>
                      </a:moveTo>
                      <a:cubicBezTo>
                        <a:pt x="1129" y="0"/>
                        <a:pt x="1083" y="158"/>
                        <a:pt x="1046" y="273"/>
                      </a:cubicBezTo>
                      <a:lnTo>
                        <a:pt x="1076" y="364"/>
                      </a:lnTo>
                      <a:cubicBezTo>
                        <a:pt x="896" y="474"/>
                        <a:pt x="886" y="534"/>
                        <a:pt x="956" y="695"/>
                      </a:cubicBezTo>
                      <a:cubicBezTo>
                        <a:pt x="976" y="745"/>
                        <a:pt x="866" y="725"/>
                        <a:pt x="826" y="785"/>
                      </a:cubicBezTo>
                      <a:cubicBezTo>
                        <a:pt x="776" y="845"/>
                        <a:pt x="776" y="996"/>
                        <a:pt x="786" y="1076"/>
                      </a:cubicBezTo>
                      <a:cubicBezTo>
                        <a:pt x="485" y="1126"/>
                        <a:pt x="505" y="1407"/>
                        <a:pt x="575" y="1587"/>
                      </a:cubicBezTo>
                      <a:cubicBezTo>
                        <a:pt x="344" y="1688"/>
                        <a:pt x="625" y="2209"/>
                        <a:pt x="625" y="2410"/>
                      </a:cubicBezTo>
                      <a:cubicBezTo>
                        <a:pt x="224" y="2430"/>
                        <a:pt x="364" y="2691"/>
                        <a:pt x="364" y="2891"/>
                      </a:cubicBezTo>
                      <a:cubicBezTo>
                        <a:pt x="347" y="2889"/>
                        <a:pt x="330" y="2888"/>
                        <a:pt x="314" y="2888"/>
                      </a:cubicBezTo>
                      <a:cubicBezTo>
                        <a:pt x="0" y="2888"/>
                        <a:pt x="79" y="3253"/>
                        <a:pt x="394" y="3262"/>
                      </a:cubicBezTo>
                      <a:cubicBezTo>
                        <a:pt x="394" y="3262"/>
                        <a:pt x="1065" y="3348"/>
                        <a:pt x="1599" y="3348"/>
                      </a:cubicBezTo>
                      <a:cubicBezTo>
                        <a:pt x="1904" y="3348"/>
                        <a:pt x="2164" y="3320"/>
                        <a:pt x="2230" y="3232"/>
                      </a:cubicBezTo>
                      <a:cubicBezTo>
                        <a:pt x="2250" y="3212"/>
                        <a:pt x="2481" y="3112"/>
                        <a:pt x="2300" y="2841"/>
                      </a:cubicBezTo>
                      <a:cubicBezTo>
                        <a:pt x="2260" y="2771"/>
                        <a:pt x="2120" y="2801"/>
                        <a:pt x="2080" y="2721"/>
                      </a:cubicBezTo>
                      <a:cubicBezTo>
                        <a:pt x="2039" y="2620"/>
                        <a:pt x="1989" y="2530"/>
                        <a:pt x="1929" y="2460"/>
                      </a:cubicBezTo>
                      <a:cubicBezTo>
                        <a:pt x="1889" y="2410"/>
                        <a:pt x="1749" y="2420"/>
                        <a:pt x="1749" y="2360"/>
                      </a:cubicBezTo>
                      <a:cubicBezTo>
                        <a:pt x="1738" y="2320"/>
                        <a:pt x="1799" y="2229"/>
                        <a:pt x="1799" y="2189"/>
                      </a:cubicBezTo>
                      <a:cubicBezTo>
                        <a:pt x="1819" y="1908"/>
                        <a:pt x="1688" y="1958"/>
                        <a:pt x="1648" y="1868"/>
                      </a:cubicBezTo>
                      <a:cubicBezTo>
                        <a:pt x="1588" y="1768"/>
                        <a:pt x="1708" y="1768"/>
                        <a:pt x="1618" y="1507"/>
                      </a:cubicBezTo>
                      <a:cubicBezTo>
                        <a:pt x="1608" y="1467"/>
                        <a:pt x="1608" y="1357"/>
                        <a:pt x="1618" y="1236"/>
                      </a:cubicBezTo>
                      <a:cubicBezTo>
                        <a:pt x="1658" y="1016"/>
                        <a:pt x="1518" y="1026"/>
                        <a:pt x="1528" y="945"/>
                      </a:cubicBezTo>
                      <a:cubicBezTo>
                        <a:pt x="1548" y="835"/>
                        <a:pt x="1588" y="775"/>
                        <a:pt x="1458" y="655"/>
                      </a:cubicBezTo>
                      <a:lnTo>
                        <a:pt x="1458" y="655"/>
                      </a:lnTo>
                      <a:cubicBezTo>
                        <a:pt x="1463" y="655"/>
                        <a:pt x="1468" y="655"/>
                        <a:pt x="1473" y="655"/>
                      </a:cubicBezTo>
                      <a:cubicBezTo>
                        <a:pt x="1576" y="655"/>
                        <a:pt x="1449" y="552"/>
                        <a:pt x="1488" y="514"/>
                      </a:cubicBezTo>
                      <a:cubicBezTo>
                        <a:pt x="1461" y="451"/>
                        <a:pt x="1458" y="381"/>
                        <a:pt x="1386" y="381"/>
                      </a:cubicBezTo>
                      <a:cubicBezTo>
                        <a:pt x="1378" y="381"/>
                        <a:pt x="1368" y="382"/>
                        <a:pt x="1357" y="384"/>
                      </a:cubicBezTo>
                      <a:cubicBezTo>
                        <a:pt x="1397" y="344"/>
                        <a:pt x="1317" y="123"/>
                        <a:pt x="1287" y="83"/>
                      </a:cubicBezTo>
                      <a:cubicBezTo>
                        <a:pt x="1254" y="24"/>
                        <a:pt x="1224" y="0"/>
                        <a:pt x="11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08" name="Google Shape;14308;p50"/>
                <p:cNvSpPr/>
                <p:nvPr/>
              </p:nvSpPr>
              <p:spPr>
                <a:xfrm>
                  <a:off x="2003815" y="4141023"/>
                  <a:ext cx="20974" cy="37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" h="944" extrusionOk="0">
                      <a:moveTo>
                        <a:pt x="442" y="0"/>
                      </a:moveTo>
                      <a:lnTo>
                        <a:pt x="442" y="0"/>
                      </a:lnTo>
                      <a:cubicBezTo>
                        <a:pt x="452" y="21"/>
                        <a:pt x="452" y="41"/>
                        <a:pt x="462" y="51"/>
                      </a:cubicBezTo>
                      <a:cubicBezTo>
                        <a:pt x="482" y="101"/>
                        <a:pt x="372" y="81"/>
                        <a:pt x="332" y="141"/>
                      </a:cubicBezTo>
                      <a:cubicBezTo>
                        <a:pt x="282" y="201"/>
                        <a:pt x="282" y="352"/>
                        <a:pt x="292" y="432"/>
                      </a:cubicBezTo>
                      <a:cubicBezTo>
                        <a:pt x="1" y="482"/>
                        <a:pt x="11" y="763"/>
                        <a:pt x="81" y="943"/>
                      </a:cubicBezTo>
                      <a:cubicBezTo>
                        <a:pt x="71" y="853"/>
                        <a:pt x="41" y="713"/>
                        <a:pt x="151" y="673"/>
                      </a:cubicBezTo>
                      <a:lnTo>
                        <a:pt x="171" y="683"/>
                      </a:lnTo>
                      <a:cubicBezTo>
                        <a:pt x="171" y="662"/>
                        <a:pt x="151" y="612"/>
                        <a:pt x="181" y="592"/>
                      </a:cubicBezTo>
                      <a:cubicBezTo>
                        <a:pt x="191" y="586"/>
                        <a:pt x="205" y="583"/>
                        <a:pt x="220" y="583"/>
                      </a:cubicBezTo>
                      <a:cubicBezTo>
                        <a:pt x="249" y="583"/>
                        <a:pt x="285" y="592"/>
                        <a:pt x="312" y="592"/>
                      </a:cubicBezTo>
                      <a:cubicBezTo>
                        <a:pt x="312" y="576"/>
                        <a:pt x="333" y="468"/>
                        <a:pt x="369" y="468"/>
                      </a:cubicBezTo>
                      <a:cubicBezTo>
                        <a:pt x="376" y="468"/>
                        <a:pt x="384" y="472"/>
                        <a:pt x="392" y="482"/>
                      </a:cubicBezTo>
                      <a:cubicBezTo>
                        <a:pt x="392" y="455"/>
                        <a:pt x="400" y="306"/>
                        <a:pt x="460" y="306"/>
                      </a:cubicBezTo>
                      <a:cubicBezTo>
                        <a:pt x="467" y="306"/>
                        <a:pt x="474" y="307"/>
                        <a:pt x="482" y="311"/>
                      </a:cubicBezTo>
                      <a:cubicBezTo>
                        <a:pt x="482" y="281"/>
                        <a:pt x="472" y="241"/>
                        <a:pt x="482" y="221"/>
                      </a:cubicBezTo>
                      <a:cubicBezTo>
                        <a:pt x="482" y="201"/>
                        <a:pt x="512" y="191"/>
                        <a:pt x="512" y="181"/>
                      </a:cubicBezTo>
                      <a:cubicBezTo>
                        <a:pt x="522" y="151"/>
                        <a:pt x="512" y="81"/>
                        <a:pt x="502" y="61"/>
                      </a:cubicBezTo>
                      <a:cubicBezTo>
                        <a:pt x="492" y="41"/>
                        <a:pt x="472" y="21"/>
                        <a:pt x="4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09" name="Google Shape;14309;p50"/>
                <p:cNvSpPr/>
                <p:nvPr/>
              </p:nvSpPr>
              <p:spPr>
                <a:xfrm>
                  <a:off x="2006622" y="4178841"/>
                  <a:ext cx="842" cy="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" h="21" extrusionOk="0">
                      <a:moveTo>
                        <a:pt x="11" y="0"/>
                      </a:moveTo>
                      <a:lnTo>
                        <a:pt x="1" y="10"/>
                      </a:lnTo>
                      <a:lnTo>
                        <a:pt x="21" y="20"/>
                      </a:lnTo>
                      <a:lnTo>
                        <a:pt x="21" y="2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10" name="Google Shape;14310;p50"/>
                <p:cNvSpPr/>
                <p:nvPr/>
              </p:nvSpPr>
              <p:spPr>
                <a:xfrm>
                  <a:off x="2024348" y="4115276"/>
                  <a:ext cx="7660" cy="16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412" extrusionOk="0">
                      <a:moveTo>
                        <a:pt x="191" y="1"/>
                      </a:moveTo>
                      <a:cubicBezTo>
                        <a:pt x="121" y="1"/>
                        <a:pt x="81" y="151"/>
                        <a:pt x="40" y="271"/>
                      </a:cubicBezTo>
                      <a:lnTo>
                        <a:pt x="70" y="362"/>
                      </a:lnTo>
                      <a:cubicBezTo>
                        <a:pt x="40" y="382"/>
                        <a:pt x="20" y="392"/>
                        <a:pt x="0" y="412"/>
                      </a:cubicBezTo>
                      <a:lnTo>
                        <a:pt x="10" y="412"/>
                      </a:lnTo>
                      <a:cubicBezTo>
                        <a:pt x="40" y="412"/>
                        <a:pt x="91" y="412"/>
                        <a:pt x="121" y="392"/>
                      </a:cubicBezTo>
                      <a:cubicBezTo>
                        <a:pt x="111" y="372"/>
                        <a:pt x="91" y="362"/>
                        <a:pt x="81" y="342"/>
                      </a:cubicBezTo>
                      <a:cubicBezTo>
                        <a:pt x="70" y="281"/>
                        <a:pt x="141" y="281"/>
                        <a:pt x="191" y="241"/>
                      </a:cubicBezTo>
                      <a:cubicBezTo>
                        <a:pt x="171" y="201"/>
                        <a:pt x="161" y="171"/>
                        <a:pt x="191" y="141"/>
                      </a:cubicBezTo>
                      <a:cubicBezTo>
                        <a:pt x="181" y="121"/>
                        <a:pt x="151" y="101"/>
                        <a:pt x="151" y="81"/>
                      </a:cubicBezTo>
                      <a:cubicBezTo>
                        <a:pt x="141" y="51"/>
                        <a:pt x="161" y="21"/>
                        <a:pt x="19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11" name="Google Shape;14311;p50"/>
                <p:cNvSpPr/>
                <p:nvPr/>
              </p:nvSpPr>
              <p:spPr>
                <a:xfrm>
                  <a:off x="1471238" y="4158708"/>
                  <a:ext cx="44233" cy="754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3" h="1881" extrusionOk="0">
                      <a:moveTo>
                        <a:pt x="261" y="1"/>
                      </a:moveTo>
                      <a:cubicBezTo>
                        <a:pt x="201" y="61"/>
                        <a:pt x="281" y="111"/>
                        <a:pt x="211" y="171"/>
                      </a:cubicBezTo>
                      <a:lnTo>
                        <a:pt x="171" y="252"/>
                      </a:lnTo>
                      <a:cubicBezTo>
                        <a:pt x="101" y="312"/>
                        <a:pt x="161" y="382"/>
                        <a:pt x="161" y="462"/>
                      </a:cubicBezTo>
                      <a:cubicBezTo>
                        <a:pt x="161" y="552"/>
                        <a:pt x="60" y="643"/>
                        <a:pt x="40" y="723"/>
                      </a:cubicBezTo>
                      <a:cubicBezTo>
                        <a:pt x="20" y="823"/>
                        <a:pt x="40" y="853"/>
                        <a:pt x="70" y="944"/>
                      </a:cubicBezTo>
                      <a:cubicBezTo>
                        <a:pt x="111" y="1054"/>
                        <a:pt x="81" y="1134"/>
                        <a:pt x="40" y="1235"/>
                      </a:cubicBezTo>
                      <a:cubicBezTo>
                        <a:pt x="0" y="1305"/>
                        <a:pt x="20" y="1345"/>
                        <a:pt x="40" y="1425"/>
                      </a:cubicBezTo>
                      <a:cubicBezTo>
                        <a:pt x="60" y="1525"/>
                        <a:pt x="81" y="1576"/>
                        <a:pt x="161" y="1666"/>
                      </a:cubicBezTo>
                      <a:cubicBezTo>
                        <a:pt x="271" y="1716"/>
                        <a:pt x="331" y="1746"/>
                        <a:pt x="422" y="1786"/>
                      </a:cubicBezTo>
                      <a:cubicBezTo>
                        <a:pt x="542" y="1836"/>
                        <a:pt x="702" y="1856"/>
                        <a:pt x="843" y="1877"/>
                      </a:cubicBezTo>
                      <a:cubicBezTo>
                        <a:pt x="867" y="1879"/>
                        <a:pt x="889" y="1881"/>
                        <a:pt x="910" y="1881"/>
                      </a:cubicBezTo>
                      <a:cubicBezTo>
                        <a:pt x="1037" y="1881"/>
                        <a:pt x="1102" y="1827"/>
                        <a:pt x="1094" y="1706"/>
                      </a:cubicBezTo>
                      <a:cubicBezTo>
                        <a:pt x="1084" y="1556"/>
                        <a:pt x="933" y="1415"/>
                        <a:pt x="853" y="1295"/>
                      </a:cubicBezTo>
                      <a:cubicBezTo>
                        <a:pt x="783" y="1194"/>
                        <a:pt x="793" y="1144"/>
                        <a:pt x="763" y="1044"/>
                      </a:cubicBezTo>
                      <a:cubicBezTo>
                        <a:pt x="732" y="944"/>
                        <a:pt x="632" y="934"/>
                        <a:pt x="582" y="843"/>
                      </a:cubicBezTo>
                      <a:cubicBezTo>
                        <a:pt x="542" y="763"/>
                        <a:pt x="542" y="713"/>
                        <a:pt x="472" y="643"/>
                      </a:cubicBezTo>
                      <a:cubicBezTo>
                        <a:pt x="422" y="593"/>
                        <a:pt x="482" y="573"/>
                        <a:pt x="472" y="522"/>
                      </a:cubicBezTo>
                      <a:cubicBezTo>
                        <a:pt x="452" y="482"/>
                        <a:pt x="472" y="452"/>
                        <a:pt x="442" y="422"/>
                      </a:cubicBezTo>
                      <a:cubicBezTo>
                        <a:pt x="432" y="402"/>
                        <a:pt x="391" y="392"/>
                        <a:pt x="371" y="372"/>
                      </a:cubicBezTo>
                      <a:cubicBezTo>
                        <a:pt x="351" y="342"/>
                        <a:pt x="351" y="322"/>
                        <a:pt x="341" y="282"/>
                      </a:cubicBezTo>
                      <a:cubicBezTo>
                        <a:pt x="331" y="242"/>
                        <a:pt x="331" y="171"/>
                        <a:pt x="321" y="121"/>
                      </a:cubicBezTo>
                      <a:cubicBezTo>
                        <a:pt x="311" y="71"/>
                        <a:pt x="271" y="41"/>
                        <a:pt x="26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12" name="Google Shape;14312;p50"/>
                <p:cNvSpPr/>
                <p:nvPr/>
              </p:nvSpPr>
              <p:spPr>
                <a:xfrm>
                  <a:off x="1399613" y="4139018"/>
                  <a:ext cx="60394" cy="975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" h="2433" extrusionOk="0">
                      <a:moveTo>
                        <a:pt x="573" y="0"/>
                      </a:moveTo>
                      <a:cubicBezTo>
                        <a:pt x="512" y="61"/>
                        <a:pt x="502" y="121"/>
                        <a:pt x="472" y="191"/>
                      </a:cubicBezTo>
                      <a:cubicBezTo>
                        <a:pt x="442" y="251"/>
                        <a:pt x="392" y="331"/>
                        <a:pt x="382" y="412"/>
                      </a:cubicBezTo>
                      <a:cubicBezTo>
                        <a:pt x="372" y="502"/>
                        <a:pt x="382" y="552"/>
                        <a:pt x="352" y="642"/>
                      </a:cubicBezTo>
                      <a:cubicBezTo>
                        <a:pt x="332" y="723"/>
                        <a:pt x="282" y="803"/>
                        <a:pt x="252" y="873"/>
                      </a:cubicBezTo>
                      <a:cubicBezTo>
                        <a:pt x="222" y="973"/>
                        <a:pt x="302" y="1084"/>
                        <a:pt x="252" y="1184"/>
                      </a:cubicBezTo>
                      <a:cubicBezTo>
                        <a:pt x="242" y="1204"/>
                        <a:pt x="191" y="1224"/>
                        <a:pt x="181" y="1254"/>
                      </a:cubicBezTo>
                      <a:cubicBezTo>
                        <a:pt x="161" y="1314"/>
                        <a:pt x="211" y="1364"/>
                        <a:pt x="222" y="1415"/>
                      </a:cubicBezTo>
                      <a:cubicBezTo>
                        <a:pt x="232" y="1495"/>
                        <a:pt x="322" y="1786"/>
                        <a:pt x="211" y="1786"/>
                      </a:cubicBezTo>
                      <a:cubicBezTo>
                        <a:pt x="191" y="1856"/>
                        <a:pt x="211" y="1946"/>
                        <a:pt x="171" y="2016"/>
                      </a:cubicBezTo>
                      <a:cubicBezTo>
                        <a:pt x="156" y="2011"/>
                        <a:pt x="139" y="2011"/>
                        <a:pt x="121" y="2011"/>
                      </a:cubicBezTo>
                      <a:cubicBezTo>
                        <a:pt x="104" y="2011"/>
                        <a:pt x="86" y="2011"/>
                        <a:pt x="71" y="2006"/>
                      </a:cubicBezTo>
                      <a:lnTo>
                        <a:pt x="71" y="2006"/>
                      </a:lnTo>
                      <a:cubicBezTo>
                        <a:pt x="1" y="2077"/>
                        <a:pt x="91" y="2217"/>
                        <a:pt x="151" y="2277"/>
                      </a:cubicBezTo>
                      <a:cubicBezTo>
                        <a:pt x="201" y="2297"/>
                        <a:pt x="292" y="2357"/>
                        <a:pt x="382" y="2368"/>
                      </a:cubicBezTo>
                      <a:cubicBezTo>
                        <a:pt x="492" y="2388"/>
                        <a:pt x="623" y="2388"/>
                        <a:pt x="733" y="2398"/>
                      </a:cubicBezTo>
                      <a:cubicBezTo>
                        <a:pt x="833" y="2407"/>
                        <a:pt x="989" y="2432"/>
                        <a:pt x="1133" y="2432"/>
                      </a:cubicBezTo>
                      <a:cubicBezTo>
                        <a:pt x="1307" y="2432"/>
                        <a:pt x="1463" y="2395"/>
                        <a:pt x="1485" y="2247"/>
                      </a:cubicBezTo>
                      <a:cubicBezTo>
                        <a:pt x="1505" y="2127"/>
                        <a:pt x="1465" y="1956"/>
                        <a:pt x="1395" y="1846"/>
                      </a:cubicBezTo>
                      <a:cubicBezTo>
                        <a:pt x="1345" y="1776"/>
                        <a:pt x="1174" y="1615"/>
                        <a:pt x="1154" y="1535"/>
                      </a:cubicBezTo>
                      <a:cubicBezTo>
                        <a:pt x="1134" y="1475"/>
                        <a:pt x="1204" y="1425"/>
                        <a:pt x="1184" y="1364"/>
                      </a:cubicBezTo>
                      <a:lnTo>
                        <a:pt x="1134" y="1314"/>
                      </a:lnTo>
                      <a:cubicBezTo>
                        <a:pt x="1084" y="1254"/>
                        <a:pt x="994" y="1204"/>
                        <a:pt x="964" y="1134"/>
                      </a:cubicBezTo>
                      <a:cubicBezTo>
                        <a:pt x="914" y="1033"/>
                        <a:pt x="1004" y="1064"/>
                        <a:pt x="1024" y="963"/>
                      </a:cubicBezTo>
                      <a:cubicBezTo>
                        <a:pt x="1034" y="933"/>
                        <a:pt x="984" y="873"/>
                        <a:pt x="984" y="833"/>
                      </a:cubicBezTo>
                      <a:cubicBezTo>
                        <a:pt x="974" y="813"/>
                        <a:pt x="1004" y="793"/>
                        <a:pt x="984" y="753"/>
                      </a:cubicBezTo>
                      <a:cubicBezTo>
                        <a:pt x="964" y="682"/>
                        <a:pt x="914" y="662"/>
                        <a:pt x="904" y="592"/>
                      </a:cubicBezTo>
                      <a:cubicBezTo>
                        <a:pt x="904" y="512"/>
                        <a:pt x="954" y="512"/>
                        <a:pt x="853" y="452"/>
                      </a:cubicBezTo>
                      <a:cubicBezTo>
                        <a:pt x="813" y="422"/>
                        <a:pt x="763" y="432"/>
                        <a:pt x="733" y="392"/>
                      </a:cubicBezTo>
                      <a:cubicBezTo>
                        <a:pt x="693" y="341"/>
                        <a:pt x="753" y="261"/>
                        <a:pt x="643" y="231"/>
                      </a:cubicBezTo>
                      <a:cubicBezTo>
                        <a:pt x="663" y="131"/>
                        <a:pt x="703" y="71"/>
                        <a:pt x="57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13" name="Google Shape;14313;p50"/>
                <p:cNvSpPr/>
                <p:nvPr/>
              </p:nvSpPr>
              <p:spPr>
                <a:xfrm>
                  <a:off x="1618459" y="4185498"/>
                  <a:ext cx="222489" cy="8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8" h="2111" extrusionOk="0">
                      <a:moveTo>
                        <a:pt x="2379" y="1"/>
                      </a:moveTo>
                      <a:cubicBezTo>
                        <a:pt x="2247" y="1"/>
                        <a:pt x="2147" y="156"/>
                        <a:pt x="2147" y="316"/>
                      </a:cubicBezTo>
                      <a:cubicBezTo>
                        <a:pt x="2047" y="225"/>
                        <a:pt x="1951" y="171"/>
                        <a:pt x="1870" y="171"/>
                      </a:cubicBezTo>
                      <a:cubicBezTo>
                        <a:pt x="1771" y="171"/>
                        <a:pt x="1694" y="250"/>
                        <a:pt x="1655" y="436"/>
                      </a:cubicBezTo>
                      <a:cubicBezTo>
                        <a:pt x="1655" y="429"/>
                        <a:pt x="1641" y="424"/>
                        <a:pt x="1618" y="424"/>
                      </a:cubicBezTo>
                      <a:cubicBezTo>
                        <a:pt x="1521" y="424"/>
                        <a:pt x="1266" y="505"/>
                        <a:pt x="1314" y="757"/>
                      </a:cubicBezTo>
                      <a:cubicBezTo>
                        <a:pt x="1268" y="746"/>
                        <a:pt x="1229" y="741"/>
                        <a:pt x="1194" y="741"/>
                      </a:cubicBezTo>
                      <a:cubicBezTo>
                        <a:pt x="1101" y="741"/>
                        <a:pt x="1038" y="776"/>
                        <a:pt x="943" y="827"/>
                      </a:cubicBezTo>
                      <a:cubicBezTo>
                        <a:pt x="930" y="831"/>
                        <a:pt x="919" y="832"/>
                        <a:pt x="909" y="832"/>
                      </a:cubicBezTo>
                      <a:cubicBezTo>
                        <a:pt x="884" y="832"/>
                        <a:pt x="865" y="824"/>
                        <a:pt x="844" y="824"/>
                      </a:cubicBezTo>
                      <a:cubicBezTo>
                        <a:pt x="827" y="824"/>
                        <a:pt x="808" y="829"/>
                        <a:pt x="783" y="847"/>
                      </a:cubicBezTo>
                      <a:cubicBezTo>
                        <a:pt x="733" y="878"/>
                        <a:pt x="743" y="1008"/>
                        <a:pt x="662" y="1058"/>
                      </a:cubicBezTo>
                      <a:cubicBezTo>
                        <a:pt x="636" y="1025"/>
                        <a:pt x="607" y="1013"/>
                        <a:pt x="580" y="1013"/>
                      </a:cubicBezTo>
                      <a:cubicBezTo>
                        <a:pt x="515" y="1013"/>
                        <a:pt x="456" y="1083"/>
                        <a:pt x="442" y="1118"/>
                      </a:cubicBezTo>
                      <a:cubicBezTo>
                        <a:pt x="383" y="1087"/>
                        <a:pt x="321" y="1071"/>
                        <a:pt x="262" y="1071"/>
                      </a:cubicBezTo>
                      <a:cubicBezTo>
                        <a:pt x="171" y="1071"/>
                        <a:pt x="89" y="1109"/>
                        <a:pt x="41" y="1188"/>
                      </a:cubicBezTo>
                      <a:cubicBezTo>
                        <a:pt x="0" y="1269"/>
                        <a:pt x="31" y="1289"/>
                        <a:pt x="71" y="1379"/>
                      </a:cubicBezTo>
                      <a:cubicBezTo>
                        <a:pt x="191" y="1600"/>
                        <a:pt x="462" y="1800"/>
                        <a:pt x="652" y="1891"/>
                      </a:cubicBezTo>
                      <a:cubicBezTo>
                        <a:pt x="942" y="2018"/>
                        <a:pt x="1413" y="2110"/>
                        <a:pt x="1776" y="2110"/>
                      </a:cubicBezTo>
                      <a:cubicBezTo>
                        <a:pt x="1840" y="2110"/>
                        <a:pt x="1901" y="2107"/>
                        <a:pt x="1956" y="2101"/>
                      </a:cubicBezTo>
                      <a:cubicBezTo>
                        <a:pt x="2348" y="2051"/>
                        <a:pt x="2719" y="1901"/>
                        <a:pt x="3120" y="1861"/>
                      </a:cubicBezTo>
                      <a:cubicBezTo>
                        <a:pt x="3410" y="1823"/>
                        <a:pt x="3689" y="1803"/>
                        <a:pt x="3974" y="1803"/>
                      </a:cubicBezTo>
                      <a:cubicBezTo>
                        <a:pt x="4073" y="1803"/>
                        <a:pt x="4172" y="1805"/>
                        <a:pt x="4273" y="1810"/>
                      </a:cubicBezTo>
                      <a:cubicBezTo>
                        <a:pt x="4306" y="1811"/>
                        <a:pt x="4342" y="1812"/>
                        <a:pt x="4383" y="1812"/>
                      </a:cubicBezTo>
                      <a:cubicBezTo>
                        <a:pt x="4748" y="1812"/>
                        <a:pt x="5407" y="1755"/>
                        <a:pt x="5497" y="1349"/>
                      </a:cubicBezTo>
                      <a:cubicBezTo>
                        <a:pt x="5547" y="1158"/>
                        <a:pt x="5447" y="1219"/>
                        <a:pt x="5347" y="1098"/>
                      </a:cubicBezTo>
                      <a:cubicBezTo>
                        <a:pt x="5246" y="988"/>
                        <a:pt x="5256" y="737"/>
                        <a:pt x="5116" y="697"/>
                      </a:cubicBezTo>
                      <a:cubicBezTo>
                        <a:pt x="5107" y="694"/>
                        <a:pt x="5097" y="692"/>
                        <a:pt x="5087" y="692"/>
                      </a:cubicBezTo>
                      <a:cubicBezTo>
                        <a:pt x="5034" y="692"/>
                        <a:pt x="4976" y="733"/>
                        <a:pt x="4925" y="767"/>
                      </a:cubicBezTo>
                      <a:cubicBezTo>
                        <a:pt x="4915" y="737"/>
                        <a:pt x="4905" y="687"/>
                        <a:pt x="4915" y="657"/>
                      </a:cubicBezTo>
                      <a:lnTo>
                        <a:pt x="4845" y="657"/>
                      </a:lnTo>
                      <a:cubicBezTo>
                        <a:pt x="4875" y="557"/>
                        <a:pt x="4855" y="547"/>
                        <a:pt x="4805" y="476"/>
                      </a:cubicBezTo>
                      <a:lnTo>
                        <a:pt x="4765" y="516"/>
                      </a:lnTo>
                      <a:cubicBezTo>
                        <a:pt x="4727" y="462"/>
                        <a:pt x="4690" y="440"/>
                        <a:pt x="4657" y="440"/>
                      </a:cubicBezTo>
                      <a:cubicBezTo>
                        <a:pt x="4567" y="440"/>
                        <a:pt x="4501" y="597"/>
                        <a:pt x="4494" y="707"/>
                      </a:cubicBezTo>
                      <a:cubicBezTo>
                        <a:pt x="4414" y="677"/>
                        <a:pt x="4354" y="607"/>
                        <a:pt x="4304" y="536"/>
                      </a:cubicBezTo>
                      <a:lnTo>
                        <a:pt x="4304" y="536"/>
                      </a:lnTo>
                      <a:cubicBezTo>
                        <a:pt x="4307" y="548"/>
                        <a:pt x="4311" y="558"/>
                        <a:pt x="4315" y="567"/>
                      </a:cubicBezTo>
                      <a:lnTo>
                        <a:pt x="4315" y="567"/>
                      </a:lnTo>
                      <a:cubicBezTo>
                        <a:pt x="4283" y="505"/>
                        <a:pt x="4232" y="481"/>
                        <a:pt x="4174" y="481"/>
                      </a:cubicBezTo>
                      <a:cubicBezTo>
                        <a:pt x="4086" y="481"/>
                        <a:pt x="3984" y="536"/>
                        <a:pt x="3912" y="597"/>
                      </a:cubicBezTo>
                      <a:cubicBezTo>
                        <a:pt x="3909" y="504"/>
                        <a:pt x="3863" y="471"/>
                        <a:pt x="3803" y="471"/>
                      </a:cubicBezTo>
                      <a:cubicBezTo>
                        <a:pt x="3700" y="471"/>
                        <a:pt x="3556" y="571"/>
                        <a:pt x="3511" y="647"/>
                      </a:cubicBezTo>
                      <a:cubicBezTo>
                        <a:pt x="3495" y="549"/>
                        <a:pt x="3419" y="498"/>
                        <a:pt x="3338" y="498"/>
                      </a:cubicBezTo>
                      <a:cubicBezTo>
                        <a:pt x="3319" y="498"/>
                        <a:pt x="3299" y="501"/>
                        <a:pt x="3280" y="506"/>
                      </a:cubicBezTo>
                      <a:cubicBezTo>
                        <a:pt x="3369" y="360"/>
                        <a:pt x="3221" y="299"/>
                        <a:pt x="3062" y="299"/>
                      </a:cubicBezTo>
                      <a:cubicBezTo>
                        <a:pt x="2970" y="299"/>
                        <a:pt x="2874" y="319"/>
                        <a:pt x="2819" y="356"/>
                      </a:cubicBezTo>
                      <a:cubicBezTo>
                        <a:pt x="2827" y="248"/>
                        <a:pt x="2713" y="45"/>
                        <a:pt x="2605" y="45"/>
                      </a:cubicBezTo>
                      <a:cubicBezTo>
                        <a:pt x="2582" y="45"/>
                        <a:pt x="2559" y="54"/>
                        <a:pt x="2538" y="75"/>
                      </a:cubicBezTo>
                      <a:cubicBezTo>
                        <a:pt x="2483" y="23"/>
                        <a:pt x="2429" y="1"/>
                        <a:pt x="23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14" name="Google Shape;14314;p50"/>
                <p:cNvSpPr/>
                <p:nvPr/>
              </p:nvSpPr>
              <p:spPr>
                <a:xfrm>
                  <a:off x="1439436" y="4198531"/>
                  <a:ext cx="71262" cy="436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7" h="1088" extrusionOk="0">
                      <a:moveTo>
                        <a:pt x="853" y="1"/>
                      </a:moveTo>
                      <a:cubicBezTo>
                        <a:pt x="753" y="1"/>
                        <a:pt x="633" y="171"/>
                        <a:pt x="583" y="232"/>
                      </a:cubicBezTo>
                      <a:cubicBezTo>
                        <a:pt x="522" y="302"/>
                        <a:pt x="472" y="382"/>
                        <a:pt x="402" y="422"/>
                      </a:cubicBezTo>
                      <a:cubicBezTo>
                        <a:pt x="392" y="402"/>
                        <a:pt x="372" y="382"/>
                        <a:pt x="372" y="362"/>
                      </a:cubicBezTo>
                      <a:cubicBezTo>
                        <a:pt x="302" y="402"/>
                        <a:pt x="222" y="452"/>
                        <a:pt x="181" y="512"/>
                      </a:cubicBezTo>
                      <a:cubicBezTo>
                        <a:pt x="171" y="502"/>
                        <a:pt x="161" y="492"/>
                        <a:pt x="151" y="472"/>
                      </a:cubicBezTo>
                      <a:cubicBezTo>
                        <a:pt x="81" y="532"/>
                        <a:pt x="1" y="603"/>
                        <a:pt x="1" y="713"/>
                      </a:cubicBezTo>
                      <a:cubicBezTo>
                        <a:pt x="11" y="753"/>
                        <a:pt x="51" y="884"/>
                        <a:pt x="81" y="984"/>
                      </a:cubicBezTo>
                      <a:cubicBezTo>
                        <a:pt x="129" y="991"/>
                        <a:pt x="176" y="993"/>
                        <a:pt x="223" y="993"/>
                      </a:cubicBezTo>
                      <a:cubicBezTo>
                        <a:pt x="273" y="993"/>
                        <a:pt x="324" y="991"/>
                        <a:pt x="375" y="991"/>
                      </a:cubicBezTo>
                      <a:cubicBezTo>
                        <a:pt x="404" y="991"/>
                        <a:pt x="433" y="992"/>
                        <a:pt x="462" y="994"/>
                      </a:cubicBezTo>
                      <a:cubicBezTo>
                        <a:pt x="621" y="1003"/>
                        <a:pt x="754" y="1065"/>
                        <a:pt x="918" y="1065"/>
                      </a:cubicBezTo>
                      <a:cubicBezTo>
                        <a:pt x="930" y="1065"/>
                        <a:pt x="942" y="1065"/>
                        <a:pt x="954" y="1064"/>
                      </a:cubicBezTo>
                      <a:cubicBezTo>
                        <a:pt x="1104" y="1064"/>
                        <a:pt x="1255" y="1064"/>
                        <a:pt x="1415" y="1074"/>
                      </a:cubicBezTo>
                      <a:cubicBezTo>
                        <a:pt x="1461" y="1074"/>
                        <a:pt x="1536" y="1087"/>
                        <a:pt x="1606" y="1087"/>
                      </a:cubicBezTo>
                      <a:cubicBezTo>
                        <a:pt x="1658" y="1087"/>
                        <a:pt x="1706" y="1080"/>
                        <a:pt x="1736" y="1054"/>
                      </a:cubicBezTo>
                      <a:cubicBezTo>
                        <a:pt x="1776" y="1024"/>
                        <a:pt x="1776" y="994"/>
                        <a:pt x="1776" y="954"/>
                      </a:cubicBezTo>
                      <a:cubicBezTo>
                        <a:pt x="1776" y="894"/>
                        <a:pt x="1756" y="823"/>
                        <a:pt x="1736" y="763"/>
                      </a:cubicBezTo>
                      <a:cubicBezTo>
                        <a:pt x="1712" y="706"/>
                        <a:pt x="1588" y="470"/>
                        <a:pt x="1499" y="470"/>
                      </a:cubicBezTo>
                      <a:cubicBezTo>
                        <a:pt x="1481" y="470"/>
                        <a:pt x="1464" y="480"/>
                        <a:pt x="1450" y="503"/>
                      </a:cubicBezTo>
                      <a:lnTo>
                        <a:pt x="1450" y="503"/>
                      </a:lnTo>
                      <a:cubicBezTo>
                        <a:pt x="1496" y="403"/>
                        <a:pt x="1173" y="412"/>
                        <a:pt x="1114" y="392"/>
                      </a:cubicBezTo>
                      <a:cubicBezTo>
                        <a:pt x="1136" y="348"/>
                        <a:pt x="1105" y="299"/>
                        <a:pt x="1071" y="299"/>
                      </a:cubicBezTo>
                      <a:cubicBezTo>
                        <a:pt x="1061" y="299"/>
                        <a:pt x="1052" y="302"/>
                        <a:pt x="1044" y="310"/>
                      </a:cubicBezTo>
                      <a:lnTo>
                        <a:pt x="1044" y="310"/>
                      </a:lnTo>
                      <a:cubicBezTo>
                        <a:pt x="1110" y="214"/>
                        <a:pt x="940" y="10"/>
                        <a:pt x="85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15" name="Google Shape;14315;p50"/>
                <p:cNvSpPr/>
                <p:nvPr/>
              </p:nvSpPr>
              <p:spPr>
                <a:xfrm>
                  <a:off x="1307495" y="4187583"/>
                  <a:ext cx="87744" cy="42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" h="1065" extrusionOk="0">
                      <a:moveTo>
                        <a:pt x="979" y="1"/>
                      </a:moveTo>
                      <a:cubicBezTo>
                        <a:pt x="883" y="1"/>
                        <a:pt x="768" y="197"/>
                        <a:pt x="723" y="364"/>
                      </a:cubicBezTo>
                      <a:cubicBezTo>
                        <a:pt x="663" y="344"/>
                        <a:pt x="583" y="284"/>
                        <a:pt x="532" y="234"/>
                      </a:cubicBezTo>
                      <a:cubicBezTo>
                        <a:pt x="502" y="274"/>
                        <a:pt x="482" y="314"/>
                        <a:pt x="442" y="344"/>
                      </a:cubicBezTo>
                      <a:cubicBezTo>
                        <a:pt x="442" y="304"/>
                        <a:pt x="412" y="284"/>
                        <a:pt x="402" y="254"/>
                      </a:cubicBezTo>
                      <a:cubicBezTo>
                        <a:pt x="352" y="274"/>
                        <a:pt x="292" y="294"/>
                        <a:pt x="232" y="294"/>
                      </a:cubicBezTo>
                      <a:cubicBezTo>
                        <a:pt x="229" y="295"/>
                        <a:pt x="226" y="295"/>
                        <a:pt x="224" y="295"/>
                      </a:cubicBezTo>
                      <a:cubicBezTo>
                        <a:pt x="205" y="295"/>
                        <a:pt x="199" y="269"/>
                        <a:pt x="173" y="269"/>
                      </a:cubicBezTo>
                      <a:cubicBezTo>
                        <a:pt x="167" y="269"/>
                        <a:pt x="160" y="270"/>
                        <a:pt x="151" y="274"/>
                      </a:cubicBezTo>
                      <a:cubicBezTo>
                        <a:pt x="51" y="314"/>
                        <a:pt x="1" y="474"/>
                        <a:pt x="51" y="575"/>
                      </a:cubicBezTo>
                      <a:cubicBezTo>
                        <a:pt x="71" y="605"/>
                        <a:pt x="51" y="675"/>
                        <a:pt x="81" y="735"/>
                      </a:cubicBezTo>
                      <a:cubicBezTo>
                        <a:pt x="141" y="846"/>
                        <a:pt x="272" y="846"/>
                        <a:pt x="362" y="866"/>
                      </a:cubicBezTo>
                      <a:cubicBezTo>
                        <a:pt x="700" y="948"/>
                        <a:pt x="1071" y="1064"/>
                        <a:pt x="1427" y="1064"/>
                      </a:cubicBezTo>
                      <a:cubicBezTo>
                        <a:pt x="1504" y="1064"/>
                        <a:pt x="1581" y="1059"/>
                        <a:pt x="1656" y="1046"/>
                      </a:cubicBezTo>
                      <a:cubicBezTo>
                        <a:pt x="1947" y="996"/>
                        <a:pt x="2187" y="755"/>
                        <a:pt x="1856" y="535"/>
                      </a:cubicBezTo>
                      <a:cubicBezTo>
                        <a:pt x="1806" y="505"/>
                        <a:pt x="1696" y="464"/>
                        <a:pt x="1646" y="444"/>
                      </a:cubicBezTo>
                      <a:cubicBezTo>
                        <a:pt x="1606" y="434"/>
                        <a:pt x="1536" y="414"/>
                        <a:pt x="1485" y="384"/>
                      </a:cubicBezTo>
                      <a:cubicBezTo>
                        <a:pt x="1525" y="240"/>
                        <a:pt x="1398" y="207"/>
                        <a:pt x="1274" y="207"/>
                      </a:cubicBezTo>
                      <a:cubicBezTo>
                        <a:pt x="1208" y="207"/>
                        <a:pt x="1143" y="217"/>
                        <a:pt x="1104" y="224"/>
                      </a:cubicBezTo>
                      <a:cubicBezTo>
                        <a:pt x="1079" y="62"/>
                        <a:pt x="1032" y="1"/>
                        <a:pt x="9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16" name="Google Shape;14316;p50"/>
                <p:cNvSpPr/>
                <p:nvPr/>
              </p:nvSpPr>
              <p:spPr>
                <a:xfrm>
                  <a:off x="1330033" y="4187703"/>
                  <a:ext cx="347007" cy="94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3" h="2368" extrusionOk="0">
                      <a:moveTo>
                        <a:pt x="6049" y="0"/>
                      </a:moveTo>
                      <a:cubicBezTo>
                        <a:pt x="5858" y="90"/>
                        <a:pt x="5598" y="60"/>
                        <a:pt x="5598" y="341"/>
                      </a:cubicBezTo>
                      <a:cubicBezTo>
                        <a:pt x="5578" y="331"/>
                        <a:pt x="5567" y="301"/>
                        <a:pt x="5547" y="291"/>
                      </a:cubicBezTo>
                      <a:cubicBezTo>
                        <a:pt x="5267" y="421"/>
                        <a:pt x="5156" y="502"/>
                        <a:pt x="5126" y="843"/>
                      </a:cubicBezTo>
                      <a:cubicBezTo>
                        <a:pt x="5060" y="722"/>
                        <a:pt x="4954" y="667"/>
                        <a:pt x="4856" y="667"/>
                      </a:cubicBezTo>
                      <a:cubicBezTo>
                        <a:pt x="4716" y="667"/>
                        <a:pt x="4591" y="779"/>
                        <a:pt x="4615" y="973"/>
                      </a:cubicBezTo>
                      <a:cubicBezTo>
                        <a:pt x="4585" y="943"/>
                        <a:pt x="4554" y="913"/>
                        <a:pt x="4534" y="883"/>
                      </a:cubicBezTo>
                      <a:cubicBezTo>
                        <a:pt x="4534" y="953"/>
                        <a:pt x="4484" y="1023"/>
                        <a:pt x="4504" y="1123"/>
                      </a:cubicBezTo>
                      <a:cubicBezTo>
                        <a:pt x="4392" y="1080"/>
                        <a:pt x="4223" y="990"/>
                        <a:pt x="4098" y="990"/>
                      </a:cubicBezTo>
                      <a:cubicBezTo>
                        <a:pt x="4021" y="990"/>
                        <a:pt x="3962" y="1024"/>
                        <a:pt x="3943" y="1123"/>
                      </a:cubicBezTo>
                      <a:cubicBezTo>
                        <a:pt x="3863" y="1038"/>
                        <a:pt x="3710" y="953"/>
                        <a:pt x="3596" y="953"/>
                      </a:cubicBezTo>
                      <a:cubicBezTo>
                        <a:pt x="3521" y="953"/>
                        <a:pt x="3463" y="989"/>
                        <a:pt x="3451" y="1083"/>
                      </a:cubicBezTo>
                      <a:cubicBezTo>
                        <a:pt x="3421" y="973"/>
                        <a:pt x="3381" y="873"/>
                        <a:pt x="3341" y="782"/>
                      </a:cubicBezTo>
                      <a:cubicBezTo>
                        <a:pt x="3180" y="792"/>
                        <a:pt x="3030" y="873"/>
                        <a:pt x="2909" y="983"/>
                      </a:cubicBezTo>
                      <a:cubicBezTo>
                        <a:pt x="2899" y="923"/>
                        <a:pt x="2859" y="893"/>
                        <a:pt x="2849" y="833"/>
                      </a:cubicBezTo>
                      <a:cubicBezTo>
                        <a:pt x="2830" y="839"/>
                        <a:pt x="2811" y="842"/>
                        <a:pt x="2792" y="842"/>
                      </a:cubicBezTo>
                      <a:cubicBezTo>
                        <a:pt x="2706" y="842"/>
                        <a:pt x="2619" y="785"/>
                        <a:pt x="2546" y="785"/>
                      </a:cubicBezTo>
                      <a:cubicBezTo>
                        <a:pt x="2490" y="785"/>
                        <a:pt x="2442" y="818"/>
                        <a:pt x="2408" y="933"/>
                      </a:cubicBezTo>
                      <a:cubicBezTo>
                        <a:pt x="2324" y="789"/>
                        <a:pt x="2180" y="731"/>
                        <a:pt x="2036" y="731"/>
                      </a:cubicBezTo>
                      <a:cubicBezTo>
                        <a:pt x="1939" y="731"/>
                        <a:pt x="1843" y="758"/>
                        <a:pt x="1766" y="802"/>
                      </a:cubicBezTo>
                      <a:cubicBezTo>
                        <a:pt x="1736" y="722"/>
                        <a:pt x="1666" y="672"/>
                        <a:pt x="1636" y="592"/>
                      </a:cubicBezTo>
                      <a:cubicBezTo>
                        <a:pt x="1515" y="602"/>
                        <a:pt x="1445" y="592"/>
                        <a:pt x="1355" y="682"/>
                      </a:cubicBezTo>
                      <a:lnTo>
                        <a:pt x="1274" y="602"/>
                      </a:lnTo>
                      <a:cubicBezTo>
                        <a:pt x="1254" y="612"/>
                        <a:pt x="1234" y="632"/>
                        <a:pt x="1224" y="652"/>
                      </a:cubicBezTo>
                      <a:cubicBezTo>
                        <a:pt x="1194" y="602"/>
                        <a:pt x="1124" y="552"/>
                        <a:pt x="1094" y="512"/>
                      </a:cubicBezTo>
                      <a:cubicBezTo>
                        <a:pt x="1064" y="542"/>
                        <a:pt x="984" y="582"/>
                        <a:pt x="953" y="612"/>
                      </a:cubicBezTo>
                      <a:cubicBezTo>
                        <a:pt x="833" y="431"/>
                        <a:pt x="763" y="351"/>
                        <a:pt x="552" y="351"/>
                      </a:cubicBezTo>
                      <a:cubicBezTo>
                        <a:pt x="492" y="391"/>
                        <a:pt x="452" y="401"/>
                        <a:pt x="402" y="431"/>
                      </a:cubicBezTo>
                      <a:cubicBezTo>
                        <a:pt x="392" y="431"/>
                        <a:pt x="362" y="371"/>
                        <a:pt x="352" y="361"/>
                      </a:cubicBezTo>
                      <a:cubicBezTo>
                        <a:pt x="332" y="411"/>
                        <a:pt x="291" y="461"/>
                        <a:pt x="281" y="512"/>
                      </a:cubicBezTo>
                      <a:cubicBezTo>
                        <a:pt x="221" y="451"/>
                        <a:pt x="151" y="451"/>
                        <a:pt x="111" y="411"/>
                      </a:cubicBezTo>
                      <a:cubicBezTo>
                        <a:pt x="31" y="542"/>
                        <a:pt x="1" y="702"/>
                        <a:pt x="21" y="863"/>
                      </a:cubicBezTo>
                      <a:cubicBezTo>
                        <a:pt x="41" y="1224"/>
                        <a:pt x="1" y="1685"/>
                        <a:pt x="322" y="2006"/>
                      </a:cubicBezTo>
                      <a:cubicBezTo>
                        <a:pt x="582" y="2247"/>
                        <a:pt x="1102" y="2368"/>
                        <a:pt x="1445" y="2368"/>
                      </a:cubicBezTo>
                      <a:cubicBezTo>
                        <a:pt x="1459" y="2368"/>
                        <a:pt x="1472" y="2368"/>
                        <a:pt x="1485" y="2367"/>
                      </a:cubicBezTo>
                      <a:cubicBezTo>
                        <a:pt x="1866" y="2347"/>
                        <a:pt x="2247" y="2277"/>
                        <a:pt x="2639" y="2277"/>
                      </a:cubicBezTo>
                      <a:cubicBezTo>
                        <a:pt x="3086" y="2277"/>
                        <a:pt x="3539" y="2324"/>
                        <a:pt x="3990" y="2324"/>
                      </a:cubicBezTo>
                      <a:cubicBezTo>
                        <a:pt x="4165" y="2324"/>
                        <a:pt x="4340" y="2317"/>
                        <a:pt x="4514" y="2297"/>
                      </a:cubicBezTo>
                      <a:cubicBezTo>
                        <a:pt x="5527" y="2187"/>
                        <a:pt x="6561" y="1816"/>
                        <a:pt x="7564" y="1585"/>
                      </a:cubicBezTo>
                      <a:cubicBezTo>
                        <a:pt x="7864" y="1525"/>
                        <a:pt x="8376" y="1545"/>
                        <a:pt x="8527" y="1254"/>
                      </a:cubicBezTo>
                      <a:cubicBezTo>
                        <a:pt x="8653" y="1025"/>
                        <a:pt x="8537" y="771"/>
                        <a:pt x="8325" y="771"/>
                      </a:cubicBezTo>
                      <a:cubicBezTo>
                        <a:pt x="8268" y="771"/>
                        <a:pt x="8204" y="790"/>
                        <a:pt x="8135" y="833"/>
                      </a:cubicBezTo>
                      <a:cubicBezTo>
                        <a:pt x="8115" y="752"/>
                        <a:pt x="8045" y="722"/>
                        <a:pt x="8015" y="672"/>
                      </a:cubicBezTo>
                      <a:cubicBezTo>
                        <a:pt x="7975" y="692"/>
                        <a:pt x="7955" y="722"/>
                        <a:pt x="7925" y="752"/>
                      </a:cubicBezTo>
                      <a:cubicBezTo>
                        <a:pt x="7925" y="732"/>
                        <a:pt x="7925" y="672"/>
                        <a:pt x="7905" y="652"/>
                      </a:cubicBezTo>
                      <a:cubicBezTo>
                        <a:pt x="7764" y="672"/>
                        <a:pt x="7624" y="722"/>
                        <a:pt x="7503" y="792"/>
                      </a:cubicBezTo>
                      <a:cubicBezTo>
                        <a:pt x="7473" y="772"/>
                        <a:pt x="7373" y="692"/>
                        <a:pt x="7353" y="672"/>
                      </a:cubicBezTo>
                      <a:cubicBezTo>
                        <a:pt x="7403" y="582"/>
                        <a:pt x="7393" y="461"/>
                        <a:pt x="7413" y="361"/>
                      </a:cubicBezTo>
                      <a:lnTo>
                        <a:pt x="7413" y="361"/>
                      </a:lnTo>
                      <a:cubicBezTo>
                        <a:pt x="7182" y="381"/>
                        <a:pt x="6962" y="512"/>
                        <a:pt x="6751" y="562"/>
                      </a:cubicBezTo>
                      <a:cubicBezTo>
                        <a:pt x="6721" y="542"/>
                        <a:pt x="6631" y="481"/>
                        <a:pt x="6611" y="451"/>
                      </a:cubicBezTo>
                      <a:cubicBezTo>
                        <a:pt x="6591" y="471"/>
                        <a:pt x="6581" y="502"/>
                        <a:pt x="6550" y="522"/>
                      </a:cubicBezTo>
                      <a:cubicBezTo>
                        <a:pt x="6664" y="296"/>
                        <a:pt x="6553" y="84"/>
                        <a:pt x="6404" y="84"/>
                      </a:cubicBezTo>
                      <a:cubicBezTo>
                        <a:pt x="6341" y="84"/>
                        <a:pt x="6272" y="122"/>
                        <a:pt x="6209" y="211"/>
                      </a:cubicBezTo>
                      <a:cubicBezTo>
                        <a:pt x="6139" y="70"/>
                        <a:pt x="6169" y="171"/>
                        <a:pt x="6069" y="90"/>
                      </a:cubicBezTo>
                      <a:cubicBezTo>
                        <a:pt x="6059" y="70"/>
                        <a:pt x="6059" y="10"/>
                        <a:pt x="60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17" name="Google Shape;14317;p50"/>
                <p:cNvSpPr/>
                <p:nvPr/>
              </p:nvSpPr>
              <p:spPr>
                <a:xfrm>
                  <a:off x="1509858" y="4187703"/>
                  <a:ext cx="110242" cy="67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9" h="1682" extrusionOk="0">
                      <a:moveTo>
                        <a:pt x="1565" y="0"/>
                      </a:moveTo>
                      <a:cubicBezTo>
                        <a:pt x="1374" y="90"/>
                        <a:pt x="1114" y="60"/>
                        <a:pt x="1114" y="341"/>
                      </a:cubicBezTo>
                      <a:cubicBezTo>
                        <a:pt x="1094" y="331"/>
                        <a:pt x="1083" y="301"/>
                        <a:pt x="1063" y="291"/>
                      </a:cubicBezTo>
                      <a:cubicBezTo>
                        <a:pt x="783" y="421"/>
                        <a:pt x="672" y="502"/>
                        <a:pt x="642" y="843"/>
                      </a:cubicBezTo>
                      <a:cubicBezTo>
                        <a:pt x="576" y="722"/>
                        <a:pt x="470" y="667"/>
                        <a:pt x="372" y="667"/>
                      </a:cubicBezTo>
                      <a:cubicBezTo>
                        <a:pt x="232" y="667"/>
                        <a:pt x="107" y="779"/>
                        <a:pt x="131" y="973"/>
                      </a:cubicBezTo>
                      <a:cubicBezTo>
                        <a:pt x="101" y="943"/>
                        <a:pt x="70" y="913"/>
                        <a:pt x="50" y="883"/>
                      </a:cubicBezTo>
                      <a:cubicBezTo>
                        <a:pt x="50" y="953"/>
                        <a:pt x="0" y="1023"/>
                        <a:pt x="20" y="1123"/>
                      </a:cubicBezTo>
                      <a:cubicBezTo>
                        <a:pt x="30" y="1194"/>
                        <a:pt x="0" y="1254"/>
                        <a:pt x="10" y="1304"/>
                      </a:cubicBezTo>
                      <a:cubicBezTo>
                        <a:pt x="40" y="1384"/>
                        <a:pt x="60" y="1354"/>
                        <a:pt x="111" y="1414"/>
                      </a:cubicBezTo>
                      <a:cubicBezTo>
                        <a:pt x="161" y="1454"/>
                        <a:pt x="151" y="1515"/>
                        <a:pt x="221" y="1545"/>
                      </a:cubicBezTo>
                      <a:cubicBezTo>
                        <a:pt x="251" y="1560"/>
                        <a:pt x="291" y="1563"/>
                        <a:pt x="336" y="1563"/>
                      </a:cubicBezTo>
                      <a:cubicBezTo>
                        <a:pt x="384" y="1563"/>
                        <a:pt x="437" y="1559"/>
                        <a:pt x="486" y="1559"/>
                      </a:cubicBezTo>
                      <a:cubicBezTo>
                        <a:pt x="513" y="1559"/>
                        <a:pt x="539" y="1560"/>
                        <a:pt x="562" y="1565"/>
                      </a:cubicBezTo>
                      <a:cubicBezTo>
                        <a:pt x="831" y="1626"/>
                        <a:pt x="1153" y="1682"/>
                        <a:pt x="1452" y="1682"/>
                      </a:cubicBezTo>
                      <a:cubicBezTo>
                        <a:pt x="1543" y="1682"/>
                        <a:pt x="1631" y="1677"/>
                        <a:pt x="1715" y="1665"/>
                      </a:cubicBezTo>
                      <a:cubicBezTo>
                        <a:pt x="1796" y="1655"/>
                        <a:pt x="1866" y="1605"/>
                        <a:pt x="1946" y="1595"/>
                      </a:cubicBezTo>
                      <a:cubicBezTo>
                        <a:pt x="1961" y="1593"/>
                        <a:pt x="1977" y="1592"/>
                        <a:pt x="1993" y="1592"/>
                      </a:cubicBezTo>
                      <a:cubicBezTo>
                        <a:pt x="2061" y="1592"/>
                        <a:pt x="2134" y="1607"/>
                        <a:pt x="2207" y="1615"/>
                      </a:cubicBezTo>
                      <a:cubicBezTo>
                        <a:pt x="2387" y="1615"/>
                        <a:pt x="2528" y="1595"/>
                        <a:pt x="2648" y="1454"/>
                      </a:cubicBezTo>
                      <a:cubicBezTo>
                        <a:pt x="2688" y="1404"/>
                        <a:pt x="2749" y="1334"/>
                        <a:pt x="2729" y="1284"/>
                      </a:cubicBezTo>
                      <a:cubicBezTo>
                        <a:pt x="2718" y="1229"/>
                        <a:pt x="2696" y="1219"/>
                        <a:pt x="2668" y="1219"/>
                      </a:cubicBezTo>
                      <a:cubicBezTo>
                        <a:pt x="2653" y="1219"/>
                        <a:pt x="2635" y="1222"/>
                        <a:pt x="2618" y="1222"/>
                      </a:cubicBezTo>
                      <a:cubicBezTo>
                        <a:pt x="2604" y="1222"/>
                        <a:pt x="2591" y="1220"/>
                        <a:pt x="2578" y="1214"/>
                      </a:cubicBezTo>
                      <a:cubicBezTo>
                        <a:pt x="2594" y="1173"/>
                        <a:pt x="2557" y="1138"/>
                        <a:pt x="2521" y="1138"/>
                      </a:cubicBezTo>
                      <a:cubicBezTo>
                        <a:pt x="2513" y="1138"/>
                        <a:pt x="2505" y="1140"/>
                        <a:pt x="2498" y="1143"/>
                      </a:cubicBezTo>
                      <a:cubicBezTo>
                        <a:pt x="2468" y="1103"/>
                        <a:pt x="2448" y="1043"/>
                        <a:pt x="2468" y="993"/>
                      </a:cubicBezTo>
                      <a:cubicBezTo>
                        <a:pt x="2439" y="979"/>
                        <a:pt x="2421" y="965"/>
                        <a:pt x="2399" y="965"/>
                      </a:cubicBezTo>
                      <a:cubicBezTo>
                        <a:pt x="2389" y="965"/>
                        <a:pt x="2379" y="967"/>
                        <a:pt x="2367" y="973"/>
                      </a:cubicBezTo>
                      <a:lnTo>
                        <a:pt x="2387" y="953"/>
                      </a:lnTo>
                      <a:cubicBezTo>
                        <a:pt x="2365" y="927"/>
                        <a:pt x="2344" y="918"/>
                        <a:pt x="2324" y="918"/>
                      </a:cubicBezTo>
                      <a:cubicBezTo>
                        <a:pt x="2283" y="918"/>
                        <a:pt x="2247" y="956"/>
                        <a:pt x="2207" y="963"/>
                      </a:cubicBezTo>
                      <a:cubicBezTo>
                        <a:pt x="2187" y="973"/>
                        <a:pt x="2177" y="993"/>
                        <a:pt x="2157" y="993"/>
                      </a:cubicBezTo>
                      <a:cubicBezTo>
                        <a:pt x="2137" y="993"/>
                        <a:pt x="2087" y="963"/>
                        <a:pt x="2056" y="963"/>
                      </a:cubicBezTo>
                      <a:cubicBezTo>
                        <a:pt x="2117" y="933"/>
                        <a:pt x="2247" y="742"/>
                        <a:pt x="2107" y="732"/>
                      </a:cubicBezTo>
                      <a:cubicBezTo>
                        <a:pt x="2127" y="702"/>
                        <a:pt x="2127" y="682"/>
                        <a:pt x="2157" y="652"/>
                      </a:cubicBezTo>
                      <a:cubicBezTo>
                        <a:pt x="2137" y="612"/>
                        <a:pt x="2087" y="602"/>
                        <a:pt x="2056" y="592"/>
                      </a:cubicBezTo>
                      <a:cubicBezTo>
                        <a:pt x="2077" y="542"/>
                        <a:pt x="2107" y="502"/>
                        <a:pt x="2127" y="461"/>
                      </a:cubicBezTo>
                      <a:lnTo>
                        <a:pt x="2127" y="451"/>
                      </a:lnTo>
                      <a:cubicBezTo>
                        <a:pt x="2107" y="471"/>
                        <a:pt x="2097" y="502"/>
                        <a:pt x="2066" y="522"/>
                      </a:cubicBezTo>
                      <a:cubicBezTo>
                        <a:pt x="2180" y="296"/>
                        <a:pt x="2069" y="84"/>
                        <a:pt x="1920" y="84"/>
                      </a:cubicBezTo>
                      <a:cubicBezTo>
                        <a:pt x="1857" y="84"/>
                        <a:pt x="1788" y="122"/>
                        <a:pt x="1725" y="211"/>
                      </a:cubicBezTo>
                      <a:cubicBezTo>
                        <a:pt x="1655" y="70"/>
                        <a:pt x="1685" y="171"/>
                        <a:pt x="1585" y="90"/>
                      </a:cubicBezTo>
                      <a:cubicBezTo>
                        <a:pt x="1575" y="70"/>
                        <a:pt x="1575" y="10"/>
                        <a:pt x="15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18" name="Google Shape;14318;p50"/>
                <p:cNvSpPr/>
                <p:nvPr/>
              </p:nvSpPr>
              <p:spPr>
                <a:xfrm>
                  <a:off x="1255200" y="4198531"/>
                  <a:ext cx="110282" cy="674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0" h="1683" extrusionOk="0">
                      <a:moveTo>
                        <a:pt x="1566" y="1"/>
                      </a:moveTo>
                      <a:cubicBezTo>
                        <a:pt x="1385" y="101"/>
                        <a:pt x="1124" y="61"/>
                        <a:pt x="1124" y="342"/>
                      </a:cubicBezTo>
                      <a:cubicBezTo>
                        <a:pt x="1104" y="332"/>
                        <a:pt x="1094" y="302"/>
                        <a:pt x="1074" y="302"/>
                      </a:cubicBezTo>
                      <a:cubicBezTo>
                        <a:pt x="793" y="432"/>
                        <a:pt x="683" y="502"/>
                        <a:pt x="643" y="843"/>
                      </a:cubicBezTo>
                      <a:cubicBezTo>
                        <a:pt x="581" y="725"/>
                        <a:pt x="478" y="671"/>
                        <a:pt x="380" y="671"/>
                      </a:cubicBezTo>
                      <a:cubicBezTo>
                        <a:pt x="238" y="671"/>
                        <a:pt x="108" y="784"/>
                        <a:pt x="131" y="974"/>
                      </a:cubicBezTo>
                      <a:cubicBezTo>
                        <a:pt x="111" y="954"/>
                        <a:pt x="81" y="914"/>
                        <a:pt x="61" y="894"/>
                      </a:cubicBezTo>
                      <a:cubicBezTo>
                        <a:pt x="61" y="954"/>
                        <a:pt x="1" y="1034"/>
                        <a:pt x="21" y="1134"/>
                      </a:cubicBezTo>
                      <a:lnTo>
                        <a:pt x="21" y="1124"/>
                      </a:lnTo>
                      <a:lnTo>
                        <a:pt x="21" y="1124"/>
                      </a:lnTo>
                      <a:cubicBezTo>
                        <a:pt x="31" y="1194"/>
                        <a:pt x="11" y="1255"/>
                        <a:pt x="21" y="1305"/>
                      </a:cubicBezTo>
                      <a:cubicBezTo>
                        <a:pt x="51" y="1385"/>
                        <a:pt x="71" y="1355"/>
                        <a:pt x="121" y="1415"/>
                      </a:cubicBezTo>
                      <a:cubicBezTo>
                        <a:pt x="161" y="1455"/>
                        <a:pt x="161" y="1515"/>
                        <a:pt x="222" y="1546"/>
                      </a:cubicBezTo>
                      <a:cubicBezTo>
                        <a:pt x="255" y="1560"/>
                        <a:pt x="298" y="1564"/>
                        <a:pt x="344" y="1564"/>
                      </a:cubicBezTo>
                      <a:cubicBezTo>
                        <a:pt x="394" y="1564"/>
                        <a:pt x="448" y="1560"/>
                        <a:pt x="497" y="1560"/>
                      </a:cubicBezTo>
                      <a:cubicBezTo>
                        <a:pt x="524" y="1560"/>
                        <a:pt x="550" y="1561"/>
                        <a:pt x="573" y="1566"/>
                      </a:cubicBezTo>
                      <a:cubicBezTo>
                        <a:pt x="842" y="1627"/>
                        <a:pt x="1164" y="1683"/>
                        <a:pt x="1462" y="1683"/>
                      </a:cubicBezTo>
                      <a:cubicBezTo>
                        <a:pt x="1553" y="1683"/>
                        <a:pt x="1642" y="1678"/>
                        <a:pt x="1726" y="1666"/>
                      </a:cubicBezTo>
                      <a:cubicBezTo>
                        <a:pt x="1806" y="1656"/>
                        <a:pt x="1877" y="1616"/>
                        <a:pt x="1947" y="1596"/>
                      </a:cubicBezTo>
                      <a:cubicBezTo>
                        <a:pt x="1964" y="1594"/>
                        <a:pt x="1981" y="1593"/>
                        <a:pt x="1998" y="1593"/>
                      </a:cubicBezTo>
                      <a:cubicBezTo>
                        <a:pt x="2071" y="1593"/>
                        <a:pt x="2143" y="1608"/>
                        <a:pt x="2208" y="1616"/>
                      </a:cubicBezTo>
                      <a:cubicBezTo>
                        <a:pt x="2229" y="1617"/>
                        <a:pt x="2250" y="1618"/>
                        <a:pt x="2271" y="1618"/>
                      </a:cubicBezTo>
                      <a:cubicBezTo>
                        <a:pt x="2430" y="1618"/>
                        <a:pt x="2551" y="1580"/>
                        <a:pt x="2649" y="1455"/>
                      </a:cubicBezTo>
                      <a:cubicBezTo>
                        <a:pt x="2689" y="1405"/>
                        <a:pt x="2749" y="1345"/>
                        <a:pt x="2739" y="1285"/>
                      </a:cubicBezTo>
                      <a:cubicBezTo>
                        <a:pt x="2730" y="1232"/>
                        <a:pt x="2709" y="1221"/>
                        <a:pt x="2682" y="1221"/>
                      </a:cubicBezTo>
                      <a:cubicBezTo>
                        <a:pt x="2660" y="1221"/>
                        <a:pt x="2635" y="1228"/>
                        <a:pt x="2608" y="1228"/>
                      </a:cubicBezTo>
                      <a:cubicBezTo>
                        <a:pt x="2599" y="1228"/>
                        <a:pt x="2589" y="1227"/>
                        <a:pt x="2579" y="1225"/>
                      </a:cubicBezTo>
                      <a:cubicBezTo>
                        <a:pt x="2603" y="1175"/>
                        <a:pt x="2567" y="1139"/>
                        <a:pt x="2526" y="1139"/>
                      </a:cubicBezTo>
                      <a:cubicBezTo>
                        <a:pt x="2517" y="1139"/>
                        <a:pt x="2507" y="1141"/>
                        <a:pt x="2498" y="1144"/>
                      </a:cubicBezTo>
                      <a:cubicBezTo>
                        <a:pt x="2468" y="1104"/>
                        <a:pt x="2458" y="1044"/>
                        <a:pt x="2468" y="994"/>
                      </a:cubicBezTo>
                      <a:cubicBezTo>
                        <a:pt x="2449" y="981"/>
                        <a:pt x="2434" y="968"/>
                        <a:pt x="2416" y="968"/>
                      </a:cubicBezTo>
                      <a:cubicBezTo>
                        <a:pt x="2405" y="968"/>
                        <a:pt x="2393" y="973"/>
                        <a:pt x="2378" y="984"/>
                      </a:cubicBezTo>
                      <a:lnTo>
                        <a:pt x="2388" y="954"/>
                      </a:lnTo>
                      <a:cubicBezTo>
                        <a:pt x="2369" y="928"/>
                        <a:pt x="2351" y="919"/>
                        <a:pt x="2333" y="919"/>
                      </a:cubicBezTo>
                      <a:cubicBezTo>
                        <a:pt x="2295" y="919"/>
                        <a:pt x="2258" y="960"/>
                        <a:pt x="2218" y="974"/>
                      </a:cubicBezTo>
                      <a:cubicBezTo>
                        <a:pt x="2198" y="974"/>
                        <a:pt x="2188" y="994"/>
                        <a:pt x="2167" y="994"/>
                      </a:cubicBezTo>
                      <a:cubicBezTo>
                        <a:pt x="2147" y="994"/>
                        <a:pt x="2097" y="964"/>
                        <a:pt x="2067" y="964"/>
                      </a:cubicBezTo>
                      <a:cubicBezTo>
                        <a:pt x="2127" y="934"/>
                        <a:pt x="2258" y="743"/>
                        <a:pt x="2117" y="733"/>
                      </a:cubicBezTo>
                      <a:cubicBezTo>
                        <a:pt x="2137" y="703"/>
                        <a:pt x="2137" y="683"/>
                        <a:pt x="2167" y="653"/>
                      </a:cubicBezTo>
                      <a:cubicBezTo>
                        <a:pt x="2147" y="613"/>
                        <a:pt x="2097" y="603"/>
                        <a:pt x="2057" y="593"/>
                      </a:cubicBezTo>
                      <a:cubicBezTo>
                        <a:pt x="2087" y="542"/>
                        <a:pt x="2107" y="502"/>
                        <a:pt x="2137" y="462"/>
                      </a:cubicBezTo>
                      <a:lnTo>
                        <a:pt x="2127" y="462"/>
                      </a:lnTo>
                      <a:cubicBezTo>
                        <a:pt x="2107" y="482"/>
                        <a:pt x="2107" y="512"/>
                        <a:pt x="2077" y="522"/>
                      </a:cubicBezTo>
                      <a:cubicBezTo>
                        <a:pt x="2189" y="298"/>
                        <a:pt x="2076" y="89"/>
                        <a:pt x="1930" y="89"/>
                      </a:cubicBezTo>
                      <a:cubicBezTo>
                        <a:pt x="1866" y="89"/>
                        <a:pt x="1797" y="128"/>
                        <a:pt x="1736" y="222"/>
                      </a:cubicBezTo>
                      <a:cubicBezTo>
                        <a:pt x="1656" y="71"/>
                        <a:pt x="1696" y="171"/>
                        <a:pt x="1586" y="91"/>
                      </a:cubicBezTo>
                      <a:cubicBezTo>
                        <a:pt x="1586" y="71"/>
                        <a:pt x="1586" y="21"/>
                        <a:pt x="15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19" name="Google Shape;14319;p50"/>
                <p:cNvSpPr/>
                <p:nvPr/>
              </p:nvSpPr>
              <p:spPr>
                <a:xfrm>
                  <a:off x="1510259" y="4187703"/>
                  <a:ext cx="70019" cy="44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6" h="1104" extrusionOk="0">
                      <a:moveTo>
                        <a:pt x="1555" y="0"/>
                      </a:moveTo>
                      <a:cubicBezTo>
                        <a:pt x="1364" y="90"/>
                        <a:pt x="1104" y="60"/>
                        <a:pt x="1104" y="341"/>
                      </a:cubicBezTo>
                      <a:cubicBezTo>
                        <a:pt x="1084" y="331"/>
                        <a:pt x="1073" y="301"/>
                        <a:pt x="1053" y="291"/>
                      </a:cubicBezTo>
                      <a:cubicBezTo>
                        <a:pt x="773" y="421"/>
                        <a:pt x="662" y="502"/>
                        <a:pt x="632" y="843"/>
                      </a:cubicBezTo>
                      <a:cubicBezTo>
                        <a:pt x="566" y="722"/>
                        <a:pt x="460" y="667"/>
                        <a:pt x="362" y="667"/>
                      </a:cubicBezTo>
                      <a:cubicBezTo>
                        <a:pt x="222" y="667"/>
                        <a:pt x="97" y="779"/>
                        <a:pt x="121" y="973"/>
                      </a:cubicBezTo>
                      <a:cubicBezTo>
                        <a:pt x="91" y="943"/>
                        <a:pt x="60" y="913"/>
                        <a:pt x="40" y="883"/>
                      </a:cubicBezTo>
                      <a:cubicBezTo>
                        <a:pt x="40" y="943"/>
                        <a:pt x="0" y="1013"/>
                        <a:pt x="0" y="1103"/>
                      </a:cubicBezTo>
                      <a:cubicBezTo>
                        <a:pt x="20" y="1073"/>
                        <a:pt x="50" y="1043"/>
                        <a:pt x="80" y="1023"/>
                      </a:cubicBezTo>
                      <a:cubicBezTo>
                        <a:pt x="103" y="1012"/>
                        <a:pt x="122" y="1007"/>
                        <a:pt x="138" y="1007"/>
                      </a:cubicBezTo>
                      <a:cubicBezTo>
                        <a:pt x="208" y="1007"/>
                        <a:pt x="232" y="1093"/>
                        <a:pt x="321" y="1093"/>
                      </a:cubicBezTo>
                      <a:cubicBezTo>
                        <a:pt x="321" y="993"/>
                        <a:pt x="331" y="933"/>
                        <a:pt x="422" y="893"/>
                      </a:cubicBezTo>
                      <a:cubicBezTo>
                        <a:pt x="432" y="893"/>
                        <a:pt x="452" y="913"/>
                        <a:pt x="472" y="913"/>
                      </a:cubicBezTo>
                      <a:cubicBezTo>
                        <a:pt x="499" y="904"/>
                        <a:pt x="526" y="861"/>
                        <a:pt x="554" y="861"/>
                      </a:cubicBezTo>
                      <a:cubicBezTo>
                        <a:pt x="557" y="861"/>
                        <a:pt x="559" y="862"/>
                        <a:pt x="562" y="863"/>
                      </a:cubicBezTo>
                      <a:cubicBezTo>
                        <a:pt x="599" y="863"/>
                        <a:pt x="593" y="924"/>
                        <a:pt x="633" y="924"/>
                      </a:cubicBezTo>
                      <a:cubicBezTo>
                        <a:pt x="636" y="924"/>
                        <a:pt x="639" y="923"/>
                        <a:pt x="642" y="923"/>
                      </a:cubicBezTo>
                      <a:cubicBezTo>
                        <a:pt x="682" y="913"/>
                        <a:pt x="672" y="802"/>
                        <a:pt x="692" y="762"/>
                      </a:cubicBezTo>
                      <a:cubicBezTo>
                        <a:pt x="742" y="672"/>
                        <a:pt x="853" y="652"/>
                        <a:pt x="923" y="612"/>
                      </a:cubicBezTo>
                      <a:cubicBezTo>
                        <a:pt x="973" y="592"/>
                        <a:pt x="1003" y="542"/>
                        <a:pt x="1073" y="522"/>
                      </a:cubicBezTo>
                      <a:cubicBezTo>
                        <a:pt x="1174" y="502"/>
                        <a:pt x="1174" y="532"/>
                        <a:pt x="1244" y="421"/>
                      </a:cubicBezTo>
                      <a:cubicBezTo>
                        <a:pt x="1267" y="375"/>
                        <a:pt x="1255" y="328"/>
                        <a:pt x="1299" y="328"/>
                      </a:cubicBezTo>
                      <a:cubicBezTo>
                        <a:pt x="1312" y="328"/>
                        <a:pt x="1329" y="332"/>
                        <a:pt x="1354" y="341"/>
                      </a:cubicBezTo>
                      <a:cubicBezTo>
                        <a:pt x="1330" y="242"/>
                        <a:pt x="1386" y="157"/>
                        <a:pt x="1479" y="157"/>
                      </a:cubicBezTo>
                      <a:cubicBezTo>
                        <a:pt x="1499" y="157"/>
                        <a:pt x="1521" y="161"/>
                        <a:pt x="1545" y="171"/>
                      </a:cubicBezTo>
                      <a:cubicBezTo>
                        <a:pt x="1575" y="181"/>
                        <a:pt x="1595" y="221"/>
                        <a:pt x="1635" y="231"/>
                      </a:cubicBezTo>
                      <a:cubicBezTo>
                        <a:pt x="1639" y="233"/>
                        <a:pt x="1645" y="234"/>
                        <a:pt x="1652" y="234"/>
                      </a:cubicBezTo>
                      <a:cubicBezTo>
                        <a:pt x="1669" y="234"/>
                        <a:pt x="1695" y="228"/>
                        <a:pt x="1719" y="228"/>
                      </a:cubicBezTo>
                      <a:cubicBezTo>
                        <a:pt x="1728" y="228"/>
                        <a:pt x="1737" y="229"/>
                        <a:pt x="1746" y="231"/>
                      </a:cubicBezTo>
                      <a:lnTo>
                        <a:pt x="1736" y="191"/>
                      </a:lnTo>
                      <a:lnTo>
                        <a:pt x="1715" y="211"/>
                      </a:lnTo>
                      <a:cubicBezTo>
                        <a:pt x="1645" y="70"/>
                        <a:pt x="1675" y="171"/>
                        <a:pt x="1575" y="90"/>
                      </a:cubicBezTo>
                      <a:cubicBezTo>
                        <a:pt x="1565" y="70"/>
                        <a:pt x="1565" y="10"/>
                        <a:pt x="155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  <p:grpSp>
            <p:nvGrpSpPr>
              <p:cNvPr id="14320" name="Google Shape;14320;p50"/>
              <p:cNvGrpSpPr/>
              <p:nvPr/>
            </p:nvGrpSpPr>
            <p:grpSpPr>
              <a:xfrm rot="-575426">
                <a:off x="4977464" y="4241675"/>
                <a:ext cx="824216" cy="233743"/>
                <a:chOff x="2436564" y="2774658"/>
                <a:chExt cx="737475" cy="209143"/>
              </a:xfrm>
            </p:grpSpPr>
            <p:sp>
              <p:nvSpPr>
                <p:cNvPr id="14321" name="Google Shape;14321;p50"/>
                <p:cNvSpPr/>
                <p:nvPr/>
              </p:nvSpPr>
              <p:spPr>
                <a:xfrm>
                  <a:off x="2436564" y="2775028"/>
                  <a:ext cx="534606" cy="208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1" h="5206" extrusionOk="0">
                      <a:moveTo>
                        <a:pt x="2434" y="1"/>
                      </a:moveTo>
                      <a:cubicBezTo>
                        <a:pt x="2405" y="1"/>
                        <a:pt x="2376" y="4"/>
                        <a:pt x="2348" y="10"/>
                      </a:cubicBezTo>
                      <a:cubicBezTo>
                        <a:pt x="2057" y="60"/>
                        <a:pt x="2167" y="582"/>
                        <a:pt x="1976" y="812"/>
                      </a:cubicBezTo>
                      <a:cubicBezTo>
                        <a:pt x="1916" y="882"/>
                        <a:pt x="1836" y="933"/>
                        <a:pt x="1776" y="1003"/>
                      </a:cubicBezTo>
                      <a:cubicBezTo>
                        <a:pt x="1585" y="1234"/>
                        <a:pt x="1716" y="1565"/>
                        <a:pt x="1776" y="1855"/>
                      </a:cubicBezTo>
                      <a:cubicBezTo>
                        <a:pt x="1836" y="2176"/>
                        <a:pt x="1826" y="2688"/>
                        <a:pt x="1525" y="2808"/>
                      </a:cubicBezTo>
                      <a:cubicBezTo>
                        <a:pt x="1514" y="2813"/>
                        <a:pt x="1503" y="2815"/>
                        <a:pt x="1494" y="2815"/>
                      </a:cubicBezTo>
                      <a:cubicBezTo>
                        <a:pt x="1391" y="2815"/>
                        <a:pt x="1372" y="2586"/>
                        <a:pt x="1345" y="2467"/>
                      </a:cubicBezTo>
                      <a:cubicBezTo>
                        <a:pt x="1300" y="2164"/>
                        <a:pt x="1136" y="1575"/>
                        <a:pt x="896" y="1575"/>
                      </a:cubicBezTo>
                      <a:cubicBezTo>
                        <a:pt x="866" y="1575"/>
                        <a:pt x="835" y="1585"/>
                        <a:pt x="803" y="1605"/>
                      </a:cubicBezTo>
                      <a:cubicBezTo>
                        <a:pt x="729" y="1660"/>
                        <a:pt x="801" y="1880"/>
                        <a:pt x="732" y="1880"/>
                      </a:cubicBezTo>
                      <a:cubicBezTo>
                        <a:pt x="726" y="1880"/>
                        <a:pt x="720" y="1878"/>
                        <a:pt x="713" y="1875"/>
                      </a:cubicBezTo>
                      <a:cubicBezTo>
                        <a:pt x="562" y="1810"/>
                        <a:pt x="614" y="1409"/>
                        <a:pt x="481" y="1409"/>
                      </a:cubicBezTo>
                      <a:cubicBezTo>
                        <a:pt x="472" y="1409"/>
                        <a:pt x="462" y="1410"/>
                        <a:pt x="452" y="1414"/>
                      </a:cubicBezTo>
                      <a:cubicBezTo>
                        <a:pt x="101" y="1544"/>
                        <a:pt x="171" y="2066"/>
                        <a:pt x="91" y="2417"/>
                      </a:cubicBezTo>
                      <a:cubicBezTo>
                        <a:pt x="0" y="2818"/>
                        <a:pt x="121" y="3370"/>
                        <a:pt x="191" y="3771"/>
                      </a:cubicBezTo>
                      <a:cubicBezTo>
                        <a:pt x="221" y="3952"/>
                        <a:pt x="261" y="4132"/>
                        <a:pt x="372" y="4273"/>
                      </a:cubicBezTo>
                      <a:cubicBezTo>
                        <a:pt x="558" y="4505"/>
                        <a:pt x="864" y="4552"/>
                        <a:pt x="1174" y="4552"/>
                      </a:cubicBezTo>
                      <a:cubicBezTo>
                        <a:pt x="1265" y="4552"/>
                        <a:pt x="1356" y="4548"/>
                        <a:pt x="1445" y="4544"/>
                      </a:cubicBezTo>
                      <a:cubicBezTo>
                        <a:pt x="1561" y="4539"/>
                        <a:pt x="1678" y="4536"/>
                        <a:pt x="1795" y="4536"/>
                      </a:cubicBezTo>
                      <a:cubicBezTo>
                        <a:pt x="2613" y="4536"/>
                        <a:pt x="3432" y="4659"/>
                        <a:pt x="4213" y="4905"/>
                      </a:cubicBezTo>
                      <a:cubicBezTo>
                        <a:pt x="4645" y="5035"/>
                        <a:pt x="5066" y="5206"/>
                        <a:pt x="5507" y="5206"/>
                      </a:cubicBezTo>
                      <a:cubicBezTo>
                        <a:pt x="5828" y="5206"/>
                        <a:pt x="6149" y="5105"/>
                        <a:pt x="6460" y="5025"/>
                      </a:cubicBezTo>
                      <a:cubicBezTo>
                        <a:pt x="7566" y="4728"/>
                        <a:pt x="8715" y="4502"/>
                        <a:pt x="9854" y="4502"/>
                      </a:cubicBezTo>
                      <a:cubicBezTo>
                        <a:pt x="10368" y="4502"/>
                        <a:pt x="10880" y="4548"/>
                        <a:pt x="11385" y="4654"/>
                      </a:cubicBezTo>
                      <a:cubicBezTo>
                        <a:pt x="11686" y="4717"/>
                        <a:pt x="11993" y="4806"/>
                        <a:pt x="12301" y="4806"/>
                      </a:cubicBezTo>
                      <a:cubicBezTo>
                        <a:pt x="12383" y="4806"/>
                        <a:pt x="12466" y="4799"/>
                        <a:pt x="12549" y="4784"/>
                      </a:cubicBezTo>
                      <a:cubicBezTo>
                        <a:pt x="12940" y="4724"/>
                        <a:pt x="13331" y="4403"/>
                        <a:pt x="13321" y="3992"/>
                      </a:cubicBezTo>
                      <a:cubicBezTo>
                        <a:pt x="13311" y="3711"/>
                        <a:pt x="13120" y="3470"/>
                        <a:pt x="12960" y="3230"/>
                      </a:cubicBezTo>
                      <a:cubicBezTo>
                        <a:pt x="12809" y="2989"/>
                        <a:pt x="12900" y="2708"/>
                        <a:pt x="12850" y="2427"/>
                      </a:cubicBezTo>
                      <a:cubicBezTo>
                        <a:pt x="12789" y="2046"/>
                        <a:pt x="12739" y="1635"/>
                        <a:pt x="12438" y="1384"/>
                      </a:cubicBezTo>
                      <a:cubicBezTo>
                        <a:pt x="12338" y="1304"/>
                        <a:pt x="12188" y="1354"/>
                        <a:pt x="12097" y="1254"/>
                      </a:cubicBezTo>
                      <a:cubicBezTo>
                        <a:pt x="12007" y="1153"/>
                        <a:pt x="11937" y="1043"/>
                        <a:pt x="11816" y="983"/>
                      </a:cubicBezTo>
                      <a:cubicBezTo>
                        <a:pt x="11798" y="975"/>
                        <a:pt x="11780" y="972"/>
                        <a:pt x="11764" y="972"/>
                      </a:cubicBezTo>
                      <a:cubicBezTo>
                        <a:pt x="11676" y="972"/>
                        <a:pt x="11617" y="1072"/>
                        <a:pt x="11515" y="1123"/>
                      </a:cubicBezTo>
                      <a:cubicBezTo>
                        <a:pt x="11508" y="1128"/>
                        <a:pt x="11501" y="1130"/>
                        <a:pt x="11494" y="1130"/>
                      </a:cubicBezTo>
                      <a:cubicBezTo>
                        <a:pt x="11429" y="1130"/>
                        <a:pt x="11371" y="966"/>
                        <a:pt x="11307" y="966"/>
                      </a:cubicBezTo>
                      <a:cubicBezTo>
                        <a:pt x="11299" y="966"/>
                        <a:pt x="11292" y="968"/>
                        <a:pt x="11285" y="973"/>
                      </a:cubicBezTo>
                      <a:cubicBezTo>
                        <a:pt x="11154" y="1063"/>
                        <a:pt x="11184" y="1294"/>
                        <a:pt x="11044" y="1314"/>
                      </a:cubicBezTo>
                      <a:cubicBezTo>
                        <a:pt x="11036" y="1315"/>
                        <a:pt x="11029" y="1315"/>
                        <a:pt x="11021" y="1315"/>
                      </a:cubicBezTo>
                      <a:cubicBezTo>
                        <a:pt x="10887" y="1315"/>
                        <a:pt x="10827" y="1149"/>
                        <a:pt x="10713" y="1063"/>
                      </a:cubicBezTo>
                      <a:cubicBezTo>
                        <a:pt x="10708" y="1061"/>
                        <a:pt x="10704" y="1060"/>
                        <a:pt x="10699" y="1060"/>
                      </a:cubicBezTo>
                      <a:cubicBezTo>
                        <a:pt x="10661" y="1060"/>
                        <a:pt x="10619" y="1113"/>
                        <a:pt x="10585" y="1113"/>
                      </a:cubicBezTo>
                      <a:cubicBezTo>
                        <a:pt x="10577" y="1113"/>
                        <a:pt x="10569" y="1110"/>
                        <a:pt x="10563" y="1103"/>
                      </a:cubicBezTo>
                      <a:cubicBezTo>
                        <a:pt x="10502" y="1063"/>
                        <a:pt x="10603" y="933"/>
                        <a:pt x="10543" y="893"/>
                      </a:cubicBezTo>
                      <a:cubicBezTo>
                        <a:pt x="10511" y="868"/>
                        <a:pt x="10479" y="857"/>
                        <a:pt x="10448" y="857"/>
                      </a:cubicBezTo>
                      <a:cubicBezTo>
                        <a:pt x="10249" y="857"/>
                        <a:pt x="10064" y="1303"/>
                        <a:pt x="10081" y="1555"/>
                      </a:cubicBezTo>
                      <a:cubicBezTo>
                        <a:pt x="10091" y="1735"/>
                        <a:pt x="10171" y="1906"/>
                        <a:pt x="10161" y="2076"/>
                      </a:cubicBezTo>
                      <a:cubicBezTo>
                        <a:pt x="10154" y="2217"/>
                        <a:pt x="9999" y="2407"/>
                        <a:pt x="9893" y="2407"/>
                      </a:cubicBezTo>
                      <a:cubicBezTo>
                        <a:pt x="9864" y="2407"/>
                        <a:pt x="9838" y="2392"/>
                        <a:pt x="9820" y="2357"/>
                      </a:cubicBezTo>
                      <a:cubicBezTo>
                        <a:pt x="9650" y="2026"/>
                        <a:pt x="9921" y="1524"/>
                        <a:pt x="9650" y="1264"/>
                      </a:cubicBezTo>
                      <a:cubicBezTo>
                        <a:pt x="9642" y="1257"/>
                        <a:pt x="9635" y="1254"/>
                        <a:pt x="9628" y="1254"/>
                      </a:cubicBezTo>
                      <a:cubicBezTo>
                        <a:pt x="9567" y="1254"/>
                        <a:pt x="9542" y="1505"/>
                        <a:pt x="9458" y="1505"/>
                      </a:cubicBezTo>
                      <a:cubicBezTo>
                        <a:pt x="9455" y="1505"/>
                        <a:pt x="9452" y="1505"/>
                        <a:pt x="9449" y="1504"/>
                      </a:cubicBezTo>
                      <a:cubicBezTo>
                        <a:pt x="9259" y="1474"/>
                        <a:pt x="9509" y="1113"/>
                        <a:pt x="9479" y="923"/>
                      </a:cubicBezTo>
                      <a:cubicBezTo>
                        <a:pt x="9474" y="900"/>
                        <a:pt x="9462" y="890"/>
                        <a:pt x="9446" y="890"/>
                      </a:cubicBezTo>
                      <a:cubicBezTo>
                        <a:pt x="9400" y="890"/>
                        <a:pt x="9321" y="973"/>
                        <a:pt x="9299" y="1033"/>
                      </a:cubicBezTo>
                      <a:cubicBezTo>
                        <a:pt x="9208" y="1304"/>
                        <a:pt x="9128" y="1565"/>
                        <a:pt x="9048" y="1825"/>
                      </a:cubicBezTo>
                      <a:cubicBezTo>
                        <a:pt x="9018" y="1916"/>
                        <a:pt x="8988" y="2006"/>
                        <a:pt x="8998" y="2106"/>
                      </a:cubicBezTo>
                      <a:cubicBezTo>
                        <a:pt x="9008" y="2186"/>
                        <a:pt x="9048" y="2257"/>
                        <a:pt x="9058" y="2337"/>
                      </a:cubicBezTo>
                      <a:cubicBezTo>
                        <a:pt x="9090" y="2523"/>
                        <a:pt x="8881" y="2801"/>
                        <a:pt x="8730" y="2801"/>
                      </a:cubicBezTo>
                      <a:cubicBezTo>
                        <a:pt x="8694" y="2801"/>
                        <a:pt x="8662" y="2785"/>
                        <a:pt x="8637" y="2748"/>
                      </a:cubicBezTo>
                      <a:cubicBezTo>
                        <a:pt x="8466" y="2497"/>
                        <a:pt x="8346" y="2257"/>
                        <a:pt x="8276" y="1956"/>
                      </a:cubicBezTo>
                      <a:cubicBezTo>
                        <a:pt x="8235" y="1755"/>
                        <a:pt x="8486" y="1444"/>
                        <a:pt x="8296" y="1374"/>
                      </a:cubicBezTo>
                      <a:cubicBezTo>
                        <a:pt x="8284" y="1368"/>
                        <a:pt x="8271" y="1366"/>
                        <a:pt x="8258" y="1366"/>
                      </a:cubicBezTo>
                      <a:cubicBezTo>
                        <a:pt x="8180" y="1366"/>
                        <a:pt x="8073" y="1448"/>
                        <a:pt x="8006" y="1448"/>
                      </a:cubicBezTo>
                      <a:cubicBezTo>
                        <a:pt x="7984" y="1448"/>
                        <a:pt x="7966" y="1439"/>
                        <a:pt x="7955" y="1414"/>
                      </a:cubicBezTo>
                      <a:cubicBezTo>
                        <a:pt x="7884" y="1244"/>
                        <a:pt x="8266" y="1053"/>
                        <a:pt x="8165" y="903"/>
                      </a:cubicBezTo>
                      <a:cubicBezTo>
                        <a:pt x="8123" y="839"/>
                        <a:pt x="8040" y="805"/>
                        <a:pt x="7963" y="805"/>
                      </a:cubicBezTo>
                      <a:cubicBezTo>
                        <a:pt x="7931" y="805"/>
                        <a:pt x="7901" y="811"/>
                        <a:pt x="7874" y="822"/>
                      </a:cubicBezTo>
                      <a:cubicBezTo>
                        <a:pt x="7814" y="842"/>
                        <a:pt x="7834" y="963"/>
                        <a:pt x="7774" y="993"/>
                      </a:cubicBezTo>
                      <a:cubicBezTo>
                        <a:pt x="7767" y="996"/>
                        <a:pt x="7759" y="998"/>
                        <a:pt x="7752" y="998"/>
                      </a:cubicBezTo>
                      <a:cubicBezTo>
                        <a:pt x="7702" y="998"/>
                        <a:pt x="7648" y="930"/>
                        <a:pt x="7599" y="930"/>
                      </a:cubicBezTo>
                      <a:cubicBezTo>
                        <a:pt x="7594" y="930"/>
                        <a:pt x="7589" y="931"/>
                        <a:pt x="7584" y="933"/>
                      </a:cubicBezTo>
                      <a:cubicBezTo>
                        <a:pt x="7463" y="993"/>
                        <a:pt x="7513" y="1213"/>
                        <a:pt x="7423" y="1314"/>
                      </a:cubicBezTo>
                      <a:cubicBezTo>
                        <a:pt x="7303" y="1464"/>
                        <a:pt x="7293" y="1655"/>
                        <a:pt x="7162" y="1785"/>
                      </a:cubicBezTo>
                      <a:cubicBezTo>
                        <a:pt x="7152" y="1797"/>
                        <a:pt x="7140" y="1802"/>
                        <a:pt x="7126" y="1802"/>
                      </a:cubicBezTo>
                      <a:cubicBezTo>
                        <a:pt x="7082" y="1802"/>
                        <a:pt x="7023" y="1759"/>
                        <a:pt x="6983" y="1759"/>
                      </a:cubicBezTo>
                      <a:cubicBezTo>
                        <a:pt x="6970" y="1759"/>
                        <a:pt x="6959" y="1763"/>
                        <a:pt x="6952" y="1775"/>
                      </a:cubicBezTo>
                      <a:cubicBezTo>
                        <a:pt x="6811" y="1956"/>
                        <a:pt x="7303" y="2397"/>
                        <a:pt x="7082" y="2447"/>
                      </a:cubicBezTo>
                      <a:cubicBezTo>
                        <a:pt x="7081" y="2447"/>
                        <a:pt x="7079" y="2448"/>
                        <a:pt x="7078" y="2448"/>
                      </a:cubicBezTo>
                      <a:cubicBezTo>
                        <a:pt x="7025" y="2448"/>
                        <a:pt x="7081" y="2257"/>
                        <a:pt x="7022" y="2257"/>
                      </a:cubicBezTo>
                      <a:cubicBezTo>
                        <a:pt x="6791" y="2277"/>
                        <a:pt x="7072" y="2959"/>
                        <a:pt x="6841" y="2959"/>
                      </a:cubicBezTo>
                      <a:cubicBezTo>
                        <a:pt x="6420" y="2949"/>
                        <a:pt x="6560" y="2146"/>
                        <a:pt x="6300" y="1815"/>
                      </a:cubicBezTo>
                      <a:cubicBezTo>
                        <a:pt x="6229" y="1725"/>
                        <a:pt x="6159" y="1645"/>
                        <a:pt x="6109" y="1555"/>
                      </a:cubicBezTo>
                      <a:cubicBezTo>
                        <a:pt x="5938" y="1274"/>
                        <a:pt x="6229" y="722"/>
                        <a:pt x="5928" y="592"/>
                      </a:cubicBezTo>
                      <a:cubicBezTo>
                        <a:pt x="5917" y="586"/>
                        <a:pt x="5906" y="584"/>
                        <a:pt x="5895" y="584"/>
                      </a:cubicBezTo>
                      <a:cubicBezTo>
                        <a:pt x="5759" y="584"/>
                        <a:pt x="5687" y="1001"/>
                        <a:pt x="5550" y="1001"/>
                      </a:cubicBezTo>
                      <a:cubicBezTo>
                        <a:pt x="5540" y="1001"/>
                        <a:pt x="5529" y="998"/>
                        <a:pt x="5517" y="993"/>
                      </a:cubicBezTo>
                      <a:cubicBezTo>
                        <a:pt x="5417" y="943"/>
                        <a:pt x="5628" y="682"/>
                        <a:pt x="5517" y="652"/>
                      </a:cubicBezTo>
                      <a:cubicBezTo>
                        <a:pt x="5509" y="650"/>
                        <a:pt x="5502" y="649"/>
                        <a:pt x="5495" y="649"/>
                      </a:cubicBezTo>
                      <a:cubicBezTo>
                        <a:pt x="5349" y="649"/>
                        <a:pt x="5479" y="1145"/>
                        <a:pt x="5307" y="1183"/>
                      </a:cubicBezTo>
                      <a:cubicBezTo>
                        <a:pt x="5303" y="1184"/>
                        <a:pt x="5300" y="1184"/>
                        <a:pt x="5297" y="1184"/>
                      </a:cubicBezTo>
                      <a:cubicBezTo>
                        <a:pt x="5200" y="1184"/>
                        <a:pt x="5253" y="892"/>
                        <a:pt x="5146" y="862"/>
                      </a:cubicBezTo>
                      <a:cubicBezTo>
                        <a:pt x="5142" y="862"/>
                        <a:pt x="5139" y="861"/>
                        <a:pt x="5135" y="861"/>
                      </a:cubicBezTo>
                      <a:cubicBezTo>
                        <a:pt x="5066" y="861"/>
                        <a:pt x="5043" y="1043"/>
                        <a:pt x="4971" y="1043"/>
                      </a:cubicBezTo>
                      <a:cubicBezTo>
                        <a:pt x="4969" y="1043"/>
                        <a:pt x="4967" y="1043"/>
                        <a:pt x="4966" y="1043"/>
                      </a:cubicBezTo>
                      <a:cubicBezTo>
                        <a:pt x="4765" y="1023"/>
                        <a:pt x="4986" y="551"/>
                        <a:pt x="4815" y="451"/>
                      </a:cubicBezTo>
                      <a:cubicBezTo>
                        <a:pt x="4805" y="446"/>
                        <a:pt x="4796" y="444"/>
                        <a:pt x="4788" y="444"/>
                      </a:cubicBezTo>
                      <a:cubicBezTo>
                        <a:pt x="4685" y="444"/>
                        <a:pt x="4656" y="794"/>
                        <a:pt x="4529" y="794"/>
                      </a:cubicBezTo>
                      <a:cubicBezTo>
                        <a:pt x="4524" y="794"/>
                        <a:pt x="4519" y="793"/>
                        <a:pt x="4514" y="792"/>
                      </a:cubicBezTo>
                      <a:cubicBezTo>
                        <a:pt x="4354" y="762"/>
                        <a:pt x="4564" y="321"/>
                        <a:pt x="4404" y="301"/>
                      </a:cubicBezTo>
                      <a:cubicBezTo>
                        <a:pt x="4391" y="299"/>
                        <a:pt x="4379" y="298"/>
                        <a:pt x="4367" y="298"/>
                      </a:cubicBezTo>
                      <a:cubicBezTo>
                        <a:pt x="4058" y="298"/>
                        <a:pt x="3990" y="905"/>
                        <a:pt x="3932" y="1234"/>
                      </a:cubicBezTo>
                      <a:cubicBezTo>
                        <a:pt x="3902" y="1414"/>
                        <a:pt x="4093" y="1705"/>
                        <a:pt x="3922" y="1795"/>
                      </a:cubicBezTo>
                      <a:cubicBezTo>
                        <a:pt x="3913" y="1800"/>
                        <a:pt x="3904" y="1802"/>
                        <a:pt x="3895" y="1802"/>
                      </a:cubicBezTo>
                      <a:cubicBezTo>
                        <a:pt x="3812" y="1802"/>
                        <a:pt x="3710" y="1649"/>
                        <a:pt x="3637" y="1649"/>
                      </a:cubicBezTo>
                      <a:cubicBezTo>
                        <a:pt x="3624" y="1649"/>
                        <a:pt x="3612" y="1654"/>
                        <a:pt x="3601" y="1665"/>
                      </a:cubicBezTo>
                      <a:cubicBezTo>
                        <a:pt x="3511" y="1755"/>
                        <a:pt x="3652" y="1926"/>
                        <a:pt x="3652" y="2056"/>
                      </a:cubicBezTo>
                      <a:cubicBezTo>
                        <a:pt x="3642" y="2195"/>
                        <a:pt x="3495" y="2309"/>
                        <a:pt x="3362" y="2309"/>
                      </a:cubicBezTo>
                      <a:cubicBezTo>
                        <a:pt x="3351" y="2309"/>
                        <a:pt x="3341" y="2308"/>
                        <a:pt x="3331" y="2307"/>
                      </a:cubicBezTo>
                      <a:cubicBezTo>
                        <a:pt x="3240" y="2287"/>
                        <a:pt x="3240" y="2166"/>
                        <a:pt x="3220" y="2076"/>
                      </a:cubicBezTo>
                      <a:cubicBezTo>
                        <a:pt x="3206" y="2039"/>
                        <a:pt x="3149" y="2030"/>
                        <a:pt x="3100" y="2030"/>
                      </a:cubicBezTo>
                      <a:lnTo>
                        <a:pt x="3100" y="2030"/>
                      </a:lnTo>
                      <a:cubicBezTo>
                        <a:pt x="3422" y="1949"/>
                        <a:pt x="2909" y="1137"/>
                        <a:pt x="2689" y="792"/>
                      </a:cubicBezTo>
                      <a:cubicBezTo>
                        <a:pt x="2659" y="732"/>
                        <a:pt x="2618" y="682"/>
                        <a:pt x="2618" y="622"/>
                      </a:cubicBezTo>
                      <a:cubicBezTo>
                        <a:pt x="2598" y="431"/>
                        <a:pt x="2909" y="220"/>
                        <a:pt x="2769" y="110"/>
                      </a:cubicBezTo>
                      <a:cubicBezTo>
                        <a:pt x="2673" y="46"/>
                        <a:pt x="2551" y="1"/>
                        <a:pt x="243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22" name="Google Shape;14322;p50"/>
                <p:cNvSpPr/>
                <p:nvPr/>
              </p:nvSpPr>
              <p:spPr>
                <a:xfrm rot="-293525">
                  <a:off x="2946011" y="2783857"/>
                  <a:ext cx="222094" cy="1486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8" h="3707" extrusionOk="0">
                      <a:moveTo>
                        <a:pt x="635" y="0"/>
                      </a:moveTo>
                      <a:cubicBezTo>
                        <a:pt x="628" y="0"/>
                        <a:pt x="620" y="1"/>
                        <a:pt x="613" y="2"/>
                      </a:cubicBezTo>
                      <a:cubicBezTo>
                        <a:pt x="522" y="12"/>
                        <a:pt x="492" y="122"/>
                        <a:pt x="492" y="213"/>
                      </a:cubicBezTo>
                      <a:cubicBezTo>
                        <a:pt x="472" y="564"/>
                        <a:pt x="452" y="915"/>
                        <a:pt x="422" y="1266"/>
                      </a:cubicBezTo>
                      <a:cubicBezTo>
                        <a:pt x="392" y="1577"/>
                        <a:pt x="272" y="1687"/>
                        <a:pt x="141" y="1928"/>
                      </a:cubicBezTo>
                      <a:cubicBezTo>
                        <a:pt x="1" y="2169"/>
                        <a:pt x="41" y="2500"/>
                        <a:pt x="51" y="2770"/>
                      </a:cubicBezTo>
                      <a:cubicBezTo>
                        <a:pt x="61" y="3041"/>
                        <a:pt x="111" y="3352"/>
                        <a:pt x="342" y="3472"/>
                      </a:cubicBezTo>
                      <a:cubicBezTo>
                        <a:pt x="414" y="3512"/>
                        <a:pt x="491" y="3527"/>
                        <a:pt x="571" y="3527"/>
                      </a:cubicBezTo>
                      <a:cubicBezTo>
                        <a:pt x="733" y="3527"/>
                        <a:pt x="906" y="3466"/>
                        <a:pt x="1074" y="3432"/>
                      </a:cubicBezTo>
                      <a:cubicBezTo>
                        <a:pt x="1155" y="3417"/>
                        <a:pt x="1238" y="3411"/>
                        <a:pt x="1322" y="3411"/>
                      </a:cubicBezTo>
                      <a:cubicBezTo>
                        <a:pt x="1518" y="3411"/>
                        <a:pt x="1720" y="3444"/>
                        <a:pt x="1917" y="3472"/>
                      </a:cubicBezTo>
                      <a:cubicBezTo>
                        <a:pt x="2952" y="3633"/>
                        <a:pt x="4004" y="3707"/>
                        <a:pt x="5058" y="3707"/>
                      </a:cubicBezTo>
                      <a:cubicBezTo>
                        <a:pt x="5188" y="3707"/>
                        <a:pt x="5317" y="3705"/>
                        <a:pt x="5447" y="3703"/>
                      </a:cubicBezTo>
                      <a:lnTo>
                        <a:pt x="5538" y="2359"/>
                      </a:lnTo>
                      <a:cubicBezTo>
                        <a:pt x="5451" y="2330"/>
                        <a:pt x="5355" y="1996"/>
                        <a:pt x="5268" y="1996"/>
                      </a:cubicBezTo>
                      <a:cubicBezTo>
                        <a:pt x="5264" y="1996"/>
                        <a:pt x="5260" y="1997"/>
                        <a:pt x="5257" y="1998"/>
                      </a:cubicBezTo>
                      <a:cubicBezTo>
                        <a:pt x="5249" y="2000"/>
                        <a:pt x="5242" y="2002"/>
                        <a:pt x="5234" y="2002"/>
                      </a:cubicBezTo>
                      <a:cubicBezTo>
                        <a:pt x="5164" y="2002"/>
                        <a:pt x="5079" y="1916"/>
                        <a:pt x="5023" y="1916"/>
                      </a:cubicBezTo>
                      <a:cubicBezTo>
                        <a:pt x="5008" y="1916"/>
                        <a:pt x="4996" y="1922"/>
                        <a:pt x="4986" y="1938"/>
                      </a:cubicBezTo>
                      <a:cubicBezTo>
                        <a:pt x="4943" y="2006"/>
                        <a:pt x="4871" y="2075"/>
                        <a:pt x="4801" y="2075"/>
                      </a:cubicBezTo>
                      <a:cubicBezTo>
                        <a:pt x="4789" y="2075"/>
                        <a:pt x="4777" y="2073"/>
                        <a:pt x="4765" y="2068"/>
                      </a:cubicBezTo>
                      <a:cubicBezTo>
                        <a:pt x="4666" y="2032"/>
                        <a:pt x="4632" y="1819"/>
                        <a:pt x="4561" y="1819"/>
                      </a:cubicBezTo>
                      <a:cubicBezTo>
                        <a:pt x="4553" y="1819"/>
                        <a:pt x="4544" y="1821"/>
                        <a:pt x="4535" y="1827"/>
                      </a:cubicBezTo>
                      <a:cubicBezTo>
                        <a:pt x="4474" y="1864"/>
                        <a:pt x="4409" y="1897"/>
                        <a:pt x="4354" y="1897"/>
                      </a:cubicBezTo>
                      <a:cubicBezTo>
                        <a:pt x="4319" y="1897"/>
                        <a:pt x="4287" y="1883"/>
                        <a:pt x="4264" y="1848"/>
                      </a:cubicBezTo>
                      <a:cubicBezTo>
                        <a:pt x="4194" y="1757"/>
                        <a:pt x="4254" y="1627"/>
                        <a:pt x="4234" y="1507"/>
                      </a:cubicBezTo>
                      <a:cubicBezTo>
                        <a:pt x="4204" y="1326"/>
                        <a:pt x="4093" y="1045"/>
                        <a:pt x="3913" y="1045"/>
                      </a:cubicBezTo>
                      <a:cubicBezTo>
                        <a:pt x="3742" y="1055"/>
                        <a:pt x="3562" y="1226"/>
                        <a:pt x="3532" y="1406"/>
                      </a:cubicBezTo>
                      <a:cubicBezTo>
                        <a:pt x="3501" y="1627"/>
                        <a:pt x="3742" y="1878"/>
                        <a:pt x="3572" y="2028"/>
                      </a:cubicBezTo>
                      <a:cubicBezTo>
                        <a:pt x="3554" y="2046"/>
                        <a:pt x="3535" y="2053"/>
                        <a:pt x="3515" y="2053"/>
                      </a:cubicBezTo>
                      <a:cubicBezTo>
                        <a:pt x="3432" y="2053"/>
                        <a:pt x="3341" y="1922"/>
                        <a:pt x="3341" y="1817"/>
                      </a:cubicBezTo>
                      <a:cubicBezTo>
                        <a:pt x="3331" y="1687"/>
                        <a:pt x="3381" y="1557"/>
                        <a:pt x="3341" y="1426"/>
                      </a:cubicBezTo>
                      <a:cubicBezTo>
                        <a:pt x="3331" y="1366"/>
                        <a:pt x="3291" y="1316"/>
                        <a:pt x="3281" y="1256"/>
                      </a:cubicBezTo>
                      <a:cubicBezTo>
                        <a:pt x="3261" y="1176"/>
                        <a:pt x="3291" y="1105"/>
                        <a:pt x="3301" y="1025"/>
                      </a:cubicBezTo>
                      <a:cubicBezTo>
                        <a:pt x="3301" y="945"/>
                        <a:pt x="3281" y="824"/>
                        <a:pt x="3211" y="824"/>
                      </a:cubicBezTo>
                      <a:cubicBezTo>
                        <a:pt x="3204" y="825"/>
                        <a:pt x="3198" y="825"/>
                        <a:pt x="3192" y="825"/>
                      </a:cubicBezTo>
                      <a:cubicBezTo>
                        <a:pt x="3128" y="825"/>
                        <a:pt x="3065" y="792"/>
                        <a:pt x="3006" y="792"/>
                      </a:cubicBezTo>
                      <a:cubicBezTo>
                        <a:pt x="2987" y="792"/>
                        <a:pt x="2968" y="795"/>
                        <a:pt x="2950" y="804"/>
                      </a:cubicBezTo>
                      <a:cubicBezTo>
                        <a:pt x="2881" y="827"/>
                        <a:pt x="2823" y="898"/>
                        <a:pt x="2769" y="898"/>
                      </a:cubicBezTo>
                      <a:cubicBezTo>
                        <a:pt x="2752" y="898"/>
                        <a:pt x="2736" y="891"/>
                        <a:pt x="2719" y="875"/>
                      </a:cubicBezTo>
                      <a:cubicBezTo>
                        <a:pt x="2689" y="855"/>
                        <a:pt x="2669" y="814"/>
                        <a:pt x="2629" y="804"/>
                      </a:cubicBezTo>
                      <a:cubicBezTo>
                        <a:pt x="2623" y="802"/>
                        <a:pt x="2617" y="800"/>
                        <a:pt x="2611" y="800"/>
                      </a:cubicBezTo>
                      <a:cubicBezTo>
                        <a:pt x="2593" y="800"/>
                        <a:pt x="2571" y="810"/>
                        <a:pt x="2549" y="824"/>
                      </a:cubicBezTo>
                      <a:cubicBezTo>
                        <a:pt x="2448" y="875"/>
                        <a:pt x="2298" y="865"/>
                        <a:pt x="2238" y="965"/>
                      </a:cubicBezTo>
                      <a:cubicBezTo>
                        <a:pt x="2107" y="1206"/>
                        <a:pt x="2298" y="1496"/>
                        <a:pt x="2328" y="1767"/>
                      </a:cubicBezTo>
                      <a:cubicBezTo>
                        <a:pt x="2338" y="1888"/>
                        <a:pt x="2348" y="2018"/>
                        <a:pt x="2288" y="2118"/>
                      </a:cubicBezTo>
                      <a:cubicBezTo>
                        <a:pt x="2252" y="2183"/>
                        <a:pt x="2179" y="2224"/>
                        <a:pt x="2112" y="2224"/>
                      </a:cubicBezTo>
                      <a:cubicBezTo>
                        <a:pt x="2065" y="2224"/>
                        <a:pt x="2022" y="2204"/>
                        <a:pt x="1997" y="2158"/>
                      </a:cubicBezTo>
                      <a:cubicBezTo>
                        <a:pt x="1967" y="2118"/>
                        <a:pt x="1967" y="2058"/>
                        <a:pt x="1957" y="2008"/>
                      </a:cubicBezTo>
                      <a:cubicBezTo>
                        <a:pt x="1937" y="1848"/>
                        <a:pt x="1846" y="1697"/>
                        <a:pt x="1796" y="1547"/>
                      </a:cubicBezTo>
                      <a:cubicBezTo>
                        <a:pt x="1746" y="1396"/>
                        <a:pt x="1897" y="1256"/>
                        <a:pt x="1866" y="1095"/>
                      </a:cubicBezTo>
                      <a:cubicBezTo>
                        <a:pt x="1836" y="955"/>
                        <a:pt x="1796" y="844"/>
                        <a:pt x="1686" y="764"/>
                      </a:cubicBezTo>
                      <a:cubicBezTo>
                        <a:pt x="1670" y="750"/>
                        <a:pt x="1651" y="744"/>
                        <a:pt x="1629" y="744"/>
                      </a:cubicBezTo>
                      <a:cubicBezTo>
                        <a:pt x="1545" y="744"/>
                        <a:pt x="1429" y="833"/>
                        <a:pt x="1354" y="833"/>
                      </a:cubicBezTo>
                      <a:cubicBezTo>
                        <a:pt x="1328" y="833"/>
                        <a:pt x="1308" y="822"/>
                        <a:pt x="1295" y="794"/>
                      </a:cubicBezTo>
                      <a:cubicBezTo>
                        <a:pt x="1247" y="699"/>
                        <a:pt x="1308" y="522"/>
                        <a:pt x="1220" y="522"/>
                      </a:cubicBezTo>
                      <a:cubicBezTo>
                        <a:pt x="1215" y="522"/>
                        <a:pt x="1210" y="523"/>
                        <a:pt x="1204" y="524"/>
                      </a:cubicBezTo>
                      <a:cubicBezTo>
                        <a:pt x="1164" y="534"/>
                        <a:pt x="1134" y="564"/>
                        <a:pt x="1094" y="584"/>
                      </a:cubicBezTo>
                      <a:cubicBezTo>
                        <a:pt x="1078" y="589"/>
                        <a:pt x="1064" y="592"/>
                        <a:pt x="1049" y="592"/>
                      </a:cubicBezTo>
                      <a:cubicBezTo>
                        <a:pt x="937" y="592"/>
                        <a:pt x="871" y="427"/>
                        <a:pt x="853" y="293"/>
                      </a:cubicBezTo>
                      <a:cubicBezTo>
                        <a:pt x="834" y="160"/>
                        <a:pt x="762" y="0"/>
                        <a:pt x="63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23" name="Google Shape;14323;p50"/>
                <p:cNvSpPr/>
                <p:nvPr/>
              </p:nvSpPr>
              <p:spPr>
                <a:xfrm>
                  <a:off x="2530687" y="2788623"/>
                  <a:ext cx="200352" cy="148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3707" extrusionOk="0">
                      <a:moveTo>
                        <a:pt x="582" y="0"/>
                      </a:moveTo>
                      <a:cubicBezTo>
                        <a:pt x="575" y="0"/>
                        <a:pt x="569" y="1"/>
                        <a:pt x="562" y="2"/>
                      </a:cubicBezTo>
                      <a:cubicBezTo>
                        <a:pt x="482" y="12"/>
                        <a:pt x="442" y="122"/>
                        <a:pt x="442" y="212"/>
                      </a:cubicBezTo>
                      <a:cubicBezTo>
                        <a:pt x="432" y="564"/>
                        <a:pt x="402" y="915"/>
                        <a:pt x="382" y="1266"/>
                      </a:cubicBezTo>
                      <a:cubicBezTo>
                        <a:pt x="352" y="1577"/>
                        <a:pt x="241" y="1687"/>
                        <a:pt x="121" y="1928"/>
                      </a:cubicBezTo>
                      <a:cubicBezTo>
                        <a:pt x="1" y="2168"/>
                        <a:pt x="31" y="2499"/>
                        <a:pt x="41" y="2770"/>
                      </a:cubicBezTo>
                      <a:cubicBezTo>
                        <a:pt x="51" y="3041"/>
                        <a:pt x="101" y="3352"/>
                        <a:pt x="312" y="3472"/>
                      </a:cubicBezTo>
                      <a:cubicBezTo>
                        <a:pt x="378" y="3512"/>
                        <a:pt x="448" y="3527"/>
                        <a:pt x="521" y="3527"/>
                      </a:cubicBezTo>
                      <a:cubicBezTo>
                        <a:pt x="668" y="3527"/>
                        <a:pt x="825" y="3466"/>
                        <a:pt x="974" y="3432"/>
                      </a:cubicBezTo>
                      <a:cubicBezTo>
                        <a:pt x="1052" y="3417"/>
                        <a:pt x="1130" y="3411"/>
                        <a:pt x="1207" y="3411"/>
                      </a:cubicBezTo>
                      <a:cubicBezTo>
                        <a:pt x="1390" y="3411"/>
                        <a:pt x="1570" y="3444"/>
                        <a:pt x="1746" y="3472"/>
                      </a:cubicBezTo>
                      <a:cubicBezTo>
                        <a:pt x="2701" y="3633"/>
                        <a:pt x="3673" y="3706"/>
                        <a:pt x="4639" y="3706"/>
                      </a:cubicBezTo>
                      <a:cubicBezTo>
                        <a:pt x="4758" y="3706"/>
                        <a:pt x="4877" y="3705"/>
                        <a:pt x="4996" y="3703"/>
                      </a:cubicBezTo>
                      <a:lnTo>
                        <a:pt x="4996" y="2098"/>
                      </a:lnTo>
                      <a:cubicBezTo>
                        <a:pt x="4919" y="2069"/>
                        <a:pt x="4823" y="1735"/>
                        <a:pt x="4745" y="1735"/>
                      </a:cubicBezTo>
                      <a:cubicBezTo>
                        <a:pt x="4741" y="1735"/>
                        <a:pt x="4738" y="1736"/>
                        <a:pt x="4735" y="1737"/>
                      </a:cubicBezTo>
                      <a:cubicBezTo>
                        <a:pt x="4655" y="1767"/>
                        <a:pt x="4615" y="1857"/>
                        <a:pt x="4574" y="1938"/>
                      </a:cubicBezTo>
                      <a:cubicBezTo>
                        <a:pt x="4532" y="2006"/>
                        <a:pt x="4467" y="2075"/>
                        <a:pt x="4399" y="2075"/>
                      </a:cubicBezTo>
                      <a:cubicBezTo>
                        <a:pt x="4387" y="2075"/>
                        <a:pt x="4376" y="2073"/>
                        <a:pt x="4364" y="2068"/>
                      </a:cubicBezTo>
                      <a:cubicBezTo>
                        <a:pt x="4283" y="2032"/>
                        <a:pt x="4250" y="1818"/>
                        <a:pt x="4179" y="1818"/>
                      </a:cubicBezTo>
                      <a:cubicBezTo>
                        <a:pt x="4171" y="1818"/>
                        <a:pt x="4162" y="1821"/>
                        <a:pt x="4153" y="1827"/>
                      </a:cubicBezTo>
                      <a:cubicBezTo>
                        <a:pt x="4098" y="1864"/>
                        <a:pt x="4044" y="1897"/>
                        <a:pt x="3993" y="1897"/>
                      </a:cubicBezTo>
                      <a:cubicBezTo>
                        <a:pt x="3961" y="1897"/>
                        <a:pt x="3930" y="1883"/>
                        <a:pt x="3902" y="1847"/>
                      </a:cubicBezTo>
                      <a:cubicBezTo>
                        <a:pt x="3842" y="1757"/>
                        <a:pt x="3902" y="1627"/>
                        <a:pt x="3882" y="1506"/>
                      </a:cubicBezTo>
                      <a:cubicBezTo>
                        <a:pt x="3852" y="1326"/>
                        <a:pt x="3752" y="1045"/>
                        <a:pt x="3581" y="1045"/>
                      </a:cubicBezTo>
                      <a:cubicBezTo>
                        <a:pt x="3421" y="1055"/>
                        <a:pt x="3260" y="1226"/>
                        <a:pt x="3240" y="1406"/>
                      </a:cubicBezTo>
                      <a:cubicBezTo>
                        <a:pt x="3210" y="1627"/>
                        <a:pt x="3431" y="1878"/>
                        <a:pt x="3271" y="2028"/>
                      </a:cubicBezTo>
                      <a:cubicBezTo>
                        <a:pt x="3255" y="2046"/>
                        <a:pt x="3237" y="2053"/>
                        <a:pt x="3219" y="2053"/>
                      </a:cubicBezTo>
                      <a:cubicBezTo>
                        <a:pt x="3144" y="2053"/>
                        <a:pt x="3060" y="1922"/>
                        <a:pt x="3060" y="1817"/>
                      </a:cubicBezTo>
                      <a:cubicBezTo>
                        <a:pt x="3050" y="1687"/>
                        <a:pt x="3100" y="1557"/>
                        <a:pt x="3060" y="1426"/>
                      </a:cubicBezTo>
                      <a:cubicBezTo>
                        <a:pt x="3050" y="1366"/>
                        <a:pt x="3010" y="1316"/>
                        <a:pt x="3000" y="1256"/>
                      </a:cubicBezTo>
                      <a:cubicBezTo>
                        <a:pt x="2990" y="1175"/>
                        <a:pt x="3020" y="1105"/>
                        <a:pt x="3020" y="1025"/>
                      </a:cubicBezTo>
                      <a:cubicBezTo>
                        <a:pt x="3030" y="945"/>
                        <a:pt x="3010" y="824"/>
                        <a:pt x="2940" y="824"/>
                      </a:cubicBezTo>
                      <a:cubicBezTo>
                        <a:pt x="2934" y="825"/>
                        <a:pt x="2929" y="825"/>
                        <a:pt x="2923" y="825"/>
                      </a:cubicBezTo>
                      <a:cubicBezTo>
                        <a:pt x="2866" y="825"/>
                        <a:pt x="2810" y="792"/>
                        <a:pt x="2753" y="792"/>
                      </a:cubicBezTo>
                      <a:cubicBezTo>
                        <a:pt x="2735" y="792"/>
                        <a:pt x="2717" y="795"/>
                        <a:pt x="2699" y="804"/>
                      </a:cubicBezTo>
                      <a:cubicBezTo>
                        <a:pt x="2637" y="827"/>
                        <a:pt x="2588" y="897"/>
                        <a:pt x="2536" y="897"/>
                      </a:cubicBezTo>
                      <a:cubicBezTo>
                        <a:pt x="2520" y="897"/>
                        <a:pt x="2505" y="891"/>
                        <a:pt x="2488" y="874"/>
                      </a:cubicBezTo>
                      <a:cubicBezTo>
                        <a:pt x="2468" y="854"/>
                        <a:pt x="2448" y="814"/>
                        <a:pt x="2408" y="804"/>
                      </a:cubicBezTo>
                      <a:cubicBezTo>
                        <a:pt x="2403" y="802"/>
                        <a:pt x="2396" y="800"/>
                        <a:pt x="2390" y="800"/>
                      </a:cubicBezTo>
                      <a:cubicBezTo>
                        <a:pt x="2372" y="800"/>
                        <a:pt x="2350" y="810"/>
                        <a:pt x="2328" y="824"/>
                      </a:cubicBezTo>
                      <a:cubicBezTo>
                        <a:pt x="2237" y="874"/>
                        <a:pt x="2097" y="864"/>
                        <a:pt x="2047" y="965"/>
                      </a:cubicBezTo>
                      <a:cubicBezTo>
                        <a:pt x="1936" y="1205"/>
                        <a:pt x="2107" y="1496"/>
                        <a:pt x="2127" y="1767"/>
                      </a:cubicBezTo>
                      <a:cubicBezTo>
                        <a:pt x="2147" y="1888"/>
                        <a:pt x="2157" y="2018"/>
                        <a:pt x="2097" y="2118"/>
                      </a:cubicBezTo>
                      <a:cubicBezTo>
                        <a:pt x="2062" y="2183"/>
                        <a:pt x="1995" y="2224"/>
                        <a:pt x="1934" y="2224"/>
                      </a:cubicBezTo>
                      <a:cubicBezTo>
                        <a:pt x="1891" y="2224"/>
                        <a:pt x="1851" y="2204"/>
                        <a:pt x="1826" y="2158"/>
                      </a:cubicBezTo>
                      <a:cubicBezTo>
                        <a:pt x="1796" y="2118"/>
                        <a:pt x="1796" y="2058"/>
                        <a:pt x="1786" y="2008"/>
                      </a:cubicBezTo>
                      <a:cubicBezTo>
                        <a:pt x="1776" y="1847"/>
                        <a:pt x="1696" y="1697"/>
                        <a:pt x="1646" y="1547"/>
                      </a:cubicBezTo>
                      <a:cubicBezTo>
                        <a:pt x="1595" y="1396"/>
                        <a:pt x="1736" y="1256"/>
                        <a:pt x="1706" y="1095"/>
                      </a:cubicBezTo>
                      <a:cubicBezTo>
                        <a:pt x="1686" y="955"/>
                        <a:pt x="1636" y="844"/>
                        <a:pt x="1545" y="764"/>
                      </a:cubicBezTo>
                      <a:cubicBezTo>
                        <a:pt x="1529" y="750"/>
                        <a:pt x="1511" y="744"/>
                        <a:pt x="1491" y="744"/>
                      </a:cubicBezTo>
                      <a:cubicBezTo>
                        <a:pt x="1412" y="744"/>
                        <a:pt x="1308" y="833"/>
                        <a:pt x="1240" y="833"/>
                      </a:cubicBezTo>
                      <a:cubicBezTo>
                        <a:pt x="1216" y="833"/>
                        <a:pt x="1197" y="822"/>
                        <a:pt x="1184" y="794"/>
                      </a:cubicBezTo>
                      <a:cubicBezTo>
                        <a:pt x="1136" y="699"/>
                        <a:pt x="1198" y="522"/>
                        <a:pt x="1109" y="522"/>
                      </a:cubicBezTo>
                      <a:cubicBezTo>
                        <a:pt x="1104" y="522"/>
                        <a:pt x="1099" y="522"/>
                        <a:pt x="1094" y="523"/>
                      </a:cubicBezTo>
                      <a:cubicBezTo>
                        <a:pt x="1064" y="533"/>
                        <a:pt x="1034" y="564"/>
                        <a:pt x="994" y="584"/>
                      </a:cubicBezTo>
                      <a:cubicBezTo>
                        <a:pt x="980" y="589"/>
                        <a:pt x="967" y="592"/>
                        <a:pt x="955" y="592"/>
                      </a:cubicBezTo>
                      <a:cubicBezTo>
                        <a:pt x="856" y="592"/>
                        <a:pt x="791" y="426"/>
                        <a:pt x="773" y="293"/>
                      </a:cubicBezTo>
                      <a:cubicBezTo>
                        <a:pt x="763" y="160"/>
                        <a:pt x="691" y="0"/>
                        <a:pt x="5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24" name="Google Shape;14324;p50"/>
                <p:cNvSpPr/>
                <p:nvPr/>
              </p:nvSpPr>
              <p:spPr>
                <a:xfrm>
                  <a:off x="2874784" y="2820106"/>
                  <a:ext cx="200352" cy="116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2906" extrusionOk="0">
                      <a:moveTo>
                        <a:pt x="4408" y="1"/>
                      </a:moveTo>
                      <a:cubicBezTo>
                        <a:pt x="4294" y="1"/>
                        <a:pt x="4232" y="121"/>
                        <a:pt x="4213" y="224"/>
                      </a:cubicBezTo>
                      <a:cubicBezTo>
                        <a:pt x="4205" y="330"/>
                        <a:pt x="4140" y="461"/>
                        <a:pt x="4042" y="461"/>
                      </a:cubicBezTo>
                      <a:cubicBezTo>
                        <a:pt x="4029" y="461"/>
                        <a:pt x="4016" y="459"/>
                        <a:pt x="4003" y="454"/>
                      </a:cubicBezTo>
                      <a:cubicBezTo>
                        <a:pt x="3963" y="444"/>
                        <a:pt x="3933" y="414"/>
                        <a:pt x="3892" y="404"/>
                      </a:cubicBezTo>
                      <a:cubicBezTo>
                        <a:pt x="3889" y="404"/>
                        <a:pt x="3886" y="404"/>
                        <a:pt x="3883" y="404"/>
                      </a:cubicBezTo>
                      <a:cubicBezTo>
                        <a:pt x="3796" y="404"/>
                        <a:pt x="3861" y="547"/>
                        <a:pt x="3812" y="625"/>
                      </a:cubicBezTo>
                      <a:cubicBezTo>
                        <a:pt x="3800" y="643"/>
                        <a:pt x="3783" y="650"/>
                        <a:pt x="3762" y="650"/>
                      </a:cubicBezTo>
                      <a:cubicBezTo>
                        <a:pt x="3693" y="650"/>
                        <a:pt x="3587" y="579"/>
                        <a:pt x="3507" y="579"/>
                      </a:cubicBezTo>
                      <a:cubicBezTo>
                        <a:pt x="3486" y="579"/>
                        <a:pt x="3467" y="583"/>
                        <a:pt x="3451" y="595"/>
                      </a:cubicBezTo>
                      <a:cubicBezTo>
                        <a:pt x="3351" y="665"/>
                        <a:pt x="3311" y="745"/>
                        <a:pt x="3291" y="855"/>
                      </a:cubicBezTo>
                      <a:cubicBezTo>
                        <a:pt x="3261" y="976"/>
                        <a:pt x="3391" y="1086"/>
                        <a:pt x="3351" y="1207"/>
                      </a:cubicBezTo>
                      <a:cubicBezTo>
                        <a:pt x="3301" y="1327"/>
                        <a:pt x="3220" y="1447"/>
                        <a:pt x="3200" y="1568"/>
                      </a:cubicBezTo>
                      <a:cubicBezTo>
                        <a:pt x="3200" y="1608"/>
                        <a:pt x="3200" y="1658"/>
                        <a:pt x="3170" y="1688"/>
                      </a:cubicBezTo>
                      <a:cubicBezTo>
                        <a:pt x="3146" y="1721"/>
                        <a:pt x="3104" y="1735"/>
                        <a:pt x="3060" y="1735"/>
                      </a:cubicBezTo>
                      <a:cubicBezTo>
                        <a:pt x="2997" y="1735"/>
                        <a:pt x="2929" y="1705"/>
                        <a:pt x="2899" y="1658"/>
                      </a:cubicBezTo>
                      <a:cubicBezTo>
                        <a:pt x="2839" y="1578"/>
                        <a:pt x="2849" y="1477"/>
                        <a:pt x="2859" y="1377"/>
                      </a:cubicBezTo>
                      <a:cubicBezTo>
                        <a:pt x="2889" y="1166"/>
                        <a:pt x="3060" y="936"/>
                        <a:pt x="2950" y="755"/>
                      </a:cubicBezTo>
                      <a:cubicBezTo>
                        <a:pt x="2889" y="675"/>
                        <a:pt x="2759" y="675"/>
                        <a:pt x="2659" y="645"/>
                      </a:cubicBezTo>
                      <a:cubicBezTo>
                        <a:pt x="2642" y="637"/>
                        <a:pt x="2620" y="622"/>
                        <a:pt x="2596" y="622"/>
                      </a:cubicBezTo>
                      <a:cubicBezTo>
                        <a:pt x="2590" y="622"/>
                        <a:pt x="2584" y="623"/>
                        <a:pt x="2578" y="625"/>
                      </a:cubicBezTo>
                      <a:cubicBezTo>
                        <a:pt x="2548" y="635"/>
                        <a:pt x="2528" y="665"/>
                        <a:pt x="2508" y="685"/>
                      </a:cubicBezTo>
                      <a:cubicBezTo>
                        <a:pt x="2492" y="696"/>
                        <a:pt x="2477" y="701"/>
                        <a:pt x="2461" y="701"/>
                      </a:cubicBezTo>
                      <a:cubicBezTo>
                        <a:pt x="2409" y="701"/>
                        <a:pt x="2359" y="648"/>
                        <a:pt x="2298" y="625"/>
                      </a:cubicBezTo>
                      <a:cubicBezTo>
                        <a:pt x="2279" y="618"/>
                        <a:pt x="2261" y="615"/>
                        <a:pt x="2242" y="615"/>
                      </a:cubicBezTo>
                      <a:cubicBezTo>
                        <a:pt x="2180" y="615"/>
                        <a:pt x="2119" y="645"/>
                        <a:pt x="2057" y="645"/>
                      </a:cubicBezTo>
                      <a:cubicBezTo>
                        <a:pt x="1987" y="645"/>
                        <a:pt x="1967" y="735"/>
                        <a:pt x="1977" y="795"/>
                      </a:cubicBezTo>
                      <a:cubicBezTo>
                        <a:pt x="1977" y="855"/>
                        <a:pt x="2007" y="926"/>
                        <a:pt x="1987" y="986"/>
                      </a:cubicBezTo>
                      <a:cubicBezTo>
                        <a:pt x="1977" y="1026"/>
                        <a:pt x="1947" y="1066"/>
                        <a:pt x="1926" y="1116"/>
                      </a:cubicBezTo>
                      <a:cubicBezTo>
                        <a:pt x="1896" y="1217"/>
                        <a:pt x="1936" y="1317"/>
                        <a:pt x="1936" y="1417"/>
                      </a:cubicBezTo>
                      <a:cubicBezTo>
                        <a:pt x="1928" y="1499"/>
                        <a:pt x="1847" y="1607"/>
                        <a:pt x="1769" y="1607"/>
                      </a:cubicBezTo>
                      <a:cubicBezTo>
                        <a:pt x="1751" y="1607"/>
                        <a:pt x="1733" y="1601"/>
                        <a:pt x="1716" y="1588"/>
                      </a:cubicBezTo>
                      <a:cubicBezTo>
                        <a:pt x="1565" y="1467"/>
                        <a:pt x="1786" y="1267"/>
                        <a:pt x="1756" y="1096"/>
                      </a:cubicBezTo>
                      <a:cubicBezTo>
                        <a:pt x="1726" y="956"/>
                        <a:pt x="1565" y="825"/>
                        <a:pt x="1415" y="815"/>
                      </a:cubicBezTo>
                      <a:cubicBezTo>
                        <a:pt x="1244" y="815"/>
                        <a:pt x="1144" y="1036"/>
                        <a:pt x="1114" y="1176"/>
                      </a:cubicBezTo>
                      <a:cubicBezTo>
                        <a:pt x="1094" y="1277"/>
                        <a:pt x="1154" y="1377"/>
                        <a:pt x="1084" y="1447"/>
                      </a:cubicBezTo>
                      <a:cubicBezTo>
                        <a:pt x="1061" y="1474"/>
                        <a:pt x="1031" y="1485"/>
                        <a:pt x="999" y="1485"/>
                      </a:cubicBezTo>
                      <a:cubicBezTo>
                        <a:pt x="948" y="1485"/>
                        <a:pt x="889" y="1458"/>
                        <a:pt x="833" y="1427"/>
                      </a:cubicBezTo>
                      <a:cubicBezTo>
                        <a:pt x="826" y="1424"/>
                        <a:pt x="819" y="1422"/>
                        <a:pt x="813" y="1422"/>
                      </a:cubicBezTo>
                      <a:cubicBezTo>
                        <a:pt x="747" y="1422"/>
                        <a:pt x="715" y="1590"/>
                        <a:pt x="633" y="1618"/>
                      </a:cubicBezTo>
                      <a:cubicBezTo>
                        <a:pt x="619" y="1623"/>
                        <a:pt x="606" y="1625"/>
                        <a:pt x="593" y="1625"/>
                      </a:cubicBezTo>
                      <a:cubicBezTo>
                        <a:pt x="527" y="1625"/>
                        <a:pt x="464" y="1568"/>
                        <a:pt x="422" y="1517"/>
                      </a:cubicBezTo>
                      <a:cubicBezTo>
                        <a:pt x="382" y="1457"/>
                        <a:pt x="342" y="1377"/>
                        <a:pt x="251" y="1357"/>
                      </a:cubicBezTo>
                      <a:cubicBezTo>
                        <a:pt x="247" y="1356"/>
                        <a:pt x="243" y="1355"/>
                        <a:pt x="239" y="1355"/>
                      </a:cubicBezTo>
                      <a:cubicBezTo>
                        <a:pt x="162" y="1355"/>
                        <a:pt x="77" y="1619"/>
                        <a:pt x="1" y="1638"/>
                      </a:cubicBezTo>
                      <a:lnTo>
                        <a:pt x="1" y="2902"/>
                      </a:lnTo>
                      <a:cubicBezTo>
                        <a:pt x="136" y="2904"/>
                        <a:pt x="271" y="2905"/>
                        <a:pt x="407" y="2905"/>
                      </a:cubicBezTo>
                      <a:cubicBezTo>
                        <a:pt x="1355" y="2905"/>
                        <a:pt x="2301" y="2844"/>
                        <a:pt x="3240" y="2721"/>
                      </a:cubicBezTo>
                      <a:cubicBezTo>
                        <a:pt x="3423" y="2700"/>
                        <a:pt x="3605" y="2674"/>
                        <a:pt x="3784" y="2674"/>
                      </a:cubicBezTo>
                      <a:cubicBezTo>
                        <a:pt x="3861" y="2674"/>
                        <a:pt x="3937" y="2679"/>
                        <a:pt x="4013" y="2691"/>
                      </a:cubicBezTo>
                      <a:cubicBezTo>
                        <a:pt x="4170" y="2712"/>
                        <a:pt x="4333" y="2760"/>
                        <a:pt x="4484" y="2760"/>
                      </a:cubicBezTo>
                      <a:cubicBezTo>
                        <a:pt x="4554" y="2760"/>
                        <a:pt x="4621" y="2750"/>
                        <a:pt x="4685" y="2721"/>
                      </a:cubicBezTo>
                      <a:cubicBezTo>
                        <a:pt x="4895" y="2621"/>
                        <a:pt x="4946" y="2380"/>
                        <a:pt x="4956" y="2169"/>
                      </a:cubicBezTo>
                      <a:cubicBezTo>
                        <a:pt x="4966" y="1949"/>
                        <a:pt x="4996" y="1698"/>
                        <a:pt x="4875" y="1507"/>
                      </a:cubicBezTo>
                      <a:cubicBezTo>
                        <a:pt x="4755" y="1327"/>
                        <a:pt x="4635" y="1227"/>
                        <a:pt x="4615" y="996"/>
                      </a:cubicBezTo>
                      <a:cubicBezTo>
                        <a:pt x="4585" y="715"/>
                        <a:pt x="4564" y="434"/>
                        <a:pt x="4554" y="163"/>
                      </a:cubicBezTo>
                      <a:cubicBezTo>
                        <a:pt x="4544" y="93"/>
                        <a:pt x="4514" y="13"/>
                        <a:pt x="4434" y="3"/>
                      </a:cubicBezTo>
                      <a:cubicBezTo>
                        <a:pt x="4425" y="1"/>
                        <a:pt x="4416" y="1"/>
                        <a:pt x="44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25" name="Google Shape;14325;p50"/>
                <p:cNvSpPr/>
                <p:nvPr/>
              </p:nvSpPr>
              <p:spPr>
                <a:xfrm>
                  <a:off x="2695323" y="2774853"/>
                  <a:ext cx="200352" cy="116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2906" extrusionOk="0">
                      <a:moveTo>
                        <a:pt x="4417" y="1"/>
                      </a:moveTo>
                      <a:cubicBezTo>
                        <a:pt x="4304" y="1"/>
                        <a:pt x="4242" y="121"/>
                        <a:pt x="4223" y="224"/>
                      </a:cubicBezTo>
                      <a:cubicBezTo>
                        <a:pt x="4205" y="330"/>
                        <a:pt x="4140" y="461"/>
                        <a:pt x="4041" y="461"/>
                      </a:cubicBezTo>
                      <a:cubicBezTo>
                        <a:pt x="4029" y="461"/>
                        <a:pt x="4016" y="459"/>
                        <a:pt x="4002" y="454"/>
                      </a:cubicBezTo>
                      <a:cubicBezTo>
                        <a:pt x="3962" y="444"/>
                        <a:pt x="3942" y="414"/>
                        <a:pt x="3902" y="404"/>
                      </a:cubicBezTo>
                      <a:cubicBezTo>
                        <a:pt x="3899" y="404"/>
                        <a:pt x="3895" y="404"/>
                        <a:pt x="3892" y="404"/>
                      </a:cubicBezTo>
                      <a:cubicBezTo>
                        <a:pt x="3796" y="404"/>
                        <a:pt x="3860" y="547"/>
                        <a:pt x="3812" y="625"/>
                      </a:cubicBezTo>
                      <a:cubicBezTo>
                        <a:pt x="3802" y="643"/>
                        <a:pt x="3786" y="650"/>
                        <a:pt x="3765" y="650"/>
                      </a:cubicBezTo>
                      <a:cubicBezTo>
                        <a:pt x="3699" y="650"/>
                        <a:pt x="3589" y="579"/>
                        <a:pt x="3507" y="579"/>
                      </a:cubicBezTo>
                      <a:cubicBezTo>
                        <a:pt x="3486" y="579"/>
                        <a:pt x="3467" y="583"/>
                        <a:pt x="3451" y="595"/>
                      </a:cubicBezTo>
                      <a:cubicBezTo>
                        <a:pt x="3360" y="665"/>
                        <a:pt x="3320" y="745"/>
                        <a:pt x="3290" y="855"/>
                      </a:cubicBezTo>
                      <a:cubicBezTo>
                        <a:pt x="3270" y="976"/>
                        <a:pt x="3401" y="1086"/>
                        <a:pt x="3350" y="1207"/>
                      </a:cubicBezTo>
                      <a:cubicBezTo>
                        <a:pt x="3310" y="1327"/>
                        <a:pt x="3230" y="1447"/>
                        <a:pt x="3210" y="1568"/>
                      </a:cubicBezTo>
                      <a:cubicBezTo>
                        <a:pt x="3200" y="1608"/>
                        <a:pt x="3200" y="1658"/>
                        <a:pt x="3170" y="1688"/>
                      </a:cubicBezTo>
                      <a:cubicBezTo>
                        <a:pt x="3145" y="1721"/>
                        <a:pt x="3105" y="1735"/>
                        <a:pt x="3063" y="1735"/>
                      </a:cubicBezTo>
                      <a:cubicBezTo>
                        <a:pt x="3002" y="1735"/>
                        <a:pt x="2935" y="1705"/>
                        <a:pt x="2899" y="1658"/>
                      </a:cubicBezTo>
                      <a:cubicBezTo>
                        <a:pt x="2849" y="1578"/>
                        <a:pt x="2859" y="1477"/>
                        <a:pt x="2869" y="1377"/>
                      </a:cubicBezTo>
                      <a:cubicBezTo>
                        <a:pt x="2899" y="1166"/>
                        <a:pt x="3070" y="936"/>
                        <a:pt x="2949" y="755"/>
                      </a:cubicBezTo>
                      <a:cubicBezTo>
                        <a:pt x="2899" y="675"/>
                        <a:pt x="2759" y="675"/>
                        <a:pt x="2668" y="645"/>
                      </a:cubicBezTo>
                      <a:cubicBezTo>
                        <a:pt x="2644" y="637"/>
                        <a:pt x="2620" y="622"/>
                        <a:pt x="2601" y="622"/>
                      </a:cubicBezTo>
                      <a:cubicBezTo>
                        <a:pt x="2596" y="622"/>
                        <a:pt x="2592" y="623"/>
                        <a:pt x="2588" y="625"/>
                      </a:cubicBezTo>
                      <a:cubicBezTo>
                        <a:pt x="2548" y="635"/>
                        <a:pt x="2538" y="665"/>
                        <a:pt x="2508" y="685"/>
                      </a:cubicBezTo>
                      <a:cubicBezTo>
                        <a:pt x="2492" y="696"/>
                        <a:pt x="2476" y="701"/>
                        <a:pt x="2461" y="701"/>
                      </a:cubicBezTo>
                      <a:cubicBezTo>
                        <a:pt x="2409" y="701"/>
                        <a:pt x="2359" y="648"/>
                        <a:pt x="2297" y="625"/>
                      </a:cubicBezTo>
                      <a:cubicBezTo>
                        <a:pt x="2279" y="618"/>
                        <a:pt x="2261" y="615"/>
                        <a:pt x="2243" y="615"/>
                      </a:cubicBezTo>
                      <a:cubicBezTo>
                        <a:pt x="2183" y="615"/>
                        <a:pt x="2126" y="645"/>
                        <a:pt x="2056" y="645"/>
                      </a:cubicBezTo>
                      <a:cubicBezTo>
                        <a:pt x="1986" y="645"/>
                        <a:pt x="1966" y="735"/>
                        <a:pt x="1976" y="795"/>
                      </a:cubicBezTo>
                      <a:cubicBezTo>
                        <a:pt x="1986" y="855"/>
                        <a:pt x="2006" y="926"/>
                        <a:pt x="1996" y="986"/>
                      </a:cubicBezTo>
                      <a:cubicBezTo>
                        <a:pt x="1986" y="1026"/>
                        <a:pt x="1946" y="1066"/>
                        <a:pt x="1936" y="1116"/>
                      </a:cubicBezTo>
                      <a:cubicBezTo>
                        <a:pt x="1896" y="1217"/>
                        <a:pt x="1946" y="1317"/>
                        <a:pt x="1936" y="1417"/>
                      </a:cubicBezTo>
                      <a:cubicBezTo>
                        <a:pt x="1936" y="1499"/>
                        <a:pt x="1850" y="1607"/>
                        <a:pt x="1775" y="1607"/>
                      </a:cubicBezTo>
                      <a:cubicBezTo>
                        <a:pt x="1757" y="1607"/>
                        <a:pt x="1741" y="1601"/>
                        <a:pt x="1725" y="1588"/>
                      </a:cubicBezTo>
                      <a:cubicBezTo>
                        <a:pt x="1565" y="1467"/>
                        <a:pt x="1796" y="1267"/>
                        <a:pt x="1756" y="1096"/>
                      </a:cubicBezTo>
                      <a:cubicBezTo>
                        <a:pt x="1735" y="956"/>
                        <a:pt x="1575" y="825"/>
                        <a:pt x="1415" y="815"/>
                      </a:cubicBezTo>
                      <a:cubicBezTo>
                        <a:pt x="1244" y="815"/>
                        <a:pt x="1144" y="1036"/>
                        <a:pt x="1114" y="1176"/>
                      </a:cubicBezTo>
                      <a:cubicBezTo>
                        <a:pt x="1094" y="1277"/>
                        <a:pt x="1154" y="1377"/>
                        <a:pt x="1094" y="1447"/>
                      </a:cubicBezTo>
                      <a:cubicBezTo>
                        <a:pt x="1070" y="1474"/>
                        <a:pt x="1041" y="1485"/>
                        <a:pt x="1009" y="1485"/>
                      </a:cubicBezTo>
                      <a:cubicBezTo>
                        <a:pt x="957" y="1485"/>
                        <a:pt x="898" y="1458"/>
                        <a:pt x="843" y="1427"/>
                      </a:cubicBezTo>
                      <a:cubicBezTo>
                        <a:pt x="835" y="1424"/>
                        <a:pt x="827" y="1422"/>
                        <a:pt x="820" y="1422"/>
                      </a:cubicBezTo>
                      <a:cubicBezTo>
                        <a:pt x="748" y="1422"/>
                        <a:pt x="723" y="1590"/>
                        <a:pt x="632" y="1618"/>
                      </a:cubicBezTo>
                      <a:cubicBezTo>
                        <a:pt x="619" y="1623"/>
                        <a:pt x="606" y="1625"/>
                        <a:pt x="593" y="1625"/>
                      </a:cubicBezTo>
                      <a:cubicBezTo>
                        <a:pt x="526" y="1625"/>
                        <a:pt x="465" y="1568"/>
                        <a:pt x="432" y="1517"/>
                      </a:cubicBezTo>
                      <a:cubicBezTo>
                        <a:pt x="381" y="1457"/>
                        <a:pt x="341" y="1377"/>
                        <a:pt x="261" y="1357"/>
                      </a:cubicBezTo>
                      <a:cubicBezTo>
                        <a:pt x="257" y="1356"/>
                        <a:pt x="253" y="1355"/>
                        <a:pt x="249" y="1355"/>
                      </a:cubicBezTo>
                      <a:cubicBezTo>
                        <a:pt x="171" y="1355"/>
                        <a:pt x="77" y="1619"/>
                        <a:pt x="0" y="1638"/>
                      </a:cubicBezTo>
                      <a:lnTo>
                        <a:pt x="0" y="2902"/>
                      </a:lnTo>
                      <a:cubicBezTo>
                        <a:pt x="136" y="2904"/>
                        <a:pt x="271" y="2905"/>
                        <a:pt x="407" y="2905"/>
                      </a:cubicBezTo>
                      <a:cubicBezTo>
                        <a:pt x="1357" y="2905"/>
                        <a:pt x="2311" y="2844"/>
                        <a:pt x="3250" y="2721"/>
                      </a:cubicBezTo>
                      <a:cubicBezTo>
                        <a:pt x="3425" y="2700"/>
                        <a:pt x="3606" y="2674"/>
                        <a:pt x="3787" y="2674"/>
                      </a:cubicBezTo>
                      <a:cubicBezTo>
                        <a:pt x="3865" y="2674"/>
                        <a:pt x="3944" y="2679"/>
                        <a:pt x="4022" y="2691"/>
                      </a:cubicBezTo>
                      <a:cubicBezTo>
                        <a:pt x="4173" y="2712"/>
                        <a:pt x="4333" y="2760"/>
                        <a:pt x="4484" y="2760"/>
                      </a:cubicBezTo>
                      <a:cubicBezTo>
                        <a:pt x="4553" y="2760"/>
                        <a:pt x="4621" y="2750"/>
                        <a:pt x="4684" y="2721"/>
                      </a:cubicBezTo>
                      <a:cubicBezTo>
                        <a:pt x="4895" y="2621"/>
                        <a:pt x="4945" y="2380"/>
                        <a:pt x="4955" y="2169"/>
                      </a:cubicBezTo>
                      <a:cubicBezTo>
                        <a:pt x="4965" y="1949"/>
                        <a:pt x="4995" y="1698"/>
                        <a:pt x="4875" y="1507"/>
                      </a:cubicBezTo>
                      <a:cubicBezTo>
                        <a:pt x="4755" y="1327"/>
                        <a:pt x="4644" y="1227"/>
                        <a:pt x="4624" y="996"/>
                      </a:cubicBezTo>
                      <a:cubicBezTo>
                        <a:pt x="4594" y="715"/>
                        <a:pt x="4574" y="434"/>
                        <a:pt x="4554" y="163"/>
                      </a:cubicBezTo>
                      <a:cubicBezTo>
                        <a:pt x="4554" y="93"/>
                        <a:pt x="4524" y="13"/>
                        <a:pt x="4444" y="3"/>
                      </a:cubicBezTo>
                      <a:cubicBezTo>
                        <a:pt x="4435" y="1"/>
                        <a:pt x="4426" y="1"/>
                        <a:pt x="44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  <p:grpSp>
            <p:nvGrpSpPr>
              <p:cNvPr id="14326" name="Google Shape;14326;p50"/>
              <p:cNvGrpSpPr/>
              <p:nvPr/>
            </p:nvGrpSpPr>
            <p:grpSpPr>
              <a:xfrm rot="-263875">
                <a:off x="5836717" y="4098665"/>
                <a:ext cx="813287" cy="233323"/>
                <a:chOff x="2447923" y="2707800"/>
                <a:chExt cx="727715" cy="208774"/>
              </a:xfrm>
            </p:grpSpPr>
            <p:sp>
              <p:nvSpPr>
                <p:cNvPr id="14327" name="Google Shape;14327;p50"/>
                <p:cNvSpPr/>
                <p:nvPr/>
              </p:nvSpPr>
              <p:spPr>
                <a:xfrm>
                  <a:off x="2447923" y="2707800"/>
                  <a:ext cx="534606" cy="208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1" h="5206" extrusionOk="0">
                      <a:moveTo>
                        <a:pt x="2434" y="1"/>
                      </a:moveTo>
                      <a:cubicBezTo>
                        <a:pt x="2405" y="1"/>
                        <a:pt x="2376" y="4"/>
                        <a:pt x="2348" y="10"/>
                      </a:cubicBezTo>
                      <a:cubicBezTo>
                        <a:pt x="2057" y="60"/>
                        <a:pt x="2167" y="582"/>
                        <a:pt x="1976" y="812"/>
                      </a:cubicBezTo>
                      <a:cubicBezTo>
                        <a:pt x="1916" y="882"/>
                        <a:pt x="1836" y="933"/>
                        <a:pt x="1776" y="1003"/>
                      </a:cubicBezTo>
                      <a:cubicBezTo>
                        <a:pt x="1585" y="1234"/>
                        <a:pt x="1716" y="1565"/>
                        <a:pt x="1776" y="1855"/>
                      </a:cubicBezTo>
                      <a:cubicBezTo>
                        <a:pt x="1836" y="2176"/>
                        <a:pt x="1826" y="2688"/>
                        <a:pt x="1525" y="2808"/>
                      </a:cubicBezTo>
                      <a:cubicBezTo>
                        <a:pt x="1514" y="2813"/>
                        <a:pt x="1503" y="2815"/>
                        <a:pt x="1494" y="2815"/>
                      </a:cubicBezTo>
                      <a:cubicBezTo>
                        <a:pt x="1391" y="2815"/>
                        <a:pt x="1372" y="2586"/>
                        <a:pt x="1345" y="2467"/>
                      </a:cubicBezTo>
                      <a:cubicBezTo>
                        <a:pt x="1300" y="2164"/>
                        <a:pt x="1136" y="1575"/>
                        <a:pt x="896" y="1575"/>
                      </a:cubicBezTo>
                      <a:cubicBezTo>
                        <a:pt x="866" y="1575"/>
                        <a:pt x="835" y="1585"/>
                        <a:pt x="803" y="1605"/>
                      </a:cubicBezTo>
                      <a:cubicBezTo>
                        <a:pt x="729" y="1660"/>
                        <a:pt x="801" y="1880"/>
                        <a:pt x="732" y="1880"/>
                      </a:cubicBezTo>
                      <a:cubicBezTo>
                        <a:pt x="726" y="1880"/>
                        <a:pt x="720" y="1878"/>
                        <a:pt x="713" y="1875"/>
                      </a:cubicBezTo>
                      <a:cubicBezTo>
                        <a:pt x="562" y="1810"/>
                        <a:pt x="614" y="1409"/>
                        <a:pt x="481" y="1409"/>
                      </a:cubicBezTo>
                      <a:cubicBezTo>
                        <a:pt x="472" y="1409"/>
                        <a:pt x="462" y="1410"/>
                        <a:pt x="452" y="1414"/>
                      </a:cubicBezTo>
                      <a:cubicBezTo>
                        <a:pt x="101" y="1544"/>
                        <a:pt x="171" y="2066"/>
                        <a:pt x="91" y="2417"/>
                      </a:cubicBezTo>
                      <a:cubicBezTo>
                        <a:pt x="0" y="2818"/>
                        <a:pt x="121" y="3370"/>
                        <a:pt x="191" y="3771"/>
                      </a:cubicBezTo>
                      <a:cubicBezTo>
                        <a:pt x="221" y="3952"/>
                        <a:pt x="261" y="4132"/>
                        <a:pt x="372" y="4273"/>
                      </a:cubicBezTo>
                      <a:cubicBezTo>
                        <a:pt x="558" y="4505"/>
                        <a:pt x="864" y="4552"/>
                        <a:pt x="1174" y="4552"/>
                      </a:cubicBezTo>
                      <a:cubicBezTo>
                        <a:pt x="1265" y="4552"/>
                        <a:pt x="1356" y="4548"/>
                        <a:pt x="1445" y="4544"/>
                      </a:cubicBezTo>
                      <a:cubicBezTo>
                        <a:pt x="1561" y="4539"/>
                        <a:pt x="1678" y="4536"/>
                        <a:pt x="1795" y="4536"/>
                      </a:cubicBezTo>
                      <a:cubicBezTo>
                        <a:pt x="2613" y="4536"/>
                        <a:pt x="3432" y="4659"/>
                        <a:pt x="4213" y="4905"/>
                      </a:cubicBezTo>
                      <a:cubicBezTo>
                        <a:pt x="4645" y="5035"/>
                        <a:pt x="5066" y="5206"/>
                        <a:pt x="5507" y="5206"/>
                      </a:cubicBezTo>
                      <a:cubicBezTo>
                        <a:pt x="5828" y="5206"/>
                        <a:pt x="6149" y="5105"/>
                        <a:pt x="6460" y="5025"/>
                      </a:cubicBezTo>
                      <a:cubicBezTo>
                        <a:pt x="7566" y="4728"/>
                        <a:pt x="8715" y="4502"/>
                        <a:pt x="9854" y="4502"/>
                      </a:cubicBezTo>
                      <a:cubicBezTo>
                        <a:pt x="10368" y="4502"/>
                        <a:pt x="10880" y="4548"/>
                        <a:pt x="11385" y="4654"/>
                      </a:cubicBezTo>
                      <a:cubicBezTo>
                        <a:pt x="11686" y="4717"/>
                        <a:pt x="11993" y="4806"/>
                        <a:pt x="12301" y="4806"/>
                      </a:cubicBezTo>
                      <a:cubicBezTo>
                        <a:pt x="12383" y="4806"/>
                        <a:pt x="12466" y="4799"/>
                        <a:pt x="12549" y="4784"/>
                      </a:cubicBezTo>
                      <a:cubicBezTo>
                        <a:pt x="12940" y="4724"/>
                        <a:pt x="13331" y="4403"/>
                        <a:pt x="13321" y="3992"/>
                      </a:cubicBezTo>
                      <a:cubicBezTo>
                        <a:pt x="13311" y="3711"/>
                        <a:pt x="13120" y="3470"/>
                        <a:pt x="12960" y="3230"/>
                      </a:cubicBezTo>
                      <a:cubicBezTo>
                        <a:pt x="12809" y="2989"/>
                        <a:pt x="12900" y="2708"/>
                        <a:pt x="12850" y="2427"/>
                      </a:cubicBezTo>
                      <a:cubicBezTo>
                        <a:pt x="12789" y="2046"/>
                        <a:pt x="12739" y="1635"/>
                        <a:pt x="12438" y="1384"/>
                      </a:cubicBezTo>
                      <a:cubicBezTo>
                        <a:pt x="12338" y="1304"/>
                        <a:pt x="12188" y="1354"/>
                        <a:pt x="12097" y="1254"/>
                      </a:cubicBezTo>
                      <a:cubicBezTo>
                        <a:pt x="12007" y="1153"/>
                        <a:pt x="11937" y="1043"/>
                        <a:pt x="11816" y="983"/>
                      </a:cubicBezTo>
                      <a:cubicBezTo>
                        <a:pt x="11798" y="975"/>
                        <a:pt x="11780" y="972"/>
                        <a:pt x="11764" y="972"/>
                      </a:cubicBezTo>
                      <a:cubicBezTo>
                        <a:pt x="11676" y="972"/>
                        <a:pt x="11617" y="1072"/>
                        <a:pt x="11515" y="1123"/>
                      </a:cubicBezTo>
                      <a:cubicBezTo>
                        <a:pt x="11508" y="1128"/>
                        <a:pt x="11501" y="1130"/>
                        <a:pt x="11494" y="1130"/>
                      </a:cubicBezTo>
                      <a:cubicBezTo>
                        <a:pt x="11429" y="1130"/>
                        <a:pt x="11371" y="966"/>
                        <a:pt x="11307" y="966"/>
                      </a:cubicBezTo>
                      <a:cubicBezTo>
                        <a:pt x="11299" y="966"/>
                        <a:pt x="11292" y="968"/>
                        <a:pt x="11285" y="973"/>
                      </a:cubicBezTo>
                      <a:cubicBezTo>
                        <a:pt x="11154" y="1063"/>
                        <a:pt x="11184" y="1294"/>
                        <a:pt x="11044" y="1314"/>
                      </a:cubicBezTo>
                      <a:cubicBezTo>
                        <a:pt x="11036" y="1315"/>
                        <a:pt x="11029" y="1315"/>
                        <a:pt x="11021" y="1315"/>
                      </a:cubicBezTo>
                      <a:cubicBezTo>
                        <a:pt x="10887" y="1315"/>
                        <a:pt x="10827" y="1149"/>
                        <a:pt x="10713" y="1063"/>
                      </a:cubicBezTo>
                      <a:cubicBezTo>
                        <a:pt x="10708" y="1061"/>
                        <a:pt x="10704" y="1060"/>
                        <a:pt x="10699" y="1060"/>
                      </a:cubicBezTo>
                      <a:cubicBezTo>
                        <a:pt x="10661" y="1060"/>
                        <a:pt x="10619" y="1113"/>
                        <a:pt x="10585" y="1113"/>
                      </a:cubicBezTo>
                      <a:cubicBezTo>
                        <a:pt x="10577" y="1113"/>
                        <a:pt x="10569" y="1110"/>
                        <a:pt x="10563" y="1103"/>
                      </a:cubicBezTo>
                      <a:cubicBezTo>
                        <a:pt x="10502" y="1063"/>
                        <a:pt x="10603" y="933"/>
                        <a:pt x="10543" y="893"/>
                      </a:cubicBezTo>
                      <a:cubicBezTo>
                        <a:pt x="10511" y="868"/>
                        <a:pt x="10479" y="857"/>
                        <a:pt x="10448" y="857"/>
                      </a:cubicBezTo>
                      <a:cubicBezTo>
                        <a:pt x="10249" y="857"/>
                        <a:pt x="10064" y="1303"/>
                        <a:pt x="10081" y="1555"/>
                      </a:cubicBezTo>
                      <a:cubicBezTo>
                        <a:pt x="10091" y="1735"/>
                        <a:pt x="10171" y="1906"/>
                        <a:pt x="10161" y="2076"/>
                      </a:cubicBezTo>
                      <a:cubicBezTo>
                        <a:pt x="10154" y="2217"/>
                        <a:pt x="9999" y="2407"/>
                        <a:pt x="9893" y="2407"/>
                      </a:cubicBezTo>
                      <a:cubicBezTo>
                        <a:pt x="9864" y="2407"/>
                        <a:pt x="9838" y="2392"/>
                        <a:pt x="9820" y="2357"/>
                      </a:cubicBezTo>
                      <a:cubicBezTo>
                        <a:pt x="9650" y="2026"/>
                        <a:pt x="9921" y="1524"/>
                        <a:pt x="9650" y="1264"/>
                      </a:cubicBezTo>
                      <a:cubicBezTo>
                        <a:pt x="9642" y="1257"/>
                        <a:pt x="9635" y="1254"/>
                        <a:pt x="9628" y="1254"/>
                      </a:cubicBezTo>
                      <a:cubicBezTo>
                        <a:pt x="9567" y="1254"/>
                        <a:pt x="9542" y="1505"/>
                        <a:pt x="9458" y="1505"/>
                      </a:cubicBezTo>
                      <a:cubicBezTo>
                        <a:pt x="9455" y="1505"/>
                        <a:pt x="9452" y="1505"/>
                        <a:pt x="9449" y="1504"/>
                      </a:cubicBezTo>
                      <a:cubicBezTo>
                        <a:pt x="9259" y="1474"/>
                        <a:pt x="9509" y="1113"/>
                        <a:pt x="9479" y="923"/>
                      </a:cubicBezTo>
                      <a:cubicBezTo>
                        <a:pt x="9474" y="900"/>
                        <a:pt x="9462" y="890"/>
                        <a:pt x="9446" y="890"/>
                      </a:cubicBezTo>
                      <a:cubicBezTo>
                        <a:pt x="9400" y="890"/>
                        <a:pt x="9321" y="973"/>
                        <a:pt x="9299" y="1033"/>
                      </a:cubicBezTo>
                      <a:cubicBezTo>
                        <a:pt x="9208" y="1304"/>
                        <a:pt x="9128" y="1565"/>
                        <a:pt x="9048" y="1825"/>
                      </a:cubicBezTo>
                      <a:cubicBezTo>
                        <a:pt x="9018" y="1916"/>
                        <a:pt x="8988" y="2006"/>
                        <a:pt x="8998" y="2106"/>
                      </a:cubicBezTo>
                      <a:cubicBezTo>
                        <a:pt x="9008" y="2186"/>
                        <a:pt x="9048" y="2257"/>
                        <a:pt x="9058" y="2337"/>
                      </a:cubicBezTo>
                      <a:cubicBezTo>
                        <a:pt x="9090" y="2523"/>
                        <a:pt x="8881" y="2801"/>
                        <a:pt x="8730" y="2801"/>
                      </a:cubicBezTo>
                      <a:cubicBezTo>
                        <a:pt x="8694" y="2801"/>
                        <a:pt x="8662" y="2785"/>
                        <a:pt x="8637" y="2748"/>
                      </a:cubicBezTo>
                      <a:cubicBezTo>
                        <a:pt x="8466" y="2497"/>
                        <a:pt x="8346" y="2257"/>
                        <a:pt x="8276" y="1956"/>
                      </a:cubicBezTo>
                      <a:cubicBezTo>
                        <a:pt x="8235" y="1755"/>
                        <a:pt x="8486" y="1444"/>
                        <a:pt x="8296" y="1374"/>
                      </a:cubicBezTo>
                      <a:cubicBezTo>
                        <a:pt x="8284" y="1368"/>
                        <a:pt x="8271" y="1366"/>
                        <a:pt x="8258" y="1366"/>
                      </a:cubicBezTo>
                      <a:cubicBezTo>
                        <a:pt x="8180" y="1366"/>
                        <a:pt x="8073" y="1448"/>
                        <a:pt x="8006" y="1448"/>
                      </a:cubicBezTo>
                      <a:cubicBezTo>
                        <a:pt x="7984" y="1448"/>
                        <a:pt x="7966" y="1439"/>
                        <a:pt x="7955" y="1414"/>
                      </a:cubicBezTo>
                      <a:cubicBezTo>
                        <a:pt x="7884" y="1244"/>
                        <a:pt x="8266" y="1053"/>
                        <a:pt x="8165" y="903"/>
                      </a:cubicBezTo>
                      <a:cubicBezTo>
                        <a:pt x="8123" y="839"/>
                        <a:pt x="8040" y="805"/>
                        <a:pt x="7963" y="805"/>
                      </a:cubicBezTo>
                      <a:cubicBezTo>
                        <a:pt x="7931" y="805"/>
                        <a:pt x="7901" y="811"/>
                        <a:pt x="7874" y="822"/>
                      </a:cubicBezTo>
                      <a:cubicBezTo>
                        <a:pt x="7814" y="842"/>
                        <a:pt x="7834" y="963"/>
                        <a:pt x="7774" y="993"/>
                      </a:cubicBezTo>
                      <a:cubicBezTo>
                        <a:pt x="7767" y="996"/>
                        <a:pt x="7759" y="998"/>
                        <a:pt x="7752" y="998"/>
                      </a:cubicBezTo>
                      <a:cubicBezTo>
                        <a:pt x="7702" y="998"/>
                        <a:pt x="7648" y="930"/>
                        <a:pt x="7599" y="930"/>
                      </a:cubicBezTo>
                      <a:cubicBezTo>
                        <a:pt x="7594" y="930"/>
                        <a:pt x="7589" y="931"/>
                        <a:pt x="7584" y="933"/>
                      </a:cubicBezTo>
                      <a:cubicBezTo>
                        <a:pt x="7463" y="993"/>
                        <a:pt x="7513" y="1213"/>
                        <a:pt x="7423" y="1314"/>
                      </a:cubicBezTo>
                      <a:cubicBezTo>
                        <a:pt x="7303" y="1464"/>
                        <a:pt x="7293" y="1655"/>
                        <a:pt x="7162" y="1785"/>
                      </a:cubicBezTo>
                      <a:cubicBezTo>
                        <a:pt x="7152" y="1797"/>
                        <a:pt x="7140" y="1802"/>
                        <a:pt x="7126" y="1802"/>
                      </a:cubicBezTo>
                      <a:cubicBezTo>
                        <a:pt x="7082" y="1802"/>
                        <a:pt x="7023" y="1759"/>
                        <a:pt x="6983" y="1759"/>
                      </a:cubicBezTo>
                      <a:cubicBezTo>
                        <a:pt x="6970" y="1759"/>
                        <a:pt x="6959" y="1763"/>
                        <a:pt x="6952" y="1775"/>
                      </a:cubicBezTo>
                      <a:cubicBezTo>
                        <a:pt x="6811" y="1956"/>
                        <a:pt x="7303" y="2397"/>
                        <a:pt x="7082" y="2447"/>
                      </a:cubicBezTo>
                      <a:cubicBezTo>
                        <a:pt x="7081" y="2447"/>
                        <a:pt x="7079" y="2448"/>
                        <a:pt x="7078" y="2448"/>
                      </a:cubicBezTo>
                      <a:cubicBezTo>
                        <a:pt x="7025" y="2448"/>
                        <a:pt x="7081" y="2257"/>
                        <a:pt x="7022" y="2257"/>
                      </a:cubicBezTo>
                      <a:cubicBezTo>
                        <a:pt x="6791" y="2277"/>
                        <a:pt x="7072" y="2959"/>
                        <a:pt x="6841" y="2959"/>
                      </a:cubicBezTo>
                      <a:cubicBezTo>
                        <a:pt x="6420" y="2949"/>
                        <a:pt x="6560" y="2146"/>
                        <a:pt x="6300" y="1815"/>
                      </a:cubicBezTo>
                      <a:cubicBezTo>
                        <a:pt x="6229" y="1725"/>
                        <a:pt x="6159" y="1645"/>
                        <a:pt x="6109" y="1555"/>
                      </a:cubicBezTo>
                      <a:cubicBezTo>
                        <a:pt x="5938" y="1274"/>
                        <a:pt x="6229" y="722"/>
                        <a:pt x="5928" y="592"/>
                      </a:cubicBezTo>
                      <a:cubicBezTo>
                        <a:pt x="5917" y="586"/>
                        <a:pt x="5906" y="584"/>
                        <a:pt x="5895" y="584"/>
                      </a:cubicBezTo>
                      <a:cubicBezTo>
                        <a:pt x="5759" y="584"/>
                        <a:pt x="5687" y="1001"/>
                        <a:pt x="5550" y="1001"/>
                      </a:cubicBezTo>
                      <a:cubicBezTo>
                        <a:pt x="5540" y="1001"/>
                        <a:pt x="5529" y="998"/>
                        <a:pt x="5517" y="993"/>
                      </a:cubicBezTo>
                      <a:cubicBezTo>
                        <a:pt x="5417" y="943"/>
                        <a:pt x="5628" y="682"/>
                        <a:pt x="5517" y="652"/>
                      </a:cubicBezTo>
                      <a:cubicBezTo>
                        <a:pt x="5509" y="650"/>
                        <a:pt x="5502" y="649"/>
                        <a:pt x="5495" y="649"/>
                      </a:cubicBezTo>
                      <a:cubicBezTo>
                        <a:pt x="5349" y="649"/>
                        <a:pt x="5479" y="1145"/>
                        <a:pt x="5307" y="1183"/>
                      </a:cubicBezTo>
                      <a:cubicBezTo>
                        <a:pt x="5303" y="1184"/>
                        <a:pt x="5300" y="1184"/>
                        <a:pt x="5297" y="1184"/>
                      </a:cubicBezTo>
                      <a:cubicBezTo>
                        <a:pt x="5200" y="1184"/>
                        <a:pt x="5253" y="892"/>
                        <a:pt x="5146" y="862"/>
                      </a:cubicBezTo>
                      <a:cubicBezTo>
                        <a:pt x="5142" y="862"/>
                        <a:pt x="5139" y="861"/>
                        <a:pt x="5135" y="861"/>
                      </a:cubicBezTo>
                      <a:cubicBezTo>
                        <a:pt x="5066" y="861"/>
                        <a:pt x="5043" y="1043"/>
                        <a:pt x="4971" y="1043"/>
                      </a:cubicBezTo>
                      <a:cubicBezTo>
                        <a:pt x="4969" y="1043"/>
                        <a:pt x="4967" y="1043"/>
                        <a:pt x="4966" y="1043"/>
                      </a:cubicBezTo>
                      <a:cubicBezTo>
                        <a:pt x="4765" y="1023"/>
                        <a:pt x="4986" y="551"/>
                        <a:pt x="4815" y="451"/>
                      </a:cubicBezTo>
                      <a:cubicBezTo>
                        <a:pt x="4805" y="446"/>
                        <a:pt x="4796" y="444"/>
                        <a:pt x="4788" y="444"/>
                      </a:cubicBezTo>
                      <a:cubicBezTo>
                        <a:pt x="4685" y="444"/>
                        <a:pt x="4656" y="794"/>
                        <a:pt x="4529" y="794"/>
                      </a:cubicBezTo>
                      <a:cubicBezTo>
                        <a:pt x="4524" y="794"/>
                        <a:pt x="4519" y="793"/>
                        <a:pt x="4514" y="792"/>
                      </a:cubicBezTo>
                      <a:cubicBezTo>
                        <a:pt x="4354" y="762"/>
                        <a:pt x="4564" y="321"/>
                        <a:pt x="4404" y="301"/>
                      </a:cubicBezTo>
                      <a:cubicBezTo>
                        <a:pt x="4391" y="299"/>
                        <a:pt x="4379" y="298"/>
                        <a:pt x="4367" y="298"/>
                      </a:cubicBezTo>
                      <a:cubicBezTo>
                        <a:pt x="4058" y="298"/>
                        <a:pt x="3990" y="905"/>
                        <a:pt x="3932" y="1234"/>
                      </a:cubicBezTo>
                      <a:cubicBezTo>
                        <a:pt x="3902" y="1414"/>
                        <a:pt x="4093" y="1705"/>
                        <a:pt x="3922" y="1795"/>
                      </a:cubicBezTo>
                      <a:cubicBezTo>
                        <a:pt x="3913" y="1800"/>
                        <a:pt x="3904" y="1802"/>
                        <a:pt x="3895" y="1802"/>
                      </a:cubicBezTo>
                      <a:cubicBezTo>
                        <a:pt x="3812" y="1802"/>
                        <a:pt x="3710" y="1649"/>
                        <a:pt x="3637" y="1649"/>
                      </a:cubicBezTo>
                      <a:cubicBezTo>
                        <a:pt x="3624" y="1649"/>
                        <a:pt x="3612" y="1654"/>
                        <a:pt x="3601" y="1665"/>
                      </a:cubicBezTo>
                      <a:cubicBezTo>
                        <a:pt x="3511" y="1755"/>
                        <a:pt x="3652" y="1926"/>
                        <a:pt x="3652" y="2056"/>
                      </a:cubicBezTo>
                      <a:cubicBezTo>
                        <a:pt x="3642" y="2195"/>
                        <a:pt x="3495" y="2309"/>
                        <a:pt x="3362" y="2309"/>
                      </a:cubicBezTo>
                      <a:cubicBezTo>
                        <a:pt x="3351" y="2309"/>
                        <a:pt x="3341" y="2308"/>
                        <a:pt x="3331" y="2307"/>
                      </a:cubicBezTo>
                      <a:cubicBezTo>
                        <a:pt x="3240" y="2287"/>
                        <a:pt x="3240" y="2166"/>
                        <a:pt x="3220" y="2076"/>
                      </a:cubicBezTo>
                      <a:cubicBezTo>
                        <a:pt x="3206" y="2039"/>
                        <a:pt x="3149" y="2030"/>
                        <a:pt x="3100" y="2030"/>
                      </a:cubicBezTo>
                      <a:lnTo>
                        <a:pt x="3100" y="2030"/>
                      </a:lnTo>
                      <a:cubicBezTo>
                        <a:pt x="3422" y="1949"/>
                        <a:pt x="2909" y="1137"/>
                        <a:pt x="2689" y="792"/>
                      </a:cubicBezTo>
                      <a:cubicBezTo>
                        <a:pt x="2659" y="732"/>
                        <a:pt x="2618" y="682"/>
                        <a:pt x="2618" y="622"/>
                      </a:cubicBezTo>
                      <a:cubicBezTo>
                        <a:pt x="2598" y="431"/>
                        <a:pt x="2909" y="220"/>
                        <a:pt x="2769" y="110"/>
                      </a:cubicBezTo>
                      <a:cubicBezTo>
                        <a:pt x="2673" y="46"/>
                        <a:pt x="2551" y="1"/>
                        <a:pt x="243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28" name="Google Shape;14328;p50"/>
                <p:cNvSpPr/>
                <p:nvPr/>
              </p:nvSpPr>
              <p:spPr>
                <a:xfrm>
                  <a:off x="2953550" y="2749147"/>
                  <a:ext cx="222088" cy="148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8" h="3707" extrusionOk="0">
                      <a:moveTo>
                        <a:pt x="635" y="0"/>
                      </a:moveTo>
                      <a:cubicBezTo>
                        <a:pt x="628" y="0"/>
                        <a:pt x="620" y="1"/>
                        <a:pt x="613" y="2"/>
                      </a:cubicBezTo>
                      <a:cubicBezTo>
                        <a:pt x="522" y="12"/>
                        <a:pt x="492" y="122"/>
                        <a:pt x="492" y="213"/>
                      </a:cubicBezTo>
                      <a:cubicBezTo>
                        <a:pt x="472" y="564"/>
                        <a:pt x="452" y="915"/>
                        <a:pt x="422" y="1266"/>
                      </a:cubicBezTo>
                      <a:cubicBezTo>
                        <a:pt x="392" y="1577"/>
                        <a:pt x="272" y="1687"/>
                        <a:pt x="141" y="1928"/>
                      </a:cubicBezTo>
                      <a:cubicBezTo>
                        <a:pt x="1" y="2169"/>
                        <a:pt x="41" y="2500"/>
                        <a:pt x="51" y="2770"/>
                      </a:cubicBezTo>
                      <a:cubicBezTo>
                        <a:pt x="61" y="3041"/>
                        <a:pt x="111" y="3352"/>
                        <a:pt x="342" y="3472"/>
                      </a:cubicBezTo>
                      <a:cubicBezTo>
                        <a:pt x="414" y="3512"/>
                        <a:pt x="491" y="3527"/>
                        <a:pt x="571" y="3527"/>
                      </a:cubicBezTo>
                      <a:cubicBezTo>
                        <a:pt x="733" y="3527"/>
                        <a:pt x="906" y="3466"/>
                        <a:pt x="1074" y="3432"/>
                      </a:cubicBezTo>
                      <a:cubicBezTo>
                        <a:pt x="1155" y="3417"/>
                        <a:pt x="1238" y="3411"/>
                        <a:pt x="1322" y="3411"/>
                      </a:cubicBezTo>
                      <a:cubicBezTo>
                        <a:pt x="1518" y="3411"/>
                        <a:pt x="1720" y="3444"/>
                        <a:pt x="1917" y="3472"/>
                      </a:cubicBezTo>
                      <a:cubicBezTo>
                        <a:pt x="2952" y="3633"/>
                        <a:pt x="4004" y="3707"/>
                        <a:pt x="5058" y="3707"/>
                      </a:cubicBezTo>
                      <a:cubicBezTo>
                        <a:pt x="5188" y="3707"/>
                        <a:pt x="5317" y="3705"/>
                        <a:pt x="5447" y="3703"/>
                      </a:cubicBezTo>
                      <a:lnTo>
                        <a:pt x="5538" y="2359"/>
                      </a:lnTo>
                      <a:cubicBezTo>
                        <a:pt x="5451" y="2330"/>
                        <a:pt x="5355" y="1996"/>
                        <a:pt x="5268" y="1996"/>
                      </a:cubicBezTo>
                      <a:cubicBezTo>
                        <a:pt x="5264" y="1996"/>
                        <a:pt x="5260" y="1997"/>
                        <a:pt x="5257" y="1998"/>
                      </a:cubicBezTo>
                      <a:cubicBezTo>
                        <a:pt x="5249" y="2000"/>
                        <a:pt x="5242" y="2002"/>
                        <a:pt x="5234" y="2002"/>
                      </a:cubicBezTo>
                      <a:cubicBezTo>
                        <a:pt x="5164" y="2002"/>
                        <a:pt x="5079" y="1916"/>
                        <a:pt x="5023" y="1916"/>
                      </a:cubicBezTo>
                      <a:cubicBezTo>
                        <a:pt x="5008" y="1916"/>
                        <a:pt x="4996" y="1922"/>
                        <a:pt x="4986" y="1938"/>
                      </a:cubicBezTo>
                      <a:cubicBezTo>
                        <a:pt x="4943" y="2006"/>
                        <a:pt x="4871" y="2075"/>
                        <a:pt x="4801" y="2075"/>
                      </a:cubicBezTo>
                      <a:cubicBezTo>
                        <a:pt x="4789" y="2075"/>
                        <a:pt x="4777" y="2073"/>
                        <a:pt x="4765" y="2068"/>
                      </a:cubicBezTo>
                      <a:cubicBezTo>
                        <a:pt x="4666" y="2032"/>
                        <a:pt x="4632" y="1819"/>
                        <a:pt x="4561" y="1819"/>
                      </a:cubicBezTo>
                      <a:cubicBezTo>
                        <a:pt x="4553" y="1819"/>
                        <a:pt x="4544" y="1821"/>
                        <a:pt x="4535" y="1827"/>
                      </a:cubicBezTo>
                      <a:cubicBezTo>
                        <a:pt x="4474" y="1864"/>
                        <a:pt x="4409" y="1897"/>
                        <a:pt x="4354" y="1897"/>
                      </a:cubicBezTo>
                      <a:cubicBezTo>
                        <a:pt x="4319" y="1897"/>
                        <a:pt x="4287" y="1883"/>
                        <a:pt x="4264" y="1848"/>
                      </a:cubicBezTo>
                      <a:cubicBezTo>
                        <a:pt x="4194" y="1757"/>
                        <a:pt x="4254" y="1627"/>
                        <a:pt x="4234" y="1507"/>
                      </a:cubicBezTo>
                      <a:cubicBezTo>
                        <a:pt x="4204" y="1326"/>
                        <a:pt x="4093" y="1045"/>
                        <a:pt x="3913" y="1045"/>
                      </a:cubicBezTo>
                      <a:cubicBezTo>
                        <a:pt x="3742" y="1055"/>
                        <a:pt x="3562" y="1226"/>
                        <a:pt x="3532" y="1406"/>
                      </a:cubicBezTo>
                      <a:cubicBezTo>
                        <a:pt x="3501" y="1627"/>
                        <a:pt x="3742" y="1878"/>
                        <a:pt x="3572" y="2028"/>
                      </a:cubicBezTo>
                      <a:cubicBezTo>
                        <a:pt x="3554" y="2046"/>
                        <a:pt x="3535" y="2053"/>
                        <a:pt x="3515" y="2053"/>
                      </a:cubicBezTo>
                      <a:cubicBezTo>
                        <a:pt x="3432" y="2053"/>
                        <a:pt x="3341" y="1922"/>
                        <a:pt x="3341" y="1817"/>
                      </a:cubicBezTo>
                      <a:cubicBezTo>
                        <a:pt x="3331" y="1687"/>
                        <a:pt x="3381" y="1557"/>
                        <a:pt x="3341" y="1426"/>
                      </a:cubicBezTo>
                      <a:cubicBezTo>
                        <a:pt x="3331" y="1366"/>
                        <a:pt x="3291" y="1316"/>
                        <a:pt x="3281" y="1256"/>
                      </a:cubicBezTo>
                      <a:cubicBezTo>
                        <a:pt x="3261" y="1176"/>
                        <a:pt x="3291" y="1105"/>
                        <a:pt x="3301" y="1025"/>
                      </a:cubicBezTo>
                      <a:cubicBezTo>
                        <a:pt x="3301" y="945"/>
                        <a:pt x="3281" y="824"/>
                        <a:pt x="3211" y="824"/>
                      </a:cubicBezTo>
                      <a:cubicBezTo>
                        <a:pt x="3204" y="825"/>
                        <a:pt x="3198" y="825"/>
                        <a:pt x="3192" y="825"/>
                      </a:cubicBezTo>
                      <a:cubicBezTo>
                        <a:pt x="3128" y="825"/>
                        <a:pt x="3065" y="792"/>
                        <a:pt x="3006" y="792"/>
                      </a:cubicBezTo>
                      <a:cubicBezTo>
                        <a:pt x="2987" y="792"/>
                        <a:pt x="2968" y="795"/>
                        <a:pt x="2950" y="804"/>
                      </a:cubicBezTo>
                      <a:cubicBezTo>
                        <a:pt x="2881" y="827"/>
                        <a:pt x="2823" y="898"/>
                        <a:pt x="2769" y="898"/>
                      </a:cubicBezTo>
                      <a:cubicBezTo>
                        <a:pt x="2752" y="898"/>
                        <a:pt x="2736" y="891"/>
                        <a:pt x="2719" y="875"/>
                      </a:cubicBezTo>
                      <a:cubicBezTo>
                        <a:pt x="2689" y="855"/>
                        <a:pt x="2669" y="814"/>
                        <a:pt x="2629" y="804"/>
                      </a:cubicBezTo>
                      <a:cubicBezTo>
                        <a:pt x="2623" y="802"/>
                        <a:pt x="2617" y="800"/>
                        <a:pt x="2611" y="800"/>
                      </a:cubicBezTo>
                      <a:cubicBezTo>
                        <a:pt x="2593" y="800"/>
                        <a:pt x="2571" y="810"/>
                        <a:pt x="2549" y="824"/>
                      </a:cubicBezTo>
                      <a:cubicBezTo>
                        <a:pt x="2448" y="875"/>
                        <a:pt x="2298" y="865"/>
                        <a:pt x="2238" y="965"/>
                      </a:cubicBezTo>
                      <a:cubicBezTo>
                        <a:pt x="2107" y="1206"/>
                        <a:pt x="2298" y="1496"/>
                        <a:pt x="2328" y="1767"/>
                      </a:cubicBezTo>
                      <a:cubicBezTo>
                        <a:pt x="2338" y="1888"/>
                        <a:pt x="2348" y="2018"/>
                        <a:pt x="2288" y="2118"/>
                      </a:cubicBezTo>
                      <a:cubicBezTo>
                        <a:pt x="2252" y="2183"/>
                        <a:pt x="2179" y="2224"/>
                        <a:pt x="2112" y="2224"/>
                      </a:cubicBezTo>
                      <a:cubicBezTo>
                        <a:pt x="2065" y="2224"/>
                        <a:pt x="2022" y="2204"/>
                        <a:pt x="1997" y="2158"/>
                      </a:cubicBezTo>
                      <a:cubicBezTo>
                        <a:pt x="1967" y="2118"/>
                        <a:pt x="1967" y="2058"/>
                        <a:pt x="1957" y="2008"/>
                      </a:cubicBezTo>
                      <a:cubicBezTo>
                        <a:pt x="1937" y="1848"/>
                        <a:pt x="1846" y="1697"/>
                        <a:pt x="1796" y="1547"/>
                      </a:cubicBezTo>
                      <a:cubicBezTo>
                        <a:pt x="1746" y="1396"/>
                        <a:pt x="1897" y="1256"/>
                        <a:pt x="1866" y="1095"/>
                      </a:cubicBezTo>
                      <a:cubicBezTo>
                        <a:pt x="1836" y="955"/>
                        <a:pt x="1796" y="844"/>
                        <a:pt x="1686" y="764"/>
                      </a:cubicBezTo>
                      <a:cubicBezTo>
                        <a:pt x="1670" y="750"/>
                        <a:pt x="1651" y="744"/>
                        <a:pt x="1629" y="744"/>
                      </a:cubicBezTo>
                      <a:cubicBezTo>
                        <a:pt x="1545" y="744"/>
                        <a:pt x="1429" y="833"/>
                        <a:pt x="1354" y="833"/>
                      </a:cubicBezTo>
                      <a:cubicBezTo>
                        <a:pt x="1328" y="833"/>
                        <a:pt x="1308" y="822"/>
                        <a:pt x="1295" y="794"/>
                      </a:cubicBezTo>
                      <a:cubicBezTo>
                        <a:pt x="1247" y="699"/>
                        <a:pt x="1308" y="522"/>
                        <a:pt x="1220" y="522"/>
                      </a:cubicBezTo>
                      <a:cubicBezTo>
                        <a:pt x="1215" y="522"/>
                        <a:pt x="1210" y="523"/>
                        <a:pt x="1204" y="524"/>
                      </a:cubicBezTo>
                      <a:cubicBezTo>
                        <a:pt x="1164" y="534"/>
                        <a:pt x="1134" y="564"/>
                        <a:pt x="1094" y="584"/>
                      </a:cubicBezTo>
                      <a:cubicBezTo>
                        <a:pt x="1078" y="589"/>
                        <a:pt x="1064" y="592"/>
                        <a:pt x="1049" y="592"/>
                      </a:cubicBezTo>
                      <a:cubicBezTo>
                        <a:pt x="937" y="592"/>
                        <a:pt x="871" y="427"/>
                        <a:pt x="853" y="293"/>
                      </a:cubicBezTo>
                      <a:cubicBezTo>
                        <a:pt x="834" y="160"/>
                        <a:pt x="762" y="0"/>
                        <a:pt x="63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29" name="Google Shape;14329;p50"/>
                <p:cNvSpPr/>
                <p:nvPr/>
              </p:nvSpPr>
              <p:spPr>
                <a:xfrm>
                  <a:off x="2542046" y="2721395"/>
                  <a:ext cx="200352" cy="148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3707" extrusionOk="0">
                      <a:moveTo>
                        <a:pt x="582" y="0"/>
                      </a:moveTo>
                      <a:cubicBezTo>
                        <a:pt x="575" y="0"/>
                        <a:pt x="569" y="1"/>
                        <a:pt x="562" y="2"/>
                      </a:cubicBezTo>
                      <a:cubicBezTo>
                        <a:pt x="482" y="12"/>
                        <a:pt x="442" y="122"/>
                        <a:pt x="442" y="212"/>
                      </a:cubicBezTo>
                      <a:cubicBezTo>
                        <a:pt x="432" y="564"/>
                        <a:pt x="402" y="915"/>
                        <a:pt x="382" y="1266"/>
                      </a:cubicBezTo>
                      <a:cubicBezTo>
                        <a:pt x="352" y="1577"/>
                        <a:pt x="241" y="1687"/>
                        <a:pt x="121" y="1928"/>
                      </a:cubicBezTo>
                      <a:cubicBezTo>
                        <a:pt x="1" y="2168"/>
                        <a:pt x="31" y="2499"/>
                        <a:pt x="41" y="2770"/>
                      </a:cubicBezTo>
                      <a:cubicBezTo>
                        <a:pt x="51" y="3041"/>
                        <a:pt x="101" y="3352"/>
                        <a:pt x="312" y="3472"/>
                      </a:cubicBezTo>
                      <a:cubicBezTo>
                        <a:pt x="378" y="3512"/>
                        <a:pt x="448" y="3527"/>
                        <a:pt x="521" y="3527"/>
                      </a:cubicBezTo>
                      <a:cubicBezTo>
                        <a:pt x="668" y="3527"/>
                        <a:pt x="825" y="3466"/>
                        <a:pt x="974" y="3432"/>
                      </a:cubicBezTo>
                      <a:cubicBezTo>
                        <a:pt x="1052" y="3417"/>
                        <a:pt x="1130" y="3411"/>
                        <a:pt x="1207" y="3411"/>
                      </a:cubicBezTo>
                      <a:cubicBezTo>
                        <a:pt x="1390" y="3411"/>
                        <a:pt x="1570" y="3444"/>
                        <a:pt x="1746" y="3472"/>
                      </a:cubicBezTo>
                      <a:cubicBezTo>
                        <a:pt x="2701" y="3633"/>
                        <a:pt x="3673" y="3706"/>
                        <a:pt x="4639" y="3706"/>
                      </a:cubicBezTo>
                      <a:cubicBezTo>
                        <a:pt x="4758" y="3706"/>
                        <a:pt x="4877" y="3705"/>
                        <a:pt x="4996" y="3703"/>
                      </a:cubicBezTo>
                      <a:lnTo>
                        <a:pt x="4996" y="2098"/>
                      </a:lnTo>
                      <a:cubicBezTo>
                        <a:pt x="4919" y="2069"/>
                        <a:pt x="4823" y="1735"/>
                        <a:pt x="4745" y="1735"/>
                      </a:cubicBezTo>
                      <a:cubicBezTo>
                        <a:pt x="4741" y="1735"/>
                        <a:pt x="4738" y="1736"/>
                        <a:pt x="4735" y="1737"/>
                      </a:cubicBezTo>
                      <a:cubicBezTo>
                        <a:pt x="4655" y="1767"/>
                        <a:pt x="4615" y="1857"/>
                        <a:pt x="4574" y="1938"/>
                      </a:cubicBezTo>
                      <a:cubicBezTo>
                        <a:pt x="4532" y="2006"/>
                        <a:pt x="4467" y="2075"/>
                        <a:pt x="4399" y="2075"/>
                      </a:cubicBezTo>
                      <a:cubicBezTo>
                        <a:pt x="4387" y="2075"/>
                        <a:pt x="4376" y="2073"/>
                        <a:pt x="4364" y="2068"/>
                      </a:cubicBezTo>
                      <a:cubicBezTo>
                        <a:pt x="4283" y="2032"/>
                        <a:pt x="4250" y="1818"/>
                        <a:pt x="4179" y="1818"/>
                      </a:cubicBezTo>
                      <a:cubicBezTo>
                        <a:pt x="4171" y="1818"/>
                        <a:pt x="4162" y="1821"/>
                        <a:pt x="4153" y="1827"/>
                      </a:cubicBezTo>
                      <a:cubicBezTo>
                        <a:pt x="4098" y="1864"/>
                        <a:pt x="4044" y="1897"/>
                        <a:pt x="3993" y="1897"/>
                      </a:cubicBezTo>
                      <a:cubicBezTo>
                        <a:pt x="3961" y="1897"/>
                        <a:pt x="3930" y="1883"/>
                        <a:pt x="3902" y="1847"/>
                      </a:cubicBezTo>
                      <a:cubicBezTo>
                        <a:pt x="3842" y="1757"/>
                        <a:pt x="3902" y="1627"/>
                        <a:pt x="3882" y="1506"/>
                      </a:cubicBezTo>
                      <a:cubicBezTo>
                        <a:pt x="3852" y="1326"/>
                        <a:pt x="3752" y="1045"/>
                        <a:pt x="3581" y="1045"/>
                      </a:cubicBezTo>
                      <a:cubicBezTo>
                        <a:pt x="3421" y="1055"/>
                        <a:pt x="3260" y="1226"/>
                        <a:pt x="3240" y="1406"/>
                      </a:cubicBezTo>
                      <a:cubicBezTo>
                        <a:pt x="3210" y="1627"/>
                        <a:pt x="3431" y="1878"/>
                        <a:pt x="3271" y="2028"/>
                      </a:cubicBezTo>
                      <a:cubicBezTo>
                        <a:pt x="3255" y="2046"/>
                        <a:pt x="3237" y="2053"/>
                        <a:pt x="3219" y="2053"/>
                      </a:cubicBezTo>
                      <a:cubicBezTo>
                        <a:pt x="3144" y="2053"/>
                        <a:pt x="3060" y="1922"/>
                        <a:pt x="3060" y="1817"/>
                      </a:cubicBezTo>
                      <a:cubicBezTo>
                        <a:pt x="3050" y="1687"/>
                        <a:pt x="3100" y="1557"/>
                        <a:pt x="3060" y="1426"/>
                      </a:cubicBezTo>
                      <a:cubicBezTo>
                        <a:pt x="3050" y="1366"/>
                        <a:pt x="3010" y="1316"/>
                        <a:pt x="3000" y="1256"/>
                      </a:cubicBezTo>
                      <a:cubicBezTo>
                        <a:pt x="2990" y="1175"/>
                        <a:pt x="3020" y="1105"/>
                        <a:pt x="3020" y="1025"/>
                      </a:cubicBezTo>
                      <a:cubicBezTo>
                        <a:pt x="3030" y="945"/>
                        <a:pt x="3010" y="824"/>
                        <a:pt x="2940" y="824"/>
                      </a:cubicBezTo>
                      <a:cubicBezTo>
                        <a:pt x="2934" y="825"/>
                        <a:pt x="2929" y="825"/>
                        <a:pt x="2923" y="825"/>
                      </a:cubicBezTo>
                      <a:cubicBezTo>
                        <a:pt x="2866" y="825"/>
                        <a:pt x="2810" y="792"/>
                        <a:pt x="2753" y="792"/>
                      </a:cubicBezTo>
                      <a:cubicBezTo>
                        <a:pt x="2735" y="792"/>
                        <a:pt x="2717" y="795"/>
                        <a:pt x="2699" y="804"/>
                      </a:cubicBezTo>
                      <a:cubicBezTo>
                        <a:pt x="2637" y="827"/>
                        <a:pt x="2588" y="897"/>
                        <a:pt x="2536" y="897"/>
                      </a:cubicBezTo>
                      <a:cubicBezTo>
                        <a:pt x="2520" y="897"/>
                        <a:pt x="2505" y="891"/>
                        <a:pt x="2488" y="874"/>
                      </a:cubicBezTo>
                      <a:cubicBezTo>
                        <a:pt x="2468" y="854"/>
                        <a:pt x="2448" y="814"/>
                        <a:pt x="2408" y="804"/>
                      </a:cubicBezTo>
                      <a:cubicBezTo>
                        <a:pt x="2403" y="802"/>
                        <a:pt x="2396" y="800"/>
                        <a:pt x="2390" y="800"/>
                      </a:cubicBezTo>
                      <a:cubicBezTo>
                        <a:pt x="2372" y="800"/>
                        <a:pt x="2350" y="810"/>
                        <a:pt x="2328" y="824"/>
                      </a:cubicBezTo>
                      <a:cubicBezTo>
                        <a:pt x="2237" y="874"/>
                        <a:pt x="2097" y="864"/>
                        <a:pt x="2047" y="965"/>
                      </a:cubicBezTo>
                      <a:cubicBezTo>
                        <a:pt x="1936" y="1205"/>
                        <a:pt x="2107" y="1496"/>
                        <a:pt x="2127" y="1767"/>
                      </a:cubicBezTo>
                      <a:cubicBezTo>
                        <a:pt x="2147" y="1888"/>
                        <a:pt x="2157" y="2018"/>
                        <a:pt x="2097" y="2118"/>
                      </a:cubicBezTo>
                      <a:cubicBezTo>
                        <a:pt x="2062" y="2183"/>
                        <a:pt x="1995" y="2224"/>
                        <a:pt x="1934" y="2224"/>
                      </a:cubicBezTo>
                      <a:cubicBezTo>
                        <a:pt x="1891" y="2224"/>
                        <a:pt x="1851" y="2204"/>
                        <a:pt x="1826" y="2158"/>
                      </a:cubicBezTo>
                      <a:cubicBezTo>
                        <a:pt x="1796" y="2118"/>
                        <a:pt x="1796" y="2058"/>
                        <a:pt x="1786" y="2008"/>
                      </a:cubicBezTo>
                      <a:cubicBezTo>
                        <a:pt x="1776" y="1847"/>
                        <a:pt x="1696" y="1697"/>
                        <a:pt x="1646" y="1547"/>
                      </a:cubicBezTo>
                      <a:cubicBezTo>
                        <a:pt x="1595" y="1396"/>
                        <a:pt x="1736" y="1256"/>
                        <a:pt x="1706" y="1095"/>
                      </a:cubicBezTo>
                      <a:cubicBezTo>
                        <a:pt x="1686" y="955"/>
                        <a:pt x="1636" y="844"/>
                        <a:pt x="1545" y="764"/>
                      </a:cubicBezTo>
                      <a:cubicBezTo>
                        <a:pt x="1529" y="750"/>
                        <a:pt x="1511" y="744"/>
                        <a:pt x="1491" y="744"/>
                      </a:cubicBezTo>
                      <a:cubicBezTo>
                        <a:pt x="1412" y="744"/>
                        <a:pt x="1308" y="833"/>
                        <a:pt x="1240" y="833"/>
                      </a:cubicBezTo>
                      <a:cubicBezTo>
                        <a:pt x="1216" y="833"/>
                        <a:pt x="1197" y="822"/>
                        <a:pt x="1184" y="794"/>
                      </a:cubicBezTo>
                      <a:cubicBezTo>
                        <a:pt x="1136" y="699"/>
                        <a:pt x="1198" y="522"/>
                        <a:pt x="1109" y="522"/>
                      </a:cubicBezTo>
                      <a:cubicBezTo>
                        <a:pt x="1104" y="522"/>
                        <a:pt x="1099" y="522"/>
                        <a:pt x="1094" y="523"/>
                      </a:cubicBezTo>
                      <a:cubicBezTo>
                        <a:pt x="1064" y="533"/>
                        <a:pt x="1034" y="564"/>
                        <a:pt x="994" y="584"/>
                      </a:cubicBezTo>
                      <a:cubicBezTo>
                        <a:pt x="980" y="589"/>
                        <a:pt x="967" y="592"/>
                        <a:pt x="955" y="592"/>
                      </a:cubicBezTo>
                      <a:cubicBezTo>
                        <a:pt x="856" y="592"/>
                        <a:pt x="791" y="426"/>
                        <a:pt x="773" y="293"/>
                      </a:cubicBezTo>
                      <a:cubicBezTo>
                        <a:pt x="763" y="160"/>
                        <a:pt x="691" y="0"/>
                        <a:pt x="5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30" name="Google Shape;14330;p50"/>
                <p:cNvSpPr/>
                <p:nvPr/>
              </p:nvSpPr>
              <p:spPr>
                <a:xfrm>
                  <a:off x="2871498" y="2774853"/>
                  <a:ext cx="200352" cy="116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2906" extrusionOk="0">
                      <a:moveTo>
                        <a:pt x="4408" y="1"/>
                      </a:moveTo>
                      <a:cubicBezTo>
                        <a:pt x="4294" y="1"/>
                        <a:pt x="4232" y="121"/>
                        <a:pt x="4213" y="224"/>
                      </a:cubicBezTo>
                      <a:cubicBezTo>
                        <a:pt x="4205" y="330"/>
                        <a:pt x="4140" y="461"/>
                        <a:pt x="4042" y="461"/>
                      </a:cubicBezTo>
                      <a:cubicBezTo>
                        <a:pt x="4029" y="461"/>
                        <a:pt x="4016" y="459"/>
                        <a:pt x="4003" y="454"/>
                      </a:cubicBezTo>
                      <a:cubicBezTo>
                        <a:pt x="3963" y="444"/>
                        <a:pt x="3933" y="414"/>
                        <a:pt x="3892" y="404"/>
                      </a:cubicBezTo>
                      <a:cubicBezTo>
                        <a:pt x="3889" y="404"/>
                        <a:pt x="3886" y="404"/>
                        <a:pt x="3883" y="404"/>
                      </a:cubicBezTo>
                      <a:cubicBezTo>
                        <a:pt x="3796" y="404"/>
                        <a:pt x="3861" y="547"/>
                        <a:pt x="3812" y="625"/>
                      </a:cubicBezTo>
                      <a:cubicBezTo>
                        <a:pt x="3800" y="643"/>
                        <a:pt x="3783" y="650"/>
                        <a:pt x="3762" y="650"/>
                      </a:cubicBezTo>
                      <a:cubicBezTo>
                        <a:pt x="3693" y="650"/>
                        <a:pt x="3587" y="579"/>
                        <a:pt x="3507" y="579"/>
                      </a:cubicBezTo>
                      <a:cubicBezTo>
                        <a:pt x="3486" y="579"/>
                        <a:pt x="3467" y="583"/>
                        <a:pt x="3451" y="595"/>
                      </a:cubicBezTo>
                      <a:cubicBezTo>
                        <a:pt x="3351" y="665"/>
                        <a:pt x="3311" y="745"/>
                        <a:pt x="3291" y="855"/>
                      </a:cubicBezTo>
                      <a:cubicBezTo>
                        <a:pt x="3261" y="976"/>
                        <a:pt x="3391" y="1086"/>
                        <a:pt x="3351" y="1207"/>
                      </a:cubicBezTo>
                      <a:cubicBezTo>
                        <a:pt x="3301" y="1327"/>
                        <a:pt x="3220" y="1447"/>
                        <a:pt x="3200" y="1568"/>
                      </a:cubicBezTo>
                      <a:cubicBezTo>
                        <a:pt x="3200" y="1608"/>
                        <a:pt x="3200" y="1658"/>
                        <a:pt x="3170" y="1688"/>
                      </a:cubicBezTo>
                      <a:cubicBezTo>
                        <a:pt x="3146" y="1721"/>
                        <a:pt x="3104" y="1735"/>
                        <a:pt x="3060" y="1735"/>
                      </a:cubicBezTo>
                      <a:cubicBezTo>
                        <a:pt x="2997" y="1735"/>
                        <a:pt x="2929" y="1705"/>
                        <a:pt x="2899" y="1658"/>
                      </a:cubicBezTo>
                      <a:cubicBezTo>
                        <a:pt x="2839" y="1578"/>
                        <a:pt x="2849" y="1477"/>
                        <a:pt x="2859" y="1377"/>
                      </a:cubicBezTo>
                      <a:cubicBezTo>
                        <a:pt x="2889" y="1166"/>
                        <a:pt x="3060" y="936"/>
                        <a:pt x="2950" y="755"/>
                      </a:cubicBezTo>
                      <a:cubicBezTo>
                        <a:pt x="2889" y="675"/>
                        <a:pt x="2759" y="675"/>
                        <a:pt x="2659" y="645"/>
                      </a:cubicBezTo>
                      <a:cubicBezTo>
                        <a:pt x="2642" y="637"/>
                        <a:pt x="2620" y="622"/>
                        <a:pt x="2596" y="622"/>
                      </a:cubicBezTo>
                      <a:cubicBezTo>
                        <a:pt x="2590" y="622"/>
                        <a:pt x="2584" y="623"/>
                        <a:pt x="2578" y="625"/>
                      </a:cubicBezTo>
                      <a:cubicBezTo>
                        <a:pt x="2548" y="635"/>
                        <a:pt x="2528" y="665"/>
                        <a:pt x="2508" y="685"/>
                      </a:cubicBezTo>
                      <a:cubicBezTo>
                        <a:pt x="2492" y="696"/>
                        <a:pt x="2477" y="701"/>
                        <a:pt x="2461" y="701"/>
                      </a:cubicBezTo>
                      <a:cubicBezTo>
                        <a:pt x="2409" y="701"/>
                        <a:pt x="2359" y="648"/>
                        <a:pt x="2298" y="625"/>
                      </a:cubicBezTo>
                      <a:cubicBezTo>
                        <a:pt x="2279" y="618"/>
                        <a:pt x="2261" y="615"/>
                        <a:pt x="2242" y="615"/>
                      </a:cubicBezTo>
                      <a:cubicBezTo>
                        <a:pt x="2180" y="615"/>
                        <a:pt x="2119" y="645"/>
                        <a:pt x="2057" y="645"/>
                      </a:cubicBezTo>
                      <a:cubicBezTo>
                        <a:pt x="1987" y="645"/>
                        <a:pt x="1967" y="735"/>
                        <a:pt x="1977" y="795"/>
                      </a:cubicBezTo>
                      <a:cubicBezTo>
                        <a:pt x="1977" y="855"/>
                        <a:pt x="2007" y="926"/>
                        <a:pt x="1987" y="986"/>
                      </a:cubicBezTo>
                      <a:cubicBezTo>
                        <a:pt x="1977" y="1026"/>
                        <a:pt x="1947" y="1066"/>
                        <a:pt x="1926" y="1116"/>
                      </a:cubicBezTo>
                      <a:cubicBezTo>
                        <a:pt x="1896" y="1217"/>
                        <a:pt x="1936" y="1317"/>
                        <a:pt x="1936" y="1417"/>
                      </a:cubicBezTo>
                      <a:cubicBezTo>
                        <a:pt x="1928" y="1499"/>
                        <a:pt x="1847" y="1607"/>
                        <a:pt x="1769" y="1607"/>
                      </a:cubicBezTo>
                      <a:cubicBezTo>
                        <a:pt x="1751" y="1607"/>
                        <a:pt x="1733" y="1601"/>
                        <a:pt x="1716" y="1588"/>
                      </a:cubicBezTo>
                      <a:cubicBezTo>
                        <a:pt x="1565" y="1467"/>
                        <a:pt x="1786" y="1267"/>
                        <a:pt x="1756" y="1096"/>
                      </a:cubicBezTo>
                      <a:cubicBezTo>
                        <a:pt x="1726" y="956"/>
                        <a:pt x="1565" y="825"/>
                        <a:pt x="1415" y="815"/>
                      </a:cubicBezTo>
                      <a:cubicBezTo>
                        <a:pt x="1244" y="815"/>
                        <a:pt x="1144" y="1036"/>
                        <a:pt x="1114" y="1176"/>
                      </a:cubicBezTo>
                      <a:cubicBezTo>
                        <a:pt x="1094" y="1277"/>
                        <a:pt x="1154" y="1377"/>
                        <a:pt x="1084" y="1447"/>
                      </a:cubicBezTo>
                      <a:cubicBezTo>
                        <a:pt x="1061" y="1474"/>
                        <a:pt x="1031" y="1485"/>
                        <a:pt x="999" y="1485"/>
                      </a:cubicBezTo>
                      <a:cubicBezTo>
                        <a:pt x="948" y="1485"/>
                        <a:pt x="889" y="1458"/>
                        <a:pt x="833" y="1427"/>
                      </a:cubicBezTo>
                      <a:cubicBezTo>
                        <a:pt x="826" y="1424"/>
                        <a:pt x="819" y="1422"/>
                        <a:pt x="813" y="1422"/>
                      </a:cubicBezTo>
                      <a:cubicBezTo>
                        <a:pt x="747" y="1422"/>
                        <a:pt x="715" y="1590"/>
                        <a:pt x="633" y="1618"/>
                      </a:cubicBezTo>
                      <a:cubicBezTo>
                        <a:pt x="619" y="1623"/>
                        <a:pt x="606" y="1625"/>
                        <a:pt x="593" y="1625"/>
                      </a:cubicBezTo>
                      <a:cubicBezTo>
                        <a:pt x="527" y="1625"/>
                        <a:pt x="464" y="1568"/>
                        <a:pt x="422" y="1517"/>
                      </a:cubicBezTo>
                      <a:cubicBezTo>
                        <a:pt x="382" y="1457"/>
                        <a:pt x="342" y="1377"/>
                        <a:pt x="251" y="1357"/>
                      </a:cubicBezTo>
                      <a:cubicBezTo>
                        <a:pt x="247" y="1356"/>
                        <a:pt x="243" y="1355"/>
                        <a:pt x="239" y="1355"/>
                      </a:cubicBezTo>
                      <a:cubicBezTo>
                        <a:pt x="162" y="1355"/>
                        <a:pt x="77" y="1619"/>
                        <a:pt x="1" y="1638"/>
                      </a:cubicBezTo>
                      <a:lnTo>
                        <a:pt x="1" y="2902"/>
                      </a:lnTo>
                      <a:cubicBezTo>
                        <a:pt x="136" y="2904"/>
                        <a:pt x="271" y="2905"/>
                        <a:pt x="407" y="2905"/>
                      </a:cubicBezTo>
                      <a:cubicBezTo>
                        <a:pt x="1355" y="2905"/>
                        <a:pt x="2301" y="2844"/>
                        <a:pt x="3240" y="2721"/>
                      </a:cubicBezTo>
                      <a:cubicBezTo>
                        <a:pt x="3423" y="2700"/>
                        <a:pt x="3605" y="2674"/>
                        <a:pt x="3784" y="2674"/>
                      </a:cubicBezTo>
                      <a:cubicBezTo>
                        <a:pt x="3861" y="2674"/>
                        <a:pt x="3937" y="2679"/>
                        <a:pt x="4013" y="2691"/>
                      </a:cubicBezTo>
                      <a:cubicBezTo>
                        <a:pt x="4170" y="2712"/>
                        <a:pt x="4333" y="2760"/>
                        <a:pt x="4484" y="2760"/>
                      </a:cubicBezTo>
                      <a:cubicBezTo>
                        <a:pt x="4554" y="2760"/>
                        <a:pt x="4621" y="2750"/>
                        <a:pt x="4685" y="2721"/>
                      </a:cubicBezTo>
                      <a:cubicBezTo>
                        <a:pt x="4895" y="2621"/>
                        <a:pt x="4946" y="2380"/>
                        <a:pt x="4956" y="2169"/>
                      </a:cubicBezTo>
                      <a:cubicBezTo>
                        <a:pt x="4966" y="1949"/>
                        <a:pt x="4996" y="1698"/>
                        <a:pt x="4875" y="1507"/>
                      </a:cubicBezTo>
                      <a:cubicBezTo>
                        <a:pt x="4755" y="1327"/>
                        <a:pt x="4635" y="1227"/>
                        <a:pt x="4615" y="996"/>
                      </a:cubicBezTo>
                      <a:cubicBezTo>
                        <a:pt x="4585" y="715"/>
                        <a:pt x="4564" y="434"/>
                        <a:pt x="4554" y="163"/>
                      </a:cubicBezTo>
                      <a:cubicBezTo>
                        <a:pt x="4544" y="93"/>
                        <a:pt x="4514" y="13"/>
                        <a:pt x="4434" y="3"/>
                      </a:cubicBezTo>
                      <a:cubicBezTo>
                        <a:pt x="4425" y="1"/>
                        <a:pt x="4416" y="1"/>
                        <a:pt x="44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31" name="Google Shape;14331;p50"/>
                <p:cNvSpPr/>
                <p:nvPr/>
              </p:nvSpPr>
              <p:spPr>
                <a:xfrm>
                  <a:off x="2695323" y="2774853"/>
                  <a:ext cx="200352" cy="116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2906" extrusionOk="0">
                      <a:moveTo>
                        <a:pt x="4417" y="1"/>
                      </a:moveTo>
                      <a:cubicBezTo>
                        <a:pt x="4304" y="1"/>
                        <a:pt x="4242" y="121"/>
                        <a:pt x="4223" y="224"/>
                      </a:cubicBezTo>
                      <a:cubicBezTo>
                        <a:pt x="4205" y="330"/>
                        <a:pt x="4140" y="461"/>
                        <a:pt x="4041" y="461"/>
                      </a:cubicBezTo>
                      <a:cubicBezTo>
                        <a:pt x="4029" y="461"/>
                        <a:pt x="4016" y="459"/>
                        <a:pt x="4002" y="454"/>
                      </a:cubicBezTo>
                      <a:cubicBezTo>
                        <a:pt x="3962" y="444"/>
                        <a:pt x="3942" y="414"/>
                        <a:pt x="3902" y="404"/>
                      </a:cubicBezTo>
                      <a:cubicBezTo>
                        <a:pt x="3899" y="404"/>
                        <a:pt x="3895" y="404"/>
                        <a:pt x="3892" y="404"/>
                      </a:cubicBezTo>
                      <a:cubicBezTo>
                        <a:pt x="3796" y="404"/>
                        <a:pt x="3860" y="547"/>
                        <a:pt x="3812" y="625"/>
                      </a:cubicBezTo>
                      <a:cubicBezTo>
                        <a:pt x="3802" y="643"/>
                        <a:pt x="3786" y="650"/>
                        <a:pt x="3765" y="650"/>
                      </a:cubicBezTo>
                      <a:cubicBezTo>
                        <a:pt x="3699" y="650"/>
                        <a:pt x="3589" y="579"/>
                        <a:pt x="3507" y="579"/>
                      </a:cubicBezTo>
                      <a:cubicBezTo>
                        <a:pt x="3486" y="579"/>
                        <a:pt x="3467" y="583"/>
                        <a:pt x="3451" y="595"/>
                      </a:cubicBezTo>
                      <a:cubicBezTo>
                        <a:pt x="3360" y="665"/>
                        <a:pt x="3320" y="745"/>
                        <a:pt x="3290" y="855"/>
                      </a:cubicBezTo>
                      <a:cubicBezTo>
                        <a:pt x="3270" y="976"/>
                        <a:pt x="3401" y="1086"/>
                        <a:pt x="3350" y="1207"/>
                      </a:cubicBezTo>
                      <a:cubicBezTo>
                        <a:pt x="3310" y="1327"/>
                        <a:pt x="3230" y="1447"/>
                        <a:pt x="3210" y="1568"/>
                      </a:cubicBezTo>
                      <a:cubicBezTo>
                        <a:pt x="3200" y="1608"/>
                        <a:pt x="3200" y="1658"/>
                        <a:pt x="3170" y="1688"/>
                      </a:cubicBezTo>
                      <a:cubicBezTo>
                        <a:pt x="3145" y="1721"/>
                        <a:pt x="3105" y="1735"/>
                        <a:pt x="3063" y="1735"/>
                      </a:cubicBezTo>
                      <a:cubicBezTo>
                        <a:pt x="3002" y="1735"/>
                        <a:pt x="2935" y="1705"/>
                        <a:pt x="2899" y="1658"/>
                      </a:cubicBezTo>
                      <a:cubicBezTo>
                        <a:pt x="2849" y="1578"/>
                        <a:pt x="2859" y="1477"/>
                        <a:pt x="2869" y="1377"/>
                      </a:cubicBezTo>
                      <a:cubicBezTo>
                        <a:pt x="2899" y="1166"/>
                        <a:pt x="3070" y="936"/>
                        <a:pt x="2949" y="755"/>
                      </a:cubicBezTo>
                      <a:cubicBezTo>
                        <a:pt x="2899" y="675"/>
                        <a:pt x="2759" y="675"/>
                        <a:pt x="2668" y="645"/>
                      </a:cubicBezTo>
                      <a:cubicBezTo>
                        <a:pt x="2644" y="637"/>
                        <a:pt x="2620" y="622"/>
                        <a:pt x="2601" y="622"/>
                      </a:cubicBezTo>
                      <a:cubicBezTo>
                        <a:pt x="2596" y="622"/>
                        <a:pt x="2592" y="623"/>
                        <a:pt x="2588" y="625"/>
                      </a:cubicBezTo>
                      <a:cubicBezTo>
                        <a:pt x="2548" y="635"/>
                        <a:pt x="2538" y="665"/>
                        <a:pt x="2508" y="685"/>
                      </a:cubicBezTo>
                      <a:cubicBezTo>
                        <a:pt x="2492" y="696"/>
                        <a:pt x="2476" y="701"/>
                        <a:pt x="2461" y="701"/>
                      </a:cubicBezTo>
                      <a:cubicBezTo>
                        <a:pt x="2409" y="701"/>
                        <a:pt x="2359" y="648"/>
                        <a:pt x="2297" y="625"/>
                      </a:cubicBezTo>
                      <a:cubicBezTo>
                        <a:pt x="2279" y="618"/>
                        <a:pt x="2261" y="615"/>
                        <a:pt x="2243" y="615"/>
                      </a:cubicBezTo>
                      <a:cubicBezTo>
                        <a:pt x="2183" y="615"/>
                        <a:pt x="2126" y="645"/>
                        <a:pt x="2056" y="645"/>
                      </a:cubicBezTo>
                      <a:cubicBezTo>
                        <a:pt x="1986" y="645"/>
                        <a:pt x="1966" y="735"/>
                        <a:pt x="1976" y="795"/>
                      </a:cubicBezTo>
                      <a:cubicBezTo>
                        <a:pt x="1986" y="855"/>
                        <a:pt x="2006" y="926"/>
                        <a:pt x="1996" y="986"/>
                      </a:cubicBezTo>
                      <a:cubicBezTo>
                        <a:pt x="1986" y="1026"/>
                        <a:pt x="1946" y="1066"/>
                        <a:pt x="1936" y="1116"/>
                      </a:cubicBezTo>
                      <a:cubicBezTo>
                        <a:pt x="1896" y="1217"/>
                        <a:pt x="1946" y="1317"/>
                        <a:pt x="1936" y="1417"/>
                      </a:cubicBezTo>
                      <a:cubicBezTo>
                        <a:pt x="1936" y="1499"/>
                        <a:pt x="1850" y="1607"/>
                        <a:pt x="1775" y="1607"/>
                      </a:cubicBezTo>
                      <a:cubicBezTo>
                        <a:pt x="1757" y="1607"/>
                        <a:pt x="1741" y="1601"/>
                        <a:pt x="1725" y="1588"/>
                      </a:cubicBezTo>
                      <a:cubicBezTo>
                        <a:pt x="1565" y="1467"/>
                        <a:pt x="1796" y="1267"/>
                        <a:pt x="1756" y="1096"/>
                      </a:cubicBezTo>
                      <a:cubicBezTo>
                        <a:pt x="1735" y="956"/>
                        <a:pt x="1575" y="825"/>
                        <a:pt x="1415" y="815"/>
                      </a:cubicBezTo>
                      <a:cubicBezTo>
                        <a:pt x="1244" y="815"/>
                        <a:pt x="1144" y="1036"/>
                        <a:pt x="1114" y="1176"/>
                      </a:cubicBezTo>
                      <a:cubicBezTo>
                        <a:pt x="1094" y="1277"/>
                        <a:pt x="1154" y="1377"/>
                        <a:pt x="1094" y="1447"/>
                      </a:cubicBezTo>
                      <a:cubicBezTo>
                        <a:pt x="1070" y="1474"/>
                        <a:pt x="1041" y="1485"/>
                        <a:pt x="1009" y="1485"/>
                      </a:cubicBezTo>
                      <a:cubicBezTo>
                        <a:pt x="957" y="1485"/>
                        <a:pt x="898" y="1458"/>
                        <a:pt x="843" y="1427"/>
                      </a:cubicBezTo>
                      <a:cubicBezTo>
                        <a:pt x="835" y="1424"/>
                        <a:pt x="827" y="1422"/>
                        <a:pt x="820" y="1422"/>
                      </a:cubicBezTo>
                      <a:cubicBezTo>
                        <a:pt x="748" y="1422"/>
                        <a:pt x="723" y="1590"/>
                        <a:pt x="632" y="1618"/>
                      </a:cubicBezTo>
                      <a:cubicBezTo>
                        <a:pt x="619" y="1623"/>
                        <a:pt x="606" y="1625"/>
                        <a:pt x="593" y="1625"/>
                      </a:cubicBezTo>
                      <a:cubicBezTo>
                        <a:pt x="526" y="1625"/>
                        <a:pt x="465" y="1568"/>
                        <a:pt x="432" y="1517"/>
                      </a:cubicBezTo>
                      <a:cubicBezTo>
                        <a:pt x="381" y="1457"/>
                        <a:pt x="341" y="1377"/>
                        <a:pt x="261" y="1357"/>
                      </a:cubicBezTo>
                      <a:cubicBezTo>
                        <a:pt x="257" y="1356"/>
                        <a:pt x="253" y="1355"/>
                        <a:pt x="249" y="1355"/>
                      </a:cubicBezTo>
                      <a:cubicBezTo>
                        <a:pt x="171" y="1355"/>
                        <a:pt x="77" y="1619"/>
                        <a:pt x="0" y="1638"/>
                      </a:cubicBezTo>
                      <a:lnTo>
                        <a:pt x="0" y="2902"/>
                      </a:lnTo>
                      <a:cubicBezTo>
                        <a:pt x="136" y="2904"/>
                        <a:pt x="271" y="2905"/>
                        <a:pt x="407" y="2905"/>
                      </a:cubicBezTo>
                      <a:cubicBezTo>
                        <a:pt x="1357" y="2905"/>
                        <a:pt x="2311" y="2844"/>
                        <a:pt x="3250" y="2721"/>
                      </a:cubicBezTo>
                      <a:cubicBezTo>
                        <a:pt x="3425" y="2700"/>
                        <a:pt x="3606" y="2674"/>
                        <a:pt x="3787" y="2674"/>
                      </a:cubicBezTo>
                      <a:cubicBezTo>
                        <a:pt x="3865" y="2674"/>
                        <a:pt x="3944" y="2679"/>
                        <a:pt x="4022" y="2691"/>
                      </a:cubicBezTo>
                      <a:cubicBezTo>
                        <a:pt x="4173" y="2712"/>
                        <a:pt x="4333" y="2760"/>
                        <a:pt x="4484" y="2760"/>
                      </a:cubicBezTo>
                      <a:cubicBezTo>
                        <a:pt x="4553" y="2760"/>
                        <a:pt x="4621" y="2750"/>
                        <a:pt x="4684" y="2721"/>
                      </a:cubicBezTo>
                      <a:cubicBezTo>
                        <a:pt x="4895" y="2621"/>
                        <a:pt x="4945" y="2380"/>
                        <a:pt x="4955" y="2169"/>
                      </a:cubicBezTo>
                      <a:cubicBezTo>
                        <a:pt x="4965" y="1949"/>
                        <a:pt x="4995" y="1698"/>
                        <a:pt x="4875" y="1507"/>
                      </a:cubicBezTo>
                      <a:cubicBezTo>
                        <a:pt x="4755" y="1327"/>
                        <a:pt x="4644" y="1227"/>
                        <a:pt x="4624" y="996"/>
                      </a:cubicBezTo>
                      <a:cubicBezTo>
                        <a:pt x="4594" y="715"/>
                        <a:pt x="4574" y="434"/>
                        <a:pt x="4554" y="163"/>
                      </a:cubicBezTo>
                      <a:cubicBezTo>
                        <a:pt x="4554" y="93"/>
                        <a:pt x="4524" y="13"/>
                        <a:pt x="4444" y="3"/>
                      </a:cubicBezTo>
                      <a:cubicBezTo>
                        <a:pt x="4435" y="1"/>
                        <a:pt x="4426" y="1"/>
                        <a:pt x="44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sp>
          <p:nvSpPr>
            <p:cNvPr id="14332" name="Google Shape;14332;p50"/>
            <p:cNvSpPr/>
            <p:nvPr/>
          </p:nvSpPr>
          <p:spPr>
            <a:xfrm>
              <a:off x="2861" y="4936843"/>
              <a:ext cx="3490" cy="206661"/>
            </a:xfrm>
            <a:custGeom>
              <a:avLst/>
              <a:gdLst/>
              <a:ahLst/>
              <a:cxnLst/>
              <a:rect l="l" t="t" r="r" b="b"/>
              <a:pathLst>
                <a:path w="61" h="3612" extrusionOk="0">
                  <a:moveTo>
                    <a:pt x="61" y="1"/>
                  </a:moveTo>
                  <a:cubicBezTo>
                    <a:pt x="41" y="1"/>
                    <a:pt x="21" y="11"/>
                    <a:pt x="1" y="11"/>
                  </a:cubicBezTo>
                  <a:lnTo>
                    <a:pt x="51" y="3612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rgbClr val="D5E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33" name="Google Shape;14333;p50"/>
            <p:cNvSpPr/>
            <p:nvPr/>
          </p:nvSpPr>
          <p:spPr>
            <a:xfrm>
              <a:off x="0" y="4011750"/>
              <a:ext cx="9269" cy="90171"/>
            </a:xfrm>
            <a:custGeom>
              <a:avLst/>
              <a:gdLst/>
              <a:ahLst/>
              <a:cxnLst/>
              <a:rect l="l" t="t" r="r" b="b"/>
              <a:pathLst>
                <a:path w="162" h="1576" extrusionOk="0">
                  <a:moveTo>
                    <a:pt x="161" y="0"/>
                  </a:moveTo>
                  <a:lnTo>
                    <a:pt x="1" y="1575"/>
                  </a:lnTo>
                  <a:cubicBezTo>
                    <a:pt x="51" y="1575"/>
                    <a:pt x="101" y="1565"/>
                    <a:pt x="151" y="1565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rgbClr val="D5E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4334" name="Google Shape;14334;p50"/>
            <p:cNvGrpSpPr/>
            <p:nvPr/>
          </p:nvGrpSpPr>
          <p:grpSpPr>
            <a:xfrm flipH="1">
              <a:off x="-76007" y="3979078"/>
              <a:ext cx="4319814" cy="935874"/>
              <a:chOff x="4963752" y="4000536"/>
              <a:chExt cx="2501340" cy="541907"/>
            </a:xfrm>
          </p:grpSpPr>
          <p:sp>
            <p:nvSpPr>
              <p:cNvPr id="14335" name="Google Shape;14335;p50"/>
              <p:cNvSpPr/>
              <p:nvPr/>
            </p:nvSpPr>
            <p:spPr>
              <a:xfrm>
                <a:off x="5654130" y="4242777"/>
                <a:ext cx="302221" cy="80900"/>
              </a:xfrm>
              <a:custGeom>
                <a:avLst/>
                <a:gdLst/>
                <a:ahLst/>
                <a:cxnLst/>
                <a:rect l="l" t="t" r="r" b="b"/>
                <a:pathLst>
                  <a:path w="6743" h="1805" extrusionOk="0">
                    <a:moveTo>
                      <a:pt x="3531" y="1"/>
                    </a:moveTo>
                    <a:cubicBezTo>
                      <a:pt x="3435" y="1"/>
                      <a:pt x="3356" y="63"/>
                      <a:pt x="3341" y="228"/>
                    </a:cubicBezTo>
                    <a:cubicBezTo>
                      <a:pt x="3310" y="178"/>
                      <a:pt x="3270" y="97"/>
                      <a:pt x="3210" y="77"/>
                    </a:cubicBezTo>
                    <a:cubicBezTo>
                      <a:pt x="3189" y="66"/>
                      <a:pt x="3168" y="60"/>
                      <a:pt x="3146" y="60"/>
                    </a:cubicBezTo>
                    <a:cubicBezTo>
                      <a:pt x="2960" y="60"/>
                      <a:pt x="2757" y="455"/>
                      <a:pt x="2739" y="689"/>
                    </a:cubicBezTo>
                    <a:cubicBezTo>
                      <a:pt x="2679" y="639"/>
                      <a:pt x="2608" y="649"/>
                      <a:pt x="2548" y="629"/>
                    </a:cubicBezTo>
                    <a:cubicBezTo>
                      <a:pt x="2548" y="689"/>
                      <a:pt x="2518" y="739"/>
                      <a:pt x="2528" y="799"/>
                    </a:cubicBezTo>
                    <a:cubicBezTo>
                      <a:pt x="2433" y="745"/>
                      <a:pt x="2320" y="618"/>
                      <a:pt x="2226" y="618"/>
                    </a:cubicBezTo>
                    <a:cubicBezTo>
                      <a:pt x="2181" y="618"/>
                      <a:pt x="2139" y="648"/>
                      <a:pt x="2107" y="729"/>
                    </a:cubicBezTo>
                    <a:cubicBezTo>
                      <a:pt x="2028" y="662"/>
                      <a:pt x="1946" y="607"/>
                      <a:pt x="1872" y="607"/>
                    </a:cubicBezTo>
                    <a:cubicBezTo>
                      <a:pt x="1814" y="607"/>
                      <a:pt x="1760" y="641"/>
                      <a:pt x="1716" y="729"/>
                    </a:cubicBezTo>
                    <a:cubicBezTo>
                      <a:pt x="1655" y="654"/>
                      <a:pt x="1520" y="470"/>
                      <a:pt x="1428" y="470"/>
                    </a:cubicBezTo>
                    <a:cubicBezTo>
                      <a:pt x="1398" y="470"/>
                      <a:pt x="1372" y="489"/>
                      <a:pt x="1354" y="539"/>
                    </a:cubicBezTo>
                    <a:cubicBezTo>
                      <a:pt x="1320" y="445"/>
                      <a:pt x="1273" y="407"/>
                      <a:pt x="1220" y="407"/>
                    </a:cubicBezTo>
                    <a:cubicBezTo>
                      <a:pt x="1166" y="407"/>
                      <a:pt x="1105" y="447"/>
                      <a:pt x="1044" y="509"/>
                    </a:cubicBezTo>
                    <a:cubicBezTo>
                      <a:pt x="953" y="408"/>
                      <a:pt x="893" y="278"/>
                      <a:pt x="763" y="258"/>
                    </a:cubicBezTo>
                    <a:cubicBezTo>
                      <a:pt x="760" y="257"/>
                      <a:pt x="757" y="257"/>
                      <a:pt x="754" y="257"/>
                    </a:cubicBezTo>
                    <a:cubicBezTo>
                      <a:pt x="678" y="257"/>
                      <a:pt x="620" y="381"/>
                      <a:pt x="562" y="448"/>
                    </a:cubicBezTo>
                    <a:cubicBezTo>
                      <a:pt x="527" y="421"/>
                      <a:pt x="494" y="409"/>
                      <a:pt x="463" y="409"/>
                    </a:cubicBezTo>
                    <a:cubicBezTo>
                      <a:pt x="335" y="409"/>
                      <a:pt x="245" y="612"/>
                      <a:pt x="221" y="749"/>
                    </a:cubicBezTo>
                    <a:cubicBezTo>
                      <a:pt x="0" y="890"/>
                      <a:pt x="161" y="1221"/>
                      <a:pt x="341" y="1361"/>
                    </a:cubicBezTo>
                    <a:cubicBezTo>
                      <a:pt x="552" y="1522"/>
                      <a:pt x="893" y="1522"/>
                      <a:pt x="1134" y="1532"/>
                    </a:cubicBezTo>
                    <a:cubicBezTo>
                      <a:pt x="1675" y="1572"/>
                      <a:pt x="2207" y="1702"/>
                      <a:pt x="2749" y="1772"/>
                    </a:cubicBezTo>
                    <a:cubicBezTo>
                      <a:pt x="2920" y="1795"/>
                      <a:pt x="3090" y="1805"/>
                      <a:pt x="3261" y="1805"/>
                    </a:cubicBezTo>
                    <a:cubicBezTo>
                      <a:pt x="3983" y="1805"/>
                      <a:pt x="4707" y="1636"/>
                      <a:pt x="5437" y="1612"/>
                    </a:cubicBezTo>
                    <a:cubicBezTo>
                      <a:pt x="5668" y="1602"/>
                      <a:pt x="6671" y="1652"/>
                      <a:pt x="6711" y="1211"/>
                    </a:cubicBezTo>
                    <a:cubicBezTo>
                      <a:pt x="6742" y="951"/>
                      <a:pt x="6421" y="684"/>
                      <a:pt x="6180" y="684"/>
                    </a:cubicBezTo>
                    <a:cubicBezTo>
                      <a:pt x="6114" y="684"/>
                      <a:pt x="6054" y="704"/>
                      <a:pt x="6009" y="749"/>
                    </a:cubicBezTo>
                    <a:cubicBezTo>
                      <a:pt x="5967" y="642"/>
                      <a:pt x="5872" y="602"/>
                      <a:pt x="5763" y="602"/>
                    </a:cubicBezTo>
                    <a:cubicBezTo>
                      <a:pt x="5586" y="602"/>
                      <a:pt x="5373" y="706"/>
                      <a:pt x="5286" y="799"/>
                    </a:cubicBezTo>
                    <a:cubicBezTo>
                      <a:pt x="5216" y="736"/>
                      <a:pt x="5127" y="693"/>
                      <a:pt x="5042" y="693"/>
                    </a:cubicBezTo>
                    <a:cubicBezTo>
                      <a:pt x="5005" y="693"/>
                      <a:pt x="4969" y="701"/>
                      <a:pt x="4935" y="719"/>
                    </a:cubicBezTo>
                    <a:cubicBezTo>
                      <a:pt x="4888" y="636"/>
                      <a:pt x="4792" y="557"/>
                      <a:pt x="4715" y="557"/>
                    </a:cubicBezTo>
                    <a:cubicBezTo>
                      <a:pt x="4661" y="557"/>
                      <a:pt x="4617" y="596"/>
                      <a:pt x="4604" y="699"/>
                    </a:cubicBezTo>
                    <a:cubicBezTo>
                      <a:pt x="4566" y="544"/>
                      <a:pt x="4454" y="485"/>
                      <a:pt x="4327" y="485"/>
                    </a:cubicBezTo>
                    <a:cubicBezTo>
                      <a:pt x="4290" y="485"/>
                      <a:pt x="4252" y="489"/>
                      <a:pt x="4213" y="498"/>
                    </a:cubicBezTo>
                    <a:cubicBezTo>
                      <a:pt x="4223" y="353"/>
                      <a:pt x="4046" y="227"/>
                      <a:pt x="3926" y="227"/>
                    </a:cubicBezTo>
                    <a:cubicBezTo>
                      <a:pt x="3921" y="227"/>
                      <a:pt x="3917" y="227"/>
                      <a:pt x="3912" y="228"/>
                    </a:cubicBezTo>
                    <a:lnTo>
                      <a:pt x="3932" y="298"/>
                    </a:lnTo>
                    <a:cubicBezTo>
                      <a:pt x="3871" y="151"/>
                      <a:pt x="3680" y="1"/>
                      <a:pt x="353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14336" name="Google Shape;14336;p50"/>
              <p:cNvGrpSpPr/>
              <p:nvPr/>
            </p:nvGrpSpPr>
            <p:grpSpPr>
              <a:xfrm rot="-278360">
                <a:off x="6533282" y="4037668"/>
                <a:ext cx="925757" cy="187175"/>
                <a:chOff x="1255200" y="4115196"/>
                <a:chExt cx="828298" cy="167470"/>
              </a:xfrm>
            </p:grpSpPr>
            <p:sp>
              <p:nvSpPr>
                <p:cNvPr id="14337" name="Google Shape;14337;p50"/>
                <p:cNvSpPr/>
                <p:nvPr/>
              </p:nvSpPr>
              <p:spPr>
                <a:xfrm>
                  <a:off x="1806305" y="4141304"/>
                  <a:ext cx="203600" cy="110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7" h="2756" extrusionOk="0">
                      <a:moveTo>
                        <a:pt x="4069" y="1"/>
                      </a:moveTo>
                      <a:cubicBezTo>
                        <a:pt x="3971" y="1"/>
                        <a:pt x="3853" y="67"/>
                        <a:pt x="3762" y="224"/>
                      </a:cubicBezTo>
                      <a:cubicBezTo>
                        <a:pt x="3742" y="204"/>
                        <a:pt x="3732" y="174"/>
                        <a:pt x="3712" y="154"/>
                      </a:cubicBezTo>
                      <a:cubicBezTo>
                        <a:pt x="3632" y="224"/>
                        <a:pt x="3562" y="324"/>
                        <a:pt x="3511" y="425"/>
                      </a:cubicBezTo>
                      <a:cubicBezTo>
                        <a:pt x="3478" y="387"/>
                        <a:pt x="3447" y="371"/>
                        <a:pt x="3417" y="371"/>
                      </a:cubicBezTo>
                      <a:cubicBezTo>
                        <a:pt x="3240" y="371"/>
                        <a:pt x="3124" y="949"/>
                        <a:pt x="3090" y="1087"/>
                      </a:cubicBezTo>
                      <a:cubicBezTo>
                        <a:pt x="3054" y="997"/>
                        <a:pt x="2994" y="923"/>
                        <a:pt x="2910" y="923"/>
                      </a:cubicBezTo>
                      <a:cubicBezTo>
                        <a:pt x="2900" y="923"/>
                        <a:pt x="2890" y="924"/>
                        <a:pt x="2879" y="926"/>
                      </a:cubicBezTo>
                      <a:cubicBezTo>
                        <a:pt x="2739" y="966"/>
                        <a:pt x="2719" y="1137"/>
                        <a:pt x="2719" y="1368"/>
                      </a:cubicBezTo>
                      <a:cubicBezTo>
                        <a:pt x="2729" y="1608"/>
                        <a:pt x="2849" y="1699"/>
                        <a:pt x="2859" y="1939"/>
                      </a:cubicBezTo>
                      <a:cubicBezTo>
                        <a:pt x="2830" y="1916"/>
                        <a:pt x="2808" y="1906"/>
                        <a:pt x="2784" y="1906"/>
                      </a:cubicBezTo>
                      <a:cubicBezTo>
                        <a:pt x="2767" y="1906"/>
                        <a:pt x="2750" y="1911"/>
                        <a:pt x="2729" y="1919"/>
                      </a:cubicBezTo>
                      <a:cubicBezTo>
                        <a:pt x="2619" y="1959"/>
                        <a:pt x="2669" y="2030"/>
                        <a:pt x="2639" y="2090"/>
                      </a:cubicBezTo>
                      <a:cubicBezTo>
                        <a:pt x="2619" y="2058"/>
                        <a:pt x="2573" y="2045"/>
                        <a:pt x="2523" y="2045"/>
                      </a:cubicBezTo>
                      <a:cubicBezTo>
                        <a:pt x="2447" y="2045"/>
                        <a:pt x="2362" y="2074"/>
                        <a:pt x="2338" y="2110"/>
                      </a:cubicBezTo>
                      <a:cubicBezTo>
                        <a:pt x="2299" y="1983"/>
                        <a:pt x="2317" y="1829"/>
                        <a:pt x="2208" y="1829"/>
                      </a:cubicBezTo>
                      <a:cubicBezTo>
                        <a:pt x="2204" y="1829"/>
                        <a:pt x="2201" y="1829"/>
                        <a:pt x="2197" y="1829"/>
                      </a:cubicBezTo>
                      <a:cubicBezTo>
                        <a:pt x="2188" y="1829"/>
                        <a:pt x="2179" y="1830"/>
                        <a:pt x="2170" y="1830"/>
                      </a:cubicBezTo>
                      <a:cubicBezTo>
                        <a:pt x="2060" y="1830"/>
                        <a:pt x="1957" y="1804"/>
                        <a:pt x="1870" y="1804"/>
                      </a:cubicBezTo>
                      <a:cubicBezTo>
                        <a:pt x="1776" y="1804"/>
                        <a:pt x="1701" y="1834"/>
                        <a:pt x="1656" y="1959"/>
                      </a:cubicBezTo>
                      <a:cubicBezTo>
                        <a:pt x="1568" y="1928"/>
                        <a:pt x="1454" y="1882"/>
                        <a:pt x="1357" y="1882"/>
                      </a:cubicBezTo>
                      <a:cubicBezTo>
                        <a:pt x="1265" y="1882"/>
                        <a:pt x="1189" y="1923"/>
                        <a:pt x="1164" y="2060"/>
                      </a:cubicBezTo>
                      <a:cubicBezTo>
                        <a:pt x="1023" y="1978"/>
                        <a:pt x="942" y="1929"/>
                        <a:pt x="868" y="1929"/>
                      </a:cubicBezTo>
                      <a:cubicBezTo>
                        <a:pt x="779" y="1929"/>
                        <a:pt x="701" y="2000"/>
                        <a:pt x="542" y="2170"/>
                      </a:cubicBezTo>
                      <a:cubicBezTo>
                        <a:pt x="468" y="2111"/>
                        <a:pt x="401" y="2086"/>
                        <a:pt x="341" y="2086"/>
                      </a:cubicBezTo>
                      <a:cubicBezTo>
                        <a:pt x="167" y="2086"/>
                        <a:pt x="53" y="2299"/>
                        <a:pt x="1" y="2501"/>
                      </a:cubicBezTo>
                      <a:cubicBezTo>
                        <a:pt x="161" y="2601"/>
                        <a:pt x="282" y="2672"/>
                        <a:pt x="582" y="2712"/>
                      </a:cubicBezTo>
                      <a:cubicBezTo>
                        <a:pt x="738" y="2732"/>
                        <a:pt x="893" y="2739"/>
                        <a:pt x="1050" y="2739"/>
                      </a:cubicBezTo>
                      <a:cubicBezTo>
                        <a:pt x="1207" y="2739"/>
                        <a:pt x="1365" y="2732"/>
                        <a:pt x="1525" y="2722"/>
                      </a:cubicBezTo>
                      <a:cubicBezTo>
                        <a:pt x="1556" y="2721"/>
                        <a:pt x="1586" y="2721"/>
                        <a:pt x="1617" y="2721"/>
                      </a:cubicBezTo>
                      <a:cubicBezTo>
                        <a:pt x="1920" y="2721"/>
                        <a:pt x="2218" y="2756"/>
                        <a:pt x="2520" y="2756"/>
                      </a:cubicBezTo>
                      <a:cubicBezTo>
                        <a:pt x="2576" y="2756"/>
                        <a:pt x="2632" y="2755"/>
                        <a:pt x="2689" y="2752"/>
                      </a:cubicBezTo>
                      <a:cubicBezTo>
                        <a:pt x="3221" y="2732"/>
                        <a:pt x="3722" y="2531"/>
                        <a:pt x="4244" y="2501"/>
                      </a:cubicBezTo>
                      <a:cubicBezTo>
                        <a:pt x="4424" y="2491"/>
                        <a:pt x="5076" y="2491"/>
                        <a:pt x="4916" y="2150"/>
                      </a:cubicBezTo>
                      <a:cubicBezTo>
                        <a:pt x="4956" y="2140"/>
                        <a:pt x="4996" y="2090"/>
                        <a:pt x="5036" y="2080"/>
                      </a:cubicBezTo>
                      <a:cubicBezTo>
                        <a:pt x="4956" y="1969"/>
                        <a:pt x="4815" y="1849"/>
                        <a:pt x="4765" y="1759"/>
                      </a:cubicBezTo>
                      <a:cubicBezTo>
                        <a:pt x="4765" y="1759"/>
                        <a:pt x="4795" y="1659"/>
                        <a:pt x="4775" y="1628"/>
                      </a:cubicBezTo>
                      <a:cubicBezTo>
                        <a:pt x="4765" y="1598"/>
                        <a:pt x="4615" y="1508"/>
                        <a:pt x="4575" y="1478"/>
                      </a:cubicBezTo>
                      <a:lnTo>
                        <a:pt x="4575" y="1478"/>
                      </a:lnTo>
                      <a:cubicBezTo>
                        <a:pt x="4588" y="1480"/>
                        <a:pt x="4600" y="1480"/>
                        <a:pt x="4611" y="1480"/>
                      </a:cubicBezTo>
                      <a:cubicBezTo>
                        <a:pt x="4803" y="1480"/>
                        <a:pt x="4697" y="1244"/>
                        <a:pt x="4555" y="1187"/>
                      </a:cubicBezTo>
                      <a:cubicBezTo>
                        <a:pt x="4728" y="1007"/>
                        <a:pt x="4534" y="916"/>
                        <a:pt x="4363" y="916"/>
                      </a:cubicBezTo>
                      <a:cubicBezTo>
                        <a:pt x="4306" y="916"/>
                        <a:pt x="4251" y="926"/>
                        <a:pt x="4214" y="946"/>
                      </a:cubicBezTo>
                      <a:cubicBezTo>
                        <a:pt x="4314" y="816"/>
                        <a:pt x="4234" y="615"/>
                        <a:pt x="4123" y="525"/>
                      </a:cubicBezTo>
                      <a:cubicBezTo>
                        <a:pt x="4372" y="231"/>
                        <a:pt x="4254" y="1"/>
                        <a:pt x="40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38" name="Google Shape;14338;p50"/>
                <p:cNvSpPr/>
                <p:nvPr/>
              </p:nvSpPr>
              <p:spPr>
                <a:xfrm>
                  <a:off x="1807508" y="4214252"/>
                  <a:ext cx="79684" cy="22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7" h="562" extrusionOk="0">
                      <a:moveTo>
                        <a:pt x="1987" y="0"/>
                      </a:moveTo>
                      <a:cubicBezTo>
                        <a:pt x="1956" y="7"/>
                        <a:pt x="1924" y="8"/>
                        <a:pt x="1893" y="8"/>
                      </a:cubicBezTo>
                      <a:cubicBezTo>
                        <a:pt x="1873" y="8"/>
                        <a:pt x="1853" y="7"/>
                        <a:pt x="1833" y="7"/>
                      </a:cubicBezTo>
                      <a:cubicBezTo>
                        <a:pt x="1744" y="7"/>
                        <a:pt x="1664" y="18"/>
                        <a:pt x="1626" y="140"/>
                      </a:cubicBezTo>
                      <a:cubicBezTo>
                        <a:pt x="1538" y="109"/>
                        <a:pt x="1424" y="63"/>
                        <a:pt x="1327" y="63"/>
                      </a:cubicBezTo>
                      <a:cubicBezTo>
                        <a:pt x="1235" y="63"/>
                        <a:pt x="1159" y="104"/>
                        <a:pt x="1134" y="241"/>
                      </a:cubicBezTo>
                      <a:cubicBezTo>
                        <a:pt x="993" y="159"/>
                        <a:pt x="912" y="110"/>
                        <a:pt x="838" y="110"/>
                      </a:cubicBezTo>
                      <a:cubicBezTo>
                        <a:pt x="749" y="110"/>
                        <a:pt x="671" y="181"/>
                        <a:pt x="512" y="351"/>
                      </a:cubicBezTo>
                      <a:cubicBezTo>
                        <a:pt x="436" y="290"/>
                        <a:pt x="368" y="265"/>
                        <a:pt x="306" y="265"/>
                      </a:cubicBezTo>
                      <a:cubicBezTo>
                        <a:pt x="166" y="265"/>
                        <a:pt x="64" y="401"/>
                        <a:pt x="1" y="562"/>
                      </a:cubicBezTo>
                      <a:cubicBezTo>
                        <a:pt x="50" y="477"/>
                        <a:pt x="120" y="421"/>
                        <a:pt x="203" y="421"/>
                      </a:cubicBezTo>
                      <a:cubicBezTo>
                        <a:pt x="237" y="421"/>
                        <a:pt x="274" y="431"/>
                        <a:pt x="312" y="451"/>
                      </a:cubicBezTo>
                      <a:cubicBezTo>
                        <a:pt x="352" y="472"/>
                        <a:pt x="368" y="480"/>
                        <a:pt x="379" y="480"/>
                      </a:cubicBezTo>
                      <a:cubicBezTo>
                        <a:pt x="394" y="480"/>
                        <a:pt x="398" y="461"/>
                        <a:pt x="452" y="431"/>
                      </a:cubicBezTo>
                      <a:cubicBezTo>
                        <a:pt x="477" y="416"/>
                        <a:pt x="507" y="406"/>
                        <a:pt x="534" y="406"/>
                      </a:cubicBezTo>
                      <a:cubicBezTo>
                        <a:pt x="560" y="406"/>
                        <a:pt x="583" y="416"/>
                        <a:pt x="593" y="441"/>
                      </a:cubicBezTo>
                      <a:cubicBezTo>
                        <a:pt x="625" y="344"/>
                        <a:pt x="707" y="293"/>
                        <a:pt x="788" y="293"/>
                      </a:cubicBezTo>
                      <a:cubicBezTo>
                        <a:pt x="833" y="293"/>
                        <a:pt x="878" y="309"/>
                        <a:pt x="914" y="341"/>
                      </a:cubicBezTo>
                      <a:cubicBezTo>
                        <a:pt x="931" y="303"/>
                        <a:pt x="953" y="290"/>
                        <a:pt x="978" y="290"/>
                      </a:cubicBezTo>
                      <a:cubicBezTo>
                        <a:pt x="1011" y="290"/>
                        <a:pt x="1049" y="314"/>
                        <a:pt x="1084" y="331"/>
                      </a:cubicBezTo>
                      <a:cubicBezTo>
                        <a:pt x="1106" y="348"/>
                        <a:pt x="1122" y="358"/>
                        <a:pt x="1137" y="358"/>
                      </a:cubicBezTo>
                      <a:cubicBezTo>
                        <a:pt x="1157" y="358"/>
                        <a:pt x="1176" y="341"/>
                        <a:pt x="1204" y="301"/>
                      </a:cubicBezTo>
                      <a:cubicBezTo>
                        <a:pt x="1245" y="241"/>
                        <a:pt x="1245" y="201"/>
                        <a:pt x="1315" y="181"/>
                      </a:cubicBezTo>
                      <a:cubicBezTo>
                        <a:pt x="1328" y="178"/>
                        <a:pt x="1341" y="176"/>
                        <a:pt x="1352" y="176"/>
                      </a:cubicBezTo>
                      <a:cubicBezTo>
                        <a:pt x="1417" y="176"/>
                        <a:pt x="1451" y="223"/>
                        <a:pt x="1485" y="291"/>
                      </a:cubicBezTo>
                      <a:cubicBezTo>
                        <a:pt x="1498" y="276"/>
                        <a:pt x="1511" y="270"/>
                        <a:pt x="1525" y="270"/>
                      </a:cubicBezTo>
                      <a:cubicBezTo>
                        <a:pt x="1562" y="270"/>
                        <a:pt x="1602" y="312"/>
                        <a:pt x="1638" y="312"/>
                      </a:cubicBezTo>
                      <a:cubicBezTo>
                        <a:pt x="1640" y="312"/>
                        <a:pt x="1643" y="312"/>
                        <a:pt x="1646" y="311"/>
                      </a:cubicBezTo>
                      <a:cubicBezTo>
                        <a:pt x="1706" y="301"/>
                        <a:pt x="1706" y="261"/>
                        <a:pt x="1716" y="211"/>
                      </a:cubicBezTo>
                      <a:cubicBezTo>
                        <a:pt x="1746" y="140"/>
                        <a:pt x="1776" y="40"/>
                        <a:pt x="1856" y="40"/>
                      </a:cubicBezTo>
                      <a:cubicBezTo>
                        <a:pt x="1861" y="39"/>
                        <a:pt x="1865" y="39"/>
                        <a:pt x="1869" y="39"/>
                      </a:cubicBezTo>
                      <a:cubicBezTo>
                        <a:pt x="1895" y="39"/>
                        <a:pt x="1907" y="62"/>
                        <a:pt x="1927" y="62"/>
                      </a:cubicBezTo>
                      <a:cubicBezTo>
                        <a:pt x="1930" y="62"/>
                        <a:pt x="1933" y="61"/>
                        <a:pt x="1937" y="60"/>
                      </a:cubicBezTo>
                      <a:cubicBezTo>
                        <a:pt x="1967" y="50"/>
                        <a:pt x="1977" y="20"/>
                        <a:pt x="198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39" name="Google Shape;14339;p50"/>
                <p:cNvSpPr/>
                <p:nvPr/>
              </p:nvSpPr>
              <p:spPr>
                <a:xfrm>
                  <a:off x="1915306" y="4141344"/>
                  <a:ext cx="63202" cy="592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6" h="1477" extrusionOk="0">
                      <a:moveTo>
                        <a:pt x="1352" y="0"/>
                      </a:moveTo>
                      <a:cubicBezTo>
                        <a:pt x="1253" y="0"/>
                        <a:pt x="1136" y="67"/>
                        <a:pt x="1044" y="223"/>
                      </a:cubicBezTo>
                      <a:cubicBezTo>
                        <a:pt x="1024" y="203"/>
                        <a:pt x="1014" y="173"/>
                        <a:pt x="994" y="153"/>
                      </a:cubicBezTo>
                      <a:cubicBezTo>
                        <a:pt x="914" y="223"/>
                        <a:pt x="844" y="323"/>
                        <a:pt x="793" y="424"/>
                      </a:cubicBezTo>
                      <a:cubicBezTo>
                        <a:pt x="760" y="386"/>
                        <a:pt x="729" y="370"/>
                        <a:pt x="699" y="370"/>
                      </a:cubicBezTo>
                      <a:cubicBezTo>
                        <a:pt x="522" y="370"/>
                        <a:pt x="406" y="948"/>
                        <a:pt x="372" y="1086"/>
                      </a:cubicBezTo>
                      <a:cubicBezTo>
                        <a:pt x="336" y="996"/>
                        <a:pt x="276" y="922"/>
                        <a:pt x="192" y="922"/>
                      </a:cubicBezTo>
                      <a:cubicBezTo>
                        <a:pt x="182" y="922"/>
                        <a:pt x="172" y="923"/>
                        <a:pt x="161" y="925"/>
                      </a:cubicBezTo>
                      <a:cubicBezTo>
                        <a:pt x="21" y="965"/>
                        <a:pt x="1" y="1136"/>
                        <a:pt x="1" y="1367"/>
                      </a:cubicBezTo>
                      <a:cubicBezTo>
                        <a:pt x="1" y="1407"/>
                        <a:pt x="11" y="1437"/>
                        <a:pt x="21" y="1477"/>
                      </a:cubicBezTo>
                      <a:cubicBezTo>
                        <a:pt x="21" y="1377"/>
                        <a:pt x="31" y="1276"/>
                        <a:pt x="81" y="1216"/>
                      </a:cubicBezTo>
                      <a:cubicBezTo>
                        <a:pt x="119" y="1161"/>
                        <a:pt x="148" y="1140"/>
                        <a:pt x="174" y="1140"/>
                      </a:cubicBezTo>
                      <a:cubicBezTo>
                        <a:pt x="235" y="1140"/>
                        <a:pt x="271" y="1264"/>
                        <a:pt x="342" y="1306"/>
                      </a:cubicBezTo>
                      <a:cubicBezTo>
                        <a:pt x="352" y="1276"/>
                        <a:pt x="352" y="1246"/>
                        <a:pt x="362" y="1216"/>
                      </a:cubicBezTo>
                      <a:lnTo>
                        <a:pt x="392" y="1226"/>
                      </a:lnTo>
                      <a:cubicBezTo>
                        <a:pt x="402" y="1196"/>
                        <a:pt x="402" y="1156"/>
                        <a:pt x="432" y="1126"/>
                      </a:cubicBezTo>
                      <a:cubicBezTo>
                        <a:pt x="434" y="1122"/>
                        <a:pt x="437" y="1120"/>
                        <a:pt x="441" y="1120"/>
                      </a:cubicBezTo>
                      <a:cubicBezTo>
                        <a:pt x="451" y="1120"/>
                        <a:pt x="464" y="1132"/>
                        <a:pt x="474" y="1132"/>
                      </a:cubicBezTo>
                      <a:cubicBezTo>
                        <a:pt x="477" y="1132"/>
                        <a:pt x="480" y="1130"/>
                        <a:pt x="482" y="1126"/>
                      </a:cubicBezTo>
                      <a:cubicBezTo>
                        <a:pt x="513" y="1096"/>
                        <a:pt x="492" y="955"/>
                        <a:pt x="492" y="925"/>
                      </a:cubicBezTo>
                      <a:cubicBezTo>
                        <a:pt x="482" y="795"/>
                        <a:pt x="482" y="725"/>
                        <a:pt x="553" y="604"/>
                      </a:cubicBezTo>
                      <a:cubicBezTo>
                        <a:pt x="596" y="534"/>
                        <a:pt x="643" y="498"/>
                        <a:pt x="692" y="498"/>
                      </a:cubicBezTo>
                      <a:cubicBezTo>
                        <a:pt x="734" y="498"/>
                        <a:pt x="778" y="524"/>
                        <a:pt x="823" y="574"/>
                      </a:cubicBezTo>
                      <a:cubicBezTo>
                        <a:pt x="841" y="530"/>
                        <a:pt x="891" y="397"/>
                        <a:pt x="944" y="397"/>
                      </a:cubicBezTo>
                      <a:cubicBezTo>
                        <a:pt x="951" y="397"/>
                        <a:pt x="957" y="399"/>
                        <a:pt x="964" y="404"/>
                      </a:cubicBezTo>
                      <a:cubicBezTo>
                        <a:pt x="1019" y="365"/>
                        <a:pt x="1055" y="265"/>
                        <a:pt x="1111" y="265"/>
                      </a:cubicBezTo>
                      <a:cubicBezTo>
                        <a:pt x="1127" y="265"/>
                        <a:pt x="1144" y="273"/>
                        <a:pt x="1165" y="293"/>
                      </a:cubicBezTo>
                      <a:cubicBezTo>
                        <a:pt x="1205" y="223"/>
                        <a:pt x="1315" y="83"/>
                        <a:pt x="1405" y="83"/>
                      </a:cubicBezTo>
                      <a:cubicBezTo>
                        <a:pt x="1475" y="93"/>
                        <a:pt x="1516" y="193"/>
                        <a:pt x="1536" y="283"/>
                      </a:cubicBezTo>
                      <a:cubicBezTo>
                        <a:pt x="1575" y="113"/>
                        <a:pt x="1480" y="0"/>
                        <a:pt x="13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40" name="Google Shape;14340;p50"/>
                <p:cNvSpPr/>
                <p:nvPr/>
              </p:nvSpPr>
              <p:spPr>
                <a:xfrm>
                  <a:off x="1984004" y="4115196"/>
                  <a:ext cx="99494" cy="1342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1" h="3348" extrusionOk="0">
                      <a:moveTo>
                        <a:pt x="1197" y="0"/>
                      </a:moveTo>
                      <a:cubicBezTo>
                        <a:pt x="1129" y="0"/>
                        <a:pt x="1083" y="158"/>
                        <a:pt x="1046" y="273"/>
                      </a:cubicBezTo>
                      <a:lnTo>
                        <a:pt x="1076" y="364"/>
                      </a:lnTo>
                      <a:cubicBezTo>
                        <a:pt x="896" y="474"/>
                        <a:pt x="886" y="534"/>
                        <a:pt x="956" y="695"/>
                      </a:cubicBezTo>
                      <a:cubicBezTo>
                        <a:pt x="976" y="745"/>
                        <a:pt x="866" y="725"/>
                        <a:pt x="826" y="785"/>
                      </a:cubicBezTo>
                      <a:cubicBezTo>
                        <a:pt x="776" y="845"/>
                        <a:pt x="776" y="996"/>
                        <a:pt x="786" y="1076"/>
                      </a:cubicBezTo>
                      <a:cubicBezTo>
                        <a:pt x="485" y="1126"/>
                        <a:pt x="505" y="1407"/>
                        <a:pt x="575" y="1587"/>
                      </a:cubicBezTo>
                      <a:cubicBezTo>
                        <a:pt x="344" y="1688"/>
                        <a:pt x="625" y="2209"/>
                        <a:pt x="625" y="2410"/>
                      </a:cubicBezTo>
                      <a:cubicBezTo>
                        <a:pt x="224" y="2430"/>
                        <a:pt x="364" y="2691"/>
                        <a:pt x="364" y="2891"/>
                      </a:cubicBezTo>
                      <a:cubicBezTo>
                        <a:pt x="347" y="2889"/>
                        <a:pt x="330" y="2888"/>
                        <a:pt x="314" y="2888"/>
                      </a:cubicBezTo>
                      <a:cubicBezTo>
                        <a:pt x="0" y="2888"/>
                        <a:pt x="79" y="3253"/>
                        <a:pt x="394" y="3262"/>
                      </a:cubicBezTo>
                      <a:cubicBezTo>
                        <a:pt x="394" y="3262"/>
                        <a:pt x="1065" y="3348"/>
                        <a:pt x="1599" y="3348"/>
                      </a:cubicBezTo>
                      <a:cubicBezTo>
                        <a:pt x="1904" y="3348"/>
                        <a:pt x="2164" y="3320"/>
                        <a:pt x="2230" y="3232"/>
                      </a:cubicBezTo>
                      <a:cubicBezTo>
                        <a:pt x="2250" y="3212"/>
                        <a:pt x="2481" y="3112"/>
                        <a:pt x="2300" y="2841"/>
                      </a:cubicBezTo>
                      <a:cubicBezTo>
                        <a:pt x="2260" y="2771"/>
                        <a:pt x="2120" y="2801"/>
                        <a:pt x="2080" y="2721"/>
                      </a:cubicBezTo>
                      <a:cubicBezTo>
                        <a:pt x="2039" y="2620"/>
                        <a:pt x="1989" y="2530"/>
                        <a:pt x="1929" y="2460"/>
                      </a:cubicBezTo>
                      <a:cubicBezTo>
                        <a:pt x="1889" y="2410"/>
                        <a:pt x="1749" y="2420"/>
                        <a:pt x="1749" y="2360"/>
                      </a:cubicBezTo>
                      <a:cubicBezTo>
                        <a:pt x="1738" y="2320"/>
                        <a:pt x="1799" y="2229"/>
                        <a:pt x="1799" y="2189"/>
                      </a:cubicBezTo>
                      <a:cubicBezTo>
                        <a:pt x="1819" y="1908"/>
                        <a:pt x="1688" y="1958"/>
                        <a:pt x="1648" y="1868"/>
                      </a:cubicBezTo>
                      <a:cubicBezTo>
                        <a:pt x="1588" y="1768"/>
                        <a:pt x="1708" y="1768"/>
                        <a:pt x="1618" y="1507"/>
                      </a:cubicBezTo>
                      <a:cubicBezTo>
                        <a:pt x="1608" y="1467"/>
                        <a:pt x="1608" y="1357"/>
                        <a:pt x="1618" y="1236"/>
                      </a:cubicBezTo>
                      <a:cubicBezTo>
                        <a:pt x="1658" y="1016"/>
                        <a:pt x="1518" y="1026"/>
                        <a:pt x="1528" y="945"/>
                      </a:cubicBezTo>
                      <a:cubicBezTo>
                        <a:pt x="1548" y="835"/>
                        <a:pt x="1588" y="775"/>
                        <a:pt x="1458" y="655"/>
                      </a:cubicBezTo>
                      <a:lnTo>
                        <a:pt x="1458" y="655"/>
                      </a:lnTo>
                      <a:cubicBezTo>
                        <a:pt x="1463" y="655"/>
                        <a:pt x="1468" y="655"/>
                        <a:pt x="1473" y="655"/>
                      </a:cubicBezTo>
                      <a:cubicBezTo>
                        <a:pt x="1576" y="655"/>
                        <a:pt x="1449" y="552"/>
                        <a:pt x="1488" y="514"/>
                      </a:cubicBezTo>
                      <a:cubicBezTo>
                        <a:pt x="1461" y="451"/>
                        <a:pt x="1458" y="381"/>
                        <a:pt x="1386" y="381"/>
                      </a:cubicBezTo>
                      <a:cubicBezTo>
                        <a:pt x="1378" y="381"/>
                        <a:pt x="1368" y="382"/>
                        <a:pt x="1357" y="384"/>
                      </a:cubicBezTo>
                      <a:cubicBezTo>
                        <a:pt x="1397" y="344"/>
                        <a:pt x="1317" y="123"/>
                        <a:pt x="1287" y="83"/>
                      </a:cubicBezTo>
                      <a:cubicBezTo>
                        <a:pt x="1254" y="24"/>
                        <a:pt x="1224" y="0"/>
                        <a:pt x="11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41" name="Google Shape;14341;p50"/>
                <p:cNvSpPr/>
                <p:nvPr/>
              </p:nvSpPr>
              <p:spPr>
                <a:xfrm>
                  <a:off x="2003815" y="4141023"/>
                  <a:ext cx="20974" cy="37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" h="944" extrusionOk="0">
                      <a:moveTo>
                        <a:pt x="442" y="0"/>
                      </a:moveTo>
                      <a:lnTo>
                        <a:pt x="442" y="0"/>
                      </a:lnTo>
                      <a:cubicBezTo>
                        <a:pt x="452" y="21"/>
                        <a:pt x="452" y="41"/>
                        <a:pt x="462" y="51"/>
                      </a:cubicBezTo>
                      <a:cubicBezTo>
                        <a:pt x="482" y="101"/>
                        <a:pt x="372" y="81"/>
                        <a:pt x="332" y="141"/>
                      </a:cubicBezTo>
                      <a:cubicBezTo>
                        <a:pt x="282" y="201"/>
                        <a:pt x="282" y="352"/>
                        <a:pt x="292" y="432"/>
                      </a:cubicBezTo>
                      <a:cubicBezTo>
                        <a:pt x="1" y="482"/>
                        <a:pt x="11" y="763"/>
                        <a:pt x="81" y="943"/>
                      </a:cubicBezTo>
                      <a:cubicBezTo>
                        <a:pt x="71" y="853"/>
                        <a:pt x="41" y="713"/>
                        <a:pt x="151" y="673"/>
                      </a:cubicBezTo>
                      <a:lnTo>
                        <a:pt x="171" y="683"/>
                      </a:lnTo>
                      <a:cubicBezTo>
                        <a:pt x="171" y="662"/>
                        <a:pt x="151" y="612"/>
                        <a:pt x="181" y="592"/>
                      </a:cubicBezTo>
                      <a:cubicBezTo>
                        <a:pt x="191" y="586"/>
                        <a:pt x="205" y="583"/>
                        <a:pt x="220" y="583"/>
                      </a:cubicBezTo>
                      <a:cubicBezTo>
                        <a:pt x="249" y="583"/>
                        <a:pt x="285" y="592"/>
                        <a:pt x="312" y="592"/>
                      </a:cubicBezTo>
                      <a:cubicBezTo>
                        <a:pt x="312" y="576"/>
                        <a:pt x="333" y="468"/>
                        <a:pt x="369" y="468"/>
                      </a:cubicBezTo>
                      <a:cubicBezTo>
                        <a:pt x="376" y="468"/>
                        <a:pt x="384" y="472"/>
                        <a:pt x="392" y="482"/>
                      </a:cubicBezTo>
                      <a:cubicBezTo>
                        <a:pt x="392" y="455"/>
                        <a:pt x="400" y="306"/>
                        <a:pt x="460" y="306"/>
                      </a:cubicBezTo>
                      <a:cubicBezTo>
                        <a:pt x="467" y="306"/>
                        <a:pt x="474" y="307"/>
                        <a:pt x="482" y="311"/>
                      </a:cubicBezTo>
                      <a:cubicBezTo>
                        <a:pt x="482" y="281"/>
                        <a:pt x="472" y="241"/>
                        <a:pt x="482" y="221"/>
                      </a:cubicBezTo>
                      <a:cubicBezTo>
                        <a:pt x="482" y="201"/>
                        <a:pt x="512" y="191"/>
                        <a:pt x="512" y="181"/>
                      </a:cubicBezTo>
                      <a:cubicBezTo>
                        <a:pt x="522" y="151"/>
                        <a:pt x="512" y="81"/>
                        <a:pt x="502" y="61"/>
                      </a:cubicBezTo>
                      <a:cubicBezTo>
                        <a:pt x="492" y="41"/>
                        <a:pt x="472" y="21"/>
                        <a:pt x="4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42" name="Google Shape;14342;p50"/>
                <p:cNvSpPr/>
                <p:nvPr/>
              </p:nvSpPr>
              <p:spPr>
                <a:xfrm>
                  <a:off x="2006622" y="4178841"/>
                  <a:ext cx="842" cy="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" h="21" extrusionOk="0">
                      <a:moveTo>
                        <a:pt x="11" y="0"/>
                      </a:moveTo>
                      <a:lnTo>
                        <a:pt x="1" y="10"/>
                      </a:lnTo>
                      <a:lnTo>
                        <a:pt x="21" y="20"/>
                      </a:lnTo>
                      <a:lnTo>
                        <a:pt x="21" y="2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43" name="Google Shape;14343;p50"/>
                <p:cNvSpPr/>
                <p:nvPr/>
              </p:nvSpPr>
              <p:spPr>
                <a:xfrm>
                  <a:off x="2024348" y="4115276"/>
                  <a:ext cx="7660" cy="16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412" extrusionOk="0">
                      <a:moveTo>
                        <a:pt x="191" y="1"/>
                      </a:moveTo>
                      <a:cubicBezTo>
                        <a:pt x="121" y="1"/>
                        <a:pt x="81" y="151"/>
                        <a:pt x="40" y="271"/>
                      </a:cubicBezTo>
                      <a:lnTo>
                        <a:pt x="70" y="362"/>
                      </a:lnTo>
                      <a:cubicBezTo>
                        <a:pt x="40" y="382"/>
                        <a:pt x="20" y="392"/>
                        <a:pt x="0" y="412"/>
                      </a:cubicBezTo>
                      <a:lnTo>
                        <a:pt x="10" y="412"/>
                      </a:lnTo>
                      <a:cubicBezTo>
                        <a:pt x="40" y="412"/>
                        <a:pt x="91" y="412"/>
                        <a:pt x="121" y="392"/>
                      </a:cubicBezTo>
                      <a:cubicBezTo>
                        <a:pt x="111" y="372"/>
                        <a:pt x="91" y="362"/>
                        <a:pt x="81" y="342"/>
                      </a:cubicBezTo>
                      <a:cubicBezTo>
                        <a:pt x="70" y="281"/>
                        <a:pt x="141" y="281"/>
                        <a:pt x="191" y="241"/>
                      </a:cubicBezTo>
                      <a:cubicBezTo>
                        <a:pt x="171" y="201"/>
                        <a:pt x="161" y="171"/>
                        <a:pt x="191" y="141"/>
                      </a:cubicBezTo>
                      <a:cubicBezTo>
                        <a:pt x="181" y="121"/>
                        <a:pt x="151" y="101"/>
                        <a:pt x="151" y="81"/>
                      </a:cubicBezTo>
                      <a:cubicBezTo>
                        <a:pt x="141" y="51"/>
                        <a:pt x="161" y="21"/>
                        <a:pt x="19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44" name="Google Shape;14344;p50"/>
                <p:cNvSpPr/>
                <p:nvPr/>
              </p:nvSpPr>
              <p:spPr>
                <a:xfrm>
                  <a:off x="1471238" y="4158708"/>
                  <a:ext cx="44233" cy="754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3" h="1881" extrusionOk="0">
                      <a:moveTo>
                        <a:pt x="261" y="1"/>
                      </a:moveTo>
                      <a:cubicBezTo>
                        <a:pt x="201" y="61"/>
                        <a:pt x="281" y="111"/>
                        <a:pt x="211" y="171"/>
                      </a:cubicBezTo>
                      <a:lnTo>
                        <a:pt x="171" y="252"/>
                      </a:lnTo>
                      <a:cubicBezTo>
                        <a:pt x="101" y="312"/>
                        <a:pt x="161" y="382"/>
                        <a:pt x="161" y="462"/>
                      </a:cubicBezTo>
                      <a:cubicBezTo>
                        <a:pt x="161" y="552"/>
                        <a:pt x="60" y="643"/>
                        <a:pt x="40" y="723"/>
                      </a:cubicBezTo>
                      <a:cubicBezTo>
                        <a:pt x="20" y="823"/>
                        <a:pt x="40" y="853"/>
                        <a:pt x="70" y="944"/>
                      </a:cubicBezTo>
                      <a:cubicBezTo>
                        <a:pt x="111" y="1054"/>
                        <a:pt x="81" y="1134"/>
                        <a:pt x="40" y="1235"/>
                      </a:cubicBezTo>
                      <a:cubicBezTo>
                        <a:pt x="0" y="1305"/>
                        <a:pt x="20" y="1345"/>
                        <a:pt x="40" y="1425"/>
                      </a:cubicBezTo>
                      <a:cubicBezTo>
                        <a:pt x="60" y="1525"/>
                        <a:pt x="81" y="1576"/>
                        <a:pt x="161" y="1666"/>
                      </a:cubicBezTo>
                      <a:cubicBezTo>
                        <a:pt x="271" y="1716"/>
                        <a:pt x="331" y="1746"/>
                        <a:pt x="422" y="1786"/>
                      </a:cubicBezTo>
                      <a:cubicBezTo>
                        <a:pt x="542" y="1836"/>
                        <a:pt x="702" y="1856"/>
                        <a:pt x="843" y="1877"/>
                      </a:cubicBezTo>
                      <a:cubicBezTo>
                        <a:pt x="867" y="1879"/>
                        <a:pt x="889" y="1881"/>
                        <a:pt x="910" y="1881"/>
                      </a:cubicBezTo>
                      <a:cubicBezTo>
                        <a:pt x="1037" y="1881"/>
                        <a:pt x="1102" y="1827"/>
                        <a:pt x="1094" y="1706"/>
                      </a:cubicBezTo>
                      <a:cubicBezTo>
                        <a:pt x="1084" y="1556"/>
                        <a:pt x="933" y="1415"/>
                        <a:pt x="853" y="1295"/>
                      </a:cubicBezTo>
                      <a:cubicBezTo>
                        <a:pt x="783" y="1194"/>
                        <a:pt x="793" y="1144"/>
                        <a:pt x="763" y="1044"/>
                      </a:cubicBezTo>
                      <a:cubicBezTo>
                        <a:pt x="732" y="944"/>
                        <a:pt x="632" y="934"/>
                        <a:pt x="582" y="843"/>
                      </a:cubicBezTo>
                      <a:cubicBezTo>
                        <a:pt x="542" y="763"/>
                        <a:pt x="542" y="713"/>
                        <a:pt x="472" y="643"/>
                      </a:cubicBezTo>
                      <a:cubicBezTo>
                        <a:pt x="422" y="593"/>
                        <a:pt x="482" y="573"/>
                        <a:pt x="472" y="522"/>
                      </a:cubicBezTo>
                      <a:cubicBezTo>
                        <a:pt x="452" y="482"/>
                        <a:pt x="472" y="452"/>
                        <a:pt x="442" y="422"/>
                      </a:cubicBezTo>
                      <a:cubicBezTo>
                        <a:pt x="432" y="402"/>
                        <a:pt x="391" y="392"/>
                        <a:pt x="371" y="372"/>
                      </a:cubicBezTo>
                      <a:cubicBezTo>
                        <a:pt x="351" y="342"/>
                        <a:pt x="351" y="322"/>
                        <a:pt x="341" y="282"/>
                      </a:cubicBezTo>
                      <a:cubicBezTo>
                        <a:pt x="331" y="242"/>
                        <a:pt x="331" y="171"/>
                        <a:pt x="321" y="121"/>
                      </a:cubicBezTo>
                      <a:cubicBezTo>
                        <a:pt x="311" y="71"/>
                        <a:pt x="271" y="41"/>
                        <a:pt x="26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45" name="Google Shape;14345;p50"/>
                <p:cNvSpPr/>
                <p:nvPr/>
              </p:nvSpPr>
              <p:spPr>
                <a:xfrm>
                  <a:off x="1399613" y="4139018"/>
                  <a:ext cx="60394" cy="975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" h="2433" extrusionOk="0">
                      <a:moveTo>
                        <a:pt x="573" y="0"/>
                      </a:moveTo>
                      <a:cubicBezTo>
                        <a:pt x="512" y="61"/>
                        <a:pt x="502" y="121"/>
                        <a:pt x="472" y="191"/>
                      </a:cubicBezTo>
                      <a:cubicBezTo>
                        <a:pt x="442" y="251"/>
                        <a:pt x="392" y="331"/>
                        <a:pt x="382" y="412"/>
                      </a:cubicBezTo>
                      <a:cubicBezTo>
                        <a:pt x="372" y="502"/>
                        <a:pt x="382" y="552"/>
                        <a:pt x="352" y="642"/>
                      </a:cubicBezTo>
                      <a:cubicBezTo>
                        <a:pt x="332" y="723"/>
                        <a:pt x="282" y="803"/>
                        <a:pt x="252" y="873"/>
                      </a:cubicBezTo>
                      <a:cubicBezTo>
                        <a:pt x="222" y="973"/>
                        <a:pt x="302" y="1084"/>
                        <a:pt x="252" y="1184"/>
                      </a:cubicBezTo>
                      <a:cubicBezTo>
                        <a:pt x="242" y="1204"/>
                        <a:pt x="191" y="1224"/>
                        <a:pt x="181" y="1254"/>
                      </a:cubicBezTo>
                      <a:cubicBezTo>
                        <a:pt x="161" y="1314"/>
                        <a:pt x="211" y="1364"/>
                        <a:pt x="222" y="1415"/>
                      </a:cubicBezTo>
                      <a:cubicBezTo>
                        <a:pt x="232" y="1495"/>
                        <a:pt x="322" y="1786"/>
                        <a:pt x="211" y="1786"/>
                      </a:cubicBezTo>
                      <a:cubicBezTo>
                        <a:pt x="191" y="1856"/>
                        <a:pt x="211" y="1946"/>
                        <a:pt x="171" y="2016"/>
                      </a:cubicBezTo>
                      <a:cubicBezTo>
                        <a:pt x="156" y="2011"/>
                        <a:pt x="139" y="2011"/>
                        <a:pt x="121" y="2011"/>
                      </a:cubicBezTo>
                      <a:cubicBezTo>
                        <a:pt x="104" y="2011"/>
                        <a:pt x="86" y="2011"/>
                        <a:pt x="71" y="2006"/>
                      </a:cubicBezTo>
                      <a:lnTo>
                        <a:pt x="71" y="2006"/>
                      </a:lnTo>
                      <a:cubicBezTo>
                        <a:pt x="1" y="2077"/>
                        <a:pt x="91" y="2217"/>
                        <a:pt x="151" y="2277"/>
                      </a:cubicBezTo>
                      <a:cubicBezTo>
                        <a:pt x="201" y="2297"/>
                        <a:pt x="292" y="2357"/>
                        <a:pt x="382" y="2368"/>
                      </a:cubicBezTo>
                      <a:cubicBezTo>
                        <a:pt x="492" y="2388"/>
                        <a:pt x="623" y="2388"/>
                        <a:pt x="733" y="2398"/>
                      </a:cubicBezTo>
                      <a:cubicBezTo>
                        <a:pt x="833" y="2407"/>
                        <a:pt x="989" y="2432"/>
                        <a:pt x="1133" y="2432"/>
                      </a:cubicBezTo>
                      <a:cubicBezTo>
                        <a:pt x="1307" y="2432"/>
                        <a:pt x="1463" y="2395"/>
                        <a:pt x="1485" y="2247"/>
                      </a:cubicBezTo>
                      <a:cubicBezTo>
                        <a:pt x="1505" y="2127"/>
                        <a:pt x="1465" y="1956"/>
                        <a:pt x="1395" y="1846"/>
                      </a:cubicBezTo>
                      <a:cubicBezTo>
                        <a:pt x="1345" y="1776"/>
                        <a:pt x="1174" y="1615"/>
                        <a:pt x="1154" y="1535"/>
                      </a:cubicBezTo>
                      <a:cubicBezTo>
                        <a:pt x="1134" y="1475"/>
                        <a:pt x="1204" y="1425"/>
                        <a:pt x="1184" y="1364"/>
                      </a:cubicBezTo>
                      <a:lnTo>
                        <a:pt x="1134" y="1314"/>
                      </a:lnTo>
                      <a:cubicBezTo>
                        <a:pt x="1084" y="1254"/>
                        <a:pt x="994" y="1204"/>
                        <a:pt x="964" y="1134"/>
                      </a:cubicBezTo>
                      <a:cubicBezTo>
                        <a:pt x="914" y="1033"/>
                        <a:pt x="1004" y="1064"/>
                        <a:pt x="1024" y="963"/>
                      </a:cubicBezTo>
                      <a:cubicBezTo>
                        <a:pt x="1034" y="933"/>
                        <a:pt x="984" y="873"/>
                        <a:pt x="984" y="833"/>
                      </a:cubicBezTo>
                      <a:cubicBezTo>
                        <a:pt x="974" y="813"/>
                        <a:pt x="1004" y="793"/>
                        <a:pt x="984" y="753"/>
                      </a:cubicBezTo>
                      <a:cubicBezTo>
                        <a:pt x="964" y="682"/>
                        <a:pt x="914" y="662"/>
                        <a:pt x="904" y="592"/>
                      </a:cubicBezTo>
                      <a:cubicBezTo>
                        <a:pt x="904" y="512"/>
                        <a:pt x="954" y="512"/>
                        <a:pt x="853" y="452"/>
                      </a:cubicBezTo>
                      <a:cubicBezTo>
                        <a:pt x="813" y="422"/>
                        <a:pt x="763" y="432"/>
                        <a:pt x="733" y="392"/>
                      </a:cubicBezTo>
                      <a:cubicBezTo>
                        <a:pt x="693" y="341"/>
                        <a:pt x="753" y="261"/>
                        <a:pt x="643" y="231"/>
                      </a:cubicBezTo>
                      <a:cubicBezTo>
                        <a:pt x="663" y="131"/>
                        <a:pt x="703" y="71"/>
                        <a:pt x="57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46" name="Google Shape;14346;p50"/>
                <p:cNvSpPr/>
                <p:nvPr/>
              </p:nvSpPr>
              <p:spPr>
                <a:xfrm>
                  <a:off x="1618459" y="4185498"/>
                  <a:ext cx="222489" cy="8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8" h="2111" extrusionOk="0">
                      <a:moveTo>
                        <a:pt x="2379" y="1"/>
                      </a:moveTo>
                      <a:cubicBezTo>
                        <a:pt x="2247" y="1"/>
                        <a:pt x="2147" y="156"/>
                        <a:pt x="2147" y="316"/>
                      </a:cubicBezTo>
                      <a:cubicBezTo>
                        <a:pt x="2047" y="225"/>
                        <a:pt x="1951" y="171"/>
                        <a:pt x="1870" y="171"/>
                      </a:cubicBezTo>
                      <a:cubicBezTo>
                        <a:pt x="1771" y="171"/>
                        <a:pt x="1694" y="250"/>
                        <a:pt x="1655" y="436"/>
                      </a:cubicBezTo>
                      <a:cubicBezTo>
                        <a:pt x="1655" y="429"/>
                        <a:pt x="1641" y="424"/>
                        <a:pt x="1618" y="424"/>
                      </a:cubicBezTo>
                      <a:cubicBezTo>
                        <a:pt x="1521" y="424"/>
                        <a:pt x="1266" y="505"/>
                        <a:pt x="1314" y="757"/>
                      </a:cubicBezTo>
                      <a:cubicBezTo>
                        <a:pt x="1268" y="746"/>
                        <a:pt x="1229" y="741"/>
                        <a:pt x="1194" y="741"/>
                      </a:cubicBezTo>
                      <a:cubicBezTo>
                        <a:pt x="1101" y="741"/>
                        <a:pt x="1038" y="776"/>
                        <a:pt x="943" y="827"/>
                      </a:cubicBezTo>
                      <a:cubicBezTo>
                        <a:pt x="930" y="831"/>
                        <a:pt x="919" y="832"/>
                        <a:pt x="909" y="832"/>
                      </a:cubicBezTo>
                      <a:cubicBezTo>
                        <a:pt x="884" y="832"/>
                        <a:pt x="865" y="824"/>
                        <a:pt x="844" y="824"/>
                      </a:cubicBezTo>
                      <a:cubicBezTo>
                        <a:pt x="827" y="824"/>
                        <a:pt x="808" y="829"/>
                        <a:pt x="783" y="847"/>
                      </a:cubicBezTo>
                      <a:cubicBezTo>
                        <a:pt x="733" y="878"/>
                        <a:pt x="743" y="1008"/>
                        <a:pt x="662" y="1058"/>
                      </a:cubicBezTo>
                      <a:cubicBezTo>
                        <a:pt x="636" y="1025"/>
                        <a:pt x="607" y="1013"/>
                        <a:pt x="580" y="1013"/>
                      </a:cubicBezTo>
                      <a:cubicBezTo>
                        <a:pt x="515" y="1013"/>
                        <a:pt x="456" y="1083"/>
                        <a:pt x="442" y="1118"/>
                      </a:cubicBezTo>
                      <a:cubicBezTo>
                        <a:pt x="383" y="1087"/>
                        <a:pt x="321" y="1071"/>
                        <a:pt x="262" y="1071"/>
                      </a:cubicBezTo>
                      <a:cubicBezTo>
                        <a:pt x="171" y="1071"/>
                        <a:pt x="89" y="1109"/>
                        <a:pt x="41" y="1188"/>
                      </a:cubicBezTo>
                      <a:cubicBezTo>
                        <a:pt x="0" y="1269"/>
                        <a:pt x="31" y="1289"/>
                        <a:pt x="71" y="1379"/>
                      </a:cubicBezTo>
                      <a:cubicBezTo>
                        <a:pt x="191" y="1600"/>
                        <a:pt x="462" y="1800"/>
                        <a:pt x="652" y="1891"/>
                      </a:cubicBezTo>
                      <a:cubicBezTo>
                        <a:pt x="942" y="2018"/>
                        <a:pt x="1413" y="2110"/>
                        <a:pt x="1776" y="2110"/>
                      </a:cubicBezTo>
                      <a:cubicBezTo>
                        <a:pt x="1840" y="2110"/>
                        <a:pt x="1901" y="2107"/>
                        <a:pt x="1956" y="2101"/>
                      </a:cubicBezTo>
                      <a:cubicBezTo>
                        <a:pt x="2348" y="2051"/>
                        <a:pt x="2719" y="1901"/>
                        <a:pt x="3120" y="1861"/>
                      </a:cubicBezTo>
                      <a:cubicBezTo>
                        <a:pt x="3410" y="1823"/>
                        <a:pt x="3689" y="1803"/>
                        <a:pt x="3974" y="1803"/>
                      </a:cubicBezTo>
                      <a:cubicBezTo>
                        <a:pt x="4073" y="1803"/>
                        <a:pt x="4172" y="1805"/>
                        <a:pt x="4273" y="1810"/>
                      </a:cubicBezTo>
                      <a:cubicBezTo>
                        <a:pt x="4306" y="1811"/>
                        <a:pt x="4342" y="1812"/>
                        <a:pt x="4383" y="1812"/>
                      </a:cubicBezTo>
                      <a:cubicBezTo>
                        <a:pt x="4748" y="1812"/>
                        <a:pt x="5407" y="1755"/>
                        <a:pt x="5497" y="1349"/>
                      </a:cubicBezTo>
                      <a:cubicBezTo>
                        <a:pt x="5547" y="1158"/>
                        <a:pt x="5447" y="1219"/>
                        <a:pt x="5347" y="1098"/>
                      </a:cubicBezTo>
                      <a:cubicBezTo>
                        <a:pt x="5246" y="988"/>
                        <a:pt x="5256" y="737"/>
                        <a:pt x="5116" y="697"/>
                      </a:cubicBezTo>
                      <a:cubicBezTo>
                        <a:pt x="5107" y="694"/>
                        <a:pt x="5097" y="692"/>
                        <a:pt x="5087" y="692"/>
                      </a:cubicBezTo>
                      <a:cubicBezTo>
                        <a:pt x="5034" y="692"/>
                        <a:pt x="4976" y="733"/>
                        <a:pt x="4925" y="767"/>
                      </a:cubicBezTo>
                      <a:cubicBezTo>
                        <a:pt x="4915" y="737"/>
                        <a:pt x="4905" y="687"/>
                        <a:pt x="4915" y="657"/>
                      </a:cubicBezTo>
                      <a:lnTo>
                        <a:pt x="4845" y="657"/>
                      </a:lnTo>
                      <a:cubicBezTo>
                        <a:pt x="4875" y="557"/>
                        <a:pt x="4855" y="547"/>
                        <a:pt x="4805" y="476"/>
                      </a:cubicBezTo>
                      <a:lnTo>
                        <a:pt x="4765" y="516"/>
                      </a:lnTo>
                      <a:cubicBezTo>
                        <a:pt x="4727" y="462"/>
                        <a:pt x="4690" y="440"/>
                        <a:pt x="4657" y="440"/>
                      </a:cubicBezTo>
                      <a:cubicBezTo>
                        <a:pt x="4567" y="440"/>
                        <a:pt x="4501" y="597"/>
                        <a:pt x="4494" y="707"/>
                      </a:cubicBezTo>
                      <a:cubicBezTo>
                        <a:pt x="4414" y="677"/>
                        <a:pt x="4354" y="607"/>
                        <a:pt x="4304" y="536"/>
                      </a:cubicBezTo>
                      <a:lnTo>
                        <a:pt x="4304" y="536"/>
                      </a:lnTo>
                      <a:cubicBezTo>
                        <a:pt x="4307" y="548"/>
                        <a:pt x="4311" y="558"/>
                        <a:pt x="4315" y="567"/>
                      </a:cubicBezTo>
                      <a:lnTo>
                        <a:pt x="4315" y="567"/>
                      </a:lnTo>
                      <a:cubicBezTo>
                        <a:pt x="4283" y="505"/>
                        <a:pt x="4232" y="481"/>
                        <a:pt x="4174" y="481"/>
                      </a:cubicBezTo>
                      <a:cubicBezTo>
                        <a:pt x="4086" y="481"/>
                        <a:pt x="3984" y="536"/>
                        <a:pt x="3912" y="597"/>
                      </a:cubicBezTo>
                      <a:cubicBezTo>
                        <a:pt x="3909" y="504"/>
                        <a:pt x="3863" y="471"/>
                        <a:pt x="3803" y="471"/>
                      </a:cubicBezTo>
                      <a:cubicBezTo>
                        <a:pt x="3700" y="471"/>
                        <a:pt x="3556" y="571"/>
                        <a:pt x="3511" y="647"/>
                      </a:cubicBezTo>
                      <a:cubicBezTo>
                        <a:pt x="3495" y="549"/>
                        <a:pt x="3419" y="498"/>
                        <a:pt x="3338" y="498"/>
                      </a:cubicBezTo>
                      <a:cubicBezTo>
                        <a:pt x="3319" y="498"/>
                        <a:pt x="3299" y="501"/>
                        <a:pt x="3280" y="506"/>
                      </a:cubicBezTo>
                      <a:cubicBezTo>
                        <a:pt x="3369" y="360"/>
                        <a:pt x="3221" y="299"/>
                        <a:pt x="3062" y="299"/>
                      </a:cubicBezTo>
                      <a:cubicBezTo>
                        <a:pt x="2970" y="299"/>
                        <a:pt x="2874" y="319"/>
                        <a:pt x="2819" y="356"/>
                      </a:cubicBezTo>
                      <a:cubicBezTo>
                        <a:pt x="2827" y="248"/>
                        <a:pt x="2713" y="45"/>
                        <a:pt x="2605" y="45"/>
                      </a:cubicBezTo>
                      <a:cubicBezTo>
                        <a:pt x="2582" y="45"/>
                        <a:pt x="2559" y="54"/>
                        <a:pt x="2538" y="75"/>
                      </a:cubicBezTo>
                      <a:cubicBezTo>
                        <a:pt x="2483" y="23"/>
                        <a:pt x="2429" y="1"/>
                        <a:pt x="23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47" name="Google Shape;14347;p50"/>
                <p:cNvSpPr/>
                <p:nvPr/>
              </p:nvSpPr>
              <p:spPr>
                <a:xfrm>
                  <a:off x="1439436" y="4198531"/>
                  <a:ext cx="71262" cy="436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7" h="1088" extrusionOk="0">
                      <a:moveTo>
                        <a:pt x="853" y="1"/>
                      </a:moveTo>
                      <a:cubicBezTo>
                        <a:pt x="753" y="1"/>
                        <a:pt x="633" y="171"/>
                        <a:pt x="583" y="232"/>
                      </a:cubicBezTo>
                      <a:cubicBezTo>
                        <a:pt x="522" y="302"/>
                        <a:pt x="472" y="382"/>
                        <a:pt x="402" y="422"/>
                      </a:cubicBezTo>
                      <a:cubicBezTo>
                        <a:pt x="392" y="402"/>
                        <a:pt x="372" y="382"/>
                        <a:pt x="372" y="362"/>
                      </a:cubicBezTo>
                      <a:cubicBezTo>
                        <a:pt x="302" y="402"/>
                        <a:pt x="222" y="452"/>
                        <a:pt x="181" y="512"/>
                      </a:cubicBezTo>
                      <a:cubicBezTo>
                        <a:pt x="171" y="502"/>
                        <a:pt x="161" y="492"/>
                        <a:pt x="151" y="472"/>
                      </a:cubicBezTo>
                      <a:cubicBezTo>
                        <a:pt x="81" y="532"/>
                        <a:pt x="1" y="603"/>
                        <a:pt x="1" y="713"/>
                      </a:cubicBezTo>
                      <a:cubicBezTo>
                        <a:pt x="11" y="753"/>
                        <a:pt x="51" y="884"/>
                        <a:pt x="81" y="984"/>
                      </a:cubicBezTo>
                      <a:cubicBezTo>
                        <a:pt x="129" y="991"/>
                        <a:pt x="176" y="993"/>
                        <a:pt x="223" y="993"/>
                      </a:cubicBezTo>
                      <a:cubicBezTo>
                        <a:pt x="273" y="993"/>
                        <a:pt x="324" y="991"/>
                        <a:pt x="375" y="991"/>
                      </a:cubicBezTo>
                      <a:cubicBezTo>
                        <a:pt x="404" y="991"/>
                        <a:pt x="433" y="992"/>
                        <a:pt x="462" y="994"/>
                      </a:cubicBezTo>
                      <a:cubicBezTo>
                        <a:pt x="621" y="1003"/>
                        <a:pt x="754" y="1065"/>
                        <a:pt x="918" y="1065"/>
                      </a:cubicBezTo>
                      <a:cubicBezTo>
                        <a:pt x="930" y="1065"/>
                        <a:pt x="942" y="1065"/>
                        <a:pt x="954" y="1064"/>
                      </a:cubicBezTo>
                      <a:cubicBezTo>
                        <a:pt x="1104" y="1064"/>
                        <a:pt x="1255" y="1064"/>
                        <a:pt x="1415" y="1074"/>
                      </a:cubicBezTo>
                      <a:cubicBezTo>
                        <a:pt x="1461" y="1074"/>
                        <a:pt x="1536" y="1087"/>
                        <a:pt x="1606" y="1087"/>
                      </a:cubicBezTo>
                      <a:cubicBezTo>
                        <a:pt x="1658" y="1087"/>
                        <a:pt x="1706" y="1080"/>
                        <a:pt x="1736" y="1054"/>
                      </a:cubicBezTo>
                      <a:cubicBezTo>
                        <a:pt x="1776" y="1024"/>
                        <a:pt x="1776" y="994"/>
                        <a:pt x="1776" y="954"/>
                      </a:cubicBezTo>
                      <a:cubicBezTo>
                        <a:pt x="1776" y="894"/>
                        <a:pt x="1756" y="823"/>
                        <a:pt x="1736" y="763"/>
                      </a:cubicBezTo>
                      <a:cubicBezTo>
                        <a:pt x="1712" y="706"/>
                        <a:pt x="1588" y="470"/>
                        <a:pt x="1499" y="470"/>
                      </a:cubicBezTo>
                      <a:cubicBezTo>
                        <a:pt x="1481" y="470"/>
                        <a:pt x="1464" y="480"/>
                        <a:pt x="1450" y="503"/>
                      </a:cubicBezTo>
                      <a:lnTo>
                        <a:pt x="1450" y="503"/>
                      </a:lnTo>
                      <a:cubicBezTo>
                        <a:pt x="1496" y="403"/>
                        <a:pt x="1173" y="412"/>
                        <a:pt x="1114" y="392"/>
                      </a:cubicBezTo>
                      <a:cubicBezTo>
                        <a:pt x="1136" y="348"/>
                        <a:pt x="1105" y="299"/>
                        <a:pt x="1071" y="299"/>
                      </a:cubicBezTo>
                      <a:cubicBezTo>
                        <a:pt x="1061" y="299"/>
                        <a:pt x="1052" y="302"/>
                        <a:pt x="1044" y="310"/>
                      </a:cubicBezTo>
                      <a:lnTo>
                        <a:pt x="1044" y="310"/>
                      </a:lnTo>
                      <a:cubicBezTo>
                        <a:pt x="1110" y="214"/>
                        <a:pt x="940" y="10"/>
                        <a:pt x="85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48" name="Google Shape;14348;p50"/>
                <p:cNvSpPr/>
                <p:nvPr/>
              </p:nvSpPr>
              <p:spPr>
                <a:xfrm>
                  <a:off x="1307495" y="4187583"/>
                  <a:ext cx="87744" cy="42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" h="1065" extrusionOk="0">
                      <a:moveTo>
                        <a:pt x="979" y="1"/>
                      </a:moveTo>
                      <a:cubicBezTo>
                        <a:pt x="883" y="1"/>
                        <a:pt x="768" y="197"/>
                        <a:pt x="723" y="364"/>
                      </a:cubicBezTo>
                      <a:cubicBezTo>
                        <a:pt x="663" y="344"/>
                        <a:pt x="583" y="284"/>
                        <a:pt x="532" y="234"/>
                      </a:cubicBezTo>
                      <a:cubicBezTo>
                        <a:pt x="502" y="274"/>
                        <a:pt x="482" y="314"/>
                        <a:pt x="442" y="344"/>
                      </a:cubicBezTo>
                      <a:cubicBezTo>
                        <a:pt x="442" y="304"/>
                        <a:pt x="412" y="284"/>
                        <a:pt x="402" y="254"/>
                      </a:cubicBezTo>
                      <a:cubicBezTo>
                        <a:pt x="352" y="274"/>
                        <a:pt x="292" y="294"/>
                        <a:pt x="232" y="294"/>
                      </a:cubicBezTo>
                      <a:cubicBezTo>
                        <a:pt x="229" y="295"/>
                        <a:pt x="226" y="295"/>
                        <a:pt x="224" y="295"/>
                      </a:cubicBezTo>
                      <a:cubicBezTo>
                        <a:pt x="205" y="295"/>
                        <a:pt x="199" y="269"/>
                        <a:pt x="173" y="269"/>
                      </a:cubicBezTo>
                      <a:cubicBezTo>
                        <a:pt x="167" y="269"/>
                        <a:pt x="160" y="270"/>
                        <a:pt x="151" y="274"/>
                      </a:cubicBezTo>
                      <a:cubicBezTo>
                        <a:pt x="51" y="314"/>
                        <a:pt x="1" y="474"/>
                        <a:pt x="51" y="575"/>
                      </a:cubicBezTo>
                      <a:cubicBezTo>
                        <a:pt x="71" y="605"/>
                        <a:pt x="51" y="675"/>
                        <a:pt x="81" y="735"/>
                      </a:cubicBezTo>
                      <a:cubicBezTo>
                        <a:pt x="141" y="846"/>
                        <a:pt x="272" y="846"/>
                        <a:pt x="362" y="866"/>
                      </a:cubicBezTo>
                      <a:cubicBezTo>
                        <a:pt x="700" y="948"/>
                        <a:pt x="1071" y="1064"/>
                        <a:pt x="1427" y="1064"/>
                      </a:cubicBezTo>
                      <a:cubicBezTo>
                        <a:pt x="1504" y="1064"/>
                        <a:pt x="1581" y="1059"/>
                        <a:pt x="1656" y="1046"/>
                      </a:cubicBezTo>
                      <a:cubicBezTo>
                        <a:pt x="1947" y="996"/>
                        <a:pt x="2187" y="755"/>
                        <a:pt x="1856" y="535"/>
                      </a:cubicBezTo>
                      <a:cubicBezTo>
                        <a:pt x="1806" y="505"/>
                        <a:pt x="1696" y="464"/>
                        <a:pt x="1646" y="444"/>
                      </a:cubicBezTo>
                      <a:cubicBezTo>
                        <a:pt x="1606" y="434"/>
                        <a:pt x="1536" y="414"/>
                        <a:pt x="1485" y="384"/>
                      </a:cubicBezTo>
                      <a:cubicBezTo>
                        <a:pt x="1525" y="240"/>
                        <a:pt x="1398" y="207"/>
                        <a:pt x="1274" y="207"/>
                      </a:cubicBezTo>
                      <a:cubicBezTo>
                        <a:pt x="1208" y="207"/>
                        <a:pt x="1143" y="217"/>
                        <a:pt x="1104" y="224"/>
                      </a:cubicBezTo>
                      <a:cubicBezTo>
                        <a:pt x="1079" y="62"/>
                        <a:pt x="1032" y="1"/>
                        <a:pt x="9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49" name="Google Shape;14349;p50"/>
                <p:cNvSpPr/>
                <p:nvPr/>
              </p:nvSpPr>
              <p:spPr>
                <a:xfrm>
                  <a:off x="1330033" y="4187703"/>
                  <a:ext cx="347007" cy="94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3" h="2368" extrusionOk="0">
                      <a:moveTo>
                        <a:pt x="6049" y="0"/>
                      </a:moveTo>
                      <a:cubicBezTo>
                        <a:pt x="5858" y="90"/>
                        <a:pt x="5598" y="60"/>
                        <a:pt x="5598" y="341"/>
                      </a:cubicBezTo>
                      <a:cubicBezTo>
                        <a:pt x="5578" y="331"/>
                        <a:pt x="5567" y="301"/>
                        <a:pt x="5547" y="291"/>
                      </a:cubicBezTo>
                      <a:cubicBezTo>
                        <a:pt x="5267" y="421"/>
                        <a:pt x="5156" y="502"/>
                        <a:pt x="5126" y="843"/>
                      </a:cubicBezTo>
                      <a:cubicBezTo>
                        <a:pt x="5060" y="722"/>
                        <a:pt x="4954" y="667"/>
                        <a:pt x="4856" y="667"/>
                      </a:cubicBezTo>
                      <a:cubicBezTo>
                        <a:pt x="4716" y="667"/>
                        <a:pt x="4591" y="779"/>
                        <a:pt x="4615" y="973"/>
                      </a:cubicBezTo>
                      <a:cubicBezTo>
                        <a:pt x="4585" y="943"/>
                        <a:pt x="4554" y="913"/>
                        <a:pt x="4534" y="883"/>
                      </a:cubicBezTo>
                      <a:cubicBezTo>
                        <a:pt x="4534" y="953"/>
                        <a:pt x="4484" y="1023"/>
                        <a:pt x="4504" y="1123"/>
                      </a:cubicBezTo>
                      <a:cubicBezTo>
                        <a:pt x="4392" y="1080"/>
                        <a:pt x="4223" y="990"/>
                        <a:pt x="4098" y="990"/>
                      </a:cubicBezTo>
                      <a:cubicBezTo>
                        <a:pt x="4021" y="990"/>
                        <a:pt x="3962" y="1024"/>
                        <a:pt x="3943" y="1123"/>
                      </a:cubicBezTo>
                      <a:cubicBezTo>
                        <a:pt x="3863" y="1038"/>
                        <a:pt x="3710" y="953"/>
                        <a:pt x="3596" y="953"/>
                      </a:cubicBezTo>
                      <a:cubicBezTo>
                        <a:pt x="3521" y="953"/>
                        <a:pt x="3463" y="989"/>
                        <a:pt x="3451" y="1083"/>
                      </a:cubicBezTo>
                      <a:cubicBezTo>
                        <a:pt x="3421" y="973"/>
                        <a:pt x="3381" y="873"/>
                        <a:pt x="3341" y="782"/>
                      </a:cubicBezTo>
                      <a:cubicBezTo>
                        <a:pt x="3180" y="792"/>
                        <a:pt x="3030" y="873"/>
                        <a:pt x="2909" y="983"/>
                      </a:cubicBezTo>
                      <a:cubicBezTo>
                        <a:pt x="2899" y="923"/>
                        <a:pt x="2859" y="893"/>
                        <a:pt x="2849" y="833"/>
                      </a:cubicBezTo>
                      <a:cubicBezTo>
                        <a:pt x="2830" y="839"/>
                        <a:pt x="2811" y="842"/>
                        <a:pt x="2792" y="842"/>
                      </a:cubicBezTo>
                      <a:cubicBezTo>
                        <a:pt x="2706" y="842"/>
                        <a:pt x="2619" y="785"/>
                        <a:pt x="2546" y="785"/>
                      </a:cubicBezTo>
                      <a:cubicBezTo>
                        <a:pt x="2490" y="785"/>
                        <a:pt x="2442" y="818"/>
                        <a:pt x="2408" y="933"/>
                      </a:cubicBezTo>
                      <a:cubicBezTo>
                        <a:pt x="2324" y="789"/>
                        <a:pt x="2180" y="731"/>
                        <a:pt x="2036" y="731"/>
                      </a:cubicBezTo>
                      <a:cubicBezTo>
                        <a:pt x="1939" y="731"/>
                        <a:pt x="1843" y="758"/>
                        <a:pt x="1766" y="802"/>
                      </a:cubicBezTo>
                      <a:cubicBezTo>
                        <a:pt x="1736" y="722"/>
                        <a:pt x="1666" y="672"/>
                        <a:pt x="1636" y="592"/>
                      </a:cubicBezTo>
                      <a:cubicBezTo>
                        <a:pt x="1515" y="602"/>
                        <a:pt x="1445" y="592"/>
                        <a:pt x="1355" y="682"/>
                      </a:cubicBezTo>
                      <a:lnTo>
                        <a:pt x="1274" y="602"/>
                      </a:lnTo>
                      <a:cubicBezTo>
                        <a:pt x="1254" y="612"/>
                        <a:pt x="1234" y="632"/>
                        <a:pt x="1224" y="652"/>
                      </a:cubicBezTo>
                      <a:cubicBezTo>
                        <a:pt x="1194" y="602"/>
                        <a:pt x="1124" y="552"/>
                        <a:pt x="1094" y="512"/>
                      </a:cubicBezTo>
                      <a:cubicBezTo>
                        <a:pt x="1064" y="542"/>
                        <a:pt x="984" y="582"/>
                        <a:pt x="953" y="612"/>
                      </a:cubicBezTo>
                      <a:cubicBezTo>
                        <a:pt x="833" y="431"/>
                        <a:pt x="763" y="351"/>
                        <a:pt x="552" y="351"/>
                      </a:cubicBezTo>
                      <a:cubicBezTo>
                        <a:pt x="492" y="391"/>
                        <a:pt x="452" y="401"/>
                        <a:pt x="402" y="431"/>
                      </a:cubicBezTo>
                      <a:cubicBezTo>
                        <a:pt x="392" y="431"/>
                        <a:pt x="362" y="371"/>
                        <a:pt x="352" y="361"/>
                      </a:cubicBezTo>
                      <a:cubicBezTo>
                        <a:pt x="332" y="411"/>
                        <a:pt x="291" y="461"/>
                        <a:pt x="281" y="512"/>
                      </a:cubicBezTo>
                      <a:cubicBezTo>
                        <a:pt x="221" y="451"/>
                        <a:pt x="151" y="451"/>
                        <a:pt x="111" y="411"/>
                      </a:cubicBezTo>
                      <a:cubicBezTo>
                        <a:pt x="31" y="542"/>
                        <a:pt x="1" y="702"/>
                        <a:pt x="21" y="863"/>
                      </a:cubicBezTo>
                      <a:cubicBezTo>
                        <a:pt x="41" y="1224"/>
                        <a:pt x="1" y="1685"/>
                        <a:pt x="322" y="2006"/>
                      </a:cubicBezTo>
                      <a:cubicBezTo>
                        <a:pt x="582" y="2247"/>
                        <a:pt x="1102" y="2368"/>
                        <a:pt x="1445" y="2368"/>
                      </a:cubicBezTo>
                      <a:cubicBezTo>
                        <a:pt x="1459" y="2368"/>
                        <a:pt x="1472" y="2368"/>
                        <a:pt x="1485" y="2367"/>
                      </a:cubicBezTo>
                      <a:cubicBezTo>
                        <a:pt x="1866" y="2347"/>
                        <a:pt x="2247" y="2277"/>
                        <a:pt x="2639" y="2277"/>
                      </a:cubicBezTo>
                      <a:cubicBezTo>
                        <a:pt x="3086" y="2277"/>
                        <a:pt x="3539" y="2324"/>
                        <a:pt x="3990" y="2324"/>
                      </a:cubicBezTo>
                      <a:cubicBezTo>
                        <a:pt x="4165" y="2324"/>
                        <a:pt x="4340" y="2317"/>
                        <a:pt x="4514" y="2297"/>
                      </a:cubicBezTo>
                      <a:cubicBezTo>
                        <a:pt x="5527" y="2187"/>
                        <a:pt x="6561" y="1816"/>
                        <a:pt x="7564" y="1585"/>
                      </a:cubicBezTo>
                      <a:cubicBezTo>
                        <a:pt x="7864" y="1525"/>
                        <a:pt x="8376" y="1545"/>
                        <a:pt x="8527" y="1254"/>
                      </a:cubicBezTo>
                      <a:cubicBezTo>
                        <a:pt x="8653" y="1025"/>
                        <a:pt x="8537" y="771"/>
                        <a:pt x="8325" y="771"/>
                      </a:cubicBezTo>
                      <a:cubicBezTo>
                        <a:pt x="8268" y="771"/>
                        <a:pt x="8204" y="790"/>
                        <a:pt x="8135" y="833"/>
                      </a:cubicBezTo>
                      <a:cubicBezTo>
                        <a:pt x="8115" y="752"/>
                        <a:pt x="8045" y="722"/>
                        <a:pt x="8015" y="672"/>
                      </a:cubicBezTo>
                      <a:cubicBezTo>
                        <a:pt x="7975" y="692"/>
                        <a:pt x="7955" y="722"/>
                        <a:pt x="7925" y="752"/>
                      </a:cubicBezTo>
                      <a:cubicBezTo>
                        <a:pt x="7925" y="732"/>
                        <a:pt x="7925" y="672"/>
                        <a:pt x="7905" y="652"/>
                      </a:cubicBezTo>
                      <a:cubicBezTo>
                        <a:pt x="7764" y="672"/>
                        <a:pt x="7624" y="722"/>
                        <a:pt x="7503" y="792"/>
                      </a:cubicBezTo>
                      <a:cubicBezTo>
                        <a:pt x="7473" y="772"/>
                        <a:pt x="7373" y="692"/>
                        <a:pt x="7353" y="672"/>
                      </a:cubicBezTo>
                      <a:cubicBezTo>
                        <a:pt x="7403" y="582"/>
                        <a:pt x="7393" y="461"/>
                        <a:pt x="7413" y="361"/>
                      </a:cubicBezTo>
                      <a:lnTo>
                        <a:pt x="7413" y="361"/>
                      </a:lnTo>
                      <a:cubicBezTo>
                        <a:pt x="7182" y="381"/>
                        <a:pt x="6962" y="512"/>
                        <a:pt x="6751" y="562"/>
                      </a:cubicBezTo>
                      <a:cubicBezTo>
                        <a:pt x="6721" y="542"/>
                        <a:pt x="6631" y="481"/>
                        <a:pt x="6611" y="451"/>
                      </a:cubicBezTo>
                      <a:cubicBezTo>
                        <a:pt x="6591" y="471"/>
                        <a:pt x="6581" y="502"/>
                        <a:pt x="6550" y="522"/>
                      </a:cubicBezTo>
                      <a:cubicBezTo>
                        <a:pt x="6664" y="296"/>
                        <a:pt x="6553" y="84"/>
                        <a:pt x="6404" y="84"/>
                      </a:cubicBezTo>
                      <a:cubicBezTo>
                        <a:pt x="6341" y="84"/>
                        <a:pt x="6272" y="122"/>
                        <a:pt x="6209" y="211"/>
                      </a:cubicBezTo>
                      <a:cubicBezTo>
                        <a:pt x="6139" y="70"/>
                        <a:pt x="6169" y="171"/>
                        <a:pt x="6069" y="90"/>
                      </a:cubicBezTo>
                      <a:cubicBezTo>
                        <a:pt x="6059" y="70"/>
                        <a:pt x="6059" y="10"/>
                        <a:pt x="60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50" name="Google Shape;14350;p50"/>
                <p:cNvSpPr/>
                <p:nvPr/>
              </p:nvSpPr>
              <p:spPr>
                <a:xfrm>
                  <a:off x="1509858" y="4187703"/>
                  <a:ext cx="110242" cy="67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9" h="1682" extrusionOk="0">
                      <a:moveTo>
                        <a:pt x="1565" y="0"/>
                      </a:moveTo>
                      <a:cubicBezTo>
                        <a:pt x="1374" y="90"/>
                        <a:pt x="1114" y="60"/>
                        <a:pt x="1114" y="341"/>
                      </a:cubicBezTo>
                      <a:cubicBezTo>
                        <a:pt x="1094" y="331"/>
                        <a:pt x="1083" y="301"/>
                        <a:pt x="1063" y="291"/>
                      </a:cubicBezTo>
                      <a:cubicBezTo>
                        <a:pt x="783" y="421"/>
                        <a:pt x="672" y="502"/>
                        <a:pt x="642" y="843"/>
                      </a:cubicBezTo>
                      <a:cubicBezTo>
                        <a:pt x="576" y="722"/>
                        <a:pt x="470" y="667"/>
                        <a:pt x="372" y="667"/>
                      </a:cubicBezTo>
                      <a:cubicBezTo>
                        <a:pt x="232" y="667"/>
                        <a:pt x="107" y="779"/>
                        <a:pt x="131" y="973"/>
                      </a:cubicBezTo>
                      <a:cubicBezTo>
                        <a:pt x="101" y="943"/>
                        <a:pt x="70" y="913"/>
                        <a:pt x="50" y="883"/>
                      </a:cubicBezTo>
                      <a:cubicBezTo>
                        <a:pt x="50" y="953"/>
                        <a:pt x="0" y="1023"/>
                        <a:pt x="20" y="1123"/>
                      </a:cubicBezTo>
                      <a:cubicBezTo>
                        <a:pt x="30" y="1194"/>
                        <a:pt x="0" y="1254"/>
                        <a:pt x="10" y="1304"/>
                      </a:cubicBezTo>
                      <a:cubicBezTo>
                        <a:pt x="40" y="1384"/>
                        <a:pt x="60" y="1354"/>
                        <a:pt x="111" y="1414"/>
                      </a:cubicBezTo>
                      <a:cubicBezTo>
                        <a:pt x="161" y="1454"/>
                        <a:pt x="151" y="1515"/>
                        <a:pt x="221" y="1545"/>
                      </a:cubicBezTo>
                      <a:cubicBezTo>
                        <a:pt x="251" y="1560"/>
                        <a:pt x="291" y="1563"/>
                        <a:pt x="336" y="1563"/>
                      </a:cubicBezTo>
                      <a:cubicBezTo>
                        <a:pt x="384" y="1563"/>
                        <a:pt x="437" y="1559"/>
                        <a:pt x="486" y="1559"/>
                      </a:cubicBezTo>
                      <a:cubicBezTo>
                        <a:pt x="513" y="1559"/>
                        <a:pt x="539" y="1560"/>
                        <a:pt x="562" y="1565"/>
                      </a:cubicBezTo>
                      <a:cubicBezTo>
                        <a:pt x="831" y="1626"/>
                        <a:pt x="1153" y="1682"/>
                        <a:pt x="1452" y="1682"/>
                      </a:cubicBezTo>
                      <a:cubicBezTo>
                        <a:pt x="1543" y="1682"/>
                        <a:pt x="1631" y="1677"/>
                        <a:pt x="1715" y="1665"/>
                      </a:cubicBezTo>
                      <a:cubicBezTo>
                        <a:pt x="1796" y="1655"/>
                        <a:pt x="1866" y="1605"/>
                        <a:pt x="1946" y="1595"/>
                      </a:cubicBezTo>
                      <a:cubicBezTo>
                        <a:pt x="1961" y="1593"/>
                        <a:pt x="1977" y="1592"/>
                        <a:pt x="1993" y="1592"/>
                      </a:cubicBezTo>
                      <a:cubicBezTo>
                        <a:pt x="2061" y="1592"/>
                        <a:pt x="2134" y="1607"/>
                        <a:pt x="2207" y="1615"/>
                      </a:cubicBezTo>
                      <a:cubicBezTo>
                        <a:pt x="2387" y="1615"/>
                        <a:pt x="2528" y="1595"/>
                        <a:pt x="2648" y="1454"/>
                      </a:cubicBezTo>
                      <a:cubicBezTo>
                        <a:pt x="2688" y="1404"/>
                        <a:pt x="2749" y="1334"/>
                        <a:pt x="2729" y="1284"/>
                      </a:cubicBezTo>
                      <a:cubicBezTo>
                        <a:pt x="2718" y="1229"/>
                        <a:pt x="2696" y="1219"/>
                        <a:pt x="2668" y="1219"/>
                      </a:cubicBezTo>
                      <a:cubicBezTo>
                        <a:pt x="2653" y="1219"/>
                        <a:pt x="2635" y="1222"/>
                        <a:pt x="2618" y="1222"/>
                      </a:cubicBezTo>
                      <a:cubicBezTo>
                        <a:pt x="2604" y="1222"/>
                        <a:pt x="2591" y="1220"/>
                        <a:pt x="2578" y="1214"/>
                      </a:cubicBezTo>
                      <a:cubicBezTo>
                        <a:pt x="2594" y="1173"/>
                        <a:pt x="2557" y="1138"/>
                        <a:pt x="2521" y="1138"/>
                      </a:cubicBezTo>
                      <a:cubicBezTo>
                        <a:pt x="2513" y="1138"/>
                        <a:pt x="2505" y="1140"/>
                        <a:pt x="2498" y="1143"/>
                      </a:cubicBezTo>
                      <a:cubicBezTo>
                        <a:pt x="2468" y="1103"/>
                        <a:pt x="2448" y="1043"/>
                        <a:pt x="2468" y="993"/>
                      </a:cubicBezTo>
                      <a:cubicBezTo>
                        <a:pt x="2439" y="979"/>
                        <a:pt x="2421" y="965"/>
                        <a:pt x="2399" y="965"/>
                      </a:cubicBezTo>
                      <a:cubicBezTo>
                        <a:pt x="2389" y="965"/>
                        <a:pt x="2379" y="967"/>
                        <a:pt x="2367" y="973"/>
                      </a:cubicBezTo>
                      <a:lnTo>
                        <a:pt x="2387" y="953"/>
                      </a:lnTo>
                      <a:cubicBezTo>
                        <a:pt x="2365" y="927"/>
                        <a:pt x="2344" y="918"/>
                        <a:pt x="2324" y="918"/>
                      </a:cubicBezTo>
                      <a:cubicBezTo>
                        <a:pt x="2283" y="918"/>
                        <a:pt x="2247" y="956"/>
                        <a:pt x="2207" y="963"/>
                      </a:cubicBezTo>
                      <a:cubicBezTo>
                        <a:pt x="2187" y="973"/>
                        <a:pt x="2177" y="993"/>
                        <a:pt x="2157" y="993"/>
                      </a:cubicBezTo>
                      <a:cubicBezTo>
                        <a:pt x="2137" y="993"/>
                        <a:pt x="2087" y="963"/>
                        <a:pt x="2056" y="963"/>
                      </a:cubicBezTo>
                      <a:cubicBezTo>
                        <a:pt x="2117" y="933"/>
                        <a:pt x="2247" y="742"/>
                        <a:pt x="2107" y="732"/>
                      </a:cubicBezTo>
                      <a:cubicBezTo>
                        <a:pt x="2127" y="702"/>
                        <a:pt x="2127" y="682"/>
                        <a:pt x="2157" y="652"/>
                      </a:cubicBezTo>
                      <a:cubicBezTo>
                        <a:pt x="2137" y="612"/>
                        <a:pt x="2087" y="602"/>
                        <a:pt x="2056" y="592"/>
                      </a:cubicBezTo>
                      <a:cubicBezTo>
                        <a:pt x="2077" y="542"/>
                        <a:pt x="2107" y="502"/>
                        <a:pt x="2127" y="461"/>
                      </a:cubicBezTo>
                      <a:lnTo>
                        <a:pt x="2127" y="451"/>
                      </a:lnTo>
                      <a:cubicBezTo>
                        <a:pt x="2107" y="471"/>
                        <a:pt x="2097" y="502"/>
                        <a:pt x="2066" y="522"/>
                      </a:cubicBezTo>
                      <a:cubicBezTo>
                        <a:pt x="2180" y="296"/>
                        <a:pt x="2069" y="84"/>
                        <a:pt x="1920" y="84"/>
                      </a:cubicBezTo>
                      <a:cubicBezTo>
                        <a:pt x="1857" y="84"/>
                        <a:pt x="1788" y="122"/>
                        <a:pt x="1725" y="211"/>
                      </a:cubicBezTo>
                      <a:cubicBezTo>
                        <a:pt x="1655" y="70"/>
                        <a:pt x="1685" y="171"/>
                        <a:pt x="1585" y="90"/>
                      </a:cubicBezTo>
                      <a:cubicBezTo>
                        <a:pt x="1575" y="70"/>
                        <a:pt x="1575" y="10"/>
                        <a:pt x="15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51" name="Google Shape;14351;p50"/>
                <p:cNvSpPr/>
                <p:nvPr/>
              </p:nvSpPr>
              <p:spPr>
                <a:xfrm>
                  <a:off x="1255200" y="4198531"/>
                  <a:ext cx="110282" cy="674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0" h="1683" extrusionOk="0">
                      <a:moveTo>
                        <a:pt x="1566" y="1"/>
                      </a:moveTo>
                      <a:cubicBezTo>
                        <a:pt x="1385" y="101"/>
                        <a:pt x="1124" y="61"/>
                        <a:pt x="1124" y="342"/>
                      </a:cubicBezTo>
                      <a:cubicBezTo>
                        <a:pt x="1104" y="332"/>
                        <a:pt x="1094" y="302"/>
                        <a:pt x="1074" y="302"/>
                      </a:cubicBezTo>
                      <a:cubicBezTo>
                        <a:pt x="793" y="432"/>
                        <a:pt x="683" y="502"/>
                        <a:pt x="643" y="843"/>
                      </a:cubicBezTo>
                      <a:cubicBezTo>
                        <a:pt x="581" y="725"/>
                        <a:pt x="478" y="671"/>
                        <a:pt x="380" y="671"/>
                      </a:cubicBezTo>
                      <a:cubicBezTo>
                        <a:pt x="238" y="671"/>
                        <a:pt x="108" y="784"/>
                        <a:pt x="131" y="974"/>
                      </a:cubicBezTo>
                      <a:cubicBezTo>
                        <a:pt x="111" y="954"/>
                        <a:pt x="81" y="914"/>
                        <a:pt x="61" y="894"/>
                      </a:cubicBezTo>
                      <a:cubicBezTo>
                        <a:pt x="61" y="954"/>
                        <a:pt x="1" y="1034"/>
                        <a:pt x="21" y="1134"/>
                      </a:cubicBezTo>
                      <a:lnTo>
                        <a:pt x="21" y="1124"/>
                      </a:lnTo>
                      <a:lnTo>
                        <a:pt x="21" y="1124"/>
                      </a:lnTo>
                      <a:cubicBezTo>
                        <a:pt x="31" y="1194"/>
                        <a:pt x="11" y="1255"/>
                        <a:pt x="21" y="1305"/>
                      </a:cubicBezTo>
                      <a:cubicBezTo>
                        <a:pt x="51" y="1385"/>
                        <a:pt x="71" y="1355"/>
                        <a:pt x="121" y="1415"/>
                      </a:cubicBezTo>
                      <a:cubicBezTo>
                        <a:pt x="161" y="1455"/>
                        <a:pt x="161" y="1515"/>
                        <a:pt x="222" y="1546"/>
                      </a:cubicBezTo>
                      <a:cubicBezTo>
                        <a:pt x="255" y="1560"/>
                        <a:pt x="298" y="1564"/>
                        <a:pt x="344" y="1564"/>
                      </a:cubicBezTo>
                      <a:cubicBezTo>
                        <a:pt x="394" y="1564"/>
                        <a:pt x="448" y="1560"/>
                        <a:pt x="497" y="1560"/>
                      </a:cubicBezTo>
                      <a:cubicBezTo>
                        <a:pt x="524" y="1560"/>
                        <a:pt x="550" y="1561"/>
                        <a:pt x="573" y="1566"/>
                      </a:cubicBezTo>
                      <a:cubicBezTo>
                        <a:pt x="842" y="1627"/>
                        <a:pt x="1164" y="1683"/>
                        <a:pt x="1462" y="1683"/>
                      </a:cubicBezTo>
                      <a:cubicBezTo>
                        <a:pt x="1553" y="1683"/>
                        <a:pt x="1642" y="1678"/>
                        <a:pt x="1726" y="1666"/>
                      </a:cubicBezTo>
                      <a:cubicBezTo>
                        <a:pt x="1806" y="1656"/>
                        <a:pt x="1877" y="1616"/>
                        <a:pt x="1947" y="1596"/>
                      </a:cubicBezTo>
                      <a:cubicBezTo>
                        <a:pt x="1964" y="1594"/>
                        <a:pt x="1981" y="1593"/>
                        <a:pt x="1998" y="1593"/>
                      </a:cubicBezTo>
                      <a:cubicBezTo>
                        <a:pt x="2071" y="1593"/>
                        <a:pt x="2143" y="1608"/>
                        <a:pt x="2208" y="1616"/>
                      </a:cubicBezTo>
                      <a:cubicBezTo>
                        <a:pt x="2229" y="1617"/>
                        <a:pt x="2250" y="1618"/>
                        <a:pt x="2271" y="1618"/>
                      </a:cubicBezTo>
                      <a:cubicBezTo>
                        <a:pt x="2430" y="1618"/>
                        <a:pt x="2551" y="1580"/>
                        <a:pt x="2649" y="1455"/>
                      </a:cubicBezTo>
                      <a:cubicBezTo>
                        <a:pt x="2689" y="1405"/>
                        <a:pt x="2749" y="1345"/>
                        <a:pt x="2739" y="1285"/>
                      </a:cubicBezTo>
                      <a:cubicBezTo>
                        <a:pt x="2730" y="1232"/>
                        <a:pt x="2709" y="1221"/>
                        <a:pt x="2682" y="1221"/>
                      </a:cubicBezTo>
                      <a:cubicBezTo>
                        <a:pt x="2660" y="1221"/>
                        <a:pt x="2635" y="1228"/>
                        <a:pt x="2608" y="1228"/>
                      </a:cubicBezTo>
                      <a:cubicBezTo>
                        <a:pt x="2599" y="1228"/>
                        <a:pt x="2589" y="1227"/>
                        <a:pt x="2579" y="1225"/>
                      </a:cubicBezTo>
                      <a:cubicBezTo>
                        <a:pt x="2603" y="1175"/>
                        <a:pt x="2567" y="1139"/>
                        <a:pt x="2526" y="1139"/>
                      </a:cubicBezTo>
                      <a:cubicBezTo>
                        <a:pt x="2517" y="1139"/>
                        <a:pt x="2507" y="1141"/>
                        <a:pt x="2498" y="1144"/>
                      </a:cubicBezTo>
                      <a:cubicBezTo>
                        <a:pt x="2468" y="1104"/>
                        <a:pt x="2458" y="1044"/>
                        <a:pt x="2468" y="994"/>
                      </a:cubicBezTo>
                      <a:cubicBezTo>
                        <a:pt x="2449" y="981"/>
                        <a:pt x="2434" y="968"/>
                        <a:pt x="2416" y="968"/>
                      </a:cubicBezTo>
                      <a:cubicBezTo>
                        <a:pt x="2405" y="968"/>
                        <a:pt x="2393" y="973"/>
                        <a:pt x="2378" y="984"/>
                      </a:cubicBezTo>
                      <a:lnTo>
                        <a:pt x="2388" y="954"/>
                      </a:lnTo>
                      <a:cubicBezTo>
                        <a:pt x="2369" y="928"/>
                        <a:pt x="2351" y="919"/>
                        <a:pt x="2333" y="919"/>
                      </a:cubicBezTo>
                      <a:cubicBezTo>
                        <a:pt x="2295" y="919"/>
                        <a:pt x="2258" y="960"/>
                        <a:pt x="2218" y="974"/>
                      </a:cubicBezTo>
                      <a:cubicBezTo>
                        <a:pt x="2198" y="974"/>
                        <a:pt x="2188" y="994"/>
                        <a:pt x="2167" y="994"/>
                      </a:cubicBezTo>
                      <a:cubicBezTo>
                        <a:pt x="2147" y="994"/>
                        <a:pt x="2097" y="964"/>
                        <a:pt x="2067" y="964"/>
                      </a:cubicBezTo>
                      <a:cubicBezTo>
                        <a:pt x="2127" y="934"/>
                        <a:pt x="2258" y="743"/>
                        <a:pt x="2117" y="733"/>
                      </a:cubicBezTo>
                      <a:cubicBezTo>
                        <a:pt x="2137" y="703"/>
                        <a:pt x="2137" y="683"/>
                        <a:pt x="2167" y="653"/>
                      </a:cubicBezTo>
                      <a:cubicBezTo>
                        <a:pt x="2147" y="613"/>
                        <a:pt x="2097" y="603"/>
                        <a:pt x="2057" y="593"/>
                      </a:cubicBezTo>
                      <a:cubicBezTo>
                        <a:pt x="2087" y="542"/>
                        <a:pt x="2107" y="502"/>
                        <a:pt x="2137" y="462"/>
                      </a:cubicBezTo>
                      <a:lnTo>
                        <a:pt x="2127" y="462"/>
                      </a:lnTo>
                      <a:cubicBezTo>
                        <a:pt x="2107" y="482"/>
                        <a:pt x="2107" y="512"/>
                        <a:pt x="2077" y="522"/>
                      </a:cubicBezTo>
                      <a:cubicBezTo>
                        <a:pt x="2189" y="298"/>
                        <a:pt x="2076" y="89"/>
                        <a:pt x="1930" y="89"/>
                      </a:cubicBezTo>
                      <a:cubicBezTo>
                        <a:pt x="1866" y="89"/>
                        <a:pt x="1797" y="128"/>
                        <a:pt x="1736" y="222"/>
                      </a:cubicBezTo>
                      <a:cubicBezTo>
                        <a:pt x="1656" y="71"/>
                        <a:pt x="1696" y="171"/>
                        <a:pt x="1586" y="91"/>
                      </a:cubicBezTo>
                      <a:cubicBezTo>
                        <a:pt x="1586" y="71"/>
                        <a:pt x="1586" y="21"/>
                        <a:pt x="15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52" name="Google Shape;14352;p50"/>
                <p:cNvSpPr/>
                <p:nvPr/>
              </p:nvSpPr>
              <p:spPr>
                <a:xfrm>
                  <a:off x="1510259" y="4187703"/>
                  <a:ext cx="70019" cy="44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6" h="1104" extrusionOk="0">
                      <a:moveTo>
                        <a:pt x="1555" y="0"/>
                      </a:moveTo>
                      <a:cubicBezTo>
                        <a:pt x="1364" y="90"/>
                        <a:pt x="1104" y="60"/>
                        <a:pt x="1104" y="341"/>
                      </a:cubicBezTo>
                      <a:cubicBezTo>
                        <a:pt x="1084" y="331"/>
                        <a:pt x="1073" y="301"/>
                        <a:pt x="1053" y="291"/>
                      </a:cubicBezTo>
                      <a:cubicBezTo>
                        <a:pt x="773" y="421"/>
                        <a:pt x="662" y="502"/>
                        <a:pt x="632" y="843"/>
                      </a:cubicBezTo>
                      <a:cubicBezTo>
                        <a:pt x="566" y="722"/>
                        <a:pt x="460" y="667"/>
                        <a:pt x="362" y="667"/>
                      </a:cubicBezTo>
                      <a:cubicBezTo>
                        <a:pt x="222" y="667"/>
                        <a:pt x="97" y="779"/>
                        <a:pt x="121" y="973"/>
                      </a:cubicBezTo>
                      <a:cubicBezTo>
                        <a:pt x="91" y="943"/>
                        <a:pt x="60" y="913"/>
                        <a:pt x="40" y="883"/>
                      </a:cubicBezTo>
                      <a:cubicBezTo>
                        <a:pt x="40" y="943"/>
                        <a:pt x="0" y="1013"/>
                        <a:pt x="0" y="1103"/>
                      </a:cubicBezTo>
                      <a:cubicBezTo>
                        <a:pt x="20" y="1073"/>
                        <a:pt x="50" y="1043"/>
                        <a:pt x="80" y="1023"/>
                      </a:cubicBezTo>
                      <a:cubicBezTo>
                        <a:pt x="103" y="1012"/>
                        <a:pt x="122" y="1007"/>
                        <a:pt x="138" y="1007"/>
                      </a:cubicBezTo>
                      <a:cubicBezTo>
                        <a:pt x="208" y="1007"/>
                        <a:pt x="232" y="1093"/>
                        <a:pt x="321" y="1093"/>
                      </a:cubicBezTo>
                      <a:cubicBezTo>
                        <a:pt x="321" y="993"/>
                        <a:pt x="331" y="933"/>
                        <a:pt x="422" y="893"/>
                      </a:cubicBezTo>
                      <a:cubicBezTo>
                        <a:pt x="432" y="893"/>
                        <a:pt x="452" y="913"/>
                        <a:pt x="472" y="913"/>
                      </a:cubicBezTo>
                      <a:cubicBezTo>
                        <a:pt x="499" y="904"/>
                        <a:pt x="526" y="861"/>
                        <a:pt x="554" y="861"/>
                      </a:cubicBezTo>
                      <a:cubicBezTo>
                        <a:pt x="557" y="861"/>
                        <a:pt x="559" y="862"/>
                        <a:pt x="562" y="863"/>
                      </a:cubicBezTo>
                      <a:cubicBezTo>
                        <a:pt x="599" y="863"/>
                        <a:pt x="593" y="924"/>
                        <a:pt x="633" y="924"/>
                      </a:cubicBezTo>
                      <a:cubicBezTo>
                        <a:pt x="636" y="924"/>
                        <a:pt x="639" y="923"/>
                        <a:pt x="642" y="923"/>
                      </a:cubicBezTo>
                      <a:cubicBezTo>
                        <a:pt x="682" y="913"/>
                        <a:pt x="672" y="802"/>
                        <a:pt x="692" y="762"/>
                      </a:cubicBezTo>
                      <a:cubicBezTo>
                        <a:pt x="742" y="672"/>
                        <a:pt x="853" y="652"/>
                        <a:pt x="923" y="612"/>
                      </a:cubicBezTo>
                      <a:cubicBezTo>
                        <a:pt x="973" y="592"/>
                        <a:pt x="1003" y="542"/>
                        <a:pt x="1073" y="522"/>
                      </a:cubicBezTo>
                      <a:cubicBezTo>
                        <a:pt x="1174" y="502"/>
                        <a:pt x="1174" y="532"/>
                        <a:pt x="1244" y="421"/>
                      </a:cubicBezTo>
                      <a:cubicBezTo>
                        <a:pt x="1267" y="375"/>
                        <a:pt x="1255" y="328"/>
                        <a:pt x="1299" y="328"/>
                      </a:cubicBezTo>
                      <a:cubicBezTo>
                        <a:pt x="1312" y="328"/>
                        <a:pt x="1329" y="332"/>
                        <a:pt x="1354" y="341"/>
                      </a:cubicBezTo>
                      <a:cubicBezTo>
                        <a:pt x="1330" y="242"/>
                        <a:pt x="1386" y="157"/>
                        <a:pt x="1479" y="157"/>
                      </a:cubicBezTo>
                      <a:cubicBezTo>
                        <a:pt x="1499" y="157"/>
                        <a:pt x="1521" y="161"/>
                        <a:pt x="1545" y="171"/>
                      </a:cubicBezTo>
                      <a:cubicBezTo>
                        <a:pt x="1575" y="181"/>
                        <a:pt x="1595" y="221"/>
                        <a:pt x="1635" y="231"/>
                      </a:cubicBezTo>
                      <a:cubicBezTo>
                        <a:pt x="1639" y="233"/>
                        <a:pt x="1645" y="234"/>
                        <a:pt x="1652" y="234"/>
                      </a:cubicBezTo>
                      <a:cubicBezTo>
                        <a:pt x="1669" y="234"/>
                        <a:pt x="1695" y="228"/>
                        <a:pt x="1719" y="228"/>
                      </a:cubicBezTo>
                      <a:cubicBezTo>
                        <a:pt x="1728" y="228"/>
                        <a:pt x="1737" y="229"/>
                        <a:pt x="1746" y="231"/>
                      </a:cubicBezTo>
                      <a:lnTo>
                        <a:pt x="1736" y="191"/>
                      </a:lnTo>
                      <a:lnTo>
                        <a:pt x="1715" y="211"/>
                      </a:lnTo>
                      <a:cubicBezTo>
                        <a:pt x="1645" y="70"/>
                        <a:pt x="1675" y="171"/>
                        <a:pt x="1575" y="90"/>
                      </a:cubicBezTo>
                      <a:cubicBezTo>
                        <a:pt x="1565" y="70"/>
                        <a:pt x="1565" y="10"/>
                        <a:pt x="155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  <p:grpSp>
            <p:nvGrpSpPr>
              <p:cNvPr id="14353" name="Google Shape;14353;p50"/>
              <p:cNvGrpSpPr/>
              <p:nvPr/>
            </p:nvGrpSpPr>
            <p:grpSpPr>
              <a:xfrm rot="-575426">
                <a:off x="4977464" y="4241675"/>
                <a:ext cx="824216" cy="233743"/>
                <a:chOff x="2436564" y="2774658"/>
                <a:chExt cx="737475" cy="209143"/>
              </a:xfrm>
            </p:grpSpPr>
            <p:sp>
              <p:nvSpPr>
                <p:cNvPr id="14354" name="Google Shape;14354;p50"/>
                <p:cNvSpPr/>
                <p:nvPr/>
              </p:nvSpPr>
              <p:spPr>
                <a:xfrm>
                  <a:off x="2436564" y="2775028"/>
                  <a:ext cx="534606" cy="208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1" h="5206" extrusionOk="0">
                      <a:moveTo>
                        <a:pt x="2434" y="1"/>
                      </a:moveTo>
                      <a:cubicBezTo>
                        <a:pt x="2405" y="1"/>
                        <a:pt x="2376" y="4"/>
                        <a:pt x="2348" y="10"/>
                      </a:cubicBezTo>
                      <a:cubicBezTo>
                        <a:pt x="2057" y="60"/>
                        <a:pt x="2167" y="582"/>
                        <a:pt x="1976" y="812"/>
                      </a:cubicBezTo>
                      <a:cubicBezTo>
                        <a:pt x="1916" y="882"/>
                        <a:pt x="1836" y="933"/>
                        <a:pt x="1776" y="1003"/>
                      </a:cubicBezTo>
                      <a:cubicBezTo>
                        <a:pt x="1585" y="1234"/>
                        <a:pt x="1716" y="1565"/>
                        <a:pt x="1776" y="1855"/>
                      </a:cubicBezTo>
                      <a:cubicBezTo>
                        <a:pt x="1836" y="2176"/>
                        <a:pt x="1826" y="2688"/>
                        <a:pt x="1525" y="2808"/>
                      </a:cubicBezTo>
                      <a:cubicBezTo>
                        <a:pt x="1514" y="2813"/>
                        <a:pt x="1503" y="2815"/>
                        <a:pt x="1494" y="2815"/>
                      </a:cubicBezTo>
                      <a:cubicBezTo>
                        <a:pt x="1391" y="2815"/>
                        <a:pt x="1372" y="2586"/>
                        <a:pt x="1345" y="2467"/>
                      </a:cubicBezTo>
                      <a:cubicBezTo>
                        <a:pt x="1300" y="2164"/>
                        <a:pt x="1136" y="1575"/>
                        <a:pt x="896" y="1575"/>
                      </a:cubicBezTo>
                      <a:cubicBezTo>
                        <a:pt x="866" y="1575"/>
                        <a:pt x="835" y="1585"/>
                        <a:pt x="803" y="1605"/>
                      </a:cubicBezTo>
                      <a:cubicBezTo>
                        <a:pt x="729" y="1660"/>
                        <a:pt x="801" y="1880"/>
                        <a:pt x="732" y="1880"/>
                      </a:cubicBezTo>
                      <a:cubicBezTo>
                        <a:pt x="726" y="1880"/>
                        <a:pt x="720" y="1878"/>
                        <a:pt x="713" y="1875"/>
                      </a:cubicBezTo>
                      <a:cubicBezTo>
                        <a:pt x="562" y="1810"/>
                        <a:pt x="614" y="1409"/>
                        <a:pt x="481" y="1409"/>
                      </a:cubicBezTo>
                      <a:cubicBezTo>
                        <a:pt x="472" y="1409"/>
                        <a:pt x="462" y="1410"/>
                        <a:pt x="452" y="1414"/>
                      </a:cubicBezTo>
                      <a:cubicBezTo>
                        <a:pt x="101" y="1544"/>
                        <a:pt x="171" y="2066"/>
                        <a:pt x="91" y="2417"/>
                      </a:cubicBezTo>
                      <a:cubicBezTo>
                        <a:pt x="0" y="2818"/>
                        <a:pt x="121" y="3370"/>
                        <a:pt x="191" y="3771"/>
                      </a:cubicBezTo>
                      <a:cubicBezTo>
                        <a:pt x="221" y="3952"/>
                        <a:pt x="261" y="4132"/>
                        <a:pt x="372" y="4273"/>
                      </a:cubicBezTo>
                      <a:cubicBezTo>
                        <a:pt x="558" y="4505"/>
                        <a:pt x="864" y="4552"/>
                        <a:pt x="1174" y="4552"/>
                      </a:cubicBezTo>
                      <a:cubicBezTo>
                        <a:pt x="1265" y="4552"/>
                        <a:pt x="1356" y="4548"/>
                        <a:pt x="1445" y="4544"/>
                      </a:cubicBezTo>
                      <a:cubicBezTo>
                        <a:pt x="1561" y="4539"/>
                        <a:pt x="1678" y="4536"/>
                        <a:pt x="1795" y="4536"/>
                      </a:cubicBezTo>
                      <a:cubicBezTo>
                        <a:pt x="2613" y="4536"/>
                        <a:pt x="3432" y="4659"/>
                        <a:pt x="4213" y="4905"/>
                      </a:cubicBezTo>
                      <a:cubicBezTo>
                        <a:pt x="4645" y="5035"/>
                        <a:pt x="5066" y="5206"/>
                        <a:pt x="5507" y="5206"/>
                      </a:cubicBezTo>
                      <a:cubicBezTo>
                        <a:pt x="5828" y="5206"/>
                        <a:pt x="6149" y="5105"/>
                        <a:pt x="6460" y="5025"/>
                      </a:cubicBezTo>
                      <a:cubicBezTo>
                        <a:pt x="7566" y="4728"/>
                        <a:pt x="8715" y="4502"/>
                        <a:pt x="9854" y="4502"/>
                      </a:cubicBezTo>
                      <a:cubicBezTo>
                        <a:pt x="10368" y="4502"/>
                        <a:pt x="10880" y="4548"/>
                        <a:pt x="11385" y="4654"/>
                      </a:cubicBezTo>
                      <a:cubicBezTo>
                        <a:pt x="11686" y="4717"/>
                        <a:pt x="11993" y="4806"/>
                        <a:pt x="12301" y="4806"/>
                      </a:cubicBezTo>
                      <a:cubicBezTo>
                        <a:pt x="12383" y="4806"/>
                        <a:pt x="12466" y="4799"/>
                        <a:pt x="12549" y="4784"/>
                      </a:cubicBezTo>
                      <a:cubicBezTo>
                        <a:pt x="12940" y="4724"/>
                        <a:pt x="13331" y="4403"/>
                        <a:pt x="13321" y="3992"/>
                      </a:cubicBezTo>
                      <a:cubicBezTo>
                        <a:pt x="13311" y="3711"/>
                        <a:pt x="13120" y="3470"/>
                        <a:pt x="12960" y="3230"/>
                      </a:cubicBezTo>
                      <a:cubicBezTo>
                        <a:pt x="12809" y="2989"/>
                        <a:pt x="12900" y="2708"/>
                        <a:pt x="12850" y="2427"/>
                      </a:cubicBezTo>
                      <a:cubicBezTo>
                        <a:pt x="12789" y="2046"/>
                        <a:pt x="12739" y="1635"/>
                        <a:pt x="12438" y="1384"/>
                      </a:cubicBezTo>
                      <a:cubicBezTo>
                        <a:pt x="12338" y="1304"/>
                        <a:pt x="12188" y="1354"/>
                        <a:pt x="12097" y="1254"/>
                      </a:cubicBezTo>
                      <a:cubicBezTo>
                        <a:pt x="12007" y="1153"/>
                        <a:pt x="11937" y="1043"/>
                        <a:pt x="11816" y="983"/>
                      </a:cubicBezTo>
                      <a:cubicBezTo>
                        <a:pt x="11798" y="975"/>
                        <a:pt x="11780" y="972"/>
                        <a:pt x="11764" y="972"/>
                      </a:cubicBezTo>
                      <a:cubicBezTo>
                        <a:pt x="11676" y="972"/>
                        <a:pt x="11617" y="1072"/>
                        <a:pt x="11515" y="1123"/>
                      </a:cubicBezTo>
                      <a:cubicBezTo>
                        <a:pt x="11508" y="1128"/>
                        <a:pt x="11501" y="1130"/>
                        <a:pt x="11494" y="1130"/>
                      </a:cubicBezTo>
                      <a:cubicBezTo>
                        <a:pt x="11429" y="1130"/>
                        <a:pt x="11371" y="966"/>
                        <a:pt x="11307" y="966"/>
                      </a:cubicBezTo>
                      <a:cubicBezTo>
                        <a:pt x="11299" y="966"/>
                        <a:pt x="11292" y="968"/>
                        <a:pt x="11285" y="973"/>
                      </a:cubicBezTo>
                      <a:cubicBezTo>
                        <a:pt x="11154" y="1063"/>
                        <a:pt x="11184" y="1294"/>
                        <a:pt x="11044" y="1314"/>
                      </a:cubicBezTo>
                      <a:cubicBezTo>
                        <a:pt x="11036" y="1315"/>
                        <a:pt x="11029" y="1315"/>
                        <a:pt x="11021" y="1315"/>
                      </a:cubicBezTo>
                      <a:cubicBezTo>
                        <a:pt x="10887" y="1315"/>
                        <a:pt x="10827" y="1149"/>
                        <a:pt x="10713" y="1063"/>
                      </a:cubicBezTo>
                      <a:cubicBezTo>
                        <a:pt x="10708" y="1061"/>
                        <a:pt x="10704" y="1060"/>
                        <a:pt x="10699" y="1060"/>
                      </a:cubicBezTo>
                      <a:cubicBezTo>
                        <a:pt x="10661" y="1060"/>
                        <a:pt x="10619" y="1113"/>
                        <a:pt x="10585" y="1113"/>
                      </a:cubicBezTo>
                      <a:cubicBezTo>
                        <a:pt x="10577" y="1113"/>
                        <a:pt x="10569" y="1110"/>
                        <a:pt x="10563" y="1103"/>
                      </a:cubicBezTo>
                      <a:cubicBezTo>
                        <a:pt x="10502" y="1063"/>
                        <a:pt x="10603" y="933"/>
                        <a:pt x="10543" y="893"/>
                      </a:cubicBezTo>
                      <a:cubicBezTo>
                        <a:pt x="10511" y="868"/>
                        <a:pt x="10479" y="857"/>
                        <a:pt x="10448" y="857"/>
                      </a:cubicBezTo>
                      <a:cubicBezTo>
                        <a:pt x="10249" y="857"/>
                        <a:pt x="10064" y="1303"/>
                        <a:pt x="10081" y="1555"/>
                      </a:cubicBezTo>
                      <a:cubicBezTo>
                        <a:pt x="10091" y="1735"/>
                        <a:pt x="10171" y="1906"/>
                        <a:pt x="10161" y="2076"/>
                      </a:cubicBezTo>
                      <a:cubicBezTo>
                        <a:pt x="10154" y="2217"/>
                        <a:pt x="9999" y="2407"/>
                        <a:pt x="9893" y="2407"/>
                      </a:cubicBezTo>
                      <a:cubicBezTo>
                        <a:pt x="9864" y="2407"/>
                        <a:pt x="9838" y="2392"/>
                        <a:pt x="9820" y="2357"/>
                      </a:cubicBezTo>
                      <a:cubicBezTo>
                        <a:pt x="9650" y="2026"/>
                        <a:pt x="9921" y="1524"/>
                        <a:pt x="9650" y="1264"/>
                      </a:cubicBezTo>
                      <a:cubicBezTo>
                        <a:pt x="9642" y="1257"/>
                        <a:pt x="9635" y="1254"/>
                        <a:pt x="9628" y="1254"/>
                      </a:cubicBezTo>
                      <a:cubicBezTo>
                        <a:pt x="9567" y="1254"/>
                        <a:pt x="9542" y="1505"/>
                        <a:pt x="9458" y="1505"/>
                      </a:cubicBezTo>
                      <a:cubicBezTo>
                        <a:pt x="9455" y="1505"/>
                        <a:pt x="9452" y="1505"/>
                        <a:pt x="9449" y="1504"/>
                      </a:cubicBezTo>
                      <a:cubicBezTo>
                        <a:pt x="9259" y="1474"/>
                        <a:pt x="9509" y="1113"/>
                        <a:pt x="9479" y="923"/>
                      </a:cubicBezTo>
                      <a:cubicBezTo>
                        <a:pt x="9474" y="900"/>
                        <a:pt x="9462" y="890"/>
                        <a:pt x="9446" y="890"/>
                      </a:cubicBezTo>
                      <a:cubicBezTo>
                        <a:pt x="9400" y="890"/>
                        <a:pt x="9321" y="973"/>
                        <a:pt x="9299" y="1033"/>
                      </a:cubicBezTo>
                      <a:cubicBezTo>
                        <a:pt x="9208" y="1304"/>
                        <a:pt x="9128" y="1565"/>
                        <a:pt x="9048" y="1825"/>
                      </a:cubicBezTo>
                      <a:cubicBezTo>
                        <a:pt x="9018" y="1916"/>
                        <a:pt x="8988" y="2006"/>
                        <a:pt x="8998" y="2106"/>
                      </a:cubicBezTo>
                      <a:cubicBezTo>
                        <a:pt x="9008" y="2186"/>
                        <a:pt x="9048" y="2257"/>
                        <a:pt x="9058" y="2337"/>
                      </a:cubicBezTo>
                      <a:cubicBezTo>
                        <a:pt x="9090" y="2523"/>
                        <a:pt x="8881" y="2801"/>
                        <a:pt x="8730" y="2801"/>
                      </a:cubicBezTo>
                      <a:cubicBezTo>
                        <a:pt x="8694" y="2801"/>
                        <a:pt x="8662" y="2785"/>
                        <a:pt x="8637" y="2748"/>
                      </a:cubicBezTo>
                      <a:cubicBezTo>
                        <a:pt x="8466" y="2497"/>
                        <a:pt x="8346" y="2257"/>
                        <a:pt x="8276" y="1956"/>
                      </a:cubicBezTo>
                      <a:cubicBezTo>
                        <a:pt x="8235" y="1755"/>
                        <a:pt x="8486" y="1444"/>
                        <a:pt x="8296" y="1374"/>
                      </a:cubicBezTo>
                      <a:cubicBezTo>
                        <a:pt x="8284" y="1368"/>
                        <a:pt x="8271" y="1366"/>
                        <a:pt x="8258" y="1366"/>
                      </a:cubicBezTo>
                      <a:cubicBezTo>
                        <a:pt x="8180" y="1366"/>
                        <a:pt x="8073" y="1448"/>
                        <a:pt x="8006" y="1448"/>
                      </a:cubicBezTo>
                      <a:cubicBezTo>
                        <a:pt x="7984" y="1448"/>
                        <a:pt x="7966" y="1439"/>
                        <a:pt x="7955" y="1414"/>
                      </a:cubicBezTo>
                      <a:cubicBezTo>
                        <a:pt x="7884" y="1244"/>
                        <a:pt x="8266" y="1053"/>
                        <a:pt x="8165" y="903"/>
                      </a:cubicBezTo>
                      <a:cubicBezTo>
                        <a:pt x="8123" y="839"/>
                        <a:pt x="8040" y="805"/>
                        <a:pt x="7963" y="805"/>
                      </a:cubicBezTo>
                      <a:cubicBezTo>
                        <a:pt x="7931" y="805"/>
                        <a:pt x="7901" y="811"/>
                        <a:pt x="7874" y="822"/>
                      </a:cubicBezTo>
                      <a:cubicBezTo>
                        <a:pt x="7814" y="842"/>
                        <a:pt x="7834" y="963"/>
                        <a:pt x="7774" y="993"/>
                      </a:cubicBezTo>
                      <a:cubicBezTo>
                        <a:pt x="7767" y="996"/>
                        <a:pt x="7759" y="998"/>
                        <a:pt x="7752" y="998"/>
                      </a:cubicBezTo>
                      <a:cubicBezTo>
                        <a:pt x="7702" y="998"/>
                        <a:pt x="7648" y="930"/>
                        <a:pt x="7599" y="930"/>
                      </a:cubicBezTo>
                      <a:cubicBezTo>
                        <a:pt x="7594" y="930"/>
                        <a:pt x="7589" y="931"/>
                        <a:pt x="7584" y="933"/>
                      </a:cubicBezTo>
                      <a:cubicBezTo>
                        <a:pt x="7463" y="993"/>
                        <a:pt x="7513" y="1213"/>
                        <a:pt x="7423" y="1314"/>
                      </a:cubicBezTo>
                      <a:cubicBezTo>
                        <a:pt x="7303" y="1464"/>
                        <a:pt x="7293" y="1655"/>
                        <a:pt x="7162" y="1785"/>
                      </a:cubicBezTo>
                      <a:cubicBezTo>
                        <a:pt x="7152" y="1797"/>
                        <a:pt x="7140" y="1802"/>
                        <a:pt x="7126" y="1802"/>
                      </a:cubicBezTo>
                      <a:cubicBezTo>
                        <a:pt x="7082" y="1802"/>
                        <a:pt x="7023" y="1759"/>
                        <a:pt x="6983" y="1759"/>
                      </a:cubicBezTo>
                      <a:cubicBezTo>
                        <a:pt x="6970" y="1759"/>
                        <a:pt x="6959" y="1763"/>
                        <a:pt x="6952" y="1775"/>
                      </a:cubicBezTo>
                      <a:cubicBezTo>
                        <a:pt x="6811" y="1956"/>
                        <a:pt x="7303" y="2397"/>
                        <a:pt x="7082" y="2447"/>
                      </a:cubicBezTo>
                      <a:cubicBezTo>
                        <a:pt x="7081" y="2447"/>
                        <a:pt x="7079" y="2448"/>
                        <a:pt x="7078" y="2448"/>
                      </a:cubicBezTo>
                      <a:cubicBezTo>
                        <a:pt x="7025" y="2448"/>
                        <a:pt x="7081" y="2257"/>
                        <a:pt x="7022" y="2257"/>
                      </a:cubicBezTo>
                      <a:cubicBezTo>
                        <a:pt x="6791" y="2277"/>
                        <a:pt x="7072" y="2959"/>
                        <a:pt x="6841" y="2959"/>
                      </a:cubicBezTo>
                      <a:cubicBezTo>
                        <a:pt x="6420" y="2949"/>
                        <a:pt x="6560" y="2146"/>
                        <a:pt x="6300" y="1815"/>
                      </a:cubicBezTo>
                      <a:cubicBezTo>
                        <a:pt x="6229" y="1725"/>
                        <a:pt x="6159" y="1645"/>
                        <a:pt x="6109" y="1555"/>
                      </a:cubicBezTo>
                      <a:cubicBezTo>
                        <a:pt x="5938" y="1274"/>
                        <a:pt x="6229" y="722"/>
                        <a:pt x="5928" y="592"/>
                      </a:cubicBezTo>
                      <a:cubicBezTo>
                        <a:pt x="5917" y="586"/>
                        <a:pt x="5906" y="584"/>
                        <a:pt x="5895" y="584"/>
                      </a:cubicBezTo>
                      <a:cubicBezTo>
                        <a:pt x="5759" y="584"/>
                        <a:pt x="5687" y="1001"/>
                        <a:pt x="5550" y="1001"/>
                      </a:cubicBezTo>
                      <a:cubicBezTo>
                        <a:pt x="5540" y="1001"/>
                        <a:pt x="5529" y="998"/>
                        <a:pt x="5517" y="993"/>
                      </a:cubicBezTo>
                      <a:cubicBezTo>
                        <a:pt x="5417" y="943"/>
                        <a:pt x="5628" y="682"/>
                        <a:pt x="5517" y="652"/>
                      </a:cubicBezTo>
                      <a:cubicBezTo>
                        <a:pt x="5509" y="650"/>
                        <a:pt x="5502" y="649"/>
                        <a:pt x="5495" y="649"/>
                      </a:cubicBezTo>
                      <a:cubicBezTo>
                        <a:pt x="5349" y="649"/>
                        <a:pt x="5479" y="1145"/>
                        <a:pt x="5307" y="1183"/>
                      </a:cubicBezTo>
                      <a:cubicBezTo>
                        <a:pt x="5303" y="1184"/>
                        <a:pt x="5300" y="1184"/>
                        <a:pt x="5297" y="1184"/>
                      </a:cubicBezTo>
                      <a:cubicBezTo>
                        <a:pt x="5200" y="1184"/>
                        <a:pt x="5253" y="892"/>
                        <a:pt x="5146" y="862"/>
                      </a:cubicBezTo>
                      <a:cubicBezTo>
                        <a:pt x="5142" y="862"/>
                        <a:pt x="5139" y="861"/>
                        <a:pt x="5135" y="861"/>
                      </a:cubicBezTo>
                      <a:cubicBezTo>
                        <a:pt x="5066" y="861"/>
                        <a:pt x="5043" y="1043"/>
                        <a:pt x="4971" y="1043"/>
                      </a:cubicBezTo>
                      <a:cubicBezTo>
                        <a:pt x="4969" y="1043"/>
                        <a:pt x="4967" y="1043"/>
                        <a:pt x="4966" y="1043"/>
                      </a:cubicBezTo>
                      <a:cubicBezTo>
                        <a:pt x="4765" y="1023"/>
                        <a:pt x="4986" y="551"/>
                        <a:pt x="4815" y="451"/>
                      </a:cubicBezTo>
                      <a:cubicBezTo>
                        <a:pt x="4805" y="446"/>
                        <a:pt x="4796" y="444"/>
                        <a:pt x="4788" y="444"/>
                      </a:cubicBezTo>
                      <a:cubicBezTo>
                        <a:pt x="4685" y="444"/>
                        <a:pt x="4656" y="794"/>
                        <a:pt x="4529" y="794"/>
                      </a:cubicBezTo>
                      <a:cubicBezTo>
                        <a:pt x="4524" y="794"/>
                        <a:pt x="4519" y="793"/>
                        <a:pt x="4514" y="792"/>
                      </a:cubicBezTo>
                      <a:cubicBezTo>
                        <a:pt x="4354" y="762"/>
                        <a:pt x="4564" y="321"/>
                        <a:pt x="4404" y="301"/>
                      </a:cubicBezTo>
                      <a:cubicBezTo>
                        <a:pt x="4391" y="299"/>
                        <a:pt x="4379" y="298"/>
                        <a:pt x="4367" y="298"/>
                      </a:cubicBezTo>
                      <a:cubicBezTo>
                        <a:pt x="4058" y="298"/>
                        <a:pt x="3990" y="905"/>
                        <a:pt x="3932" y="1234"/>
                      </a:cubicBezTo>
                      <a:cubicBezTo>
                        <a:pt x="3902" y="1414"/>
                        <a:pt x="4093" y="1705"/>
                        <a:pt x="3922" y="1795"/>
                      </a:cubicBezTo>
                      <a:cubicBezTo>
                        <a:pt x="3913" y="1800"/>
                        <a:pt x="3904" y="1802"/>
                        <a:pt x="3895" y="1802"/>
                      </a:cubicBezTo>
                      <a:cubicBezTo>
                        <a:pt x="3812" y="1802"/>
                        <a:pt x="3710" y="1649"/>
                        <a:pt x="3637" y="1649"/>
                      </a:cubicBezTo>
                      <a:cubicBezTo>
                        <a:pt x="3624" y="1649"/>
                        <a:pt x="3612" y="1654"/>
                        <a:pt x="3601" y="1665"/>
                      </a:cubicBezTo>
                      <a:cubicBezTo>
                        <a:pt x="3511" y="1755"/>
                        <a:pt x="3652" y="1926"/>
                        <a:pt x="3652" y="2056"/>
                      </a:cubicBezTo>
                      <a:cubicBezTo>
                        <a:pt x="3642" y="2195"/>
                        <a:pt x="3495" y="2309"/>
                        <a:pt x="3362" y="2309"/>
                      </a:cubicBezTo>
                      <a:cubicBezTo>
                        <a:pt x="3351" y="2309"/>
                        <a:pt x="3341" y="2308"/>
                        <a:pt x="3331" y="2307"/>
                      </a:cubicBezTo>
                      <a:cubicBezTo>
                        <a:pt x="3240" y="2287"/>
                        <a:pt x="3240" y="2166"/>
                        <a:pt x="3220" y="2076"/>
                      </a:cubicBezTo>
                      <a:cubicBezTo>
                        <a:pt x="3206" y="2039"/>
                        <a:pt x="3149" y="2030"/>
                        <a:pt x="3100" y="2030"/>
                      </a:cubicBezTo>
                      <a:lnTo>
                        <a:pt x="3100" y="2030"/>
                      </a:lnTo>
                      <a:cubicBezTo>
                        <a:pt x="3422" y="1949"/>
                        <a:pt x="2909" y="1137"/>
                        <a:pt x="2689" y="792"/>
                      </a:cubicBezTo>
                      <a:cubicBezTo>
                        <a:pt x="2659" y="732"/>
                        <a:pt x="2618" y="682"/>
                        <a:pt x="2618" y="622"/>
                      </a:cubicBezTo>
                      <a:cubicBezTo>
                        <a:pt x="2598" y="431"/>
                        <a:pt x="2909" y="220"/>
                        <a:pt x="2769" y="110"/>
                      </a:cubicBezTo>
                      <a:cubicBezTo>
                        <a:pt x="2673" y="46"/>
                        <a:pt x="2551" y="1"/>
                        <a:pt x="243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55" name="Google Shape;14355;p50"/>
                <p:cNvSpPr/>
                <p:nvPr/>
              </p:nvSpPr>
              <p:spPr>
                <a:xfrm rot="-293525">
                  <a:off x="2946011" y="2783857"/>
                  <a:ext cx="222094" cy="1486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8" h="3707" extrusionOk="0">
                      <a:moveTo>
                        <a:pt x="635" y="0"/>
                      </a:moveTo>
                      <a:cubicBezTo>
                        <a:pt x="628" y="0"/>
                        <a:pt x="620" y="1"/>
                        <a:pt x="613" y="2"/>
                      </a:cubicBezTo>
                      <a:cubicBezTo>
                        <a:pt x="522" y="12"/>
                        <a:pt x="492" y="122"/>
                        <a:pt x="492" y="213"/>
                      </a:cubicBezTo>
                      <a:cubicBezTo>
                        <a:pt x="472" y="564"/>
                        <a:pt x="452" y="915"/>
                        <a:pt x="422" y="1266"/>
                      </a:cubicBezTo>
                      <a:cubicBezTo>
                        <a:pt x="392" y="1577"/>
                        <a:pt x="272" y="1687"/>
                        <a:pt x="141" y="1928"/>
                      </a:cubicBezTo>
                      <a:cubicBezTo>
                        <a:pt x="1" y="2169"/>
                        <a:pt x="41" y="2500"/>
                        <a:pt x="51" y="2770"/>
                      </a:cubicBezTo>
                      <a:cubicBezTo>
                        <a:pt x="61" y="3041"/>
                        <a:pt x="111" y="3352"/>
                        <a:pt x="342" y="3472"/>
                      </a:cubicBezTo>
                      <a:cubicBezTo>
                        <a:pt x="414" y="3512"/>
                        <a:pt x="491" y="3527"/>
                        <a:pt x="571" y="3527"/>
                      </a:cubicBezTo>
                      <a:cubicBezTo>
                        <a:pt x="733" y="3527"/>
                        <a:pt x="906" y="3466"/>
                        <a:pt x="1074" y="3432"/>
                      </a:cubicBezTo>
                      <a:cubicBezTo>
                        <a:pt x="1155" y="3417"/>
                        <a:pt x="1238" y="3411"/>
                        <a:pt x="1322" y="3411"/>
                      </a:cubicBezTo>
                      <a:cubicBezTo>
                        <a:pt x="1518" y="3411"/>
                        <a:pt x="1720" y="3444"/>
                        <a:pt x="1917" y="3472"/>
                      </a:cubicBezTo>
                      <a:cubicBezTo>
                        <a:pt x="2952" y="3633"/>
                        <a:pt x="4004" y="3707"/>
                        <a:pt x="5058" y="3707"/>
                      </a:cubicBezTo>
                      <a:cubicBezTo>
                        <a:pt x="5188" y="3707"/>
                        <a:pt x="5317" y="3705"/>
                        <a:pt x="5447" y="3703"/>
                      </a:cubicBezTo>
                      <a:lnTo>
                        <a:pt x="5538" y="2359"/>
                      </a:lnTo>
                      <a:cubicBezTo>
                        <a:pt x="5451" y="2330"/>
                        <a:pt x="5355" y="1996"/>
                        <a:pt x="5268" y="1996"/>
                      </a:cubicBezTo>
                      <a:cubicBezTo>
                        <a:pt x="5264" y="1996"/>
                        <a:pt x="5260" y="1997"/>
                        <a:pt x="5257" y="1998"/>
                      </a:cubicBezTo>
                      <a:cubicBezTo>
                        <a:pt x="5249" y="2000"/>
                        <a:pt x="5242" y="2002"/>
                        <a:pt x="5234" y="2002"/>
                      </a:cubicBezTo>
                      <a:cubicBezTo>
                        <a:pt x="5164" y="2002"/>
                        <a:pt x="5079" y="1916"/>
                        <a:pt x="5023" y="1916"/>
                      </a:cubicBezTo>
                      <a:cubicBezTo>
                        <a:pt x="5008" y="1916"/>
                        <a:pt x="4996" y="1922"/>
                        <a:pt x="4986" y="1938"/>
                      </a:cubicBezTo>
                      <a:cubicBezTo>
                        <a:pt x="4943" y="2006"/>
                        <a:pt x="4871" y="2075"/>
                        <a:pt x="4801" y="2075"/>
                      </a:cubicBezTo>
                      <a:cubicBezTo>
                        <a:pt x="4789" y="2075"/>
                        <a:pt x="4777" y="2073"/>
                        <a:pt x="4765" y="2068"/>
                      </a:cubicBezTo>
                      <a:cubicBezTo>
                        <a:pt x="4666" y="2032"/>
                        <a:pt x="4632" y="1819"/>
                        <a:pt x="4561" y="1819"/>
                      </a:cubicBezTo>
                      <a:cubicBezTo>
                        <a:pt x="4553" y="1819"/>
                        <a:pt x="4544" y="1821"/>
                        <a:pt x="4535" y="1827"/>
                      </a:cubicBezTo>
                      <a:cubicBezTo>
                        <a:pt x="4474" y="1864"/>
                        <a:pt x="4409" y="1897"/>
                        <a:pt x="4354" y="1897"/>
                      </a:cubicBezTo>
                      <a:cubicBezTo>
                        <a:pt x="4319" y="1897"/>
                        <a:pt x="4287" y="1883"/>
                        <a:pt x="4264" y="1848"/>
                      </a:cubicBezTo>
                      <a:cubicBezTo>
                        <a:pt x="4194" y="1757"/>
                        <a:pt x="4254" y="1627"/>
                        <a:pt x="4234" y="1507"/>
                      </a:cubicBezTo>
                      <a:cubicBezTo>
                        <a:pt x="4204" y="1326"/>
                        <a:pt x="4093" y="1045"/>
                        <a:pt x="3913" y="1045"/>
                      </a:cubicBezTo>
                      <a:cubicBezTo>
                        <a:pt x="3742" y="1055"/>
                        <a:pt x="3562" y="1226"/>
                        <a:pt x="3532" y="1406"/>
                      </a:cubicBezTo>
                      <a:cubicBezTo>
                        <a:pt x="3501" y="1627"/>
                        <a:pt x="3742" y="1878"/>
                        <a:pt x="3572" y="2028"/>
                      </a:cubicBezTo>
                      <a:cubicBezTo>
                        <a:pt x="3554" y="2046"/>
                        <a:pt x="3535" y="2053"/>
                        <a:pt x="3515" y="2053"/>
                      </a:cubicBezTo>
                      <a:cubicBezTo>
                        <a:pt x="3432" y="2053"/>
                        <a:pt x="3341" y="1922"/>
                        <a:pt x="3341" y="1817"/>
                      </a:cubicBezTo>
                      <a:cubicBezTo>
                        <a:pt x="3331" y="1687"/>
                        <a:pt x="3381" y="1557"/>
                        <a:pt x="3341" y="1426"/>
                      </a:cubicBezTo>
                      <a:cubicBezTo>
                        <a:pt x="3331" y="1366"/>
                        <a:pt x="3291" y="1316"/>
                        <a:pt x="3281" y="1256"/>
                      </a:cubicBezTo>
                      <a:cubicBezTo>
                        <a:pt x="3261" y="1176"/>
                        <a:pt x="3291" y="1105"/>
                        <a:pt x="3301" y="1025"/>
                      </a:cubicBezTo>
                      <a:cubicBezTo>
                        <a:pt x="3301" y="945"/>
                        <a:pt x="3281" y="824"/>
                        <a:pt x="3211" y="824"/>
                      </a:cubicBezTo>
                      <a:cubicBezTo>
                        <a:pt x="3204" y="825"/>
                        <a:pt x="3198" y="825"/>
                        <a:pt x="3192" y="825"/>
                      </a:cubicBezTo>
                      <a:cubicBezTo>
                        <a:pt x="3128" y="825"/>
                        <a:pt x="3065" y="792"/>
                        <a:pt x="3006" y="792"/>
                      </a:cubicBezTo>
                      <a:cubicBezTo>
                        <a:pt x="2987" y="792"/>
                        <a:pt x="2968" y="795"/>
                        <a:pt x="2950" y="804"/>
                      </a:cubicBezTo>
                      <a:cubicBezTo>
                        <a:pt x="2881" y="827"/>
                        <a:pt x="2823" y="898"/>
                        <a:pt x="2769" y="898"/>
                      </a:cubicBezTo>
                      <a:cubicBezTo>
                        <a:pt x="2752" y="898"/>
                        <a:pt x="2736" y="891"/>
                        <a:pt x="2719" y="875"/>
                      </a:cubicBezTo>
                      <a:cubicBezTo>
                        <a:pt x="2689" y="855"/>
                        <a:pt x="2669" y="814"/>
                        <a:pt x="2629" y="804"/>
                      </a:cubicBezTo>
                      <a:cubicBezTo>
                        <a:pt x="2623" y="802"/>
                        <a:pt x="2617" y="800"/>
                        <a:pt x="2611" y="800"/>
                      </a:cubicBezTo>
                      <a:cubicBezTo>
                        <a:pt x="2593" y="800"/>
                        <a:pt x="2571" y="810"/>
                        <a:pt x="2549" y="824"/>
                      </a:cubicBezTo>
                      <a:cubicBezTo>
                        <a:pt x="2448" y="875"/>
                        <a:pt x="2298" y="865"/>
                        <a:pt x="2238" y="965"/>
                      </a:cubicBezTo>
                      <a:cubicBezTo>
                        <a:pt x="2107" y="1206"/>
                        <a:pt x="2298" y="1496"/>
                        <a:pt x="2328" y="1767"/>
                      </a:cubicBezTo>
                      <a:cubicBezTo>
                        <a:pt x="2338" y="1888"/>
                        <a:pt x="2348" y="2018"/>
                        <a:pt x="2288" y="2118"/>
                      </a:cubicBezTo>
                      <a:cubicBezTo>
                        <a:pt x="2252" y="2183"/>
                        <a:pt x="2179" y="2224"/>
                        <a:pt x="2112" y="2224"/>
                      </a:cubicBezTo>
                      <a:cubicBezTo>
                        <a:pt x="2065" y="2224"/>
                        <a:pt x="2022" y="2204"/>
                        <a:pt x="1997" y="2158"/>
                      </a:cubicBezTo>
                      <a:cubicBezTo>
                        <a:pt x="1967" y="2118"/>
                        <a:pt x="1967" y="2058"/>
                        <a:pt x="1957" y="2008"/>
                      </a:cubicBezTo>
                      <a:cubicBezTo>
                        <a:pt x="1937" y="1848"/>
                        <a:pt x="1846" y="1697"/>
                        <a:pt x="1796" y="1547"/>
                      </a:cubicBezTo>
                      <a:cubicBezTo>
                        <a:pt x="1746" y="1396"/>
                        <a:pt x="1897" y="1256"/>
                        <a:pt x="1866" y="1095"/>
                      </a:cubicBezTo>
                      <a:cubicBezTo>
                        <a:pt x="1836" y="955"/>
                        <a:pt x="1796" y="844"/>
                        <a:pt x="1686" y="764"/>
                      </a:cubicBezTo>
                      <a:cubicBezTo>
                        <a:pt x="1670" y="750"/>
                        <a:pt x="1651" y="744"/>
                        <a:pt x="1629" y="744"/>
                      </a:cubicBezTo>
                      <a:cubicBezTo>
                        <a:pt x="1545" y="744"/>
                        <a:pt x="1429" y="833"/>
                        <a:pt x="1354" y="833"/>
                      </a:cubicBezTo>
                      <a:cubicBezTo>
                        <a:pt x="1328" y="833"/>
                        <a:pt x="1308" y="822"/>
                        <a:pt x="1295" y="794"/>
                      </a:cubicBezTo>
                      <a:cubicBezTo>
                        <a:pt x="1247" y="699"/>
                        <a:pt x="1308" y="522"/>
                        <a:pt x="1220" y="522"/>
                      </a:cubicBezTo>
                      <a:cubicBezTo>
                        <a:pt x="1215" y="522"/>
                        <a:pt x="1210" y="523"/>
                        <a:pt x="1204" y="524"/>
                      </a:cubicBezTo>
                      <a:cubicBezTo>
                        <a:pt x="1164" y="534"/>
                        <a:pt x="1134" y="564"/>
                        <a:pt x="1094" y="584"/>
                      </a:cubicBezTo>
                      <a:cubicBezTo>
                        <a:pt x="1078" y="589"/>
                        <a:pt x="1064" y="592"/>
                        <a:pt x="1049" y="592"/>
                      </a:cubicBezTo>
                      <a:cubicBezTo>
                        <a:pt x="937" y="592"/>
                        <a:pt x="871" y="427"/>
                        <a:pt x="853" y="293"/>
                      </a:cubicBezTo>
                      <a:cubicBezTo>
                        <a:pt x="834" y="160"/>
                        <a:pt x="762" y="0"/>
                        <a:pt x="63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56" name="Google Shape;14356;p50"/>
                <p:cNvSpPr/>
                <p:nvPr/>
              </p:nvSpPr>
              <p:spPr>
                <a:xfrm>
                  <a:off x="2530687" y="2788623"/>
                  <a:ext cx="200352" cy="148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3707" extrusionOk="0">
                      <a:moveTo>
                        <a:pt x="582" y="0"/>
                      </a:moveTo>
                      <a:cubicBezTo>
                        <a:pt x="575" y="0"/>
                        <a:pt x="569" y="1"/>
                        <a:pt x="562" y="2"/>
                      </a:cubicBezTo>
                      <a:cubicBezTo>
                        <a:pt x="482" y="12"/>
                        <a:pt x="442" y="122"/>
                        <a:pt x="442" y="212"/>
                      </a:cubicBezTo>
                      <a:cubicBezTo>
                        <a:pt x="432" y="564"/>
                        <a:pt x="402" y="915"/>
                        <a:pt x="382" y="1266"/>
                      </a:cubicBezTo>
                      <a:cubicBezTo>
                        <a:pt x="352" y="1577"/>
                        <a:pt x="241" y="1687"/>
                        <a:pt x="121" y="1928"/>
                      </a:cubicBezTo>
                      <a:cubicBezTo>
                        <a:pt x="1" y="2168"/>
                        <a:pt x="31" y="2499"/>
                        <a:pt x="41" y="2770"/>
                      </a:cubicBezTo>
                      <a:cubicBezTo>
                        <a:pt x="51" y="3041"/>
                        <a:pt x="101" y="3352"/>
                        <a:pt x="312" y="3472"/>
                      </a:cubicBezTo>
                      <a:cubicBezTo>
                        <a:pt x="378" y="3512"/>
                        <a:pt x="448" y="3527"/>
                        <a:pt x="521" y="3527"/>
                      </a:cubicBezTo>
                      <a:cubicBezTo>
                        <a:pt x="668" y="3527"/>
                        <a:pt x="825" y="3466"/>
                        <a:pt x="974" y="3432"/>
                      </a:cubicBezTo>
                      <a:cubicBezTo>
                        <a:pt x="1052" y="3417"/>
                        <a:pt x="1130" y="3411"/>
                        <a:pt x="1207" y="3411"/>
                      </a:cubicBezTo>
                      <a:cubicBezTo>
                        <a:pt x="1390" y="3411"/>
                        <a:pt x="1570" y="3444"/>
                        <a:pt x="1746" y="3472"/>
                      </a:cubicBezTo>
                      <a:cubicBezTo>
                        <a:pt x="2701" y="3633"/>
                        <a:pt x="3673" y="3706"/>
                        <a:pt x="4639" y="3706"/>
                      </a:cubicBezTo>
                      <a:cubicBezTo>
                        <a:pt x="4758" y="3706"/>
                        <a:pt x="4877" y="3705"/>
                        <a:pt x="4996" y="3703"/>
                      </a:cubicBezTo>
                      <a:lnTo>
                        <a:pt x="4996" y="2098"/>
                      </a:lnTo>
                      <a:cubicBezTo>
                        <a:pt x="4919" y="2069"/>
                        <a:pt x="4823" y="1735"/>
                        <a:pt x="4745" y="1735"/>
                      </a:cubicBezTo>
                      <a:cubicBezTo>
                        <a:pt x="4741" y="1735"/>
                        <a:pt x="4738" y="1736"/>
                        <a:pt x="4735" y="1737"/>
                      </a:cubicBezTo>
                      <a:cubicBezTo>
                        <a:pt x="4655" y="1767"/>
                        <a:pt x="4615" y="1857"/>
                        <a:pt x="4574" y="1938"/>
                      </a:cubicBezTo>
                      <a:cubicBezTo>
                        <a:pt x="4532" y="2006"/>
                        <a:pt x="4467" y="2075"/>
                        <a:pt x="4399" y="2075"/>
                      </a:cubicBezTo>
                      <a:cubicBezTo>
                        <a:pt x="4387" y="2075"/>
                        <a:pt x="4376" y="2073"/>
                        <a:pt x="4364" y="2068"/>
                      </a:cubicBezTo>
                      <a:cubicBezTo>
                        <a:pt x="4283" y="2032"/>
                        <a:pt x="4250" y="1818"/>
                        <a:pt x="4179" y="1818"/>
                      </a:cubicBezTo>
                      <a:cubicBezTo>
                        <a:pt x="4171" y="1818"/>
                        <a:pt x="4162" y="1821"/>
                        <a:pt x="4153" y="1827"/>
                      </a:cubicBezTo>
                      <a:cubicBezTo>
                        <a:pt x="4098" y="1864"/>
                        <a:pt x="4044" y="1897"/>
                        <a:pt x="3993" y="1897"/>
                      </a:cubicBezTo>
                      <a:cubicBezTo>
                        <a:pt x="3961" y="1897"/>
                        <a:pt x="3930" y="1883"/>
                        <a:pt x="3902" y="1847"/>
                      </a:cubicBezTo>
                      <a:cubicBezTo>
                        <a:pt x="3842" y="1757"/>
                        <a:pt x="3902" y="1627"/>
                        <a:pt x="3882" y="1506"/>
                      </a:cubicBezTo>
                      <a:cubicBezTo>
                        <a:pt x="3852" y="1326"/>
                        <a:pt x="3752" y="1045"/>
                        <a:pt x="3581" y="1045"/>
                      </a:cubicBezTo>
                      <a:cubicBezTo>
                        <a:pt x="3421" y="1055"/>
                        <a:pt x="3260" y="1226"/>
                        <a:pt x="3240" y="1406"/>
                      </a:cubicBezTo>
                      <a:cubicBezTo>
                        <a:pt x="3210" y="1627"/>
                        <a:pt x="3431" y="1878"/>
                        <a:pt x="3271" y="2028"/>
                      </a:cubicBezTo>
                      <a:cubicBezTo>
                        <a:pt x="3255" y="2046"/>
                        <a:pt x="3237" y="2053"/>
                        <a:pt x="3219" y="2053"/>
                      </a:cubicBezTo>
                      <a:cubicBezTo>
                        <a:pt x="3144" y="2053"/>
                        <a:pt x="3060" y="1922"/>
                        <a:pt x="3060" y="1817"/>
                      </a:cubicBezTo>
                      <a:cubicBezTo>
                        <a:pt x="3050" y="1687"/>
                        <a:pt x="3100" y="1557"/>
                        <a:pt x="3060" y="1426"/>
                      </a:cubicBezTo>
                      <a:cubicBezTo>
                        <a:pt x="3050" y="1366"/>
                        <a:pt x="3010" y="1316"/>
                        <a:pt x="3000" y="1256"/>
                      </a:cubicBezTo>
                      <a:cubicBezTo>
                        <a:pt x="2990" y="1175"/>
                        <a:pt x="3020" y="1105"/>
                        <a:pt x="3020" y="1025"/>
                      </a:cubicBezTo>
                      <a:cubicBezTo>
                        <a:pt x="3030" y="945"/>
                        <a:pt x="3010" y="824"/>
                        <a:pt x="2940" y="824"/>
                      </a:cubicBezTo>
                      <a:cubicBezTo>
                        <a:pt x="2934" y="825"/>
                        <a:pt x="2929" y="825"/>
                        <a:pt x="2923" y="825"/>
                      </a:cubicBezTo>
                      <a:cubicBezTo>
                        <a:pt x="2866" y="825"/>
                        <a:pt x="2810" y="792"/>
                        <a:pt x="2753" y="792"/>
                      </a:cubicBezTo>
                      <a:cubicBezTo>
                        <a:pt x="2735" y="792"/>
                        <a:pt x="2717" y="795"/>
                        <a:pt x="2699" y="804"/>
                      </a:cubicBezTo>
                      <a:cubicBezTo>
                        <a:pt x="2637" y="827"/>
                        <a:pt x="2588" y="897"/>
                        <a:pt x="2536" y="897"/>
                      </a:cubicBezTo>
                      <a:cubicBezTo>
                        <a:pt x="2520" y="897"/>
                        <a:pt x="2505" y="891"/>
                        <a:pt x="2488" y="874"/>
                      </a:cubicBezTo>
                      <a:cubicBezTo>
                        <a:pt x="2468" y="854"/>
                        <a:pt x="2448" y="814"/>
                        <a:pt x="2408" y="804"/>
                      </a:cubicBezTo>
                      <a:cubicBezTo>
                        <a:pt x="2403" y="802"/>
                        <a:pt x="2396" y="800"/>
                        <a:pt x="2390" y="800"/>
                      </a:cubicBezTo>
                      <a:cubicBezTo>
                        <a:pt x="2372" y="800"/>
                        <a:pt x="2350" y="810"/>
                        <a:pt x="2328" y="824"/>
                      </a:cubicBezTo>
                      <a:cubicBezTo>
                        <a:pt x="2237" y="874"/>
                        <a:pt x="2097" y="864"/>
                        <a:pt x="2047" y="965"/>
                      </a:cubicBezTo>
                      <a:cubicBezTo>
                        <a:pt x="1936" y="1205"/>
                        <a:pt x="2107" y="1496"/>
                        <a:pt x="2127" y="1767"/>
                      </a:cubicBezTo>
                      <a:cubicBezTo>
                        <a:pt x="2147" y="1888"/>
                        <a:pt x="2157" y="2018"/>
                        <a:pt x="2097" y="2118"/>
                      </a:cubicBezTo>
                      <a:cubicBezTo>
                        <a:pt x="2062" y="2183"/>
                        <a:pt x="1995" y="2224"/>
                        <a:pt x="1934" y="2224"/>
                      </a:cubicBezTo>
                      <a:cubicBezTo>
                        <a:pt x="1891" y="2224"/>
                        <a:pt x="1851" y="2204"/>
                        <a:pt x="1826" y="2158"/>
                      </a:cubicBezTo>
                      <a:cubicBezTo>
                        <a:pt x="1796" y="2118"/>
                        <a:pt x="1796" y="2058"/>
                        <a:pt x="1786" y="2008"/>
                      </a:cubicBezTo>
                      <a:cubicBezTo>
                        <a:pt x="1776" y="1847"/>
                        <a:pt x="1696" y="1697"/>
                        <a:pt x="1646" y="1547"/>
                      </a:cubicBezTo>
                      <a:cubicBezTo>
                        <a:pt x="1595" y="1396"/>
                        <a:pt x="1736" y="1256"/>
                        <a:pt x="1706" y="1095"/>
                      </a:cubicBezTo>
                      <a:cubicBezTo>
                        <a:pt x="1686" y="955"/>
                        <a:pt x="1636" y="844"/>
                        <a:pt x="1545" y="764"/>
                      </a:cubicBezTo>
                      <a:cubicBezTo>
                        <a:pt x="1529" y="750"/>
                        <a:pt x="1511" y="744"/>
                        <a:pt x="1491" y="744"/>
                      </a:cubicBezTo>
                      <a:cubicBezTo>
                        <a:pt x="1412" y="744"/>
                        <a:pt x="1308" y="833"/>
                        <a:pt x="1240" y="833"/>
                      </a:cubicBezTo>
                      <a:cubicBezTo>
                        <a:pt x="1216" y="833"/>
                        <a:pt x="1197" y="822"/>
                        <a:pt x="1184" y="794"/>
                      </a:cubicBezTo>
                      <a:cubicBezTo>
                        <a:pt x="1136" y="699"/>
                        <a:pt x="1198" y="522"/>
                        <a:pt x="1109" y="522"/>
                      </a:cubicBezTo>
                      <a:cubicBezTo>
                        <a:pt x="1104" y="522"/>
                        <a:pt x="1099" y="522"/>
                        <a:pt x="1094" y="523"/>
                      </a:cubicBezTo>
                      <a:cubicBezTo>
                        <a:pt x="1064" y="533"/>
                        <a:pt x="1034" y="564"/>
                        <a:pt x="994" y="584"/>
                      </a:cubicBezTo>
                      <a:cubicBezTo>
                        <a:pt x="980" y="589"/>
                        <a:pt x="967" y="592"/>
                        <a:pt x="955" y="592"/>
                      </a:cubicBezTo>
                      <a:cubicBezTo>
                        <a:pt x="856" y="592"/>
                        <a:pt x="791" y="426"/>
                        <a:pt x="773" y="293"/>
                      </a:cubicBezTo>
                      <a:cubicBezTo>
                        <a:pt x="763" y="160"/>
                        <a:pt x="691" y="0"/>
                        <a:pt x="5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57" name="Google Shape;14357;p50"/>
                <p:cNvSpPr/>
                <p:nvPr/>
              </p:nvSpPr>
              <p:spPr>
                <a:xfrm>
                  <a:off x="2874784" y="2820106"/>
                  <a:ext cx="200352" cy="116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2906" extrusionOk="0">
                      <a:moveTo>
                        <a:pt x="4408" y="1"/>
                      </a:moveTo>
                      <a:cubicBezTo>
                        <a:pt x="4294" y="1"/>
                        <a:pt x="4232" y="121"/>
                        <a:pt x="4213" y="224"/>
                      </a:cubicBezTo>
                      <a:cubicBezTo>
                        <a:pt x="4205" y="330"/>
                        <a:pt x="4140" y="461"/>
                        <a:pt x="4042" y="461"/>
                      </a:cubicBezTo>
                      <a:cubicBezTo>
                        <a:pt x="4029" y="461"/>
                        <a:pt x="4016" y="459"/>
                        <a:pt x="4003" y="454"/>
                      </a:cubicBezTo>
                      <a:cubicBezTo>
                        <a:pt x="3963" y="444"/>
                        <a:pt x="3933" y="414"/>
                        <a:pt x="3892" y="404"/>
                      </a:cubicBezTo>
                      <a:cubicBezTo>
                        <a:pt x="3889" y="404"/>
                        <a:pt x="3886" y="404"/>
                        <a:pt x="3883" y="404"/>
                      </a:cubicBezTo>
                      <a:cubicBezTo>
                        <a:pt x="3796" y="404"/>
                        <a:pt x="3861" y="547"/>
                        <a:pt x="3812" y="625"/>
                      </a:cubicBezTo>
                      <a:cubicBezTo>
                        <a:pt x="3800" y="643"/>
                        <a:pt x="3783" y="650"/>
                        <a:pt x="3762" y="650"/>
                      </a:cubicBezTo>
                      <a:cubicBezTo>
                        <a:pt x="3693" y="650"/>
                        <a:pt x="3587" y="579"/>
                        <a:pt x="3507" y="579"/>
                      </a:cubicBezTo>
                      <a:cubicBezTo>
                        <a:pt x="3486" y="579"/>
                        <a:pt x="3467" y="583"/>
                        <a:pt x="3451" y="595"/>
                      </a:cubicBezTo>
                      <a:cubicBezTo>
                        <a:pt x="3351" y="665"/>
                        <a:pt x="3311" y="745"/>
                        <a:pt x="3291" y="855"/>
                      </a:cubicBezTo>
                      <a:cubicBezTo>
                        <a:pt x="3261" y="976"/>
                        <a:pt x="3391" y="1086"/>
                        <a:pt x="3351" y="1207"/>
                      </a:cubicBezTo>
                      <a:cubicBezTo>
                        <a:pt x="3301" y="1327"/>
                        <a:pt x="3220" y="1447"/>
                        <a:pt x="3200" y="1568"/>
                      </a:cubicBezTo>
                      <a:cubicBezTo>
                        <a:pt x="3200" y="1608"/>
                        <a:pt x="3200" y="1658"/>
                        <a:pt x="3170" y="1688"/>
                      </a:cubicBezTo>
                      <a:cubicBezTo>
                        <a:pt x="3146" y="1721"/>
                        <a:pt x="3104" y="1735"/>
                        <a:pt x="3060" y="1735"/>
                      </a:cubicBezTo>
                      <a:cubicBezTo>
                        <a:pt x="2997" y="1735"/>
                        <a:pt x="2929" y="1705"/>
                        <a:pt x="2899" y="1658"/>
                      </a:cubicBezTo>
                      <a:cubicBezTo>
                        <a:pt x="2839" y="1578"/>
                        <a:pt x="2849" y="1477"/>
                        <a:pt x="2859" y="1377"/>
                      </a:cubicBezTo>
                      <a:cubicBezTo>
                        <a:pt x="2889" y="1166"/>
                        <a:pt x="3060" y="936"/>
                        <a:pt x="2950" y="755"/>
                      </a:cubicBezTo>
                      <a:cubicBezTo>
                        <a:pt x="2889" y="675"/>
                        <a:pt x="2759" y="675"/>
                        <a:pt x="2659" y="645"/>
                      </a:cubicBezTo>
                      <a:cubicBezTo>
                        <a:pt x="2642" y="637"/>
                        <a:pt x="2620" y="622"/>
                        <a:pt x="2596" y="622"/>
                      </a:cubicBezTo>
                      <a:cubicBezTo>
                        <a:pt x="2590" y="622"/>
                        <a:pt x="2584" y="623"/>
                        <a:pt x="2578" y="625"/>
                      </a:cubicBezTo>
                      <a:cubicBezTo>
                        <a:pt x="2548" y="635"/>
                        <a:pt x="2528" y="665"/>
                        <a:pt x="2508" y="685"/>
                      </a:cubicBezTo>
                      <a:cubicBezTo>
                        <a:pt x="2492" y="696"/>
                        <a:pt x="2477" y="701"/>
                        <a:pt x="2461" y="701"/>
                      </a:cubicBezTo>
                      <a:cubicBezTo>
                        <a:pt x="2409" y="701"/>
                        <a:pt x="2359" y="648"/>
                        <a:pt x="2298" y="625"/>
                      </a:cubicBezTo>
                      <a:cubicBezTo>
                        <a:pt x="2279" y="618"/>
                        <a:pt x="2261" y="615"/>
                        <a:pt x="2242" y="615"/>
                      </a:cubicBezTo>
                      <a:cubicBezTo>
                        <a:pt x="2180" y="615"/>
                        <a:pt x="2119" y="645"/>
                        <a:pt x="2057" y="645"/>
                      </a:cubicBezTo>
                      <a:cubicBezTo>
                        <a:pt x="1987" y="645"/>
                        <a:pt x="1967" y="735"/>
                        <a:pt x="1977" y="795"/>
                      </a:cubicBezTo>
                      <a:cubicBezTo>
                        <a:pt x="1977" y="855"/>
                        <a:pt x="2007" y="926"/>
                        <a:pt x="1987" y="986"/>
                      </a:cubicBezTo>
                      <a:cubicBezTo>
                        <a:pt x="1977" y="1026"/>
                        <a:pt x="1947" y="1066"/>
                        <a:pt x="1926" y="1116"/>
                      </a:cubicBezTo>
                      <a:cubicBezTo>
                        <a:pt x="1896" y="1217"/>
                        <a:pt x="1936" y="1317"/>
                        <a:pt x="1936" y="1417"/>
                      </a:cubicBezTo>
                      <a:cubicBezTo>
                        <a:pt x="1928" y="1499"/>
                        <a:pt x="1847" y="1607"/>
                        <a:pt x="1769" y="1607"/>
                      </a:cubicBezTo>
                      <a:cubicBezTo>
                        <a:pt x="1751" y="1607"/>
                        <a:pt x="1733" y="1601"/>
                        <a:pt x="1716" y="1588"/>
                      </a:cubicBezTo>
                      <a:cubicBezTo>
                        <a:pt x="1565" y="1467"/>
                        <a:pt x="1786" y="1267"/>
                        <a:pt x="1756" y="1096"/>
                      </a:cubicBezTo>
                      <a:cubicBezTo>
                        <a:pt x="1726" y="956"/>
                        <a:pt x="1565" y="825"/>
                        <a:pt x="1415" y="815"/>
                      </a:cubicBezTo>
                      <a:cubicBezTo>
                        <a:pt x="1244" y="815"/>
                        <a:pt x="1144" y="1036"/>
                        <a:pt x="1114" y="1176"/>
                      </a:cubicBezTo>
                      <a:cubicBezTo>
                        <a:pt x="1094" y="1277"/>
                        <a:pt x="1154" y="1377"/>
                        <a:pt x="1084" y="1447"/>
                      </a:cubicBezTo>
                      <a:cubicBezTo>
                        <a:pt x="1061" y="1474"/>
                        <a:pt x="1031" y="1485"/>
                        <a:pt x="999" y="1485"/>
                      </a:cubicBezTo>
                      <a:cubicBezTo>
                        <a:pt x="948" y="1485"/>
                        <a:pt x="889" y="1458"/>
                        <a:pt x="833" y="1427"/>
                      </a:cubicBezTo>
                      <a:cubicBezTo>
                        <a:pt x="826" y="1424"/>
                        <a:pt x="819" y="1422"/>
                        <a:pt x="813" y="1422"/>
                      </a:cubicBezTo>
                      <a:cubicBezTo>
                        <a:pt x="747" y="1422"/>
                        <a:pt x="715" y="1590"/>
                        <a:pt x="633" y="1618"/>
                      </a:cubicBezTo>
                      <a:cubicBezTo>
                        <a:pt x="619" y="1623"/>
                        <a:pt x="606" y="1625"/>
                        <a:pt x="593" y="1625"/>
                      </a:cubicBezTo>
                      <a:cubicBezTo>
                        <a:pt x="527" y="1625"/>
                        <a:pt x="464" y="1568"/>
                        <a:pt x="422" y="1517"/>
                      </a:cubicBezTo>
                      <a:cubicBezTo>
                        <a:pt x="382" y="1457"/>
                        <a:pt x="342" y="1377"/>
                        <a:pt x="251" y="1357"/>
                      </a:cubicBezTo>
                      <a:cubicBezTo>
                        <a:pt x="247" y="1356"/>
                        <a:pt x="243" y="1355"/>
                        <a:pt x="239" y="1355"/>
                      </a:cubicBezTo>
                      <a:cubicBezTo>
                        <a:pt x="162" y="1355"/>
                        <a:pt x="77" y="1619"/>
                        <a:pt x="1" y="1638"/>
                      </a:cubicBezTo>
                      <a:lnTo>
                        <a:pt x="1" y="2902"/>
                      </a:lnTo>
                      <a:cubicBezTo>
                        <a:pt x="136" y="2904"/>
                        <a:pt x="271" y="2905"/>
                        <a:pt x="407" y="2905"/>
                      </a:cubicBezTo>
                      <a:cubicBezTo>
                        <a:pt x="1355" y="2905"/>
                        <a:pt x="2301" y="2844"/>
                        <a:pt x="3240" y="2721"/>
                      </a:cubicBezTo>
                      <a:cubicBezTo>
                        <a:pt x="3423" y="2700"/>
                        <a:pt x="3605" y="2674"/>
                        <a:pt x="3784" y="2674"/>
                      </a:cubicBezTo>
                      <a:cubicBezTo>
                        <a:pt x="3861" y="2674"/>
                        <a:pt x="3937" y="2679"/>
                        <a:pt x="4013" y="2691"/>
                      </a:cubicBezTo>
                      <a:cubicBezTo>
                        <a:pt x="4170" y="2712"/>
                        <a:pt x="4333" y="2760"/>
                        <a:pt x="4484" y="2760"/>
                      </a:cubicBezTo>
                      <a:cubicBezTo>
                        <a:pt x="4554" y="2760"/>
                        <a:pt x="4621" y="2750"/>
                        <a:pt x="4685" y="2721"/>
                      </a:cubicBezTo>
                      <a:cubicBezTo>
                        <a:pt x="4895" y="2621"/>
                        <a:pt x="4946" y="2380"/>
                        <a:pt x="4956" y="2169"/>
                      </a:cubicBezTo>
                      <a:cubicBezTo>
                        <a:pt x="4966" y="1949"/>
                        <a:pt x="4996" y="1698"/>
                        <a:pt x="4875" y="1507"/>
                      </a:cubicBezTo>
                      <a:cubicBezTo>
                        <a:pt x="4755" y="1327"/>
                        <a:pt x="4635" y="1227"/>
                        <a:pt x="4615" y="996"/>
                      </a:cubicBezTo>
                      <a:cubicBezTo>
                        <a:pt x="4585" y="715"/>
                        <a:pt x="4564" y="434"/>
                        <a:pt x="4554" y="163"/>
                      </a:cubicBezTo>
                      <a:cubicBezTo>
                        <a:pt x="4544" y="93"/>
                        <a:pt x="4514" y="13"/>
                        <a:pt x="4434" y="3"/>
                      </a:cubicBezTo>
                      <a:cubicBezTo>
                        <a:pt x="4425" y="1"/>
                        <a:pt x="4416" y="1"/>
                        <a:pt x="44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58" name="Google Shape;14358;p50"/>
                <p:cNvSpPr/>
                <p:nvPr/>
              </p:nvSpPr>
              <p:spPr>
                <a:xfrm>
                  <a:off x="2695323" y="2774853"/>
                  <a:ext cx="200352" cy="116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2906" extrusionOk="0">
                      <a:moveTo>
                        <a:pt x="4417" y="1"/>
                      </a:moveTo>
                      <a:cubicBezTo>
                        <a:pt x="4304" y="1"/>
                        <a:pt x="4242" y="121"/>
                        <a:pt x="4223" y="224"/>
                      </a:cubicBezTo>
                      <a:cubicBezTo>
                        <a:pt x="4205" y="330"/>
                        <a:pt x="4140" y="461"/>
                        <a:pt x="4041" y="461"/>
                      </a:cubicBezTo>
                      <a:cubicBezTo>
                        <a:pt x="4029" y="461"/>
                        <a:pt x="4016" y="459"/>
                        <a:pt x="4002" y="454"/>
                      </a:cubicBezTo>
                      <a:cubicBezTo>
                        <a:pt x="3962" y="444"/>
                        <a:pt x="3942" y="414"/>
                        <a:pt x="3902" y="404"/>
                      </a:cubicBezTo>
                      <a:cubicBezTo>
                        <a:pt x="3899" y="404"/>
                        <a:pt x="3895" y="404"/>
                        <a:pt x="3892" y="404"/>
                      </a:cubicBezTo>
                      <a:cubicBezTo>
                        <a:pt x="3796" y="404"/>
                        <a:pt x="3860" y="547"/>
                        <a:pt x="3812" y="625"/>
                      </a:cubicBezTo>
                      <a:cubicBezTo>
                        <a:pt x="3802" y="643"/>
                        <a:pt x="3786" y="650"/>
                        <a:pt x="3765" y="650"/>
                      </a:cubicBezTo>
                      <a:cubicBezTo>
                        <a:pt x="3699" y="650"/>
                        <a:pt x="3589" y="579"/>
                        <a:pt x="3507" y="579"/>
                      </a:cubicBezTo>
                      <a:cubicBezTo>
                        <a:pt x="3486" y="579"/>
                        <a:pt x="3467" y="583"/>
                        <a:pt x="3451" y="595"/>
                      </a:cubicBezTo>
                      <a:cubicBezTo>
                        <a:pt x="3360" y="665"/>
                        <a:pt x="3320" y="745"/>
                        <a:pt x="3290" y="855"/>
                      </a:cubicBezTo>
                      <a:cubicBezTo>
                        <a:pt x="3270" y="976"/>
                        <a:pt x="3401" y="1086"/>
                        <a:pt x="3350" y="1207"/>
                      </a:cubicBezTo>
                      <a:cubicBezTo>
                        <a:pt x="3310" y="1327"/>
                        <a:pt x="3230" y="1447"/>
                        <a:pt x="3210" y="1568"/>
                      </a:cubicBezTo>
                      <a:cubicBezTo>
                        <a:pt x="3200" y="1608"/>
                        <a:pt x="3200" y="1658"/>
                        <a:pt x="3170" y="1688"/>
                      </a:cubicBezTo>
                      <a:cubicBezTo>
                        <a:pt x="3145" y="1721"/>
                        <a:pt x="3105" y="1735"/>
                        <a:pt x="3063" y="1735"/>
                      </a:cubicBezTo>
                      <a:cubicBezTo>
                        <a:pt x="3002" y="1735"/>
                        <a:pt x="2935" y="1705"/>
                        <a:pt x="2899" y="1658"/>
                      </a:cubicBezTo>
                      <a:cubicBezTo>
                        <a:pt x="2849" y="1578"/>
                        <a:pt x="2859" y="1477"/>
                        <a:pt x="2869" y="1377"/>
                      </a:cubicBezTo>
                      <a:cubicBezTo>
                        <a:pt x="2899" y="1166"/>
                        <a:pt x="3070" y="936"/>
                        <a:pt x="2949" y="755"/>
                      </a:cubicBezTo>
                      <a:cubicBezTo>
                        <a:pt x="2899" y="675"/>
                        <a:pt x="2759" y="675"/>
                        <a:pt x="2668" y="645"/>
                      </a:cubicBezTo>
                      <a:cubicBezTo>
                        <a:pt x="2644" y="637"/>
                        <a:pt x="2620" y="622"/>
                        <a:pt x="2601" y="622"/>
                      </a:cubicBezTo>
                      <a:cubicBezTo>
                        <a:pt x="2596" y="622"/>
                        <a:pt x="2592" y="623"/>
                        <a:pt x="2588" y="625"/>
                      </a:cubicBezTo>
                      <a:cubicBezTo>
                        <a:pt x="2548" y="635"/>
                        <a:pt x="2538" y="665"/>
                        <a:pt x="2508" y="685"/>
                      </a:cubicBezTo>
                      <a:cubicBezTo>
                        <a:pt x="2492" y="696"/>
                        <a:pt x="2476" y="701"/>
                        <a:pt x="2461" y="701"/>
                      </a:cubicBezTo>
                      <a:cubicBezTo>
                        <a:pt x="2409" y="701"/>
                        <a:pt x="2359" y="648"/>
                        <a:pt x="2297" y="625"/>
                      </a:cubicBezTo>
                      <a:cubicBezTo>
                        <a:pt x="2279" y="618"/>
                        <a:pt x="2261" y="615"/>
                        <a:pt x="2243" y="615"/>
                      </a:cubicBezTo>
                      <a:cubicBezTo>
                        <a:pt x="2183" y="615"/>
                        <a:pt x="2126" y="645"/>
                        <a:pt x="2056" y="645"/>
                      </a:cubicBezTo>
                      <a:cubicBezTo>
                        <a:pt x="1986" y="645"/>
                        <a:pt x="1966" y="735"/>
                        <a:pt x="1976" y="795"/>
                      </a:cubicBezTo>
                      <a:cubicBezTo>
                        <a:pt x="1986" y="855"/>
                        <a:pt x="2006" y="926"/>
                        <a:pt x="1996" y="986"/>
                      </a:cubicBezTo>
                      <a:cubicBezTo>
                        <a:pt x="1986" y="1026"/>
                        <a:pt x="1946" y="1066"/>
                        <a:pt x="1936" y="1116"/>
                      </a:cubicBezTo>
                      <a:cubicBezTo>
                        <a:pt x="1896" y="1217"/>
                        <a:pt x="1946" y="1317"/>
                        <a:pt x="1936" y="1417"/>
                      </a:cubicBezTo>
                      <a:cubicBezTo>
                        <a:pt x="1936" y="1499"/>
                        <a:pt x="1850" y="1607"/>
                        <a:pt x="1775" y="1607"/>
                      </a:cubicBezTo>
                      <a:cubicBezTo>
                        <a:pt x="1757" y="1607"/>
                        <a:pt x="1741" y="1601"/>
                        <a:pt x="1725" y="1588"/>
                      </a:cubicBezTo>
                      <a:cubicBezTo>
                        <a:pt x="1565" y="1467"/>
                        <a:pt x="1796" y="1267"/>
                        <a:pt x="1756" y="1096"/>
                      </a:cubicBezTo>
                      <a:cubicBezTo>
                        <a:pt x="1735" y="956"/>
                        <a:pt x="1575" y="825"/>
                        <a:pt x="1415" y="815"/>
                      </a:cubicBezTo>
                      <a:cubicBezTo>
                        <a:pt x="1244" y="815"/>
                        <a:pt x="1144" y="1036"/>
                        <a:pt x="1114" y="1176"/>
                      </a:cubicBezTo>
                      <a:cubicBezTo>
                        <a:pt x="1094" y="1277"/>
                        <a:pt x="1154" y="1377"/>
                        <a:pt x="1094" y="1447"/>
                      </a:cubicBezTo>
                      <a:cubicBezTo>
                        <a:pt x="1070" y="1474"/>
                        <a:pt x="1041" y="1485"/>
                        <a:pt x="1009" y="1485"/>
                      </a:cubicBezTo>
                      <a:cubicBezTo>
                        <a:pt x="957" y="1485"/>
                        <a:pt x="898" y="1458"/>
                        <a:pt x="843" y="1427"/>
                      </a:cubicBezTo>
                      <a:cubicBezTo>
                        <a:pt x="835" y="1424"/>
                        <a:pt x="827" y="1422"/>
                        <a:pt x="820" y="1422"/>
                      </a:cubicBezTo>
                      <a:cubicBezTo>
                        <a:pt x="748" y="1422"/>
                        <a:pt x="723" y="1590"/>
                        <a:pt x="632" y="1618"/>
                      </a:cubicBezTo>
                      <a:cubicBezTo>
                        <a:pt x="619" y="1623"/>
                        <a:pt x="606" y="1625"/>
                        <a:pt x="593" y="1625"/>
                      </a:cubicBezTo>
                      <a:cubicBezTo>
                        <a:pt x="526" y="1625"/>
                        <a:pt x="465" y="1568"/>
                        <a:pt x="432" y="1517"/>
                      </a:cubicBezTo>
                      <a:cubicBezTo>
                        <a:pt x="381" y="1457"/>
                        <a:pt x="341" y="1377"/>
                        <a:pt x="261" y="1357"/>
                      </a:cubicBezTo>
                      <a:cubicBezTo>
                        <a:pt x="257" y="1356"/>
                        <a:pt x="253" y="1355"/>
                        <a:pt x="249" y="1355"/>
                      </a:cubicBezTo>
                      <a:cubicBezTo>
                        <a:pt x="171" y="1355"/>
                        <a:pt x="77" y="1619"/>
                        <a:pt x="0" y="1638"/>
                      </a:cubicBezTo>
                      <a:lnTo>
                        <a:pt x="0" y="2902"/>
                      </a:lnTo>
                      <a:cubicBezTo>
                        <a:pt x="136" y="2904"/>
                        <a:pt x="271" y="2905"/>
                        <a:pt x="407" y="2905"/>
                      </a:cubicBezTo>
                      <a:cubicBezTo>
                        <a:pt x="1357" y="2905"/>
                        <a:pt x="2311" y="2844"/>
                        <a:pt x="3250" y="2721"/>
                      </a:cubicBezTo>
                      <a:cubicBezTo>
                        <a:pt x="3425" y="2700"/>
                        <a:pt x="3606" y="2674"/>
                        <a:pt x="3787" y="2674"/>
                      </a:cubicBezTo>
                      <a:cubicBezTo>
                        <a:pt x="3865" y="2674"/>
                        <a:pt x="3944" y="2679"/>
                        <a:pt x="4022" y="2691"/>
                      </a:cubicBezTo>
                      <a:cubicBezTo>
                        <a:pt x="4173" y="2712"/>
                        <a:pt x="4333" y="2760"/>
                        <a:pt x="4484" y="2760"/>
                      </a:cubicBezTo>
                      <a:cubicBezTo>
                        <a:pt x="4553" y="2760"/>
                        <a:pt x="4621" y="2750"/>
                        <a:pt x="4684" y="2721"/>
                      </a:cubicBezTo>
                      <a:cubicBezTo>
                        <a:pt x="4895" y="2621"/>
                        <a:pt x="4945" y="2380"/>
                        <a:pt x="4955" y="2169"/>
                      </a:cubicBezTo>
                      <a:cubicBezTo>
                        <a:pt x="4965" y="1949"/>
                        <a:pt x="4995" y="1698"/>
                        <a:pt x="4875" y="1507"/>
                      </a:cubicBezTo>
                      <a:cubicBezTo>
                        <a:pt x="4755" y="1327"/>
                        <a:pt x="4644" y="1227"/>
                        <a:pt x="4624" y="996"/>
                      </a:cubicBezTo>
                      <a:cubicBezTo>
                        <a:pt x="4594" y="715"/>
                        <a:pt x="4574" y="434"/>
                        <a:pt x="4554" y="163"/>
                      </a:cubicBezTo>
                      <a:cubicBezTo>
                        <a:pt x="4554" y="93"/>
                        <a:pt x="4524" y="13"/>
                        <a:pt x="4444" y="3"/>
                      </a:cubicBezTo>
                      <a:cubicBezTo>
                        <a:pt x="4435" y="1"/>
                        <a:pt x="4426" y="1"/>
                        <a:pt x="44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  <p:grpSp>
            <p:nvGrpSpPr>
              <p:cNvPr id="14359" name="Google Shape;14359;p50"/>
              <p:cNvGrpSpPr/>
              <p:nvPr/>
            </p:nvGrpSpPr>
            <p:grpSpPr>
              <a:xfrm rot="-263875">
                <a:off x="5836717" y="4098665"/>
                <a:ext cx="813287" cy="233323"/>
                <a:chOff x="2447923" y="2707800"/>
                <a:chExt cx="727715" cy="208774"/>
              </a:xfrm>
            </p:grpSpPr>
            <p:sp>
              <p:nvSpPr>
                <p:cNvPr id="14360" name="Google Shape;14360;p50"/>
                <p:cNvSpPr/>
                <p:nvPr/>
              </p:nvSpPr>
              <p:spPr>
                <a:xfrm>
                  <a:off x="2447923" y="2707800"/>
                  <a:ext cx="534606" cy="208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1" h="5206" extrusionOk="0">
                      <a:moveTo>
                        <a:pt x="2434" y="1"/>
                      </a:moveTo>
                      <a:cubicBezTo>
                        <a:pt x="2405" y="1"/>
                        <a:pt x="2376" y="4"/>
                        <a:pt x="2348" y="10"/>
                      </a:cubicBezTo>
                      <a:cubicBezTo>
                        <a:pt x="2057" y="60"/>
                        <a:pt x="2167" y="582"/>
                        <a:pt x="1976" y="812"/>
                      </a:cubicBezTo>
                      <a:cubicBezTo>
                        <a:pt x="1916" y="882"/>
                        <a:pt x="1836" y="933"/>
                        <a:pt x="1776" y="1003"/>
                      </a:cubicBezTo>
                      <a:cubicBezTo>
                        <a:pt x="1585" y="1234"/>
                        <a:pt x="1716" y="1565"/>
                        <a:pt x="1776" y="1855"/>
                      </a:cubicBezTo>
                      <a:cubicBezTo>
                        <a:pt x="1836" y="2176"/>
                        <a:pt x="1826" y="2688"/>
                        <a:pt x="1525" y="2808"/>
                      </a:cubicBezTo>
                      <a:cubicBezTo>
                        <a:pt x="1514" y="2813"/>
                        <a:pt x="1503" y="2815"/>
                        <a:pt x="1494" y="2815"/>
                      </a:cubicBezTo>
                      <a:cubicBezTo>
                        <a:pt x="1391" y="2815"/>
                        <a:pt x="1372" y="2586"/>
                        <a:pt x="1345" y="2467"/>
                      </a:cubicBezTo>
                      <a:cubicBezTo>
                        <a:pt x="1300" y="2164"/>
                        <a:pt x="1136" y="1575"/>
                        <a:pt x="896" y="1575"/>
                      </a:cubicBezTo>
                      <a:cubicBezTo>
                        <a:pt x="866" y="1575"/>
                        <a:pt x="835" y="1585"/>
                        <a:pt x="803" y="1605"/>
                      </a:cubicBezTo>
                      <a:cubicBezTo>
                        <a:pt x="729" y="1660"/>
                        <a:pt x="801" y="1880"/>
                        <a:pt x="732" y="1880"/>
                      </a:cubicBezTo>
                      <a:cubicBezTo>
                        <a:pt x="726" y="1880"/>
                        <a:pt x="720" y="1878"/>
                        <a:pt x="713" y="1875"/>
                      </a:cubicBezTo>
                      <a:cubicBezTo>
                        <a:pt x="562" y="1810"/>
                        <a:pt x="614" y="1409"/>
                        <a:pt x="481" y="1409"/>
                      </a:cubicBezTo>
                      <a:cubicBezTo>
                        <a:pt x="472" y="1409"/>
                        <a:pt x="462" y="1410"/>
                        <a:pt x="452" y="1414"/>
                      </a:cubicBezTo>
                      <a:cubicBezTo>
                        <a:pt x="101" y="1544"/>
                        <a:pt x="171" y="2066"/>
                        <a:pt x="91" y="2417"/>
                      </a:cubicBezTo>
                      <a:cubicBezTo>
                        <a:pt x="0" y="2818"/>
                        <a:pt x="121" y="3370"/>
                        <a:pt x="191" y="3771"/>
                      </a:cubicBezTo>
                      <a:cubicBezTo>
                        <a:pt x="221" y="3952"/>
                        <a:pt x="261" y="4132"/>
                        <a:pt x="372" y="4273"/>
                      </a:cubicBezTo>
                      <a:cubicBezTo>
                        <a:pt x="558" y="4505"/>
                        <a:pt x="864" y="4552"/>
                        <a:pt x="1174" y="4552"/>
                      </a:cubicBezTo>
                      <a:cubicBezTo>
                        <a:pt x="1265" y="4552"/>
                        <a:pt x="1356" y="4548"/>
                        <a:pt x="1445" y="4544"/>
                      </a:cubicBezTo>
                      <a:cubicBezTo>
                        <a:pt x="1561" y="4539"/>
                        <a:pt x="1678" y="4536"/>
                        <a:pt x="1795" y="4536"/>
                      </a:cubicBezTo>
                      <a:cubicBezTo>
                        <a:pt x="2613" y="4536"/>
                        <a:pt x="3432" y="4659"/>
                        <a:pt x="4213" y="4905"/>
                      </a:cubicBezTo>
                      <a:cubicBezTo>
                        <a:pt x="4645" y="5035"/>
                        <a:pt x="5066" y="5206"/>
                        <a:pt x="5507" y="5206"/>
                      </a:cubicBezTo>
                      <a:cubicBezTo>
                        <a:pt x="5828" y="5206"/>
                        <a:pt x="6149" y="5105"/>
                        <a:pt x="6460" y="5025"/>
                      </a:cubicBezTo>
                      <a:cubicBezTo>
                        <a:pt x="7566" y="4728"/>
                        <a:pt x="8715" y="4502"/>
                        <a:pt x="9854" y="4502"/>
                      </a:cubicBezTo>
                      <a:cubicBezTo>
                        <a:pt x="10368" y="4502"/>
                        <a:pt x="10880" y="4548"/>
                        <a:pt x="11385" y="4654"/>
                      </a:cubicBezTo>
                      <a:cubicBezTo>
                        <a:pt x="11686" y="4717"/>
                        <a:pt x="11993" y="4806"/>
                        <a:pt x="12301" y="4806"/>
                      </a:cubicBezTo>
                      <a:cubicBezTo>
                        <a:pt x="12383" y="4806"/>
                        <a:pt x="12466" y="4799"/>
                        <a:pt x="12549" y="4784"/>
                      </a:cubicBezTo>
                      <a:cubicBezTo>
                        <a:pt x="12940" y="4724"/>
                        <a:pt x="13331" y="4403"/>
                        <a:pt x="13321" y="3992"/>
                      </a:cubicBezTo>
                      <a:cubicBezTo>
                        <a:pt x="13311" y="3711"/>
                        <a:pt x="13120" y="3470"/>
                        <a:pt x="12960" y="3230"/>
                      </a:cubicBezTo>
                      <a:cubicBezTo>
                        <a:pt x="12809" y="2989"/>
                        <a:pt x="12900" y="2708"/>
                        <a:pt x="12850" y="2427"/>
                      </a:cubicBezTo>
                      <a:cubicBezTo>
                        <a:pt x="12789" y="2046"/>
                        <a:pt x="12739" y="1635"/>
                        <a:pt x="12438" y="1384"/>
                      </a:cubicBezTo>
                      <a:cubicBezTo>
                        <a:pt x="12338" y="1304"/>
                        <a:pt x="12188" y="1354"/>
                        <a:pt x="12097" y="1254"/>
                      </a:cubicBezTo>
                      <a:cubicBezTo>
                        <a:pt x="12007" y="1153"/>
                        <a:pt x="11937" y="1043"/>
                        <a:pt x="11816" y="983"/>
                      </a:cubicBezTo>
                      <a:cubicBezTo>
                        <a:pt x="11798" y="975"/>
                        <a:pt x="11780" y="972"/>
                        <a:pt x="11764" y="972"/>
                      </a:cubicBezTo>
                      <a:cubicBezTo>
                        <a:pt x="11676" y="972"/>
                        <a:pt x="11617" y="1072"/>
                        <a:pt x="11515" y="1123"/>
                      </a:cubicBezTo>
                      <a:cubicBezTo>
                        <a:pt x="11508" y="1128"/>
                        <a:pt x="11501" y="1130"/>
                        <a:pt x="11494" y="1130"/>
                      </a:cubicBezTo>
                      <a:cubicBezTo>
                        <a:pt x="11429" y="1130"/>
                        <a:pt x="11371" y="966"/>
                        <a:pt x="11307" y="966"/>
                      </a:cubicBezTo>
                      <a:cubicBezTo>
                        <a:pt x="11299" y="966"/>
                        <a:pt x="11292" y="968"/>
                        <a:pt x="11285" y="973"/>
                      </a:cubicBezTo>
                      <a:cubicBezTo>
                        <a:pt x="11154" y="1063"/>
                        <a:pt x="11184" y="1294"/>
                        <a:pt x="11044" y="1314"/>
                      </a:cubicBezTo>
                      <a:cubicBezTo>
                        <a:pt x="11036" y="1315"/>
                        <a:pt x="11029" y="1315"/>
                        <a:pt x="11021" y="1315"/>
                      </a:cubicBezTo>
                      <a:cubicBezTo>
                        <a:pt x="10887" y="1315"/>
                        <a:pt x="10827" y="1149"/>
                        <a:pt x="10713" y="1063"/>
                      </a:cubicBezTo>
                      <a:cubicBezTo>
                        <a:pt x="10708" y="1061"/>
                        <a:pt x="10704" y="1060"/>
                        <a:pt x="10699" y="1060"/>
                      </a:cubicBezTo>
                      <a:cubicBezTo>
                        <a:pt x="10661" y="1060"/>
                        <a:pt x="10619" y="1113"/>
                        <a:pt x="10585" y="1113"/>
                      </a:cubicBezTo>
                      <a:cubicBezTo>
                        <a:pt x="10577" y="1113"/>
                        <a:pt x="10569" y="1110"/>
                        <a:pt x="10563" y="1103"/>
                      </a:cubicBezTo>
                      <a:cubicBezTo>
                        <a:pt x="10502" y="1063"/>
                        <a:pt x="10603" y="933"/>
                        <a:pt x="10543" y="893"/>
                      </a:cubicBezTo>
                      <a:cubicBezTo>
                        <a:pt x="10511" y="868"/>
                        <a:pt x="10479" y="857"/>
                        <a:pt x="10448" y="857"/>
                      </a:cubicBezTo>
                      <a:cubicBezTo>
                        <a:pt x="10249" y="857"/>
                        <a:pt x="10064" y="1303"/>
                        <a:pt x="10081" y="1555"/>
                      </a:cubicBezTo>
                      <a:cubicBezTo>
                        <a:pt x="10091" y="1735"/>
                        <a:pt x="10171" y="1906"/>
                        <a:pt x="10161" y="2076"/>
                      </a:cubicBezTo>
                      <a:cubicBezTo>
                        <a:pt x="10154" y="2217"/>
                        <a:pt x="9999" y="2407"/>
                        <a:pt x="9893" y="2407"/>
                      </a:cubicBezTo>
                      <a:cubicBezTo>
                        <a:pt x="9864" y="2407"/>
                        <a:pt x="9838" y="2392"/>
                        <a:pt x="9820" y="2357"/>
                      </a:cubicBezTo>
                      <a:cubicBezTo>
                        <a:pt x="9650" y="2026"/>
                        <a:pt x="9921" y="1524"/>
                        <a:pt x="9650" y="1264"/>
                      </a:cubicBezTo>
                      <a:cubicBezTo>
                        <a:pt x="9642" y="1257"/>
                        <a:pt x="9635" y="1254"/>
                        <a:pt x="9628" y="1254"/>
                      </a:cubicBezTo>
                      <a:cubicBezTo>
                        <a:pt x="9567" y="1254"/>
                        <a:pt x="9542" y="1505"/>
                        <a:pt x="9458" y="1505"/>
                      </a:cubicBezTo>
                      <a:cubicBezTo>
                        <a:pt x="9455" y="1505"/>
                        <a:pt x="9452" y="1505"/>
                        <a:pt x="9449" y="1504"/>
                      </a:cubicBezTo>
                      <a:cubicBezTo>
                        <a:pt x="9259" y="1474"/>
                        <a:pt x="9509" y="1113"/>
                        <a:pt x="9479" y="923"/>
                      </a:cubicBezTo>
                      <a:cubicBezTo>
                        <a:pt x="9474" y="900"/>
                        <a:pt x="9462" y="890"/>
                        <a:pt x="9446" y="890"/>
                      </a:cubicBezTo>
                      <a:cubicBezTo>
                        <a:pt x="9400" y="890"/>
                        <a:pt x="9321" y="973"/>
                        <a:pt x="9299" y="1033"/>
                      </a:cubicBezTo>
                      <a:cubicBezTo>
                        <a:pt x="9208" y="1304"/>
                        <a:pt x="9128" y="1565"/>
                        <a:pt x="9048" y="1825"/>
                      </a:cubicBezTo>
                      <a:cubicBezTo>
                        <a:pt x="9018" y="1916"/>
                        <a:pt x="8988" y="2006"/>
                        <a:pt x="8998" y="2106"/>
                      </a:cubicBezTo>
                      <a:cubicBezTo>
                        <a:pt x="9008" y="2186"/>
                        <a:pt x="9048" y="2257"/>
                        <a:pt x="9058" y="2337"/>
                      </a:cubicBezTo>
                      <a:cubicBezTo>
                        <a:pt x="9090" y="2523"/>
                        <a:pt x="8881" y="2801"/>
                        <a:pt x="8730" y="2801"/>
                      </a:cubicBezTo>
                      <a:cubicBezTo>
                        <a:pt x="8694" y="2801"/>
                        <a:pt x="8662" y="2785"/>
                        <a:pt x="8637" y="2748"/>
                      </a:cubicBezTo>
                      <a:cubicBezTo>
                        <a:pt x="8466" y="2497"/>
                        <a:pt x="8346" y="2257"/>
                        <a:pt x="8276" y="1956"/>
                      </a:cubicBezTo>
                      <a:cubicBezTo>
                        <a:pt x="8235" y="1755"/>
                        <a:pt x="8486" y="1444"/>
                        <a:pt x="8296" y="1374"/>
                      </a:cubicBezTo>
                      <a:cubicBezTo>
                        <a:pt x="8284" y="1368"/>
                        <a:pt x="8271" y="1366"/>
                        <a:pt x="8258" y="1366"/>
                      </a:cubicBezTo>
                      <a:cubicBezTo>
                        <a:pt x="8180" y="1366"/>
                        <a:pt x="8073" y="1448"/>
                        <a:pt x="8006" y="1448"/>
                      </a:cubicBezTo>
                      <a:cubicBezTo>
                        <a:pt x="7984" y="1448"/>
                        <a:pt x="7966" y="1439"/>
                        <a:pt x="7955" y="1414"/>
                      </a:cubicBezTo>
                      <a:cubicBezTo>
                        <a:pt x="7884" y="1244"/>
                        <a:pt x="8266" y="1053"/>
                        <a:pt x="8165" y="903"/>
                      </a:cubicBezTo>
                      <a:cubicBezTo>
                        <a:pt x="8123" y="839"/>
                        <a:pt x="8040" y="805"/>
                        <a:pt x="7963" y="805"/>
                      </a:cubicBezTo>
                      <a:cubicBezTo>
                        <a:pt x="7931" y="805"/>
                        <a:pt x="7901" y="811"/>
                        <a:pt x="7874" y="822"/>
                      </a:cubicBezTo>
                      <a:cubicBezTo>
                        <a:pt x="7814" y="842"/>
                        <a:pt x="7834" y="963"/>
                        <a:pt x="7774" y="993"/>
                      </a:cubicBezTo>
                      <a:cubicBezTo>
                        <a:pt x="7767" y="996"/>
                        <a:pt x="7759" y="998"/>
                        <a:pt x="7752" y="998"/>
                      </a:cubicBezTo>
                      <a:cubicBezTo>
                        <a:pt x="7702" y="998"/>
                        <a:pt x="7648" y="930"/>
                        <a:pt x="7599" y="930"/>
                      </a:cubicBezTo>
                      <a:cubicBezTo>
                        <a:pt x="7594" y="930"/>
                        <a:pt x="7589" y="931"/>
                        <a:pt x="7584" y="933"/>
                      </a:cubicBezTo>
                      <a:cubicBezTo>
                        <a:pt x="7463" y="993"/>
                        <a:pt x="7513" y="1213"/>
                        <a:pt x="7423" y="1314"/>
                      </a:cubicBezTo>
                      <a:cubicBezTo>
                        <a:pt x="7303" y="1464"/>
                        <a:pt x="7293" y="1655"/>
                        <a:pt x="7162" y="1785"/>
                      </a:cubicBezTo>
                      <a:cubicBezTo>
                        <a:pt x="7152" y="1797"/>
                        <a:pt x="7140" y="1802"/>
                        <a:pt x="7126" y="1802"/>
                      </a:cubicBezTo>
                      <a:cubicBezTo>
                        <a:pt x="7082" y="1802"/>
                        <a:pt x="7023" y="1759"/>
                        <a:pt x="6983" y="1759"/>
                      </a:cubicBezTo>
                      <a:cubicBezTo>
                        <a:pt x="6970" y="1759"/>
                        <a:pt x="6959" y="1763"/>
                        <a:pt x="6952" y="1775"/>
                      </a:cubicBezTo>
                      <a:cubicBezTo>
                        <a:pt x="6811" y="1956"/>
                        <a:pt x="7303" y="2397"/>
                        <a:pt x="7082" y="2447"/>
                      </a:cubicBezTo>
                      <a:cubicBezTo>
                        <a:pt x="7081" y="2447"/>
                        <a:pt x="7079" y="2448"/>
                        <a:pt x="7078" y="2448"/>
                      </a:cubicBezTo>
                      <a:cubicBezTo>
                        <a:pt x="7025" y="2448"/>
                        <a:pt x="7081" y="2257"/>
                        <a:pt x="7022" y="2257"/>
                      </a:cubicBezTo>
                      <a:cubicBezTo>
                        <a:pt x="6791" y="2277"/>
                        <a:pt x="7072" y="2959"/>
                        <a:pt x="6841" y="2959"/>
                      </a:cubicBezTo>
                      <a:cubicBezTo>
                        <a:pt x="6420" y="2949"/>
                        <a:pt x="6560" y="2146"/>
                        <a:pt x="6300" y="1815"/>
                      </a:cubicBezTo>
                      <a:cubicBezTo>
                        <a:pt x="6229" y="1725"/>
                        <a:pt x="6159" y="1645"/>
                        <a:pt x="6109" y="1555"/>
                      </a:cubicBezTo>
                      <a:cubicBezTo>
                        <a:pt x="5938" y="1274"/>
                        <a:pt x="6229" y="722"/>
                        <a:pt x="5928" y="592"/>
                      </a:cubicBezTo>
                      <a:cubicBezTo>
                        <a:pt x="5917" y="586"/>
                        <a:pt x="5906" y="584"/>
                        <a:pt x="5895" y="584"/>
                      </a:cubicBezTo>
                      <a:cubicBezTo>
                        <a:pt x="5759" y="584"/>
                        <a:pt x="5687" y="1001"/>
                        <a:pt x="5550" y="1001"/>
                      </a:cubicBezTo>
                      <a:cubicBezTo>
                        <a:pt x="5540" y="1001"/>
                        <a:pt x="5529" y="998"/>
                        <a:pt x="5517" y="993"/>
                      </a:cubicBezTo>
                      <a:cubicBezTo>
                        <a:pt x="5417" y="943"/>
                        <a:pt x="5628" y="682"/>
                        <a:pt x="5517" y="652"/>
                      </a:cubicBezTo>
                      <a:cubicBezTo>
                        <a:pt x="5509" y="650"/>
                        <a:pt x="5502" y="649"/>
                        <a:pt x="5495" y="649"/>
                      </a:cubicBezTo>
                      <a:cubicBezTo>
                        <a:pt x="5349" y="649"/>
                        <a:pt x="5479" y="1145"/>
                        <a:pt x="5307" y="1183"/>
                      </a:cubicBezTo>
                      <a:cubicBezTo>
                        <a:pt x="5303" y="1184"/>
                        <a:pt x="5300" y="1184"/>
                        <a:pt x="5297" y="1184"/>
                      </a:cubicBezTo>
                      <a:cubicBezTo>
                        <a:pt x="5200" y="1184"/>
                        <a:pt x="5253" y="892"/>
                        <a:pt x="5146" y="862"/>
                      </a:cubicBezTo>
                      <a:cubicBezTo>
                        <a:pt x="5142" y="862"/>
                        <a:pt x="5139" y="861"/>
                        <a:pt x="5135" y="861"/>
                      </a:cubicBezTo>
                      <a:cubicBezTo>
                        <a:pt x="5066" y="861"/>
                        <a:pt x="5043" y="1043"/>
                        <a:pt x="4971" y="1043"/>
                      </a:cubicBezTo>
                      <a:cubicBezTo>
                        <a:pt x="4969" y="1043"/>
                        <a:pt x="4967" y="1043"/>
                        <a:pt x="4966" y="1043"/>
                      </a:cubicBezTo>
                      <a:cubicBezTo>
                        <a:pt x="4765" y="1023"/>
                        <a:pt x="4986" y="551"/>
                        <a:pt x="4815" y="451"/>
                      </a:cubicBezTo>
                      <a:cubicBezTo>
                        <a:pt x="4805" y="446"/>
                        <a:pt x="4796" y="444"/>
                        <a:pt x="4788" y="444"/>
                      </a:cubicBezTo>
                      <a:cubicBezTo>
                        <a:pt x="4685" y="444"/>
                        <a:pt x="4656" y="794"/>
                        <a:pt x="4529" y="794"/>
                      </a:cubicBezTo>
                      <a:cubicBezTo>
                        <a:pt x="4524" y="794"/>
                        <a:pt x="4519" y="793"/>
                        <a:pt x="4514" y="792"/>
                      </a:cubicBezTo>
                      <a:cubicBezTo>
                        <a:pt x="4354" y="762"/>
                        <a:pt x="4564" y="321"/>
                        <a:pt x="4404" y="301"/>
                      </a:cubicBezTo>
                      <a:cubicBezTo>
                        <a:pt x="4391" y="299"/>
                        <a:pt x="4379" y="298"/>
                        <a:pt x="4367" y="298"/>
                      </a:cubicBezTo>
                      <a:cubicBezTo>
                        <a:pt x="4058" y="298"/>
                        <a:pt x="3990" y="905"/>
                        <a:pt x="3932" y="1234"/>
                      </a:cubicBezTo>
                      <a:cubicBezTo>
                        <a:pt x="3902" y="1414"/>
                        <a:pt x="4093" y="1705"/>
                        <a:pt x="3922" y="1795"/>
                      </a:cubicBezTo>
                      <a:cubicBezTo>
                        <a:pt x="3913" y="1800"/>
                        <a:pt x="3904" y="1802"/>
                        <a:pt x="3895" y="1802"/>
                      </a:cubicBezTo>
                      <a:cubicBezTo>
                        <a:pt x="3812" y="1802"/>
                        <a:pt x="3710" y="1649"/>
                        <a:pt x="3637" y="1649"/>
                      </a:cubicBezTo>
                      <a:cubicBezTo>
                        <a:pt x="3624" y="1649"/>
                        <a:pt x="3612" y="1654"/>
                        <a:pt x="3601" y="1665"/>
                      </a:cubicBezTo>
                      <a:cubicBezTo>
                        <a:pt x="3511" y="1755"/>
                        <a:pt x="3652" y="1926"/>
                        <a:pt x="3652" y="2056"/>
                      </a:cubicBezTo>
                      <a:cubicBezTo>
                        <a:pt x="3642" y="2195"/>
                        <a:pt x="3495" y="2309"/>
                        <a:pt x="3362" y="2309"/>
                      </a:cubicBezTo>
                      <a:cubicBezTo>
                        <a:pt x="3351" y="2309"/>
                        <a:pt x="3341" y="2308"/>
                        <a:pt x="3331" y="2307"/>
                      </a:cubicBezTo>
                      <a:cubicBezTo>
                        <a:pt x="3240" y="2287"/>
                        <a:pt x="3240" y="2166"/>
                        <a:pt x="3220" y="2076"/>
                      </a:cubicBezTo>
                      <a:cubicBezTo>
                        <a:pt x="3206" y="2039"/>
                        <a:pt x="3149" y="2030"/>
                        <a:pt x="3100" y="2030"/>
                      </a:cubicBezTo>
                      <a:lnTo>
                        <a:pt x="3100" y="2030"/>
                      </a:lnTo>
                      <a:cubicBezTo>
                        <a:pt x="3422" y="1949"/>
                        <a:pt x="2909" y="1137"/>
                        <a:pt x="2689" y="792"/>
                      </a:cubicBezTo>
                      <a:cubicBezTo>
                        <a:pt x="2659" y="732"/>
                        <a:pt x="2618" y="682"/>
                        <a:pt x="2618" y="622"/>
                      </a:cubicBezTo>
                      <a:cubicBezTo>
                        <a:pt x="2598" y="431"/>
                        <a:pt x="2909" y="220"/>
                        <a:pt x="2769" y="110"/>
                      </a:cubicBezTo>
                      <a:cubicBezTo>
                        <a:pt x="2673" y="46"/>
                        <a:pt x="2551" y="1"/>
                        <a:pt x="243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61" name="Google Shape;14361;p50"/>
                <p:cNvSpPr/>
                <p:nvPr/>
              </p:nvSpPr>
              <p:spPr>
                <a:xfrm>
                  <a:off x="2953550" y="2749147"/>
                  <a:ext cx="222088" cy="148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8" h="3707" extrusionOk="0">
                      <a:moveTo>
                        <a:pt x="635" y="0"/>
                      </a:moveTo>
                      <a:cubicBezTo>
                        <a:pt x="628" y="0"/>
                        <a:pt x="620" y="1"/>
                        <a:pt x="613" y="2"/>
                      </a:cubicBezTo>
                      <a:cubicBezTo>
                        <a:pt x="522" y="12"/>
                        <a:pt x="492" y="122"/>
                        <a:pt x="492" y="213"/>
                      </a:cubicBezTo>
                      <a:cubicBezTo>
                        <a:pt x="472" y="564"/>
                        <a:pt x="452" y="915"/>
                        <a:pt x="422" y="1266"/>
                      </a:cubicBezTo>
                      <a:cubicBezTo>
                        <a:pt x="392" y="1577"/>
                        <a:pt x="272" y="1687"/>
                        <a:pt x="141" y="1928"/>
                      </a:cubicBezTo>
                      <a:cubicBezTo>
                        <a:pt x="1" y="2169"/>
                        <a:pt x="41" y="2500"/>
                        <a:pt x="51" y="2770"/>
                      </a:cubicBezTo>
                      <a:cubicBezTo>
                        <a:pt x="61" y="3041"/>
                        <a:pt x="111" y="3352"/>
                        <a:pt x="342" y="3472"/>
                      </a:cubicBezTo>
                      <a:cubicBezTo>
                        <a:pt x="414" y="3512"/>
                        <a:pt x="491" y="3527"/>
                        <a:pt x="571" y="3527"/>
                      </a:cubicBezTo>
                      <a:cubicBezTo>
                        <a:pt x="733" y="3527"/>
                        <a:pt x="906" y="3466"/>
                        <a:pt x="1074" y="3432"/>
                      </a:cubicBezTo>
                      <a:cubicBezTo>
                        <a:pt x="1155" y="3417"/>
                        <a:pt x="1238" y="3411"/>
                        <a:pt x="1322" y="3411"/>
                      </a:cubicBezTo>
                      <a:cubicBezTo>
                        <a:pt x="1518" y="3411"/>
                        <a:pt x="1720" y="3444"/>
                        <a:pt x="1917" y="3472"/>
                      </a:cubicBezTo>
                      <a:cubicBezTo>
                        <a:pt x="2952" y="3633"/>
                        <a:pt x="4004" y="3707"/>
                        <a:pt x="5058" y="3707"/>
                      </a:cubicBezTo>
                      <a:cubicBezTo>
                        <a:pt x="5188" y="3707"/>
                        <a:pt x="5317" y="3705"/>
                        <a:pt x="5447" y="3703"/>
                      </a:cubicBezTo>
                      <a:lnTo>
                        <a:pt x="5538" y="2359"/>
                      </a:lnTo>
                      <a:cubicBezTo>
                        <a:pt x="5451" y="2330"/>
                        <a:pt x="5355" y="1996"/>
                        <a:pt x="5268" y="1996"/>
                      </a:cubicBezTo>
                      <a:cubicBezTo>
                        <a:pt x="5264" y="1996"/>
                        <a:pt x="5260" y="1997"/>
                        <a:pt x="5257" y="1998"/>
                      </a:cubicBezTo>
                      <a:cubicBezTo>
                        <a:pt x="5249" y="2000"/>
                        <a:pt x="5242" y="2002"/>
                        <a:pt x="5234" y="2002"/>
                      </a:cubicBezTo>
                      <a:cubicBezTo>
                        <a:pt x="5164" y="2002"/>
                        <a:pt x="5079" y="1916"/>
                        <a:pt x="5023" y="1916"/>
                      </a:cubicBezTo>
                      <a:cubicBezTo>
                        <a:pt x="5008" y="1916"/>
                        <a:pt x="4996" y="1922"/>
                        <a:pt x="4986" y="1938"/>
                      </a:cubicBezTo>
                      <a:cubicBezTo>
                        <a:pt x="4943" y="2006"/>
                        <a:pt x="4871" y="2075"/>
                        <a:pt x="4801" y="2075"/>
                      </a:cubicBezTo>
                      <a:cubicBezTo>
                        <a:pt x="4789" y="2075"/>
                        <a:pt x="4777" y="2073"/>
                        <a:pt x="4765" y="2068"/>
                      </a:cubicBezTo>
                      <a:cubicBezTo>
                        <a:pt x="4666" y="2032"/>
                        <a:pt x="4632" y="1819"/>
                        <a:pt x="4561" y="1819"/>
                      </a:cubicBezTo>
                      <a:cubicBezTo>
                        <a:pt x="4553" y="1819"/>
                        <a:pt x="4544" y="1821"/>
                        <a:pt x="4535" y="1827"/>
                      </a:cubicBezTo>
                      <a:cubicBezTo>
                        <a:pt x="4474" y="1864"/>
                        <a:pt x="4409" y="1897"/>
                        <a:pt x="4354" y="1897"/>
                      </a:cubicBezTo>
                      <a:cubicBezTo>
                        <a:pt x="4319" y="1897"/>
                        <a:pt x="4287" y="1883"/>
                        <a:pt x="4264" y="1848"/>
                      </a:cubicBezTo>
                      <a:cubicBezTo>
                        <a:pt x="4194" y="1757"/>
                        <a:pt x="4254" y="1627"/>
                        <a:pt x="4234" y="1507"/>
                      </a:cubicBezTo>
                      <a:cubicBezTo>
                        <a:pt x="4204" y="1326"/>
                        <a:pt x="4093" y="1045"/>
                        <a:pt x="3913" y="1045"/>
                      </a:cubicBezTo>
                      <a:cubicBezTo>
                        <a:pt x="3742" y="1055"/>
                        <a:pt x="3562" y="1226"/>
                        <a:pt x="3532" y="1406"/>
                      </a:cubicBezTo>
                      <a:cubicBezTo>
                        <a:pt x="3501" y="1627"/>
                        <a:pt x="3742" y="1878"/>
                        <a:pt x="3572" y="2028"/>
                      </a:cubicBezTo>
                      <a:cubicBezTo>
                        <a:pt x="3554" y="2046"/>
                        <a:pt x="3535" y="2053"/>
                        <a:pt x="3515" y="2053"/>
                      </a:cubicBezTo>
                      <a:cubicBezTo>
                        <a:pt x="3432" y="2053"/>
                        <a:pt x="3341" y="1922"/>
                        <a:pt x="3341" y="1817"/>
                      </a:cubicBezTo>
                      <a:cubicBezTo>
                        <a:pt x="3331" y="1687"/>
                        <a:pt x="3381" y="1557"/>
                        <a:pt x="3341" y="1426"/>
                      </a:cubicBezTo>
                      <a:cubicBezTo>
                        <a:pt x="3331" y="1366"/>
                        <a:pt x="3291" y="1316"/>
                        <a:pt x="3281" y="1256"/>
                      </a:cubicBezTo>
                      <a:cubicBezTo>
                        <a:pt x="3261" y="1176"/>
                        <a:pt x="3291" y="1105"/>
                        <a:pt x="3301" y="1025"/>
                      </a:cubicBezTo>
                      <a:cubicBezTo>
                        <a:pt x="3301" y="945"/>
                        <a:pt x="3281" y="824"/>
                        <a:pt x="3211" y="824"/>
                      </a:cubicBezTo>
                      <a:cubicBezTo>
                        <a:pt x="3204" y="825"/>
                        <a:pt x="3198" y="825"/>
                        <a:pt x="3192" y="825"/>
                      </a:cubicBezTo>
                      <a:cubicBezTo>
                        <a:pt x="3128" y="825"/>
                        <a:pt x="3065" y="792"/>
                        <a:pt x="3006" y="792"/>
                      </a:cubicBezTo>
                      <a:cubicBezTo>
                        <a:pt x="2987" y="792"/>
                        <a:pt x="2968" y="795"/>
                        <a:pt x="2950" y="804"/>
                      </a:cubicBezTo>
                      <a:cubicBezTo>
                        <a:pt x="2881" y="827"/>
                        <a:pt x="2823" y="898"/>
                        <a:pt x="2769" y="898"/>
                      </a:cubicBezTo>
                      <a:cubicBezTo>
                        <a:pt x="2752" y="898"/>
                        <a:pt x="2736" y="891"/>
                        <a:pt x="2719" y="875"/>
                      </a:cubicBezTo>
                      <a:cubicBezTo>
                        <a:pt x="2689" y="855"/>
                        <a:pt x="2669" y="814"/>
                        <a:pt x="2629" y="804"/>
                      </a:cubicBezTo>
                      <a:cubicBezTo>
                        <a:pt x="2623" y="802"/>
                        <a:pt x="2617" y="800"/>
                        <a:pt x="2611" y="800"/>
                      </a:cubicBezTo>
                      <a:cubicBezTo>
                        <a:pt x="2593" y="800"/>
                        <a:pt x="2571" y="810"/>
                        <a:pt x="2549" y="824"/>
                      </a:cubicBezTo>
                      <a:cubicBezTo>
                        <a:pt x="2448" y="875"/>
                        <a:pt x="2298" y="865"/>
                        <a:pt x="2238" y="965"/>
                      </a:cubicBezTo>
                      <a:cubicBezTo>
                        <a:pt x="2107" y="1206"/>
                        <a:pt x="2298" y="1496"/>
                        <a:pt x="2328" y="1767"/>
                      </a:cubicBezTo>
                      <a:cubicBezTo>
                        <a:pt x="2338" y="1888"/>
                        <a:pt x="2348" y="2018"/>
                        <a:pt x="2288" y="2118"/>
                      </a:cubicBezTo>
                      <a:cubicBezTo>
                        <a:pt x="2252" y="2183"/>
                        <a:pt x="2179" y="2224"/>
                        <a:pt x="2112" y="2224"/>
                      </a:cubicBezTo>
                      <a:cubicBezTo>
                        <a:pt x="2065" y="2224"/>
                        <a:pt x="2022" y="2204"/>
                        <a:pt x="1997" y="2158"/>
                      </a:cubicBezTo>
                      <a:cubicBezTo>
                        <a:pt x="1967" y="2118"/>
                        <a:pt x="1967" y="2058"/>
                        <a:pt x="1957" y="2008"/>
                      </a:cubicBezTo>
                      <a:cubicBezTo>
                        <a:pt x="1937" y="1848"/>
                        <a:pt x="1846" y="1697"/>
                        <a:pt x="1796" y="1547"/>
                      </a:cubicBezTo>
                      <a:cubicBezTo>
                        <a:pt x="1746" y="1396"/>
                        <a:pt x="1897" y="1256"/>
                        <a:pt x="1866" y="1095"/>
                      </a:cubicBezTo>
                      <a:cubicBezTo>
                        <a:pt x="1836" y="955"/>
                        <a:pt x="1796" y="844"/>
                        <a:pt x="1686" y="764"/>
                      </a:cubicBezTo>
                      <a:cubicBezTo>
                        <a:pt x="1670" y="750"/>
                        <a:pt x="1651" y="744"/>
                        <a:pt x="1629" y="744"/>
                      </a:cubicBezTo>
                      <a:cubicBezTo>
                        <a:pt x="1545" y="744"/>
                        <a:pt x="1429" y="833"/>
                        <a:pt x="1354" y="833"/>
                      </a:cubicBezTo>
                      <a:cubicBezTo>
                        <a:pt x="1328" y="833"/>
                        <a:pt x="1308" y="822"/>
                        <a:pt x="1295" y="794"/>
                      </a:cubicBezTo>
                      <a:cubicBezTo>
                        <a:pt x="1247" y="699"/>
                        <a:pt x="1308" y="522"/>
                        <a:pt x="1220" y="522"/>
                      </a:cubicBezTo>
                      <a:cubicBezTo>
                        <a:pt x="1215" y="522"/>
                        <a:pt x="1210" y="523"/>
                        <a:pt x="1204" y="524"/>
                      </a:cubicBezTo>
                      <a:cubicBezTo>
                        <a:pt x="1164" y="534"/>
                        <a:pt x="1134" y="564"/>
                        <a:pt x="1094" y="584"/>
                      </a:cubicBezTo>
                      <a:cubicBezTo>
                        <a:pt x="1078" y="589"/>
                        <a:pt x="1064" y="592"/>
                        <a:pt x="1049" y="592"/>
                      </a:cubicBezTo>
                      <a:cubicBezTo>
                        <a:pt x="937" y="592"/>
                        <a:pt x="871" y="427"/>
                        <a:pt x="853" y="293"/>
                      </a:cubicBezTo>
                      <a:cubicBezTo>
                        <a:pt x="834" y="160"/>
                        <a:pt x="762" y="0"/>
                        <a:pt x="63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62" name="Google Shape;14362;p50"/>
                <p:cNvSpPr/>
                <p:nvPr/>
              </p:nvSpPr>
              <p:spPr>
                <a:xfrm>
                  <a:off x="2542046" y="2721395"/>
                  <a:ext cx="200352" cy="148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3707" extrusionOk="0">
                      <a:moveTo>
                        <a:pt x="582" y="0"/>
                      </a:moveTo>
                      <a:cubicBezTo>
                        <a:pt x="575" y="0"/>
                        <a:pt x="569" y="1"/>
                        <a:pt x="562" y="2"/>
                      </a:cubicBezTo>
                      <a:cubicBezTo>
                        <a:pt x="482" y="12"/>
                        <a:pt x="442" y="122"/>
                        <a:pt x="442" y="212"/>
                      </a:cubicBezTo>
                      <a:cubicBezTo>
                        <a:pt x="432" y="564"/>
                        <a:pt x="402" y="915"/>
                        <a:pt x="382" y="1266"/>
                      </a:cubicBezTo>
                      <a:cubicBezTo>
                        <a:pt x="352" y="1577"/>
                        <a:pt x="241" y="1687"/>
                        <a:pt x="121" y="1928"/>
                      </a:cubicBezTo>
                      <a:cubicBezTo>
                        <a:pt x="1" y="2168"/>
                        <a:pt x="31" y="2499"/>
                        <a:pt x="41" y="2770"/>
                      </a:cubicBezTo>
                      <a:cubicBezTo>
                        <a:pt x="51" y="3041"/>
                        <a:pt x="101" y="3352"/>
                        <a:pt x="312" y="3472"/>
                      </a:cubicBezTo>
                      <a:cubicBezTo>
                        <a:pt x="378" y="3512"/>
                        <a:pt x="448" y="3527"/>
                        <a:pt x="521" y="3527"/>
                      </a:cubicBezTo>
                      <a:cubicBezTo>
                        <a:pt x="668" y="3527"/>
                        <a:pt x="825" y="3466"/>
                        <a:pt x="974" y="3432"/>
                      </a:cubicBezTo>
                      <a:cubicBezTo>
                        <a:pt x="1052" y="3417"/>
                        <a:pt x="1130" y="3411"/>
                        <a:pt x="1207" y="3411"/>
                      </a:cubicBezTo>
                      <a:cubicBezTo>
                        <a:pt x="1390" y="3411"/>
                        <a:pt x="1570" y="3444"/>
                        <a:pt x="1746" y="3472"/>
                      </a:cubicBezTo>
                      <a:cubicBezTo>
                        <a:pt x="2701" y="3633"/>
                        <a:pt x="3673" y="3706"/>
                        <a:pt x="4639" y="3706"/>
                      </a:cubicBezTo>
                      <a:cubicBezTo>
                        <a:pt x="4758" y="3706"/>
                        <a:pt x="4877" y="3705"/>
                        <a:pt x="4996" y="3703"/>
                      </a:cubicBezTo>
                      <a:lnTo>
                        <a:pt x="4996" y="2098"/>
                      </a:lnTo>
                      <a:cubicBezTo>
                        <a:pt x="4919" y="2069"/>
                        <a:pt x="4823" y="1735"/>
                        <a:pt x="4745" y="1735"/>
                      </a:cubicBezTo>
                      <a:cubicBezTo>
                        <a:pt x="4741" y="1735"/>
                        <a:pt x="4738" y="1736"/>
                        <a:pt x="4735" y="1737"/>
                      </a:cubicBezTo>
                      <a:cubicBezTo>
                        <a:pt x="4655" y="1767"/>
                        <a:pt x="4615" y="1857"/>
                        <a:pt x="4574" y="1938"/>
                      </a:cubicBezTo>
                      <a:cubicBezTo>
                        <a:pt x="4532" y="2006"/>
                        <a:pt x="4467" y="2075"/>
                        <a:pt x="4399" y="2075"/>
                      </a:cubicBezTo>
                      <a:cubicBezTo>
                        <a:pt x="4387" y="2075"/>
                        <a:pt x="4376" y="2073"/>
                        <a:pt x="4364" y="2068"/>
                      </a:cubicBezTo>
                      <a:cubicBezTo>
                        <a:pt x="4283" y="2032"/>
                        <a:pt x="4250" y="1818"/>
                        <a:pt x="4179" y="1818"/>
                      </a:cubicBezTo>
                      <a:cubicBezTo>
                        <a:pt x="4171" y="1818"/>
                        <a:pt x="4162" y="1821"/>
                        <a:pt x="4153" y="1827"/>
                      </a:cubicBezTo>
                      <a:cubicBezTo>
                        <a:pt x="4098" y="1864"/>
                        <a:pt x="4044" y="1897"/>
                        <a:pt x="3993" y="1897"/>
                      </a:cubicBezTo>
                      <a:cubicBezTo>
                        <a:pt x="3961" y="1897"/>
                        <a:pt x="3930" y="1883"/>
                        <a:pt x="3902" y="1847"/>
                      </a:cubicBezTo>
                      <a:cubicBezTo>
                        <a:pt x="3842" y="1757"/>
                        <a:pt x="3902" y="1627"/>
                        <a:pt x="3882" y="1506"/>
                      </a:cubicBezTo>
                      <a:cubicBezTo>
                        <a:pt x="3852" y="1326"/>
                        <a:pt x="3752" y="1045"/>
                        <a:pt x="3581" y="1045"/>
                      </a:cubicBezTo>
                      <a:cubicBezTo>
                        <a:pt x="3421" y="1055"/>
                        <a:pt x="3260" y="1226"/>
                        <a:pt x="3240" y="1406"/>
                      </a:cubicBezTo>
                      <a:cubicBezTo>
                        <a:pt x="3210" y="1627"/>
                        <a:pt x="3431" y="1878"/>
                        <a:pt x="3271" y="2028"/>
                      </a:cubicBezTo>
                      <a:cubicBezTo>
                        <a:pt x="3255" y="2046"/>
                        <a:pt x="3237" y="2053"/>
                        <a:pt x="3219" y="2053"/>
                      </a:cubicBezTo>
                      <a:cubicBezTo>
                        <a:pt x="3144" y="2053"/>
                        <a:pt x="3060" y="1922"/>
                        <a:pt x="3060" y="1817"/>
                      </a:cubicBezTo>
                      <a:cubicBezTo>
                        <a:pt x="3050" y="1687"/>
                        <a:pt x="3100" y="1557"/>
                        <a:pt x="3060" y="1426"/>
                      </a:cubicBezTo>
                      <a:cubicBezTo>
                        <a:pt x="3050" y="1366"/>
                        <a:pt x="3010" y="1316"/>
                        <a:pt x="3000" y="1256"/>
                      </a:cubicBezTo>
                      <a:cubicBezTo>
                        <a:pt x="2990" y="1175"/>
                        <a:pt x="3020" y="1105"/>
                        <a:pt x="3020" y="1025"/>
                      </a:cubicBezTo>
                      <a:cubicBezTo>
                        <a:pt x="3030" y="945"/>
                        <a:pt x="3010" y="824"/>
                        <a:pt x="2940" y="824"/>
                      </a:cubicBezTo>
                      <a:cubicBezTo>
                        <a:pt x="2934" y="825"/>
                        <a:pt x="2929" y="825"/>
                        <a:pt x="2923" y="825"/>
                      </a:cubicBezTo>
                      <a:cubicBezTo>
                        <a:pt x="2866" y="825"/>
                        <a:pt x="2810" y="792"/>
                        <a:pt x="2753" y="792"/>
                      </a:cubicBezTo>
                      <a:cubicBezTo>
                        <a:pt x="2735" y="792"/>
                        <a:pt x="2717" y="795"/>
                        <a:pt x="2699" y="804"/>
                      </a:cubicBezTo>
                      <a:cubicBezTo>
                        <a:pt x="2637" y="827"/>
                        <a:pt x="2588" y="897"/>
                        <a:pt x="2536" y="897"/>
                      </a:cubicBezTo>
                      <a:cubicBezTo>
                        <a:pt x="2520" y="897"/>
                        <a:pt x="2505" y="891"/>
                        <a:pt x="2488" y="874"/>
                      </a:cubicBezTo>
                      <a:cubicBezTo>
                        <a:pt x="2468" y="854"/>
                        <a:pt x="2448" y="814"/>
                        <a:pt x="2408" y="804"/>
                      </a:cubicBezTo>
                      <a:cubicBezTo>
                        <a:pt x="2403" y="802"/>
                        <a:pt x="2396" y="800"/>
                        <a:pt x="2390" y="800"/>
                      </a:cubicBezTo>
                      <a:cubicBezTo>
                        <a:pt x="2372" y="800"/>
                        <a:pt x="2350" y="810"/>
                        <a:pt x="2328" y="824"/>
                      </a:cubicBezTo>
                      <a:cubicBezTo>
                        <a:pt x="2237" y="874"/>
                        <a:pt x="2097" y="864"/>
                        <a:pt x="2047" y="965"/>
                      </a:cubicBezTo>
                      <a:cubicBezTo>
                        <a:pt x="1936" y="1205"/>
                        <a:pt x="2107" y="1496"/>
                        <a:pt x="2127" y="1767"/>
                      </a:cubicBezTo>
                      <a:cubicBezTo>
                        <a:pt x="2147" y="1888"/>
                        <a:pt x="2157" y="2018"/>
                        <a:pt x="2097" y="2118"/>
                      </a:cubicBezTo>
                      <a:cubicBezTo>
                        <a:pt x="2062" y="2183"/>
                        <a:pt x="1995" y="2224"/>
                        <a:pt x="1934" y="2224"/>
                      </a:cubicBezTo>
                      <a:cubicBezTo>
                        <a:pt x="1891" y="2224"/>
                        <a:pt x="1851" y="2204"/>
                        <a:pt x="1826" y="2158"/>
                      </a:cubicBezTo>
                      <a:cubicBezTo>
                        <a:pt x="1796" y="2118"/>
                        <a:pt x="1796" y="2058"/>
                        <a:pt x="1786" y="2008"/>
                      </a:cubicBezTo>
                      <a:cubicBezTo>
                        <a:pt x="1776" y="1847"/>
                        <a:pt x="1696" y="1697"/>
                        <a:pt x="1646" y="1547"/>
                      </a:cubicBezTo>
                      <a:cubicBezTo>
                        <a:pt x="1595" y="1396"/>
                        <a:pt x="1736" y="1256"/>
                        <a:pt x="1706" y="1095"/>
                      </a:cubicBezTo>
                      <a:cubicBezTo>
                        <a:pt x="1686" y="955"/>
                        <a:pt x="1636" y="844"/>
                        <a:pt x="1545" y="764"/>
                      </a:cubicBezTo>
                      <a:cubicBezTo>
                        <a:pt x="1529" y="750"/>
                        <a:pt x="1511" y="744"/>
                        <a:pt x="1491" y="744"/>
                      </a:cubicBezTo>
                      <a:cubicBezTo>
                        <a:pt x="1412" y="744"/>
                        <a:pt x="1308" y="833"/>
                        <a:pt x="1240" y="833"/>
                      </a:cubicBezTo>
                      <a:cubicBezTo>
                        <a:pt x="1216" y="833"/>
                        <a:pt x="1197" y="822"/>
                        <a:pt x="1184" y="794"/>
                      </a:cubicBezTo>
                      <a:cubicBezTo>
                        <a:pt x="1136" y="699"/>
                        <a:pt x="1198" y="522"/>
                        <a:pt x="1109" y="522"/>
                      </a:cubicBezTo>
                      <a:cubicBezTo>
                        <a:pt x="1104" y="522"/>
                        <a:pt x="1099" y="522"/>
                        <a:pt x="1094" y="523"/>
                      </a:cubicBezTo>
                      <a:cubicBezTo>
                        <a:pt x="1064" y="533"/>
                        <a:pt x="1034" y="564"/>
                        <a:pt x="994" y="584"/>
                      </a:cubicBezTo>
                      <a:cubicBezTo>
                        <a:pt x="980" y="589"/>
                        <a:pt x="967" y="592"/>
                        <a:pt x="955" y="592"/>
                      </a:cubicBezTo>
                      <a:cubicBezTo>
                        <a:pt x="856" y="592"/>
                        <a:pt x="791" y="426"/>
                        <a:pt x="773" y="293"/>
                      </a:cubicBezTo>
                      <a:cubicBezTo>
                        <a:pt x="763" y="160"/>
                        <a:pt x="691" y="0"/>
                        <a:pt x="5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63" name="Google Shape;14363;p50"/>
                <p:cNvSpPr/>
                <p:nvPr/>
              </p:nvSpPr>
              <p:spPr>
                <a:xfrm>
                  <a:off x="2871498" y="2774853"/>
                  <a:ext cx="200352" cy="116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2906" extrusionOk="0">
                      <a:moveTo>
                        <a:pt x="4408" y="1"/>
                      </a:moveTo>
                      <a:cubicBezTo>
                        <a:pt x="4294" y="1"/>
                        <a:pt x="4232" y="121"/>
                        <a:pt x="4213" y="224"/>
                      </a:cubicBezTo>
                      <a:cubicBezTo>
                        <a:pt x="4205" y="330"/>
                        <a:pt x="4140" y="461"/>
                        <a:pt x="4042" y="461"/>
                      </a:cubicBezTo>
                      <a:cubicBezTo>
                        <a:pt x="4029" y="461"/>
                        <a:pt x="4016" y="459"/>
                        <a:pt x="4003" y="454"/>
                      </a:cubicBezTo>
                      <a:cubicBezTo>
                        <a:pt x="3963" y="444"/>
                        <a:pt x="3933" y="414"/>
                        <a:pt x="3892" y="404"/>
                      </a:cubicBezTo>
                      <a:cubicBezTo>
                        <a:pt x="3889" y="404"/>
                        <a:pt x="3886" y="404"/>
                        <a:pt x="3883" y="404"/>
                      </a:cubicBezTo>
                      <a:cubicBezTo>
                        <a:pt x="3796" y="404"/>
                        <a:pt x="3861" y="547"/>
                        <a:pt x="3812" y="625"/>
                      </a:cubicBezTo>
                      <a:cubicBezTo>
                        <a:pt x="3800" y="643"/>
                        <a:pt x="3783" y="650"/>
                        <a:pt x="3762" y="650"/>
                      </a:cubicBezTo>
                      <a:cubicBezTo>
                        <a:pt x="3693" y="650"/>
                        <a:pt x="3587" y="579"/>
                        <a:pt x="3507" y="579"/>
                      </a:cubicBezTo>
                      <a:cubicBezTo>
                        <a:pt x="3486" y="579"/>
                        <a:pt x="3467" y="583"/>
                        <a:pt x="3451" y="595"/>
                      </a:cubicBezTo>
                      <a:cubicBezTo>
                        <a:pt x="3351" y="665"/>
                        <a:pt x="3311" y="745"/>
                        <a:pt x="3291" y="855"/>
                      </a:cubicBezTo>
                      <a:cubicBezTo>
                        <a:pt x="3261" y="976"/>
                        <a:pt x="3391" y="1086"/>
                        <a:pt x="3351" y="1207"/>
                      </a:cubicBezTo>
                      <a:cubicBezTo>
                        <a:pt x="3301" y="1327"/>
                        <a:pt x="3220" y="1447"/>
                        <a:pt x="3200" y="1568"/>
                      </a:cubicBezTo>
                      <a:cubicBezTo>
                        <a:pt x="3200" y="1608"/>
                        <a:pt x="3200" y="1658"/>
                        <a:pt x="3170" y="1688"/>
                      </a:cubicBezTo>
                      <a:cubicBezTo>
                        <a:pt x="3146" y="1721"/>
                        <a:pt x="3104" y="1735"/>
                        <a:pt x="3060" y="1735"/>
                      </a:cubicBezTo>
                      <a:cubicBezTo>
                        <a:pt x="2997" y="1735"/>
                        <a:pt x="2929" y="1705"/>
                        <a:pt x="2899" y="1658"/>
                      </a:cubicBezTo>
                      <a:cubicBezTo>
                        <a:pt x="2839" y="1578"/>
                        <a:pt x="2849" y="1477"/>
                        <a:pt x="2859" y="1377"/>
                      </a:cubicBezTo>
                      <a:cubicBezTo>
                        <a:pt x="2889" y="1166"/>
                        <a:pt x="3060" y="936"/>
                        <a:pt x="2950" y="755"/>
                      </a:cubicBezTo>
                      <a:cubicBezTo>
                        <a:pt x="2889" y="675"/>
                        <a:pt x="2759" y="675"/>
                        <a:pt x="2659" y="645"/>
                      </a:cubicBezTo>
                      <a:cubicBezTo>
                        <a:pt x="2642" y="637"/>
                        <a:pt x="2620" y="622"/>
                        <a:pt x="2596" y="622"/>
                      </a:cubicBezTo>
                      <a:cubicBezTo>
                        <a:pt x="2590" y="622"/>
                        <a:pt x="2584" y="623"/>
                        <a:pt x="2578" y="625"/>
                      </a:cubicBezTo>
                      <a:cubicBezTo>
                        <a:pt x="2548" y="635"/>
                        <a:pt x="2528" y="665"/>
                        <a:pt x="2508" y="685"/>
                      </a:cubicBezTo>
                      <a:cubicBezTo>
                        <a:pt x="2492" y="696"/>
                        <a:pt x="2477" y="701"/>
                        <a:pt x="2461" y="701"/>
                      </a:cubicBezTo>
                      <a:cubicBezTo>
                        <a:pt x="2409" y="701"/>
                        <a:pt x="2359" y="648"/>
                        <a:pt x="2298" y="625"/>
                      </a:cubicBezTo>
                      <a:cubicBezTo>
                        <a:pt x="2279" y="618"/>
                        <a:pt x="2261" y="615"/>
                        <a:pt x="2242" y="615"/>
                      </a:cubicBezTo>
                      <a:cubicBezTo>
                        <a:pt x="2180" y="615"/>
                        <a:pt x="2119" y="645"/>
                        <a:pt x="2057" y="645"/>
                      </a:cubicBezTo>
                      <a:cubicBezTo>
                        <a:pt x="1987" y="645"/>
                        <a:pt x="1967" y="735"/>
                        <a:pt x="1977" y="795"/>
                      </a:cubicBezTo>
                      <a:cubicBezTo>
                        <a:pt x="1977" y="855"/>
                        <a:pt x="2007" y="926"/>
                        <a:pt x="1987" y="986"/>
                      </a:cubicBezTo>
                      <a:cubicBezTo>
                        <a:pt x="1977" y="1026"/>
                        <a:pt x="1947" y="1066"/>
                        <a:pt x="1926" y="1116"/>
                      </a:cubicBezTo>
                      <a:cubicBezTo>
                        <a:pt x="1896" y="1217"/>
                        <a:pt x="1936" y="1317"/>
                        <a:pt x="1936" y="1417"/>
                      </a:cubicBezTo>
                      <a:cubicBezTo>
                        <a:pt x="1928" y="1499"/>
                        <a:pt x="1847" y="1607"/>
                        <a:pt x="1769" y="1607"/>
                      </a:cubicBezTo>
                      <a:cubicBezTo>
                        <a:pt x="1751" y="1607"/>
                        <a:pt x="1733" y="1601"/>
                        <a:pt x="1716" y="1588"/>
                      </a:cubicBezTo>
                      <a:cubicBezTo>
                        <a:pt x="1565" y="1467"/>
                        <a:pt x="1786" y="1267"/>
                        <a:pt x="1756" y="1096"/>
                      </a:cubicBezTo>
                      <a:cubicBezTo>
                        <a:pt x="1726" y="956"/>
                        <a:pt x="1565" y="825"/>
                        <a:pt x="1415" y="815"/>
                      </a:cubicBezTo>
                      <a:cubicBezTo>
                        <a:pt x="1244" y="815"/>
                        <a:pt x="1144" y="1036"/>
                        <a:pt x="1114" y="1176"/>
                      </a:cubicBezTo>
                      <a:cubicBezTo>
                        <a:pt x="1094" y="1277"/>
                        <a:pt x="1154" y="1377"/>
                        <a:pt x="1084" y="1447"/>
                      </a:cubicBezTo>
                      <a:cubicBezTo>
                        <a:pt x="1061" y="1474"/>
                        <a:pt x="1031" y="1485"/>
                        <a:pt x="999" y="1485"/>
                      </a:cubicBezTo>
                      <a:cubicBezTo>
                        <a:pt x="948" y="1485"/>
                        <a:pt x="889" y="1458"/>
                        <a:pt x="833" y="1427"/>
                      </a:cubicBezTo>
                      <a:cubicBezTo>
                        <a:pt x="826" y="1424"/>
                        <a:pt x="819" y="1422"/>
                        <a:pt x="813" y="1422"/>
                      </a:cubicBezTo>
                      <a:cubicBezTo>
                        <a:pt x="747" y="1422"/>
                        <a:pt x="715" y="1590"/>
                        <a:pt x="633" y="1618"/>
                      </a:cubicBezTo>
                      <a:cubicBezTo>
                        <a:pt x="619" y="1623"/>
                        <a:pt x="606" y="1625"/>
                        <a:pt x="593" y="1625"/>
                      </a:cubicBezTo>
                      <a:cubicBezTo>
                        <a:pt x="527" y="1625"/>
                        <a:pt x="464" y="1568"/>
                        <a:pt x="422" y="1517"/>
                      </a:cubicBezTo>
                      <a:cubicBezTo>
                        <a:pt x="382" y="1457"/>
                        <a:pt x="342" y="1377"/>
                        <a:pt x="251" y="1357"/>
                      </a:cubicBezTo>
                      <a:cubicBezTo>
                        <a:pt x="247" y="1356"/>
                        <a:pt x="243" y="1355"/>
                        <a:pt x="239" y="1355"/>
                      </a:cubicBezTo>
                      <a:cubicBezTo>
                        <a:pt x="162" y="1355"/>
                        <a:pt x="77" y="1619"/>
                        <a:pt x="1" y="1638"/>
                      </a:cubicBezTo>
                      <a:lnTo>
                        <a:pt x="1" y="2902"/>
                      </a:lnTo>
                      <a:cubicBezTo>
                        <a:pt x="136" y="2904"/>
                        <a:pt x="271" y="2905"/>
                        <a:pt x="407" y="2905"/>
                      </a:cubicBezTo>
                      <a:cubicBezTo>
                        <a:pt x="1355" y="2905"/>
                        <a:pt x="2301" y="2844"/>
                        <a:pt x="3240" y="2721"/>
                      </a:cubicBezTo>
                      <a:cubicBezTo>
                        <a:pt x="3423" y="2700"/>
                        <a:pt x="3605" y="2674"/>
                        <a:pt x="3784" y="2674"/>
                      </a:cubicBezTo>
                      <a:cubicBezTo>
                        <a:pt x="3861" y="2674"/>
                        <a:pt x="3937" y="2679"/>
                        <a:pt x="4013" y="2691"/>
                      </a:cubicBezTo>
                      <a:cubicBezTo>
                        <a:pt x="4170" y="2712"/>
                        <a:pt x="4333" y="2760"/>
                        <a:pt x="4484" y="2760"/>
                      </a:cubicBezTo>
                      <a:cubicBezTo>
                        <a:pt x="4554" y="2760"/>
                        <a:pt x="4621" y="2750"/>
                        <a:pt x="4685" y="2721"/>
                      </a:cubicBezTo>
                      <a:cubicBezTo>
                        <a:pt x="4895" y="2621"/>
                        <a:pt x="4946" y="2380"/>
                        <a:pt x="4956" y="2169"/>
                      </a:cubicBezTo>
                      <a:cubicBezTo>
                        <a:pt x="4966" y="1949"/>
                        <a:pt x="4996" y="1698"/>
                        <a:pt x="4875" y="1507"/>
                      </a:cubicBezTo>
                      <a:cubicBezTo>
                        <a:pt x="4755" y="1327"/>
                        <a:pt x="4635" y="1227"/>
                        <a:pt x="4615" y="996"/>
                      </a:cubicBezTo>
                      <a:cubicBezTo>
                        <a:pt x="4585" y="715"/>
                        <a:pt x="4564" y="434"/>
                        <a:pt x="4554" y="163"/>
                      </a:cubicBezTo>
                      <a:cubicBezTo>
                        <a:pt x="4544" y="93"/>
                        <a:pt x="4514" y="13"/>
                        <a:pt x="4434" y="3"/>
                      </a:cubicBezTo>
                      <a:cubicBezTo>
                        <a:pt x="4425" y="1"/>
                        <a:pt x="4416" y="1"/>
                        <a:pt x="44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64" name="Google Shape;14364;p50"/>
                <p:cNvSpPr/>
                <p:nvPr/>
              </p:nvSpPr>
              <p:spPr>
                <a:xfrm>
                  <a:off x="2695323" y="2774853"/>
                  <a:ext cx="200352" cy="116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2906" extrusionOk="0">
                      <a:moveTo>
                        <a:pt x="4417" y="1"/>
                      </a:moveTo>
                      <a:cubicBezTo>
                        <a:pt x="4304" y="1"/>
                        <a:pt x="4242" y="121"/>
                        <a:pt x="4223" y="224"/>
                      </a:cubicBezTo>
                      <a:cubicBezTo>
                        <a:pt x="4205" y="330"/>
                        <a:pt x="4140" y="461"/>
                        <a:pt x="4041" y="461"/>
                      </a:cubicBezTo>
                      <a:cubicBezTo>
                        <a:pt x="4029" y="461"/>
                        <a:pt x="4016" y="459"/>
                        <a:pt x="4002" y="454"/>
                      </a:cubicBezTo>
                      <a:cubicBezTo>
                        <a:pt x="3962" y="444"/>
                        <a:pt x="3942" y="414"/>
                        <a:pt x="3902" y="404"/>
                      </a:cubicBezTo>
                      <a:cubicBezTo>
                        <a:pt x="3899" y="404"/>
                        <a:pt x="3895" y="404"/>
                        <a:pt x="3892" y="404"/>
                      </a:cubicBezTo>
                      <a:cubicBezTo>
                        <a:pt x="3796" y="404"/>
                        <a:pt x="3860" y="547"/>
                        <a:pt x="3812" y="625"/>
                      </a:cubicBezTo>
                      <a:cubicBezTo>
                        <a:pt x="3802" y="643"/>
                        <a:pt x="3786" y="650"/>
                        <a:pt x="3765" y="650"/>
                      </a:cubicBezTo>
                      <a:cubicBezTo>
                        <a:pt x="3699" y="650"/>
                        <a:pt x="3589" y="579"/>
                        <a:pt x="3507" y="579"/>
                      </a:cubicBezTo>
                      <a:cubicBezTo>
                        <a:pt x="3486" y="579"/>
                        <a:pt x="3467" y="583"/>
                        <a:pt x="3451" y="595"/>
                      </a:cubicBezTo>
                      <a:cubicBezTo>
                        <a:pt x="3360" y="665"/>
                        <a:pt x="3320" y="745"/>
                        <a:pt x="3290" y="855"/>
                      </a:cubicBezTo>
                      <a:cubicBezTo>
                        <a:pt x="3270" y="976"/>
                        <a:pt x="3401" y="1086"/>
                        <a:pt x="3350" y="1207"/>
                      </a:cubicBezTo>
                      <a:cubicBezTo>
                        <a:pt x="3310" y="1327"/>
                        <a:pt x="3230" y="1447"/>
                        <a:pt x="3210" y="1568"/>
                      </a:cubicBezTo>
                      <a:cubicBezTo>
                        <a:pt x="3200" y="1608"/>
                        <a:pt x="3200" y="1658"/>
                        <a:pt x="3170" y="1688"/>
                      </a:cubicBezTo>
                      <a:cubicBezTo>
                        <a:pt x="3145" y="1721"/>
                        <a:pt x="3105" y="1735"/>
                        <a:pt x="3063" y="1735"/>
                      </a:cubicBezTo>
                      <a:cubicBezTo>
                        <a:pt x="3002" y="1735"/>
                        <a:pt x="2935" y="1705"/>
                        <a:pt x="2899" y="1658"/>
                      </a:cubicBezTo>
                      <a:cubicBezTo>
                        <a:pt x="2849" y="1578"/>
                        <a:pt x="2859" y="1477"/>
                        <a:pt x="2869" y="1377"/>
                      </a:cubicBezTo>
                      <a:cubicBezTo>
                        <a:pt x="2899" y="1166"/>
                        <a:pt x="3070" y="936"/>
                        <a:pt x="2949" y="755"/>
                      </a:cubicBezTo>
                      <a:cubicBezTo>
                        <a:pt x="2899" y="675"/>
                        <a:pt x="2759" y="675"/>
                        <a:pt x="2668" y="645"/>
                      </a:cubicBezTo>
                      <a:cubicBezTo>
                        <a:pt x="2644" y="637"/>
                        <a:pt x="2620" y="622"/>
                        <a:pt x="2601" y="622"/>
                      </a:cubicBezTo>
                      <a:cubicBezTo>
                        <a:pt x="2596" y="622"/>
                        <a:pt x="2592" y="623"/>
                        <a:pt x="2588" y="625"/>
                      </a:cubicBezTo>
                      <a:cubicBezTo>
                        <a:pt x="2548" y="635"/>
                        <a:pt x="2538" y="665"/>
                        <a:pt x="2508" y="685"/>
                      </a:cubicBezTo>
                      <a:cubicBezTo>
                        <a:pt x="2492" y="696"/>
                        <a:pt x="2476" y="701"/>
                        <a:pt x="2461" y="701"/>
                      </a:cubicBezTo>
                      <a:cubicBezTo>
                        <a:pt x="2409" y="701"/>
                        <a:pt x="2359" y="648"/>
                        <a:pt x="2297" y="625"/>
                      </a:cubicBezTo>
                      <a:cubicBezTo>
                        <a:pt x="2279" y="618"/>
                        <a:pt x="2261" y="615"/>
                        <a:pt x="2243" y="615"/>
                      </a:cubicBezTo>
                      <a:cubicBezTo>
                        <a:pt x="2183" y="615"/>
                        <a:pt x="2126" y="645"/>
                        <a:pt x="2056" y="645"/>
                      </a:cubicBezTo>
                      <a:cubicBezTo>
                        <a:pt x="1986" y="645"/>
                        <a:pt x="1966" y="735"/>
                        <a:pt x="1976" y="795"/>
                      </a:cubicBezTo>
                      <a:cubicBezTo>
                        <a:pt x="1986" y="855"/>
                        <a:pt x="2006" y="926"/>
                        <a:pt x="1996" y="986"/>
                      </a:cubicBezTo>
                      <a:cubicBezTo>
                        <a:pt x="1986" y="1026"/>
                        <a:pt x="1946" y="1066"/>
                        <a:pt x="1936" y="1116"/>
                      </a:cubicBezTo>
                      <a:cubicBezTo>
                        <a:pt x="1896" y="1217"/>
                        <a:pt x="1946" y="1317"/>
                        <a:pt x="1936" y="1417"/>
                      </a:cubicBezTo>
                      <a:cubicBezTo>
                        <a:pt x="1936" y="1499"/>
                        <a:pt x="1850" y="1607"/>
                        <a:pt x="1775" y="1607"/>
                      </a:cubicBezTo>
                      <a:cubicBezTo>
                        <a:pt x="1757" y="1607"/>
                        <a:pt x="1741" y="1601"/>
                        <a:pt x="1725" y="1588"/>
                      </a:cubicBezTo>
                      <a:cubicBezTo>
                        <a:pt x="1565" y="1467"/>
                        <a:pt x="1796" y="1267"/>
                        <a:pt x="1756" y="1096"/>
                      </a:cubicBezTo>
                      <a:cubicBezTo>
                        <a:pt x="1735" y="956"/>
                        <a:pt x="1575" y="825"/>
                        <a:pt x="1415" y="815"/>
                      </a:cubicBezTo>
                      <a:cubicBezTo>
                        <a:pt x="1244" y="815"/>
                        <a:pt x="1144" y="1036"/>
                        <a:pt x="1114" y="1176"/>
                      </a:cubicBezTo>
                      <a:cubicBezTo>
                        <a:pt x="1094" y="1277"/>
                        <a:pt x="1154" y="1377"/>
                        <a:pt x="1094" y="1447"/>
                      </a:cubicBezTo>
                      <a:cubicBezTo>
                        <a:pt x="1070" y="1474"/>
                        <a:pt x="1041" y="1485"/>
                        <a:pt x="1009" y="1485"/>
                      </a:cubicBezTo>
                      <a:cubicBezTo>
                        <a:pt x="957" y="1485"/>
                        <a:pt x="898" y="1458"/>
                        <a:pt x="843" y="1427"/>
                      </a:cubicBezTo>
                      <a:cubicBezTo>
                        <a:pt x="835" y="1424"/>
                        <a:pt x="827" y="1422"/>
                        <a:pt x="820" y="1422"/>
                      </a:cubicBezTo>
                      <a:cubicBezTo>
                        <a:pt x="748" y="1422"/>
                        <a:pt x="723" y="1590"/>
                        <a:pt x="632" y="1618"/>
                      </a:cubicBezTo>
                      <a:cubicBezTo>
                        <a:pt x="619" y="1623"/>
                        <a:pt x="606" y="1625"/>
                        <a:pt x="593" y="1625"/>
                      </a:cubicBezTo>
                      <a:cubicBezTo>
                        <a:pt x="526" y="1625"/>
                        <a:pt x="465" y="1568"/>
                        <a:pt x="432" y="1517"/>
                      </a:cubicBezTo>
                      <a:cubicBezTo>
                        <a:pt x="381" y="1457"/>
                        <a:pt x="341" y="1377"/>
                        <a:pt x="261" y="1357"/>
                      </a:cubicBezTo>
                      <a:cubicBezTo>
                        <a:pt x="257" y="1356"/>
                        <a:pt x="253" y="1355"/>
                        <a:pt x="249" y="1355"/>
                      </a:cubicBezTo>
                      <a:cubicBezTo>
                        <a:pt x="171" y="1355"/>
                        <a:pt x="77" y="1619"/>
                        <a:pt x="0" y="1638"/>
                      </a:cubicBezTo>
                      <a:lnTo>
                        <a:pt x="0" y="2902"/>
                      </a:lnTo>
                      <a:cubicBezTo>
                        <a:pt x="136" y="2904"/>
                        <a:pt x="271" y="2905"/>
                        <a:pt x="407" y="2905"/>
                      </a:cubicBezTo>
                      <a:cubicBezTo>
                        <a:pt x="1357" y="2905"/>
                        <a:pt x="2311" y="2844"/>
                        <a:pt x="3250" y="2721"/>
                      </a:cubicBezTo>
                      <a:cubicBezTo>
                        <a:pt x="3425" y="2700"/>
                        <a:pt x="3606" y="2674"/>
                        <a:pt x="3787" y="2674"/>
                      </a:cubicBezTo>
                      <a:cubicBezTo>
                        <a:pt x="3865" y="2674"/>
                        <a:pt x="3944" y="2679"/>
                        <a:pt x="4022" y="2691"/>
                      </a:cubicBezTo>
                      <a:cubicBezTo>
                        <a:pt x="4173" y="2712"/>
                        <a:pt x="4333" y="2760"/>
                        <a:pt x="4484" y="2760"/>
                      </a:cubicBezTo>
                      <a:cubicBezTo>
                        <a:pt x="4553" y="2760"/>
                        <a:pt x="4621" y="2750"/>
                        <a:pt x="4684" y="2721"/>
                      </a:cubicBezTo>
                      <a:cubicBezTo>
                        <a:pt x="4895" y="2621"/>
                        <a:pt x="4945" y="2380"/>
                        <a:pt x="4955" y="2169"/>
                      </a:cubicBezTo>
                      <a:cubicBezTo>
                        <a:pt x="4965" y="1949"/>
                        <a:pt x="4995" y="1698"/>
                        <a:pt x="4875" y="1507"/>
                      </a:cubicBezTo>
                      <a:cubicBezTo>
                        <a:pt x="4755" y="1327"/>
                        <a:pt x="4644" y="1227"/>
                        <a:pt x="4624" y="996"/>
                      </a:cubicBezTo>
                      <a:cubicBezTo>
                        <a:pt x="4594" y="715"/>
                        <a:pt x="4574" y="434"/>
                        <a:pt x="4554" y="163"/>
                      </a:cubicBezTo>
                      <a:cubicBezTo>
                        <a:pt x="4554" y="93"/>
                        <a:pt x="4524" y="13"/>
                        <a:pt x="4444" y="3"/>
                      </a:cubicBezTo>
                      <a:cubicBezTo>
                        <a:pt x="4435" y="1"/>
                        <a:pt x="4426" y="1"/>
                        <a:pt x="44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grpSp>
          <p:nvGrpSpPr>
            <p:cNvPr id="14365" name="Google Shape;14365;p50"/>
            <p:cNvGrpSpPr/>
            <p:nvPr/>
          </p:nvGrpSpPr>
          <p:grpSpPr>
            <a:xfrm>
              <a:off x="3420803" y="4062904"/>
              <a:ext cx="5754727" cy="1542783"/>
              <a:chOff x="4803729" y="4063251"/>
              <a:chExt cx="4372560" cy="1172238"/>
            </a:xfrm>
          </p:grpSpPr>
          <p:sp>
            <p:nvSpPr>
              <p:cNvPr id="14366" name="Google Shape;14366;p50"/>
              <p:cNvSpPr/>
              <p:nvPr/>
            </p:nvSpPr>
            <p:spPr>
              <a:xfrm flipH="1">
                <a:off x="4803729" y="4106166"/>
                <a:ext cx="4372560" cy="1129323"/>
              </a:xfrm>
              <a:custGeom>
                <a:avLst/>
                <a:gdLst/>
                <a:ahLst/>
                <a:cxnLst/>
                <a:rect l="l" t="t" r="r" b="b"/>
                <a:pathLst>
                  <a:path w="63444" h="16386" extrusionOk="0">
                    <a:moveTo>
                      <a:pt x="15553" y="1"/>
                    </a:moveTo>
                    <a:cubicBezTo>
                      <a:pt x="10767" y="1"/>
                      <a:pt x="5589" y="135"/>
                      <a:pt x="1" y="437"/>
                    </a:cubicBezTo>
                    <a:lnTo>
                      <a:pt x="4334" y="16385"/>
                    </a:lnTo>
                    <a:lnTo>
                      <a:pt x="48438" y="15874"/>
                    </a:lnTo>
                    <a:lnTo>
                      <a:pt x="63444" y="6545"/>
                    </a:lnTo>
                    <a:cubicBezTo>
                      <a:pt x="63444" y="6545"/>
                      <a:pt x="51146" y="918"/>
                      <a:pt x="22499" y="96"/>
                    </a:cubicBezTo>
                    <a:cubicBezTo>
                      <a:pt x="21586" y="76"/>
                      <a:pt x="20663" y="56"/>
                      <a:pt x="19721" y="36"/>
                    </a:cubicBezTo>
                    <a:cubicBezTo>
                      <a:pt x="18366" y="13"/>
                      <a:pt x="16977" y="1"/>
                      <a:pt x="155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100000">
                    <a:schemeClr val="lt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14367" name="Google Shape;14367;p50"/>
              <p:cNvGrpSpPr/>
              <p:nvPr/>
            </p:nvGrpSpPr>
            <p:grpSpPr>
              <a:xfrm>
                <a:off x="5160532" y="4063251"/>
                <a:ext cx="3785570" cy="655357"/>
                <a:chOff x="5160532" y="3836864"/>
                <a:chExt cx="3785570" cy="655357"/>
              </a:xfrm>
            </p:grpSpPr>
            <p:sp>
              <p:nvSpPr>
                <p:cNvPr id="14368" name="Google Shape;14368;p50"/>
                <p:cNvSpPr/>
                <p:nvPr/>
              </p:nvSpPr>
              <p:spPr>
                <a:xfrm flipH="1">
                  <a:off x="5160532" y="4021428"/>
                  <a:ext cx="907056" cy="470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61" h="6831" extrusionOk="0">
                      <a:moveTo>
                        <a:pt x="1" y="0"/>
                      </a:moveTo>
                      <a:cubicBezTo>
                        <a:pt x="1" y="0"/>
                        <a:pt x="7403" y="2197"/>
                        <a:pt x="11205" y="6831"/>
                      </a:cubicBezTo>
                      <a:lnTo>
                        <a:pt x="13161" y="6069"/>
                      </a:lnTo>
                      <a:cubicBezTo>
                        <a:pt x="12940" y="5778"/>
                        <a:pt x="10172" y="2528"/>
                        <a:pt x="1586" y="80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69" name="Google Shape;14369;p50"/>
                <p:cNvSpPr/>
                <p:nvPr/>
              </p:nvSpPr>
              <p:spPr>
                <a:xfrm flipH="1">
                  <a:off x="7283440" y="3858987"/>
                  <a:ext cx="273819" cy="298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3" h="4324" extrusionOk="0">
                      <a:moveTo>
                        <a:pt x="1184" y="0"/>
                      </a:moveTo>
                      <a:lnTo>
                        <a:pt x="0" y="171"/>
                      </a:lnTo>
                      <a:cubicBezTo>
                        <a:pt x="1755" y="1444"/>
                        <a:pt x="1083" y="3972"/>
                        <a:pt x="1083" y="3972"/>
                      </a:cubicBezTo>
                      <a:lnTo>
                        <a:pt x="3772" y="4323"/>
                      </a:lnTo>
                      <a:cubicBezTo>
                        <a:pt x="3972" y="3390"/>
                        <a:pt x="3681" y="2568"/>
                        <a:pt x="3340" y="2006"/>
                      </a:cubicBezTo>
                      <a:cubicBezTo>
                        <a:pt x="2638" y="843"/>
                        <a:pt x="1404" y="0"/>
                        <a:pt x="118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70" name="Google Shape;14370;p50"/>
                <p:cNvSpPr/>
                <p:nvPr/>
              </p:nvSpPr>
              <p:spPr>
                <a:xfrm flipH="1">
                  <a:off x="6563169" y="3910813"/>
                  <a:ext cx="508147" cy="4196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3" h="608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806" y="522"/>
                        <a:pt x="4093" y="3712"/>
                        <a:pt x="4123" y="5467"/>
                      </a:cubicBezTo>
                      <a:lnTo>
                        <a:pt x="7373" y="6089"/>
                      </a:lnTo>
                      <a:cubicBezTo>
                        <a:pt x="7373" y="6089"/>
                        <a:pt x="4695" y="1344"/>
                        <a:pt x="1736" y="161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71" name="Google Shape;14371;p50"/>
                <p:cNvSpPr/>
                <p:nvPr/>
              </p:nvSpPr>
              <p:spPr>
                <a:xfrm flipH="1">
                  <a:off x="6198105" y="3919084"/>
                  <a:ext cx="643713" cy="5261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40" h="7634" extrusionOk="0">
                      <a:moveTo>
                        <a:pt x="1" y="1"/>
                      </a:moveTo>
                      <a:cubicBezTo>
                        <a:pt x="1315" y="312"/>
                        <a:pt x="5357" y="3742"/>
                        <a:pt x="6581" y="6721"/>
                      </a:cubicBezTo>
                      <a:lnTo>
                        <a:pt x="9339" y="7634"/>
                      </a:lnTo>
                      <a:cubicBezTo>
                        <a:pt x="9339" y="7634"/>
                        <a:pt x="6872" y="2689"/>
                        <a:pt x="1656" y="131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72" name="Google Shape;14372;p50"/>
                <p:cNvSpPr/>
                <p:nvPr/>
              </p:nvSpPr>
              <p:spPr>
                <a:xfrm flipH="1">
                  <a:off x="5830354" y="3957127"/>
                  <a:ext cx="732895" cy="528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34" h="766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228" y="582"/>
                        <a:pt x="6862" y="4935"/>
                        <a:pt x="8196" y="7664"/>
                      </a:cubicBezTo>
                      <a:lnTo>
                        <a:pt x="10633" y="7664"/>
                      </a:lnTo>
                      <a:cubicBezTo>
                        <a:pt x="10633" y="7664"/>
                        <a:pt x="7123" y="2909"/>
                        <a:pt x="1987" y="221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73" name="Google Shape;14373;p50"/>
                <p:cNvSpPr/>
                <p:nvPr/>
              </p:nvSpPr>
              <p:spPr>
                <a:xfrm flipH="1">
                  <a:off x="5589140" y="3986831"/>
                  <a:ext cx="739029" cy="4653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23" h="6752" extrusionOk="0">
                      <a:moveTo>
                        <a:pt x="0" y="1"/>
                      </a:moveTo>
                      <a:cubicBezTo>
                        <a:pt x="1776" y="582"/>
                        <a:pt x="7032" y="3943"/>
                        <a:pt x="8737" y="6751"/>
                      </a:cubicBezTo>
                      <a:lnTo>
                        <a:pt x="10723" y="6360"/>
                      </a:lnTo>
                      <a:cubicBezTo>
                        <a:pt x="10723" y="6360"/>
                        <a:pt x="6330" y="1465"/>
                        <a:pt x="137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74" name="Google Shape;14374;p50"/>
                <p:cNvSpPr/>
                <p:nvPr/>
              </p:nvSpPr>
              <p:spPr>
                <a:xfrm flipH="1">
                  <a:off x="7573105" y="3836864"/>
                  <a:ext cx="217167" cy="292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1" h="4243" extrusionOk="0">
                      <a:moveTo>
                        <a:pt x="1475" y="0"/>
                      </a:moveTo>
                      <a:cubicBezTo>
                        <a:pt x="1275" y="0"/>
                        <a:pt x="1074" y="151"/>
                        <a:pt x="1044" y="722"/>
                      </a:cubicBezTo>
                      <a:cubicBezTo>
                        <a:pt x="954" y="2117"/>
                        <a:pt x="1" y="3471"/>
                        <a:pt x="1" y="3471"/>
                      </a:cubicBezTo>
                      <a:lnTo>
                        <a:pt x="1876" y="4243"/>
                      </a:lnTo>
                      <a:cubicBezTo>
                        <a:pt x="1876" y="4243"/>
                        <a:pt x="3150" y="2086"/>
                        <a:pt x="1987" y="231"/>
                      </a:cubicBezTo>
                      <a:cubicBezTo>
                        <a:pt x="1987" y="231"/>
                        <a:pt x="1726" y="0"/>
                        <a:pt x="147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75" name="Google Shape;14375;p50"/>
                <p:cNvSpPr/>
                <p:nvPr/>
              </p:nvSpPr>
              <p:spPr>
                <a:xfrm flipH="1">
                  <a:off x="7789508" y="3849958"/>
                  <a:ext cx="255831" cy="207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2" h="3010" extrusionOk="0">
                      <a:moveTo>
                        <a:pt x="2809" y="1"/>
                      </a:moveTo>
                      <a:cubicBezTo>
                        <a:pt x="2588" y="1"/>
                        <a:pt x="2368" y="41"/>
                        <a:pt x="2187" y="161"/>
                      </a:cubicBezTo>
                      <a:cubicBezTo>
                        <a:pt x="1615" y="532"/>
                        <a:pt x="0" y="2749"/>
                        <a:pt x="0" y="2749"/>
                      </a:cubicBezTo>
                      <a:lnTo>
                        <a:pt x="1796" y="3010"/>
                      </a:lnTo>
                      <a:cubicBezTo>
                        <a:pt x="1796" y="3010"/>
                        <a:pt x="2478" y="1505"/>
                        <a:pt x="3712" y="191"/>
                      </a:cubicBezTo>
                      <a:cubicBezTo>
                        <a:pt x="3712" y="191"/>
                        <a:pt x="3270" y="1"/>
                        <a:pt x="280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76" name="Google Shape;14376;p50"/>
                <p:cNvSpPr/>
                <p:nvPr/>
              </p:nvSpPr>
              <p:spPr>
                <a:xfrm flipH="1">
                  <a:off x="8024519" y="3851337"/>
                  <a:ext cx="308417" cy="1811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75" h="2629" extrusionOk="0">
                      <a:moveTo>
                        <a:pt x="3140" y="1"/>
                      </a:moveTo>
                      <a:cubicBezTo>
                        <a:pt x="3140" y="1"/>
                        <a:pt x="1405" y="934"/>
                        <a:pt x="141" y="2418"/>
                      </a:cubicBezTo>
                      <a:cubicBezTo>
                        <a:pt x="1" y="2579"/>
                        <a:pt x="282" y="2629"/>
                        <a:pt x="673" y="2629"/>
                      </a:cubicBezTo>
                      <a:cubicBezTo>
                        <a:pt x="1315" y="2629"/>
                        <a:pt x="2258" y="2498"/>
                        <a:pt x="2258" y="2498"/>
                      </a:cubicBezTo>
                      <a:cubicBezTo>
                        <a:pt x="3351" y="863"/>
                        <a:pt x="4474" y="91"/>
                        <a:pt x="4474" y="91"/>
                      </a:cubicBezTo>
                      <a:lnTo>
                        <a:pt x="3140" y="1"/>
                      </a:ln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77" name="Google Shape;14377;p50"/>
                <p:cNvSpPr/>
                <p:nvPr/>
              </p:nvSpPr>
              <p:spPr>
                <a:xfrm flipH="1">
                  <a:off x="8525001" y="3881799"/>
                  <a:ext cx="421101" cy="132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0" h="1916" extrusionOk="0">
                      <a:moveTo>
                        <a:pt x="4023" y="0"/>
                      </a:moveTo>
                      <a:cubicBezTo>
                        <a:pt x="4023" y="0"/>
                        <a:pt x="1917" y="140"/>
                        <a:pt x="392" y="1555"/>
                      </a:cubicBezTo>
                      <a:cubicBezTo>
                        <a:pt x="1" y="1916"/>
                        <a:pt x="2398" y="1916"/>
                        <a:pt x="2478" y="1916"/>
                      </a:cubicBezTo>
                      <a:cubicBezTo>
                        <a:pt x="3572" y="291"/>
                        <a:pt x="6109" y="0"/>
                        <a:pt x="6109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78" name="Google Shape;14378;p50"/>
                <p:cNvSpPr/>
                <p:nvPr/>
              </p:nvSpPr>
              <p:spPr>
                <a:xfrm flipH="1">
                  <a:off x="8291370" y="3872770"/>
                  <a:ext cx="333297" cy="1466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128" extrusionOk="0">
                      <a:moveTo>
                        <a:pt x="3582" y="1"/>
                      </a:moveTo>
                      <a:cubicBezTo>
                        <a:pt x="3411" y="1"/>
                        <a:pt x="3261" y="11"/>
                        <a:pt x="3140" y="51"/>
                      </a:cubicBezTo>
                      <a:cubicBezTo>
                        <a:pt x="2127" y="332"/>
                        <a:pt x="1" y="1947"/>
                        <a:pt x="1" y="1947"/>
                      </a:cubicBezTo>
                      <a:lnTo>
                        <a:pt x="1877" y="2127"/>
                      </a:lnTo>
                      <a:cubicBezTo>
                        <a:pt x="1877" y="2127"/>
                        <a:pt x="3823" y="372"/>
                        <a:pt x="4836" y="161"/>
                      </a:cubicBezTo>
                      <a:cubicBezTo>
                        <a:pt x="4836" y="161"/>
                        <a:pt x="4154" y="1"/>
                        <a:pt x="3582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79" name="Google Shape;14379;p50"/>
                <p:cNvSpPr/>
                <p:nvPr/>
              </p:nvSpPr>
              <p:spPr>
                <a:xfrm flipH="1">
                  <a:off x="6948908" y="3891447"/>
                  <a:ext cx="364380" cy="3401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87" h="4936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455" y="683"/>
                        <a:pt x="2629" y="2187"/>
                        <a:pt x="2699" y="4374"/>
                      </a:cubicBezTo>
                      <a:lnTo>
                        <a:pt x="5287" y="4936"/>
                      </a:lnTo>
                      <a:cubicBezTo>
                        <a:pt x="5287" y="4936"/>
                        <a:pt x="4685" y="1515"/>
                        <a:pt x="1596" y="231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grpSp>
          <p:nvGrpSpPr>
            <p:cNvPr id="14380" name="Google Shape;14380;p50"/>
            <p:cNvGrpSpPr/>
            <p:nvPr/>
          </p:nvGrpSpPr>
          <p:grpSpPr>
            <a:xfrm>
              <a:off x="-55133" y="4219124"/>
              <a:ext cx="4443632" cy="1316135"/>
              <a:chOff x="-13849" y="4011750"/>
              <a:chExt cx="3821164" cy="1131770"/>
            </a:xfrm>
          </p:grpSpPr>
          <p:sp>
            <p:nvSpPr>
              <p:cNvPr id="14381" name="Google Shape;14381;p50"/>
              <p:cNvSpPr/>
              <p:nvPr/>
            </p:nvSpPr>
            <p:spPr>
              <a:xfrm>
                <a:off x="5721" y="4011750"/>
                <a:ext cx="3801593" cy="1131770"/>
              </a:xfrm>
              <a:custGeom>
                <a:avLst/>
                <a:gdLst/>
                <a:ahLst/>
                <a:cxnLst/>
                <a:rect l="l" t="t" r="r" b="b"/>
                <a:pathLst>
                  <a:path w="66444" h="19781" extrusionOk="0">
                    <a:moveTo>
                      <a:pt x="61" y="0"/>
                    </a:moveTo>
                    <a:lnTo>
                      <a:pt x="1" y="19781"/>
                    </a:lnTo>
                    <a:cubicBezTo>
                      <a:pt x="1" y="19781"/>
                      <a:pt x="29054" y="19749"/>
                      <a:pt x="48541" y="19749"/>
                    </a:cubicBezTo>
                    <a:cubicBezTo>
                      <a:pt x="58285" y="19749"/>
                      <a:pt x="65637" y="19757"/>
                      <a:pt x="65771" y="19781"/>
                    </a:cubicBezTo>
                    <a:cubicBezTo>
                      <a:pt x="65773" y="19781"/>
                      <a:pt x="65774" y="19781"/>
                      <a:pt x="65776" y="19781"/>
                    </a:cubicBezTo>
                    <a:cubicBezTo>
                      <a:pt x="66174" y="19781"/>
                      <a:pt x="66443" y="10853"/>
                      <a:pt x="66443" y="10853"/>
                    </a:cubicBezTo>
                    <a:cubicBezTo>
                      <a:pt x="45881" y="532"/>
                      <a:pt x="61" y="0"/>
                      <a:pt x="61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14382" name="Google Shape;14382;p50"/>
              <p:cNvGrpSpPr/>
              <p:nvPr/>
            </p:nvGrpSpPr>
            <p:grpSpPr>
              <a:xfrm>
                <a:off x="-13849" y="4011750"/>
                <a:ext cx="3801593" cy="1131760"/>
                <a:chOff x="-13849" y="4011750"/>
                <a:chExt cx="3801593" cy="1131760"/>
              </a:xfrm>
            </p:grpSpPr>
            <p:sp>
              <p:nvSpPr>
                <p:cNvPr id="14383" name="Google Shape;14383;p50"/>
                <p:cNvSpPr/>
                <p:nvPr/>
              </p:nvSpPr>
              <p:spPr>
                <a:xfrm>
                  <a:off x="-2349" y="4373857"/>
                  <a:ext cx="3790093" cy="374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43" h="6541" extrusionOk="0">
                      <a:moveTo>
                        <a:pt x="33954" y="1"/>
                      </a:moveTo>
                      <a:cubicBezTo>
                        <a:pt x="32128" y="1"/>
                        <a:pt x="30243" y="21"/>
                        <a:pt x="28307" y="61"/>
                      </a:cubicBezTo>
                      <a:cubicBezTo>
                        <a:pt x="19630" y="261"/>
                        <a:pt x="9429" y="633"/>
                        <a:pt x="0" y="2298"/>
                      </a:cubicBezTo>
                      <a:lnTo>
                        <a:pt x="71" y="6541"/>
                      </a:lnTo>
                      <a:cubicBezTo>
                        <a:pt x="4093" y="5467"/>
                        <a:pt x="14856" y="2990"/>
                        <a:pt x="28949" y="1916"/>
                      </a:cubicBezTo>
                      <a:cubicBezTo>
                        <a:pt x="32680" y="1636"/>
                        <a:pt x="36582" y="1435"/>
                        <a:pt x="40704" y="1435"/>
                      </a:cubicBezTo>
                      <a:cubicBezTo>
                        <a:pt x="47605" y="1435"/>
                        <a:pt x="55118" y="1987"/>
                        <a:pt x="63414" y="3642"/>
                      </a:cubicBezTo>
                      <a:cubicBezTo>
                        <a:pt x="63985" y="3752"/>
                        <a:pt x="65680" y="4906"/>
                        <a:pt x="66222" y="5006"/>
                      </a:cubicBezTo>
                      <a:cubicBezTo>
                        <a:pt x="66232" y="4725"/>
                        <a:pt x="66242" y="4554"/>
                        <a:pt x="66242" y="4524"/>
                      </a:cubicBezTo>
                      <a:cubicBezTo>
                        <a:pt x="66232" y="4524"/>
                        <a:pt x="66222" y="4514"/>
                        <a:pt x="66212" y="4514"/>
                      </a:cubicBezTo>
                      <a:cubicBezTo>
                        <a:pt x="66202" y="4504"/>
                        <a:pt x="66202" y="4504"/>
                        <a:pt x="66202" y="4504"/>
                      </a:cubicBezTo>
                      <a:cubicBezTo>
                        <a:pt x="66192" y="4504"/>
                        <a:pt x="66182" y="4494"/>
                        <a:pt x="66172" y="4494"/>
                      </a:cubicBezTo>
                      <a:cubicBezTo>
                        <a:pt x="66172" y="4494"/>
                        <a:pt x="66172" y="4494"/>
                        <a:pt x="66162" y="4484"/>
                      </a:cubicBezTo>
                      <a:cubicBezTo>
                        <a:pt x="66162" y="4484"/>
                        <a:pt x="66152" y="4484"/>
                        <a:pt x="66142" y="4474"/>
                      </a:cubicBezTo>
                      <a:lnTo>
                        <a:pt x="66132" y="4474"/>
                      </a:lnTo>
                      <a:cubicBezTo>
                        <a:pt x="66122" y="4464"/>
                        <a:pt x="66112" y="4464"/>
                        <a:pt x="66102" y="4464"/>
                      </a:cubicBezTo>
                      <a:cubicBezTo>
                        <a:pt x="66102" y="4454"/>
                        <a:pt x="66102" y="4454"/>
                        <a:pt x="66102" y="4454"/>
                      </a:cubicBezTo>
                      <a:cubicBezTo>
                        <a:pt x="64647" y="3732"/>
                        <a:pt x="63073" y="3060"/>
                        <a:pt x="61407" y="2438"/>
                      </a:cubicBezTo>
                      <a:cubicBezTo>
                        <a:pt x="57024" y="1054"/>
                        <a:pt x="46994" y="1"/>
                        <a:pt x="3395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069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84" name="Google Shape;14384;p50"/>
                <p:cNvSpPr/>
                <p:nvPr/>
              </p:nvSpPr>
              <p:spPr>
                <a:xfrm>
                  <a:off x="-13849" y="4558659"/>
                  <a:ext cx="3549619" cy="5848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40" h="10222" extrusionOk="0">
                      <a:moveTo>
                        <a:pt x="49993" y="0"/>
                      </a:moveTo>
                      <a:cubicBezTo>
                        <a:pt x="48458" y="0"/>
                        <a:pt x="46793" y="41"/>
                        <a:pt x="45028" y="121"/>
                      </a:cubicBezTo>
                      <a:cubicBezTo>
                        <a:pt x="31687" y="783"/>
                        <a:pt x="18006" y="1645"/>
                        <a:pt x="11" y="6611"/>
                      </a:cubicBezTo>
                      <a:lnTo>
                        <a:pt x="1" y="10222"/>
                      </a:lnTo>
                      <a:lnTo>
                        <a:pt x="71" y="10222"/>
                      </a:lnTo>
                      <a:cubicBezTo>
                        <a:pt x="1285" y="10222"/>
                        <a:pt x="18557" y="10201"/>
                        <a:pt x="35028" y="10191"/>
                      </a:cubicBezTo>
                      <a:cubicBezTo>
                        <a:pt x="45921" y="7122"/>
                        <a:pt x="62040" y="823"/>
                        <a:pt x="62040" y="823"/>
                      </a:cubicBezTo>
                      <a:cubicBezTo>
                        <a:pt x="62040" y="823"/>
                        <a:pt x="57366" y="0"/>
                        <a:pt x="4999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069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85" name="Google Shape;14385;p50"/>
                <p:cNvSpPr/>
                <p:nvPr/>
              </p:nvSpPr>
              <p:spPr>
                <a:xfrm>
                  <a:off x="-7499" y="4181046"/>
                  <a:ext cx="3075535" cy="1928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54" h="3371" extrusionOk="0">
                      <a:moveTo>
                        <a:pt x="16761" y="0"/>
                      </a:moveTo>
                      <a:cubicBezTo>
                        <a:pt x="9569" y="0"/>
                        <a:pt x="3601" y="311"/>
                        <a:pt x="0" y="622"/>
                      </a:cubicBezTo>
                      <a:lnTo>
                        <a:pt x="40" y="2759"/>
                      </a:lnTo>
                      <a:cubicBezTo>
                        <a:pt x="7854" y="1665"/>
                        <a:pt x="15848" y="1294"/>
                        <a:pt x="23171" y="1294"/>
                      </a:cubicBezTo>
                      <a:cubicBezTo>
                        <a:pt x="39340" y="1294"/>
                        <a:pt x="52159" y="3130"/>
                        <a:pt x="52159" y="3130"/>
                      </a:cubicBezTo>
                      <a:lnTo>
                        <a:pt x="53754" y="3371"/>
                      </a:lnTo>
                      <a:cubicBezTo>
                        <a:pt x="52430" y="3020"/>
                        <a:pt x="51076" y="2689"/>
                        <a:pt x="49702" y="2368"/>
                      </a:cubicBezTo>
                      <a:cubicBezTo>
                        <a:pt x="38317" y="552"/>
                        <a:pt x="26431" y="0"/>
                        <a:pt x="1676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069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386" name="Google Shape;14386;p50"/>
                <p:cNvSpPr/>
                <p:nvPr/>
              </p:nvSpPr>
              <p:spPr>
                <a:xfrm>
                  <a:off x="-10931" y="4011750"/>
                  <a:ext cx="2320297" cy="202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554" h="3542" extrusionOk="0">
                      <a:moveTo>
                        <a:pt x="10" y="0"/>
                      </a:moveTo>
                      <a:lnTo>
                        <a:pt x="0" y="1565"/>
                      </a:lnTo>
                      <a:cubicBezTo>
                        <a:pt x="1675" y="1485"/>
                        <a:pt x="3631" y="1455"/>
                        <a:pt x="5778" y="1455"/>
                      </a:cubicBezTo>
                      <a:cubicBezTo>
                        <a:pt x="16089" y="1455"/>
                        <a:pt x="30844" y="2297"/>
                        <a:pt x="40553" y="3541"/>
                      </a:cubicBezTo>
                      <a:cubicBezTo>
                        <a:pt x="21546" y="372"/>
                        <a:pt x="1705" y="30"/>
                        <a:pt x="11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069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grpSp>
          <p:nvGrpSpPr>
            <p:cNvPr id="14387" name="Google Shape;14387;p50"/>
            <p:cNvGrpSpPr/>
            <p:nvPr/>
          </p:nvGrpSpPr>
          <p:grpSpPr>
            <a:xfrm>
              <a:off x="1888320" y="3756758"/>
              <a:ext cx="7318608" cy="1849125"/>
              <a:chOff x="1888320" y="3587521"/>
              <a:chExt cx="7318608" cy="1849125"/>
            </a:xfrm>
          </p:grpSpPr>
          <p:sp>
            <p:nvSpPr>
              <p:cNvPr id="14388" name="Google Shape;14388;p50"/>
              <p:cNvSpPr/>
              <p:nvPr/>
            </p:nvSpPr>
            <p:spPr>
              <a:xfrm rot="143046">
                <a:off x="1917384" y="3737863"/>
                <a:ext cx="7260480" cy="1548441"/>
              </a:xfrm>
              <a:custGeom>
                <a:avLst/>
                <a:gdLst/>
                <a:ahLst/>
                <a:cxnLst/>
                <a:rect l="l" t="t" r="r" b="b"/>
                <a:pathLst>
                  <a:path w="93506" h="19942" extrusionOk="0">
                    <a:moveTo>
                      <a:pt x="93505" y="1"/>
                    </a:moveTo>
                    <a:cubicBezTo>
                      <a:pt x="93504" y="1"/>
                      <a:pt x="16962" y="15739"/>
                      <a:pt x="1" y="19941"/>
                    </a:cubicBezTo>
                    <a:lnTo>
                      <a:pt x="93375" y="17905"/>
                    </a:lnTo>
                    <a:lnTo>
                      <a:pt x="93505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100000">
                    <a:schemeClr val="lt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389" name="Google Shape;14389;p50"/>
              <p:cNvSpPr/>
              <p:nvPr/>
            </p:nvSpPr>
            <p:spPr>
              <a:xfrm rot="143046">
                <a:off x="5997787" y="4442569"/>
                <a:ext cx="3158223" cy="781985"/>
              </a:xfrm>
              <a:custGeom>
                <a:avLst/>
                <a:gdLst/>
                <a:ahLst/>
                <a:cxnLst/>
                <a:rect l="l" t="t" r="r" b="b"/>
                <a:pathLst>
                  <a:path w="40674" h="10071" extrusionOk="0">
                    <a:moveTo>
                      <a:pt x="33653" y="10071"/>
                    </a:moveTo>
                    <a:lnTo>
                      <a:pt x="33653" y="10071"/>
                    </a:lnTo>
                    <a:lnTo>
                      <a:pt x="40674" y="9920"/>
                    </a:lnTo>
                    <a:lnTo>
                      <a:pt x="33653" y="10071"/>
                    </a:lnTo>
                    <a:close/>
                    <a:moveTo>
                      <a:pt x="0" y="502"/>
                    </a:moveTo>
                    <a:lnTo>
                      <a:pt x="0" y="502"/>
                    </a:lnTo>
                    <a:cubicBezTo>
                      <a:pt x="803" y="331"/>
                      <a:pt x="1595" y="161"/>
                      <a:pt x="2387" y="0"/>
                    </a:cubicBezTo>
                    <a:cubicBezTo>
                      <a:pt x="1595" y="161"/>
                      <a:pt x="803" y="331"/>
                      <a:pt x="0" y="502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390" name="Google Shape;14390;p50"/>
              <p:cNvSpPr/>
              <p:nvPr/>
            </p:nvSpPr>
            <p:spPr>
              <a:xfrm rot="143046">
                <a:off x="5998047" y="4430090"/>
                <a:ext cx="3158999" cy="794486"/>
              </a:xfrm>
              <a:custGeom>
                <a:avLst/>
                <a:gdLst/>
                <a:ahLst/>
                <a:cxnLst/>
                <a:rect l="l" t="t" r="r" b="b"/>
                <a:pathLst>
                  <a:path w="40684" h="10232" extrusionOk="0">
                    <a:moveTo>
                      <a:pt x="3150" y="1"/>
                    </a:moveTo>
                    <a:cubicBezTo>
                      <a:pt x="2899" y="51"/>
                      <a:pt x="2648" y="101"/>
                      <a:pt x="2387" y="161"/>
                    </a:cubicBezTo>
                    <a:cubicBezTo>
                      <a:pt x="1595" y="322"/>
                      <a:pt x="803" y="492"/>
                      <a:pt x="0" y="663"/>
                    </a:cubicBezTo>
                    <a:cubicBezTo>
                      <a:pt x="11716" y="1676"/>
                      <a:pt x="25879" y="6982"/>
                      <a:pt x="33653" y="10232"/>
                    </a:cubicBezTo>
                    <a:lnTo>
                      <a:pt x="40674" y="10081"/>
                    </a:lnTo>
                    <a:lnTo>
                      <a:pt x="40684" y="9409"/>
                    </a:lnTo>
                    <a:cubicBezTo>
                      <a:pt x="38066" y="8286"/>
                      <a:pt x="31947" y="5828"/>
                      <a:pt x="23672" y="3571"/>
                    </a:cubicBezTo>
                    <a:cubicBezTo>
                      <a:pt x="17764" y="1957"/>
                      <a:pt x="10763" y="422"/>
                      <a:pt x="3150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391" name="Google Shape;14391;p50"/>
              <p:cNvSpPr/>
              <p:nvPr/>
            </p:nvSpPr>
            <p:spPr>
              <a:xfrm rot="143046">
                <a:off x="6673450" y="4294666"/>
                <a:ext cx="2496280" cy="622420"/>
              </a:xfrm>
              <a:custGeom>
                <a:avLst/>
                <a:gdLst/>
                <a:ahLst/>
                <a:cxnLst/>
                <a:rect l="l" t="t" r="r" b="b"/>
                <a:pathLst>
                  <a:path w="32149" h="8016" extrusionOk="0">
                    <a:moveTo>
                      <a:pt x="3792" y="1"/>
                    </a:moveTo>
                    <a:cubicBezTo>
                      <a:pt x="2568" y="252"/>
                      <a:pt x="1334" y="512"/>
                      <a:pt x="80" y="773"/>
                    </a:cubicBezTo>
                    <a:lnTo>
                      <a:pt x="0" y="793"/>
                    </a:lnTo>
                    <a:cubicBezTo>
                      <a:pt x="8035" y="1355"/>
                      <a:pt x="22158" y="3792"/>
                      <a:pt x="32128" y="8015"/>
                    </a:cubicBezTo>
                    <a:lnTo>
                      <a:pt x="32148" y="4805"/>
                    </a:lnTo>
                    <a:cubicBezTo>
                      <a:pt x="27133" y="3592"/>
                      <a:pt x="13572" y="482"/>
                      <a:pt x="3792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392" name="Google Shape;14392;p50"/>
              <p:cNvSpPr/>
              <p:nvPr/>
            </p:nvSpPr>
            <p:spPr>
              <a:xfrm rot="143046">
                <a:off x="5401255" y="4552724"/>
                <a:ext cx="2533706" cy="668387"/>
              </a:xfrm>
              <a:custGeom>
                <a:avLst/>
                <a:gdLst/>
                <a:ahLst/>
                <a:cxnLst/>
                <a:rect l="l" t="t" r="r" b="b"/>
                <a:pathLst>
                  <a:path w="32631" h="8608" extrusionOk="0">
                    <a:moveTo>
                      <a:pt x="21205" y="8607"/>
                    </a:moveTo>
                    <a:cubicBezTo>
                      <a:pt x="21205" y="8607"/>
                      <a:pt x="21205" y="8607"/>
                      <a:pt x="21205" y="8607"/>
                    </a:cubicBezTo>
                    <a:lnTo>
                      <a:pt x="32630" y="8356"/>
                    </a:lnTo>
                    <a:lnTo>
                      <a:pt x="32630" y="8356"/>
                    </a:lnTo>
                    <a:lnTo>
                      <a:pt x="21205" y="8607"/>
                    </a:lnTo>
                    <a:close/>
                    <a:moveTo>
                      <a:pt x="1" y="201"/>
                    </a:moveTo>
                    <a:cubicBezTo>
                      <a:pt x="322" y="131"/>
                      <a:pt x="643" y="61"/>
                      <a:pt x="964" y="1"/>
                    </a:cubicBezTo>
                    <a:cubicBezTo>
                      <a:pt x="643" y="61"/>
                      <a:pt x="322" y="131"/>
                      <a:pt x="1" y="20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393" name="Google Shape;14393;p50"/>
              <p:cNvSpPr/>
              <p:nvPr/>
            </p:nvSpPr>
            <p:spPr>
              <a:xfrm rot="143046">
                <a:off x="5301147" y="4535112"/>
                <a:ext cx="2634182" cy="683917"/>
              </a:xfrm>
              <a:custGeom>
                <a:avLst/>
                <a:gdLst/>
                <a:ahLst/>
                <a:cxnLst/>
                <a:rect l="l" t="t" r="r" b="b"/>
                <a:pathLst>
                  <a:path w="33925" h="8808" extrusionOk="0">
                    <a:moveTo>
                      <a:pt x="3211" y="0"/>
                    </a:moveTo>
                    <a:cubicBezTo>
                      <a:pt x="2890" y="60"/>
                      <a:pt x="2569" y="131"/>
                      <a:pt x="2258" y="201"/>
                    </a:cubicBezTo>
                    <a:cubicBezTo>
                      <a:pt x="1937" y="261"/>
                      <a:pt x="1616" y="331"/>
                      <a:pt x="1295" y="401"/>
                    </a:cubicBezTo>
                    <a:cubicBezTo>
                      <a:pt x="864" y="492"/>
                      <a:pt x="432" y="582"/>
                      <a:pt x="1" y="672"/>
                    </a:cubicBezTo>
                    <a:cubicBezTo>
                      <a:pt x="10804" y="2759"/>
                      <a:pt x="18337" y="6470"/>
                      <a:pt x="22499" y="8807"/>
                    </a:cubicBezTo>
                    <a:lnTo>
                      <a:pt x="33924" y="8556"/>
                    </a:lnTo>
                    <a:cubicBezTo>
                      <a:pt x="24967" y="3902"/>
                      <a:pt x="12359" y="933"/>
                      <a:pt x="3211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394" name="Google Shape;14394;p50"/>
              <p:cNvSpPr/>
              <p:nvPr/>
            </p:nvSpPr>
            <p:spPr>
              <a:xfrm rot="143046">
                <a:off x="6061508" y="5216857"/>
                <a:ext cx="252431" cy="5513"/>
              </a:xfrm>
              <a:custGeom>
                <a:avLst/>
                <a:gdLst/>
                <a:ahLst/>
                <a:cxnLst/>
                <a:rect l="l" t="t" r="r" b="b"/>
                <a:pathLst>
                  <a:path w="3251" h="71" extrusionOk="0">
                    <a:moveTo>
                      <a:pt x="0" y="71"/>
                    </a:moveTo>
                    <a:lnTo>
                      <a:pt x="3250" y="1"/>
                    </a:lnTo>
                    <a:lnTo>
                      <a:pt x="3250" y="1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395" name="Google Shape;14395;p50"/>
              <p:cNvSpPr/>
              <p:nvPr/>
            </p:nvSpPr>
            <p:spPr>
              <a:xfrm rot="143046">
                <a:off x="4636540" y="4632656"/>
                <a:ext cx="1689448" cy="566359"/>
              </a:xfrm>
              <a:custGeom>
                <a:avLst/>
                <a:gdLst/>
                <a:ahLst/>
                <a:cxnLst/>
                <a:rect l="l" t="t" r="r" b="b"/>
                <a:pathLst>
                  <a:path w="21758" h="7294" extrusionOk="0">
                    <a:moveTo>
                      <a:pt x="2910" y="1"/>
                    </a:moveTo>
                    <a:cubicBezTo>
                      <a:pt x="1937" y="202"/>
                      <a:pt x="964" y="412"/>
                      <a:pt x="1" y="613"/>
                    </a:cubicBezTo>
                    <a:cubicBezTo>
                      <a:pt x="2709" y="1536"/>
                      <a:pt x="5417" y="2709"/>
                      <a:pt x="7022" y="3381"/>
                    </a:cubicBezTo>
                    <a:cubicBezTo>
                      <a:pt x="12158" y="5528"/>
                      <a:pt x="14134" y="6711"/>
                      <a:pt x="14906" y="7293"/>
                    </a:cubicBezTo>
                    <a:lnTo>
                      <a:pt x="18507" y="7213"/>
                    </a:lnTo>
                    <a:lnTo>
                      <a:pt x="21757" y="7143"/>
                    </a:lnTo>
                    <a:cubicBezTo>
                      <a:pt x="18878" y="4113"/>
                      <a:pt x="9711" y="1335"/>
                      <a:pt x="2910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396" name="Google Shape;14396;p50"/>
              <p:cNvSpPr/>
              <p:nvPr/>
            </p:nvSpPr>
            <p:spPr>
              <a:xfrm rot="143046">
                <a:off x="7395956" y="4106506"/>
                <a:ext cx="1791399" cy="352907"/>
              </a:xfrm>
              <a:custGeom>
                <a:avLst/>
                <a:gdLst/>
                <a:ahLst/>
                <a:cxnLst/>
                <a:rect l="l" t="t" r="r" b="b"/>
                <a:pathLst>
                  <a:path w="23071" h="4545" extrusionOk="0">
                    <a:moveTo>
                      <a:pt x="9399" y="1"/>
                    </a:moveTo>
                    <a:cubicBezTo>
                      <a:pt x="8666" y="1"/>
                      <a:pt x="7904" y="11"/>
                      <a:pt x="7112" y="31"/>
                    </a:cubicBezTo>
                    <a:cubicBezTo>
                      <a:pt x="4895" y="482"/>
                      <a:pt x="2518" y="984"/>
                      <a:pt x="0" y="1505"/>
                    </a:cubicBezTo>
                    <a:cubicBezTo>
                      <a:pt x="7573" y="1636"/>
                      <a:pt x="18918" y="2990"/>
                      <a:pt x="23040" y="4545"/>
                    </a:cubicBezTo>
                    <a:lnTo>
                      <a:pt x="23060" y="2749"/>
                    </a:lnTo>
                    <a:lnTo>
                      <a:pt x="23070" y="1154"/>
                    </a:lnTo>
                    <a:cubicBezTo>
                      <a:pt x="23060" y="1154"/>
                      <a:pt x="18767" y="1"/>
                      <a:pt x="9399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397" name="Google Shape;14397;p50"/>
              <p:cNvSpPr/>
              <p:nvPr/>
            </p:nvSpPr>
            <p:spPr>
              <a:xfrm rot="143046">
                <a:off x="8460094" y="3874023"/>
                <a:ext cx="743860" cy="153509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1977" extrusionOk="0">
                    <a:moveTo>
                      <a:pt x="9569" y="1"/>
                    </a:moveTo>
                    <a:lnTo>
                      <a:pt x="9569" y="11"/>
                    </a:lnTo>
                    <a:lnTo>
                      <a:pt x="9549" y="11"/>
                    </a:lnTo>
                    <a:cubicBezTo>
                      <a:pt x="9228" y="71"/>
                      <a:pt x="5627" y="813"/>
                      <a:pt x="0" y="1977"/>
                    </a:cubicBezTo>
                    <a:cubicBezTo>
                      <a:pt x="4032" y="1887"/>
                      <a:pt x="7443" y="1846"/>
                      <a:pt x="9569" y="1826"/>
                    </a:cubicBezTo>
                    <a:lnTo>
                      <a:pt x="9579" y="1"/>
                    </a:ln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398" name="Google Shape;14398;p50"/>
              <p:cNvSpPr/>
              <p:nvPr/>
            </p:nvSpPr>
            <p:spPr>
              <a:xfrm rot="143046">
                <a:off x="3990951" y="4756076"/>
                <a:ext cx="1383285" cy="396467"/>
              </a:xfrm>
              <a:custGeom>
                <a:avLst/>
                <a:gdLst/>
                <a:ahLst/>
                <a:cxnLst/>
                <a:rect l="l" t="t" r="r" b="b"/>
                <a:pathLst>
                  <a:path w="17815" h="5106" extrusionOk="0">
                    <a:moveTo>
                      <a:pt x="1716" y="0"/>
                    </a:moveTo>
                    <a:cubicBezTo>
                      <a:pt x="1134" y="120"/>
                      <a:pt x="562" y="241"/>
                      <a:pt x="1" y="361"/>
                    </a:cubicBezTo>
                    <a:cubicBezTo>
                      <a:pt x="3190" y="1615"/>
                      <a:pt x="11295" y="5106"/>
                      <a:pt x="11295" y="5106"/>
                    </a:cubicBezTo>
                    <a:lnTo>
                      <a:pt x="17815" y="3912"/>
                    </a:lnTo>
                    <a:cubicBezTo>
                      <a:pt x="17815" y="3912"/>
                      <a:pt x="8627" y="1344"/>
                      <a:pt x="1716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399" name="Google Shape;14399;p50"/>
              <p:cNvSpPr/>
              <p:nvPr/>
            </p:nvSpPr>
            <p:spPr>
              <a:xfrm rot="143046">
                <a:off x="3540962" y="4844831"/>
                <a:ext cx="784314" cy="331088"/>
              </a:xfrm>
              <a:custGeom>
                <a:avLst/>
                <a:gdLst/>
                <a:ahLst/>
                <a:cxnLst/>
                <a:rect l="l" t="t" r="r" b="b"/>
                <a:pathLst>
                  <a:path w="10101" h="4264" extrusionOk="0">
                    <a:moveTo>
                      <a:pt x="4534" y="4264"/>
                    </a:moveTo>
                    <a:cubicBezTo>
                      <a:pt x="4534" y="4264"/>
                      <a:pt x="4534" y="4264"/>
                      <a:pt x="4534" y="4264"/>
                    </a:cubicBezTo>
                    <a:lnTo>
                      <a:pt x="10101" y="4143"/>
                    </a:lnTo>
                    <a:lnTo>
                      <a:pt x="4534" y="4264"/>
                    </a:lnTo>
                    <a:close/>
                    <a:moveTo>
                      <a:pt x="0" y="61"/>
                    </a:moveTo>
                    <a:cubicBezTo>
                      <a:pt x="90" y="41"/>
                      <a:pt x="191" y="21"/>
                      <a:pt x="281" y="1"/>
                    </a:cubicBezTo>
                    <a:cubicBezTo>
                      <a:pt x="281" y="1"/>
                      <a:pt x="281" y="1"/>
                      <a:pt x="281" y="1"/>
                    </a:cubicBezTo>
                    <a:cubicBezTo>
                      <a:pt x="191" y="21"/>
                      <a:pt x="90" y="41"/>
                      <a:pt x="0" y="6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400" name="Google Shape;14400;p50"/>
              <p:cNvSpPr/>
              <p:nvPr/>
            </p:nvSpPr>
            <p:spPr>
              <a:xfrm rot="143046">
                <a:off x="3251978" y="4844116"/>
                <a:ext cx="1328000" cy="331088"/>
              </a:xfrm>
              <a:custGeom>
                <a:avLst/>
                <a:gdLst/>
                <a:ahLst/>
                <a:cxnLst/>
                <a:rect l="l" t="t" r="r" b="b"/>
                <a:pathLst>
                  <a:path w="17103" h="4264" extrusionOk="0">
                    <a:moveTo>
                      <a:pt x="4003" y="1"/>
                    </a:moveTo>
                    <a:cubicBezTo>
                      <a:pt x="3913" y="21"/>
                      <a:pt x="3812" y="41"/>
                      <a:pt x="3722" y="61"/>
                    </a:cubicBezTo>
                    <a:cubicBezTo>
                      <a:pt x="2448" y="332"/>
                      <a:pt x="1205" y="603"/>
                      <a:pt x="1" y="873"/>
                    </a:cubicBezTo>
                    <a:cubicBezTo>
                      <a:pt x="1776" y="1545"/>
                      <a:pt x="5648" y="3160"/>
                      <a:pt x="8256" y="4264"/>
                    </a:cubicBezTo>
                    <a:lnTo>
                      <a:pt x="13823" y="4143"/>
                    </a:lnTo>
                    <a:lnTo>
                      <a:pt x="17103" y="4073"/>
                    </a:lnTo>
                    <a:cubicBezTo>
                      <a:pt x="15719" y="3562"/>
                      <a:pt x="9640" y="1335"/>
                      <a:pt x="4003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401" name="Google Shape;14401;p50"/>
            <p:cNvGrpSpPr/>
            <p:nvPr/>
          </p:nvGrpSpPr>
          <p:grpSpPr>
            <a:xfrm flipH="1">
              <a:off x="121030" y="4259507"/>
              <a:ext cx="8901933" cy="1094777"/>
              <a:chOff x="-75995" y="4254507"/>
              <a:chExt cx="8901933" cy="1094777"/>
            </a:xfrm>
          </p:grpSpPr>
          <p:grpSp>
            <p:nvGrpSpPr>
              <p:cNvPr id="14402" name="Google Shape;14402;p50"/>
              <p:cNvGrpSpPr/>
              <p:nvPr/>
            </p:nvGrpSpPr>
            <p:grpSpPr>
              <a:xfrm>
                <a:off x="1847659" y="4405094"/>
                <a:ext cx="5081829" cy="944189"/>
                <a:chOff x="238125" y="2195725"/>
                <a:chExt cx="7120400" cy="1322950"/>
              </a:xfrm>
            </p:grpSpPr>
            <p:sp>
              <p:nvSpPr>
                <p:cNvPr id="14403" name="Google Shape;14403;p50"/>
                <p:cNvSpPr/>
                <p:nvPr/>
              </p:nvSpPr>
              <p:spPr>
                <a:xfrm>
                  <a:off x="6053075" y="2269275"/>
                  <a:ext cx="26875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5" h="8922" extrusionOk="0">
                      <a:moveTo>
                        <a:pt x="0" y="0"/>
                      </a:moveTo>
                      <a:cubicBezTo>
                        <a:pt x="374" y="1472"/>
                        <a:pt x="607" y="2943"/>
                        <a:pt x="701" y="4438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7" y="7403"/>
                        <a:pt x="724" y="8151"/>
                        <a:pt x="724" y="8921"/>
                      </a:cubicBezTo>
                      <a:lnTo>
                        <a:pt x="747" y="8921"/>
                      </a:lnTo>
                      <a:cubicBezTo>
                        <a:pt x="911" y="8174"/>
                        <a:pt x="981" y="7427"/>
                        <a:pt x="1028" y="6679"/>
                      </a:cubicBezTo>
                      <a:cubicBezTo>
                        <a:pt x="1074" y="5932"/>
                        <a:pt x="1004" y="5161"/>
                        <a:pt x="934" y="4414"/>
                      </a:cubicBezTo>
                      <a:cubicBezTo>
                        <a:pt x="794" y="2920"/>
                        <a:pt x="490" y="1425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04" name="Google Shape;14404;p50"/>
                <p:cNvSpPr/>
                <p:nvPr/>
              </p:nvSpPr>
              <p:spPr>
                <a:xfrm>
                  <a:off x="6088100" y="2277450"/>
                  <a:ext cx="51400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8" y="1028"/>
                        <a:pt x="1285" y="2079"/>
                        <a:pt x="911" y="3106"/>
                      </a:cubicBezTo>
                      <a:cubicBezTo>
                        <a:pt x="724" y="3643"/>
                        <a:pt x="537" y="4157"/>
                        <a:pt x="374" y="4694"/>
                      </a:cubicBezTo>
                      <a:cubicBezTo>
                        <a:pt x="234" y="5208"/>
                        <a:pt x="94" y="5745"/>
                        <a:pt x="0" y="6306"/>
                      </a:cubicBezTo>
                      <a:lnTo>
                        <a:pt x="24" y="6306"/>
                      </a:lnTo>
                      <a:cubicBezTo>
                        <a:pt x="281" y="5792"/>
                        <a:pt x="467" y="5278"/>
                        <a:pt x="678" y="4764"/>
                      </a:cubicBezTo>
                      <a:cubicBezTo>
                        <a:pt x="864" y="4251"/>
                        <a:pt x="1004" y="3714"/>
                        <a:pt x="1145" y="3200"/>
                      </a:cubicBezTo>
                      <a:cubicBezTo>
                        <a:pt x="1472" y="2126"/>
                        <a:pt x="1775" y="1075"/>
                        <a:pt x="205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05" name="Google Shape;14405;p50"/>
                <p:cNvSpPr/>
                <p:nvPr/>
              </p:nvSpPr>
              <p:spPr>
                <a:xfrm>
                  <a:off x="6114950" y="2366775"/>
                  <a:ext cx="29800" cy="12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5115" extrusionOk="0">
                      <a:moveTo>
                        <a:pt x="1168" y="0"/>
                      </a:moveTo>
                      <a:cubicBezTo>
                        <a:pt x="865" y="818"/>
                        <a:pt x="608" y="1658"/>
                        <a:pt x="374" y="2523"/>
                      </a:cubicBezTo>
                      <a:cubicBezTo>
                        <a:pt x="281" y="2943"/>
                        <a:pt x="141" y="3363"/>
                        <a:pt x="94" y="3807"/>
                      </a:cubicBezTo>
                      <a:cubicBezTo>
                        <a:pt x="47" y="4227"/>
                        <a:pt x="1" y="4671"/>
                        <a:pt x="24" y="5115"/>
                      </a:cubicBezTo>
                      <a:lnTo>
                        <a:pt x="47" y="5115"/>
                      </a:lnTo>
                      <a:cubicBezTo>
                        <a:pt x="187" y="4694"/>
                        <a:pt x="281" y="4274"/>
                        <a:pt x="398" y="3854"/>
                      </a:cubicBezTo>
                      <a:cubicBezTo>
                        <a:pt x="491" y="3433"/>
                        <a:pt x="538" y="2990"/>
                        <a:pt x="631" y="2569"/>
                      </a:cubicBezTo>
                      <a:cubicBezTo>
                        <a:pt x="795" y="1705"/>
                        <a:pt x="981" y="841"/>
                        <a:pt x="119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06" name="Google Shape;14406;p50"/>
                <p:cNvSpPr/>
                <p:nvPr/>
              </p:nvSpPr>
              <p:spPr>
                <a:xfrm>
                  <a:off x="7040325" y="2569950"/>
                  <a:ext cx="26300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8922" extrusionOk="0">
                      <a:moveTo>
                        <a:pt x="24" y="0"/>
                      </a:moveTo>
                      <a:lnTo>
                        <a:pt x="0" y="24"/>
                      </a:lnTo>
                      <a:cubicBezTo>
                        <a:pt x="374" y="1471"/>
                        <a:pt x="584" y="2943"/>
                        <a:pt x="678" y="4437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8" y="7426"/>
                        <a:pt x="701" y="8174"/>
                        <a:pt x="701" y="8921"/>
                      </a:cubicBezTo>
                      <a:lnTo>
                        <a:pt x="748" y="8921"/>
                      </a:lnTo>
                      <a:cubicBezTo>
                        <a:pt x="911" y="8174"/>
                        <a:pt x="981" y="7426"/>
                        <a:pt x="1028" y="6679"/>
                      </a:cubicBezTo>
                      <a:cubicBezTo>
                        <a:pt x="1051" y="5932"/>
                        <a:pt x="1005" y="5161"/>
                        <a:pt x="935" y="4414"/>
                      </a:cubicBezTo>
                      <a:cubicBezTo>
                        <a:pt x="771" y="2919"/>
                        <a:pt x="467" y="144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07" name="Google Shape;14407;p50"/>
                <p:cNvSpPr/>
                <p:nvPr/>
              </p:nvSpPr>
              <p:spPr>
                <a:xfrm>
                  <a:off x="7075350" y="2578125"/>
                  <a:ext cx="51400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9" y="1051"/>
                        <a:pt x="1285" y="2079"/>
                        <a:pt x="911" y="3129"/>
                      </a:cubicBezTo>
                      <a:cubicBezTo>
                        <a:pt x="725" y="3643"/>
                        <a:pt x="514" y="4157"/>
                        <a:pt x="374" y="4694"/>
                      </a:cubicBezTo>
                      <a:cubicBezTo>
                        <a:pt x="234" y="5231"/>
                        <a:pt x="71" y="5745"/>
                        <a:pt x="1" y="6305"/>
                      </a:cubicBezTo>
                      <a:lnTo>
                        <a:pt x="24" y="6305"/>
                      </a:lnTo>
                      <a:cubicBezTo>
                        <a:pt x="281" y="5815"/>
                        <a:pt x="468" y="5301"/>
                        <a:pt x="654" y="4764"/>
                      </a:cubicBezTo>
                      <a:cubicBezTo>
                        <a:pt x="841" y="4250"/>
                        <a:pt x="981" y="3713"/>
                        <a:pt x="1145" y="3199"/>
                      </a:cubicBezTo>
                      <a:cubicBezTo>
                        <a:pt x="1448" y="2149"/>
                        <a:pt x="1752" y="1074"/>
                        <a:pt x="2056" y="23"/>
                      </a:cubicBezTo>
                      <a:lnTo>
                        <a:pt x="2032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08" name="Google Shape;14408;p50"/>
                <p:cNvSpPr/>
                <p:nvPr/>
              </p:nvSpPr>
              <p:spPr>
                <a:xfrm>
                  <a:off x="7101625" y="2667450"/>
                  <a:ext cx="30375" cy="12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5" h="5138" extrusionOk="0">
                      <a:moveTo>
                        <a:pt x="1191" y="0"/>
                      </a:moveTo>
                      <a:cubicBezTo>
                        <a:pt x="888" y="817"/>
                        <a:pt x="608" y="1658"/>
                        <a:pt x="397" y="2522"/>
                      </a:cubicBezTo>
                      <a:cubicBezTo>
                        <a:pt x="281" y="2943"/>
                        <a:pt x="164" y="3363"/>
                        <a:pt x="117" y="3807"/>
                      </a:cubicBezTo>
                      <a:cubicBezTo>
                        <a:pt x="47" y="4250"/>
                        <a:pt x="0" y="4671"/>
                        <a:pt x="47" y="5114"/>
                      </a:cubicBezTo>
                      <a:lnTo>
                        <a:pt x="71" y="5138"/>
                      </a:lnTo>
                      <a:cubicBezTo>
                        <a:pt x="211" y="4717"/>
                        <a:pt x="304" y="4274"/>
                        <a:pt x="397" y="3853"/>
                      </a:cubicBezTo>
                      <a:cubicBezTo>
                        <a:pt x="514" y="3433"/>
                        <a:pt x="561" y="2989"/>
                        <a:pt x="631" y="2569"/>
                      </a:cubicBezTo>
                      <a:cubicBezTo>
                        <a:pt x="794" y="1705"/>
                        <a:pt x="1005" y="864"/>
                        <a:pt x="12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09" name="Google Shape;14409;p50"/>
                <p:cNvSpPr/>
                <p:nvPr/>
              </p:nvSpPr>
              <p:spPr>
                <a:xfrm>
                  <a:off x="6875675" y="2281525"/>
                  <a:ext cx="21625" cy="17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6820" extrusionOk="0">
                      <a:moveTo>
                        <a:pt x="1" y="1"/>
                      </a:moveTo>
                      <a:cubicBezTo>
                        <a:pt x="281" y="1122"/>
                        <a:pt x="444" y="2243"/>
                        <a:pt x="515" y="3387"/>
                      </a:cubicBezTo>
                      <a:cubicBezTo>
                        <a:pt x="538" y="3971"/>
                        <a:pt x="515" y="4531"/>
                        <a:pt x="515" y="5092"/>
                      </a:cubicBezTo>
                      <a:lnTo>
                        <a:pt x="538" y="6820"/>
                      </a:lnTo>
                      <a:lnTo>
                        <a:pt x="585" y="6820"/>
                      </a:lnTo>
                      <a:cubicBezTo>
                        <a:pt x="725" y="6259"/>
                        <a:pt x="795" y="5676"/>
                        <a:pt x="818" y="5115"/>
                      </a:cubicBezTo>
                      <a:cubicBezTo>
                        <a:pt x="865" y="4531"/>
                        <a:pt x="818" y="3948"/>
                        <a:pt x="748" y="3387"/>
                      </a:cubicBezTo>
                      <a:cubicBezTo>
                        <a:pt x="631" y="2219"/>
                        <a:pt x="398" y="109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10" name="Google Shape;14410;p50"/>
                <p:cNvSpPr/>
                <p:nvPr/>
              </p:nvSpPr>
              <p:spPr>
                <a:xfrm>
                  <a:off x="6902550" y="2287375"/>
                  <a:ext cx="39725" cy="1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" h="4835" extrusionOk="0">
                      <a:moveTo>
                        <a:pt x="1565" y="0"/>
                      </a:moveTo>
                      <a:cubicBezTo>
                        <a:pt x="1261" y="794"/>
                        <a:pt x="958" y="1588"/>
                        <a:pt x="677" y="2382"/>
                      </a:cubicBezTo>
                      <a:cubicBezTo>
                        <a:pt x="537" y="2779"/>
                        <a:pt x="374" y="3176"/>
                        <a:pt x="257" y="3597"/>
                      </a:cubicBezTo>
                      <a:cubicBezTo>
                        <a:pt x="163" y="3994"/>
                        <a:pt x="47" y="4414"/>
                        <a:pt x="0" y="4834"/>
                      </a:cubicBezTo>
                      <a:lnTo>
                        <a:pt x="23" y="4834"/>
                      </a:lnTo>
                      <a:cubicBezTo>
                        <a:pt x="234" y="4461"/>
                        <a:pt x="397" y="4064"/>
                        <a:pt x="537" y="3667"/>
                      </a:cubicBezTo>
                      <a:cubicBezTo>
                        <a:pt x="701" y="3270"/>
                        <a:pt x="794" y="2873"/>
                        <a:pt x="911" y="2452"/>
                      </a:cubicBezTo>
                      <a:cubicBezTo>
                        <a:pt x="1144" y="1658"/>
                        <a:pt x="1378" y="841"/>
                        <a:pt x="1588" y="24"/>
                      </a:cubicBezTo>
                      <a:lnTo>
                        <a:pt x="156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11" name="Google Shape;14411;p50"/>
                <p:cNvSpPr/>
                <p:nvPr/>
              </p:nvSpPr>
              <p:spPr>
                <a:xfrm>
                  <a:off x="6922400" y="2355675"/>
                  <a:ext cx="23950" cy="9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" h="3948" extrusionOk="0">
                      <a:moveTo>
                        <a:pt x="911" y="1"/>
                      </a:moveTo>
                      <a:cubicBezTo>
                        <a:pt x="677" y="631"/>
                        <a:pt x="467" y="1285"/>
                        <a:pt x="304" y="1939"/>
                      </a:cubicBezTo>
                      <a:cubicBezTo>
                        <a:pt x="210" y="2266"/>
                        <a:pt x="117" y="2593"/>
                        <a:pt x="70" y="2920"/>
                      </a:cubicBezTo>
                      <a:cubicBezTo>
                        <a:pt x="23" y="3247"/>
                        <a:pt x="0" y="3597"/>
                        <a:pt x="47" y="3947"/>
                      </a:cubicBezTo>
                      <a:lnTo>
                        <a:pt x="70" y="3947"/>
                      </a:lnTo>
                      <a:cubicBezTo>
                        <a:pt x="210" y="3620"/>
                        <a:pt x="280" y="3293"/>
                        <a:pt x="374" y="2967"/>
                      </a:cubicBezTo>
                      <a:cubicBezTo>
                        <a:pt x="444" y="2640"/>
                        <a:pt x="467" y="2313"/>
                        <a:pt x="537" y="1986"/>
                      </a:cubicBezTo>
                      <a:cubicBezTo>
                        <a:pt x="654" y="1332"/>
                        <a:pt x="794" y="678"/>
                        <a:pt x="958" y="24"/>
                      </a:cubicBezTo>
                      <a:lnTo>
                        <a:pt x="911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12" name="Google Shape;14412;p50"/>
                <p:cNvSpPr/>
                <p:nvPr/>
              </p:nvSpPr>
              <p:spPr>
                <a:xfrm>
                  <a:off x="7324650" y="2597975"/>
                  <a:ext cx="23375" cy="9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3924" extrusionOk="0">
                      <a:moveTo>
                        <a:pt x="911" y="0"/>
                      </a:moveTo>
                      <a:cubicBezTo>
                        <a:pt x="678" y="631"/>
                        <a:pt x="467" y="1261"/>
                        <a:pt x="281" y="1915"/>
                      </a:cubicBezTo>
                      <a:cubicBezTo>
                        <a:pt x="211" y="2242"/>
                        <a:pt x="94" y="2569"/>
                        <a:pt x="47" y="2896"/>
                      </a:cubicBezTo>
                      <a:cubicBezTo>
                        <a:pt x="24" y="3246"/>
                        <a:pt x="0" y="3573"/>
                        <a:pt x="24" y="3923"/>
                      </a:cubicBezTo>
                      <a:lnTo>
                        <a:pt x="70" y="3923"/>
                      </a:lnTo>
                      <a:cubicBezTo>
                        <a:pt x="187" y="3596"/>
                        <a:pt x="281" y="3270"/>
                        <a:pt x="351" y="2966"/>
                      </a:cubicBezTo>
                      <a:cubicBezTo>
                        <a:pt x="444" y="2639"/>
                        <a:pt x="467" y="2289"/>
                        <a:pt x="514" y="1962"/>
                      </a:cubicBezTo>
                      <a:cubicBezTo>
                        <a:pt x="654" y="1308"/>
                        <a:pt x="794" y="654"/>
                        <a:pt x="93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13" name="Google Shape;14413;p50"/>
                <p:cNvSpPr/>
                <p:nvPr/>
              </p:nvSpPr>
              <p:spPr>
                <a:xfrm>
                  <a:off x="4643125" y="2401225"/>
                  <a:ext cx="21025" cy="1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724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04" y="1168"/>
                        <a:pt x="490" y="2382"/>
                        <a:pt x="584" y="3597"/>
                      </a:cubicBezTo>
                      <a:cubicBezTo>
                        <a:pt x="654" y="4811"/>
                        <a:pt x="631" y="6025"/>
                        <a:pt x="561" y="7240"/>
                      </a:cubicBezTo>
                      <a:lnTo>
                        <a:pt x="584" y="7240"/>
                      </a:lnTo>
                      <a:cubicBezTo>
                        <a:pt x="817" y="6025"/>
                        <a:pt x="841" y="4788"/>
                        <a:pt x="701" y="3573"/>
                      </a:cubicBezTo>
                      <a:cubicBezTo>
                        <a:pt x="584" y="2359"/>
                        <a:pt x="350" y="1168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14" name="Google Shape;14414;p50"/>
                <p:cNvSpPr/>
                <p:nvPr/>
              </p:nvSpPr>
              <p:spPr>
                <a:xfrm>
                  <a:off x="4675800" y="2411150"/>
                  <a:ext cx="14050" cy="13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" h="5349" extrusionOk="0">
                      <a:moveTo>
                        <a:pt x="561" y="0"/>
                      </a:moveTo>
                      <a:lnTo>
                        <a:pt x="234" y="2662"/>
                      </a:lnTo>
                      <a:cubicBezTo>
                        <a:pt x="118" y="3550"/>
                        <a:pt x="24" y="4437"/>
                        <a:pt x="1" y="5348"/>
                      </a:cubicBezTo>
                      <a:lnTo>
                        <a:pt x="24" y="5348"/>
                      </a:lnTo>
                      <a:cubicBezTo>
                        <a:pt x="188" y="4461"/>
                        <a:pt x="281" y="3573"/>
                        <a:pt x="351" y="2686"/>
                      </a:cubicBezTo>
                      <a:lnTo>
                        <a:pt x="56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15" name="Google Shape;14415;p50"/>
                <p:cNvSpPr/>
                <p:nvPr/>
              </p:nvSpPr>
              <p:spPr>
                <a:xfrm>
                  <a:off x="4702675" y="2471850"/>
                  <a:ext cx="23375" cy="10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158" extrusionOk="0">
                      <a:moveTo>
                        <a:pt x="911" y="1"/>
                      </a:moveTo>
                      <a:cubicBezTo>
                        <a:pt x="677" y="655"/>
                        <a:pt x="490" y="1355"/>
                        <a:pt x="327" y="2033"/>
                      </a:cubicBezTo>
                      <a:cubicBezTo>
                        <a:pt x="140" y="2733"/>
                        <a:pt x="0" y="3434"/>
                        <a:pt x="0" y="4158"/>
                      </a:cubicBezTo>
                      <a:cubicBezTo>
                        <a:pt x="187" y="3457"/>
                        <a:pt x="304" y="2780"/>
                        <a:pt x="444" y="2079"/>
                      </a:cubicBezTo>
                      <a:cubicBezTo>
                        <a:pt x="584" y="1379"/>
                        <a:pt x="747" y="678"/>
                        <a:pt x="93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16" name="Google Shape;14416;p50"/>
                <p:cNvSpPr/>
                <p:nvPr/>
              </p:nvSpPr>
              <p:spPr>
                <a:xfrm>
                  <a:off x="4244950" y="2614900"/>
                  <a:ext cx="54900" cy="17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6" h="6960" extrusionOk="0">
                      <a:moveTo>
                        <a:pt x="0" y="0"/>
                      </a:moveTo>
                      <a:cubicBezTo>
                        <a:pt x="561" y="1098"/>
                        <a:pt x="1028" y="2219"/>
                        <a:pt x="1378" y="3387"/>
                      </a:cubicBezTo>
                      <a:cubicBezTo>
                        <a:pt x="1705" y="4554"/>
                        <a:pt x="1962" y="5745"/>
                        <a:pt x="2172" y="6960"/>
                      </a:cubicBezTo>
                      <a:lnTo>
                        <a:pt x="2195" y="6960"/>
                      </a:lnTo>
                      <a:cubicBezTo>
                        <a:pt x="2125" y="5722"/>
                        <a:pt x="1892" y="4531"/>
                        <a:pt x="1495" y="3363"/>
                      </a:cubicBezTo>
                      <a:cubicBezTo>
                        <a:pt x="1098" y="2196"/>
                        <a:pt x="607" y="1075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17" name="Google Shape;14417;p50"/>
                <p:cNvSpPr/>
                <p:nvPr/>
              </p:nvSpPr>
              <p:spPr>
                <a:xfrm>
                  <a:off x="4392075" y="2659850"/>
                  <a:ext cx="22200" cy="11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72" extrusionOk="0">
                      <a:moveTo>
                        <a:pt x="864" y="1"/>
                      </a:moveTo>
                      <a:lnTo>
                        <a:pt x="374" y="2336"/>
                      </a:lnTo>
                      <a:cubicBezTo>
                        <a:pt x="210" y="3106"/>
                        <a:pt x="70" y="3877"/>
                        <a:pt x="0" y="4671"/>
                      </a:cubicBezTo>
                      <a:cubicBezTo>
                        <a:pt x="234" y="3900"/>
                        <a:pt x="374" y="3130"/>
                        <a:pt x="491" y="2359"/>
                      </a:cubicBezTo>
                      <a:lnTo>
                        <a:pt x="888" y="24"/>
                      </a:lnTo>
                      <a:lnTo>
                        <a:pt x="864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18" name="Google Shape;14418;p50"/>
                <p:cNvSpPr/>
                <p:nvPr/>
              </p:nvSpPr>
              <p:spPr>
                <a:xfrm>
                  <a:off x="4686325" y="2473600"/>
                  <a:ext cx="22200" cy="11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49" extrusionOk="0">
                      <a:moveTo>
                        <a:pt x="864" y="1"/>
                      </a:moveTo>
                      <a:lnTo>
                        <a:pt x="374" y="2313"/>
                      </a:lnTo>
                      <a:cubicBezTo>
                        <a:pt x="210" y="3084"/>
                        <a:pt x="47" y="3854"/>
                        <a:pt x="0" y="4648"/>
                      </a:cubicBezTo>
                      <a:cubicBezTo>
                        <a:pt x="234" y="3878"/>
                        <a:pt x="374" y="3107"/>
                        <a:pt x="491" y="2336"/>
                      </a:cubicBezTo>
                      <a:lnTo>
                        <a:pt x="88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19" name="Google Shape;14419;p50"/>
                <p:cNvSpPr/>
                <p:nvPr/>
              </p:nvSpPr>
              <p:spPr>
                <a:xfrm>
                  <a:off x="4330775" y="2676775"/>
                  <a:ext cx="5275" cy="10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4252" extrusionOk="0">
                      <a:moveTo>
                        <a:pt x="140" y="1"/>
                      </a:moveTo>
                      <a:cubicBezTo>
                        <a:pt x="70" y="701"/>
                        <a:pt x="23" y="1402"/>
                        <a:pt x="23" y="2126"/>
                      </a:cubicBezTo>
                      <a:cubicBezTo>
                        <a:pt x="0" y="2826"/>
                        <a:pt x="23" y="3550"/>
                        <a:pt x="164" y="4251"/>
                      </a:cubicBezTo>
                      <a:lnTo>
                        <a:pt x="187" y="4251"/>
                      </a:lnTo>
                      <a:cubicBezTo>
                        <a:pt x="210" y="3550"/>
                        <a:pt x="164" y="2826"/>
                        <a:pt x="140" y="2126"/>
                      </a:cubicBezTo>
                      <a:cubicBezTo>
                        <a:pt x="117" y="1425"/>
                        <a:pt x="140" y="701"/>
                        <a:pt x="16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20" name="Google Shape;14420;p50"/>
                <p:cNvSpPr/>
                <p:nvPr/>
              </p:nvSpPr>
              <p:spPr>
                <a:xfrm>
                  <a:off x="4305650" y="2608475"/>
                  <a:ext cx="25725" cy="1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9" h="7240" extrusionOk="0">
                      <a:moveTo>
                        <a:pt x="1" y="0"/>
                      </a:moveTo>
                      <a:lnTo>
                        <a:pt x="1" y="24"/>
                      </a:lnTo>
                      <a:cubicBezTo>
                        <a:pt x="351" y="1191"/>
                        <a:pt x="585" y="2382"/>
                        <a:pt x="701" y="3597"/>
                      </a:cubicBezTo>
                      <a:cubicBezTo>
                        <a:pt x="818" y="4811"/>
                        <a:pt x="842" y="6002"/>
                        <a:pt x="818" y="7240"/>
                      </a:cubicBezTo>
                      <a:lnTo>
                        <a:pt x="842" y="7240"/>
                      </a:lnTo>
                      <a:cubicBezTo>
                        <a:pt x="1028" y="6026"/>
                        <a:pt x="1005" y="4788"/>
                        <a:pt x="842" y="3573"/>
                      </a:cubicBezTo>
                      <a:cubicBezTo>
                        <a:pt x="678" y="2359"/>
                        <a:pt x="398" y="1168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21" name="Google Shape;14421;p50"/>
                <p:cNvSpPr/>
                <p:nvPr/>
              </p:nvSpPr>
              <p:spPr>
                <a:xfrm>
                  <a:off x="4338350" y="2613150"/>
                  <a:ext cx="37400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5162" extrusionOk="0">
                      <a:moveTo>
                        <a:pt x="1495" y="0"/>
                      </a:moveTo>
                      <a:lnTo>
                        <a:pt x="701" y="2569"/>
                      </a:lnTo>
                      <a:cubicBezTo>
                        <a:pt x="421" y="3433"/>
                        <a:pt x="187" y="4297"/>
                        <a:pt x="1" y="5161"/>
                      </a:cubicBezTo>
                      <a:lnTo>
                        <a:pt x="24" y="5161"/>
                      </a:lnTo>
                      <a:cubicBezTo>
                        <a:pt x="351" y="4321"/>
                        <a:pt x="585" y="3480"/>
                        <a:pt x="818" y="2592"/>
                      </a:cubicBezTo>
                      <a:lnTo>
                        <a:pt x="149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22" name="Google Shape;14422;p50"/>
                <p:cNvSpPr/>
                <p:nvPr/>
              </p:nvSpPr>
              <p:spPr>
                <a:xfrm>
                  <a:off x="4362300" y="2685550"/>
                  <a:ext cx="20450" cy="10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4204" extrusionOk="0">
                      <a:moveTo>
                        <a:pt x="794" y="0"/>
                      </a:moveTo>
                      <a:cubicBezTo>
                        <a:pt x="584" y="677"/>
                        <a:pt x="397" y="1378"/>
                        <a:pt x="257" y="2078"/>
                      </a:cubicBezTo>
                      <a:cubicBezTo>
                        <a:pt x="94" y="2756"/>
                        <a:pt x="0" y="3480"/>
                        <a:pt x="0" y="4180"/>
                      </a:cubicBezTo>
                      <a:lnTo>
                        <a:pt x="24" y="4204"/>
                      </a:lnTo>
                      <a:cubicBezTo>
                        <a:pt x="164" y="3503"/>
                        <a:pt x="280" y="2802"/>
                        <a:pt x="374" y="2078"/>
                      </a:cubicBezTo>
                      <a:cubicBezTo>
                        <a:pt x="491" y="1378"/>
                        <a:pt x="654" y="701"/>
                        <a:pt x="8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23" name="Google Shape;14423;p50"/>
                <p:cNvSpPr/>
                <p:nvPr/>
              </p:nvSpPr>
              <p:spPr>
                <a:xfrm>
                  <a:off x="2619550" y="2882300"/>
                  <a:ext cx="54900" cy="17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6" h="6960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561" y="1098"/>
                        <a:pt x="1028" y="2242"/>
                        <a:pt x="1379" y="3410"/>
                      </a:cubicBezTo>
                      <a:cubicBezTo>
                        <a:pt x="1729" y="4577"/>
                        <a:pt x="1986" y="5768"/>
                        <a:pt x="2196" y="6959"/>
                      </a:cubicBezTo>
                      <a:cubicBezTo>
                        <a:pt x="2149" y="5745"/>
                        <a:pt x="1892" y="4530"/>
                        <a:pt x="1495" y="3363"/>
                      </a:cubicBezTo>
                      <a:cubicBezTo>
                        <a:pt x="1122" y="2195"/>
                        <a:pt x="631" y="107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24" name="Google Shape;14424;p50"/>
                <p:cNvSpPr/>
                <p:nvPr/>
              </p:nvSpPr>
              <p:spPr>
                <a:xfrm>
                  <a:off x="2766675" y="2927825"/>
                  <a:ext cx="22800" cy="11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4672" extrusionOk="0">
                      <a:moveTo>
                        <a:pt x="888" y="1"/>
                      </a:moveTo>
                      <a:lnTo>
                        <a:pt x="398" y="2312"/>
                      </a:lnTo>
                      <a:cubicBezTo>
                        <a:pt x="211" y="3083"/>
                        <a:pt x="71" y="3877"/>
                        <a:pt x="1" y="4648"/>
                      </a:cubicBezTo>
                      <a:lnTo>
                        <a:pt x="24" y="4671"/>
                      </a:lnTo>
                      <a:cubicBezTo>
                        <a:pt x="258" y="3900"/>
                        <a:pt x="398" y="3130"/>
                        <a:pt x="515" y="2336"/>
                      </a:cubicBezTo>
                      <a:lnTo>
                        <a:pt x="912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25" name="Google Shape;14425;p50"/>
                <p:cNvSpPr/>
                <p:nvPr/>
              </p:nvSpPr>
              <p:spPr>
                <a:xfrm>
                  <a:off x="2705375" y="2944175"/>
                  <a:ext cx="5275" cy="10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4274" extrusionOk="0">
                      <a:moveTo>
                        <a:pt x="164" y="0"/>
                      </a:moveTo>
                      <a:cubicBezTo>
                        <a:pt x="94" y="701"/>
                        <a:pt x="47" y="1425"/>
                        <a:pt x="24" y="2126"/>
                      </a:cubicBezTo>
                      <a:cubicBezTo>
                        <a:pt x="1" y="2849"/>
                        <a:pt x="47" y="3573"/>
                        <a:pt x="188" y="4274"/>
                      </a:cubicBezTo>
                      <a:lnTo>
                        <a:pt x="211" y="4274"/>
                      </a:lnTo>
                      <a:cubicBezTo>
                        <a:pt x="211" y="3550"/>
                        <a:pt x="188" y="2849"/>
                        <a:pt x="164" y="2126"/>
                      </a:cubicBezTo>
                      <a:cubicBezTo>
                        <a:pt x="141" y="1425"/>
                        <a:pt x="141" y="701"/>
                        <a:pt x="18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26" name="Google Shape;14426;p50"/>
                <p:cNvSpPr/>
                <p:nvPr/>
              </p:nvSpPr>
              <p:spPr>
                <a:xfrm>
                  <a:off x="2680850" y="2876450"/>
                  <a:ext cx="25150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6" h="7217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351" y="1168"/>
                        <a:pt x="585" y="2359"/>
                        <a:pt x="701" y="3573"/>
                      </a:cubicBezTo>
                      <a:cubicBezTo>
                        <a:pt x="818" y="4788"/>
                        <a:pt x="842" y="6002"/>
                        <a:pt x="818" y="7217"/>
                      </a:cubicBezTo>
                      <a:cubicBezTo>
                        <a:pt x="1005" y="6002"/>
                        <a:pt x="982" y="4764"/>
                        <a:pt x="818" y="3573"/>
                      </a:cubicBezTo>
                      <a:cubicBezTo>
                        <a:pt x="678" y="2359"/>
                        <a:pt x="398" y="1145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27" name="Google Shape;14427;p50"/>
                <p:cNvSpPr/>
                <p:nvPr/>
              </p:nvSpPr>
              <p:spPr>
                <a:xfrm>
                  <a:off x="2713550" y="2880525"/>
                  <a:ext cx="37400" cy="12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5186" extrusionOk="0">
                      <a:moveTo>
                        <a:pt x="1472" y="1"/>
                      </a:moveTo>
                      <a:lnTo>
                        <a:pt x="701" y="2570"/>
                      </a:lnTo>
                      <a:cubicBezTo>
                        <a:pt x="421" y="3434"/>
                        <a:pt x="164" y="4298"/>
                        <a:pt x="1" y="5185"/>
                      </a:cubicBezTo>
                      <a:lnTo>
                        <a:pt x="24" y="5185"/>
                      </a:lnTo>
                      <a:cubicBezTo>
                        <a:pt x="351" y="4345"/>
                        <a:pt x="584" y="3481"/>
                        <a:pt x="818" y="2616"/>
                      </a:cubicBezTo>
                      <a:lnTo>
                        <a:pt x="1495" y="24"/>
                      </a:lnTo>
                      <a:lnTo>
                        <a:pt x="1472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28" name="Google Shape;14428;p50"/>
                <p:cNvSpPr/>
                <p:nvPr/>
              </p:nvSpPr>
              <p:spPr>
                <a:xfrm>
                  <a:off x="2737500" y="2952925"/>
                  <a:ext cx="19875" cy="10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4205" extrusionOk="0">
                      <a:moveTo>
                        <a:pt x="794" y="1"/>
                      </a:moveTo>
                      <a:lnTo>
                        <a:pt x="794" y="1"/>
                      </a:lnTo>
                      <a:cubicBezTo>
                        <a:pt x="584" y="678"/>
                        <a:pt x="397" y="1379"/>
                        <a:pt x="257" y="2079"/>
                      </a:cubicBezTo>
                      <a:cubicBezTo>
                        <a:pt x="94" y="2780"/>
                        <a:pt x="0" y="3480"/>
                        <a:pt x="0" y="4204"/>
                      </a:cubicBezTo>
                      <a:lnTo>
                        <a:pt x="23" y="4204"/>
                      </a:lnTo>
                      <a:cubicBezTo>
                        <a:pt x="164" y="3504"/>
                        <a:pt x="280" y="2803"/>
                        <a:pt x="374" y="2102"/>
                      </a:cubicBezTo>
                      <a:cubicBezTo>
                        <a:pt x="491" y="1402"/>
                        <a:pt x="631" y="701"/>
                        <a:pt x="79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29" name="Google Shape;14429;p50"/>
                <p:cNvSpPr/>
                <p:nvPr/>
              </p:nvSpPr>
              <p:spPr>
                <a:xfrm>
                  <a:off x="708100" y="2358600"/>
                  <a:ext cx="321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5" h="4111" extrusionOk="0">
                      <a:moveTo>
                        <a:pt x="0" y="0"/>
                      </a:moveTo>
                      <a:cubicBezTo>
                        <a:pt x="327" y="654"/>
                        <a:pt x="608" y="1308"/>
                        <a:pt x="818" y="2009"/>
                      </a:cubicBezTo>
                      <a:cubicBezTo>
                        <a:pt x="1005" y="2686"/>
                        <a:pt x="1168" y="3387"/>
                        <a:pt x="1285" y="4111"/>
                      </a:cubicBezTo>
                      <a:cubicBezTo>
                        <a:pt x="1261" y="3387"/>
                        <a:pt x="1121" y="2663"/>
                        <a:pt x="888" y="1985"/>
                      </a:cubicBezTo>
                      <a:cubicBezTo>
                        <a:pt x="654" y="1285"/>
                        <a:pt x="374" y="631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30" name="Google Shape;14430;p50"/>
                <p:cNvSpPr/>
                <p:nvPr/>
              </p:nvSpPr>
              <p:spPr>
                <a:xfrm>
                  <a:off x="795075" y="2385450"/>
                  <a:ext cx="12875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2733" extrusionOk="0">
                      <a:moveTo>
                        <a:pt x="515" y="1"/>
                      </a:moveTo>
                      <a:lnTo>
                        <a:pt x="211" y="1355"/>
                      </a:lnTo>
                      <a:cubicBezTo>
                        <a:pt x="118" y="1822"/>
                        <a:pt x="24" y="2266"/>
                        <a:pt x="1" y="2733"/>
                      </a:cubicBezTo>
                      <a:cubicBezTo>
                        <a:pt x="141" y="2289"/>
                        <a:pt x="211" y="1846"/>
                        <a:pt x="281" y="1379"/>
                      </a:cubicBezTo>
                      <a:lnTo>
                        <a:pt x="51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31" name="Google Shape;14431;p50"/>
                <p:cNvSpPr/>
                <p:nvPr/>
              </p:nvSpPr>
              <p:spPr>
                <a:xfrm>
                  <a:off x="758900" y="2394800"/>
                  <a:ext cx="2925" cy="6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" h="2523" extrusionOk="0">
                      <a:moveTo>
                        <a:pt x="93" y="0"/>
                      </a:moveTo>
                      <a:cubicBezTo>
                        <a:pt x="47" y="421"/>
                        <a:pt x="23" y="841"/>
                        <a:pt x="0" y="1261"/>
                      </a:cubicBezTo>
                      <a:cubicBezTo>
                        <a:pt x="0" y="1682"/>
                        <a:pt x="23" y="2102"/>
                        <a:pt x="93" y="2522"/>
                      </a:cubicBezTo>
                      <a:lnTo>
                        <a:pt x="117" y="2522"/>
                      </a:lnTo>
                      <a:cubicBezTo>
                        <a:pt x="117" y="2102"/>
                        <a:pt x="93" y="1682"/>
                        <a:pt x="70" y="1261"/>
                      </a:cubicBezTo>
                      <a:cubicBezTo>
                        <a:pt x="70" y="841"/>
                        <a:pt x="70" y="421"/>
                        <a:pt x="9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32" name="Google Shape;14432;p50"/>
                <p:cNvSpPr/>
                <p:nvPr/>
              </p:nvSpPr>
              <p:spPr>
                <a:xfrm>
                  <a:off x="743700" y="2355100"/>
                  <a:ext cx="15225" cy="10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4251" extrusionOk="0">
                      <a:moveTo>
                        <a:pt x="1" y="0"/>
                      </a:moveTo>
                      <a:cubicBezTo>
                        <a:pt x="211" y="678"/>
                        <a:pt x="351" y="1402"/>
                        <a:pt x="421" y="2102"/>
                      </a:cubicBezTo>
                      <a:cubicBezTo>
                        <a:pt x="491" y="2826"/>
                        <a:pt x="515" y="3527"/>
                        <a:pt x="491" y="4251"/>
                      </a:cubicBezTo>
                      <a:lnTo>
                        <a:pt x="515" y="4251"/>
                      </a:lnTo>
                      <a:cubicBezTo>
                        <a:pt x="608" y="3550"/>
                        <a:pt x="608" y="2803"/>
                        <a:pt x="491" y="2102"/>
                      </a:cubicBezTo>
                      <a:cubicBezTo>
                        <a:pt x="421" y="1378"/>
                        <a:pt x="258" y="67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33" name="Google Shape;14433;p50"/>
                <p:cNvSpPr/>
                <p:nvPr/>
              </p:nvSpPr>
              <p:spPr>
                <a:xfrm>
                  <a:off x="763550" y="2357425"/>
                  <a:ext cx="21625" cy="7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3060" extrusionOk="0">
                      <a:moveTo>
                        <a:pt x="865" y="1"/>
                      </a:moveTo>
                      <a:lnTo>
                        <a:pt x="398" y="1519"/>
                      </a:lnTo>
                      <a:cubicBezTo>
                        <a:pt x="234" y="2032"/>
                        <a:pt x="94" y="2523"/>
                        <a:pt x="1" y="3060"/>
                      </a:cubicBezTo>
                      <a:cubicBezTo>
                        <a:pt x="188" y="2570"/>
                        <a:pt x="351" y="2056"/>
                        <a:pt x="468" y="1542"/>
                      </a:cubicBezTo>
                      <a:lnTo>
                        <a:pt x="86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34" name="Google Shape;14434;p50"/>
                <p:cNvSpPr/>
                <p:nvPr/>
              </p:nvSpPr>
              <p:spPr>
                <a:xfrm>
                  <a:off x="777575" y="2400050"/>
                  <a:ext cx="11700" cy="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2476" extrusionOk="0">
                      <a:moveTo>
                        <a:pt x="467" y="1"/>
                      </a:moveTo>
                      <a:lnTo>
                        <a:pt x="467" y="1"/>
                      </a:lnTo>
                      <a:cubicBezTo>
                        <a:pt x="327" y="398"/>
                        <a:pt x="234" y="818"/>
                        <a:pt x="140" y="1238"/>
                      </a:cubicBezTo>
                      <a:cubicBezTo>
                        <a:pt x="47" y="1635"/>
                        <a:pt x="0" y="2056"/>
                        <a:pt x="0" y="2476"/>
                      </a:cubicBezTo>
                      <a:cubicBezTo>
                        <a:pt x="94" y="2079"/>
                        <a:pt x="164" y="1659"/>
                        <a:pt x="211" y="1238"/>
                      </a:cubicBezTo>
                      <a:cubicBezTo>
                        <a:pt x="281" y="818"/>
                        <a:pt x="374" y="421"/>
                        <a:pt x="467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35" name="Google Shape;14435;p50"/>
                <p:cNvSpPr/>
                <p:nvPr/>
              </p:nvSpPr>
              <p:spPr>
                <a:xfrm>
                  <a:off x="1663825" y="3195225"/>
                  <a:ext cx="101625" cy="32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65" h="12821" extrusionOk="0">
                      <a:moveTo>
                        <a:pt x="1" y="0"/>
                      </a:moveTo>
                      <a:cubicBezTo>
                        <a:pt x="1051" y="2008"/>
                        <a:pt x="1916" y="4110"/>
                        <a:pt x="2546" y="6259"/>
                      </a:cubicBezTo>
                      <a:cubicBezTo>
                        <a:pt x="3177" y="8407"/>
                        <a:pt x="3644" y="10602"/>
                        <a:pt x="4041" y="12821"/>
                      </a:cubicBezTo>
                      <a:lnTo>
                        <a:pt x="4064" y="12821"/>
                      </a:lnTo>
                      <a:cubicBezTo>
                        <a:pt x="3971" y="10579"/>
                        <a:pt x="3504" y="8337"/>
                        <a:pt x="2780" y="6189"/>
                      </a:cubicBezTo>
                      <a:cubicBezTo>
                        <a:pt x="2079" y="4040"/>
                        <a:pt x="1145" y="1962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36" name="Google Shape;14436;p50"/>
                <p:cNvSpPr/>
                <p:nvPr/>
              </p:nvSpPr>
              <p:spPr>
                <a:xfrm>
                  <a:off x="1935900" y="3278700"/>
                  <a:ext cx="40875" cy="21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5" h="8595" extrusionOk="0">
                      <a:moveTo>
                        <a:pt x="1612" y="1"/>
                      </a:moveTo>
                      <a:lnTo>
                        <a:pt x="701" y="4274"/>
                      </a:lnTo>
                      <a:cubicBezTo>
                        <a:pt x="374" y="5699"/>
                        <a:pt x="117" y="7147"/>
                        <a:pt x="0" y="8594"/>
                      </a:cubicBezTo>
                      <a:lnTo>
                        <a:pt x="24" y="8594"/>
                      </a:lnTo>
                      <a:cubicBezTo>
                        <a:pt x="444" y="7193"/>
                        <a:pt x="701" y="5769"/>
                        <a:pt x="934" y="4321"/>
                      </a:cubicBezTo>
                      <a:lnTo>
                        <a:pt x="163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37" name="Google Shape;14437;p50"/>
                <p:cNvSpPr/>
                <p:nvPr/>
              </p:nvSpPr>
              <p:spPr>
                <a:xfrm>
                  <a:off x="1822625" y="3309050"/>
                  <a:ext cx="9375" cy="196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" h="7871" extrusionOk="0">
                      <a:moveTo>
                        <a:pt x="281" y="1"/>
                      </a:moveTo>
                      <a:cubicBezTo>
                        <a:pt x="141" y="1285"/>
                        <a:pt x="71" y="2616"/>
                        <a:pt x="47" y="3924"/>
                      </a:cubicBezTo>
                      <a:cubicBezTo>
                        <a:pt x="1" y="5255"/>
                        <a:pt x="71" y="6563"/>
                        <a:pt x="328" y="7871"/>
                      </a:cubicBezTo>
                      <a:lnTo>
                        <a:pt x="351" y="7871"/>
                      </a:lnTo>
                      <a:cubicBezTo>
                        <a:pt x="374" y="6540"/>
                        <a:pt x="328" y="5232"/>
                        <a:pt x="258" y="3924"/>
                      </a:cubicBezTo>
                      <a:cubicBezTo>
                        <a:pt x="234" y="2616"/>
                        <a:pt x="258" y="1309"/>
                        <a:pt x="30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38" name="Google Shape;14438;p50"/>
                <p:cNvSpPr/>
                <p:nvPr/>
              </p:nvSpPr>
              <p:spPr>
                <a:xfrm>
                  <a:off x="1776500" y="3183550"/>
                  <a:ext cx="46725" cy="33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9" h="13335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655" y="2172"/>
                        <a:pt x="1075" y="4390"/>
                        <a:pt x="1309" y="6609"/>
                      </a:cubicBezTo>
                      <a:cubicBezTo>
                        <a:pt x="1519" y="8851"/>
                        <a:pt x="1565" y="11093"/>
                        <a:pt x="1519" y="13335"/>
                      </a:cubicBezTo>
                      <a:lnTo>
                        <a:pt x="1542" y="13335"/>
                      </a:lnTo>
                      <a:cubicBezTo>
                        <a:pt x="1869" y="11116"/>
                        <a:pt x="1846" y="8827"/>
                        <a:pt x="1542" y="6586"/>
                      </a:cubicBezTo>
                      <a:cubicBezTo>
                        <a:pt x="1262" y="4344"/>
                        <a:pt x="748" y="2149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39" name="Google Shape;14439;p50"/>
                <p:cNvSpPr/>
                <p:nvPr/>
              </p:nvSpPr>
              <p:spPr>
                <a:xfrm>
                  <a:off x="1837225" y="3191725"/>
                  <a:ext cx="68925" cy="23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7" h="9552" extrusionOk="0">
                      <a:moveTo>
                        <a:pt x="2733" y="0"/>
                      </a:moveTo>
                      <a:lnTo>
                        <a:pt x="1285" y="4741"/>
                      </a:lnTo>
                      <a:cubicBezTo>
                        <a:pt x="771" y="6329"/>
                        <a:pt x="304" y="7917"/>
                        <a:pt x="0" y="9551"/>
                      </a:cubicBezTo>
                      <a:lnTo>
                        <a:pt x="24" y="9551"/>
                      </a:lnTo>
                      <a:cubicBezTo>
                        <a:pt x="631" y="7987"/>
                        <a:pt x="1075" y="6422"/>
                        <a:pt x="1495" y="4811"/>
                      </a:cubicBezTo>
                      <a:lnTo>
                        <a:pt x="2756" y="23"/>
                      </a:lnTo>
                      <a:lnTo>
                        <a:pt x="2733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40" name="Google Shape;14440;p50"/>
                <p:cNvSpPr/>
                <p:nvPr/>
              </p:nvSpPr>
              <p:spPr>
                <a:xfrm>
                  <a:off x="1881000" y="3325400"/>
                  <a:ext cx="37400" cy="19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7731" extrusionOk="0">
                      <a:moveTo>
                        <a:pt x="1472" y="1"/>
                      </a:moveTo>
                      <a:cubicBezTo>
                        <a:pt x="1075" y="1262"/>
                        <a:pt x="748" y="2523"/>
                        <a:pt x="491" y="3807"/>
                      </a:cubicBezTo>
                      <a:cubicBezTo>
                        <a:pt x="188" y="5092"/>
                        <a:pt x="1" y="6423"/>
                        <a:pt x="24" y="7731"/>
                      </a:cubicBezTo>
                      <a:lnTo>
                        <a:pt x="48" y="7731"/>
                      </a:lnTo>
                      <a:cubicBezTo>
                        <a:pt x="328" y="6446"/>
                        <a:pt x="515" y="5162"/>
                        <a:pt x="702" y="3854"/>
                      </a:cubicBezTo>
                      <a:cubicBezTo>
                        <a:pt x="912" y="2570"/>
                        <a:pt x="1192" y="1285"/>
                        <a:pt x="1496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41" name="Google Shape;14441;p50"/>
                <p:cNvSpPr/>
                <p:nvPr/>
              </p:nvSpPr>
              <p:spPr>
                <a:xfrm>
                  <a:off x="1611275" y="2955275"/>
                  <a:ext cx="8002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1" h="3971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678" y="561"/>
                        <a:pt x="1285" y="1168"/>
                        <a:pt x="1799" y="1822"/>
                      </a:cubicBezTo>
                      <a:cubicBezTo>
                        <a:pt x="2336" y="2499"/>
                        <a:pt x="2780" y="3223"/>
                        <a:pt x="3177" y="3970"/>
                      </a:cubicBezTo>
                      <a:lnTo>
                        <a:pt x="3200" y="3947"/>
                      </a:lnTo>
                      <a:cubicBezTo>
                        <a:pt x="2943" y="3153"/>
                        <a:pt x="2476" y="2405"/>
                        <a:pt x="1892" y="1752"/>
                      </a:cubicBezTo>
                      <a:cubicBezTo>
                        <a:pt x="1355" y="1098"/>
                        <a:pt x="701" y="51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42" name="Google Shape;14442;p50"/>
                <p:cNvSpPr/>
                <p:nvPr/>
              </p:nvSpPr>
              <p:spPr>
                <a:xfrm>
                  <a:off x="1778250" y="2955850"/>
                  <a:ext cx="6450" cy="7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" h="3037" extrusionOk="0">
                      <a:moveTo>
                        <a:pt x="258" y="0"/>
                      </a:moveTo>
                      <a:cubicBezTo>
                        <a:pt x="164" y="491"/>
                        <a:pt x="118" y="1005"/>
                        <a:pt x="71" y="1518"/>
                      </a:cubicBezTo>
                      <a:cubicBezTo>
                        <a:pt x="1" y="2009"/>
                        <a:pt x="1" y="2523"/>
                        <a:pt x="71" y="3036"/>
                      </a:cubicBezTo>
                      <a:lnTo>
                        <a:pt x="94" y="3036"/>
                      </a:lnTo>
                      <a:cubicBezTo>
                        <a:pt x="164" y="2523"/>
                        <a:pt x="188" y="2032"/>
                        <a:pt x="188" y="1518"/>
                      </a:cubicBezTo>
                      <a:cubicBezTo>
                        <a:pt x="211" y="1005"/>
                        <a:pt x="234" y="514"/>
                        <a:pt x="25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43" name="Google Shape;14443;p50"/>
                <p:cNvSpPr/>
                <p:nvPr/>
              </p:nvSpPr>
              <p:spPr>
                <a:xfrm>
                  <a:off x="1708775" y="2978625"/>
                  <a:ext cx="16975" cy="6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9" h="2663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24" y="467"/>
                        <a:pt x="94" y="911"/>
                        <a:pt x="188" y="1378"/>
                      </a:cubicBezTo>
                      <a:cubicBezTo>
                        <a:pt x="281" y="1822"/>
                        <a:pt x="421" y="2265"/>
                        <a:pt x="655" y="2662"/>
                      </a:cubicBezTo>
                      <a:lnTo>
                        <a:pt x="678" y="2662"/>
                      </a:lnTo>
                      <a:cubicBezTo>
                        <a:pt x="585" y="2195"/>
                        <a:pt x="444" y="1775"/>
                        <a:pt x="304" y="1331"/>
                      </a:cubicBezTo>
                      <a:cubicBezTo>
                        <a:pt x="188" y="911"/>
                        <a:pt x="94" y="46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44" name="Google Shape;14444;p50"/>
                <p:cNvSpPr/>
                <p:nvPr/>
              </p:nvSpPr>
              <p:spPr>
                <a:xfrm>
                  <a:off x="1670250" y="2941250"/>
                  <a:ext cx="47325" cy="10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3" h="4368" extrusionOk="0">
                      <a:moveTo>
                        <a:pt x="24" y="1"/>
                      </a:moveTo>
                      <a:lnTo>
                        <a:pt x="0" y="24"/>
                      </a:lnTo>
                      <a:cubicBezTo>
                        <a:pt x="491" y="655"/>
                        <a:pt x="911" y="1355"/>
                        <a:pt x="1215" y="2079"/>
                      </a:cubicBezTo>
                      <a:cubicBezTo>
                        <a:pt x="1518" y="2826"/>
                        <a:pt x="1729" y="3574"/>
                        <a:pt x="1892" y="4368"/>
                      </a:cubicBezTo>
                      <a:cubicBezTo>
                        <a:pt x="1892" y="3550"/>
                        <a:pt x="1682" y="2756"/>
                        <a:pt x="1332" y="2032"/>
                      </a:cubicBezTo>
                      <a:cubicBezTo>
                        <a:pt x="981" y="1308"/>
                        <a:pt x="538" y="63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45" name="Google Shape;14445;p50"/>
                <p:cNvSpPr/>
                <p:nvPr/>
              </p:nvSpPr>
              <p:spPr>
                <a:xfrm>
                  <a:off x="1722800" y="2933075"/>
                  <a:ext cx="17525" cy="8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3434" extrusionOk="0">
                      <a:moveTo>
                        <a:pt x="677" y="1"/>
                      </a:moveTo>
                      <a:lnTo>
                        <a:pt x="280" y="1705"/>
                      </a:lnTo>
                      <a:cubicBezTo>
                        <a:pt x="140" y="2266"/>
                        <a:pt x="24" y="2850"/>
                        <a:pt x="0" y="3434"/>
                      </a:cubicBezTo>
                      <a:cubicBezTo>
                        <a:pt x="210" y="2873"/>
                        <a:pt x="327" y="2313"/>
                        <a:pt x="397" y="1729"/>
                      </a:cubicBezTo>
                      <a:lnTo>
                        <a:pt x="701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46" name="Google Shape;14446;p50"/>
                <p:cNvSpPr/>
                <p:nvPr/>
              </p:nvSpPr>
              <p:spPr>
                <a:xfrm>
                  <a:off x="1750225" y="2976875"/>
                  <a:ext cx="7050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733" extrusionOk="0">
                      <a:moveTo>
                        <a:pt x="281" y="0"/>
                      </a:moveTo>
                      <a:lnTo>
                        <a:pt x="281" y="0"/>
                      </a:lnTo>
                      <a:cubicBezTo>
                        <a:pt x="164" y="444"/>
                        <a:pt x="94" y="888"/>
                        <a:pt x="48" y="1355"/>
                      </a:cubicBezTo>
                      <a:cubicBezTo>
                        <a:pt x="1" y="1798"/>
                        <a:pt x="1" y="2265"/>
                        <a:pt x="118" y="2732"/>
                      </a:cubicBezTo>
                      <a:lnTo>
                        <a:pt x="141" y="2732"/>
                      </a:lnTo>
                      <a:cubicBezTo>
                        <a:pt x="188" y="2265"/>
                        <a:pt x="188" y="1822"/>
                        <a:pt x="188" y="1355"/>
                      </a:cubicBezTo>
                      <a:cubicBezTo>
                        <a:pt x="188" y="911"/>
                        <a:pt x="234" y="444"/>
                        <a:pt x="28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47" name="Google Shape;14447;p50"/>
                <p:cNvSpPr/>
                <p:nvPr/>
              </p:nvSpPr>
              <p:spPr>
                <a:xfrm>
                  <a:off x="859900" y="2567600"/>
                  <a:ext cx="78825" cy="9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" h="3925" extrusionOk="0">
                      <a:moveTo>
                        <a:pt x="0" y="1"/>
                      </a:moveTo>
                      <a:cubicBezTo>
                        <a:pt x="654" y="538"/>
                        <a:pt x="1261" y="1145"/>
                        <a:pt x="1775" y="1799"/>
                      </a:cubicBezTo>
                      <a:cubicBezTo>
                        <a:pt x="2289" y="2476"/>
                        <a:pt x="2733" y="3177"/>
                        <a:pt x="3130" y="3924"/>
                      </a:cubicBezTo>
                      <a:lnTo>
                        <a:pt x="3153" y="3924"/>
                      </a:lnTo>
                      <a:cubicBezTo>
                        <a:pt x="2896" y="3107"/>
                        <a:pt x="2429" y="2383"/>
                        <a:pt x="1868" y="1729"/>
                      </a:cubicBezTo>
                      <a:cubicBezTo>
                        <a:pt x="1331" y="1075"/>
                        <a:pt x="677" y="51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48" name="Google Shape;14448;p50"/>
                <p:cNvSpPr/>
                <p:nvPr/>
              </p:nvSpPr>
              <p:spPr>
                <a:xfrm>
                  <a:off x="1025125" y="2568200"/>
                  <a:ext cx="6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" h="2990" extrusionOk="0">
                      <a:moveTo>
                        <a:pt x="234" y="0"/>
                      </a:moveTo>
                      <a:cubicBezTo>
                        <a:pt x="164" y="491"/>
                        <a:pt x="94" y="981"/>
                        <a:pt x="70" y="1495"/>
                      </a:cubicBezTo>
                      <a:cubicBezTo>
                        <a:pt x="0" y="1985"/>
                        <a:pt x="0" y="2499"/>
                        <a:pt x="70" y="2989"/>
                      </a:cubicBezTo>
                      <a:lnTo>
                        <a:pt x="94" y="2989"/>
                      </a:lnTo>
                      <a:cubicBezTo>
                        <a:pt x="164" y="2499"/>
                        <a:pt x="187" y="2008"/>
                        <a:pt x="187" y="1495"/>
                      </a:cubicBezTo>
                      <a:cubicBezTo>
                        <a:pt x="187" y="1004"/>
                        <a:pt x="210" y="491"/>
                        <a:pt x="25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49" name="Google Shape;14449;p50"/>
                <p:cNvSpPr/>
                <p:nvPr/>
              </p:nvSpPr>
              <p:spPr>
                <a:xfrm>
                  <a:off x="956225" y="2590950"/>
                  <a:ext cx="16375" cy="6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" h="2617" extrusionOk="0">
                      <a:moveTo>
                        <a:pt x="0" y="1"/>
                      </a:moveTo>
                      <a:cubicBezTo>
                        <a:pt x="24" y="445"/>
                        <a:pt x="94" y="912"/>
                        <a:pt x="187" y="1332"/>
                      </a:cubicBezTo>
                      <a:cubicBezTo>
                        <a:pt x="257" y="1799"/>
                        <a:pt x="397" y="2219"/>
                        <a:pt x="654" y="2616"/>
                      </a:cubicBezTo>
                      <a:cubicBezTo>
                        <a:pt x="561" y="2173"/>
                        <a:pt x="444" y="1752"/>
                        <a:pt x="304" y="1309"/>
                      </a:cubicBezTo>
                      <a:cubicBezTo>
                        <a:pt x="187" y="888"/>
                        <a:pt x="94" y="44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50" name="Google Shape;14450;p50"/>
                <p:cNvSpPr/>
                <p:nvPr/>
              </p:nvSpPr>
              <p:spPr>
                <a:xfrm>
                  <a:off x="918275" y="2554175"/>
                  <a:ext cx="46725" cy="10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9" h="4298" extrusionOk="0">
                      <a:moveTo>
                        <a:pt x="1" y="1"/>
                      </a:moveTo>
                      <a:cubicBezTo>
                        <a:pt x="491" y="631"/>
                        <a:pt x="888" y="1308"/>
                        <a:pt x="1192" y="2032"/>
                      </a:cubicBezTo>
                      <a:cubicBezTo>
                        <a:pt x="1495" y="2780"/>
                        <a:pt x="1682" y="3527"/>
                        <a:pt x="1845" y="4298"/>
                      </a:cubicBezTo>
                      <a:lnTo>
                        <a:pt x="1869" y="4298"/>
                      </a:lnTo>
                      <a:cubicBezTo>
                        <a:pt x="1869" y="3504"/>
                        <a:pt x="1659" y="2710"/>
                        <a:pt x="1308" y="1986"/>
                      </a:cubicBezTo>
                      <a:cubicBezTo>
                        <a:pt x="981" y="1262"/>
                        <a:pt x="514" y="58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51" name="Google Shape;14451;p50"/>
                <p:cNvSpPr/>
                <p:nvPr/>
              </p:nvSpPr>
              <p:spPr>
                <a:xfrm>
                  <a:off x="969650" y="2545425"/>
                  <a:ext cx="17550" cy="8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3410" extrusionOk="0">
                      <a:moveTo>
                        <a:pt x="701" y="0"/>
                      </a:moveTo>
                      <a:lnTo>
                        <a:pt x="304" y="1705"/>
                      </a:lnTo>
                      <a:cubicBezTo>
                        <a:pt x="164" y="2266"/>
                        <a:pt x="47" y="2826"/>
                        <a:pt x="1" y="3410"/>
                      </a:cubicBezTo>
                      <a:lnTo>
                        <a:pt x="24" y="3410"/>
                      </a:lnTo>
                      <a:cubicBezTo>
                        <a:pt x="211" y="2849"/>
                        <a:pt x="328" y="2289"/>
                        <a:pt x="421" y="1728"/>
                      </a:cubicBezTo>
                      <a:lnTo>
                        <a:pt x="70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52" name="Google Shape;14452;p50"/>
                <p:cNvSpPr/>
                <p:nvPr/>
              </p:nvSpPr>
              <p:spPr>
                <a:xfrm>
                  <a:off x="997100" y="2588625"/>
                  <a:ext cx="7025" cy="6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" h="2710" extrusionOk="0">
                      <a:moveTo>
                        <a:pt x="280" y="0"/>
                      </a:moveTo>
                      <a:cubicBezTo>
                        <a:pt x="164" y="444"/>
                        <a:pt x="94" y="888"/>
                        <a:pt x="70" y="1355"/>
                      </a:cubicBezTo>
                      <a:cubicBezTo>
                        <a:pt x="0" y="1799"/>
                        <a:pt x="0" y="2266"/>
                        <a:pt x="117" y="2709"/>
                      </a:cubicBezTo>
                      <a:lnTo>
                        <a:pt x="140" y="2709"/>
                      </a:lnTo>
                      <a:cubicBezTo>
                        <a:pt x="187" y="2242"/>
                        <a:pt x="187" y="1799"/>
                        <a:pt x="187" y="1355"/>
                      </a:cubicBezTo>
                      <a:cubicBezTo>
                        <a:pt x="187" y="911"/>
                        <a:pt x="234" y="444"/>
                        <a:pt x="28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53" name="Google Shape;14453;p50"/>
                <p:cNvSpPr/>
                <p:nvPr/>
              </p:nvSpPr>
              <p:spPr>
                <a:xfrm>
                  <a:off x="981325" y="2548350"/>
                  <a:ext cx="7625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2733" extrusionOk="0">
                      <a:moveTo>
                        <a:pt x="281" y="0"/>
                      </a:moveTo>
                      <a:cubicBezTo>
                        <a:pt x="187" y="444"/>
                        <a:pt x="94" y="911"/>
                        <a:pt x="71" y="1355"/>
                      </a:cubicBezTo>
                      <a:cubicBezTo>
                        <a:pt x="1" y="1822"/>
                        <a:pt x="24" y="2289"/>
                        <a:pt x="117" y="2732"/>
                      </a:cubicBezTo>
                      <a:lnTo>
                        <a:pt x="141" y="2732"/>
                      </a:lnTo>
                      <a:cubicBezTo>
                        <a:pt x="187" y="2265"/>
                        <a:pt x="187" y="1822"/>
                        <a:pt x="187" y="1378"/>
                      </a:cubicBezTo>
                      <a:cubicBezTo>
                        <a:pt x="187" y="911"/>
                        <a:pt x="234" y="467"/>
                        <a:pt x="30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54" name="Google Shape;14454;p50"/>
                <p:cNvSpPr/>
                <p:nvPr/>
              </p:nvSpPr>
              <p:spPr>
                <a:xfrm>
                  <a:off x="816100" y="3215075"/>
                  <a:ext cx="189775" cy="2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1" h="9435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1589" y="1308"/>
                        <a:pt x="3037" y="2756"/>
                        <a:pt x="4298" y="4344"/>
                      </a:cubicBezTo>
                      <a:cubicBezTo>
                        <a:pt x="5535" y="5955"/>
                        <a:pt x="6610" y="7637"/>
                        <a:pt x="7567" y="9435"/>
                      </a:cubicBezTo>
                      <a:lnTo>
                        <a:pt x="7590" y="9411"/>
                      </a:lnTo>
                      <a:cubicBezTo>
                        <a:pt x="6983" y="7473"/>
                        <a:pt x="5886" y="5698"/>
                        <a:pt x="4531" y="4157"/>
                      </a:cubicBezTo>
                      <a:cubicBezTo>
                        <a:pt x="3200" y="2592"/>
                        <a:pt x="1682" y="121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55" name="Google Shape;14455;p50"/>
                <p:cNvSpPr/>
                <p:nvPr/>
              </p:nvSpPr>
              <p:spPr>
                <a:xfrm>
                  <a:off x="1213100" y="3216225"/>
                  <a:ext cx="16375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" h="7217" extrusionOk="0">
                      <a:moveTo>
                        <a:pt x="608" y="1"/>
                      </a:moveTo>
                      <a:cubicBezTo>
                        <a:pt x="421" y="1192"/>
                        <a:pt x="281" y="2383"/>
                        <a:pt x="164" y="3597"/>
                      </a:cubicBezTo>
                      <a:cubicBezTo>
                        <a:pt x="48" y="4788"/>
                        <a:pt x="1" y="6003"/>
                        <a:pt x="211" y="7217"/>
                      </a:cubicBezTo>
                      <a:lnTo>
                        <a:pt x="234" y="7217"/>
                      </a:lnTo>
                      <a:cubicBezTo>
                        <a:pt x="421" y="6026"/>
                        <a:pt x="468" y="4812"/>
                        <a:pt x="468" y="3621"/>
                      </a:cubicBezTo>
                      <a:cubicBezTo>
                        <a:pt x="491" y="2406"/>
                        <a:pt x="561" y="1192"/>
                        <a:pt x="65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56" name="Google Shape;14456;p50"/>
                <p:cNvSpPr/>
                <p:nvPr/>
              </p:nvSpPr>
              <p:spPr>
                <a:xfrm>
                  <a:off x="1048475" y="3271125"/>
                  <a:ext cx="39725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" h="6306" extrusionOk="0">
                      <a:moveTo>
                        <a:pt x="0" y="0"/>
                      </a:moveTo>
                      <a:cubicBezTo>
                        <a:pt x="70" y="1098"/>
                        <a:pt x="210" y="2172"/>
                        <a:pt x="444" y="3223"/>
                      </a:cubicBezTo>
                      <a:cubicBezTo>
                        <a:pt x="631" y="4297"/>
                        <a:pt x="981" y="5348"/>
                        <a:pt x="1542" y="6305"/>
                      </a:cubicBezTo>
                      <a:lnTo>
                        <a:pt x="1588" y="6282"/>
                      </a:lnTo>
                      <a:cubicBezTo>
                        <a:pt x="1355" y="5208"/>
                        <a:pt x="1051" y="4204"/>
                        <a:pt x="724" y="3153"/>
                      </a:cubicBezTo>
                      <a:cubicBezTo>
                        <a:pt x="421" y="2125"/>
                        <a:pt x="210" y="107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57" name="Google Shape;14457;p50"/>
                <p:cNvSpPr/>
                <p:nvPr/>
              </p:nvSpPr>
              <p:spPr>
                <a:xfrm>
                  <a:off x="956800" y="3182375"/>
                  <a:ext cx="112700" cy="25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8" h="10346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1168" y="1518"/>
                        <a:pt x="2149" y="3176"/>
                        <a:pt x="2873" y="4928"/>
                      </a:cubicBezTo>
                      <a:cubicBezTo>
                        <a:pt x="3574" y="6679"/>
                        <a:pt x="4088" y="8477"/>
                        <a:pt x="4461" y="10346"/>
                      </a:cubicBezTo>
                      <a:lnTo>
                        <a:pt x="4508" y="10346"/>
                      </a:lnTo>
                      <a:cubicBezTo>
                        <a:pt x="4508" y="8431"/>
                        <a:pt x="3994" y="6539"/>
                        <a:pt x="3154" y="4811"/>
                      </a:cubicBezTo>
                      <a:cubicBezTo>
                        <a:pt x="2336" y="3060"/>
                        <a:pt x="1285" y="144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58" name="Google Shape;14458;p50"/>
                <p:cNvSpPr/>
                <p:nvPr/>
              </p:nvSpPr>
              <p:spPr>
                <a:xfrm>
                  <a:off x="1081175" y="3161950"/>
                  <a:ext cx="42050" cy="2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" h="8197" extrusionOk="0">
                      <a:moveTo>
                        <a:pt x="1635" y="0"/>
                      </a:moveTo>
                      <a:lnTo>
                        <a:pt x="701" y="4063"/>
                      </a:lnTo>
                      <a:cubicBezTo>
                        <a:pt x="350" y="5418"/>
                        <a:pt x="70" y="6796"/>
                        <a:pt x="0" y="8197"/>
                      </a:cubicBezTo>
                      <a:lnTo>
                        <a:pt x="23" y="8197"/>
                      </a:lnTo>
                      <a:cubicBezTo>
                        <a:pt x="490" y="6866"/>
                        <a:pt x="771" y="5511"/>
                        <a:pt x="981" y="4133"/>
                      </a:cubicBezTo>
                      <a:lnTo>
                        <a:pt x="168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59" name="Google Shape;14459;p50"/>
                <p:cNvSpPr/>
                <p:nvPr/>
              </p:nvSpPr>
              <p:spPr>
                <a:xfrm>
                  <a:off x="1146550" y="3265850"/>
                  <a:ext cx="17550" cy="16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6493" extrusionOk="0">
                      <a:moveTo>
                        <a:pt x="678" y="1"/>
                      </a:moveTo>
                      <a:cubicBezTo>
                        <a:pt x="421" y="1052"/>
                        <a:pt x="234" y="2149"/>
                        <a:pt x="141" y="3224"/>
                      </a:cubicBezTo>
                      <a:cubicBezTo>
                        <a:pt x="1" y="4321"/>
                        <a:pt x="24" y="5419"/>
                        <a:pt x="304" y="6493"/>
                      </a:cubicBezTo>
                      <a:lnTo>
                        <a:pt x="328" y="6493"/>
                      </a:lnTo>
                      <a:cubicBezTo>
                        <a:pt x="444" y="5395"/>
                        <a:pt x="444" y="4321"/>
                        <a:pt x="421" y="3247"/>
                      </a:cubicBezTo>
                      <a:cubicBezTo>
                        <a:pt x="468" y="2173"/>
                        <a:pt x="561" y="1075"/>
                        <a:pt x="70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60" name="Google Shape;14460;p50"/>
                <p:cNvSpPr/>
                <p:nvPr/>
              </p:nvSpPr>
              <p:spPr>
                <a:xfrm>
                  <a:off x="2658675" y="2637675"/>
                  <a:ext cx="103950" cy="15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8" h="6072" extrusionOk="0">
                      <a:moveTo>
                        <a:pt x="24" y="0"/>
                      </a:moveTo>
                      <a:lnTo>
                        <a:pt x="0" y="23"/>
                      </a:lnTo>
                      <a:cubicBezTo>
                        <a:pt x="865" y="911"/>
                        <a:pt x="1635" y="1868"/>
                        <a:pt x="2336" y="2873"/>
                      </a:cubicBezTo>
                      <a:cubicBezTo>
                        <a:pt x="2990" y="3900"/>
                        <a:pt x="3573" y="4974"/>
                        <a:pt x="4134" y="6072"/>
                      </a:cubicBezTo>
                      <a:lnTo>
                        <a:pt x="4157" y="6072"/>
                      </a:lnTo>
                      <a:cubicBezTo>
                        <a:pt x="3737" y="4904"/>
                        <a:pt x="3153" y="3807"/>
                        <a:pt x="2429" y="2802"/>
                      </a:cubicBezTo>
                      <a:cubicBezTo>
                        <a:pt x="1729" y="1798"/>
                        <a:pt x="911" y="86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61" name="Google Shape;14461;p50"/>
                <p:cNvSpPr/>
                <p:nvPr/>
              </p:nvSpPr>
              <p:spPr>
                <a:xfrm>
                  <a:off x="2833825" y="2634175"/>
                  <a:ext cx="14025" cy="11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4718" extrusionOk="0">
                      <a:moveTo>
                        <a:pt x="0" y="0"/>
                      </a:moveTo>
                      <a:lnTo>
                        <a:pt x="234" y="2359"/>
                      </a:lnTo>
                      <a:cubicBezTo>
                        <a:pt x="281" y="3153"/>
                        <a:pt x="374" y="3923"/>
                        <a:pt x="538" y="4717"/>
                      </a:cubicBezTo>
                      <a:lnTo>
                        <a:pt x="561" y="4694"/>
                      </a:lnTo>
                      <a:cubicBezTo>
                        <a:pt x="538" y="3900"/>
                        <a:pt x="467" y="3129"/>
                        <a:pt x="351" y="2335"/>
                      </a:cubicBez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62" name="Google Shape;14462;p50"/>
                <p:cNvSpPr/>
                <p:nvPr/>
              </p:nvSpPr>
              <p:spPr>
                <a:xfrm>
                  <a:off x="2762600" y="2672100"/>
                  <a:ext cx="32725" cy="10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9" h="4088" extrusionOk="0">
                      <a:moveTo>
                        <a:pt x="0" y="1"/>
                      </a:moveTo>
                      <a:cubicBezTo>
                        <a:pt x="140" y="702"/>
                        <a:pt x="304" y="1379"/>
                        <a:pt x="514" y="2079"/>
                      </a:cubicBezTo>
                      <a:cubicBezTo>
                        <a:pt x="701" y="2757"/>
                        <a:pt x="934" y="3434"/>
                        <a:pt x="1285" y="4088"/>
                      </a:cubicBezTo>
                      <a:lnTo>
                        <a:pt x="1308" y="4064"/>
                      </a:lnTo>
                      <a:cubicBezTo>
                        <a:pt x="1098" y="3387"/>
                        <a:pt x="864" y="2710"/>
                        <a:pt x="631" y="2033"/>
                      </a:cubicBezTo>
                      <a:cubicBezTo>
                        <a:pt x="397" y="1355"/>
                        <a:pt x="211" y="67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63" name="Google Shape;14463;p50"/>
                <p:cNvSpPr/>
                <p:nvPr/>
              </p:nvSpPr>
              <p:spPr>
                <a:xfrm>
                  <a:off x="2715300" y="2614900"/>
                  <a:ext cx="73000" cy="16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0" h="6703" extrusionOk="0">
                      <a:moveTo>
                        <a:pt x="1" y="0"/>
                      </a:moveTo>
                      <a:cubicBezTo>
                        <a:pt x="678" y="1028"/>
                        <a:pt x="1262" y="2102"/>
                        <a:pt x="1729" y="3246"/>
                      </a:cubicBezTo>
                      <a:cubicBezTo>
                        <a:pt x="2196" y="4367"/>
                        <a:pt x="2570" y="5512"/>
                        <a:pt x="2920" y="6703"/>
                      </a:cubicBezTo>
                      <a:cubicBezTo>
                        <a:pt x="2733" y="5488"/>
                        <a:pt x="2359" y="4297"/>
                        <a:pt x="1846" y="3200"/>
                      </a:cubicBezTo>
                      <a:cubicBezTo>
                        <a:pt x="1355" y="2079"/>
                        <a:pt x="725" y="1005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64" name="Google Shape;14464;p50"/>
                <p:cNvSpPr/>
                <p:nvPr/>
              </p:nvSpPr>
              <p:spPr>
                <a:xfrm>
                  <a:off x="2783025" y="2599725"/>
                  <a:ext cx="5275" cy="1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5372" extrusionOk="0">
                      <a:moveTo>
                        <a:pt x="24" y="0"/>
                      </a:moveTo>
                      <a:lnTo>
                        <a:pt x="24" y="2686"/>
                      </a:lnTo>
                      <a:cubicBezTo>
                        <a:pt x="1" y="3573"/>
                        <a:pt x="24" y="4484"/>
                        <a:pt x="117" y="5371"/>
                      </a:cubicBezTo>
                      <a:lnTo>
                        <a:pt x="141" y="5371"/>
                      </a:lnTo>
                      <a:cubicBezTo>
                        <a:pt x="211" y="4461"/>
                        <a:pt x="188" y="3573"/>
                        <a:pt x="141" y="2686"/>
                      </a:cubicBez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65" name="Google Shape;14465;p50"/>
                <p:cNvSpPr/>
                <p:nvPr/>
              </p:nvSpPr>
              <p:spPr>
                <a:xfrm>
                  <a:off x="2811050" y="2666850"/>
                  <a:ext cx="12300" cy="10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4252" extrusionOk="0">
                      <a:moveTo>
                        <a:pt x="1" y="1"/>
                      </a:moveTo>
                      <a:cubicBezTo>
                        <a:pt x="1" y="725"/>
                        <a:pt x="47" y="1425"/>
                        <a:pt x="94" y="2149"/>
                      </a:cubicBezTo>
                      <a:cubicBezTo>
                        <a:pt x="164" y="2850"/>
                        <a:pt x="258" y="3574"/>
                        <a:pt x="491" y="4251"/>
                      </a:cubicBezTo>
                      <a:cubicBezTo>
                        <a:pt x="444" y="3527"/>
                        <a:pt x="328" y="2826"/>
                        <a:pt x="234" y="2126"/>
                      </a:cubicBezTo>
                      <a:cubicBezTo>
                        <a:pt x="141" y="1425"/>
                        <a:pt x="71" y="72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66" name="Google Shape;14466;p50"/>
                <p:cNvSpPr/>
                <p:nvPr/>
              </p:nvSpPr>
              <p:spPr>
                <a:xfrm>
                  <a:off x="510750" y="2913225"/>
                  <a:ext cx="78275" cy="16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1" h="6610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02" y="1005"/>
                        <a:pt x="1332" y="2079"/>
                        <a:pt x="1823" y="3177"/>
                      </a:cubicBezTo>
                      <a:cubicBezTo>
                        <a:pt x="2336" y="4298"/>
                        <a:pt x="2733" y="5442"/>
                        <a:pt x="3107" y="6610"/>
                      </a:cubicBezTo>
                      <a:lnTo>
                        <a:pt x="3130" y="6610"/>
                      </a:lnTo>
                      <a:cubicBezTo>
                        <a:pt x="2897" y="5395"/>
                        <a:pt x="2500" y="4228"/>
                        <a:pt x="1939" y="3130"/>
                      </a:cubicBezTo>
                      <a:cubicBezTo>
                        <a:pt x="1402" y="2032"/>
                        <a:pt x="748" y="982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67" name="Google Shape;14467;p50"/>
                <p:cNvSpPr/>
                <p:nvPr/>
              </p:nvSpPr>
              <p:spPr>
                <a:xfrm>
                  <a:off x="677725" y="2936000"/>
                  <a:ext cx="7050" cy="11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4742" extrusionOk="0">
                      <a:moveTo>
                        <a:pt x="281" y="0"/>
                      </a:moveTo>
                      <a:lnTo>
                        <a:pt x="94" y="2359"/>
                      </a:lnTo>
                      <a:cubicBezTo>
                        <a:pt x="24" y="3153"/>
                        <a:pt x="1" y="3947"/>
                        <a:pt x="48" y="4741"/>
                      </a:cubicBezTo>
                      <a:cubicBezTo>
                        <a:pt x="164" y="3947"/>
                        <a:pt x="211" y="3153"/>
                        <a:pt x="235" y="2359"/>
                      </a:cubicBez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68" name="Google Shape;14468;p50"/>
                <p:cNvSpPr/>
                <p:nvPr/>
              </p:nvSpPr>
              <p:spPr>
                <a:xfrm>
                  <a:off x="608250" y="2962275"/>
                  <a:ext cx="15225" cy="10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422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4" y="724"/>
                        <a:pt x="71" y="1425"/>
                        <a:pt x="164" y="2149"/>
                      </a:cubicBezTo>
                      <a:cubicBezTo>
                        <a:pt x="234" y="2849"/>
                        <a:pt x="375" y="3550"/>
                        <a:pt x="608" y="4227"/>
                      </a:cubicBezTo>
                      <a:cubicBezTo>
                        <a:pt x="538" y="3527"/>
                        <a:pt x="398" y="2826"/>
                        <a:pt x="281" y="2125"/>
                      </a:cubicBezTo>
                      <a:cubicBezTo>
                        <a:pt x="164" y="1425"/>
                        <a:pt x="71" y="724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69" name="Google Shape;14469;p50"/>
                <p:cNvSpPr/>
                <p:nvPr/>
              </p:nvSpPr>
              <p:spPr>
                <a:xfrm>
                  <a:off x="570300" y="2899225"/>
                  <a:ext cx="45575" cy="17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3" h="7053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91" y="1121"/>
                        <a:pt x="912" y="2265"/>
                        <a:pt x="1192" y="3456"/>
                      </a:cubicBezTo>
                      <a:cubicBezTo>
                        <a:pt x="1472" y="4647"/>
                        <a:pt x="1659" y="5838"/>
                        <a:pt x="1799" y="7053"/>
                      </a:cubicBezTo>
                      <a:lnTo>
                        <a:pt x="1823" y="7053"/>
                      </a:lnTo>
                      <a:cubicBezTo>
                        <a:pt x="1823" y="5815"/>
                        <a:pt x="1636" y="4601"/>
                        <a:pt x="1309" y="3433"/>
                      </a:cubicBezTo>
                      <a:cubicBezTo>
                        <a:pt x="1005" y="2242"/>
                        <a:pt x="561" y="1098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70" name="Google Shape;14470;p50"/>
                <p:cNvSpPr/>
                <p:nvPr/>
              </p:nvSpPr>
              <p:spPr>
                <a:xfrm>
                  <a:off x="621100" y="2894550"/>
                  <a:ext cx="19300" cy="1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" h="5302" extrusionOk="0">
                      <a:moveTo>
                        <a:pt x="748" y="0"/>
                      </a:moveTo>
                      <a:lnTo>
                        <a:pt x="328" y="2639"/>
                      </a:lnTo>
                      <a:cubicBezTo>
                        <a:pt x="164" y="3527"/>
                        <a:pt x="47" y="4414"/>
                        <a:pt x="1" y="5302"/>
                      </a:cubicBezTo>
                      <a:lnTo>
                        <a:pt x="24" y="5302"/>
                      </a:lnTo>
                      <a:cubicBezTo>
                        <a:pt x="234" y="4437"/>
                        <a:pt x="351" y="3550"/>
                        <a:pt x="444" y="2663"/>
                      </a:cubicBezTo>
                      <a:lnTo>
                        <a:pt x="77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71" name="Google Shape;14471;p50"/>
                <p:cNvSpPr/>
                <p:nvPr/>
              </p:nvSpPr>
              <p:spPr>
                <a:xfrm>
                  <a:off x="648550" y="2965200"/>
                  <a:ext cx="8200" cy="10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4251" extrusionOk="0">
                      <a:moveTo>
                        <a:pt x="327" y="0"/>
                      </a:moveTo>
                      <a:lnTo>
                        <a:pt x="327" y="0"/>
                      </a:lnTo>
                      <a:cubicBezTo>
                        <a:pt x="210" y="701"/>
                        <a:pt x="117" y="1401"/>
                        <a:pt x="70" y="2125"/>
                      </a:cubicBezTo>
                      <a:cubicBezTo>
                        <a:pt x="24" y="2826"/>
                        <a:pt x="0" y="3550"/>
                        <a:pt x="117" y="4250"/>
                      </a:cubicBezTo>
                      <a:lnTo>
                        <a:pt x="140" y="4250"/>
                      </a:lnTo>
                      <a:cubicBezTo>
                        <a:pt x="187" y="3550"/>
                        <a:pt x="187" y="2849"/>
                        <a:pt x="187" y="2125"/>
                      </a:cubicBezTo>
                      <a:cubicBezTo>
                        <a:pt x="210" y="1425"/>
                        <a:pt x="257" y="701"/>
                        <a:pt x="32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72" name="Google Shape;14472;p50"/>
                <p:cNvSpPr/>
                <p:nvPr/>
              </p:nvSpPr>
              <p:spPr>
                <a:xfrm>
                  <a:off x="238125" y="2912650"/>
                  <a:ext cx="65975" cy="13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9" h="5232" extrusionOk="0">
                      <a:moveTo>
                        <a:pt x="0" y="0"/>
                      </a:moveTo>
                      <a:cubicBezTo>
                        <a:pt x="584" y="794"/>
                        <a:pt x="1098" y="1635"/>
                        <a:pt x="1518" y="2522"/>
                      </a:cubicBezTo>
                      <a:cubicBezTo>
                        <a:pt x="1938" y="3410"/>
                        <a:pt x="2289" y="4321"/>
                        <a:pt x="2639" y="5231"/>
                      </a:cubicBezTo>
                      <a:cubicBezTo>
                        <a:pt x="2452" y="4274"/>
                        <a:pt x="2102" y="3340"/>
                        <a:pt x="1635" y="2476"/>
                      </a:cubicBezTo>
                      <a:cubicBezTo>
                        <a:pt x="1191" y="1588"/>
                        <a:pt x="631" y="771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73" name="Google Shape;14473;p50"/>
                <p:cNvSpPr/>
                <p:nvPr/>
              </p:nvSpPr>
              <p:spPr>
                <a:xfrm>
                  <a:off x="3839175" y="2528500"/>
                  <a:ext cx="52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784" extrusionOk="0">
                      <a:moveTo>
                        <a:pt x="164" y="0"/>
                      </a:moveTo>
                      <a:lnTo>
                        <a:pt x="71" y="1892"/>
                      </a:lnTo>
                      <a:cubicBezTo>
                        <a:pt x="24" y="2522"/>
                        <a:pt x="1" y="3153"/>
                        <a:pt x="71" y="3783"/>
                      </a:cubicBezTo>
                      <a:lnTo>
                        <a:pt x="94" y="3783"/>
                      </a:lnTo>
                      <a:cubicBezTo>
                        <a:pt x="187" y="3153"/>
                        <a:pt x="211" y="2522"/>
                        <a:pt x="187" y="1892"/>
                      </a:cubicBez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74" name="Google Shape;14474;p50"/>
                <p:cNvSpPr/>
                <p:nvPr/>
              </p:nvSpPr>
              <p:spPr>
                <a:xfrm>
                  <a:off x="3782550" y="2551250"/>
                  <a:ext cx="14625" cy="8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3364" extrusionOk="0">
                      <a:moveTo>
                        <a:pt x="0" y="1"/>
                      </a:moveTo>
                      <a:cubicBezTo>
                        <a:pt x="24" y="561"/>
                        <a:pt x="94" y="1145"/>
                        <a:pt x="164" y="1706"/>
                      </a:cubicBezTo>
                      <a:cubicBezTo>
                        <a:pt x="234" y="2266"/>
                        <a:pt x="351" y="2827"/>
                        <a:pt x="584" y="3364"/>
                      </a:cubicBezTo>
                      <a:cubicBezTo>
                        <a:pt x="538" y="2803"/>
                        <a:pt x="421" y="2243"/>
                        <a:pt x="281" y="1682"/>
                      </a:cubicBezTo>
                      <a:cubicBezTo>
                        <a:pt x="187" y="1122"/>
                        <a:pt x="94" y="56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75" name="Google Shape;14475;p50"/>
                <p:cNvSpPr/>
                <p:nvPr/>
              </p:nvSpPr>
              <p:spPr>
                <a:xfrm>
                  <a:off x="3751025" y="2501050"/>
                  <a:ext cx="40300" cy="1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2" h="5606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1" y="888"/>
                        <a:pt x="771" y="1799"/>
                        <a:pt x="1005" y="2756"/>
                      </a:cubicBezTo>
                      <a:cubicBezTo>
                        <a:pt x="1261" y="3690"/>
                        <a:pt x="1425" y="4648"/>
                        <a:pt x="1588" y="5605"/>
                      </a:cubicBezTo>
                      <a:lnTo>
                        <a:pt x="1612" y="5605"/>
                      </a:lnTo>
                      <a:cubicBezTo>
                        <a:pt x="1612" y="4624"/>
                        <a:pt x="1425" y="3644"/>
                        <a:pt x="1121" y="2710"/>
                      </a:cubicBezTo>
                      <a:cubicBezTo>
                        <a:pt x="841" y="1775"/>
                        <a:pt x="467" y="86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76" name="Google Shape;14476;p50"/>
                <p:cNvSpPr/>
                <p:nvPr/>
              </p:nvSpPr>
              <p:spPr>
                <a:xfrm>
                  <a:off x="3816400" y="2552425"/>
                  <a:ext cx="5300" cy="85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" h="3411" extrusionOk="0">
                      <a:moveTo>
                        <a:pt x="211" y="1"/>
                      </a:moveTo>
                      <a:cubicBezTo>
                        <a:pt x="118" y="561"/>
                        <a:pt x="71" y="1122"/>
                        <a:pt x="48" y="1705"/>
                      </a:cubicBezTo>
                      <a:cubicBezTo>
                        <a:pt x="1" y="2266"/>
                        <a:pt x="24" y="2850"/>
                        <a:pt x="118" y="3410"/>
                      </a:cubicBezTo>
                      <a:lnTo>
                        <a:pt x="141" y="3410"/>
                      </a:lnTo>
                      <a:cubicBezTo>
                        <a:pt x="188" y="2826"/>
                        <a:pt x="188" y="2266"/>
                        <a:pt x="164" y="1705"/>
                      </a:cubicBezTo>
                      <a:cubicBezTo>
                        <a:pt x="164" y="1122"/>
                        <a:pt x="188" y="561"/>
                        <a:pt x="21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77" name="Google Shape;14477;p50"/>
                <p:cNvSpPr/>
                <p:nvPr/>
              </p:nvSpPr>
              <p:spPr>
                <a:xfrm>
                  <a:off x="1147725" y="2799375"/>
                  <a:ext cx="5275" cy="9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808" extrusionOk="0">
                      <a:moveTo>
                        <a:pt x="164" y="1"/>
                      </a:moveTo>
                      <a:lnTo>
                        <a:pt x="70" y="1916"/>
                      </a:lnTo>
                      <a:cubicBezTo>
                        <a:pt x="24" y="2546"/>
                        <a:pt x="0" y="3177"/>
                        <a:pt x="70" y="3807"/>
                      </a:cubicBezTo>
                      <a:lnTo>
                        <a:pt x="94" y="3807"/>
                      </a:lnTo>
                      <a:cubicBezTo>
                        <a:pt x="187" y="3177"/>
                        <a:pt x="210" y="2546"/>
                        <a:pt x="187" y="1916"/>
                      </a:cubicBezTo>
                      <a:lnTo>
                        <a:pt x="164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78" name="Google Shape;14478;p50"/>
                <p:cNvSpPr/>
                <p:nvPr/>
              </p:nvSpPr>
              <p:spPr>
                <a:xfrm>
                  <a:off x="1091100" y="2822750"/>
                  <a:ext cx="14600" cy="8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" h="3363" extrusionOk="0">
                      <a:moveTo>
                        <a:pt x="0" y="0"/>
                      </a:moveTo>
                      <a:cubicBezTo>
                        <a:pt x="23" y="560"/>
                        <a:pt x="70" y="1121"/>
                        <a:pt x="164" y="1705"/>
                      </a:cubicBezTo>
                      <a:cubicBezTo>
                        <a:pt x="234" y="2265"/>
                        <a:pt x="350" y="2826"/>
                        <a:pt x="584" y="3363"/>
                      </a:cubicBezTo>
                      <a:cubicBezTo>
                        <a:pt x="514" y="2779"/>
                        <a:pt x="397" y="2242"/>
                        <a:pt x="280" y="1681"/>
                      </a:cubicBezTo>
                      <a:cubicBezTo>
                        <a:pt x="164" y="1121"/>
                        <a:pt x="93" y="560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79" name="Google Shape;14479;p50"/>
                <p:cNvSpPr/>
                <p:nvPr/>
              </p:nvSpPr>
              <p:spPr>
                <a:xfrm>
                  <a:off x="1059550" y="2772525"/>
                  <a:ext cx="40325" cy="1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3" h="5606" extrusionOk="0">
                      <a:moveTo>
                        <a:pt x="1" y="1"/>
                      </a:moveTo>
                      <a:cubicBezTo>
                        <a:pt x="421" y="888"/>
                        <a:pt x="772" y="1799"/>
                        <a:pt x="1005" y="2756"/>
                      </a:cubicBezTo>
                      <a:cubicBezTo>
                        <a:pt x="1262" y="3690"/>
                        <a:pt x="1426" y="4648"/>
                        <a:pt x="1589" y="5605"/>
                      </a:cubicBezTo>
                      <a:lnTo>
                        <a:pt x="1612" y="5605"/>
                      </a:lnTo>
                      <a:cubicBezTo>
                        <a:pt x="1612" y="4625"/>
                        <a:pt x="1426" y="3644"/>
                        <a:pt x="1122" y="2710"/>
                      </a:cubicBezTo>
                      <a:cubicBezTo>
                        <a:pt x="842" y="1775"/>
                        <a:pt x="468" y="86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80" name="Google Shape;14480;p50"/>
                <p:cNvSpPr/>
                <p:nvPr/>
              </p:nvSpPr>
              <p:spPr>
                <a:xfrm>
                  <a:off x="395175" y="3018325"/>
                  <a:ext cx="5275" cy="8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410" extrusionOk="0">
                      <a:moveTo>
                        <a:pt x="210" y="0"/>
                      </a:moveTo>
                      <a:cubicBezTo>
                        <a:pt x="117" y="561"/>
                        <a:pt x="70" y="1121"/>
                        <a:pt x="47" y="1705"/>
                      </a:cubicBezTo>
                      <a:cubicBezTo>
                        <a:pt x="0" y="2265"/>
                        <a:pt x="0" y="2849"/>
                        <a:pt x="117" y="3410"/>
                      </a:cubicBezTo>
                      <a:lnTo>
                        <a:pt x="140" y="3410"/>
                      </a:lnTo>
                      <a:cubicBezTo>
                        <a:pt x="187" y="2849"/>
                        <a:pt x="187" y="2265"/>
                        <a:pt x="163" y="1705"/>
                      </a:cubicBezTo>
                      <a:cubicBezTo>
                        <a:pt x="163" y="1145"/>
                        <a:pt x="187" y="561"/>
                        <a:pt x="21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81" name="Google Shape;14481;p50"/>
                <p:cNvSpPr/>
                <p:nvPr/>
              </p:nvSpPr>
              <p:spPr>
                <a:xfrm>
                  <a:off x="5039525" y="2835000"/>
                  <a:ext cx="62500" cy="36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0" h="14690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725" y="2382"/>
                        <a:pt x="1285" y="4811"/>
                        <a:pt x="1682" y="7263"/>
                      </a:cubicBezTo>
                      <a:cubicBezTo>
                        <a:pt x="1869" y="8501"/>
                        <a:pt x="2033" y="9739"/>
                        <a:pt x="2149" y="10976"/>
                      </a:cubicBezTo>
                      <a:cubicBezTo>
                        <a:pt x="2313" y="12191"/>
                        <a:pt x="2383" y="13452"/>
                        <a:pt x="2476" y="14689"/>
                      </a:cubicBezTo>
                      <a:lnTo>
                        <a:pt x="2500" y="14689"/>
                      </a:lnTo>
                      <a:cubicBezTo>
                        <a:pt x="2500" y="13428"/>
                        <a:pt x="2406" y="12191"/>
                        <a:pt x="2313" y="10953"/>
                      </a:cubicBezTo>
                      <a:cubicBezTo>
                        <a:pt x="2196" y="9715"/>
                        <a:pt x="2009" y="8478"/>
                        <a:pt x="1799" y="7240"/>
                      </a:cubicBezTo>
                      <a:cubicBezTo>
                        <a:pt x="1379" y="4788"/>
                        <a:pt x="795" y="2359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82" name="Google Shape;14482;p50"/>
                <p:cNvSpPr/>
                <p:nvPr/>
              </p:nvSpPr>
              <p:spPr>
                <a:xfrm>
                  <a:off x="5227525" y="2926650"/>
                  <a:ext cx="37975" cy="24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9903" extrusionOk="0">
                      <a:moveTo>
                        <a:pt x="1519" y="1"/>
                      </a:moveTo>
                      <a:lnTo>
                        <a:pt x="701" y="4928"/>
                      </a:lnTo>
                      <a:cubicBezTo>
                        <a:pt x="561" y="5769"/>
                        <a:pt x="444" y="6586"/>
                        <a:pt x="328" y="7427"/>
                      </a:cubicBezTo>
                      <a:cubicBezTo>
                        <a:pt x="211" y="8244"/>
                        <a:pt x="94" y="9062"/>
                        <a:pt x="1" y="9902"/>
                      </a:cubicBezTo>
                      <a:lnTo>
                        <a:pt x="24" y="9902"/>
                      </a:lnTo>
                      <a:cubicBezTo>
                        <a:pt x="187" y="9085"/>
                        <a:pt x="328" y="8268"/>
                        <a:pt x="468" y="7427"/>
                      </a:cubicBezTo>
                      <a:cubicBezTo>
                        <a:pt x="584" y="6610"/>
                        <a:pt x="725" y="5792"/>
                        <a:pt x="818" y="4952"/>
                      </a:cubicBezTo>
                      <a:lnTo>
                        <a:pt x="151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83" name="Google Shape;14483;p50"/>
                <p:cNvSpPr/>
                <p:nvPr/>
              </p:nvSpPr>
              <p:spPr>
                <a:xfrm>
                  <a:off x="5148125" y="2962850"/>
                  <a:ext cx="8775" cy="22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9062" extrusionOk="0">
                      <a:moveTo>
                        <a:pt x="351" y="1"/>
                      </a:moveTo>
                      <a:lnTo>
                        <a:pt x="351" y="1"/>
                      </a:lnTo>
                      <a:cubicBezTo>
                        <a:pt x="211" y="1519"/>
                        <a:pt x="94" y="3013"/>
                        <a:pt x="47" y="4531"/>
                      </a:cubicBezTo>
                      <a:cubicBezTo>
                        <a:pt x="1" y="5278"/>
                        <a:pt x="1" y="6049"/>
                        <a:pt x="1" y="6796"/>
                      </a:cubicBezTo>
                      <a:cubicBezTo>
                        <a:pt x="24" y="7544"/>
                        <a:pt x="24" y="8314"/>
                        <a:pt x="94" y="9062"/>
                      </a:cubicBezTo>
                      <a:lnTo>
                        <a:pt x="117" y="9062"/>
                      </a:lnTo>
                      <a:lnTo>
                        <a:pt x="141" y="6796"/>
                      </a:lnTo>
                      <a:lnTo>
                        <a:pt x="164" y="4531"/>
                      </a:lnTo>
                      <a:cubicBezTo>
                        <a:pt x="187" y="3037"/>
                        <a:pt x="257" y="1519"/>
                        <a:pt x="35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84" name="Google Shape;14484;p50"/>
                <p:cNvSpPr/>
                <p:nvPr/>
              </p:nvSpPr>
              <p:spPr>
                <a:xfrm>
                  <a:off x="5122450" y="2819825"/>
                  <a:ext cx="23375" cy="38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15320" extrusionOk="0">
                      <a:moveTo>
                        <a:pt x="0" y="0"/>
                      </a:moveTo>
                      <a:lnTo>
                        <a:pt x="0" y="24"/>
                      </a:lnTo>
                      <a:cubicBezTo>
                        <a:pt x="397" y="2546"/>
                        <a:pt x="654" y="5091"/>
                        <a:pt x="747" y="7637"/>
                      </a:cubicBezTo>
                      <a:cubicBezTo>
                        <a:pt x="771" y="8921"/>
                        <a:pt x="794" y="10205"/>
                        <a:pt x="747" y="11467"/>
                      </a:cubicBezTo>
                      <a:cubicBezTo>
                        <a:pt x="747" y="12751"/>
                        <a:pt x="677" y="14035"/>
                        <a:pt x="631" y="15320"/>
                      </a:cubicBezTo>
                      <a:cubicBezTo>
                        <a:pt x="794" y="14035"/>
                        <a:pt x="864" y="12751"/>
                        <a:pt x="911" y="11490"/>
                      </a:cubicBezTo>
                      <a:cubicBezTo>
                        <a:pt x="934" y="10205"/>
                        <a:pt x="934" y="8921"/>
                        <a:pt x="864" y="7637"/>
                      </a:cubicBezTo>
                      <a:cubicBezTo>
                        <a:pt x="747" y="5091"/>
                        <a:pt x="467" y="2522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85" name="Google Shape;14485;p50"/>
                <p:cNvSpPr/>
                <p:nvPr/>
              </p:nvSpPr>
              <p:spPr>
                <a:xfrm>
                  <a:off x="5158050" y="2828000"/>
                  <a:ext cx="59000" cy="27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0" h="11000" extrusionOk="0">
                      <a:moveTo>
                        <a:pt x="2336" y="0"/>
                      </a:moveTo>
                      <a:lnTo>
                        <a:pt x="1122" y="5488"/>
                      </a:lnTo>
                      <a:cubicBezTo>
                        <a:pt x="911" y="6399"/>
                        <a:pt x="701" y="7310"/>
                        <a:pt x="514" y="8220"/>
                      </a:cubicBezTo>
                      <a:cubicBezTo>
                        <a:pt x="351" y="9155"/>
                        <a:pt x="141" y="10065"/>
                        <a:pt x="1" y="10999"/>
                      </a:cubicBezTo>
                      <a:cubicBezTo>
                        <a:pt x="257" y="10089"/>
                        <a:pt x="444" y="9178"/>
                        <a:pt x="654" y="8244"/>
                      </a:cubicBezTo>
                      <a:cubicBezTo>
                        <a:pt x="865" y="7333"/>
                        <a:pt x="1051" y="6422"/>
                        <a:pt x="1238" y="5511"/>
                      </a:cubicBezTo>
                      <a:lnTo>
                        <a:pt x="235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86" name="Google Shape;14486;p50"/>
                <p:cNvSpPr/>
                <p:nvPr/>
              </p:nvSpPr>
              <p:spPr>
                <a:xfrm>
                  <a:off x="5187250" y="2980950"/>
                  <a:ext cx="33875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922" extrusionOk="0">
                      <a:moveTo>
                        <a:pt x="1331" y="1"/>
                      </a:moveTo>
                      <a:cubicBezTo>
                        <a:pt x="1004" y="1472"/>
                        <a:pt x="724" y="2943"/>
                        <a:pt x="491" y="4438"/>
                      </a:cubicBezTo>
                      <a:cubicBezTo>
                        <a:pt x="374" y="5185"/>
                        <a:pt x="257" y="5909"/>
                        <a:pt x="164" y="6656"/>
                      </a:cubicBezTo>
                      <a:cubicBezTo>
                        <a:pt x="94" y="7427"/>
                        <a:pt x="24" y="8174"/>
                        <a:pt x="0" y="8921"/>
                      </a:cubicBezTo>
                      <a:lnTo>
                        <a:pt x="327" y="6680"/>
                      </a:lnTo>
                      <a:lnTo>
                        <a:pt x="607" y="4461"/>
                      </a:lnTo>
                      <a:cubicBezTo>
                        <a:pt x="818" y="2966"/>
                        <a:pt x="1075" y="1472"/>
                        <a:pt x="135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87" name="Google Shape;14487;p50"/>
                <p:cNvSpPr/>
                <p:nvPr/>
              </p:nvSpPr>
              <p:spPr>
                <a:xfrm>
                  <a:off x="1922475" y="2485875"/>
                  <a:ext cx="43225" cy="11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9" h="4508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444" y="678"/>
                        <a:pt x="794" y="1425"/>
                        <a:pt x="1074" y="2172"/>
                      </a:cubicBezTo>
                      <a:cubicBezTo>
                        <a:pt x="1331" y="2943"/>
                        <a:pt x="1541" y="3713"/>
                        <a:pt x="1728" y="4507"/>
                      </a:cubicBezTo>
                      <a:cubicBezTo>
                        <a:pt x="1681" y="3690"/>
                        <a:pt x="1495" y="2896"/>
                        <a:pt x="1168" y="2149"/>
                      </a:cubicBezTo>
                      <a:cubicBezTo>
                        <a:pt x="864" y="1378"/>
                        <a:pt x="467" y="654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88" name="Google Shape;14488;p50"/>
                <p:cNvSpPr/>
                <p:nvPr/>
              </p:nvSpPr>
              <p:spPr>
                <a:xfrm>
                  <a:off x="2038650" y="2517400"/>
                  <a:ext cx="17525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2990" extrusionOk="0">
                      <a:moveTo>
                        <a:pt x="678" y="0"/>
                      </a:moveTo>
                      <a:lnTo>
                        <a:pt x="304" y="1495"/>
                      </a:lnTo>
                      <a:cubicBezTo>
                        <a:pt x="164" y="1985"/>
                        <a:pt x="47" y="2476"/>
                        <a:pt x="0" y="2990"/>
                      </a:cubicBezTo>
                      <a:cubicBezTo>
                        <a:pt x="187" y="2499"/>
                        <a:pt x="304" y="2009"/>
                        <a:pt x="397" y="1518"/>
                      </a:cubicBezTo>
                      <a:lnTo>
                        <a:pt x="70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89" name="Google Shape;14489;p50"/>
                <p:cNvSpPr/>
                <p:nvPr/>
              </p:nvSpPr>
              <p:spPr>
                <a:xfrm>
                  <a:off x="1990200" y="2526750"/>
                  <a:ext cx="4100" cy="68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" h="2756" extrusionOk="0">
                      <a:moveTo>
                        <a:pt x="117" y="0"/>
                      </a:moveTo>
                      <a:cubicBezTo>
                        <a:pt x="70" y="467"/>
                        <a:pt x="23" y="911"/>
                        <a:pt x="23" y="1378"/>
                      </a:cubicBezTo>
                      <a:cubicBezTo>
                        <a:pt x="0" y="1845"/>
                        <a:pt x="23" y="2312"/>
                        <a:pt x="140" y="2756"/>
                      </a:cubicBezTo>
                      <a:cubicBezTo>
                        <a:pt x="163" y="2289"/>
                        <a:pt x="140" y="1845"/>
                        <a:pt x="117" y="1378"/>
                      </a:cubicBezTo>
                      <a:cubicBezTo>
                        <a:pt x="93" y="911"/>
                        <a:pt x="117" y="467"/>
                        <a:pt x="14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90" name="Google Shape;14490;p50"/>
                <p:cNvSpPr/>
                <p:nvPr/>
              </p:nvSpPr>
              <p:spPr>
                <a:xfrm>
                  <a:off x="1970350" y="2482950"/>
                  <a:ext cx="20450" cy="11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4648" extrusionOk="0">
                      <a:moveTo>
                        <a:pt x="0" y="1"/>
                      </a:moveTo>
                      <a:cubicBezTo>
                        <a:pt x="280" y="748"/>
                        <a:pt x="467" y="1519"/>
                        <a:pt x="560" y="2289"/>
                      </a:cubicBezTo>
                      <a:cubicBezTo>
                        <a:pt x="654" y="3083"/>
                        <a:pt x="677" y="3854"/>
                        <a:pt x="654" y="4648"/>
                      </a:cubicBezTo>
                      <a:cubicBezTo>
                        <a:pt x="817" y="3877"/>
                        <a:pt x="794" y="3060"/>
                        <a:pt x="654" y="2289"/>
                      </a:cubicBezTo>
                      <a:cubicBezTo>
                        <a:pt x="537" y="1495"/>
                        <a:pt x="327" y="725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91" name="Google Shape;14491;p50"/>
                <p:cNvSpPr/>
                <p:nvPr/>
              </p:nvSpPr>
              <p:spPr>
                <a:xfrm>
                  <a:off x="1996600" y="2486450"/>
                  <a:ext cx="29225" cy="8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3317" extrusionOk="0">
                      <a:moveTo>
                        <a:pt x="1169" y="1"/>
                      </a:moveTo>
                      <a:lnTo>
                        <a:pt x="538" y="1659"/>
                      </a:lnTo>
                      <a:cubicBezTo>
                        <a:pt x="328" y="2196"/>
                        <a:pt x="118" y="2733"/>
                        <a:pt x="1" y="3317"/>
                      </a:cubicBezTo>
                      <a:cubicBezTo>
                        <a:pt x="258" y="2780"/>
                        <a:pt x="468" y="2243"/>
                        <a:pt x="631" y="1682"/>
                      </a:cubicBezTo>
                      <a:lnTo>
                        <a:pt x="1169" y="24"/>
                      </a:lnTo>
                      <a:lnTo>
                        <a:pt x="116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92" name="Google Shape;14492;p50"/>
                <p:cNvSpPr/>
                <p:nvPr/>
              </p:nvSpPr>
              <p:spPr>
                <a:xfrm>
                  <a:off x="2015300" y="2533150"/>
                  <a:ext cx="15775" cy="6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" h="2687" extrusionOk="0">
                      <a:moveTo>
                        <a:pt x="631" y="1"/>
                      </a:moveTo>
                      <a:lnTo>
                        <a:pt x="631" y="1"/>
                      </a:lnTo>
                      <a:cubicBezTo>
                        <a:pt x="444" y="445"/>
                        <a:pt x="304" y="888"/>
                        <a:pt x="187" y="1332"/>
                      </a:cubicBezTo>
                      <a:cubicBezTo>
                        <a:pt x="70" y="1776"/>
                        <a:pt x="0" y="2219"/>
                        <a:pt x="0" y="2687"/>
                      </a:cubicBezTo>
                      <a:cubicBezTo>
                        <a:pt x="140" y="2243"/>
                        <a:pt x="210" y="1799"/>
                        <a:pt x="304" y="1355"/>
                      </a:cubicBezTo>
                      <a:cubicBezTo>
                        <a:pt x="397" y="888"/>
                        <a:pt x="491" y="445"/>
                        <a:pt x="63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93" name="Google Shape;14493;p50"/>
                <p:cNvSpPr/>
                <p:nvPr/>
              </p:nvSpPr>
              <p:spPr>
                <a:xfrm>
                  <a:off x="5277750" y="2381375"/>
                  <a:ext cx="56650" cy="16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6" h="6610" extrusionOk="0">
                      <a:moveTo>
                        <a:pt x="0" y="0"/>
                      </a:moveTo>
                      <a:cubicBezTo>
                        <a:pt x="584" y="1028"/>
                        <a:pt x="1051" y="2102"/>
                        <a:pt x="1378" y="3200"/>
                      </a:cubicBezTo>
                      <a:cubicBezTo>
                        <a:pt x="1541" y="3760"/>
                        <a:pt x="1658" y="4344"/>
                        <a:pt x="1798" y="4904"/>
                      </a:cubicBezTo>
                      <a:cubicBezTo>
                        <a:pt x="1938" y="5465"/>
                        <a:pt x="2055" y="6025"/>
                        <a:pt x="2195" y="6609"/>
                      </a:cubicBezTo>
                      <a:lnTo>
                        <a:pt x="2219" y="6586"/>
                      </a:lnTo>
                      <a:cubicBezTo>
                        <a:pt x="2265" y="6002"/>
                        <a:pt x="2195" y="5418"/>
                        <a:pt x="2102" y="4834"/>
                      </a:cubicBezTo>
                      <a:cubicBezTo>
                        <a:pt x="2008" y="4250"/>
                        <a:pt x="1822" y="3690"/>
                        <a:pt x="1611" y="3130"/>
                      </a:cubicBezTo>
                      <a:cubicBezTo>
                        <a:pt x="1214" y="2032"/>
                        <a:pt x="677" y="958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94" name="Google Shape;14494;p50"/>
                <p:cNvSpPr/>
                <p:nvPr/>
              </p:nvSpPr>
              <p:spPr>
                <a:xfrm>
                  <a:off x="5328525" y="2398875"/>
                  <a:ext cx="30400" cy="10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" h="4018" extrusionOk="0">
                      <a:moveTo>
                        <a:pt x="1" y="1"/>
                      </a:moveTo>
                      <a:cubicBezTo>
                        <a:pt x="304" y="655"/>
                        <a:pt x="538" y="1309"/>
                        <a:pt x="678" y="1986"/>
                      </a:cubicBezTo>
                      <a:cubicBezTo>
                        <a:pt x="771" y="2313"/>
                        <a:pt x="795" y="2663"/>
                        <a:pt x="865" y="2990"/>
                      </a:cubicBezTo>
                      <a:cubicBezTo>
                        <a:pt x="958" y="3340"/>
                        <a:pt x="1005" y="3667"/>
                        <a:pt x="1098" y="4018"/>
                      </a:cubicBezTo>
                      <a:lnTo>
                        <a:pt x="1122" y="4018"/>
                      </a:lnTo>
                      <a:cubicBezTo>
                        <a:pt x="1215" y="3667"/>
                        <a:pt x="1192" y="3317"/>
                        <a:pt x="1168" y="2967"/>
                      </a:cubicBezTo>
                      <a:cubicBezTo>
                        <a:pt x="1145" y="2593"/>
                        <a:pt x="1028" y="2266"/>
                        <a:pt x="912" y="1916"/>
                      </a:cubicBezTo>
                      <a:cubicBezTo>
                        <a:pt x="701" y="1239"/>
                        <a:pt x="398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95" name="Google Shape;14495;p50"/>
                <p:cNvSpPr/>
                <p:nvPr/>
              </p:nvSpPr>
              <p:spPr>
                <a:xfrm>
                  <a:off x="5220525" y="2382525"/>
                  <a:ext cx="25700" cy="15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8" h="6026" extrusionOk="0">
                      <a:moveTo>
                        <a:pt x="0" y="1"/>
                      </a:moveTo>
                      <a:cubicBezTo>
                        <a:pt x="304" y="982"/>
                        <a:pt x="514" y="1986"/>
                        <a:pt x="631" y="2990"/>
                      </a:cubicBezTo>
                      <a:cubicBezTo>
                        <a:pt x="678" y="3481"/>
                        <a:pt x="701" y="3994"/>
                        <a:pt x="724" y="4508"/>
                      </a:cubicBezTo>
                      <a:lnTo>
                        <a:pt x="841" y="6026"/>
                      </a:lnTo>
                      <a:lnTo>
                        <a:pt x="864" y="6026"/>
                      </a:lnTo>
                      <a:cubicBezTo>
                        <a:pt x="981" y="5512"/>
                        <a:pt x="1028" y="4998"/>
                        <a:pt x="1028" y="4485"/>
                      </a:cubicBezTo>
                      <a:cubicBezTo>
                        <a:pt x="1028" y="3971"/>
                        <a:pt x="958" y="3457"/>
                        <a:pt x="864" y="2943"/>
                      </a:cubicBezTo>
                      <a:cubicBezTo>
                        <a:pt x="701" y="1939"/>
                        <a:pt x="421" y="93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96" name="Google Shape;14496;p50"/>
                <p:cNvSpPr/>
                <p:nvPr/>
              </p:nvSpPr>
              <p:spPr>
                <a:xfrm>
                  <a:off x="5365300" y="2593300"/>
                  <a:ext cx="28050" cy="18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7264" extrusionOk="0">
                      <a:moveTo>
                        <a:pt x="1075" y="0"/>
                      </a:moveTo>
                      <a:cubicBezTo>
                        <a:pt x="561" y="1121"/>
                        <a:pt x="235" y="2336"/>
                        <a:pt x="94" y="3573"/>
                      </a:cubicBezTo>
                      <a:cubicBezTo>
                        <a:pt x="24" y="4204"/>
                        <a:pt x="1" y="4834"/>
                        <a:pt x="71" y="5442"/>
                      </a:cubicBezTo>
                      <a:cubicBezTo>
                        <a:pt x="141" y="6072"/>
                        <a:pt x="235" y="6679"/>
                        <a:pt x="468" y="7263"/>
                      </a:cubicBezTo>
                      <a:lnTo>
                        <a:pt x="491" y="7263"/>
                      </a:lnTo>
                      <a:cubicBezTo>
                        <a:pt x="445" y="6656"/>
                        <a:pt x="375" y="6049"/>
                        <a:pt x="351" y="5418"/>
                      </a:cubicBezTo>
                      <a:cubicBezTo>
                        <a:pt x="351" y="4811"/>
                        <a:pt x="305" y="4204"/>
                        <a:pt x="351" y="3597"/>
                      </a:cubicBezTo>
                      <a:cubicBezTo>
                        <a:pt x="421" y="2382"/>
                        <a:pt x="678" y="1168"/>
                        <a:pt x="112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97" name="Google Shape;14497;p50"/>
                <p:cNvSpPr/>
                <p:nvPr/>
              </p:nvSpPr>
              <p:spPr>
                <a:xfrm>
                  <a:off x="5404425" y="2704800"/>
                  <a:ext cx="1052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" h="3784" extrusionOk="0">
                      <a:moveTo>
                        <a:pt x="1" y="1"/>
                      </a:moveTo>
                      <a:cubicBezTo>
                        <a:pt x="47" y="631"/>
                        <a:pt x="94" y="1262"/>
                        <a:pt x="94" y="1892"/>
                      </a:cubicBezTo>
                      <a:cubicBezTo>
                        <a:pt x="117" y="2196"/>
                        <a:pt x="71" y="2523"/>
                        <a:pt x="94" y="2826"/>
                      </a:cubicBezTo>
                      <a:cubicBezTo>
                        <a:pt x="141" y="3153"/>
                        <a:pt x="141" y="3457"/>
                        <a:pt x="211" y="3784"/>
                      </a:cubicBezTo>
                      <a:lnTo>
                        <a:pt x="258" y="3784"/>
                      </a:lnTo>
                      <a:cubicBezTo>
                        <a:pt x="351" y="3457"/>
                        <a:pt x="374" y="3153"/>
                        <a:pt x="398" y="2826"/>
                      </a:cubicBezTo>
                      <a:cubicBezTo>
                        <a:pt x="421" y="2523"/>
                        <a:pt x="374" y="2196"/>
                        <a:pt x="351" y="1869"/>
                      </a:cubicBezTo>
                      <a:cubicBezTo>
                        <a:pt x="281" y="1238"/>
                        <a:pt x="164" y="63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98" name="Google Shape;14498;p50"/>
                <p:cNvSpPr/>
                <p:nvPr/>
              </p:nvSpPr>
              <p:spPr>
                <a:xfrm>
                  <a:off x="5190175" y="2602625"/>
                  <a:ext cx="33875" cy="2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619" extrusionOk="0">
                      <a:moveTo>
                        <a:pt x="0" y="1"/>
                      </a:moveTo>
                      <a:cubicBezTo>
                        <a:pt x="514" y="1379"/>
                        <a:pt x="841" y="2827"/>
                        <a:pt x="958" y="4251"/>
                      </a:cubicBezTo>
                      <a:cubicBezTo>
                        <a:pt x="1028" y="4975"/>
                        <a:pt x="1004" y="5699"/>
                        <a:pt x="1004" y="6423"/>
                      </a:cubicBezTo>
                      <a:cubicBezTo>
                        <a:pt x="1004" y="7147"/>
                        <a:pt x="958" y="7871"/>
                        <a:pt x="911" y="8618"/>
                      </a:cubicBezTo>
                      <a:lnTo>
                        <a:pt x="934" y="8618"/>
                      </a:lnTo>
                      <a:cubicBezTo>
                        <a:pt x="1144" y="7918"/>
                        <a:pt x="1261" y="7170"/>
                        <a:pt x="1308" y="6446"/>
                      </a:cubicBezTo>
                      <a:cubicBezTo>
                        <a:pt x="1355" y="5699"/>
                        <a:pt x="1308" y="4975"/>
                        <a:pt x="1214" y="4228"/>
                      </a:cubicBezTo>
                      <a:cubicBezTo>
                        <a:pt x="1028" y="2780"/>
                        <a:pt x="631" y="1332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499" name="Google Shape;14499;p50"/>
                <p:cNvSpPr/>
                <p:nvPr/>
              </p:nvSpPr>
              <p:spPr>
                <a:xfrm>
                  <a:off x="5125350" y="2670350"/>
                  <a:ext cx="14625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2921" extrusionOk="0">
                      <a:moveTo>
                        <a:pt x="1" y="1"/>
                      </a:moveTo>
                      <a:cubicBezTo>
                        <a:pt x="94" y="491"/>
                        <a:pt x="164" y="982"/>
                        <a:pt x="211" y="1449"/>
                      </a:cubicBezTo>
                      <a:cubicBezTo>
                        <a:pt x="234" y="1706"/>
                        <a:pt x="234" y="1939"/>
                        <a:pt x="281" y="2196"/>
                      </a:cubicBezTo>
                      <a:cubicBezTo>
                        <a:pt x="328" y="2430"/>
                        <a:pt x="374" y="2663"/>
                        <a:pt x="468" y="2920"/>
                      </a:cubicBezTo>
                      <a:lnTo>
                        <a:pt x="491" y="2920"/>
                      </a:lnTo>
                      <a:cubicBezTo>
                        <a:pt x="561" y="2663"/>
                        <a:pt x="561" y="2406"/>
                        <a:pt x="585" y="2149"/>
                      </a:cubicBezTo>
                      <a:cubicBezTo>
                        <a:pt x="561" y="1916"/>
                        <a:pt x="515" y="1659"/>
                        <a:pt x="445" y="1425"/>
                      </a:cubicBezTo>
                      <a:cubicBezTo>
                        <a:pt x="351" y="935"/>
                        <a:pt x="211" y="46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00" name="Google Shape;14500;p50"/>
                <p:cNvSpPr/>
                <p:nvPr/>
              </p:nvSpPr>
              <p:spPr>
                <a:xfrm>
                  <a:off x="5043625" y="2641750"/>
                  <a:ext cx="15775" cy="9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" h="3668" extrusionOk="0">
                      <a:moveTo>
                        <a:pt x="0" y="1"/>
                      </a:moveTo>
                      <a:cubicBezTo>
                        <a:pt x="164" y="608"/>
                        <a:pt x="257" y="1215"/>
                        <a:pt x="281" y="1822"/>
                      </a:cubicBezTo>
                      <a:cubicBezTo>
                        <a:pt x="304" y="2126"/>
                        <a:pt x="281" y="2429"/>
                        <a:pt x="304" y="2733"/>
                      </a:cubicBezTo>
                      <a:cubicBezTo>
                        <a:pt x="351" y="3036"/>
                        <a:pt x="351" y="3340"/>
                        <a:pt x="397" y="3667"/>
                      </a:cubicBezTo>
                      <a:lnTo>
                        <a:pt x="444" y="3667"/>
                      </a:lnTo>
                      <a:cubicBezTo>
                        <a:pt x="561" y="3363"/>
                        <a:pt x="584" y="3036"/>
                        <a:pt x="608" y="2733"/>
                      </a:cubicBezTo>
                      <a:cubicBezTo>
                        <a:pt x="631" y="2429"/>
                        <a:pt x="584" y="2102"/>
                        <a:pt x="537" y="1799"/>
                      </a:cubicBezTo>
                      <a:cubicBezTo>
                        <a:pt x="444" y="1168"/>
                        <a:pt x="257" y="56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01" name="Google Shape;14501;p50"/>
                <p:cNvSpPr/>
                <p:nvPr/>
              </p:nvSpPr>
              <p:spPr>
                <a:xfrm>
                  <a:off x="4840450" y="2532000"/>
                  <a:ext cx="25125" cy="14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5932" extrusionOk="0">
                      <a:moveTo>
                        <a:pt x="24" y="0"/>
                      </a:moveTo>
                      <a:cubicBezTo>
                        <a:pt x="0" y="1004"/>
                        <a:pt x="47" y="2009"/>
                        <a:pt x="187" y="3013"/>
                      </a:cubicBezTo>
                      <a:cubicBezTo>
                        <a:pt x="257" y="3503"/>
                        <a:pt x="327" y="4017"/>
                        <a:pt x="444" y="4507"/>
                      </a:cubicBezTo>
                      <a:cubicBezTo>
                        <a:pt x="608" y="4998"/>
                        <a:pt x="748" y="5488"/>
                        <a:pt x="981" y="5932"/>
                      </a:cubicBezTo>
                      <a:lnTo>
                        <a:pt x="1005" y="5932"/>
                      </a:lnTo>
                      <a:cubicBezTo>
                        <a:pt x="958" y="5418"/>
                        <a:pt x="841" y="4928"/>
                        <a:pt x="748" y="4437"/>
                      </a:cubicBezTo>
                      <a:lnTo>
                        <a:pt x="421" y="2966"/>
                      </a:lnTo>
                      <a:cubicBezTo>
                        <a:pt x="234" y="1985"/>
                        <a:pt x="117" y="1004"/>
                        <a:pt x="4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02" name="Google Shape;14502;p50"/>
                <p:cNvSpPr/>
                <p:nvPr/>
              </p:nvSpPr>
              <p:spPr>
                <a:xfrm>
                  <a:off x="4893000" y="2607900"/>
                  <a:ext cx="21025" cy="10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4157" extrusionOk="0">
                      <a:moveTo>
                        <a:pt x="24" y="0"/>
                      </a:moveTo>
                      <a:lnTo>
                        <a:pt x="0" y="23"/>
                      </a:lnTo>
                      <a:cubicBezTo>
                        <a:pt x="304" y="677"/>
                        <a:pt x="467" y="1355"/>
                        <a:pt x="514" y="2055"/>
                      </a:cubicBezTo>
                      <a:cubicBezTo>
                        <a:pt x="537" y="2405"/>
                        <a:pt x="514" y="2756"/>
                        <a:pt x="491" y="3083"/>
                      </a:cubicBezTo>
                      <a:cubicBezTo>
                        <a:pt x="491" y="3433"/>
                        <a:pt x="444" y="3783"/>
                        <a:pt x="421" y="4134"/>
                      </a:cubicBezTo>
                      <a:lnTo>
                        <a:pt x="444" y="4157"/>
                      </a:lnTo>
                      <a:cubicBezTo>
                        <a:pt x="631" y="3830"/>
                        <a:pt x="724" y="3480"/>
                        <a:pt x="794" y="3129"/>
                      </a:cubicBezTo>
                      <a:cubicBezTo>
                        <a:pt x="841" y="2756"/>
                        <a:pt x="818" y="2382"/>
                        <a:pt x="771" y="2032"/>
                      </a:cubicBezTo>
                      <a:cubicBezTo>
                        <a:pt x="654" y="1308"/>
                        <a:pt x="421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03" name="Google Shape;14503;p50"/>
                <p:cNvSpPr/>
                <p:nvPr/>
              </p:nvSpPr>
              <p:spPr>
                <a:xfrm>
                  <a:off x="4817100" y="2581025"/>
                  <a:ext cx="26300" cy="13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5326" extrusionOk="0">
                      <a:moveTo>
                        <a:pt x="0" y="1"/>
                      </a:moveTo>
                      <a:cubicBezTo>
                        <a:pt x="0" y="912"/>
                        <a:pt x="70" y="1822"/>
                        <a:pt x="210" y="2710"/>
                      </a:cubicBezTo>
                      <a:cubicBezTo>
                        <a:pt x="281" y="3177"/>
                        <a:pt x="351" y="3621"/>
                        <a:pt x="491" y="4064"/>
                      </a:cubicBezTo>
                      <a:cubicBezTo>
                        <a:pt x="631" y="4485"/>
                        <a:pt x="794" y="4928"/>
                        <a:pt x="1028" y="5325"/>
                      </a:cubicBezTo>
                      <a:lnTo>
                        <a:pt x="1051" y="5325"/>
                      </a:lnTo>
                      <a:cubicBezTo>
                        <a:pt x="981" y="4858"/>
                        <a:pt x="864" y="4438"/>
                        <a:pt x="771" y="3994"/>
                      </a:cubicBezTo>
                      <a:cubicBezTo>
                        <a:pt x="678" y="3551"/>
                        <a:pt x="537" y="3107"/>
                        <a:pt x="444" y="2663"/>
                      </a:cubicBezTo>
                      <a:cubicBezTo>
                        <a:pt x="257" y="1799"/>
                        <a:pt x="117" y="88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04" name="Google Shape;14504;p50"/>
                <p:cNvSpPr/>
                <p:nvPr/>
              </p:nvSpPr>
              <p:spPr>
                <a:xfrm>
                  <a:off x="5956725" y="2653425"/>
                  <a:ext cx="115050" cy="6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2" h="26250" extrusionOk="0">
                      <a:moveTo>
                        <a:pt x="4555" y="1"/>
                      </a:moveTo>
                      <a:cubicBezTo>
                        <a:pt x="3083" y="4204"/>
                        <a:pt x="1962" y="8548"/>
                        <a:pt x="1168" y="12938"/>
                      </a:cubicBezTo>
                      <a:cubicBezTo>
                        <a:pt x="771" y="15133"/>
                        <a:pt x="398" y="17329"/>
                        <a:pt x="234" y="19547"/>
                      </a:cubicBezTo>
                      <a:cubicBezTo>
                        <a:pt x="71" y="21789"/>
                        <a:pt x="1" y="24007"/>
                        <a:pt x="118" y="26249"/>
                      </a:cubicBezTo>
                      <a:lnTo>
                        <a:pt x="188" y="26249"/>
                      </a:lnTo>
                      <a:cubicBezTo>
                        <a:pt x="398" y="24031"/>
                        <a:pt x="585" y="21812"/>
                        <a:pt x="842" y="19617"/>
                      </a:cubicBezTo>
                      <a:cubicBezTo>
                        <a:pt x="1075" y="17399"/>
                        <a:pt x="1309" y="15203"/>
                        <a:pt x="1636" y="13008"/>
                      </a:cubicBezTo>
                      <a:cubicBezTo>
                        <a:pt x="2336" y="8618"/>
                        <a:pt x="3317" y="4274"/>
                        <a:pt x="460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05" name="Google Shape;14505;p50"/>
                <p:cNvSpPr/>
                <p:nvPr/>
              </p:nvSpPr>
              <p:spPr>
                <a:xfrm>
                  <a:off x="5938625" y="2676775"/>
                  <a:ext cx="34475" cy="52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20809" extrusionOk="0">
                      <a:moveTo>
                        <a:pt x="1239" y="1"/>
                      </a:moveTo>
                      <a:cubicBezTo>
                        <a:pt x="1145" y="3480"/>
                        <a:pt x="982" y="6937"/>
                        <a:pt x="725" y="10416"/>
                      </a:cubicBezTo>
                      <a:cubicBezTo>
                        <a:pt x="585" y="12144"/>
                        <a:pt x="374" y="13872"/>
                        <a:pt x="258" y="15601"/>
                      </a:cubicBezTo>
                      <a:cubicBezTo>
                        <a:pt x="164" y="17329"/>
                        <a:pt x="24" y="19057"/>
                        <a:pt x="1" y="20808"/>
                      </a:cubicBezTo>
                      <a:lnTo>
                        <a:pt x="48" y="20808"/>
                      </a:lnTo>
                      <a:cubicBezTo>
                        <a:pt x="421" y="19103"/>
                        <a:pt x="655" y="17375"/>
                        <a:pt x="865" y="15647"/>
                      </a:cubicBezTo>
                      <a:cubicBezTo>
                        <a:pt x="1075" y="13919"/>
                        <a:pt x="1122" y="12168"/>
                        <a:pt x="1192" y="10440"/>
                      </a:cubicBezTo>
                      <a:cubicBezTo>
                        <a:pt x="1355" y="6960"/>
                        <a:pt x="1379" y="3480"/>
                        <a:pt x="130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06" name="Google Shape;14506;p50"/>
                <p:cNvSpPr/>
                <p:nvPr/>
              </p:nvSpPr>
              <p:spPr>
                <a:xfrm>
                  <a:off x="5852800" y="2840250"/>
                  <a:ext cx="20475" cy="45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18333" extrusionOk="0">
                      <a:moveTo>
                        <a:pt x="141" y="1"/>
                      </a:moveTo>
                      <a:lnTo>
                        <a:pt x="71" y="24"/>
                      </a:lnTo>
                      <a:cubicBezTo>
                        <a:pt x="281" y="3060"/>
                        <a:pt x="351" y="6119"/>
                        <a:pt x="281" y="9178"/>
                      </a:cubicBezTo>
                      <a:cubicBezTo>
                        <a:pt x="258" y="10696"/>
                        <a:pt x="141" y="12214"/>
                        <a:pt x="94" y="13755"/>
                      </a:cubicBezTo>
                      <a:cubicBezTo>
                        <a:pt x="71" y="15273"/>
                        <a:pt x="1" y="16791"/>
                        <a:pt x="1" y="18333"/>
                      </a:cubicBezTo>
                      <a:lnTo>
                        <a:pt x="71" y="18333"/>
                      </a:lnTo>
                      <a:cubicBezTo>
                        <a:pt x="398" y="16838"/>
                        <a:pt x="561" y="15297"/>
                        <a:pt x="702" y="13779"/>
                      </a:cubicBezTo>
                      <a:cubicBezTo>
                        <a:pt x="818" y="12238"/>
                        <a:pt x="795" y="10720"/>
                        <a:pt x="772" y="9178"/>
                      </a:cubicBezTo>
                      <a:cubicBezTo>
                        <a:pt x="725" y="6119"/>
                        <a:pt x="515" y="3060"/>
                        <a:pt x="1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07" name="Google Shape;14507;p50"/>
                <p:cNvSpPr/>
                <p:nvPr/>
              </p:nvSpPr>
              <p:spPr>
                <a:xfrm>
                  <a:off x="6203700" y="2693125"/>
                  <a:ext cx="44975" cy="49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19991" extrusionOk="0">
                      <a:moveTo>
                        <a:pt x="1728" y="1"/>
                      </a:moveTo>
                      <a:cubicBezTo>
                        <a:pt x="981" y="3270"/>
                        <a:pt x="467" y="6586"/>
                        <a:pt x="234" y="9949"/>
                      </a:cubicBezTo>
                      <a:cubicBezTo>
                        <a:pt x="94" y="11630"/>
                        <a:pt x="0" y="13312"/>
                        <a:pt x="70" y="14970"/>
                      </a:cubicBezTo>
                      <a:cubicBezTo>
                        <a:pt x="164" y="16651"/>
                        <a:pt x="304" y="18333"/>
                        <a:pt x="607" y="19991"/>
                      </a:cubicBezTo>
                      <a:lnTo>
                        <a:pt x="677" y="19991"/>
                      </a:lnTo>
                      <a:cubicBezTo>
                        <a:pt x="701" y="18309"/>
                        <a:pt x="654" y="16628"/>
                        <a:pt x="677" y="14970"/>
                      </a:cubicBezTo>
                      <a:cubicBezTo>
                        <a:pt x="701" y="13312"/>
                        <a:pt x="654" y="11630"/>
                        <a:pt x="724" y="9972"/>
                      </a:cubicBezTo>
                      <a:cubicBezTo>
                        <a:pt x="841" y="6633"/>
                        <a:pt x="1215" y="3317"/>
                        <a:pt x="1798" y="24"/>
                      </a:cubicBezTo>
                      <a:lnTo>
                        <a:pt x="172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08" name="Google Shape;14508;p50"/>
                <p:cNvSpPr/>
                <p:nvPr/>
              </p:nvSpPr>
              <p:spPr>
                <a:xfrm>
                  <a:off x="6173325" y="2718825"/>
                  <a:ext cx="28050" cy="39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15647" extrusionOk="0">
                      <a:moveTo>
                        <a:pt x="1" y="0"/>
                      </a:moveTo>
                      <a:cubicBezTo>
                        <a:pt x="211" y="2616"/>
                        <a:pt x="351" y="5231"/>
                        <a:pt x="445" y="7823"/>
                      </a:cubicBezTo>
                      <a:cubicBezTo>
                        <a:pt x="468" y="9131"/>
                        <a:pt x="445" y="10439"/>
                        <a:pt x="515" y="11747"/>
                      </a:cubicBezTo>
                      <a:cubicBezTo>
                        <a:pt x="608" y="13054"/>
                        <a:pt x="655" y="14339"/>
                        <a:pt x="818" y="15647"/>
                      </a:cubicBezTo>
                      <a:lnTo>
                        <a:pt x="865" y="15647"/>
                      </a:lnTo>
                      <a:cubicBezTo>
                        <a:pt x="1052" y="14362"/>
                        <a:pt x="1098" y="13031"/>
                        <a:pt x="1122" y="11723"/>
                      </a:cubicBezTo>
                      <a:cubicBezTo>
                        <a:pt x="1122" y="10416"/>
                        <a:pt x="1028" y="9108"/>
                        <a:pt x="912" y="7800"/>
                      </a:cubicBezTo>
                      <a:cubicBezTo>
                        <a:pt x="725" y="5185"/>
                        <a:pt x="445" y="2592"/>
                        <a:pt x="7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09" name="Google Shape;14509;p50"/>
                <p:cNvSpPr/>
                <p:nvPr/>
              </p:nvSpPr>
              <p:spPr>
                <a:xfrm>
                  <a:off x="6635150" y="2544850"/>
                  <a:ext cx="56075" cy="66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" h="26553" extrusionOk="0">
                      <a:moveTo>
                        <a:pt x="2195" y="0"/>
                      </a:moveTo>
                      <a:cubicBezTo>
                        <a:pt x="1215" y="4344"/>
                        <a:pt x="561" y="8757"/>
                        <a:pt x="257" y="13218"/>
                      </a:cubicBezTo>
                      <a:cubicBezTo>
                        <a:pt x="94" y="15436"/>
                        <a:pt x="0" y="17678"/>
                        <a:pt x="70" y="19897"/>
                      </a:cubicBezTo>
                      <a:cubicBezTo>
                        <a:pt x="164" y="22139"/>
                        <a:pt x="327" y="24357"/>
                        <a:pt x="701" y="26552"/>
                      </a:cubicBezTo>
                      <a:lnTo>
                        <a:pt x="771" y="26552"/>
                      </a:lnTo>
                      <a:cubicBezTo>
                        <a:pt x="724" y="24334"/>
                        <a:pt x="654" y="22115"/>
                        <a:pt x="677" y="19897"/>
                      </a:cubicBezTo>
                      <a:cubicBezTo>
                        <a:pt x="677" y="17678"/>
                        <a:pt x="654" y="15460"/>
                        <a:pt x="748" y="13241"/>
                      </a:cubicBezTo>
                      <a:cubicBezTo>
                        <a:pt x="934" y="8804"/>
                        <a:pt x="1448" y="4390"/>
                        <a:pt x="224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10" name="Google Shape;14510;p50"/>
                <p:cNvSpPr/>
                <p:nvPr/>
              </p:nvSpPr>
              <p:spPr>
                <a:xfrm>
                  <a:off x="6591950" y="2578700"/>
                  <a:ext cx="34450" cy="52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8" h="20808" extrusionOk="0">
                      <a:moveTo>
                        <a:pt x="0" y="0"/>
                      </a:moveTo>
                      <a:cubicBezTo>
                        <a:pt x="304" y="3457"/>
                        <a:pt x="514" y="6936"/>
                        <a:pt x="654" y="10393"/>
                      </a:cubicBezTo>
                      <a:cubicBezTo>
                        <a:pt x="701" y="12144"/>
                        <a:pt x="701" y="13872"/>
                        <a:pt x="771" y="15600"/>
                      </a:cubicBezTo>
                      <a:cubicBezTo>
                        <a:pt x="864" y="17328"/>
                        <a:pt x="911" y="19080"/>
                        <a:pt x="1074" y="20808"/>
                      </a:cubicBezTo>
                      <a:lnTo>
                        <a:pt x="1144" y="20808"/>
                      </a:lnTo>
                      <a:cubicBezTo>
                        <a:pt x="1331" y="19080"/>
                        <a:pt x="1355" y="17328"/>
                        <a:pt x="1378" y="15600"/>
                      </a:cubicBezTo>
                      <a:cubicBezTo>
                        <a:pt x="1378" y="13849"/>
                        <a:pt x="1238" y="12121"/>
                        <a:pt x="1121" y="10369"/>
                      </a:cubicBezTo>
                      <a:cubicBezTo>
                        <a:pt x="888" y="6913"/>
                        <a:pt x="537" y="3433"/>
                        <a:pt x="7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11" name="Google Shape;14511;p50"/>
                <p:cNvSpPr/>
                <p:nvPr/>
              </p:nvSpPr>
              <p:spPr>
                <a:xfrm>
                  <a:off x="6495600" y="2753275"/>
                  <a:ext cx="61925" cy="45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7" h="18239" extrusionOk="0">
                      <a:moveTo>
                        <a:pt x="118" y="0"/>
                      </a:moveTo>
                      <a:lnTo>
                        <a:pt x="1" y="23"/>
                      </a:lnTo>
                      <a:cubicBezTo>
                        <a:pt x="211" y="1541"/>
                        <a:pt x="421" y="3059"/>
                        <a:pt x="585" y="4577"/>
                      </a:cubicBezTo>
                      <a:cubicBezTo>
                        <a:pt x="771" y="6095"/>
                        <a:pt x="912" y="7613"/>
                        <a:pt x="1005" y="9131"/>
                      </a:cubicBezTo>
                      <a:cubicBezTo>
                        <a:pt x="1122" y="10649"/>
                        <a:pt x="1075" y="12167"/>
                        <a:pt x="1262" y="13685"/>
                      </a:cubicBezTo>
                      <a:cubicBezTo>
                        <a:pt x="1425" y="15203"/>
                        <a:pt x="1612" y="16721"/>
                        <a:pt x="1962" y="18239"/>
                      </a:cubicBezTo>
                      <a:lnTo>
                        <a:pt x="2079" y="18239"/>
                      </a:lnTo>
                      <a:cubicBezTo>
                        <a:pt x="2406" y="16697"/>
                        <a:pt x="2476" y="15156"/>
                        <a:pt x="2476" y="13615"/>
                      </a:cubicBezTo>
                      <a:cubicBezTo>
                        <a:pt x="2476" y="12073"/>
                        <a:pt x="2196" y="10556"/>
                        <a:pt x="1962" y="9038"/>
                      </a:cubicBezTo>
                      <a:cubicBezTo>
                        <a:pt x="1752" y="7520"/>
                        <a:pt x="1495" y="6002"/>
                        <a:pt x="1192" y="4484"/>
                      </a:cubicBezTo>
                      <a:cubicBezTo>
                        <a:pt x="865" y="2989"/>
                        <a:pt x="538" y="1471"/>
                        <a:pt x="1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12" name="Google Shape;14512;p50"/>
                <p:cNvSpPr/>
                <p:nvPr/>
              </p:nvSpPr>
              <p:spPr>
                <a:xfrm>
                  <a:off x="5622200" y="2419900"/>
                  <a:ext cx="47900" cy="22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6" h="9155" extrusionOk="0">
                      <a:moveTo>
                        <a:pt x="1869" y="1"/>
                      </a:moveTo>
                      <a:cubicBezTo>
                        <a:pt x="1121" y="1378"/>
                        <a:pt x="561" y="2896"/>
                        <a:pt x="257" y="4438"/>
                      </a:cubicBezTo>
                      <a:cubicBezTo>
                        <a:pt x="117" y="5208"/>
                        <a:pt x="0" y="6002"/>
                        <a:pt x="24" y="6796"/>
                      </a:cubicBezTo>
                      <a:cubicBezTo>
                        <a:pt x="24" y="7590"/>
                        <a:pt x="94" y="8384"/>
                        <a:pt x="304" y="9155"/>
                      </a:cubicBezTo>
                      <a:lnTo>
                        <a:pt x="327" y="9155"/>
                      </a:lnTo>
                      <a:cubicBezTo>
                        <a:pt x="304" y="8361"/>
                        <a:pt x="281" y="7590"/>
                        <a:pt x="304" y="6796"/>
                      </a:cubicBezTo>
                      <a:cubicBezTo>
                        <a:pt x="351" y="6026"/>
                        <a:pt x="397" y="5255"/>
                        <a:pt x="514" y="4484"/>
                      </a:cubicBezTo>
                      <a:cubicBezTo>
                        <a:pt x="748" y="2943"/>
                        <a:pt x="1215" y="1448"/>
                        <a:pt x="1915" y="24"/>
                      </a:cubicBezTo>
                      <a:lnTo>
                        <a:pt x="186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13" name="Google Shape;14513;p50"/>
                <p:cNvSpPr/>
                <p:nvPr/>
              </p:nvSpPr>
              <p:spPr>
                <a:xfrm>
                  <a:off x="5650800" y="2501050"/>
                  <a:ext cx="36225" cy="18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9" h="7264" extrusionOk="0">
                      <a:moveTo>
                        <a:pt x="1402" y="1"/>
                      </a:moveTo>
                      <a:cubicBezTo>
                        <a:pt x="1308" y="1215"/>
                        <a:pt x="1122" y="2453"/>
                        <a:pt x="865" y="3644"/>
                      </a:cubicBezTo>
                      <a:cubicBezTo>
                        <a:pt x="725" y="4251"/>
                        <a:pt x="561" y="4835"/>
                        <a:pt x="421" y="5442"/>
                      </a:cubicBezTo>
                      <a:cubicBezTo>
                        <a:pt x="281" y="6049"/>
                        <a:pt x="117" y="6633"/>
                        <a:pt x="1" y="7240"/>
                      </a:cubicBezTo>
                      <a:lnTo>
                        <a:pt x="24" y="7263"/>
                      </a:lnTo>
                      <a:cubicBezTo>
                        <a:pt x="304" y="6703"/>
                        <a:pt x="514" y="6119"/>
                        <a:pt x="701" y="5512"/>
                      </a:cubicBezTo>
                      <a:cubicBezTo>
                        <a:pt x="888" y="4928"/>
                        <a:pt x="1005" y="4297"/>
                        <a:pt x="1098" y="3690"/>
                      </a:cubicBezTo>
                      <a:cubicBezTo>
                        <a:pt x="1308" y="2476"/>
                        <a:pt x="1425" y="1238"/>
                        <a:pt x="144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14" name="Google Shape;14514;p50"/>
                <p:cNvSpPr/>
                <p:nvPr/>
              </p:nvSpPr>
              <p:spPr>
                <a:xfrm>
                  <a:off x="5564400" y="2464850"/>
                  <a:ext cx="15200" cy="22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9179" extrusionOk="0">
                      <a:moveTo>
                        <a:pt x="0" y="1"/>
                      </a:moveTo>
                      <a:cubicBezTo>
                        <a:pt x="164" y="1519"/>
                        <a:pt x="257" y="3060"/>
                        <a:pt x="281" y="4578"/>
                      </a:cubicBezTo>
                      <a:lnTo>
                        <a:pt x="257" y="6866"/>
                      </a:lnTo>
                      <a:cubicBezTo>
                        <a:pt x="257" y="7637"/>
                        <a:pt x="257" y="8408"/>
                        <a:pt x="281" y="9178"/>
                      </a:cubicBezTo>
                      <a:lnTo>
                        <a:pt x="304" y="9178"/>
                      </a:lnTo>
                      <a:cubicBezTo>
                        <a:pt x="467" y="8408"/>
                        <a:pt x="514" y="7637"/>
                        <a:pt x="561" y="6890"/>
                      </a:cubicBezTo>
                      <a:cubicBezTo>
                        <a:pt x="608" y="6119"/>
                        <a:pt x="561" y="5348"/>
                        <a:pt x="514" y="4578"/>
                      </a:cubicBezTo>
                      <a:cubicBezTo>
                        <a:pt x="444" y="3037"/>
                        <a:pt x="281" y="1519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15" name="Google Shape;14515;p50"/>
                <p:cNvSpPr/>
                <p:nvPr/>
              </p:nvSpPr>
              <p:spPr>
                <a:xfrm>
                  <a:off x="6825475" y="2476525"/>
                  <a:ext cx="57225" cy="26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9" h="10767" extrusionOk="0">
                      <a:moveTo>
                        <a:pt x="2266" y="1"/>
                      </a:moveTo>
                      <a:cubicBezTo>
                        <a:pt x="1518" y="1706"/>
                        <a:pt x="935" y="3457"/>
                        <a:pt x="538" y="5255"/>
                      </a:cubicBezTo>
                      <a:cubicBezTo>
                        <a:pt x="351" y="6166"/>
                        <a:pt x="164" y="7077"/>
                        <a:pt x="94" y="7987"/>
                      </a:cubicBezTo>
                      <a:cubicBezTo>
                        <a:pt x="24" y="8922"/>
                        <a:pt x="0" y="9856"/>
                        <a:pt x="70" y="10766"/>
                      </a:cubicBezTo>
                      <a:lnTo>
                        <a:pt x="117" y="10766"/>
                      </a:lnTo>
                      <a:cubicBezTo>
                        <a:pt x="211" y="9856"/>
                        <a:pt x="281" y="8945"/>
                        <a:pt x="397" y="8034"/>
                      </a:cubicBezTo>
                      <a:cubicBezTo>
                        <a:pt x="514" y="7123"/>
                        <a:pt x="608" y="6213"/>
                        <a:pt x="794" y="5302"/>
                      </a:cubicBezTo>
                      <a:cubicBezTo>
                        <a:pt x="1121" y="3504"/>
                        <a:pt x="1635" y="1729"/>
                        <a:pt x="2289" y="24"/>
                      </a:cubicBezTo>
                      <a:lnTo>
                        <a:pt x="2266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16" name="Google Shape;14516;p50"/>
                <p:cNvSpPr/>
                <p:nvPr/>
              </p:nvSpPr>
              <p:spPr>
                <a:xfrm>
                  <a:off x="6814975" y="2485875"/>
                  <a:ext cx="15200" cy="21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8525" extrusionOk="0">
                      <a:moveTo>
                        <a:pt x="490" y="0"/>
                      </a:moveTo>
                      <a:cubicBezTo>
                        <a:pt x="467" y="1425"/>
                        <a:pt x="420" y="2849"/>
                        <a:pt x="304" y="4274"/>
                      </a:cubicBezTo>
                      <a:cubicBezTo>
                        <a:pt x="234" y="4975"/>
                        <a:pt x="164" y="5675"/>
                        <a:pt x="117" y="6399"/>
                      </a:cubicBezTo>
                      <a:cubicBezTo>
                        <a:pt x="70" y="7100"/>
                        <a:pt x="0" y="7800"/>
                        <a:pt x="0" y="8524"/>
                      </a:cubicBezTo>
                      <a:lnTo>
                        <a:pt x="23" y="8524"/>
                      </a:lnTo>
                      <a:cubicBezTo>
                        <a:pt x="210" y="7847"/>
                        <a:pt x="304" y="7123"/>
                        <a:pt x="397" y="6422"/>
                      </a:cubicBezTo>
                      <a:cubicBezTo>
                        <a:pt x="490" y="5698"/>
                        <a:pt x="514" y="4998"/>
                        <a:pt x="537" y="4274"/>
                      </a:cubicBezTo>
                      <a:cubicBezTo>
                        <a:pt x="607" y="2849"/>
                        <a:pt x="584" y="1425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17" name="Google Shape;14517;p50"/>
                <p:cNvSpPr/>
                <p:nvPr/>
              </p:nvSpPr>
              <p:spPr>
                <a:xfrm>
                  <a:off x="6765925" y="2551850"/>
                  <a:ext cx="12275" cy="18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1" h="7544" extrusionOk="0">
                      <a:moveTo>
                        <a:pt x="0" y="0"/>
                      </a:moveTo>
                      <a:cubicBezTo>
                        <a:pt x="140" y="1261"/>
                        <a:pt x="211" y="2522"/>
                        <a:pt x="187" y="3760"/>
                      </a:cubicBezTo>
                      <a:cubicBezTo>
                        <a:pt x="187" y="4391"/>
                        <a:pt x="140" y="5021"/>
                        <a:pt x="140" y="5652"/>
                      </a:cubicBezTo>
                      <a:cubicBezTo>
                        <a:pt x="140" y="6282"/>
                        <a:pt x="94" y="6889"/>
                        <a:pt x="117" y="7543"/>
                      </a:cubicBezTo>
                      <a:lnTo>
                        <a:pt x="140" y="7543"/>
                      </a:lnTo>
                      <a:cubicBezTo>
                        <a:pt x="304" y="6913"/>
                        <a:pt x="374" y="6282"/>
                        <a:pt x="444" y="5652"/>
                      </a:cubicBezTo>
                      <a:cubicBezTo>
                        <a:pt x="491" y="5021"/>
                        <a:pt x="467" y="4391"/>
                        <a:pt x="444" y="3760"/>
                      </a:cubicBezTo>
                      <a:cubicBezTo>
                        <a:pt x="397" y="2499"/>
                        <a:pt x="257" y="123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18" name="Google Shape;14518;p50"/>
                <p:cNvSpPr/>
                <p:nvPr/>
              </p:nvSpPr>
              <p:spPr>
                <a:xfrm>
                  <a:off x="6869250" y="2550100"/>
                  <a:ext cx="14625" cy="18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7544" extrusionOk="0">
                      <a:moveTo>
                        <a:pt x="351" y="0"/>
                      </a:moveTo>
                      <a:lnTo>
                        <a:pt x="328" y="24"/>
                      </a:lnTo>
                      <a:cubicBezTo>
                        <a:pt x="398" y="1261"/>
                        <a:pt x="398" y="2522"/>
                        <a:pt x="304" y="3783"/>
                      </a:cubicBezTo>
                      <a:cubicBezTo>
                        <a:pt x="258" y="4414"/>
                        <a:pt x="188" y="5021"/>
                        <a:pt x="141" y="5652"/>
                      </a:cubicBezTo>
                      <a:cubicBezTo>
                        <a:pt x="94" y="6282"/>
                        <a:pt x="24" y="6889"/>
                        <a:pt x="1" y="7543"/>
                      </a:cubicBezTo>
                      <a:lnTo>
                        <a:pt x="24" y="7543"/>
                      </a:lnTo>
                      <a:cubicBezTo>
                        <a:pt x="234" y="6936"/>
                        <a:pt x="328" y="6305"/>
                        <a:pt x="421" y="5675"/>
                      </a:cubicBezTo>
                      <a:cubicBezTo>
                        <a:pt x="515" y="5068"/>
                        <a:pt x="538" y="4414"/>
                        <a:pt x="538" y="3783"/>
                      </a:cubicBezTo>
                      <a:cubicBezTo>
                        <a:pt x="585" y="2522"/>
                        <a:pt x="515" y="1261"/>
                        <a:pt x="35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19" name="Google Shape;14519;p50"/>
                <p:cNvSpPr/>
                <p:nvPr/>
              </p:nvSpPr>
              <p:spPr>
                <a:xfrm>
                  <a:off x="5811350" y="2335250"/>
                  <a:ext cx="12875" cy="16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6680" extrusionOk="0">
                      <a:moveTo>
                        <a:pt x="491" y="0"/>
                      </a:moveTo>
                      <a:cubicBezTo>
                        <a:pt x="234" y="1098"/>
                        <a:pt x="94" y="2196"/>
                        <a:pt x="48" y="3316"/>
                      </a:cubicBezTo>
                      <a:cubicBezTo>
                        <a:pt x="1" y="4461"/>
                        <a:pt x="94" y="5582"/>
                        <a:pt x="374" y="6679"/>
                      </a:cubicBezTo>
                      <a:lnTo>
                        <a:pt x="398" y="6679"/>
                      </a:lnTo>
                      <a:cubicBezTo>
                        <a:pt x="258" y="5558"/>
                        <a:pt x="188" y="4437"/>
                        <a:pt x="164" y="3340"/>
                      </a:cubicBezTo>
                      <a:cubicBezTo>
                        <a:pt x="188" y="2219"/>
                        <a:pt x="304" y="1098"/>
                        <a:pt x="5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20" name="Google Shape;14520;p50"/>
                <p:cNvSpPr/>
                <p:nvPr/>
              </p:nvSpPr>
              <p:spPr>
                <a:xfrm>
                  <a:off x="5791500" y="2346350"/>
                  <a:ext cx="17550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5162" extrusionOk="0">
                      <a:moveTo>
                        <a:pt x="1" y="0"/>
                      </a:moveTo>
                      <a:cubicBezTo>
                        <a:pt x="164" y="864"/>
                        <a:pt x="281" y="1705"/>
                        <a:pt x="374" y="2569"/>
                      </a:cubicBezTo>
                      <a:cubicBezTo>
                        <a:pt x="468" y="3433"/>
                        <a:pt x="538" y="4297"/>
                        <a:pt x="655" y="5161"/>
                      </a:cubicBezTo>
                      <a:lnTo>
                        <a:pt x="678" y="5161"/>
                      </a:lnTo>
                      <a:cubicBezTo>
                        <a:pt x="701" y="4297"/>
                        <a:pt x="631" y="3433"/>
                        <a:pt x="491" y="2569"/>
                      </a:cubicBezTo>
                      <a:cubicBezTo>
                        <a:pt x="374" y="1705"/>
                        <a:pt x="211" y="84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21" name="Google Shape;14521;p50"/>
                <p:cNvSpPr/>
                <p:nvPr/>
              </p:nvSpPr>
              <p:spPr>
                <a:xfrm>
                  <a:off x="5762900" y="2390700"/>
                  <a:ext cx="21050" cy="11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4532" extrusionOk="0">
                      <a:moveTo>
                        <a:pt x="1" y="1"/>
                      </a:moveTo>
                      <a:lnTo>
                        <a:pt x="1" y="24"/>
                      </a:lnTo>
                      <a:cubicBezTo>
                        <a:pt x="211" y="748"/>
                        <a:pt x="374" y="1495"/>
                        <a:pt x="491" y="2266"/>
                      </a:cubicBezTo>
                      <a:lnTo>
                        <a:pt x="795" y="4531"/>
                      </a:lnTo>
                      <a:cubicBezTo>
                        <a:pt x="841" y="3761"/>
                        <a:pt x="771" y="2990"/>
                        <a:pt x="608" y="2243"/>
                      </a:cubicBezTo>
                      <a:cubicBezTo>
                        <a:pt x="468" y="1495"/>
                        <a:pt x="257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22" name="Google Shape;14522;p50"/>
                <p:cNvSpPr/>
                <p:nvPr/>
              </p:nvSpPr>
              <p:spPr>
                <a:xfrm>
                  <a:off x="5828875" y="2379625"/>
                  <a:ext cx="18125" cy="11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54" extrusionOk="0">
                      <a:moveTo>
                        <a:pt x="0" y="0"/>
                      </a:moveTo>
                      <a:cubicBezTo>
                        <a:pt x="187" y="747"/>
                        <a:pt x="327" y="1495"/>
                        <a:pt x="421" y="2265"/>
                      </a:cubicBezTo>
                      <a:lnTo>
                        <a:pt x="631" y="4554"/>
                      </a:lnTo>
                      <a:lnTo>
                        <a:pt x="654" y="4554"/>
                      </a:lnTo>
                      <a:cubicBezTo>
                        <a:pt x="724" y="3783"/>
                        <a:pt x="678" y="3013"/>
                        <a:pt x="538" y="2242"/>
                      </a:cubicBezTo>
                      <a:cubicBezTo>
                        <a:pt x="421" y="1495"/>
                        <a:pt x="234" y="74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23" name="Google Shape;14523;p50"/>
                <p:cNvSpPr/>
                <p:nvPr/>
              </p:nvSpPr>
              <p:spPr>
                <a:xfrm>
                  <a:off x="5887850" y="2606150"/>
                  <a:ext cx="12850" cy="16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" h="6680" extrusionOk="0">
                      <a:moveTo>
                        <a:pt x="491" y="0"/>
                      </a:moveTo>
                      <a:cubicBezTo>
                        <a:pt x="234" y="1098"/>
                        <a:pt x="94" y="2219"/>
                        <a:pt x="47" y="3340"/>
                      </a:cubicBezTo>
                      <a:cubicBezTo>
                        <a:pt x="0" y="4460"/>
                        <a:pt x="94" y="5605"/>
                        <a:pt x="374" y="6679"/>
                      </a:cubicBezTo>
                      <a:lnTo>
                        <a:pt x="397" y="6679"/>
                      </a:lnTo>
                      <a:cubicBezTo>
                        <a:pt x="280" y="5558"/>
                        <a:pt x="187" y="4460"/>
                        <a:pt x="187" y="3340"/>
                      </a:cubicBezTo>
                      <a:cubicBezTo>
                        <a:pt x="187" y="2219"/>
                        <a:pt x="304" y="1121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24" name="Google Shape;14524;p50"/>
                <p:cNvSpPr/>
                <p:nvPr/>
              </p:nvSpPr>
              <p:spPr>
                <a:xfrm>
                  <a:off x="5868000" y="2617225"/>
                  <a:ext cx="17525" cy="12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86" extrusionOk="0">
                      <a:moveTo>
                        <a:pt x="0" y="1"/>
                      </a:moveTo>
                      <a:cubicBezTo>
                        <a:pt x="164" y="865"/>
                        <a:pt x="280" y="1729"/>
                        <a:pt x="374" y="2593"/>
                      </a:cubicBezTo>
                      <a:cubicBezTo>
                        <a:pt x="467" y="3457"/>
                        <a:pt x="537" y="4321"/>
                        <a:pt x="654" y="5185"/>
                      </a:cubicBezTo>
                      <a:lnTo>
                        <a:pt x="677" y="5185"/>
                      </a:lnTo>
                      <a:cubicBezTo>
                        <a:pt x="701" y="4298"/>
                        <a:pt x="631" y="3434"/>
                        <a:pt x="491" y="2570"/>
                      </a:cubicBezTo>
                      <a:cubicBezTo>
                        <a:pt x="374" y="1706"/>
                        <a:pt x="210" y="865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25" name="Google Shape;14525;p50"/>
                <p:cNvSpPr/>
                <p:nvPr/>
              </p:nvSpPr>
              <p:spPr>
                <a:xfrm>
                  <a:off x="5905350" y="2651100"/>
                  <a:ext cx="18125" cy="11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31" extrusionOk="0">
                      <a:moveTo>
                        <a:pt x="1" y="0"/>
                      </a:moveTo>
                      <a:cubicBezTo>
                        <a:pt x="188" y="748"/>
                        <a:pt x="328" y="1495"/>
                        <a:pt x="421" y="2265"/>
                      </a:cubicBezTo>
                      <a:lnTo>
                        <a:pt x="631" y="4531"/>
                      </a:lnTo>
                      <a:lnTo>
                        <a:pt x="655" y="4531"/>
                      </a:lnTo>
                      <a:cubicBezTo>
                        <a:pt x="725" y="3783"/>
                        <a:pt x="678" y="2989"/>
                        <a:pt x="538" y="2242"/>
                      </a:cubicBezTo>
                      <a:cubicBezTo>
                        <a:pt x="421" y="1471"/>
                        <a:pt x="234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26" name="Google Shape;14526;p50"/>
                <p:cNvSpPr/>
                <p:nvPr/>
              </p:nvSpPr>
              <p:spPr>
                <a:xfrm>
                  <a:off x="6327475" y="2243575"/>
                  <a:ext cx="18125" cy="1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5489" extrusionOk="0">
                      <a:moveTo>
                        <a:pt x="724" y="1"/>
                      </a:moveTo>
                      <a:cubicBezTo>
                        <a:pt x="420" y="888"/>
                        <a:pt x="234" y="1799"/>
                        <a:pt x="117" y="2710"/>
                      </a:cubicBezTo>
                      <a:cubicBezTo>
                        <a:pt x="0" y="3644"/>
                        <a:pt x="0" y="4578"/>
                        <a:pt x="164" y="5489"/>
                      </a:cubicBezTo>
                      <a:lnTo>
                        <a:pt x="187" y="5489"/>
                      </a:lnTo>
                      <a:cubicBezTo>
                        <a:pt x="164" y="4578"/>
                        <a:pt x="187" y="3644"/>
                        <a:pt x="234" y="2733"/>
                      </a:cubicBezTo>
                      <a:cubicBezTo>
                        <a:pt x="327" y="1822"/>
                        <a:pt x="491" y="912"/>
                        <a:pt x="7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27" name="Google Shape;14527;p50"/>
                <p:cNvSpPr/>
                <p:nvPr/>
              </p:nvSpPr>
              <p:spPr>
                <a:xfrm>
                  <a:off x="6318125" y="2250600"/>
                  <a:ext cx="7625" cy="10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298" extrusionOk="0">
                      <a:moveTo>
                        <a:pt x="0" y="0"/>
                      </a:moveTo>
                      <a:cubicBezTo>
                        <a:pt x="71" y="724"/>
                        <a:pt x="117" y="1448"/>
                        <a:pt x="141" y="2149"/>
                      </a:cubicBezTo>
                      <a:cubicBezTo>
                        <a:pt x="141" y="2873"/>
                        <a:pt x="141" y="3597"/>
                        <a:pt x="187" y="4297"/>
                      </a:cubicBezTo>
                      <a:lnTo>
                        <a:pt x="211" y="4297"/>
                      </a:lnTo>
                      <a:cubicBezTo>
                        <a:pt x="304" y="3597"/>
                        <a:pt x="304" y="2873"/>
                        <a:pt x="257" y="2149"/>
                      </a:cubicBezTo>
                      <a:cubicBezTo>
                        <a:pt x="211" y="1425"/>
                        <a:pt x="141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28" name="Google Shape;14528;p50"/>
                <p:cNvSpPr/>
                <p:nvPr/>
              </p:nvSpPr>
              <p:spPr>
                <a:xfrm>
                  <a:off x="6346725" y="2280950"/>
                  <a:ext cx="93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" h="3784" extrusionOk="0">
                      <a:moveTo>
                        <a:pt x="1" y="1"/>
                      </a:moveTo>
                      <a:cubicBezTo>
                        <a:pt x="94" y="631"/>
                        <a:pt x="164" y="1262"/>
                        <a:pt x="188" y="1892"/>
                      </a:cubicBezTo>
                      <a:cubicBezTo>
                        <a:pt x="188" y="2523"/>
                        <a:pt x="188" y="3130"/>
                        <a:pt x="211" y="3784"/>
                      </a:cubicBezTo>
                      <a:lnTo>
                        <a:pt x="234" y="3784"/>
                      </a:lnTo>
                      <a:cubicBezTo>
                        <a:pt x="351" y="3153"/>
                        <a:pt x="374" y="2499"/>
                        <a:pt x="304" y="1869"/>
                      </a:cubicBezTo>
                      <a:cubicBezTo>
                        <a:pt x="258" y="1238"/>
                        <a:pt x="164" y="60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29" name="Google Shape;14529;p50"/>
                <p:cNvSpPr/>
                <p:nvPr/>
              </p:nvSpPr>
              <p:spPr>
                <a:xfrm>
                  <a:off x="6283100" y="2276875"/>
                  <a:ext cx="87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3784" extrusionOk="0">
                      <a:moveTo>
                        <a:pt x="0" y="0"/>
                      </a:moveTo>
                      <a:cubicBezTo>
                        <a:pt x="94" y="631"/>
                        <a:pt x="164" y="1261"/>
                        <a:pt x="187" y="1892"/>
                      </a:cubicBezTo>
                      <a:cubicBezTo>
                        <a:pt x="187" y="2522"/>
                        <a:pt x="187" y="3153"/>
                        <a:pt x="210" y="3783"/>
                      </a:cubicBezTo>
                      <a:lnTo>
                        <a:pt x="234" y="3783"/>
                      </a:lnTo>
                      <a:cubicBezTo>
                        <a:pt x="351" y="3153"/>
                        <a:pt x="351" y="2522"/>
                        <a:pt x="304" y="1868"/>
                      </a:cubicBezTo>
                      <a:cubicBezTo>
                        <a:pt x="257" y="1238"/>
                        <a:pt x="164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30" name="Google Shape;14530;p50"/>
                <p:cNvSpPr/>
                <p:nvPr/>
              </p:nvSpPr>
              <p:spPr>
                <a:xfrm>
                  <a:off x="2408800" y="2876450"/>
                  <a:ext cx="28050" cy="1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5489" extrusionOk="0">
                      <a:moveTo>
                        <a:pt x="1098" y="0"/>
                      </a:moveTo>
                      <a:cubicBezTo>
                        <a:pt x="654" y="841"/>
                        <a:pt x="327" y="1729"/>
                        <a:pt x="164" y="2686"/>
                      </a:cubicBezTo>
                      <a:cubicBezTo>
                        <a:pt x="0" y="3620"/>
                        <a:pt x="70" y="4578"/>
                        <a:pt x="374" y="5488"/>
                      </a:cubicBezTo>
                      <a:cubicBezTo>
                        <a:pt x="234" y="4554"/>
                        <a:pt x="187" y="3620"/>
                        <a:pt x="304" y="2686"/>
                      </a:cubicBezTo>
                      <a:cubicBezTo>
                        <a:pt x="421" y="1775"/>
                        <a:pt x="701" y="865"/>
                        <a:pt x="1121" y="24"/>
                      </a:cubicBezTo>
                      <a:lnTo>
                        <a:pt x="1098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31" name="Google Shape;14531;p50"/>
                <p:cNvSpPr/>
                <p:nvPr/>
              </p:nvSpPr>
              <p:spPr>
                <a:xfrm>
                  <a:off x="2384850" y="2882300"/>
                  <a:ext cx="17550" cy="10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4321" extrusionOk="0">
                      <a:moveTo>
                        <a:pt x="1" y="0"/>
                      </a:moveTo>
                      <a:cubicBezTo>
                        <a:pt x="188" y="701"/>
                        <a:pt x="328" y="1425"/>
                        <a:pt x="421" y="2148"/>
                      </a:cubicBezTo>
                      <a:cubicBezTo>
                        <a:pt x="491" y="2872"/>
                        <a:pt x="538" y="3596"/>
                        <a:pt x="608" y="4320"/>
                      </a:cubicBezTo>
                      <a:cubicBezTo>
                        <a:pt x="701" y="3596"/>
                        <a:pt x="655" y="2849"/>
                        <a:pt x="538" y="2125"/>
                      </a:cubicBezTo>
                      <a:cubicBezTo>
                        <a:pt x="421" y="1401"/>
                        <a:pt x="234" y="70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32" name="Google Shape;14532;p50"/>
                <p:cNvSpPr/>
                <p:nvPr/>
              </p:nvSpPr>
              <p:spPr>
                <a:xfrm>
                  <a:off x="2432150" y="2944750"/>
                  <a:ext cx="19300" cy="9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" h="380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1" y="631"/>
                        <a:pt x="397" y="1238"/>
                        <a:pt x="491" y="1892"/>
                      </a:cubicBezTo>
                      <a:cubicBezTo>
                        <a:pt x="561" y="2523"/>
                        <a:pt x="584" y="3177"/>
                        <a:pt x="608" y="3807"/>
                      </a:cubicBezTo>
                      <a:lnTo>
                        <a:pt x="631" y="3807"/>
                      </a:lnTo>
                      <a:cubicBezTo>
                        <a:pt x="771" y="3177"/>
                        <a:pt x="748" y="2500"/>
                        <a:pt x="608" y="1869"/>
                      </a:cubicBezTo>
                      <a:cubicBezTo>
                        <a:pt x="491" y="1215"/>
                        <a:pt x="281" y="608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33" name="Google Shape;14533;p50"/>
                <p:cNvSpPr/>
                <p:nvPr/>
              </p:nvSpPr>
              <p:spPr>
                <a:xfrm>
                  <a:off x="4647775" y="2679125"/>
                  <a:ext cx="13450" cy="13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" h="5559" extrusionOk="0">
                      <a:moveTo>
                        <a:pt x="258" y="0"/>
                      </a:moveTo>
                      <a:cubicBezTo>
                        <a:pt x="71" y="911"/>
                        <a:pt x="1" y="1868"/>
                        <a:pt x="24" y="2803"/>
                      </a:cubicBezTo>
                      <a:cubicBezTo>
                        <a:pt x="48" y="3737"/>
                        <a:pt x="188" y="4671"/>
                        <a:pt x="515" y="5558"/>
                      </a:cubicBezTo>
                      <a:lnTo>
                        <a:pt x="538" y="5558"/>
                      </a:lnTo>
                      <a:cubicBezTo>
                        <a:pt x="375" y="4647"/>
                        <a:pt x="211" y="3713"/>
                        <a:pt x="141" y="2803"/>
                      </a:cubicBezTo>
                      <a:cubicBezTo>
                        <a:pt x="94" y="1868"/>
                        <a:pt x="141" y="934"/>
                        <a:pt x="28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34" name="Google Shape;14534;p50"/>
                <p:cNvSpPr/>
                <p:nvPr/>
              </p:nvSpPr>
              <p:spPr>
                <a:xfrm>
                  <a:off x="4623850" y="2687875"/>
                  <a:ext cx="23375" cy="10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321" extrusionOk="0">
                      <a:moveTo>
                        <a:pt x="0" y="0"/>
                      </a:moveTo>
                      <a:cubicBezTo>
                        <a:pt x="211" y="724"/>
                        <a:pt x="374" y="1425"/>
                        <a:pt x="514" y="2149"/>
                      </a:cubicBezTo>
                      <a:cubicBezTo>
                        <a:pt x="631" y="2873"/>
                        <a:pt x="748" y="3597"/>
                        <a:pt x="911" y="4321"/>
                      </a:cubicBezTo>
                      <a:lnTo>
                        <a:pt x="935" y="4321"/>
                      </a:lnTo>
                      <a:cubicBezTo>
                        <a:pt x="935" y="3573"/>
                        <a:pt x="818" y="2850"/>
                        <a:pt x="631" y="2126"/>
                      </a:cubicBezTo>
                      <a:cubicBezTo>
                        <a:pt x="467" y="1402"/>
                        <a:pt x="257" y="70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35" name="Google Shape;14535;p50"/>
                <p:cNvSpPr/>
                <p:nvPr/>
              </p:nvSpPr>
              <p:spPr>
                <a:xfrm>
                  <a:off x="4661800" y="2716475"/>
                  <a:ext cx="22800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cubicBezTo>
                        <a:pt x="211" y="608"/>
                        <a:pt x="397" y="1238"/>
                        <a:pt x="537" y="1869"/>
                      </a:cubicBezTo>
                      <a:cubicBezTo>
                        <a:pt x="654" y="2523"/>
                        <a:pt x="748" y="3153"/>
                        <a:pt x="864" y="3784"/>
                      </a:cubicBezTo>
                      <a:lnTo>
                        <a:pt x="888" y="3784"/>
                      </a:lnTo>
                      <a:cubicBezTo>
                        <a:pt x="911" y="3130"/>
                        <a:pt x="818" y="2476"/>
                        <a:pt x="654" y="1846"/>
                      </a:cubicBezTo>
                      <a:cubicBezTo>
                        <a:pt x="491" y="1215"/>
                        <a:pt x="281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36" name="Google Shape;14536;p50"/>
                <p:cNvSpPr/>
                <p:nvPr/>
              </p:nvSpPr>
              <p:spPr>
                <a:xfrm>
                  <a:off x="4587650" y="2716475"/>
                  <a:ext cx="22800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1" y="608"/>
                        <a:pt x="374" y="1238"/>
                        <a:pt x="514" y="1869"/>
                      </a:cubicBezTo>
                      <a:cubicBezTo>
                        <a:pt x="631" y="2523"/>
                        <a:pt x="724" y="3153"/>
                        <a:pt x="865" y="3784"/>
                      </a:cubicBezTo>
                      <a:cubicBezTo>
                        <a:pt x="911" y="3130"/>
                        <a:pt x="818" y="2476"/>
                        <a:pt x="631" y="1846"/>
                      </a:cubicBezTo>
                      <a:cubicBezTo>
                        <a:pt x="468" y="1215"/>
                        <a:pt x="257" y="5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37" name="Google Shape;14537;p50"/>
                <p:cNvSpPr/>
                <p:nvPr/>
              </p:nvSpPr>
              <p:spPr>
                <a:xfrm>
                  <a:off x="5444125" y="2929000"/>
                  <a:ext cx="35050" cy="28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" h="11327" extrusionOk="0">
                      <a:moveTo>
                        <a:pt x="1379" y="0"/>
                      </a:moveTo>
                      <a:cubicBezTo>
                        <a:pt x="748" y="1822"/>
                        <a:pt x="328" y="3690"/>
                        <a:pt x="141" y="5605"/>
                      </a:cubicBezTo>
                      <a:cubicBezTo>
                        <a:pt x="47" y="6562"/>
                        <a:pt x="1" y="7520"/>
                        <a:pt x="24" y="8477"/>
                      </a:cubicBezTo>
                      <a:cubicBezTo>
                        <a:pt x="47" y="9435"/>
                        <a:pt x="117" y="10392"/>
                        <a:pt x="281" y="11326"/>
                      </a:cubicBezTo>
                      <a:lnTo>
                        <a:pt x="304" y="11326"/>
                      </a:lnTo>
                      <a:cubicBezTo>
                        <a:pt x="234" y="10392"/>
                        <a:pt x="164" y="9435"/>
                        <a:pt x="164" y="8477"/>
                      </a:cubicBezTo>
                      <a:cubicBezTo>
                        <a:pt x="141" y="7520"/>
                        <a:pt x="187" y="6562"/>
                        <a:pt x="258" y="5628"/>
                      </a:cubicBezTo>
                      <a:cubicBezTo>
                        <a:pt x="421" y="3713"/>
                        <a:pt x="818" y="1845"/>
                        <a:pt x="1402" y="24"/>
                      </a:cubicBezTo>
                      <a:lnTo>
                        <a:pt x="137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38" name="Google Shape;14538;p50"/>
                <p:cNvSpPr/>
                <p:nvPr/>
              </p:nvSpPr>
              <p:spPr>
                <a:xfrm>
                  <a:off x="5414950" y="2938925"/>
                  <a:ext cx="16950" cy="22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8" h="899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10" y="1471"/>
                        <a:pt x="350" y="2989"/>
                        <a:pt x="444" y="4484"/>
                      </a:cubicBezTo>
                      <a:cubicBezTo>
                        <a:pt x="467" y="5231"/>
                        <a:pt x="514" y="5979"/>
                        <a:pt x="514" y="6726"/>
                      </a:cubicBezTo>
                      <a:cubicBezTo>
                        <a:pt x="560" y="7473"/>
                        <a:pt x="560" y="8220"/>
                        <a:pt x="584" y="8991"/>
                      </a:cubicBezTo>
                      <a:lnTo>
                        <a:pt x="607" y="8991"/>
                      </a:lnTo>
                      <a:cubicBezTo>
                        <a:pt x="677" y="8220"/>
                        <a:pt x="677" y="7473"/>
                        <a:pt x="677" y="6726"/>
                      </a:cubicBezTo>
                      <a:cubicBezTo>
                        <a:pt x="654" y="5979"/>
                        <a:pt x="631" y="5231"/>
                        <a:pt x="560" y="4461"/>
                      </a:cubicBezTo>
                      <a:cubicBezTo>
                        <a:pt x="444" y="2966"/>
                        <a:pt x="257" y="1471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39" name="Google Shape;14539;p50"/>
                <p:cNvSpPr/>
                <p:nvPr/>
              </p:nvSpPr>
              <p:spPr>
                <a:xfrm>
                  <a:off x="5483250" y="3006650"/>
                  <a:ext cx="21050" cy="19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7917" extrusionOk="0">
                      <a:moveTo>
                        <a:pt x="0" y="0"/>
                      </a:moveTo>
                      <a:cubicBezTo>
                        <a:pt x="281" y="1308"/>
                        <a:pt x="467" y="2616"/>
                        <a:pt x="561" y="3947"/>
                      </a:cubicBezTo>
                      <a:cubicBezTo>
                        <a:pt x="654" y="5278"/>
                        <a:pt x="654" y="6586"/>
                        <a:pt x="654" y="7917"/>
                      </a:cubicBezTo>
                      <a:cubicBezTo>
                        <a:pt x="841" y="6609"/>
                        <a:pt x="818" y="5255"/>
                        <a:pt x="678" y="3923"/>
                      </a:cubicBezTo>
                      <a:cubicBezTo>
                        <a:pt x="561" y="2616"/>
                        <a:pt x="327" y="1285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40" name="Google Shape;14540;p50"/>
                <p:cNvSpPr/>
                <p:nvPr/>
              </p:nvSpPr>
              <p:spPr>
                <a:xfrm>
                  <a:off x="5332625" y="2986200"/>
                  <a:ext cx="20450" cy="19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7918" extrusionOk="0">
                      <a:moveTo>
                        <a:pt x="0" y="1"/>
                      </a:moveTo>
                      <a:cubicBezTo>
                        <a:pt x="280" y="1309"/>
                        <a:pt x="467" y="2616"/>
                        <a:pt x="561" y="3947"/>
                      </a:cubicBezTo>
                      <a:cubicBezTo>
                        <a:pt x="631" y="5279"/>
                        <a:pt x="654" y="6586"/>
                        <a:pt x="631" y="7917"/>
                      </a:cubicBezTo>
                      <a:lnTo>
                        <a:pt x="654" y="7917"/>
                      </a:lnTo>
                      <a:cubicBezTo>
                        <a:pt x="818" y="6610"/>
                        <a:pt x="818" y="5255"/>
                        <a:pt x="677" y="3924"/>
                      </a:cubicBezTo>
                      <a:cubicBezTo>
                        <a:pt x="561" y="2616"/>
                        <a:pt x="327" y="12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41" name="Google Shape;14541;p50"/>
                <p:cNvSpPr/>
                <p:nvPr/>
              </p:nvSpPr>
              <p:spPr>
                <a:xfrm>
                  <a:off x="7305975" y="2195725"/>
                  <a:ext cx="52550" cy="18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7263" extrusionOk="0">
                      <a:moveTo>
                        <a:pt x="2102" y="0"/>
                      </a:moveTo>
                      <a:cubicBezTo>
                        <a:pt x="1495" y="1121"/>
                        <a:pt x="1004" y="2289"/>
                        <a:pt x="631" y="3503"/>
                      </a:cubicBezTo>
                      <a:cubicBezTo>
                        <a:pt x="257" y="4717"/>
                        <a:pt x="23" y="5978"/>
                        <a:pt x="0" y="7263"/>
                      </a:cubicBezTo>
                      <a:cubicBezTo>
                        <a:pt x="187" y="6002"/>
                        <a:pt x="420" y="4764"/>
                        <a:pt x="747" y="3550"/>
                      </a:cubicBezTo>
                      <a:cubicBezTo>
                        <a:pt x="1098" y="2335"/>
                        <a:pt x="1541" y="1144"/>
                        <a:pt x="210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42" name="Google Shape;14542;p50"/>
                <p:cNvSpPr/>
                <p:nvPr/>
              </p:nvSpPr>
              <p:spPr>
                <a:xfrm>
                  <a:off x="7299550" y="2198625"/>
                  <a:ext cx="21025" cy="14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5839" extrusionOk="0">
                      <a:moveTo>
                        <a:pt x="818" y="1"/>
                      </a:moveTo>
                      <a:cubicBezTo>
                        <a:pt x="748" y="982"/>
                        <a:pt x="631" y="1962"/>
                        <a:pt x="467" y="2920"/>
                      </a:cubicBezTo>
                      <a:cubicBezTo>
                        <a:pt x="304" y="3901"/>
                        <a:pt x="140" y="4858"/>
                        <a:pt x="0" y="5839"/>
                      </a:cubicBezTo>
                      <a:lnTo>
                        <a:pt x="24" y="5839"/>
                      </a:lnTo>
                      <a:cubicBezTo>
                        <a:pt x="304" y="4882"/>
                        <a:pt x="491" y="3924"/>
                        <a:pt x="584" y="2943"/>
                      </a:cubicBezTo>
                      <a:cubicBezTo>
                        <a:pt x="724" y="1962"/>
                        <a:pt x="794" y="982"/>
                        <a:pt x="8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43" name="Google Shape;14543;p50"/>
                <p:cNvSpPr/>
                <p:nvPr/>
              </p:nvSpPr>
              <p:spPr>
                <a:xfrm>
                  <a:off x="7263350" y="2239500"/>
                  <a:ext cx="14025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5162" extrusionOk="0">
                      <a:moveTo>
                        <a:pt x="491" y="0"/>
                      </a:moveTo>
                      <a:cubicBezTo>
                        <a:pt x="491" y="865"/>
                        <a:pt x="444" y="1729"/>
                        <a:pt x="374" y="2593"/>
                      </a:cubicBezTo>
                      <a:cubicBezTo>
                        <a:pt x="257" y="3457"/>
                        <a:pt x="117" y="4297"/>
                        <a:pt x="0" y="5161"/>
                      </a:cubicBezTo>
                      <a:lnTo>
                        <a:pt x="24" y="5161"/>
                      </a:lnTo>
                      <a:cubicBezTo>
                        <a:pt x="281" y="4344"/>
                        <a:pt x="444" y="3480"/>
                        <a:pt x="491" y="2593"/>
                      </a:cubicBezTo>
                      <a:cubicBezTo>
                        <a:pt x="561" y="1729"/>
                        <a:pt x="561" y="865"/>
                        <a:pt x="49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44" name="Google Shape;14544;p50"/>
                <p:cNvSpPr/>
                <p:nvPr/>
              </p:nvSpPr>
              <p:spPr>
                <a:xfrm>
                  <a:off x="7334575" y="2245925"/>
                  <a:ext cx="17525" cy="12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38" extrusionOk="0">
                      <a:moveTo>
                        <a:pt x="654" y="0"/>
                      </a:moveTo>
                      <a:cubicBezTo>
                        <a:pt x="631" y="864"/>
                        <a:pt x="561" y="1728"/>
                        <a:pt x="444" y="2593"/>
                      </a:cubicBezTo>
                      <a:cubicBezTo>
                        <a:pt x="304" y="3433"/>
                        <a:pt x="141" y="4274"/>
                        <a:pt x="0" y="5138"/>
                      </a:cubicBezTo>
                      <a:lnTo>
                        <a:pt x="24" y="5138"/>
                      </a:lnTo>
                      <a:cubicBezTo>
                        <a:pt x="327" y="4321"/>
                        <a:pt x="491" y="3457"/>
                        <a:pt x="561" y="2593"/>
                      </a:cubicBezTo>
                      <a:cubicBezTo>
                        <a:pt x="654" y="1728"/>
                        <a:pt x="701" y="864"/>
                        <a:pt x="67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45" name="Google Shape;14545;p50"/>
                <p:cNvSpPr/>
                <p:nvPr/>
              </p:nvSpPr>
              <p:spPr>
                <a:xfrm>
                  <a:off x="7227150" y="2308400"/>
                  <a:ext cx="19875" cy="12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15" extrusionOk="0">
                      <a:moveTo>
                        <a:pt x="771" y="0"/>
                      </a:moveTo>
                      <a:cubicBezTo>
                        <a:pt x="748" y="864"/>
                        <a:pt x="654" y="1705"/>
                        <a:pt x="491" y="2569"/>
                      </a:cubicBezTo>
                      <a:cubicBezTo>
                        <a:pt x="351" y="3410"/>
                        <a:pt x="164" y="4250"/>
                        <a:pt x="0" y="5114"/>
                      </a:cubicBezTo>
                      <a:cubicBezTo>
                        <a:pt x="327" y="4297"/>
                        <a:pt x="514" y="3456"/>
                        <a:pt x="631" y="2592"/>
                      </a:cubicBezTo>
                      <a:cubicBezTo>
                        <a:pt x="748" y="1728"/>
                        <a:pt x="794" y="864"/>
                        <a:pt x="79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46" name="Google Shape;14546;p50"/>
                <p:cNvSpPr/>
                <p:nvPr/>
              </p:nvSpPr>
              <p:spPr>
                <a:xfrm>
                  <a:off x="6500275" y="2309550"/>
                  <a:ext cx="22225" cy="16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6634" extrusionOk="0">
                      <a:moveTo>
                        <a:pt x="865" y="1"/>
                      </a:moveTo>
                      <a:cubicBezTo>
                        <a:pt x="514" y="1052"/>
                        <a:pt x="281" y="2173"/>
                        <a:pt x="141" y="3270"/>
                      </a:cubicBezTo>
                      <a:cubicBezTo>
                        <a:pt x="1" y="4391"/>
                        <a:pt x="1" y="5535"/>
                        <a:pt x="187" y="6633"/>
                      </a:cubicBezTo>
                      <a:lnTo>
                        <a:pt x="211" y="6633"/>
                      </a:lnTo>
                      <a:cubicBezTo>
                        <a:pt x="187" y="5512"/>
                        <a:pt x="187" y="4415"/>
                        <a:pt x="281" y="3294"/>
                      </a:cubicBezTo>
                      <a:cubicBezTo>
                        <a:pt x="374" y="2173"/>
                        <a:pt x="584" y="1075"/>
                        <a:pt x="888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47" name="Google Shape;14547;p50"/>
                <p:cNvSpPr/>
                <p:nvPr/>
              </p:nvSpPr>
              <p:spPr>
                <a:xfrm>
                  <a:off x="6489175" y="2317725"/>
                  <a:ext cx="8200" cy="1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5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1" y="865"/>
                        <a:pt x="118" y="1752"/>
                        <a:pt x="141" y="2616"/>
                      </a:cubicBezTo>
                      <a:cubicBezTo>
                        <a:pt x="164" y="3480"/>
                        <a:pt x="164" y="4344"/>
                        <a:pt x="211" y="5208"/>
                      </a:cubicBezTo>
                      <a:lnTo>
                        <a:pt x="234" y="5208"/>
                      </a:lnTo>
                      <a:cubicBezTo>
                        <a:pt x="328" y="4344"/>
                        <a:pt x="328" y="3480"/>
                        <a:pt x="281" y="2616"/>
                      </a:cubicBezTo>
                      <a:cubicBezTo>
                        <a:pt x="211" y="1729"/>
                        <a:pt x="141" y="86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48" name="Google Shape;14548;p50"/>
                <p:cNvSpPr/>
                <p:nvPr/>
              </p:nvSpPr>
              <p:spPr>
                <a:xfrm>
                  <a:off x="6523625" y="2354500"/>
                  <a:ext cx="10550" cy="11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4579" extrusionOk="0">
                      <a:moveTo>
                        <a:pt x="1" y="1"/>
                      </a:moveTo>
                      <a:cubicBezTo>
                        <a:pt x="118" y="748"/>
                        <a:pt x="188" y="1519"/>
                        <a:pt x="211" y="2290"/>
                      </a:cubicBezTo>
                      <a:lnTo>
                        <a:pt x="234" y="4578"/>
                      </a:lnTo>
                      <a:lnTo>
                        <a:pt x="258" y="4578"/>
                      </a:lnTo>
                      <a:cubicBezTo>
                        <a:pt x="398" y="3808"/>
                        <a:pt x="421" y="3037"/>
                        <a:pt x="328" y="2266"/>
                      </a:cubicBezTo>
                      <a:cubicBezTo>
                        <a:pt x="281" y="1496"/>
                        <a:pt x="164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49" name="Google Shape;14549;p50"/>
                <p:cNvSpPr/>
                <p:nvPr/>
              </p:nvSpPr>
              <p:spPr>
                <a:xfrm>
                  <a:off x="6629900" y="2269850"/>
                  <a:ext cx="19875" cy="1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39" extrusionOk="0">
                      <a:moveTo>
                        <a:pt x="771" y="1"/>
                      </a:moveTo>
                      <a:cubicBezTo>
                        <a:pt x="747" y="865"/>
                        <a:pt x="654" y="1729"/>
                        <a:pt x="514" y="2593"/>
                      </a:cubicBezTo>
                      <a:cubicBezTo>
                        <a:pt x="350" y="3434"/>
                        <a:pt x="164" y="4274"/>
                        <a:pt x="0" y="5138"/>
                      </a:cubicBezTo>
                      <a:cubicBezTo>
                        <a:pt x="327" y="4321"/>
                        <a:pt x="514" y="3457"/>
                        <a:pt x="631" y="2593"/>
                      </a:cubicBezTo>
                      <a:cubicBezTo>
                        <a:pt x="747" y="1752"/>
                        <a:pt x="794" y="888"/>
                        <a:pt x="79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  <p:grpSp>
            <p:nvGrpSpPr>
              <p:cNvPr id="14550" name="Google Shape;14550;p50"/>
              <p:cNvGrpSpPr/>
              <p:nvPr/>
            </p:nvGrpSpPr>
            <p:grpSpPr>
              <a:xfrm>
                <a:off x="3744109" y="4254507"/>
                <a:ext cx="5081829" cy="944189"/>
                <a:chOff x="238125" y="2195725"/>
                <a:chExt cx="7120400" cy="1322950"/>
              </a:xfrm>
            </p:grpSpPr>
            <p:sp>
              <p:nvSpPr>
                <p:cNvPr id="14551" name="Google Shape;14551;p50"/>
                <p:cNvSpPr/>
                <p:nvPr/>
              </p:nvSpPr>
              <p:spPr>
                <a:xfrm>
                  <a:off x="6053075" y="2269275"/>
                  <a:ext cx="26875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5" h="8922" extrusionOk="0">
                      <a:moveTo>
                        <a:pt x="0" y="0"/>
                      </a:moveTo>
                      <a:cubicBezTo>
                        <a:pt x="374" y="1472"/>
                        <a:pt x="607" y="2943"/>
                        <a:pt x="701" y="4438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7" y="7403"/>
                        <a:pt x="724" y="8151"/>
                        <a:pt x="724" y="8921"/>
                      </a:cubicBezTo>
                      <a:lnTo>
                        <a:pt x="747" y="8921"/>
                      </a:lnTo>
                      <a:cubicBezTo>
                        <a:pt x="911" y="8174"/>
                        <a:pt x="981" y="7427"/>
                        <a:pt x="1028" y="6679"/>
                      </a:cubicBezTo>
                      <a:cubicBezTo>
                        <a:pt x="1074" y="5932"/>
                        <a:pt x="1004" y="5161"/>
                        <a:pt x="934" y="4414"/>
                      </a:cubicBezTo>
                      <a:cubicBezTo>
                        <a:pt x="794" y="2920"/>
                        <a:pt x="490" y="1425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52" name="Google Shape;14552;p50"/>
                <p:cNvSpPr/>
                <p:nvPr/>
              </p:nvSpPr>
              <p:spPr>
                <a:xfrm>
                  <a:off x="6088100" y="2277450"/>
                  <a:ext cx="51400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8" y="1028"/>
                        <a:pt x="1285" y="2079"/>
                        <a:pt x="911" y="3106"/>
                      </a:cubicBezTo>
                      <a:cubicBezTo>
                        <a:pt x="724" y="3643"/>
                        <a:pt x="537" y="4157"/>
                        <a:pt x="374" y="4694"/>
                      </a:cubicBezTo>
                      <a:cubicBezTo>
                        <a:pt x="234" y="5208"/>
                        <a:pt x="94" y="5745"/>
                        <a:pt x="0" y="6306"/>
                      </a:cubicBezTo>
                      <a:lnTo>
                        <a:pt x="24" y="6306"/>
                      </a:lnTo>
                      <a:cubicBezTo>
                        <a:pt x="281" y="5792"/>
                        <a:pt x="467" y="5278"/>
                        <a:pt x="678" y="4764"/>
                      </a:cubicBezTo>
                      <a:cubicBezTo>
                        <a:pt x="864" y="4251"/>
                        <a:pt x="1004" y="3714"/>
                        <a:pt x="1145" y="3200"/>
                      </a:cubicBezTo>
                      <a:cubicBezTo>
                        <a:pt x="1472" y="2126"/>
                        <a:pt x="1775" y="1075"/>
                        <a:pt x="205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53" name="Google Shape;14553;p50"/>
                <p:cNvSpPr/>
                <p:nvPr/>
              </p:nvSpPr>
              <p:spPr>
                <a:xfrm>
                  <a:off x="6114950" y="2366775"/>
                  <a:ext cx="29800" cy="12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5115" extrusionOk="0">
                      <a:moveTo>
                        <a:pt x="1168" y="0"/>
                      </a:moveTo>
                      <a:cubicBezTo>
                        <a:pt x="865" y="818"/>
                        <a:pt x="608" y="1658"/>
                        <a:pt x="374" y="2523"/>
                      </a:cubicBezTo>
                      <a:cubicBezTo>
                        <a:pt x="281" y="2943"/>
                        <a:pt x="141" y="3363"/>
                        <a:pt x="94" y="3807"/>
                      </a:cubicBezTo>
                      <a:cubicBezTo>
                        <a:pt x="47" y="4227"/>
                        <a:pt x="1" y="4671"/>
                        <a:pt x="24" y="5115"/>
                      </a:cubicBezTo>
                      <a:lnTo>
                        <a:pt x="47" y="5115"/>
                      </a:lnTo>
                      <a:cubicBezTo>
                        <a:pt x="187" y="4694"/>
                        <a:pt x="281" y="4274"/>
                        <a:pt x="398" y="3854"/>
                      </a:cubicBezTo>
                      <a:cubicBezTo>
                        <a:pt x="491" y="3433"/>
                        <a:pt x="538" y="2990"/>
                        <a:pt x="631" y="2569"/>
                      </a:cubicBezTo>
                      <a:cubicBezTo>
                        <a:pt x="795" y="1705"/>
                        <a:pt x="981" y="841"/>
                        <a:pt x="119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54" name="Google Shape;14554;p50"/>
                <p:cNvSpPr/>
                <p:nvPr/>
              </p:nvSpPr>
              <p:spPr>
                <a:xfrm>
                  <a:off x="7040325" y="2569950"/>
                  <a:ext cx="26300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8922" extrusionOk="0">
                      <a:moveTo>
                        <a:pt x="24" y="0"/>
                      </a:moveTo>
                      <a:lnTo>
                        <a:pt x="0" y="24"/>
                      </a:lnTo>
                      <a:cubicBezTo>
                        <a:pt x="374" y="1471"/>
                        <a:pt x="584" y="2943"/>
                        <a:pt x="678" y="4437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8" y="7426"/>
                        <a:pt x="701" y="8174"/>
                        <a:pt x="701" y="8921"/>
                      </a:cubicBezTo>
                      <a:lnTo>
                        <a:pt x="748" y="8921"/>
                      </a:lnTo>
                      <a:cubicBezTo>
                        <a:pt x="911" y="8174"/>
                        <a:pt x="981" y="7426"/>
                        <a:pt x="1028" y="6679"/>
                      </a:cubicBezTo>
                      <a:cubicBezTo>
                        <a:pt x="1051" y="5932"/>
                        <a:pt x="1005" y="5161"/>
                        <a:pt x="935" y="4414"/>
                      </a:cubicBezTo>
                      <a:cubicBezTo>
                        <a:pt x="771" y="2919"/>
                        <a:pt x="467" y="144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55" name="Google Shape;14555;p50"/>
                <p:cNvSpPr/>
                <p:nvPr/>
              </p:nvSpPr>
              <p:spPr>
                <a:xfrm>
                  <a:off x="7075350" y="2578125"/>
                  <a:ext cx="51400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9" y="1051"/>
                        <a:pt x="1285" y="2079"/>
                        <a:pt x="911" y="3129"/>
                      </a:cubicBezTo>
                      <a:cubicBezTo>
                        <a:pt x="725" y="3643"/>
                        <a:pt x="514" y="4157"/>
                        <a:pt x="374" y="4694"/>
                      </a:cubicBezTo>
                      <a:cubicBezTo>
                        <a:pt x="234" y="5231"/>
                        <a:pt x="71" y="5745"/>
                        <a:pt x="1" y="6305"/>
                      </a:cubicBezTo>
                      <a:lnTo>
                        <a:pt x="24" y="6305"/>
                      </a:lnTo>
                      <a:cubicBezTo>
                        <a:pt x="281" y="5815"/>
                        <a:pt x="468" y="5301"/>
                        <a:pt x="654" y="4764"/>
                      </a:cubicBezTo>
                      <a:cubicBezTo>
                        <a:pt x="841" y="4250"/>
                        <a:pt x="981" y="3713"/>
                        <a:pt x="1145" y="3199"/>
                      </a:cubicBezTo>
                      <a:cubicBezTo>
                        <a:pt x="1448" y="2149"/>
                        <a:pt x="1752" y="1074"/>
                        <a:pt x="2056" y="23"/>
                      </a:cubicBezTo>
                      <a:lnTo>
                        <a:pt x="2032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56" name="Google Shape;14556;p50"/>
                <p:cNvSpPr/>
                <p:nvPr/>
              </p:nvSpPr>
              <p:spPr>
                <a:xfrm>
                  <a:off x="7101625" y="2667450"/>
                  <a:ext cx="30375" cy="12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5" h="5138" extrusionOk="0">
                      <a:moveTo>
                        <a:pt x="1191" y="0"/>
                      </a:moveTo>
                      <a:cubicBezTo>
                        <a:pt x="888" y="817"/>
                        <a:pt x="608" y="1658"/>
                        <a:pt x="397" y="2522"/>
                      </a:cubicBezTo>
                      <a:cubicBezTo>
                        <a:pt x="281" y="2943"/>
                        <a:pt x="164" y="3363"/>
                        <a:pt x="117" y="3807"/>
                      </a:cubicBezTo>
                      <a:cubicBezTo>
                        <a:pt x="47" y="4250"/>
                        <a:pt x="0" y="4671"/>
                        <a:pt x="47" y="5114"/>
                      </a:cubicBezTo>
                      <a:lnTo>
                        <a:pt x="71" y="5138"/>
                      </a:lnTo>
                      <a:cubicBezTo>
                        <a:pt x="211" y="4717"/>
                        <a:pt x="304" y="4274"/>
                        <a:pt x="397" y="3853"/>
                      </a:cubicBezTo>
                      <a:cubicBezTo>
                        <a:pt x="514" y="3433"/>
                        <a:pt x="561" y="2989"/>
                        <a:pt x="631" y="2569"/>
                      </a:cubicBezTo>
                      <a:cubicBezTo>
                        <a:pt x="794" y="1705"/>
                        <a:pt x="1005" y="864"/>
                        <a:pt x="12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57" name="Google Shape;14557;p50"/>
                <p:cNvSpPr/>
                <p:nvPr/>
              </p:nvSpPr>
              <p:spPr>
                <a:xfrm>
                  <a:off x="6875675" y="2281525"/>
                  <a:ext cx="21625" cy="17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6820" extrusionOk="0">
                      <a:moveTo>
                        <a:pt x="1" y="1"/>
                      </a:moveTo>
                      <a:cubicBezTo>
                        <a:pt x="281" y="1122"/>
                        <a:pt x="444" y="2243"/>
                        <a:pt x="515" y="3387"/>
                      </a:cubicBezTo>
                      <a:cubicBezTo>
                        <a:pt x="538" y="3971"/>
                        <a:pt x="515" y="4531"/>
                        <a:pt x="515" y="5092"/>
                      </a:cubicBezTo>
                      <a:lnTo>
                        <a:pt x="538" y="6820"/>
                      </a:lnTo>
                      <a:lnTo>
                        <a:pt x="585" y="6820"/>
                      </a:lnTo>
                      <a:cubicBezTo>
                        <a:pt x="725" y="6259"/>
                        <a:pt x="795" y="5676"/>
                        <a:pt x="818" y="5115"/>
                      </a:cubicBezTo>
                      <a:cubicBezTo>
                        <a:pt x="865" y="4531"/>
                        <a:pt x="818" y="3948"/>
                        <a:pt x="748" y="3387"/>
                      </a:cubicBezTo>
                      <a:cubicBezTo>
                        <a:pt x="631" y="2219"/>
                        <a:pt x="398" y="109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58" name="Google Shape;14558;p50"/>
                <p:cNvSpPr/>
                <p:nvPr/>
              </p:nvSpPr>
              <p:spPr>
                <a:xfrm>
                  <a:off x="6902550" y="2287375"/>
                  <a:ext cx="39725" cy="1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" h="4835" extrusionOk="0">
                      <a:moveTo>
                        <a:pt x="1565" y="0"/>
                      </a:moveTo>
                      <a:cubicBezTo>
                        <a:pt x="1261" y="794"/>
                        <a:pt x="958" y="1588"/>
                        <a:pt x="677" y="2382"/>
                      </a:cubicBezTo>
                      <a:cubicBezTo>
                        <a:pt x="537" y="2779"/>
                        <a:pt x="374" y="3176"/>
                        <a:pt x="257" y="3597"/>
                      </a:cubicBezTo>
                      <a:cubicBezTo>
                        <a:pt x="163" y="3994"/>
                        <a:pt x="47" y="4414"/>
                        <a:pt x="0" y="4834"/>
                      </a:cubicBezTo>
                      <a:lnTo>
                        <a:pt x="23" y="4834"/>
                      </a:lnTo>
                      <a:cubicBezTo>
                        <a:pt x="234" y="4461"/>
                        <a:pt x="397" y="4064"/>
                        <a:pt x="537" y="3667"/>
                      </a:cubicBezTo>
                      <a:cubicBezTo>
                        <a:pt x="701" y="3270"/>
                        <a:pt x="794" y="2873"/>
                        <a:pt x="911" y="2452"/>
                      </a:cubicBezTo>
                      <a:cubicBezTo>
                        <a:pt x="1144" y="1658"/>
                        <a:pt x="1378" y="841"/>
                        <a:pt x="1588" y="24"/>
                      </a:cubicBezTo>
                      <a:lnTo>
                        <a:pt x="156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59" name="Google Shape;14559;p50"/>
                <p:cNvSpPr/>
                <p:nvPr/>
              </p:nvSpPr>
              <p:spPr>
                <a:xfrm>
                  <a:off x="6922400" y="2355675"/>
                  <a:ext cx="23950" cy="9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" h="3948" extrusionOk="0">
                      <a:moveTo>
                        <a:pt x="911" y="1"/>
                      </a:moveTo>
                      <a:cubicBezTo>
                        <a:pt x="677" y="631"/>
                        <a:pt x="467" y="1285"/>
                        <a:pt x="304" y="1939"/>
                      </a:cubicBezTo>
                      <a:cubicBezTo>
                        <a:pt x="210" y="2266"/>
                        <a:pt x="117" y="2593"/>
                        <a:pt x="70" y="2920"/>
                      </a:cubicBezTo>
                      <a:cubicBezTo>
                        <a:pt x="23" y="3247"/>
                        <a:pt x="0" y="3597"/>
                        <a:pt x="47" y="3947"/>
                      </a:cubicBezTo>
                      <a:lnTo>
                        <a:pt x="70" y="3947"/>
                      </a:lnTo>
                      <a:cubicBezTo>
                        <a:pt x="210" y="3620"/>
                        <a:pt x="280" y="3293"/>
                        <a:pt x="374" y="2967"/>
                      </a:cubicBezTo>
                      <a:cubicBezTo>
                        <a:pt x="444" y="2640"/>
                        <a:pt x="467" y="2313"/>
                        <a:pt x="537" y="1986"/>
                      </a:cubicBezTo>
                      <a:cubicBezTo>
                        <a:pt x="654" y="1332"/>
                        <a:pt x="794" y="678"/>
                        <a:pt x="958" y="24"/>
                      </a:cubicBezTo>
                      <a:lnTo>
                        <a:pt x="911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60" name="Google Shape;14560;p50"/>
                <p:cNvSpPr/>
                <p:nvPr/>
              </p:nvSpPr>
              <p:spPr>
                <a:xfrm>
                  <a:off x="7324650" y="2597975"/>
                  <a:ext cx="23375" cy="9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3924" extrusionOk="0">
                      <a:moveTo>
                        <a:pt x="911" y="0"/>
                      </a:moveTo>
                      <a:cubicBezTo>
                        <a:pt x="678" y="631"/>
                        <a:pt x="467" y="1261"/>
                        <a:pt x="281" y="1915"/>
                      </a:cubicBezTo>
                      <a:cubicBezTo>
                        <a:pt x="211" y="2242"/>
                        <a:pt x="94" y="2569"/>
                        <a:pt x="47" y="2896"/>
                      </a:cubicBezTo>
                      <a:cubicBezTo>
                        <a:pt x="24" y="3246"/>
                        <a:pt x="0" y="3573"/>
                        <a:pt x="24" y="3923"/>
                      </a:cubicBezTo>
                      <a:lnTo>
                        <a:pt x="70" y="3923"/>
                      </a:lnTo>
                      <a:cubicBezTo>
                        <a:pt x="187" y="3596"/>
                        <a:pt x="281" y="3270"/>
                        <a:pt x="351" y="2966"/>
                      </a:cubicBezTo>
                      <a:cubicBezTo>
                        <a:pt x="444" y="2639"/>
                        <a:pt x="467" y="2289"/>
                        <a:pt x="514" y="1962"/>
                      </a:cubicBezTo>
                      <a:cubicBezTo>
                        <a:pt x="654" y="1308"/>
                        <a:pt x="794" y="654"/>
                        <a:pt x="93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61" name="Google Shape;14561;p50"/>
                <p:cNvSpPr/>
                <p:nvPr/>
              </p:nvSpPr>
              <p:spPr>
                <a:xfrm>
                  <a:off x="4643125" y="2401225"/>
                  <a:ext cx="21025" cy="1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724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04" y="1168"/>
                        <a:pt x="490" y="2382"/>
                        <a:pt x="584" y="3597"/>
                      </a:cubicBezTo>
                      <a:cubicBezTo>
                        <a:pt x="654" y="4811"/>
                        <a:pt x="631" y="6025"/>
                        <a:pt x="561" y="7240"/>
                      </a:cubicBezTo>
                      <a:lnTo>
                        <a:pt x="584" y="7240"/>
                      </a:lnTo>
                      <a:cubicBezTo>
                        <a:pt x="817" y="6025"/>
                        <a:pt x="841" y="4788"/>
                        <a:pt x="701" y="3573"/>
                      </a:cubicBezTo>
                      <a:cubicBezTo>
                        <a:pt x="584" y="2359"/>
                        <a:pt x="350" y="1168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62" name="Google Shape;14562;p50"/>
                <p:cNvSpPr/>
                <p:nvPr/>
              </p:nvSpPr>
              <p:spPr>
                <a:xfrm>
                  <a:off x="4675800" y="2411150"/>
                  <a:ext cx="14050" cy="13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" h="5349" extrusionOk="0">
                      <a:moveTo>
                        <a:pt x="561" y="0"/>
                      </a:moveTo>
                      <a:lnTo>
                        <a:pt x="234" y="2662"/>
                      </a:lnTo>
                      <a:cubicBezTo>
                        <a:pt x="118" y="3550"/>
                        <a:pt x="24" y="4437"/>
                        <a:pt x="1" y="5348"/>
                      </a:cubicBezTo>
                      <a:lnTo>
                        <a:pt x="24" y="5348"/>
                      </a:lnTo>
                      <a:cubicBezTo>
                        <a:pt x="188" y="4461"/>
                        <a:pt x="281" y="3573"/>
                        <a:pt x="351" y="2686"/>
                      </a:cubicBezTo>
                      <a:lnTo>
                        <a:pt x="56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63" name="Google Shape;14563;p50"/>
                <p:cNvSpPr/>
                <p:nvPr/>
              </p:nvSpPr>
              <p:spPr>
                <a:xfrm>
                  <a:off x="4702675" y="2471850"/>
                  <a:ext cx="23375" cy="10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158" extrusionOk="0">
                      <a:moveTo>
                        <a:pt x="911" y="1"/>
                      </a:moveTo>
                      <a:cubicBezTo>
                        <a:pt x="677" y="655"/>
                        <a:pt x="490" y="1355"/>
                        <a:pt x="327" y="2033"/>
                      </a:cubicBezTo>
                      <a:cubicBezTo>
                        <a:pt x="140" y="2733"/>
                        <a:pt x="0" y="3434"/>
                        <a:pt x="0" y="4158"/>
                      </a:cubicBezTo>
                      <a:cubicBezTo>
                        <a:pt x="187" y="3457"/>
                        <a:pt x="304" y="2780"/>
                        <a:pt x="444" y="2079"/>
                      </a:cubicBezTo>
                      <a:cubicBezTo>
                        <a:pt x="584" y="1379"/>
                        <a:pt x="747" y="678"/>
                        <a:pt x="93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64" name="Google Shape;14564;p50"/>
                <p:cNvSpPr/>
                <p:nvPr/>
              </p:nvSpPr>
              <p:spPr>
                <a:xfrm>
                  <a:off x="4244950" y="2614900"/>
                  <a:ext cx="54900" cy="17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6" h="6960" extrusionOk="0">
                      <a:moveTo>
                        <a:pt x="0" y="0"/>
                      </a:moveTo>
                      <a:cubicBezTo>
                        <a:pt x="561" y="1098"/>
                        <a:pt x="1028" y="2219"/>
                        <a:pt x="1378" y="3387"/>
                      </a:cubicBezTo>
                      <a:cubicBezTo>
                        <a:pt x="1705" y="4554"/>
                        <a:pt x="1962" y="5745"/>
                        <a:pt x="2172" y="6960"/>
                      </a:cubicBezTo>
                      <a:lnTo>
                        <a:pt x="2195" y="6960"/>
                      </a:lnTo>
                      <a:cubicBezTo>
                        <a:pt x="2125" y="5722"/>
                        <a:pt x="1892" y="4531"/>
                        <a:pt x="1495" y="3363"/>
                      </a:cubicBezTo>
                      <a:cubicBezTo>
                        <a:pt x="1098" y="2196"/>
                        <a:pt x="607" y="1075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65" name="Google Shape;14565;p50"/>
                <p:cNvSpPr/>
                <p:nvPr/>
              </p:nvSpPr>
              <p:spPr>
                <a:xfrm>
                  <a:off x="4392075" y="2659850"/>
                  <a:ext cx="22200" cy="11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72" extrusionOk="0">
                      <a:moveTo>
                        <a:pt x="864" y="1"/>
                      </a:moveTo>
                      <a:lnTo>
                        <a:pt x="374" y="2336"/>
                      </a:lnTo>
                      <a:cubicBezTo>
                        <a:pt x="210" y="3106"/>
                        <a:pt x="70" y="3877"/>
                        <a:pt x="0" y="4671"/>
                      </a:cubicBezTo>
                      <a:cubicBezTo>
                        <a:pt x="234" y="3900"/>
                        <a:pt x="374" y="3130"/>
                        <a:pt x="491" y="2359"/>
                      </a:cubicBezTo>
                      <a:lnTo>
                        <a:pt x="888" y="24"/>
                      </a:lnTo>
                      <a:lnTo>
                        <a:pt x="864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66" name="Google Shape;14566;p50"/>
                <p:cNvSpPr/>
                <p:nvPr/>
              </p:nvSpPr>
              <p:spPr>
                <a:xfrm>
                  <a:off x="4686325" y="2473600"/>
                  <a:ext cx="22200" cy="11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49" extrusionOk="0">
                      <a:moveTo>
                        <a:pt x="864" y="1"/>
                      </a:moveTo>
                      <a:lnTo>
                        <a:pt x="374" y="2313"/>
                      </a:lnTo>
                      <a:cubicBezTo>
                        <a:pt x="210" y="3084"/>
                        <a:pt x="47" y="3854"/>
                        <a:pt x="0" y="4648"/>
                      </a:cubicBezTo>
                      <a:cubicBezTo>
                        <a:pt x="234" y="3878"/>
                        <a:pt x="374" y="3107"/>
                        <a:pt x="491" y="2336"/>
                      </a:cubicBezTo>
                      <a:lnTo>
                        <a:pt x="88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67" name="Google Shape;14567;p50"/>
                <p:cNvSpPr/>
                <p:nvPr/>
              </p:nvSpPr>
              <p:spPr>
                <a:xfrm>
                  <a:off x="4330775" y="2676775"/>
                  <a:ext cx="5275" cy="10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4252" extrusionOk="0">
                      <a:moveTo>
                        <a:pt x="140" y="1"/>
                      </a:moveTo>
                      <a:cubicBezTo>
                        <a:pt x="70" y="701"/>
                        <a:pt x="23" y="1402"/>
                        <a:pt x="23" y="2126"/>
                      </a:cubicBezTo>
                      <a:cubicBezTo>
                        <a:pt x="0" y="2826"/>
                        <a:pt x="23" y="3550"/>
                        <a:pt x="164" y="4251"/>
                      </a:cubicBezTo>
                      <a:lnTo>
                        <a:pt x="187" y="4251"/>
                      </a:lnTo>
                      <a:cubicBezTo>
                        <a:pt x="210" y="3550"/>
                        <a:pt x="164" y="2826"/>
                        <a:pt x="140" y="2126"/>
                      </a:cubicBezTo>
                      <a:cubicBezTo>
                        <a:pt x="117" y="1425"/>
                        <a:pt x="140" y="701"/>
                        <a:pt x="16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68" name="Google Shape;14568;p50"/>
                <p:cNvSpPr/>
                <p:nvPr/>
              </p:nvSpPr>
              <p:spPr>
                <a:xfrm>
                  <a:off x="4305650" y="2608475"/>
                  <a:ext cx="25725" cy="1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9" h="7240" extrusionOk="0">
                      <a:moveTo>
                        <a:pt x="1" y="0"/>
                      </a:moveTo>
                      <a:lnTo>
                        <a:pt x="1" y="24"/>
                      </a:lnTo>
                      <a:cubicBezTo>
                        <a:pt x="351" y="1191"/>
                        <a:pt x="585" y="2382"/>
                        <a:pt x="701" y="3597"/>
                      </a:cubicBezTo>
                      <a:cubicBezTo>
                        <a:pt x="818" y="4811"/>
                        <a:pt x="842" y="6002"/>
                        <a:pt x="818" y="7240"/>
                      </a:cubicBezTo>
                      <a:lnTo>
                        <a:pt x="842" y="7240"/>
                      </a:lnTo>
                      <a:cubicBezTo>
                        <a:pt x="1028" y="6026"/>
                        <a:pt x="1005" y="4788"/>
                        <a:pt x="842" y="3573"/>
                      </a:cubicBezTo>
                      <a:cubicBezTo>
                        <a:pt x="678" y="2359"/>
                        <a:pt x="398" y="1168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69" name="Google Shape;14569;p50"/>
                <p:cNvSpPr/>
                <p:nvPr/>
              </p:nvSpPr>
              <p:spPr>
                <a:xfrm>
                  <a:off x="4338350" y="2613150"/>
                  <a:ext cx="37400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5162" extrusionOk="0">
                      <a:moveTo>
                        <a:pt x="1495" y="0"/>
                      </a:moveTo>
                      <a:lnTo>
                        <a:pt x="701" y="2569"/>
                      </a:lnTo>
                      <a:cubicBezTo>
                        <a:pt x="421" y="3433"/>
                        <a:pt x="187" y="4297"/>
                        <a:pt x="1" y="5161"/>
                      </a:cubicBezTo>
                      <a:lnTo>
                        <a:pt x="24" y="5161"/>
                      </a:lnTo>
                      <a:cubicBezTo>
                        <a:pt x="351" y="4321"/>
                        <a:pt x="585" y="3480"/>
                        <a:pt x="818" y="2592"/>
                      </a:cubicBezTo>
                      <a:lnTo>
                        <a:pt x="149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70" name="Google Shape;14570;p50"/>
                <p:cNvSpPr/>
                <p:nvPr/>
              </p:nvSpPr>
              <p:spPr>
                <a:xfrm>
                  <a:off x="4362300" y="2685550"/>
                  <a:ext cx="20450" cy="10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4204" extrusionOk="0">
                      <a:moveTo>
                        <a:pt x="794" y="0"/>
                      </a:moveTo>
                      <a:cubicBezTo>
                        <a:pt x="584" y="677"/>
                        <a:pt x="397" y="1378"/>
                        <a:pt x="257" y="2078"/>
                      </a:cubicBezTo>
                      <a:cubicBezTo>
                        <a:pt x="94" y="2756"/>
                        <a:pt x="0" y="3480"/>
                        <a:pt x="0" y="4180"/>
                      </a:cubicBezTo>
                      <a:lnTo>
                        <a:pt x="24" y="4204"/>
                      </a:lnTo>
                      <a:cubicBezTo>
                        <a:pt x="164" y="3503"/>
                        <a:pt x="280" y="2802"/>
                        <a:pt x="374" y="2078"/>
                      </a:cubicBezTo>
                      <a:cubicBezTo>
                        <a:pt x="491" y="1378"/>
                        <a:pt x="654" y="701"/>
                        <a:pt x="8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71" name="Google Shape;14571;p50"/>
                <p:cNvSpPr/>
                <p:nvPr/>
              </p:nvSpPr>
              <p:spPr>
                <a:xfrm>
                  <a:off x="2619550" y="2882300"/>
                  <a:ext cx="54900" cy="17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6" h="6960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561" y="1098"/>
                        <a:pt x="1028" y="2242"/>
                        <a:pt x="1379" y="3410"/>
                      </a:cubicBezTo>
                      <a:cubicBezTo>
                        <a:pt x="1729" y="4577"/>
                        <a:pt x="1986" y="5768"/>
                        <a:pt x="2196" y="6959"/>
                      </a:cubicBezTo>
                      <a:cubicBezTo>
                        <a:pt x="2149" y="5745"/>
                        <a:pt x="1892" y="4530"/>
                        <a:pt x="1495" y="3363"/>
                      </a:cubicBezTo>
                      <a:cubicBezTo>
                        <a:pt x="1122" y="2195"/>
                        <a:pt x="631" y="107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72" name="Google Shape;14572;p50"/>
                <p:cNvSpPr/>
                <p:nvPr/>
              </p:nvSpPr>
              <p:spPr>
                <a:xfrm>
                  <a:off x="2766675" y="2927825"/>
                  <a:ext cx="22800" cy="11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4672" extrusionOk="0">
                      <a:moveTo>
                        <a:pt x="888" y="1"/>
                      </a:moveTo>
                      <a:lnTo>
                        <a:pt x="398" y="2312"/>
                      </a:lnTo>
                      <a:cubicBezTo>
                        <a:pt x="211" y="3083"/>
                        <a:pt x="71" y="3877"/>
                        <a:pt x="1" y="4648"/>
                      </a:cubicBezTo>
                      <a:lnTo>
                        <a:pt x="24" y="4671"/>
                      </a:lnTo>
                      <a:cubicBezTo>
                        <a:pt x="258" y="3900"/>
                        <a:pt x="398" y="3130"/>
                        <a:pt x="515" y="2336"/>
                      </a:cubicBezTo>
                      <a:lnTo>
                        <a:pt x="912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73" name="Google Shape;14573;p50"/>
                <p:cNvSpPr/>
                <p:nvPr/>
              </p:nvSpPr>
              <p:spPr>
                <a:xfrm>
                  <a:off x="2705375" y="2944175"/>
                  <a:ext cx="5275" cy="10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4274" extrusionOk="0">
                      <a:moveTo>
                        <a:pt x="164" y="0"/>
                      </a:moveTo>
                      <a:cubicBezTo>
                        <a:pt x="94" y="701"/>
                        <a:pt x="47" y="1425"/>
                        <a:pt x="24" y="2126"/>
                      </a:cubicBezTo>
                      <a:cubicBezTo>
                        <a:pt x="1" y="2849"/>
                        <a:pt x="47" y="3573"/>
                        <a:pt x="188" y="4274"/>
                      </a:cubicBezTo>
                      <a:lnTo>
                        <a:pt x="211" y="4274"/>
                      </a:lnTo>
                      <a:cubicBezTo>
                        <a:pt x="211" y="3550"/>
                        <a:pt x="188" y="2849"/>
                        <a:pt x="164" y="2126"/>
                      </a:cubicBezTo>
                      <a:cubicBezTo>
                        <a:pt x="141" y="1425"/>
                        <a:pt x="141" y="701"/>
                        <a:pt x="18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74" name="Google Shape;14574;p50"/>
                <p:cNvSpPr/>
                <p:nvPr/>
              </p:nvSpPr>
              <p:spPr>
                <a:xfrm>
                  <a:off x="2680850" y="2876450"/>
                  <a:ext cx="25150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6" h="7217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351" y="1168"/>
                        <a:pt x="585" y="2359"/>
                        <a:pt x="701" y="3573"/>
                      </a:cubicBezTo>
                      <a:cubicBezTo>
                        <a:pt x="818" y="4788"/>
                        <a:pt x="842" y="6002"/>
                        <a:pt x="818" y="7217"/>
                      </a:cubicBezTo>
                      <a:cubicBezTo>
                        <a:pt x="1005" y="6002"/>
                        <a:pt x="982" y="4764"/>
                        <a:pt x="818" y="3573"/>
                      </a:cubicBezTo>
                      <a:cubicBezTo>
                        <a:pt x="678" y="2359"/>
                        <a:pt x="398" y="1145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75" name="Google Shape;14575;p50"/>
                <p:cNvSpPr/>
                <p:nvPr/>
              </p:nvSpPr>
              <p:spPr>
                <a:xfrm>
                  <a:off x="2713550" y="2880525"/>
                  <a:ext cx="37400" cy="12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5186" extrusionOk="0">
                      <a:moveTo>
                        <a:pt x="1472" y="1"/>
                      </a:moveTo>
                      <a:lnTo>
                        <a:pt x="701" y="2570"/>
                      </a:lnTo>
                      <a:cubicBezTo>
                        <a:pt x="421" y="3434"/>
                        <a:pt x="164" y="4298"/>
                        <a:pt x="1" y="5185"/>
                      </a:cubicBezTo>
                      <a:lnTo>
                        <a:pt x="24" y="5185"/>
                      </a:lnTo>
                      <a:cubicBezTo>
                        <a:pt x="351" y="4345"/>
                        <a:pt x="584" y="3481"/>
                        <a:pt x="818" y="2616"/>
                      </a:cubicBezTo>
                      <a:lnTo>
                        <a:pt x="1495" y="24"/>
                      </a:lnTo>
                      <a:lnTo>
                        <a:pt x="1472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76" name="Google Shape;14576;p50"/>
                <p:cNvSpPr/>
                <p:nvPr/>
              </p:nvSpPr>
              <p:spPr>
                <a:xfrm>
                  <a:off x="2737500" y="2952925"/>
                  <a:ext cx="19875" cy="10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4205" extrusionOk="0">
                      <a:moveTo>
                        <a:pt x="794" y="1"/>
                      </a:moveTo>
                      <a:lnTo>
                        <a:pt x="794" y="1"/>
                      </a:lnTo>
                      <a:cubicBezTo>
                        <a:pt x="584" y="678"/>
                        <a:pt x="397" y="1379"/>
                        <a:pt x="257" y="2079"/>
                      </a:cubicBezTo>
                      <a:cubicBezTo>
                        <a:pt x="94" y="2780"/>
                        <a:pt x="0" y="3480"/>
                        <a:pt x="0" y="4204"/>
                      </a:cubicBezTo>
                      <a:lnTo>
                        <a:pt x="23" y="4204"/>
                      </a:lnTo>
                      <a:cubicBezTo>
                        <a:pt x="164" y="3504"/>
                        <a:pt x="280" y="2803"/>
                        <a:pt x="374" y="2102"/>
                      </a:cubicBezTo>
                      <a:cubicBezTo>
                        <a:pt x="491" y="1402"/>
                        <a:pt x="631" y="701"/>
                        <a:pt x="79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77" name="Google Shape;14577;p50"/>
                <p:cNvSpPr/>
                <p:nvPr/>
              </p:nvSpPr>
              <p:spPr>
                <a:xfrm>
                  <a:off x="708100" y="2358600"/>
                  <a:ext cx="321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5" h="4111" extrusionOk="0">
                      <a:moveTo>
                        <a:pt x="0" y="0"/>
                      </a:moveTo>
                      <a:cubicBezTo>
                        <a:pt x="327" y="654"/>
                        <a:pt x="608" y="1308"/>
                        <a:pt x="818" y="2009"/>
                      </a:cubicBezTo>
                      <a:cubicBezTo>
                        <a:pt x="1005" y="2686"/>
                        <a:pt x="1168" y="3387"/>
                        <a:pt x="1285" y="4111"/>
                      </a:cubicBezTo>
                      <a:cubicBezTo>
                        <a:pt x="1261" y="3387"/>
                        <a:pt x="1121" y="2663"/>
                        <a:pt x="888" y="1985"/>
                      </a:cubicBezTo>
                      <a:cubicBezTo>
                        <a:pt x="654" y="1285"/>
                        <a:pt x="374" y="631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78" name="Google Shape;14578;p50"/>
                <p:cNvSpPr/>
                <p:nvPr/>
              </p:nvSpPr>
              <p:spPr>
                <a:xfrm>
                  <a:off x="795075" y="2385450"/>
                  <a:ext cx="12875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2733" extrusionOk="0">
                      <a:moveTo>
                        <a:pt x="515" y="1"/>
                      </a:moveTo>
                      <a:lnTo>
                        <a:pt x="211" y="1355"/>
                      </a:lnTo>
                      <a:cubicBezTo>
                        <a:pt x="118" y="1822"/>
                        <a:pt x="24" y="2266"/>
                        <a:pt x="1" y="2733"/>
                      </a:cubicBezTo>
                      <a:cubicBezTo>
                        <a:pt x="141" y="2289"/>
                        <a:pt x="211" y="1846"/>
                        <a:pt x="281" y="1379"/>
                      </a:cubicBezTo>
                      <a:lnTo>
                        <a:pt x="51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79" name="Google Shape;14579;p50"/>
                <p:cNvSpPr/>
                <p:nvPr/>
              </p:nvSpPr>
              <p:spPr>
                <a:xfrm>
                  <a:off x="758900" y="2394800"/>
                  <a:ext cx="2925" cy="6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" h="2523" extrusionOk="0">
                      <a:moveTo>
                        <a:pt x="93" y="0"/>
                      </a:moveTo>
                      <a:cubicBezTo>
                        <a:pt x="47" y="421"/>
                        <a:pt x="23" y="841"/>
                        <a:pt x="0" y="1261"/>
                      </a:cubicBezTo>
                      <a:cubicBezTo>
                        <a:pt x="0" y="1682"/>
                        <a:pt x="23" y="2102"/>
                        <a:pt x="93" y="2522"/>
                      </a:cubicBezTo>
                      <a:lnTo>
                        <a:pt x="117" y="2522"/>
                      </a:lnTo>
                      <a:cubicBezTo>
                        <a:pt x="117" y="2102"/>
                        <a:pt x="93" y="1682"/>
                        <a:pt x="70" y="1261"/>
                      </a:cubicBezTo>
                      <a:cubicBezTo>
                        <a:pt x="70" y="841"/>
                        <a:pt x="70" y="421"/>
                        <a:pt x="9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80" name="Google Shape;14580;p50"/>
                <p:cNvSpPr/>
                <p:nvPr/>
              </p:nvSpPr>
              <p:spPr>
                <a:xfrm>
                  <a:off x="743700" y="2355100"/>
                  <a:ext cx="15225" cy="10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4251" extrusionOk="0">
                      <a:moveTo>
                        <a:pt x="1" y="0"/>
                      </a:moveTo>
                      <a:cubicBezTo>
                        <a:pt x="211" y="678"/>
                        <a:pt x="351" y="1402"/>
                        <a:pt x="421" y="2102"/>
                      </a:cubicBezTo>
                      <a:cubicBezTo>
                        <a:pt x="491" y="2826"/>
                        <a:pt x="515" y="3527"/>
                        <a:pt x="491" y="4251"/>
                      </a:cubicBezTo>
                      <a:lnTo>
                        <a:pt x="515" y="4251"/>
                      </a:lnTo>
                      <a:cubicBezTo>
                        <a:pt x="608" y="3550"/>
                        <a:pt x="608" y="2803"/>
                        <a:pt x="491" y="2102"/>
                      </a:cubicBezTo>
                      <a:cubicBezTo>
                        <a:pt x="421" y="1378"/>
                        <a:pt x="258" y="67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81" name="Google Shape;14581;p50"/>
                <p:cNvSpPr/>
                <p:nvPr/>
              </p:nvSpPr>
              <p:spPr>
                <a:xfrm>
                  <a:off x="763550" y="2357425"/>
                  <a:ext cx="21625" cy="7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3060" extrusionOk="0">
                      <a:moveTo>
                        <a:pt x="865" y="1"/>
                      </a:moveTo>
                      <a:lnTo>
                        <a:pt x="398" y="1519"/>
                      </a:lnTo>
                      <a:cubicBezTo>
                        <a:pt x="234" y="2032"/>
                        <a:pt x="94" y="2523"/>
                        <a:pt x="1" y="3060"/>
                      </a:cubicBezTo>
                      <a:cubicBezTo>
                        <a:pt x="188" y="2570"/>
                        <a:pt x="351" y="2056"/>
                        <a:pt x="468" y="1542"/>
                      </a:cubicBezTo>
                      <a:lnTo>
                        <a:pt x="86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82" name="Google Shape;14582;p50"/>
                <p:cNvSpPr/>
                <p:nvPr/>
              </p:nvSpPr>
              <p:spPr>
                <a:xfrm>
                  <a:off x="777575" y="2400050"/>
                  <a:ext cx="11700" cy="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2476" extrusionOk="0">
                      <a:moveTo>
                        <a:pt x="467" y="1"/>
                      </a:moveTo>
                      <a:lnTo>
                        <a:pt x="467" y="1"/>
                      </a:lnTo>
                      <a:cubicBezTo>
                        <a:pt x="327" y="398"/>
                        <a:pt x="234" y="818"/>
                        <a:pt x="140" y="1238"/>
                      </a:cubicBezTo>
                      <a:cubicBezTo>
                        <a:pt x="47" y="1635"/>
                        <a:pt x="0" y="2056"/>
                        <a:pt x="0" y="2476"/>
                      </a:cubicBezTo>
                      <a:cubicBezTo>
                        <a:pt x="94" y="2079"/>
                        <a:pt x="164" y="1659"/>
                        <a:pt x="211" y="1238"/>
                      </a:cubicBezTo>
                      <a:cubicBezTo>
                        <a:pt x="281" y="818"/>
                        <a:pt x="374" y="421"/>
                        <a:pt x="467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83" name="Google Shape;14583;p50"/>
                <p:cNvSpPr/>
                <p:nvPr/>
              </p:nvSpPr>
              <p:spPr>
                <a:xfrm>
                  <a:off x="1663825" y="3195225"/>
                  <a:ext cx="101625" cy="32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65" h="12821" extrusionOk="0">
                      <a:moveTo>
                        <a:pt x="1" y="0"/>
                      </a:moveTo>
                      <a:cubicBezTo>
                        <a:pt x="1051" y="2008"/>
                        <a:pt x="1916" y="4110"/>
                        <a:pt x="2546" y="6259"/>
                      </a:cubicBezTo>
                      <a:cubicBezTo>
                        <a:pt x="3177" y="8407"/>
                        <a:pt x="3644" y="10602"/>
                        <a:pt x="4041" y="12821"/>
                      </a:cubicBezTo>
                      <a:lnTo>
                        <a:pt x="4064" y="12821"/>
                      </a:lnTo>
                      <a:cubicBezTo>
                        <a:pt x="3971" y="10579"/>
                        <a:pt x="3504" y="8337"/>
                        <a:pt x="2780" y="6189"/>
                      </a:cubicBezTo>
                      <a:cubicBezTo>
                        <a:pt x="2079" y="4040"/>
                        <a:pt x="1145" y="1962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84" name="Google Shape;14584;p50"/>
                <p:cNvSpPr/>
                <p:nvPr/>
              </p:nvSpPr>
              <p:spPr>
                <a:xfrm>
                  <a:off x="1935900" y="3278700"/>
                  <a:ext cx="40875" cy="21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5" h="8595" extrusionOk="0">
                      <a:moveTo>
                        <a:pt x="1612" y="1"/>
                      </a:moveTo>
                      <a:lnTo>
                        <a:pt x="701" y="4274"/>
                      </a:lnTo>
                      <a:cubicBezTo>
                        <a:pt x="374" y="5699"/>
                        <a:pt x="117" y="7147"/>
                        <a:pt x="0" y="8594"/>
                      </a:cubicBezTo>
                      <a:lnTo>
                        <a:pt x="24" y="8594"/>
                      </a:lnTo>
                      <a:cubicBezTo>
                        <a:pt x="444" y="7193"/>
                        <a:pt x="701" y="5769"/>
                        <a:pt x="934" y="4321"/>
                      </a:cubicBezTo>
                      <a:lnTo>
                        <a:pt x="163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85" name="Google Shape;14585;p50"/>
                <p:cNvSpPr/>
                <p:nvPr/>
              </p:nvSpPr>
              <p:spPr>
                <a:xfrm>
                  <a:off x="1822625" y="3309050"/>
                  <a:ext cx="9375" cy="196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" h="7871" extrusionOk="0">
                      <a:moveTo>
                        <a:pt x="281" y="1"/>
                      </a:moveTo>
                      <a:cubicBezTo>
                        <a:pt x="141" y="1285"/>
                        <a:pt x="71" y="2616"/>
                        <a:pt x="47" y="3924"/>
                      </a:cubicBezTo>
                      <a:cubicBezTo>
                        <a:pt x="1" y="5255"/>
                        <a:pt x="71" y="6563"/>
                        <a:pt x="328" y="7871"/>
                      </a:cubicBezTo>
                      <a:lnTo>
                        <a:pt x="351" y="7871"/>
                      </a:lnTo>
                      <a:cubicBezTo>
                        <a:pt x="374" y="6540"/>
                        <a:pt x="328" y="5232"/>
                        <a:pt x="258" y="3924"/>
                      </a:cubicBezTo>
                      <a:cubicBezTo>
                        <a:pt x="234" y="2616"/>
                        <a:pt x="258" y="1309"/>
                        <a:pt x="30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86" name="Google Shape;14586;p50"/>
                <p:cNvSpPr/>
                <p:nvPr/>
              </p:nvSpPr>
              <p:spPr>
                <a:xfrm>
                  <a:off x="1776500" y="3183550"/>
                  <a:ext cx="46725" cy="33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9" h="13335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655" y="2172"/>
                        <a:pt x="1075" y="4390"/>
                        <a:pt x="1309" y="6609"/>
                      </a:cubicBezTo>
                      <a:cubicBezTo>
                        <a:pt x="1519" y="8851"/>
                        <a:pt x="1565" y="11093"/>
                        <a:pt x="1519" y="13335"/>
                      </a:cubicBezTo>
                      <a:lnTo>
                        <a:pt x="1542" y="13335"/>
                      </a:lnTo>
                      <a:cubicBezTo>
                        <a:pt x="1869" y="11116"/>
                        <a:pt x="1846" y="8827"/>
                        <a:pt x="1542" y="6586"/>
                      </a:cubicBezTo>
                      <a:cubicBezTo>
                        <a:pt x="1262" y="4344"/>
                        <a:pt x="748" y="2149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87" name="Google Shape;14587;p50"/>
                <p:cNvSpPr/>
                <p:nvPr/>
              </p:nvSpPr>
              <p:spPr>
                <a:xfrm>
                  <a:off x="1837225" y="3191725"/>
                  <a:ext cx="68925" cy="23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7" h="9552" extrusionOk="0">
                      <a:moveTo>
                        <a:pt x="2733" y="0"/>
                      </a:moveTo>
                      <a:lnTo>
                        <a:pt x="1285" y="4741"/>
                      </a:lnTo>
                      <a:cubicBezTo>
                        <a:pt x="771" y="6329"/>
                        <a:pt x="304" y="7917"/>
                        <a:pt x="0" y="9551"/>
                      </a:cubicBezTo>
                      <a:lnTo>
                        <a:pt x="24" y="9551"/>
                      </a:lnTo>
                      <a:cubicBezTo>
                        <a:pt x="631" y="7987"/>
                        <a:pt x="1075" y="6422"/>
                        <a:pt x="1495" y="4811"/>
                      </a:cubicBezTo>
                      <a:lnTo>
                        <a:pt x="2756" y="23"/>
                      </a:lnTo>
                      <a:lnTo>
                        <a:pt x="2733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88" name="Google Shape;14588;p50"/>
                <p:cNvSpPr/>
                <p:nvPr/>
              </p:nvSpPr>
              <p:spPr>
                <a:xfrm>
                  <a:off x="1881000" y="3325400"/>
                  <a:ext cx="37400" cy="19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7731" extrusionOk="0">
                      <a:moveTo>
                        <a:pt x="1472" y="1"/>
                      </a:moveTo>
                      <a:cubicBezTo>
                        <a:pt x="1075" y="1262"/>
                        <a:pt x="748" y="2523"/>
                        <a:pt x="491" y="3807"/>
                      </a:cubicBezTo>
                      <a:cubicBezTo>
                        <a:pt x="188" y="5092"/>
                        <a:pt x="1" y="6423"/>
                        <a:pt x="24" y="7731"/>
                      </a:cubicBezTo>
                      <a:lnTo>
                        <a:pt x="48" y="7731"/>
                      </a:lnTo>
                      <a:cubicBezTo>
                        <a:pt x="328" y="6446"/>
                        <a:pt x="515" y="5162"/>
                        <a:pt x="702" y="3854"/>
                      </a:cubicBezTo>
                      <a:cubicBezTo>
                        <a:pt x="912" y="2570"/>
                        <a:pt x="1192" y="1285"/>
                        <a:pt x="1496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89" name="Google Shape;14589;p50"/>
                <p:cNvSpPr/>
                <p:nvPr/>
              </p:nvSpPr>
              <p:spPr>
                <a:xfrm>
                  <a:off x="1611275" y="2955275"/>
                  <a:ext cx="8002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1" h="3971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678" y="561"/>
                        <a:pt x="1285" y="1168"/>
                        <a:pt x="1799" y="1822"/>
                      </a:cubicBezTo>
                      <a:cubicBezTo>
                        <a:pt x="2336" y="2499"/>
                        <a:pt x="2780" y="3223"/>
                        <a:pt x="3177" y="3970"/>
                      </a:cubicBezTo>
                      <a:lnTo>
                        <a:pt x="3200" y="3947"/>
                      </a:lnTo>
                      <a:cubicBezTo>
                        <a:pt x="2943" y="3153"/>
                        <a:pt x="2476" y="2405"/>
                        <a:pt x="1892" y="1752"/>
                      </a:cubicBezTo>
                      <a:cubicBezTo>
                        <a:pt x="1355" y="1098"/>
                        <a:pt x="701" y="51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90" name="Google Shape;14590;p50"/>
                <p:cNvSpPr/>
                <p:nvPr/>
              </p:nvSpPr>
              <p:spPr>
                <a:xfrm>
                  <a:off x="1778250" y="2955850"/>
                  <a:ext cx="6450" cy="7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" h="3037" extrusionOk="0">
                      <a:moveTo>
                        <a:pt x="258" y="0"/>
                      </a:moveTo>
                      <a:cubicBezTo>
                        <a:pt x="164" y="491"/>
                        <a:pt x="118" y="1005"/>
                        <a:pt x="71" y="1518"/>
                      </a:cubicBezTo>
                      <a:cubicBezTo>
                        <a:pt x="1" y="2009"/>
                        <a:pt x="1" y="2523"/>
                        <a:pt x="71" y="3036"/>
                      </a:cubicBezTo>
                      <a:lnTo>
                        <a:pt x="94" y="3036"/>
                      </a:lnTo>
                      <a:cubicBezTo>
                        <a:pt x="164" y="2523"/>
                        <a:pt x="188" y="2032"/>
                        <a:pt x="188" y="1518"/>
                      </a:cubicBezTo>
                      <a:cubicBezTo>
                        <a:pt x="211" y="1005"/>
                        <a:pt x="234" y="514"/>
                        <a:pt x="25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91" name="Google Shape;14591;p50"/>
                <p:cNvSpPr/>
                <p:nvPr/>
              </p:nvSpPr>
              <p:spPr>
                <a:xfrm>
                  <a:off x="1708775" y="2978625"/>
                  <a:ext cx="16975" cy="6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9" h="2663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24" y="467"/>
                        <a:pt x="94" y="911"/>
                        <a:pt x="188" y="1378"/>
                      </a:cubicBezTo>
                      <a:cubicBezTo>
                        <a:pt x="281" y="1822"/>
                        <a:pt x="421" y="2265"/>
                        <a:pt x="655" y="2662"/>
                      </a:cubicBezTo>
                      <a:lnTo>
                        <a:pt x="678" y="2662"/>
                      </a:lnTo>
                      <a:cubicBezTo>
                        <a:pt x="585" y="2195"/>
                        <a:pt x="444" y="1775"/>
                        <a:pt x="304" y="1331"/>
                      </a:cubicBezTo>
                      <a:cubicBezTo>
                        <a:pt x="188" y="911"/>
                        <a:pt x="94" y="46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92" name="Google Shape;14592;p50"/>
                <p:cNvSpPr/>
                <p:nvPr/>
              </p:nvSpPr>
              <p:spPr>
                <a:xfrm>
                  <a:off x="1670250" y="2941250"/>
                  <a:ext cx="47325" cy="10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3" h="4368" extrusionOk="0">
                      <a:moveTo>
                        <a:pt x="24" y="1"/>
                      </a:moveTo>
                      <a:lnTo>
                        <a:pt x="0" y="24"/>
                      </a:lnTo>
                      <a:cubicBezTo>
                        <a:pt x="491" y="655"/>
                        <a:pt x="911" y="1355"/>
                        <a:pt x="1215" y="2079"/>
                      </a:cubicBezTo>
                      <a:cubicBezTo>
                        <a:pt x="1518" y="2826"/>
                        <a:pt x="1729" y="3574"/>
                        <a:pt x="1892" y="4368"/>
                      </a:cubicBezTo>
                      <a:cubicBezTo>
                        <a:pt x="1892" y="3550"/>
                        <a:pt x="1682" y="2756"/>
                        <a:pt x="1332" y="2032"/>
                      </a:cubicBezTo>
                      <a:cubicBezTo>
                        <a:pt x="981" y="1308"/>
                        <a:pt x="538" y="63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93" name="Google Shape;14593;p50"/>
                <p:cNvSpPr/>
                <p:nvPr/>
              </p:nvSpPr>
              <p:spPr>
                <a:xfrm>
                  <a:off x="1722800" y="2933075"/>
                  <a:ext cx="17525" cy="8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3434" extrusionOk="0">
                      <a:moveTo>
                        <a:pt x="677" y="1"/>
                      </a:moveTo>
                      <a:lnTo>
                        <a:pt x="280" y="1705"/>
                      </a:lnTo>
                      <a:cubicBezTo>
                        <a:pt x="140" y="2266"/>
                        <a:pt x="24" y="2850"/>
                        <a:pt x="0" y="3434"/>
                      </a:cubicBezTo>
                      <a:cubicBezTo>
                        <a:pt x="210" y="2873"/>
                        <a:pt x="327" y="2313"/>
                        <a:pt x="397" y="1729"/>
                      </a:cubicBezTo>
                      <a:lnTo>
                        <a:pt x="701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94" name="Google Shape;14594;p50"/>
                <p:cNvSpPr/>
                <p:nvPr/>
              </p:nvSpPr>
              <p:spPr>
                <a:xfrm>
                  <a:off x="1750225" y="2976875"/>
                  <a:ext cx="7050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733" extrusionOk="0">
                      <a:moveTo>
                        <a:pt x="281" y="0"/>
                      </a:moveTo>
                      <a:lnTo>
                        <a:pt x="281" y="0"/>
                      </a:lnTo>
                      <a:cubicBezTo>
                        <a:pt x="164" y="444"/>
                        <a:pt x="94" y="888"/>
                        <a:pt x="48" y="1355"/>
                      </a:cubicBezTo>
                      <a:cubicBezTo>
                        <a:pt x="1" y="1798"/>
                        <a:pt x="1" y="2265"/>
                        <a:pt x="118" y="2732"/>
                      </a:cubicBezTo>
                      <a:lnTo>
                        <a:pt x="141" y="2732"/>
                      </a:lnTo>
                      <a:cubicBezTo>
                        <a:pt x="188" y="2265"/>
                        <a:pt x="188" y="1822"/>
                        <a:pt x="188" y="1355"/>
                      </a:cubicBezTo>
                      <a:cubicBezTo>
                        <a:pt x="188" y="911"/>
                        <a:pt x="234" y="444"/>
                        <a:pt x="28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95" name="Google Shape;14595;p50"/>
                <p:cNvSpPr/>
                <p:nvPr/>
              </p:nvSpPr>
              <p:spPr>
                <a:xfrm>
                  <a:off x="859900" y="2567600"/>
                  <a:ext cx="78825" cy="9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" h="3925" extrusionOk="0">
                      <a:moveTo>
                        <a:pt x="0" y="1"/>
                      </a:moveTo>
                      <a:cubicBezTo>
                        <a:pt x="654" y="538"/>
                        <a:pt x="1261" y="1145"/>
                        <a:pt x="1775" y="1799"/>
                      </a:cubicBezTo>
                      <a:cubicBezTo>
                        <a:pt x="2289" y="2476"/>
                        <a:pt x="2733" y="3177"/>
                        <a:pt x="3130" y="3924"/>
                      </a:cubicBezTo>
                      <a:lnTo>
                        <a:pt x="3153" y="3924"/>
                      </a:lnTo>
                      <a:cubicBezTo>
                        <a:pt x="2896" y="3107"/>
                        <a:pt x="2429" y="2383"/>
                        <a:pt x="1868" y="1729"/>
                      </a:cubicBezTo>
                      <a:cubicBezTo>
                        <a:pt x="1331" y="1075"/>
                        <a:pt x="677" y="51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96" name="Google Shape;14596;p50"/>
                <p:cNvSpPr/>
                <p:nvPr/>
              </p:nvSpPr>
              <p:spPr>
                <a:xfrm>
                  <a:off x="1025125" y="2568200"/>
                  <a:ext cx="6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" h="2990" extrusionOk="0">
                      <a:moveTo>
                        <a:pt x="234" y="0"/>
                      </a:moveTo>
                      <a:cubicBezTo>
                        <a:pt x="164" y="491"/>
                        <a:pt x="94" y="981"/>
                        <a:pt x="70" y="1495"/>
                      </a:cubicBezTo>
                      <a:cubicBezTo>
                        <a:pt x="0" y="1985"/>
                        <a:pt x="0" y="2499"/>
                        <a:pt x="70" y="2989"/>
                      </a:cubicBezTo>
                      <a:lnTo>
                        <a:pt x="94" y="2989"/>
                      </a:lnTo>
                      <a:cubicBezTo>
                        <a:pt x="164" y="2499"/>
                        <a:pt x="187" y="2008"/>
                        <a:pt x="187" y="1495"/>
                      </a:cubicBezTo>
                      <a:cubicBezTo>
                        <a:pt x="187" y="1004"/>
                        <a:pt x="210" y="491"/>
                        <a:pt x="25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97" name="Google Shape;14597;p50"/>
                <p:cNvSpPr/>
                <p:nvPr/>
              </p:nvSpPr>
              <p:spPr>
                <a:xfrm>
                  <a:off x="956225" y="2590950"/>
                  <a:ext cx="16375" cy="6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" h="2617" extrusionOk="0">
                      <a:moveTo>
                        <a:pt x="0" y="1"/>
                      </a:moveTo>
                      <a:cubicBezTo>
                        <a:pt x="24" y="445"/>
                        <a:pt x="94" y="912"/>
                        <a:pt x="187" y="1332"/>
                      </a:cubicBezTo>
                      <a:cubicBezTo>
                        <a:pt x="257" y="1799"/>
                        <a:pt x="397" y="2219"/>
                        <a:pt x="654" y="2616"/>
                      </a:cubicBezTo>
                      <a:cubicBezTo>
                        <a:pt x="561" y="2173"/>
                        <a:pt x="444" y="1752"/>
                        <a:pt x="304" y="1309"/>
                      </a:cubicBezTo>
                      <a:cubicBezTo>
                        <a:pt x="187" y="888"/>
                        <a:pt x="94" y="44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98" name="Google Shape;14598;p50"/>
                <p:cNvSpPr/>
                <p:nvPr/>
              </p:nvSpPr>
              <p:spPr>
                <a:xfrm>
                  <a:off x="918275" y="2554175"/>
                  <a:ext cx="46725" cy="10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9" h="4298" extrusionOk="0">
                      <a:moveTo>
                        <a:pt x="1" y="1"/>
                      </a:moveTo>
                      <a:cubicBezTo>
                        <a:pt x="491" y="631"/>
                        <a:pt x="888" y="1308"/>
                        <a:pt x="1192" y="2032"/>
                      </a:cubicBezTo>
                      <a:cubicBezTo>
                        <a:pt x="1495" y="2780"/>
                        <a:pt x="1682" y="3527"/>
                        <a:pt x="1845" y="4298"/>
                      </a:cubicBezTo>
                      <a:lnTo>
                        <a:pt x="1869" y="4298"/>
                      </a:lnTo>
                      <a:cubicBezTo>
                        <a:pt x="1869" y="3504"/>
                        <a:pt x="1659" y="2710"/>
                        <a:pt x="1308" y="1986"/>
                      </a:cubicBezTo>
                      <a:cubicBezTo>
                        <a:pt x="981" y="1262"/>
                        <a:pt x="514" y="58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599" name="Google Shape;14599;p50"/>
                <p:cNvSpPr/>
                <p:nvPr/>
              </p:nvSpPr>
              <p:spPr>
                <a:xfrm>
                  <a:off x="969650" y="2545425"/>
                  <a:ext cx="17550" cy="8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3410" extrusionOk="0">
                      <a:moveTo>
                        <a:pt x="701" y="0"/>
                      </a:moveTo>
                      <a:lnTo>
                        <a:pt x="304" y="1705"/>
                      </a:lnTo>
                      <a:cubicBezTo>
                        <a:pt x="164" y="2266"/>
                        <a:pt x="47" y="2826"/>
                        <a:pt x="1" y="3410"/>
                      </a:cubicBezTo>
                      <a:lnTo>
                        <a:pt x="24" y="3410"/>
                      </a:lnTo>
                      <a:cubicBezTo>
                        <a:pt x="211" y="2849"/>
                        <a:pt x="328" y="2289"/>
                        <a:pt x="421" y="1728"/>
                      </a:cubicBezTo>
                      <a:lnTo>
                        <a:pt x="70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00" name="Google Shape;14600;p50"/>
                <p:cNvSpPr/>
                <p:nvPr/>
              </p:nvSpPr>
              <p:spPr>
                <a:xfrm>
                  <a:off x="997100" y="2588625"/>
                  <a:ext cx="7025" cy="6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" h="2710" extrusionOk="0">
                      <a:moveTo>
                        <a:pt x="280" y="0"/>
                      </a:moveTo>
                      <a:cubicBezTo>
                        <a:pt x="164" y="444"/>
                        <a:pt x="94" y="888"/>
                        <a:pt x="70" y="1355"/>
                      </a:cubicBezTo>
                      <a:cubicBezTo>
                        <a:pt x="0" y="1799"/>
                        <a:pt x="0" y="2266"/>
                        <a:pt x="117" y="2709"/>
                      </a:cubicBezTo>
                      <a:lnTo>
                        <a:pt x="140" y="2709"/>
                      </a:lnTo>
                      <a:cubicBezTo>
                        <a:pt x="187" y="2242"/>
                        <a:pt x="187" y="1799"/>
                        <a:pt x="187" y="1355"/>
                      </a:cubicBezTo>
                      <a:cubicBezTo>
                        <a:pt x="187" y="911"/>
                        <a:pt x="234" y="444"/>
                        <a:pt x="28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01" name="Google Shape;14601;p50"/>
                <p:cNvSpPr/>
                <p:nvPr/>
              </p:nvSpPr>
              <p:spPr>
                <a:xfrm>
                  <a:off x="981325" y="2548350"/>
                  <a:ext cx="7625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2733" extrusionOk="0">
                      <a:moveTo>
                        <a:pt x="281" y="0"/>
                      </a:moveTo>
                      <a:cubicBezTo>
                        <a:pt x="187" y="444"/>
                        <a:pt x="94" y="911"/>
                        <a:pt x="71" y="1355"/>
                      </a:cubicBezTo>
                      <a:cubicBezTo>
                        <a:pt x="1" y="1822"/>
                        <a:pt x="24" y="2289"/>
                        <a:pt x="117" y="2732"/>
                      </a:cubicBezTo>
                      <a:lnTo>
                        <a:pt x="141" y="2732"/>
                      </a:lnTo>
                      <a:cubicBezTo>
                        <a:pt x="187" y="2265"/>
                        <a:pt x="187" y="1822"/>
                        <a:pt x="187" y="1378"/>
                      </a:cubicBezTo>
                      <a:cubicBezTo>
                        <a:pt x="187" y="911"/>
                        <a:pt x="234" y="467"/>
                        <a:pt x="30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02" name="Google Shape;14602;p50"/>
                <p:cNvSpPr/>
                <p:nvPr/>
              </p:nvSpPr>
              <p:spPr>
                <a:xfrm>
                  <a:off x="816100" y="3215075"/>
                  <a:ext cx="189775" cy="2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1" h="9435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1589" y="1308"/>
                        <a:pt x="3037" y="2756"/>
                        <a:pt x="4298" y="4344"/>
                      </a:cubicBezTo>
                      <a:cubicBezTo>
                        <a:pt x="5535" y="5955"/>
                        <a:pt x="6610" y="7637"/>
                        <a:pt x="7567" y="9435"/>
                      </a:cubicBezTo>
                      <a:lnTo>
                        <a:pt x="7590" y="9411"/>
                      </a:lnTo>
                      <a:cubicBezTo>
                        <a:pt x="6983" y="7473"/>
                        <a:pt x="5886" y="5698"/>
                        <a:pt x="4531" y="4157"/>
                      </a:cubicBezTo>
                      <a:cubicBezTo>
                        <a:pt x="3200" y="2592"/>
                        <a:pt x="1682" y="121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03" name="Google Shape;14603;p50"/>
                <p:cNvSpPr/>
                <p:nvPr/>
              </p:nvSpPr>
              <p:spPr>
                <a:xfrm>
                  <a:off x="1213100" y="3216225"/>
                  <a:ext cx="16375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" h="7217" extrusionOk="0">
                      <a:moveTo>
                        <a:pt x="608" y="1"/>
                      </a:moveTo>
                      <a:cubicBezTo>
                        <a:pt x="421" y="1192"/>
                        <a:pt x="281" y="2383"/>
                        <a:pt x="164" y="3597"/>
                      </a:cubicBezTo>
                      <a:cubicBezTo>
                        <a:pt x="48" y="4788"/>
                        <a:pt x="1" y="6003"/>
                        <a:pt x="211" y="7217"/>
                      </a:cubicBezTo>
                      <a:lnTo>
                        <a:pt x="234" y="7217"/>
                      </a:lnTo>
                      <a:cubicBezTo>
                        <a:pt x="421" y="6026"/>
                        <a:pt x="468" y="4812"/>
                        <a:pt x="468" y="3621"/>
                      </a:cubicBezTo>
                      <a:cubicBezTo>
                        <a:pt x="491" y="2406"/>
                        <a:pt x="561" y="1192"/>
                        <a:pt x="65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04" name="Google Shape;14604;p50"/>
                <p:cNvSpPr/>
                <p:nvPr/>
              </p:nvSpPr>
              <p:spPr>
                <a:xfrm>
                  <a:off x="1048475" y="3271125"/>
                  <a:ext cx="39725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" h="6306" extrusionOk="0">
                      <a:moveTo>
                        <a:pt x="0" y="0"/>
                      </a:moveTo>
                      <a:cubicBezTo>
                        <a:pt x="70" y="1098"/>
                        <a:pt x="210" y="2172"/>
                        <a:pt x="444" y="3223"/>
                      </a:cubicBezTo>
                      <a:cubicBezTo>
                        <a:pt x="631" y="4297"/>
                        <a:pt x="981" y="5348"/>
                        <a:pt x="1542" y="6305"/>
                      </a:cubicBezTo>
                      <a:lnTo>
                        <a:pt x="1588" y="6282"/>
                      </a:lnTo>
                      <a:cubicBezTo>
                        <a:pt x="1355" y="5208"/>
                        <a:pt x="1051" y="4204"/>
                        <a:pt x="724" y="3153"/>
                      </a:cubicBezTo>
                      <a:cubicBezTo>
                        <a:pt x="421" y="2125"/>
                        <a:pt x="210" y="107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05" name="Google Shape;14605;p50"/>
                <p:cNvSpPr/>
                <p:nvPr/>
              </p:nvSpPr>
              <p:spPr>
                <a:xfrm>
                  <a:off x="956800" y="3182375"/>
                  <a:ext cx="112700" cy="25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8" h="10346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1168" y="1518"/>
                        <a:pt x="2149" y="3176"/>
                        <a:pt x="2873" y="4928"/>
                      </a:cubicBezTo>
                      <a:cubicBezTo>
                        <a:pt x="3574" y="6679"/>
                        <a:pt x="4088" y="8477"/>
                        <a:pt x="4461" y="10346"/>
                      </a:cubicBezTo>
                      <a:lnTo>
                        <a:pt x="4508" y="10346"/>
                      </a:lnTo>
                      <a:cubicBezTo>
                        <a:pt x="4508" y="8431"/>
                        <a:pt x="3994" y="6539"/>
                        <a:pt x="3154" y="4811"/>
                      </a:cubicBezTo>
                      <a:cubicBezTo>
                        <a:pt x="2336" y="3060"/>
                        <a:pt x="1285" y="144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06" name="Google Shape;14606;p50"/>
                <p:cNvSpPr/>
                <p:nvPr/>
              </p:nvSpPr>
              <p:spPr>
                <a:xfrm>
                  <a:off x="1081175" y="3161950"/>
                  <a:ext cx="42050" cy="2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" h="8197" extrusionOk="0">
                      <a:moveTo>
                        <a:pt x="1635" y="0"/>
                      </a:moveTo>
                      <a:lnTo>
                        <a:pt x="701" y="4063"/>
                      </a:lnTo>
                      <a:cubicBezTo>
                        <a:pt x="350" y="5418"/>
                        <a:pt x="70" y="6796"/>
                        <a:pt x="0" y="8197"/>
                      </a:cubicBezTo>
                      <a:lnTo>
                        <a:pt x="23" y="8197"/>
                      </a:lnTo>
                      <a:cubicBezTo>
                        <a:pt x="490" y="6866"/>
                        <a:pt x="771" y="5511"/>
                        <a:pt x="981" y="4133"/>
                      </a:cubicBezTo>
                      <a:lnTo>
                        <a:pt x="168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07" name="Google Shape;14607;p50"/>
                <p:cNvSpPr/>
                <p:nvPr/>
              </p:nvSpPr>
              <p:spPr>
                <a:xfrm>
                  <a:off x="1146550" y="3265850"/>
                  <a:ext cx="17550" cy="16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6493" extrusionOk="0">
                      <a:moveTo>
                        <a:pt x="678" y="1"/>
                      </a:moveTo>
                      <a:cubicBezTo>
                        <a:pt x="421" y="1052"/>
                        <a:pt x="234" y="2149"/>
                        <a:pt x="141" y="3224"/>
                      </a:cubicBezTo>
                      <a:cubicBezTo>
                        <a:pt x="1" y="4321"/>
                        <a:pt x="24" y="5419"/>
                        <a:pt x="304" y="6493"/>
                      </a:cubicBezTo>
                      <a:lnTo>
                        <a:pt x="328" y="6493"/>
                      </a:lnTo>
                      <a:cubicBezTo>
                        <a:pt x="444" y="5395"/>
                        <a:pt x="444" y="4321"/>
                        <a:pt x="421" y="3247"/>
                      </a:cubicBezTo>
                      <a:cubicBezTo>
                        <a:pt x="468" y="2173"/>
                        <a:pt x="561" y="1075"/>
                        <a:pt x="70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08" name="Google Shape;14608;p50"/>
                <p:cNvSpPr/>
                <p:nvPr/>
              </p:nvSpPr>
              <p:spPr>
                <a:xfrm>
                  <a:off x="2658675" y="2637675"/>
                  <a:ext cx="103950" cy="15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8" h="6072" extrusionOk="0">
                      <a:moveTo>
                        <a:pt x="24" y="0"/>
                      </a:moveTo>
                      <a:lnTo>
                        <a:pt x="0" y="23"/>
                      </a:lnTo>
                      <a:cubicBezTo>
                        <a:pt x="865" y="911"/>
                        <a:pt x="1635" y="1868"/>
                        <a:pt x="2336" y="2873"/>
                      </a:cubicBezTo>
                      <a:cubicBezTo>
                        <a:pt x="2990" y="3900"/>
                        <a:pt x="3573" y="4974"/>
                        <a:pt x="4134" y="6072"/>
                      </a:cubicBezTo>
                      <a:lnTo>
                        <a:pt x="4157" y="6072"/>
                      </a:lnTo>
                      <a:cubicBezTo>
                        <a:pt x="3737" y="4904"/>
                        <a:pt x="3153" y="3807"/>
                        <a:pt x="2429" y="2802"/>
                      </a:cubicBezTo>
                      <a:cubicBezTo>
                        <a:pt x="1729" y="1798"/>
                        <a:pt x="911" y="86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09" name="Google Shape;14609;p50"/>
                <p:cNvSpPr/>
                <p:nvPr/>
              </p:nvSpPr>
              <p:spPr>
                <a:xfrm>
                  <a:off x="2833825" y="2634175"/>
                  <a:ext cx="14025" cy="11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4718" extrusionOk="0">
                      <a:moveTo>
                        <a:pt x="0" y="0"/>
                      </a:moveTo>
                      <a:lnTo>
                        <a:pt x="234" y="2359"/>
                      </a:lnTo>
                      <a:cubicBezTo>
                        <a:pt x="281" y="3153"/>
                        <a:pt x="374" y="3923"/>
                        <a:pt x="538" y="4717"/>
                      </a:cubicBezTo>
                      <a:lnTo>
                        <a:pt x="561" y="4694"/>
                      </a:lnTo>
                      <a:cubicBezTo>
                        <a:pt x="538" y="3900"/>
                        <a:pt x="467" y="3129"/>
                        <a:pt x="351" y="2335"/>
                      </a:cubicBez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10" name="Google Shape;14610;p50"/>
                <p:cNvSpPr/>
                <p:nvPr/>
              </p:nvSpPr>
              <p:spPr>
                <a:xfrm>
                  <a:off x="2762600" y="2672100"/>
                  <a:ext cx="32725" cy="10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9" h="4088" extrusionOk="0">
                      <a:moveTo>
                        <a:pt x="0" y="1"/>
                      </a:moveTo>
                      <a:cubicBezTo>
                        <a:pt x="140" y="702"/>
                        <a:pt x="304" y="1379"/>
                        <a:pt x="514" y="2079"/>
                      </a:cubicBezTo>
                      <a:cubicBezTo>
                        <a:pt x="701" y="2757"/>
                        <a:pt x="934" y="3434"/>
                        <a:pt x="1285" y="4088"/>
                      </a:cubicBezTo>
                      <a:lnTo>
                        <a:pt x="1308" y="4064"/>
                      </a:lnTo>
                      <a:cubicBezTo>
                        <a:pt x="1098" y="3387"/>
                        <a:pt x="864" y="2710"/>
                        <a:pt x="631" y="2033"/>
                      </a:cubicBezTo>
                      <a:cubicBezTo>
                        <a:pt x="397" y="1355"/>
                        <a:pt x="211" y="67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11" name="Google Shape;14611;p50"/>
                <p:cNvSpPr/>
                <p:nvPr/>
              </p:nvSpPr>
              <p:spPr>
                <a:xfrm>
                  <a:off x="2715300" y="2614900"/>
                  <a:ext cx="73000" cy="16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0" h="6703" extrusionOk="0">
                      <a:moveTo>
                        <a:pt x="1" y="0"/>
                      </a:moveTo>
                      <a:cubicBezTo>
                        <a:pt x="678" y="1028"/>
                        <a:pt x="1262" y="2102"/>
                        <a:pt x="1729" y="3246"/>
                      </a:cubicBezTo>
                      <a:cubicBezTo>
                        <a:pt x="2196" y="4367"/>
                        <a:pt x="2570" y="5512"/>
                        <a:pt x="2920" y="6703"/>
                      </a:cubicBezTo>
                      <a:cubicBezTo>
                        <a:pt x="2733" y="5488"/>
                        <a:pt x="2359" y="4297"/>
                        <a:pt x="1846" y="3200"/>
                      </a:cubicBezTo>
                      <a:cubicBezTo>
                        <a:pt x="1355" y="2079"/>
                        <a:pt x="725" y="1005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12" name="Google Shape;14612;p50"/>
                <p:cNvSpPr/>
                <p:nvPr/>
              </p:nvSpPr>
              <p:spPr>
                <a:xfrm>
                  <a:off x="2783025" y="2599725"/>
                  <a:ext cx="5275" cy="1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5372" extrusionOk="0">
                      <a:moveTo>
                        <a:pt x="24" y="0"/>
                      </a:moveTo>
                      <a:lnTo>
                        <a:pt x="24" y="2686"/>
                      </a:lnTo>
                      <a:cubicBezTo>
                        <a:pt x="1" y="3573"/>
                        <a:pt x="24" y="4484"/>
                        <a:pt x="117" y="5371"/>
                      </a:cubicBezTo>
                      <a:lnTo>
                        <a:pt x="141" y="5371"/>
                      </a:lnTo>
                      <a:cubicBezTo>
                        <a:pt x="211" y="4461"/>
                        <a:pt x="188" y="3573"/>
                        <a:pt x="141" y="2686"/>
                      </a:cubicBez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13" name="Google Shape;14613;p50"/>
                <p:cNvSpPr/>
                <p:nvPr/>
              </p:nvSpPr>
              <p:spPr>
                <a:xfrm>
                  <a:off x="2811050" y="2666850"/>
                  <a:ext cx="12300" cy="10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4252" extrusionOk="0">
                      <a:moveTo>
                        <a:pt x="1" y="1"/>
                      </a:moveTo>
                      <a:cubicBezTo>
                        <a:pt x="1" y="725"/>
                        <a:pt x="47" y="1425"/>
                        <a:pt x="94" y="2149"/>
                      </a:cubicBezTo>
                      <a:cubicBezTo>
                        <a:pt x="164" y="2850"/>
                        <a:pt x="258" y="3574"/>
                        <a:pt x="491" y="4251"/>
                      </a:cubicBezTo>
                      <a:cubicBezTo>
                        <a:pt x="444" y="3527"/>
                        <a:pt x="328" y="2826"/>
                        <a:pt x="234" y="2126"/>
                      </a:cubicBezTo>
                      <a:cubicBezTo>
                        <a:pt x="141" y="1425"/>
                        <a:pt x="71" y="72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14" name="Google Shape;14614;p50"/>
                <p:cNvSpPr/>
                <p:nvPr/>
              </p:nvSpPr>
              <p:spPr>
                <a:xfrm>
                  <a:off x="510750" y="2913225"/>
                  <a:ext cx="78275" cy="16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1" h="6610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02" y="1005"/>
                        <a:pt x="1332" y="2079"/>
                        <a:pt x="1823" y="3177"/>
                      </a:cubicBezTo>
                      <a:cubicBezTo>
                        <a:pt x="2336" y="4298"/>
                        <a:pt x="2733" y="5442"/>
                        <a:pt x="3107" y="6610"/>
                      </a:cubicBezTo>
                      <a:lnTo>
                        <a:pt x="3130" y="6610"/>
                      </a:lnTo>
                      <a:cubicBezTo>
                        <a:pt x="2897" y="5395"/>
                        <a:pt x="2500" y="4228"/>
                        <a:pt x="1939" y="3130"/>
                      </a:cubicBezTo>
                      <a:cubicBezTo>
                        <a:pt x="1402" y="2032"/>
                        <a:pt x="748" y="982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15" name="Google Shape;14615;p50"/>
                <p:cNvSpPr/>
                <p:nvPr/>
              </p:nvSpPr>
              <p:spPr>
                <a:xfrm>
                  <a:off x="677725" y="2936000"/>
                  <a:ext cx="7050" cy="11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4742" extrusionOk="0">
                      <a:moveTo>
                        <a:pt x="281" y="0"/>
                      </a:moveTo>
                      <a:lnTo>
                        <a:pt x="94" y="2359"/>
                      </a:lnTo>
                      <a:cubicBezTo>
                        <a:pt x="24" y="3153"/>
                        <a:pt x="1" y="3947"/>
                        <a:pt x="48" y="4741"/>
                      </a:cubicBezTo>
                      <a:cubicBezTo>
                        <a:pt x="164" y="3947"/>
                        <a:pt x="211" y="3153"/>
                        <a:pt x="235" y="2359"/>
                      </a:cubicBez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16" name="Google Shape;14616;p50"/>
                <p:cNvSpPr/>
                <p:nvPr/>
              </p:nvSpPr>
              <p:spPr>
                <a:xfrm>
                  <a:off x="608250" y="2962275"/>
                  <a:ext cx="15225" cy="10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422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4" y="724"/>
                        <a:pt x="71" y="1425"/>
                        <a:pt x="164" y="2149"/>
                      </a:cubicBezTo>
                      <a:cubicBezTo>
                        <a:pt x="234" y="2849"/>
                        <a:pt x="375" y="3550"/>
                        <a:pt x="608" y="4227"/>
                      </a:cubicBezTo>
                      <a:cubicBezTo>
                        <a:pt x="538" y="3527"/>
                        <a:pt x="398" y="2826"/>
                        <a:pt x="281" y="2125"/>
                      </a:cubicBezTo>
                      <a:cubicBezTo>
                        <a:pt x="164" y="1425"/>
                        <a:pt x="71" y="724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17" name="Google Shape;14617;p50"/>
                <p:cNvSpPr/>
                <p:nvPr/>
              </p:nvSpPr>
              <p:spPr>
                <a:xfrm>
                  <a:off x="570300" y="2899225"/>
                  <a:ext cx="45575" cy="17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3" h="7053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91" y="1121"/>
                        <a:pt x="912" y="2265"/>
                        <a:pt x="1192" y="3456"/>
                      </a:cubicBezTo>
                      <a:cubicBezTo>
                        <a:pt x="1472" y="4647"/>
                        <a:pt x="1659" y="5838"/>
                        <a:pt x="1799" y="7053"/>
                      </a:cubicBezTo>
                      <a:lnTo>
                        <a:pt x="1823" y="7053"/>
                      </a:lnTo>
                      <a:cubicBezTo>
                        <a:pt x="1823" y="5815"/>
                        <a:pt x="1636" y="4601"/>
                        <a:pt x="1309" y="3433"/>
                      </a:cubicBezTo>
                      <a:cubicBezTo>
                        <a:pt x="1005" y="2242"/>
                        <a:pt x="561" y="1098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18" name="Google Shape;14618;p50"/>
                <p:cNvSpPr/>
                <p:nvPr/>
              </p:nvSpPr>
              <p:spPr>
                <a:xfrm>
                  <a:off x="621100" y="2894550"/>
                  <a:ext cx="19300" cy="1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" h="5302" extrusionOk="0">
                      <a:moveTo>
                        <a:pt x="748" y="0"/>
                      </a:moveTo>
                      <a:lnTo>
                        <a:pt x="328" y="2639"/>
                      </a:lnTo>
                      <a:cubicBezTo>
                        <a:pt x="164" y="3527"/>
                        <a:pt x="47" y="4414"/>
                        <a:pt x="1" y="5302"/>
                      </a:cubicBezTo>
                      <a:lnTo>
                        <a:pt x="24" y="5302"/>
                      </a:lnTo>
                      <a:cubicBezTo>
                        <a:pt x="234" y="4437"/>
                        <a:pt x="351" y="3550"/>
                        <a:pt x="444" y="2663"/>
                      </a:cubicBezTo>
                      <a:lnTo>
                        <a:pt x="77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19" name="Google Shape;14619;p50"/>
                <p:cNvSpPr/>
                <p:nvPr/>
              </p:nvSpPr>
              <p:spPr>
                <a:xfrm>
                  <a:off x="648550" y="2965200"/>
                  <a:ext cx="8200" cy="10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4251" extrusionOk="0">
                      <a:moveTo>
                        <a:pt x="327" y="0"/>
                      </a:moveTo>
                      <a:lnTo>
                        <a:pt x="327" y="0"/>
                      </a:lnTo>
                      <a:cubicBezTo>
                        <a:pt x="210" y="701"/>
                        <a:pt x="117" y="1401"/>
                        <a:pt x="70" y="2125"/>
                      </a:cubicBezTo>
                      <a:cubicBezTo>
                        <a:pt x="24" y="2826"/>
                        <a:pt x="0" y="3550"/>
                        <a:pt x="117" y="4250"/>
                      </a:cubicBezTo>
                      <a:lnTo>
                        <a:pt x="140" y="4250"/>
                      </a:lnTo>
                      <a:cubicBezTo>
                        <a:pt x="187" y="3550"/>
                        <a:pt x="187" y="2849"/>
                        <a:pt x="187" y="2125"/>
                      </a:cubicBezTo>
                      <a:cubicBezTo>
                        <a:pt x="210" y="1425"/>
                        <a:pt x="257" y="701"/>
                        <a:pt x="32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20" name="Google Shape;14620;p50"/>
                <p:cNvSpPr/>
                <p:nvPr/>
              </p:nvSpPr>
              <p:spPr>
                <a:xfrm>
                  <a:off x="238125" y="2912650"/>
                  <a:ext cx="65975" cy="13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9" h="5232" extrusionOk="0">
                      <a:moveTo>
                        <a:pt x="0" y="0"/>
                      </a:moveTo>
                      <a:cubicBezTo>
                        <a:pt x="584" y="794"/>
                        <a:pt x="1098" y="1635"/>
                        <a:pt x="1518" y="2522"/>
                      </a:cubicBezTo>
                      <a:cubicBezTo>
                        <a:pt x="1938" y="3410"/>
                        <a:pt x="2289" y="4321"/>
                        <a:pt x="2639" y="5231"/>
                      </a:cubicBezTo>
                      <a:cubicBezTo>
                        <a:pt x="2452" y="4274"/>
                        <a:pt x="2102" y="3340"/>
                        <a:pt x="1635" y="2476"/>
                      </a:cubicBezTo>
                      <a:cubicBezTo>
                        <a:pt x="1191" y="1588"/>
                        <a:pt x="631" y="771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21" name="Google Shape;14621;p50"/>
                <p:cNvSpPr/>
                <p:nvPr/>
              </p:nvSpPr>
              <p:spPr>
                <a:xfrm>
                  <a:off x="3839175" y="2528500"/>
                  <a:ext cx="52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784" extrusionOk="0">
                      <a:moveTo>
                        <a:pt x="164" y="0"/>
                      </a:moveTo>
                      <a:lnTo>
                        <a:pt x="71" y="1892"/>
                      </a:lnTo>
                      <a:cubicBezTo>
                        <a:pt x="24" y="2522"/>
                        <a:pt x="1" y="3153"/>
                        <a:pt x="71" y="3783"/>
                      </a:cubicBezTo>
                      <a:lnTo>
                        <a:pt x="94" y="3783"/>
                      </a:lnTo>
                      <a:cubicBezTo>
                        <a:pt x="187" y="3153"/>
                        <a:pt x="211" y="2522"/>
                        <a:pt x="187" y="1892"/>
                      </a:cubicBez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22" name="Google Shape;14622;p50"/>
                <p:cNvSpPr/>
                <p:nvPr/>
              </p:nvSpPr>
              <p:spPr>
                <a:xfrm>
                  <a:off x="3782550" y="2551250"/>
                  <a:ext cx="14625" cy="8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3364" extrusionOk="0">
                      <a:moveTo>
                        <a:pt x="0" y="1"/>
                      </a:moveTo>
                      <a:cubicBezTo>
                        <a:pt x="24" y="561"/>
                        <a:pt x="94" y="1145"/>
                        <a:pt x="164" y="1706"/>
                      </a:cubicBezTo>
                      <a:cubicBezTo>
                        <a:pt x="234" y="2266"/>
                        <a:pt x="351" y="2827"/>
                        <a:pt x="584" y="3364"/>
                      </a:cubicBezTo>
                      <a:cubicBezTo>
                        <a:pt x="538" y="2803"/>
                        <a:pt x="421" y="2243"/>
                        <a:pt x="281" y="1682"/>
                      </a:cubicBezTo>
                      <a:cubicBezTo>
                        <a:pt x="187" y="1122"/>
                        <a:pt x="94" y="56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23" name="Google Shape;14623;p50"/>
                <p:cNvSpPr/>
                <p:nvPr/>
              </p:nvSpPr>
              <p:spPr>
                <a:xfrm>
                  <a:off x="3751025" y="2501050"/>
                  <a:ext cx="40300" cy="1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2" h="5606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1" y="888"/>
                        <a:pt x="771" y="1799"/>
                        <a:pt x="1005" y="2756"/>
                      </a:cubicBezTo>
                      <a:cubicBezTo>
                        <a:pt x="1261" y="3690"/>
                        <a:pt x="1425" y="4648"/>
                        <a:pt x="1588" y="5605"/>
                      </a:cubicBezTo>
                      <a:lnTo>
                        <a:pt x="1612" y="5605"/>
                      </a:lnTo>
                      <a:cubicBezTo>
                        <a:pt x="1612" y="4624"/>
                        <a:pt x="1425" y="3644"/>
                        <a:pt x="1121" y="2710"/>
                      </a:cubicBezTo>
                      <a:cubicBezTo>
                        <a:pt x="841" y="1775"/>
                        <a:pt x="467" y="86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24" name="Google Shape;14624;p50"/>
                <p:cNvSpPr/>
                <p:nvPr/>
              </p:nvSpPr>
              <p:spPr>
                <a:xfrm>
                  <a:off x="3816400" y="2552425"/>
                  <a:ext cx="5300" cy="85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" h="3411" extrusionOk="0">
                      <a:moveTo>
                        <a:pt x="211" y="1"/>
                      </a:moveTo>
                      <a:cubicBezTo>
                        <a:pt x="118" y="561"/>
                        <a:pt x="71" y="1122"/>
                        <a:pt x="48" y="1705"/>
                      </a:cubicBezTo>
                      <a:cubicBezTo>
                        <a:pt x="1" y="2266"/>
                        <a:pt x="24" y="2850"/>
                        <a:pt x="118" y="3410"/>
                      </a:cubicBezTo>
                      <a:lnTo>
                        <a:pt x="141" y="3410"/>
                      </a:lnTo>
                      <a:cubicBezTo>
                        <a:pt x="188" y="2826"/>
                        <a:pt x="188" y="2266"/>
                        <a:pt x="164" y="1705"/>
                      </a:cubicBezTo>
                      <a:cubicBezTo>
                        <a:pt x="164" y="1122"/>
                        <a:pt x="188" y="561"/>
                        <a:pt x="21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25" name="Google Shape;14625;p50"/>
                <p:cNvSpPr/>
                <p:nvPr/>
              </p:nvSpPr>
              <p:spPr>
                <a:xfrm>
                  <a:off x="1147725" y="2799375"/>
                  <a:ext cx="5275" cy="9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808" extrusionOk="0">
                      <a:moveTo>
                        <a:pt x="164" y="1"/>
                      </a:moveTo>
                      <a:lnTo>
                        <a:pt x="70" y="1916"/>
                      </a:lnTo>
                      <a:cubicBezTo>
                        <a:pt x="24" y="2546"/>
                        <a:pt x="0" y="3177"/>
                        <a:pt x="70" y="3807"/>
                      </a:cubicBezTo>
                      <a:lnTo>
                        <a:pt x="94" y="3807"/>
                      </a:lnTo>
                      <a:cubicBezTo>
                        <a:pt x="187" y="3177"/>
                        <a:pt x="210" y="2546"/>
                        <a:pt x="187" y="1916"/>
                      </a:cubicBezTo>
                      <a:lnTo>
                        <a:pt x="164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26" name="Google Shape;14626;p50"/>
                <p:cNvSpPr/>
                <p:nvPr/>
              </p:nvSpPr>
              <p:spPr>
                <a:xfrm>
                  <a:off x="1091100" y="2822750"/>
                  <a:ext cx="14600" cy="8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" h="3363" extrusionOk="0">
                      <a:moveTo>
                        <a:pt x="0" y="0"/>
                      </a:moveTo>
                      <a:cubicBezTo>
                        <a:pt x="23" y="560"/>
                        <a:pt x="70" y="1121"/>
                        <a:pt x="164" y="1705"/>
                      </a:cubicBezTo>
                      <a:cubicBezTo>
                        <a:pt x="234" y="2265"/>
                        <a:pt x="350" y="2826"/>
                        <a:pt x="584" y="3363"/>
                      </a:cubicBezTo>
                      <a:cubicBezTo>
                        <a:pt x="514" y="2779"/>
                        <a:pt x="397" y="2242"/>
                        <a:pt x="280" y="1681"/>
                      </a:cubicBezTo>
                      <a:cubicBezTo>
                        <a:pt x="164" y="1121"/>
                        <a:pt x="93" y="560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27" name="Google Shape;14627;p50"/>
                <p:cNvSpPr/>
                <p:nvPr/>
              </p:nvSpPr>
              <p:spPr>
                <a:xfrm>
                  <a:off x="1059550" y="2772525"/>
                  <a:ext cx="40325" cy="1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3" h="5606" extrusionOk="0">
                      <a:moveTo>
                        <a:pt x="1" y="1"/>
                      </a:moveTo>
                      <a:cubicBezTo>
                        <a:pt x="421" y="888"/>
                        <a:pt x="772" y="1799"/>
                        <a:pt x="1005" y="2756"/>
                      </a:cubicBezTo>
                      <a:cubicBezTo>
                        <a:pt x="1262" y="3690"/>
                        <a:pt x="1426" y="4648"/>
                        <a:pt x="1589" y="5605"/>
                      </a:cubicBezTo>
                      <a:lnTo>
                        <a:pt x="1612" y="5605"/>
                      </a:lnTo>
                      <a:cubicBezTo>
                        <a:pt x="1612" y="4625"/>
                        <a:pt x="1426" y="3644"/>
                        <a:pt x="1122" y="2710"/>
                      </a:cubicBezTo>
                      <a:cubicBezTo>
                        <a:pt x="842" y="1775"/>
                        <a:pt x="468" y="86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28" name="Google Shape;14628;p50"/>
                <p:cNvSpPr/>
                <p:nvPr/>
              </p:nvSpPr>
              <p:spPr>
                <a:xfrm>
                  <a:off x="395175" y="3018325"/>
                  <a:ext cx="5275" cy="8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410" extrusionOk="0">
                      <a:moveTo>
                        <a:pt x="210" y="0"/>
                      </a:moveTo>
                      <a:cubicBezTo>
                        <a:pt x="117" y="561"/>
                        <a:pt x="70" y="1121"/>
                        <a:pt x="47" y="1705"/>
                      </a:cubicBezTo>
                      <a:cubicBezTo>
                        <a:pt x="0" y="2265"/>
                        <a:pt x="0" y="2849"/>
                        <a:pt x="117" y="3410"/>
                      </a:cubicBezTo>
                      <a:lnTo>
                        <a:pt x="140" y="3410"/>
                      </a:lnTo>
                      <a:cubicBezTo>
                        <a:pt x="187" y="2849"/>
                        <a:pt x="187" y="2265"/>
                        <a:pt x="163" y="1705"/>
                      </a:cubicBezTo>
                      <a:cubicBezTo>
                        <a:pt x="163" y="1145"/>
                        <a:pt x="187" y="561"/>
                        <a:pt x="21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29" name="Google Shape;14629;p50"/>
                <p:cNvSpPr/>
                <p:nvPr/>
              </p:nvSpPr>
              <p:spPr>
                <a:xfrm>
                  <a:off x="5039525" y="2835000"/>
                  <a:ext cx="62500" cy="36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0" h="14690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725" y="2382"/>
                        <a:pt x="1285" y="4811"/>
                        <a:pt x="1682" y="7263"/>
                      </a:cubicBezTo>
                      <a:cubicBezTo>
                        <a:pt x="1869" y="8501"/>
                        <a:pt x="2033" y="9739"/>
                        <a:pt x="2149" y="10976"/>
                      </a:cubicBezTo>
                      <a:cubicBezTo>
                        <a:pt x="2313" y="12191"/>
                        <a:pt x="2383" y="13452"/>
                        <a:pt x="2476" y="14689"/>
                      </a:cubicBezTo>
                      <a:lnTo>
                        <a:pt x="2500" y="14689"/>
                      </a:lnTo>
                      <a:cubicBezTo>
                        <a:pt x="2500" y="13428"/>
                        <a:pt x="2406" y="12191"/>
                        <a:pt x="2313" y="10953"/>
                      </a:cubicBezTo>
                      <a:cubicBezTo>
                        <a:pt x="2196" y="9715"/>
                        <a:pt x="2009" y="8478"/>
                        <a:pt x="1799" y="7240"/>
                      </a:cubicBezTo>
                      <a:cubicBezTo>
                        <a:pt x="1379" y="4788"/>
                        <a:pt x="795" y="2359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30" name="Google Shape;14630;p50"/>
                <p:cNvSpPr/>
                <p:nvPr/>
              </p:nvSpPr>
              <p:spPr>
                <a:xfrm>
                  <a:off x="5227525" y="2926650"/>
                  <a:ext cx="37975" cy="24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9903" extrusionOk="0">
                      <a:moveTo>
                        <a:pt x="1519" y="1"/>
                      </a:moveTo>
                      <a:lnTo>
                        <a:pt x="701" y="4928"/>
                      </a:lnTo>
                      <a:cubicBezTo>
                        <a:pt x="561" y="5769"/>
                        <a:pt x="444" y="6586"/>
                        <a:pt x="328" y="7427"/>
                      </a:cubicBezTo>
                      <a:cubicBezTo>
                        <a:pt x="211" y="8244"/>
                        <a:pt x="94" y="9062"/>
                        <a:pt x="1" y="9902"/>
                      </a:cubicBezTo>
                      <a:lnTo>
                        <a:pt x="24" y="9902"/>
                      </a:lnTo>
                      <a:cubicBezTo>
                        <a:pt x="187" y="9085"/>
                        <a:pt x="328" y="8268"/>
                        <a:pt x="468" y="7427"/>
                      </a:cubicBezTo>
                      <a:cubicBezTo>
                        <a:pt x="584" y="6610"/>
                        <a:pt x="725" y="5792"/>
                        <a:pt x="818" y="4952"/>
                      </a:cubicBezTo>
                      <a:lnTo>
                        <a:pt x="151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31" name="Google Shape;14631;p50"/>
                <p:cNvSpPr/>
                <p:nvPr/>
              </p:nvSpPr>
              <p:spPr>
                <a:xfrm>
                  <a:off x="5148125" y="2962850"/>
                  <a:ext cx="8775" cy="22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9062" extrusionOk="0">
                      <a:moveTo>
                        <a:pt x="351" y="1"/>
                      </a:moveTo>
                      <a:lnTo>
                        <a:pt x="351" y="1"/>
                      </a:lnTo>
                      <a:cubicBezTo>
                        <a:pt x="211" y="1519"/>
                        <a:pt x="94" y="3013"/>
                        <a:pt x="47" y="4531"/>
                      </a:cubicBezTo>
                      <a:cubicBezTo>
                        <a:pt x="1" y="5278"/>
                        <a:pt x="1" y="6049"/>
                        <a:pt x="1" y="6796"/>
                      </a:cubicBezTo>
                      <a:cubicBezTo>
                        <a:pt x="24" y="7544"/>
                        <a:pt x="24" y="8314"/>
                        <a:pt x="94" y="9062"/>
                      </a:cubicBezTo>
                      <a:lnTo>
                        <a:pt x="117" y="9062"/>
                      </a:lnTo>
                      <a:lnTo>
                        <a:pt x="141" y="6796"/>
                      </a:lnTo>
                      <a:lnTo>
                        <a:pt x="164" y="4531"/>
                      </a:lnTo>
                      <a:cubicBezTo>
                        <a:pt x="187" y="3037"/>
                        <a:pt x="257" y="1519"/>
                        <a:pt x="35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32" name="Google Shape;14632;p50"/>
                <p:cNvSpPr/>
                <p:nvPr/>
              </p:nvSpPr>
              <p:spPr>
                <a:xfrm>
                  <a:off x="5122450" y="2819825"/>
                  <a:ext cx="23375" cy="38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15320" extrusionOk="0">
                      <a:moveTo>
                        <a:pt x="0" y="0"/>
                      </a:moveTo>
                      <a:lnTo>
                        <a:pt x="0" y="24"/>
                      </a:lnTo>
                      <a:cubicBezTo>
                        <a:pt x="397" y="2546"/>
                        <a:pt x="654" y="5091"/>
                        <a:pt x="747" y="7637"/>
                      </a:cubicBezTo>
                      <a:cubicBezTo>
                        <a:pt x="771" y="8921"/>
                        <a:pt x="794" y="10205"/>
                        <a:pt x="747" y="11467"/>
                      </a:cubicBezTo>
                      <a:cubicBezTo>
                        <a:pt x="747" y="12751"/>
                        <a:pt x="677" y="14035"/>
                        <a:pt x="631" y="15320"/>
                      </a:cubicBezTo>
                      <a:cubicBezTo>
                        <a:pt x="794" y="14035"/>
                        <a:pt x="864" y="12751"/>
                        <a:pt x="911" y="11490"/>
                      </a:cubicBezTo>
                      <a:cubicBezTo>
                        <a:pt x="934" y="10205"/>
                        <a:pt x="934" y="8921"/>
                        <a:pt x="864" y="7637"/>
                      </a:cubicBezTo>
                      <a:cubicBezTo>
                        <a:pt x="747" y="5091"/>
                        <a:pt x="467" y="2522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33" name="Google Shape;14633;p50"/>
                <p:cNvSpPr/>
                <p:nvPr/>
              </p:nvSpPr>
              <p:spPr>
                <a:xfrm>
                  <a:off x="5158050" y="2828000"/>
                  <a:ext cx="59000" cy="27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0" h="11000" extrusionOk="0">
                      <a:moveTo>
                        <a:pt x="2336" y="0"/>
                      </a:moveTo>
                      <a:lnTo>
                        <a:pt x="1122" y="5488"/>
                      </a:lnTo>
                      <a:cubicBezTo>
                        <a:pt x="911" y="6399"/>
                        <a:pt x="701" y="7310"/>
                        <a:pt x="514" y="8220"/>
                      </a:cubicBezTo>
                      <a:cubicBezTo>
                        <a:pt x="351" y="9155"/>
                        <a:pt x="141" y="10065"/>
                        <a:pt x="1" y="10999"/>
                      </a:cubicBezTo>
                      <a:cubicBezTo>
                        <a:pt x="257" y="10089"/>
                        <a:pt x="444" y="9178"/>
                        <a:pt x="654" y="8244"/>
                      </a:cubicBezTo>
                      <a:cubicBezTo>
                        <a:pt x="865" y="7333"/>
                        <a:pt x="1051" y="6422"/>
                        <a:pt x="1238" y="5511"/>
                      </a:cubicBezTo>
                      <a:lnTo>
                        <a:pt x="235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34" name="Google Shape;14634;p50"/>
                <p:cNvSpPr/>
                <p:nvPr/>
              </p:nvSpPr>
              <p:spPr>
                <a:xfrm>
                  <a:off x="5187250" y="2980950"/>
                  <a:ext cx="33875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922" extrusionOk="0">
                      <a:moveTo>
                        <a:pt x="1331" y="1"/>
                      </a:moveTo>
                      <a:cubicBezTo>
                        <a:pt x="1004" y="1472"/>
                        <a:pt x="724" y="2943"/>
                        <a:pt x="491" y="4438"/>
                      </a:cubicBezTo>
                      <a:cubicBezTo>
                        <a:pt x="374" y="5185"/>
                        <a:pt x="257" y="5909"/>
                        <a:pt x="164" y="6656"/>
                      </a:cubicBezTo>
                      <a:cubicBezTo>
                        <a:pt x="94" y="7427"/>
                        <a:pt x="24" y="8174"/>
                        <a:pt x="0" y="8921"/>
                      </a:cubicBezTo>
                      <a:lnTo>
                        <a:pt x="327" y="6680"/>
                      </a:lnTo>
                      <a:lnTo>
                        <a:pt x="607" y="4461"/>
                      </a:lnTo>
                      <a:cubicBezTo>
                        <a:pt x="818" y="2966"/>
                        <a:pt x="1075" y="1472"/>
                        <a:pt x="135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35" name="Google Shape;14635;p50"/>
                <p:cNvSpPr/>
                <p:nvPr/>
              </p:nvSpPr>
              <p:spPr>
                <a:xfrm>
                  <a:off x="1922475" y="2485875"/>
                  <a:ext cx="43225" cy="11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9" h="4508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444" y="678"/>
                        <a:pt x="794" y="1425"/>
                        <a:pt x="1074" y="2172"/>
                      </a:cubicBezTo>
                      <a:cubicBezTo>
                        <a:pt x="1331" y="2943"/>
                        <a:pt x="1541" y="3713"/>
                        <a:pt x="1728" y="4507"/>
                      </a:cubicBezTo>
                      <a:cubicBezTo>
                        <a:pt x="1681" y="3690"/>
                        <a:pt x="1495" y="2896"/>
                        <a:pt x="1168" y="2149"/>
                      </a:cubicBezTo>
                      <a:cubicBezTo>
                        <a:pt x="864" y="1378"/>
                        <a:pt x="467" y="654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36" name="Google Shape;14636;p50"/>
                <p:cNvSpPr/>
                <p:nvPr/>
              </p:nvSpPr>
              <p:spPr>
                <a:xfrm>
                  <a:off x="2038650" y="2517400"/>
                  <a:ext cx="17525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2990" extrusionOk="0">
                      <a:moveTo>
                        <a:pt x="678" y="0"/>
                      </a:moveTo>
                      <a:lnTo>
                        <a:pt x="304" y="1495"/>
                      </a:lnTo>
                      <a:cubicBezTo>
                        <a:pt x="164" y="1985"/>
                        <a:pt x="47" y="2476"/>
                        <a:pt x="0" y="2990"/>
                      </a:cubicBezTo>
                      <a:cubicBezTo>
                        <a:pt x="187" y="2499"/>
                        <a:pt x="304" y="2009"/>
                        <a:pt x="397" y="1518"/>
                      </a:cubicBezTo>
                      <a:lnTo>
                        <a:pt x="70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37" name="Google Shape;14637;p50"/>
                <p:cNvSpPr/>
                <p:nvPr/>
              </p:nvSpPr>
              <p:spPr>
                <a:xfrm>
                  <a:off x="1990200" y="2526750"/>
                  <a:ext cx="4100" cy="68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" h="2756" extrusionOk="0">
                      <a:moveTo>
                        <a:pt x="117" y="0"/>
                      </a:moveTo>
                      <a:cubicBezTo>
                        <a:pt x="70" y="467"/>
                        <a:pt x="23" y="911"/>
                        <a:pt x="23" y="1378"/>
                      </a:cubicBezTo>
                      <a:cubicBezTo>
                        <a:pt x="0" y="1845"/>
                        <a:pt x="23" y="2312"/>
                        <a:pt x="140" y="2756"/>
                      </a:cubicBezTo>
                      <a:cubicBezTo>
                        <a:pt x="163" y="2289"/>
                        <a:pt x="140" y="1845"/>
                        <a:pt x="117" y="1378"/>
                      </a:cubicBezTo>
                      <a:cubicBezTo>
                        <a:pt x="93" y="911"/>
                        <a:pt x="117" y="467"/>
                        <a:pt x="14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38" name="Google Shape;14638;p50"/>
                <p:cNvSpPr/>
                <p:nvPr/>
              </p:nvSpPr>
              <p:spPr>
                <a:xfrm>
                  <a:off x="1970350" y="2482950"/>
                  <a:ext cx="20450" cy="11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4648" extrusionOk="0">
                      <a:moveTo>
                        <a:pt x="0" y="1"/>
                      </a:moveTo>
                      <a:cubicBezTo>
                        <a:pt x="280" y="748"/>
                        <a:pt x="467" y="1519"/>
                        <a:pt x="560" y="2289"/>
                      </a:cubicBezTo>
                      <a:cubicBezTo>
                        <a:pt x="654" y="3083"/>
                        <a:pt x="677" y="3854"/>
                        <a:pt x="654" y="4648"/>
                      </a:cubicBezTo>
                      <a:cubicBezTo>
                        <a:pt x="817" y="3877"/>
                        <a:pt x="794" y="3060"/>
                        <a:pt x="654" y="2289"/>
                      </a:cubicBezTo>
                      <a:cubicBezTo>
                        <a:pt x="537" y="1495"/>
                        <a:pt x="327" y="725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39" name="Google Shape;14639;p50"/>
                <p:cNvSpPr/>
                <p:nvPr/>
              </p:nvSpPr>
              <p:spPr>
                <a:xfrm>
                  <a:off x="1996600" y="2486450"/>
                  <a:ext cx="29225" cy="8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3317" extrusionOk="0">
                      <a:moveTo>
                        <a:pt x="1169" y="1"/>
                      </a:moveTo>
                      <a:lnTo>
                        <a:pt x="538" y="1659"/>
                      </a:lnTo>
                      <a:cubicBezTo>
                        <a:pt x="328" y="2196"/>
                        <a:pt x="118" y="2733"/>
                        <a:pt x="1" y="3317"/>
                      </a:cubicBezTo>
                      <a:cubicBezTo>
                        <a:pt x="258" y="2780"/>
                        <a:pt x="468" y="2243"/>
                        <a:pt x="631" y="1682"/>
                      </a:cubicBezTo>
                      <a:lnTo>
                        <a:pt x="1169" y="24"/>
                      </a:lnTo>
                      <a:lnTo>
                        <a:pt x="116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40" name="Google Shape;14640;p50"/>
                <p:cNvSpPr/>
                <p:nvPr/>
              </p:nvSpPr>
              <p:spPr>
                <a:xfrm>
                  <a:off x="2015300" y="2533150"/>
                  <a:ext cx="15775" cy="6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" h="2687" extrusionOk="0">
                      <a:moveTo>
                        <a:pt x="631" y="1"/>
                      </a:moveTo>
                      <a:lnTo>
                        <a:pt x="631" y="1"/>
                      </a:lnTo>
                      <a:cubicBezTo>
                        <a:pt x="444" y="445"/>
                        <a:pt x="304" y="888"/>
                        <a:pt x="187" y="1332"/>
                      </a:cubicBezTo>
                      <a:cubicBezTo>
                        <a:pt x="70" y="1776"/>
                        <a:pt x="0" y="2219"/>
                        <a:pt x="0" y="2687"/>
                      </a:cubicBezTo>
                      <a:cubicBezTo>
                        <a:pt x="140" y="2243"/>
                        <a:pt x="210" y="1799"/>
                        <a:pt x="304" y="1355"/>
                      </a:cubicBezTo>
                      <a:cubicBezTo>
                        <a:pt x="397" y="888"/>
                        <a:pt x="491" y="445"/>
                        <a:pt x="63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41" name="Google Shape;14641;p50"/>
                <p:cNvSpPr/>
                <p:nvPr/>
              </p:nvSpPr>
              <p:spPr>
                <a:xfrm>
                  <a:off x="5277750" y="2381375"/>
                  <a:ext cx="56650" cy="16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6" h="6610" extrusionOk="0">
                      <a:moveTo>
                        <a:pt x="0" y="0"/>
                      </a:moveTo>
                      <a:cubicBezTo>
                        <a:pt x="584" y="1028"/>
                        <a:pt x="1051" y="2102"/>
                        <a:pt x="1378" y="3200"/>
                      </a:cubicBezTo>
                      <a:cubicBezTo>
                        <a:pt x="1541" y="3760"/>
                        <a:pt x="1658" y="4344"/>
                        <a:pt x="1798" y="4904"/>
                      </a:cubicBezTo>
                      <a:cubicBezTo>
                        <a:pt x="1938" y="5465"/>
                        <a:pt x="2055" y="6025"/>
                        <a:pt x="2195" y="6609"/>
                      </a:cubicBezTo>
                      <a:lnTo>
                        <a:pt x="2219" y="6586"/>
                      </a:lnTo>
                      <a:cubicBezTo>
                        <a:pt x="2265" y="6002"/>
                        <a:pt x="2195" y="5418"/>
                        <a:pt x="2102" y="4834"/>
                      </a:cubicBezTo>
                      <a:cubicBezTo>
                        <a:pt x="2008" y="4250"/>
                        <a:pt x="1822" y="3690"/>
                        <a:pt x="1611" y="3130"/>
                      </a:cubicBezTo>
                      <a:cubicBezTo>
                        <a:pt x="1214" y="2032"/>
                        <a:pt x="677" y="958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42" name="Google Shape;14642;p50"/>
                <p:cNvSpPr/>
                <p:nvPr/>
              </p:nvSpPr>
              <p:spPr>
                <a:xfrm>
                  <a:off x="5328525" y="2398875"/>
                  <a:ext cx="30400" cy="10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" h="4018" extrusionOk="0">
                      <a:moveTo>
                        <a:pt x="1" y="1"/>
                      </a:moveTo>
                      <a:cubicBezTo>
                        <a:pt x="304" y="655"/>
                        <a:pt x="538" y="1309"/>
                        <a:pt x="678" y="1986"/>
                      </a:cubicBezTo>
                      <a:cubicBezTo>
                        <a:pt x="771" y="2313"/>
                        <a:pt x="795" y="2663"/>
                        <a:pt x="865" y="2990"/>
                      </a:cubicBezTo>
                      <a:cubicBezTo>
                        <a:pt x="958" y="3340"/>
                        <a:pt x="1005" y="3667"/>
                        <a:pt x="1098" y="4018"/>
                      </a:cubicBezTo>
                      <a:lnTo>
                        <a:pt x="1122" y="4018"/>
                      </a:lnTo>
                      <a:cubicBezTo>
                        <a:pt x="1215" y="3667"/>
                        <a:pt x="1192" y="3317"/>
                        <a:pt x="1168" y="2967"/>
                      </a:cubicBezTo>
                      <a:cubicBezTo>
                        <a:pt x="1145" y="2593"/>
                        <a:pt x="1028" y="2266"/>
                        <a:pt x="912" y="1916"/>
                      </a:cubicBezTo>
                      <a:cubicBezTo>
                        <a:pt x="701" y="1239"/>
                        <a:pt x="398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43" name="Google Shape;14643;p50"/>
                <p:cNvSpPr/>
                <p:nvPr/>
              </p:nvSpPr>
              <p:spPr>
                <a:xfrm>
                  <a:off x="5220525" y="2382525"/>
                  <a:ext cx="25700" cy="15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8" h="6026" extrusionOk="0">
                      <a:moveTo>
                        <a:pt x="0" y="1"/>
                      </a:moveTo>
                      <a:cubicBezTo>
                        <a:pt x="304" y="982"/>
                        <a:pt x="514" y="1986"/>
                        <a:pt x="631" y="2990"/>
                      </a:cubicBezTo>
                      <a:cubicBezTo>
                        <a:pt x="678" y="3481"/>
                        <a:pt x="701" y="3994"/>
                        <a:pt x="724" y="4508"/>
                      </a:cubicBezTo>
                      <a:lnTo>
                        <a:pt x="841" y="6026"/>
                      </a:lnTo>
                      <a:lnTo>
                        <a:pt x="864" y="6026"/>
                      </a:lnTo>
                      <a:cubicBezTo>
                        <a:pt x="981" y="5512"/>
                        <a:pt x="1028" y="4998"/>
                        <a:pt x="1028" y="4485"/>
                      </a:cubicBezTo>
                      <a:cubicBezTo>
                        <a:pt x="1028" y="3971"/>
                        <a:pt x="958" y="3457"/>
                        <a:pt x="864" y="2943"/>
                      </a:cubicBezTo>
                      <a:cubicBezTo>
                        <a:pt x="701" y="1939"/>
                        <a:pt x="421" y="93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44" name="Google Shape;14644;p50"/>
                <p:cNvSpPr/>
                <p:nvPr/>
              </p:nvSpPr>
              <p:spPr>
                <a:xfrm>
                  <a:off x="5365300" y="2593300"/>
                  <a:ext cx="28050" cy="18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7264" extrusionOk="0">
                      <a:moveTo>
                        <a:pt x="1075" y="0"/>
                      </a:moveTo>
                      <a:cubicBezTo>
                        <a:pt x="561" y="1121"/>
                        <a:pt x="235" y="2336"/>
                        <a:pt x="94" y="3573"/>
                      </a:cubicBezTo>
                      <a:cubicBezTo>
                        <a:pt x="24" y="4204"/>
                        <a:pt x="1" y="4834"/>
                        <a:pt x="71" y="5442"/>
                      </a:cubicBezTo>
                      <a:cubicBezTo>
                        <a:pt x="141" y="6072"/>
                        <a:pt x="235" y="6679"/>
                        <a:pt x="468" y="7263"/>
                      </a:cubicBezTo>
                      <a:lnTo>
                        <a:pt x="491" y="7263"/>
                      </a:lnTo>
                      <a:cubicBezTo>
                        <a:pt x="445" y="6656"/>
                        <a:pt x="375" y="6049"/>
                        <a:pt x="351" y="5418"/>
                      </a:cubicBezTo>
                      <a:cubicBezTo>
                        <a:pt x="351" y="4811"/>
                        <a:pt x="305" y="4204"/>
                        <a:pt x="351" y="3597"/>
                      </a:cubicBezTo>
                      <a:cubicBezTo>
                        <a:pt x="421" y="2382"/>
                        <a:pt x="678" y="1168"/>
                        <a:pt x="112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45" name="Google Shape;14645;p50"/>
                <p:cNvSpPr/>
                <p:nvPr/>
              </p:nvSpPr>
              <p:spPr>
                <a:xfrm>
                  <a:off x="5404425" y="2704800"/>
                  <a:ext cx="1052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" h="3784" extrusionOk="0">
                      <a:moveTo>
                        <a:pt x="1" y="1"/>
                      </a:moveTo>
                      <a:cubicBezTo>
                        <a:pt x="47" y="631"/>
                        <a:pt x="94" y="1262"/>
                        <a:pt x="94" y="1892"/>
                      </a:cubicBezTo>
                      <a:cubicBezTo>
                        <a:pt x="117" y="2196"/>
                        <a:pt x="71" y="2523"/>
                        <a:pt x="94" y="2826"/>
                      </a:cubicBezTo>
                      <a:cubicBezTo>
                        <a:pt x="141" y="3153"/>
                        <a:pt x="141" y="3457"/>
                        <a:pt x="211" y="3784"/>
                      </a:cubicBezTo>
                      <a:lnTo>
                        <a:pt x="258" y="3784"/>
                      </a:lnTo>
                      <a:cubicBezTo>
                        <a:pt x="351" y="3457"/>
                        <a:pt x="374" y="3153"/>
                        <a:pt x="398" y="2826"/>
                      </a:cubicBezTo>
                      <a:cubicBezTo>
                        <a:pt x="421" y="2523"/>
                        <a:pt x="374" y="2196"/>
                        <a:pt x="351" y="1869"/>
                      </a:cubicBezTo>
                      <a:cubicBezTo>
                        <a:pt x="281" y="1238"/>
                        <a:pt x="164" y="63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46" name="Google Shape;14646;p50"/>
                <p:cNvSpPr/>
                <p:nvPr/>
              </p:nvSpPr>
              <p:spPr>
                <a:xfrm>
                  <a:off x="5190175" y="2602625"/>
                  <a:ext cx="33875" cy="2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619" extrusionOk="0">
                      <a:moveTo>
                        <a:pt x="0" y="1"/>
                      </a:moveTo>
                      <a:cubicBezTo>
                        <a:pt x="514" y="1379"/>
                        <a:pt x="841" y="2827"/>
                        <a:pt x="958" y="4251"/>
                      </a:cubicBezTo>
                      <a:cubicBezTo>
                        <a:pt x="1028" y="4975"/>
                        <a:pt x="1004" y="5699"/>
                        <a:pt x="1004" y="6423"/>
                      </a:cubicBezTo>
                      <a:cubicBezTo>
                        <a:pt x="1004" y="7147"/>
                        <a:pt x="958" y="7871"/>
                        <a:pt x="911" y="8618"/>
                      </a:cubicBezTo>
                      <a:lnTo>
                        <a:pt x="934" y="8618"/>
                      </a:lnTo>
                      <a:cubicBezTo>
                        <a:pt x="1144" y="7918"/>
                        <a:pt x="1261" y="7170"/>
                        <a:pt x="1308" y="6446"/>
                      </a:cubicBezTo>
                      <a:cubicBezTo>
                        <a:pt x="1355" y="5699"/>
                        <a:pt x="1308" y="4975"/>
                        <a:pt x="1214" y="4228"/>
                      </a:cubicBezTo>
                      <a:cubicBezTo>
                        <a:pt x="1028" y="2780"/>
                        <a:pt x="631" y="1332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47" name="Google Shape;14647;p50"/>
                <p:cNvSpPr/>
                <p:nvPr/>
              </p:nvSpPr>
              <p:spPr>
                <a:xfrm>
                  <a:off x="5125350" y="2670350"/>
                  <a:ext cx="14625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2921" extrusionOk="0">
                      <a:moveTo>
                        <a:pt x="1" y="1"/>
                      </a:moveTo>
                      <a:cubicBezTo>
                        <a:pt x="94" y="491"/>
                        <a:pt x="164" y="982"/>
                        <a:pt x="211" y="1449"/>
                      </a:cubicBezTo>
                      <a:cubicBezTo>
                        <a:pt x="234" y="1706"/>
                        <a:pt x="234" y="1939"/>
                        <a:pt x="281" y="2196"/>
                      </a:cubicBezTo>
                      <a:cubicBezTo>
                        <a:pt x="328" y="2430"/>
                        <a:pt x="374" y="2663"/>
                        <a:pt x="468" y="2920"/>
                      </a:cubicBezTo>
                      <a:lnTo>
                        <a:pt x="491" y="2920"/>
                      </a:lnTo>
                      <a:cubicBezTo>
                        <a:pt x="561" y="2663"/>
                        <a:pt x="561" y="2406"/>
                        <a:pt x="585" y="2149"/>
                      </a:cubicBezTo>
                      <a:cubicBezTo>
                        <a:pt x="561" y="1916"/>
                        <a:pt x="515" y="1659"/>
                        <a:pt x="445" y="1425"/>
                      </a:cubicBezTo>
                      <a:cubicBezTo>
                        <a:pt x="351" y="935"/>
                        <a:pt x="211" y="46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48" name="Google Shape;14648;p50"/>
                <p:cNvSpPr/>
                <p:nvPr/>
              </p:nvSpPr>
              <p:spPr>
                <a:xfrm>
                  <a:off x="5043625" y="2641750"/>
                  <a:ext cx="15775" cy="9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" h="3668" extrusionOk="0">
                      <a:moveTo>
                        <a:pt x="0" y="1"/>
                      </a:moveTo>
                      <a:cubicBezTo>
                        <a:pt x="164" y="608"/>
                        <a:pt x="257" y="1215"/>
                        <a:pt x="281" y="1822"/>
                      </a:cubicBezTo>
                      <a:cubicBezTo>
                        <a:pt x="304" y="2126"/>
                        <a:pt x="281" y="2429"/>
                        <a:pt x="304" y="2733"/>
                      </a:cubicBezTo>
                      <a:cubicBezTo>
                        <a:pt x="351" y="3036"/>
                        <a:pt x="351" y="3340"/>
                        <a:pt x="397" y="3667"/>
                      </a:cubicBezTo>
                      <a:lnTo>
                        <a:pt x="444" y="3667"/>
                      </a:lnTo>
                      <a:cubicBezTo>
                        <a:pt x="561" y="3363"/>
                        <a:pt x="584" y="3036"/>
                        <a:pt x="608" y="2733"/>
                      </a:cubicBezTo>
                      <a:cubicBezTo>
                        <a:pt x="631" y="2429"/>
                        <a:pt x="584" y="2102"/>
                        <a:pt x="537" y="1799"/>
                      </a:cubicBezTo>
                      <a:cubicBezTo>
                        <a:pt x="444" y="1168"/>
                        <a:pt x="257" y="56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49" name="Google Shape;14649;p50"/>
                <p:cNvSpPr/>
                <p:nvPr/>
              </p:nvSpPr>
              <p:spPr>
                <a:xfrm>
                  <a:off x="4840450" y="2532000"/>
                  <a:ext cx="25125" cy="14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5932" extrusionOk="0">
                      <a:moveTo>
                        <a:pt x="24" y="0"/>
                      </a:moveTo>
                      <a:cubicBezTo>
                        <a:pt x="0" y="1004"/>
                        <a:pt x="47" y="2009"/>
                        <a:pt x="187" y="3013"/>
                      </a:cubicBezTo>
                      <a:cubicBezTo>
                        <a:pt x="257" y="3503"/>
                        <a:pt x="327" y="4017"/>
                        <a:pt x="444" y="4507"/>
                      </a:cubicBezTo>
                      <a:cubicBezTo>
                        <a:pt x="608" y="4998"/>
                        <a:pt x="748" y="5488"/>
                        <a:pt x="981" y="5932"/>
                      </a:cubicBezTo>
                      <a:lnTo>
                        <a:pt x="1005" y="5932"/>
                      </a:lnTo>
                      <a:cubicBezTo>
                        <a:pt x="958" y="5418"/>
                        <a:pt x="841" y="4928"/>
                        <a:pt x="748" y="4437"/>
                      </a:cubicBezTo>
                      <a:lnTo>
                        <a:pt x="421" y="2966"/>
                      </a:lnTo>
                      <a:cubicBezTo>
                        <a:pt x="234" y="1985"/>
                        <a:pt x="117" y="1004"/>
                        <a:pt x="4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50" name="Google Shape;14650;p50"/>
                <p:cNvSpPr/>
                <p:nvPr/>
              </p:nvSpPr>
              <p:spPr>
                <a:xfrm>
                  <a:off x="4893000" y="2607900"/>
                  <a:ext cx="21025" cy="10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4157" extrusionOk="0">
                      <a:moveTo>
                        <a:pt x="24" y="0"/>
                      </a:moveTo>
                      <a:lnTo>
                        <a:pt x="0" y="23"/>
                      </a:lnTo>
                      <a:cubicBezTo>
                        <a:pt x="304" y="677"/>
                        <a:pt x="467" y="1355"/>
                        <a:pt x="514" y="2055"/>
                      </a:cubicBezTo>
                      <a:cubicBezTo>
                        <a:pt x="537" y="2405"/>
                        <a:pt x="514" y="2756"/>
                        <a:pt x="491" y="3083"/>
                      </a:cubicBezTo>
                      <a:cubicBezTo>
                        <a:pt x="491" y="3433"/>
                        <a:pt x="444" y="3783"/>
                        <a:pt x="421" y="4134"/>
                      </a:cubicBezTo>
                      <a:lnTo>
                        <a:pt x="444" y="4157"/>
                      </a:lnTo>
                      <a:cubicBezTo>
                        <a:pt x="631" y="3830"/>
                        <a:pt x="724" y="3480"/>
                        <a:pt x="794" y="3129"/>
                      </a:cubicBezTo>
                      <a:cubicBezTo>
                        <a:pt x="841" y="2756"/>
                        <a:pt x="818" y="2382"/>
                        <a:pt x="771" y="2032"/>
                      </a:cubicBezTo>
                      <a:cubicBezTo>
                        <a:pt x="654" y="1308"/>
                        <a:pt x="421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51" name="Google Shape;14651;p50"/>
                <p:cNvSpPr/>
                <p:nvPr/>
              </p:nvSpPr>
              <p:spPr>
                <a:xfrm>
                  <a:off x="4817100" y="2581025"/>
                  <a:ext cx="26300" cy="13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5326" extrusionOk="0">
                      <a:moveTo>
                        <a:pt x="0" y="1"/>
                      </a:moveTo>
                      <a:cubicBezTo>
                        <a:pt x="0" y="912"/>
                        <a:pt x="70" y="1822"/>
                        <a:pt x="210" y="2710"/>
                      </a:cubicBezTo>
                      <a:cubicBezTo>
                        <a:pt x="281" y="3177"/>
                        <a:pt x="351" y="3621"/>
                        <a:pt x="491" y="4064"/>
                      </a:cubicBezTo>
                      <a:cubicBezTo>
                        <a:pt x="631" y="4485"/>
                        <a:pt x="794" y="4928"/>
                        <a:pt x="1028" y="5325"/>
                      </a:cubicBezTo>
                      <a:lnTo>
                        <a:pt x="1051" y="5325"/>
                      </a:lnTo>
                      <a:cubicBezTo>
                        <a:pt x="981" y="4858"/>
                        <a:pt x="864" y="4438"/>
                        <a:pt x="771" y="3994"/>
                      </a:cubicBezTo>
                      <a:cubicBezTo>
                        <a:pt x="678" y="3551"/>
                        <a:pt x="537" y="3107"/>
                        <a:pt x="444" y="2663"/>
                      </a:cubicBezTo>
                      <a:cubicBezTo>
                        <a:pt x="257" y="1799"/>
                        <a:pt x="117" y="88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52" name="Google Shape;14652;p50"/>
                <p:cNvSpPr/>
                <p:nvPr/>
              </p:nvSpPr>
              <p:spPr>
                <a:xfrm>
                  <a:off x="5956725" y="2653425"/>
                  <a:ext cx="115050" cy="6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2" h="26250" extrusionOk="0">
                      <a:moveTo>
                        <a:pt x="4555" y="1"/>
                      </a:moveTo>
                      <a:cubicBezTo>
                        <a:pt x="3083" y="4204"/>
                        <a:pt x="1962" y="8548"/>
                        <a:pt x="1168" y="12938"/>
                      </a:cubicBezTo>
                      <a:cubicBezTo>
                        <a:pt x="771" y="15133"/>
                        <a:pt x="398" y="17329"/>
                        <a:pt x="234" y="19547"/>
                      </a:cubicBezTo>
                      <a:cubicBezTo>
                        <a:pt x="71" y="21789"/>
                        <a:pt x="1" y="24007"/>
                        <a:pt x="118" y="26249"/>
                      </a:cubicBezTo>
                      <a:lnTo>
                        <a:pt x="188" y="26249"/>
                      </a:lnTo>
                      <a:cubicBezTo>
                        <a:pt x="398" y="24031"/>
                        <a:pt x="585" y="21812"/>
                        <a:pt x="842" y="19617"/>
                      </a:cubicBezTo>
                      <a:cubicBezTo>
                        <a:pt x="1075" y="17399"/>
                        <a:pt x="1309" y="15203"/>
                        <a:pt x="1636" y="13008"/>
                      </a:cubicBezTo>
                      <a:cubicBezTo>
                        <a:pt x="2336" y="8618"/>
                        <a:pt x="3317" y="4274"/>
                        <a:pt x="460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53" name="Google Shape;14653;p50"/>
                <p:cNvSpPr/>
                <p:nvPr/>
              </p:nvSpPr>
              <p:spPr>
                <a:xfrm>
                  <a:off x="5938625" y="2676775"/>
                  <a:ext cx="34475" cy="52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20809" extrusionOk="0">
                      <a:moveTo>
                        <a:pt x="1239" y="1"/>
                      </a:moveTo>
                      <a:cubicBezTo>
                        <a:pt x="1145" y="3480"/>
                        <a:pt x="982" y="6937"/>
                        <a:pt x="725" y="10416"/>
                      </a:cubicBezTo>
                      <a:cubicBezTo>
                        <a:pt x="585" y="12144"/>
                        <a:pt x="374" y="13872"/>
                        <a:pt x="258" y="15601"/>
                      </a:cubicBezTo>
                      <a:cubicBezTo>
                        <a:pt x="164" y="17329"/>
                        <a:pt x="24" y="19057"/>
                        <a:pt x="1" y="20808"/>
                      </a:cubicBezTo>
                      <a:lnTo>
                        <a:pt x="48" y="20808"/>
                      </a:lnTo>
                      <a:cubicBezTo>
                        <a:pt x="421" y="19103"/>
                        <a:pt x="655" y="17375"/>
                        <a:pt x="865" y="15647"/>
                      </a:cubicBezTo>
                      <a:cubicBezTo>
                        <a:pt x="1075" y="13919"/>
                        <a:pt x="1122" y="12168"/>
                        <a:pt x="1192" y="10440"/>
                      </a:cubicBezTo>
                      <a:cubicBezTo>
                        <a:pt x="1355" y="6960"/>
                        <a:pt x="1379" y="3480"/>
                        <a:pt x="130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54" name="Google Shape;14654;p50"/>
                <p:cNvSpPr/>
                <p:nvPr/>
              </p:nvSpPr>
              <p:spPr>
                <a:xfrm>
                  <a:off x="5852800" y="2840250"/>
                  <a:ext cx="20475" cy="45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18333" extrusionOk="0">
                      <a:moveTo>
                        <a:pt x="141" y="1"/>
                      </a:moveTo>
                      <a:lnTo>
                        <a:pt x="71" y="24"/>
                      </a:lnTo>
                      <a:cubicBezTo>
                        <a:pt x="281" y="3060"/>
                        <a:pt x="351" y="6119"/>
                        <a:pt x="281" y="9178"/>
                      </a:cubicBezTo>
                      <a:cubicBezTo>
                        <a:pt x="258" y="10696"/>
                        <a:pt x="141" y="12214"/>
                        <a:pt x="94" y="13755"/>
                      </a:cubicBezTo>
                      <a:cubicBezTo>
                        <a:pt x="71" y="15273"/>
                        <a:pt x="1" y="16791"/>
                        <a:pt x="1" y="18333"/>
                      </a:cubicBezTo>
                      <a:lnTo>
                        <a:pt x="71" y="18333"/>
                      </a:lnTo>
                      <a:cubicBezTo>
                        <a:pt x="398" y="16838"/>
                        <a:pt x="561" y="15297"/>
                        <a:pt x="702" y="13779"/>
                      </a:cubicBezTo>
                      <a:cubicBezTo>
                        <a:pt x="818" y="12238"/>
                        <a:pt x="795" y="10720"/>
                        <a:pt x="772" y="9178"/>
                      </a:cubicBezTo>
                      <a:cubicBezTo>
                        <a:pt x="725" y="6119"/>
                        <a:pt x="515" y="3060"/>
                        <a:pt x="1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55" name="Google Shape;14655;p50"/>
                <p:cNvSpPr/>
                <p:nvPr/>
              </p:nvSpPr>
              <p:spPr>
                <a:xfrm>
                  <a:off x="6203700" y="2693125"/>
                  <a:ext cx="44975" cy="49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19991" extrusionOk="0">
                      <a:moveTo>
                        <a:pt x="1728" y="1"/>
                      </a:moveTo>
                      <a:cubicBezTo>
                        <a:pt x="981" y="3270"/>
                        <a:pt x="467" y="6586"/>
                        <a:pt x="234" y="9949"/>
                      </a:cubicBezTo>
                      <a:cubicBezTo>
                        <a:pt x="94" y="11630"/>
                        <a:pt x="0" y="13312"/>
                        <a:pt x="70" y="14970"/>
                      </a:cubicBezTo>
                      <a:cubicBezTo>
                        <a:pt x="164" y="16651"/>
                        <a:pt x="304" y="18333"/>
                        <a:pt x="607" y="19991"/>
                      </a:cubicBezTo>
                      <a:lnTo>
                        <a:pt x="677" y="19991"/>
                      </a:lnTo>
                      <a:cubicBezTo>
                        <a:pt x="701" y="18309"/>
                        <a:pt x="654" y="16628"/>
                        <a:pt x="677" y="14970"/>
                      </a:cubicBezTo>
                      <a:cubicBezTo>
                        <a:pt x="701" y="13312"/>
                        <a:pt x="654" y="11630"/>
                        <a:pt x="724" y="9972"/>
                      </a:cubicBezTo>
                      <a:cubicBezTo>
                        <a:pt x="841" y="6633"/>
                        <a:pt x="1215" y="3317"/>
                        <a:pt x="1798" y="24"/>
                      </a:cubicBezTo>
                      <a:lnTo>
                        <a:pt x="172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56" name="Google Shape;14656;p50"/>
                <p:cNvSpPr/>
                <p:nvPr/>
              </p:nvSpPr>
              <p:spPr>
                <a:xfrm>
                  <a:off x="6173325" y="2718825"/>
                  <a:ext cx="28050" cy="39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15647" extrusionOk="0">
                      <a:moveTo>
                        <a:pt x="1" y="0"/>
                      </a:moveTo>
                      <a:cubicBezTo>
                        <a:pt x="211" y="2616"/>
                        <a:pt x="351" y="5231"/>
                        <a:pt x="445" y="7823"/>
                      </a:cubicBezTo>
                      <a:cubicBezTo>
                        <a:pt x="468" y="9131"/>
                        <a:pt x="445" y="10439"/>
                        <a:pt x="515" y="11747"/>
                      </a:cubicBezTo>
                      <a:cubicBezTo>
                        <a:pt x="608" y="13054"/>
                        <a:pt x="655" y="14339"/>
                        <a:pt x="818" y="15647"/>
                      </a:cubicBezTo>
                      <a:lnTo>
                        <a:pt x="865" y="15647"/>
                      </a:lnTo>
                      <a:cubicBezTo>
                        <a:pt x="1052" y="14362"/>
                        <a:pt x="1098" y="13031"/>
                        <a:pt x="1122" y="11723"/>
                      </a:cubicBezTo>
                      <a:cubicBezTo>
                        <a:pt x="1122" y="10416"/>
                        <a:pt x="1028" y="9108"/>
                        <a:pt x="912" y="7800"/>
                      </a:cubicBezTo>
                      <a:cubicBezTo>
                        <a:pt x="725" y="5185"/>
                        <a:pt x="445" y="2592"/>
                        <a:pt x="7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57" name="Google Shape;14657;p50"/>
                <p:cNvSpPr/>
                <p:nvPr/>
              </p:nvSpPr>
              <p:spPr>
                <a:xfrm>
                  <a:off x="6635150" y="2544850"/>
                  <a:ext cx="56075" cy="66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" h="26553" extrusionOk="0">
                      <a:moveTo>
                        <a:pt x="2195" y="0"/>
                      </a:moveTo>
                      <a:cubicBezTo>
                        <a:pt x="1215" y="4344"/>
                        <a:pt x="561" y="8757"/>
                        <a:pt x="257" y="13218"/>
                      </a:cubicBezTo>
                      <a:cubicBezTo>
                        <a:pt x="94" y="15436"/>
                        <a:pt x="0" y="17678"/>
                        <a:pt x="70" y="19897"/>
                      </a:cubicBezTo>
                      <a:cubicBezTo>
                        <a:pt x="164" y="22139"/>
                        <a:pt x="327" y="24357"/>
                        <a:pt x="701" y="26552"/>
                      </a:cubicBezTo>
                      <a:lnTo>
                        <a:pt x="771" y="26552"/>
                      </a:lnTo>
                      <a:cubicBezTo>
                        <a:pt x="724" y="24334"/>
                        <a:pt x="654" y="22115"/>
                        <a:pt x="677" y="19897"/>
                      </a:cubicBezTo>
                      <a:cubicBezTo>
                        <a:pt x="677" y="17678"/>
                        <a:pt x="654" y="15460"/>
                        <a:pt x="748" y="13241"/>
                      </a:cubicBezTo>
                      <a:cubicBezTo>
                        <a:pt x="934" y="8804"/>
                        <a:pt x="1448" y="4390"/>
                        <a:pt x="224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58" name="Google Shape;14658;p50"/>
                <p:cNvSpPr/>
                <p:nvPr/>
              </p:nvSpPr>
              <p:spPr>
                <a:xfrm>
                  <a:off x="6591950" y="2578700"/>
                  <a:ext cx="34450" cy="52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8" h="20808" extrusionOk="0">
                      <a:moveTo>
                        <a:pt x="0" y="0"/>
                      </a:moveTo>
                      <a:cubicBezTo>
                        <a:pt x="304" y="3457"/>
                        <a:pt x="514" y="6936"/>
                        <a:pt x="654" y="10393"/>
                      </a:cubicBezTo>
                      <a:cubicBezTo>
                        <a:pt x="701" y="12144"/>
                        <a:pt x="701" y="13872"/>
                        <a:pt x="771" y="15600"/>
                      </a:cubicBezTo>
                      <a:cubicBezTo>
                        <a:pt x="864" y="17328"/>
                        <a:pt x="911" y="19080"/>
                        <a:pt x="1074" y="20808"/>
                      </a:cubicBezTo>
                      <a:lnTo>
                        <a:pt x="1144" y="20808"/>
                      </a:lnTo>
                      <a:cubicBezTo>
                        <a:pt x="1331" y="19080"/>
                        <a:pt x="1355" y="17328"/>
                        <a:pt x="1378" y="15600"/>
                      </a:cubicBezTo>
                      <a:cubicBezTo>
                        <a:pt x="1378" y="13849"/>
                        <a:pt x="1238" y="12121"/>
                        <a:pt x="1121" y="10369"/>
                      </a:cubicBezTo>
                      <a:cubicBezTo>
                        <a:pt x="888" y="6913"/>
                        <a:pt x="537" y="3433"/>
                        <a:pt x="7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59" name="Google Shape;14659;p50"/>
                <p:cNvSpPr/>
                <p:nvPr/>
              </p:nvSpPr>
              <p:spPr>
                <a:xfrm>
                  <a:off x="6495600" y="2753275"/>
                  <a:ext cx="61925" cy="45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7" h="18239" extrusionOk="0">
                      <a:moveTo>
                        <a:pt x="118" y="0"/>
                      </a:moveTo>
                      <a:lnTo>
                        <a:pt x="1" y="23"/>
                      </a:lnTo>
                      <a:cubicBezTo>
                        <a:pt x="211" y="1541"/>
                        <a:pt x="421" y="3059"/>
                        <a:pt x="585" y="4577"/>
                      </a:cubicBezTo>
                      <a:cubicBezTo>
                        <a:pt x="771" y="6095"/>
                        <a:pt x="912" y="7613"/>
                        <a:pt x="1005" y="9131"/>
                      </a:cubicBezTo>
                      <a:cubicBezTo>
                        <a:pt x="1122" y="10649"/>
                        <a:pt x="1075" y="12167"/>
                        <a:pt x="1262" y="13685"/>
                      </a:cubicBezTo>
                      <a:cubicBezTo>
                        <a:pt x="1425" y="15203"/>
                        <a:pt x="1612" y="16721"/>
                        <a:pt x="1962" y="18239"/>
                      </a:cubicBezTo>
                      <a:lnTo>
                        <a:pt x="2079" y="18239"/>
                      </a:lnTo>
                      <a:cubicBezTo>
                        <a:pt x="2406" y="16697"/>
                        <a:pt x="2476" y="15156"/>
                        <a:pt x="2476" y="13615"/>
                      </a:cubicBezTo>
                      <a:cubicBezTo>
                        <a:pt x="2476" y="12073"/>
                        <a:pt x="2196" y="10556"/>
                        <a:pt x="1962" y="9038"/>
                      </a:cubicBezTo>
                      <a:cubicBezTo>
                        <a:pt x="1752" y="7520"/>
                        <a:pt x="1495" y="6002"/>
                        <a:pt x="1192" y="4484"/>
                      </a:cubicBezTo>
                      <a:cubicBezTo>
                        <a:pt x="865" y="2989"/>
                        <a:pt x="538" y="1471"/>
                        <a:pt x="1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60" name="Google Shape;14660;p50"/>
                <p:cNvSpPr/>
                <p:nvPr/>
              </p:nvSpPr>
              <p:spPr>
                <a:xfrm>
                  <a:off x="5622200" y="2419900"/>
                  <a:ext cx="47900" cy="22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6" h="9155" extrusionOk="0">
                      <a:moveTo>
                        <a:pt x="1869" y="1"/>
                      </a:moveTo>
                      <a:cubicBezTo>
                        <a:pt x="1121" y="1378"/>
                        <a:pt x="561" y="2896"/>
                        <a:pt x="257" y="4438"/>
                      </a:cubicBezTo>
                      <a:cubicBezTo>
                        <a:pt x="117" y="5208"/>
                        <a:pt x="0" y="6002"/>
                        <a:pt x="24" y="6796"/>
                      </a:cubicBezTo>
                      <a:cubicBezTo>
                        <a:pt x="24" y="7590"/>
                        <a:pt x="94" y="8384"/>
                        <a:pt x="304" y="9155"/>
                      </a:cubicBezTo>
                      <a:lnTo>
                        <a:pt x="327" y="9155"/>
                      </a:lnTo>
                      <a:cubicBezTo>
                        <a:pt x="304" y="8361"/>
                        <a:pt x="281" y="7590"/>
                        <a:pt x="304" y="6796"/>
                      </a:cubicBezTo>
                      <a:cubicBezTo>
                        <a:pt x="351" y="6026"/>
                        <a:pt x="397" y="5255"/>
                        <a:pt x="514" y="4484"/>
                      </a:cubicBezTo>
                      <a:cubicBezTo>
                        <a:pt x="748" y="2943"/>
                        <a:pt x="1215" y="1448"/>
                        <a:pt x="1915" y="24"/>
                      </a:cubicBezTo>
                      <a:lnTo>
                        <a:pt x="186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61" name="Google Shape;14661;p50"/>
                <p:cNvSpPr/>
                <p:nvPr/>
              </p:nvSpPr>
              <p:spPr>
                <a:xfrm>
                  <a:off x="5650800" y="2501050"/>
                  <a:ext cx="36225" cy="18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9" h="7264" extrusionOk="0">
                      <a:moveTo>
                        <a:pt x="1402" y="1"/>
                      </a:moveTo>
                      <a:cubicBezTo>
                        <a:pt x="1308" y="1215"/>
                        <a:pt x="1122" y="2453"/>
                        <a:pt x="865" y="3644"/>
                      </a:cubicBezTo>
                      <a:cubicBezTo>
                        <a:pt x="725" y="4251"/>
                        <a:pt x="561" y="4835"/>
                        <a:pt x="421" y="5442"/>
                      </a:cubicBezTo>
                      <a:cubicBezTo>
                        <a:pt x="281" y="6049"/>
                        <a:pt x="117" y="6633"/>
                        <a:pt x="1" y="7240"/>
                      </a:cubicBezTo>
                      <a:lnTo>
                        <a:pt x="24" y="7263"/>
                      </a:lnTo>
                      <a:cubicBezTo>
                        <a:pt x="304" y="6703"/>
                        <a:pt x="514" y="6119"/>
                        <a:pt x="701" y="5512"/>
                      </a:cubicBezTo>
                      <a:cubicBezTo>
                        <a:pt x="888" y="4928"/>
                        <a:pt x="1005" y="4297"/>
                        <a:pt x="1098" y="3690"/>
                      </a:cubicBezTo>
                      <a:cubicBezTo>
                        <a:pt x="1308" y="2476"/>
                        <a:pt x="1425" y="1238"/>
                        <a:pt x="144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62" name="Google Shape;14662;p50"/>
                <p:cNvSpPr/>
                <p:nvPr/>
              </p:nvSpPr>
              <p:spPr>
                <a:xfrm>
                  <a:off x="5564400" y="2464850"/>
                  <a:ext cx="15200" cy="22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9179" extrusionOk="0">
                      <a:moveTo>
                        <a:pt x="0" y="1"/>
                      </a:moveTo>
                      <a:cubicBezTo>
                        <a:pt x="164" y="1519"/>
                        <a:pt x="257" y="3060"/>
                        <a:pt x="281" y="4578"/>
                      </a:cubicBezTo>
                      <a:lnTo>
                        <a:pt x="257" y="6866"/>
                      </a:lnTo>
                      <a:cubicBezTo>
                        <a:pt x="257" y="7637"/>
                        <a:pt x="257" y="8408"/>
                        <a:pt x="281" y="9178"/>
                      </a:cubicBezTo>
                      <a:lnTo>
                        <a:pt x="304" y="9178"/>
                      </a:lnTo>
                      <a:cubicBezTo>
                        <a:pt x="467" y="8408"/>
                        <a:pt x="514" y="7637"/>
                        <a:pt x="561" y="6890"/>
                      </a:cubicBezTo>
                      <a:cubicBezTo>
                        <a:pt x="608" y="6119"/>
                        <a:pt x="561" y="5348"/>
                        <a:pt x="514" y="4578"/>
                      </a:cubicBezTo>
                      <a:cubicBezTo>
                        <a:pt x="444" y="3037"/>
                        <a:pt x="281" y="1519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63" name="Google Shape;14663;p50"/>
                <p:cNvSpPr/>
                <p:nvPr/>
              </p:nvSpPr>
              <p:spPr>
                <a:xfrm>
                  <a:off x="6825475" y="2476525"/>
                  <a:ext cx="57225" cy="26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9" h="10767" extrusionOk="0">
                      <a:moveTo>
                        <a:pt x="2266" y="1"/>
                      </a:moveTo>
                      <a:cubicBezTo>
                        <a:pt x="1518" y="1706"/>
                        <a:pt x="935" y="3457"/>
                        <a:pt x="538" y="5255"/>
                      </a:cubicBezTo>
                      <a:cubicBezTo>
                        <a:pt x="351" y="6166"/>
                        <a:pt x="164" y="7077"/>
                        <a:pt x="94" y="7987"/>
                      </a:cubicBezTo>
                      <a:cubicBezTo>
                        <a:pt x="24" y="8922"/>
                        <a:pt x="0" y="9856"/>
                        <a:pt x="70" y="10766"/>
                      </a:cubicBezTo>
                      <a:lnTo>
                        <a:pt x="117" y="10766"/>
                      </a:lnTo>
                      <a:cubicBezTo>
                        <a:pt x="211" y="9856"/>
                        <a:pt x="281" y="8945"/>
                        <a:pt x="397" y="8034"/>
                      </a:cubicBezTo>
                      <a:cubicBezTo>
                        <a:pt x="514" y="7123"/>
                        <a:pt x="608" y="6213"/>
                        <a:pt x="794" y="5302"/>
                      </a:cubicBezTo>
                      <a:cubicBezTo>
                        <a:pt x="1121" y="3504"/>
                        <a:pt x="1635" y="1729"/>
                        <a:pt x="2289" y="24"/>
                      </a:cubicBezTo>
                      <a:lnTo>
                        <a:pt x="2266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64" name="Google Shape;14664;p50"/>
                <p:cNvSpPr/>
                <p:nvPr/>
              </p:nvSpPr>
              <p:spPr>
                <a:xfrm>
                  <a:off x="6814975" y="2485875"/>
                  <a:ext cx="15200" cy="21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8525" extrusionOk="0">
                      <a:moveTo>
                        <a:pt x="490" y="0"/>
                      </a:moveTo>
                      <a:cubicBezTo>
                        <a:pt x="467" y="1425"/>
                        <a:pt x="420" y="2849"/>
                        <a:pt x="304" y="4274"/>
                      </a:cubicBezTo>
                      <a:cubicBezTo>
                        <a:pt x="234" y="4975"/>
                        <a:pt x="164" y="5675"/>
                        <a:pt x="117" y="6399"/>
                      </a:cubicBezTo>
                      <a:cubicBezTo>
                        <a:pt x="70" y="7100"/>
                        <a:pt x="0" y="7800"/>
                        <a:pt x="0" y="8524"/>
                      </a:cubicBezTo>
                      <a:lnTo>
                        <a:pt x="23" y="8524"/>
                      </a:lnTo>
                      <a:cubicBezTo>
                        <a:pt x="210" y="7847"/>
                        <a:pt x="304" y="7123"/>
                        <a:pt x="397" y="6422"/>
                      </a:cubicBezTo>
                      <a:cubicBezTo>
                        <a:pt x="490" y="5698"/>
                        <a:pt x="514" y="4998"/>
                        <a:pt x="537" y="4274"/>
                      </a:cubicBezTo>
                      <a:cubicBezTo>
                        <a:pt x="607" y="2849"/>
                        <a:pt x="584" y="1425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65" name="Google Shape;14665;p50"/>
                <p:cNvSpPr/>
                <p:nvPr/>
              </p:nvSpPr>
              <p:spPr>
                <a:xfrm>
                  <a:off x="6765925" y="2551850"/>
                  <a:ext cx="12275" cy="18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1" h="7544" extrusionOk="0">
                      <a:moveTo>
                        <a:pt x="0" y="0"/>
                      </a:moveTo>
                      <a:cubicBezTo>
                        <a:pt x="140" y="1261"/>
                        <a:pt x="211" y="2522"/>
                        <a:pt x="187" y="3760"/>
                      </a:cubicBezTo>
                      <a:cubicBezTo>
                        <a:pt x="187" y="4391"/>
                        <a:pt x="140" y="5021"/>
                        <a:pt x="140" y="5652"/>
                      </a:cubicBezTo>
                      <a:cubicBezTo>
                        <a:pt x="140" y="6282"/>
                        <a:pt x="94" y="6889"/>
                        <a:pt x="117" y="7543"/>
                      </a:cubicBezTo>
                      <a:lnTo>
                        <a:pt x="140" y="7543"/>
                      </a:lnTo>
                      <a:cubicBezTo>
                        <a:pt x="304" y="6913"/>
                        <a:pt x="374" y="6282"/>
                        <a:pt x="444" y="5652"/>
                      </a:cubicBezTo>
                      <a:cubicBezTo>
                        <a:pt x="491" y="5021"/>
                        <a:pt x="467" y="4391"/>
                        <a:pt x="444" y="3760"/>
                      </a:cubicBezTo>
                      <a:cubicBezTo>
                        <a:pt x="397" y="2499"/>
                        <a:pt x="257" y="123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66" name="Google Shape;14666;p50"/>
                <p:cNvSpPr/>
                <p:nvPr/>
              </p:nvSpPr>
              <p:spPr>
                <a:xfrm>
                  <a:off x="6869250" y="2550100"/>
                  <a:ext cx="14625" cy="18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7544" extrusionOk="0">
                      <a:moveTo>
                        <a:pt x="351" y="0"/>
                      </a:moveTo>
                      <a:lnTo>
                        <a:pt x="328" y="24"/>
                      </a:lnTo>
                      <a:cubicBezTo>
                        <a:pt x="398" y="1261"/>
                        <a:pt x="398" y="2522"/>
                        <a:pt x="304" y="3783"/>
                      </a:cubicBezTo>
                      <a:cubicBezTo>
                        <a:pt x="258" y="4414"/>
                        <a:pt x="188" y="5021"/>
                        <a:pt x="141" y="5652"/>
                      </a:cubicBezTo>
                      <a:cubicBezTo>
                        <a:pt x="94" y="6282"/>
                        <a:pt x="24" y="6889"/>
                        <a:pt x="1" y="7543"/>
                      </a:cubicBezTo>
                      <a:lnTo>
                        <a:pt x="24" y="7543"/>
                      </a:lnTo>
                      <a:cubicBezTo>
                        <a:pt x="234" y="6936"/>
                        <a:pt x="328" y="6305"/>
                        <a:pt x="421" y="5675"/>
                      </a:cubicBezTo>
                      <a:cubicBezTo>
                        <a:pt x="515" y="5068"/>
                        <a:pt x="538" y="4414"/>
                        <a:pt x="538" y="3783"/>
                      </a:cubicBezTo>
                      <a:cubicBezTo>
                        <a:pt x="585" y="2522"/>
                        <a:pt x="515" y="1261"/>
                        <a:pt x="35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67" name="Google Shape;14667;p50"/>
                <p:cNvSpPr/>
                <p:nvPr/>
              </p:nvSpPr>
              <p:spPr>
                <a:xfrm>
                  <a:off x="5811350" y="2335250"/>
                  <a:ext cx="12875" cy="16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6680" extrusionOk="0">
                      <a:moveTo>
                        <a:pt x="491" y="0"/>
                      </a:moveTo>
                      <a:cubicBezTo>
                        <a:pt x="234" y="1098"/>
                        <a:pt x="94" y="2196"/>
                        <a:pt x="48" y="3316"/>
                      </a:cubicBezTo>
                      <a:cubicBezTo>
                        <a:pt x="1" y="4461"/>
                        <a:pt x="94" y="5582"/>
                        <a:pt x="374" y="6679"/>
                      </a:cubicBezTo>
                      <a:lnTo>
                        <a:pt x="398" y="6679"/>
                      </a:lnTo>
                      <a:cubicBezTo>
                        <a:pt x="258" y="5558"/>
                        <a:pt x="188" y="4437"/>
                        <a:pt x="164" y="3340"/>
                      </a:cubicBezTo>
                      <a:cubicBezTo>
                        <a:pt x="188" y="2219"/>
                        <a:pt x="304" y="1098"/>
                        <a:pt x="5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68" name="Google Shape;14668;p50"/>
                <p:cNvSpPr/>
                <p:nvPr/>
              </p:nvSpPr>
              <p:spPr>
                <a:xfrm>
                  <a:off x="5791500" y="2346350"/>
                  <a:ext cx="17550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5162" extrusionOk="0">
                      <a:moveTo>
                        <a:pt x="1" y="0"/>
                      </a:moveTo>
                      <a:cubicBezTo>
                        <a:pt x="164" y="864"/>
                        <a:pt x="281" y="1705"/>
                        <a:pt x="374" y="2569"/>
                      </a:cubicBezTo>
                      <a:cubicBezTo>
                        <a:pt x="468" y="3433"/>
                        <a:pt x="538" y="4297"/>
                        <a:pt x="655" y="5161"/>
                      </a:cubicBezTo>
                      <a:lnTo>
                        <a:pt x="678" y="5161"/>
                      </a:lnTo>
                      <a:cubicBezTo>
                        <a:pt x="701" y="4297"/>
                        <a:pt x="631" y="3433"/>
                        <a:pt x="491" y="2569"/>
                      </a:cubicBezTo>
                      <a:cubicBezTo>
                        <a:pt x="374" y="1705"/>
                        <a:pt x="211" y="84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69" name="Google Shape;14669;p50"/>
                <p:cNvSpPr/>
                <p:nvPr/>
              </p:nvSpPr>
              <p:spPr>
                <a:xfrm>
                  <a:off x="5762900" y="2390700"/>
                  <a:ext cx="21050" cy="11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4532" extrusionOk="0">
                      <a:moveTo>
                        <a:pt x="1" y="1"/>
                      </a:moveTo>
                      <a:lnTo>
                        <a:pt x="1" y="24"/>
                      </a:lnTo>
                      <a:cubicBezTo>
                        <a:pt x="211" y="748"/>
                        <a:pt x="374" y="1495"/>
                        <a:pt x="491" y="2266"/>
                      </a:cubicBezTo>
                      <a:lnTo>
                        <a:pt x="795" y="4531"/>
                      </a:lnTo>
                      <a:cubicBezTo>
                        <a:pt x="841" y="3761"/>
                        <a:pt x="771" y="2990"/>
                        <a:pt x="608" y="2243"/>
                      </a:cubicBezTo>
                      <a:cubicBezTo>
                        <a:pt x="468" y="1495"/>
                        <a:pt x="257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70" name="Google Shape;14670;p50"/>
                <p:cNvSpPr/>
                <p:nvPr/>
              </p:nvSpPr>
              <p:spPr>
                <a:xfrm>
                  <a:off x="5828875" y="2379625"/>
                  <a:ext cx="18125" cy="11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54" extrusionOk="0">
                      <a:moveTo>
                        <a:pt x="0" y="0"/>
                      </a:moveTo>
                      <a:cubicBezTo>
                        <a:pt x="187" y="747"/>
                        <a:pt x="327" y="1495"/>
                        <a:pt x="421" y="2265"/>
                      </a:cubicBezTo>
                      <a:lnTo>
                        <a:pt x="631" y="4554"/>
                      </a:lnTo>
                      <a:lnTo>
                        <a:pt x="654" y="4554"/>
                      </a:lnTo>
                      <a:cubicBezTo>
                        <a:pt x="724" y="3783"/>
                        <a:pt x="678" y="3013"/>
                        <a:pt x="538" y="2242"/>
                      </a:cubicBezTo>
                      <a:cubicBezTo>
                        <a:pt x="421" y="1495"/>
                        <a:pt x="234" y="74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71" name="Google Shape;14671;p50"/>
                <p:cNvSpPr/>
                <p:nvPr/>
              </p:nvSpPr>
              <p:spPr>
                <a:xfrm>
                  <a:off x="5887850" y="2606150"/>
                  <a:ext cx="12850" cy="16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" h="6680" extrusionOk="0">
                      <a:moveTo>
                        <a:pt x="491" y="0"/>
                      </a:moveTo>
                      <a:cubicBezTo>
                        <a:pt x="234" y="1098"/>
                        <a:pt x="94" y="2219"/>
                        <a:pt x="47" y="3340"/>
                      </a:cubicBezTo>
                      <a:cubicBezTo>
                        <a:pt x="0" y="4460"/>
                        <a:pt x="94" y="5605"/>
                        <a:pt x="374" y="6679"/>
                      </a:cubicBezTo>
                      <a:lnTo>
                        <a:pt x="397" y="6679"/>
                      </a:lnTo>
                      <a:cubicBezTo>
                        <a:pt x="280" y="5558"/>
                        <a:pt x="187" y="4460"/>
                        <a:pt x="187" y="3340"/>
                      </a:cubicBezTo>
                      <a:cubicBezTo>
                        <a:pt x="187" y="2219"/>
                        <a:pt x="304" y="1121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72" name="Google Shape;14672;p50"/>
                <p:cNvSpPr/>
                <p:nvPr/>
              </p:nvSpPr>
              <p:spPr>
                <a:xfrm>
                  <a:off x="5868000" y="2617225"/>
                  <a:ext cx="17525" cy="12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86" extrusionOk="0">
                      <a:moveTo>
                        <a:pt x="0" y="1"/>
                      </a:moveTo>
                      <a:cubicBezTo>
                        <a:pt x="164" y="865"/>
                        <a:pt x="280" y="1729"/>
                        <a:pt x="374" y="2593"/>
                      </a:cubicBezTo>
                      <a:cubicBezTo>
                        <a:pt x="467" y="3457"/>
                        <a:pt x="537" y="4321"/>
                        <a:pt x="654" y="5185"/>
                      </a:cubicBezTo>
                      <a:lnTo>
                        <a:pt x="677" y="5185"/>
                      </a:lnTo>
                      <a:cubicBezTo>
                        <a:pt x="701" y="4298"/>
                        <a:pt x="631" y="3434"/>
                        <a:pt x="491" y="2570"/>
                      </a:cubicBezTo>
                      <a:cubicBezTo>
                        <a:pt x="374" y="1706"/>
                        <a:pt x="210" y="865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73" name="Google Shape;14673;p50"/>
                <p:cNvSpPr/>
                <p:nvPr/>
              </p:nvSpPr>
              <p:spPr>
                <a:xfrm>
                  <a:off x="5905350" y="2651100"/>
                  <a:ext cx="18125" cy="11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31" extrusionOk="0">
                      <a:moveTo>
                        <a:pt x="1" y="0"/>
                      </a:moveTo>
                      <a:cubicBezTo>
                        <a:pt x="188" y="748"/>
                        <a:pt x="328" y="1495"/>
                        <a:pt x="421" y="2265"/>
                      </a:cubicBezTo>
                      <a:lnTo>
                        <a:pt x="631" y="4531"/>
                      </a:lnTo>
                      <a:lnTo>
                        <a:pt x="655" y="4531"/>
                      </a:lnTo>
                      <a:cubicBezTo>
                        <a:pt x="725" y="3783"/>
                        <a:pt x="678" y="2989"/>
                        <a:pt x="538" y="2242"/>
                      </a:cubicBezTo>
                      <a:cubicBezTo>
                        <a:pt x="421" y="1471"/>
                        <a:pt x="234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74" name="Google Shape;14674;p50"/>
                <p:cNvSpPr/>
                <p:nvPr/>
              </p:nvSpPr>
              <p:spPr>
                <a:xfrm>
                  <a:off x="6327475" y="2243575"/>
                  <a:ext cx="18125" cy="1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5489" extrusionOk="0">
                      <a:moveTo>
                        <a:pt x="724" y="1"/>
                      </a:moveTo>
                      <a:cubicBezTo>
                        <a:pt x="420" y="888"/>
                        <a:pt x="234" y="1799"/>
                        <a:pt x="117" y="2710"/>
                      </a:cubicBezTo>
                      <a:cubicBezTo>
                        <a:pt x="0" y="3644"/>
                        <a:pt x="0" y="4578"/>
                        <a:pt x="164" y="5489"/>
                      </a:cubicBezTo>
                      <a:lnTo>
                        <a:pt x="187" y="5489"/>
                      </a:lnTo>
                      <a:cubicBezTo>
                        <a:pt x="164" y="4578"/>
                        <a:pt x="187" y="3644"/>
                        <a:pt x="234" y="2733"/>
                      </a:cubicBezTo>
                      <a:cubicBezTo>
                        <a:pt x="327" y="1822"/>
                        <a:pt x="491" y="912"/>
                        <a:pt x="7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75" name="Google Shape;14675;p50"/>
                <p:cNvSpPr/>
                <p:nvPr/>
              </p:nvSpPr>
              <p:spPr>
                <a:xfrm>
                  <a:off x="6318125" y="2250600"/>
                  <a:ext cx="7625" cy="10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298" extrusionOk="0">
                      <a:moveTo>
                        <a:pt x="0" y="0"/>
                      </a:moveTo>
                      <a:cubicBezTo>
                        <a:pt x="71" y="724"/>
                        <a:pt x="117" y="1448"/>
                        <a:pt x="141" y="2149"/>
                      </a:cubicBezTo>
                      <a:cubicBezTo>
                        <a:pt x="141" y="2873"/>
                        <a:pt x="141" y="3597"/>
                        <a:pt x="187" y="4297"/>
                      </a:cubicBezTo>
                      <a:lnTo>
                        <a:pt x="211" y="4297"/>
                      </a:lnTo>
                      <a:cubicBezTo>
                        <a:pt x="304" y="3597"/>
                        <a:pt x="304" y="2873"/>
                        <a:pt x="257" y="2149"/>
                      </a:cubicBezTo>
                      <a:cubicBezTo>
                        <a:pt x="211" y="1425"/>
                        <a:pt x="141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76" name="Google Shape;14676;p50"/>
                <p:cNvSpPr/>
                <p:nvPr/>
              </p:nvSpPr>
              <p:spPr>
                <a:xfrm>
                  <a:off x="6346725" y="2280950"/>
                  <a:ext cx="93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" h="3784" extrusionOk="0">
                      <a:moveTo>
                        <a:pt x="1" y="1"/>
                      </a:moveTo>
                      <a:cubicBezTo>
                        <a:pt x="94" y="631"/>
                        <a:pt x="164" y="1262"/>
                        <a:pt x="188" y="1892"/>
                      </a:cubicBezTo>
                      <a:cubicBezTo>
                        <a:pt x="188" y="2523"/>
                        <a:pt x="188" y="3130"/>
                        <a:pt x="211" y="3784"/>
                      </a:cubicBezTo>
                      <a:lnTo>
                        <a:pt x="234" y="3784"/>
                      </a:lnTo>
                      <a:cubicBezTo>
                        <a:pt x="351" y="3153"/>
                        <a:pt x="374" y="2499"/>
                        <a:pt x="304" y="1869"/>
                      </a:cubicBezTo>
                      <a:cubicBezTo>
                        <a:pt x="258" y="1238"/>
                        <a:pt x="164" y="60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77" name="Google Shape;14677;p50"/>
                <p:cNvSpPr/>
                <p:nvPr/>
              </p:nvSpPr>
              <p:spPr>
                <a:xfrm>
                  <a:off x="6283100" y="2276875"/>
                  <a:ext cx="87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3784" extrusionOk="0">
                      <a:moveTo>
                        <a:pt x="0" y="0"/>
                      </a:moveTo>
                      <a:cubicBezTo>
                        <a:pt x="94" y="631"/>
                        <a:pt x="164" y="1261"/>
                        <a:pt x="187" y="1892"/>
                      </a:cubicBezTo>
                      <a:cubicBezTo>
                        <a:pt x="187" y="2522"/>
                        <a:pt x="187" y="3153"/>
                        <a:pt x="210" y="3783"/>
                      </a:cubicBezTo>
                      <a:lnTo>
                        <a:pt x="234" y="3783"/>
                      </a:lnTo>
                      <a:cubicBezTo>
                        <a:pt x="351" y="3153"/>
                        <a:pt x="351" y="2522"/>
                        <a:pt x="304" y="1868"/>
                      </a:cubicBezTo>
                      <a:cubicBezTo>
                        <a:pt x="257" y="1238"/>
                        <a:pt x="164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78" name="Google Shape;14678;p50"/>
                <p:cNvSpPr/>
                <p:nvPr/>
              </p:nvSpPr>
              <p:spPr>
                <a:xfrm>
                  <a:off x="2408800" y="2876450"/>
                  <a:ext cx="28050" cy="1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5489" extrusionOk="0">
                      <a:moveTo>
                        <a:pt x="1098" y="0"/>
                      </a:moveTo>
                      <a:cubicBezTo>
                        <a:pt x="654" y="841"/>
                        <a:pt x="327" y="1729"/>
                        <a:pt x="164" y="2686"/>
                      </a:cubicBezTo>
                      <a:cubicBezTo>
                        <a:pt x="0" y="3620"/>
                        <a:pt x="70" y="4578"/>
                        <a:pt x="374" y="5488"/>
                      </a:cubicBezTo>
                      <a:cubicBezTo>
                        <a:pt x="234" y="4554"/>
                        <a:pt x="187" y="3620"/>
                        <a:pt x="304" y="2686"/>
                      </a:cubicBezTo>
                      <a:cubicBezTo>
                        <a:pt x="421" y="1775"/>
                        <a:pt x="701" y="865"/>
                        <a:pt x="1121" y="24"/>
                      </a:cubicBezTo>
                      <a:lnTo>
                        <a:pt x="1098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79" name="Google Shape;14679;p50"/>
                <p:cNvSpPr/>
                <p:nvPr/>
              </p:nvSpPr>
              <p:spPr>
                <a:xfrm>
                  <a:off x="2384850" y="2882300"/>
                  <a:ext cx="17550" cy="10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4321" extrusionOk="0">
                      <a:moveTo>
                        <a:pt x="1" y="0"/>
                      </a:moveTo>
                      <a:cubicBezTo>
                        <a:pt x="188" y="701"/>
                        <a:pt x="328" y="1425"/>
                        <a:pt x="421" y="2148"/>
                      </a:cubicBezTo>
                      <a:cubicBezTo>
                        <a:pt x="491" y="2872"/>
                        <a:pt x="538" y="3596"/>
                        <a:pt x="608" y="4320"/>
                      </a:cubicBezTo>
                      <a:cubicBezTo>
                        <a:pt x="701" y="3596"/>
                        <a:pt x="655" y="2849"/>
                        <a:pt x="538" y="2125"/>
                      </a:cubicBezTo>
                      <a:cubicBezTo>
                        <a:pt x="421" y="1401"/>
                        <a:pt x="234" y="70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80" name="Google Shape;14680;p50"/>
                <p:cNvSpPr/>
                <p:nvPr/>
              </p:nvSpPr>
              <p:spPr>
                <a:xfrm>
                  <a:off x="2432150" y="2944750"/>
                  <a:ext cx="19300" cy="9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" h="380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1" y="631"/>
                        <a:pt x="397" y="1238"/>
                        <a:pt x="491" y="1892"/>
                      </a:cubicBezTo>
                      <a:cubicBezTo>
                        <a:pt x="561" y="2523"/>
                        <a:pt x="584" y="3177"/>
                        <a:pt x="608" y="3807"/>
                      </a:cubicBezTo>
                      <a:lnTo>
                        <a:pt x="631" y="3807"/>
                      </a:lnTo>
                      <a:cubicBezTo>
                        <a:pt x="771" y="3177"/>
                        <a:pt x="748" y="2500"/>
                        <a:pt x="608" y="1869"/>
                      </a:cubicBezTo>
                      <a:cubicBezTo>
                        <a:pt x="491" y="1215"/>
                        <a:pt x="281" y="608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81" name="Google Shape;14681;p50"/>
                <p:cNvSpPr/>
                <p:nvPr/>
              </p:nvSpPr>
              <p:spPr>
                <a:xfrm>
                  <a:off x="4647775" y="2679125"/>
                  <a:ext cx="13450" cy="13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" h="5559" extrusionOk="0">
                      <a:moveTo>
                        <a:pt x="258" y="0"/>
                      </a:moveTo>
                      <a:cubicBezTo>
                        <a:pt x="71" y="911"/>
                        <a:pt x="1" y="1868"/>
                        <a:pt x="24" y="2803"/>
                      </a:cubicBezTo>
                      <a:cubicBezTo>
                        <a:pt x="48" y="3737"/>
                        <a:pt x="188" y="4671"/>
                        <a:pt x="515" y="5558"/>
                      </a:cubicBezTo>
                      <a:lnTo>
                        <a:pt x="538" y="5558"/>
                      </a:lnTo>
                      <a:cubicBezTo>
                        <a:pt x="375" y="4647"/>
                        <a:pt x="211" y="3713"/>
                        <a:pt x="141" y="2803"/>
                      </a:cubicBezTo>
                      <a:cubicBezTo>
                        <a:pt x="94" y="1868"/>
                        <a:pt x="141" y="934"/>
                        <a:pt x="28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82" name="Google Shape;14682;p50"/>
                <p:cNvSpPr/>
                <p:nvPr/>
              </p:nvSpPr>
              <p:spPr>
                <a:xfrm>
                  <a:off x="4623850" y="2687875"/>
                  <a:ext cx="23375" cy="10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321" extrusionOk="0">
                      <a:moveTo>
                        <a:pt x="0" y="0"/>
                      </a:moveTo>
                      <a:cubicBezTo>
                        <a:pt x="211" y="724"/>
                        <a:pt x="374" y="1425"/>
                        <a:pt x="514" y="2149"/>
                      </a:cubicBezTo>
                      <a:cubicBezTo>
                        <a:pt x="631" y="2873"/>
                        <a:pt x="748" y="3597"/>
                        <a:pt x="911" y="4321"/>
                      </a:cubicBezTo>
                      <a:lnTo>
                        <a:pt x="935" y="4321"/>
                      </a:lnTo>
                      <a:cubicBezTo>
                        <a:pt x="935" y="3573"/>
                        <a:pt x="818" y="2850"/>
                        <a:pt x="631" y="2126"/>
                      </a:cubicBezTo>
                      <a:cubicBezTo>
                        <a:pt x="467" y="1402"/>
                        <a:pt x="257" y="70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83" name="Google Shape;14683;p50"/>
                <p:cNvSpPr/>
                <p:nvPr/>
              </p:nvSpPr>
              <p:spPr>
                <a:xfrm>
                  <a:off x="4661800" y="2716475"/>
                  <a:ext cx="22800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cubicBezTo>
                        <a:pt x="211" y="608"/>
                        <a:pt x="397" y="1238"/>
                        <a:pt x="537" y="1869"/>
                      </a:cubicBezTo>
                      <a:cubicBezTo>
                        <a:pt x="654" y="2523"/>
                        <a:pt x="748" y="3153"/>
                        <a:pt x="864" y="3784"/>
                      </a:cubicBezTo>
                      <a:lnTo>
                        <a:pt x="888" y="3784"/>
                      </a:lnTo>
                      <a:cubicBezTo>
                        <a:pt x="911" y="3130"/>
                        <a:pt x="818" y="2476"/>
                        <a:pt x="654" y="1846"/>
                      </a:cubicBezTo>
                      <a:cubicBezTo>
                        <a:pt x="491" y="1215"/>
                        <a:pt x="281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84" name="Google Shape;14684;p50"/>
                <p:cNvSpPr/>
                <p:nvPr/>
              </p:nvSpPr>
              <p:spPr>
                <a:xfrm>
                  <a:off x="4587650" y="2716475"/>
                  <a:ext cx="22800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1" y="608"/>
                        <a:pt x="374" y="1238"/>
                        <a:pt x="514" y="1869"/>
                      </a:cubicBezTo>
                      <a:cubicBezTo>
                        <a:pt x="631" y="2523"/>
                        <a:pt x="724" y="3153"/>
                        <a:pt x="865" y="3784"/>
                      </a:cubicBezTo>
                      <a:cubicBezTo>
                        <a:pt x="911" y="3130"/>
                        <a:pt x="818" y="2476"/>
                        <a:pt x="631" y="1846"/>
                      </a:cubicBezTo>
                      <a:cubicBezTo>
                        <a:pt x="468" y="1215"/>
                        <a:pt x="257" y="5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85" name="Google Shape;14685;p50"/>
                <p:cNvSpPr/>
                <p:nvPr/>
              </p:nvSpPr>
              <p:spPr>
                <a:xfrm>
                  <a:off x="5444125" y="2929000"/>
                  <a:ext cx="35050" cy="28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" h="11327" extrusionOk="0">
                      <a:moveTo>
                        <a:pt x="1379" y="0"/>
                      </a:moveTo>
                      <a:cubicBezTo>
                        <a:pt x="748" y="1822"/>
                        <a:pt x="328" y="3690"/>
                        <a:pt x="141" y="5605"/>
                      </a:cubicBezTo>
                      <a:cubicBezTo>
                        <a:pt x="47" y="6562"/>
                        <a:pt x="1" y="7520"/>
                        <a:pt x="24" y="8477"/>
                      </a:cubicBezTo>
                      <a:cubicBezTo>
                        <a:pt x="47" y="9435"/>
                        <a:pt x="117" y="10392"/>
                        <a:pt x="281" y="11326"/>
                      </a:cubicBezTo>
                      <a:lnTo>
                        <a:pt x="304" y="11326"/>
                      </a:lnTo>
                      <a:cubicBezTo>
                        <a:pt x="234" y="10392"/>
                        <a:pt x="164" y="9435"/>
                        <a:pt x="164" y="8477"/>
                      </a:cubicBezTo>
                      <a:cubicBezTo>
                        <a:pt x="141" y="7520"/>
                        <a:pt x="187" y="6562"/>
                        <a:pt x="258" y="5628"/>
                      </a:cubicBezTo>
                      <a:cubicBezTo>
                        <a:pt x="421" y="3713"/>
                        <a:pt x="818" y="1845"/>
                        <a:pt x="1402" y="24"/>
                      </a:cubicBezTo>
                      <a:lnTo>
                        <a:pt x="137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86" name="Google Shape;14686;p50"/>
                <p:cNvSpPr/>
                <p:nvPr/>
              </p:nvSpPr>
              <p:spPr>
                <a:xfrm>
                  <a:off x="5414950" y="2938925"/>
                  <a:ext cx="16950" cy="22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8" h="899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10" y="1471"/>
                        <a:pt x="350" y="2989"/>
                        <a:pt x="444" y="4484"/>
                      </a:cubicBezTo>
                      <a:cubicBezTo>
                        <a:pt x="467" y="5231"/>
                        <a:pt x="514" y="5979"/>
                        <a:pt x="514" y="6726"/>
                      </a:cubicBezTo>
                      <a:cubicBezTo>
                        <a:pt x="560" y="7473"/>
                        <a:pt x="560" y="8220"/>
                        <a:pt x="584" y="8991"/>
                      </a:cubicBezTo>
                      <a:lnTo>
                        <a:pt x="607" y="8991"/>
                      </a:lnTo>
                      <a:cubicBezTo>
                        <a:pt x="677" y="8220"/>
                        <a:pt x="677" y="7473"/>
                        <a:pt x="677" y="6726"/>
                      </a:cubicBezTo>
                      <a:cubicBezTo>
                        <a:pt x="654" y="5979"/>
                        <a:pt x="631" y="5231"/>
                        <a:pt x="560" y="4461"/>
                      </a:cubicBezTo>
                      <a:cubicBezTo>
                        <a:pt x="444" y="2966"/>
                        <a:pt x="257" y="1471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87" name="Google Shape;14687;p50"/>
                <p:cNvSpPr/>
                <p:nvPr/>
              </p:nvSpPr>
              <p:spPr>
                <a:xfrm>
                  <a:off x="5483250" y="3006650"/>
                  <a:ext cx="21050" cy="19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7917" extrusionOk="0">
                      <a:moveTo>
                        <a:pt x="0" y="0"/>
                      </a:moveTo>
                      <a:cubicBezTo>
                        <a:pt x="281" y="1308"/>
                        <a:pt x="467" y="2616"/>
                        <a:pt x="561" y="3947"/>
                      </a:cubicBezTo>
                      <a:cubicBezTo>
                        <a:pt x="654" y="5278"/>
                        <a:pt x="654" y="6586"/>
                        <a:pt x="654" y="7917"/>
                      </a:cubicBezTo>
                      <a:cubicBezTo>
                        <a:pt x="841" y="6609"/>
                        <a:pt x="818" y="5255"/>
                        <a:pt x="678" y="3923"/>
                      </a:cubicBezTo>
                      <a:cubicBezTo>
                        <a:pt x="561" y="2616"/>
                        <a:pt x="327" y="1285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88" name="Google Shape;14688;p50"/>
                <p:cNvSpPr/>
                <p:nvPr/>
              </p:nvSpPr>
              <p:spPr>
                <a:xfrm>
                  <a:off x="5332625" y="2986200"/>
                  <a:ext cx="20450" cy="19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7918" extrusionOk="0">
                      <a:moveTo>
                        <a:pt x="0" y="1"/>
                      </a:moveTo>
                      <a:cubicBezTo>
                        <a:pt x="280" y="1309"/>
                        <a:pt x="467" y="2616"/>
                        <a:pt x="561" y="3947"/>
                      </a:cubicBezTo>
                      <a:cubicBezTo>
                        <a:pt x="631" y="5279"/>
                        <a:pt x="654" y="6586"/>
                        <a:pt x="631" y="7917"/>
                      </a:cubicBezTo>
                      <a:lnTo>
                        <a:pt x="654" y="7917"/>
                      </a:lnTo>
                      <a:cubicBezTo>
                        <a:pt x="818" y="6610"/>
                        <a:pt x="818" y="5255"/>
                        <a:pt x="677" y="3924"/>
                      </a:cubicBezTo>
                      <a:cubicBezTo>
                        <a:pt x="561" y="2616"/>
                        <a:pt x="327" y="12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89" name="Google Shape;14689;p50"/>
                <p:cNvSpPr/>
                <p:nvPr/>
              </p:nvSpPr>
              <p:spPr>
                <a:xfrm>
                  <a:off x="7305975" y="2195725"/>
                  <a:ext cx="52550" cy="18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7263" extrusionOk="0">
                      <a:moveTo>
                        <a:pt x="2102" y="0"/>
                      </a:moveTo>
                      <a:cubicBezTo>
                        <a:pt x="1495" y="1121"/>
                        <a:pt x="1004" y="2289"/>
                        <a:pt x="631" y="3503"/>
                      </a:cubicBezTo>
                      <a:cubicBezTo>
                        <a:pt x="257" y="4717"/>
                        <a:pt x="23" y="5978"/>
                        <a:pt x="0" y="7263"/>
                      </a:cubicBezTo>
                      <a:cubicBezTo>
                        <a:pt x="187" y="6002"/>
                        <a:pt x="420" y="4764"/>
                        <a:pt x="747" y="3550"/>
                      </a:cubicBezTo>
                      <a:cubicBezTo>
                        <a:pt x="1098" y="2335"/>
                        <a:pt x="1541" y="1144"/>
                        <a:pt x="210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90" name="Google Shape;14690;p50"/>
                <p:cNvSpPr/>
                <p:nvPr/>
              </p:nvSpPr>
              <p:spPr>
                <a:xfrm>
                  <a:off x="7299550" y="2198625"/>
                  <a:ext cx="21025" cy="14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5839" extrusionOk="0">
                      <a:moveTo>
                        <a:pt x="818" y="1"/>
                      </a:moveTo>
                      <a:cubicBezTo>
                        <a:pt x="748" y="982"/>
                        <a:pt x="631" y="1962"/>
                        <a:pt x="467" y="2920"/>
                      </a:cubicBezTo>
                      <a:cubicBezTo>
                        <a:pt x="304" y="3901"/>
                        <a:pt x="140" y="4858"/>
                        <a:pt x="0" y="5839"/>
                      </a:cubicBezTo>
                      <a:lnTo>
                        <a:pt x="24" y="5839"/>
                      </a:lnTo>
                      <a:cubicBezTo>
                        <a:pt x="304" y="4882"/>
                        <a:pt x="491" y="3924"/>
                        <a:pt x="584" y="2943"/>
                      </a:cubicBezTo>
                      <a:cubicBezTo>
                        <a:pt x="724" y="1962"/>
                        <a:pt x="794" y="982"/>
                        <a:pt x="8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91" name="Google Shape;14691;p50"/>
                <p:cNvSpPr/>
                <p:nvPr/>
              </p:nvSpPr>
              <p:spPr>
                <a:xfrm>
                  <a:off x="7263350" y="2239500"/>
                  <a:ext cx="14025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5162" extrusionOk="0">
                      <a:moveTo>
                        <a:pt x="491" y="0"/>
                      </a:moveTo>
                      <a:cubicBezTo>
                        <a:pt x="491" y="865"/>
                        <a:pt x="444" y="1729"/>
                        <a:pt x="374" y="2593"/>
                      </a:cubicBezTo>
                      <a:cubicBezTo>
                        <a:pt x="257" y="3457"/>
                        <a:pt x="117" y="4297"/>
                        <a:pt x="0" y="5161"/>
                      </a:cubicBezTo>
                      <a:lnTo>
                        <a:pt x="24" y="5161"/>
                      </a:lnTo>
                      <a:cubicBezTo>
                        <a:pt x="281" y="4344"/>
                        <a:pt x="444" y="3480"/>
                        <a:pt x="491" y="2593"/>
                      </a:cubicBezTo>
                      <a:cubicBezTo>
                        <a:pt x="561" y="1729"/>
                        <a:pt x="561" y="865"/>
                        <a:pt x="49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92" name="Google Shape;14692;p50"/>
                <p:cNvSpPr/>
                <p:nvPr/>
              </p:nvSpPr>
              <p:spPr>
                <a:xfrm>
                  <a:off x="7334575" y="2245925"/>
                  <a:ext cx="17525" cy="12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38" extrusionOk="0">
                      <a:moveTo>
                        <a:pt x="654" y="0"/>
                      </a:moveTo>
                      <a:cubicBezTo>
                        <a:pt x="631" y="864"/>
                        <a:pt x="561" y="1728"/>
                        <a:pt x="444" y="2593"/>
                      </a:cubicBezTo>
                      <a:cubicBezTo>
                        <a:pt x="304" y="3433"/>
                        <a:pt x="141" y="4274"/>
                        <a:pt x="0" y="5138"/>
                      </a:cubicBezTo>
                      <a:lnTo>
                        <a:pt x="24" y="5138"/>
                      </a:lnTo>
                      <a:cubicBezTo>
                        <a:pt x="327" y="4321"/>
                        <a:pt x="491" y="3457"/>
                        <a:pt x="561" y="2593"/>
                      </a:cubicBezTo>
                      <a:cubicBezTo>
                        <a:pt x="654" y="1728"/>
                        <a:pt x="701" y="864"/>
                        <a:pt x="67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93" name="Google Shape;14693;p50"/>
                <p:cNvSpPr/>
                <p:nvPr/>
              </p:nvSpPr>
              <p:spPr>
                <a:xfrm>
                  <a:off x="7227150" y="2308400"/>
                  <a:ext cx="19875" cy="12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15" extrusionOk="0">
                      <a:moveTo>
                        <a:pt x="771" y="0"/>
                      </a:moveTo>
                      <a:cubicBezTo>
                        <a:pt x="748" y="864"/>
                        <a:pt x="654" y="1705"/>
                        <a:pt x="491" y="2569"/>
                      </a:cubicBezTo>
                      <a:cubicBezTo>
                        <a:pt x="351" y="3410"/>
                        <a:pt x="164" y="4250"/>
                        <a:pt x="0" y="5114"/>
                      </a:cubicBezTo>
                      <a:cubicBezTo>
                        <a:pt x="327" y="4297"/>
                        <a:pt x="514" y="3456"/>
                        <a:pt x="631" y="2592"/>
                      </a:cubicBezTo>
                      <a:cubicBezTo>
                        <a:pt x="748" y="1728"/>
                        <a:pt x="794" y="864"/>
                        <a:pt x="79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94" name="Google Shape;14694;p50"/>
                <p:cNvSpPr/>
                <p:nvPr/>
              </p:nvSpPr>
              <p:spPr>
                <a:xfrm>
                  <a:off x="6500275" y="2309550"/>
                  <a:ext cx="22225" cy="16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6634" extrusionOk="0">
                      <a:moveTo>
                        <a:pt x="865" y="1"/>
                      </a:moveTo>
                      <a:cubicBezTo>
                        <a:pt x="514" y="1052"/>
                        <a:pt x="281" y="2173"/>
                        <a:pt x="141" y="3270"/>
                      </a:cubicBezTo>
                      <a:cubicBezTo>
                        <a:pt x="1" y="4391"/>
                        <a:pt x="1" y="5535"/>
                        <a:pt x="187" y="6633"/>
                      </a:cubicBezTo>
                      <a:lnTo>
                        <a:pt x="211" y="6633"/>
                      </a:lnTo>
                      <a:cubicBezTo>
                        <a:pt x="187" y="5512"/>
                        <a:pt x="187" y="4415"/>
                        <a:pt x="281" y="3294"/>
                      </a:cubicBezTo>
                      <a:cubicBezTo>
                        <a:pt x="374" y="2173"/>
                        <a:pt x="584" y="1075"/>
                        <a:pt x="888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95" name="Google Shape;14695;p50"/>
                <p:cNvSpPr/>
                <p:nvPr/>
              </p:nvSpPr>
              <p:spPr>
                <a:xfrm>
                  <a:off x="6489175" y="2317725"/>
                  <a:ext cx="8200" cy="1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5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1" y="865"/>
                        <a:pt x="118" y="1752"/>
                        <a:pt x="141" y="2616"/>
                      </a:cubicBezTo>
                      <a:cubicBezTo>
                        <a:pt x="164" y="3480"/>
                        <a:pt x="164" y="4344"/>
                        <a:pt x="211" y="5208"/>
                      </a:cubicBezTo>
                      <a:lnTo>
                        <a:pt x="234" y="5208"/>
                      </a:lnTo>
                      <a:cubicBezTo>
                        <a:pt x="328" y="4344"/>
                        <a:pt x="328" y="3480"/>
                        <a:pt x="281" y="2616"/>
                      </a:cubicBezTo>
                      <a:cubicBezTo>
                        <a:pt x="211" y="1729"/>
                        <a:pt x="141" y="86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96" name="Google Shape;14696;p50"/>
                <p:cNvSpPr/>
                <p:nvPr/>
              </p:nvSpPr>
              <p:spPr>
                <a:xfrm>
                  <a:off x="6523625" y="2354500"/>
                  <a:ext cx="10550" cy="11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4579" extrusionOk="0">
                      <a:moveTo>
                        <a:pt x="1" y="1"/>
                      </a:moveTo>
                      <a:cubicBezTo>
                        <a:pt x="118" y="748"/>
                        <a:pt x="188" y="1519"/>
                        <a:pt x="211" y="2290"/>
                      </a:cubicBezTo>
                      <a:lnTo>
                        <a:pt x="234" y="4578"/>
                      </a:lnTo>
                      <a:lnTo>
                        <a:pt x="258" y="4578"/>
                      </a:lnTo>
                      <a:cubicBezTo>
                        <a:pt x="398" y="3808"/>
                        <a:pt x="421" y="3037"/>
                        <a:pt x="328" y="2266"/>
                      </a:cubicBezTo>
                      <a:cubicBezTo>
                        <a:pt x="281" y="1496"/>
                        <a:pt x="164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697" name="Google Shape;14697;p50"/>
                <p:cNvSpPr/>
                <p:nvPr/>
              </p:nvSpPr>
              <p:spPr>
                <a:xfrm>
                  <a:off x="6629900" y="2269850"/>
                  <a:ext cx="19875" cy="1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39" extrusionOk="0">
                      <a:moveTo>
                        <a:pt x="771" y="1"/>
                      </a:moveTo>
                      <a:cubicBezTo>
                        <a:pt x="747" y="865"/>
                        <a:pt x="654" y="1729"/>
                        <a:pt x="514" y="2593"/>
                      </a:cubicBezTo>
                      <a:cubicBezTo>
                        <a:pt x="350" y="3434"/>
                        <a:pt x="164" y="4274"/>
                        <a:pt x="0" y="5138"/>
                      </a:cubicBezTo>
                      <a:cubicBezTo>
                        <a:pt x="327" y="4321"/>
                        <a:pt x="514" y="3457"/>
                        <a:pt x="631" y="2593"/>
                      </a:cubicBezTo>
                      <a:cubicBezTo>
                        <a:pt x="747" y="1752"/>
                        <a:pt x="794" y="888"/>
                        <a:pt x="79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  <p:grpSp>
            <p:nvGrpSpPr>
              <p:cNvPr id="14698" name="Google Shape;14698;p50"/>
              <p:cNvGrpSpPr/>
              <p:nvPr/>
            </p:nvGrpSpPr>
            <p:grpSpPr>
              <a:xfrm>
                <a:off x="-75995" y="4389444"/>
                <a:ext cx="2222158" cy="795026"/>
                <a:chOff x="-75995" y="6598257"/>
                <a:chExt cx="2222158" cy="795026"/>
              </a:xfrm>
            </p:grpSpPr>
            <p:sp>
              <p:nvSpPr>
                <p:cNvPr id="14699" name="Google Shape;14699;p50"/>
                <p:cNvSpPr/>
                <p:nvPr/>
              </p:nvSpPr>
              <p:spPr>
                <a:xfrm>
                  <a:off x="1214464" y="6650750"/>
                  <a:ext cx="19181" cy="1591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5" h="8922" extrusionOk="0">
                      <a:moveTo>
                        <a:pt x="0" y="0"/>
                      </a:moveTo>
                      <a:cubicBezTo>
                        <a:pt x="374" y="1472"/>
                        <a:pt x="607" y="2943"/>
                        <a:pt x="701" y="4438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7" y="7403"/>
                        <a:pt x="724" y="8151"/>
                        <a:pt x="724" y="8921"/>
                      </a:cubicBezTo>
                      <a:lnTo>
                        <a:pt x="747" y="8921"/>
                      </a:lnTo>
                      <a:cubicBezTo>
                        <a:pt x="911" y="8174"/>
                        <a:pt x="981" y="7427"/>
                        <a:pt x="1028" y="6679"/>
                      </a:cubicBezTo>
                      <a:cubicBezTo>
                        <a:pt x="1074" y="5932"/>
                        <a:pt x="1004" y="5161"/>
                        <a:pt x="934" y="4414"/>
                      </a:cubicBezTo>
                      <a:cubicBezTo>
                        <a:pt x="794" y="2920"/>
                        <a:pt x="490" y="1425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00" name="Google Shape;14700;p50"/>
                <p:cNvSpPr/>
                <p:nvPr/>
              </p:nvSpPr>
              <p:spPr>
                <a:xfrm>
                  <a:off x="1239462" y="6656584"/>
                  <a:ext cx="36684" cy="112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8" y="1028"/>
                        <a:pt x="1285" y="2079"/>
                        <a:pt x="911" y="3106"/>
                      </a:cubicBezTo>
                      <a:cubicBezTo>
                        <a:pt x="724" y="3643"/>
                        <a:pt x="537" y="4157"/>
                        <a:pt x="374" y="4694"/>
                      </a:cubicBezTo>
                      <a:cubicBezTo>
                        <a:pt x="234" y="5208"/>
                        <a:pt x="94" y="5745"/>
                        <a:pt x="0" y="6306"/>
                      </a:cubicBezTo>
                      <a:lnTo>
                        <a:pt x="24" y="6306"/>
                      </a:lnTo>
                      <a:cubicBezTo>
                        <a:pt x="281" y="5792"/>
                        <a:pt x="467" y="5278"/>
                        <a:pt x="678" y="4764"/>
                      </a:cubicBezTo>
                      <a:cubicBezTo>
                        <a:pt x="864" y="4251"/>
                        <a:pt x="1004" y="3714"/>
                        <a:pt x="1145" y="3200"/>
                      </a:cubicBezTo>
                      <a:cubicBezTo>
                        <a:pt x="1472" y="2126"/>
                        <a:pt x="1775" y="1075"/>
                        <a:pt x="205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01" name="Google Shape;14701;p50"/>
                <p:cNvSpPr/>
                <p:nvPr/>
              </p:nvSpPr>
              <p:spPr>
                <a:xfrm>
                  <a:off x="1258624" y="6720335"/>
                  <a:ext cx="21268" cy="91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5115" extrusionOk="0">
                      <a:moveTo>
                        <a:pt x="1168" y="0"/>
                      </a:moveTo>
                      <a:cubicBezTo>
                        <a:pt x="865" y="818"/>
                        <a:pt x="608" y="1658"/>
                        <a:pt x="374" y="2523"/>
                      </a:cubicBezTo>
                      <a:cubicBezTo>
                        <a:pt x="281" y="2943"/>
                        <a:pt x="141" y="3363"/>
                        <a:pt x="94" y="3807"/>
                      </a:cubicBezTo>
                      <a:cubicBezTo>
                        <a:pt x="47" y="4227"/>
                        <a:pt x="1" y="4671"/>
                        <a:pt x="24" y="5115"/>
                      </a:cubicBezTo>
                      <a:lnTo>
                        <a:pt x="47" y="5115"/>
                      </a:lnTo>
                      <a:cubicBezTo>
                        <a:pt x="187" y="4694"/>
                        <a:pt x="281" y="4274"/>
                        <a:pt x="398" y="3854"/>
                      </a:cubicBezTo>
                      <a:cubicBezTo>
                        <a:pt x="491" y="3433"/>
                        <a:pt x="538" y="2990"/>
                        <a:pt x="631" y="2569"/>
                      </a:cubicBezTo>
                      <a:cubicBezTo>
                        <a:pt x="795" y="1705"/>
                        <a:pt x="981" y="841"/>
                        <a:pt x="119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02" name="Google Shape;14702;p50"/>
                <p:cNvSpPr/>
                <p:nvPr/>
              </p:nvSpPr>
              <p:spPr>
                <a:xfrm>
                  <a:off x="1919064" y="6865341"/>
                  <a:ext cx="18770" cy="1591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8922" extrusionOk="0">
                      <a:moveTo>
                        <a:pt x="24" y="0"/>
                      </a:moveTo>
                      <a:lnTo>
                        <a:pt x="0" y="24"/>
                      </a:lnTo>
                      <a:cubicBezTo>
                        <a:pt x="374" y="1471"/>
                        <a:pt x="584" y="2943"/>
                        <a:pt x="678" y="4437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8" y="7426"/>
                        <a:pt x="701" y="8174"/>
                        <a:pt x="701" y="8921"/>
                      </a:cubicBezTo>
                      <a:lnTo>
                        <a:pt x="748" y="8921"/>
                      </a:lnTo>
                      <a:cubicBezTo>
                        <a:pt x="911" y="8174"/>
                        <a:pt x="981" y="7426"/>
                        <a:pt x="1028" y="6679"/>
                      </a:cubicBezTo>
                      <a:cubicBezTo>
                        <a:pt x="1051" y="5932"/>
                        <a:pt x="1005" y="5161"/>
                        <a:pt x="935" y="4414"/>
                      </a:cubicBezTo>
                      <a:cubicBezTo>
                        <a:pt x="771" y="2919"/>
                        <a:pt x="467" y="144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03" name="Google Shape;14703;p50"/>
                <p:cNvSpPr/>
                <p:nvPr/>
              </p:nvSpPr>
              <p:spPr>
                <a:xfrm>
                  <a:off x="1944062" y="6871176"/>
                  <a:ext cx="36684" cy="112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9" y="1051"/>
                        <a:pt x="1285" y="2079"/>
                        <a:pt x="911" y="3129"/>
                      </a:cubicBezTo>
                      <a:cubicBezTo>
                        <a:pt x="725" y="3643"/>
                        <a:pt x="514" y="4157"/>
                        <a:pt x="374" y="4694"/>
                      </a:cubicBezTo>
                      <a:cubicBezTo>
                        <a:pt x="234" y="5231"/>
                        <a:pt x="71" y="5745"/>
                        <a:pt x="1" y="6305"/>
                      </a:cubicBezTo>
                      <a:lnTo>
                        <a:pt x="24" y="6305"/>
                      </a:lnTo>
                      <a:cubicBezTo>
                        <a:pt x="281" y="5815"/>
                        <a:pt x="468" y="5301"/>
                        <a:pt x="654" y="4764"/>
                      </a:cubicBezTo>
                      <a:cubicBezTo>
                        <a:pt x="841" y="4250"/>
                        <a:pt x="981" y="3713"/>
                        <a:pt x="1145" y="3199"/>
                      </a:cubicBezTo>
                      <a:cubicBezTo>
                        <a:pt x="1448" y="2149"/>
                        <a:pt x="1752" y="1074"/>
                        <a:pt x="2056" y="23"/>
                      </a:cubicBezTo>
                      <a:lnTo>
                        <a:pt x="2032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04" name="Google Shape;14704;p50"/>
                <p:cNvSpPr/>
                <p:nvPr/>
              </p:nvSpPr>
              <p:spPr>
                <a:xfrm>
                  <a:off x="1962814" y="6934927"/>
                  <a:ext cx="21679" cy="9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5" h="5138" extrusionOk="0">
                      <a:moveTo>
                        <a:pt x="1191" y="0"/>
                      </a:moveTo>
                      <a:cubicBezTo>
                        <a:pt x="888" y="817"/>
                        <a:pt x="608" y="1658"/>
                        <a:pt x="397" y="2522"/>
                      </a:cubicBezTo>
                      <a:cubicBezTo>
                        <a:pt x="281" y="2943"/>
                        <a:pt x="164" y="3363"/>
                        <a:pt x="117" y="3807"/>
                      </a:cubicBezTo>
                      <a:cubicBezTo>
                        <a:pt x="47" y="4250"/>
                        <a:pt x="0" y="4671"/>
                        <a:pt x="47" y="5114"/>
                      </a:cubicBezTo>
                      <a:lnTo>
                        <a:pt x="71" y="5138"/>
                      </a:lnTo>
                      <a:cubicBezTo>
                        <a:pt x="211" y="4717"/>
                        <a:pt x="304" y="4274"/>
                        <a:pt x="397" y="3853"/>
                      </a:cubicBezTo>
                      <a:cubicBezTo>
                        <a:pt x="514" y="3433"/>
                        <a:pt x="561" y="2989"/>
                        <a:pt x="631" y="2569"/>
                      </a:cubicBezTo>
                      <a:cubicBezTo>
                        <a:pt x="794" y="1705"/>
                        <a:pt x="1005" y="864"/>
                        <a:pt x="12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05" name="Google Shape;14705;p50"/>
                <p:cNvSpPr/>
                <p:nvPr/>
              </p:nvSpPr>
              <p:spPr>
                <a:xfrm>
                  <a:off x="1801554" y="6659492"/>
                  <a:ext cx="15434" cy="121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6820" extrusionOk="0">
                      <a:moveTo>
                        <a:pt x="1" y="1"/>
                      </a:moveTo>
                      <a:cubicBezTo>
                        <a:pt x="281" y="1122"/>
                        <a:pt x="444" y="2243"/>
                        <a:pt x="515" y="3387"/>
                      </a:cubicBezTo>
                      <a:cubicBezTo>
                        <a:pt x="538" y="3971"/>
                        <a:pt x="515" y="4531"/>
                        <a:pt x="515" y="5092"/>
                      </a:cubicBezTo>
                      <a:lnTo>
                        <a:pt x="538" y="6820"/>
                      </a:lnTo>
                      <a:lnTo>
                        <a:pt x="585" y="6820"/>
                      </a:lnTo>
                      <a:cubicBezTo>
                        <a:pt x="725" y="6259"/>
                        <a:pt x="795" y="5676"/>
                        <a:pt x="818" y="5115"/>
                      </a:cubicBezTo>
                      <a:cubicBezTo>
                        <a:pt x="865" y="4531"/>
                        <a:pt x="818" y="3948"/>
                        <a:pt x="748" y="3387"/>
                      </a:cubicBezTo>
                      <a:cubicBezTo>
                        <a:pt x="631" y="2219"/>
                        <a:pt x="398" y="109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06" name="Google Shape;14706;p50"/>
                <p:cNvSpPr/>
                <p:nvPr/>
              </p:nvSpPr>
              <p:spPr>
                <a:xfrm>
                  <a:off x="1820734" y="6663668"/>
                  <a:ext cx="28352" cy="86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" h="4835" extrusionOk="0">
                      <a:moveTo>
                        <a:pt x="1565" y="0"/>
                      </a:moveTo>
                      <a:cubicBezTo>
                        <a:pt x="1261" y="794"/>
                        <a:pt x="958" y="1588"/>
                        <a:pt x="677" y="2382"/>
                      </a:cubicBezTo>
                      <a:cubicBezTo>
                        <a:pt x="537" y="2779"/>
                        <a:pt x="374" y="3176"/>
                        <a:pt x="257" y="3597"/>
                      </a:cubicBezTo>
                      <a:cubicBezTo>
                        <a:pt x="163" y="3994"/>
                        <a:pt x="47" y="4414"/>
                        <a:pt x="0" y="4834"/>
                      </a:cubicBezTo>
                      <a:lnTo>
                        <a:pt x="23" y="4834"/>
                      </a:lnTo>
                      <a:cubicBezTo>
                        <a:pt x="234" y="4461"/>
                        <a:pt x="397" y="4064"/>
                        <a:pt x="537" y="3667"/>
                      </a:cubicBezTo>
                      <a:cubicBezTo>
                        <a:pt x="701" y="3270"/>
                        <a:pt x="794" y="2873"/>
                        <a:pt x="911" y="2452"/>
                      </a:cubicBezTo>
                      <a:cubicBezTo>
                        <a:pt x="1144" y="1658"/>
                        <a:pt x="1378" y="841"/>
                        <a:pt x="1588" y="24"/>
                      </a:cubicBezTo>
                      <a:lnTo>
                        <a:pt x="156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07" name="Google Shape;14707;p50"/>
                <p:cNvSpPr/>
                <p:nvPr/>
              </p:nvSpPr>
              <p:spPr>
                <a:xfrm>
                  <a:off x="1834901" y="6712413"/>
                  <a:ext cx="17093" cy="704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" h="3948" extrusionOk="0">
                      <a:moveTo>
                        <a:pt x="911" y="1"/>
                      </a:moveTo>
                      <a:cubicBezTo>
                        <a:pt x="677" y="631"/>
                        <a:pt x="467" y="1285"/>
                        <a:pt x="304" y="1939"/>
                      </a:cubicBezTo>
                      <a:cubicBezTo>
                        <a:pt x="210" y="2266"/>
                        <a:pt x="117" y="2593"/>
                        <a:pt x="70" y="2920"/>
                      </a:cubicBezTo>
                      <a:cubicBezTo>
                        <a:pt x="23" y="3247"/>
                        <a:pt x="0" y="3597"/>
                        <a:pt x="47" y="3947"/>
                      </a:cubicBezTo>
                      <a:lnTo>
                        <a:pt x="70" y="3947"/>
                      </a:lnTo>
                      <a:cubicBezTo>
                        <a:pt x="210" y="3620"/>
                        <a:pt x="280" y="3293"/>
                        <a:pt x="374" y="2967"/>
                      </a:cubicBezTo>
                      <a:cubicBezTo>
                        <a:pt x="444" y="2640"/>
                        <a:pt x="467" y="2313"/>
                        <a:pt x="537" y="1986"/>
                      </a:cubicBezTo>
                      <a:cubicBezTo>
                        <a:pt x="654" y="1332"/>
                        <a:pt x="794" y="678"/>
                        <a:pt x="958" y="24"/>
                      </a:cubicBezTo>
                      <a:lnTo>
                        <a:pt x="911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08" name="Google Shape;14708;p50"/>
                <p:cNvSpPr/>
                <p:nvPr/>
              </p:nvSpPr>
              <p:spPr>
                <a:xfrm>
                  <a:off x="2121987" y="6885343"/>
                  <a:ext cx="16683" cy="700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3924" extrusionOk="0">
                      <a:moveTo>
                        <a:pt x="911" y="0"/>
                      </a:moveTo>
                      <a:cubicBezTo>
                        <a:pt x="678" y="631"/>
                        <a:pt x="467" y="1261"/>
                        <a:pt x="281" y="1915"/>
                      </a:cubicBezTo>
                      <a:cubicBezTo>
                        <a:pt x="211" y="2242"/>
                        <a:pt x="94" y="2569"/>
                        <a:pt x="47" y="2896"/>
                      </a:cubicBezTo>
                      <a:cubicBezTo>
                        <a:pt x="24" y="3246"/>
                        <a:pt x="0" y="3573"/>
                        <a:pt x="24" y="3923"/>
                      </a:cubicBezTo>
                      <a:lnTo>
                        <a:pt x="70" y="3923"/>
                      </a:lnTo>
                      <a:cubicBezTo>
                        <a:pt x="187" y="3596"/>
                        <a:pt x="281" y="3270"/>
                        <a:pt x="351" y="2966"/>
                      </a:cubicBezTo>
                      <a:cubicBezTo>
                        <a:pt x="444" y="2639"/>
                        <a:pt x="467" y="2289"/>
                        <a:pt x="514" y="1962"/>
                      </a:cubicBezTo>
                      <a:cubicBezTo>
                        <a:pt x="654" y="1308"/>
                        <a:pt x="794" y="654"/>
                        <a:pt x="93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09" name="Google Shape;14709;p50"/>
                <p:cNvSpPr/>
                <p:nvPr/>
              </p:nvSpPr>
              <p:spPr>
                <a:xfrm>
                  <a:off x="208183" y="6744922"/>
                  <a:ext cx="15006" cy="129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724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04" y="1168"/>
                        <a:pt x="490" y="2382"/>
                        <a:pt x="584" y="3597"/>
                      </a:cubicBezTo>
                      <a:cubicBezTo>
                        <a:pt x="654" y="4811"/>
                        <a:pt x="631" y="6025"/>
                        <a:pt x="561" y="7240"/>
                      </a:cubicBezTo>
                      <a:lnTo>
                        <a:pt x="584" y="7240"/>
                      </a:lnTo>
                      <a:cubicBezTo>
                        <a:pt x="817" y="6025"/>
                        <a:pt x="841" y="4788"/>
                        <a:pt x="701" y="3573"/>
                      </a:cubicBezTo>
                      <a:cubicBezTo>
                        <a:pt x="584" y="2359"/>
                        <a:pt x="350" y="1168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10" name="Google Shape;14710;p50"/>
                <p:cNvSpPr/>
                <p:nvPr/>
              </p:nvSpPr>
              <p:spPr>
                <a:xfrm>
                  <a:off x="231503" y="6752006"/>
                  <a:ext cx="10027" cy="954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" h="5349" extrusionOk="0">
                      <a:moveTo>
                        <a:pt x="561" y="0"/>
                      </a:moveTo>
                      <a:lnTo>
                        <a:pt x="234" y="2662"/>
                      </a:lnTo>
                      <a:cubicBezTo>
                        <a:pt x="118" y="3550"/>
                        <a:pt x="24" y="4437"/>
                        <a:pt x="1" y="5348"/>
                      </a:cubicBezTo>
                      <a:lnTo>
                        <a:pt x="24" y="5348"/>
                      </a:lnTo>
                      <a:cubicBezTo>
                        <a:pt x="188" y="4461"/>
                        <a:pt x="281" y="3573"/>
                        <a:pt x="351" y="2686"/>
                      </a:cubicBezTo>
                      <a:lnTo>
                        <a:pt x="56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11" name="Google Shape;14711;p50"/>
                <p:cNvSpPr/>
                <p:nvPr/>
              </p:nvSpPr>
              <p:spPr>
                <a:xfrm>
                  <a:off x="250684" y="6795327"/>
                  <a:ext cx="16683" cy="741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158" extrusionOk="0">
                      <a:moveTo>
                        <a:pt x="911" y="1"/>
                      </a:moveTo>
                      <a:cubicBezTo>
                        <a:pt x="677" y="655"/>
                        <a:pt x="490" y="1355"/>
                        <a:pt x="327" y="2033"/>
                      </a:cubicBezTo>
                      <a:cubicBezTo>
                        <a:pt x="140" y="2733"/>
                        <a:pt x="0" y="3434"/>
                        <a:pt x="0" y="4158"/>
                      </a:cubicBezTo>
                      <a:cubicBezTo>
                        <a:pt x="187" y="3457"/>
                        <a:pt x="304" y="2780"/>
                        <a:pt x="444" y="2079"/>
                      </a:cubicBezTo>
                      <a:cubicBezTo>
                        <a:pt x="584" y="1379"/>
                        <a:pt x="747" y="678"/>
                        <a:pt x="93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12" name="Google Shape;14712;p50"/>
                <p:cNvSpPr/>
                <p:nvPr/>
              </p:nvSpPr>
              <p:spPr>
                <a:xfrm>
                  <a:off x="-75995" y="6897422"/>
                  <a:ext cx="39182" cy="124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6" h="6960" extrusionOk="0">
                      <a:moveTo>
                        <a:pt x="0" y="0"/>
                      </a:moveTo>
                      <a:cubicBezTo>
                        <a:pt x="561" y="1098"/>
                        <a:pt x="1028" y="2219"/>
                        <a:pt x="1378" y="3387"/>
                      </a:cubicBezTo>
                      <a:cubicBezTo>
                        <a:pt x="1705" y="4554"/>
                        <a:pt x="1962" y="5745"/>
                        <a:pt x="2172" y="6960"/>
                      </a:cubicBezTo>
                      <a:lnTo>
                        <a:pt x="2195" y="6960"/>
                      </a:lnTo>
                      <a:cubicBezTo>
                        <a:pt x="2125" y="5722"/>
                        <a:pt x="1892" y="4531"/>
                        <a:pt x="1495" y="3363"/>
                      </a:cubicBezTo>
                      <a:cubicBezTo>
                        <a:pt x="1098" y="2196"/>
                        <a:pt x="607" y="1075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13" name="Google Shape;14713;p50"/>
                <p:cNvSpPr/>
                <p:nvPr/>
              </p:nvSpPr>
              <p:spPr>
                <a:xfrm>
                  <a:off x="29008" y="6929503"/>
                  <a:ext cx="15844" cy="83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72" extrusionOk="0">
                      <a:moveTo>
                        <a:pt x="864" y="1"/>
                      </a:moveTo>
                      <a:lnTo>
                        <a:pt x="374" y="2336"/>
                      </a:lnTo>
                      <a:cubicBezTo>
                        <a:pt x="210" y="3106"/>
                        <a:pt x="70" y="3877"/>
                        <a:pt x="0" y="4671"/>
                      </a:cubicBezTo>
                      <a:cubicBezTo>
                        <a:pt x="234" y="3900"/>
                        <a:pt x="374" y="3130"/>
                        <a:pt x="491" y="2359"/>
                      </a:cubicBezTo>
                      <a:lnTo>
                        <a:pt x="888" y="24"/>
                      </a:lnTo>
                      <a:lnTo>
                        <a:pt x="864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14" name="Google Shape;14714;p50"/>
                <p:cNvSpPr/>
                <p:nvPr/>
              </p:nvSpPr>
              <p:spPr>
                <a:xfrm>
                  <a:off x="239015" y="6796576"/>
                  <a:ext cx="15844" cy="8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49" extrusionOk="0">
                      <a:moveTo>
                        <a:pt x="864" y="1"/>
                      </a:moveTo>
                      <a:lnTo>
                        <a:pt x="374" y="2313"/>
                      </a:lnTo>
                      <a:cubicBezTo>
                        <a:pt x="210" y="3084"/>
                        <a:pt x="47" y="3854"/>
                        <a:pt x="0" y="4648"/>
                      </a:cubicBezTo>
                      <a:cubicBezTo>
                        <a:pt x="234" y="3878"/>
                        <a:pt x="374" y="3107"/>
                        <a:pt x="491" y="2336"/>
                      </a:cubicBezTo>
                      <a:lnTo>
                        <a:pt x="88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15" name="Google Shape;14715;p50"/>
                <p:cNvSpPr/>
                <p:nvPr/>
              </p:nvSpPr>
              <p:spPr>
                <a:xfrm>
                  <a:off x="-14741" y="6941582"/>
                  <a:ext cx="3765" cy="75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4252" extrusionOk="0">
                      <a:moveTo>
                        <a:pt x="140" y="1"/>
                      </a:moveTo>
                      <a:cubicBezTo>
                        <a:pt x="70" y="701"/>
                        <a:pt x="23" y="1402"/>
                        <a:pt x="23" y="2126"/>
                      </a:cubicBezTo>
                      <a:cubicBezTo>
                        <a:pt x="0" y="2826"/>
                        <a:pt x="23" y="3550"/>
                        <a:pt x="164" y="4251"/>
                      </a:cubicBezTo>
                      <a:lnTo>
                        <a:pt x="187" y="4251"/>
                      </a:lnTo>
                      <a:cubicBezTo>
                        <a:pt x="210" y="3550"/>
                        <a:pt x="164" y="2826"/>
                        <a:pt x="140" y="2126"/>
                      </a:cubicBezTo>
                      <a:cubicBezTo>
                        <a:pt x="117" y="1425"/>
                        <a:pt x="140" y="701"/>
                        <a:pt x="16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16" name="Google Shape;14716;p50"/>
                <p:cNvSpPr/>
                <p:nvPr/>
              </p:nvSpPr>
              <p:spPr>
                <a:xfrm>
                  <a:off x="-32673" y="6892837"/>
                  <a:ext cx="18360" cy="129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9" h="7240" extrusionOk="0">
                      <a:moveTo>
                        <a:pt x="1" y="0"/>
                      </a:moveTo>
                      <a:lnTo>
                        <a:pt x="1" y="24"/>
                      </a:lnTo>
                      <a:cubicBezTo>
                        <a:pt x="351" y="1191"/>
                        <a:pt x="585" y="2382"/>
                        <a:pt x="701" y="3597"/>
                      </a:cubicBezTo>
                      <a:cubicBezTo>
                        <a:pt x="818" y="4811"/>
                        <a:pt x="842" y="6002"/>
                        <a:pt x="818" y="7240"/>
                      </a:cubicBezTo>
                      <a:lnTo>
                        <a:pt x="842" y="7240"/>
                      </a:lnTo>
                      <a:cubicBezTo>
                        <a:pt x="1028" y="6026"/>
                        <a:pt x="1005" y="4788"/>
                        <a:pt x="842" y="3573"/>
                      </a:cubicBezTo>
                      <a:cubicBezTo>
                        <a:pt x="678" y="2359"/>
                        <a:pt x="398" y="1168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17" name="Google Shape;14717;p50"/>
                <p:cNvSpPr/>
                <p:nvPr/>
              </p:nvSpPr>
              <p:spPr>
                <a:xfrm>
                  <a:off x="-9335" y="6896173"/>
                  <a:ext cx="26692" cy="92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5162" extrusionOk="0">
                      <a:moveTo>
                        <a:pt x="1495" y="0"/>
                      </a:moveTo>
                      <a:lnTo>
                        <a:pt x="701" y="2569"/>
                      </a:lnTo>
                      <a:cubicBezTo>
                        <a:pt x="421" y="3433"/>
                        <a:pt x="187" y="4297"/>
                        <a:pt x="1" y="5161"/>
                      </a:cubicBezTo>
                      <a:lnTo>
                        <a:pt x="24" y="5161"/>
                      </a:lnTo>
                      <a:cubicBezTo>
                        <a:pt x="351" y="4321"/>
                        <a:pt x="585" y="3480"/>
                        <a:pt x="818" y="2592"/>
                      </a:cubicBezTo>
                      <a:lnTo>
                        <a:pt x="149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18" name="Google Shape;14718;p50"/>
                <p:cNvSpPr/>
                <p:nvPr/>
              </p:nvSpPr>
              <p:spPr>
                <a:xfrm>
                  <a:off x="7758" y="6947845"/>
                  <a:ext cx="14595" cy="75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4204" extrusionOk="0">
                      <a:moveTo>
                        <a:pt x="794" y="0"/>
                      </a:moveTo>
                      <a:cubicBezTo>
                        <a:pt x="584" y="677"/>
                        <a:pt x="397" y="1378"/>
                        <a:pt x="257" y="2078"/>
                      </a:cubicBezTo>
                      <a:cubicBezTo>
                        <a:pt x="94" y="2756"/>
                        <a:pt x="0" y="3480"/>
                        <a:pt x="0" y="4180"/>
                      </a:cubicBezTo>
                      <a:lnTo>
                        <a:pt x="24" y="4204"/>
                      </a:lnTo>
                      <a:cubicBezTo>
                        <a:pt x="164" y="3503"/>
                        <a:pt x="280" y="2802"/>
                        <a:pt x="374" y="2078"/>
                      </a:cubicBezTo>
                      <a:cubicBezTo>
                        <a:pt x="491" y="1378"/>
                        <a:pt x="654" y="701"/>
                        <a:pt x="8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19" name="Google Shape;14719;p50"/>
                <p:cNvSpPr/>
                <p:nvPr/>
              </p:nvSpPr>
              <p:spPr>
                <a:xfrm>
                  <a:off x="491094" y="7054507"/>
                  <a:ext cx="44606" cy="2621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0" h="14690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725" y="2382"/>
                        <a:pt x="1285" y="4811"/>
                        <a:pt x="1682" y="7263"/>
                      </a:cubicBezTo>
                      <a:cubicBezTo>
                        <a:pt x="1869" y="8501"/>
                        <a:pt x="2033" y="9739"/>
                        <a:pt x="2149" y="10976"/>
                      </a:cubicBezTo>
                      <a:cubicBezTo>
                        <a:pt x="2313" y="12191"/>
                        <a:pt x="2383" y="13452"/>
                        <a:pt x="2476" y="14689"/>
                      </a:cubicBezTo>
                      <a:lnTo>
                        <a:pt x="2500" y="14689"/>
                      </a:lnTo>
                      <a:cubicBezTo>
                        <a:pt x="2500" y="13428"/>
                        <a:pt x="2406" y="12191"/>
                        <a:pt x="2313" y="10953"/>
                      </a:cubicBezTo>
                      <a:cubicBezTo>
                        <a:pt x="2196" y="9715"/>
                        <a:pt x="2009" y="8478"/>
                        <a:pt x="1799" y="7240"/>
                      </a:cubicBezTo>
                      <a:cubicBezTo>
                        <a:pt x="1379" y="4788"/>
                        <a:pt x="795" y="2359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20" name="Google Shape;14720;p50"/>
                <p:cNvSpPr/>
                <p:nvPr/>
              </p:nvSpPr>
              <p:spPr>
                <a:xfrm>
                  <a:off x="625269" y="7119918"/>
                  <a:ext cx="27103" cy="1766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9903" extrusionOk="0">
                      <a:moveTo>
                        <a:pt x="1519" y="1"/>
                      </a:moveTo>
                      <a:lnTo>
                        <a:pt x="701" y="4928"/>
                      </a:lnTo>
                      <a:cubicBezTo>
                        <a:pt x="561" y="5769"/>
                        <a:pt x="444" y="6586"/>
                        <a:pt x="328" y="7427"/>
                      </a:cubicBezTo>
                      <a:cubicBezTo>
                        <a:pt x="211" y="8244"/>
                        <a:pt x="94" y="9062"/>
                        <a:pt x="1" y="9902"/>
                      </a:cubicBezTo>
                      <a:lnTo>
                        <a:pt x="24" y="9902"/>
                      </a:lnTo>
                      <a:cubicBezTo>
                        <a:pt x="187" y="9085"/>
                        <a:pt x="328" y="8268"/>
                        <a:pt x="468" y="7427"/>
                      </a:cubicBezTo>
                      <a:cubicBezTo>
                        <a:pt x="584" y="6610"/>
                        <a:pt x="725" y="5792"/>
                        <a:pt x="818" y="4952"/>
                      </a:cubicBezTo>
                      <a:lnTo>
                        <a:pt x="151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21" name="Google Shape;14721;p50"/>
                <p:cNvSpPr/>
                <p:nvPr/>
              </p:nvSpPr>
              <p:spPr>
                <a:xfrm>
                  <a:off x="568601" y="7145754"/>
                  <a:ext cx="6263" cy="1616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9062" extrusionOk="0">
                      <a:moveTo>
                        <a:pt x="351" y="1"/>
                      </a:moveTo>
                      <a:lnTo>
                        <a:pt x="351" y="1"/>
                      </a:lnTo>
                      <a:cubicBezTo>
                        <a:pt x="211" y="1519"/>
                        <a:pt x="94" y="3013"/>
                        <a:pt x="47" y="4531"/>
                      </a:cubicBezTo>
                      <a:cubicBezTo>
                        <a:pt x="1" y="5278"/>
                        <a:pt x="1" y="6049"/>
                        <a:pt x="1" y="6796"/>
                      </a:cubicBezTo>
                      <a:cubicBezTo>
                        <a:pt x="24" y="7544"/>
                        <a:pt x="24" y="8314"/>
                        <a:pt x="94" y="9062"/>
                      </a:cubicBezTo>
                      <a:lnTo>
                        <a:pt x="117" y="9062"/>
                      </a:lnTo>
                      <a:lnTo>
                        <a:pt x="141" y="6796"/>
                      </a:lnTo>
                      <a:lnTo>
                        <a:pt x="164" y="4531"/>
                      </a:lnTo>
                      <a:cubicBezTo>
                        <a:pt x="187" y="3037"/>
                        <a:pt x="257" y="1519"/>
                        <a:pt x="35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22" name="Google Shape;14722;p50"/>
                <p:cNvSpPr/>
                <p:nvPr/>
              </p:nvSpPr>
              <p:spPr>
                <a:xfrm>
                  <a:off x="550277" y="7043677"/>
                  <a:ext cx="16683" cy="2733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15320" extrusionOk="0">
                      <a:moveTo>
                        <a:pt x="0" y="0"/>
                      </a:moveTo>
                      <a:lnTo>
                        <a:pt x="0" y="24"/>
                      </a:lnTo>
                      <a:cubicBezTo>
                        <a:pt x="397" y="2546"/>
                        <a:pt x="654" y="5091"/>
                        <a:pt x="747" y="7637"/>
                      </a:cubicBezTo>
                      <a:cubicBezTo>
                        <a:pt x="771" y="8921"/>
                        <a:pt x="794" y="10205"/>
                        <a:pt x="747" y="11467"/>
                      </a:cubicBezTo>
                      <a:cubicBezTo>
                        <a:pt x="747" y="12751"/>
                        <a:pt x="677" y="14035"/>
                        <a:pt x="631" y="15320"/>
                      </a:cubicBezTo>
                      <a:cubicBezTo>
                        <a:pt x="794" y="14035"/>
                        <a:pt x="864" y="12751"/>
                        <a:pt x="911" y="11490"/>
                      </a:cubicBezTo>
                      <a:cubicBezTo>
                        <a:pt x="934" y="10205"/>
                        <a:pt x="934" y="8921"/>
                        <a:pt x="864" y="7637"/>
                      </a:cubicBezTo>
                      <a:cubicBezTo>
                        <a:pt x="747" y="5091"/>
                        <a:pt x="467" y="2522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23" name="Google Shape;14723;p50"/>
                <p:cNvSpPr/>
                <p:nvPr/>
              </p:nvSpPr>
              <p:spPr>
                <a:xfrm>
                  <a:off x="575685" y="7049512"/>
                  <a:ext cx="42108" cy="196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0" h="11000" extrusionOk="0">
                      <a:moveTo>
                        <a:pt x="2336" y="0"/>
                      </a:moveTo>
                      <a:lnTo>
                        <a:pt x="1122" y="5488"/>
                      </a:lnTo>
                      <a:cubicBezTo>
                        <a:pt x="911" y="6399"/>
                        <a:pt x="701" y="7310"/>
                        <a:pt x="514" y="8220"/>
                      </a:cubicBezTo>
                      <a:cubicBezTo>
                        <a:pt x="351" y="9155"/>
                        <a:pt x="141" y="10065"/>
                        <a:pt x="1" y="10999"/>
                      </a:cubicBezTo>
                      <a:cubicBezTo>
                        <a:pt x="257" y="10089"/>
                        <a:pt x="444" y="9178"/>
                        <a:pt x="654" y="8244"/>
                      </a:cubicBezTo>
                      <a:cubicBezTo>
                        <a:pt x="865" y="7333"/>
                        <a:pt x="1051" y="6422"/>
                        <a:pt x="1238" y="5511"/>
                      </a:cubicBezTo>
                      <a:lnTo>
                        <a:pt x="235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24" name="Google Shape;14724;p50"/>
                <p:cNvSpPr/>
                <p:nvPr/>
              </p:nvSpPr>
              <p:spPr>
                <a:xfrm>
                  <a:off x="596525" y="7158672"/>
                  <a:ext cx="24177" cy="1591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922" extrusionOk="0">
                      <a:moveTo>
                        <a:pt x="1331" y="1"/>
                      </a:moveTo>
                      <a:cubicBezTo>
                        <a:pt x="1004" y="1472"/>
                        <a:pt x="724" y="2943"/>
                        <a:pt x="491" y="4438"/>
                      </a:cubicBezTo>
                      <a:cubicBezTo>
                        <a:pt x="374" y="5185"/>
                        <a:pt x="257" y="5909"/>
                        <a:pt x="164" y="6656"/>
                      </a:cubicBezTo>
                      <a:cubicBezTo>
                        <a:pt x="94" y="7427"/>
                        <a:pt x="24" y="8174"/>
                        <a:pt x="0" y="8921"/>
                      </a:cubicBezTo>
                      <a:lnTo>
                        <a:pt x="327" y="6680"/>
                      </a:lnTo>
                      <a:lnTo>
                        <a:pt x="607" y="4461"/>
                      </a:lnTo>
                      <a:cubicBezTo>
                        <a:pt x="818" y="2966"/>
                        <a:pt x="1075" y="1472"/>
                        <a:pt x="135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25" name="Google Shape;14725;p50"/>
                <p:cNvSpPr/>
                <p:nvPr/>
              </p:nvSpPr>
              <p:spPr>
                <a:xfrm>
                  <a:off x="661115" y="6730755"/>
                  <a:ext cx="40431" cy="1179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6" h="6610" extrusionOk="0">
                      <a:moveTo>
                        <a:pt x="0" y="0"/>
                      </a:moveTo>
                      <a:cubicBezTo>
                        <a:pt x="584" y="1028"/>
                        <a:pt x="1051" y="2102"/>
                        <a:pt x="1378" y="3200"/>
                      </a:cubicBezTo>
                      <a:cubicBezTo>
                        <a:pt x="1541" y="3760"/>
                        <a:pt x="1658" y="4344"/>
                        <a:pt x="1798" y="4904"/>
                      </a:cubicBezTo>
                      <a:cubicBezTo>
                        <a:pt x="1938" y="5465"/>
                        <a:pt x="2055" y="6025"/>
                        <a:pt x="2195" y="6609"/>
                      </a:cubicBezTo>
                      <a:lnTo>
                        <a:pt x="2219" y="6586"/>
                      </a:lnTo>
                      <a:cubicBezTo>
                        <a:pt x="2265" y="6002"/>
                        <a:pt x="2195" y="5418"/>
                        <a:pt x="2102" y="4834"/>
                      </a:cubicBezTo>
                      <a:cubicBezTo>
                        <a:pt x="2008" y="4250"/>
                        <a:pt x="1822" y="3690"/>
                        <a:pt x="1611" y="3130"/>
                      </a:cubicBezTo>
                      <a:cubicBezTo>
                        <a:pt x="1214" y="2032"/>
                        <a:pt x="677" y="958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26" name="Google Shape;14726;p50"/>
                <p:cNvSpPr/>
                <p:nvPr/>
              </p:nvSpPr>
              <p:spPr>
                <a:xfrm>
                  <a:off x="697353" y="6743245"/>
                  <a:ext cx="21696" cy="716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" h="4018" extrusionOk="0">
                      <a:moveTo>
                        <a:pt x="1" y="1"/>
                      </a:moveTo>
                      <a:cubicBezTo>
                        <a:pt x="304" y="655"/>
                        <a:pt x="538" y="1309"/>
                        <a:pt x="678" y="1986"/>
                      </a:cubicBezTo>
                      <a:cubicBezTo>
                        <a:pt x="771" y="2313"/>
                        <a:pt x="795" y="2663"/>
                        <a:pt x="865" y="2990"/>
                      </a:cubicBezTo>
                      <a:cubicBezTo>
                        <a:pt x="958" y="3340"/>
                        <a:pt x="1005" y="3667"/>
                        <a:pt x="1098" y="4018"/>
                      </a:cubicBezTo>
                      <a:lnTo>
                        <a:pt x="1122" y="4018"/>
                      </a:lnTo>
                      <a:cubicBezTo>
                        <a:pt x="1215" y="3667"/>
                        <a:pt x="1192" y="3317"/>
                        <a:pt x="1168" y="2967"/>
                      </a:cubicBezTo>
                      <a:cubicBezTo>
                        <a:pt x="1145" y="2593"/>
                        <a:pt x="1028" y="2266"/>
                        <a:pt x="912" y="1916"/>
                      </a:cubicBezTo>
                      <a:cubicBezTo>
                        <a:pt x="701" y="1239"/>
                        <a:pt x="398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27" name="Google Shape;14727;p50"/>
                <p:cNvSpPr/>
                <p:nvPr/>
              </p:nvSpPr>
              <p:spPr>
                <a:xfrm>
                  <a:off x="620273" y="6731576"/>
                  <a:ext cx="18342" cy="107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8" h="6026" extrusionOk="0">
                      <a:moveTo>
                        <a:pt x="0" y="1"/>
                      </a:moveTo>
                      <a:cubicBezTo>
                        <a:pt x="304" y="982"/>
                        <a:pt x="514" y="1986"/>
                        <a:pt x="631" y="2990"/>
                      </a:cubicBezTo>
                      <a:cubicBezTo>
                        <a:pt x="678" y="3481"/>
                        <a:pt x="701" y="3994"/>
                        <a:pt x="724" y="4508"/>
                      </a:cubicBezTo>
                      <a:lnTo>
                        <a:pt x="841" y="6026"/>
                      </a:lnTo>
                      <a:lnTo>
                        <a:pt x="864" y="6026"/>
                      </a:lnTo>
                      <a:cubicBezTo>
                        <a:pt x="981" y="5512"/>
                        <a:pt x="1028" y="4998"/>
                        <a:pt x="1028" y="4485"/>
                      </a:cubicBezTo>
                      <a:cubicBezTo>
                        <a:pt x="1028" y="3971"/>
                        <a:pt x="958" y="3457"/>
                        <a:pt x="864" y="2943"/>
                      </a:cubicBezTo>
                      <a:cubicBezTo>
                        <a:pt x="701" y="1939"/>
                        <a:pt x="421" y="93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28" name="Google Shape;14728;p50"/>
                <p:cNvSpPr/>
                <p:nvPr/>
              </p:nvSpPr>
              <p:spPr>
                <a:xfrm>
                  <a:off x="723599" y="6882006"/>
                  <a:ext cx="20019" cy="1296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7264" extrusionOk="0">
                      <a:moveTo>
                        <a:pt x="1075" y="0"/>
                      </a:moveTo>
                      <a:cubicBezTo>
                        <a:pt x="561" y="1121"/>
                        <a:pt x="235" y="2336"/>
                        <a:pt x="94" y="3573"/>
                      </a:cubicBezTo>
                      <a:cubicBezTo>
                        <a:pt x="24" y="4204"/>
                        <a:pt x="1" y="4834"/>
                        <a:pt x="71" y="5442"/>
                      </a:cubicBezTo>
                      <a:cubicBezTo>
                        <a:pt x="141" y="6072"/>
                        <a:pt x="235" y="6679"/>
                        <a:pt x="468" y="7263"/>
                      </a:cubicBezTo>
                      <a:lnTo>
                        <a:pt x="491" y="7263"/>
                      </a:lnTo>
                      <a:cubicBezTo>
                        <a:pt x="445" y="6656"/>
                        <a:pt x="375" y="6049"/>
                        <a:pt x="351" y="5418"/>
                      </a:cubicBezTo>
                      <a:cubicBezTo>
                        <a:pt x="351" y="4811"/>
                        <a:pt x="305" y="4204"/>
                        <a:pt x="351" y="3597"/>
                      </a:cubicBezTo>
                      <a:cubicBezTo>
                        <a:pt x="421" y="2382"/>
                        <a:pt x="678" y="1168"/>
                        <a:pt x="112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29" name="Google Shape;14729;p50"/>
                <p:cNvSpPr/>
                <p:nvPr/>
              </p:nvSpPr>
              <p:spPr>
                <a:xfrm>
                  <a:off x="751523" y="6961584"/>
                  <a:ext cx="7512" cy="67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" h="3784" extrusionOk="0">
                      <a:moveTo>
                        <a:pt x="1" y="1"/>
                      </a:moveTo>
                      <a:cubicBezTo>
                        <a:pt x="47" y="631"/>
                        <a:pt x="94" y="1262"/>
                        <a:pt x="94" y="1892"/>
                      </a:cubicBezTo>
                      <a:cubicBezTo>
                        <a:pt x="117" y="2196"/>
                        <a:pt x="71" y="2523"/>
                        <a:pt x="94" y="2826"/>
                      </a:cubicBezTo>
                      <a:cubicBezTo>
                        <a:pt x="141" y="3153"/>
                        <a:pt x="141" y="3457"/>
                        <a:pt x="211" y="3784"/>
                      </a:cubicBezTo>
                      <a:lnTo>
                        <a:pt x="258" y="3784"/>
                      </a:lnTo>
                      <a:cubicBezTo>
                        <a:pt x="351" y="3457"/>
                        <a:pt x="374" y="3153"/>
                        <a:pt x="398" y="2826"/>
                      </a:cubicBezTo>
                      <a:cubicBezTo>
                        <a:pt x="421" y="2523"/>
                        <a:pt x="374" y="2196"/>
                        <a:pt x="351" y="1869"/>
                      </a:cubicBezTo>
                      <a:cubicBezTo>
                        <a:pt x="281" y="1238"/>
                        <a:pt x="164" y="63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30" name="Google Shape;14730;p50"/>
                <p:cNvSpPr/>
                <p:nvPr/>
              </p:nvSpPr>
              <p:spPr>
                <a:xfrm>
                  <a:off x="598612" y="6888661"/>
                  <a:ext cx="24177" cy="153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619" extrusionOk="0">
                      <a:moveTo>
                        <a:pt x="0" y="1"/>
                      </a:moveTo>
                      <a:cubicBezTo>
                        <a:pt x="514" y="1379"/>
                        <a:pt x="841" y="2827"/>
                        <a:pt x="958" y="4251"/>
                      </a:cubicBezTo>
                      <a:cubicBezTo>
                        <a:pt x="1028" y="4975"/>
                        <a:pt x="1004" y="5699"/>
                        <a:pt x="1004" y="6423"/>
                      </a:cubicBezTo>
                      <a:cubicBezTo>
                        <a:pt x="1004" y="7147"/>
                        <a:pt x="958" y="7871"/>
                        <a:pt x="911" y="8618"/>
                      </a:cubicBezTo>
                      <a:lnTo>
                        <a:pt x="934" y="8618"/>
                      </a:lnTo>
                      <a:cubicBezTo>
                        <a:pt x="1144" y="7918"/>
                        <a:pt x="1261" y="7170"/>
                        <a:pt x="1308" y="6446"/>
                      </a:cubicBezTo>
                      <a:cubicBezTo>
                        <a:pt x="1355" y="5699"/>
                        <a:pt x="1308" y="4975"/>
                        <a:pt x="1214" y="4228"/>
                      </a:cubicBezTo>
                      <a:cubicBezTo>
                        <a:pt x="1028" y="2780"/>
                        <a:pt x="631" y="1332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31" name="Google Shape;14731;p50"/>
                <p:cNvSpPr/>
                <p:nvPr/>
              </p:nvSpPr>
              <p:spPr>
                <a:xfrm>
                  <a:off x="552347" y="6936997"/>
                  <a:ext cx="10438" cy="521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2921" extrusionOk="0">
                      <a:moveTo>
                        <a:pt x="1" y="1"/>
                      </a:moveTo>
                      <a:cubicBezTo>
                        <a:pt x="94" y="491"/>
                        <a:pt x="164" y="982"/>
                        <a:pt x="211" y="1449"/>
                      </a:cubicBezTo>
                      <a:cubicBezTo>
                        <a:pt x="234" y="1706"/>
                        <a:pt x="234" y="1939"/>
                        <a:pt x="281" y="2196"/>
                      </a:cubicBezTo>
                      <a:cubicBezTo>
                        <a:pt x="328" y="2430"/>
                        <a:pt x="374" y="2663"/>
                        <a:pt x="468" y="2920"/>
                      </a:cubicBezTo>
                      <a:lnTo>
                        <a:pt x="491" y="2920"/>
                      </a:lnTo>
                      <a:cubicBezTo>
                        <a:pt x="561" y="2663"/>
                        <a:pt x="561" y="2406"/>
                        <a:pt x="585" y="2149"/>
                      </a:cubicBezTo>
                      <a:cubicBezTo>
                        <a:pt x="561" y="1916"/>
                        <a:pt x="515" y="1659"/>
                        <a:pt x="445" y="1425"/>
                      </a:cubicBezTo>
                      <a:cubicBezTo>
                        <a:pt x="351" y="935"/>
                        <a:pt x="211" y="46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32" name="Google Shape;14732;p50"/>
                <p:cNvSpPr/>
                <p:nvPr/>
              </p:nvSpPr>
              <p:spPr>
                <a:xfrm>
                  <a:off x="494020" y="6916585"/>
                  <a:ext cx="11259" cy="65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" h="3668" extrusionOk="0">
                      <a:moveTo>
                        <a:pt x="0" y="1"/>
                      </a:moveTo>
                      <a:cubicBezTo>
                        <a:pt x="164" y="608"/>
                        <a:pt x="257" y="1215"/>
                        <a:pt x="281" y="1822"/>
                      </a:cubicBezTo>
                      <a:cubicBezTo>
                        <a:pt x="304" y="2126"/>
                        <a:pt x="281" y="2429"/>
                        <a:pt x="304" y="2733"/>
                      </a:cubicBezTo>
                      <a:cubicBezTo>
                        <a:pt x="351" y="3036"/>
                        <a:pt x="351" y="3340"/>
                        <a:pt x="397" y="3667"/>
                      </a:cubicBezTo>
                      <a:lnTo>
                        <a:pt x="444" y="3667"/>
                      </a:lnTo>
                      <a:cubicBezTo>
                        <a:pt x="561" y="3363"/>
                        <a:pt x="584" y="3036"/>
                        <a:pt x="608" y="2733"/>
                      </a:cubicBezTo>
                      <a:cubicBezTo>
                        <a:pt x="631" y="2429"/>
                        <a:pt x="584" y="2102"/>
                        <a:pt x="537" y="1799"/>
                      </a:cubicBezTo>
                      <a:cubicBezTo>
                        <a:pt x="444" y="1168"/>
                        <a:pt x="257" y="56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33" name="Google Shape;14733;p50"/>
                <p:cNvSpPr/>
                <p:nvPr/>
              </p:nvSpPr>
              <p:spPr>
                <a:xfrm>
                  <a:off x="349014" y="6838256"/>
                  <a:ext cx="17932" cy="105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5932" extrusionOk="0">
                      <a:moveTo>
                        <a:pt x="24" y="0"/>
                      </a:moveTo>
                      <a:cubicBezTo>
                        <a:pt x="0" y="1004"/>
                        <a:pt x="47" y="2009"/>
                        <a:pt x="187" y="3013"/>
                      </a:cubicBezTo>
                      <a:cubicBezTo>
                        <a:pt x="257" y="3503"/>
                        <a:pt x="327" y="4017"/>
                        <a:pt x="444" y="4507"/>
                      </a:cubicBezTo>
                      <a:cubicBezTo>
                        <a:pt x="608" y="4998"/>
                        <a:pt x="748" y="5488"/>
                        <a:pt x="981" y="5932"/>
                      </a:cubicBezTo>
                      <a:lnTo>
                        <a:pt x="1005" y="5932"/>
                      </a:lnTo>
                      <a:cubicBezTo>
                        <a:pt x="958" y="5418"/>
                        <a:pt x="841" y="4928"/>
                        <a:pt x="748" y="4437"/>
                      </a:cubicBezTo>
                      <a:lnTo>
                        <a:pt x="421" y="2966"/>
                      </a:lnTo>
                      <a:cubicBezTo>
                        <a:pt x="234" y="1985"/>
                        <a:pt x="117" y="1004"/>
                        <a:pt x="4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34" name="Google Shape;14734;p50"/>
                <p:cNvSpPr/>
                <p:nvPr/>
              </p:nvSpPr>
              <p:spPr>
                <a:xfrm>
                  <a:off x="386519" y="6892426"/>
                  <a:ext cx="15006" cy="74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4157" extrusionOk="0">
                      <a:moveTo>
                        <a:pt x="24" y="0"/>
                      </a:moveTo>
                      <a:lnTo>
                        <a:pt x="0" y="23"/>
                      </a:lnTo>
                      <a:cubicBezTo>
                        <a:pt x="304" y="677"/>
                        <a:pt x="467" y="1355"/>
                        <a:pt x="514" y="2055"/>
                      </a:cubicBezTo>
                      <a:cubicBezTo>
                        <a:pt x="537" y="2405"/>
                        <a:pt x="514" y="2756"/>
                        <a:pt x="491" y="3083"/>
                      </a:cubicBezTo>
                      <a:cubicBezTo>
                        <a:pt x="491" y="3433"/>
                        <a:pt x="444" y="3783"/>
                        <a:pt x="421" y="4134"/>
                      </a:cubicBezTo>
                      <a:lnTo>
                        <a:pt x="444" y="4157"/>
                      </a:lnTo>
                      <a:cubicBezTo>
                        <a:pt x="631" y="3830"/>
                        <a:pt x="724" y="3480"/>
                        <a:pt x="794" y="3129"/>
                      </a:cubicBezTo>
                      <a:cubicBezTo>
                        <a:pt x="841" y="2756"/>
                        <a:pt x="818" y="2382"/>
                        <a:pt x="771" y="2032"/>
                      </a:cubicBezTo>
                      <a:cubicBezTo>
                        <a:pt x="654" y="1308"/>
                        <a:pt x="421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35" name="Google Shape;14735;p50"/>
                <p:cNvSpPr/>
                <p:nvPr/>
              </p:nvSpPr>
              <p:spPr>
                <a:xfrm>
                  <a:off x="332349" y="6873246"/>
                  <a:ext cx="18770" cy="950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5326" extrusionOk="0">
                      <a:moveTo>
                        <a:pt x="0" y="1"/>
                      </a:moveTo>
                      <a:cubicBezTo>
                        <a:pt x="0" y="912"/>
                        <a:pt x="70" y="1822"/>
                        <a:pt x="210" y="2710"/>
                      </a:cubicBezTo>
                      <a:cubicBezTo>
                        <a:pt x="281" y="3177"/>
                        <a:pt x="351" y="3621"/>
                        <a:pt x="491" y="4064"/>
                      </a:cubicBezTo>
                      <a:cubicBezTo>
                        <a:pt x="631" y="4485"/>
                        <a:pt x="794" y="4928"/>
                        <a:pt x="1028" y="5325"/>
                      </a:cubicBezTo>
                      <a:lnTo>
                        <a:pt x="1051" y="5325"/>
                      </a:lnTo>
                      <a:cubicBezTo>
                        <a:pt x="981" y="4858"/>
                        <a:pt x="864" y="4438"/>
                        <a:pt x="771" y="3994"/>
                      </a:cubicBezTo>
                      <a:cubicBezTo>
                        <a:pt x="678" y="3551"/>
                        <a:pt x="537" y="3107"/>
                        <a:pt x="444" y="2663"/>
                      </a:cubicBezTo>
                      <a:cubicBezTo>
                        <a:pt x="257" y="1799"/>
                        <a:pt x="117" y="88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36" name="Google Shape;14736;p50"/>
                <p:cNvSpPr/>
                <p:nvPr/>
              </p:nvSpPr>
              <p:spPr>
                <a:xfrm>
                  <a:off x="1145699" y="6924917"/>
                  <a:ext cx="82111" cy="4683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2" h="26250" extrusionOk="0">
                      <a:moveTo>
                        <a:pt x="4555" y="1"/>
                      </a:moveTo>
                      <a:cubicBezTo>
                        <a:pt x="3083" y="4204"/>
                        <a:pt x="1962" y="8548"/>
                        <a:pt x="1168" y="12938"/>
                      </a:cubicBezTo>
                      <a:cubicBezTo>
                        <a:pt x="771" y="15133"/>
                        <a:pt x="398" y="17329"/>
                        <a:pt x="234" y="19547"/>
                      </a:cubicBezTo>
                      <a:cubicBezTo>
                        <a:pt x="71" y="21789"/>
                        <a:pt x="1" y="24007"/>
                        <a:pt x="118" y="26249"/>
                      </a:cubicBezTo>
                      <a:lnTo>
                        <a:pt x="188" y="26249"/>
                      </a:lnTo>
                      <a:cubicBezTo>
                        <a:pt x="398" y="24031"/>
                        <a:pt x="585" y="21812"/>
                        <a:pt x="842" y="19617"/>
                      </a:cubicBezTo>
                      <a:cubicBezTo>
                        <a:pt x="1075" y="17399"/>
                        <a:pt x="1309" y="15203"/>
                        <a:pt x="1636" y="13008"/>
                      </a:cubicBezTo>
                      <a:cubicBezTo>
                        <a:pt x="2336" y="8618"/>
                        <a:pt x="3317" y="4274"/>
                        <a:pt x="460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37" name="Google Shape;14737;p50"/>
                <p:cNvSpPr/>
                <p:nvPr/>
              </p:nvSpPr>
              <p:spPr>
                <a:xfrm>
                  <a:off x="1132781" y="6941582"/>
                  <a:ext cx="24605" cy="3712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20809" extrusionOk="0">
                      <a:moveTo>
                        <a:pt x="1239" y="1"/>
                      </a:moveTo>
                      <a:cubicBezTo>
                        <a:pt x="1145" y="3480"/>
                        <a:pt x="982" y="6937"/>
                        <a:pt x="725" y="10416"/>
                      </a:cubicBezTo>
                      <a:cubicBezTo>
                        <a:pt x="585" y="12144"/>
                        <a:pt x="374" y="13872"/>
                        <a:pt x="258" y="15601"/>
                      </a:cubicBezTo>
                      <a:cubicBezTo>
                        <a:pt x="164" y="17329"/>
                        <a:pt x="24" y="19057"/>
                        <a:pt x="1" y="20808"/>
                      </a:cubicBezTo>
                      <a:lnTo>
                        <a:pt x="48" y="20808"/>
                      </a:lnTo>
                      <a:cubicBezTo>
                        <a:pt x="421" y="19103"/>
                        <a:pt x="655" y="17375"/>
                        <a:pt x="865" y="15647"/>
                      </a:cubicBezTo>
                      <a:cubicBezTo>
                        <a:pt x="1075" y="13919"/>
                        <a:pt x="1122" y="12168"/>
                        <a:pt x="1192" y="10440"/>
                      </a:cubicBezTo>
                      <a:cubicBezTo>
                        <a:pt x="1355" y="6960"/>
                        <a:pt x="1379" y="3480"/>
                        <a:pt x="130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38" name="Google Shape;14738;p50"/>
                <p:cNvSpPr/>
                <p:nvPr/>
              </p:nvSpPr>
              <p:spPr>
                <a:xfrm>
                  <a:off x="1071528" y="7058254"/>
                  <a:ext cx="14613" cy="327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18333" extrusionOk="0">
                      <a:moveTo>
                        <a:pt x="141" y="1"/>
                      </a:moveTo>
                      <a:lnTo>
                        <a:pt x="71" y="24"/>
                      </a:lnTo>
                      <a:cubicBezTo>
                        <a:pt x="281" y="3060"/>
                        <a:pt x="351" y="6119"/>
                        <a:pt x="281" y="9178"/>
                      </a:cubicBezTo>
                      <a:cubicBezTo>
                        <a:pt x="258" y="10696"/>
                        <a:pt x="141" y="12214"/>
                        <a:pt x="94" y="13755"/>
                      </a:cubicBezTo>
                      <a:cubicBezTo>
                        <a:pt x="71" y="15273"/>
                        <a:pt x="1" y="16791"/>
                        <a:pt x="1" y="18333"/>
                      </a:cubicBezTo>
                      <a:lnTo>
                        <a:pt x="71" y="18333"/>
                      </a:lnTo>
                      <a:cubicBezTo>
                        <a:pt x="398" y="16838"/>
                        <a:pt x="561" y="15297"/>
                        <a:pt x="702" y="13779"/>
                      </a:cubicBezTo>
                      <a:cubicBezTo>
                        <a:pt x="818" y="12238"/>
                        <a:pt x="795" y="10720"/>
                        <a:pt x="772" y="9178"/>
                      </a:cubicBezTo>
                      <a:cubicBezTo>
                        <a:pt x="725" y="6119"/>
                        <a:pt x="515" y="3060"/>
                        <a:pt x="1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39" name="Google Shape;14739;p50"/>
                <p:cNvSpPr/>
                <p:nvPr/>
              </p:nvSpPr>
              <p:spPr>
                <a:xfrm>
                  <a:off x="1321965" y="6953251"/>
                  <a:ext cx="32099" cy="3566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19991" extrusionOk="0">
                      <a:moveTo>
                        <a:pt x="1728" y="1"/>
                      </a:moveTo>
                      <a:cubicBezTo>
                        <a:pt x="981" y="3270"/>
                        <a:pt x="467" y="6586"/>
                        <a:pt x="234" y="9949"/>
                      </a:cubicBezTo>
                      <a:cubicBezTo>
                        <a:pt x="94" y="11630"/>
                        <a:pt x="0" y="13312"/>
                        <a:pt x="70" y="14970"/>
                      </a:cubicBezTo>
                      <a:cubicBezTo>
                        <a:pt x="164" y="16651"/>
                        <a:pt x="304" y="18333"/>
                        <a:pt x="607" y="19991"/>
                      </a:cubicBezTo>
                      <a:lnTo>
                        <a:pt x="677" y="19991"/>
                      </a:lnTo>
                      <a:cubicBezTo>
                        <a:pt x="701" y="18309"/>
                        <a:pt x="654" y="16628"/>
                        <a:pt x="677" y="14970"/>
                      </a:cubicBezTo>
                      <a:cubicBezTo>
                        <a:pt x="701" y="13312"/>
                        <a:pt x="654" y="11630"/>
                        <a:pt x="724" y="9972"/>
                      </a:cubicBezTo>
                      <a:cubicBezTo>
                        <a:pt x="841" y="6633"/>
                        <a:pt x="1215" y="3317"/>
                        <a:pt x="1798" y="24"/>
                      </a:cubicBezTo>
                      <a:lnTo>
                        <a:pt x="172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40" name="Google Shape;14740;p50"/>
                <p:cNvSpPr/>
                <p:nvPr/>
              </p:nvSpPr>
              <p:spPr>
                <a:xfrm>
                  <a:off x="1300287" y="6971593"/>
                  <a:ext cx="20019" cy="2791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15647" extrusionOk="0">
                      <a:moveTo>
                        <a:pt x="1" y="0"/>
                      </a:moveTo>
                      <a:cubicBezTo>
                        <a:pt x="211" y="2616"/>
                        <a:pt x="351" y="5231"/>
                        <a:pt x="445" y="7823"/>
                      </a:cubicBezTo>
                      <a:cubicBezTo>
                        <a:pt x="468" y="9131"/>
                        <a:pt x="445" y="10439"/>
                        <a:pt x="515" y="11747"/>
                      </a:cubicBezTo>
                      <a:cubicBezTo>
                        <a:pt x="608" y="13054"/>
                        <a:pt x="655" y="14339"/>
                        <a:pt x="818" y="15647"/>
                      </a:cubicBezTo>
                      <a:lnTo>
                        <a:pt x="865" y="15647"/>
                      </a:lnTo>
                      <a:cubicBezTo>
                        <a:pt x="1052" y="14362"/>
                        <a:pt x="1098" y="13031"/>
                        <a:pt x="1122" y="11723"/>
                      </a:cubicBezTo>
                      <a:cubicBezTo>
                        <a:pt x="1122" y="10416"/>
                        <a:pt x="1028" y="9108"/>
                        <a:pt x="912" y="7800"/>
                      </a:cubicBezTo>
                      <a:cubicBezTo>
                        <a:pt x="725" y="5185"/>
                        <a:pt x="445" y="2592"/>
                        <a:pt x="7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41" name="Google Shape;14741;p50"/>
                <p:cNvSpPr/>
                <p:nvPr/>
              </p:nvSpPr>
              <p:spPr>
                <a:xfrm>
                  <a:off x="1629891" y="6847427"/>
                  <a:ext cx="40021" cy="4737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" h="26553" extrusionOk="0">
                      <a:moveTo>
                        <a:pt x="2195" y="0"/>
                      </a:moveTo>
                      <a:cubicBezTo>
                        <a:pt x="1215" y="4344"/>
                        <a:pt x="561" y="8757"/>
                        <a:pt x="257" y="13218"/>
                      </a:cubicBezTo>
                      <a:cubicBezTo>
                        <a:pt x="94" y="15436"/>
                        <a:pt x="0" y="17678"/>
                        <a:pt x="70" y="19897"/>
                      </a:cubicBezTo>
                      <a:cubicBezTo>
                        <a:pt x="164" y="22139"/>
                        <a:pt x="327" y="24357"/>
                        <a:pt x="701" y="26552"/>
                      </a:cubicBezTo>
                      <a:lnTo>
                        <a:pt x="771" y="26552"/>
                      </a:lnTo>
                      <a:cubicBezTo>
                        <a:pt x="724" y="24334"/>
                        <a:pt x="654" y="22115"/>
                        <a:pt x="677" y="19897"/>
                      </a:cubicBezTo>
                      <a:cubicBezTo>
                        <a:pt x="677" y="17678"/>
                        <a:pt x="654" y="15460"/>
                        <a:pt x="748" y="13241"/>
                      </a:cubicBezTo>
                      <a:cubicBezTo>
                        <a:pt x="934" y="8804"/>
                        <a:pt x="1448" y="4390"/>
                        <a:pt x="224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42" name="Google Shape;14742;p50"/>
                <p:cNvSpPr/>
                <p:nvPr/>
              </p:nvSpPr>
              <p:spPr>
                <a:xfrm>
                  <a:off x="1599059" y="6871586"/>
                  <a:ext cx="24587" cy="3712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8" h="20808" extrusionOk="0">
                      <a:moveTo>
                        <a:pt x="0" y="0"/>
                      </a:moveTo>
                      <a:cubicBezTo>
                        <a:pt x="304" y="3457"/>
                        <a:pt x="514" y="6936"/>
                        <a:pt x="654" y="10393"/>
                      </a:cubicBezTo>
                      <a:cubicBezTo>
                        <a:pt x="701" y="12144"/>
                        <a:pt x="701" y="13872"/>
                        <a:pt x="771" y="15600"/>
                      </a:cubicBezTo>
                      <a:cubicBezTo>
                        <a:pt x="864" y="17328"/>
                        <a:pt x="911" y="19080"/>
                        <a:pt x="1074" y="20808"/>
                      </a:cubicBezTo>
                      <a:lnTo>
                        <a:pt x="1144" y="20808"/>
                      </a:lnTo>
                      <a:cubicBezTo>
                        <a:pt x="1331" y="19080"/>
                        <a:pt x="1355" y="17328"/>
                        <a:pt x="1378" y="15600"/>
                      </a:cubicBezTo>
                      <a:cubicBezTo>
                        <a:pt x="1378" y="13849"/>
                        <a:pt x="1238" y="12121"/>
                        <a:pt x="1121" y="10369"/>
                      </a:cubicBezTo>
                      <a:cubicBezTo>
                        <a:pt x="888" y="6913"/>
                        <a:pt x="537" y="3433"/>
                        <a:pt x="7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43" name="Google Shape;14743;p50"/>
                <p:cNvSpPr/>
                <p:nvPr/>
              </p:nvSpPr>
              <p:spPr>
                <a:xfrm>
                  <a:off x="1530294" y="6996180"/>
                  <a:ext cx="44196" cy="3254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7" h="18239" extrusionOk="0">
                      <a:moveTo>
                        <a:pt x="118" y="0"/>
                      </a:moveTo>
                      <a:lnTo>
                        <a:pt x="1" y="23"/>
                      </a:lnTo>
                      <a:cubicBezTo>
                        <a:pt x="211" y="1541"/>
                        <a:pt x="421" y="3059"/>
                        <a:pt x="585" y="4577"/>
                      </a:cubicBezTo>
                      <a:cubicBezTo>
                        <a:pt x="771" y="6095"/>
                        <a:pt x="912" y="7613"/>
                        <a:pt x="1005" y="9131"/>
                      </a:cubicBezTo>
                      <a:cubicBezTo>
                        <a:pt x="1122" y="10649"/>
                        <a:pt x="1075" y="12167"/>
                        <a:pt x="1262" y="13685"/>
                      </a:cubicBezTo>
                      <a:cubicBezTo>
                        <a:pt x="1425" y="15203"/>
                        <a:pt x="1612" y="16721"/>
                        <a:pt x="1962" y="18239"/>
                      </a:cubicBezTo>
                      <a:lnTo>
                        <a:pt x="2079" y="18239"/>
                      </a:lnTo>
                      <a:cubicBezTo>
                        <a:pt x="2406" y="16697"/>
                        <a:pt x="2476" y="15156"/>
                        <a:pt x="2476" y="13615"/>
                      </a:cubicBezTo>
                      <a:cubicBezTo>
                        <a:pt x="2476" y="12073"/>
                        <a:pt x="2196" y="10556"/>
                        <a:pt x="1962" y="9038"/>
                      </a:cubicBezTo>
                      <a:cubicBezTo>
                        <a:pt x="1752" y="7520"/>
                        <a:pt x="1495" y="6002"/>
                        <a:pt x="1192" y="4484"/>
                      </a:cubicBezTo>
                      <a:cubicBezTo>
                        <a:pt x="865" y="2989"/>
                        <a:pt x="538" y="1471"/>
                        <a:pt x="1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44" name="Google Shape;14744;p50"/>
                <p:cNvSpPr/>
                <p:nvPr/>
              </p:nvSpPr>
              <p:spPr>
                <a:xfrm>
                  <a:off x="906949" y="6758251"/>
                  <a:ext cx="34186" cy="1633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6" h="9155" extrusionOk="0">
                      <a:moveTo>
                        <a:pt x="1869" y="1"/>
                      </a:moveTo>
                      <a:cubicBezTo>
                        <a:pt x="1121" y="1378"/>
                        <a:pt x="561" y="2896"/>
                        <a:pt x="257" y="4438"/>
                      </a:cubicBezTo>
                      <a:cubicBezTo>
                        <a:pt x="117" y="5208"/>
                        <a:pt x="0" y="6002"/>
                        <a:pt x="24" y="6796"/>
                      </a:cubicBezTo>
                      <a:cubicBezTo>
                        <a:pt x="24" y="7590"/>
                        <a:pt x="94" y="8384"/>
                        <a:pt x="304" y="9155"/>
                      </a:cubicBezTo>
                      <a:lnTo>
                        <a:pt x="327" y="9155"/>
                      </a:lnTo>
                      <a:cubicBezTo>
                        <a:pt x="304" y="8361"/>
                        <a:pt x="281" y="7590"/>
                        <a:pt x="304" y="6796"/>
                      </a:cubicBezTo>
                      <a:cubicBezTo>
                        <a:pt x="351" y="6026"/>
                        <a:pt x="397" y="5255"/>
                        <a:pt x="514" y="4484"/>
                      </a:cubicBezTo>
                      <a:cubicBezTo>
                        <a:pt x="748" y="2943"/>
                        <a:pt x="1215" y="1448"/>
                        <a:pt x="1915" y="24"/>
                      </a:cubicBezTo>
                      <a:lnTo>
                        <a:pt x="186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45" name="Google Shape;14745;p50"/>
                <p:cNvSpPr/>
                <p:nvPr/>
              </p:nvSpPr>
              <p:spPr>
                <a:xfrm>
                  <a:off x="927360" y="6816167"/>
                  <a:ext cx="25854" cy="1296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9" h="7264" extrusionOk="0">
                      <a:moveTo>
                        <a:pt x="1402" y="1"/>
                      </a:moveTo>
                      <a:cubicBezTo>
                        <a:pt x="1308" y="1215"/>
                        <a:pt x="1122" y="2453"/>
                        <a:pt x="865" y="3644"/>
                      </a:cubicBezTo>
                      <a:cubicBezTo>
                        <a:pt x="725" y="4251"/>
                        <a:pt x="561" y="4835"/>
                        <a:pt x="421" y="5442"/>
                      </a:cubicBezTo>
                      <a:cubicBezTo>
                        <a:pt x="281" y="6049"/>
                        <a:pt x="117" y="6633"/>
                        <a:pt x="1" y="7240"/>
                      </a:cubicBezTo>
                      <a:lnTo>
                        <a:pt x="24" y="7263"/>
                      </a:lnTo>
                      <a:cubicBezTo>
                        <a:pt x="304" y="6703"/>
                        <a:pt x="514" y="6119"/>
                        <a:pt x="701" y="5512"/>
                      </a:cubicBezTo>
                      <a:cubicBezTo>
                        <a:pt x="888" y="4928"/>
                        <a:pt x="1005" y="4297"/>
                        <a:pt x="1098" y="3690"/>
                      </a:cubicBezTo>
                      <a:cubicBezTo>
                        <a:pt x="1308" y="2476"/>
                        <a:pt x="1425" y="1238"/>
                        <a:pt x="144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46" name="Google Shape;14746;p50"/>
                <p:cNvSpPr/>
                <p:nvPr/>
              </p:nvSpPr>
              <p:spPr>
                <a:xfrm>
                  <a:off x="865697" y="6790331"/>
                  <a:ext cx="10848" cy="1637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9179" extrusionOk="0">
                      <a:moveTo>
                        <a:pt x="0" y="1"/>
                      </a:moveTo>
                      <a:cubicBezTo>
                        <a:pt x="164" y="1519"/>
                        <a:pt x="257" y="3060"/>
                        <a:pt x="281" y="4578"/>
                      </a:cubicBezTo>
                      <a:lnTo>
                        <a:pt x="257" y="6866"/>
                      </a:lnTo>
                      <a:cubicBezTo>
                        <a:pt x="257" y="7637"/>
                        <a:pt x="257" y="8408"/>
                        <a:pt x="281" y="9178"/>
                      </a:cubicBezTo>
                      <a:lnTo>
                        <a:pt x="304" y="9178"/>
                      </a:lnTo>
                      <a:cubicBezTo>
                        <a:pt x="467" y="8408"/>
                        <a:pt x="514" y="7637"/>
                        <a:pt x="561" y="6890"/>
                      </a:cubicBezTo>
                      <a:cubicBezTo>
                        <a:pt x="608" y="6119"/>
                        <a:pt x="561" y="5348"/>
                        <a:pt x="514" y="4578"/>
                      </a:cubicBezTo>
                      <a:cubicBezTo>
                        <a:pt x="444" y="3037"/>
                        <a:pt x="281" y="1519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47" name="Google Shape;14747;p50"/>
                <p:cNvSpPr/>
                <p:nvPr/>
              </p:nvSpPr>
              <p:spPr>
                <a:xfrm>
                  <a:off x="1765726" y="6798664"/>
                  <a:ext cx="40841" cy="192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9" h="10767" extrusionOk="0">
                      <a:moveTo>
                        <a:pt x="2266" y="1"/>
                      </a:moveTo>
                      <a:cubicBezTo>
                        <a:pt x="1518" y="1706"/>
                        <a:pt x="935" y="3457"/>
                        <a:pt x="538" y="5255"/>
                      </a:cubicBezTo>
                      <a:cubicBezTo>
                        <a:pt x="351" y="6166"/>
                        <a:pt x="164" y="7077"/>
                        <a:pt x="94" y="7987"/>
                      </a:cubicBezTo>
                      <a:cubicBezTo>
                        <a:pt x="24" y="8922"/>
                        <a:pt x="0" y="9856"/>
                        <a:pt x="70" y="10766"/>
                      </a:cubicBezTo>
                      <a:lnTo>
                        <a:pt x="117" y="10766"/>
                      </a:lnTo>
                      <a:cubicBezTo>
                        <a:pt x="211" y="9856"/>
                        <a:pt x="281" y="8945"/>
                        <a:pt x="397" y="8034"/>
                      </a:cubicBezTo>
                      <a:cubicBezTo>
                        <a:pt x="514" y="7123"/>
                        <a:pt x="608" y="6213"/>
                        <a:pt x="794" y="5302"/>
                      </a:cubicBezTo>
                      <a:cubicBezTo>
                        <a:pt x="1121" y="3504"/>
                        <a:pt x="1635" y="1729"/>
                        <a:pt x="2289" y="24"/>
                      </a:cubicBezTo>
                      <a:lnTo>
                        <a:pt x="2266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48" name="Google Shape;14748;p50"/>
                <p:cNvSpPr/>
                <p:nvPr/>
              </p:nvSpPr>
              <p:spPr>
                <a:xfrm>
                  <a:off x="1758232" y="6805337"/>
                  <a:ext cx="10848" cy="152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8525" extrusionOk="0">
                      <a:moveTo>
                        <a:pt x="490" y="0"/>
                      </a:moveTo>
                      <a:cubicBezTo>
                        <a:pt x="467" y="1425"/>
                        <a:pt x="420" y="2849"/>
                        <a:pt x="304" y="4274"/>
                      </a:cubicBezTo>
                      <a:cubicBezTo>
                        <a:pt x="234" y="4975"/>
                        <a:pt x="164" y="5675"/>
                        <a:pt x="117" y="6399"/>
                      </a:cubicBezTo>
                      <a:cubicBezTo>
                        <a:pt x="70" y="7100"/>
                        <a:pt x="0" y="7800"/>
                        <a:pt x="0" y="8524"/>
                      </a:cubicBezTo>
                      <a:lnTo>
                        <a:pt x="23" y="8524"/>
                      </a:lnTo>
                      <a:cubicBezTo>
                        <a:pt x="210" y="7847"/>
                        <a:pt x="304" y="7123"/>
                        <a:pt x="397" y="6422"/>
                      </a:cubicBezTo>
                      <a:cubicBezTo>
                        <a:pt x="490" y="5698"/>
                        <a:pt x="514" y="4998"/>
                        <a:pt x="537" y="4274"/>
                      </a:cubicBezTo>
                      <a:cubicBezTo>
                        <a:pt x="607" y="2849"/>
                        <a:pt x="584" y="1425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49" name="Google Shape;14749;p50"/>
                <p:cNvSpPr/>
                <p:nvPr/>
              </p:nvSpPr>
              <p:spPr>
                <a:xfrm>
                  <a:off x="1723225" y="6852423"/>
                  <a:ext cx="8761" cy="1346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1" h="7544" extrusionOk="0">
                      <a:moveTo>
                        <a:pt x="0" y="0"/>
                      </a:moveTo>
                      <a:cubicBezTo>
                        <a:pt x="140" y="1261"/>
                        <a:pt x="211" y="2522"/>
                        <a:pt x="187" y="3760"/>
                      </a:cubicBezTo>
                      <a:cubicBezTo>
                        <a:pt x="187" y="4391"/>
                        <a:pt x="140" y="5021"/>
                        <a:pt x="140" y="5652"/>
                      </a:cubicBezTo>
                      <a:cubicBezTo>
                        <a:pt x="140" y="6282"/>
                        <a:pt x="94" y="6889"/>
                        <a:pt x="117" y="7543"/>
                      </a:cubicBezTo>
                      <a:lnTo>
                        <a:pt x="140" y="7543"/>
                      </a:lnTo>
                      <a:cubicBezTo>
                        <a:pt x="304" y="6913"/>
                        <a:pt x="374" y="6282"/>
                        <a:pt x="444" y="5652"/>
                      </a:cubicBezTo>
                      <a:cubicBezTo>
                        <a:pt x="491" y="5021"/>
                        <a:pt x="467" y="4391"/>
                        <a:pt x="444" y="3760"/>
                      </a:cubicBezTo>
                      <a:cubicBezTo>
                        <a:pt x="397" y="2499"/>
                        <a:pt x="257" y="123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50" name="Google Shape;14750;p50"/>
                <p:cNvSpPr/>
                <p:nvPr/>
              </p:nvSpPr>
              <p:spPr>
                <a:xfrm>
                  <a:off x="1796968" y="6851174"/>
                  <a:ext cx="10438" cy="1346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7544" extrusionOk="0">
                      <a:moveTo>
                        <a:pt x="351" y="0"/>
                      </a:moveTo>
                      <a:lnTo>
                        <a:pt x="328" y="24"/>
                      </a:lnTo>
                      <a:cubicBezTo>
                        <a:pt x="398" y="1261"/>
                        <a:pt x="398" y="2522"/>
                        <a:pt x="304" y="3783"/>
                      </a:cubicBezTo>
                      <a:cubicBezTo>
                        <a:pt x="258" y="4414"/>
                        <a:pt x="188" y="5021"/>
                        <a:pt x="141" y="5652"/>
                      </a:cubicBezTo>
                      <a:cubicBezTo>
                        <a:pt x="94" y="6282"/>
                        <a:pt x="24" y="6889"/>
                        <a:pt x="1" y="7543"/>
                      </a:cubicBezTo>
                      <a:lnTo>
                        <a:pt x="24" y="7543"/>
                      </a:lnTo>
                      <a:cubicBezTo>
                        <a:pt x="234" y="6936"/>
                        <a:pt x="328" y="6305"/>
                        <a:pt x="421" y="5675"/>
                      </a:cubicBezTo>
                      <a:cubicBezTo>
                        <a:pt x="515" y="5068"/>
                        <a:pt x="538" y="4414"/>
                        <a:pt x="538" y="3783"/>
                      </a:cubicBezTo>
                      <a:cubicBezTo>
                        <a:pt x="585" y="2522"/>
                        <a:pt x="515" y="1261"/>
                        <a:pt x="35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51" name="Google Shape;14751;p50"/>
                <p:cNvSpPr/>
                <p:nvPr/>
              </p:nvSpPr>
              <p:spPr>
                <a:xfrm>
                  <a:off x="1041945" y="6697836"/>
                  <a:ext cx="9189" cy="1191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6680" extrusionOk="0">
                      <a:moveTo>
                        <a:pt x="491" y="0"/>
                      </a:moveTo>
                      <a:cubicBezTo>
                        <a:pt x="234" y="1098"/>
                        <a:pt x="94" y="2196"/>
                        <a:pt x="48" y="3316"/>
                      </a:cubicBezTo>
                      <a:cubicBezTo>
                        <a:pt x="1" y="4461"/>
                        <a:pt x="94" y="5582"/>
                        <a:pt x="374" y="6679"/>
                      </a:cubicBezTo>
                      <a:lnTo>
                        <a:pt x="398" y="6679"/>
                      </a:lnTo>
                      <a:cubicBezTo>
                        <a:pt x="258" y="5558"/>
                        <a:pt x="188" y="4437"/>
                        <a:pt x="164" y="3340"/>
                      </a:cubicBezTo>
                      <a:cubicBezTo>
                        <a:pt x="188" y="2219"/>
                        <a:pt x="304" y="1098"/>
                        <a:pt x="5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52" name="Google Shape;14752;p50"/>
                <p:cNvSpPr/>
                <p:nvPr/>
              </p:nvSpPr>
              <p:spPr>
                <a:xfrm>
                  <a:off x="1027778" y="6705758"/>
                  <a:ext cx="12525" cy="92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5162" extrusionOk="0">
                      <a:moveTo>
                        <a:pt x="1" y="0"/>
                      </a:moveTo>
                      <a:cubicBezTo>
                        <a:pt x="164" y="864"/>
                        <a:pt x="281" y="1705"/>
                        <a:pt x="374" y="2569"/>
                      </a:cubicBezTo>
                      <a:cubicBezTo>
                        <a:pt x="468" y="3433"/>
                        <a:pt x="538" y="4297"/>
                        <a:pt x="655" y="5161"/>
                      </a:cubicBezTo>
                      <a:lnTo>
                        <a:pt x="678" y="5161"/>
                      </a:lnTo>
                      <a:cubicBezTo>
                        <a:pt x="701" y="4297"/>
                        <a:pt x="631" y="3433"/>
                        <a:pt x="491" y="2569"/>
                      </a:cubicBezTo>
                      <a:cubicBezTo>
                        <a:pt x="374" y="1705"/>
                        <a:pt x="211" y="84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53" name="Google Shape;14753;p50"/>
                <p:cNvSpPr/>
                <p:nvPr/>
              </p:nvSpPr>
              <p:spPr>
                <a:xfrm>
                  <a:off x="1007366" y="6737411"/>
                  <a:ext cx="15023" cy="80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4532" extrusionOk="0">
                      <a:moveTo>
                        <a:pt x="1" y="1"/>
                      </a:moveTo>
                      <a:lnTo>
                        <a:pt x="1" y="24"/>
                      </a:lnTo>
                      <a:cubicBezTo>
                        <a:pt x="211" y="748"/>
                        <a:pt x="374" y="1495"/>
                        <a:pt x="491" y="2266"/>
                      </a:cubicBezTo>
                      <a:lnTo>
                        <a:pt x="795" y="4531"/>
                      </a:lnTo>
                      <a:cubicBezTo>
                        <a:pt x="841" y="3761"/>
                        <a:pt x="771" y="2990"/>
                        <a:pt x="608" y="2243"/>
                      </a:cubicBezTo>
                      <a:cubicBezTo>
                        <a:pt x="468" y="1495"/>
                        <a:pt x="257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54" name="Google Shape;14754;p50"/>
                <p:cNvSpPr/>
                <p:nvPr/>
              </p:nvSpPr>
              <p:spPr>
                <a:xfrm>
                  <a:off x="1054453" y="6729506"/>
                  <a:ext cx="12936" cy="812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54" extrusionOk="0">
                      <a:moveTo>
                        <a:pt x="0" y="0"/>
                      </a:moveTo>
                      <a:cubicBezTo>
                        <a:pt x="187" y="747"/>
                        <a:pt x="327" y="1495"/>
                        <a:pt x="421" y="2265"/>
                      </a:cubicBezTo>
                      <a:lnTo>
                        <a:pt x="631" y="4554"/>
                      </a:lnTo>
                      <a:lnTo>
                        <a:pt x="654" y="4554"/>
                      </a:lnTo>
                      <a:cubicBezTo>
                        <a:pt x="724" y="3783"/>
                        <a:pt x="678" y="3013"/>
                        <a:pt x="538" y="2242"/>
                      </a:cubicBezTo>
                      <a:cubicBezTo>
                        <a:pt x="421" y="1495"/>
                        <a:pt x="234" y="74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55" name="Google Shape;14755;p50"/>
                <p:cNvSpPr/>
                <p:nvPr/>
              </p:nvSpPr>
              <p:spPr>
                <a:xfrm>
                  <a:off x="1096543" y="6891177"/>
                  <a:ext cx="9171" cy="1191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" h="6680" extrusionOk="0">
                      <a:moveTo>
                        <a:pt x="491" y="0"/>
                      </a:moveTo>
                      <a:cubicBezTo>
                        <a:pt x="234" y="1098"/>
                        <a:pt x="94" y="2219"/>
                        <a:pt x="47" y="3340"/>
                      </a:cubicBezTo>
                      <a:cubicBezTo>
                        <a:pt x="0" y="4460"/>
                        <a:pt x="94" y="5605"/>
                        <a:pt x="374" y="6679"/>
                      </a:cubicBezTo>
                      <a:lnTo>
                        <a:pt x="397" y="6679"/>
                      </a:lnTo>
                      <a:cubicBezTo>
                        <a:pt x="280" y="5558"/>
                        <a:pt x="187" y="4460"/>
                        <a:pt x="187" y="3340"/>
                      </a:cubicBezTo>
                      <a:cubicBezTo>
                        <a:pt x="187" y="2219"/>
                        <a:pt x="304" y="1121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56" name="Google Shape;14756;p50"/>
                <p:cNvSpPr/>
                <p:nvPr/>
              </p:nvSpPr>
              <p:spPr>
                <a:xfrm>
                  <a:off x="1082376" y="6899081"/>
                  <a:ext cx="12508" cy="925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86" extrusionOk="0">
                      <a:moveTo>
                        <a:pt x="0" y="1"/>
                      </a:moveTo>
                      <a:cubicBezTo>
                        <a:pt x="164" y="865"/>
                        <a:pt x="280" y="1729"/>
                        <a:pt x="374" y="2593"/>
                      </a:cubicBezTo>
                      <a:cubicBezTo>
                        <a:pt x="467" y="3457"/>
                        <a:pt x="537" y="4321"/>
                        <a:pt x="654" y="5185"/>
                      </a:cubicBezTo>
                      <a:lnTo>
                        <a:pt x="677" y="5185"/>
                      </a:lnTo>
                      <a:cubicBezTo>
                        <a:pt x="701" y="4298"/>
                        <a:pt x="631" y="3434"/>
                        <a:pt x="491" y="2570"/>
                      </a:cubicBezTo>
                      <a:cubicBezTo>
                        <a:pt x="374" y="1706"/>
                        <a:pt x="210" y="865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57" name="Google Shape;14757;p50"/>
                <p:cNvSpPr/>
                <p:nvPr/>
              </p:nvSpPr>
              <p:spPr>
                <a:xfrm>
                  <a:off x="1109033" y="6923258"/>
                  <a:ext cx="12936" cy="808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31" extrusionOk="0">
                      <a:moveTo>
                        <a:pt x="1" y="0"/>
                      </a:moveTo>
                      <a:cubicBezTo>
                        <a:pt x="188" y="748"/>
                        <a:pt x="328" y="1495"/>
                        <a:pt x="421" y="2265"/>
                      </a:cubicBezTo>
                      <a:lnTo>
                        <a:pt x="631" y="4531"/>
                      </a:lnTo>
                      <a:lnTo>
                        <a:pt x="655" y="4531"/>
                      </a:lnTo>
                      <a:cubicBezTo>
                        <a:pt x="725" y="3783"/>
                        <a:pt x="678" y="2989"/>
                        <a:pt x="538" y="2242"/>
                      </a:cubicBezTo>
                      <a:cubicBezTo>
                        <a:pt x="421" y="1471"/>
                        <a:pt x="234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58" name="Google Shape;14758;p50"/>
                <p:cNvSpPr/>
                <p:nvPr/>
              </p:nvSpPr>
              <p:spPr>
                <a:xfrm>
                  <a:off x="1410303" y="6632407"/>
                  <a:ext cx="12936" cy="9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5489" extrusionOk="0">
                      <a:moveTo>
                        <a:pt x="724" y="1"/>
                      </a:moveTo>
                      <a:cubicBezTo>
                        <a:pt x="420" y="888"/>
                        <a:pt x="234" y="1799"/>
                        <a:pt x="117" y="2710"/>
                      </a:cubicBezTo>
                      <a:cubicBezTo>
                        <a:pt x="0" y="3644"/>
                        <a:pt x="0" y="4578"/>
                        <a:pt x="164" y="5489"/>
                      </a:cubicBezTo>
                      <a:lnTo>
                        <a:pt x="187" y="5489"/>
                      </a:lnTo>
                      <a:cubicBezTo>
                        <a:pt x="164" y="4578"/>
                        <a:pt x="187" y="3644"/>
                        <a:pt x="234" y="2733"/>
                      </a:cubicBezTo>
                      <a:cubicBezTo>
                        <a:pt x="327" y="1822"/>
                        <a:pt x="491" y="912"/>
                        <a:pt x="7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59" name="Google Shape;14759;p50"/>
                <p:cNvSpPr/>
                <p:nvPr/>
              </p:nvSpPr>
              <p:spPr>
                <a:xfrm>
                  <a:off x="1403630" y="6637421"/>
                  <a:ext cx="5442" cy="76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298" extrusionOk="0">
                      <a:moveTo>
                        <a:pt x="0" y="0"/>
                      </a:moveTo>
                      <a:cubicBezTo>
                        <a:pt x="71" y="724"/>
                        <a:pt x="117" y="1448"/>
                        <a:pt x="141" y="2149"/>
                      </a:cubicBezTo>
                      <a:cubicBezTo>
                        <a:pt x="141" y="2873"/>
                        <a:pt x="141" y="3597"/>
                        <a:pt x="187" y="4297"/>
                      </a:cubicBezTo>
                      <a:lnTo>
                        <a:pt x="211" y="4297"/>
                      </a:lnTo>
                      <a:cubicBezTo>
                        <a:pt x="304" y="3597"/>
                        <a:pt x="304" y="2873"/>
                        <a:pt x="257" y="2149"/>
                      </a:cubicBezTo>
                      <a:cubicBezTo>
                        <a:pt x="211" y="1425"/>
                        <a:pt x="141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60" name="Google Shape;14760;p50"/>
                <p:cNvSpPr/>
                <p:nvPr/>
              </p:nvSpPr>
              <p:spPr>
                <a:xfrm>
                  <a:off x="1424042" y="6659082"/>
                  <a:ext cx="6691" cy="67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" h="3784" extrusionOk="0">
                      <a:moveTo>
                        <a:pt x="1" y="1"/>
                      </a:moveTo>
                      <a:cubicBezTo>
                        <a:pt x="94" y="631"/>
                        <a:pt x="164" y="1262"/>
                        <a:pt x="188" y="1892"/>
                      </a:cubicBezTo>
                      <a:cubicBezTo>
                        <a:pt x="188" y="2523"/>
                        <a:pt x="188" y="3130"/>
                        <a:pt x="211" y="3784"/>
                      </a:cubicBezTo>
                      <a:lnTo>
                        <a:pt x="234" y="3784"/>
                      </a:lnTo>
                      <a:cubicBezTo>
                        <a:pt x="351" y="3153"/>
                        <a:pt x="374" y="2499"/>
                        <a:pt x="304" y="1869"/>
                      </a:cubicBezTo>
                      <a:cubicBezTo>
                        <a:pt x="258" y="1238"/>
                        <a:pt x="164" y="60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61" name="Google Shape;14761;p50"/>
                <p:cNvSpPr/>
                <p:nvPr/>
              </p:nvSpPr>
              <p:spPr>
                <a:xfrm>
                  <a:off x="1378633" y="6656174"/>
                  <a:ext cx="6263" cy="67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3784" extrusionOk="0">
                      <a:moveTo>
                        <a:pt x="0" y="0"/>
                      </a:moveTo>
                      <a:cubicBezTo>
                        <a:pt x="94" y="631"/>
                        <a:pt x="164" y="1261"/>
                        <a:pt x="187" y="1892"/>
                      </a:cubicBezTo>
                      <a:cubicBezTo>
                        <a:pt x="187" y="2522"/>
                        <a:pt x="187" y="3153"/>
                        <a:pt x="210" y="3783"/>
                      </a:cubicBezTo>
                      <a:lnTo>
                        <a:pt x="234" y="3783"/>
                      </a:lnTo>
                      <a:cubicBezTo>
                        <a:pt x="351" y="3153"/>
                        <a:pt x="351" y="2522"/>
                        <a:pt x="304" y="1868"/>
                      </a:cubicBezTo>
                      <a:cubicBezTo>
                        <a:pt x="257" y="1238"/>
                        <a:pt x="164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62" name="Google Shape;14762;p50"/>
                <p:cNvSpPr/>
                <p:nvPr/>
              </p:nvSpPr>
              <p:spPr>
                <a:xfrm>
                  <a:off x="211502" y="6943259"/>
                  <a:ext cx="9599" cy="991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" h="5559" extrusionOk="0">
                      <a:moveTo>
                        <a:pt x="258" y="0"/>
                      </a:moveTo>
                      <a:cubicBezTo>
                        <a:pt x="71" y="911"/>
                        <a:pt x="1" y="1868"/>
                        <a:pt x="24" y="2803"/>
                      </a:cubicBezTo>
                      <a:cubicBezTo>
                        <a:pt x="48" y="3737"/>
                        <a:pt x="188" y="4671"/>
                        <a:pt x="515" y="5558"/>
                      </a:cubicBezTo>
                      <a:lnTo>
                        <a:pt x="538" y="5558"/>
                      </a:lnTo>
                      <a:cubicBezTo>
                        <a:pt x="375" y="4647"/>
                        <a:pt x="211" y="3713"/>
                        <a:pt x="141" y="2803"/>
                      </a:cubicBezTo>
                      <a:cubicBezTo>
                        <a:pt x="94" y="1868"/>
                        <a:pt x="141" y="934"/>
                        <a:pt x="28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63" name="Google Shape;14763;p50"/>
                <p:cNvSpPr/>
                <p:nvPr/>
              </p:nvSpPr>
              <p:spPr>
                <a:xfrm>
                  <a:off x="194426" y="6949504"/>
                  <a:ext cx="16683" cy="770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321" extrusionOk="0">
                      <a:moveTo>
                        <a:pt x="0" y="0"/>
                      </a:moveTo>
                      <a:cubicBezTo>
                        <a:pt x="211" y="724"/>
                        <a:pt x="374" y="1425"/>
                        <a:pt x="514" y="2149"/>
                      </a:cubicBezTo>
                      <a:cubicBezTo>
                        <a:pt x="631" y="2873"/>
                        <a:pt x="748" y="3597"/>
                        <a:pt x="911" y="4321"/>
                      </a:cubicBezTo>
                      <a:lnTo>
                        <a:pt x="935" y="4321"/>
                      </a:lnTo>
                      <a:cubicBezTo>
                        <a:pt x="935" y="3573"/>
                        <a:pt x="818" y="2850"/>
                        <a:pt x="631" y="2126"/>
                      </a:cubicBezTo>
                      <a:cubicBezTo>
                        <a:pt x="467" y="1402"/>
                        <a:pt x="257" y="70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64" name="Google Shape;14764;p50"/>
                <p:cNvSpPr/>
                <p:nvPr/>
              </p:nvSpPr>
              <p:spPr>
                <a:xfrm>
                  <a:off x="221511" y="6969916"/>
                  <a:ext cx="16272" cy="67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cubicBezTo>
                        <a:pt x="211" y="608"/>
                        <a:pt x="397" y="1238"/>
                        <a:pt x="537" y="1869"/>
                      </a:cubicBezTo>
                      <a:cubicBezTo>
                        <a:pt x="654" y="2523"/>
                        <a:pt x="748" y="3153"/>
                        <a:pt x="864" y="3784"/>
                      </a:cubicBezTo>
                      <a:lnTo>
                        <a:pt x="888" y="3784"/>
                      </a:lnTo>
                      <a:cubicBezTo>
                        <a:pt x="911" y="3130"/>
                        <a:pt x="818" y="2476"/>
                        <a:pt x="654" y="1846"/>
                      </a:cubicBezTo>
                      <a:cubicBezTo>
                        <a:pt x="491" y="1215"/>
                        <a:pt x="281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65" name="Google Shape;14765;p50"/>
                <p:cNvSpPr/>
                <p:nvPr/>
              </p:nvSpPr>
              <p:spPr>
                <a:xfrm>
                  <a:off x="168590" y="6969916"/>
                  <a:ext cx="16272" cy="67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1" y="608"/>
                        <a:pt x="374" y="1238"/>
                        <a:pt x="514" y="1869"/>
                      </a:cubicBezTo>
                      <a:cubicBezTo>
                        <a:pt x="631" y="2523"/>
                        <a:pt x="724" y="3153"/>
                        <a:pt x="865" y="3784"/>
                      </a:cubicBezTo>
                      <a:cubicBezTo>
                        <a:pt x="911" y="3130"/>
                        <a:pt x="818" y="2476"/>
                        <a:pt x="631" y="1846"/>
                      </a:cubicBezTo>
                      <a:cubicBezTo>
                        <a:pt x="468" y="1215"/>
                        <a:pt x="257" y="5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66" name="Google Shape;14766;p50"/>
                <p:cNvSpPr/>
                <p:nvPr/>
              </p:nvSpPr>
              <p:spPr>
                <a:xfrm>
                  <a:off x="779857" y="7121595"/>
                  <a:ext cx="25015" cy="2021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" h="11327" extrusionOk="0">
                      <a:moveTo>
                        <a:pt x="1379" y="0"/>
                      </a:moveTo>
                      <a:cubicBezTo>
                        <a:pt x="748" y="1822"/>
                        <a:pt x="328" y="3690"/>
                        <a:pt x="141" y="5605"/>
                      </a:cubicBezTo>
                      <a:cubicBezTo>
                        <a:pt x="47" y="6562"/>
                        <a:pt x="1" y="7520"/>
                        <a:pt x="24" y="8477"/>
                      </a:cubicBezTo>
                      <a:cubicBezTo>
                        <a:pt x="47" y="9435"/>
                        <a:pt x="117" y="10392"/>
                        <a:pt x="281" y="11326"/>
                      </a:cubicBezTo>
                      <a:lnTo>
                        <a:pt x="304" y="11326"/>
                      </a:lnTo>
                      <a:cubicBezTo>
                        <a:pt x="234" y="10392"/>
                        <a:pt x="164" y="9435"/>
                        <a:pt x="164" y="8477"/>
                      </a:cubicBezTo>
                      <a:cubicBezTo>
                        <a:pt x="141" y="7520"/>
                        <a:pt x="187" y="6562"/>
                        <a:pt x="258" y="5628"/>
                      </a:cubicBezTo>
                      <a:cubicBezTo>
                        <a:pt x="421" y="3713"/>
                        <a:pt x="818" y="1845"/>
                        <a:pt x="1402" y="24"/>
                      </a:cubicBezTo>
                      <a:lnTo>
                        <a:pt x="137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67" name="Google Shape;14767;p50"/>
                <p:cNvSpPr/>
                <p:nvPr/>
              </p:nvSpPr>
              <p:spPr>
                <a:xfrm>
                  <a:off x="759034" y="7128679"/>
                  <a:ext cx="12097" cy="1604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8" h="899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10" y="1471"/>
                        <a:pt x="350" y="2989"/>
                        <a:pt x="444" y="4484"/>
                      </a:cubicBezTo>
                      <a:cubicBezTo>
                        <a:pt x="467" y="5231"/>
                        <a:pt x="514" y="5979"/>
                        <a:pt x="514" y="6726"/>
                      </a:cubicBezTo>
                      <a:cubicBezTo>
                        <a:pt x="560" y="7473"/>
                        <a:pt x="560" y="8220"/>
                        <a:pt x="584" y="8991"/>
                      </a:cubicBezTo>
                      <a:lnTo>
                        <a:pt x="607" y="8991"/>
                      </a:lnTo>
                      <a:cubicBezTo>
                        <a:pt x="677" y="8220"/>
                        <a:pt x="677" y="7473"/>
                        <a:pt x="677" y="6726"/>
                      </a:cubicBezTo>
                      <a:cubicBezTo>
                        <a:pt x="654" y="5979"/>
                        <a:pt x="631" y="5231"/>
                        <a:pt x="560" y="4461"/>
                      </a:cubicBezTo>
                      <a:cubicBezTo>
                        <a:pt x="444" y="2966"/>
                        <a:pt x="257" y="1471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68" name="Google Shape;14768;p50"/>
                <p:cNvSpPr/>
                <p:nvPr/>
              </p:nvSpPr>
              <p:spPr>
                <a:xfrm>
                  <a:off x="807780" y="7177014"/>
                  <a:ext cx="15023" cy="141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7917" extrusionOk="0">
                      <a:moveTo>
                        <a:pt x="0" y="0"/>
                      </a:moveTo>
                      <a:cubicBezTo>
                        <a:pt x="281" y="1308"/>
                        <a:pt x="467" y="2616"/>
                        <a:pt x="561" y="3947"/>
                      </a:cubicBezTo>
                      <a:cubicBezTo>
                        <a:pt x="654" y="5278"/>
                        <a:pt x="654" y="6586"/>
                        <a:pt x="654" y="7917"/>
                      </a:cubicBezTo>
                      <a:cubicBezTo>
                        <a:pt x="841" y="6609"/>
                        <a:pt x="818" y="5255"/>
                        <a:pt x="678" y="3923"/>
                      </a:cubicBezTo>
                      <a:cubicBezTo>
                        <a:pt x="561" y="2616"/>
                        <a:pt x="327" y="1285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69" name="Google Shape;14769;p50"/>
                <p:cNvSpPr/>
                <p:nvPr/>
              </p:nvSpPr>
              <p:spPr>
                <a:xfrm>
                  <a:off x="700279" y="7162419"/>
                  <a:ext cx="14595" cy="1412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7918" extrusionOk="0">
                      <a:moveTo>
                        <a:pt x="0" y="1"/>
                      </a:moveTo>
                      <a:cubicBezTo>
                        <a:pt x="280" y="1309"/>
                        <a:pt x="467" y="2616"/>
                        <a:pt x="561" y="3947"/>
                      </a:cubicBezTo>
                      <a:cubicBezTo>
                        <a:pt x="631" y="5279"/>
                        <a:pt x="654" y="6586"/>
                        <a:pt x="631" y="7917"/>
                      </a:cubicBezTo>
                      <a:lnTo>
                        <a:pt x="654" y="7917"/>
                      </a:lnTo>
                      <a:cubicBezTo>
                        <a:pt x="818" y="6610"/>
                        <a:pt x="818" y="5255"/>
                        <a:pt x="677" y="3924"/>
                      </a:cubicBezTo>
                      <a:cubicBezTo>
                        <a:pt x="561" y="2616"/>
                        <a:pt x="327" y="12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70" name="Google Shape;14770;p50"/>
                <p:cNvSpPr/>
                <p:nvPr/>
              </p:nvSpPr>
              <p:spPr>
                <a:xfrm>
                  <a:off x="2108659" y="6598257"/>
                  <a:ext cx="37505" cy="129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7263" extrusionOk="0">
                      <a:moveTo>
                        <a:pt x="2102" y="0"/>
                      </a:moveTo>
                      <a:cubicBezTo>
                        <a:pt x="1495" y="1121"/>
                        <a:pt x="1004" y="2289"/>
                        <a:pt x="631" y="3503"/>
                      </a:cubicBezTo>
                      <a:cubicBezTo>
                        <a:pt x="257" y="4717"/>
                        <a:pt x="23" y="5978"/>
                        <a:pt x="0" y="7263"/>
                      </a:cubicBezTo>
                      <a:cubicBezTo>
                        <a:pt x="187" y="6002"/>
                        <a:pt x="420" y="4764"/>
                        <a:pt x="747" y="3550"/>
                      </a:cubicBezTo>
                      <a:cubicBezTo>
                        <a:pt x="1098" y="2335"/>
                        <a:pt x="1541" y="1144"/>
                        <a:pt x="210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71" name="Google Shape;14771;p50"/>
                <p:cNvSpPr/>
                <p:nvPr/>
              </p:nvSpPr>
              <p:spPr>
                <a:xfrm>
                  <a:off x="2104073" y="6600327"/>
                  <a:ext cx="15006" cy="1041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5839" extrusionOk="0">
                      <a:moveTo>
                        <a:pt x="818" y="1"/>
                      </a:moveTo>
                      <a:cubicBezTo>
                        <a:pt x="748" y="982"/>
                        <a:pt x="631" y="1962"/>
                        <a:pt x="467" y="2920"/>
                      </a:cubicBezTo>
                      <a:cubicBezTo>
                        <a:pt x="304" y="3901"/>
                        <a:pt x="140" y="4858"/>
                        <a:pt x="0" y="5839"/>
                      </a:cubicBezTo>
                      <a:lnTo>
                        <a:pt x="24" y="5839"/>
                      </a:lnTo>
                      <a:cubicBezTo>
                        <a:pt x="304" y="4882"/>
                        <a:pt x="491" y="3924"/>
                        <a:pt x="584" y="2943"/>
                      </a:cubicBezTo>
                      <a:cubicBezTo>
                        <a:pt x="724" y="1962"/>
                        <a:pt x="794" y="982"/>
                        <a:pt x="8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72" name="Google Shape;14772;p50"/>
                <p:cNvSpPr/>
                <p:nvPr/>
              </p:nvSpPr>
              <p:spPr>
                <a:xfrm>
                  <a:off x="2078237" y="6629499"/>
                  <a:ext cx="10010" cy="92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5162" extrusionOk="0">
                      <a:moveTo>
                        <a:pt x="491" y="0"/>
                      </a:moveTo>
                      <a:cubicBezTo>
                        <a:pt x="491" y="865"/>
                        <a:pt x="444" y="1729"/>
                        <a:pt x="374" y="2593"/>
                      </a:cubicBezTo>
                      <a:cubicBezTo>
                        <a:pt x="257" y="3457"/>
                        <a:pt x="117" y="4297"/>
                        <a:pt x="0" y="5161"/>
                      </a:cubicBezTo>
                      <a:lnTo>
                        <a:pt x="24" y="5161"/>
                      </a:lnTo>
                      <a:cubicBezTo>
                        <a:pt x="281" y="4344"/>
                        <a:pt x="444" y="3480"/>
                        <a:pt x="491" y="2593"/>
                      </a:cubicBezTo>
                      <a:cubicBezTo>
                        <a:pt x="561" y="1729"/>
                        <a:pt x="561" y="865"/>
                        <a:pt x="49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73" name="Google Shape;14773;p50"/>
                <p:cNvSpPr/>
                <p:nvPr/>
              </p:nvSpPr>
              <p:spPr>
                <a:xfrm>
                  <a:off x="2129071" y="6634085"/>
                  <a:ext cx="12508" cy="9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38" extrusionOk="0">
                      <a:moveTo>
                        <a:pt x="654" y="0"/>
                      </a:moveTo>
                      <a:cubicBezTo>
                        <a:pt x="631" y="864"/>
                        <a:pt x="561" y="1728"/>
                        <a:pt x="444" y="2593"/>
                      </a:cubicBezTo>
                      <a:cubicBezTo>
                        <a:pt x="304" y="3433"/>
                        <a:pt x="141" y="4274"/>
                        <a:pt x="0" y="5138"/>
                      </a:cubicBezTo>
                      <a:lnTo>
                        <a:pt x="24" y="5138"/>
                      </a:lnTo>
                      <a:cubicBezTo>
                        <a:pt x="327" y="4321"/>
                        <a:pt x="491" y="3457"/>
                        <a:pt x="561" y="2593"/>
                      </a:cubicBezTo>
                      <a:cubicBezTo>
                        <a:pt x="654" y="1728"/>
                        <a:pt x="701" y="864"/>
                        <a:pt x="67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74" name="Google Shape;14774;p50"/>
                <p:cNvSpPr/>
                <p:nvPr/>
              </p:nvSpPr>
              <p:spPr>
                <a:xfrm>
                  <a:off x="2052401" y="6678673"/>
                  <a:ext cx="14185" cy="91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15" extrusionOk="0">
                      <a:moveTo>
                        <a:pt x="771" y="0"/>
                      </a:moveTo>
                      <a:cubicBezTo>
                        <a:pt x="748" y="864"/>
                        <a:pt x="654" y="1705"/>
                        <a:pt x="491" y="2569"/>
                      </a:cubicBezTo>
                      <a:cubicBezTo>
                        <a:pt x="351" y="3410"/>
                        <a:pt x="164" y="4250"/>
                        <a:pt x="0" y="5114"/>
                      </a:cubicBezTo>
                      <a:cubicBezTo>
                        <a:pt x="327" y="4297"/>
                        <a:pt x="514" y="3456"/>
                        <a:pt x="631" y="2592"/>
                      </a:cubicBezTo>
                      <a:cubicBezTo>
                        <a:pt x="748" y="1728"/>
                        <a:pt x="794" y="864"/>
                        <a:pt x="79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75" name="Google Shape;14775;p50"/>
                <p:cNvSpPr/>
                <p:nvPr/>
              </p:nvSpPr>
              <p:spPr>
                <a:xfrm>
                  <a:off x="1533631" y="6679494"/>
                  <a:ext cx="15862" cy="1183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6634" extrusionOk="0">
                      <a:moveTo>
                        <a:pt x="865" y="1"/>
                      </a:moveTo>
                      <a:cubicBezTo>
                        <a:pt x="514" y="1052"/>
                        <a:pt x="281" y="2173"/>
                        <a:pt x="141" y="3270"/>
                      </a:cubicBezTo>
                      <a:cubicBezTo>
                        <a:pt x="1" y="4391"/>
                        <a:pt x="1" y="5535"/>
                        <a:pt x="187" y="6633"/>
                      </a:cubicBezTo>
                      <a:lnTo>
                        <a:pt x="211" y="6633"/>
                      </a:lnTo>
                      <a:cubicBezTo>
                        <a:pt x="187" y="5512"/>
                        <a:pt x="187" y="4415"/>
                        <a:pt x="281" y="3294"/>
                      </a:cubicBezTo>
                      <a:cubicBezTo>
                        <a:pt x="374" y="2173"/>
                        <a:pt x="584" y="1075"/>
                        <a:pt x="888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76" name="Google Shape;14776;p50"/>
                <p:cNvSpPr/>
                <p:nvPr/>
              </p:nvSpPr>
              <p:spPr>
                <a:xfrm>
                  <a:off x="1525709" y="6685328"/>
                  <a:ext cx="5852" cy="929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5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1" y="865"/>
                        <a:pt x="118" y="1752"/>
                        <a:pt x="141" y="2616"/>
                      </a:cubicBezTo>
                      <a:cubicBezTo>
                        <a:pt x="164" y="3480"/>
                        <a:pt x="164" y="4344"/>
                        <a:pt x="211" y="5208"/>
                      </a:cubicBezTo>
                      <a:lnTo>
                        <a:pt x="234" y="5208"/>
                      </a:lnTo>
                      <a:cubicBezTo>
                        <a:pt x="328" y="4344"/>
                        <a:pt x="328" y="3480"/>
                        <a:pt x="281" y="2616"/>
                      </a:cubicBezTo>
                      <a:cubicBezTo>
                        <a:pt x="211" y="1729"/>
                        <a:pt x="141" y="86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77" name="Google Shape;14777;p50"/>
                <p:cNvSpPr/>
                <p:nvPr/>
              </p:nvSpPr>
              <p:spPr>
                <a:xfrm>
                  <a:off x="1550296" y="6711575"/>
                  <a:ext cx="7530" cy="81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4579" extrusionOk="0">
                      <a:moveTo>
                        <a:pt x="1" y="1"/>
                      </a:moveTo>
                      <a:cubicBezTo>
                        <a:pt x="118" y="748"/>
                        <a:pt x="188" y="1519"/>
                        <a:pt x="211" y="2290"/>
                      </a:cubicBezTo>
                      <a:lnTo>
                        <a:pt x="234" y="4578"/>
                      </a:lnTo>
                      <a:lnTo>
                        <a:pt x="258" y="4578"/>
                      </a:lnTo>
                      <a:cubicBezTo>
                        <a:pt x="398" y="3808"/>
                        <a:pt x="421" y="3037"/>
                        <a:pt x="328" y="2266"/>
                      </a:cubicBezTo>
                      <a:cubicBezTo>
                        <a:pt x="281" y="1496"/>
                        <a:pt x="164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778" name="Google Shape;14778;p50"/>
                <p:cNvSpPr/>
                <p:nvPr/>
              </p:nvSpPr>
              <p:spPr>
                <a:xfrm>
                  <a:off x="1626144" y="6651160"/>
                  <a:ext cx="14185" cy="91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39" extrusionOk="0">
                      <a:moveTo>
                        <a:pt x="771" y="1"/>
                      </a:moveTo>
                      <a:cubicBezTo>
                        <a:pt x="747" y="865"/>
                        <a:pt x="654" y="1729"/>
                        <a:pt x="514" y="2593"/>
                      </a:cubicBezTo>
                      <a:cubicBezTo>
                        <a:pt x="350" y="3434"/>
                        <a:pt x="164" y="4274"/>
                        <a:pt x="0" y="5138"/>
                      </a:cubicBezTo>
                      <a:cubicBezTo>
                        <a:pt x="327" y="4321"/>
                        <a:pt x="514" y="3457"/>
                        <a:pt x="631" y="2593"/>
                      </a:cubicBezTo>
                      <a:cubicBezTo>
                        <a:pt x="747" y="1752"/>
                        <a:pt x="794" y="888"/>
                        <a:pt x="79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grpSp>
          <p:nvGrpSpPr>
            <p:cNvPr id="14779" name="Google Shape;14779;p50"/>
            <p:cNvGrpSpPr/>
            <p:nvPr/>
          </p:nvGrpSpPr>
          <p:grpSpPr>
            <a:xfrm>
              <a:off x="591090" y="3793086"/>
              <a:ext cx="371597" cy="1030186"/>
              <a:chOff x="4978550" y="2483100"/>
              <a:chExt cx="87025" cy="241250"/>
            </a:xfrm>
          </p:grpSpPr>
          <p:sp>
            <p:nvSpPr>
              <p:cNvPr id="14780" name="Google Shape;14780;p50"/>
              <p:cNvSpPr/>
              <p:nvPr/>
            </p:nvSpPr>
            <p:spPr>
              <a:xfrm>
                <a:off x="5012150" y="2502650"/>
                <a:ext cx="102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553" extrusionOk="0">
                    <a:moveTo>
                      <a:pt x="0" y="1"/>
                    </a:moveTo>
                    <a:lnTo>
                      <a:pt x="0" y="553"/>
                    </a:lnTo>
                    <a:lnTo>
                      <a:pt x="41" y="553"/>
                    </a:lnTo>
                    <a:lnTo>
                      <a:pt x="4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81" name="Google Shape;14781;p50"/>
              <p:cNvSpPr/>
              <p:nvPr/>
            </p:nvSpPr>
            <p:spPr>
              <a:xfrm>
                <a:off x="4999350" y="2511675"/>
                <a:ext cx="13575" cy="530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212" extrusionOk="0">
                    <a:moveTo>
                      <a:pt x="11" y="1"/>
                    </a:moveTo>
                    <a:lnTo>
                      <a:pt x="1" y="41"/>
                    </a:lnTo>
                    <a:lnTo>
                      <a:pt x="522" y="212"/>
                    </a:lnTo>
                    <a:lnTo>
                      <a:pt x="543" y="171"/>
                    </a:lnTo>
                    <a:lnTo>
                      <a:pt x="1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82" name="Google Shape;14782;p50"/>
              <p:cNvSpPr/>
              <p:nvPr/>
            </p:nvSpPr>
            <p:spPr>
              <a:xfrm>
                <a:off x="5004125" y="2515950"/>
                <a:ext cx="9050" cy="11800"/>
              </a:xfrm>
              <a:custGeom>
                <a:avLst/>
                <a:gdLst/>
                <a:ahLst/>
                <a:cxnLst/>
                <a:rect l="l" t="t" r="r" b="b"/>
                <a:pathLst>
                  <a:path w="362" h="472" extrusionOk="0">
                    <a:moveTo>
                      <a:pt x="321" y="0"/>
                    </a:moveTo>
                    <a:lnTo>
                      <a:pt x="0" y="452"/>
                    </a:lnTo>
                    <a:lnTo>
                      <a:pt x="31" y="472"/>
                    </a:lnTo>
                    <a:lnTo>
                      <a:pt x="362" y="31"/>
                    </a:lnTo>
                    <a:lnTo>
                      <a:pt x="32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83" name="Google Shape;14783;p50"/>
              <p:cNvSpPr/>
              <p:nvPr/>
            </p:nvSpPr>
            <p:spPr>
              <a:xfrm>
                <a:off x="5012150" y="2515950"/>
                <a:ext cx="9050" cy="11800"/>
              </a:xfrm>
              <a:custGeom>
                <a:avLst/>
                <a:gdLst/>
                <a:ahLst/>
                <a:cxnLst/>
                <a:rect l="l" t="t" r="r" b="b"/>
                <a:pathLst>
                  <a:path w="362" h="472" extrusionOk="0">
                    <a:moveTo>
                      <a:pt x="41" y="0"/>
                    </a:moveTo>
                    <a:lnTo>
                      <a:pt x="0" y="31"/>
                    </a:lnTo>
                    <a:lnTo>
                      <a:pt x="331" y="472"/>
                    </a:lnTo>
                    <a:lnTo>
                      <a:pt x="362" y="452"/>
                    </a:lnTo>
                    <a:lnTo>
                      <a:pt x="4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84" name="Google Shape;14784;p50"/>
              <p:cNvSpPr/>
              <p:nvPr/>
            </p:nvSpPr>
            <p:spPr>
              <a:xfrm>
                <a:off x="5012400" y="2511675"/>
                <a:ext cx="13575" cy="530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212" extrusionOk="0">
                    <a:moveTo>
                      <a:pt x="532" y="1"/>
                    </a:moveTo>
                    <a:lnTo>
                      <a:pt x="0" y="171"/>
                    </a:lnTo>
                    <a:lnTo>
                      <a:pt x="21" y="212"/>
                    </a:lnTo>
                    <a:lnTo>
                      <a:pt x="542" y="41"/>
                    </a:lnTo>
                    <a:lnTo>
                      <a:pt x="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85" name="Google Shape;14785;p50"/>
              <p:cNvSpPr/>
              <p:nvPr/>
            </p:nvSpPr>
            <p:spPr>
              <a:xfrm>
                <a:off x="4986575" y="2491000"/>
                <a:ext cx="52175" cy="50550"/>
              </a:xfrm>
              <a:custGeom>
                <a:avLst/>
                <a:gdLst/>
                <a:ahLst/>
                <a:cxnLst/>
                <a:rect l="l" t="t" r="r" b="b"/>
                <a:pathLst>
                  <a:path w="2087" h="2022" extrusionOk="0">
                    <a:moveTo>
                      <a:pt x="1043" y="46"/>
                    </a:moveTo>
                    <a:cubicBezTo>
                      <a:pt x="1144" y="46"/>
                      <a:pt x="1244" y="66"/>
                      <a:pt x="1344" y="96"/>
                    </a:cubicBezTo>
                    <a:cubicBezTo>
                      <a:pt x="1595" y="176"/>
                      <a:pt x="1796" y="346"/>
                      <a:pt x="1906" y="577"/>
                    </a:cubicBezTo>
                    <a:cubicBezTo>
                      <a:pt x="2026" y="808"/>
                      <a:pt x="2047" y="1069"/>
                      <a:pt x="1966" y="1319"/>
                    </a:cubicBezTo>
                    <a:cubicBezTo>
                      <a:pt x="1886" y="1560"/>
                      <a:pt x="1705" y="1761"/>
                      <a:pt x="1475" y="1881"/>
                    </a:cubicBezTo>
                    <a:cubicBezTo>
                      <a:pt x="1342" y="1950"/>
                      <a:pt x="1199" y="1983"/>
                      <a:pt x="1056" y="1983"/>
                    </a:cubicBezTo>
                    <a:cubicBezTo>
                      <a:pt x="951" y="1983"/>
                      <a:pt x="845" y="1965"/>
                      <a:pt x="743" y="1931"/>
                    </a:cubicBezTo>
                    <a:cubicBezTo>
                      <a:pt x="492" y="1851"/>
                      <a:pt x="291" y="1681"/>
                      <a:pt x="181" y="1450"/>
                    </a:cubicBezTo>
                    <a:cubicBezTo>
                      <a:pt x="60" y="1219"/>
                      <a:pt x="40" y="958"/>
                      <a:pt x="121" y="708"/>
                    </a:cubicBezTo>
                    <a:cubicBezTo>
                      <a:pt x="201" y="467"/>
                      <a:pt x="371" y="266"/>
                      <a:pt x="602" y="146"/>
                    </a:cubicBezTo>
                    <a:cubicBezTo>
                      <a:pt x="743" y="76"/>
                      <a:pt x="893" y="46"/>
                      <a:pt x="1043" y="46"/>
                    </a:cubicBezTo>
                    <a:close/>
                    <a:moveTo>
                      <a:pt x="1042" y="0"/>
                    </a:moveTo>
                    <a:cubicBezTo>
                      <a:pt x="887" y="0"/>
                      <a:pt x="734" y="39"/>
                      <a:pt x="592" y="116"/>
                    </a:cubicBezTo>
                    <a:cubicBezTo>
                      <a:pt x="341" y="236"/>
                      <a:pt x="171" y="437"/>
                      <a:pt x="81" y="698"/>
                    </a:cubicBezTo>
                    <a:cubicBezTo>
                      <a:pt x="0" y="958"/>
                      <a:pt x="20" y="1229"/>
                      <a:pt x="141" y="1470"/>
                    </a:cubicBezTo>
                    <a:cubicBezTo>
                      <a:pt x="261" y="1711"/>
                      <a:pt x="472" y="1891"/>
                      <a:pt x="722" y="1971"/>
                    </a:cubicBezTo>
                    <a:cubicBezTo>
                      <a:pt x="833" y="2012"/>
                      <a:pt x="933" y="2022"/>
                      <a:pt x="1043" y="2022"/>
                    </a:cubicBezTo>
                    <a:cubicBezTo>
                      <a:pt x="1194" y="2022"/>
                      <a:pt x="1354" y="1991"/>
                      <a:pt x="1495" y="1921"/>
                    </a:cubicBezTo>
                    <a:cubicBezTo>
                      <a:pt x="1736" y="1801"/>
                      <a:pt x="1916" y="1590"/>
                      <a:pt x="2006" y="1329"/>
                    </a:cubicBezTo>
                    <a:cubicBezTo>
                      <a:pt x="2087" y="1079"/>
                      <a:pt x="2067" y="798"/>
                      <a:pt x="1946" y="557"/>
                    </a:cubicBezTo>
                    <a:cubicBezTo>
                      <a:pt x="1826" y="316"/>
                      <a:pt x="1615" y="136"/>
                      <a:pt x="1364" y="56"/>
                    </a:cubicBezTo>
                    <a:cubicBezTo>
                      <a:pt x="1258" y="19"/>
                      <a:pt x="1149" y="0"/>
                      <a:pt x="104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86" name="Google Shape;14786;p50"/>
              <p:cNvSpPr/>
              <p:nvPr/>
            </p:nvSpPr>
            <p:spPr>
              <a:xfrm>
                <a:off x="5011150" y="2536500"/>
                <a:ext cx="3775" cy="18785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7514" extrusionOk="0">
                    <a:moveTo>
                      <a:pt x="60" y="1"/>
                    </a:moveTo>
                    <a:cubicBezTo>
                      <a:pt x="20" y="1"/>
                      <a:pt x="0" y="31"/>
                      <a:pt x="0" y="61"/>
                    </a:cubicBezTo>
                    <a:lnTo>
                      <a:pt x="20" y="7454"/>
                    </a:lnTo>
                    <a:cubicBezTo>
                      <a:pt x="20" y="7494"/>
                      <a:pt x="50" y="7514"/>
                      <a:pt x="81" y="7514"/>
                    </a:cubicBezTo>
                    <a:cubicBezTo>
                      <a:pt x="121" y="7514"/>
                      <a:pt x="151" y="7494"/>
                      <a:pt x="151" y="7454"/>
                    </a:cubicBezTo>
                    <a:lnTo>
                      <a:pt x="121" y="61"/>
                    </a:lnTo>
                    <a:cubicBezTo>
                      <a:pt x="121" y="31"/>
                      <a:pt x="91" y="1"/>
                      <a:pt x="60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87" name="Google Shape;14787;p50"/>
              <p:cNvSpPr/>
              <p:nvPr/>
            </p:nvSpPr>
            <p:spPr>
              <a:xfrm>
                <a:off x="4978800" y="2555075"/>
                <a:ext cx="74000" cy="168275"/>
              </a:xfrm>
              <a:custGeom>
                <a:avLst/>
                <a:gdLst/>
                <a:ahLst/>
                <a:cxnLst/>
                <a:rect l="l" t="t" r="r" b="b"/>
                <a:pathLst>
                  <a:path w="2960" h="6731" extrusionOk="0">
                    <a:moveTo>
                      <a:pt x="1354" y="0"/>
                    </a:moveTo>
                    <a:cubicBezTo>
                      <a:pt x="1324" y="0"/>
                      <a:pt x="1294" y="20"/>
                      <a:pt x="1294" y="50"/>
                    </a:cubicBezTo>
                    <a:lnTo>
                      <a:pt x="0" y="6640"/>
                    </a:lnTo>
                    <a:cubicBezTo>
                      <a:pt x="0" y="6681"/>
                      <a:pt x="20" y="6711"/>
                      <a:pt x="51" y="6721"/>
                    </a:cubicBezTo>
                    <a:cubicBezTo>
                      <a:pt x="91" y="6721"/>
                      <a:pt x="121" y="6701"/>
                      <a:pt x="131" y="6671"/>
                    </a:cubicBezTo>
                    <a:lnTo>
                      <a:pt x="1365" y="371"/>
                    </a:lnTo>
                    <a:lnTo>
                      <a:pt x="2829" y="6681"/>
                    </a:lnTo>
                    <a:cubicBezTo>
                      <a:pt x="2839" y="6711"/>
                      <a:pt x="2859" y="6731"/>
                      <a:pt x="2889" y="6731"/>
                    </a:cubicBezTo>
                    <a:lnTo>
                      <a:pt x="2899" y="6731"/>
                    </a:lnTo>
                    <a:cubicBezTo>
                      <a:pt x="2939" y="6721"/>
                      <a:pt x="2959" y="6691"/>
                      <a:pt x="2949" y="6650"/>
                    </a:cubicBezTo>
                    <a:lnTo>
                      <a:pt x="1415" y="50"/>
                    </a:lnTo>
                    <a:cubicBezTo>
                      <a:pt x="1405" y="20"/>
                      <a:pt x="1385" y="0"/>
                      <a:pt x="1354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88" name="Google Shape;14788;p50"/>
              <p:cNvSpPr/>
              <p:nvPr/>
            </p:nvSpPr>
            <p:spPr>
              <a:xfrm>
                <a:off x="4987575" y="2670675"/>
                <a:ext cx="54950" cy="3275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31" extrusionOk="0">
                    <a:moveTo>
                      <a:pt x="61" y="0"/>
                    </a:moveTo>
                    <a:cubicBezTo>
                      <a:pt x="20" y="0"/>
                      <a:pt x="0" y="30"/>
                      <a:pt x="0" y="70"/>
                    </a:cubicBezTo>
                    <a:cubicBezTo>
                      <a:pt x="0" y="101"/>
                      <a:pt x="20" y="131"/>
                      <a:pt x="61" y="131"/>
                    </a:cubicBezTo>
                    <a:lnTo>
                      <a:pt x="2127" y="131"/>
                    </a:lnTo>
                    <a:cubicBezTo>
                      <a:pt x="2167" y="131"/>
                      <a:pt x="2197" y="101"/>
                      <a:pt x="2197" y="70"/>
                    </a:cubicBezTo>
                    <a:cubicBezTo>
                      <a:pt x="2197" y="30"/>
                      <a:pt x="2167" y="0"/>
                      <a:pt x="2127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89" name="Google Shape;14789;p50"/>
              <p:cNvSpPr/>
              <p:nvPr/>
            </p:nvSpPr>
            <p:spPr>
              <a:xfrm>
                <a:off x="4998600" y="2618500"/>
                <a:ext cx="30375" cy="1058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4234" extrusionOk="0">
                    <a:moveTo>
                      <a:pt x="1074" y="121"/>
                    </a:moveTo>
                    <a:lnTo>
                      <a:pt x="593" y="3692"/>
                    </a:lnTo>
                    <a:lnTo>
                      <a:pt x="141" y="121"/>
                    </a:lnTo>
                    <a:close/>
                    <a:moveTo>
                      <a:pt x="71" y="1"/>
                    </a:moveTo>
                    <a:cubicBezTo>
                      <a:pt x="51" y="1"/>
                      <a:pt x="31" y="1"/>
                      <a:pt x="21" y="21"/>
                    </a:cubicBezTo>
                    <a:cubicBezTo>
                      <a:pt x="11" y="31"/>
                      <a:pt x="1" y="51"/>
                      <a:pt x="1" y="71"/>
                    </a:cubicBezTo>
                    <a:lnTo>
                      <a:pt x="522" y="4184"/>
                    </a:lnTo>
                    <a:cubicBezTo>
                      <a:pt x="532" y="4214"/>
                      <a:pt x="552" y="4234"/>
                      <a:pt x="583" y="4234"/>
                    </a:cubicBezTo>
                    <a:cubicBezTo>
                      <a:pt x="623" y="4234"/>
                      <a:pt x="643" y="4214"/>
                      <a:pt x="653" y="4184"/>
                    </a:cubicBezTo>
                    <a:lnTo>
                      <a:pt x="1214" y="71"/>
                    </a:lnTo>
                    <a:cubicBezTo>
                      <a:pt x="1214" y="51"/>
                      <a:pt x="1214" y="31"/>
                      <a:pt x="1194" y="21"/>
                    </a:cubicBezTo>
                    <a:cubicBezTo>
                      <a:pt x="1184" y="1"/>
                      <a:pt x="1174" y="1"/>
                      <a:pt x="11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90" name="Google Shape;14790;p50"/>
              <p:cNvSpPr/>
              <p:nvPr/>
            </p:nvSpPr>
            <p:spPr>
              <a:xfrm>
                <a:off x="5001125" y="2587425"/>
                <a:ext cx="24600" cy="302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121" extrusionOk="0">
                    <a:moveTo>
                      <a:pt x="70" y="0"/>
                    </a:moveTo>
                    <a:cubicBezTo>
                      <a:pt x="30" y="0"/>
                      <a:pt x="0" y="30"/>
                      <a:pt x="0" y="60"/>
                    </a:cubicBezTo>
                    <a:cubicBezTo>
                      <a:pt x="0" y="100"/>
                      <a:pt x="30" y="121"/>
                      <a:pt x="70" y="121"/>
                    </a:cubicBezTo>
                    <a:lnTo>
                      <a:pt x="913" y="121"/>
                    </a:lnTo>
                    <a:cubicBezTo>
                      <a:pt x="953" y="121"/>
                      <a:pt x="983" y="100"/>
                      <a:pt x="983" y="60"/>
                    </a:cubicBezTo>
                    <a:cubicBezTo>
                      <a:pt x="983" y="30"/>
                      <a:pt x="953" y="0"/>
                      <a:pt x="91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91" name="Google Shape;14791;p50"/>
              <p:cNvSpPr/>
              <p:nvPr/>
            </p:nvSpPr>
            <p:spPr>
              <a:xfrm>
                <a:off x="5001125" y="2588425"/>
                <a:ext cx="24600" cy="202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1" extrusionOk="0">
                    <a:moveTo>
                      <a:pt x="973" y="0"/>
                    </a:moveTo>
                    <a:cubicBezTo>
                      <a:pt x="973" y="30"/>
                      <a:pt x="943" y="50"/>
                      <a:pt x="913" y="50"/>
                    </a:cubicBezTo>
                    <a:lnTo>
                      <a:pt x="60" y="50"/>
                    </a:lnTo>
                    <a:cubicBezTo>
                      <a:pt x="40" y="50"/>
                      <a:pt x="10" y="30"/>
                      <a:pt x="0" y="10"/>
                    </a:cubicBezTo>
                    <a:lnTo>
                      <a:pt x="0" y="20"/>
                    </a:lnTo>
                    <a:cubicBezTo>
                      <a:pt x="0" y="60"/>
                      <a:pt x="30" y="81"/>
                      <a:pt x="70" y="81"/>
                    </a:cubicBezTo>
                    <a:lnTo>
                      <a:pt x="913" y="81"/>
                    </a:lnTo>
                    <a:cubicBezTo>
                      <a:pt x="953" y="81"/>
                      <a:pt x="983" y="60"/>
                      <a:pt x="983" y="20"/>
                    </a:cubicBezTo>
                    <a:lnTo>
                      <a:pt x="97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92" name="Google Shape;14792;p50"/>
              <p:cNvSpPr/>
              <p:nvPr/>
            </p:nvSpPr>
            <p:spPr>
              <a:xfrm>
                <a:off x="4978550" y="2618450"/>
                <a:ext cx="74250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2970" h="4196" extrusionOk="0">
                    <a:moveTo>
                      <a:pt x="1390" y="0"/>
                    </a:moveTo>
                    <a:cubicBezTo>
                      <a:pt x="1385" y="0"/>
                      <a:pt x="1380" y="1"/>
                      <a:pt x="1375" y="3"/>
                    </a:cubicBezTo>
                    <a:cubicBezTo>
                      <a:pt x="1344" y="3"/>
                      <a:pt x="1324" y="13"/>
                      <a:pt x="1314" y="43"/>
                    </a:cubicBezTo>
                    <a:lnTo>
                      <a:pt x="10" y="4105"/>
                    </a:lnTo>
                    <a:cubicBezTo>
                      <a:pt x="0" y="4136"/>
                      <a:pt x="20" y="4176"/>
                      <a:pt x="61" y="4186"/>
                    </a:cubicBezTo>
                    <a:cubicBezTo>
                      <a:pt x="66" y="4187"/>
                      <a:pt x="71" y="4188"/>
                      <a:pt x="76" y="4188"/>
                    </a:cubicBezTo>
                    <a:cubicBezTo>
                      <a:pt x="101" y="4188"/>
                      <a:pt x="124" y="4170"/>
                      <a:pt x="141" y="4146"/>
                    </a:cubicBezTo>
                    <a:lnTo>
                      <a:pt x="1385" y="254"/>
                    </a:lnTo>
                    <a:lnTo>
                      <a:pt x="2839" y="4156"/>
                    </a:lnTo>
                    <a:cubicBezTo>
                      <a:pt x="2849" y="4176"/>
                      <a:pt x="2879" y="4196"/>
                      <a:pt x="2899" y="4196"/>
                    </a:cubicBezTo>
                    <a:lnTo>
                      <a:pt x="2919" y="4186"/>
                    </a:lnTo>
                    <a:cubicBezTo>
                      <a:pt x="2959" y="4176"/>
                      <a:pt x="2969" y="4146"/>
                      <a:pt x="2959" y="4105"/>
                    </a:cubicBezTo>
                    <a:lnTo>
                      <a:pt x="1435" y="43"/>
                    </a:lnTo>
                    <a:cubicBezTo>
                      <a:pt x="1426" y="18"/>
                      <a:pt x="1411" y="0"/>
                      <a:pt x="1390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93" name="Google Shape;14793;p50"/>
              <p:cNvSpPr/>
              <p:nvPr/>
            </p:nvSpPr>
            <p:spPr>
              <a:xfrm>
                <a:off x="5011150" y="2514700"/>
                <a:ext cx="3025" cy="4440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776" extrusionOk="0">
                    <a:moveTo>
                      <a:pt x="60" y="0"/>
                    </a:moveTo>
                    <a:cubicBezTo>
                      <a:pt x="20" y="0"/>
                      <a:pt x="0" y="30"/>
                      <a:pt x="0" y="71"/>
                    </a:cubicBezTo>
                    <a:lnTo>
                      <a:pt x="0" y="1716"/>
                    </a:lnTo>
                    <a:cubicBezTo>
                      <a:pt x="0" y="1746"/>
                      <a:pt x="20" y="1776"/>
                      <a:pt x="60" y="1776"/>
                    </a:cubicBezTo>
                    <a:cubicBezTo>
                      <a:pt x="91" y="1776"/>
                      <a:pt x="121" y="1746"/>
                      <a:pt x="121" y="1716"/>
                    </a:cubicBezTo>
                    <a:lnTo>
                      <a:pt x="121" y="71"/>
                    </a:lnTo>
                    <a:cubicBezTo>
                      <a:pt x="121" y="30"/>
                      <a:pt x="91" y="0"/>
                      <a:pt x="60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94" name="Google Shape;14794;p50"/>
              <p:cNvSpPr/>
              <p:nvPr/>
            </p:nvSpPr>
            <p:spPr>
              <a:xfrm>
                <a:off x="5007875" y="2512200"/>
                <a:ext cx="957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383" h="337" extrusionOk="0">
                    <a:moveTo>
                      <a:pt x="182" y="0"/>
                    </a:moveTo>
                    <a:cubicBezTo>
                      <a:pt x="114" y="0"/>
                      <a:pt x="54" y="40"/>
                      <a:pt x="31" y="110"/>
                    </a:cubicBezTo>
                    <a:cubicBezTo>
                      <a:pt x="1" y="201"/>
                      <a:pt x="51" y="301"/>
                      <a:pt x="141" y="331"/>
                    </a:cubicBezTo>
                    <a:cubicBezTo>
                      <a:pt x="155" y="334"/>
                      <a:pt x="169" y="336"/>
                      <a:pt x="183" y="336"/>
                    </a:cubicBezTo>
                    <a:cubicBezTo>
                      <a:pt x="253" y="336"/>
                      <a:pt x="327" y="296"/>
                      <a:pt x="352" y="221"/>
                    </a:cubicBezTo>
                    <a:cubicBezTo>
                      <a:pt x="382" y="130"/>
                      <a:pt x="332" y="40"/>
                      <a:pt x="242" y="10"/>
                    </a:cubicBezTo>
                    <a:cubicBezTo>
                      <a:pt x="222" y="3"/>
                      <a:pt x="202" y="0"/>
                      <a:pt x="1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95" name="Google Shape;14795;p50"/>
              <p:cNvSpPr/>
              <p:nvPr/>
            </p:nvSpPr>
            <p:spPr>
              <a:xfrm>
                <a:off x="5014900" y="2483850"/>
                <a:ext cx="10825" cy="22100"/>
              </a:xfrm>
              <a:custGeom>
                <a:avLst/>
                <a:gdLst/>
                <a:ahLst/>
                <a:cxnLst/>
                <a:rect l="l" t="t" r="r" b="b"/>
                <a:pathLst>
                  <a:path w="433" h="884" extrusionOk="0">
                    <a:moveTo>
                      <a:pt x="221" y="1"/>
                    </a:moveTo>
                    <a:lnTo>
                      <a:pt x="1" y="843"/>
                    </a:lnTo>
                    <a:lnTo>
                      <a:pt x="111" y="883"/>
                    </a:lnTo>
                    <a:lnTo>
                      <a:pt x="432" y="71"/>
                    </a:lnTo>
                    <a:lnTo>
                      <a:pt x="22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96" name="Google Shape;14796;p50"/>
              <p:cNvSpPr/>
              <p:nvPr/>
            </p:nvSpPr>
            <p:spPr>
              <a:xfrm>
                <a:off x="5010150" y="2483100"/>
                <a:ext cx="5525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874" extrusionOk="0">
                    <a:moveTo>
                      <a:pt x="0" y="0"/>
                    </a:moveTo>
                    <a:lnTo>
                      <a:pt x="50" y="873"/>
                    </a:lnTo>
                    <a:lnTo>
                      <a:pt x="161" y="873"/>
                    </a:lnTo>
                    <a:lnTo>
                      <a:pt x="22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97" name="Google Shape;14797;p50"/>
              <p:cNvSpPr/>
              <p:nvPr/>
            </p:nvSpPr>
            <p:spPr>
              <a:xfrm>
                <a:off x="4999850" y="2483850"/>
                <a:ext cx="10575" cy="22100"/>
              </a:xfrm>
              <a:custGeom>
                <a:avLst/>
                <a:gdLst/>
                <a:ahLst/>
                <a:cxnLst/>
                <a:rect l="l" t="t" r="r" b="b"/>
                <a:pathLst>
                  <a:path w="423" h="884" extrusionOk="0">
                    <a:moveTo>
                      <a:pt x="212" y="1"/>
                    </a:moveTo>
                    <a:lnTo>
                      <a:pt x="1" y="71"/>
                    </a:lnTo>
                    <a:lnTo>
                      <a:pt x="322" y="883"/>
                    </a:lnTo>
                    <a:lnTo>
                      <a:pt x="422" y="843"/>
                    </a:lnTo>
                    <a:lnTo>
                      <a:pt x="21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98" name="Google Shape;14798;p50"/>
              <p:cNvSpPr/>
              <p:nvPr/>
            </p:nvSpPr>
            <p:spPr>
              <a:xfrm>
                <a:off x="4990825" y="2487625"/>
                <a:ext cx="16325" cy="20325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13" extrusionOk="0">
                    <a:moveTo>
                      <a:pt x="181" y="0"/>
                    </a:moveTo>
                    <a:lnTo>
                      <a:pt x="1" y="130"/>
                    </a:lnTo>
                    <a:lnTo>
                      <a:pt x="563" y="812"/>
                    </a:lnTo>
                    <a:lnTo>
                      <a:pt x="653" y="742"/>
                    </a:lnTo>
                    <a:lnTo>
                      <a:pt x="18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799" name="Google Shape;14799;p50"/>
              <p:cNvSpPr/>
              <p:nvPr/>
            </p:nvSpPr>
            <p:spPr>
              <a:xfrm>
                <a:off x="4984050" y="2494375"/>
                <a:ext cx="20100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804" h="653" extrusionOk="0">
                    <a:moveTo>
                      <a:pt x="131" y="1"/>
                    </a:moveTo>
                    <a:lnTo>
                      <a:pt x="1" y="181"/>
                    </a:lnTo>
                    <a:lnTo>
                      <a:pt x="743" y="653"/>
                    </a:lnTo>
                    <a:lnTo>
                      <a:pt x="803" y="563"/>
                    </a:lnTo>
                    <a:lnTo>
                      <a:pt x="13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00" name="Google Shape;14800;p50"/>
              <p:cNvSpPr/>
              <p:nvPr/>
            </p:nvSpPr>
            <p:spPr>
              <a:xfrm>
                <a:off x="4980300" y="2503150"/>
                <a:ext cx="21850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874" h="433" extrusionOk="0">
                    <a:moveTo>
                      <a:pt x="61" y="1"/>
                    </a:moveTo>
                    <a:lnTo>
                      <a:pt x="1" y="212"/>
                    </a:lnTo>
                    <a:lnTo>
                      <a:pt x="843" y="432"/>
                    </a:lnTo>
                    <a:lnTo>
                      <a:pt x="873" y="332"/>
                    </a:lnTo>
                    <a:lnTo>
                      <a:pt x="6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01" name="Google Shape;14801;p50"/>
              <p:cNvSpPr/>
              <p:nvPr/>
            </p:nvSpPr>
            <p:spPr>
              <a:xfrm>
                <a:off x="4979300" y="2513450"/>
                <a:ext cx="2185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874" h="221" extrusionOk="0">
                    <a:moveTo>
                      <a:pt x="0" y="0"/>
                    </a:moveTo>
                    <a:lnTo>
                      <a:pt x="0" y="221"/>
                    </a:lnTo>
                    <a:lnTo>
                      <a:pt x="873" y="171"/>
                    </a:lnTo>
                    <a:lnTo>
                      <a:pt x="873" y="6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02" name="Google Shape;14802;p50"/>
              <p:cNvSpPr/>
              <p:nvPr/>
            </p:nvSpPr>
            <p:spPr>
              <a:xfrm>
                <a:off x="4980050" y="2518450"/>
                <a:ext cx="22100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884" h="433" extrusionOk="0">
                    <a:moveTo>
                      <a:pt x="853" y="1"/>
                    </a:moveTo>
                    <a:lnTo>
                      <a:pt x="1" y="221"/>
                    </a:lnTo>
                    <a:lnTo>
                      <a:pt x="71" y="432"/>
                    </a:lnTo>
                    <a:lnTo>
                      <a:pt x="883" y="111"/>
                    </a:lnTo>
                    <a:lnTo>
                      <a:pt x="8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03" name="Google Shape;14803;p50"/>
              <p:cNvSpPr/>
              <p:nvPr/>
            </p:nvSpPr>
            <p:spPr>
              <a:xfrm>
                <a:off x="4984050" y="2521975"/>
                <a:ext cx="20100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804" h="643" extrusionOk="0">
                    <a:moveTo>
                      <a:pt x="733" y="0"/>
                    </a:moveTo>
                    <a:lnTo>
                      <a:pt x="1" y="462"/>
                    </a:lnTo>
                    <a:lnTo>
                      <a:pt x="131" y="642"/>
                    </a:lnTo>
                    <a:lnTo>
                      <a:pt x="803" y="90"/>
                    </a:lnTo>
                    <a:lnTo>
                      <a:pt x="73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04" name="Google Shape;14804;p50"/>
              <p:cNvSpPr/>
              <p:nvPr/>
            </p:nvSpPr>
            <p:spPr>
              <a:xfrm>
                <a:off x="4990575" y="2524725"/>
                <a:ext cx="16325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03" extrusionOk="0">
                    <a:moveTo>
                      <a:pt x="562" y="1"/>
                    </a:moveTo>
                    <a:lnTo>
                      <a:pt x="1" y="673"/>
                    </a:lnTo>
                    <a:lnTo>
                      <a:pt x="181" y="803"/>
                    </a:lnTo>
                    <a:lnTo>
                      <a:pt x="653" y="71"/>
                    </a:lnTo>
                    <a:lnTo>
                      <a:pt x="56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05" name="Google Shape;14805;p50"/>
              <p:cNvSpPr/>
              <p:nvPr/>
            </p:nvSpPr>
            <p:spPr>
              <a:xfrm>
                <a:off x="4999600" y="2526725"/>
                <a:ext cx="10825" cy="22100"/>
              </a:xfrm>
              <a:custGeom>
                <a:avLst/>
                <a:gdLst/>
                <a:ahLst/>
                <a:cxnLst/>
                <a:rect l="l" t="t" r="r" b="b"/>
                <a:pathLst>
                  <a:path w="433" h="884" extrusionOk="0">
                    <a:moveTo>
                      <a:pt x="322" y="1"/>
                    </a:moveTo>
                    <a:lnTo>
                      <a:pt x="1" y="813"/>
                    </a:lnTo>
                    <a:lnTo>
                      <a:pt x="212" y="883"/>
                    </a:lnTo>
                    <a:lnTo>
                      <a:pt x="432" y="41"/>
                    </a:lnTo>
                    <a:lnTo>
                      <a:pt x="32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06" name="Google Shape;14806;p50"/>
              <p:cNvSpPr/>
              <p:nvPr/>
            </p:nvSpPr>
            <p:spPr>
              <a:xfrm>
                <a:off x="5009650" y="2527725"/>
                <a:ext cx="5525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221" h="874" extrusionOk="0">
                    <a:moveTo>
                      <a:pt x="60" y="1"/>
                    </a:moveTo>
                    <a:lnTo>
                      <a:pt x="0" y="874"/>
                    </a:lnTo>
                    <a:lnTo>
                      <a:pt x="221" y="874"/>
                    </a:lnTo>
                    <a:lnTo>
                      <a:pt x="17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07" name="Google Shape;14807;p50"/>
              <p:cNvSpPr/>
              <p:nvPr/>
            </p:nvSpPr>
            <p:spPr>
              <a:xfrm>
                <a:off x="5014900" y="2526725"/>
                <a:ext cx="10575" cy="22100"/>
              </a:xfrm>
              <a:custGeom>
                <a:avLst/>
                <a:gdLst/>
                <a:ahLst/>
                <a:cxnLst/>
                <a:rect l="l" t="t" r="r" b="b"/>
                <a:pathLst>
                  <a:path w="423" h="884" extrusionOk="0">
                    <a:moveTo>
                      <a:pt x="101" y="1"/>
                    </a:moveTo>
                    <a:lnTo>
                      <a:pt x="1" y="41"/>
                    </a:lnTo>
                    <a:lnTo>
                      <a:pt x="211" y="883"/>
                    </a:lnTo>
                    <a:lnTo>
                      <a:pt x="422" y="823"/>
                    </a:lnTo>
                    <a:lnTo>
                      <a:pt x="10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08" name="Google Shape;14808;p50"/>
              <p:cNvSpPr/>
              <p:nvPr/>
            </p:nvSpPr>
            <p:spPr>
              <a:xfrm>
                <a:off x="5018175" y="2524975"/>
                <a:ext cx="16075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643" h="803" extrusionOk="0">
                    <a:moveTo>
                      <a:pt x="90" y="1"/>
                    </a:moveTo>
                    <a:lnTo>
                      <a:pt x="0" y="61"/>
                    </a:lnTo>
                    <a:lnTo>
                      <a:pt x="462" y="803"/>
                    </a:lnTo>
                    <a:lnTo>
                      <a:pt x="642" y="673"/>
                    </a:lnTo>
                    <a:lnTo>
                      <a:pt x="9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09" name="Google Shape;14809;p50"/>
              <p:cNvSpPr/>
              <p:nvPr/>
            </p:nvSpPr>
            <p:spPr>
              <a:xfrm>
                <a:off x="5021175" y="2521975"/>
                <a:ext cx="1982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653" extrusionOk="0">
                    <a:moveTo>
                      <a:pt x="61" y="0"/>
                    </a:moveTo>
                    <a:lnTo>
                      <a:pt x="1" y="90"/>
                    </a:lnTo>
                    <a:lnTo>
                      <a:pt x="663" y="652"/>
                    </a:lnTo>
                    <a:lnTo>
                      <a:pt x="793" y="472"/>
                    </a:lnTo>
                    <a:lnTo>
                      <a:pt x="6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10" name="Google Shape;14810;p50"/>
              <p:cNvSpPr/>
              <p:nvPr/>
            </p:nvSpPr>
            <p:spPr>
              <a:xfrm>
                <a:off x="5023175" y="2518700"/>
                <a:ext cx="21850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874" h="433" extrusionOk="0">
                    <a:moveTo>
                      <a:pt x="31" y="1"/>
                    </a:moveTo>
                    <a:lnTo>
                      <a:pt x="1" y="101"/>
                    </a:lnTo>
                    <a:lnTo>
                      <a:pt x="803" y="432"/>
                    </a:lnTo>
                    <a:lnTo>
                      <a:pt x="873" y="221"/>
                    </a:lnTo>
                    <a:lnTo>
                      <a:pt x="3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11" name="Google Shape;14811;p50"/>
              <p:cNvSpPr/>
              <p:nvPr/>
            </p:nvSpPr>
            <p:spPr>
              <a:xfrm>
                <a:off x="5023925" y="2513700"/>
                <a:ext cx="2185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874" h="221" extrusionOk="0">
                    <a:moveTo>
                      <a:pt x="874" y="0"/>
                    </a:moveTo>
                    <a:lnTo>
                      <a:pt x="11" y="50"/>
                    </a:lnTo>
                    <a:lnTo>
                      <a:pt x="1" y="161"/>
                    </a:lnTo>
                    <a:lnTo>
                      <a:pt x="874" y="221"/>
                    </a:lnTo>
                    <a:lnTo>
                      <a:pt x="8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12" name="Google Shape;14812;p50"/>
              <p:cNvSpPr/>
              <p:nvPr/>
            </p:nvSpPr>
            <p:spPr>
              <a:xfrm>
                <a:off x="5023175" y="2503650"/>
                <a:ext cx="21850" cy="10575"/>
              </a:xfrm>
              <a:custGeom>
                <a:avLst/>
                <a:gdLst/>
                <a:ahLst/>
                <a:cxnLst/>
                <a:rect l="l" t="t" r="r" b="b"/>
                <a:pathLst>
                  <a:path w="874" h="423" extrusionOk="0">
                    <a:moveTo>
                      <a:pt x="813" y="1"/>
                    </a:moveTo>
                    <a:lnTo>
                      <a:pt x="1" y="312"/>
                    </a:lnTo>
                    <a:lnTo>
                      <a:pt x="31" y="422"/>
                    </a:lnTo>
                    <a:lnTo>
                      <a:pt x="873" y="212"/>
                    </a:lnTo>
                    <a:lnTo>
                      <a:pt x="81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13" name="Google Shape;14813;p50"/>
              <p:cNvSpPr/>
              <p:nvPr/>
            </p:nvSpPr>
            <p:spPr>
              <a:xfrm>
                <a:off x="5021175" y="2494625"/>
                <a:ext cx="20075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803" h="643" extrusionOk="0">
                    <a:moveTo>
                      <a:pt x="673" y="1"/>
                    </a:moveTo>
                    <a:lnTo>
                      <a:pt x="1" y="553"/>
                    </a:lnTo>
                    <a:lnTo>
                      <a:pt x="61" y="643"/>
                    </a:lnTo>
                    <a:lnTo>
                      <a:pt x="803" y="181"/>
                    </a:lnTo>
                    <a:lnTo>
                      <a:pt x="6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14" name="Google Shape;14814;p50"/>
              <p:cNvSpPr/>
              <p:nvPr/>
            </p:nvSpPr>
            <p:spPr>
              <a:xfrm>
                <a:off x="5018425" y="2487875"/>
                <a:ext cx="16075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643" h="803" extrusionOk="0">
                    <a:moveTo>
                      <a:pt x="472" y="0"/>
                    </a:moveTo>
                    <a:lnTo>
                      <a:pt x="0" y="732"/>
                    </a:lnTo>
                    <a:lnTo>
                      <a:pt x="80" y="802"/>
                    </a:lnTo>
                    <a:lnTo>
                      <a:pt x="642" y="130"/>
                    </a:lnTo>
                    <a:lnTo>
                      <a:pt x="4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15" name="Google Shape;14815;p50"/>
              <p:cNvSpPr/>
              <p:nvPr/>
            </p:nvSpPr>
            <p:spPr>
              <a:xfrm>
                <a:off x="5002625" y="2587425"/>
                <a:ext cx="21325" cy="7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31" extrusionOk="0">
                    <a:moveTo>
                      <a:pt x="432" y="0"/>
                    </a:moveTo>
                    <a:cubicBezTo>
                      <a:pt x="191" y="0"/>
                      <a:pt x="0" y="10"/>
                      <a:pt x="0" y="20"/>
                    </a:cubicBezTo>
                    <a:cubicBezTo>
                      <a:pt x="0" y="30"/>
                      <a:pt x="191" y="30"/>
                      <a:pt x="432" y="30"/>
                    </a:cubicBezTo>
                    <a:cubicBezTo>
                      <a:pt x="662" y="30"/>
                      <a:pt x="853" y="30"/>
                      <a:pt x="853" y="20"/>
                    </a:cubicBezTo>
                    <a:cubicBezTo>
                      <a:pt x="853" y="10"/>
                      <a:pt x="662" y="0"/>
                      <a:pt x="43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16" name="Google Shape;14816;p50"/>
              <p:cNvSpPr/>
              <p:nvPr/>
            </p:nvSpPr>
            <p:spPr>
              <a:xfrm>
                <a:off x="4998100" y="2671175"/>
                <a:ext cx="32625" cy="525"/>
              </a:xfrm>
              <a:custGeom>
                <a:avLst/>
                <a:gdLst/>
                <a:ahLst/>
                <a:cxnLst/>
                <a:rect l="l" t="t" r="r" b="b"/>
                <a:pathLst>
                  <a:path w="1305" h="21" extrusionOk="0">
                    <a:moveTo>
                      <a:pt x="1" y="0"/>
                    </a:moveTo>
                    <a:lnTo>
                      <a:pt x="1" y="20"/>
                    </a:lnTo>
                    <a:lnTo>
                      <a:pt x="282" y="20"/>
                    </a:lnTo>
                    <a:lnTo>
                      <a:pt x="282" y="0"/>
                    </a:lnTo>
                    <a:close/>
                    <a:moveTo>
                      <a:pt x="412" y="0"/>
                    </a:moveTo>
                    <a:lnTo>
                      <a:pt x="412" y="20"/>
                    </a:lnTo>
                    <a:lnTo>
                      <a:pt x="823" y="20"/>
                    </a:lnTo>
                    <a:lnTo>
                      <a:pt x="823" y="0"/>
                    </a:lnTo>
                    <a:close/>
                    <a:moveTo>
                      <a:pt x="954" y="0"/>
                    </a:moveTo>
                    <a:lnTo>
                      <a:pt x="954" y="20"/>
                    </a:lnTo>
                    <a:lnTo>
                      <a:pt x="1305" y="20"/>
                    </a:lnTo>
                    <a:lnTo>
                      <a:pt x="129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17" name="Google Shape;14817;p50"/>
              <p:cNvSpPr/>
              <p:nvPr/>
            </p:nvSpPr>
            <p:spPr>
              <a:xfrm>
                <a:off x="5005125" y="2671175"/>
                <a:ext cx="16825" cy="525"/>
              </a:xfrm>
              <a:custGeom>
                <a:avLst/>
                <a:gdLst/>
                <a:ahLst/>
                <a:cxnLst/>
                <a:rect l="l" t="t" r="r" b="b"/>
                <a:pathLst>
                  <a:path w="673" h="21" extrusionOk="0">
                    <a:moveTo>
                      <a:pt x="1" y="0"/>
                    </a:moveTo>
                    <a:lnTo>
                      <a:pt x="1" y="20"/>
                    </a:lnTo>
                    <a:lnTo>
                      <a:pt x="131" y="20"/>
                    </a:lnTo>
                    <a:lnTo>
                      <a:pt x="131" y="0"/>
                    </a:lnTo>
                    <a:close/>
                    <a:moveTo>
                      <a:pt x="542" y="0"/>
                    </a:moveTo>
                    <a:lnTo>
                      <a:pt x="542" y="20"/>
                    </a:lnTo>
                    <a:lnTo>
                      <a:pt x="673" y="20"/>
                    </a:lnTo>
                    <a:lnTo>
                      <a:pt x="67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18" name="Google Shape;14818;p50"/>
              <p:cNvSpPr/>
              <p:nvPr/>
            </p:nvSpPr>
            <p:spPr>
              <a:xfrm>
                <a:off x="4989075" y="2671175"/>
                <a:ext cx="51425" cy="525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21" extrusionOk="0">
                    <a:moveTo>
                      <a:pt x="231" y="0"/>
                    </a:moveTo>
                    <a:cubicBezTo>
                      <a:pt x="91" y="0"/>
                      <a:pt x="1" y="10"/>
                      <a:pt x="1" y="10"/>
                    </a:cubicBezTo>
                    <a:cubicBezTo>
                      <a:pt x="1" y="10"/>
                      <a:pt x="91" y="20"/>
                      <a:pt x="221" y="20"/>
                    </a:cubicBezTo>
                    <a:lnTo>
                      <a:pt x="231" y="0"/>
                    </a:lnTo>
                    <a:close/>
                    <a:moveTo>
                      <a:pt x="1786" y="0"/>
                    </a:moveTo>
                    <a:lnTo>
                      <a:pt x="1796" y="20"/>
                    </a:lnTo>
                    <a:cubicBezTo>
                      <a:pt x="1957" y="20"/>
                      <a:pt x="2057" y="10"/>
                      <a:pt x="2057" y="10"/>
                    </a:cubicBezTo>
                    <a:cubicBezTo>
                      <a:pt x="2057" y="10"/>
                      <a:pt x="1957" y="0"/>
                      <a:pt x="178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19" name="Google Shape;14819;p50"/>
              <p:cNvSpPr/>
              <p:nvPr/>
            </p:nvSpPr>
            <p:spPr>
              <a:xfrm>
                <a:off x="4994600" y="2671175"/>
                <a:ext cx="39400" cy="525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21" extrusionOk="0">
                    <a:moveTo>
                      <a:pt x="10" y="0"/>
                    </a:moveTo>
                    <a:lnTo>
                      <a:pt x="0" y="20"/>
                    </a:lnTo>
                    <a:lnTo>
                      <a:pt x="141" y="20"/>
                    </a:lnTo>
                    <a:lnTo>
                      <a:pt x="141" y="0"/>
                    </a:lnTo>
                    <a:close/>
                    <a:moveTo>
                      <a:pt x="1435" y="0"/>
                    </a:moveTo>
                    <a:lnTo>
                      <a:pt x="1445" y="20"/>
                    </a:lnTo>
                    <a:lnTo>
                      <a:pt x="1575" y="20"/>
                    </a:lnTo>
                    <a:lnTo>
                      <a:pt x="15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20" name="Google Shape;14820;p50"/>
              <p:cNvSpPr/>
              <p:nvPr/>
            </p:nvSpPr>
            <p:spPr>
              <a:xfrm>
                <a:off x="5034475" y="2671925"/>
                <a:ext cx="8050" cy="2025"/>
              </a:xfrm>
              <a:custGeom>
                <a:avLst/>
                <a:gdLst/>
                <a:ahLst/>
                <a:cxnLst/>
                <a:rect l="l" t="t" r="r" b="b"/>
                <a:pathLst>
                  <a:path w="322" h="81" extrusionOk="0">
                    <a:moveTo>
                      <a:pt x="311" y="0"/>
                    </a:moveTo>
                    <a:cubicBezTo>
                      <a:pt x="301" y="20"/>
                      <a:pt x="281" y="41"/>
                      <a:pt x="251" y="41"/>
                    </a:cubicBezTo>
                    <a:lnTo>
                      <a:pt x="0" y="41"/>
                    </a:lnTo>
                    <a:lnTo>
                      <a:pt x="10" y="81"/>
                    </a:lnTo>
                    <a:lnTo>
                      <a:pt x="251" y="81"/>
                    </a:lnTo>
                    <a:cubicBezTo>
                      <a:pt x="291" y="81"/>
                      <a:pt x="321" y="51"/>
                      <a:pt x="321" y="20"/>
                    </a:cubicBezTo>
                    <a:lnTo>
                      <a:pt x="31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21" name="Google Shape;14821;p50"/>
              <p:cNvSpPr/>
              <p:nvPr/>
            </p:nvSpPr>
            <p:spPr>
              <a:xfrm>
                <a:off x="4997350" y="2672925"/>
                <a:ext cx="34125" cy="1025"/>
              </a:xfrm>
              <a:custGeom>
                <a:avLst/>
                <a:gdLst/>
                <a:ahLst/>
                <a:cxnLst/>
                <a:rect l="l" t="t" r="r" b="b"/>
                <a:pathLst>
                  <a:path w="1365" h="41" extrusionOk="0">
                    <a:moveTo>
                      <a:pt x="11" y="1"/>
                    </a:moveTo>
                    <a:lnTo>
                      <a:pt x="1" y="41"/>
                    </a:lnTo>
                    <a:lnTo>
                      <a:pt x="322" y="41"/>
                    </a:lnTo>
                    <a:lnTo>
                      <a:pt x="322" y="1"/>
                    </a:lnTo>
                    <a:close/>
                    <a:moveTo>
                      <a:pt x="452" y="1"/>
                    </a:moveTo>
                    <a:lnTo>
                      <a:pt x="452" y="41"/>
                    </a:lnTo>
                    <a:lnTo>
                      <a:pt x="843" y="41"/>
                    </a:lnTo>
                    <a:lnTo>
                      <a:pt x="843" y="1"/>
                    </a:lnTo>
                    <a:close/>
                    <a:moveTo>
                      <a:pt x="974" y="1"/>
                    </a:moveTo>
                    <a:lnTo>
                      <a:pt x="974" y="41"/>
                    </a:lnTo>
                    <a:lnTo>
                      <a:pt x="1365" y="41"/>
                    </a:lnTo>
                    <a:lnTo>
                      <a:pt x="1345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22" name="Google Shape;14822;p50"/>
              <p:cNvSpPr/>
              <p:nvPr/>
            </p:nvSpPr>
            <p:spPr>
              <a:xfrm>
                <a:off x="5005375" y="2672925"/>
                <a:ext cx="16325" cy="1025"/>
              </a:xfrm>
              <a:custGeom>
                <a:avLst/>
                <a:gdLst/>
                <a:ahLst/>
                <a:cxnLst/>
                <a:rect l="l" t="t" r="r" b="b"/>
                <a:pathLst>
                  <a:path w="653" h="41" extrusionOk="0">
                    <a:moveTo>
                      <a:pt x="1" y="1"/>
                    </a:moveTo>
                    <a:lnTo>
                      <a:pt x="1" y="41"/>
                    </a:lnTo>
                    <a:lnTo>
                      <a:pt x="131" y="41"/>
                    </a:lnTo>
                    <a:lnTo>
                      <a:pt x="131" y="1"/>
                    </a:lnTo>
                    <a:close/>
                    <a:moveTo>
                      <a:pt x="522" y="1"/>
                    </a:moveTo>
                    <a:lnTo>
                      <a:pt x="522" y="41"/>
                    </a:lnTo>
                    <a:lnTo>
                      <a:pt x="653" y="41"/>
                    </a:lnTo>
                    <a:lnTo>
                      <a:pt x="6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23" name="Google Shape;14823;p50"/>
              <p:cNvSpPr/>
              <p:nvPr/>
            </p:nvSpPr>
            <p:spPr>
              <a:xfrm>
                <a:off x="4987575" y="2671925"/>
                <a:ext cx="6800" cy="202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81" extrusionOk="0">
                    <a:moveTo>
                      <a:pt x="0" y="0"/>
                    </a:moveTo>
                    <a:lnTo>
                      <a:pt x="0" y="20"/>
                    </a:lnTo>
                    <a:cubicBezTo>
                      <a:pt x="0" y="41"/>
                      <a:pt x="10" y="61"/>
                      <a:pt x="20" y="71"/>
                    </a:cubicBezTo>
                    <a:cubicBezTo>
                      <a:pt x="31" y="81"/>
                      <a:pt x="51" y="81"/>
                      <a:pt x="61" y="81"/>
                    </a:cubicBezTo>
                    <a:lnTo>
                      <a:pt x="261" y="81"/>
                    </a:lnTo>
                    <a:lnTo>
                      <a:pt x="271" y="41"/>
                    </a:lnTo>
                    <a:lnTo>
                      <a:pt x="61" y="41"/>
                    </a:lnTo>
                    <a:cubicBezTo>
                      <a:pt x="31" y="41"/>
                      <a:pt x="10" y="20"/>
                      <a:pt x="0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24" name="Google Shape;14824;p50"/>
              <p:cNvSpPr/>
              <p:nvPr/>
            </p:nvSpPr>
            <p:spPr>
              <a:xfrm>
                <a:off x="4994100" y="2672925"/>
                <a:ext cx="40650" cy="1025"/>
              </a:xfrm>
              <a:custGeom>
                <a:avLst/>
                <a:gdLst/>
                <a:ahLst/>
                <a:cxnLst/>
                <a:rect l="l" t="t" r="r" b="b"/>
                <a:pathLst>
                  <a:path w="1626" h="41" extrusionOk="0">
                    <a:moveTo>
                      <a:pt x="10" y="1"/>
                    </a:moveTo>
                    <a:lnTo>
                      <a:pt x="0" y="41"/>
                    </a:lnTo>
                    <a:lnTo>
                      <a:pt x="131" y="41"/>
                    </a:lnTo>
                    <a:lnTo>
                      <a:pt x="141" y="1"/>
                    </a:lnTo>
                    <a:close/>
                    <a:moveTo>
                      <a:pt x="1475" y="1"/>
                    </a:moveTo>
                    <a:lnTo>
                      <a:pt x="1495" y="41"/>
                    </a:lnTo>
                    <a:lnTo>
                      <a:pt x="1625" y="41"/>
                    </a:lnTo>
                    <a:lnTo>
                      <a:pt x="1615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25" name="Google Shape;14825;p50"/>
              <p:cNvSpPr/>
              <p:nvPr/>
            </p:nvSpPr>
            <p:spPr>
              <a:xfrm>
                <a:off x="4997600" y="2618500"/>
                <a:ext cx="3212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122" extrusionOk="0">
                    <a:moveTo>
                      <a:pt x="61" y="1"/>
                    </a:moveTo>
                    <a:cubicBezTo>
                      <a:pt x="21" y="1"/>
                      <a:pt x="1" y="21"/>
                      <a:pt x="1" y="61"/>
                    </a:cubicBezTo>
                    <a:cubicBezTo>
                      <a:pt x="1" y="91"/>
                      <a:pt x="21" y="121"/>
                      <a:pt x="61" y="121"/>
                    </a:cubicBezTo>
                    <a:lnTo>
                      <a:pt x="1224" y="121"/>
                    </a:lnTo>
                    <a:cubicBezTo>
                      <a:pt x="1264" y="121"/>
                      <a:pt x="1285" y="91"/>
                      <a:pt x="1285" y="61"/>
                    </a:cubicBezTo>
                    <a:cubicBezTo>
                      <a:pt x="1285" y="21"/>
                      <a:pt x="1264" y="1"/>
                      <a:pt x="12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26" name="Google Shape;14826;p50"/>
              <p:cNvSpPr/>
              <p:nvPr/>
            </p:nvSpPr>
            <p:spPr>
              <a:xfrm>
                <a:off x="4997600" y="2619275"/>
                <a:ext cx="32125" cy="22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91" extrusionOk="0">
                    <a:moveTo>
                      <a:pt x="1285" y="0"/>
                    </a:moveTo>
                    <a:cubicBezTo>
                      <a:pt x="1275" y="30"/>
                      <a:pt x="1254" y="60"/>
                      <a:pt x="1224" y="60"/>
                    </a:cubicBezTo>
                    <a:lnTo>
                      <a:pt x="61" y="60"/>
                    </a:lnTo>
                    <a:cubicBezTo>
                      <a:pt x="31" y="60"/>
                      <a:pt x="11" y="40"/>
                      <a:pt x="1" y="20"/>
                    </a:cubicBezTo>
                    <a:lnTo>
                      <a:pt x="1" y="30"/>
                    </a:lnTo>
                    <a:cubicBezTo>
                      <a:pt x="1" y="60"/>
                      <a:pt x="21" y="90"/>
                      <a:pt x="51" y="90"/>
                    </a:cubicBezTo>
                    <a:lnTo>
                      <a:pt x="1224" y="90"/>
                    </a:lnTo>
                    <a:cubicBezTo>
                      <a:pt x="1264" y="90"/>
                      <a:pt x="1285" y="60"/>
                      <a:pt x="1285" y="30"/>
                    </a:cubicBezTo>
                    <a:lnTo>
                      <a:pt x="128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27" name="Google Shape;14827;p50"/>
              <p:cNvSpPr/>
              <p:nvPr/>
            </p:nvSpPr>
            <p:spPr>
              <a:xfrm>
                <a:off x="4998850" y="2618500"/>
                <a:ext cx="293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32" extrusionOk="0">
                    <a:moveTo>
                      <a:pt x="573" y="1"/>
                    </a:moveTo>
                    <a:cubicBezTo>
                      <a:pt x="332" y="1"/>
                      <a:pt x="1" y="11"/>
                      <a:pt x="1" y="21"/>
                    </a:cubicBezTo>
                    <a:cubicBezTo>
                      <a:pt x="1" y="31"/>
                      <a:pt x="332" y="31"/>
                      <a:pt x="573" y="31"/>
                    </a:cubicBezTo>
                    <a:cubicBezTo>
                      <a:pt x="803" y="31"/>
                      <a:pt x="1174" y="31"/>
                      <a:pt x="1174" y="21"/>
                    </a:cubicBezTo>
                    <a:cubicBezTo>
                      <a:pt x="1174" y="11"/>
                      <a:pt x="803" y="1"/>
                      <a:pt x="57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28" name="Google Shape;14828;p50"/>
              <p:cNvSpPr/>
              <p:nvPr/>
            </p:nvSpPr>
            <p:spPr>
              <a:xfrm>
                <a:off x="5044250" y="2509175"/>
                <a:ext cx="21325" cy="8550"/>
              </a:xfrm>
              <a:custGeom>
                <a:avLst/>
                <a:gdLst/>
                <a:ahLst/>
                <a:cxnLst/>
                <a:rect l="l" t="t" r="r" b="b"/>
                <a:pathLst>
                  <a:path w="853" h="342" extrusionOk="0">
                    <a:moveTo>
                      <a:pt x="853" y="1"/>
                    </a:moveTo>
                    <a:lnTo>
                      <a:pt x="0" y="221"/>
                    </a:lnTo>
                    <a:lnTo>
                      <a:pt x="0" y="342"/>
                    </a:lnTo>
                    <a:lnTo>
                      <a:pt x="853" y="342"/>
                    </a:lnTo>
                    <a:lnTo>
                      <a:pt x="8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4829" name="Google Shape;14829;p50"/>
              <p:cNvSpPr/>
              <p:nvPr/>
            </p:nvSpPr>
            <p:spPr>
              <a:xfrm>
                <a:off x="5044250" y="2518450"/>
                <a:ext cx="21325" cy="8550"/>
              </a:xfrm>
              <a:custGeom>
                <a:avLst/>
                <a:gdLst/>
                <a:ahLst/>
                <a:cxnLst/>
                <a:rect l="l" t="t" r="r" b="b"/>
                <a:pathLst>
                  <a:path w="853" h="342" extrusionOk="0">
                    <a:moveTo>
                      <a:pt x="0" y="1"/>
                    </a:moveTo>
                    <a:lnTo>
                      <a:pt x="0" y="121"/>
                    </a:lnTo>
                    <a:lnTo>
                      <a:pt x="853" y="342"/>
                    </a:lnTo>
                    <a:lnTo>
                      <a:pt x="8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830" name="Google Shape;14830;p50"/>
            <p:cNvGrpSpPr/>
            <p:nvPr/>
          </p:nvGrpSpPr>
          <p:grpSpPr>
            <a:xfrm>
              <a:off x="1557554" y="4412668"/>
              <a:ext cx="563462" cy="361712"/>
              <a:chOff x="3786037" y="4093169"/>
              <a:chExt cx="949388" cy="609456"/>
            </a:xfrm>
          </p:grpSpPr>
          <p:sp>
            <p:nvSpPr>
              <p:cNvPr id="14831" name="Google Shape;14831;p50"/>
              <p:cNvSpPr/>
              <p:nvPr/>
            </p:nvSpPr>
            <p:spPr>
              <a:xfrm>
                <a:off x="3811425" y="4571525"/>
                <a:ext cx="924000" cy="131100"/>
              </a:xfrm>
              <a:prstGeom prst="ellipse">
                <a:avLst/>
              </a:pr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14832" name="Google Shape;14832;p50"/>
              <p:cNvGrpSpPr/>
              <p:nvPr/>
            </p:nvGrpSpPr>
            <p:grpSpPr>
              <a:xfrm>
                <a:off x="3786037" y="4093169"/>
                <a:ext cx="881763" cy="535432"/>
                <a:chOff x="6356" y="721016"/>
                <a:chExt cx="6595083" cy="4004726"/>
              </a:xfrm>
            </p:grpSpPr>
            <p:sp>
              <p:nvSpPr>
                <p:cNvPr id="14833" name="Google Shape;14833;p50"/>
                <p:cNvSpPr/>
                <p:nvPr/>
              </p:nvSpPr>
              <p:spPr>
                <a:xfrm>
                  <a:off x="4644467" y="4181052"/>
                  <a:ext cx="302221" cy="8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3" h="1805" extrusionOk="0">
                      <a:moveTo>
                        <a:pt x="3531" y="1"/>
                      </a:moveTo>
                      <a:cubicBezTo>
                        <a:pt x="3435" y="1"/>
                        <a:pt x="3356" y="63"/>
                        <a:pt x="3341" y="228"/>
                      </a:cubicBezTo>
                      <a:cubicBezTo>
                        <a:pt x="3310" y="178"/>
                        <a:pt x="3270" y="97"/>
                        <a:pt x="3210" y="77"/>
                      </a:cubicBezTo>
                      <a:cubicBezTo>
                        <a:pt x="3189" y="66"/>
                        <a:pt x="3168" y="60"/>
                        <a:pt x="3146" y="60"/>
                      </a:cubicBezTo>
                      <a:cubicBezTo>
                        <a:pt x="2960" y="60"/>
                        <a:pt x="2757" y="455"/>
                        <a:pt x="2739" y="689"/>
                      </a:cubicBezTo>
                      <a:cubicBezTo>
                        <a:pt x="2679" y="639"/>
                        <a:pt x="2608" y="649"/>
                        <a:pt x="2548" y="629"/>
                      </a:cubicBezTo>
                      <a:cubicBezTo>
                        <a:pt x="2548" y="689"/>
                        <a:pt x="2518" y="739"/>
                        <a:pt x="2528" y="799"/>
                      </a:cubicBezTo>
                      <a:cubicBezTo>
                        <a:pt x="2433" y="745"/>
                        <a:pt x="2320" y="618"/>
                        <a:pt x="2226" y="618"/>
                      </a:cubicBezTo>
                      <a:cubicBezTo>
                        <a:pt x="2181" y="618"/>
                        <a:pt x="2139" y="648"/>
                        <a:pt x="2107" y="729"/>
                      </a:cubicBezTo>
                      <a:cubicBezTo>
                        <a:pt x="2028" y="662"/>
                        <a:pt x="1946" y="607"/>
                        <a:pt x="1872" y="607"/>
                      </a:cubicBezTo>
                      <a:cubicBezTo>
                        <a:pt x="1814" y="607"/>
                        <a:pt x="1760" y="641"/>
                        <a:pt x="1716" y="729"/>
                      </a:cubicBezTo>
                      <a:cubicBezTo>
                        <a:pt x="1655" y="654"/>
                        <a:pt x="1520" y="470"/>
                        <a:pt x="1428" y="470"/>
                      </a:cubicBezTo>
                      <a:cubicBezTo>
                        <a:pt x="1398" y="470"/>
                        <a:pt x="1372" y="489"/>
                        <a:pt x="1354" y="539"/>
                      </a:cubicBezTo>
                      <a:cubicBezTo>
                        <a:pt x="1320" y="445"/>
                        <a:pt x="1273" y="407"/>
                        <a:pt x="1220" y="407"/>
                      </a:cubicBezTo>
                      <a:cubicBezTo>
                        <a:pt x="1166" y="407"/>
                        <a:pt x="1105" y="447"/>
                        <a:pt x="1044" y="509"/>
                      </a:cubicBezTo>
                      <a:cubicBezTo>
                        <a:pt x="953" y="408"/>
                        <a:pt x="893" y="278"/>
                        <a:pt x="763" y="258"/>
                      </a:cubicBezTo>
                      <a:cubicBezTo>
                        <a:pt x="760" y="257"/>
                        <a:pt x="757" y="257"/>
                        <a:pt x="754" y="257"/>
                      </a:cubicBezTo>
                      <a:cubicBezTo>
                        <a:pt x="678" y="257"/>
                        <a:pt x="620" y="381"/>
                        <a:pt x="562" y="448"/>
                      </a:cubicBezTo>
                      <a:cubicBezTo>
                        <a:pt x="527" y="421"/>
                        <a:pt x="494" y="409"/>
                        <a:pt x="463" y="409"/>
                      </a:cubicBezTo>
                      <a:cubicBezTo>
                        <a:pt x="335" y="409"/>
                        <a:pt x="245" y="612"/>
                        <a:pt x="221" y="749"/>
                      </a:cubicBezTo>
                      <a:cubicBezTo>
                        <a:pt x="0" y="890"/>
                        <a:pt x="161" y="1221"/>
                        <a:pt x="341" y="1361"/>
                      </a:cubicBezTo>
                      <a:cubicBezTo>
                        <a:pt x="552" y="1522"/>
                        <a:pt x="893" y="1522"/>
                        <a:pt x="1134" y="1532"/>
                      </a:cubicBezTo>
                      <a:cubicBezTo>
                        <a:pt x="1675" y="1572"/>
                        <a:pt x="2207" y="1702"/>
                        <a:pt x="2749" y="1772"/>
                      </a:cubicBezTo>
                      <a:cubicBezTo>
                        <a:pt x="2920" y="1795"/>
                        <a:pt x="3090" y="1805"/>
                        <a:pt x="3261" y="1805"/>
                      </a:cubicBezTo>
                      <a:cubicBezTo>
                        <a:pt x="3983" y="1805"/>
                        <a:pt x="4707" y="1636"/>
                        <a:pt x="5437" y="1612"/>
                      </a:cubicBezTo>
                      <a:cubicBezTo>
                        <a:pt x="5668" y="1602"/>
                        <a:pt x="6671" y="1652"/>
                        <a:pt x="6711" y="1211"/>
                      </a:cubicBezTo>
                      <a:cubicBezTo>
                        <a:pt x="6742" y="951"/>
                        <a:pt x="6421" y="684"/>
                        <a:pt x="6180" y="684"/>
                      </a:cubicBezTo>
                      <a:cubicBezTo>
                        <a:pt x="6114" y="684"/>
                        <a:pt x="6054" y="704"/>
                        <a:pt x="6009" y="749"/>
                      </a:cubicBezTo>
                      <a:cubicBezTo>
                        <a:pt x="5967" y="642"/>
                        <a:pt x="5872" y="602"/>
                        <a:pt x="5763" y="602"/>
                      </a:cubicBezTo>
                      <a:cubicBezTo>
                        <a:pt x="5586" y="602"/>
                        <a:pt x="5373" y="706"/>
                        <a:pt x="5286" y="799"/>
                      </a:cubicBezTo>
                      <a:cubicBezTo>
                        <a:pt x="5216" y="736"/>
                        <a:pt x="5127" y="693"/>
                        <a:pt x="5042" y="693"/>
                      </a:cubicBezTo>
                      <a:cubicBezTo>
                        <a:pt x="5005" y="693"/>
                        <a:pt x="4969" y="701"/>
                        <a:pt x="4935" y="719"/>
                      </a:cubicBezTo>
                      <a:cubicBezTo>
                        <a:pt x="4888" y="636"/>
                        <a:pt x="4792" y="557"/>
                        <a:pt x="4715" y="557"/>
                      </a:cubicBezTo>
                      <a:cubicBezTo>
                        <a:pt x="4661" y="557"/>
                        <a:pt x="4617" y="596"/>
                        <a:pt x="4604" y="699"/>
                      </a:cubicBezTo>
                      <a:cubicBezTo>
                        <a:pt x="4566" y="544"/>
                        <a:pt x="4454" y="485"/>
                        <a:pt x="4327" y="485"/>
                      </a:cubicBezTo>
                      <a:cubicBezTo>
                        <a:pt x="4290" y="485"/>
                        <a:pt x="4252" y="489"/>
                        <a:pt x="4213" y="498"/>
                      </a:cubicBezTo>
                      <a:cubicBezTo>
                        <a:pt x="4223" y="353"/>
                        <a:pt x="4046" y="227"/>
                        <a:pt x="3926" y="227"/>
                      </a:cubicBezTo>
                      <a:cubicBezTo>
                        <a:pt x="3921" y="227"/>
                        <a:pt x="3917" y="227"/>
                        <a:pt x="3912" y="228"/>
                      </a:cubicBezTo>
                      <a:lnTo>
                        <a:pt x="3932" y="298"/>
                      </a:lnTo>
                      <a:cubicBezTo>
                        <a:pt x="3871" y="151"/>
                        <a:pt x="3680" y="1"/>
                        <a:pt x="3531" y="1"/>
                      </a:cubicBezTo>
                      <a:close/>
                    </a:path>
                  </a:pathLst>
                </a:custGeom>
                <a:solidFill>
                  <a:srgbClr val="456F2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34" name="Google Shape;14834;p50"/>
                <p:cNvSpPr/>
                <p:nvPr/>
              </p:nvSpPr>
              <p:spPr>
                <a:xfrm>
                  <a:off x="417775" y="2642889"/>
                  <a:ext cx="535608" cy="2333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00" h="15072" extrusionOk="0">
                      <a:moveTo>
                        <a:pt x="19501" y="1"/>
                      </a:moveTo>
                      <a:cubicBezTo>
                        <a:pt x="17200" y="1"/>
                        <a:pt x="15336" y="1866"/>
                        <a:pt x="15336" y="4167"/>
                      </a:cubicBezTo>
                      <a:cubicBezTo>
                        <a:pt x="15336" y="4294"/>
                        <a:pt x="15345" y="4412"/>
                        <a:pt x="15354" y="4540"/>
                      </a:cubicBezTo>
                      <a:cubicBezTo>
                        <a:pt x="15054" y="4412"/>
                        <a:pt x="14726" y="4339"/>
                        <a:pt x="14381" y="4339"/>
                      </a:cubicBezTo>
                      <a:cubicBezTo>
                        <a:pt x="13698" y="4339"/>
                        <a:pt x="13089" y="4612"/>
                        <a:pt x="12634" y="5058"/>
                      </a:cubicBezTo>
                      <a:cubicBezTo>
                        <a:pt x="11734" y="4239"/>
                        <a:pt x="10551" y="3730"/>
                        <a:pt x="9242" y="3730"/>
                      </a:cubicBezTo>
                      <a:cubicBezTo>
                        <a:pt x="6459" y="3730"/>
                        <a:pt x="4203" y="5986"/>
                        <a:pt x="4203" y="8769"/>
                      </a:cubicBezTo>
                      <a:cubicBezTo>
                        <a:pt x="4203" y="8924"/>
                        <a:pt x="4212" y="9069"/>
                        <a:pt x="4221" y="9215"/>
                      </a:cubicBezTo>
                      <a:cubicBezTo>
                        <a:pt x="3866" y="9060"/>
                        <a:pt x="3466" y="8978"/>
                        <a:pt x="3048" y="8978"/>
                      </a:cubicBezTo>
                      <a:cubicBezTo>
                        <a:pt x="1365" y="8978"/>
                        <a:pt x="1" y="10342"/>
                        <a:pt x="1" y="12025"/>
                      </a:cubicBezTo>
                      <a:cubicBezTo>
                        <a:pt x="1" y="13708"/>
                        <a:pt x="1365" y="15072"/>
                        <a:pt x="3048" y="15072"/>
                      </a:cubicBezTo>
                      <a:lnTo>
                        <a:pt x="24458" y="15072"/>
                      </a:lnTo>
                      <a:cubicBezTo>
                        <a:pt x="26141" y="15072"/>
                        <a:pt x="27505" y="13708"/>
                        <a:pt x="27505" y="12025"/>
                      </a:cubicBezTo>
                      <a:cubicBezTo>
                        <a:pt x="27505" y="10888"/>
                        <a:pt x="26878" y="9897"/>
                        <a:pt x="25959" y="9378"/>
                      </a:cubicBezTo>
                      <a:lnTo>
                        <a:pt x="32080" y="9378"/>
                      </a:lnTo>
                      <a:cubicBezTo>
                        <a:pt x="33472" y="9378"/>
                        <a:pt x="34600" y="8250"/>
                        <a:pt x="34600" y="6859"/>
                      </a:cubicBezTo>
                      <a:cubicBezTo>
                        <a:pt x="34600" y="5467"/>
                        <a:pt x="33472" y="4339"/>
                        <a:pt x="32080" y="4339"/>
                      </a:cubicBezTo>
                      <a:cubicBezTo>
                        <a:pt x="31989" y="4339"/>
                        <a:pt x="31898" y="4349"/>
                        <a:pt x="31807" y="4358"/>
                      </a:cubicBezTo>
                      <a:cubicBezTo>
                        <a:pt x="31816" y="4294"/>
                        <a:pt x="31826" y="4230"/>
                        <a:pt x="31826" y="4167"/>
                      </a:cubicBezTo>
                      <a:cubicBezTo>
                        <a:pt x="31826" y="2539"/>
                        <a:pt x="30498" y="1220"/>
                        <a:pt x="28870" y="1220"/>
                      </a:cubicBezTo>
                      <a:cubicBezTo>
                        <a:pt x="28015" y="1220"/>
                        <a:pt x="27251" y="1584"/>
                        <a:pt x="26714" y="2166"/>
                      </a:cubicBezTo>
                      <a:cubicBezTo>
                        <a:pt x="26159" y="1947"/>
                        <a:pt x="25559" y="1829"/>
                        <a:pt x="24922" y="1829"/>
                      </a:cubicBezTo>
                      <a:cubicBezTo>
                        <a:pt x="24295" y="1829"/>
                        <a:pt x="23703" y="1947"/>
                        <a:pt x="23149" y="2157"/>
                      </a:cubicBezTo>
                      <a:cubicBezTo>
                        <a:pt x="22439" y="874"/>
                        <a:pt x="21075" y="1"/>
                        <a:pt x="1950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35" name="Google Shape;14835;p50"/>
                <p:cNvSpPr/>
                <p:nvPr/>
              </p:nvSpPr>
              <p:spPr>
                <a:xfrm>
                  <a:off x="1417729" y="721016"/>
                  <a:ext cx="5183710" cy="1693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7" h="1757" extrusionOk="0">
                      <a:moveTo>
                        <a:pt x="3902" y="1"/>
                      </a:moveTo>
                      <a:lnTo>
                        <a:pt x="1" y="11"/>
                      </a:lnTo>
                      <a:lnTo>
                        <a:pt x="1485" y="1746"/>
                      </a:lnTo>
                      <a:lnTo>
                        <a:pt x="5086" y="1756"/>
                      </a:lnTo>
                      <a:lnTo>
                        <a:pt x="5357" y="1756"/>
                      </a:lnTo>
                      <a:lnTo>
                        <a:pt x="5377" y="1736"/>
                      </a:lnTo>
                      <a:lnTo>
                        <a:pt x="3902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5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36" name="Google Shape;14836;p50"/>
                <p:cNvSpPr/>
                <p:nvPr/>
              </p:nvSpPr>
              <p:spPr>
                <a:xfrm>
                  <a:off x="5140900" y="721016"/>
                  <a:ext cx="1460540" cy="1693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5" h="1757" extrusionOk="0">
                      <a:moveTo>
                        <a:pt x="0" y="1"/>
                      </a:moveTo>
                      <a:lnTo>
                        <a:pt x="1495" y="1756"/>
                      </a:lnTo>
                      <a:lnTo>
                        <a:pt x="1515" y="1736"/>
                      </a:lnTo>
                      <a:lnTo>
                        <a:pt x="40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5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37" name="Google Shape;14837;p50"/>
                <p:cNvSpPr/>
                <p:nvPr/>
              </p:nvSpPr>
              <p:spPr>
                <a:xfrm>
                  <a:off x="3757485" y="721016"/>
                  <a:ext cx="2554739" cy="3995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0" h="4144" extrusionOk="0">
                      <a:moveTo>
                        <a:pt x="1295" y="1"/>
                      </a:moveTo>
                      <a:lnTo>
                        <a:pt x="1" y="1596"/>
                      </a:lnTo>
                      <a:lnTo>
                        <a:pt x="11" y="4144"/>
                      </a:lnTo>
                      <a:lnTo>
                        <a:pt x="2649" y="4144"/>
                      </a:lnTo>
                      <a:lnTo>
                        <a:pt x="2639" y="1596"/>
                      </a:lnTo>
                      <a:lnTo>
                        <a:pt x="1295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4"/>
                    </a:gs>
                    <a:gs pos="100000">
                      <a:schemeClr val="accent2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38" name="Google Shape;14838;p50"/>
                <p:cNvSpPr/>
                <p:nvPr/>
              </p:nvSpPr>
              <p:spPr>
                <a:xfrm>
                  <a:off x="3768089" y="4232141"/>
                  <a:ext cx="2544135" cy="483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9" h="502" extrusionOk="0">
                      <a:moveTo>
                        <a:pt x="0" y="0"/>
                      </a:moveTo>
                      <a:lnTo>
                        <a:pt x="0" y="502"/>
                      </a:lnTo>
                      <a:lnTo>
                        <a:pt x="2638" y="502"/>
                      </a:lnTo>
                      <a:lnTo>
                        <a:pt x="2638" y="0"/>
                      </a:ln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39" name="Google Shape;14839;p50"/>
                <p:cNvSpPr/>
                <p:nvPr/>
              </p:nvSpPr>
              <p:spPr>
                <a:xfrm>
                  <a:off x="199167" y="2258700"/>
                  <a:ext cx="3569886" cy="24670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3" h="2559" extrusionOk="0">
                      <a:moveTo>
                        <a:pt x="3692" y="1"/>
                      </a:moveTo>
                      <a:lnTo>
                        <a:pt x="1" y="11"/>
                      </a:lnTo>
                      <a:lnTo>
                        <a:pt x="11" y="2559"/>
                      </a:lnTo>
                      <a:lnTo>
                        <a:pt x="3702" y="2549"/>
                      </a:lnTo>
                      <a:lnTo>
                        <a:pt x="3692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0D4C7"/>
                    </a:gs>
                    <a:gs pos="100000">
                      <a:schemeClr val="accent2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40" name="Google Shape;14840;p50"/>
                <p:cNvSpPr/>
                <p:nvPr/>
              </p:nvSpPr>
              <p:spPr>
                <a:xfrm>
                  <a:off x="5004969" y="818387"/>
                  <a:ext cx="1297615" cy="15868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646" extrusionOk="0">
                      <a:moveTo>
                        <a:pt x="91" y="0"/>
                      </a:moveTo>
                      <a:lnTo>
                        <a:pt x="1" y="101"/>
                      </a:lnTo>
                      <a:lnTo>
                        <a:pt x="1345" y="1645"/>
                      </a:lnTo>
                      <a:lnTo>
                        <a:pt x="1345" y="1495"/>
                      </a:lnTo>
                      <a:lnTo>
                        <a:pt x="9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41" name="Google Shape;14841;p50"/>
                <p:cNvSpPr/>
                <p:nvPr/>
              </p:nvSpPr>
              <p:spPr>
                <a:xfrm>
                  <a:off x="199167" y="2442836"/>
                  <a:ext cx="964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41" extrusionOk="0">
                      <a:moveTo>
                        <a:pt x="1" y="41"/>
                      </a:moveTo>
                      <a:lnTo>
                        <a:pt x="1" y="0"/>
                      </a:lnTo>
                      <a:lnTo>
                        <a:pt x="1" y="41"/>
                      </a:lnTo>
                      <a:close/>
                    </a:path>
                  </a:pathLst>
                </a:custGeom>
                <a:solidFill>
                  <a:srgbClr val="D8D9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42" name="Google Shape;14842;p50"/>
                <p:cNvSpPr/>
                <p:nvPr/>
              </p:nvSpPr>
              <p:spPr>
                <a:xfrm>
                  <a:off x="3757485" y="2404273"/>
                  <a:ext cx="964" cy="68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71" extrusionOk="0">
                      <a:moveTo>
                        <a:pt x="1" y="70"/>
                      </a:moveTo>
                      <a:lnTo>
                        <a:pt x="1" y="0"/>
                      </a:lnTo>
                      <a:lnTo>
                        <a:pt x="1" y="70"/>
                      </a:lnTo>
                      <a:close/>
                    </a:path>
                  </a:pathLst>
                </a:custGeom>
                <a:solidFill>
                  <a:srgbClr val="BCBE9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43" name="Google Shape;14843;p50"/>
                <p:cNvSpPr/>
                <p:nvPr/>
              </p:nvSpPr>
              <p:spPr>
                <a:xfrm>
                  <a:off x="199167" y="2404273"/>
                  <a:ext cx="3559282" cy="780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2" h="81" extrusionOk="0">
                      <a:moveTo>
                        <a:pt x="3692" y="0"/>
                      </a:moveTo>
                      <a:lnTo>
                        <a:pt x="3672" y="30"/>
                      </a:lnTo>
                      <a:lnTo>
                        <a:pt x="3632" y="30"/>
                      </a:lnTo>
                      <a:lnTo>
                        <a:pt x="1" y="40"/>
                      </a:lnTo>
                      <a:lnTo>
                        <a:pt x="1" y="81"/>
                      </a:lnTo>
                      <a:lnTo>
                        <a:pt x="3692" y="70"/>
                      </a:lnTo>
                      <a:lnTo>
                        <a:pt x="3692" y="0"/>
                      </a:lnTo>
                      <a:close/>
                    </a:path>
                  </a:pathLst>
                </a:custGeom>
                <a:solidFill>
                  <a:srgbClr val="1A0B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44" name="Google Shape;14844;p50"/>
                <p:cNvSpPr/>
                <p:nvPr/>
              </p:nvSpPr>
              <p:spPr>
                <a:xfrm>
                  <a:off x="6356" y="2404273"/>
                  <a:ext cx="3752092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41" extrusionOk="0">
                      <a:moveTo>
                        <a:pt x="3892" y="0"/>
                      </a:moveTo>
                      <a:lnTo>
                        <a:pt x="0" y="10"/>
                      </a:lnTo>
                      <a:lnTo>
                        <a:pt x="0" y="40"/>
                      </a:lnTo>
                      <a:lnTo>
                        <a:pt x="3872" y="30"/>
                      </a:lnTo>
                      <a:lnTo>
                        <a:pt x="3892" y="0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45" name="Google Shape;14845;p50"/>
                <p:cNvSpPr/>
                <p:nvPr/>
              </p:nvSpPr>
              <p:spPr>
                <a:xfrm>
                  <a:off x="6356" y="721016"/>
                  <a:ext cx="5174070" cy="1693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7" h="1757" extrusionOk="0">
                      <a:moveTo>
                        <a:pt x="5366" y="1"/>
                      </a:moveTo>
                      <a:lnTo>
                        <a:pt x="1465" y="11"/>
                      </a:lnTo>
                      <a:lnTo>
                        <a:pt x="0" y="1756"/>
                      </a:lnTo>
                      <a:lnTo>
                        <a:pt x="0" y="1756"/>
                      </a:lnTo>
                      <a:lnTo>
                        <a:pt x="3892" y="1746"/>
                      </a:lnTo>
                      <a:lnTo>
                        <a:pt x="5366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5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46" name="Google Shape;14846;p50"/>
                <p:cNvSpPr/>
                <p:nvPr/>
              </p:nvSpPr>
              <p:spPr>
                <a:xfrm>
                  <a:off x="3699642" y="2433195"/>
                  <a:ext cx="39526" cy="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1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4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E1D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47" name="Google Shape;14847;p50"/>
                <p:cNvSpPr/>
                <p:nvPr/>
              </p:nvSpPr>
              <p:spPr>
                <a:xfrm>
                  <a:off x="5140900" y="721016"/>
                  <a:ext cx="39526" cy="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  <a:moveTo>
                        <a:pt x="0" y="1"/>
                      </a:moveTo>
                      <a:lnTo>
                        <a:pt x="40" y="1"/>
                      </a:lnTo>
                      <a:lnTo>
                        <a:pt x="4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E0A37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48" name="Google Shape;14848;p50"/>
                <p:cNvSpPr/>
                <p:nvPr/>
              </p:nvSpPr>
              <p:spPr>
                <a:xfrm>
                  <a:off x="5140900" y="721016"/>
                  <a:ext cx="39526" cy="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4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E07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49" name="Google Shape;14849;p50"/>
                <p:cNvSpPr/>
                <p:nvPr/>
              </p:nvSpPr>
              <p:spPr>
                <a:xfrm>
                  <a:off x="3728563" y="721016"/>
                  <a:ext cx="1451863" cy="1684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" h="1747" extrusionOk="0">
                      <a:moveTo>
                        <a:pt x="1465" y="1"/>
                      </a:moveTo>
                      <a:lnTo>
                        <a:pt x="1415" y="51"/>
                      </a:lnTo>
                      <a:lnTo>
                        <a:pt x="1455" y="51"/>
                      </a:lnTo>
                      <a:lnTo>
                        <a:pt x="1505" y="1"/>
                      </a:lnTo>
                      <a:close/>
                      <a:moveTo>
                        <a:pt x="1395" y="81"/>
                      </a:moveTo>
                      <a:lnTo>
                        <a:pt x="1275" y="222"/>
                      </a:lnTo>
                      <a:lnTo>
                        <a:pt x="1315" y="222"/>
                      </a:lnTo>
                      <a:lnTo>
                        <a:pt x="1435" y="81"/>
                      </a:lnTo>
                      <a:close/>
                      <a:moveTo>
                        <a:pt x="1265" y="242"/>
                      </a:moveTo>
                      <a:lnTo>
                        <a:pt x="1144" y="382"/>
                      </a:lnTo>
                      <a:lnTo>
                        <a:pt x="1185" y="382"/>
                      </a:lnTo>
                      <a:lnTo>
                        <a:pt x="1295" y="242"/>
                      </a:lnTo>
                      <a:close/>
                      <a:moveTo>
                        <a:pt x="1124" y="402"/>
                      </a:moveTo>
                      <a:lnTo>
                        <a:pt x="1004" y="543"/>
                      </a:lnTo>
                      <a:lnTo>
                        <a:pt x="1044" y="543"/>
                      </a:lnTo>
                      <a:lnTo>
                        <a:pt x="1164" y="402"/>
                      </a:lnTo>
                      <a:close/>
                      <a:moveTo>
                        <a:pt x="984" y="563"/>
                      </a:moveTo>
                      <a:lnTo>
                        <a:pt x="874" y="703"/>
                      </a:lnTo>
                      <a:lnTo>
                        <a:pt x="904" y="703"/>
                      </a:lnTo>
                      <a:lnTo>
                        <a:pt x="1024" y="563"/>
                      </a:lnTo>
                      <a:close/>
                      <a:moveTo>
                        <a:pt x="854" y="733"/>
                      </a:moveTo>
                      <a:lnTo>
                        <a:pt x="733" y="874"/>
                      </a:lnTo>
                      <a:lnTo>
                        <a:pt x="773" y="874"/>
                      </a:lnTo>
                      <a:lnTo>
                        <a:pt x="884" y="733"/>
                      </a:lnTo>
                      <a:close/>
                      <a:moveTo>
                        <a:pt x="713" y="894"/>
                      </a:moveTo>
                      <a:lnTo>
                        <a:pt x="593" y="1034"/>
                      </a:lnTo>
                      <a:lnTo>
                        <a:pt x="633" y="1034"/>
                      </a:lnTo>
                      <a:lnTo>
                        <a:pt x="753" y="894"/>
                      </a:lnTo>
                      <a:close/>
                      <a:moveTo>
                        <a:pt x="573" y="1054"/>
                      </a:moveTo>
                      <a:lnTo>
                        <a:pt x="462" y="1195"/>
                      </a:lnTo>
                      <a:lnTo>
                        <a:pt x="492" y="1195"/>
                      </a:lnTo>
                      <a:lnTo>
                        <a:pt x="613" y="1054"/>
                      </a:lnTo>
                      <a:close/>
                      <a:moveTo>
                        <a:pt x="482" y="1215"/>
                      </a:moveTo>
                      <a:lnTo>
                        <a:pt x="442" y="1225"/>
                      </a:lnTo>
                      <a:lnTo>
                        <a:pt x="322" y="1355"/>
                      </a:lnTo>
                      <a:lnTo>
                        <a:pt x="362" y="1355"/>
                      </a:lnTo>
                      <a:lnTo>
                        <a:pt x="482" y="1215"/>
                      </a:lnTo>
                      <a:close/>
                      <a:moveTo>
                        <a:pt x="302" y="1385"/>
                      </a:moveTo>
                      <a:lnTo>
                        <a:pt x="181" y="1526"/>
                      </a:lnTo>
                      <a:lnTo>
                        <a:pt x="222" y="1526"/>
                      </a:lnTo>
                      <a:lnTo>
                        <a:pt x="342" y="1385"/>
                      </a:lnTo>
                      <a:close/>
                      <a:moveTo>
                        <a:pt x="171" y="1546"/>
                      </a:moveTo>
                      <a:lnTo>
                        <a:pt x="51" y="1686"/>
                      </a:lnTo>
                      <a:lnTo>
                        <a:pt x="91" y="1686"/>
                      </a:lnTo>
                      <a:lnTo>
                        <a:pt x="202" y="1546"/>
                      </a:lnTo>
                      <a:close/>
                      <a:moveTo>
                        <a:pt x="31" y="1706"/>
                      </a:moveTo>
                      <a:lnTo>
                        <a:pt x="1" y="1746"/>
                      </a:lnTo>
                      <a:lnTo>
                        <a:pt x="31" y="1746"/>
                      </a:lnTo>
                      <a:lnTo>
                        <a:pt x="71" y="1706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50" name="Google Shape;14850;p50"/>
                <p:cNvSpPr/>
                <p:nvPr/>
              </p:nvSpPr>
              <p:spPr>
                <a:xfrm>
                  <a:off x="4695508" y="3129250"/>
                  <a:ext cx="736536" cy="15868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" h="1646" extrusionOk="0">
                      <a:moveTo>
                        <a:pt x="1" y="1"/>
                      </a:moveTo>
                      <a:lnTo>
                        <a:pt x="1" y="1646"/>
                      </a:lnTo>
                      <a:lnTo>
                        <a:pt x="763" y="1646"/>
                      </a:lnTo>
                      <a:lnTo>
                        <a:pt x="763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51" name="Google Shape;14851;p50"/>
                <p:cNvSpPr/>
                <p:nvPr/>
              </p:nvSpPr>
              <p:spPr>
                <a:xfrm>
                  <a:off x="4695508" y="3177454"/>
                  <a:ext cx="678693" cy="1538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1596" extrusionOk="0">
                      <a:moveTo>
                        <a:pt x="1" y="1"/>
                      </a:moveTo>
                      <a:lnTo>
                        <a:pt x="1" y="1596"/>
                      </a:lnTo>
                      <a:lnTo>
                        <a:pt x="703" y="1596"/>
                      </a:lnTo>
                      <a:lnTo>
                        <a:pt x="693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5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52" name="Google Shape;14852;p50"/>
                <p:cNvSpPr/>
                <p:nvPr/>
              </p:nvSpPr>
              <p:spPr>
                <a:xfrm>
                  <a:off x="4695508" y="3129250"/>
                  <a:ext cx="736536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" h="51" extrusionOk="0">
                      <a:moveTo>
                        <a:pt x="1" y="1"/>
                      </a:moveTo>
                      <a:lnTo>
                        <a:pt x="1" y="51"/>
                      </a:lnTo>
                      <a:lnTo>
                        <a:pt x="693" y="51"/>
                      </a:lnTo>
                      <a:lnTo>
                        <a:pt x="763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53" name="Google Shape;14853;p50"/>
                <p:cNvSpPr/>
                <p:nvPr/>
              </p:nvSpPr>
              <p:spPr>
                <a:xfrm>
                  <a:off x="4018743" y="2742660"/>
                  <a:ext cx="436716" cy="1190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" h="1235" extrusionOk="0">
                      <a:moveTo>
                        <a:pt x="392" y="50"/>
                      </a:moveTo>
                      <a:lnTo>
                        <a:pt x="402" y="1174"/>
                      </a:lnTo>
                      <a:lnTo>
                        <a:pt x="61" y="1174"/>
                      </a:lnTo>
                      <a:lnTo>
                        <a:pt x="51" y="50"/>
                      </a:lnTo>
                      <a:close/>
                      <a:moveTo>
                        <a:pt x="1" y="0"/>
                      </a:moveTo>
                      <a:lnTo>
                        <a:pt x="1" y="1234"/>
                      </a:lnTo>
                      <a:lnTo>
                        <a:pt x="452" y="1224"/>
                      </a:lnTo>
                      <a:lnTo>
                        <a:pt x="452" y="0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54" name="Google Shape;14854;p50"/>
                <p:cNvSpPr/>
                <p:nvPr/>
              </p:nvSpPr>
              <p:spPr>
                <a:xfrm>
                  <a:off x="4066946" y="2829426"/>
                  <a:ext cx="300784" cy="1054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" h="1094" extrusionOk="0">
                      <a:moveTo>
                        <a:pt x="1" y="1094"/>
                      </a:moveTo>
                      <a:lnTo>
                        <a:pt x="1" y="1"/>
                      </a:lnTo>
                      <a:lnTo>
                        <a:pt x="131" y="1"/>
                      </a:lnTo>
                      <a:lnTo>
                        <a:pt x="131" y="1094"/>
                      </a:lnTo>
                      <a:lnTo>
                        <a:pt x="1" y="1094"/>
                      </a:lnTo>
                      <a:moveTo>
                        <a:pt x="182" y="1094"/>
                      </a:moveTo>
                      <a:lnTo>
                        <a:pt x="182" y="1"/>
                      </a:lnTo>
                      <a:lnTo>
                        <a:pt x="302" y="1"/>
                      </a:lnTo>
                      <a:lnTo>
                        <a:pt x="312" y="1094"/>
                      </a:lnTo>
                      <a:lnTo>
                        <a:pt x="182" y="1094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55" name="Google Shape;14855;p50"/>
                <p:cNvSpPr/>
                <p:nvPr/>
              </p:nvSpPr>
              <p:spPr>
                <a:xfrm>
                  <a:off x="4018743" y="2781223"/>
                  <a:ext cx="388513" cy="1152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" h="1195" extrusionOk="0">
                      <a:moveTo>
                        <a:pt x="352" y="51"/>
                      </a:moveTo>
                      <a:lnTo>
                        <a:pt x="362" y="1144"/>
                      </a:lnTo>
                      <a:lnTo>
                        <a:pt x="51" y="1144"/>
                      </a:lnTo>
                      <a:lnTo>
                        <a:pt x="51" y="51"/>
                      </a:lnTo>
                      <a:close/>
                      <a:moveTo>
                        <a:pt x="1" y="0"/>
                      </a:moveTo>
                      <a:lnTo>
                        <a:pt x="1" y="1194"/>
                      </a:lnTo>
                      <a:lnTo>
                        <a:pt x="402" y="118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56" name="Google Shape;14856;p50"/>
                <p:cNvSpPr/>
                <p:nvPr/>
              </p:nvSpPr>
              <p:spPr>
                <a:xfrm>
                  <a:off x="4193221" y="2810150"/>
                  <a:ext cx="68450" cy="109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1134" extrusionOk="0">
                      <a:moveTo>
                        <a:pt x="0" y="1"/>
                      </a:moveTo>
                      <a:lnTo>
                        <a:pt x="0" y="1134"/>
                      </a:lnTo>
                      <a:lnTo>
                        <a:pt x="51" y="1134"/>
                      </a:lnTo>
                      <a:lnTo>
                        <a:pt x="40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57" name="Google Shape;14857;p50"/>
                <p:cNvSpPr/>
                <p:nvPr/>
              </p:nvSpPr>
              <p:spPr>
                <a:xfrm>
                  <a:off x="4047665" y="3332668"/>
                  <a:ext cx="339346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51" extrusionOk="0">
                      <a:moveTo>
                        <a:pt x="1" y="0"/>
                      </a:moveTo>
                      <a:lnTo>
                        <a:pt x="1" y="50"/>
                      </a:lnTo>
                      <a:lnTo>
                        <a:pt x="352" y="50"/>
                      </a:lnTo>
                      <a:lnTo>
                        <a:pt x="352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58" name="Google Shape;14858;p50"/>
                <p:cNvSpPr/>
                <p:nvPr/>
              </p:nvSpPr>
              <p:spPr>
                <a:xfrm>
                  <a:off x="4018743" y="2742660"/>
                  <a:ext cx="436716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" h="41" extrusionOk="0">
                      <a:moveTo>
                        <a:pt x="1" y="0"/>
                      </a:moveTo>
                      <a:lnTo>
                        <a:pt x="1" y="40"/>
                      </a:lnTo>
                      <a:lnTo>
                        <a:pt x="402" y="40"/>
                      </a:lnTo>
                      <a:lnTo>
                        <a:pt x="452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59" name="Google Shape;14859;p50"/>
                <p:cNvSpPr/>
                <p:nvPr/>
              </p:nvSpPr>
              <p:spPr>
                <a:xfrm>
                  <a:off x="4889282" y="1601207"/>
                  <a:ext cx="387549" cy="4270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" h="443" extrusionOk="0">
                      <a:moveTo>
                        <a:pt x="352" y="41"/>
                      </a:moveTo>
                      <a:lnTo>
                        <a:pt x="352" y="402"/>
                      </a:lnTo>
                      <a:lnTo>
                        <a:pt x="51" y="402"/>
                      </a:lnTo>
                      <a:lnTo>
                        <a:pt x="51" y="41"/>
                      </a:lnTo>
                      <a:close/>
                      <a:moveTo>
                        <a:pt x="1" y="1"/>
                      </a:moveTo>
                      <a:lnTo>
                        <a:pt x="1" y="442"/>
                      </a:lnTo>
                      <a:lnTo>
                        <a:pt x="402" y="442"/>
                      </a:lnTo>
                      <a:lnTo>
                        <a:pt x="402" y="1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60" name="Google Shape;14860;p50"/>
                <p:cNvSpPr/>
                <p:nvPr/>
              </p:nvSpPr>
              <p:spPr>
                <a:xfrm>
                  <a:off x="4927844" y="1678332"/>
                  <a:ext cx="262222" cy="3104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" h="322" extrusionOk="0">
                      <a:moveTo>
                        <a:pt x="1" y="322"/>
                      </a:moveTo>
                      <a:lnTo>
                        <a:pt x="1" y="1"/>
                      </a:lnTo>
                      <a:lnTo>
                        <a:pt x="272" y="1"/>
                      </a:lnTo>
                      <a:lnTo>
                        <a:pt x="272" y="322"/>
                      </a:lnTo>
                      <a:lnTo>
                        <a:pt x="1" y="322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61" name="Google Shape;14861;p50"/>
                <p:cNvSpPr/>
                <p:nvPr/>
              </p:nvSpPr>
              <p:spPr>
                <a:xfrm>
                  <a:off x="4889282" y="1639770"/>
                  <a:ext cx="348987" cy="3885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2" h="403" extrusionOk="0">
                      <a:moveTo>
                        <a:pt x="312" y="41"/>
                      </a:moveTo>
                      <a:lnTo>
                        <a:pt x="312" y="362"/>
                      </a:lnTo>
                      <a:lnTo>
                        <a:pt x="41" y="362"/>
                      </a:lnTo>
                      <a:lnTo>
                        <a:pt x="41" y="41"/>
                      </a:lnTo>
                      <a:close/>
                      <a:moveTo>
                        <a:pt x="1" y="1"/>
                      </a:moveTo>
                      <a:lnTo>
                        <a:pt x="1" y="402"/>
                      </a:lnTo>
                      <a:lnTo>
                        <a:pt x="362" y="402"/>
                      </a:lnTo>
                      <a:lnTo>
                        <a:pt x="36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62" name="Google Shape;14862;p50"/>
                <p:cNvSpPr/>
                <p:nvPr/>
              </p:nvSpPr>
              <p:spPr>
                <a:xfrm>
                  <a:off x="4889282" y="1601207"/>
                  <a:ext cx="387549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" h="41" extrusionOk="0">
                      <a:moveTo>
                        <a:pt x="1" y="1"/>
                      </a:moveTo>
                      <a:lnTo>
                        <a:pt x="1" y="41"/>
                      </a:lnTo>
                      <a:lnTo>
                        <a:pt x="362" y="41"/>
                      </a:lnTo>
                      <a:lnTo>
                        <a:pt x="40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63" name="Google Shape;14863;p50"/>
                <p:cNvSpPr/>
                <p:nvPr/>
              </p:nvSpPr>
              <p:spPr>
                <a:xfrm>
                  <a:off x="2607370" y="2742660"/>
                  <a:ext cx="435752" cy="1190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" h="1235" extrusionOk="0">
                      <a:moveTo>
                        <a:pt x="392" y="50"/>
                      </a:moveTo>
                      <a:lnTo>
                        <a:pt x="392" y="1184"/>
                      </a:lnTo>
                      <a:lnTo>
                        <a:pt x="61" y="1184"/>
                      </a:lnTo>
                      <a:lnTo>
                        <a:pt x="51" y="50"/>
                      </a:lnTo>
                      <a:close/>
                      <a:moveTo>
                        <a:pt x="0" y="0"/>
                      </a:moveTo>
                      <a:lnTo>
                        <a:pt x="0" y="1234"/>
                      </a:lnTo>
                      <a:lnTo>
                        <a:pt x="452" y="1234"/>
                      </a:lnTo>
                      <a:lnTo>
                        <a:pt x="452" y="0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64" name="Google Shape;14864;p50"/>
                <p:cNvSpPr/>
                <p:nvPr/>
              </p:nvSpPr>
              <p:spPr>
                <a:xfrm>
                  <a:off x="2674854" y="2810145"/>
                  <a:ext cx="339346" cy="109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1134" extrusionOk="0">
                      <a:moveTo>
                        <a:pt x="352" y="1134"/>
                      </a:moveTo>
                      <a:lnTo>
                        <a:pt x="1" y="1134"/>
                      </a:lnTo>
                      <a:lnTo>
                        <a:pt x="1" y="1"/>
                      </a:lnTo>
                      <a:lnTo>
                        <a:pt x="352" y="1"/>
                      </a:lnTo>
                      <a:lnTo>
                        <a:pt x="352" y="1134"/>
                      </a:lnTo>
                      <a:close/>
                    </a:path>
                  </a:pathLst>
                </a:custGeom>
                <a:solidFill>
                  <a:srgbClr val="1A0B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65" name="Google Shape;14865;p50"/>
                <p:cNvSpPr/>
                <p:nvPr/>
              </p:nvSpPr>
              <p:spPr>
                <a:xfrm>
                  <a:off x="2645932" y="2790864"/>
                  <a:ext cx="397190" cy="114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" h="1185" extrusionOk="0">
                      <a:moveTo>
                        <a:pt x="362" y="51"/>
                      </a:moveTo>
                      <a:lnTo>
                        <a:pt x="362" y="1134"/>
                      </a:lnTo>
                      <a:lnTo>
                        <a:pt x="61" y="1134"/>
                      </a:lnTo>
                      <a:lnTo>
                        <a:pt x="51" y="51"/>
                      </a:lnTo>
                      <a:close/>
                      <a:moveTo>
                        <a:pt x="0" y="0"/>
                      </a:moveTo>
                      <a:lnTo>
                        <a:pt x="11" y="1184"/>
                      </a:lnTo>
                      <a:lnTo>
                        <a:pt x="412" y="1184"/>
                      </a:lnTo>
                      <a:lnTo>
                        <a:pt x="412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66" name="Google Shape;14866;p50"/>
                <p:cNvSpPr/>
                <p:nvPr/>
              </p:nvSpPr>
              <p:spPr>
                <a:xfrm>
                  <a:off x="2820426" y="2810145"/>
                  <a:ext cx="49167" cy="109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1134" extrusionOk="0">
                      <a:moveTo>
                        <a:pt x="0" y="1"/>
                      </a:moveTo>
                      <a:lnTo>
                        <a:pt x="0" y="1134"/>
                      </a:lnTo>
                      <a:lnTo>
                        <a:pt x="50" y="1134"/>
                      </a:lnTo>
                      <a:lnTo>
                        <a:pt x="50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01E15"/>
                    </a:gs>
                    <a:gs pos="100000">
                      <a:srgbClr val="A9342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67" name="Google Shape;14867;p50"/>
                <p:cNvSpPr/>
                <p:nvPr/>
              </p:nvSpPr>
              <p:spPr>
                <a:xfrm>
                  <a:off x="2674854" y="3332668"/>
                  <a:ext cx="339346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51" extrusionOk="0">
                      <a:moveTo>
                        <a:pt x="1" y="0"/>
                      </a:moveTo>
                      <a:lnTo>
                        <a:pt x="1" y="50"/>
                      </a:lnTo>
                      <a:lnTo>
                        <a:pt x="352" y="50"/>
                      </a:lnTo>
                      <a:lnTo>
                        <a:pt x="352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68" name="Google Shape;14868;p50"/>
                <p:cNvSpPr/>
                <p:nvPr/>
              </p:nvSpPr>
              <p:spPr>
                <a:xfrm>
                  <a:off x="2607370" y="2742660"/>
                  <a:ext cx="435752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" h="51" extrusionOk="0">
                      <a:moveTo>
                        <a:pt x="0" y="0"/>
                      </a:moveTo>
                      <a:lnTo>
                        <a:pt x="40" y="50"/>
                      </a:lnTo>
                      <a:lnTo>
                        <a:pt x="452" y="50"/>
                      </a:lnTo>
                      <a:lnTo>
                        <a:pt x="452" y="0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69" name="Google Shape;14869;p50"/>
                <p:cNvSpPr/>
                <p:nvPr/>
              </p:nvSpPr>
              <p:spPr>
                <a:xfrm>
                  <a:off x="1669347" y="2742660"/>
                  <a:ext cx="435752" cy="1190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" h="1235" extrusionOk="0">
                      <a:moveTo>
                        <a:pt x="392" y="50"/>
                      </a:moveTo>
                      <a:lnTo>
                        <a:pt x="392" y="1184"/>
                      </a:lnTo>
                      <a:lnTo>
                        <a:pt x="51" y="1184"/>
                      </a:lnTo>
                      <a:lnTo>
                        <a:pt x="51" y="50"/>
                      </a:lnTo>
                      <a:close/>
                      <a:moveTo>
                        <a:pt x="0" y="0"/>
                      </a:moveTo>
                      <a:lnTo>
                        <a:pt x="0" y="1234"/>
                      </a:lnTo>
                      <a:lnTo>
                        <a:pt x="452" y="1234"/>
                      </a:lnTo>
                      <a:lnTo>
                        <a:pt x="442" y="0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70" name="Google Shape;14870;p50"/>
                <p:cNvSpPr/>
                <p:nvPr/>
              </p:nvSpPr>
              <p:spPr>
                <a:xfrm>
                  <a:off x="1736831" y="2810145"/>
                  <a:ext cx="339346" cy="11038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1145" extrusionOk="0">
                      <a:moveTo>
                        <a:pt x="352" y="1144"/>
                      </a:moveTo>
                      <a:lnTo>
                        <a:pt x="1" y="1144"/>
                      </a:lnTo>
                      <a:lnTo>
                        <a:pt x="1" y="1"/>
                      </a:lnTo>
                      <a:lnTo>
                        <a:pt x="352" y="1"/>
                      </a:lnTo>
                      <a:lnTo>
                        <a:pt x="352" y="1144"/>
                      </a:lnTo>
                      <a:close/>
                    </a:path>
                  </a:pathLst>
                </a:custGeom>
                <a:solidFill>
                  <a:srgbClr val="1A0B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71" name="Google Shape;14871;p50"/>
                <p:cNvSpPr/>
                <p:nvPr/>
              </p:nvSpPr>
              <p:spPr>
                <a:xfrm>
                  <a:off x="1707909" y="2790864"/>
                  <a:ext cx="397190" cy="114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" h="1185" extrusionOk="0">
                      <a:moveTo>
                        <a:pt x="362" y="51"/>
                      </a:moveTo>
                      <a:lnTo>
                        <a:pt x="362" y="1134"/>
                      </a:lnTo>
                      <a:lnTo>
                        <a:pt x="51" y="1134"/>
                      </a:lnTo>
                      <a:lnTo>
                        <a:pt x="51" y="51"/>
                      </a:lnTo>
                      <a:close/>
                      <a:moveTo>
                        <a:pt x="1" y="0"/>
                      </a:moveTo>
                      <a:lnTo>
                        <a:pt x="11" y="1184"/>
                      </a:lnTo>
                      <a:lnTo>
                        <a:pt x="412" y="118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72" name="Google Shape;14872;p50"/>
                <p:cNvSpPr/>
                <p:nvPr/>
              </p:nvSpPr>
              <p:spPr>
                <a:xfrm>
                  <a:off x="1882403" y="2810145"/>
                  <a:ext cx="49167" cy="11038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1145" extrusionOk="0">
                      <a:moveTo>
                        <a:pt x="0" y="1"/>
                      </a:moveTo>
                      <a:lnTo>
                        <a:pt x="0" y="1144"/>
                      </a:lnTo>
                      <a:lnTo>
                        <a:pt x="50" y="1144"/>
                      </a:lnTo>
                      <a:lnTo>
                        <a:pt x="50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01E15"/>
                    </a:gs>
                    <a:gs pos="100000">
                      <a:srgbClr val="A9342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73" name="Google Shape;14873;p50"/>
                <p:cNvSpPr/>
                <p:nvPr/>
              </p:nvSpPr>
              <p:spPr>
                <a:xfrm>
                  <a:off x="1736831" y="3342309"/>
                  <a:ext cx="339346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41" extrusionOk="0">
                      <a:moveTo>
                        <a:pt x="1" y="0"/>
                      </a:moveTo>
                      <a:lnTo>
                        <a:pt x="1" y="40"/>
                      </a:lnTo>
                      <a:lnTo>
                        <a:pt x="352" y="40"/>
                      </a:lnTo>
                      <a:lnTo>
                        <a:pt x="352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01E15"/>
                    </a:gs>
                    <a:gs pos="100000">
                      <a:srgbClr val="A9342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74" name="Google Shape;14874;p50"/>
                <p:cNvSpPr/>
                <p:nvPr/>
              </p:nvSpPr>
              <p:spPr>
                <a:xfrm>
                  <a:off x="1669347" y="2742660"/>
                  <a:ext cx="426111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51" extrusionOk="0">
                      <a:moveTo>
                        <a:pt x="0" y="0"/>
                      </a:moveTo>
                      <a:lnTo>
                        <a:pt x="41" y="50"/>
                      </a:lnTo>
                      <a:lnTo>
                        <a:pt x="442" y="50"/>
                      </a:lnTo>
                      <a:lnTo>
                        <a:pt x="442" y="0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75" name="Google Shape;14875;p50"/>
                <p:cNvSpPr/>
                <p:nvPr/>
              </p:nvSpPr>
              <p:spPr>
                <a:xfrm>
                  <a:off x="731324" y="2752301"/>
                  <a:ext cx="435752" cy="1180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" h="1225" extrusionOk="0">
                      <a:moveTo>
                        <a:pt x="392" y="51"/>
                      </a:moveTo>
                      <a:lnTo>
                        <a:pt x="392" y="1174"/>
                      </a:lnTo>
                      <a:lnTo>
                        <a:pt x="51" y="1174"/>
                      </a:lnTo>
                      <a:lnTo>
                        <a:pt x="51" y="51"/>
                      </a:lnTo>
                      <a:close/>
                      <a:moveTo>
                        <a:pt x="0" y="0"/>
                      </a:moveTo>
                      <a:lnTo>
                        <a:pt x="0" y="1224"/>
                      </a:lnTo>
                      <a:lnTo>
                        <a:pt x="452" y="1224"/>
                      </a:lnTo>
                      <a:lnTo>
                        <a:pt x="442" y="0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76" name="Google Shape;14876;p50"/>
                <p:cNvSpPr/>
                <p:nvPr/>
              </p:nvSpPr>
              <p:spPr>
                <a:xfrm>
                  <a:off x="798808" y="2819785"/>
                  <a:ext cx="339346" cy="1094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1135" extrusionOk="0">
                      <a:moveTo>
                        <a:pt x="352" y="1134"/>
                      </a:moveTo>
                      <a:lnTo>
                        <a:pt x="1" y="1134"/>
                      </a:lnTo>
                      <a:lnTo>
                        <a:pt x="1" y="1"/>
                      </a:lnTo>
                      <a:lnTo>
                        <a:pt x="352" y="1"/>
                      </a:lnTo>
                      <a:lnTo>
                        <a:pt x="352" y="1134"/>
                      </a:lnTo>
                      <a:close/>
                    </a:path>
                  </a:pathLst>
                </a:custGeom>
                <a:solidFill>
                  <a:srgbClr val="1A0B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77" name="Google Shape;14877;p50"/>
                <p:cNvSpPr/>
                <p:nvPr/>
              </p:nvSpPr>
              <p:spPr>
                <a:xfrm>
                  <a:off x="769886" y="2790864"/>
                  <a:ext cx="397190" cy="114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" h="1185" extrusionOk="0">
                      <a:moveTo>
                        <a:pt x="362" y="51"/>
                      </a:moveTo>
                      <a:lnTo>
                        <a:pt x="362" y="1134"/>
                      </a:lnTo>
                      <a:lnTo>
                        <a:pt x="51" y="1134"/>
                      </a:lnTo>
                      <a:lnTo>
                        <a:pt x="51" y="51"/>
                      </a:lnTo>
                      <a:close/>
                      <a:moveTo>
                        <a:pt x="1" y="0"/>
                      </a:moveTo>
                      <a:lnTo>
                        <a:pt x="11" y="1184"/>
                      </a:lnTo>
                      <a:lnTo>
                        <a:pt x="412" y="118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rgbClr val="A9342A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78" name="Google Shape;14878;p50"/>
                <p:cNvSpPr/>
                <p:nvPr/>
              </p:nvSpPr>
              <p:spPr>
                <a:xfrm>
                  <a:off x="944380" y="2819785"/>
                  <a:ext cx="49167" cy="1094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1135" extrusionOk="0">
                      <a:moveTo>
                        <a:pt x="0" y="1"/>
                      </a:moveTo>
                      <a:lnTo>
                        <a:pt x="0" y="1134"/>
                      </a:lnTo>
                      <a:lnTo>
                        <a:pt x="50" y="1134"/>
                      </a:lnTo>
                      <a:lnTo>
                        <a:pt x="50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01E15"/>
                    </a:gs>
                    <a:gs pos="100000">
                      <a:srgbClr val="A9342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79" name="Google Shape;14879;p50"/>
                <p:cNvSpPr/>
                <p:nvPr/>
              </p:nvSpPr>
              <p:spPr>
                <a:xfrm>
                  <a:off x="798808" y="3342309"/>
                  <a:ext cx="339346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51" extrusionOk="0">
                      <a:moveTo>
                        <a:pt x="1" y="0"/>
                      </a:moveTo>
                      <a:lnTo>
                        <a:pt x="1" y="50"/>
                      </a:lnTo>
                      <a:lnTo>
                        <a:pt x="352" y="50"/>
                      </a:lnTo>
                      <a:lnTo>
                        <a:pt x="352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01E15"/>
                    </a:gs>
                    <a:gs pos="100000">
                      <a:srgbClr val="A9342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80" name="Google Shape;14880;p50"/>
                <p:cNvSpPr/>
                <p:nvPr/>
              </p:nvSpPr>
              <p:spPr>
                <a:xfrm>
                  <a:off x="731324" y="2752301"/>
                  <a:ext cx="426111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41" extrusionOk="0">
                      <a:moveTo>
                        <a:pt x="0" y="0"/>
                      </a:moveTo>
                      <a:lnTo>
                        <a:pt x="41" y="40"/>
                      </a:lnTo>
                      <a:lnTo>
                        <a:pt x="442" y="40"/>
                      </a:lnTo>
                      <a:lnTo>
                        <a:pt x="442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01E15"/>
                    </a:gs>
                    <a:gs pos="100000">
                      <a:srgbClr val="A9342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81" name="Google Shape;14881;p50"/>
                <p:cNvSpPr/>
                <p:nvPr/>
              </p:nvSpPr>
              <p:spPr>
                <a:xfrm>
                  <a:off x="5663417" y="2733020"/>
                  <a:ext cx="426111" cy="1190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1235" extrusionOk="0">
                      <a:moveTo>
                        <a:pt x="391" y="50"/>
                      </a:moveTo>
                      <a:lnTo>
                        <a:pt x="391" y="1184"/>
                      </a:lnTo>
                      <a:lnTo>
                        <a:pt x="50" y="1184"/>
                      </a:lnTo>
                      <a:lnTo>
                        <a:pt x="50" y="50"/>
                      </a:lnTo>
                      <a:close/>
                      <a:moveTo>
                        <a:pt x="0" y="0"/>
                      </a:moveTo>
                      <a:lnTo>
                        <a:pt x="0" y="1234"/>
                      </a:lnTo>
                      <a:lnTo>
                        <a:pt x="441" y="1234"/>
                      </a:lnTo>
                      <a:lnTo>
                        <a:pt x="44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82" name="Google Shape;14882;p50"/>
                <p:cNvSpPr/>
                <p:nvPr/>
              </p:nvSpPr>
              <p:spPr>
                <a:xfrm>
                  <a:off x="5701979" y="2829426"/>
                  <a:ext cx="300784" cy="10450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" h="1084" extrusionOk="0">
                      <a:moveTo>
                        <a:pt x="10" y="1084"/>
                      </a:moveTo>
                      <a:lnTo>
                        <a:pt x="0" y="1"/>
                      </a:lnTo>
                      <a:lnTo>
                        <a:pt x="131" y="1"/>
                      </a:lnTo>
                      <a:lnTo>
                        <a:pt x="131" y="1084"/>
                      </a:lnTo>
                      <a:lnTo>
                        <a:pt x="10" y="1084"/>
                      </a:lnTo>
                      <a:close/>
                      <a:moveTo>
                        <a:pt x="181" y="1084"/>
                      </a:moveTo>
                      <a:lnTo>
                        <a:pt x="181" y="1"/>
                      </a:lnTo>
                      <a:lnTo>
                        <a:pt x="311" y="1"/>
                      </a:lnTo>
                      <a:lnTo>
                        <a:pt x="311" y="1084"/>
                      </a:lnTo>
                      <a:lnTo>
                        <a:pt x="181" y="1084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83" name="Google Shape;14883;p50"/>
                <p:cNvSpPr/>
                <p:nvPr/>
              </p:nvSpPr>
              <p:spPr>
                <a:xfrm>
                  <a:off x="5663417" y="2781223"/>
                  <a:ext cx="387549" cy="114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" h="1185" extrusionOk="0">
                      <a:moveTo>
                        <a:pt x="351" y="51"/>
                      </a:moveTo>
                      <a:lnTo>
                        <a:pt x="351" y="1134"/>
                      </a:lnTo>
                      <a:lnTo>
                        <a:pt x="50" y="1134"/>
                      </a:lnTo>
                      <a:lnTo>
                        <a:pt x="40" y="51"/>
                      </a:lnTo>
                      <a:close/>
                      <a:moveTo>
                        <a:pt x="0" y="0"/>
                      </a:moveTo>
                      <a:lnTo>
                        <a:pt x="0" y="1184"/>
                      </a:lnTo>
                      <a:lnTo>
                        <a:pt x="401" y="1184"/>
                      </a:lnTo>
                      <a:lnTo>
                        <a:pt x="401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84" name="Google Shape;14884;p50"/>
                <p:cNvSpPr/>
                <p:nvPr/>
              </p:nvSpPr>
              <p:spPr>
                <a:xfrm>
                  <a:off x="5827305" y="2800504"/>
                  <a:ext cx="49167" cy="11028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1144" extrusionOk="0">
                      <a:moveTo>
                        <a:pt x="1" y="1"/>
                      </a:moveTo>
                      <a:lnTo>
                        <a:pt x="1" y="1144"/>
                      </a:lnTo>
                      <a:lnTo>
                        <a:pt x="51" y="1144"/>
                      </a:lnTo>
                      <a:lnTo>
                        <a:pt x="51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85" name="Google Shape;14885;p50"/>
                <p:cNvSpPr/>
                <p:nvPr/>
              </p:nvSpPr>
              <p:spPr>
                <a:xfrm>
                  <a:off x="5682698" y="3332668"/>
                  <a:ext cx="339346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41" extrusionOk="0">
                      <a:moveTo>
                        <a:pt x="0" y="0"/>
                      </a:moveTo>
                      <a:lnTo>
                        <a:pt x="0" y="40"/>
                      </a:lnTo>
                      <a:lnTo>
                        <a:pt x="351" y="40"/>
                      </a:lnTo>
                      <a:lnTo>
                        <a:pt x="351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86" name="Google Shape;14886;p50"/>
                <p:cNvSpPr/>
                <p:nvPr/>
              </p:nvSpPr>
              <p:spPr>
                <a:xfrm>
                  <a:off x="5663417" y="2733020"/>
                  <a:ext cx="0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h="51" extrusionOk="0">
                      <a:moveTo>
                        <a:pt x="0" y="50"/>
                      </a:moveTo>
                      <a:lnTo>
                        <a:pt x="0" y="0"/>
                      </a:lnTo>
                      <a:lnTo>
                        <a:pt x="0" y="50"/>
                      </a:lnTo>
                      <a:close/>
                    </a:path>
                  </a:pathLst>
                </a:custGeom>
                <a:solidFill>
                  <a:srgbClr val="B3B58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87" name="Google Shape;14887;p50"/>
                <p:cNvSpPr/>
                <p:nvPr/>
              </p:nvSpPr>
              <p:spPr>
                <a:xfrm>
                  <a:off x="5663417" y="2733020"/>
                  <a:ext cx="426111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51" extrusionOk="0">
                      <a:moveTo>
                        <a:pt x="0" y="0"/>
                      </a:moveTo>
                      <a:lnTo>
                        <a:pt x="0" y="50"/>
                      </a:lnTo>
                      <a:lnTo>
                        <a:pt x="401" y="50"/>
                      </a:lnTo>
                      <a:lnTo>
                        <a:pt x="44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88" name="Google Shape;14888;p50"/>
                <p:cNvSpPr/>
                <p:nvPr/>
              </p:nvSpPr>
              <p:spPr>
                <a:xfrm>
                  <a:off x="5663417" y="2781223"/>
                  <a:ext cx="387549" cy="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" h="1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0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89" name="Google Shape;14889;p50"/>
                <p:cNvSpPr/>
                <p:nvPr/>
              </p:nvSpPr>
              <p:spPr>
                <a:xfrm>
                  <a:off x="5363596" y="4232141"/>
                  <a:ext cx="68448" cy="483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502" extrusionOk="0">
                      <a:moveTo>
                        <a:pt x="0" y="0"/>
                      </a:moveTo>
                      <a:lnTo>
                        <a:pt x="10" y="502"/>
                      </a:lnTo>
                      <a:lnTo>
                        <a:pt x="70" y="502"/>
                      </a:lnTo>
                      <a:lnTo>
                        <a:pt x="70" y="471"/>
                      </a:lnTo>
                      <a:lnTo>
                        <a:pt x="40" y="471"/>
                      </a:lnTo>
                      <a:lnTo>
                        <a:pt x="40" y="421"/>
                      </a:lnTo>
                      <a:lnTo>
                        <a:pt x="70" y="421"/>
                      </a:lnTo>
                      <a:lnTo>
                        <a:pt x="7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90" name="Google Shape;14890;p50"/>
                <p:cNvSpPr/>
                <p:nvPr/>
              </p:nvSpPr>
              <p:spPr>
                <a:xfrm>
                  <a:off x="3768089" y="4715137"/>
                  <a:ext cx="964" cy="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C5975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91" name="Google Shape;14891;p50"/>
                <p:cNvSpPr/>
                <p:nvPr/>
              </p:nvSpPr>
              <p:spPr>
                <a:xfrm>
                  <a:off x="3768089" y="4241781"/>
                  <a:ext cx="964" cy="4743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492" extrusionOk="0">
                      <a:moveTo>
                        <a:pt x="0" y="492"/>
                      </a:moveTo>
                      <a:lnTo>
                        <a:pt x="0" y="401"/>
                      </a:lnTo>
                      <a:lnTo>
                        <a:pt x="0" y="492"/>
                      </a:lnTo>
                      <a:close/>
                      <a:moveTo>
                        <a:pt x="0" y="351"/>
                      </a:moveTo>
                      <a:lnTo>
                        <a:pt x="0" y="0"/>
                      </a:lnTo>
                      <a:lnTo>
                        <a:pt x="0" y="351"/>
                      </a:lnTo>
                      <a:close/>
                    </a:path>
                  </a:pathLst>
                </a:custGeom>
                <a:solidFill>
                  <a:srgbClr val="C77E3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92" name="Google Shape;14892;p50"/>
                <p:cNvSpPr/>
                <p:nvPr/>
              </p:nvSpPr>
              <p:spPr>
                <a:xfrm>
                  <a:off x="208807" y="4241781"/>
                  <a:ext cx="3560246" cy="483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3" h="502" extrusionOk="0">
                      <a:moveTo>
                        <a:pt x="3491" y="10"/>
                      </a:moveTo>
                      <a:lnTo>
                        <a:pt x="3491" y="70"/>
                      </a:lnTo>
                      <a:lnTo>
                        <a:pt x="3341" y="70"/>
                      </a:lnTo>
                      <a:lnTo>
                        <a:pt x="3341" y="10"/>
                      </a:lnTo>
                      <a:close/>
                      <a:moveTo>
                        <a:pt x="262" y="70"/>
                      </a:moveTo>
                      <a:lnTo>
                        <a:pt x="262" y="130"/>
                      </a:lnTo>
                      <a:lnTo>
                        <a:pt x="111" y="130"/>
                      </a:lnTo>
                      <a:lnTo>
                        <a:pt x="111" y="70"/>
                      </a:lnTo>
                      <a:close/>
                      <a:moveTo>
                        <a:pt x="1686" y="70"/>
                      </a:moveTo>
                      <a:lnTo>
                        <a:pt x="1686" y="130"/>
                      </a:lnTo>
                      <a:lnTo>
                        <a:pt x="1535" y="130"/>
                      </a:lnTo>
                      <a:lnTo>
                        <a:pt x="1535" y="70"/>
                      </a:lnTo>
                      <a:close/>
                      <a:moveTo>
                        <a:pt x="2208" y="90"/>
                      </a:moveTo>
                      <a:lnTo>
                        <a:pt x="2208" y="140"/>
                      </a:lnTo>
                      <a:lnTo>
                        <a:pt x="2117" y="140"/>
                      </a:lnTo>
                      <a:lnTo>
                        <a:pt x="2117" y="90"/>
                      </a:lnTo>
                      <a:close/>
                      <a:moveTo>
                        <a:pt x="944" y="100"/>
                      </a:moveTo>
                      <a:lnTo>
                        <a:pt x="944" y="161"/>
                      </a:lnTo>
                      <a:lnTo>
                        <a:pt x="793" y="161"/>
                      </a:lnTo>
                      <a:lnTo>
                        <a:pt x="793" y="100"/>
                      </a:lnTo>
                      <a:close/>
                      <a:moveTo>
                        <a:pt x="1776" y="151"/>
                      </a:moveTo>
                      <a:lnTo>
                        <a:pt x="1776" y="201"/>
                      </a:lnTo>
                      <a:lnTo>
                        <a:pt x="1626" y="201"/>
                      </a:lnTo>
                      <a:lnTo>
                        <a:pt x="1626" y="151"/>
                      </a:lnTo>
                      <a:close/>
                      <a:moveTo>
                        <a:pt x="2739" y="161"/>
                      </a:moveTo>
                      <a:lnTo>
                        <a:pt x="2739" y="221"/>
                      </a:lnTo>
                      <a:lnTo>
                        <a:pt x="2589" y="221"/>
                      </a:lnTo>
                      <a:lnTo>
                        <a:pt x="2589" y="161"/>
                      </a:lnTo>
                      <a:close/>
                      <a:moveTo>
                        <a:pt x="763" y="191"/>
                      </a:moveTo>
                      <a:lnTo>
                        <a:pt x="763" y="251"/>
                      </a:lnTo>
                      <a:lnTo>
                        <a:pt x="673" y="251"/>
                      </a:lnTo>
                      <a:lnTo>
                        <a:pt x="673" y="191"/>
                      </a:lnTo>
                      <a:close/>
                      <a:moveTo>
                        <a:pt x="3160" y="241"/>
                      </a:moveTo>
                      <a:lnTo>
                        <a:pt x="3160" y="301"/>
                      </a:lnTo>
                      <a:lnTo>
                        <a:pt x="3010" y="301"/>
                      </a:lnTo>
                      <a:lnTo>
                        <a:pt x="3010" y="241"/>
                      </a:lnTo>
                      <a:close/>
                      <a:moveTo>
                        <a:pt x="1596" y="331"/>
                      </a:moveTo>
                      <a:lnTo>
                        <a:pt x="1596" y="381"/>
                      </a:lnTo>
                      <a:lnTo>
                        <a:pt x="1445" y="381"/>
                      </a:lnTo>
                      <a:lnTo>
                        <a:pt x="1445" y="331"/>
                      </a:lnTo>
                      <a:close/>
                      <a:moveTo>
                        <a:pt x="2398" y="381"/>
                      </a:moveTo>
                      <a:lnTo>
                        <a:pt x="2398" y="431"/>
                      </a:lnTo>
                      <a:lnTo>
                        <a:pt x="2258" y="431"/>
                      </a:lnTo>
                      <a:lnTo>
                        <a:pt x="2258" y="381"/>
                      </a:lnTo>
                      <a:close/>
                      <a:moveTo>
                        <a:pt x="623" y="391"/>
                      </a:moveTo>
                      <a:lnTo>
                        <a:pt x="623" y="441"/>
                      </a:lnTo>
                      <a:lnTo>
                        <a:pt x="472" y="441"/>
                      </a:lnTo>
                      <a:lnTo>
                        <a:pt x="472" y="391"/>
                      </a:lnTo>
                      <a:close/>
                      <a:moveTo>
                        <a:pt x="3692" y="0"/>
                      </a:moveTo>
                      <a:lnTo>
                        <a:pt x="1" y="10"/>
                      </a:lnTo>
                      <a:lnTo>
                        <a:pt x="1" y="281"/>
                      </a:lnTo>
                      <a:lnTo>
                        <a:pt x="101" y="281"/>
                      </a:lnTo>
                      <a:lnTo>
                        <a:pt x="101" y="341"/>
                      </a:lnTo>
                      <a:lnTo>
                        <a:pt x="1" y="341"/>
                      </a:lnTo>
                      <a:lnTo>
                        <a:pt x="1" y="502"/>
                      </a:lnTo>
                      <a:lnTo>
                        <a:pt x="2117" y="496"/>
                      </a:lnTo>
                      <a:lnTo>
                        <a:pt x="2117" y="496"/>
                      </a:lnTo>
                      <a:lnTo>
                        <a:pt x="2117" y="441"/>
                      </a:lnTo>
                      <a:lnTo>
                        <a:pt x="2268" y="441"/>
                      </a:lnTo>
                      <a:lnTo>
                        <a:pt x="2268" y="495"/>
                      </a:lnTo>
                      <a:lnTo>
                        <a:pt x="2268" y="495"/>
                      </a:lnTo>
                      <a:lnTo>
                        <a:pt x="3692" y="492"/>
                      </a:lnTo>
                      <a:lnTo>
                        <a:pt x="3692" y="401"/>
                      </a:lnTo>
                      <a:lnTo>
                        <a:pt x="3592" y="401"/>
                      </a:lnTo>
                      <a:lnTo>
                        <a:pt x="3592" y="351"/>
                      </a:lnTo>
                      <a:lnTo>
                        <a:pt x="3692" y="351"/>
                      </a:lnTo>
                      <a:lnTo>
                        <a:pt x="3692" y="0"/>
                      </a:lnTo>
                      <a:close/>
                      <a:moveTo>
                        <a:pt x="2268" y="495"/>
                      </a:moveTo>
                      <a:lnTo>
                        <a:pt x="2117" y="496"/>
                      </a:lnTo>
                      <a:lnTo>
                        <a:pt x="2117" y="496"/>
                      </a:lnTo>
                      <a:lnTo>
                        <a:pt x="2117" y="502"/>
                      </a:lnTo>
                      <a:lnTo>
                        <a:pt x="2268" y="502"/>
                      </a:lnTo>
                      <a:lnTo>
                        <a:pt x="2268" y="495"/>
                      </a:ln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93" name="Google Shape;14893;p50"/>
                <p:cNvSpPr/>
                <p:nvPr/>
              </p:nvSpPr>
              <p:spPr>
                <a:xfrm>
                  <a:off x="6311260" y="4396032"/>
                  <a:ext cx="964" cy="20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1" extrusionOk="0">
                      <a:moveTo>
                        <a:pt x="0" y="21"/>
                      </a:moveTo>
                      <a:lnTo>
                        <a:pt x="0" y="1"/>
                      </a:lnTo>
                      <a:lnTo>
                        <a:pt x="0" y="21"/>
                      </a:lnTo>
                      <a:close/>
                    </a:path>
                  </a:pathLst>
                </a:custGeom>
                <a:solidFill>
                  <a:srgbClr val="C5975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94" name="Google Shape;14894;p50"/>
                <p:cNvSpPr/>
                <p:nvPr/>
              </p:nvSpPr>
              <p:spPr>
                <a:xfrm>
                  <a:off x="6194609" y="4396032"/>
                  <a:ext cx="117614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" h="51" extrusionOk="0">
                      <a:moveTo>
                        <a:pt x="1" y="1"/>
                      </a:moveTo>
                      <a:lnTo>
                        <a:pt x="1" y="51"/>
                      </a:lnTo>
                      <a:lnTo>
                        <a:pt x="121" y="51"/>
                      </a:lnTo>
                      <a:lnTo>
                        <a:pt x="12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95" name="Google Shape;14895;p50"/>
                <p:cNvSpPr/>
                <p:nvPr/>
              </p:nvSpPr>
              <p:spPr>
                <a:xfrm>
                  <a:off x="5836946" y="4540641"/>
                  <a:ext cx="146536" cy="597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62" extrusionOk="0">
                      <a:moveTo>
                        <a:pt x="1" y="1"/>
                      </a:moveTo>
                      <a:lnTo>
                        <a:pt x="1" y="61"/>
                      </a:lnTo>
                      <a:lnTo>
                        <a:pt x="151" y="61"/>
                      </a:lnTo>
                      <a:lnTo>
                        <a:pt x="15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96" name="Google Shape;14896;p50"/>
                <p:cNvSpPr/>
                <p:nvPr/>
              </p:nvSpPr>
              <p:spPr>
                <a:xfrm>
                  <a:off x="5952632" y="4270703"/>
                  <a:ext cx="146536" cy="588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61" extrusionOk="0">
                      <a:moveTo>
                        <a:pt x="1" y="0"/>
                      </a:moveTo>
                      <a:lnTo>
                        <a:pt x="1" y="60"/>
                      </a:lnTo>
                      <a:lnTo>
                        <a:pt x="151" y="60"/>
                      </a:lnTo>
                      <a:lnTo>
                        <a:pt x="15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97" name="Google Shape;14897;p50"/>
                <p:cNvSpPr/>
                <p:nvPr/>
              </p:nvSpPr>
              <p:spPr>
                <a:xfrm>
                  <a:off x="5445355" y="4638012"/>
                  <a:ext cx="97369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" h="51" extrusionOk="0">
                      <a:moveTo>
                        <a:pt x="0" y="0"/>
                      </a:moveTo>
                      <a:lnTo>
                        <a:pt x="0" y="50"/>
                      </a:lnTo>
                      <a:lnTo>
                        <a:pt x="101" y="50"/>
                      </a:lnTo>
                      <a:lnTo>
                        <a:pt x="101" y="0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98" name="Google Shape;14898;p50"/>
                <p:cNvSpPr/>
                <p:nvPr/>
              </p:nvSpPr>
              <p:spPr>
                <a:xfrm>
                  <a:off x="5431080" y="4638012"/>
                  <a:ext cx="964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1" extrusionOk="0">
                      <a:moveTo>
                        <a:pt x="0" y="50"/>
                      </a:moveTo>
                      <a:lnTo>
                        <a:pt x="0" y="0"/>
                      </a:lnTo>
                      <a:lnTo>
                        <a:pt x="0" y="5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899" name="Google Shape;14899;p50"/>
                <p:cNvSpPr/>
                <p:nvPr/>
              </p:nvSpPr>
              <p:spPr>
                <a:xfrm>
                  <a:off x="5508204" y="4357469"/>
                  <a:ext cx="145572" cy="588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" h="61" extrusionOk="0">
                      <a:moveTo>
                        <a:pt x="1" y="0"/>
                      </a:moveTo>
                      <a:lnTo>
                        <a:pt x="1" y="61"/>
                      </a:lnTo>
                      <a:lnTo>
                        <a:pt x="151" y="61"/>
                      </a:lnTo>
                      <a:lnTo>
                        <a:pt x="15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900" name="Google Shape;14900;p50"/>
                <p:cNvSpPr/>
                <p:nvPr/>
              </p:nvSpPr>
              <p:spPr>
                <a:xfrm>
                  <a:off x="4695508" y="4531001"/>
                  <a:ext cx="964" cy="597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62" extrusionOk="0">
                      <a:moveTo>
                        <a:pt x="1" y="61"/>
                      </a:moveTo>
                      <a:lnTo>
                        <a:pt x="1" y="1"/>
                      </a:lnTo>
                      <a:lnTo>
                        <a:pt x="1" y="61"/>
                      </a:lnTo>
                      <a:close/>
                    </a:path>
                  </a:pathLst>
                </a:custGeom>
                <a:solidFill>
                  <a:srgbClr val="8941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901" name="Google Shape;14901;p50"/>
                <p:cNvSpPr/>
                <p:nvPr/>
              </p:nvSpPr>
              <p:spPr>
                <a:xfrm>
                  <a:off x="3768089" y="4580168"/>
                  <a:ext cx="39526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51" extrusionOk="0">
                      <a:moveTo>
                        <a:pt x="0" y="0"/>
                      </a:moveTo>
                      <a:lnTo>
                        <a:pt x="0" y="50"/>
                      </a:lnTo>
                      <a:lnTo>
                        <a:pt x="40" y="50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902" name="Google Shape;14902;p50"/>
                <p:cNvSpPr/>
                <p:nvPr/>
              </p:nvSpPr>
              <p:spPr>
                <a:xfrm>
                  <a:off x="208807" y="4511720"/>
                  <a:ext cx="964" cy="597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62" extrusionOk="0">
                      <a:moveTo>
                        <a:pt x="1" y="61"/>
                      </a:moveTo>
                      <a:lnTo>
                        <a:pt x="1" y="1"/>
                      </a:lnTo>
                      <a:lnTo>
                        <a:pt x="1" y="61"/>
                      </a:lnTo>
                      <a:close/>
                    </a:path>
                  </a:pathLst>
                </a:custGeom>
                <a:solidFill>
                  <a:srgbClr val="E6B48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903" name="Google Shape;14903;p50"/>
                <p:cNvSpPr/>
                <p:nvPr/>
              </p:nvSpPr>
              <p:spPr>
                <a:xfrm>
                  <a:off x="5604609" y="4424954"/>
                  <a:ext cx="146536" cy="588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61" extrusionOk="0">
                      <a:moveTo>
                        <a:pt x="1" y="1"/>
                      </a:moveTo>
                      <a:lnTo>
                        <a:pt x="1" y="61"/>
                      </a:lnTo>
                      <a:lnTo>
                        <a:pt x="151" y="61"/>
                      </a:lnTo>
                      <a:lnTo>
                        <a:pt x="15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grpSp>
              <p:nvGrpSpPr>
                <p:cNvPr id="14904" name="Google Shape;14904;p50"/>
                <p:cNvGrpSpPr/>
                <p:nvPr/>
              </p:nvGrpSpPr>
              <p:grpSpPr>
                <a:xfrm>
                  <a:off x="208807" y="4251422"/>
                  <a:ext cx="4487664" cy="474320"/>
                  <a:chOff x="208807" y="4251422"/>
                  <a:chExt cx="4487664" cy="474320"/>
                </a:xfrm>
              </p:grpSpPr>
              <p:sp>
                <p:nvSpPr>
                  <p:cNvPr id="14905" name="Google Shape;14905;p50"/>
                  <p:cNvSpPr/>
                  <p:nvPr/>
                </p:nvSpPr>
                <p:spPr>
                  <a:xfrm>
                    <a:off x="4202877" y="4415313"/>
                    <a:ext cx="145572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61" extrusionOk="0">
                        <a:moveTo>
                          <a:pt x="0" y="1"/>
                        </a:moveTo>
                        <a:lnTo>
                          <a:pt x="0" y="61"/>
                        </a:lnTo>
                        <a:lnTo>
                          <a:pt x="151" y="61"/>
                        </a:lnTo>
                        <a:lnTo>
                          <a:pt x="151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06" name="Google Shape;14906;p50"/>
                  <p:cNvSpPr/>
                  <p:nvPr/>
                </p:nvSpPr>
                <p:spPr>
                  <a:xfrm>
                    <a:off x="4454495" y="4618731"/>
                    <a:ext cx="145572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61" extrusionOk="0">
                        <a:moveTo>
                          <a:pt x="0" y="0"/>
                        </a:moveTo>
                        <a:lnTo>
                          <a:pt x="0" y="60"/>
                        </a:lnTo>
                        <a:lnTo>
                          <a:pt x="151" y="50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07" name="Google Shape;14907;p50"/>
                  <p:cNvSpPr/>
                  <p:nvPr/>
                </p:nvSpPr>
                <p:spPr>
                  <a:xfrm>
                    <a:off x="4106472" y="4482798"/>
                    <a:ext cx="145572" cy="49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51" extrusionOk="0">
                        <a:moveTo>
                          <a:pt x="0" y="1"/>
                        </a:moveTo>
                        <a:lnTo>
                          <a:pt x="0" y="51"/>
                        </a:lnTo>
                        <a:lnTo>
                          <a:pt x="151" y="51"/>
                        </a:lnTo>
                        <a:lnTo>
                          <a:pt x="151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08" name="Google Shape;14908;p50"/>
                  <p:cNvSpPr/>
                  <p:nvPr/>
                </p:nvSpPr>
                <p:spPr>
                  <a:xfrm>
                    <a:off x="2703775" y="4396032"/>
                    <a:ext cx="146536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61" extrusionOk="0">
                        <a:moveTo>
                          <a:pt x="1" y="1"/>
                        </a:moveTo>
                        <a:lnTo>
                          <a:pt x="1" y="61"/>
                        </a:lnTo>
                        <a:lnTo>
                          <a:pt x="151" y="61"/>
                        </a:lnTo>
                        <a:lnTo>
                          <a:pt x="151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09" name="Google Shape;14909;p50"/>
                  <p:cNvSpPr/>
                  <p:nvPr/>
                </p:nvSpPr>
                <p:spPr>
                  <a:xfrm>
                    <a:off x="3428743" y="4251422"/>
                    <a:ext cx="146536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61" extrusionOk="0">
                        <a:moveTo>
                          <a:pt x="1" y="0"/>
                        </a:moveTo>
                        <a:lnTo>
                          <a:pt x="1" y="60"/>
                        </a:lnTo>
                        <a:lnTo>
                          <a:pt x="151" y="60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10" name="Google Shape;14910;p50"/>
                  <p:cNvSpPr/>
                  <p:nvPr/>
                </p:nvSpPr>
                <p:spPr>
                  <a:xfrm>
                    <a:off x="1688628" y="4309266"/>
                    <a:ext cx="145572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61" extrusionOk="0">
                        <a:moveTo>
                          <a:pt x="0" y="0"/>
                        </a:moveTo>
                        <a:lnTo>
                          <a:pt x="0" y="60"/>
                        </a:lnTo>
                        <a:lnTo>
                          <a:pt x="151" y="60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11" name="Google Shape;14911;p50"/>
                  <p:cNvSpPr/>
                  <p:nvPr/>
                </p:nvSpPr>
                <p:spPr>
                  <a:xfrm>
                    <a:off x="4647305" y="4531001"/>
                    <a:ext cx="49167" cy="597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" h="62" extrusionOk="0">
                        <a:moveTo>
                          <a:pt x="1" y="1"/>
                        </a:moveTo>
                        <a:lnTo>
                          <a:pt x="1" y="61"/>
                        </a:lnTo>
                        <a:lnTo>
                          <a:pt x="51" y="61"/>
                        </a:lnTo>
                        <a:lnTo>
                          <a:pt x="51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12" name="Google Shape;14912;p50"/>
                  <p:cNvSpPr/>
                  <p:nvPr/>
                </p:nvSpPr>
                <p:spPr>
                  <a:xfrm>
                    <a:off x="3951259" y="4309266"/>
                    <a:ext cx="146536" cy="49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51" extrusionOk="0">
                        <a:moveTo>
                          <a:pt x="1" y="0"/>
                        </a:moveTo>
                        <a:lnTo>
                          <a:pt x="1" y="50"/>
                        </a:lnTo>
                        <a:lnTo>
                          <a:pt x="151" y="50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13" name="Google Shape;14913;p50"/>
                  <p:cNvSpPr/>
                  <p:nvPr/>
                </p:nvSpPr>
                <p:spPr>
                  <a:xfrm>
                    <a:off x="2249707" y="4666934"/>
                    <a:ext cx="145572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61" extrusionOk="0">
                        <a:moveTo>
                          <a:pt x="0" y="0"/>
                        </a:moveTo>
                        <a:lnTo>
                          <a:pt x="0" y="61"/>
                        </a:lnTo>
                        <a:lnTo>
                          <a:pt x="151" y="61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14" name="Google Shape;14914;p50"/>
                  <p:cNvSpPr/>
                  <p:nvPr/>
                </p:nvSpPr>
                <p:spPr>
                  <a:xfrm>
                    <a:off x="1775393" y="4386391"/>
                    <a:ext cx="146536" cy="49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51" extrusionOk="0">
                        <a:moveTo>
                          <a:pt x="1" y="1"/>
                        </a:moveTo>
                        <a:lnTo>
                          <a:pt x="1" y="51"/>
                        </a:lnTo>
                        <a:lnTo>
                          <a:pt x="151" y="51"/>
                        </a:lnTo>
                        <a:lnTo>
                          <a:pt x="151" y="1"/>
                        </a:lnTo>
                        <a:close/>
                      </a:path>
                    </a:pathLst>
                  </a:custGeom>
                  <a:solidFill>
                    <a:srgbClr val="401E1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15" name="Google Shape;14915;p50"/>
                  <p:cNvSpPr/>
                  <p:nvPr/>
                </p:nvSpPr>
                <p:spPr>
                  <a:xfrm>
                    <a:off x="3670720" y="4580168"/>
                    <a:ext cx="98333" cy="49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2" h="51" extrusionOk="0">
                        <a:moveTo>
                          <a:pt x="1" y="0"/>
                        </a:moveTo>
                        <a:lnTo>
                          <a:pt x="1" y="50"/>
                        </a:lnTo>
                        <a:lnTo>
                          <a:pt x="101" y="50"/>
                        </a:lnTo>
                        <a:lnTo>
                          <a:pt x="10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16" name="Google Shape;14916;p50"/>
                  <p:cNvSpPr/>
                  <p:nvPr/>
                </p:nvSpPr>
                <p:spPr>
                  <a:xfrm>
                    <a:off x="3109641" y="4473157"/>
                    <a:ext cx="146536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61" extrusionOk="0">
                        <a:moveTo>
                          <a:pt x="1" y="1"/>
                        </a:moveTo>
                        <a:lnTo>
                          <a:pt x="1" y="61"/>
                        </a:lnTo>
                        <a:lnTo>
                          <a:pt x="151" y="61"/>
                        </a:lnTo>
                        <a:lnTo>
                          <a:pt x="151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17" name="Google Shape;14917;p50"/>
                  <p:cNvSpPr/>
                  <p:nvPr/>
                </p:nvSpPr>
                <p:spPr>
                  <a:xfrm>
                    <a:off x="856651" y="4424954"/>
                    <a:ext cx="88693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2" h="61" extrusionOk="0">
                        <a:moveTo>
                          <a:pt x="1" y="1"/>
                        </a:moveTo>
                        <a:lnTo>
                          <a:pt x="1" y="61"/>
                        </a:lnTo>
                        <a:lnTo>
                          <a:pt x="91" y="61"/>
                        </a:lnTo>
                        <a:lnTo>
                          <a:pt x="91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18" name="Google Shape;14918;p50"/>
                  <p:cNvSpPr/>
                  <p:nvPr/>
                </p:nvSpPr>
                <p:spPr>
                  <a:xfrm>
                    <a:off x="2249707" y="4328547"/>
                    <a:ext cx="87729" cy="49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" h="51" extrusionOk="0">
                        <a:moveTo>
                          <a:pt x="0" y="0"/>
                        </a:moveTo>
                        <a:lnTo>
                          <a:pt x="0" y="50"/>
                        </a:lnTo>
                        <a:lnTo>
                          <a:pt x="91" y="50"/>
                        </a:lnTo>
                        <a:lnTo>
                          <a:pt x="9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19" name="Google Shape;14919;p50"/>
                  <p:cNvSpPr/>
                  <p:nvPr/>
                </p:nvSpPr>
                <p:spPr>
                  <a:xfrm>
                    <a:off x="2384674" y="4609090"/>
                    <a:ext cx="136895" cy="49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2" h="51" extrusionOk="0">
                        <a:moveTo>
                          <a:pt x="1" y="0"/>
                        </a:moveTo>
                        <a:lnTo>
                          <a:pt x="1" y="50"/>
                        </a:lnTo>
                        <a:lnTo>
                          <a:pt x="141" y="50"/>
                        </a:lnTo>
                        <a:lnTo>
                          <a:pt x="14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20" name="Google Shape;14920;p50"/>
                  <p:cNvSpPr/>
                  <p:nvPr/>
                </p:nvSpPr>
                <p:spPr>
                  <a:xfrm>
                    <a:off x="1601863" y="4560887"/>
                    <a:ext cx="145572" cy="49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51" extrusionOk="0">
                        <a:moveTo>
                          <a:pt x="0" y="0"/>
                        </a:moveTo>
                        <a:lnTo>
                          <a:pt x="0" y="50"/>
                        </a:lnTo>
                        <a:lnTo>
                          <a:pt x="151" y="50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21" name="Google Shape;14921;p50"/>
                  <p:cNvSpPr/>
                  <p:nvPr/>
                </p:nvSpPr>
                <p:spPr>
                  <a:xfrm>
                    <a:off x="208807" y="4511720"/>
                    <a:ext cx="98333" cy="597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2" h="62" extrusionOk="0">
                        <a:moveTo>
                          <a:pt x="1" y="1"/>
                        </a:moveTo>
                        <a:lnTo>
                          <a:pt x="1" y="61"/>
                        </a:lnTo>
                        <a:lnTo>
                          <a:pt x="101" y="61"/>
                        </a:lnTo>
                        <a:lnTo>
                          <a:pt x="101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22" name="Google Shape;14922;p50"/>
                  <p:cNvSpPr/>
                  <p:nvPr/>
                </p:nvSpPr>
                <p:spPr>
                  <a:xfrm>
                    <a:off x="315817" y="4309266"/>
                    <a:ext cx="145572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61" extrusionOk="0">
                        <a:moveTo>
                          <a:pt x="0" y="0"/>
                        </a:moveTo>
                        <a:lnTo>
                          <a:pt x="0" y="60"/>
                        </a:lnTo>
                        <a:lnTo>
                          <a:pt x="151" y="60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23" name="Google Shape;14923;p50"/>
                  <p:cNvSpPr/>
                  <p:nvPr/>
                </p:nvSpPr>
                <p:spPr>
                  <a:xfrm>
                    <a:off x="663840" y="4618731"/>
                    <a:ext cx="145572" cy="49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51" extrusionOk="0">
                        <a:moveTo>
                          <a:pt x="0" y="0"/>
                        </a:moveTo>
                        <a:lnTo>
                          <a:pt x="0" y="50"/>
                        </a:lnTo>
                        <a:lnTo>
                          <a:pt x="151" y="50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24" name="Google Shape;14924;p50"/>
                  <p:cNvSpPr/>
                  <p:nvPr/>
                </p:nvSpPr>
                <p:spPr>
                  <a:xfrm>
                    <a:off x="973301" y="4338188"/>
                    <a:ext cx="145572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61" extrusionOk="0">
                        <a:moveTo>
                          <a:pt x="0" y="0"/>
                        </a:moveTo>
                        <a:lnTo>
                          <a:pt x="0" y="61"/>
                        </a:lnTo>
                        <a:lnTo>
                          <a:pt x="151" y="61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25" name="Google Shape;14925;p50"/>
                  <p:cNvSpPr/>
                  <p:nvPr/>
                </p:nvSpPr>
                <p:spPr>
                  <a:xfrm>
                    <a:off x="4550900" y="4299625"/>
                    <a:ext cx="145572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61" extrusionOk="0">
                        <a:moveTo>
                          <a:pt x="1" y="0"/>
                        </a:moveTo>
                        <a:lnTo>
                          <a:pt x="1" y="60"/>
                        </a:lnTo>
                        <a:lnTo>
                          <a:pt x="151" y="60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</p:grpSp>
            <p:sp>
              <p:nvSpPr>
                <p:cNvPr id="14926" name="Google Shape;14926;p50"/>
                <p:cNvSpPr/>
                <p:nvPr/>
              </p:nvSpPr>
              <p:spPr>
                <a:xfrm>
                  <a:off x="6262093" y="4599449"/>
                  <a:ext cx="50131" cy="588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" h="61" extrusionOk="0">
                      <a:moveTo>
                        <a:pt x="1" y="0"/>
                      </a:moveTo>
                      <a:lnTo>
                        <a:pt x="1" y="60"/>
                      </a:lnTo>
                      <a:lnTo>
                        <a:pt x="51" y="60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927" name="Google Shape;14927;p50"/>
                <p:cNvSpPr/>
                <p:nvPr/>
              </p:nvSpPr>
              <p:spPr>
                <a:xfrm>
                  <a:off x="1359886" y="770183"/>
                  <a:ext cx="3733775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3" h="41" extrusionOk="0">
                      <a:moveTo>
                        <a:pt x="3872" y="0"/>
                      </a:moveTo>
                      <a:lnTo>
                        <a:pt x="20" y="10"/>
                      </a:lnTo>
                      <a:lnTo>
                        <a:pt x="0" y="40"/>
                      </a:lnTo>
                      <a:lnTo>
                        <a:pt x="3852" y="30"/>
                      </a:lnTo>
                      <a:lnTo>
                        <a:pt x="3872" y="0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928" name="Google Shape;14928;p50"/>
                <p:cNvSpPr/>
                <p:nvPr/>
              </p:nvSpPr>
              <p:spPr>
                <a:xfrm>
                  <a:off x="1223955" y="934074"/>
                  <a:ext cx="3733775" cy="29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3" h="31" extrusionOk="0">
                      <a:moveTo>
                        <a:pt x="21" y="1"/>
                      </a:moveTo>
                      <a:lnTo>
                        <a:pt x="1" y="31"/>
                      </a:lnTo>
                      <a:lnTo>
                        <a:pt x="3863" y="21"/>
                      </a:lnTo>
                      <a:lnTo>
                        <a:pt x="3873" y="1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929" name="Google Shape;14929;p50"/>
                <p:cNvSpPr/>
                <p:nvPr/>
              </p:nvSpPr>
              <p:spPr>
                <a:xfrm>
                  <a:off x="1088987" y="1089289"/>
                  <a:ext cx="3743416" cy="29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3" h="31" extrusionOk="0">
                      <a:moveTo>
                        <a:pt x="3882" y="0"/>
                      </a:moveTo>
                      <a:lnTo>
                        <a:pt x="21" y="10"/>
                      </a:lnTo>
                      <a:lnTo>
                        <a:pt x="1" y="30"/>
                      </a:lnTo>
                      <a:lnTo>
                        <a:pt x="3862" y="20"/>
                      </a:lnTo>
                      <a:lnTo>
                        <a:pt x="3882" y="0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930" name="Google Shape;14930;p50"/>
                <p:cNvSpPr/>
                <p:nvPr/>
              </p:nvSpPr>
              <p:spPr>
                <a:xfrm>
                  <a:off x="963661" y="1243539"/>
                  <a:ext cx="3732811" cy="29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" h="31" extrusionOk="0">
                      <a:moveTo>
                        <a:pt x="3872" y="1"/>
                      </a:moveTo>
                      <a:lnTo>
                        <a:pt x="20" y="11"/>
                      </a:lnTo>
                      <a:lnTo>
                        <a:pt x="0" y="31"/>
                      </a:lnTo>
                      <a:lnTo>
                        <a:pt x="0" y="31"/>
                      </a:lnTo>
                      <a:lnTo>
                        <a:pt x="3852" y="21"/>
                      </a:lnTo>
                      <a:lnTo>
                        <a:pt x="3872" y="1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931" name="Google Shape;14931;p50"/>
                <p:cNvSpPr/>
                <p:nvPr/>
              </p:nvSpPr>
              <p:spPr>
                <a:xfrm>
                  <a:off x="827729" y="1398754"/>
                  <a:ext cx="3743416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3" h="41" extrusionOk="0">
                      <a:moveTo>
                        <a:pt x="3883" y="0"/>
                      </a:moveTo>
                      <a:lnTo>
                        <a:pt x="21" y="10"/>
                      </a:lnTo>
                      <a:lnTo>
                        <a:pt x="1" y="40"/>
                      </a:lnTo>
                      <a:lnTo>
                        <a:pt x="3863" y="30"/>
                      </a:lnTo>
                      <a:lnTo>
                        <a:pt x="3883" y="0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932" name="Google Shape;14932;p50"/>
                <p:cNvSpPr/>
                <p:nvPr/>
              </p:nvSpPr>
              <p:spPr>
                <a:xfrm>
                  <a:off x="692762" y="1562645"/>
                  <a:ext cx="3743416" cy="29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3" h="31" extrusionOk="0">
                      <a:moveTo>
                        <a:pt x="3882" y="1"/>
                      </a:moveTo>
                      <a:lnTo>
                        <a:pt x="20" y="11"/>
                      </a:lnTo>
                      <a:lnTo>
                        <a:pt x="0" y="31"/>
                      </a:lnTo>
                      <a:lnTo>
                        <a:pt x="3862" y="21"/>
                      </a:lnTo>
                      <a:lnTo>
                        <a:pt x="3882" y="1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933" name="Google Shape;14933;p50"/>
                <p:cNvSpPr/>
                <p:nvPr/>
              </p:nvSpPr>
              <p:spPr>
                <a:xfrm>
                  <a:off x="566471" y="1717859"/>
                  <a:ext cx="3733775" cy="29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3" h="31" extrusionOk="0">
                      <a:moveTo>
                        <a:pt x="3873" y="0"/>
                      </a:moveTo>
                      <a:lnTo>
                        <a:pt x="21" y="10"/>
                      </a:lnTo>
                      <a:lnTo>
                        <a:pt x="1" y="30"/>
                      </a:lnTo>
                      <a:lnTo>
                        <a:pt x="3853" y="20"/>
                      </a:lnTo>
                      <a:lnTo>
                        <a:pt x="3873" y="0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934" name="Google Shape;14934;p50"/>
                <p:cNvSpPr/>
                <p:nvPr/>
              </p:nvSpPr>
              <p:spPr>
                <a:xfrm>
                  <a:off x="431504" y="1872110"/>
                  <a:ext cx="3781978" cy="29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3" h="31" extrusionOk="0">
                      <a:moveTo>
                        <a:pt x="3912" y="1"/>
                      </a:moveTo>
                      <a:lnTo>
                        <a:pt x="3902" y="21"/>
                      </a:lnTo>
                      <a:lnTo>
                        <a:pt x="3922" y="1"/>
                      </a:lnTo>
                      <a:close/>
                      <a:moveTo>
                        <a:pt x="3882" y="1"/>
                      </a:moveTo>
                      <a:lnTo>
                        <a:pt x="21" y="11"/>
                      </a:lnTo>
                      <a:lnTo>
                        <a:pt x="0" y="31"/>
                      </a:lnTo>
                      <a:lnTo>
                        <a:pt x="3862" y="31"/>
                      </a:lnTo>
                      <a:lnTo>
                        <a:pt x="3882" y="1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935" name="Google Shape;14935;p50"/>
                <p:cNvSpPr/>
                <p:nvPr/>
              </p:nvSpPr>
              <p:spPr>
                <a:xfrm>
                  <a:off x="296536" y="2027324"/>
                  <a:ext cx="3742452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2" h="41" extrusionOk="0">
                      <a:moveTo>
                        <a:pt x="3882" y="0"/>
                      </a:moveTo>
                      <a:lnTo>
                        <a:pt x="20" y="10"/>
                      </a:lnTo>
                      <a:lnTo>
                        <a:pt x="0" y="40"/>
                      </a:lnTo>
                      <a:lnTo>
                        <a:pt x="0" y="40"/>
                      </a:lnTo>
                      <a:lnTo>
                        <a:pt x="3862" y="30"/>
                      </a:lnTo>
                      <a:lnTo>
                        <a:pt x="3882" y="0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936" name="Google Shape;14936;p50"/>
                <p:cNvSpPr/>
                <p:nvPr/>
              </p:nvSpPr>
              <p:spPr>
                <a:xfrm>
                  <a:off x="170245" y="2191215"/>
                  <a:ext cx="3733775" cy="29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3" h="31" extrusionOk="0">
                      <a:moveTo>
                        <a:pt x="3872" y="1"/>
                      </a:moveTo>
                      <a:lnTo>
                        <a:pt x="21" y="11"/>
                      </a:lnTo>
                      <a:lnTo>
                        <a:pt x="1" y="31"/>
                      </a:lnTo>
                      <a:lnTo>
                        <a:pt x="3862" y="21"/>
                      </a:lnTo>
                      <a:lnTo>
                        <a:pt x="3872" y="1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4937" name="Google Shape;14937;p50"/>
                <p:cNvSpPr/>
                <p:nvPr/>
              </p:nvSpPr>
              <p:spPr>
                <a:xfrm>
                  <a:off x="35278" y="2346430"/>
                  <a:ext cx="3743416" cy="29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3" h="31" extrusionOk="0">
                      <a:moveTo>
                        <a:pt x="3882" y="0"/>
                      </a:moveTo>
                      <a:lnTo>
                        <a:pt x="20" y="10"/>
                      </a:lnTo>
                      <a:lnTo>
                        <a:pt x="0" y="30"/>
                      </a:lnTo>
                      <a:lnTo>
                        <a:pt x="3862" y="20"/>
                      </a:lnTo>
                      <a:lnTo>
                        <a:pt x="3882" y="0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grpSp>
              <p:nvGrpSpPr>
                <p:cNvPr id="14938" name="Google Shape;14938;p50"/>
                <p:cNvGrpSpPr/>
                <p:nvPr/>
              </p:nvGrpSpPr>
              <p:grpSpPr>
                <a:xfrm>
                  <a:off x="3699642" y="770183"/>
                  <a:ext cx="1432582" cy="1663976"/>
                  <a:chOff x="3699642" y="770183"/>
                  <a:chExt cx="1432582" cy="1663976"/>
                </a:xfrm>
              </p:grpSpPr>
              <p:sp>
                <p:nvSpPr>
                  <p:cNvPr id="14939" name="Google Shape;14939;p50"/>
                  <p:cNvSpPr/>
                  <p:nvPr/>
                </p:nvSpPr>
                <p:spPr>
                  <a:xfrm>
                    <a:off x="5073416" y="770183"/>
                    <a:ext cx="58807" cy="298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" h="31" extrusionOk="0">
                        <a:moveTo>
                          <a:pt x="20" y="0"/>
                        </a:moveTo>
                        <a:lnTo>
                          <a:pt x="0" y="30"/>
                        </a:lnTo>
                        <a:lnTo>
                          <a:pt x="40" y="3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rgbClr val="401E1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grpSp>
                <p:nvGrpSpPr>
                  <p:cNvPr id="14940" name="Google Shape;14940;p50"/>
                  <p:cNvGrpSpPr/>
                  <p:nvPr/>
                </p:nvGrpSpPr>
                <p:grpSpPr>
                  <a:xfrm>
                    <a:off x="3699642" y="934074"/>
                    <a:ext cx="1296651" cy="1500085"/>
                    <a:chOff x="3699642" y="934074"/>
                    <a:chExt cx="1296651" cy="1500085"/>
                  </a:xfrm>
                </p:grpSpPr>
                <p:sp>
                  <p:nvSpPr>
                    <p:cNvPr id="14941" name="Google Shape;14941;p50"/>
                    <p:cNvSpPr/>
                    <p:nvPr/>
                  </p:nvSpPr>
                  <p:spPr>
                    <a:xfrm>
                      <a:off x="3699642" y="2404273"/>
                      <a:ext cx="58807" cy="2988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1" h="31" extrusionOk="0">
                          <a:moveTo>
                            <a:pt x="31" y="0"/>
                          </a:moveTo>
                          <a:lnTo>
                            <a:pt x="1" y="30"/>
                          </a:lnTo>
                          <a:lnTo>
                            <a:pt x="41" y="30"/>
                          </a:lnTo>
                          <a:lnTo>
                            <a:pt x="61" y="0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4942" name="Google Shape;14942;p50"/>
                    <p:cNvSpPr/>
                    <p:nvPr/>
                  </p:nvSpPr>
                  <p:spPr>
                    <a:xfrm>
                      <a:off x="4947126" y="934074"/>
                      <a:ext cx="49167" cy="2024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1" h="21" extrusionOk="0">
                          <a:moveTo>
                            <a:pt x="11" y="1"/>
                          </a:moveTo>
                          <a:lnTo>
                            <a:pt x="1" y="21"/>
                          </a:lnTo>
                          <a:lnTo>
                            <a:pt x="31" y="21"/>
                          </a:lnTo>
                          <a:lnTo>
                            <a:pt x="51" y="1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4943" name="Google Shape;14943;p50"/>
                    <p:cNvSpPr/>
                    <p:nvPr/>
                  </p:nvSpPr>
                  <p:spPr>
                    <a:xfrm>
                      <a:off x="4812158" y="1089289"/>
                      <a:ext cx="58807" cy="2024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1" h="21" extrusionOk="0">
                          <a:moveTo>
                            <a:pt x="20" y="0"/>
                          </a:moveTo>
                          <a:lnTo>
                            <a:pt x="0" y="20"/>
                          </a:lnTo>
                          <a:lnTo>
                            <a:pt x="40" y="20"/>
                          </a:lnTo>
                          <a:lnTo>
                            <a:pt x="61" y="0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4944" name="Google Shape;14944;p50"/>
                    <p:cNvSpPr/>
                    <p:nvPr/>
                  </p:nvSpPr>
                  <p:spPr>
                    <a:xfrm>
                      <a:off x="4676227" y="1243539"/>
                      <a:ext cx="59771" cy="2024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2" h="21" extrusionOk="0">
                          <a:moveTo>
                            <a:pt x="21" y="1"/>
                          </a:moveTo>
                          <a:lnTo>
                            <a:pt x="1" y="21"/>
                          </a:lnTo>
                          <a:lnTo>
                            <a:pt x="41" y="21"/>
                          </a:lnTo>
                          <a:lnTo>
                            <a:pt x="61" y="1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4945" name="Google Shape;14945;p50"/>
                    <p:cNvSpPr/>
                    <p:nvPr/>
                  </p:nvSpPr>
                  <p:spPr>
                    <a:xfrm>
                      <a:off x="4550900" y="1398754"/>
                      <a:ext cx="49167" cy="2988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1" h="31" extrusionOk="0">
                          <a:moveTo>
                            <a:pt x="21" y="0"/>
                          </a:moveTo>
                          <a:lnTo>
                            <a:pt x="1" y="30"/>
                          </a:lnTo>
                          <a:lnTo>
                            <a:pt x="31" y="30"/>
                          </a:lnTo>
                          <a:lnTo>
                            <a:pt x="51" y="0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4946" name="Google Shape;14946;p50"/>
                    <p:cNvSpPr/>
                    <p:nvPr/>
                  </p:nvSpPr>
                  <p:spPr>
                    <a:xfrm>
                      <a:off x="4415933" y="1562645"/>
                      <a:ext cx="58807" cy="2024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1" h="21" extrusionOk="0">
                          <a:moveTo>
                            <a:pt x="20" y="1"/>
                          </a:moveTo>
                          <a:lnTo>
                            <a:pt x="0" y="21"/>
                          </a:lnTo>
                          <a:lnTo>
                            <a:pt x="40" y="21"/>
                          </a:lnTo>
                          <a:lnTo>
                            <a:pt x="60" y="1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4947" name="Google Shape;14947;p50"/>
                    <p:cNvSpPr/>
                    <p:nvPr/>
                  </p:nvSpPr>
                  <p:spPr>
                    <a:xfrm>
                      <a:off x="4280001" y="1717859"/>
                      <a:ext cx="58807" cy="2024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1" h="21" extrusionOk="0">
                          <a:moveTo>
                            <a:pt x="21" y="0"/>
                          </a:moveTo>
                          <a:lnTo>
                            <a:pt x="1" y="20"/>
                          </a:lnTo>
                          <a:lnTo>
                            <a:pt x="41" y="20"/>
                          </a:lnTo>
                          <a:lnTo>
                            <a:pt x="61" y="0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4948" name="Google Shape;14948;p50"/>
                    <p:cNvSpPr/>
                    <p:nvPr/>
                  </p:nvSpPr>
                  <p:spPr>
                    <a:xfrm>
                      <a:off x="4154674" y="1872110"/>
                      <a:ext cx="49167" cy="2988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1" h="31" extrusionOk="0">
                          <a:moveTo>
                            <a:pt x="20" y="1"/>
                          </a:moveTo>
                          <a:lnTo>
                            <a:pt x="0" y="31"/>
                          </a:lnTo>
                          <a:lnTo>
                            <a:pt x="40" y="21"/>
                          </a:lnTo>
                          <a:lnTo>
                            <a:pt x="50" y="1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4949" name="Google Shape;14949;p50"/>
                    <p:cNvSpPr/>
                    <p:nvPr/>
                  </p:nvSpPr>
                  <p:spPr>
                    <a:xfrm>
                      <a:off x="4018743" y="2027324"/>
                      <a:ext cx="58807" cy="2988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1" h="31" extrusionOk="0">
                          <a:moveTo>
                            <a:pt x="21" y="0"/>
                          </a:moveTo>
                          <a:lnTo>
                            <a:pt x="1" y="30"/>
                          </a:lnTo>
                          <a:lnTo>
                            <a:pt x="41" y="30"/>
                          </a:lnTo>
                          <a:lnTo>
                            <a:pt x="61" y="0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4950" name="Google Shape;14950;p50"/>
                    <p:cNvSpPr/>
                    <p:nvPr/>
                  </p:nvSpPr>
                  <p:spPr>
                    <a:xfrm>
                      <a:off x="3893416" y="2191215"/>
                      <a:ext cx="49167" cy="2024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1" h="21" extrusionOk="0">
                          <a:moveTo>
                            <a:pt x="10" y="1"/>
                          </a:moveTo>
                          <a:lnTo>
                            <a:pt x="0" y="21"/>
                          </a:lnTo>
                          <a:lnTo>
                            <a:pt x="31" y="21"/>
                          </a:lnTo>
                          <a:lnTo>
                            <a:pt x="51" y="1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4951" name="Google Shape;14951;p50"/>
                    <p:cNvSpPr/>
                    <p:nvPr/>
                  </p:nvSpPr>
                  <p:spPr>
                    <a:xfrm>
                      <a:off x="3757485" y="2346430"/>
                      <a:ext cx="59771" cy="2024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2" h="21" extrusionOk="0">
                          <a:moveTo>
                            <a:pt x="21" y="0"/>
                          </a:moveTo>
                          <a:lnTo>
                            <a:pt x="1" y="20"/>
                          </a:lnTo>
                          <a:lnTo>
                            <a:pt x="41" y="20"/>
                          </a:lnTo>
                          <a:lnTo>
                            <a:pt x="61" y="0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</p:grpSp>
            </p:grpSp>
          </p:grpSp>
        </p:grpSp>
        <p:grpSp>
          <p:nvGrpSpPr>
            <p:cNvPr id="14952" name="Google Shape;14952;p50"/>
            <p:cNvGrpSpPr/>
            <p:nvPr/>
          </p:nvGrpSpPr>
          <p:grpSpPr>
            <a:xfrm flipH="1">
              <a:off x="1213450" y="4382791"/>
              <a:ext cx="673780" cy="423563"/>
              <a:chOff x="6233150" y="2810369"/>
              <a:chExt cx="1232224" cy="774764"/>
            </a:xfrm>
          </p:grpSpPr>
          <p:grpSp>
            <p:nvGrpSpPr>
              <p:cNvPr id="14953" name="Google Shape;14953;p50"/>
              <p:cNvGrpSpPr/>
              <p:nvPr/>
            </p:nvGrpSpPr>
            <p:grpSpPr>
              <a:xfrm>
                <a:off x="6233150" y="2810369"/>
                <a:ext cx="1232224" cy="774764"/>
                <a:chOff x="6099775" y="4015623"/>
                <a:chExt cx="934990" cy="587877"/>
              </a:xfrm>
            </p:grpSpPr>
            <p:sp>
              <p:nvSpPr>
                <p:cNvPr id="14954" name="Google Shape;14954;p50"/>
                <p:cNvSpPr/>
                <p:nvPr/>
              </p:nvSpPr>
              <p:spPr>
                <a:xfrm>
                  <a:off x="6099775" y="4472400"/>
                  <a:ext cx="924000" cy="131100"/>
                </a:xfrm>
                <a:prstGeom prst="ellipse">
                  <a:avLst/>
                </a:prstGeom>
                <a:solidFill>
                  <a:srgbClr val="401E15">
                    <a:alpha val="1069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grpSp>
              <p:nvGrpSpPr>
                <p:cNvPr id="14955" name="Google Shape;14955;p50"/>
                <p:cNvGrpSpPr/>
                <p:nvPr/>
              </p:nvGrpSpPr>
              <p:grpSpPr>
                <a:xfrm>
                  <a:off x="6153165" y="4015623"/>
                  <a:ext cx="881600" cy="521378"/>
                  <a:chOff x="4892275" y="1877000"/>
                  <a:chExt cx="237500" cy="140450"/>
                </a:xfrm>
              </p:grpSpPr>
              <p:sp>
                <p:nvSpPr>
                  <p:cNvPr id="14956" name="Google Shape;14956;p50"/>
                  <p:cNvSpPr/>
                  <p:nvPr/>
                </p:nvSpPr>
                <p:spPr>
                  <a:xfrm>
                    <a:off x="4993100" y="1933175"/>
                    <a:ext cx="131675" cy="84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67" h="3371" extrusionOk="0">
                        <a:moveTo>
                          <a:pt x="0" y="1"/>
                        </a:moveTo>
                        <a:lnTo>
                          <a:pt x="0" y="3371"/>
                        </a:lnTo>
                        <a:lnTo>
                          <a:pt x="5266" y="3110"/>
                        </a:lnTo>
                        <a:lnTo>
                          <a:pt x="5266" y="372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4"/>
                      </a:gs>
                      <a:gs pos="100000">
                        <a:schemeClr val="dk1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57" name="Google Shape;14957;p50"/>
                  <p:cNvSpPr/>
                  <p:nvPr/>
                </p:nvSpPr>
                <p:spPr>
                  <a:xfrm>
                    <a:off x="4993100" y="2004900"/>
                    <a:ext cx="131675" cy="12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67" h="502" extrusionOk="0">
                        <a:moveTo>
                          <a:pt x="5266" y="0"/>
                        </a:moveTo>
                        <a:lnTo>
                          <a:pt x="0" y="231"/>
                        </a:lnTo>
                        <a:lnTo>
                          <a:pt x="0" y="502"/>
                        </a:lnTo>
                        <a:lnTo>
                          <a:pt x="5266" y="241"/>
                        </a:lnTo>
                        <a:lnTo>
                          <a:pt x="5266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58" name="Google Shape;14958;p50"/>
                  <p:cNvSpPr/>
                  <p:nvPr/>
                </p:nvSpPr>
                <p:spPr>
                  <a:xfrm>
                    <a:off x="4993100" y="2004900"/>
                    <a:ext cx="131675" cy="5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67" h="231" extrusionOk="0">
                        <a:moveTo>
                          <a:pt x="5266" y="0"/>
                        </a:moveTo>
                        <a:lnTo>
                          <a:pt x="0" y="231"/>
                        </a:lnTo>
                        <a:lnTo>
                          <a:pt x="5266" y="10"/>
                        </a:lnTo>
                        <a:lnTo>
                          <a:pt x="5266" y="0"/>
                        </a:lnTo>
                        <a:close/>
                      </a:path>
                    </a:pathLst>
                  </a:custGeom>
                  <a:solidFill>
                    <a:srgbClr val="79624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59" name="Google Shape;14959;p50"/>
                  <p:cNvSpPr/>
                  <p:nvPr/>
                </p:nvSpPr>
                <p:spPr>
                  <a:xfrm>
                    <a:off x="4892275" y="1877000"/>
                    <a:ext cx="61975" cy="63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79" h="2529" extrusionOk="0">
                        <a:moveTo>
                          <a:pt x="1997" y="1"/>
                        </a:moveTo>
                        <a:lnTo>
                          <a:pt x="934" y="713"/>
                        </a:lnTo>
                        <a:lnTo>
                          <a:pt x="1" y="2528"/>
                        </a:lnTo>
                        <a:lnTo>
                          <a:pt x="412" y="2528"/>
                        </a:lnTo>
                        <a:lnTo>
                          <a:pt x="1204" y="964"/>
                        </a:lnTo>
                        <a:lnTo>
                          <a:pt x="2478" y="201"/>
                        </a:lnTo>
                        <a:lnTo>
                          <a:pt x="1997" y="1"/>
                        </a:lnTo>
                        <a:close/>
                      </a:path>
                    </a:pathLst>
                  </a:custGeom>
                  <a:solidFill>
                    <a:srgbClr val="1A0B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60" name="Google Shape;14960;p50"/>
                  <p:cNvSpPr/>
                  <p:nvPr/>
                </p:nvSpPr>
                <p:spPr>
                  <a:xfrm>
                    <a:off x="4892275" y="1877000"/>
                    <a:ext cx="61975" cy="63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79" h="2529" extrusionOk="0">
                        <a:moveTo>
                          <a:pt x="2057" y="21"/>
                        </a:moveTo>
                        <a:lnTo>
                          <a:pt x="2052" y="24"/>
                        </a:lnTo>
                        <a:lnTo>
                          <a:pt x="2052" y="24"/>
                        </a:lnTo>
                        <a:lnTo>
                          <a:pt x="2109" y="48"/>
                        </a:lnTo>
                        <a:lnTo>
                          <a:pt x="2109" y="48"/>
                        </a:lnTo>
                        <a:lnTo>
                          <a:pt x="2057" y="21"/>
                        </a:lnTo>
                        <a:close/>
                        <a:moveTo>
                          <a:pt x="2109" y="48"/>
                        </a:moveTo>
                        <a:lnTo>
                          <a:pt x="2448" y="221"/>
                        </a:lnTo>
                        <a:lnTo>
                          <a:pt x="2478" y="201"/>
                        </a:lnTo>
                        <a:lnTo>
                          <a:pt x="2109" y="48"/>
                        </a:lnTo>
                        <a:close/>
                        <a:moveTo>
                          <a:pt x="1997" y="1"/>
                        </a:moveTo>
                        <a:lnTo>
                          <a:pt x="934" y="713"/>
                        </a:lnTo>
                        <a:lnTo>
                          <a:pt x="1" y="2528"/>
                        </a:lnTo>
                        <a:lnTo>
                          <a:pt x="61" y="2528"/>
                        </a:lnTo>
                        <a:lnTo>
                          <a:pt x="974" y="753"/>
                        </a:lnTo>
                        <a:lnTo>
                          <a:pt x="2052" y="24"/>
                        </a:lnTo>
                        <a:lnTo>
                          <a:pt x="2052" y="24"/>
                        </a:lnTo>
                        <a:lnTo>
                          <a:pt x="1997" y="1"/>
                        </a:lnTo>
                        <a:close/>
                      </a:path>
                    </a:pathLst>
                  </a:custGeom>
                  <a:solidFill>
                    <a:srgbClr val="401E1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61" name="Google Shape;14961;p50"/>
                  <p:cNvSpPr/>
                  <p:nvPr/>
                </p:nvSpPr>
                <p:spPr>
                  <a:xfrm>
                    <a:off x="4896550" y="1878750"/>
                    <a:ext cx="96575" cy="138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863" h="5548" extrusionOk="0">
                        <a:moveTo>
                          <a:pt x="1926" y="1"/>
                        </a:moveTo>
                        <a:lnTo>
                          <a:pt x="863" y="713"/>
                        </a:lnTo>
                        <a:lnTo>
                          <a:pt x="0" y="2408"/>
                        </a:lnTo>
                        <a:lnTo>
                          <a:pt x="0" y="5347"/>
                        </a:lnTo>
                        <a:lnTo>
                          <a:pt x="3862" y="5548"/>
                        </a:lnTo>
                        <a:lnTo>
                          <a:pt x="3862" y="2478"/>
                        </a:lnTo>
                        <a:lnTo>
                          <a:pt x="3240" y="553"/>
                        </a:lnTo>
                        <a:lnTo>
                          <a:pt x="1926" y="1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4"/>
                      </a:gs>
                      <a:gs pos="100000">
                        <a:schemeClr val="dk1"/>
                      </a:gs>
                    </a:gsLst>
                    <a:lin ang="5400700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62" name="Google Shape;14962;p50"/>
                  <p:cNvSpPr/>
                  <p:nvPr/>
                </p:nvSpPr>
                <p:spPr>
                  <a:xfrm>
                    <a:off x="4896550" y="2005900"/>
                    <a:ext cx="96575" cy="11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863" h="462" extrusionOk="0">
                        <a:moveTo>
                          <a:pt x="0" y="0"/>
                        </a:moveTo>
                        <a:lnTo>
                          <a:pt x="0" y="261"/>
                        </a:lnTo>
                        <a:lnTo>
                          <a:pt x="3862" y="462"/>
                        </a:lnTo>
                        <a:lnTo>
                          <a:pt x="3862" y="19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63" name="Google Shape;14963;p50"/>
                  <p:cNvSpPr/>
                  <p:nvPr/>
                </p:nvSpPr>
                <p:spPr>
                  <a:xfrm>
                    <a:off x="4942175" y="1877000"/>
                    <a:ext cx="187600" cy="680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04" h="2720" extrusionOk="0">
                        <a:moveTo>
                          <a:pt x="1" y="1"/>
                        </a:moveTo>
                        <a:lnTo>
                          <a:pt x="1415" y="964"/>
                        </a:lnTo>
                        <a:lnTo>
                          <a:pt x="2097" y="2719"/>
                        </a:lnTo>
                        <a:lnTo>
                          <a:pt x="7504" y="2699"/>
                        </a:lnTo>
                        <a:lnTo>
                          <a:pt x="6691" y="1084"/>
                        </a:lnTo>
                        <a:lnTo>
                          <a:pt x="5367" y="18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chemeClr val="dk1"/>
                      </a:gs>
                      <a:gs pos="100000">
                        <a:schemeClr val="accent5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64" name="Google Shape;14964;p50"/>
                  <p:cNvSpPr/>
                  <p:nvPr/>
                </p:nvSpPr>
                <p:spPr>
                  <a:xfrm>
                    <a:off x="4993600" y="1942450"/>
                    <a:ext cx="136175" cy="2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47" h="102" extrusionOk="0">
                        <a:moveTo>
                          <a:pt x="5407" y="1"/>
                        </a:moveTo>
                        <a:lnTo>
                          <a:pt x="0" y="21"/>
                        </a:lnTo>
                        <a:lnTo>
                          <a:pt x="40" y="101"/>
                        </a:lnTo>
                        <a:lnTo>
                          <a:pt x="5447" y="81"/>
                        </a:lnTo>
                        <a:lnTo>
                          <a:pt x="5407" y="1"/>
                        </a:lnTo>
                        <a:close/>
                      </a:path>
                    </a:pathLst>
                  </a:custGeom>
                  <a:solidFill>
                    <a:srgbClr val="401E1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65" name="Google Shape;14965;p50"/>
                  <p:cNvSpPr/>
                  <p:nvPr/>
                </p:nvSpPr>
                <p:spPr>
                  <a:xfrm>
                    <a:off x="4942175" y="1877000"/>
                    <a:ext cx="54450" cy="680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8" h="2720" extrusionOk="0">
                        <a:moveTo>
                          <a:pt x="1" y="1"/>
                        </a:moveTo>
                        <a:lnTo>
                          <a:pt x="1415" y="964"/>
                        </a:lnTo>
                        <a:lnTo>
                          <a:pt x="2097" y="2719"/>
                        </a:lnTo>
                        <a:lnTo>
                          <a:pt x="2178" y="2719"/>
                        </a:lnTo>
                        <a:lnTo>
                          <a:pt x="1495" y="974"/>
                        </a:lnTo>
                        <a:lnTo>
                          <a:pt x="111" y="1"/>
                        </a:lnTo>
                        <a:close/>
                      </a:path>
                    </a:pathLst>
                  </a:custGeom>
                  <a:solidFill>
                    <a:srgbClr val="401E1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66" name="Google Shape;14966;p50"/>
                  <p:cNvSpPr/>
                  <p:nvPr/>
                </p:nvSpPr>
                <p:spPr>
                  <a:xfrm>
                    <a:off x="4913850" y="1941450"/>
                    <a:ext cx="57700" cy="74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08" h="2990" extrusionOk="0">
                        <a:moveTo>
                          <a:pt x="0" y="1"/>
                        </a:moveTo>
                        <a:lnTo>
                          <a:pt x="51" y="2879"/>
                        </a:lnTo>
                        <a:lnTo>
                          <a:pt x="2307" y="2990"/>
                        </a:lnTo>
                        <a:lnTo>
                          <a:pt x="2307" y="1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chemeClr val="dk1"/>
                      </a:gs>
                      <a:gs pos="100000">
                        <a:schemeClr val="accent5"/>
                      </a:gs>
                    </a:gsLst>
                    <a:lin ang="5400700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67" name="Google Shape;14967;p50"/>
                  <p:cNvSpPr/>
                  <p:nvPr/>
                </p:nvSpPr>
                <p:spPr>
                  <a:xfrm>
                    <a:off x="4913850" y="1941450"/>
                    <a:ext cx="57700" cy="74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08" h="2990" extrusionOk="0">
                        <a:moveTo>
                          <a:pt x="893" y="101"/>
                        </a:moveTo>
                        <a:lnTo>
                          <a:pt x="522" y="1295"/>
                        </a:lnTo>
                        <a:lnTo>
                          <a:pt x="181" y="101"/>
                        </a:lnTo>
                        <a:close/>
                        <a:moveTo>
                          <a:pt x="2147" y="101"/>
                        </a:moveTo>
                        <a:lnTo>
                          <a:pt x="1756" y="1365"/>
                        </a:lnTo>
                        <a:lnTo>
                          <a:pt x="1375" y="101"/>
                        </a:lnTo>
                        <a:close/>
                        <a:moveTo>
                          <a:pt x="101" y="131"/>
                        </a:moveTo>
                        <a:lnTo>
                          <a:pt x="472" y="1465"/>
                        </a:lnTo>
                        <a:lnTo>
                          <a:pt x="101" y="2719"/>
                        </a:lnTo>
                        <a:lnTo>
                          <a:pt x="101" y="131"/>
                        </a:lnTo>
                        <a:close/>
                        <a:moveTo>
                          <a:pt x="522" y="1626"/>
                        </a:moveTo>
                        <a:lnTo>
                          <a:pt x="863" y="2829"/>
                        </a:lnTo>
                        <a:lnTo>
                          <a:pt x="171" y="2789"/>
                        </a:lnTo>
                        <a:lnTo>
                          <a:pt x="522" y="1626"/>
                        </a:lnTo>
                        <a:close/>
                        <a:moveTo>
                          <a:pt x="963" y="171"/>
                        </a:moveTo>
                        <a:lnTo>
                          <a:pt x="963" y="2829"/>
                        </a:lnTo>
                        <a:lnTo>
                          <a:pt x="572" y="1465"/>
                        </a:lnTo>
                        <a:lnTo>
                          <a:pt x="963" y="171"/>
                        </a:lnTo>
                        <a:close/>
                        <a:moveTo>
                          <a:pt x="1194" y="101"/>
                        </a:moveTo>
                        <a:lnTo>
                          <a:pt x="1194" y="2839"/>
                        </a:lnTo>
                        <a:lnTo>
                          <a:pt x="1054" y="2839"/>
                        </a:lnTo>
                        <a:lnTo>
                          <a:pt x="1054" y="101"/>
                        </a:lnTo>
                        <a:close/>
                        <a:moveTo>
                          <a:pt x="1284" y="111"/>
                        </a:moveTo>
                        <a:lnTo>
                          <a:pt x="1706" y="1525"/>
                        </a:lnTo>
                        <a:lnTo>
                          <a:pt x="1284" y="2839"/>
                        </a:lnTo>
                        <a:lnTo>
                          <a:pt x="1284" y="111"/>
                        </a:lnTo>
                        <a:close/>
                        <a:moveTo>
                          <a:pt x="1746" y="1686"/>
                        </a:moveTo>
                        <a:lnTo>
                          <a:pt x="2107" y="2889"/>
                        </a:lnTo>
                        <a:lnTo>
                          <a:pt x="2107" y="2889"/>
                        </a:lnTo>
                        <a:lnTo>
                          <a:pt x="1375" y="2849"/>
                        </a:lnTo>
                        <a:lnTo>
                          <a:pt x="1746" y="1686"/>
                        </a:lnTo>
                        <a:close/>
                        <a:moveTo>
                          <a:pt x="2217" y="191"/>
                        </a:moveTo>
                        <a:lnTo>
                          <a:pt x="2217" y="2899"/>
                        </a:lnTo>
                        <a:lnTo>
                          <a:pt x="2207" y="2899"/>
                        </a:lnTo>
                        <a:lnTo>
                          <a:pt x="1796" y="1525"/>
                        </a:lnTo>
                        <a:lnTo>
                          <a:pt x="2217" y="191"/>
                        </a:lnTo>
                        <a:close/>
                        <a:moveTo>
                          <a:pt x="0" y="1"/>
                        </a:moveTo>
                        <a:lnTo>
                          <a:pt x="0" y="2869"/>
                        </a:lnTo>
                        <a:lnTo>
                          <a:pt x="51" y="2879"/>
                        </a:lnTo>
                        <a:lnTo>
                          <a:pt x="191" y="2879"/>
                        </a:lnTo>
                        <a:lnTo>
                          <a:pt x="2307" y="2990"/>
                        </a:lnTo>
                        <a:lnTo>
                          <a:pt x="2307" y="1"/>
                        </a:ln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68" name="Google Shape;14968;p50"/>
                  <p:cNvSpPr/>
                  <p:nvPr/>
                </p:nvSpPr>
                <p:spPr>
                  <a:xfrm>
                    <a:off x="4916850" y="1978075"/>
                    <a:ext cx="8800" cy="29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" h="1174" extrusionOk="0">
                        <a:moveTo>
                          <a:pt x="1" y="1174"/>
                        </a:moveTo>
                        <a:lnTo>
                          <a:pt x="1" y="1174"/>
                        </a:lnTo>
                        <a:lnTo>
                          <a:pt x="352" y="0"/>
                        </a:lnTo>
                        <a:lnTo>
                          <a:pt x="1" y="1174"/>
                        </a:lnTo>
                        <a:close/>
                      </a:path>
                    </a:pathLst>
                  </a:custGeom>
                  <a:solidFill>
                    <a:srgbClr val="BD554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69" name="Google Shape;14969;p50"/>
                  <p:cNvSpPr/>
                  <p:nvPr/>
                </p:nvSpPr>
                <p:spPr>
                  <a:xfrm>
                    <a:off x="4918875" y="2011175"/>
                    <a:ext cx="16575" cy="1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63" h="41" extrusionOk="0">
                        <a:moveTo>
                          <a:pt x="662" y="4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662" y="40"/>
                        </a:lnTo>
                        <a:close/>
                      </a:path>
                    </a:pathLst>
                  </a:custGeom>
                  <a:solidFill>
                    <a:srgbClr val="BD554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70" name="Google Shape;14970;p50"/>
                  <p:cNvSpPr/>
                  <p:nvPr/>
                </p:nvSpPr>
                <p:spPr>
                  <a:xfrm>
                    <a:off x="4946700" y="1979575"/>
                    <a:ext cx="9800" cy="30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2" h="1234" extrusionOk="0">
                        <a:moveTo>
                          <a:pt x="0" y="1234"/>
                        </a:moveTo>
                        <a:lnTo>
                          <a:pt x="0" y="1234"/>
                        </a:lnTo>
                        <a:lnTo>
                          <a:pt x="392" y="0"/>
                        </a:lnTo>
                        <a:lnTo>
                          <a:pt x="0" y="1234"/>
                        </a:lnTo>
                        <a:close/>
                      </a:path>
                    </a:pathLst>
                  </a:custGeom>
                  <a:solidFill>
                    <a:srgbClr val="BD554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71" name="Google Shape;14971;p50"/>
                  <p:cNvSpPr/>
                  <p:nvPr/>
                </p:nvSpPr>
                <p:spPr>
                  <a:xfrm>
                    <a:off x="4957725" y="1952725"/>
                    <a:ext cx="7050" cy="22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" h="884" extrusionOk="0">
                        <a:moveTo>
                          <a:pt x="1" y="884"/>
                        </a:moveTo>
                        <a:lnTo>
                          <a:pt x="1" y="884"/>
                        </a:lnTo>
                        <a:lnTo>
                          <a:pt x="282" y="1"/>
                        </a:lnTo>
                        <a:lnTo>
                          <a:pt x="1" y="884"/>
                        </a:lnTo>
                        <a:close/>
                      </a:path>
                    </a:pathLst>
                  </a:custGeom>
                  <a:solidFill>
                    <a:srgbClr val="BD554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72" name="Google Shape;14972;p50"/>
                  <p:cNvSpPr/>
                  <p:nvPr/>
                </p:nvSpPr>
                <p:spPr>
                  <a:xfrm>
                    <a:off x="4940925" y="2012425"/>
                    <a:ext cx="2800" cy="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" h="1" extrusionOk="0">
                        <a:moveTo>
                          <a:pt x="11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11" y="0"/>
                        </a:lnTo>
                        <a:close/>
                      </a:path>
                    </a:pathLst>
                  </a:custGeom>
                  <a:solidFill>
                    <a:srgbClr val="BD554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73" name="Google Shape;14973;p50"/>
                  <p:cNvSpPr/>
                  <p:nvPr/>
                </p:nvSpPr>
                <p:spPr>
                  <a:xfrm>
                    <a:off x="4957975" y="1984825"/>
                    <a:ext cx="8550" cy="28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2" h="1155" extrusionOk="0">
                        <a:moveTo>
                          <a:pt x="342" y="1154"/>
                        </a:moveTo>
                        <a:lnTo>
                          <a:pt x="342" y="1154"/>
                        </a:ln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342" y="1154"/>
                        </a:lnTo>
                        <a:close/>
                      </a:path>
                    </a:pathLst>
                  </a:custGeom>
                  <a:solidFill>
                    <a:srgbClr val="BD554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74" name="Google Shape;14974;p50"/>
                  <p:cNvSpPr/>
                  <p:nvPr/>
                </p:nvSpPr>
                <p:spPr>
                  <a:xfrm>
                    <a:off x="5022425" y="1959750"/>
                    <a:ext cx="27625" cy="24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05" h="994" extrusionOk="0">
                        <a:moveTo>
                          <a:pt x="1" y="1"/>
                        </a:moveTo>
                        <a:lnTo>
                          <a:pt x="1" y="994"/>
                        </a:lnTo>
                        <a:lnTo>
                          <a:pt x="1104" y="994"/>
                        </a:lnTo>
                        <a:lnTo>
                          <a:pt x="1104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75" name="Google Shape;14975;p50"/>
                  <p:cNvSpPr/>
                  <p:nvPr/>
                </p:nvSpPr>
                <p:spPr>
                  <a:xfrm>
                    <a:off x="5074325" y="1959250"/>
                    <a:ext cx="25625" cy="24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25" h="984" extrusionOk="0">
                        <a:moveTo>
                          <a:pt x="1" y="1"/>
                        </a:moveTo>
                        <a:lnTo>
                          <a:pt x="1" y="984"/>
                        </a:lnTo>
                        <a:lnTo>
                          <a:pt x="1024" y="984"/>
                        </a:lnTo>
                        <a:lnTo>
                          <a:pt x="1024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76" name="Google Shape;14976;p50"/>
                  <p:cNvSpPr/>
                  <p:nvPr/>
                </p:nvSpPr>
                <p:spPr>
                  <a:xfrm>
                    <a:off x="5021425" y="1958250"/>
                    <a:ext cx="29375" cy="28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75" h="1145" extrusionOk="0">
                        <a:moveTo>
                          <a:pt x="542" y="101"/>
                        </a:moveTo>
                        <a:lnTo>
                          <a:pt x="542" y="452"/>
                        </a:lnTo>
                        <a:lnTo>
                          <a:pt x="171" y="101"/>
                        </a:lnTo>
                        <a:close/>
                        <a:moveTo>
                          <a:pt x="1014" y="101"/>
                        </a:moveTo>
                        <a:lnTo>
                          <a:pt x="642" y="462"/>
                        </a:lnTo>
                        <a:lnTo>
                          <a:pt x="642" y="101"/>
                        </a:lnTo>
                        <a:close/>
                        <a:moveTo>
                          <a:pt x="1084" y="161"/>
                        </a:moveTo>
                        <a:lnTo>
                          <a:pt x="1084" y="954"/>
                        </a:lnTo>
                        <a:lnTo>
                          <a:pt x="663" y="562"/>
                        </a:lnTo>
                        <a:lnTo>
                          <a:pt x="1084" y="161"/>
                        </a:lnTo>
                        <a:close/>
                        <a:moveTo>
                          <a:pt x="101" y="161"/>
                        </a:moveTo>
                        <a:lnTo>
                          <a:pt x="532" y="562"/>
                        </a:lnTo>
                        <a:lnTo>
                          <a:pt x="101" y="984"/>
                        </a:lnTo>
                        <a:lnTo>
                          <a:pt x="101" y="161"/>
                        </a:lnTo>
                        <a:close/>
                        <a:moveTo>
                          <a:pt x="642" y="663"/>
                        </a:moveTo>
                        <a:lnTo>
                          <a:pt x="1014" y="1014"/>
                        </a:lnTo>
                        <a:lnTo>
                          <a:pt x="642" y="1024"/>
                        </a:lnTo>
                        <a:lnTo>
                          <a:pt x="642" y="663"/>
                        </a:lnTo>
                        <a:close/>
                        <a:moveTo>
                          <a:pt x="542" y="683"/>
                        </a:moveTo>
                        <a:lnTo>
                          <a:pt x="542" y="1034"/>
                        </a:lnTo>
                        <a:lnTo>
                          <a:pt x="171" y="1044"/>
                        </a:lnTo>
                        <a:lnTo>
                          <a:pt x="542" y="683"/>
                        </a:lnTo>
                        <a:close/>
                        <a:moveTo>
                          <a:pt x="1174" y="1"/>
                        </a:moveTo>
                        <a:lnTo>
                          <a:pt x="1" y="11"/>
                        </a:lnTo>
                        <a:lnTo>
                          <a:pt x="1" y="1144"/>
                        </a:lnTo>
                        <a:lnTo>
                          <a:pt x="1174" y="1104"/>
                        </a:lnTo>
                        <a:lnTo>
                          <a:pt x="1174" y="1"/>
                        </a:ln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77" name="Google Shape;14977;p50"/>
                  <p:cNvSpPr/>
                  <p:nvPr/>
                </p:nvSpPr>
                <p:spPr>
                  <a:xfrm>
                    <a:off x="5024425" y="1972300"/>
                    <a:ext cx="10325" cy="10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3" h="402" extrusionOk="0">
                        <a:moveTo>
                          <a:pt x="1" y="402"/>
                        </a:moveTo>
                        <a:lnTo>
                          <a:pt x="1" y="402"/>
                        </a:lnTo>
                        <a:lnTo>
                          <a:pt x="412" y="0"/>
                        </a:lnTo>
                        <a:lnTo>
                          <a:pt x="1" y="402"/>
                        </a:lnTo>
                        <a:close/>
                      </a:path>
                    </a:pathLst>
                  </a:custGeom>
                  <a:solidFill>
                    <a:srgbClr val="883E3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78" name="Google Shape;14978;p50"/>
                  <p:cNvSpPr/>
                  <p:nvPr/>
                </p:nvSpPr>
                <p:spPr>
                  <a:xfrm>
                    <a:off x="5037975" y="1975300"/>
                    <a:ext cx="8800" cy="8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" h="342" extrusionOk="0">
                        <a:moveTo>
                          <a:pt x="1" y="342"/>
                        </a:moveTo>
                        <a:lnTo>
                          <a:pt x="1" y="342"/>
                        </a:lnTo>
                        <a:lnTo>
                          <a:pt x="352" y="332"/>
                        </a:lnTo>
                        <a:lnTo>
                          <a:pt x="1" y="342"/>
                        </a:lnTo>
                        <a:close/>
                        <a:moveTo>
                          <a:pt x="352" y="332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352" y="332"/>
                        </a:lnTo>
                        <a:close/>
                      </a:path>
                    </a:pathLst>
                  </a:custGeom>
                  <a:solidFill>
                    <a:srgbClr val="883E3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79" name="Google Shape;14979;p50"/>
                  <p:cNvSpPr/>
                  <p:nvPr/>
                </p:nvSpPr>
                <p:spPr>
                  <a:xfrm>
                    <a:off x="5037975" y="1964775"/>
                    <a:ext cx="4550" cy="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2" h="181" extrusionOk="0">
                        <a:moveTo>
                          <a:pt x="1" y="181"/>
                        </a:moveTo>
                        <a:lnTo>
                          <a:pt x="1" y="181"/>
                        </a:lnTo>
                        <a:lnTo>
                          <a:pt x="181" y="0"/>
                        </a:lnTo>
                        <a:lnTo>
                          <a:pt x="1" y="181"/>
                        </a:lnTo>
                        <a:close/>
                      </a:path>
                    </a:pathLst>
                  </a:custGeom>
                  <a:solidFill>
                    <a:srgbClr val="883E3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80" name="Google Shape;14980;p50"/>
                  <p:cNvSpPr/>
                  <p:nvPr/>
                </p:nvSpPr>
                <p:spPr>
                  <a:xfrm>
                    <a:off x="5072825" y="1957500"/>
                    <a:ext cx="28375" cy="27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35" h="1114" extrusionOk="0">
                        <a:moveTo>
                          <a:pt x="512" y="101"/>
                        </a:moveTo>
                        <a:lnTo>
                          <a:pt x="512" y="442"/>
                        </a:lnTo>
                        <a:lnTo>
                          <a:pt x="161" y="111"/>
                        </a:lnTo>
                        <a:lnTo>
                          <a:pt x="512" y="101"/>
                        </a:lnTo>
                        <a:close/>
                        <a:moveTo>
                          <a:pt x="964" y="91"/>
                        </a:moveTo>
                        <a:lnTo>
                          <a:pt x="613" y="442"/>
                        </a:lnTo>
                        <a:lnTo>
                          <a:pt x="613" y="101"/>
                        </a:lnTo>
                        <a:lnTo>
                          <a:pt x="964" y="91"/>
                        </a:lnTo>
                        <a:close/>
                        <a:moveTo>
                          <a:pt x="1034" y="161"/>
                        </a:moveTo>
                        <a:lnTo>
                          <a:pt x="1034" y="923"/>
                        </a:lnTo>
                        <a:lnTo>
                          <a:pt x="633" y="552"/>
                        </a:lnTo>
                        <a:lnTo>
                          <a:pt x="1034" y="161"/>
                        </a:lnTo>
                        <a:close/>
                        <a:moveTo>
                          <a:pt x="91" y="171"/>
                        </a:moveTo>
                        <a:lnTo>
                          <a:pt x="502" y="552"/>
                        </a:lnTo>
                        <a:lnTo>
                          <a:pt x="91" y="953"/>
                        </a:lnTo>
                        <a:lnTo>
                          <a:pt x="91" y="171"/>
                        </a:lnTo>
                        <a:close/>
                        <a:moveTo>
                          <a:pt x="613" y="653"/>
                        </a:moveTo>
                        <a:lnTo>
                          <a:pt x="964" y="984"/>
                        </a:lnTo>
                        <a:lnTo>
                          <a:pt x="613" y="994"/>
                        </a:lnTo>
                        <a:lnTo>
                          <a:pt x="613" y="653"/>
                        </a:lnTo>
                        <a:close/>
                        <a:moveTo>
                          <a:pt x="512" y="663"/>
                        </a:moveTo>
                        <a:lnTo>
                          <a:pt x="512" y="1004"/>
                        </a:lnTo>
                        <a:lnTo>
                          <a:pt x="161" y="1014"/>
                        </a:lnTo>
                        <a:lnTo>
                          <a:pt x="512" y="663"/>
                        </a:lnTo>
                        <a:close/>
                        <a:moveTo>
                          <a:pt x="1134" y="1"/>
                        </a:moveTo>
                        <a:lnTo>
                          <a:pt x="1" y="21"/>
                        </a:lnTo>
                        <a:lnTo>
                          <a:pt x="1" y="1114"/>
                        </a:lnTo>
                        <a:lnTo>
                          <a:pt x="1134" y="1074"/>
                        </a:lnTo>
                        <a:lnTo>
                          <a:pt x="1134" y="1"/>
                        </a:ln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81" name="Google Shape;14981;p50"/>
                  <p:cNvSpPr/>
                  <p:nvPr/>
                </p:nvSpPr>
                <p:spPr>
                  <a:xfrm>
                    <a:off x="5078350" y="1982575"/>
                    <a:ext cx="7300" cy="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2" h="1" extrusionOk="0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91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883E3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82" name="Google Shape;14982;p50"/>
                  <p:cNvSpPr/>
                  <p:nvPr/>
                </p:nvSpPr>
                <p:spPr>
                  <a:xfrm>
                    <a:off x="5089375" y="1971800"/>
                    <a:ext cx="9300" cy="8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2" h="352" extrusionOk="0">
                        <a:moveTo>
                          <a:pt x="1" y="0"/>
                        </a:moveTo>
                        <a:lnTo>
                          <a:pt x="372" y="351"/>
                        </a:lnTo>
                        <a:lnTo>
                          <a:pt x="101" y="9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883E3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83" name="Google Shape;14983;p50"/>
                  <p:cNvSpPr/>
                  <p:nvPr/>
                </p:nvSpPr>
                <p:spPr>
                  <a:xfrm>
                    <a:off x="5088875" y="1982075"/>
                    <a:ext cx="8050" cy="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2" h="11" extrusionOk="0">
                        <a:moveTo>
                          <a:pt x="1" y="11"/>
                        </a:moveTo>
                        <a:lnTo>
                          <a:pt x="1" y="11"/>
                        </a:lnTo>
                        <a:lnTo>
                          <a:pt x="322" y="1"/>
                        </a:lnTo>
                        <a:lnTo>
                          <a:pt x="1" y="11"/>
                        </a:lnTo>
                        <a:close/>
                      </a:path>
                    </a:pathLst>
                  </a:custGeom>
                  <a:solidFill>
                    <a:srgbClr val="883E3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84" name="Google Shape;14984;p50"/>
                  <p:cNvSpPr/>
                  <p:nvPr/>
                </p:nvSpPr>
                <p:spPr>
                  <a:xfrm>
                    <a:off x="4944950" y="1877000"/>
                    <a:ext cx="164525" cy="27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81" h="1085" extrusionOk="0">
                        <a:moveTo>
                          <a:pt x="1374" y="231"/>
                        </a:moveTo>
                        <a:cubicBezTo>
                          <a:pt x="1655" y="231"/>
                          <a:pt x="1926" y="241"/>
                          <a:pt x="2197" y="252"/>
                        </a:cubicBezTo>
                        <a:cubicBezTo>
                          <a:pt x="2578" y="272"/>
                          <a:pt x="2949" y="282"/>
                          <a:pt x="3330" y="322"/>
                        </a:cubicBezTo>
                        <a:cubicBezTo>
                          <a:pt x="3230" y="332"/>
                          <a:pt x="3120" y="332"/>
                          <a:pt x="3019" y="332"/>
                        </a:cubicBezTo>
                        <a:cubicBezTo>
                          <a:pt x="2739" y="332"/>
                          <a:pt x="2468" y="322"/>
                          <a:pt x="2197" y="312"/>
                        </a:cubicBezTo>
                        <a:cubicBezTo>
                          <a:pt x="1816" y="292"/>
                          <a:pt x="1445" y="282"/>
                          <a:pt x="1063" y="241"/>
                        </a:cubicBezTo>
                        <a:cubicBezTo>
                          <a:pt x="1174" y="231"/>
                          <a:pt x="1274" y="231"/>
                          <a:pt x="1374" y="231"/>
                        </a:cubicBezTo>
                        <a:close/>
                        <a:moveTo>
                          <a:pt x="2989" y="492"/>
                        </a:moveTo>
                        <a:cubicBezTo>
                          <a:pt x="3210" y="492"/>
                          <a:pt x="3421" y="512"/>
                          <a:pt x="3641" y="542"/>
                        </a:cubicBezTo>
                        <a:cubicBezTo>
                          <a:pt x="3501" y="552"/>
                          <a:pt x="3350" y="552"/>
                          <a:pt x="3210" y="552"/>
                        </a:cubicBezTo>
                        <a:lnTo>
                          <a:pt x="2989" y="552"/>
                        </a:lnTo>
                        <a:cubicBezTo>
                          <a:pt x="2769" y="542"/>
                          <a:pt x="2558" y="532"/>
                          <a:pt x="2337" y="502"/>
                        </a:cubicBezTo>
                        <a:cubicBezTo>
                          <a:pt x="2478" y="492"/>
                          <a:pt x="2628" y="492"/>
                          <a:pt x="2769" y="492"/>
                        </a:cubicBezTo>
                        <a:close/>
                        <a:moveTo>
                          <a:pt x="3882" y="733"/>
                        </a:moveTo>
                        <a:cubicBezTo>
                          <a:pt x="4153" y="733"/>
                          <a:pt x="4424" y="743"/>
                          <a:pt x="4705" y="753"/>
                        </a:cubicBezTo>
                        <a:cubicBezTo>
                          <a:pt x="5076" y="773"/>
                          <a:pt x="5457" y="783"/>
                          <a:pt x="5828" y="823"/>
                        </a:cubicBezTo>
                        <a:cubicBezTo>
                          <a:pt x="5728" y="833"/>
                          <a:pt x="5617" y="833"/>
                          <a:pt x="5517" y="833"/>
                        </a:cubicBezTo>
                        <a:cubicBezTo>
                          <a:pt x="5246" y="833"/>
                          <a:pt x="4975" y="823"/>
                          <a:pt x="4695" y="813"/>
                        </a:cubicBezTo>
                        <a:cubicBezTo>
                          <a:pt x="4323" y="793"/>
                          <a:pt x="3942" y="783"/>
                          <a:pt x="3571" y="743"/>
                        </a:cubicBezTo>
                        <a:cubicBezTo>
                          <a:pt x="3671" y="733"/>
                          <a:pt x="3772" y="733"/>
                          <a:pt x="3882" y="733"/>
                        </a:cubicBezTo>
                        <a:close/>
                        <a:moveTo>
                          <a:pt x="0" y="1"/>
                        </a:moveTo>
                        <a:lnTo>
                          <a:pt x="1384" y="974"/>
                        </a:lnTo>
                        <a:lnTo>
                          <a:pt x="6580" y="1084"/>
                        </a:lnTo>
                        <a:lnTo>
                          <a:pt x="6580" y="1084"/>
                        </a:lnTo>
                        <a:lnTo>
                          <a:pt x="5256" y="18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chemeClr val="dk1"/>
                      </a:gs>
                      <a:gs pos="100000">
                        <a:schemeClr val="accent5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85" name="Google Shape;14985;p50"/>
                  <p:cNvSpPr/>
                  <p:nvPr/>
                </p:nvSpPr>
                <p:spPr>
                  <a:xfrm>
                    <a:off x="4942175" y="1877000"/>
                    <a:ext cx="37400" cy="24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96" h="974" extrusionOk="0">
                        <a:moveTo>
                          <a:pt x="1" y="1"/>
                        </a:moveTo>
                        <a:lnTo>
                          <a:pt x="673" y="462"/>
                        </a:lnTo>
                        <a:lnTo>
                          <a:pt x="683" y="462"/>
                        </a:lnTo>
                        <a:lnTo>
                          <a:pt x="1415" y="964"/>
                        </a:lnTo>
                        <a:lnTo>
                          <a:pt x="1495" y="974"/>
                        </a:lnTo>
                        <a:lnTo>
                          <a:pt x="111" y="1"/>
                        </a:lnTo>
                        <a:close/>
                      </a:path>
                    </a:pathLst>
                  </a:custGeom>
                  <a:solidFill>
                    <a:srgbClr val="1A0B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86" name="Google Shape;14986;p50"/>
                  <p:cNvSpPr/>
                  <p:nvPr/>
                </p:nvSpPr>
                <p:spPr>
                  <a:xfrm>
                    <a:off x="4993600" y="1915875"/>
                    <a:ext cx="68225" cy="1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29" h="71" extrusionOk="0">
                        <a:moveTo>
                          <a:pt x="662" y="0"/>
                        </a:moveTo>
                        <a:cubicBezTo>
                          <a:pt x="441" y="0"/>
                          <a:pt x="221" y="0"/>
                          <a:pt x="0" y="11"/>
                        </a:cubicBezTo>
                        <a:cubicBezTo>
                          <a:pt x="462" y="41"/>
                          <a:pt x="913" y="51"/>
                          <a:pt x="1364" y="61"/>
                        </a:cubicBezTo>
                        <a:cubicBezTo>
                          <a:pt x="1605" y="71"/>
                          <a:pt x="1836" y="71"/>
                          <a:pt x="2076" y="71"/>
                        </a:cubicBezTo>
                        <a:cubicBezTo>
                          <a:pt x="2287" y="71"/>
                          <a:pt x="2508" y="71"/>
                          <a:pt x="2728" y="61"/>
                        </a:cubicBezTo>
                        <a:cubicBezTo>
                          <a:pt x="2277" y="31"/>
                          <a:pt x="1816" y="21"/>
                          <a:pt x="1364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1132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87" name="Google Shape;14987;p50"/>
                  <p:cNvSpPr/>
                  <p:nvPr/>
                </p:nvSpPr>
                <p:spPr>
                  <a:xfrm>
                    <a:off x="5052025" y="1925400"/>
                    <a:ext cx="52175" cy="1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87" h="61" extrusionOk="0">
                        <a:moveTo>
                          <a:pt x="1043" y="1"/>
                        </a:moveTo>
                        <a:cubicBezTo>
                          <a:pt x="692" y="1"/>
                          <a:pt x="351" y="1"/>
                          <a:pt x="0" y="31"/>
                        </a:cubicBezTo>
                        <a:cubicBezTo>
                          <a:pt x="351" y="51"/>
                          <a:pt x="692" y="51"/>
                          <a:pt x="1043" y="61"/>
                        </a:cubicBezTo>
                        <a:cubicBezTo>
                          <a:pt x="1395" y="51"/>
                          <a:pt x="1746" y="51"/>
                          <a:pt x="2087" y="31"/>
                        </a:cubicBezTo>
                        <a:cubicBezTo>
                          <a:pt x="1746" y="1"/>
                          <a:pt x="1395" y="1"/>
                          <a:pt x="1043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1132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88" name="Google Shape;14988;p50"/>
                  <p:cNvSpPr/>
                  <p:nvPr/>
                </p:nvSpPr>
                <p:spPr>
                  <a:xfrm>
                    <a:off x="5034225" y="1895300"/>
                    <a:ext cx="56425" cy="2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7" h="102" extrusionOk="0">
                        <a:moveTo>
                          <a:pt x="311" y="1"/>
                        </a:moveTo>
                        <a:cubicBezTo>
                          <a:pt x="201" y="1"/>
                          <a:pt x="100" y="1"/>
                          <a:pt x="0" y="11"/>
                        </a:cubicBezTo>
                        <a:cubicBezTo>
                          <a:pt x="371" y="51"/>
                          <a:pt x="752" y="61"/>
                          <a:pt x="1124" y="81"/>
                        </a:cubicBezTo>
                        <a:cubicBezTo>
                          <a:pt x="1404" y="91"/>
                          <a:pt x="1675" y="101"/>
                          <a:pt x="1946" y="101"/>
                        </a:cubicBezTo>
                        <a:cubicBezTo>
                          <a:pt x="2046" y="101"/>
                          <a:pt x="2157" y="101"/>
                          <a:pt x="2257" y="91"/>
                        </a:cubicBezTo>
                        <a:cubicBezTo>
                          <a:pt x="1886" y="51"/>
                          <a:pt x="1505" y="41"/>
                          <a:pt x="1134" y="21"/>
                        </a:cubicBezTo>
                        <a:cubicBezTo>
                          <a:pt x="853" y="11"/>
                          <a:pt x="582" y="1"/>
                          <a:pt x="311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1132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89" name="Google Shape;14989;p50"/>
                  <p:cNvSpPr/>
                  <p:nvPr/>
                </p:nvSpPr>
                <p:spPr>
                  <a:xfrm>
                    <a:off x="4971525" y="1882775"/>
                    <a:ext cx="56700" cy="2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68" h="101" extrusionOk="0">
                        <a:moveTo>
                          <a:pt x="311" y="0"/>
                        </a:moveTo>
                        <a:cubicBezTo>
                          <a:pt x="211" y="0"/>
                          <a:pt x="111" y="0"/>
                          <a:pt x="0" y="10"/>
                        </a:cubicBezTo>
                        <a:cubicBezTo>
                          <a:pt x="382" y="51"/>
                          <a:pt x="753" y="61"/>
                          <a:pt x="1134" y="81"/>
                        </a:cubicBezTo>
                        <a:cubicBezTo>
                          <a:pt x="1405" y="91"/>
                          <a:pt x="1676" y="101"/>
                          <a:pt x="1956" y="101"/>
                        </a:cubicBezTo>
                        <a:cubicBezTo>
                          <a:pt x="2057" y="101"/>
                          <a:pt x="2167" y="101"/>
                          <a:pt x="2267" y="91"/>
                        </a:cubicBezTo>
                        <a:cubicBezTo>
                          <a:pt x="1886" y="51"/>
                          <a:pt x="1515" y="41"/>
                          <a:pt x="1134" y="21"/>
                        </a:cubicBezTo>
                        <a:cubicBezTo>
                          <a:pt x="863" y="10"/>
                          <a:pt x="592" y="0"/>
                          <a:pt x="311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1132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90" name="Google Shape;14990;p50"/>
                  <p:cNvSpPr/>
                  <p:nvPr/>
                </p:nvSpPr>
                <p:spPr>
                  <a:xfrm>
                    <a:off x="5003375" y="1889300"/>
                    <a:ext cx="32625" cy="1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05" h="61" extrusionOk="0">
                        <a:moveTo>
                          <a:pt x="432" y="0"/>
                        </a:moveTo>
                        <a:cubicBezTo>
                          <a:pt x="291" y="0"/>
                          <a:pt x="141" y="0"/>
                          <a:pt x="0" y="10"/>
                        </a:cubicBezTo>
                        <a:cubicBezTo>
                          <a:pt x="221" y="40"/>
                          <a:pt x="432" y="50"/>
                          <a:pt x="652" y="60"/>
                        </a:cubicBezTo>
                        <a:lnTo>
                          <a:pt x="873" y="60"/>
                        </a:lnTo>
                        <a:cubicBezTo>
                          <a:pt x="1013" y="60"/>
                          <a:pt x="1164" y="60"/>
                          <a:pt x="1304" y="50"/>
                        </a:cubicBezTo>
                        <a:cubicBezTo>
                          <a:pt x="1084" y="20"/>
                          <a:pt x="873" y="0"/>
                          <a:pt x="652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1132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91" name="Google Shape;14991;p50"/>
                  <p:cNvSpPr/>
                  <p:nvPr/>
                </p:nvSpPr>
                <p:spPr>
                  <a:xfrm>
                    <a:off x="5061800" y="1885775"/>
                    <a:ext cx="23100" cy="1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24" h="72" extrusionOk="0">
                        <a:moveTo>
                          <a:pt x="652" y="1"/>
                        </a:moveTo>
                        <a:cubicBezTo>
                          <a:pt x="432" y="1"/>
                          <a:pt x="221" y="1"/>
                          <a:pt x="0" y="21"/>
                        </a:cubicBezTo>
                        <a:cubicBezTo>
                          <a:pt x="221" y="51"/>
                          <a:pt x="432" y="61"/>
                          <a:pt x="652" y="61"/>
                        </a:cubicBezTo>
                        <a:cubicBezTo>
                          <a:pt x="743" y="71"/>
                          <a:pt x="833" y="71"/>
                          <a:pt x="923" y="71"/>
                        </a:cubicBezTo>
                        <a:lnTo>
                          <a:pt x="843" y="11"/>
                        </a:lnTo>
                        <a:cubicBezTo>
                          <a:pt x="783" y="11"/>
                          <a:pt x="723" y="1"/>
                          <a:pt x="652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1132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92" name="Google Shape;14992;p50"/>
                  <p:cNvSpPr/>
                  <p:nvPr/>
                </p:nvSpPr>
                <p:spPr>
                  <a:xfrm>
                    <a:off x="5030950" y="1929925"/>
                    <a:ext cx="29875" cy="1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95" h="61" extrusionOk="0">
                        <a:moveTo>
                          <a:pt x="593" y="0"/>
                        </a:moveTo>
                        <a:cubicBezTo>
                          <a:pt x="402" y="0"/>
                          <a:pt x="201" y="10"/>
                          <a:pt x="1" y="30"/>
                        </a:cubicBezTo>
                        <a:cubicBezTo>
                          <a:pt x="201" y="60"/>
                          <a:pt x="402" y="60"/>
                          <a:pt x="593" y="60"/>
                        </a:cubicBezTo>
                        <a:cubicBezTo>
                          <a:pt x="793" y="60"/>
                          <a:pt x="994" y="60"/>
                          <a:pt x="1194" y="30"/>
                        </a:cubicBezTo>
                        <a:cubicBezTo>
                          <a:pt x="994" y="10"/>
                          <a:pt x="793" y="0"/>
                          <a:pt x="593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1132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93" name="Google Shape;14993;p50"/>
                  <p:cNvSpPr/>
                  <p:nvPr/>
                </p:nvSpPr>
                <p:spPr>
                  <a:xfrm>
                    <a:off x="4983550" y="1954500"/>
                    <a:ext cx="1550" cy="45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" h="1806" extrusionOk="0">
                        <a:moveTo>
                          <a:pt x="31" y="0"/>
                        </a:moveTo>
                        <a:cubicBezTo>
                          <a:pt x="11" y="301"/>
                          <a:pt x="1" y="602"/>
                          <a:pt x="1" y="903"/>
                        </a:cubicBezTo>
                        <a:cubicBezTo>
                          <a:pt x="1" y="1204"/>
                          <a:pt x="11" y="1505"/>
                          <a:pt x="31" y="1806"/>
                        </a:cubicBezTo>
                        <a:cubicBezTo>
                          <a:pt x="61" y="1505"/>
                          <a:pt x="61" y="1204"/>
                          <a:pt x="61" y="903"/>
                        </a:cubicBezTo>
                        <a:cubicBezTo>
                          <a:pt x="61" y="602"/>
                          <a:pt x="61" y="301"/>
                          <a:pt x="31" y="0"/>
                        </a:cubicBezTo>
                        <a:close/>
                      </a:path>
                    </a:pathLst>
                  </a:custGeom>
                  <a:solidFill>
                    <a:srgbClr val="401E15">
                      <a:alpha val="440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94" name="Google Shape;14994;p50"/>
                  <p:cNvSpPr/>
                  <p:nvPr/>
                </p:nvSpPr>
                <p:spPr>
                  <a:xfrm>
                    <a:off x="5061050" y="1947225"/>
                    <a:ext cx="1525" cy="45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" h="1816" extrusionOk="0">
                        <a:moveTo>
                          <a:pt x="30" y="0"/>
                        </a:moveTo>
                        <a:cubicBezTo>
                          <a:pt x="0" y="301"/>
                          <a:pt x="0" y="612"/>
                          <a:pt x="0" y="913"/>
                        </a:cubicBezTo>
                        <a:cubicBezTo>
                          <a:pt x="0" y="1214"/>
                          <a:pt x="0" y="1515"/>
                          <a:pt x="30" y="1816"/>
                        </a:cubicBezTo>
                        <a:cubicBezTo>
                          <a:pt x="51" y="1515"/>
                          <a:pt x="61" y="1214"/>
                          <a:pt x="61" y="913"/>
                        </a:cubicBezTo>
                        <a:cubicBezTo>
                          <a:pt x="61" y="612"/>
                          <a:pt x="51" y="301"/>
                          <a:pt x="30" y="0"/>
                        </a:cubicBezTo>
                        <a:close/>
                      </a:path>
                    </a:pathLst>
                  </a:custGeom>
                  <a:solidFill>
                    <a:srgbClr val="401E15">
                      <a:alpha val="440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95" name="Google Shape;14995;p50"/>
                  <p:cNvSpPr/>
                  <p:nvPr/>
                </p:nvSpPr>
                <p:spPr>
                  <a:xfrm>
                    <a:off x="4943450" y="1890550"/>
                    <a:ext cx="1525" cy="45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" h="1806" extrusionOk="0">
                        <a:moveTo>
                          <a:pt x="30" y="0"/>
                        </a:moveTo>
                        <a:cubicBezTo>
                          <a:pt x="20" y="121"/>
                          <a:pt x="10" y="231"/>
                          <a:pt x="10" y="351"/>
                        </a:cubicBezTo>
                        <a:lnTo>
                          <a:pt x="50" y="351"/>
                        </a:lnTo>
                        <a:cubicBezTo>
                          <a:pt x="40" y="231"/>
                          <a:pt x="40" y="111"/>
                          <a:pt x="30" y="0"/>
                        </a:cubicBezTo>
                        <a:close/>
                        <a:moveTo>
                          <a:pt x="0" y="1094"/>
                        </a:moveTo>
                        <a:cubicBezTo>
                          <a:pt x="0" y="1334"/>
                          <a:pt x="10" y="1565"/>
                          <a:pt x="30" y="1806"/>
                        </a:cubicBezTo>
                        <a:cubicBezTo>
                          <a:pt x="50" y="1565"/>
                          <a:pt x="50" y="1334"/>
                          <a:pt x="60" y="1094"/>
                        </a:cubicBezTo>
                        <a:close/>
                      </a:path>
                    </a:pathLst>
                  </a:custGeom>
                  <a:solidFill>
                    <a:srgbClr val="401E15">
                      <a:alpha val="440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96" name="Google Shape;14996;p50"/>
                  <p:cNvSpPr/>
                  <p:nvPr/>
                </p:nvSpPr>
                <p:spPr>
                  <a:xfrm>
                    <a:off x="4978300" y="1927900"/>
                    <a:ext cx="1525" cy="31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" h="1265" extrusionOk="0">
                        <a:moveTo>
                          <a:pt x="30" y="1"/>
                        </a:moveTo>
                        <a:cubicBezTo>
                          <a:pt x="0" y="212"/>
                          <a:pt x="0" y="422"/>
                          <a:pt x="0" y="633"/>
                        </a:cubicBezTo>
                        <a:cubicBezTo>
                          <a:pt x="0" y="843"/>
                          <a:pt x="0" y="1054"/>
                          <a:pt x="30" y="1265"/>
                        </a:cubicBezTo>
                        <a:cubicBezTo>
                          <a:pt x="50" y="1054"/>
                          <a:pt x="60" y="843"/>
                          <a:pt x="60" y="633"/>
                        </a:cubicBezTo>
                        <a:cubicBezTo>
                          <a:pt x="60" y="422"/>
                          <a:pt x="50" y="212"/>
                          <a:pt x="30" y="1"/>
                        </a:cubicBezTo>
                        <a:close/>
                      </a:path>
                    </a:pathLst>
                  </a:custGeom>
                  <a:solidFill>
                    <a:srgbClr val="401E15">
                      <a:alpha val="440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97" name="Google Shape;14997;p50"/>
                  <p:cNvSpPr/>
                  <p:nvPr/>
                </p:nvSpPr>
                <p:spPr>
                  <a:xfrm>
                    <a:off x="5105925" y="1968775"/>
                    <a:ext cx="1800" cy="31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2" h="1255" extrusionOk="0">
                        <a:moveTo>
                          <a:pt x="31" y="1"/>
                        </a:moveTo>
                        <a:cubicBezTo>
                          <a:pt x="11" y="212"/>
                          <a:pt x="1" y="412"/>
                          <a:pt x="1" y="623"/>
                        </a:cubicBezTo>
                        <a:cubicBezTo>
                          <a:pt x="1" y="833"/>
                          <a:pt x="11" y="1044"/>
                          <a:pt x="31" y="1255"/>
                        </a:cubicBezTo>
                        <a:cubicBezTo>
                          <a:pt x="61" y="1044"/>
                          <a:pt x="61" y="833"/>
                          <a:pt x="71" y="623"/>
                        </a:cubicBezTo>
                        <a:cubicBezTo>
                          <a:pt x="61" y="412"/>
                          <a:pt x="61" y="212"/>
                          <a:pt x="31" y="1"/>
                        </a:cubicBezTo>
                        <a:close/>
                      </a:path>
                    </a:pathLst>
                  </a:custGeom>
                  <a:solidFill>
                    <a:srgbClr val="401E15">
                      <a:alpha val="440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98" name="Google Shape;14998;p50"/>
                  <p:cNvSpPr/>
                  <p:nvPr/>
                </p:nvSpPr>
                <p:spPr>
                  <a:xfrm>
                    <a:off x="5014150" y="1971050"/>
                    <a:ext cx="1525" cy="31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" h="1254" extrusionOk="0">
                        <a:moveTo>
                          <a:pt x="31" y="0"/>
                        </a:moveTo>
                        <a:cubicBezTo>
                          <a:pt x="11" y="211"/>
                          <a:pt x="1" y="421"/>
                          <a:pt x="1" y="632"/>
                        </a:cubicBezTo>
                        <a:cubicBezTo>
                          <a:pt x="1" y="843"/>
                          <a:pt x="11" y="1053"/>
                          <a:pt x="31" y="1254"/>
                        </a:cubicBezTo>
                        <a:cubicBezTo>
                          <a:pt x="61" y="1053"/>
                          <a:pt x="61" y="843"/>
                          <a:pt x="61" y="632"/>
                        </a:cubicBezTo>
                        <a:cubicBezTo>
                          <a:pt x="61" y="421"/>
                          <a:pt x="61" y="211"/>
                          <a:pt x="31" y="0"/>
                        </a:cubicBezTo>
                        <a:close/>
                      </a:path>
                    </a:pathLst>
                  </a:custGeom>
                  <a:solidFill>
                    <a:srgbClr val="401E15">
                      <a:alpha val="440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4999" name="Google Shape;14999;p50"/>
                  <p:cNvSpPr/>
                  <p:nvPr/>
                </p:nvSpPr>
                <p:spPr>
                  <a:xfrm>
                    <a:off x="4904075" y="1964525"/>
                    <a:ext cx="1525" cy="31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" h="1265" extrusionOk="0">
                        <a:moveTo>
                          <a:pt x="30" y="0"/>
                        </a:moveTo>
                        <a:cubicBezTo>
                          <a:pt x="0" y="211"/>
                          <a:pt x="0" y="422"/>
                          <a:pt x="0" y="632"/>
                        </a:cubicBezTo>
                        <a:cubicBezTo>
                          <a:pt x="0" y="843"/>
                          <a:pt x="0" y="1054"/>
                          <a:pt x="30" y="1264"/>
                        </a:cubicBezTo>
                        <a:cubicBezTo>
                          <a:pt x="50" y="1054"/>
                          <a:pt x="60" y="843"/>
                          <a:pt x="60" y="632"/>
                        </a:cubicBezTo>
                        <a:cubicBezTo>
                          <a:pt x="60" y="422"/>
                          <a:pt x="50" y="211"/>
                          <a:pt x="30" y="0"/>
                        </a:cubicBezTo>
                        <a:close/>
                      </a:path>
                    </a:pathLst>
                  </a:custGeom>
                  <a:solidFill>
                    <a:srgbClr val="401E15">
                      <a:alpha val="440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5000" name="Google Shape;15000;p50"/>
                  <p:cNvSpPr/>
                  <p:nvPr/>
                </p:nvSpPr>
                <p:spPr>
                  <a:xfrm>
                    <a:off x="4924875" y="1898575"/>
                    <a:ext cx="1775" cy="24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" h="994" extrusionOk="0">
                        <a:moveTo>
                          <a:pt x="31" y="0"/>
                        </a:moveTo>
                        <a:cubicBezTo>
                          <a:pt x="11" y="171"/>
                          <a:pt x="11" y="331"/>
                          <a:pt x="1" y="502"/>
                        </a:cubicBezTo>
                        <a:cubicBezTo>
                          <a:pt x="11" y="662"/>
                          <a:pt x="11" y="823"/>
                          <a:pt x="31" y="993"/>
                        </a:cubicBezTo>
                        <a:cubicBezTo>
                          <a:pt x="61" y="823"/>
                          <a:pt x="61" y="662"/>
                          <a:pt x="71" y="502"/>
                        </a:cubicBezTo>
                        <a:cubicBezTo>
                          <a:pt x="61" y="331"/>
                          <a:pt x="61" y="171"/>
                          <a:pt x="31" y="0"/>
                        </a:cubicBezTo>
                        <a:close/>
                      </a:path>
                    </a:pathLst>
                  </a:custGeom>
                  <a:solidFill>
                    <a:srgbClr val="401E15">
                      <a:alpha val="440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5001" name="Google Shape;15001;p50"/>
                  <p:cNvSpPr/>
                  <p:nvPr/>
                </p:nvSpPr>
                <p:spPr>
                  <a:xfrm>
                    <a:off x="4968775" y="1909100"/>
                    <a:ext cx="775" cy="24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" h="994" extrusionOk="0">
                        <a:moveTo>
                          <a:pt x="20" y="1"/>
                        </a:moveTo>
                        <a:cubicBezTo>
                          <a:pt x="10" y="171"/>
                          <a:pt x="10" y="332"/>
                          <a:pt x="0" y="502"/>
                        </a:cubicBezTo>
                        <a:cubicBezTo>
                          <a:pt x="10" y="663"/>
                          <a:pt x="10" y="833"/>
                          <a:pt x="20" y="994"/>
                        </a:cubicBezTo>
                        <a:cubicBezTo>
                          <a:pt x="30" y="833"/>
                          <a:pt x="30" y="663"/>
                          <a:pt x="30" y="502"/>
                        </a:cubicBezTo>
                        <a:cubicBezTo>
                          <a:pt x="30" y="332"/>
                          <a:pt x="30" y="171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401E15">
                      <a:alpha val="440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5002" name="Google Shape;15002;p50"/>
                  <p:cNvSpPr/>
                  <p:nvPr/>
                </p:nvSpPr>
                <p:spPr>
                  <a:xfrm>
                    <a:off x="5009650" y="1947475"/>
                    <a:ext cx="775" cy="24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" h="994" extrusionOk="0">
                        <a:moveTo>
                          <a:pt x="10" y="0"/>
                        </a:moveTo>
                        <a:cubicBezTo>
                          <a:pt x="0" y="161"/>
                          <a:pt x="0" y="331"/>
                          <a:pt x="0" y="492"/>
                        </a:cubicBezTo>
                        <a:cubicBezTo>
                          <a:pt x="0" y="662"/>
                          <a:pt x="0" y="823"/>
                          <a:pt x="10" y="993"/>
                        </a:cubicBezTo>
                        <a:cubicBezTo>
                          <a:pt x="30" y="823"/>
                          <a:pt x="30" y="662"/>
                          <a:pt x="30" y="492"/>
                        </a:cubicBezTo>
                        <a:cubicBezTo>
                          <a:pt x="30" y="331"/>
                          <a:pt x="30" y="161"/>
                          <a:pt x="10" y="0"/>
                        </a:cubicBezTo>
                        <a:close/>
                      </a:path>
                    </a:pathLst>
                  </a:custGeom>
                  <a:solidFill>
                    <a:srgbClr val="401E15">
                      <a:alpha val="440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5003" name="Google Shape;15003;p50"/>
                  <p:cNvSpPr/>
                  <p:nvPr/>
                </p:nvSpPr>
                <p:spPr>
                  <a:xfrm>
                    <a:off x="4908575" y="1921650"/>
                    <a:ext cx="1775" cy="43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" h="1736" extrusionOk="0">
                        <a:moveTo>
                          <a:pt x="41" y="0"/>
                        </a:moveTo>
                        <a:cubicBezTo>
                          <a:pt x="11" y="291"/>
                          <a:pt x="11" y="572"/>
                          <a:pt x="1" y="863"/>
                        </a:cubicBezTo>
                        <a:cubicBezTo>
                          <a:pt x="11" y="1154"/>
                          <a:pt x="11" y="1445"/>
                          <a:pt x="41" y="1735"/>
                        </a:cubicBezTo>
                        <a:cubicBezTo>
                          <a:pt x="61" y="1445"/>
                          <a:pt x="71" y="1154"/>
                          <a:pt x="71" y="863"/>
                        </a:cubicBezTo>
                        <a:cubicBezTo>
                          <a:pt x="71" y="572"/>
                          <a:pt x="61" y="291"/>
                          <a:pt x="41" y="0"/>
                        </a:cubicBezTo>
                        <a:close/>
                      </a:path>
                    </a:pathLst>
                  </a:custGeom>
                  <a:solidFill>
                    <a:srgbClr val="401E15">
                      <a:alpha val="440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5004" name="Google Shape;15004;p50"/>
                  <p:cNvSpPr/>
                  <p:nvPr/>
                </p:nvSpPr>
                <p:spPr>
                  <a:xfrm>
                    <a:off x="5114200" y="1947225"/>
                    <a:ext cx="1550" cy="3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" h="1355" extrusionOk="0">
                        <a:moveTo>
                          <a:pt x="31" y="0"/>
                        </a:moveTo>
                        <a:cubicBezTo>
                          <a:pt x="11" y="221"/>
                          <a:pt x="1" y="452"/>
                          <a:pt x="1" y="682"/>
                        </a:cubicBezTo>
                        <a:cubicBezTo>
                          <a:pt x="1" y="903"/>
                          <a:pt x="11" y="1134"/>
                          <a:pt x="31" y="1354"/>
                        </a:cubicBezTo>
                        <a:cubicBezTo>
                          <a:pt x="61" y="1134"/>
                          <a:pt x="61" y="903"/>
                          <a:pt x="61" y="682"/>
                        </a:cubicBezTo>
                        <a:cubicBezTo>
                          <a:pt x="61" y="452"/>
                          <a:pt x="51" y="221"/>
                          <a:pt x="31" y="0"/>
                        </a:cubicBezTo>
                        <a:close/>
                      </a:path>
                    </a:pathLst>
                  </a:custGeom>
                  <a:solidFill>
                    <a:srgbClr val="401E15">
                      <a:alpha val="440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5005" name="Google Shape;15005;p50"/>
                  <p:cNvSpPr/>
                  <p:nvPr/>
                </p:nvSpPr>
                <p:spPr>
                  <a:xfrm>
                    <a:off x="4936425" y="1900575"/>
                    <a:ext cx="15825" cy="168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3" h="673" extrusionOk="0">
                        <a:moveTo>
                          <a:pt x="0" y="1"/>
                        </a:moveTo>
                        <a:lnTo>
                          <a:pt x="0" y="673"/>
                        </a:lnTo>
                        <a:lnTo>
                          <a:pt x="632" y="673"/>
                        </a:lnTo>
                        <a:lnTo>
                          <a:pt x="632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5006" name="Google Shape;15006;p50"/>
                  <p:cNvSpPr/>
                  <p:nvPr/>
                </p:nvSpPr>
                <p:spPr>
                  <a:xfrm>
                    <a:off x="4934925" y="1899325"/>
                    <a:ext cx="18325" cy="188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3" h="753" extrusionOk="0">
                        <a:moveTo>
                          <a:pt x="662" y="71"/>
                        </a:moveTo>
                        <a:lnTo>
                          <a:pt x="662" y="662"/>
                        </a:lnTo>
                        <a:lnTo>
                          <a:pt x="80" y="673"/>
                        </a:lnTo>
                        <a:lnTo>
                          <a:pt x="80" y="81"/>
                        </a:lnTo>
                        <a:lnTo>
                          <a:pt x="662" y="71"/>
                        </a:lnTo>
                        <a:close/>
                        <a:moveTo>
                          <a:pt x="732" y="0"/>
                        </a:moveTo>
                        <a:lnTo>
                          <a:pt x="0" y="10"/>
                        </a:lnTo>
                        <a:lnTo>
                          <a:pt x="0" y="753"/>
                        </a:lnTo>
                        <a:lnTo>
                          <a:pt x="732" y="733"/>
                        </a:lnTo>
                        <a:lnTo>
                          <a:pt x="732" y="0"/>
                        </a:ln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5007" name="Google Shape;15007;p50"/>
                  <p:cNvSpPr/>
                  <p:nvPr/>
                </p:nvSpPr>
                <p:spPr>
                  <a:xfrm>
                    <a:off x="4958725" y="1888550"/>
                    <a:ext cx="1550" cy="30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" h="1224" extrusionOk="0">
                        <a:moveTo>
                          <a:pt x="11" y="0"/>
                        </a:moveTo>
                        <a:cubicBezTo>
                          <a:pt x="11" y="100"/>
                          <a:pt x="1" y="211"/>
                          <a:pt x="1" y="321"/>
                        </a:cubicBezTo>
                        <a:cubicBezTo>
                          <a:pt x="1" y="622"/>
                          <a:pt x="11" y="923"/>
                          <a:pt x="31" y="1224"/>
                        </a:cubicBezTo>
                        <a:cubicBezTo>
                          <a:pt x="61" y="923"/>
                          <a:pt x="61" y="622"/>
                          <a:pt x="61" y="321"/>
                        </a:cubicBezTo>
                        <a:cubicBezTo>
                          <a:pt x="61" y="221"/>
                          <a:pt x="61" y="131"/>
                          <a:pt x="61" y="30"/>
                        </a:cubicBezTo>
                        <a:lnTo>
                          <a:pt x="51" y="30"/>
                        </a:lnTo>
                        <a:lnTo>
                          <a:pt x="11" y="0"/>
                        </a:lnTo>
                        <a:close/>
                      </a:path>
                    </a:pathLst>
                  </a:custGeom>
                  <a:solidFill>
                    <a:srgbClr val="401E15">
                      <a:alpha val="440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5008" name="Google Shape;15008;p50"/>
                  <p:cNvSpPr/>
                  <p:nvPr/>
                </p:nvSpPr>
                <p:spPr>
                  <a:xfrm>
                    <a:off x="4958975" y="1888550"/>
                    <a:ext cx="1050" cy="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" h="31" extrusionOk="0">
                        <a:moveTo>
                          <a:pt x="1" y="0"/>
                        </a:moveTo>
                        <a:lnTo>
                          <a:pt x="41" y="30"/>
                        </a:lnTo>
                        <a:lnTo>
                          <a:pt x="11" y="0"/>
                        </a:lnTo>
                        <a:close/>
                      </a:path>
                    </a:pathLst>
                  </a:custGeom>
                  <a:solidFill>
                    <a:srgbClr val="7E757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5009" name="Google Shape;15009;p50"/>
                  <p:cNvSpPr/>
                  <p:nvPr/>
                </p:nvSpPr>
                <p:spPr>
                  <a:xfrm>
                    <a:off x="4958975" y="1888550"/>
                    <a:ext cx="275" cy="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" h="1" extrusionOk="0">
                        <a:moveTo>
                          <a:pt x="1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1" y="0"/>
                        </a:lnTo>
                        <a:close/>
                      </a:path>
                    </a:pathLst>
                  </a:custGeom>
                  <a:solidFill>
                    <a:srgbClr val="857A8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</p:grpSp>
          </p:grpSp>
          <p:sp>
            <p:nvSpPr>
              <p:cNvPr id="15010" name="Google Shape;15010;p50"/>
              <p:cNvSpPr/>
              <p:nvPr/>
            </p:nvSpPr>
            <p:spPr>
              <a:xfrm>
                <a:off x="6815190" y="3080408"/>
                <a:ext cx="288237" cy="60101"/>
              </a:xfrm>
              <a:custGeom>
                <a:avLst/>
                <a:gdLst/>
                <a:ahLst/>
                <a:cxnLst/>
                <a:rect l="l" t="t" r="r" b="b"/>
                <a:pathLst>
                  <a:path w="3712" h="774" extrusionOk="0">
                    <a:moveTo>
                      <a:pt x="0" y="773"/>
                    </a:moveTo>
                    <a:cubicBezTo>
                      <a:pt x="1254" y="512"/>
                      <a:pt x="2488" y="252"/>
                      <a:pt x="3712" y="1"/>
                    </a:cubicBezTo>
                    <a:lnTo>
                      <a:pt x="3712" y="1"/>
                    </a:lnTo>
                    <a:cubicBezTo>
                      <a:pt x="2488" y="252"/>
                      <a:pt x="1254" y="512"/>
                      <a:pt x="0" y="773"/>
                    </a:cubicBezTo>
                    <a:close/>
                  </a:path>
                </a:pathLst>
              </a:custGeom>
              <a:solidFill>
                <a:srgbClr val="D5EE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011" name="Google Shape;15011;p50"/>
            <p:cNvGrpSpPr/>
            <p:nvPr/>
          </p:nvGrpSpPr>
          <p:grpSpPr>
            <a:xfrm>
              <a:off x="6069244" y="3229629"/>
              <a:ext cx="2451839" cy="1797598"/>
              <a:chOff x="891012" y="3624366"/>
              <a:chExt cx="1653966" cy="1212627"/>
            </a:xfrm>
          </p:grpSpPr>
          <p:sp>
            <p:nvSpPr>
              <p:cNvPr id="15012" name="Google Shape;15012;p50"/>
              <p:cNvSpPr/>
              <p:nvPr/>
            </p:nvSpPr>
            <p:spPr>
              <a:xfrm>
                <a:off x="2381627" y="3787701"/>
                <a:ext cx="118214" cy="415603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4061" extrusionOk="0">
                    <a:moveTo>
                      <a:pt x="131" y="1"/>
                    </a:moveTo>
                    <a:cubicBezTo>
                      <a:pt x="81" y="312"/>
                      <a:pt x="41" y="653"/>
                      <a:pt x="1" y="1014"/>
                    </a:cubicBezTo>
                    <a:cubicBezTo>
                      <a:pt x="101" y="1355"/>
                      <a:pt x="352" y="2227"/>
                      <a:pt x="372" y="2468"/>
                    </a:cubicBezTo>
                    <a:cubicBezTo>
                      <a:pt x="391" y="2700"/>
                      <a:pt x="925" y="4060"/>
                      <a:pt x="1084" y="4060"/>
                    </a:cubicBezTo>
                    <a:cubicBezTo>
                      <a:pt x="1097" y="4060"/>
                      <a:pt x="1107" y="4051"/>
                      <a:pt x="1114" y="4033"/>
                    </a:cubicBezTo>
                    <a:cubicBezTo>
                      <a:pt x="1154" y="3903"/>
                      <a:pt x="1094" y="3852"/>
                      <a:pt x="1004" y="3722"/>
                    </a:cubicBezTo>
                    <a:cubicBezTo>
                      <a:pt x="924" y="3602"/>
                      <a:pt x="693" y="2930"/>
                      <a:pt x="633" y="2679"/>
                    </a:cubicBezTo>
                    <a:cubicBezTo>
                      <a:pt x="502" y="2147"/>
                      <a:pt x="442" y="673"/>
                      <a:pt x="1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13" name="Google Shape;15013;p50"/>
              <p:cNvSpPr/>
              <p:nvPr/>
            </p:nvSpPr>
            <p:spPr>
              <a:xfrm>
                <a:off x="2400152" y="3957073"/>
                <a:ext cx="35004" cy="13560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1325" extrusionOk="0">
                    <a:moveTo>
                      <a:pt x="0" y="1"/>
                    </a:moveTo>
                    <a:cubicBezTo>
                      <a:pt x="27" y="101"/>
                      <a:pt x="54" y="200"/>
                      <a:pt x="78" y="295"/>
                    </a:cubicBezTo>
                    <a:lnTo>
                      <a:pt x="78" y="295"/>
                    </a:lnTo>
                    <a:cubicBezTo>
                      <a:pt x="54" y="197"/>
                      <a:pt x="28" y="99"/>
                      <a:pt x="0" y="1"/>
                    </a:cubicBezTo>
                    <a:close/>
                    <a:moveTo>
                      <a:pt x="78" y="295"/>
                    </a:moveTo>
                    <a:cubicBezTo>
                      <a:pt x="116" y="449"/>
                      <a:pt x="150" y="604"/>
                      <a:pt x="181" y="763"/>
                    </a:cubicBezTo>
                    <a:cubicBezTo>
                      <a:pt x="168" y="656"/>
                      <a:pt x="127" y="486"/>
                      <a:pt x="78" y="295"/>
                    </a:cubicBezTo>
                    <a:close/>
                    <a:moveTo>
                      <a:pt x="281" y="1154"/>
                    </a:moveTo>
                    <a:lnTo>
                      <a:pt x="281" y="1154"/>
                    </a:lnTo>
                    <a:cubicBezTo>
                      <a:pt x="301" y="1215"/>
                      <a:pt x="321" y="1275"/>
                      <a:pt x="341" y="1325"/>
                    </a:cubicBezTo>
                    <a:cubicBezTo>
                      <a:pt x="321" y="1265"/>
                      <a:pt x="301" y="1214"/>
                      <a:pt x="281" y="1154"/>
                    </a:cubicBezTo>
                    <a:close/>
                  </a:path>
                </a:pathLst>
              </a:custGeom>
              <a:solidFill>
                <a:srgbClr val="D3D4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14" name="Google Shape;15014;p50"/>
              <p:cNvSpPr/>
              <p:nvPr/>
            </p:nvSpPr>
            <p:spPr>
              <a:xfrm>
                <a:off x="2388894" y="3863637"/>
                <a:ext cx="51380" cy="239373"/>
              </a:xfrm>
              <a:custGeom>
                <a:avLst/>
                <a:gdLst/>
                <a:ahLst/>
                <a:cxnLst/>
                <a:rect l="l" t="t" r="r" b="b"/>
                <a:pathLst>
                  <a:path w="502" h="2339" extrusionOk="0">
                    <a:moveTo>
                      <a:pt x="130" y="1"/>
                    </a:moveTo>
                    <a:cubicBezTo>
                      <a:pt x="130" y="11"/>
                      <a:pt x="130" y="21"/>
                      <a:pt x="130" y="31"/>
                    </a:cubicBezTo>
                    <a:cubicBezTo>
                      <a:pt x="100" y="181"/>
                      <a:pt x="60" y="352"/>
                      <a:pt x="0" y="523"/>
                    </a:cubicBezTo>
                    <a:cubicBezTo>
                      <a:pt x="40" y="653"/>
                      <a:pt x="80" y="783"/>
                      <a:pt x="110" y="914"/>
                    </a:cubicBezTo>
                    <a:cubicBezTo>
                      <a:pt x="191" y="1215"/>
                      <a:pt x="271" y="1516"/>
                      <a:pt x="291" y="1676"/>
                    </a:cubicBezTo>
                    <a:cubicBezTo>
                      <a:pt x="301" y="1716"/>
                      <a:pt x="311" y="1756"/>
                      <a:pt x="321" y="1796"/>
                    </a:cubicBezTo>
                    <a:cubicBezTo>
                      <a:pt x="341" y="1867"/>
                      <a:pt x="361" y="1967"/>
                      <a:pt x="391" y="2067"/>
                    </a:cubicBezTo>
                    <a:cubicBezTo>
                      <a:pt x="411" y="2127"/>
                      <a:pt x="431" y="2178"/>
                      <a:pt x="451" y="2238"/>
                    </a:cubicBezTo>
                    <a:cubicBezTo>
                      <a:pt x="465" y="2258"/>
                      <a:pt x="474" y="2283"/>
                      <a:pt x="485" y="2307"/>
                    </a:cubicBezTo>
                    <a:lnTo>
                      <a:pt x="485" y="2307"/>
                    </a:lnTo>
                    <a:cubicBezTo>
                      <a:pt x="251" y="1570"/>
                      <a:pt x="250" y="776"/>
                      <a:pt x="130" y="1"/>
                    </a:cubicBezTo>
                    <a:close/>
                    <a:moveTo>
                      <a:pt x="485" y="2307"/>
                    </a:moveTo>
                    <a:lnTo>
                      <a:pt x="485" y="2307"/>
                    </a:lnTo>
                    <a:cubicBezTo>
                      <a:pt x="487" y="2314"/>
                      <a:pt x="489" y="2321"/>
                      <a:pt x="492" y="2328"/>
                    </a:cubicBezTo>
                    <a:lnTo>
                      <a:pt x="502" y="2338"/>
                    </a:lnTo>
                    <a:cubicBezTo>
                      <a:pt x="495" y="2328"/>
                      <a:pt x="490" y="2318"/>
                      <a:pt x="485" y="2307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15" name="Google Shape;15015;p50"/>
              <p:cNvSpPr/>
              <p:nvPr/>
            </p:nvSpPr>
            <p:spPr>
              <a:xfrm>
                <a:off x="2017161" y="4097586"/>
                <a:ext cx="181876" cy="218087"/>
              </a:xfrm>
              <a:custGeom>
                <a:avLst/>
                <a:gdLst/>
                <a:ahLst/>
                <a:cxnLst/>
                <a:rect l="l" t="t" r="r" b="b"/>
                <a:pathLst>
                  <a:path w="1777" h="2131" extrusionOk="0">
                    <a:moveTo>
                      <a:pt x="638" y="0"/>
                    </a:moveTo>
                    <a:cubicBezTo>
                      <a:pt x="517" y="0"/>
                      <a:pt x="398" y="9"/>
                      <a:pt x="292" y="22"/>
                    </a:cubicBezTo>
                    <a:cubicBezTo>
                      <a:pt x="242" y="182"/>
                      <a:pt x="172" y="453"/>
                      <a:pt x="121" y="594"/>
                    </a:cubicBezTo>
                    <a:cubicBezTo>
                      <a:pt x="1" y="915"/>
                      <a:pt x="272" y="1256"/>
                      <a:pt x="342" y="1476"/>
                    </a:cubicBezTo>
                    <a:cubicBezTo>
                      <a:pt x="409" y="1688"/>
                      <a:pt x="320" y="2131"/>
                      <a:pt x="516" y="2131"/>
                    </a:cubicBezTo>
                    <a:cubicBezTo>
                      <a:pt x="525" y="2131"/>
                      <a:pt x="533" y="2130"/>
                      <a:pt x="543" y="2128"/>
                    </a:cubicBezTo>
                    <a:cubicBezTo>
                      <a:pt x="773" y="2078"/>
                      <a:pt x="573" y="1637"/>
                      <a:pt x="733" y="1567"/>
                    </a:cubicBezTo>
                    <a:cubicBezTo>
                      <a:pt x="742" y="1563"/>
                      <a:pt x="751" y="1562"/>
                      <a:pt x="759" y="1562"/>
                    </a:cubicBezTo>
                    <a:cubicBezTo>
                      <a:pt x="820" y="1562"/>
                      <a:pt x="847" y="1661"/>
                      <a:pt x="874" y="1767"/>
                    </a:cubicBezTo>
                    <a:cubicBezTo>
                      <a:pt x="912" y="1873"/>
                      <a:pt x="950" y="1979"/>
                      <a:pt x="1033" y="1979"/>
                    </a:cubicBezTo>
                    <a:cubicBezTo>
                      <a:pt x="1037" y="1979"/>
                      <a:pt x="1040" y="1978"/>
                      <a:pt x="1044" y="1978"/>
                    </a:cubicBezTo>
                    <a:cubicBezTo>
                      <a:pt x="1245" y="1948"/>
                      <a:pt x="1155" y="1687"/>
                      <a:pt x="1265" y="1446"/>
                    </a:cubicBezTo>
                    <a:cubicBezTo>
                      <a:pt x="1375" y="1196"/>
                      <a:pt x="1776" y="754"/>
                      <a:pt x="1556" y="363"/>
                    </a:cubicBezTo>
                    <a:cubicBezTo>
                      <a:pt x="1383" y="78"/>
                      <a:pt x="998" y="0"/>
                      <a:pt x="638" y="0"/>
                    </a:cubicBezTo>
                    <a:close/>
                  </a:path>
                </a:pathLst>
              </a:custGeom>
              <a:solidFill>
                <a:srgbClr val="E4AE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16" name="Google Shape;15016;p50"/>
              <p:cNvSpPr/>
              <p:nvPr/>
            </p:nvSpPr>
            <p:spPr>
              <a:xfrm>
                <a:off x="2029545" y="4198289"/>
                <a:ext cx="101736" cy="103773"/>
              </a:xfrm>
              <a:custGeom>
                <a:avLst/>
                <a:gdLst/>
                <a:ahLst/>
                <a:cxnLst/>
                <a:rect l="l" t="t" r="r" b="b"/>
                <a:pathLst>
                  <a:path w="994" h="1014" extrusionOk="0">
                    <a:moveTo>
                      <a:pt x="0" y="1"/>
                    </a:moveTo>
                    <a:cubicBezTo>
                      <a:pt x="10" y="11"/>
                      <a:pt x="10" y="21"/>
                      <a:pt x="10" y="31"/>
                    </a:cubicBezTo>
                    <a:cubicBezTo>
                      <a:pt x="10" y="21"/>
                      <a:pt x="10" y="11"/>
                      <a:pt x="10" y="1"/>
                    </a:cubicBezTo>
                    <a:close/>
                    <a:moveTo>
                      <a:pt x="993" y="964"/>
                    </a:moveTo>
                    <a:lnTo>
                      <a:pt x="993" y="964"/>
                    </a:lnTo>
                    <a:cubicBezTo>
                      <a:pt x="973" y="974"/>
                      <a:pt x="953" y="984"/>
                      <a:pt x="923" y="994"/>
                    </a:cubicBezTo>
                    <a:lnTo>
                      <a:pt x="913" y="994"/>
                    </a:lnTo>
                    <a:cubicBezTo>
                      <a:pt x="913" y="994"/>
                      <a:pt x="913" y="994"/>
                      <a:pt x="913" y="1004"/>
                    </a:cubicBezTo>
                    <a:lnTo>
                      <a:pt x="923" y="1014"/>
                    </a:lnTo>
                    <a:cubicBezTo>
                      <a:pt x="953" y="994"/>
                      <a:pt x="973" y="984"/>
                      <a:pt x="993" y="964"/>
                    </a:cubicBezTo>
                    <a:close/>
                  </a:path>
                </a:pathLst>
              </a:custGeom>
              <a:solidFill>
                <a:srgbClr val="C8B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17" name="Google Shape;15017;p50"/>
              <p:cNvSpPr/>
              <p:nvPr/>
            </p:nvSpPr>
            <p:spPr>
              <a:xfrm>
                <a:off x="2030569" y="4144970"/>
                <a:ext cx="109924" cy="155045"/>
              </a:xfrm>
              <a:custGeom>
                <a:avLst/>
                <a:gdLst/>
                <a:ahLst/>
                <a:cxnLst/>
                <a:rect l="l" t="t" r="r" b="b"/>
                <a:pathLst>
                  <a:path w="1074" h="1515" extrusionOk="0">
                    <a:moveTo>
                      <a:pt x="983" y="0"/>
                    </a:moveTo>
                    <a:cubicBezTo>
                      <a:pt x="983" y="0"/>
                      <a:pt x="983" y="10"/>
                      <a:pt x="973" y="10"/>
                    </a:cubicBezTo>
                    <a:cubicBezTo>
                      <a:pt x="893" y="71"/>
                      <a:pt x="813" y="121"/>
                      <a:pt x="723" y="171"/>
                    </a:cubicBezTo>
                    <a:cubicBezTo>
                      <a:pt x="723" y="171"/>
                      <a:pt x="713" y="181"/>
                      <a:pt x="713" y="181"/>
                    </a:cubicBezTo>
                    <a:cubicBezTo>
                      <a:pt x="662" y="211"/>
                      <a:pt x="612" y="241"/>
                      <a:pt x="562" y="261"/>
                    </a:cubicBezTo>
                    <a:cubicBezTo>
                      <a:pt x="472" y="311"/>
                      <a:pt x="372" y="361"/>
                      <a:pt x="281" y="402"/>
                    </a:cubicBezTo>
                    <a:cubicBezTo>
                      <a:pt x="181" y="442"/>
                      <a:pt x="91" y="482"/>
                      <a:pt x="0" y="522"/>
                    </a:cubicBezTo>
                    <a:cubicBezTo>
                      <a:pt x="0" y="532"/>
                      <a:pt x="0" y="542"/>
                      <a:pt x="0" y="552"/>
                    </a:cubicBezTo>
                    <a:cubicBezTo>
                      <a:pt x="10" y="562"/>
                      <a:pt x="10" y="572"/>
                      <a:pt x="10" y="582"/>
                    </a:cubicBezTo>
                    <a:cubicBezTo>
                      <a:pt x="71" y="592"/>
                      <a:pt x="121" y="602"/>
                      <a:pt x="181" y="602"/>
                    </a:cubicBezTo>
                    <a:cubicBezTo>
                      <a:pt x="241" y="602"/>
                      <a:pt x="301" y="592"/>
                      <a:pt x="361" y="592"/>
                    </a:cubicBezTo>
                    <a:cubicBezTo>
                      <a:pt x="422" y="582"/>
                      <a:pt x="482" y="572"/>
                      <a:pt x="542" y="572"/>
                    </a:cubicBezTo>
                    <a:cubicBezTo>
                      <a:pt x="622" y="572"/>
                      <a:pt x="703" y="582"/>
                      <a:pt x="783" y="632"/>
                    </a:cubicBezTo>
                    <a:cubicBezTo>
                      <a:pt x="1034" y="773"/>
                      <a:pt x="893" y="1264"/>
                      <a:pt x="903" y="1515"/>
                    </a:cubicBezTo>
                    <a:lnTo>
                      <a:pt x="913" y="1515"/>
                    </a:lnTo>
                    <a:cubicBezTo>
                      <a:pt x="943" y="1505"/>
                      <a:pt x="963" y="1495"/>
                      <a:pt x="983" y="1485"/>
                    </a:cubicBezTo>
                    <a:cubicBezTo>
                      <a:pt x="1003" y="1465"/>
                      <a:pt x="1024" y="1445"/>
                      <a:pt x="1034" y="1425"/>
                    </a:cubicBezTo>
                    <a:cubicBezTo>
                      <a:pt x="1044" y="1395"/>
                      <a:pt x="1054" y="1354"/>
                      <a:pt x="1064" y="1304"/>
                    </a:cubicBezTo>
                    <a:cubicBezTo>
                      <a:pt x="1064" y="1264"/>
                      <a:pt x="1064" y="1214"/>
                      <a:pt x="1074" y="1164"/>
                    </a:cubicBezTo>
                    <a:cubicBezTo>
                      <a:pt x="1064" y="1043"/>
                      <a:pt x="1054" y="913"/>
                      <a:pt x="1044" y="783"/>
                    </a:cubicBezTo>
                    <a:cubicBezTo>
                      <a:pt x="1024" y="522"/>
                      <a:pt x="1003" y="271"/>
                      <a:pt x="983" y="20"/>
                    </a:cubicBezTo>
                    <a:cubicBezTo>
                      <a:pt x="983" y="10"/>
                      <a:pt x="983" y="0"/>
                      <a:pt x="983" y="0"/>
                    </a:cubicBezTo>
                    <a:close/>
                  </a:path>
                </a:pathLst>
              </a:custGeom>
              <a:solidFill>
                <a:srgbClr val="401E15">
                  <a:alpha val="264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18" name="Google Shape;15018;p50"/>
              <p:cNvSpPr/>
              <p:nvPr/>
            </p:nvSpPr>
            <p:spPr>
              <a:xfrm>
                <a:off x="2227694" y="4182631"/>
                <a:ext cx="137661" cy="500340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4889" extrusionOk="0">
                    <a:moveTo>
                      <a:pt x="486" y="0"/>
                    </a:moveTo>
                    <a:cubicBezTo>
                      <a:pt x="367" y="0"/>
                      <a:pt x="27" y="943"/>
                      <a:pt x="0" y="1057"/>
                    </a:cubicBezTo>
                    <a:cubicBezTo>
                      <a:pt x="30" y="1237"/>
                      <a:pt x="80" y="1408"/>
                      <a:pt x="121" y="1578"/>
                    </a:cubicBezTo>
                    <a:cubicBezTo>
                      <a:pt x="311" y="1839"/>
                      <a:pt x="542" y="1879"/>
                      <a:pt x="672" y="2240"/>
                    </a:cubicBezTo>
                    <a:cubicBezTo>
                      <a:pt x="803" y="2601"/>
                      <a:pt x="793" y="3283"/>
                      <a:pt x="773" y="3685"/>
                    </a:cubicBezTo>
                    <a:cubicBezTo>
                      <a:pt x="753" y="4086"/>
                      <a:pt x="632" y="4407"/>
                      <a:pt x="652" y="4788"/>
                    </a:cubicBezTo>
                    <a:cubicBezTo>
                      <a:pt x="652" y="4828"/>
                      <a:pt x="662" y="4828"/>
                      <a:pt x="702" y="4848"/>
                    </a:cubicBezTo>
                    <a:cubicBezTo>
                      <a:pt x="751" y="4870"/>
                      <a:pt x="870" y="4889"/>
                      <a:pt x="992" y="4889"/>
                    </a:cubicBezTo>
                    <a:cubicBezTo>
                      <a:pt x="1095" y="4889"/>
                      <a:pt x="1200" y="4875"/>
                      <a:pt x="1264" y="4838"/>
                    </a:cubicBezTo>
                    <a:cubicBezTo>
                      <a:pt x="1274" y="4828"/>
                      <a:pt x="1314" y="4818"/>
                      <a:pt x="1304" y="4758"/>
                    </a:cubicBezTo>
                    <a:cubicBezTo>
                      <a:pt x="1294" y="4577"/>
                      <a:pt x="1314" y="4266"/>
                      <a:pt x="1304" y="4036"/>
                    </a:cubicBezTo>
                    <a:cubicBezTo>
                      <a:pt x="1304" y="3895"/>
                      <a:pt x="1344" y="3584"/>
                      <a:pt x="1334" y="3404"/>
                    </a:cubicBezTo>
                    <a:cubicBezTo>
                      <a:pt x="1304" y="2872"/>
                      <a:pt x="1224" y="2010"/>
                      <a:pt x="1224" y="1568"/>
                    </a:cubicBezTo>
                    <a:cubicBezTo>
                      <a:pt x="1234" y="1117"/>
                      <a:pt x="1344" y="1167"/>
                      <a:pt x="1053" y="926"/>
                    </a:cubicBezTo>
                    <a:cubicBezTo>
                      <a:pt x="763" y="696"/>
                      <a:pt x="582" y="415"/>
                      <a:pt x="522" y="64"/>
                    </a:cubicBezTo>
                    <a:cubicBezTo>
                      <a:pt x="516" y="20"/>
                      <a:pt x="503" y="0"/>
                      <a:pt x="4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19" name="Google Shape;15019;p50"/>
              <p:cNvSpPr/>
              <p:nvPr/>
            </p:nvSpPr>
            <p:spPr>
              <a:xfrm>
                <a:off x="2357063" y="4667416"/>
                <a:ext cx="4196" cy="10439"/>
              </a:xfrm>
              <a:custGeom>
                <a:avLst/>
                <a:gdLst/>
                <a:ahLst/>
                <a:cxnLst/>
                <a:rect l="l" t="t" r="r" b="b"/>
                <a:pathLst>
                  <a:path w="41" h="102" extrusionOk="0">
                    <a:moveTo>
                      <a:pt x="0" y="101"/>
                    </a:moveTo>
                    <a:cubicBezTo>
                      <a:pt x="0" y="101"/>
                      <a:pt x="0" y="101"/>
                      <a:pt x="0" y="101"/>
                    </a:cubicBezTo>
                    <a:cubicBezTo>
                      <a:pt x="0" y="101"/>
                      <a:pt x="0" y="101"/>
                      <a:pt x="0" y="101"/>
                    </a:cubicBezTo>
                    <a:close/>
                    <a:moveTo>
                      <a:pt x="0" y="101"/>
                    </a:moveTo>
                    <a:cubicBezTo>
                      <a:pt x="0" y="101"/>
                      <a:pt x="0" y="101"/>
                      <a:pt x="0" y="101"/>
                    </a:cubicBezTo>
                    <a:cubicBezTo>
                      <a:pt x="0" y="101"/>
                      <a:pt x="0" y="101"/>
                      <a:pt x="0" y="101"/>
                    </a:cubicBezTo>
                    <a:close/>
                    <a:moveTo>
                      <a:pt x="40" y="21"/>
                    </a:moveTo>
                    <a:cubicBezTo>
                      <a:pt x="40" y="21"/>
                      <a:pt x="40" y="21"/>
                      <a:pt x="40" y="21"/>
                    </a:cubicBezTo>
                    <a:lnTo>
                      <a:pt x="40" y="21"/>
                    </a:lnTo>
                    <a:cubicBezTo>
                      <a:pt x="40" y="21"/>
                      <a:pt x="40" y="21"/>
                      <a:pt x="40" y="21"/>
                    </a:cubicBezTo>
                    <a:close/>
                    <a:moveTo>
                      <a:pt x="40" y="21"/>
                    </a:move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lose/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lose/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lose/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lose/>
                    <a:moveTo>
                      <a:pt x="40" y="1"/>
                    </a:moveTo>
                    <a:lnTo>
                      <a:pt x="40" y="1"/>
                    </a:lnTo>
                    <a:lnTo>
                      <a:pt x="40" y="1"/>
                    </a:lnTo>
                    <a:close/>
                  </a:path>
                </a:pathLst>
              </a:custGeom>
              <a:solidFill>
                <a:srgbClr val="B4CB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20" name="Google Shape;15020;p50"/>
              <p:cNvSpPr/>
              <p:nvPr/>
            </p:nvSpPr>
            <p:spPr>
              <a:xfrm>
                <a:off x="2306707" y="4248640"/>
                <a:ext cx="55576" cy="34703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339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1" y="101"/>
                      <a:pt x="161" y="191"/>
                      <a:pt x="261" y="271"/>
                    </a:cubicBezTo>
                    <a:cubicBezTo>
                      <a:pt x="181" y="201"/>
                      <a:pt x="111" y="131"/>
                      <a:pt x="51" y="61"/>
                    </a:cubicBezTo>
                    <a:cubicBezTo>
                      <a:pt x="41" y="41"/>
                      <a:pt x="21" y="20"/>
                      <a:pt x="1" y="0"/>
                    </a:cubicBezTo>
                    <a:close/>
                    <a:moveTo>
                      <a:pt x="452" y="923"/>
                    </a:moveTo>
                    <a:cubicBezTo>
                      <a:pt x="452" y="931"/>
                      <a:pt x="452" y="939"/>
                      <a:pt x="452" y="948"/>
                    </a:cubicBezTo>
                    <a:lnTo>
                      <a:pt x="452" y="948"/>
                    </a:lnTo>
                    <a:cubicBezTo>
                      <a:pt x="452" y="940"/>
                      <a:pt x="452" y="931"/>
                      <a:pt x="452" y="923"/>
                    </a:cubicBezTo>
                    <a:close/>
                    <a:moveTo>
                      <a:pt x="452" y="948"/>
                    </a:moveTo>
                    <a:cubicBezTo>
                      <a:pt x="454" y="1272"/>
                      <a:pt x="493" y="1818"/>
                      <a:pt x="532" y="2287"/>
                    </a:cubicBezTo>
                    <a:lnTo>
                      <a:pt x="532" y="2287"/>
                    </a:lnTo>
                    <a:cubicBezTo>
                      <a:pt x="522" y="2167"/>
                      <a:pt x="512" y="2036"/>
                      <a:pt x="502" y="1906"/>
                    </a:cubicBezTo>
                    <a:cubicBezTo>
                      <a:pt x="482" y="1595"/>
                      <a:pt x="462" y="1294"/>
                      <a:pt x="462" y="1064"/>
                    </a:cubicBezTo>
                    <a:cubicBezTo>
                      <a:pt x="454" y="1023"/>
                      <a:pt x="452" y="983"/>
                      <a:pt x="452" y="948"/>
                    </a:cubicBezTo>
                    <a:close/>
                    <a:moveTo>
                      <a:pt x="542" y="3240"/>
                    </a:moveTo>
                    <a:lnTo>
                      <a:pt x="542" y="3240"/>
                    </a:lnTo>
                    <a:cubicBezTo>
                      <a:pt x="541" y="3247"/>
                      <a:pt x="540" y="3254"/>
                      <a:pt x="539" y="3261"/>
                    </a:cubicBezTo>
                    <a:lnTo>
                      <a:pt x="539" y="3261"/>
                    </a:lnTo>
                    <a:cubicBezTo>
                      <a:pt x="542" y="3254"/>
                      <a:pt x="542" y="3247"/>
                      <a:pt x="542" y="3240"/>
                    </a:cubicBezTo>
                    <a:close/>
                    <a:moveTo>
                      <a:pt x="539" y="3261"/>
                    </a:moveTo>
                    <a:lnTo>
                      <a:pt x="539" y="3261"/>
                    </a:lnTo>
                    <a:cubicBezTo>
                      <a:pt x="538" y="3264"/>
                      <a:pt x="535" y="3267"/>
                      <a:pt x="532" y="3270"/>
                    </a:cubicBezTo>
                    <a:cubicBezTo>
                      <a:pt x="532" y="3320"/>
                      <a:pt x="532" y="3361"/>
                      <a:pt x="532" y="3391"/>
                    </a:cubicBezTo>
                    <a:cubicBezTo>
                      <a:pt x="532" y="3355"/>
                      <a:pt x="532" y="3312"/>
                      <a:pt x="539" y="3261"/>
                    </a:cubicBezTo>
                    <a:close/>
                  </a:path>
                </a:pathLst>
              </a:custGeom>
              <a:solidFill>
                <a:srgbClr val="D3D4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21" name="Google Shape;15021;p50"/>
              <p:cNvSpPr/>
              <p:nvPr/>
            </p:nvSpPr>
            <p:spPr>
              <a:xfrm>
                <a:off x="2253383" y="4203508"/>
                <a:ext cx="110947" cy="44456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4344" extrusionOk="0">
                    <a:moveTo>
                      <a:pt x="301" y="0"/>
                    </a:moveTo>
                    <a:cubicBezTo>
                      <a:pt x="201" y="241"/>
                      <a:pt x="90" y="461"/>
                      <a:pt x="0" y="682"/>
                    </a:cubicBezTo>
                    <a:cubicBezTo>
                      <a:pt x="150" y="903"/>
                      <a:pt x="361" y="973"/>
                      <a:pt x="622" y="1224"/>
                    </a:cubicBezTo>
                    <a:cubicBezTo>
                      <a:pt x="963" y="1545"/>
                      <a:pt x="943" y="2347"/>
                      <a:pt x="953" y="2909"/>
                    </a:cubicBezTo>
                    <a:cubicBezTo>
                      <a:pt x="953" y="3250"/>
                      <a:pt x="893" y="3862"/>
                      <a:pt x="873" y="4343"/>
                    </a:cubicBezTo>
                    <a:lnTo>
                      <a:pt x="943" y="4343"/>
                    </a:lnTo>
                    <a:cubicBezTo>
                      <a:pt x="963" y="4343"/>
                      <a:pt x="983" y="4333"/>
                      <a:pt x="1003" y="4333"/>
                    </a:cubicBezTo>
                    <a:cubicBezTo>
                      <a:pt x="1023" y="4333"/>
                      <a:pt x="1043" y="4343"/>
                      <a:pt x="1053" y="4343"/>
                    </a:cubicBezTo>
                    <a:cubicBezTo>
                      <a:pt x="1053" y="4323"/>
                      <a:pt x="1053" y="4293"/>
                      <a:pt x="1053" y="4263"/>
                    </a:cubicBezTo>
                    <a:cubicBezTo>
                      <a:pt x="1053" y="4223"/>
                      <a:pt x="1053" y="4183"/>
                      <a:pt x="1053" y="4143"/>
                    </a:cubicBezTo>
                    <a:cubicBezTo>
                      <a:pt x="1053" y="4113"/>
                      <a:pt x="1053" y="4092"/>
                      <a:pt x="1053" y="4072"/>
                    </a:cubicBezTo>
                    <a:cubicBezTo>
                      <a:pt x="1053" y="4052"/>
                      <a:pt x="1053" y="4022"/>
                      <a:pt x="1053" y="4002"/>
                    </a:cubicBezTo>
                    <a:cubicBezTo>
                      <a:pt x="1053" y="3952"/>
                      <a:pt x="1053" y="3902"/>
                      <a:pt x="1053" y="3852"/>
                    </a:cubicBezTo>
                    <a:cubicBezTo>
                      <a:pt x="1053" y="3852"/>
                      <a:pt x="1053" y="3842"/>
                      <a:pt x="1053" y="3832"/>
                    </a:cubicBezTo>
                    <a:cubicBezTo>
                      <a:pt x="1053" y="3792"/>
                      <a:pt x="1053" y="3741"/>
                      <a:pt x="1063" y="3681"/>
                    </a:cubicBezTo>
                    <a:cubicBezTo>
                      <a:pt x="1063" y="3581"/>
                      <a:pt x="1073" y="3471"/>
                      <a:pt x="1083" y="3360"/>
                    </a:cubicBezTo>
                    <a:lnTo>
                      <a:pt x="1083" y="3350"/>
                    </a:lnTo>
                    <a:lnTo>
                      <a:pt x="1083" y="3330"/>
                    </a:lnTo>
                    <a:cubicBezTo>
                      <a:pt x="1083" y="3300"/>
                      <a:pt x="1083" y="3280"/>
                      <a:pt x="1083" y="3250"/>
                    </a:cubicBezTo>
                    <a:cubicBezTo>
                      <a:pt x="1083" y="3240"/>
                      <a:pt x="1083" y="3220"/>
                      <a:pt x="1083" y="3200"/>
                    </a:cubicBezTo>
                    <a:cubicBezTo>
                      <a:pt x="1083" y="3170"/>
                      <a:pt x="1083" y="3140"/>
                      <a:pt x="1073" y="3109"/>
                    </a:cubicBezTo>
                    <a:cubicBezTo>
                      <a:pt x="1073" y="2989"/>
                      <a:pt x="1063" y="2859"/>
                      <a:pt x="1053" y="2728"/>
                    </a:cubicBezTo>
                    <a:cubicBezTo>
                      <a:pt x="1013" y="2247"/>
                      <a:pt x="973" y="1685"/>
                      <a:pt x="973" y="1364"/>
                    </a:cubicBezTo>
                    <a:cubicBezTo>
                      <a:pt x="983" y="1304"/>
                      <a:pt x="983" y="1254"/>
                      <a:pt x="983" y="1214"/>
                    </a:cubicBezTo>
                    <a:cubicBezTo>
                      <a:pt x="1003" y="943"/>
                      <a:pt x="1043" y="943"/>
                      <a:pt x="863" y="782"/>
                    </a:cubicBezTo>
                    <a:cubicBezTo>
                      <a:pt x="843" y="762"/>
                      <a:pt x="823" y="742"/>
                      <a:pt x="802" y="722"/>
                    </a:cubicBezTo>
                    <a:cubicBezTo>
                      <a:pt x="792" y="722"/>
                      <a:pt x="792" y="712"/>
                      <a:pt x="782" y="712"/>
                    </a:cubicBezTo>
                    <a:cubicBezTo>
                      <a:pt x="682" y="632"/>
                      <a:pt x="602" y="542"/>
                      <a:pt x="522" y="441"/>
                    </a:cubicBezTo>
                    <a:cubicBezTo>
                      <a:pt x="421" y="331"/>
                      <a:pt x="351" y="201"/>
                      <a:pt x="311" y="10"/>
                    </a:cubicBezTo>
                    <a:cubicBezTo>
                      <a:pt x="311" y="10"/>
                      <a:pt x="311" y="0"/>
                      <a:pt x="301" y="0"/>
                    </a:cubicBezTo>
                    <a:close/>
                  </a:path>
                </a:pathLst>
              </a:custGeom>
              <a:solidFill>
                <a:srgbClr val="E0D4C7">
                  <a:alpha val="44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22" name="Google Shape;15022;p50"/>
              <p:cNvSpPr/>
              <p:nvPr/>
            </p:nvSpPr>
            <p:spPr>
              <a:xfrm>
                <a:off x="2231788" y="4299913"/>
                <a:ext cx="86281" cy="246537"/>
              </a:xfrm>
              <a:custGeom>
                <a:avLst/>
                <a:gdLst/>
                <a:ahLst/>
                <a:cxnLst/>
                <a:rect l="l" t="t" r="r" b="b"/>
                <a:pathLst>
                  <a:path w="843" h="2409" extrusionOk="0">
                    <a:moveTo>
                      <a:pt x="121" y="1"/>
                    </a:moveTo>
                    <a:cubicBezTo>
                      <a:pt x="81" y="31"/>
                      <a:pt x="40" y="71"/>
                      <a:pt x="0" y="111"/>
                    </a:cubicBezTo>
                    <a:cubicBezTo>
                      <a:pt x="30" y="212"/>
                      <a:pt x="51" y="332"/>
                      <a:pt x="81" y="432"/>
                    </a:cubicBezTo>
                    <a:cubicBezTo>
                      <a:pt x="271" y="693"/>
                      <a:pt x="502" y="743"/>
                      <a:pt x="632" y="1094"/>
                    </a:cubicBezTo>
                    <a:cubicBezTo>
                      <a:pt x="763" y="1435"/>
                      <a:pt x="733" y="2017"/>
                      <a:pt x="743" y="2408"/>
                    </a:cubicBezTo>
                    <a:cubicBezTo>
                      <a:pt x="743" y="1947"/>
                      <a:pt x="843" y="1435"/>
                      <a:pt x="823" y="974"/>
                    </a:cubicBezTo>
                    <a:cubicBezTo>
                      <a:pt x="803" y="512"/>
                      <a:pt x="392" y="312"/>
                      <a:pt x="121" y="1"/>
                    </a:cubicBezTo>
                    <a:close/>
                  </a:path>
                </a:pathLst>
              </a:custGeom>
              <a:solidFill>
                <a:srgbClr val="E0D4C7">
                  <a:alpha val="44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23" name="Google Shape;15023;p50"/>
              <p:cNvSpPr/>
              <p:nvPr/>
            </p:nvSpPr>
            <p:spPr>
              <a:xfrm>
                <a:off x="1472049" y="4249664"/>
                <a:ext cx="127426" cy="522855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5109" extrusionOk="0">
                    <a:moveTo>
                      <a:pt x="432" y="0"/>
                    </a:moveTo>
                    <a:cubicBezTo>
                      <a:pt x="282" y="472"/>
                      <a:pt x="141" y="943"/>
                      <a:pt x="1" y="1425"/>
                    </a:cubicBezTo>
                    <a:cubicBezTo>
                      <a:pt x="61" y="1786"/>
                      <a:pt x="131" y="2107"/>
                      <a:pt x="262" y="2468"/>
                    </a:cubicBezTo>
                    <a:cubicBezTo>
                      <a:pt x="392" y="2829"/>
                      <a:pt x="522" y="3040"/>
                      <a:pt x="512" y="3471"/>
                    </a:cubicBezTo>
                    <a:cubicBezTo>
                      <a:pt x="512" y="3902"/>
                      <a:pt x="362" y="4474"/>
                      <a:pt x="322" y="4935"/>
                    </a:cubicBezTo>
                    <a:cubicBezTo>
                      <a:pt x="322" y="4986"/>
                      <a:pt x="282" y="5026"/>
                      <a:pt x="352" y="5066"/>
                    </a:cubicBezTo>
                    <a:cubicBezTo>
                      <a:pt x="410" y="5091"/>
                      <a:pt x="515" y="5109"/>
                      <a:pt x="618" y="5109"/>
                    </a:cubicBezTo>
                    <a:cubicBezTo>
                      <a:pt x="640" y="5109"/>
                      <a:pt x="662" y="5108"/>
                      <a:pt x="683" y="5106"/>
                    </a:cubicBezTo>
                    <a:cubicBezTo>
                      <a:pt x="793" y="5106"/>
                      <a:pt x="944" y="5106"/>
                      <a:pt x="1094" y="5056"/>
                    </a:cubicBezTo>
                    <a:cubicBezTo>
                      <a:pt x="1124" y="5046"/>
                      <a:pt x="1174" y="5046"/>
                      <a:pt x="1174" y="4945"/>
                    </a:cubicBezTo>
                    <a:cubicBezTo>
                      <a:pt x="1174" y="4835"/>
                      <a:pt x="1174" y="4614"/>
                      <a:pt x="1184" y="4434"/>
                    </a:cubicBezTo>
                    <a:cubicBezTo>
                      <a:pt x="1194" y="4253"/>
                      <a:pt x="1245" y="4053"/>
                      <a:pt x="1204" y="3832"/>
                    </a:cubicBezTo>
                    <a:cubicBezTo>
                      <a:pt x="1114" y="3321"/>
                      <a:pt x="974" y="3020"/>
                      <a:pt x="984" y="2408"/>
                    </a:cubicBezTo>
                    <a:cubicBezTo>
                      <a:pt x="994" y="1796"/>
                      <a:pt x="1054" y="823"/>
                      <a:pt x="1094" y="141"/>
                    </a:cubicBezTo>
                    <a:cubicBezTo>
                      <a:pt x="873" y="81"/>
                      <a:pt x="653" y="51"/>
                      <a:pt x="4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24" name="Google Shape;15024;p50"/>
              <p:cNvSpPr/>
              <p:nvPr/>
            </p:nvSpPr>
            <p:spPr>
              <a:xfrm>
                <a:off x="1472049" y="4360498"/>
                <a:ext cx="78195" cy="367605"/>
              </a:xfrm>
              <a:custGeom>
                <a:avLst/>
                <a:gdLst/>
                <a:ahLst/>
                <a:cxnLst/>
                <a:rect l="l" t="t" r="r" b="b"/>
                <a:pathLst>
                  <a:path w="764" h="3592" extrusionOk="0">
                    <a:moveTo>
                      <a:pt x="272" y="1"/>
                    </a:moveTo>
                    <a:cubicBezTo>
                      <a:pt x="181" y="101"/>
                      <a:pt x="91" y="231"/>
                      <a:pt x="1" y="342"/>
                    </a:cubicBezTo>
                    <a:cubicBezTo>
                      <a:pt x="71" y="703"/>
                      <a:pt x="131" y="1034"/>
                      <a:pt x="262" y="1385"/>
                    </a:cubicBezTo>
                    <a:cubicBezTo>
                      <a:pt x="392" y="1726"/>
                      <a:pt x="522" y="1987"/>
                      <a:pt x="512" y="2378"/>
                    </a:cubicBezTo>
                    <a:cubicBezTo>
                      <a:pt x="512" y="2769"/>
                      <a:pt x="402" y="3190"/>
                      <a:pt x="352" y="3592"/>
                    </a:cubicBezTo>
                    <a:cubicBezTo>
                      <a:pt x="392" y="3572"/>
                      <a:pt x="432" y="3572"/>
                      <a:pt x="472" y="3572"/>
                    </a:cubicBezTo>
                    <a:cubicBezTo>
                      <a:pt x="484" y="3574"/>
                      <a:pt x="495" y="3575"/>
                      <a:pt x="507" y="3575"/>
                    </a:cubicBezTo>
                    <a:cubicBezTo>
                      <a:pt x="553" y="3575"/>
                      <a:pt x="596" y="3548"/>
                      <a:pt x="653" y="3411"/>
                    </a:cubicBezTo>
                    <a:cubicBezTo>
                      <a:pt x="763" y="3160"/>
                      <a:pt x="743" y="2498"/>
                      <a:pt x="723" y="2167"/>
                    </a:cubicBezTo>
                    <a:cubicBezTo>
                      <a:pt x="713" y="1826"/>
                      <a:pt x="713" y="1676"/>
                      <a:pt x="593" y="1325"/>
                    </a:cubicBezTo>
                    <a:cubicBezTo>
                      <a:pt x="462" y="974"/>
                      <a:pt x="312" y="422"/>
                      <a:pt x="272" y="1"/>
                    </a:cubicBezTo>
                    <a:close/>
                  </a:path>
                </a:pathLst>
              </a:custGeom>
              <a:solidFill>
                <a:srgbClr val="E0D4C7">
                  <a:alpha val="44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25" name="Google Shape;15025;p50"/>
              <p:cNvSpPr/>
              <p:nvPr/>
            </p:nvSpPr>
            <p:spPr>
              <a:xfrm>
                <a:off x="1516264" y="4254781"/>
                <a:ext cx="67858" cy="244388"/>
              </a:xfrm>
              <a:custGeom>
                <a:avLst/>
                <a:gdLst/>
                <a:ahLst/>
                <a:cxnLst/>
                <a:rect l="l" t="t" r="r" b="b"/>
                <a:pathLst>
                  <a:path w="663" h="2388" extrusionOk="0">
                    <a:moveTo>
                      <a:pt x="251" y="1"/>
                    </a:moveTo>
                    <a:cubicBezTo>
                      <a:pt x="171" y="191"/>
                      <a:pt x="80" y="372"/>
                      <a:pt x="0" y="562"/>
                    </a:cubicBezTo>
                    <a:cubicBezTo>
                      <a:pt x="161" y="863"/>
                      <a:pt x="281" y="1094"/>
                      <a:pt x="291" y="1445"/>
                    </a:cubicBezTo>
                    <a:cubicBezTo>
                      <a:pt x="301" y="1796"/>
                      <a:pt x="492" y="2057"/>
                      <a:pt x="552" y="2388"/>
                    </a:cubicBezTo>
                    <a:cubicBezTo>
                      <a:pt x="572" y="1626"/>
                      <a:pt x="612" y="853"/>
                      <a:pt x="662" y="81"/>
                    </a:cubicBezTo>
                    <a:cubicBezTo>
                      <a:pt x="522" y="61"/>
                      <a:pt x="391" y="31"/>
                      <a:pt x="251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26" name="Google Shape;15026;p50"/>
              <p:cNvSpPr/>
              <p:nvPr/>
            </p:nvSpPr>
            <p:spPr>
              <a:xfrm>
                <a:off x="894082" y="3658036"/>
                <a:ext cx="142778" cy="90776"/>
              </a:xfrm>
              <a:custGeom>
                <a:avLst/>
                <a:gdLst/>
                <a:ahLst/>
                <a:cxnLst/>
                <a:rect l="l" t="t" r="r" b="b"/>
                <a:pathLst>
                  <a:path w="1395" h="887" extrusionOk="0">
                    <a:moveTo>
                      <a:pt x="461" y="1"/>
                    </a:moveTo>
                    <a:cubicBezTo>
                      <a:pt x="225" y="1"/>
                      <a:pt x="30" y="88"/>
                      <a:pt x="21" y="385"/>
                    </a:cubicBezTo>
                    <a:cubicBezTo>
                      <a:pt x="1" y="716"/>
                      <a:pt x="382" y="887"/>
                      <a:pt x="693" y="887"/>
                    </a:cubicBezTo>
                    <a:cubicBezTo>
                      <a:pt x="803" y="887"/>
                      <a:pt x="994" y="866"/>
                      <a:pt x="1064" y="866"/>
                    </a:cubicBezTo>
                    <a:cubicBezTo>
                      <a:pt x="1224" y="866"/>
                      <a:pt x="1284" y="856"/>
                      <a:pt x="1395" y="786"/>
                    </a:cubicBezTo>
                    <a:cubicBezTo>
                      <a:pt x="1375" y="686"/>
                      <a:pt x="1385" y="475"/>
                      <a:pt x="1274" y="435"/>
                    </a:cubicBezTo>
                    <a:cubicBezTo>
                      <a:pt x="1164" y="395"/>
                      <a:pt x="1114" y="415"/>
                      <a:pt x="1014" y="305"/>
                    </a:cubicBezTo>
                    <a:cubicBezTo>
                      <a:pt x="903" y="204"/>
                      <a:pt x="713" y="4"/>
                      <a:pt x="542" y="4"/>
                    </a:cubicBezTo>
                    <a:cubicBezTo>
                      <a:pt x="515" y="2"/>
                      <a:pt x="488" y="1"/>
                      <a:pt x="4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27" name="Google Shape;15027;p50"/>
              <p:cNvSpPr/>
              <p:nvPr/>
            </p:nvSpPr>
            <p:spPr>
              <a:xfrm>
                <a:off x="905341" y="3656296"/>
                <a:ext cx="95800" cy="47793"/>
              </a:xfrm>
              <a:custGeom>
                <a:avLst/>
                <a:gdLst/>
                <a:ahLst/>
                <a:cxnLst/>
                <a:rect l="l" t="t" r="r" b="b"/>
                <a:pathLst>
                  <a:path w="936" h="467" extrusionOk="0">
                    <a:moveTo>
                      <a:pt x="11" y="121"/>
                    </a:moveTo>
                    <a:cubicBezTo>
                      <a:pt x="7" y="125"/>
                      <a:pt x="3" y="129"/>
                      <a:pt x="1" y="131"/>
                    </a:cubicBezTo>
                    <a:lnTo>
                      <a:pt x="1" y="131"/>
                    </a:lnTo>
                    <a:cubicBezTo>
                      <a:pt x="11" y="131"/>
                      <a:pt x="11" y="121"/>
                      <a:pt x="11" y="121"/>
                    </a:cubicBezTo>
                    <a:close/>
                    <a:moveTo>
                      <a:pt x="351" y="1"/>
                    </a:moveTo>
                    <a:cubicBezTo>
                      <a:pt x="219" y="1"/>
                      <a:pt x="79" y="70"/>
                      <a:pt x="21" y="111"/>
                    </a:cubicBezTo>
                    <a:cubicBezTo>
                      <a:pt x="17" y="115"/>
                      <a:pt x="14" y="118"/>
                      <a:pt x="11" y="121"/>
                    </a:cubicBezTo>
                    <a:lnTo>
                      <a:pt x="11" y="121"/>
                    </a:lnTo>
                    <a:cubicBezTo>
                      <a:pt x="17" y="205"/>
                      <a:pt x="75" y="223"/>
                      <a:pt x="148" y="223"/>
                    </a:cubicBezTo>
                    <a:cubicBezTo>
                      <a:pt x="206" y="223"/>
                      <a:pt x="274" y="211"/>
                      <a:pt x="332" y="211"/>
                    </a:cubicBezTo>
                    <a:cubicBezTo>
                      <a:pt x="472" y="211"/>
                      <a:pt x="743" y="422"/>
                      <a:pt x="843" y="462"/>
                    </a:cubicBezTo>
                    <a:cubicBezTo>
                      <a:pt x="855" y="466"/>
                      <a:pt x="864" y="467"/>
                      <a:pt x="872" y="467"/>
                    </a:cubicBezTo>
                    <a:cubicBezTo>
                      <a:pt x="936" y="467"/>
                      <a:pt x="906" y="370"/>
                      <a:pt x="924" y="352"/>
                    </a:cubicBezTo>
                    <a:lnTo>
                      <a:pt x="904" y="332"/>
                    </a:lnTo>
                    <a:cubicBezTo>
                      <a:pt x="793" y="191"/>
                      <a:pt x="593" y="61"/>
                      <a:pt x="432" y="11"/>
                    </a:cubicBezTo>
                    <a:cubicBezTo>
                      <a:pt x="406" y="4"/>
                      <a:pt x="379" y="1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28" name="Google Shape;15028;p50"/>
              <p:cNvSpPr/>
              <p:nvPr/>
            </p:nvSpPr>
            <p:spPr>
              <a:xfrm>
                <a:off x="891012" y="3668065"/>
                <a:ext cx="124355" cy="76653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749" extrusionOk="0">
                    <a:moveTo>
                      <a:pt x="424" y="0"/>
                    </a:moveTo>
                    <a:cubicBezTo>
                      <a:pt x="400" y="0"/>
                      <a:pt x="376" y="2"/>
                      <a:pt x="352" y="6"/>
                    </a:cubicBezTo>
                    <a:cubicBezTo>
                      <a:pt x="51" y="46"/>
                      <a:pt x="0" y="337"/>
                      <a:pt x="151" y="528"/>
                    </a:cubicBezTo>
                    <a:cubicBezTo>
                      <a:pt x="301" y="708"/>
                      <a:pt x="622" y="748"/>
                      <a:pt x="803" y="748"/>
                    </a:cubicBezTo>
                    <a:lnTo>
                      <a:pt x="953" y="748"/>
                    </a:lnTo>
                    <a:cubicBezTo>
                      <a:pt x="994" y="743"/>
                      <a:pt x="1026" y="741"/>
                      <a:pt x="1062" y="741"/>
                    </a:cubicBezTo>
                    <a:cubicBezTo>
                      <a:pt x="1099" y="741"/>
                      <a:pt x="1139" y="743"/>
                      <a:pt x="1194" y="748"/>
                    </a:cubicBezTo>
                    <a:cubicBezTo>
                      <a:pt x="1194" y="648"/>
                      <a:pt x="1214" y="558"/>
                      <a:pt x="1214" y="458"/>
                    </a:cubicBezTo>
                    <a:cubicBezTo>
                      <a:pt x="1001" y="263"/>
                      <a:pt x="712" y="0"/>
                      <a:pt x="424" y="0"/>
                    </a:cubicBezTo>
                    <a:close/>
                  </a:path>
                </a:pathLst>
              </a:custGeom>
              <a:solidFill>
                <a:srgbClr val="986F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29" name="Google Shape;15029;p50"/>
              <p:cNvSpPr/>
              <p:nvPr/>
            </p:nvSpPr>
            <p:spPr>
              <a:xfrm>
                <a:off x="898176" y="3667656"/>
                <a:ext cx="114120" cy="77062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753" extrusionOk="0">
                    <a:moveTo>
                      <a:pt x="342" y="0"/>
                    </a:moveTo>
                    <a:cubicBezTo>
                      <a:pt x="322" y="0"/>
                      <a:pt x="302" y="0"/>
                      <a:pt x="282" y="10"/>
                    </a:cubicBezTo>
                    <a:cubicBezTo>
                      <a:pt x="91" y="30"/>
                      <a:pt x="1" y="161"/>
                      <a:pt x="1" y="301"/>
                    </a:cubicBezTo>
                    <a:cubicBezTo>
                      <a:pt x="1" y="381"/>
                      <a:pt x="31" y="462"/>
                      <a:pt x="81" y="532"/>
                    </a:cubicBezTo>
                    <a:cubicBezTo>
                      <a:pt x="231" y="712"/>
                      <a:pt x="552" y="752"/>
                      <a:pt x="733" y="752"/>
                    </a:cubicBezTo>
                    <a:lnTo>
                      <a:pt x="883" y="752"/>
                    </a:lnTo>
                    <a:cubicBezTo>
                      <a:pt x="924" y="742"/>
                      <a:pt x="954" y="742"/>
                      <a:pt x="984" y="742"/>
                    </a:cubicBezTo>
                    <a:lnTo>
                      <a:pt x="1024" y="742"/>
                    </a:lnTo>
                    <a:cubicBezTo>
                      <a:pt x="1044" y="662"/>
                      <a:pt x="1064" y="572"/>
                      <a:pt x="1104" y="482"/>
                    </a:cubicBezTo>
                    <a:cubicBezTo>
                      <a:pt x="1104" y="462"/>
                      <a:pt x="1114" y="451"/>
                      <a:pt x="1114" y="441"/>
                    </a:cubicBezTo>
                    <a:cubicBezTo>
                      <a:pt x="903" y="241"/>
                      <a:pt x="623" y="0"/>
                      <a:pt x="3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30" name="Google Shape;15030;p50"/>
              <p:cNvSpPr/>
              <p:nvPr/>
            </p:nvSpPr>
            <p:spPr>
              <a:xfrm>
                <a:off x="984457" y="3624878"/>
                <a:ext cx="1423996" cy="1212115"/>
              </a:xfrm>
              <a:custGeom>
                <a:avLst/>
                <a:gdLst/>
                <a:ahLst/>
                <a:cxnLst/>
                <a:rect l="l" t="t" r="r" b="b"/>
                <a:pathLst>
                  <a:path w="13913" h="11844" extrusionOk="0">
                    <a:moveTo>
                      <a:pt x="1394" y="0"/>
                    </a:moveTo>
                    <a:cubicBezTo>
                      <a:pt x="1229" y="0"/>
                      <a:pt x="1098" y="66"/>
                      <a:pt x="953" y="117"/>
                    </a:cubicBezTo>
                    <a:cubicBezTo>
                      <a:pt x="783" y="177"/>
                      <a:pt x="632" y="218"/>
                      <a:pt x="542" y="368"/>
                    </a:cubicBezTo>
                    <a:cubicBezTo>
                      <a:pt x="361" y="619"/>
                      <a:pt x="171" y="1010"/>
                      <a:pt x="181" y="1291"/>
                    </a:cubicBezTo>
                    <a:cubicBezTo>
                      <a:pt x="191" y="1582"/>
                      <a:pt x="191" y="1582"/>
                      <a:pt x="291" y="1863"/>
                    </a:cubicBezTo>
                    <a:cubicBezTo>
                      <a:pt x="391" y="2153"/>
                      <a:pt x="412" y="2725"/>
                      <a:pt x="271" y="3036"/>
                    </a:cubicBezTo>
                    <a:cubicBezTo>
                      <a:pt x="141" y="3337"/>
                      <a:pt x="0" y="3598"/>
                      <a:pt x="70" y="3879"/>
                    </a:cubicBezTo>
                    <a:cubicBezTo>
                      <a:pt x="141" y="4170"/>
                      <a:pt x="161" y="4340"/>
                      <a:pt x="422" y="4440"/>
                    </a:cubicBezTo>
                    <a:cubicBezTo>
                      <a:pt x="524" y="4478"/>
                      <a:pt x="659" y="4500"/>
                      <a:pt x="796" y="4500"/>
                    </a:cubicBezTo>
                    <a:cubicBezTo>
                      <a:pt x="1023" y="4500"/>
                      <a:pt x="1258" y="4440"/>
                      <a:pt x="1364" y="4290"/>
                    </a:cubicBezTo>
                    <a:cubicBezTo>
                      <a:pt x="1535" y="4039"/>
                      <a:pt x="1655" y="3818"/>
                      <a:pt x="1846" y="3598"/>
                    </a:cubicBezTo>
                    <a:cubicBezTo>
                      <a:pt x="2227" y="4079"/>
                      <a:pt x="2488" y="4410"/>
                      <a:pt x="2759" y="5012"/>
                    </a:cubicBezTo>
                    <a:cubicBezTo>
                      <a:pt x="3029" y="5614"/>
                      <a:pt x="3371" y="6406"/>
                      <a:pt x="4063" y="6707"/>
                    </a:cubicBezTo>
                    <a:cubicBezTo>
                      <a:pt x="3932" y="7018"/>
                      <a:pt x="3832" y="7219"/>
                      <a:pt x="3692" y="7540"/>
                    </a:cubicBezTo>
                    <a:cubicBezTo>
                      <a:pt x="3541" y="7861"/>
                      <a:pt x="3401" y="8162"/>
                      <a:pt x="3371" y="8573"/>
                    </a:cubicBezTo>
                    <a:cubicBezTo>
                      <a:pt x="3330" y="8994"/>
                      <a:pt x="3210" y="9666"/>
                      <a:pt x="3170" y="10067"/>
                    </a:cubicBezTo>
                    <a:cubicBezTo>
                      <a:pt x="3140" y="10469"/>
                      <a:pt x="2909" y="11030"/>
                      <a:pt x="2879" y="11281"/>
                    </a:cubicBezTo>
                    <a:cubicBezTo>
                      <a:pt x="2839" y="11532"/>
                      <a:pt x="2668" y="11642"/>
                      <a:pt x="2809" y="11722"/>
                    </a:cubicBezTo>
                    <a:cubicBezTo>
                      <a:pt x="2893" y="11770"/>
                      <a:pt x="3087" y="11843"/>
                      <a:pt x="3268" y="11843"/>
                    </a:cubicBezTo>
                    <a:cubicBezTo>
                      <a:pt x="3391" y="11843"/>
                      <a:pt x="3508" y="11810"/>
                      <a:pt x="3581" y="11712"/>
                    </a:cubicBezTo>
                    <a:cubicBezTo>
                      <a:pt x="3762" y="11462"/>
                      <a:pt x="3661" y="11131"/>
                      <a:pt x="3742" y="10629"/>
                    </a:cubicBezTo>
                    <a:cubicBezTo>
                      <a:pt x="3822" y="10138"/>
                      <a:pt x="3802" y="9275"/>
                      <a:pt x="4083" y="8593"/>
                    </a:cubicBezTo>
                    <a:cubicBezTo>
                      <a:pt x="4354" y="7921"/>
                      <a:pt x="5186" y="6998"/>
                      <a:pt x="5698" y="6386"/>
                    </a:cubicBezTo>
                    <a:cubicBezTo>
                      <a:pt x="5746" y="6387"/>
                      <a:pt x="5794" y="6387"/>
                      <a:pt x="5843" y="6387"/>
                    </a:cubicBezTo>
                    <a:cubicBezTo>
                      <a:pt x="6769" y="6387"/>
                      <a:pt x="7710" y="6295"/>
                      <a:pt x="8596" y="6085"/>
                    </a:cubicBezTo>
                    <a:cubicBezTo>
                      <a:pt x="9519" y="5865"/>
                      <a:pt x="10412" y="5624"/>
                      <a:pt x="11194" y="5092"/>
                    </a:cubicBezTo>
                    <a:cubicBezTo>
                      <a:pt x="11199" y="5087"/>
                      <a:pt x="11202" y="5082"/>
                      <a:pt x="11203" y="5082"/>
                    </a:cubicBezTo>
                    <a:cubicBezTo>
                      <a:pt x="11204" y="5082"/>
                      <a:pt x="11204" y="5087"/>
                      <a:pt x="11204" y="5102"/>
                    </a:cubicBezTo>
                    <a:cubicBezTo>
                      <a:pt x="11245" y="5674"/>
                      <a:pt x="11295" y="6316"/>
                      <a:pt x="11395" y="6888"/>
                    </a:cubicBezTo>
                    <a:cubicBezTo>
                      <a:pt x="11485" y="7460"/>
                      <a:pt x="11545" y="8152"/>
                      <a:pt x="11515" y="8683"/>
                    </a:cubicBezTo>
                    <a:cubicBezTo>
                      <a:pt x="11485" y="9205"/>
                      <a:pt x="11265" y="9977"/>
                      <a:pt x="11184" y="10308"/>
                    </a:cubicBezTo>
                    <a:cubicBezTo>
                      <a:pt x="11094" y="10639"/>
                      <a:pt x="10903" y="10699"/>
                      <a:pt x="11014" y="10870"/>
                    </a:cubicBezTo>
                    <a:cubicBezTo>
                      <a:pt x="11064" y="10948"/>
                      <a:pt x="11193" y="10980"/>
                      <a:pt x="11336" y="10980"/>
                    </a:cubicBezTo>
                    <a:cubicBezTo>
                      <a:pt x="11506" y="10980"/>
                      <a:pt x="11697" y="10935"/>
                      <a:pt x="11806" y="10870"/>
                    </a:cubicBezTo>
                    <a:cubicBezTo>
                      <a:pt x="11997" y="10750"/>
                      <a:pt x="11987" y="10479"/>
                      <a:pt x="11967" y="10158"/>
                    </a:cubicBezTo>
                    <a:cubicBezTo>
                      <a:pt x="11937" y="9837"/>
                      <a:pt x="11987" y="9275"/>
                      <a:pt x="12107" y="8894"/>
                    </a:cubicBezTo>
                    <a:cubicBezTo>
                      <a:pt x="12227" y="8513"/>
                      <a:pt x="12338" y="8292"/>
                      <a:pt x="12318" y="7851"/>
                    </a:cubicBezTo>
                    <a:cubicBezTo>
                      <a:pt x="12308" y="7419"/>
                      <a:pt x="12167" y="7098"/>
                      <a:pt x="12328" y="6557"/>
                    </a:cubicBezTo>
                    <a:cubicBezTo>
                      <a:pt x="12478" y="6025"/>
                      <a:pt x="12869" y="5413"/>
                      <a:pt x="13060" y="4731"/>
                    </a:cubicBezTo>
                    <a:cubicBezTo>
                      <a:pt x="13241" y="4049"/>
                      <a:pt x="13712" y="3106"/>
                      <a:pt x="13852" y="2364"/>
                    </a:cubicBezTo>
                    <a:cubicBezTo>
                      <a:pt x="13913" y="2023"/>
                      <a:pt x="13883" y="1822"/>
                      <a:pt x="13732" y="1491"/>
                    </a:cubicBezTo>
                    <a:cubicBezTo>
                      <a:pt x="13582" y="1150"/>
                      <a:pt x="13241" y="900"/>
                      <a:pt x="12869" y="739"/>
                    </a:cubicBezTo>
                    <a:cubicBezTo>
                      <a:pt x="12498" y="569"/>
                      <a:pt x="12087" y="338"/>
                      <a:pt x="11656" y="318"/>
                    </a:cubicBezTo>
                    <a:cubicBezTo>
                      <a:pt x="11609" y="315"/>
                      <a:pt x="11561" y="314"/>
                      <a:pt x="11512" y="314"/>
                    </a:cubicBezTo>
                    <a:cubicBezTo>
                      <a:pt x="11009" y="314"/>
                      <a:pt x="10419" y="448"/>
                      <a:pt x="9971" y="549"/>
                    </a:cubicBezTo>
                    <a:cubicBezTo>
                      <a:pt x="9614" y="629"/>
                      <a:pt x="9194" y="661"/>
                      <a:pt x="8773" y="661"/>
                    </a:cubicBezTo>
                    <a:cubicBezTo>
                      <a:pt x="8141" y="661"/>
                      <a:pt x="7505" y="589"/>
                      <a:pt x="7072" y="498"/>
                    </a:cubicBezTo>
                    <a:cubicBezTo>
                      <a:pt x="6665" y="415"/>
                      <a:pt x="6314" y="381"/>
                      <a:pt x="6003" y="381"/>
                    </a:cubicBezTo>
                    <a:cubicBezTo>
                      <a:pt x="5754" y="381"/>
                      <a:pt x="5532" y="403"/>
                      <a:pt x="5326" y="438"/>
                    </a:cubicBezTo>
                    <a:cubicBezTo>
                      <a:pt x="4865" y="518"/>
                      <a:pt x="4343" y="709"/>
                      <a:pt x="4143" y="719"/>
                    </a:cubicBezTo>
                    <a:cubicBezTo>
                      <a:pt x="4021" y="726"/>
                      <a:pt x="3909" y="730"/>
                      <a:pt x="3806" y="730"/>
                    </a:cubicBezTo>
                    <a:cubicBezTo>
                      <a:pt x="3312" y="730"/>
                      <a:pt x="2998" y="647"/>
                      <a:pt x="2608" y="448"/>
                    </a:cubicBezTo>
                    <a:cubicBezTo>
                      <a:pt x="2137" y="218"/>
                      <a:pt x="1956" y="57"/>
                      <a:pt x="1485" y="7"/>
                    </a:cubicBezTo>
                    <a:cubicBezTo>
                      <a:pt x="1453" y="2"/>
                      <a:pt x="1423" y="0"/>
                      <a:pt x="1394" y="0"/>
                    </a:cubicBezTo>
                    <a:close/>
                  </a:path>
                </a:pathLst>
              </a:custGeom>
              <a:solidFill>
                <a:srgbClr val="E0D4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31" name="Google Shape;15031;p50"/>
              <p:cNvSpPr/>
              <p:nvPr/>
            </p:nvSpPr>
            <p:spPr>
              <a:xfrm>
                <a:off x="984457" y="3624878"/>
                <a:ext cx="1423996" cy="1212115"/>
              </a:xfrm>
              <a:custGeom>
                <a:avLst/>
                <a:gdLst/>
                <a:ahLst/>
                <a:cxnLst/>
                <a:rect l="l" t="t" r="r" b="b"/>
                <a:pathLst>
                  <a:path w="13913" h="11844" extrusionOk="0">
                    <a:moveTo>
                      <a:pt x="1394" y="0"/>
                    </a:moveTo>
                    <a:cubicBezTo>
                      <a:pt x="1229" y="0"/>
                      <a:pt x="1098" y="66"/>
                      <a:pt x="953" y="117"/>
                    </a:cubicBezTo>
                    <a:cubicBezTo>
                      <a:pt x="783" y="177"/>
                      <a:pt x="632" y="218"/>
                      <a:pt x="542" y="368"/>
                    </a:cubicBezTo>
                    <a:cubicBezTo>
                      <a:pt x="361" y="619"/>
                      <a:pt x="171" y="1010"/>
                      <a:pt x="181" y="1291"/>
                    </a:cubicBezTo>
                    <a:cubicBezTo>
                      <a:pt x="191" y="1582"/>
                      <a:pt x="191" y="1582"/>
                      <a:pt x="291" y="1863"/>
                    </a:cubicBezTo>
                    <a:cubicBezTo>
                      <a:pt x="391" y="2153"/>
                      <a:pt x="412" y="2725"/>
                      <a:pt x="271" y="3036"/>
                    </a:cubicBezTo>
                    <a:cubicBezTo>
                      <a:pt x="141" y="3337"/>
                      <a:pt x="0" y="3598"/>
                      <a:pt x="70" y="3879"/>
                    </a:cubicBezTo>
                    <a:cubicBezTo>
                      <a:pt x="141" y="4170"/>
                      <a:pt x="161" y="4340"/>
                      <a:pt x="422" y="4440"/>
                    </a:cubicBezTo>
                    <a:cubicBezTo>
                      <a:pt x="524" y="4478"/>
                      <a:pt x="659" y="4500"/>
                      <a:pt x="796" y="4500"/>
                    </a:cubicBezTo>
                    <a:cubicBezTo>
                      <a:pt x="1023" y="4500"/>
                      <a:pt x="1258" y="4440"/>
                      <a:pt x="1364" y="4290"/>
                    </a:cubicBezTo>
                    <a:cubicBezTo>
                      <a:pt x="1535" y="4039"/>
                      <a:pt x="1655" y="3818"/>
                      <a:pt x="1846" y="3598"/>
                    </a:cubicBezTo>
                    <a:cubicBezTo>
                      <a:pt x="2227" y="4079"/>
                      <a:pt x="2488" y="4410"/>
                      <a:pt x="2759" y="5012"/>
                    </a:cubicBezTo>
                    <a:cubicBezTo>
                      <a:pt x="3029" y="5614"/>
                      <a:pt x="3371" y="6406"/>
                      <a:pt x="4063" y="6707"/>
                    </a:cubicBezTo>
                    <a:cubicBezTo>
                      <a:pt x="3932" y="7018"/>
                      <a:pt x="3832" y="7219"/>
                      <a:pt x="3692" y="7540"/>
                    </a:cubicBezTo>
                    <a:cubicBezTo>
                      <a:pt x="3541" y="7861"/>
                      <a:pt x="3401" y="8162"/>
                      <a:pt x="3371" y="8573"/>
                    </a:cubicBezTo>
                    <a:cubicBezTo>
                      <a:pt x="3330" y="8994"/>
                      <a:pt x="3210" y="9666"/>
                      <a:pt x="3170" y="10067"/>
                    </a:cubicBezTo>
                    <a:cubicBezTo>
                      <a:pt x="3140" y="10469"/>
                      <a:pt x="2909" y="11030"/>
                      <a:pt x="2879" y="11281"/>
                    </a:cubicBezTo>
                    <a:cubicBezTo>
                      <a:pt x="2839" y="11532"/>
                      <a:pt x="2668" y="11642"/>
                      <a:pt x="2809" y="11722"/>
                    </a:cubicBezTo>
                    <a:cubicBezTo>
                      <a:pt x="2893" y="11770"/>
                      <a:pt x="3087" y="11843"/>
                      <a:pt x="3268" y="11843"/>
                    </a:cubicBezTo>
                    <a:cubicBezTo>
                      <a:pt x="3391" y="11843"/>
                      <a:pt x="3508" y="11810"/>
                      <a:pt x="3581" y="11712"/>
                    </a:cubicBezTo>
                    <a:cubicBezTo>
                      <a:pt x="3762" y="11462"/>
                      <a:pt x="3661" y="11131"/>
                      <a:pt x="3742" y="10629"/>
                    </a:cubicBezTo>
                    <a:cubicBezTo>
                      <a:pt x="3822" y="10138"/>
                      <a:pt x="3802" y="9275"/>
                      <a:pt x="4083" y="8593"/>
                    </a:cubicBezTo>
                    <a:cubicBezTo>
                      <a:pt x="4354" y="7921"/>
                      <a:pt x="5186" y="6998"/>
                      <a:pt x="5698" y="6386"/>
                    </a:cubicBezTo>
                    <a:cubicBezTo>
                      <a:pt x="5746" y="6387"/>
                      <a:pt x="5794" y="6387"/>
                      <a:pt x="5843" y="6387"/>
                    </a:cubicBezTo>
                    <a:cubicBezTo>
                      <a:pt x="6769" y="6387"/>
                      <a:pt x="7710" y="6295"/>
                      <a:pt x="8596" y="6085"/>
                    </a:cubicBezTo>
                    <a:cubicBezTo>
                      <a:pt x="9519" y="5865"/>
                      <a:pt x="10412" y="5624"/>
                      <a:pt x="11194" y="5092"/>
                    </a:cubicBezTo>
                    <a:cubicBezTo>
                      <a:pt x="11199" y="5087"/>
                      <a:pt x="11202" y="5082"/>
                      <a:pt x="11203" y="5082"/>
                    </a:cubicBezTo>
                    <a:cubicBezTo>
                      <a:pt x="11204" y="5082"/>
                      <a:pt x="11204" y="5087"/>
                      <a:pt x="11204" y="5102"/>
                    </a:cubicBezTo>
                    <a:cubicBezTo>
                      <a:pt x="11245" y="5674"/>
                      <a:pt x="11295" y="6316"/>
                      <a:pt x="11395" y="6888"/>
                    </a:cubicBezTo>
                    <a:cubicBezTo>
                      <a:pt x="11485" y="7460"/>
                      <a:pt x="11545" y="8152"/>
                      <a:pt x="11515" y="8683"/>
                    </a:cubicBezTo>
                    <a:cubicBezTo>
                      <a:pt x="11485" y="9205"/>
                      <a:pt x="11265" y="9977"/>
                      <a:pt x="11184" y="10308"/>
                    </a:cubicBezTo>
                    <a:cubicBezTo>
                      <a:pt x="11094" y="10639"/>
                      <a:pt x="10903" y="10699"/>
                      <a:pt x="11014" y="10870"/>
                    </a:cubicBezTo>
                    <a:cubicBezTo>
                      <a:pt x="11064" y="10948"/>
                      <a:pt x="11193" y="10980"/>
                      <a:pt x="11336" y="10980"/>
                    </a:cubicBezTo>
                    <a:cubicBezTo>
                      <a:pt x="11506" y="10980"/>
                      <a:pt x="11697" y="10935"/>
                      <a:pt x="11806" y="10870"/>
                    </a:cubicBezTo>
                    <a:cubicBezTo>
                      <a:pt x="11997" y="10750"/>
                      <a:pt x="11987" y="10479"/>
                      <a:pt x="11967" y="10158"/>
                    </a:cubicBezTo>
                    <a:cubicBezTo>
                      <a:pt x="11937" y="9837"/>
                      <a:pt x="11987" y="9275"/>
                      <a:pt x="12107" y="8894"/>
                    </a:cubicBezTo>
                    <a:cubicBezTo>
                      <a:pt x="12227" y="8513"/>
                      <a:pt x="12338" y="8292"/>
                      <a:pt x="12318" y="7851"/>
                    </a:cubicBezTo>
                    <a:cubicBezTo>
                      <a:pt x="12308" y="7419"/>
                      <a:pt x="12167" y="7098"/>
                      <a:pt x="12328" y="6557"/>
                    </a:cubicBezTo>
                    <a:cubicBezTo>
                      <a:pt x="12478" y="6025"/>
                      <a:pt x="12869" y="5413"/>
                      <a:pt x="13060" y="4731"/>
                    </a:cubicBezTo>
                    <a:cubicBezTo>
                      <a:pt x="13241" y="4049"/>
                      <a:pt x="13712" y="3106"/>
                      <a:pt x="13852" y="2364"/>
                    </a:cubicBezTo>
                    <a:cubicBezTo>
                      <a:pt x="13913" y="2023"/>
                      <a:pt x="13883" y="1822"/>
                      <a:pt x="13732" y="1491"/>
                    </a:cubicBezTo>
                    <a:cubicBezTo>
                      <a:pt x="13582" y="1150"/>
                      <a:pt x="13241" y="900"/>
                      <a:pt x="12869" y="739"/>
                    </a:cubicBezTo>
                    <a:cubicBezTo>
                      <a:pt x="12498" y="569"/>
                      <a:pt x="12087" y="338"/>
                      <a:pt x="11656" y="318"/>
                    </a:cubicBezTo>
                    <a:cubicBezTo>
                      <a:pt x="11609" y="315"/>
                      <a:pt x="11561" y="314"/>
                      <a:pt x="11512" y="314"/>
                    </a:cubicBezTo>
                    <a:cubicBezTo>
                      <a:pt x="11009" y="314"/>
                      <a:pt x="10419" y="448"/>
                      <a:pt x="9971" y="549"/>
                    </a:cubicBezTo>
                    <a:cubicBezTo>
                      <a:pt x="9614" y="629"/>
                      <a:pt x="9194" y="661"/>
                      <a:pt x="8773" y="661"/>
                    </a:cubicBezTo>
                    <a:cubicBezTo>
                      <a:pt x="8141" y="661"/>
                      <a:pt x="7505" y="589"/>
                      <a:pt x="7072" y="498"/>
                    </a:cubicBezTo>
                    <a:cubicBezTo>
                      <a:pt x="6665" y="415"/>
                      <a:pt x="6314" y="381"/>
                      <a:pt x="6003" y="381"/>
                    </a:cubicBezTo>
                    <a:cubicBezTo>
                      <a:pt x="5754" y="381"/>
                      <a:pt x="5532" y="403"/>
                      <a:pt x="5326" y="438"/>
                    </a:cubicBezTo>
                    <a:cubicBezTo>
                      <a:pt x="4865" y="518"/>
                      <a:pt x="4343" y="709"/>
                      <a:pt x="4143" y="719"/>
                    </a:cubicBezTo>
                    <a:cubicBezTo>
                      <a:pt x="4021" y="726"/>
                      <a:pt x="3909" y="730"/>
                      <a:pt x="3806" y="730"/>
                    </a:cubicBezTo>
                    <a:cubicBezTo>
                      <a:pt x="3312" y="730"/>
                      <a:pt x="2998" y="647"/>
                      <a:pt x="2608" y="448"/>
                    </a:cubicBezTo>
                    <a:cubicBezTo>
                      <a:pt x="2137" y="218"/>
                      <a:pt x="1956" y="57"/>
                      <a:pt x="1485" y="7"/>
                    </a:cubicBezTo>
                    <a:cubicBezTo>
                      <a:pt x="1453" y="2"/>
                      <a:pt x="1423" y="0"/>
                      <a:pt x="1394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32" name="Google Shape;15032;p50"/>
              <p:cNvSpPr/>
              <p:nvPr/>
            </p:nvSpPr>
            <p:spPr>
              <a:xfrm>
                <a:off x="1205122" y="3870903"/>
                <a:ext cx="114120" cy="159139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1555" extrusionOk="0">
                    <a:moveTo>
                      <a:pt x="683" y="0"/>
                    </a:moveTo>
                    <a:cubicBezTo>
                      <a:pt x="623" y="0"/>
                      <a:pt x="573" y="40"/>
                      <a:pt x="542" y="121"/>
                    </a:cubicBezTo>
                    <a:cubicBezTo>
                      <a:pt x="522" y="191"/>
                      <a:pt x="502" y="261"/>
                      <a:pt x="472" y="321"/>
                    </a:cubicBezTo>
                    <a:cubicBezTo>
                      <a:pt x="462" y="341"/>
                      <a:pt x="462" y="351"/>
                      <a:pt x="452" y="371"/>
                    </a:cubicBezTo>
                    <a:cubicBezTo>
                      <a:pt x="342" y="592"/>
                      <a:pt x="232" y="722"/>
                      <a:pt x="91" y="853"/>
                    </a:cubicBezTo>
                    <a:cubicBezTo>
                      <a:pt x="61" y="883"/>
                      <a:pt x="31" y="913"/>
                      <a:pt x="1" y="943"/>
                    </a:cubicBezTo>
                    <a:cubicBezTo>
                      <a:pt x="452" y="963"/>
                      <a:pt x="793" y="1284"/>
                      <a:pt x="1114" y="1555"/>
                    </a:cubicBezTo>
                    <a:cubicBezTo>
                      <a:pt x="954" y="1184"/>
                      <a:pt x="1054" y="682"/>
                      <a:pt x="954" y="301"/>
                    </a:cubicBezTo>
                    <a:cubicBezTo>
                      <a:pt x="904" y="110"/>
                      <a:pt x="783" y="0"/>
                      <a:pt x="6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33" name="Google Shape;15033;p50"/>
              <p:cNvSpPr/>
              <p:nvPr/>
            </p:nvSpPr>
            <p:spPr>
              <a:xfrm>
                <a:off x="988551" y="3624366"/>
                <a:ext cx="146872" cy="378044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3694" extrusionOk="0">
                    <a:moveTo>
                      <a:pt x="1398" y="1"/>
                    </a:moveTo>
                    <a:cubicBezTo>
                      <a:pt x="1220" y="1"/>
                      <a:pt x="1043" y="66"/>
                      <a:pt x="893" y="122"/>
                    </a:cubicBezTo>
                    <a:cubicBezTo>
                      <a:pt x="733" y="192"/>
                      <a:pt x="592" y="233"/>
                      <a:pt x="502" y="373"/>
                    </a:cubicBezTo>
                    <a:cubicBezTo>
                      <a:pt x="321" y="624"/>
                      <a:pt x="131" y="1015"/>
                      <a:pt x="141" y="1296"/>
                    </a:cubicBezTo>
                    <a:cubicBezTo>
                      <a:pt x="151" y="1587"/>
                      <a:pt x="151" y="1587"/>
                      <a:pt x="251" y="1868"/>
                    </a:cubicBezTo>
                    <a:cubicBezTo>
                      <a:pt x="361" y="2148"/>
                      <a:pt x="361" y="2750"/>
                      <a:pt x="241" y="3031"/>
                    </a:cubicBezTo>
                    <a:cubicBezTo>
                      <a:pt x="121" y="3312"/>
                      <a:pt x="30" y="3422"/>
                      <a:pt x="0" y="3693"/>
                    </a:cubicBezTo>
                    <a:lnTo>
                      <a:pt x="101" y="3693"/>
                    </a:lnTo>
                    <a:cubicBezTo>
                      <a:pt x="127" y="3693"/>
                      <a:pt x="155" y="3694"/>
                      <a:pt x="183" y="3694"/>
                    </a:cubicBezTo>
                    <a:cubicBezTo>
                      <a:pt x="280" y="3694"/>
                      <a:pt x="375" y="3687"/>
                      <a:pt x="422" y="3633"/>
                    </a:cubicBezTo>
                    <a:cubicBezTo>
                      <a:pt x="632" y="3392"/>
                      <a:pt x="602" y="3272"/>
                      <a:pt x="743" y="2931"/>
                    </a:cubicBezTo>
                    <a:cubicBezTo>
                      <a:pt x="883" y="2600"/>
                      <a:pt x="813" y="1958"/>
                      <a:pt x="703" y="1577"/>
                    </a:cubicBezTo>
                    <a:cubicBezTo>
                      <a:pt x="592" y="1195"/>
                      <a:pt x="622" y="1045"/>
                      <a:pt x="773" y="684"/>
                    </a:cubicBezTo>
                    <a:cubicBezTo>
                      <a:pt x="933" y="313"/>
                      <a:pt x="973" y="92"/>
                      <a:pt x="1435" y="2"/>
                    </a:cubicBezTo>
                    <a:cubicBezTo>
                      <a:pt x="1422" y="1"/>
                      <a:pt x="1410" y="1"/>
                      <a:pt x="1398" y="1"/>
                    </a:cubicBezTo>
                    <a:close/>
                  </a:path>
                </a:pathLst>
              </a:custGeom>
              <a:solidFill>
                <a:srgbClr val="E0D4C7">
                  <a:alpha val="44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34" name="Google Shape;15034;p50"/>
              <p:cNvSpPr/>
              <p:nvPr/>
            </p:nvSpPr>
            <p:spPr>
              <a:xfrm>
                <a:off x="1331421" y="3663460"/>
                <a:ext cx="396402" cy="62018"/>
              </a:xfrm>
              <a:custGeom>
                <a:avLst/>
                <a:gdLst/>
                <a:ahLst/>
                <a:cxnLst/>
                <a:rect l="l" t="t" r="r" b="b"/>
                <a:pathLst>
                  <a:path w="3873" h="606" extrusionOk="0">
                    <a:moveTo>
                      <a:pt x="2579" y="1"/>
                    </a:moveTo>
                    <a:cubicBezTo>
                      <a:pt x="2334" y="1"/>
                      <a:pt x="2100" y="20"/>
                      <a:pt x="1906" y="61"/>
                    </a:cubicBezTo>
                    <a:cubicBezTo>
                      <a:pt x="1445" y="151"/>
                      <a:pt x="1074" y="312"/>
                      <a:pt x="723" y="342"/>
                    </a:cubicBezTo>
                    <a:cubicBezTo>
                      <a:pt x="627" y="350"/>
                      <a:pt x="552" y="353"/>
                      <a:pt x="488" y="353"/>
                    </a:cubicBezTo>
                    <a:cubicBezTo>
                      <a:pt x="316" y="353"/>
                      <a:pt x="219" y="332"/>
                      <a:pt x="1" y="332"/>
                    </a:cubicBezTo>
                    <a:cubicBezTo>
                      <a:pt x="31" y="402"/>
                      <a:pt x="41" y="482"/>
                      <a:pt x="71" y="553"/>
                    </a:cubicBezTo>
                    <a:cubicBezTo>
                      <a:pt x="230" y="590"/>
                      <a:pt x="396" y="605"/>
                      <a:pt x="564" y="605"/>
                    </a:cubicBezTo>
                    <a:cubicBezTo>
                      <a:pt x="1265" y="605"/>
                      <a:pt x="2018" y="331"/>
                      <a:pt x="2609" y="161"/>
                    </a:cubicBezTo>
                    <a:cubicBezTo>
                      <a:pt x="2794" y="108"/>
                      <a:pt x="2948" y="90"/>
                      <a:pt x="3091" y="90"/>
                    </a:cubicBezTo>
                    <a:cubicBezTo>
                      <a:pt x="3349" y="90"/>
                      <a:pt x="3569" y="149"/>
                      <a:pt x="3872" y="161"/>
                    </a:cubicBezTo>
                    <a:cubicBezTo>
                      <a:pt x="3802" y="151"/>
                      <a:pt x="3672" y="121"/>
                      <a:pt x="3612" y="111"/>
                    </a:cubicBezTo>
                    <a:cubicBezTo>
                      <a:pt x="3304" y="40"/>
                      <a:pt x="2930" y="1"/>
                      <a:pt x="2579" y="1"/>
                    </a:cubicBezTo>
                    <a:close/>
                  </a:path>
                </a:pathLst>
              </a:custGeom>
              <a:solidFill>
                <a:srgbClr val="E0D4C7">
                  <a:alpha val="44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35" name="Google Shape;15035;p50"/>
              <p:cNvSpPr/>
              <p:nvPr/>
            </p:nvSpPr>
            <p:spPr>
              <a:xfrm>
                <a:off x="1146680" y="3967410"/>
                <a:ext cx="231925" cy="330763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3232" extrusionOk="0">
                    <a:moveTo>
                      <a:pt x="482" y="0"/>
                    </a:moveTo>
                    <a:cubicBezTo>
                      <a:pt x="321" y="0"/>
                      <a:pt x="161" y="20"/>
                      <a:pt x="0" y="30"/>
                    </a:cubicBezTo>
                    <a:cubicBezTo>
                      <a:pt x="30" y="171"/>
                      <a:pt x="60" y="311"/>
                      <a:pt x="80" y="451"/>
                    </a:cubicBezTo>
                    <a:cubicBezTo>
                      <a:pt x="141" y="381"/>
                      <a:pt x="201" y="321"/>
                      <a:pt x="261" y="251"/>
                    </a:cubicBezTo>
                    <a:cubicBezTo>
                      <a:pt x="632" y="722"/>
                      <a:pt x="903" y="1073"/>
                      <a:pt x="1174" y="1665"/>
                    </a:cubicBezTo>
                    <a:cubicBezTo>
                      <a:pt x="1404" y="2177"/>
                      <a:pt x="1735" y="2919"/>
                      <a:pt x="2247" y="3230"/>
                    </a:cubicBezTo>
                    <a:cubicBezTo>
                      <a:pt x="2248" y="3231"/>
                      <a:pt x="2249" y="3231"/>
                      <a:pt x="2250" y="3231"/>
                    </a:cubicBezTo>
                    <a:cubicBezTo>
                      <a:pt x="2266" y="3231"/>
                      <a:pt x="1984" y="2853"/>
                      <a:pt x="1916" y="2708"/>
                    </a:cubicBezTo>
                    <a:cubicBezTo>
                      <a:pt x="1846" y="2568"/>
                      <a:pt x="1745" y="2217"/>
                      <a:pt x="1625" y="1906"/>
                    </a:cubicBezTo>
                    <a:cubicBezTo>
                      <a:pt x="1394" y="1294"/>
                      <a:pt x="903" y="562"/>
                      <a:pt x="482" y="0"/>
                    </a:cubicBezTo>
                    <a:close/>
                  </a:path>
                </a:pathLst>
              </a:custGeom>
              <a:solidFill>
                <a:srgbClr val="E0D4C7">
                  <a:alpha val="44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36" name="Google Shape;15036;p50"/>
              <p:cNvSpPr/>
              <p:nvPr/>
            </p:nvSpPr>
            <p:spPr>
              <a:xfrm>
                <a:off x="1002879" y="3626515"/>
                <a:ext cx="740298" cy="597359"/>
              </a:xfrm>
              <a:custGeom>
                <a:avLst/>
                <a:gdLst/>
                <a:ahLst/>
                <a:cxnLst/>
                <a:rect l="l" t="t" r="r" b="b"/>
                <a:pathLst>
                  <a:path w="7233" h="5837" extrusionOk="0">
                    <a:moveTo>
                      <a:pt x="1415" y="1"/>
                    </a:moveTo>
                    <a:cubicBezTo>
                      <a:pt x="1846" y="161"/>
                      <a:pt x="1756" y="603"/>
                      <a:pt x="1235" y="1034"/>
                    </a:cubicBezTo>
                    <a:cubicBezTo>
                      <a:pt x="1084" y="1154"/>
                      <a:pt x="954" y="1395"/>
                      <a:pt x="1114" y="1646"/>
                    </a:cubicBezTo>
                    <a:cubicBezTo>
                      <a:pt x="1305" y="1947"/>
                      <a:pt x="1455" y="2037"/>
                      <a:pt x="1285" y="2378"/>
                    </a:cubicBezTo>
                    <a:cubicBezTo>
                      <a:pt x="1204" y="2549"/>
                      <a:pt x="1054" y="2679"/>
                      <a:pt x="1024" y="2880"/>
                    </a:cubicBezTo>
                    <a:cubicBezTo>
                      <a:pt x="994" y="3070"/>
                      <a:pt x="1024" y="3211"/>
                      <a:pt x="1104" y="3391"/>
                    </a:cubicBezTo>
                    <a:cubicBezTo>
                      <a:pt x="1174" y="3572"/>
                      <a:pt x="1245" y="3812"/>
                      <a:pt x="1124" y="3983"/>
                    </a:cubicBezTo>
                    <a:cubicBezTo>
                      <a:pt x="1004" y="4154"/>
                      <a:pt x="914" y="4154"/>
                      <a:pt x="703" y="4184"/>
                    </a:cubicBezTo>
                    <a:cubicBezTo>
                      <a:pt x="546" y="4207"/>
                      <a:pt x="346" y="4243"/>
                      <a:pt x="155" y="4243"/>
                    </a:cubicBezTo>
                    <a:cubicBezTo>
                      <a:pt x="103" y="4243"/>
                      <a:pt x="51" y="4240"/>
                      <a:pt x="1" y="4234"/>
                    </a:cubicBezTo>
                    <a:lnTo>
                      <a:pt x="1" y="4234"/>
                    </a:lnTo>
                    <a:cubicBezTo>
                      <a:pt x="101" y="4354"/>
                      <a:pt x="51" y="4374"/>
                      <a:pt x="262" y="4434"/>
                    </a:cubicBezTo>
                    <a:cubicBezTo>
                      <a:pt x="345" y="4458"/>
                      <a:pt x="483" y="4479"/>
                      <a:pt x="628" y="4479"/>
                    </a:cubicBezTo>
                    <a:cubicBezTo>
                      <a:pt x="849" y="4479"/>
                      <a:pt x="1088" y="4431"/>
                      <a:pt x="1184" y="4274"/>
                    </a:cubicBezTo>
                    <a:cubicBezTo>
                      <a:pt x="1345" y="4003"/>
                      <a:pt x="1495" y="3833"/>
                      <a:pt x="1696" y="3602"/>
                    </a:cubicBezTo>
                    <a:cubicBezTo>
                      <a:pt x="2057" y="3191"/>
                      <a:pt x="2318" y="3140"/>
                      <a:pt x="2518" y="2509"/>
                    </a:cubicBezTo>
                    <a:cubicBezTo>
                      <a:pt x="2545" y="2433"/>
                      <a:pt x="2599" y="2395"/>
                      <a:pt x="2660" y="2395"/>
                    </a:cubicBezTo>
                    <a:cubicBezTo>
                      <a:pt x="2760" y="2395"/>
                      <a:pt x="2880" y="2496"/>
                      <a:pt x="2930" y="2689"/>
                    </a:cubicBezTo>
                    <a:cubicBezTo>
                      <a:pt x="3040" y="3110"/>
                      <a:pt x="2900" y="3672"/>
                      <a:pt x="3150" y="4043"/>
                    </a:cubicBezTo>
                    <a:cubicBezTo>
                      <a:pt x="3281" y="4234"/>
                      <a:pt x="3512" y="4785"/>
                      <a:pt x="3652" y="4886"/>
                    </a:cubicBezTo>
                    <a:cubicBezTo>
                      <a:pt x="3719" y="4937"/>
                      <a:pt x="3771" y="4959"/>
                      <a:pt x="3810" y="4959"/>
                    </a:cubicBezTo>
                    <a:cubicBezTo>
                      <a:pt x="4042" y="4959"/>
                      <a:pt x="3851" y="4190"/>
                      <a:pt x="3903" y="3993"/>
                    </a:cubicBezTo>
                    <a:cubicBezTo>
                      <a:pt x="3922" y="3879"/>
                      <a:pt x="3986" y="3519"/>
                      <a:pt x="4183" y="3519"/>
                    </a:cubicBezTo>
                    <a:cubicBezTo>
                      <a:pt x="4193" y="3519"/>
                      <a:pt x="4203" y="3520"/>
                      <a:pt x="4214" y="3522"/>
                    </a:cubicBezTo>
                    <a:cubicBezTo>
                      <a:pt x="4434" y="3552"/>
                      <a:pt x="4344" y="3873"/>
                      <a:pt x="4384" y="4003"/>
                    </a:cubicBezTo>
                    <a:cubicBezTo>
                      <a:pt x="4464" y="4294"/>
                      <a:pt x="4655" y="4354"/>
                      <a:pt x="4926" y="4475"/>
                    </a:cubicBezTo>
                    <a:cubicBezTo>
                      <a:pt x="5197" y="4605"/>
                      <a:pt x="5477" y="4755"/>
                      <a:pt x="5588" y="5106"/>
                    </a:cubicBezTo>
                    <a:cubicBezTo>
                      <a:pt x="5632" y="5253"/>
                      <a:pt x="5726" y="5290"/>
                      <a:pt x="5826" y="5290"/>
                    </a:cubicBezTo>
                    <a:cubicBezTo>
                      <a:pt x="5884" y="5290"/>
                      <a:pt x="5944" y="5278"/>
                      <a:pt x="5999" y="5267"/>
                    </a:cubicBezTo>
                    <a:cubicBezTo>
                      <a:pt x="6065" y="5251"/>
                      <a:pt x="6123" y="5234"/>
                      <a:pt x="6165" y="5234"/>
                    </a:cubicBezTo>
                    <a:cubicBezTo>
                      <a:pt x="6174" y="5234"/>
                      <a:pt x="6182" y="5235"/>
                      <a:pt x="6190" y="5237"/>
                    </a:cubicBezTo>
                    <a:cubicBezTo>
                      <a:pt x="6554" y="5367"/>
                      <a:pt x="6492" y="5837"/>
                      <a:pt x="6829" y="5837"/>
                    </a:cubicBezTo>
                    <a:cubicBezTo>
                      <a:pt x="6854" y="5837"/>
                      <a:pt x="6882" y="5834"/>
                      <a:pt x="6912" y="5829"/>
                    </a:cubicBezTo>
                    <a:cubicBezTo>
                      <a:pt x="7042" y="5809"/>
                      <a:pt x="7163" y="5327"/>
                      <a:pt x="7193" y="5187"/>
                    </a:cubicBezTo>
                    <a:cubicBezTo>
                      <a:pt x="7233" y="4956"/>
                      <a:pt x="7012" y="4765"/>
                      <a:pt x="6932" y="4595"/>
                    </a:cubicBezTo>
                    <a:cubicBezTo>
                      <a:pt x="6852" y="4424"/>
                      <a:pt x="6761" y="4284"/>
                      <a:pt x="6701" y="4154"/>
                    </a:cubicBezTo>
                    <a:cubicBezTo>
                      <a:pt x="6641" y="4013"/>
                      <a:pt x="6641" y="3883"/>
                      <a:pt x="6561" y="3792"/>
                    </a:cubicBezTo>
                    <a:cubicBezTo>
                      <a:pt x="6514" y="3742"/>
                      <a:pt x="6472" y="3723"/>
                      <a:pt x="6432" y="3723"/>
                    </a:cubicBezTo>
                    <a:cubicBezTo>
                      <a:pt x="6369" y="3723"/>
                      <a:pt x="6311" y="3770"/>
                      <a:pt x="6250" y="3812"/>
                    </a:cubicBezTo>
                    <a:cubicBezTo>
                      <a:pt x="6182" y="3863"/>
                      <a:pt x="6121" y="3907"/>
                      <a:pt x="6043" y="3907"/>
                    </a:cubicBezTo>
                    <a:cubicBezTo>
                      <a:pt x="6029" y="3907"/>
                      <a:pt x="6014" y="3906"/>
                      <a:pt x="5999" y="3903"/>
                    </a:cubicBezTo>
                    <a:cubicBezTo>
                      <a:pt x="5879" y="3883"/>
                      <a:pt x="5819" y="3622"/>
                      <a:pt x="5758" y="3522"/>
                    </a:cubicBezTo>
                    <a:cubicBezTo>
                      <a:pt x="5698" y="3411"/>
                      <a:pt x="5648" y="3331"/>
                      <a:pt x="5648" y="3201"/>
                    </a:cubicBezTo>
                    <a:cubicBezTo>
                      <a:pt x="5638" y="2940"/>
                      <a:pt x="5758" y="2739"/>
                      <a:pt x="5859" y="2498"/>
                    </a:cubicBezTo>
                    <a:cubicBezTo>
                      <a:pt x="5959" y="2258"/>
                      <a:pt x="5829" y="1977"/>
                      <a:pt x="5658" y="1786"/>
                    </a:cubicBezTo>
                    <a:cubicBezTo>
                      <a:pt x="5568" y="1686"/>
                      <a:pt x="5488" y="1646"/>
                      <a:pt x="5357" y="1576"/>
                    </a:cubicBezTo>
                    <a:cubicBezTo>
                      <a:pt x="5227" y="1516"/>
                      <a:pt x="5066" y="1415"/>
                      <a:pt x="4936" y="1305"/>
                    </a:cubicBezTo>
                    <a:cubicBezTo>
                      <a:pt x="4846" y="1215"/>
                      <a:pt x="4740" y="1098"/>
                      <a:pt x="4621" y="1098"/>
                    </a:cubicBezTo>
                    <a:cubicBezTo>
                      <a:pt x="4580" y="1098"/>
                      <a:pt x="4538" y="1111"/>
                      <a:pt x="4494" y="1144"/>
                    </a:cubicBezTo>
                    <a:cubicBezTo>
                      <a:pt x="4424" y="1205"/>
                      <a:pt x="4414" y="1255"/>
                      <a:pt x="4414" y="1355"/>
                    </a:cubicBezTo>
                    <a:cubicBezTo>
                      <a:pt x="4424" y="1455"/>
                      <a:pt x="4444" y="1586"/>
                      <a:pt x="4464" y="1716"/>
                    </a:cubicBezTo>
                    <a:cubicBezTo>
                      <a:pt x="4515" y="1947"/>
                      <a:pt x="4695" y="2268"/>
                      <a:pt x="4374" y="2388"/>
                    </a:cubicBezTo>
                    <a:cubicBezTo>
                      <a:pt x="4342" y="2400"/>
                      <a:pt x="4307" y="2406"/>
                      <a:pt x="4273" y="2406"/>
                    </a:cubicBezTo>
                    <a:cubicBezTo>
                      <a:pt x="4135" y="2406"/>
                      <a:pt x="3991" y="2318"/>
                      <a:pt x="3943" y="2198"/>
                    </a:cubicBezTo>
                    <a:cubicBezTo>
                      <a:pt x="3883" y="2047"/>
                      <a:pt x="3973" y="1927"/>
                      <a:pt x="3983" y="1786"/>
                    </a:cubicBezTo>
                    <a:cubicBezTo>
                      <a:pt x="3983" y="1656"/>
                      <a:pt x="3983" y="1586"/>
                      <a:pt x="3903" y="1465"/>
                    </a:cubicBezTo>
                    <a:cubicBezTo>
                      <a:pt x="3822" y="1355"/>
                      <a:pt x="3682" y="1265"/>
                      <a:pt x="3592" y="1144"/>
                    </a:cubicBezTo>
                    <a:cubicBezTo>
                      <a:pt x="3501" y="1024"/>
                      <a:pt x="3481" y="853"/>
                      <a:pt x="3431" y="703"/>
                    </a:cubicBezTo>
                    <a:cubicBezTo>
                      <a:pt x="3030" y="683"/>
                      <a:pt x="2749" y="613"/>
                      <a:pt x="2408" y="432"/>
                    </a:cubicBezTo>
                    <a:cubicBezTo>
                      <a:pt x="2067" y="242"/>
                      <a:pt x="1806" y="61"/>
                      <a:pt x="14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37" name="Google Shape;15037;p50"/>
              <p:cNvSpPr/>
              <p:nvPr/>
            </p:nvSpPr>
            <p:spPr>
              <a:xfrm>
                <a:off x="1987480" y="3927293"/>
                <a:ext cx="251576" cy="265982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2599" extrusionOk="0">
                    <a:moveTo>
                      <a:pt x="1987" y="0"/>
                    </a:moveTo>
                    <a:cubicBezTo>
                      <a:pt x="1798" y="0"/>
                      <a:pt x="1678" y="144"/>
                      <a:pt x="1465" y="211"/>
                    </a:cubicBezTo>
                    <a:cubicBezTo>
                      <a:pt x="1418" y="226"/>
                      <a:pt x="1371" y="231"/>
                      <a:pt x="1324" y="231"/>
                    </a:cubicBezTo>
                    <a:cubicBezTo>
                      <a:pt x="1240" y="231"/>
                      <a:pt x="1157" y="214"/>
                      <a:pt x="1073" y="201"/>
                    </a:cubicBezTo>
                    <a:cubicBezTo>
                      <a:pt x="990" y="185"/>
                      <a:pt x="906" y="168"/>
                      <a:pt x="825" y="168"/>
                    </a:cubicBezTo>
                    <a:cubicBezTo>
                      <a:pt x="711" y="168"/>
                      <a:pt x="601" y="201"/>
                      <a:pt x="502" y="312"/>
                    </a:cubicBezTo>
                    <a:cubicBezTo>
                      <a:pt x="401" y="412"/>
                      <a:pt x="391" y="583"/>
                      <a:pt x="321" y="733"/>
                    </a:cubicBezTo>
                    <a:cubicBezTo>
                      <a:pt x="241" y="873"/>
                      <a:pt x="100" y="994"/>
                      <a:pt x="50" y="1174"/>
                    </a:cubicBezTo>
                    <a:cubicBezTo>
                      <a:pt x="0" y="1365"/>
                      <a:pt x="50" y="1546"/>
                      <a:pt x="241" y="1666"/>
                    </a:cubicBezTo>
                    <a:cubicBezTo>
                      <a:pt x="351" y="1726"/>
                      <a:pt x="451" y="1867"/>
                      <a:pt x="462" y="1997"/>
                    </a:cubicBezTo>
                    <a:cubicBezTo>
                      <a:pt x="462" y="2127"/>
                      <a:pt x="632" y="2117"/>
                      <a:pt x="642" y="2248"/>
                    </a:cubicBezTo>
                    <a:cubicBezTo>
                      <a:pt x="662" y="2368"/>
                      <a:pt x="562" y="2488"/>
                      <a:pt x="522" y="2599"/>
                    </a:cubicBezTo>
                    <a:cubicBezTo>
                      <a:pt x="732" y="2508"/>
                      <a:pt x="933" y="2428"/>
                      <a:pt x="1134" y="2308"/>
                    </a:cubicBezTo>
                    <a:cubicBezTo>
                      <a:pt x="1194" y="2268"/>
                      <a:pt x="1214" y="2167"/>
                      <a:pt x="1184" y="2097"/>
                    </a:cubicBezTo>
                    <a:cubicBezTo>
                      <a:pt x="1164" y="2017"/>
                      <a:pt x="1083" y="1937"/>
                      <a:pt x="1033" y="1887"/>
                    </a:cubicBezTo>
                    <a:cubicBezTo>
                      <a:pt x="883" y="1676"/>
                      <a:pt x="853" y="1495"/>
                      <a:pt x="1023" y="1275"/>
                    </a:cubicBezTo>
                    <a:cubicBezTo>
                      <a:pt x="1150" y="1112"/>
                      <a:pt x="1300" y="1104"/>
                      <a:pt x="1468" y="1104"/>
                    </a:cubicBezTo>
                    <a:cubicBezTo>
                      <a:pt x="1487" y="1104"/>
                      <a:pt x="1506" y="1104"/>
                      <a:pt x="1525" y="1104"/>
                    </a:cubicBezTo>
                    <a:cubicBezTo>
                      <a:pt x="1565" y="1107"/>
                      <a:pt x="1605" y="1109"/>
                      <a:pt x="1646" y="1109"/>
                    </a:cubicBezTo>
                    <a:cubicBezTo>
                      <a:pt x="1736" y="1109"/>
                      <a:pt x="1826" y="1099"/>
                      <a:pt x="1916" y="1064"/>
                    </a:cubicBezTo>
                    <a:cubicBezTo>
                      <a:pt x="2117" y="984"/>
                      <a:pt x="2417" y="553"/>
                      <a:pt x="2438" y="332"/>
                    </a:cubicBezTo>
                    <a:cubicBezTo>
                      <a:pt x="2458" y="111"/>
                      <a:pt x="2207" y="11"/>
                      <a:pt x="2006" y="1"/>
                    </a:cubicBezTo>
                    <a:cubicBezTo>
                      <a:pt x="2000" y="1"/>
                      <a:pt x="1993" y="0"/>
                      <a:pt x="1987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38" name="Google Shape;15038;p50"/>
              <p:cNvSpPr/>
              <p:nvPr/>
            </p:nvSpPr>
            <p:spPr>
              <a:xfrm>
                <a:off x="2234858" y="3785654"/>
                <a:ext cx="174609" cy="401480"/>
              </a:xfrm>
              <a:custGeom>
                <a:avLst/>
                <a:gdLst/>
                <a:ahLst/>
                <a:cxnLst/>
                <a:rect l="l" t="t" r="r" b="b"/>
                <a:pathLst>
                  <a:path w="1706" h="3923" extrusionOk="0">
                    <a:moveTo>
                      <a:pt x="1565" y="1"/>
                    </a:moveTo>
                    <a:cubicBezTo>
                      <a:pt x="1495" y="131"/>
                      <a:pt x="1345" y="201"/>
                      <a:pt x="1254" y="302"/>
                    </a:cubicBezTo>
                    <a:cubicBezTo>
                      <a:pt x="1054" y="522"/>
                      <a:pt x="1264" y="673"/>
                      <a:pt x="1114" y="873"/>
                    </a:cubicBezTo>
                    <a:cubicBezTo>
                      <a:pt x="963" y="1074"/>
                      <a:pt x="572" y="974"/>
                      <a:pt x="472" y="1254"/>
                    </a:cubicBezTo>
                    <a:cubicBezTo>
                      <a:pt x="372" y="1545"/>
                      <a:pt x="713" y="1806"/>
                      <a:pt x="683" y="1987"/>
                    </a:cubicBezTo>
                    <a:cubicBezTo>
                      <a:pt x="612" y="2478"/>
                      <a:pt x="101" y="2568"/>
                      <a:pt x="71" y="3020"/>
                    </a:cubicBezTo>
                    <a:cubicBezTo>
                      <a:pt x="51" y="3361"/>
                      <a:pt x="0" y="3622"/>
                      <a:pt x="221" y="3862"/>
                    </a:cubicBezTo>
                    <a:cubicBezTo>
                      <a:pt x="247" y="3888"/>
                      <a:pt x="280" y="3895"/>
                      <a:pt x="317" y="3895"/>
                    </a:cubicBezTo>
                    <a:cubicBezTo>
                      <a:pt x="366" y="3895"/>
                      <a:pt x="421" y="3882"/>
                      <a:pt x="471" y="3882"/>
                    </a:cubicBezTo>
                    <a:cubicBezTo>
                      <a:pt x="501" y="3882"/>
                      <a:pt x="529" y="3887"/>
                      <a:pt x="552" y="3902"/>
                    </a:cubicBezTo>
                    <a:lnTo>
                      <a:pt x="572" y="3923"/>
                    </a:lnTo>
                    <a:cubicBezTo>
                      <a:pt x="683" y="3672"/>
                      <a:pt x="753" y="3461"/>
                      <a:pt x="833" y="3190"/>
                    </a:cubicBezTo>
                    <a:cubicBezTo>
                      <a:pt x="1064" y="2408"/>
                      <a:pt x="1465" y="1575"/>
                      <a:pt x="1635" y="793"/>
                    </a:cubicBezTo>
                    <a:cubicBezTo>
                      <a:pt x="1706" y="462"/>
                      <a:pt x="1635" y="302"/>
                      <a:pt x="156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39" name="Google Shape;15039;p50"/>
              <p:cNvSpPr/>
              <p:nvPr/>
            </p:nvSpPr>
            <p:spPr>
              <a:xfrm>
                <a:off x="999809" y="3739498"/>
                <a:ext cx="54553" cy="190966"/>
              </a:xfrm>
              <a:custGeom>
                <a:avLst/>
                <a:gdLst/>
                <a:ahLst/>
                <a:cxnLst/>
                <a:rect l="l" t="t" r="r" b="b"/>
                <a:pathLst>
                  <a:path w="533" h="1866" extrusionOk="0">
                    <a:moveTo>
                      <a:pt x="41" y="0"/>
                    </a:moveTo>
                    <a:cubicBezTo>
                      <a:pt x="31" y="50"/>
                      <a:pt x="21" y="151"/>
                      <a:pt x="21" y="181"/>
                    </a:cubicBezTo>
                    <a:cubicBezTo>
                      <a:pt x="31" y="301"/>
                      <a:pt x="1" y="401"/>
                      <a:pt x="21" y="502"/>
                    </a:cubicBezTo>
                    <a:cubicBezTo>
                      <a:pt x="51" y="612"/>
                      <a:pt x="91" y="622"/>
                      <a:pt x="131" y="732"/>
                    </a:cubicBezTo>
                    <a:cubicBezTo>
                      <a:pt x="262" y="1074"/>
                      <a:pt x="241" y="1515"/>
                      <a:pt x="141" y="1866"/>
                    </a:cubicBezTo>
                    <a:lnTo>
                      <a:pt x="171" y="1856"/>
                    </a:lnTo>
                    <a:cubicBezTo>
                      <a:pt x="251" y="1826"/>
                      <a:pt x="392" y="1806"/>
                      <a:pt x="422" y="1705"/>
                    </a:cubicBezTo>
                    <a:cubicBezTo>
                      <a:pt x="532" y="1304"/>
                      <a:pt x="372" y="933"/>
                      <a:pt x="312" y="532"/>
                    </a:cubicBezTo>
                    <a:cubicBezTo>
                      <a:pt x="292" y="331"/>
                      <a:pt x="181" y="151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40" name="Google Shape;15040;p50"/>
              <p:cNvSpPr/>
              <p:nvPr/>
            </p:nvSpPr>
            <p:spPr>
              <a:xfrm>
                <a:off x="986504" y="3987878"/>
                <a:ext cx="21596" cy="79109"/>
              </a:xfrm>
              <a:custGeom>
                <a:avLst/>
                <a:gdLst/>
                <a:ahLst/>
                <a:cxnLst/>
                <a:rect l="l" t="t" r="r" b="b"/>
                <a:pathLst>
                  <a:path w="211" h="773" extrusionOk="0">
                    <a:moveTo>
                      <a:pt x="40" y="1"/>
                    </a:moveTo>
                    <a:lnTo>
                      <a:pt x="40" y="1"/>
                    </a:lnTo>
                    <a:cubicBezTo>
                      <a:pt x="0" y="81"/>
                      <a:pt x="20" y="261"/>
                      <a:pt x="50" y="342"/>
                    </a:cubicBezTo>
                    <a:cubicBezTo>
                      <a:pt x="50" y="372"/>
                      <a:pt x="61" y="392"/>
                      <a:pt x="71" y="412"/>
                    </a:cubicBezTo>
                    <a:cubicBezTo>
                      <a:pt x="61" y="382"/>
                      <a:pt x="50" y="362"/>
                      <a:pt x="50" y="332"/>
                    </a:cubicBezTo>
                    <a:cubicBezTo>
                      <a:pt x="40" y="281"/>
                      <a:pt x="30" y="231"/>
                      <a:pt x="30" y="181"/>
                    </a:cubicBezTo>
                    <a:cubicBezTo>
                      <a:pt x="30" y="171"/>
                      <a:pt x="30" y="161"/>
                      <a:pt x="30" y="141"/>
                    </a:cubicBezTo>
                    <a:lnTo>
                      <a:pt x="20" y="141"/>
                    </a:lnTo>
                    <a:cubicBezTo>
                      <a:pt x="30" y="91"/>
                      <a:pt x="30" y="41"/>
                      <a:pt x="40" y="1"/>
                    </a:cubicBezTo>
                    <a:close/>
                    <a:moveTo>
                      <a:pt x="91" y="522"/>
                    </a:moveTo>
                    <a:lnTo>
                      <a:pt x="91" y="522"/>
                    </a:lnTo>
                    <a:cubicBezTo>
                      <a:pt x="111" y="592"/>
                      <a:pt x="131" y="653"/>
                      <a:pt x="161" y="703"/>
                    </a:cubicBezTo>
                    <a:cubicBezTo>
                      <a:pt x="131" y="643"/>
                      <a:pt x="111" y="582"/>
                      <a:pt x="91" y="522"/>
                    </a:cubicBezTo>
                    <a:close/>
                    <a:moveTo>
                      <a:pt x="161" y="703"/>
                    </a:moveTo>
                    <a:cubicBezTo>
                      <a:pt x="161" y="708"/>
                      <a:pt x="163" y="710"/>
                      <a:pt x="166" y="713"/>
                    </a:cubicBezTo>
                    <a:lnTo>
                      <a:pt x="166" y="713"/>
                    </a:lnTo>
                    <a:cubicBezTo>
                      <a:pt x="164" y="710"/>
                      <a:pt x="163" y="706"/>
                      <a:pt x="161" y="703"/>
                    </a:cubicBezTo>
                    <a:close/>
                    <a:moveTo>
                      <a:pt x="166" y="713"/>
                    </a:moveTo>
                    <a:lnTo>
                      <a:pt x="166" y="713"/>
                    </a:lnTo>
                    <a:cubicBezTo>
                      <a:pt x="168" y="716"/>
                      <a:pt x="169" y="719"/>
                      <a:pt x="171" y="722"/>
                    </a:cubicBezTo>
                    <a:lnTo>
                      <a:pt x="171" y="722"/>
                    </a:lnTo>
                    <a:cubicBezTo>
                      <a:pt x="171" y="718"/>
                      <a:pt x="168" y="715"/>
                      <a:pt x="166" y="713"/>
                    </a:cubicBezTo>
                    <a:close/>
                    <a:moveTo>
                      <a:pt x="171" y="722"/>
                    </a:moveTo>
                    <a:lnTo>
                      <a:pt x="171" y="722"/>
                    </a:lnTo>
                    <a:cubicBezTo>
                      <a:pt x="171" y="722"/>
                      <a:pt x="171" y="723"/>
                      <a:pt x="171" y="723"/>
                    </a:cubicBezTo>
                    <a:cubicBezTo>
                      <a:pt x="171" y="723"/>
                      <a:pt x="171" y="723"/>
                      <a:pt x="172" y="724"/>
                    </a:cubicBezTo>
                    <a:lnTo>
                      <a:pt x="172" y="724"/>
                    </a:lnTo>
                    <a:cubicBezTo>
                      <a:pt x="171" y="723"/>
                      <a:pt x="171" y="723"/>
                      <a:pt x="171" y="722"/>
                    </a:cubicBezTo>
                    <a:close/>
                    <a:moveTo>
                      <a:pt x="172" y="724"/>
                    </a:moveTo>
                    <a:cubicBezTo>
                      <a:pt x="179" y="737"/>
                      <a:pt x="188" y="750"/>
                      <a:pt x="201" y="763"/>
                    </a:cubicBezTo>
                    <a:cubicBezTo>
                      <a:pt x="206" y="768"/>
                      <a:pt x="208" y="770"/>
                      <a:pt x="211" y="773"/>
                    </a:cubicBezTo>
                    <a:cubicBezTo>
                      <a:pt x="201" y="753"/>
                      <a:pt x="182" y="734"/>
                      <a:pt x="172" y="724"/>
                    </a:cubicBezTo>
                    <a:close/>
                  </a:path>
                </a:pathLst>
              </a:custGeom>
              <a:solidFill>
                <a:srgbClr val="ECB9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41" name="Google Shape;15041;p50"/>
              <p:cNvSpPr/>
              <p:nvPr/>
            </p:nvSpPr>
            <p:spPr>
              <a:xfrm>
                <a:off x="989574" y="3976620"/>
                <a:ext cx="124355" cy="90366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883" extrusionOk="0">
                    <a:moveTo>
                      <a:pt x="803" y="0"/>
                    </a:moveTo>
                    <a:cubicBezTo>
                      <a:pt x="713" y="0"/>
                      <a:pt x="622" y="20"/>
                      <a:pt x="532" y="40"/>
                    </a:cubicBezTo>
                    <a:lnTo>
                      <a:pt x="522" y="40"/>
                    </a:lnTo>
                    <a:cubicBezTo>
                      <a:pt x="502" y="81"/>
                      <a:pt x="462" y="131"/>
                      <a:pt x="412" y="191"/>
                    </a:cubicBezTo>
                    <a:cubicBezTo>
                      <a:pt x="362" y="251"/>
                      <a:pt x="251" y="251"/>
                      <a:pt x="151" y="251"/>
                    </a:cubicBezTo>
                    <a:lnTo>
                      <a:pt x="0" y="251"/>
                    </a:lnTo>
                    <a:cubicBezTo>
                      <a:pt x="0" y="271"/>
                      <a:pt x="0" y="281"/>
                      <a:pt x="0" y="291"/>
                    </a:cubicBezTo>
                    <a:cubicBezTo>
                      <a:pt x="0" y="341"/>
                      <a:pt x="10" y="391"/>
                      <a:pt x="20" y="442"/>
                    </a:cubicBezTo>
                    <a:cubicBezTo>
                      <a:pt x="20" y="472"/>
                      <a:pt x="31" y="492"/>
                      <a:pt x="41" y="522"/>
                    </a:cubicBezTo>
                    <a:cubicBezTo>
                      <a:pt x="51" y="552"/>
                      <a:pt x="51" y="592"/>
                      <a:pt x="61" y="632"/>
                    </a:cubicBezTo>
                    <a:cubicBezTo>
                      <a:pt x="81" y="702"/>
                      <a:pt x="101" y="763"/>
                      <a:pt x="131" y="813"/>
                    </a:cubicBezTo>
                    <a:cubicBezTo>
                      <a:pt x="181" y="823"/>
                      <a:pt x="231" y="823"/>
                      <a:pt x="281" y="823"/>
                    </a:cubicBezTo>
                    <a:cubicBezTo>
                      <a:pt x="472" y="823"/>
                      <a:pt x="672" y="783"/>
                      <a:pt x="833" y="763"/>
                    </a:cubicBezTo>
                    <a:cubicBezTo>
                      <a:pt x="983" y="743"/>
                      <a:pt x="1074" y="733"/>
                      <a:pt x="1154" y="672"/>
                    </a:cubicBezTo>
                    <a:cubicBezTo>
                      <a:pt x="1154" y="452"/>
                      <a:pt x="1214" y="221"/>
                      <a:pt x="1034" y="71"/>
                    </a:cubicBezTo>
                    <a:cubicBezTo>
                      <a:pt x="973" y="20"/>
                      <a:pt x="893" y="0"/>
                      <a:pt x="803" y="0"/>
                    </a:cubicBezTo>
                    <a:close/>
                    <a:moveTo>
                      <a:pt x="141" y="833"/>
                    </a:moveTo>
                    <a:cubicBezTo>
                      <a:pt x="151" y="843"/>
                      <a:pt x="171" y="863"/>
                      <a:pt x="181" y="883"/>
                    </a:cubicBezTo>
                    <a:cubicBezTo>
                      <a:pt x="171" y="863"/>
                      <a:pt x="161" y="843"/>
                      <a:pt x="141" y="833"/>
                    </a:cubicBezTo>
                    <a:close/>
                  </a:path>
                </a:pathLst>
              </a:custGeom>
              <a:solidFill>
                <a:srgbClr val="E4AE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42" name="Google Shape;15042;p50"/>
              <p:cNvSpPr/>
              <p:nvPr/>
            </p:nvSpPr>
            <p:spPr>
              <a:xfrm>
                <a:off x="988551" y="3980714"/>
                <a:ext cx="54553" cy="21696"/>
              </a:xfrm>
              <a:custGeom>
                <a:avLst/>
                <a:gdLst/>
                <a:ahLst/>
                <a:cxnLst/>
                <a:rect l="l" t="t" r="r" b="b"/>
                <a:pathLst>
                  <a:path w="533" h="212" extrusionOk="0">
                    <a:moveTo>
                      <a:pt x="532" y="0"/>
                    </a:moveTo>
                    <a:lnTo>
                      <a:pt x="532" y="0"/>
                    </a:lnTo>
                    <a:cubicBezTo>
                      <a:pt x="442" y="10"/>
                      <a:pt x="361" y="31"/>
                      <a:pt x="281" y="31"/>
                    </a:cubicBezTo>
                    <a:lnTo>
                      <a:pt x="261" y="31"/>
                    </a:lnTo>
                    <a:cubicBezTo>
                      <a:pt x="221" y="31"/>
                      <a:pt x="181" y="20"/>
                      <a:pt x="131" y="20"/>
                    </a:cubicBezTo>
                    <a:cubicBezTo>
                      <a:pt x="91" y="20"/>
                      <a:pt x="51" y="31"/>
                      <a:pt x="20" y="71"/>
                    </a:cubicBezTo>
                    <a:cubicBezTo>
                      <a:pt x="10" y="111"/>
                      <a:pt x="10" y="161"/>
                      <a:pt x="0" y="211"/>
                    </a:cubicBezTo>
                    <a:lnTo>
                      <a:pt x="161" y="211"/>
                    </a:lnTo>
                    <a:cubicBezTo>
                      <a:pt x="261" y="211"/>
                      <a:pt x="372" y="211"/>
                      <a:pt x="422" y="151"/>
                    </a:cubicBezTo>
                    <a:cubicBezTo>
                      <a:pt x="472" y="91"/>
                      <a:pt x="512" y="41"/>
                      <a:pt x="532" y="0"/>
                    </a:cubicBezTo>
                    <a:close/>
                  </a:path>
                </a:pathLst>
              </a:custGeom>
              <a:solidFill>
                <a:srgbClr val="E4AE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43" name="Google Shape;15043;p50"/>
              <p:cNvSpPr/>
              <p:nvPr/>
            </p:nvSpPr>
            <p:spPr>
              <a:xfrm>
                <a:off x="1002879" y="4045393"/>
                <a:ext cx="104806" cy="26813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262" extrusionOk="0">
                    <a:moveTo>
                      <a:pt x="1024" y="0"/>
                    </a:moveTo>
                    <a:cubicBezTo>
                      <a:pt x="944" y="61"/>
                      <a:pt x="853" y="71"/>
                      <a:pt x="703" y="91"/>
                    </a:cubicBezTo>
                    <a:cubicBezTo>
                      <a:pt x="542" y="111"/>
                      <a:pt x="342" y="151"/>
                      <a:pt x="151" y="151"/>
                    </a:cubicBezTo>
                    <a:cubicBezTo>
                      <a:pt x="101" y="151"/>
                      <a:pt x="51" y="151"/>
                      <a:pt x="1" y="141"/>
                    </a:cubicBezTo>
                    <a:lnTo>
                      <a:pt x="1" y="141"/>
                    </a:lnTo>
                    <a:cubicBezTo>
                      <a:pt x="1" y="151"/>
                      <a:pt x="11" y="151"/>
                      <a:pt x="11" y="161"/>
                    </a:cubicBezTo>
                    <a:cubicBezTo>
                      <a:pt x="31" y="171"/>
                      <a:pt x="41" y="191"/>
                      <a:pt x="51" y="211"/>
                    </a:cubicBezTo>
                    <a:cubicBezTo>
                      <a:pt x="51" y="211"/>
                      <a:pt x="61" y="221"/>
                      <a:pt x="61" y="221"/>
                    </a:cubicBezTo>
                    <a:cubicBezTo>
                      <a:pt x="101" y="251"/>
                      <a:pt x="151" y="261"/>
                      <a:pt x="211" y="261"/>
                    </a:cubicBezTo>
                    <a:cubicBezTo>
                      <a:pt x="322" y="261"/>
                      <a:pt x="452" y="221"/>
                      <a:pt x="552" y="221"/>
                    </a:cubicBezTo>
                    <a:cubicBezTo>
                      <a:pt x="565" y="221"/>
                      <a:pt x="579" y="221"/>
                      <a:pt x="593" y="221"/>
                    </a:cubicBezTo>
                    <a:cubicBezTo>
                      <a:pt x="754" y="221"/>
                      <a:pt x="1024" y="213"/>
                      <a:pt x="1024" y="10"/>
                    </a:cubicBezTo>
                    <a:lnTo>
                      <a:pt x="1024" y="0"/>
                    </a:lnTo>
                    <a:close/>
                  </a:path>
                </a:pathLst>
              </a:custGeom>
              <a:solidFill>
                <a:srgbClr val="AC80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44" name="Google Shape;15044;p50"/>
              <p:cNvSpPr/>
              <p:nvPr/>
            </p:nvSpPr>
            <p:spPr>
              <a:xfrm>
                <a:off x="982512" y="4003638"/>
                <a:ext cx="35106" cy="31214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05" extrusionOk="0">
                    <a:moveTo>
                      <a:pt x="49" y="1"/>
                    </a:moveTo>
                    <a:cubicBezTo>
                      <a:pt x="48" y="1"/>
                      <a:pt x="50" y="2"/>
                      <a:pt x="58" y="8"/>
                    </a:cubicBezTo>
                    <a:lnTo>
                      <a:pt x="58" y="8"/>
                    </a:lnTo>
                    <a:cubicBezTo>
                      <a:pt x="58" y="8"/>
                      <a:pt x="59" y="7"/>
                      <a:pt x="59" y="7"/>
                    </a:cubicBezTo>
                    <a:cubicBezTo>
                      <a:pt x="59" y="7"/>
                      <a:pt x="50" y="1"/>
                      <a:pt x="49" y="1"/>
                    </a:cubicBezTo>
                    <a:close/>
                    <a:moveTo>
                      <a:pt x="58" y="8"/>
                    </a:moveTo>
                    <a:cubicBezTo>
                      <a:pt x="1" y="40"/>
                      <a:pt x="70" y="168"/>
                      <a:pt x="89" y="188"/>
                    </a:cubicBezTo>
                    <a:cubicBezTo>
                      <a:pt x="110" y="236"/>
                      <a:pt x="238" y="305"/>
                      <a:pt x="300" y="305"/>
                    </a:cubicBezTo>
                    <a:cubicBezTo>
                      <a:pt x="328" y="305"/>
                      <a:pt x="342" y="292"/>
                      <a:pt x="330" y="258"/>
                    </a:cubicBezTo>
                    <a:cubicBezTo>
                      <a:pt x="300" y="148"/>
                      <a:pt x="120" y="57"/>
                      <a:pt x="69" y="17"/>
                    </a:cubicBezTo>
                    <a:cubicBezTo>
                      <a:pt x="64" y="13"/>
                      <a:pt x="61" y="10"/>
                      <a:pt x="58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45" name="Google Shape;15045;p50"/>
              <p:cNvSpPr/>
              <p:nvPr/>
            </p:nvSpPr>
            <p:spPr>
              <a:xfrm>
                <a:off x="1043000" y="3992995"/>
                <a:ext cx="53427" cy="37661"/>
              </a:xfrm>
              <a:custGeom>
                <a:avLst/>
                <a:gdLst/>
                <a:ahLst/>
                <a:cxnLst/>
                <a:rect l="l" t="t" r="r" b="b"/>
                <a:pathLst>
                  <a:path w="522" h="368" extrusionOk="0">
                    <a:moveTo>
                      <a:pt x="414" y="0"/>
                    </a:moveTo>
                    <a:cubicBezTo>
                      <a:pt x="342" y="0"/>
                      <a:pt x="263" y="106"/>
                      <a:pt x="221" y="131"/>
                    </a:cubicBezTo>
                    <a:cubicBezTo>
                      <a:pt x="171" y="161"/>
                      <a:pt x="0" y="322"/>
                      <a:pt x="80" y="362"/>
                    </a:cubicBezTo>
                    <a:cubicBezTo>
                      <a:pt x="90" y="366"/>
                      <a:pt x="100" y="368"/>
                      <a:pt x="110" y="368"/>
                    </a:cubicBezTo>
                    <a:cubicBezTo>
                      <a:pt x="201" y="368"/>
                      <a:pt x="327" y="228"/>
                      <a:pt x="381" y="201"/>
                    </a:cubicBezTo>
                    <a:cubicBezTo>
                      <a:pt x="441" y="161"/>
                      <a:pt x="522" y="61"/>
                      <a:pt x="451" y="11"/>
                    </a:cubicBezTo>
                    <a:cubicBezTo>
                      <a:pt x="439" y="3"/>
                      <a:pt x="427" y="0"/>
                      <a:pt x="4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46" name="Google Shape;15046;p50"/>
              <p:cNvSpPr/>
              <p:nvPr/>
            </p:nvSpPr>
            <p:spPr>
              <a:xfrm>
                <a:off x="1257525" y="4184780"/>
                <a:ext cx="245435" cy="652110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6372" extrusionOk="0">
                    <a:moveTo>
                      <a:pt x="1928" y="0"/>
                    </a:moveTo>
                    <a:cubicBezTo>
                      <a:pt x="1818" y="0"/>
                      <a:pt x="1482" y="1062"/>
                      <a:pt x="1375" y="1296"/>
                    </a:cubicBezTo>
                    <a:cubicBezTo>
                      <a:pt x="1344" y="1367"/>
                      <a:pt x="1134" y="1828"/>
                      <a:pt x="1013" y="2089"/>
                    </a:cubicBezTo>
                    <a:cubicBezTo>
                      <a:pt x="1003" y="2109"/>
                      <a:pt x="983" y="2139"/>
                      <a:pt x="973" y="2169"/>
                    </a:cubicBezTo>
                    <a:cubicBezTo>
                      <a:pt x="953" y="2219"/>
                      <a:pt x="933" y="2259"/>
                      <a:pt x="913" y="2299"/>
                    </a:cubicBezTo>
                    <a:cubicBezTo>
                      <a:pt x="863" y="2430"/>
                      <a:pt x="803" y="2580"/>
                      <a:pt x="763" y="2731"/>
                    </a:cubicBezTo>
                    <a:cubicBezTo>
                      <a:pt x="733" y="2851"/>
                      <a:pt x="713" y="2972"/>
                      <a:pt x="703" y="3102"/>
                    </a:cubicBezTo>
                    <a:cubicBezTo>
                      <a:pt x="692" y="3152"/>
                      <a:pt x="692" y="3202"/>
                      <a:pt x="682" y="3252"/>
                    </a:cubicBezTo>
                    <a:cubicBezTo>
                      <a:pt x="652" y="3553"/>
                      <a:pt x="582" y="3965"/>
                      <a:pt x="542" y="4296"/>
                    </a:cubicBezTo>
                    <a:cubicBezTo>
                      <a:pt x="522" y="4406"/>
                      <a:pt x="512" y="4506"/>
                      <a:pt x="502" y="4596"/>
                    </a:cubicBezTo>
                    <a:cubicBezTo>
                      <a:pt x="492" y="4727"/>
                      <a:pt x="462" y="4867"/>
                      <a:pt x="422" y="5008"/>
                    </a:cubicBezTo>
                    <a:cubicBezTo>
                      <a:pt x="351" y="5279"/>
                      <a:pt x="271" y="5539"/>
                      <a:pt x="221" y="5730"/>
                    </a:cubicBezTo>
                    <a:cubicBezTo>
                      <a:pt x="211" y="5760"/>
                      <a:pt x="211" y="5790"/>
                      <a:pt x="211" y="5810"/>
                    </a:cubicBezTo>
                    <a:cubicBezTo>
                      <a:pt x="171" y="6061"/>
                      <a:pt x="0" y="6171"/>
                      <a:pt x="141" y="6251"/>
                    </a:cubicBezTo>
                    <a:cubicBezTo>
                      <a:pt x="221" y="6292"/>
                      <a:pt x="382" y="6352"/>
                      <a:pt x="552" y="6372"/>
                    </a:cubicBezTo>
                    <a:cubicBezTo>
                      <a:pt x="582" y="6231"/>
                      <a:pt x="602" y="6151"/>
                      <a:pt x="622" y="5951"/>
                    </a:cubicBezTo>
                    <a:cubicBezTo>
                      <a:pt x="642" y="5720"/>
                      <a:pt x="562" y="5690"/>
                      <a:pt x="642" y="5289"/>
                    </a:cubicBezTo>
                    <a:cubicBezTo>
                      <a:pt x="723" y="4887"/>
                      <a:pt x="823" y="3573"/>
                      <a:pt x="913" y="3172"/>
                    </a:cubicBezTo>
                    <a:cubicBezTo>
                      <a:pt x="1003" y="2771"/>
                      <a:pt x="1114" y="3072"/>
                      <a:pt x="1184" y="2711"/>
                    </a:cubicBezTo>
                    <a:cubicBezTo>
                      <a:pt x="1244" y="2360"/>
                      <a:pt x="1615" y="2079"/>
                      <a:pt x="1846" y="1758"/>
                    </a:cubicBezTo>
                    <a:cubicBezTo>
                      <a:pt x="2067" y="1427"/>
                      <a:pt x="2257" y="855"/>
                      <a:pt x="2378" y="494"/>
                    </a:cubicBezTo>
                    <a:cubicBezTo>
                      <a:pt x="2398" y="434"/>
                      <a:pt x="2378" y="414"/>
                      <a:pt x="2336" y="414"/>
                    </a:cubicBezTo>
                    <a:cubicBezTo>
                      <a:pt x="2295" y="414"/>
                      <a:pt x="2232" y="434"/>
                      <a:pt x="2167" y="454"/>
                    </a:cubicBezTo>
                    <a:cubicBezTo>
                      <a:pt x="2104" y="479"/>
                      <a:pt x="2032" y="505"/>
                      <a:pt x="1975" y="505"/>
                    </a:cubicBezTo>
                    <a:cubicBezTo>
                      <a:pt x="1943" y="505"/>
                      <a:pt x="1915" y="496"/>
                      <a:pt x="1896" y="474"/>
                    </a:cubicBezTo>
                    <a:cubicBezTo>
                      <a:pt x="1836" y="404"/>
                      <a:pt x="1976" y="23"/>
                      <a:pt x="1936" y="2"/>
                    </a:cubicBezTo>
                    <a:cubicBezTo>
                      <a:pt x="1934" y="1"/>
                      <a:pt x="1931" y="0"/>
                      <a:pt x="1928" y="0"/>
                    </a:cubicBezTo>
                    <a:close/>
                  </a:path>
                </a:pathLst>
              </a:custGeom>
              <a:solidFill>
                <a:srgbClr val="E0D4C7">
                  <a:alpha val="44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47" name="Google Shape;15047;p50"/>
              <p:cNvSpPr/>
              <p:nvPr/>
            </p:nvSpPr>
            <p:spPr>
              <a:xfrm>
                <a:off x="1147704" y="3775318"/>
                <a:ext cx="36027" cy="28962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83" extrusionOk="0">
                    <a:moveTo>
                      <a:pt x="172" y="1"/>
                    </a:moveTo>
                    <a:cubicBezTo>
                      <a:pt x="145" y="1"/>
                      <a:pt x="118" y="8"/>
                      <a:pt x="90" y="21"/>
                    </a:cubicBezTo>
                    <a:cubicBezTo>
                      <a:pt x="20" y="62"/>
                      <a:pt x="0" y="142"/>
                      <a:pt x="50" y="212"/>
                    </a:cubicBezTo>
                    <a:cubicBezTo>
                      <a:pt x="77" y="258"/>
                      <a:pt x="125" y="283"/>
                      <a:pt x="177" y="283"/>
                    </a:cubicBezTo>
                    <a:cubicBezTo>
                      <a:pt x="205" y="283"/>
                      <a:pt x="233" y="276"/>
                      <a:pt x="261" y="262"/>
                    </a:cubicBezTo>
                    <a:cubicBezTo>
                      <a:pt x="331" y="222"/>
                      <a:pt x="351" y="142"/>
                      <a:pt x="301" y="72"/>
                    </a:cubicBezTo>
                    <a:cubicBezTo>
                      <a:pt x="268" y="25"/>
                      <a:pt x="222" y="1"/>
                      <a:pt x="172" y="1"/>
                    </a:cubicBezTo>
                    <a:close/>
                  </a:path>
                </a:pathLst>
              </a:custGeom>
              <a:solidFill>
                <a:srgbClr val="1A0B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48" name="Google Shape;15048;p50"/>
              <p:cNvSpPr/>
              <p:nvPr/>
            </p:nvSpPr>
            <p:spPr>
              <a:xfrm>
                <a:off x="1149751" y="3775318"/>
                <a:ext cx="31933" cy="25892"/>
              </a:xfrm>
              <a:custGeom>
                <a:avLst/>
                <a:gdLst/>
                <a:ahLst/>
                <a:cxnLst/>
                <a:rect l="l" t="t" r="r" b="b"/>
                <a:pathLst>
                  <a:path w="312" h="253" extrusionOk="0">
                    <a:moveTo>
                      <a:pt x="157" y="1"/>
                    </a:moveTo>
                    <a:cubicBezTo>
                      <a:pt x="131" y="1"/>
                      <a:pt x="105" y="7"/>
                      <a:pt x="80" y="21"/>
                    </a:cubicBezTo>
                    <a:cubicBezTo>
                      <a:pt x="10" y="51"/>
                      <a:pt x="0" y="122"/>
                      <a:pt x="40" y="192"/>
                    </a:cubicBezTo>
                    <a:cubicBezTo>
                      <a:pt x="66" y="231"/>
                      <a:pt x="109" y="253"/>
                      <a:pt x="155" y="253"/>
                    </a:cubicBezTo>
                    <a:cubicBezTo>
                      <a:pt x="180" y="253"/>
                      <a:pt x="206" y="246"/>
                      <a:pt x="231" y="232"/>
                    </a:cubicBezTo>
                    <a:cubicBezTo>
                      <a:pt x="291" y="202"/>
                      <a:pt x="311" y="122"/>
                      <a:pt x="271" y="62"/>
                    </a:cubicBezTo>
                    <a:cubicBezTo>
                      <a:pt x="245" y="23"/>
                      <a:pt x="202" y="1"/>
                      <a:pt x="157" y="1"/>
                    </a:cubicBezTo>
                    <a:close/>
                  </a:path>
                </a:pathLst>
              </a:custGeom>
              <a:solidFill>
                <a:srgbClr val="E0D4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49" name="Google Shape;15049;p50"/>
              <p:cNvSpPr/>
              <p:nvPr/>
            </p:nvSpPr>
            <p:spPr>
              <a:xfrm>
                <a:off x="1156915" y="3780537"/>
                <a:ext cx="17502" cy="1443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41" extrusionOk="0">
                    <a:moveTo>
                      <a:pt x="80" y="0"/>
                    </a:moveTo>
                    <a:cubicBezTo>
                      <a:pt x="67" y="0"/>
                      <a:pt x="54" y="4"/>
                      <a:pt x="41" y="11"/>
                    </a:cubicBezTo>
                    <a:cubicBezTo>
                      <a:pt x="0" y="31"/>
                      <a:pt x="0" y="71"/>
                      <a:pt x="20" y="101"/>
                    </a:cubicBezTo>
                    <a:cubicBezTo>
                      <a:pt x="34" y="128"/>
                      <a:pt x="61" y="141"/>
                      <a:pt x="86" y="141"/>
                    </a:cubicBezTo>
                    <a:cubicBezTo>
                      <a:pt x="98" y="141"/>
                      <a:pt x="111" y="138"/>
                      <a:pt x="121" y="131"/>
                    </a:cubicBezTo>
                    <a:cubicBezTo>
                      <a:pt x="161" y="111"/>
                      <a:pt x="171" y="71"/>
                      <a:pt x="151" y="41"/>
                    </a:cubicBezTo>
                    <a:cubicBezTo>
                      <a:pt x="131" y="14"/>
                      <a:pt x="106" y="0"/>
                      <a:pt x="80" y="0"/>
                    </a:cubicBezTo>
                    <a:close/>
                  </a:path>
                </a:pathLst>
              </a:custGeom>
              <a:solidFill>
                <a:srgbClr val="1A0B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50" name="Google Shape;15050;p50"/>
              <p:cNvSpPr/>
              <p:nvPr/>
            </p:nvSpPr>
            <p:spPr>
              <a:xfrm>
                <a:off x="1139413" y="3769689"/>
                <a:ext cx="53529" cy="24766"/>
              </a:xfrm>
              <a:custGeom>
                <a:avLst/>
                <a:gdLst/>
                <a:ahLst/>
                <a:cxnLst/>
                <a:rect l="l" t="t" r="r" b="b"/>
                <a:pathLst>
                  <a:path w="523" h="242" extrusionOk="0">
                    <a:moveTo>
                      <a:pt x="318" y="0"/>
                    </a:moveTo>
                    <a:cubicBezTo>
                      <a:pt x="235" y="0"/>
                      <a:pt x="123" y="35"/>
                      <a:pt x="101" y="86"/>
                    </a:cubicBezTo>
                    <a:cubicBezTo>
                      <a:pt x="71" y="157"/>
                      <a:pt x="1" y="217"/>
                      <a:pt x="61" y="237"/>
                    </a:cubicBezTo>
                    <a:cubicBezTo>
                      <a:pt x="68" y="240"/>
                      <a:pt x="74" y="242"/>
                      <a:pt x="81" y="242"/>
                    </a:cubicBezTo>
                    <a:cubicBezTo>
                      <a:pt x="137" y="242"/>
                      <a:pt x="198" y="144"/>
                      <a:pt x="252" y="127"/>
                    </a:cubicBezTo>
                    <a:cubicBezTo>
                      <a:pt x="266" y="123"/>
                      <a:pt x="280" y="121"/>
                      <a:pt x="295" y="121"/>
                    </a:cubicBezTo>
                    <a:cubicBezTo>
                      <a:pt x="353" y="121"/>
                      <a:pt x="414" y="147"/>
                      <a:pt x="462" y="147"/>
                    </a:cubicBezTo>
                    <a:cubicBezTo>
                      <a:pt x="522" y="147"/>
                      <a:pt x="452" y="46"/>
                      <a:pt x="392" y="16"/>
                    </a:cubicBezTo>
                    <a:cubicBezTo>
                      <a:pt x="376" y="5"/>
                      <a:pt x="349" y="0"/>
                      <a:pt x="318" y="0"/>
                    </a:cubicBezTo>
                    <a:close/>
                  </a:path>
                </a:pathLst>
              </a:custGeom>
              <a:solidFill>
                <a:srgbClr val="1A0B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51" name="Google Shape;15051;p50"/>
              <p:cNvSpPr/>
              <p:nvPr/>
            </p:nvSpPr>
            <p:spPr>
              <a:xfrm>
                <a:off x="1794449" y="3656705"/>
                <a:ext cx="495988" cy="73275"/>
              </a:xfrm>
              <a:custGeom>
                <a:avLst/>
                <a:gdLst/>
                <a:ahLst/>
                <a:cxnLst/>
                <a:rect l="l" t="t" r="r" b="b"/>
                <a:pathLst>
                  <a:path w="4846" h="716" extrusionOk="0">
                    <a:moveTo>
                      <a:pt x="3567" y="1"/>
                    </a:moveTo>
                    <a:cubicBezTo>
                      <a:pt x="3057" y="1"/>
                      <a:pt x="2560" y="147"/>
                      <a:pt x="2047" y="238"/>
                    </a:cubicBezTo>
                    <a:cubicBezTo>
                      <a:pt x="1877" y="265"/>
                      <a:pt x="1706" y="274"/>
                      <a:pt x="1533" y="274"/>
                    </a:cubicBezTo>
                    <a:cubicBezTo>
                      <a:pt x="1247" y="274"/>
                      <a:pt x="959" y="250"/>
                      <a:pt x="672" y="250"/>
                    </a:cubicBezTo>
                    <a:cubicBezTo>
                      <a:pt x="446" y="250"/>
                      <a:pt x="222" y="265"/>
                      <a:pt x="0" y="318"/>
                    </a:cubicBezTo>
                    <a:lnTo>
                      <a:pt x="0" y="328"/>
                    </a:lnTo>
                    <a:cubicBezTo>
                      <a:pt x="185" y="632"/>
                      <a:pt x="473" y="715"/>
                      <a:pt x="787" y="715"/>
                    </a:cubicBezTo>
                    <a:cubicBezTo>
                      <a:pt x="1053" y="715"/>
                      <a:pt x="1338" y="655"/>
                      <a:pt x="1595" y="619"/>
                    </a:cubicBezTo>
                    <a:cubicBezTo>
                      <a:pt x="2157" y="528"/>
                      <a:pt x="2749" y="388"/>
                      <a:pt x="3290" y="258"/>
                    </a:cubicBezTo>
                    <a:cubicBezTo>
                      <a:pt x="3447" y="222"/>
                      <a:pt x="3603" y="207"/>
                      <a:pt x="3757" y="207"/>
                    </a:cubicBezTo>
                    <a:cubicBezTo>
                      <a:pt x="4124" y="207"/>
                      <a:pt x="4485" y="290"/>
                      <a:pt x="4845" y="368"/>
                    </a:cubicBezTo>
                    <a:cubicBezTo>
                      <a:pt x="4474" y="217"/>
                      <a:pt x="4163" y="27"/>
                      <a:pt x="3742" y="7"/>
                    </a:cubicBezTo>
                    <a:cubicBezTo>
                      <a:pt x="3683" y="3"/>
                      <a:pt x="3625" y="1"/>
                      <a:pt x="3567" y="1"/>
                    </a:cubicBezTo>
                    <a:close/>
                  </a:path>
                </a:pathLst>
              </a:custGeom>
              <a:solidFill>
                <a:srgbClr val="E0D4C7">
                  <a:alpha val="44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52" name="Google Shape;15052;p50"/>
              <p:cNvSpPr/>
              <p:nvPr/>
            </p:nvSpPr>
            <p:spPr>
              <a:xfrm>
                <a:off x="1171244" y="3783607"/>
                <a:ext cx="5220" cy="5219"/>
              </a:xfrm>
              <a:custGeom>
                <a:avLst/>
                <a:gdLst/>
                <a:ahLst/>
                <a:cxnLst/>
                <a:rect l="l" t="t" r="r" b="b"/>
                <a:pathLst>
                  <a:path w="51" h="51" extrusionOk="0">
                    <a:moveTo>
                      <a:pt x="1" y="1"/>
                    </a:moveTo>
                    <a:cubicBezTo>
                      <a:pt x="11" y="1"/>
                      <a:pt x="11" y="11"/>
                      <a:pt x="11" y="11"/>
                    </a:cubicBezTo>
                    <a:cubicBezTo>
                      <a:pt x="21" y="21"/>
                      <a:pt x="21" y="41"/>
                      <a:pt x="21" y="51"/>
                    </a:cubicBezTo>
                    <a:cubicBezTo>
                      <a:pt x="31" y="51"/>
                      <a:pt x="51" y="41"/>
                      <a:pt x="41" y="31"/>
                    </a:cubicBezTo>
                    <a:cubicBezTo>
                      <a:pt x="41" y="11"/>
                      <a:pt x="31" y="1"/>
                      <a:pt x="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53" name="Google Shape;15053;p50"/>
              <p:cNvSpPr/>
              <p:nvPr/>
            </p:nvSpPr>
            <p:spPr>
              <a:xfrm>
                <a:off x="1169197" y="3783607"/>
                <a:ext cx="4196" cy="5219"/>
              </a:xfrm>
              <a:custGeom>
                <a:avLst/>
                <a:gdLst/>
                <a:ahLst/>
                <a:cxnLst/>
                <a:rect l="l" t="t" r="r" b="b"/>
                <a:pathLst>
                  <a:path w="41" h="51" extrusionOk="0">
                    <a:moveTo>
                      <a:pt x="21" y="1"/>
                    </a:moveTo>
                    <a:cubicBezTo>
                      <a:pt x="11" y="11"/>
                      <a:pt x="1" y="21"/>
                      <a:pt x="1" y="31"/>
                    </a:cubicBezTo>
                    <a:cubicBezTo>
                      <a:pt x="11" y="41"/>
                      <a:pt x="21" y="51"/>
                      <a:pt x="41" y="51"/>
                    </a:cubicBezTo>
                    <a:cubicBezTo>
                      <a:pt x="41" y="41"/>
                      <a:pt x="41" y="21"/>
                      <a:pt x="31" y="11"/>
                    </a:cubicBezTo>
                    <a:cubicBezTo>
                      <a:pt x="31" y="11"/>
                      <a:pt x="31" y="1"/>
                      <a:pt x="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54" name="Google Shape;15054;p50"/>
              <p:cNvSpPr/>
              <p:nvPr/>
            </p:nvSpPr>
            <p:spPr>
              <a:xfrm>
                <a:off x="1161009" y="3793841"/>
                <a:ext cx="2149" cy="2149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" y="1"/>
                    </a:moveTo>
                    <a:lnTo>
                      <a:pt x="11" y="21"/>
                    </a:lnTo>
                    <a:lnTo>
                      <a:pt x="21" y="11"/>
                    </a:lnTo>
                    <a:cubicBezTo>
                      <a:pt x="21" y="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rgbClr val="B4AD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55" name="Google Shape;15055;p50"/>
              <p:cNvSpPr/>
              <p:nvPr/>
            </p:nvSpPr>
            <p:spPr>
              <a:xfrm>
                <a:off x="1161009" y="3792818"/>
                <a:ext cx="3173" cy="2149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11" y="1"/>
                    </a:moveTo>
                    <a:lnTo>
                      <a:pt x="1" y="11"/>
                    </a:lnTo>
                    <a:cubicBezTo>
                      <a:pt x="11" y="11"/>
                      <a:pt x="21" y="11"/>
                      <a:pt x="21" y="21"/>
                    </a:cubicBezTo>
                    <a:lnTo>
                      <a:pt x="31" y="1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56" name="Google Shape;15056;p50"/>
              <p:cNvSpPr/>
              <p:nvPr/>
            </p:nvSpPr>
            <p:spPr>
              <a:xfrm>
                <a:off x="1649727" y="4198289"/>
                <a:ext cx="379923" cy="79211"/>
              </a:xfrm>
              <a:custGeom>
                <a:avLst/>
                <a:gdLst/>
                <a:ahLst/>
                <a:cxnLst/>
                <a:rect l="l" t="t" r="r" b="b"/>
                <a:pathLst>
                  <a:path w="3712" h="774" extrusionOk="0">
                    <a:moveTo>
                      <a:pt x="3711" y="1"/>
                    </a:moveTo>
                    <a:lnTo>
                      <a:pt x="3711" y="1"/>
                    </a:lnTo>
                    <a:cubicBezTo>
                      <a:pt x="3330" y="151"/>
                      <a:pt x="2929" y="272"/>
                      <a:pt x="2518" y="372"/>
                    </a:cubicBezTo>
                    <a:cubicBezTo>
                      <a:pt x="2929" y="272"/>
                      <a:pt x="3330" y="161"/>
                      <a:pt x="3711" y="1"/>
                    </a:cubicBezTo>
                    <a:close/>
                    <a:moveTo>
                      <a:pt x="1324" y="633"/>
                    </a:moveTo>
                    <a:cubicBezTo>
                      <a:pt x="893" y="703"/>
                      <a:pt x="441" y="743"/>
                      <a:pt x="0" y="773"/>
                    </a:cubicBezTo>
                    <a:cubicBezTo>
                      <a:pt x="441" y="753"/>
                      <a:pt x="893" y="703"/>
                      <a:pt x="1324" y="633"/>
                    </a:cubicBezTo>
                    <a:close/>
                  </a:path>
                </a:pathLst>
              </a:custGeom>
              <a:solidFill>
                <a:srgbClr val="D3D4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57" name="Google Shape;15057;p50"/>
              <p:cNvSpPr/>
              <p:nvPr/>
            </p:nvSpPr>
            <p:spPr>
              <a:xfrm>
                <a:off x="2029545" y="4198289"/>
                <a:ext cx="1126" cy="102"/>
              </a:xfrm>
              <a:custGeom>
                <a:avLst/>
                <a:gdLst/>
                <a:ahLst/>
                <a:cxnLst/>
                <a:rect l="l" t="t" r="r" b="b"/>
                <a:pathLst>
                  <a:path w="1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9A3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58" name="Google Shape;15058;p50"/>
              <p:cNvSpPr/>
              <p:nvPr/>
            </p:nvSpPr>
            <p:spPr>
              <a:xfrm>
                <a:off x="2030569" y="4186008"/>
                <a:ext cx="28863" cy="12383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21" extrusionOk="0">
                    <a:moveTo>
                      <a:pt x="0" y="121"/>
                    </a:moveTo>
                    <a:cubicBezTo>
                      <a:pt x="0" y="121"/>
                      <a:pt x="0" y="121"/>
                      <a:pt x="0" y="121"/>
                    </a:cubicBezTo>
                    <a:cubicBezTo>
                      <a:pt x="91" y="81"/>
                      <a:pt x="181" y="41"/>
                      <a:pt x="281" y="1"/>
                    </a:cubicBezTo>
                    <a:cubicBezTo>
                      <a:pt x="181" y="41"/>
                      <a:pt x="91" y="81"/>
                      <a:pt x="0" y="121"/>
                    </a:cubicBezTo>
                  </a:path>
                </a:pathLst>
              </a:custGeom>
              <a:solidFill>
                <a:srgbClr val="8A61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59" name="Google Shape;15059;p50"/>
              <p:cNvSpPr/>
              <p:nvPr/>
            </p:nvSpPr>
            <p:spPr>
              <a:xfrm>
                <a:off x="1568564" y="4138829"/>
                <a:ext cx="516458" cy="139694"/>
              </a:xfrm>
              <a:custGeom>
                <a:avLst/>
                <a:gdLst/>
                <a:ahLst/>
                <a:cxnLst/>
                <a:rect l="l" t="t" r="r" b="b"/>
                <a:pathLst>
                  <a:path w="5046" h="1365" extrusionOk="0">
                    <a:moveTo>
                      <a:pt x="5046" y="341"/>
                    </a:moveTo>
                    <a:cubicBezTo>
                      <a:pt x="5006" y="361"/>
                      <a:pt x="4964" y="381"/>
                      <a:pt x="4922" y="401"/>
                    </a:cubicBezTo>
                    <a:lnTo>
                      <a:pt x="4922" y="401"/>
                    </a:lnTo>
                    <a:cubicBezTo>
                      <a:pt x="4964" y="381"/>
                      <a:pt x="5005" y="362"/>
                      <a:pt x="5046" y="341"/>
                    </a:cubicBezTo>
                    <a:close/>
                    <a:moveTo>
                      <a:pt x="4575" y="0"/>
                    </a:moveTo>
                    <a:cubicBezTo>
                      <a:pt x="3712" y="90"/>
                      <a:pt x="2699" y="482"/>
                      <a:pt x="2037" y="652"/>
                    </a:cubicBezTo>
                    <a:cubicBezTo>
                      <a:pt x="1987" y="662"/>
                      <a:pt x="1937" y="662"/>
                      <a:pt x="1876" y="662"/>
                    </a:cubicBezTo>
                    <a:cubicBezTo>
                      <a:pt x="1776" y="662"/>
                      <a:pt x="1656" y="642"/>
                      <a:pt x="1535" y="612"/>
                    </a:cubicBezTo>
                    <a:cubicBezTo>
                      <a:pt x="1495" y="722"/>
                      <a:pt x="1435" y="813"/>
                      <a:pt x="1385" y="823"/>
                    </a:cubicBezTo>
                    <a:cubicBezTo>
                      <a:pt x="1355" y="833"/>
                      <a:pt x="1325" y="833"/>
                      <a:pt x="1295" y="833"/>
                    </a:cubicBezTo>
                    <a:cubicBezTo>
                      <a:pt x="964" y="833"/>
                      <a:pt x="1024" y="361"/>
                      <a:pt x="663" y="231"/>
                    </a:cubicBezTo>
                    <a:lnTo>
                      <a:pt x="633" y="231"/>
                    </a:lnTo>
                    <a:cubicBezTo>
                      <a:pt x="592" y="231"/>
                      <a:pt x="532" y="241"/>
                      <a:pt x="472" y="261"/>
                    </a:cubicBezTo>
                    <a:cubicBezTo>
                      <a:pt x="422" y="271"/>
                      <a:pt x="352" y="281"/>
                      <a:pt x="292" y="281"/>
                    </a:cubicBezTo>
                    <a:lnTo>
                      <a:pt x="221" y="281"/>
                    </a:lnTo>
                    <a:cubicBezTo>
                      <a:pt x="241" y="441"/>
                      <a:pt x="261" y="592"/>
                      <a:pt x="261" y="662"/>
                    </a:cubicBezTo>
                    <a:cubicBezTo>
                      <a:pt x="261" y="853"/>
                      <a:pt x="151" y="1164"/>
                      <a:pt x="1" y="1354"/>
                    </a:cubicBezTo>
                    <a:cubicBezTo>
                      <a:pt x="121" y="1354"/>
                      <a:pt x="241" y="1364"/>
                      <a:pt x="362" y="1364"/>
                    </a:cubicBezTo>
                    <a:cubicBezTo>
                      <a:pt x="502" y="1364"/>
                      <a:pt x="643" y="1354"/>
                      <a:pt x="793" y="1354"/>
                    </a:cubicBezTo>
                    <a:cubicBezTo>
                      <a:pt x="1234" y="1324"/>
                      <a:pt x="1686" y="1284"/>
                      <a:pt x="2117" y="1214"/>
                    </a:cubicBezTo>
                    <a:cubicBezTo>
                      <a:pt x="2378" y="1174"/>
                      <a:pt x="2639" y="1114"/>
                      <a:pt x="2889" y="1063"/>
                    </a:cubicBezTo>
                    <a:cubicBezTo>
                      <a:pt x="3030" y="1023"/>
                      <a:pt x="3170" y="993"/>
                      <a:pt x="3311" y="953"/>
                    </a:cubicBezTo>
                    <a:cubicBezTo>
                      <a:pt x="3722" y="853"/>
                      <a:pt x="4123" y="732"/>
                      <a:pt x="4504" y="582"/>
                    </a:cubicBezTo>
                    <a:lnTo>
                      <a:pt x="4514" y="582"/>
                    </a:lnTo>
                    <a:cubicBezTo>
                      <a:pt x="4605" y="542"/>
                      <a:pt x="4695" y="502"/>
                      <a:pt x="4795" y="462"/>
                    </a:cubicBezTo>
                    <a:cubicBezTo>
                      <a:pt x="4836" y="441"/>
                      <a:pt x="4879" y="421"/>
                      <a:pt x="4922" y="401"/>
                    </a:cubicBezTo>
                    <a:lnTo>
                      <a:pt x="4922" y="401"/>
                    </a:lnTo>
                    <a:cubicBezTo>
                      <a:pt x="4822" y="447"/>
                      <a:pt x="4721" y="489"/>
                      <a:pt x="4615" y="532"/>
                    </a:cubicBezTo>
                    <a:cubicBezTo>
                      <a:pt x="4655" y="421"/>
                      <a:pt x="4755" y="301"/>
                      <a:pt x="4735" y="181"/>
                    </a:cubicBezTo>
                    <a:cubicBezTo>
                      <a:pt x="4725" y="80"/>
                      <a:pt x="4615" y="70"/>
                      <a:pt x="4575" y="0"/>
                    </a:cubicBezTo>
                    <a:close/>
                  </a:path>
                </a:pathLst>
              </a:custGeom>
              <a:solidFill>
                <a:srgbClr val="E0D4C7">
                  <a:alpha val="44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60" name="Google Shape;15060;p50"/>
              <p:cNvSpPr/>
              <p:nvPr/>
            </p:nvSpPr>
            <p:spPr>
              <a:xfrm>
                <a:off x="1584019" y="4105978"/>
                <a:ext cx="141755" cy="118100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154" extrusionOk="0">
                    <a:moveTo>
                      <a:pt x="120" y="0"/>
                    </a:moveTo>
                    <a:cubicBezTo>
                      <a:pt x="0" y="0"/>
                      <a:pt x="30" y="321"/>
                      <a:pt x="70" y="602"/>
                    </a:cubicBezTo>
                    <a:lnTo>
                      <a:pt x="141" y="602"/>
                    </a:lnTo>
                    <a:cubicBezTo>
                      <a:pt x="201" y="602"/>
                      <a:pt x="271" y="592"/>
                      <a:pt x="321" y="582"/>
                    </a:cubicBezTo>
                    <a:cubicBezTo>
                      <a:pt x="381" y="562"/>
                      <a:pt x="441" y="552"/>
                      <a:pt x="482" y="552"/>
                    </a:cubicBezTo>
                    <a:lnTo>
                      <a:pt x="512" y="552"/>
                    </a:lnTo>
                    <a:cubicBezTo>
                      <a:pt x="873" y="682"/>
                      <a:pt x="813" y="1154"/>
                      <a:pt x="1144" y="1154"/>
                    </a:cubicBezTo>
                    <a:cubicBezTo>
                      <a:pt x="1174" y="1154"/>
                      <a:pt x="1204" y="1154"/>
                      <a:pt x="1234" y="1144"/>
                    </a:cubicBezTo>
                    <a:cubicBezTo>
                      <a:pt x="1284" y="1134"/>
                      <a:pt x="1344" y="1043"/>
                      <a:pt x="1384" y="933"/>
                    </a:cubicBezTo>
                    <a:cubicBezTo>
                      <a:pt x="1124" y="853"/>
                      <a:pt x="863" y="702"/>
                      <a:pt x="732" y="562"/>
                    </a:cubicBezTo>
                    <a:cubicBezTo>
                      <a:pt x="512" y="331"/>
                      <a:pt x="341" y="20"/>
                      <a:pt x="130" y="0"/>
                    </a:cubicBezTo>
                    <a:close/>
                  </a:path>
                </a:pathLst>
              </a:custGeom>
              <a:solidFill>
                <a:srgbClr val="3E3D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61" name="Google Shape;15061;p50"/>
              <p:cNvSpPr/>
              <p:nvPr/>
            </p:nvSpPr>
            <p:spPr>
              <a:xfrm>
                <a:off x="2130155" y="4145993"/>
                <a:ext cx="1126" cy="102"/>
              </a:xfrm>
              <a:custGeom>
                <a:avLst/>
                <a:gdLst/>
                <a:ahLst/>
                <a:cxnLst/>
                <a:rect l="l" t="t" r="r" b="b"/>
                <a:pathLst>
                  <a:path w="1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0" y="0"/>
                      <a:pt x="10" y="0"/>
                    </a:cubicBezTo>
                    <a:lnTo>
                      <a:pt x="0" y="0"/>
                    </a:lnTo>
                  </a:path>
                </a:pathLst>
              </a:custGeom>
              <a:solidFill>
                <a:srgbClr val="8A61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62" name="Google Shape;15062;p50"/>
              <p:cNvSpPr/>
              <p:nvPr/>
            </p:nvSpPr>
            <p:spPr>
              <a:xfrm>
                <a:off x="2105489" y="4139853"/>
                <a:ext cx="24769" cy="21594"/>
              </a:xfrm>
              <a:custGeom>
                <a:avLst/>
                <a:gdLst/>
                <a:ahLst/>
                <a:cxnLst/>
                <a:rect l="l" t="t" r="r" b="b"/>
                <a:pathLst>
                  <a:path w="242" h="211" extrusionOk="0">
                    <a:moveTo>
                      <a:pt x="31" y="0"/>
                    </a:moveTo>
                    <a:cubicBezTo>
                      <a:pt x="31" y="0"/>
                      <a:pt x="31" y="10"/>
                      <a:pt x="31" y="20"/>
                    </a:cubicBezTo>
                    <a:cubicBezTo>
                      <a:pt x="51" y="80"/>
                      <a:pt x="51" y="171"/>
                      <a:pt x="1" y="211"/>
                    </a:cubicBezTo>
                    <a:cubicBezTo>
                      <a:pt x="81" y="171"/>
                      <a:pt x="161" y="110"/>
                      <a:pt x="241" y="60"/>
                    </a:cubicBezTo>
                    <a:cubicBezTo>
                      <a:pt x="181" y="30"/>
                      <a:pt x="101" y="10"/>
                      <a:pt x="31" y="0"/>
                    </a:cubicBezTo>
                    <a:close/>
                  </a:path>
                </a:pathLst>
              </a:custGeom>
              <a:solidFill>
                <a:srgbClr val="BBB2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63" name="Google Shape;15063;p50"/>
              <p:cNvSpPr/>
              <p:nvPr/>
            </p:nvSpPr>
            <p:spPr>
              <a:xfrm>
                <a:off x="2100371" y="4225000"/>
                <a:ext cx="99689" cy="519171"/>
              </a:xfrm>
              <a:custGeom>
                <a:avLst/>
                <a:gdLst/>
                <a:ahLst/>
                <a:cxnLst/>
                <a:rect l="l" t="t" r="r" b="b"/>
                <a:pathLst>
                  <a:path w="974" h="5073" extrusionOk="0">
                    <a:moveTo>
                      <a:pt x="362" y="1"/>
                    </a:moveTo>
                    <a:cubicBezTo>
                      <a:pt x="382" y="382"/>
                      <a:pt x="442" y="763"/>
                      <a:pt x="482" y="1014"/>
                    </a:cubicBezTo>
                    <a:cubicBezTo>
                      <a:pt x="582" y="1616"/>
                      <a:pt x="652" y="2278"/>
                      <a:pt x="612" y="2809"/>
                    </a:cubicBezTo>
                    <a:cubicBezTo>
                      <a:pt x="572" y="3351"/>
                      <a:pt x="382" y="4103"/>
                      <a:pt x="271" y="4444"/>
                    </a:cubicBezTo>
                    <a:cubicBezTo>
                      <a:pt x="161" y="4785"/>
                      <a:pt x="0" y="4845"/>
                      <a:pt x="91" y="5006"/>
                    </a:cubicBezTo>
                    <a:cubicBezTo>
                      <a:pt x="124" y="5059"/>
                      <a:pt x="184" y="5073"/>
                      <a:pt x="245" y="5073"/>
                    </a:cubicBezTo>
                    <a:cubicBezTo>
                      <a:pt x="275" y="5073"/>
                      <a:pt x="305" y="5069"/>
                      <a:pt x="331" y="5066"/>
                    </a:cubicBezTo>
                    <a:cubicBezTo>
                      <a:pt x="357" y="5061"/>
                      <a:pt x="377" y="5059"/>
                      <a:pt x="393" y="5059"/>
                    </a:cubicBezTo>
                    <a:cubicBezTo>
                      <a:pt x="409" y="5059"/>
                      <a:pt x="422" y="5061"/>
                      <a:pt x="432" y="5066"/>
                    </a:cubicBezTo>
                    <a:cubicBezTo>
                      <a:pt x="442" y="5069"/>
                      <a:pt x="446" y="5071"/>
                      <a:pt x="448" y="5071"/>
                    </a:cubicBezTo>
                    <a:cubicBezTo>
                      <a:pt x="451" y="5071"/>
                      <a:pt x="442" y="5066"/>
                      <a:pt x="442" y="5066"/>
                    </a:cubicBezTo>
                    <a:cubicBezTo>
                      <a:pt x="783" y="4765"/>
                      <a:pt x="743" y="4334"/>
                      <a:pt x="783" y="3872"/>
                    </a:cubicBezTo>
                    <a:cubicBezTo>
                      <a:pt x="833" y="3421"/>
                      <a:pt x="973" y="2699"/>
                      <a:pt x="923" y="2227"/>
                    </a:cubicBezTo>
                    <a:cubicBezTo>
                      <a:pt x="873" y="1766"/>
                      <a:pt x="833" y="1375"/>
                      <a:pt x="783" y="944"/>
                    </a:cubicBezTo>
                    <a:cubicBezTo>
                      <a:pt x="733" y="512"/>
                      <a:pt x="813" y="81"/>
                      <a:pt x="442" y="11"/>
                    </a:cubicBezTo>
                    <a:cubicBezTo>
                      <a:pt x="422" y="11"/>
                      <a:pt x="382" y="1"/>
                      <a:pt x="362" y="1"/>
                    </a:cubicBezTo>
                    <a:close/>
                  </a:path>
                </a:pathLst>
              </a:custGeom>
              <a:solidFill>
                <a:srgbClr val="E0D4C7">
                  <a:alpha val="44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64" name="Google Shape;15064;p50"/>
              <p:cNvSpPr/>
              <p:nvPr/>
            </p:nvSpPr>
            <p:spPr>
              <a:xfrm>
                <a:off x="1644507" y="3665609"/>
                <a:ext cx="660260" cy="528893"/>
              </a:xfrm>
              <a:custGeom>
                <a:avLst/>
                <a:gdLst/>
                <a:ahLst/>
                <a:cxnLst/>
                <a:rect l="l" t="t" r="r" b="b"/>
                <a:pathLst>
                  <a:path w="6451" h="516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1" y="70"/>
                      <a:pt x="242" y="130"/>
                      <a:pt x="362" y="231"/>
                    </a:cubicBezTo>
                    <a:cubicBezTo>
                      <a:pt x="593" y="421"/>
                      <a:pt x="793" y="632"/>
                      <a:pt x="874" y="923"/>
                    </a:cubicBezTo>
                    <a:cubicBezTo>
                      <a:pt x="924" y="1134"/>
                      <a:pt x="803" y="1234"/>
                      <a:pt x="833" y="1465"/>
                    </a:cubicBezTo>
                    <a:cubicBezTo>
                      <a:pt x="874" y="1695"/>
                      <a:pt x="1154" y="1956"/>
                      <a:pt x="1305" y="2127"/>
                    </a:cubicBezTo>
                    <a:cubicBezTo>
                      <a:pt x="1465" y="2297"/>
                      <a:pt x="1616" y="2488"/>
                      <a:pt x="1676" y="2688"/>
                    </a:cubicBezTo>
                    <a:cubicBezTo>
                      <a:pt x="1736" y="2899"/>
                      <a:pt x="1606" y="3059"/>
                      <a:pt x="1556" y="3240"/>
                    </a:cubicBezTo>
                    <a:cubicBezTo>
                      <a:pt x="1475" y="3541"/>
                      <a:pt x="1495" y="3862"/>
                      <a:pt x="1616" y="4133"/>
                    </a:cubicBezTo>
                    <a:cubicBezTo>
                      <a:pt x="1659" y="4239"/>
                      <a:pt x="1740" y="4268"/>
                      <a:pt x="1832" y="4268"/>
                    </a:cubicBezTo>
                    <a:cubicBezTo>
                      <a:pt x="1940" y="4268"/>
                      <a:pt x="2062" y="4229"/>
                      <a:pt x="2157" y="4229"/>
                    </a:cubicBezTo>
                    <a:cubicBezTo>
                      <a:pt x="2187" y="4229"/>
                      <a:pt x="2215" y="4233"/>
                      <a:pt x="2238" y="4243"/>
                    </a:cubicBezTo>
                    <a:cubicBezTo>
                      <a:pt x="2408" y="4323"/>
                      <a:pt x="2238" y="4674"/>
                      <a:pt x="2368" y="4694"/>
                    </a:cubicBezTo>
                    <a:cubicBezTo>
                      <a:pt x="2789" y="4755"/>
                      <a:pt x="2819" y="5075"/>
                      <a:pt x="3100" y="5156"/>
                    </a:cubicBezTo>
                    <a:cubicBezTo>
                      <a:pt x="3127" y="5164"/>
                      <a:pt x="3149" y="5168"/>
                      <a:pt x="3167" y="5168"/>
                    </a:cubicBezTo>
                    <a:cubicBezTo>
                      <a:pt x="3349" y="5168"/>
                      <a:pt x="3147" y="4792"/>
                      <a:pt x="3110" y="4664"/>
                    </a:cubicBezTo>
                    <a:cubicBezTo>
                      <a:pt x="3060" y="4464"/>
                      <a:pt x="3161" y="4233"/>
                      <a:pt x="2980" y="4022"/>
                    </a:cubicBezTo>
                    <a:cubicBezTo>
                      <a:pt x="2799" y="3822"/>
                      <a:pt x="2659" y="3631"/>
                      <a:pt x="2819" y="3350"/>
                    </a:cubicBezTo>
                    <a:cubicBezTo>
                      <a:pt x="2910" y="3200"/>
                      <a:pt x="2980" y="3110"/>
                      <a:pt x="2890" y="2949"/>
                    </a:cubicBezTo>
                    <a:cubicBezTo>
                      <a:pt x="2789" y="2779"/>
                      <a:pt x="2569" y="2658"/>
                      <a:pt x="2448" y="2518"/>
                    </a:cubicBezTo>
                    <a:cubicBezTo>
                      <a:pt x="2218" y="2227"/>
                      <a:pt x="2228" y="1946"/>
                      <a:pt x="2468" y="1685"/>
                    </a:cubicBezTo>
                    <a:cubicBezTo>
                      <a:pt x="2552" y="1602"/>
                      <a:pt x="2632" y="1570"/>
                      <a:pt x="2712" y="1570"/>
                    </a:cubicBezTo>
                    <a:cubicBezTo>
                      <a:pt x="2873" y="1570"/>
                      <a:pt x="3033" y="1695"/>
                      <a:pt x="3221" y="1775"/>
                    </a:cubicBezTo>
                    <a:cubicBezTo>
                      <a:pt x="3353" y="1830"/>
                      <a:pt x="3601" y="1921"/>
                      <a:pt x="3785" y="1921"/>
                    </a:cubicBezTo>
                    <a:cubicBezTo>
                      <a:pt x="3838" y="1921"/>
                      <a:pt x="3885" y="1914"/>
                      <a:pt x="3923" y="1896"/>
                    </a:cubicBezTo>
                    <a:cubicBezTo>
                      <a:pt x="4093" y="1826"/>
                      <a:pt x="4053" y="1715"/>
                      <a:pt x="4123" y="1615"/>
                    </a:cubicBezTo>
                    <a:cubicBezTo>
                      <a:pt x="4247" y="1466"/>
                      <a:pt x="4387" y="1405"/>
                      <a:pt x="4539" y="1405"/>
                    </a:cubicBezTo>
                    <a:cubicBezTo>
                      <a:pt x="4621" y="1405"/>
                      <a:pt x="4707" y="1423"/>
                      <a:pt x="4796" y="1454"/>
                    </a:cubicBezTo>
                    <a:cubicBezTo>
                      <a:pt x="5046" y="1545"/>
                      <a:pt x="5096" y="1765"/>
                      <a:pt x="5397" y="1765"/>
                    </a:cubicBezTo>
                    <a:cubicBezTo>
                      <a:pt x="5708" y="1765"/>
                      <a:pt x="6290" y="1535"/>
                      <a:pt x="6370" y="1194"/>
                    </a:cubicBezTo>
                    <a:cubicBezTo>
                      <a:pt x="6451" y="843"/>
                      <a:pt x="5748" y="933"/>
                      <a:pt x="5528" y="803"/>
                    </a:cubicBezTo>
                    <a:cubicBezTo>
                      <a:pt x="5367" y="712"/>
                      <a:pt x="5147" y="471"/>
                      <a:pt x="4946" y="441"/>
                    </a:cubicBezTo>
                    <a:cubicBezTo>
                      <a:pt x="4930" y="440"/>
                      <a:pt x="4915" y="439"/>
                      <a:pt x="4899" y="439"/>
                    </a:cubicBezTo>
                    <a:cubicBezTo>
                      <a:pt x="4730" y="439"/>
                      <a:pt x="4588" y="533"/>
                      <a:pt x="4404" y="552"/>
                    </a:cubicBezTo>
                    <a:cubicBezTo>
                      <a:pt x="4272" y="566"/>
                      <a:pt x="4129" y="585"/>
                      <a:pt x="3987" y="585"/>
                    </a:cubicBezTo>
                    <a:cubicBezTo>
                      <a:pt x="3925" y="585"/>
                      <a:pt x="3863" y="581"/>
                      <a:pt x="3802" y="572"/>
                    </a:cubicBezTo>
                    <a:cubicBezTo>
                      <a:pt x="3482" y="532"/>
                      <a:pt x="3201" y="401"/>
                      <a:pt x="2910" y="261"/>
                    </a:cubicBezTo>
                    <a:cubicBezTo>
                      <a:pt x="2751" y="271"/>
                      <a:pt x="2590" y="276"/>
                      <a:pt x="2429" y="276"/>
                    </a:cubicBezTo>
                    <a:cubicBezTo>
                      <a:pt x="1799" y="276"/>
                      <a:pt x="1162" y="202"/>
                      <a:pt x="563" y="90"/>
                    </a:cubicBezTo>
                    <a:cubicBezTo>
                      <a:pt x="322" y="50"/>
                      <a:pt x="222" y="20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65" name="Google Shape;15065;p50"/>
              <p:cNvSpPr/>
              <p:nvPr/>
            </p:nvSpPr>
            <p:spPr>
              <a:xfrm>
                <a:off x="1580539" y="4104341"/>
                <a:ext cx="143188" cy="120864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1181" extrusionOk="0">
                    <a:moveTo>
                      <a:pt x="140" y="1"/>
                    </a:moveTo>
                    <a:cubicBezTo>
                      <a:pt x="1" y="1"/>
                      <a:pt x="153" y="600"/>
                      <a:pt x="124" y="638"/>
                    </a:cubicBezTo>
                    <a:cubicBezTo>
                      <a:pt x="136" y="641"/>
                      <a:pt x="149" y="642"/>
                      <a:pt x="163" y="642"/>
                    </a:cubicBezTo>
                    <a:cubicBezTo>
                      <a:pt x="274" y="642"/>
                      <a:pt x="445" y="561"/>
                      <a:pt x="531" y="561"/>
                    </a:cubicBezTo>
                    <a:cubicBezTo>
                      <a:pt x="545" y="561"/>
                      <a:pt x="557" y="563"/>
                      <a:pt x="566" y="568"/>
                    </a:cubicBezTo>
                    <a:cubicBezTo>
                      <a:pt x="880" y="744"/>
                      <a:pt x="877" y="1180"/>
                      <a:pt x="1234" y="1180"/>
                    </a:cubicBezTo>
                    <a:cubicBezTo>
                      <a:pt x="1242" y="1180"/>
                      <a:pt x="1250" y="1180"/>
                      <a:pt x="1258" y="1180"/>
                    </a:cubicBezTo>
                    <a:cubicBezTo>
                      <a:pt x="1308" y="1180"/>
                      <a:pt x="1388" y="1019"/>
                      <a:pt x="1398" y="959"/>
                    </a:cubicBezTo>
                    <a:cubicBezTo>
                      <a:pt x="1188" y="919"/>
                      <a:pt x="877" y="698"/>
                      <a:pt x="756" y="568"/>
                    </a:cubicBezTo>
                    <a:cubicBezTo>
                      <a:pt x="576" y="357"/>
                      <a:pt x="355" y="66"/>
                      <a:pt x="164" y="6"/>
                    </a:cubicBezTo>
                    <a:cubicBezTo>
                      <a:pt x="155" y="3"/>
                      <a:pt x="147" y="1"/>
                      <a:pt x="1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66" name="Google Shape;15066;p50"/>
              <p:cNvSpPr/>
              <p:nvPr/>
            </p:nvSpPr>
            <p:spPr>
              <a:xfrm>
                <a:off x="2040804" y="4139853"/>
                <a:ext cx="69905" cy="54445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32" extrusionOk="0">
                    <a:moveTo>
                      <a:pt x="663" y="0"/>
                    </a:moveTo>
                    <a:cubicBezTo>
                      <a:pt x="462" y="10"/>
                      <a:pt x="261" y="50"/>
                      <a:pt x="61" y="70"/>
                    </a:cubicBezTo>
                    <a:cubicBezTo>
                      <a:pt x="91" y="131"/>
                      <a:pt x="121" y="90"/>
                      <a:pt x="131" y="171"/>
                    </a:cubicBezTo>
                    <a:cubicBezTo>
                      <a:pt x="131" y="261"/>
                      <a:pt x="41" y="441"/>
                      <a:pt x="1" y="532"/>
                    </a:cubicBezTo>
                    <a:cubicBezTo>
                      <a:pt x="31" y="522"/>
                      <a:pt x="111" y="482"/>
                      <a:pt x="141" y="472"/>
                    </a:cubicBezTo>
                    <a:cubicBezTo>
                      <a:pt x="161" y="462"/>
                      <a:pt x="211" y="441"/>
                      <a:pt x="221" y="441"/>
                    </a:cubicBezTo>
                    <a:lnTo>
                      <a:pt x="221" y="431"/>
                    </a:lnTo>
                    <a:cubicBezTo>
                      <a:pt x="251" y="421"/>
                      <a:pt x="402" y="341"/>
                      <a:pt x="442" y="321"/>
                    </a:cubicBezTo>
                    <a:lnTo>
                      <a:pt x="452" y="321"/>
                    </a:lnTo>
                    <a:cubicBezTo>
                      <a:pt x="462" y="311"/>
                      <a:pt x="492" y="301"/>
                      <a:pt x="512" y="291"/>
                    </a:cubicBezTo>
                    <a:lnTo>
                      <a:pt x="522" y="281"/>
                    </a:lnTo>
                    <a:lnTo>
                      <a:pt x="603" y="241"/>
                    </a:lnTo>
                    <a:lnTo>
                      <a:pt x="603" y="231"/>
                    </a:lnTo>
                    <a:cubicBezTo>
                      <a:pt x="683" y="181"/>
                      <a:pt x="683" y="100"/>
                      <a:pt x="663" y="20"/>
                    </a:cubicBezTo>
                    <a:lnTo>
                      <a:pt x="663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67" name="Google Shape;15067;p50"/>
              <p:cNvSpPr/>
              <p:nvPr/>
            </p:nvSpPr>
            <p:spPr>
              <a:xfrm>
                <a:off x="1937124" y="4162368"/>
                <a:ext cx="45443" cy="33670"/>
              </a:xfrm>
              <a:custGeom>
                <a:avLst/>
                <a:gdLst/>
                <a:ahLst/>
                <a:cxnLst/>
                <a:rect l="l" t="t" r="r" b="b"/>
                <a:pathLst>
                  <a:path w="444" h="329" extrusionOk="0">
                    <a:moveTo>
                      <a:pt x="312" y="1"/>
                    </a:moveTo>
                    <a:cubicBezTo>
                      <a:pt x="211" y="11"/>
                      <a:pt x="111" y="41"/>
                      <a:pt x="1" y="61"/>
                    </a:cubicBezTo>
                    <a:cubicBezTo>
                      <a:pt x="81" y="131"/>
                      <a:pt x="141" y="302"/>
                      <a:pt x="251" y="322"/>
                    </a:cubicBezTo>
                    <a:cubicBezTo>
                      <a:pt x="270" y="326"/>
                      <a:pt x="285" y="328"/>
                      <a:pt x="299" y="328"/>
                    </a:cubicBezTo>
                    <a:cubicBezTo>
                      <a:pt x="444" y="328"/>
                      <a:pt x="348" y="102"/>
                      <a:pt x="3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68" name="Google Shape;15068;p50"/>
              <p:cNvSpPr/>
              <p:nvPr/>
            </p:nvSpPr>
            <p:spPr>
              <a:xfrm>
                <a:off x="1129178" y="3735712"/>
                <a:ext cx="192111" cy="318994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3117" extrusionOk="0">
                    <a:moveTo>
                      <a:pt x="1722" y="1"/>
                    </a:moveTo>
                    <a:cubicBezTo>
                      <a:pt x="1579" y="1"/>
                      <a:pt x="1315" y="111"/>
                      <a:pt x="1154" y="198"/>
                    </a:cubicBezTo>
                    <a:cubicBezTo>
                      <a:pt x="913" y="338"/>
                      <a:pt x="943" y="659"/>
                      <a:pt x="883" y="1000"/>
                    </a:cubicBezTo>
                    <a:cubicBezTo>
                      <a:pt x="833" y="1341"/>
                      <a:pt x="482" y="1522"/>
                      <a:pt x="291" y="1853"/>
                    </a:cubicBezTo>
                    <a:cubicBezTo>
                      <a:pt x="111" y="2174"/>
                      <a:pt x="161" y="2735"/>
                      <a:pt x="1" y="3117"/>
                    </a:cubicBezTo>
                    <a:cubicBezTo>
                      <a:pt x="141" y="2916"/>
                      <a:pt x="291" y="2725"/>
                      <a:pt x="462" y="2535"/>
                    </a:cubicBezTo>
                    <a:cubicBezTo>
                      <a:pt x="803" y="2164"/>
                      <a:pt x="1114" y="2003"/>
                      <a:pt x="1274" y="1472"/>
                    </a:cubicBezTo>
                    <a:cubicBezTo>
                      <a:pt x="1284" y="1442"/>
                      <a:pt x="1295" y="1411"/>
                      <a:pt x="1315" y="1371"/>
                    </a:cubicBezTo>
                    <a:cubicBezTo>
                      <a:pt x="1405" y="1141"/>
                      <a:pt x="1686" y="1100"/>
                      <a:pt x="1776" y="870"/>
                    </a:cubicBezTo>
                    <a:cubicBezTo>
                      <a:pt x="1876" y="639"/>
                      <a:pt x="1756" y="388"/>
                      <a:pt x="1816" y="97"/>
                    </a:cubicBezTo>
                    <a:cubicBezTo>
                      <a:pt x="1833" y="28"/>
                      <a:pt x="1792" y="1"/>
                      <a:pt x="172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69" name="Google Shape;15069;p50"/>
              <p:cNvSpPr/>
              <p:nvPr/>
            </p:nvSpPr>
            <p:spPr>
              <a:xfrm>
                <a:off x="1207169" y="3669396"/>
                <a:ext cx="152092" cy="95586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934" extrusionOk="0">
                    <a:moveTo>
                      <a:pt x="837" y="0"/>
                    </a:moveTo>
                    <a:cubicBezTo>
                      <a:pt x="491" y="0"/>
                      <a:pt x="287" y="343"/>
                      <a:pt x="1" y="515"/>
                    </a:cubicBezTo>
                    <a:cubicBezTo>
                      <a:pt x="11" y="665"/>
                      <a:pt x="31" y="846"/>
                      <a:pt x="171" y="926"/>
                    </a:cubicBezTo>
                    <a:cubicBezTo>
                      <a:pt x="269" y="929"/>
                      <a:pt x="371" y="934"/>
                      <a:pt x="474" y="934"/>
                    </a:cubicBezTo>
                    <a:cubicBezTo>
                      <a:pt x="753" y="934"/>
                      <a:pt x="1034" y="898"/>
                      <a:pt x="1225" y="685"/>
                    </a:cubicBezTo>
                    <a:cubicBezTo>
                      <a:pt x="1485" y="384"/>
                      <a:pt x="1275" y="33"/>
                      <a:pt x="894" y="3"/>
                    </a:cubicBezTo>
                    <a:cubicBezTo>
                      <a:pt x="874" y="1"/>
                      <a:pt x="855" y="0"/>
                      <a:pt x="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70" name="Google Shape;15070;p50"/>
              <p:cNvSpPr/>
              <p:nvPr/>
            </p:nvSpPr>
            <p:spPr>
              <a:xfrm>
                <a:off x="1319139" y="4821438"/>
                <a:ext cx="32957" cy="15453"/>
              </a:xfrm>
              <a:custGeom>
                <a:avLst/>
                <a:gdLst/>
                <a:ahLst/>
                <a:cxnLst/>
                <a:rect l="l" t="t" r="r" b="b"/>
                <a:pathLst>
                  <a:path w="322" h="151" extrusionOk="0">
                    <a:moveTo>
                      <a:pt x="0" y="151"/>
                    </a:moveTo>
                    <a:lnTo>
                      <a:pt x="0" y="151"/>
                    </a:lnTo>
                    <a:cubicBezTo>
                      <a:pt x="121" y="151"/>
                      <a:pt x="241" y="121"/>
                      <a:pt x="311" y="20"/>
                    </a:cubicBezTo>
                    <a:lnTo>
                      <a:pt x="311" y="20"/>
                    </a:lnTo>
                    <a:lnTo>
                      <a:pt x="311" y="20"/>
                    </a:lnTo>
                    <a:cubicBezTo>
                      <a:pt x="241" y="121"/>
                      <a:pt x="121" y="151"/>
                      <a:pt x="0" y="151"/>
                    </a:cubicBezTo>
                    <a:close/>
                    <a:moveTo>
                      <a:pt x="311" y="10"/>
                    </a:moveTo>
                    <a:cubicBezTo>
                      <a:pt x="311" y="10"/>
                      <a:pt x="311" y="10"/>
                      <a:pt x="311" y="10"/>
                    </a:cubicBezTo>
                    <a:cubicBezTo>
                      <a:pt x="311" y="10"/>
                      <a:pt x="311" y="10"/>
                      <a:pt x="311" y="10"/>
                    </a:cubicBezTo>
                    <a:close/>
                    <a:moveTo>
                      <a:pt x="321" y="10"/>
                    </a:moveTo>
                    <a:cubicBezTo>
                      <a:pt x="321" y="10"/>
                      <a:pt x="321" y="10"/>
                      <a:pt x="321" y="10"/>
                    </a:cubicBezTo>
                    <a:cubicBezTo>
                      <a:pt x="321" y="10"/>
                      <a:pt x="321" y="10"/>
                      <a:pt x="321" y="10"/>
                    </a:cubicBezTo>
                    <a:close/>
                    <a:moveTo>
                      <a:pt x="321" y="0"/>
                    </a:moveTo>
                    <a:cubicBezTo>
                      <a:pt x="321" y="0"/>
                      <a:pt x="321" y="0"/>
                      <a:pt x="321" y="0"/>
                    </a:cubicBezTo>
                    <a:cubicBezTo>
                      <a:pt x="321" y="0"/>
                      <a:pt x="321" y="0"/>
                      <a:pt x="321" y="0"/>
                    </a:cubicBezTo>
                    <a:close/>
                    <a:moveTo>
                      <a:pt x="321" y="0"/>
                    </a:moveTo>
                    <a:cubicBezTo>
                      <a:pt x="321" y="0"/>
                      <a:pt x="321" y="0"/>
                      <a:pt x="321" y="0"/>
                    </a:cubicBezTo>
                    <a:cubicBezTo>
                      <a:pt x="321" y="0"/>
                      <a:pt x="321" y="0"/>
                      <a:pt x="321" y="0"/>
                    </a:cubicBez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71" name="Google Shape;15071;p50"/>
              <p:cNvSpPr/>
              <p:nvPr/>
            </p:nvSpPr>
            <p:spPr>
              <a:xfrm>
                <a:off x="1272877" y="4783470"/>
                <a:ext cx="89454" cy="53421"/>
              </a:xfrm>
              <a:custGeom>
                <a:avLst/>
                <a:gdLst/>
                <a:ahLst/>
                <a:cxnLst/>
                <a:rect l="l" t="t" r="r" b="b"/>
                <a:pathLst>
                  <a:path w="874" h="522" extrusionOk="0">
                    <a:moveTo>
                      <a:pt x="1" y="401"/>
                    </a:moveTo>
                    <a:cubicBezTo>
                      <a:pt x="75" y="443"/>
                      <a:pt x="217" y="497"/>
                      <a:pt x="360" y="516"/>
                    </a:cubicBezTo>
                    <a:lnTo>
                      <a:pt x="360" y="516"/>
                    </a:lnTo>
                    <a:cubicBezTo>
                      <a:pt x="214" y="491"/>
                      <a:pt x="74" y="438"/>
                      <a:pt x="1" y="401"/>
                    </a:cubicBezTo>
                    <a:close/>
                    <a:moveTo>
                      <a:pt x="482" y="0"/>
                    </a:moveTo>
                    <a:cubicBezTo>
                      <a:pt x="482" y="30"/>
                      <a:pt x="482" y="60"/>
                      <a:pt x="472" y="101"/>
                    </a:cubicBezTo>
                    <a:cubicBezTo>
                      <a:pt x="452" y="300"/>
                      <a:pt x="432" y="381"/>
                      <a:pt x="402" y="520"/>
                    </a:cubicBezTo>
                    <a:lnTo>
                      <a:pt x="402" y="520"/>
                    </a:lnTo>
                    <a:cubicBezTo>
                      <a:pt x="388" y="519"/>
                      <a:pt x="374" y="517"/>
                      <a:pt x="360" y="516"/>
                    </a:cubicBezTo>
                    <a:lnTo>
                      <a:pt x="360" y="516"/>
                    </a:lnTo>
                    <a:cubicBezTo>
                      <a:pt x="374" y="518"/>
                      <a:pt x="388" y="520"/>
                      <a:pt x="402" y="522"/>
                    </a:cubicBezTo>
                    <a:cubicBezTo>
                      <a:pt x="402" y="521"/>
                      <a:pt x="402" y="521"/>
                      <a:pt x="402" y="520"/>
                    </a:cubicBezTo>
                    <a:lnTo>
                      <a:pt x="402" y="520"/>
                    </a:lnTo>
                    <a:cubicBezTo>
                      <a:pt x="419" y="521"/>
                      <a:pt x="436" y="522"/>
                      <a:pt x="452" y="522"/>
                    </a:cubicBezTo>
                    <a:cubicBezTo>
                      <a:pt x="573" y="522"/>
                      <a:pt x="693" y="492"/>
                      <a:pt x="763" y="391"/>
                    </a:cubicBezTo>
                    <a:cubicBezTo>
                      <a:pt x="763" y="391"/>
                      <a:pt x="763" y="381"/>
                      <a:pt x="763" y="381"/>
                    </a:cubicBezTo>
                    <a:lnTo>
                      <a:pt x="773" y="381"/>
                    </a:lnTo>
                    <a:lnTo>
                      <a:pt x="773" y="371"/>
                    </a:lnTo>
                    <a:cubicBezTo>
                      <a:pt x="833" y="271"/>
                      <a:pt x="863" y="171"/>
                      <a:pt x="874" y="50"/>
                    </a:cubicBezTo>
                    <a:cubicBezTo>
                      <a:pt x="773" y="10"/>
                      <a:pt x="693" y="30"/>
                      <a:pt x="563" y="10"/>
                    </a:cubicBezTo>
                    <a:cubicBezTo>
                      <a:pt x="542" y="10"/>
                      <a:pt x="512" y="10"/>
                      <a:pt x="4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72" name="Google Shape;15072;p50"/>
              <p:cNvSpPr/>
              <p:nvPr/>
            </p:nvSpPr>
            <p:spPr>
              <a:xfrm>
                <a:off x="1266736" y="4783470"/>
                <a:ext cx="11361" cy="36024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52" extrusionOk="0">
                    <a:moveTo>
                      <a:pt x="111" y="0"/>
                    </a:moveTo>
                    <a:cubicBezTo>
                      <a:pt x="78" y="149"/>
                      <a:pt x="4" y="243"/>
                      <a:pt x="1" y="311"/>
                    </a:cubicBezTo>
                    <a:lnTo>
                      <a:pt x="1" y="311"/>
                    </a:lnTo>
                    <a:cubicBezTo>
                      <a:pt x="4" y="294"/>
                      <a:pt x="12" y="276"/>
                      <a:pt x="21" y="251"/>
                    </a:cubicBezTo>
                    <a:cubicBezTo>
                      <a:pt x="41" y="191"/>
                      <a:pt x="91" y="111"/>
                      <a:pt x="111" y="0"/>
                    </a:cubicBezTo>
                    <a:close/>
                    <a:moveTo>
                      <a:pt x="1" y="311"/>
                    </a:moveTo>
                    <a:cubicBezTo>
                      <a:pt x="1" y="314"/>
                      <a:pt x="1" y="318"/>
                      <a:pt x="1" y="321"/>
                    </a:cubicBezTo>
                    <a:cubicBezTo>
                      <a:pt x="1" y="331"/>
                      <a:pt x="1" y="341"/>
                      <a:pt x="11" y="351"/>
                    </a:cubicBezTo>
                    <a:cubicBezTo>
                      <a:pt x="4" y="339"/>
                      <a:pt x="1" y="326"/>
                      <a:pt x="1" y="311"/>
                    </a:cubicBezTo>
                    <a:close/>
                  </a:path>
                </a:pathLst>
              </a:custGeom>
              <a:solidFill>
                <a:srgbClr val="9697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73" name="Google Shape;15073;p50"/>
              <p:cNvSpPr/>
              <p:nvPr/>
            </p:nvSpPr>
            <p:spPr>
              <a:xfrm>
                <a:off x="1265712" y="4809157"/>
                <a:ext cx="3173" cy="12383"/>
              </a:xfrm>
              <a:custGeom>
                <a:avLst/>
                <a:gdLst/>
                <a:ahLst/>
                <a:cxnLst/>
                <a:rect l="l" t="t" r="r" b="b"/>
                <a:pathLst>
                  <a:path w="31" h="121" extrusionOk="0">
                    <a:moveTo>
                      <a:pt x="31" y="0"/>
                    </a:moveTo>
                    <a:cubicBezTo>
                      <a:pt x="11" y="50"/>
                      <a:pt x="1" y="80"/>
                      <a:pt x="21" y="120"/>
                    </a:cubicBezTo>
                    <a:cubicBezTo>
                      <a:pt x="21" y="110"/>
                      <a:pt x="21" y="110"/>
                      <a:pt x="21" y="100"/>
                    </a:cubicBezTo>
                    <a:cubicBezTo>
                      <a:pt x="11" y="90"/>
                      <a:pt x="11" y="80"/>
                      <a:pt x="11" y="70"/>
                    </a:cubicBezTo>
                    <a:cubicBezTo>
                      <a:pt x="11" y="50"/>
                      <a:pt x="21" y="30"/>
                      <a:pt x="31" y="0"/>
                    </a:cubicBezTo>
                    <a:close/>
                  </a:path>
                </a:pathLst>
              </a:custGeom>
              <a:solidFill>
                <a:srgbClr val="8884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74" name="Google Shape;15074;p50"/>
              <p:cNvSpPr/>
              <p:nvPr/>
            </p:nvSpPr>
            <p:spPr>
              <a:xfrm>
                <a:off x="1265712" y="4782446"/>
                <a:ext cx="56600" cy="54445"/>
              </a:xfrm>
              <a:custGeom>
                <a:avLst/>
                <a:gdLst/>
                <a:ahLst/>
                <a:cxnLst/>
                <a:rect l="l" t="t" r="r" b="b"/>
                <a:pathLst>
                  <a:path w="553" h="532" extrusionOk="0">
                    <a:moveTo>
                      <a:pt x="312" y="0"/>
                    </a:moveTo>
                    <a:cubicBezTo>
                      <a:pt x="251" y="0"/>
                      <a:pt x="181" y="0"/>
                      <a:pt x="121" y="10"/>
                    </a:cubicBezTo>
                    <a:cubicBezTo>
                      <a:pt x="101" y="121"/>
                      <a:pt x="51" y="201"/>
                      <a:pt x="31" y="261"/>
                    </a:cubicBezTo>
                    <a:cubicBezTo>
                      <a:pt x="11" y="311"/>
                      <a:pt x="1" y="341"/>
                      <a:pt x="21" y="381"/>
                    </a:cubicBezTo>
                    <a:lnTo>
                      <a:pt x="31" y="381"/>
                    </a:lnTo>
                    <a:cubicBezTo>
                      <a:pt x="31" y="381"/>
                      <a:pt x="41" y="391"/>
                      <a:pt x="51" y="401"/>
                    </a:cubicBezTo>
                    <a:lnTo>
                      <a:pt x="61" y="401"/>
                    </a:lnTo>
                    <a:cubicBezTo>
                      <a:pt x="61" y="411"/>
                      <a:pt x="61" y="411"/>
                      <a:pt x="61" y="411"/>
                    </a:cubicBezTo>
                    <a:lnTo>
                      <a:pt x="71" y="411"/>
                    </a:lnTo>
                    <a:cubicBezTo>
                      <a:pt x="151" y="452"/>
                      <a:pt x="312" y="512"/>
                      <a:pt x="472" y="532"/>
                    </a:cubicBezTo>
                    <a:cubicBezTo>
                      <a:pt x="502" y="391"/>
                      <a:pt x="522" y="311"/>
                      <a:pt x="542" y="111"/>
                    </a:cubicBezTo>
                    <a:cubicBezTo>
                      <a:pt x="552" y="70"/>
                      <a:pt x="552" y="40"/>
                      <a:pt x="552" y="10"/>
                    </a:cubicBezTo>
                    <a:cubicBezTo>
                      <a:pt x="472" y="10"/>
                      <a:pt x="392" y="0"/>
                      <a:pt x="3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75" name="Google Shape;15075;p50"/>
              <p:cNvSpPr/>
              <p:nvPr/>
            </p:nvSpPr>
            <p:spPr>
              <a:xfrm>
                <a:off x="2191769" y="4736189"/>
                <a:ext cx="2149" cy="1126"/>
              </a:xfrm>
              <a:custGeom>
                <a:avLst/>
                <a:gdLst/>
                <a:ahLst/>
                <a:cxnLst/>
                <a:rect l="l" t="t" r="r" b="b"/>
                <a:pathLst>
                  <a:path w="21" h="11" extrusionOk="0">
                    <a:moveTo>
                      <a:pt x="0" y="11"/>
                    </a:moveTo>
                    <a:lnTo>
                      <a:pt x="10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0" y="11"/>
                    </a:lnTo>
                    <a:close/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10" y="1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lose/>
                    <a:moveTo>
                      <a:pt x="10" y="1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lose/>
                    <a:moveTo>
                      <a:pt x="20" y="1"/>
                    </a:move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lose/>
                    <a:moveTo>
                      <a:pt x="20" y="1"/>
                    </a:moveTo>
                    <a:lnTo>
                      <a:pt x="20" y="1"/>
                    </a:lnTo>
                    <a:lnTo>
                      <a:pt x="20" y="1"/>
                    </a:ln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76" name="Google Shape;15076;p50"/>
              <p:cNvSpPr/>
              <p:nvPr/>
            </p:nvSpPr>
            <p:spPr>
              <a:xfrm>
                <a:off x="2119920" y="4699244"/>
                <a:ext cx="90375" cy="49430"/>
              </a:xfrm>
              <a:custGeom>
                <a:avLst/>
                <a:gdLst/>
                <a:ahLst/>
                <a:cxnLst/>
                <a:rect l="l" t="t" r="r" b="b"/>
                <a:pathLst>
                  <a:path w="883" h="483" extrusionOk="0">
                    <a:moveTo>
                      <a:pt x="512" y="1"/>
                    </a:moveTo>
                    <a:cubicBezTo>
                      <a:pt x="461" y="161"/>
                      <a:pt x="391" y="312"/>
                      <a:pt x="251" y="432"/>
                    </a:cubicBezTo>
                    <a:cubicBezTo>
                      <a:pt x="251" y="432"/>
                      <a:pt x="261" y="442"/>
                      <a:pt x="261" y="442"/>
                    </a:cubicBezTo>
                    <a:cubicBezTo>
                      <a:pt x="261" y="442"/>
                      <a:pt x="251" y="432"/>
                      <a:pt x="241" y="432"/>
                    </a:cubicBezTo>
                    <a:cubicBezTo>
                      <a:pt x="231" y="422"/>
                      <a:pt x="231" y="422"/>
                      <a:pt x="221" y="422"/>
                    </a:cubicBezTo>
                    <a:cubicBezTo>
                      <a:pt x="201" y="422"/>
                      <a:pt x="171" y="432"/>
                      <a:pt x="140" y="432"/>
                    </a:cubicBezTo>
                    <a:cubicBezTo>
                      <a:pt x="110" y="432"/>
                      <a:pt x="80" y="442"/>
                      <a:pt x="50" y="442"/>
                    </a:cubicBezTo>
                    <a:cubicBezTo>
                      <a:pt x="30" y="442"/>
                      <a:pt x="20" y="442"/>
                      <a:pt x="0" y="432"/>
                    </a:cubicBezTo>
                    <a:lnTo>
                      <a:pt x="0" y="432"/>
                    </a:lnTo>
                    <a:cubicBezTo>
                      <a:pt x="60" y="462"/>
                      <a:pt x="151" y="482"/>
                      <a:pt x="241" y="482"/>
                    </a:cubicBezTo>
                    <a:cubicBezTo>
                      <a:pt x="411" y="482"/>
                      <a:pt x="602" y="432"/>
                      <a:pt x="702" y="372"/>
                    </a:cubicBezTo>
                    <a:lnTo>
                      <a:pt x="712" y="372"/>
                    </a:lnTo>
                    <a:lnTo>
                      <a:pt x="712" y="362"/>
                    </a:lnTo>
                    <a:lnTo>
                      <a:pt x="722" y="362"/>
                    </a:lnTo>
                    <a:cubicBezTo>
                      <a:pt x="833" y="282"/>
                      <a:pt x="873" y="161"/>
                      <a:pt x="8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77" name="Google Shape;15077;p50"/>
              <p:cNvSpPr/>
              <p:nvPr/>
            </p:nvSpPr>
            <p:spPr>
              <a:xfrm>
                <a:off x="2107536" y="4696174"/>
                <a:ext cx="14534" cy="41141"/>
              </a:xfrm>
              <a:custGeom>
                <a:avLst/>
                <a:gdLst/>
                <a:ahLst/>
                <a:cxnLst/>
                <a:rect l="l" t="t" r="r" b="b"/>
                <a:pathLst>
                  <a:path w="142" h="402" extrusionOk="0">
                    <a:moveTo>
                      <a:pt x="21" y="402"/>
                    </a:moveTo>
                    <a:cubicBezTo>
                      <a:pt x="21" y="402"/>
                      <a:pt x="21" y="402"/>
                      <a:pt x="21" y="402"/>
                    </a:cubicBezTo>
                    <a:lnTo>
                      <a:pt x="21" y="402"/>
                    </a:lnTo>
                    <a:lnTo>
                      <a:pt x="21" y="402"/>
                    </a:lnTo>
                    <a:cubicBezTo>
                      <a:pt x="21" y="402"/>
                      <a:pt x="21" y="402"/>
                      <a:pt x="21" y="402"/>
                    </a:cubicBezTo>
                    <a:close/>
                    <a:moveTo>
                      <a:pt x="21" y="402"/>
                    </a:moveTo>
                    <a:cubicBezTo>
                      <a:pt x="21" y="402"/>
                      <a:pt x="21" y="402"/>
                      <a:pt x="21" y="402"/>
                    </a:cubicBezTo>
                    <a:cubicBezTo>
                      <a:pt x="21" y="402"/>
                      <a:pt x="21" y="402"/>
                      <a:pt x="21" y="402"/>
                    </a:cubicBezTo>
                    <a:close/>
                    <a:moveTo>
                      <a:pt x="21" y="392"/>
                    </a:moveTo>
                    <a:cubicBezTo>
                      <a:pt x="21" y="392"/>
                      <a:pt x="21" y="392"/>
                      <a:pt x="21" y="392"/>
                    </a:cubicBezTo>
                    <a:cubicBezTo>
                      <a:pt x="21" y="392"/>
                      <a:pt x="21" y="392"/>
                      <a:pt x="21" y="392"/>
                    </a:cubicBezTo>
                    <a:close/>
                    <a:moveTo>
                      <a:pt x="1" y="312"/>
                    </a:moveTo>
                    <a:cubicBezTo>
                      <a:pt x="1" y="231"/>
                      <a:pt x="71" y="151"/>
                      <a:pt x="141" y="1"/>
                    </a:cubicBezTo>
                    <a:cubicBezTo>
                      <a:pt x="141" y="1"/>
                      <a:pt x="141" y="1"/>
                      <a:pt x="141" y="1"/>
                    </a:cubicBezTo>
                    <a:cubicBezTo>
                      <a:pt x="71" y="151"/>
                      <a:pt x="1" y="231"/>
                      <a:pt x="1" y="312"/>
                    </a:cubicBez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78" name="Google Shape;15078;p50"/>
              <p:cNvSpPr/>
              <p:nvPr/>
            </p:nvSpPr>
            <p:spPr>
              <a:xfrm>
                <a:off x="2107536" y="4695150"/>
                <a:ext cx="64788" cy="49430"/>
              </a:xfrm>
              <a:custGeom>
                <a:avLst/>
                <a:gdLst/>
                <a:ahLst/>
                <a:cxnLst/>
                <a:rect l="l" t="t" r="r" b="b"/>
                <a:pathLst>
                  <a:path w="633" h="483" extrusionOk="0">
                    <a:moveTo>
                      <a:pt x="211" y="1"/>
                    </a:moveTo>
                    <a:cubicBezTo>
                      <a:pt x="181" y="1"/>
                      <a:pt x="161" y="1"/>
                      <a:pt x="141" y="11"/>
                    </a:cubicBezTo>
                    <a:cubicBezTo>
                      <a:pt x="71" y="161"/>
                      <a:pt x="1" y="241"/>
                      <a:pt x="1" y="322"/>
                    </a:cubicBezTo>
                    <a:cubicBezTo>
                      <a:pt x="1" y="342"/>
                      <a:pt x="1" y="372"/>
                      <a:pt x="21" y="402"/>
                    </a:cubicBezTo>
                    <a:cubicBezTo>
                      <a:pt x="21" y="402"/>
                      <a:pt x="21" y="412"/>
                      <a:pt x="21" y="412"/>
                    </a:cubicBezTo>
                    <a:cubicBezTo>
                      <a:pt x="51" y="452"/>
                      <a:pt x="81" y="462"/>
                      <a:pt x="121" y="472"/>
                    </a:cubicBezTo>
                    <a:cubicBezTo>
                      <a:pt x="141" y="482"/>
                      <a:pt x="151" y="482"/>
                      <a:pt x="171" y="482"/>
                    </a:cubicBezTo>
                    <a:cubicBezTo>
                      <a:pt x="201" y="482"/>
                      <a:pt x="231" y="472"/>
                      <a:pt x="261" y="472"/>
                    </a:cubicBezTo>
                    <a:cubicBezTo>
                      <a:pt x="292" y="472"/>
                      <a:pt x="322" y="462"/>
                      <a:pt x="342" y="462"/>
                    </a:cubicBezTo>
                    <a:cubicBezTo>
                      <a:pt x="352" y="462"/>
                      <a:pt x="352" y="462"/>
                      <a:pt x="362" y="472"/>
                    </a:cubicBezTo>
                    <a:cubicBezTo>
                      <a:pt x="372" y="472"/>
                      <a:pt x="382" y="482"/>
                      <a:pt x="382" y="482"/>
                    </a:cubicBezTo>
                    <a:cubicBezTo>
                      <a:pt x="382" y="482"/>
                      <a:pt x="372" y="472"/>
                      <a:pt x="372" y="472"/>
                    </a:cubicBezTo>
                    <a:cubicBezTo>
                      <a:pt x="512" y="352"/>
                      <a:pt x="582" y="201"/>
                      <a:pt x="633" y="41"/>
                    </a:cubicBezTo>
                    <a:cubicBezTo>
                      <a:pt x="522" y="41"/>
                      <a:pt x="332" y="1"/>
                      <a:pt x="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79" name="Google Shape;15079;p50"/>
              <p:cNvSpPr/>
              <p:nvPr/>
            </p:nvSpPr>
            <p:spPr>
              <a:xfrm>
                <a:off x="2361157" y="4667416"/>
                <a:ext cx="102" cy="21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21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lose/>
                    <a:moveTo>
                      <a:pt x="0" y="21"/>
                    </a:moveTo>
                    <a:lnTo>
                      <a:pt x="0" y="11"/>
                    </a:lnTo>
                    <a:lnTo>
                      <a:pt x="0" y="21"/>
                    </a:lnTo>
                    <a:close/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lose/>
                    <a:moveTo>
                      <a:pt x="0" y="11"/>
                    </a:moveTo>
                    <a:lnTo>
                      <a:pt x="0" y="11"/>
                    </a:lnTo>
                    <a:lnTo>
                      <a:pt x="0" y="11"/>
                    </a:lnTo>
                    <a:close/>
                    <a:moveTo>
                      <a:pt x="0" y="11"/>
                    </a:moveTo>
                    <a:cubicBezTo>
                      <a:pt x="0" y="11"/>
                      <a:pt x="0" y="11"/>
                      <a:pt x="0" y="1"/>
                    </a:cubicBezTo>
                    <a:cubicBezTo>
                      <a:pt x="0" y="11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80" name="Google Shape;15080;p50"/>
              <p:cNvSpPr/>
              <p:nvPr/>
            </p:nvSpPr>
            <p:spPr>
              <a:xfrm>
                <a:off x="2361157" y="4657182"/>
                <a:ext cx="102" cy="3173"/>
              </a:xfrm>
              <a:custGeom>
                <a:avLst/>
                <a:gdLst/>
                <a:ahLst/>
                <a:cxnLst/>
                <a:rect l="l" t="t" r="r" b="b"/>
                <a:pathLst>
                  <a:path w="1" h="31" extrusionOk="0">
                    <a:moveTo>
                      <a:pt x="0" y="31"/>
                    </a:moveTo>
                    <a:cubicBezTo>
                      <a:pt x="0" y="21"/>
                      <a:pt x="0" y="11"/>
                      <a:pt x="0" y="1"/>
                    </a:cubicBezTo>
                    <a:cubicBezTo>
                      <a:pt x="0" y="11"/>
                      <a:pt x="0" y="21"/>
                      <a:pt x="0" y="31"/>
                    </a:cubicBez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9697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81" name="Google Shape;15081;p50"/>
              <p:cNvSpPr/>
              <p:nvPr/>
            </p:nvSpPr>
            <p:spPr>
              <a:xfrm>
                <a:off x="2361157" y="4660252"/>
                <a:ext cx="102" cy="7266"/>
              </a:xfrm>
              <a:custGeom>
                <a:avLst/>
                <a:gdLst/>
                <a:ahLst/>
                <a:cxnLst/>
                <a:rect l="l" t="t" r="r" b="b"/>
                <a:pathLst>
                  <a:path w="1" h="71" extrusionOk="0">
                    <a:moveTo>
                      <a:pt x="0" y="71"/>
                    </a:moveTo>
                    <a:cubicBezTo>
                      <a:pt x="0" y="51"/>
                      <a:pt x="0" y="31"/>
                      <a:pt x="0" y="1"/>
                    </a:cubicBezTo>
                    <a:lnTo>
                      <a:pt x="0" y="1"/>
                    </a:lnTo>
                    <a:cubicBezTo>
                      <a:pt x="0" y="31"/>
                      <a:pt x="0" y="51"/>
                      <a:pt x="0" y="71"/>
                    </a:cubicBez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82" name="Google Shape;15082;p50"/>
              <p:cNvSpPr/>
              <p:nvPr/>
            </p:nvSpPr>
            <p:spPr>
              <a:xfrm>
                <a:off x="2293402" y="4644901"/>
                <a:ext cx="67858" cy="38070"/>
              </a:xfrm>
              <a:custGeom>
                <a:avLst/>
                <a:gdLst/>
                <a:ahLst/>
                <a:cxnLst/>
                <a:rect l="l" t="t" r="r" b="b"/>
                <a:pathLst>
                  <a:path w="663" h="372" extrusionOk="0">
                    <a:moveTo>
                      <a:pt x="662" y="251"/>
                    </a:moveTo>
                    <a:cubicBezTo>
                      <a:pt x="662" y="255"/>
                      <a:pt x="662" y="259"/>
                      <a:pt x="662" y="263"/>
                    </a:cubicBezTo>
                    <a:lnTo>
                      <a:pt x="662" y="263"/>
                    </a:lnTo>
                    <a:lnTo>
                      <a:pt x="662" y="261"/>
                    </a:lnTo>
                    <a:lnTo>
                      <a:pt x="662" y="251"/>
                    </a:lnTo>
                    <a:close/>
                    <a:moveTo>
                      <a:pt x="662" y="263"/>
                    </a:moveTo>
                    <a:lnTo>
                      <a:pt x="652" y="291"/>
                    </a:lnTo>
                    <a:lnTo>
                      <a:pt x="622" y="321"/>
                    </a:lnTo>
                    <a:cubicBezTo>
                      <a:pt x="631" y="312"/>
                      <a:pt x="657" y="303"/>
                      <a:pt x="662" y="263"/>
                    </a:cubicBezTo>
                    <a:close/>
                    <a:moveTo>
                      <a:pt x="20" y="0"/>
                    </a:moveTo>
                    <a:cubicBezTo>
                      <a:pt x="10" y="90"/>
                      <a:pt x="0" y="181"/>
                      <a:pt x="10" y="271"/>
                    </a:cubicBezTo>
                    <a:cubicBezTo>
                      <a:pt x="10" y="311"/>
                      <a:pt x="20" y="311"/>
                      <a:pt x="60" y="331"/>
                    </a:cubicBezTo>
                    <a:cubicBezTo>
                      <a:pt x="111" y="351"/>
                      <a:pt x="231" y="371"/>
                      <a:pt x="341" y="371"/>
                    </a:cubicBezTo>
                    <a:cubicBezTo>
                      <a:pt x="452" y="371"/>
                      <a:pt x="552" y="361"/>
                      <a:pt x="622" y="321"/>
                    </a:cubicBezTo>
                    <a:lnTo>
                      <a:pt x="622" y="321"/>
                    </a:lnTo>
                    <a:cubicBezTo>
                      <a:pt x="582" y="341"/>
                      <a:pt x="522" y="351"/>
                      <a:pt x="472" y="361"/>
                    </a:cubicBezTo>
                    <a:cubicBezTo>
                      <a:pt x="472" y="261"/>
                      <a:pt x="472" y="151"/>
                      <a:pt x="482" y="30"/>
                    </a:cubicBezTo>
                    <a:lnTo>
                      <a:pt x="432" y="30"/>
                    </a:lnTo>
                    <a:cubicBezTo>
                      <a:pt x="341" y="20"/>
                      <a:pt x="141" y="2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83" name="Google Shape;15083;p50"/>
              <p:cNvSpPr/>
              <p:nvPr/>
            </p:nvSpPr>
            <p:spPr>
              <a:xfrm>
                <a:off x="2361157" y="4647971"/>
                <a:ext cx="102" cy="12383"/>
              </a:xfrm>
              <a:custGeom>
                <a:avLst/>
                <a:gdLst/>
                <a:ahLst/>
                <a:cxnLst/>
                <a:rect l="l" t="t" r="r" b="b"/>
                <a:pathLst>
                  <a:path w="1" h="121" extrusionOk="0">
                    <a:moveTo>
                      <a:pt x="0" y="121"/>
                    </a:moveTo>
                    <a:cubicBezTo>
                      <a:pt x="0" y="80"/>
                      <a:pt x="0" y="4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0"/>
                      <a:pt x="0" y="60"/>
                      <a:pt x="0" y="91"/>
                    </a:cubicBezTo>
                    <a:cubicBezTo>
                      <a:pt x="0" y="101"/>
                      <a:pt x="0" y="111"/>
                      <a:pt x="0" y="121"/>
                    </a:cubicBez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8484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84" name="Google Shape;15084;p50"/>
              <p:cNvSpPr/>
              <p:nvPr/>
            </p:nvSpPr>
            <p:spPr>
              <a:xfrm>
                <a:off x="2361157" y="4660252"/>
                <a:ext cx="102" cy="9313"/>
              </a:xfrm>
              <a:custGeom>
                <a:avLst/>
                <a:gdLst/>
                <a:ahLst/>
                <a:cxnLst/>
                <a:rect l="l" t="t" r="r" b="b"/>
                <a:pathLst>
                  <a:path w="1" h="91" extrusionOk="0">
                    <a:moveTo>
                      <a:pt x="0" y="91"/>
                    </a:moveTo>
                    <a:cubicBezTo>
                      <a:pt x="0" y="61"/>
                      <a:pt x="0" y="31"/>
                      <a:pt x="0" y="1"/>
                    </a:cubicBezTo>
                    <a:lnTo>
                      <a:pt x="0" y="1"/>
                    </a:lnTo>
                    <a:cubicBezTo>
                      <a:pt x="0" y="31"/>
                      <a:pt x="0" y="51"/>
                      <a:pt x="0" y="71"/>
                    </a:cubicBezTo>
                    <a:lnTo>
                      <a:pt x="0" y="71"/>
                    </a:ln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lnTo>
                      <a:pt x="0" y="81"/>
                    </a:ln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lnTo>
                      <a:pt x="0" y="91"/>
                    </a:lnTo>
                    <a:cubicBezTo>
                      <a:pt x="0" y="91"/>
                      <a:pt x="0" y="91"/>
                      <a:pt x="0" y="91"/>
                    </a:cubicBezTo>
                    <a:cubicBezTo>
                      <a:pt x="0" y="91"/>
                      <a:pt x="0" y="91"/>
                      <a:pt x="0" y="91"/>
                    </a:cubicBezTo>
                    <a:lnTo>
                      <a:pt x="0" y="91"/>
                    </a:lnTo>
                  </a:path>
                </a:pathLst>
              </a:custGeom>
              <a:solidFill>
                <a:srgbClr val="767F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85" name="Google Shape;15085;p50"/>
              <p:cNvSpPr/>
              <p:nvPr/>
            </p:nvSpPr>
            <p:spPr>
              <a:xfrm>
                <a:off x="2341609" y="4646948"/>
                <a:ext cx="19651" cy="3500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342" extrusionOk="0">
                    <a:moveTo>
                      <a:pt x="141" y="0"/>
                    </a:moveTo>
                    <a:cubicBezTo>
                      <a:pt x="121" y="0"/>
                      <a:pt x="101" y="10"/>
                      <a:pt x="81" y="10"/>
                    </a:cubicBezTo>
                    <a:lnTo>
                      <a:pt x="11" y="10"/>
                    </a:lnTo>
                    <a:cubicBezTo>
                      <a:pt x="1" y="131"/>
                      <a:pt x="1" y="241"/>
                      <a:pt x="1" y="341"/>
                    </a:cubicBezTo>
                    <a:cubicBezTo>
                      <a:pt x="51" y="331"/>
                      <a:pt x="111" y="321"/>
                      <a:pt x="151" y="301"/>
                    </a:cubicBezTo>
                    <a:lnTo>
                      <a:pt x="181" y="271"/>
                    </a:lnTo>
                    <a:lnTo>
                      <a:pt x="191" y="241"/>
                    </a:lnTo>
                    <a:lnTo>
                      <a:pt x="191" y="221"/>
                    </a:lnTo>
                    <a:cubicBezTo>
                      <a:pt x="191" y="191"/>
                      <a:pt x="191" y="161"/>
                      <a:pt x="191" y="131"/>
                    </a:cubicBezTo>
                    <a:cubicBezTo>
                      <a:pt x="191" y="90"/>
                      <a:pt x="191" y="50"/>
                      <a:pt x="191" y="10"/>
                    </a:cubicBezTo>
                    <a:cubicBezTo>
                      <a:pt x="181" y="10"/>
                      <a:pt x="161" y="0"/>
                      <a:pt x="1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86" name="Google Shape;15086;p50"/>
              <p:cNvSpPr/>
              <p:nvPr/>
            </p:nvSpPr>
            <p:spPr>
              <a:xfrm>
                <a:off x="1204098" y="3668679"/>
                <a:ext cx="128654" cy="63758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623" extrusionOk="0">
                    <a:moveTo>
                      <a:pt x="914" y="0"/>
                    </a:moveTo>
                    <a:cubicBezTo>
                      <a:pt x="552" y="0"/>
                      <a:pt x="312" y="321"/>
                      <a:pt x="41" y="522"/>
                    </a:cubicBezTo>
                    <a:cubicBezTo>
                      <a:pt x="1" y="552"/>
                      <a:pt x="41" y="592"/>
                      <a:pt x="51" y="622"/>
                    </a:cubicBezTo>
                    <a:cubicBezTo>
                      <a:pt x="248" y="356"/>
                      <a:pt x="928" y="100"/>
                      <a:pt x="1133" y="100"/>
                    </a:cubicBezTo>
                    <a:cubicBezTo>
                      <a:pt x="1137" y="100"/>
                      <a:pt x="1141" y="100"/>
                      <a:pt x="1144" y="100"/>
                    </a:cubicBezTo>
                    <a:cubicBezTo>
                      <a:pt x="1208" y="104"/>
                      <a:pt x="1235" y="105"/>
                      <a:pt x="1242" y="105"/>
                    </a:cubicBezTo>
                    <a:cubicBezTo>
                      <a:pt x="1257" y="105"/>
                      <a:pt x="1194" y="100"/>
                      <a:pt x="1194" y="100"/>
                    </a:cubicBezTo>
                    <a:cubicBezTo>
                      <a:pt x="1214" y="10"/>
                      <a:pt x="1024" y="0"/>
                      <a:pt x="914" y="0"/>
                    </a:cubicBezTo>
                    <a:close/>
                  </a:path>
                </a:pathLst>
              </a:custGeom>
              <a:solidFill>
                <a:srgbClr val="E0D4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87" name="Google Shape;15087;p50"/>
              <p:cNvSpPr/>
              <p:nvPr/>
            </p:nvSpPr>
            <p:spPr>
              <a:xfrm>
                <a:off x="1206145" y="3668679"/>
                <a:ext cx="124355" cy="63758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623" extrusionOk="0">
                    <a:moveTo>
                      <a:pt x="1174" y="100"/>
                    </a:moveTo>
                    <a:cubicBezTo>
                      <a:pt x="1174" y="100"/>
                      <a:pt x="1194" y="100"/>
                      <a:pt x="1215" y="110"/>
                    </a:cubicBezTo>
                    <a:cubicBezTo>
                      <a:pt x="1205" y="100"/>
                      <a:pt x="1194" y="100"/>
                      <a:pt x="1174" y="100"/>
                    </a:cubicBezTo>
                    <a:close/>
                    <a:moveTo>
                      <a:pt x="894" y="0"/>
                    </a:moveTo>
                    <a:cubicBezTo>
                      <a:pt x="532" y="0"/>
                      <a:pt x="292" y="321"/>
                      <a:pt x="21" y="522"/>
                    </a:cubicBezTo>
                    <a:cubicBezTo>
                      <a:pt x="1" y="532"/>
                      <a:pt x="1" y="542"/>
                      <a:pt x="1" y="552"/>
                    </a:cubicBezTo>
                    <a:cubicBezTo>
                      <a:pt x="1" y="572"/>
                      <a:pt x="21" y="602"/>
                      <a:pt x="31" y="622"/>
                    </a:cubicBezTo>
                    <a:cubicBezTo>
                      <a:pt x="31" y="622"/>
                      <a:pt x="31" y="612"/>
                      <a:pt x="31" y="612"/>
                    </a:cubicBezTo>
                    <a:cubicBezTo>
                      <a:pt x="61" y="582"/>
                      <a:pt x="101" y="542"/>
                      <a:pt x="141" y="512"/>
                    </a:cubicBezTo>
                    <a:cubicBezTo>
                      <a:pt x="252" y="381"/>
                      <a:pt x="332" y="251"/>
                      <a:pt x="522" y="211"/>
                    </a:cubicBezTo>
                    <a:cubicBezTo>
                      <a:pt x="522" y="211"/>
                      <a:pt x="522" y="211"/>
                      <a:pt x="522" y="221"/>
                    </a:cubicBezTo>
                    <a:cubicBezTo>
                      <a:pt x="613" y="161"/>
                      <a:pt x="713" y="131"/>
                      <a:pt x="823" y="131"/>
                    </a:cubicBezTo>
                    <a:lnTo>
                      <a:pt x="914" y="131"/>
                    </a:lnTo>
                    <a:cubicBezTo>
                      <a:pt x="994" y="110"/>
                      <a:pt x="1064" y="100"/>
                      <a:pt x="1114" y="100"/>
                    </a:cubicBezTo>
                    <a:lnTo>
                      <a:pt x="1174" y="100"/>
                    </a:lnTo>
                    <a:cubicBezTo>
                      <a:pt x="1174" y="100"/>
                      <a:pt x="1174" y="100"/>
                      <a:pt x="1174" y="90"/>
                    </a:cubicBezTo>
                    <a:cubicBezTo>
                      <a:pt x="1174" y="10"/>
                      <a:pt x="1004" y="0"/>
                      <a:pt x="9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88" name="Google Shape;15088;p50"/>
              <p:cNvSpPr/>
              <p:nvPr/>
            </p:nvSpPr>
            <p:spPr>
              <a:xfrm>
                <a:off x="1208192" y="3681574"/>
                <a:ext cx="141857" cy="82588"/>
              </a:xfrm>
              <a:custGeom>
                <a:avLst/>
                <a:gdLst/>
                <a:ahLst/>
                <a:cxnLst/>
                <a:rect l="l" t="t" r="r" b="b"/>
                <a:pathLst>
                  <a:path w="1386" h="807" extrusionOk="0">
                    <a:moveTo>
                      <a:pt x="807" y="0"/>
                    </a:moveTo>
                    <a:cubicBezTo>
                      <a:pt x="461" y="0"/>
                      <a:pt x="287" y="300"/>
                      <a:pt x="1" y="496"/>
                    </a:cubicBezTo>
                    <a:cubicBezTo>
                      <a:pt x="11" y="626"/>
                      <a:pt x="41" y="737"/>
                      <a:pt x="161" y="807"/>
                    </a:cubicBezTo>
                    <a:cubicBezTo>
                      <a:pt x="462" y="777"/>
                      <a:pt x="673" y="797"/>
                      <a:pt x="984" y="667"/>
                    </a:cubicBezTo>
                    <a:cubicBezTo>
                      <a:pt x="1305" y="536"/>
                      <a:pt x="1385" y="105"/>
                      <a:pt x="944" y="15"/>
                    </a:cubicBezTo>
                    <a:cubicBezTo>
                      <a:pt x="895" y="5"/>
                      <a:pt x="850" y="0"/>
                      <a:pt x="8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89" name="Google Shape;15089;p50"/>
              <p:cNvSpPr/>
              <p:nvPr/>
            </p:nvSpPr>
            <p:spPr>
              <a:xfrm>
                <a:off x="1226717" y="3762013"/>
                <a:ext cx="32957" cy="2149"/>
              </a:xfrm>
              <a:custGeom>
                <a:avLst/>
                <a:gdLst/>
                <a:ahLst/>
                <a:cxnLst/>
                <a:rect l="l" t="t" r="r" b="b"/>
                <a:pathLst>
                  <a:path w="322" h="21" extrusionOk="0">
                    <a:moveTo>
                      <a:pt x="321" y="1"/>
                    </a:moveTo>
                    <a:cubicBezTo>
                      <a:pt x="221" y="11"/>
                      <a:pt x="121" y="11"/>
                      <a:pt x="0" y="21"/>
                    </a:cubicBezTo>
                    <a:cubicBezTo>
                      <a:pt x="111" y="21"/>
                      <a:pt x="221" y="11"/>
                      <a:pt x="321" y="1"/>
                    </a:cubicBezTo>
                    <a:close/>
                  </a:path>
                </a:pathLst>
              </a:custGeom>
              <a:solidFill>
                <a:srgbClr val="4A3C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90" name="Google Shape;15090;p50"/>
              <p:cNvSpPr/>
              <p:nvPr/>
            </p:nvSpPr>
            <p:spPr>
              <a:xfrm>
                <a:off x="1211365" y="3748709"/>
                <a:ext cx="6243" cy="10336"/>
              </a:xfrm>
              <a:custGeom>
                <a:avLst/>
                <a:gdLst/>
                <a:ahLst/>
                <a:cxnLst/>
                <a:rect l="l" t="t" r="r" b="b"/>
                <a:pathLst>
                  <a:path w="61" h="101" extrusionOk="0">
                    <a:moveTo>
                      <a:pt x="60" y="101"/>
                    </a:moveTo>
                    <a:cubicBezTo>
                      <a:pt x="40" y="71"/>
                      <a:pt x="20" y="41"/>
                      <a:pt x="0" y="1"/>
                    </a:cubicBezTo>
                    <a:cubicBezTo>
                      <a:pt x="20" y="41"/>
                      <a:pt x="40" y="71"/>
                      <a:pt x="60" y="101"/>
                    </a:cubicBezTo>
                    <a:close/>
                  </a:path>
                </a:pathLst>
              </a:custGeom>
              <a:solidFill>
                <a:srgbClr val="4A3C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91" name="Google Shape;15091;p50"/>
              <p:cNvSpPr/>
              <p:nvPr/>
            </p:nvSpPr>
            <p:spPr>
              <a:xfrm>
                <a:off x="1298567" y="3750756"/>
                <a:ext cx="9314" cy="3173"/>
              </a:xfrm>
              <a:custGeom>
                <a:avLst/>
                <a:gdLst/>
                <a:ahLst/>
                <a:cxnLst/>
                <a:rect l="l" t="t" r="r" b="b"/>
                <a:pathLst>
                  <a:path w="91" h="31" extrusionOk="0">
                    <a:moveTo>
                      <a:pt x="91" y="1"/>
                    </a:moveTo>
                    <a:cubicBezTo>
                      <a:pt x="81" y="1"/>
                      <a:pt x="71" y="1"/>
                      <a:pt x="61" y="11"/>
                    </a:cubicBezTo>
                    <a:cubicBezTo>
                      <a:pt x="71" y="7"/>
                      <a:pt x="81" y="4"/>
                      <a:pt x="91" y="1"/>
                    </a:cubicBezTo>
                    <a:close/>
                    <a:moveTo>
                      <a:pt x="61" y="11"/>
                    </a:moveTo>
                    <a:cubicBezTo>
                      <a:pt x="41" y="11"/>
                      <a:pt x="21" y="21"/>
                      <a:pt x="1" y="31"/>
                    </a:cubicBezTo>
                    <a:cubicBezTo>
                      <a:pt x="21" y="24"/>
                      <a:pt x="41" y="17"/>
                      <a:pt x="61" y="11"/>
                    </a:cubicBezTo>
                    <a:close/>
                  </a:path>
                </a:pathLst>
              </a:custGeom>
              <a:solidFill>
                <a:srgbClr val="4A3C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92" name="Google Shape;15092;p50"/>
              <p:cNvSpPr/>
              <p:nvPr/>
            </p:nvSpPr>
            <p:spPr>
              <a:xfrm>
                <a:off x="1208192" y="3736428"/>
                <a:ext cx="1126" cy="1126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1" y="0"/>
                    </a:moveTo>
                    <a:lnTo>
                      <a:pt x="11" y="10"/>
                    </a:lnTo>
                    <a:cubicBezTo>
                      <a:pt x="11" y="0"/>
                      <a:pt x="11" y="0"/>
                      <a:pt x="11" y="0"/>
                    </a:cubicBezTo>
                    <a:close/>
                  </a:path>
                </a:pathLst>
              </a:custGeom>
              <a:solidFill>
                <a:srgbClr val="4A3C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93" name="Google Shape;15093;p50"/>
              <p:cNvSpPr/>
              <p:nvPr/>
            </p:nvSpPr>
            <p:spPr>
              <a:xfrm>
                <a:off x="1208192" y="3710741"/>
                <a:ext cx="25792" cy="25790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52" extrusionOk="0">
                    <a:moveTo>
                      <a:pt x="252" y="0"/>
                    </a:moveTo>
                    <a:lnTo>
                      <a:pt x="252" y="0"/>
                    </a:lnTo>
                    <a:cubicBezTo>
                      <a:pt x="212" y="30"/>
                      <a:pt x="161" y="61"/>
                      <a:pt x="121" y="101"/>
                    </a:cubicBezTo>
                    <a:cubicBezTo>
                      <a:pt x="91" y="131"/>
                      <a:pt x="61" y="171"/>
                      <a:pt x="21" y="201"/>
                    </a:cubicBezTo>
                    <a:cubicBezTo>
                      <a:pt x="101" y="141"/>
                      <a:pt x="181" y="71"/>
                      <a:pt x="252" y="0"/>
                    </a:cubicBezTo>
                    <a:close/>
                    <a:moveTo>
                      <a:pt x="1" y="211"/>
                    </a:moveTo>
                    <a:cubicBezTo>
                      <a:pt x="1" y="221"/>
                      <a:pt x="1" y="241"/>
                      <a:pt x="1" y="251"/>
                    </a:cubicBezTo>
                    <a:lnTo>
                      <a:pt x="11" y="251"/>
                    </a:lnTo>
                    <a:cubicBezTo>
                      <a:pt x="1" y="241"/>
                      <a:pt x="1" y="221"/>
                      <a:pt x="1" y="211"/>
                    </a:cubicBezTo>
                    <a:close/>
                  </a:path>
                </a:pathLst>
              </a:custGeom>
              <a:solidFill>
                <a:srgbClr val="4A3C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94" name="Google Shape;15094;p50"/>
              <p:cNvSpPr/>
              <p:nvPr/>
            </p:nvSpPr>
            <p:spPr>
              <a:xfrm>
                <a:off x="1208192" y="3691194"/>
                <a:ext cx="96618" cy="72968"/>
              </a:xfrm>
              <a:custGeom>
                <a:avLst/>
                <a:gdLst/>
                <a:ahLst/>
                <a:cxnLst/>
                <a:rect l="l" t="t" r="r" b="b"/>
                <a:pathLst>
                  <a:path w="944" h="713" extrusionOk="0">
                    <a:moveTo>
                      <a:pt x="944" y="593"/>
                    </a:moveTo>
                    <a:cubicBezTo>
                      <a:pt x="940" y="593"/>
                      <a:pt x="936" y="593"/>
                      <a:pt x="931" y="594"/>
                    </a:cubicBezTo>
                    <a:lnTo>
                      <a:pt x="931" y="594"/>
                    </a:lnTo>
                    <a:cubicBezTo>
                      <a:pt x="936" y="593"/>
                      <a:pt x="940" y="593"/>
                      <a:pt x="944" y="593"/>
                    </a:cubicBezTo>
                    <a:close/>
                    <a:moveTo>
                      <a:pt x="502" y="1"/>
                    </a:moveTo>
                    <a:cubicBezTo>
                      <a:pt x="412" y="51"/>
                      <a:pt x="332" y="121"/>
                      <a:pt x="252" y="191"/>
                    </a:cubicBezTo>
                    <a:cubicBezTo>
                      <a:pt x="181" y="262"/>
                      <a:pt x="101" y="332"/>
                      <a:pt x="21" y="392"/>
                    </a:cubicBezTo>
                    <a:cubicBezTo>
                      <a:pt x="11" y="402"/>
                      <a:pt x="11" y="402"/>
                      <a:pt x="1" y="402"/>
                    </a:cubicBezTo>
                    <a:cubicBezTo>
                      <a:pt x="1" y="412"/>
                      <a:pt x="1" y="432"/>
                      <a:pt x="11" y="442"/>
                    </a:cubicBezTo>
                    <a:cubicBezTo>
                      <a:pt x="11" y="442"/>
                      <a:pt x="11" y="442"/>
                      <a:pt x="11" y="452"/>
                    </a:cubicBezTo>
                    <a:cubicBezTo>
                      <a:pt x="11" y="492"/>
                      <a:pt x="21" y="532"/>
                      <a:pt x="31" y="563"/>
                    </a:cubicBezTo>
                    <a:cubicBezTo>
                      <a:pt x="51" y="603"/>
                      <a:pt x="71" y="633"/>
                      <a:pt x="91" y="663"/>
                    </a:cubicBezTo>
                    <a:cubicBezTo>
                      <a:pt x="111" y="683"/>
                      <a:pt x="131" y="703"/>
                      <a:pt x="161" y="713"/>
                    </a:cubicBezTo>
                    <a:lnTo>
                      <a:pt x="181" y="713"/>
                    </a:lnTo>
                    <a:cubicBezTo>
                      <a:pt x="302" y="703"/>
                      <a:pt x="402" y="703"/>
                      <a:pt x="502" y="693"/>
                    </a:cubicBezTo>
                    <a:cubicBezTo>
                      <a:pt x="633" y="673"/>
                      <a:pt x="763" y="643"/>
                      <a:pt x="884" y="613"/>
                    </a:cubicBezTo>
                    <a:cubicBezTo>
                      <a:pt x="900" y="605"/>
                      <a:pt x="915" y="597"/>
                      <a:pt x="931" y="594"/>
                    </a:cubicBezTo>
                    <a:lnTo>
                      <a:pt x="931" y="594"/>
                    </a:lnTo>
                    <a:cubicBezTo>
                      <a:pt x="822" y="605"/>
                      <a:pt x="679" y="633"/>
                      <a:pt x="563" y="633"/>
                    </a:cubicBezTo>
                    <a:cubicBezTo>
                      <a:pt x="512" y="633"/>
                      <a:pt x="462" y="623"/>
                      <a:pt x="422" y="613"/>
                    </a:cubicBezTo>
                    <a:cubicBezTo>
                      <a:pt x="272" y="583"/>
                      <a:pt x="302" y="502"/>
                      <a:pt x="412" y="412"/>
                    </a:cubicBezTo>
                    <a:cubicBezTo>
                      <a:pt x="533" y="322"/>
                      <a:pt x="553" y="101"/>
                      <a:pt x="512" y="1"/>
                    </a:cubicBezTo>
                    <a:close/>
                  </a:path>
                </a:pathLst>
              </a:custGeom>
              <a:solidFill>
                <a:srgbClr val="401E15">
                  <a:alpha val="44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95" name="Google Shape;15095;p50"/>
              <p:cNvSpPr/>
              <p:nvPr/>
            </p:nvSpPr>
            <p:spPr>
              <a:xfrm>
                <a:off x="1192840" y="3723533"/>
                <a:ext cx="44215" cy="49942"/>
              </a:xfrm>
              <a:custGeom>
                <a:avLst/>
                <a:gdLst/>
                <a:ahLst/>
                <a:cxnLst/>
                <a:rect l="l" t="t" r="r" b="b"/>
                <a:pathLst>
                  <a:path w="432" h="488" extrusionOk="0">
                    <a:moveTo>
                      <a:pt x="419" y="1"/>
                    </a:moveTo>
                    <a:cubicBezTo>
                      <a:pt x="369" y="1"/>
                      <a:pt x="186" y="86"/>
                      <a:pt x="151" y="86"/>
                    </a:cubicBezTo>
                    <a:cubicBezTo>
                      <a:pt x="101" y="146"/>
                      <a:pt x="51" y="206"/>
                      <a:pt x="0" y="267"/>
                    </a:cubicBezTo>
                    <a:cubicBezTo>
                      <a:pt x="81" y="337"/>
                      <a:pt x="171" y="407"/>
                      <a:pt x="251" y="487"/>
                    </a:cubicBezTo>
                    <a:cubicBezTo>
                      <a:pt x="291" y="467"/>
                      <a:pt x="382" y="447"/>
                      <a:pt x="311" y="397"/>
                    </a:cubicBezTo>
                    <a:cubicBezTo>
                      <a:pt x="241" y="347"/>
                      <a:pt x="311" y="267"/>
                      <a:pt x="331" y="206"/>
                    </a:cubicBezTo>
                    <a:cubicBezTo>
                      <a:pt x="334" y="195"/>
                      <a:pt x="329" y="191"/>
                      <a:pt x="320" y="191"/>
                    </a:cubicBezTo>
                    <a:cubicBezTo>
                      <a:pt x="300" y="191"/>
                      <a:pt x="259" y="212"/>
                      <a:pt x="233" y="212"/>
                    </a:cubicBezTo>
                    <a:cubicBezTo>
                      <a:pt x="222" y="212"/>
                      <a:pt x="213" y="208"/>
                      <a:pt x="211" y="196"/>
                    </a:cubicBezTo>
                    <a:cubicBezTo>
                      <a:pt x="211" y="146"/>
                      <a:pt x="432" y="46"/>
                      <a:pt x="432" y="6"/>
                    </a:cubicBezTo>
                    <a:cubicBezTo>
                      <a:pt x="431" y="2"/>
                      <a:pt x="426" y="1"/>
                      <a:pt x="4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96" name="Google Shape;15096;p50"/>
              <p:cNvSpPr/>
              <p:nvPr/>
            </p:nvSpPr>
            <p:spPr>
              <a:xfrm>
                <a:off x="2133225" y="4514520"/>
                <a:ext cx="39098" cy="146449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31" extrusionOk="0">
                    <a:moveTo>
                      <a:pt x="291" y="0"/>
                    </a:moveTo>
                    <a:cubicBezTo>
                      <a:pt x="231" y="482"/>
                      <a:pt x="121" y="1013"/>
                      <a:pt x="0" y="1425"/>
                    </a:cubicBezTo>
                    <a:cubicBezTo>
                      <a:pt x="25" y="1429"/>
                      <a:pt x="48" y="1431"/>
                      <a:pt x="70" y="1431"/>
                    </a:cubicBezTo>
                    <a:cubicBezTo>
                      <a:pt x="373" y="1431"/>
                      <a:pt x="379" y="1055"/>
                      <a:pt x="341" y="793"/>
                    </a:cubicBezTo>
                    <a:cubicBezTo>
                      <a:pt x="301" y="522"/>
                      <a:pt x="382" y="281"/>
                      <a:pt x="291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97" name="Google Shape;15097;p50"/>
              <p:cNvSpPr/>
              <p:nvPr/>
            </p:nvSpPr>
            <p:spPr>
              <a:xfrm>
                <a:off x="2194840" y="4233187"/>
                <a:ext cx="62741" cy="277341"/>
              </a:xfrm>
              <a:custGeom>
                <a:avLst/>
                <a:gdLst/>
                <a:ahLst/>
                <a:cxnLst/>
                <a:rect l="l" t="t" r="r" b="b"/>
                <a:pathLst>
                  <a:path w="613" h="2710" extrusionOk="0">
                    <a:moveTo>
                      <a:pt x="271" y="0"/>
                    </a:moveTo>
                    <a:cubicBezTo>
                      <a:pt x="225" y="0"/>
                      <a:pt x="180" y="29"/>
                      <a:pt x="141" y="101"/>
                    </a:cubicBezTo>
                    <a:cubicBezTo>
                      <a:pt x="0" y="382"/>
                      <a:pt x="20" y="803"/>
                      <a:pt x="111" y="1114"/>
                    </a:cubicBezTo>
                    <a:cubicBezTo>
                      <a:pt x="211" y="1425"/>
                      <a:pt x="311" y="1656"/>
                      <a:pt x="351" y="1987"/>
                    </a:cubicBezTo>
                    <a:cubicBezTo>
                      <a:pt x="371" y="2198"/>
                      <a:pt x="361" y="2478"/>
                      <a:pt x="361" y="2709"/>
                    </a:cubicBezTo>
                    <a:cubicBezTo>
                      <a:pt x="452" y="2408"/>
                      <a:pt x="522" y="2268"/>
                      <a:pt x="492" y="1907"/>
                    </a:cubicBezTo>
                    <a:cubicBezTo>
                      <a:pt x="462" y="1546"/>
                      <a:pt x="391" y="1044"/>
                      <a:pt x="482" y="653"/>
                    </a:cubicBezTo>
                    <a:cubicBezTo>
                      <a:pt x="502" y="543"/>
                      <a:pt x="572" y="422"/>
                      <a:pt x="612" y="322"/>
                    </a:cubicBezTo>
                    <a:cubicBezTo>
                      <a:pt x="553" y="233"/>
                      <a:pt x="405" y="0"/>
                      <a:pt x="271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98" name="Google Shape;15098;p50"/>
              <p:cNvSpPr/>
              <p:nvPr/>
            </p:nvSpPr>
            <p:spPr>
              <a:xfrm>
                <a:off x="1330397" y="4547371"/>
                <a:ext cx="59670" cy="190966"/>
              </a:xfrm>
              <a:custGeom>
                <a:avLst/>
                <a:gdLst/>
                <a:ahLst/>
                <a:cxnLst/>
                <a:rect l="l" t="t" r="r" b="b"/>
                <a:pathLst>
                  <a:path w="583" h="1866" extrusionOk="0">
                    <a:moveTo>
                      <a:pt x="582" y="0"/>
                    </a:moveTo>
                    <a:cubicBezTo>
                      <a:pt x="271" y="131"/>
                      <a:pt x="322" y="452"/>
                      <a:pt x="221" y="773"/>
                    </a:cubicBezTo>
                    <a:cubicBezTo>
                      <a:pt x="131" y="1084"/>
                      <a:pt x="1" y="1605"/>
                      <a:pt x="332" y="1866"/>
                    </a:cubicBezTo>
                    <a:cubicBezTo>
                      <a:pt x="342" y="1786"/>
                      <a:pt x="352" y="1746"/>
                      <a:pt x="362" y="1655"/>
                    </a:cubicBezTo>
                    <a:cubicBezTo>
                      <a:pt x="412" y="1104"/>
                      <a:pt x="482" y="552"/>
                      <a:pt x="5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099" name="Google Shape;15099;p50"/>
              <p:cNvSpPr/>
              <p:nvPr/>
            </p:nvSpPr>
            <p:spPr>
              <a:xfrm>
                <a:off x="1592207" y="4730048"/>
                <a:ext cx="102" cy="11462"/>
              </a:xfrm>
              <a:custGeom>
                <a:avLst/>
                <a:gdLst/>
                <a:ahLst/>
                <a:cxnLst/>
                <a:rect l="l" t="t" r="r" b="b"/>
                <a:pathLst>
                  <a:path w="1" h="112" extrusionOk="0">
                    <a:moveTo>
                      <a:pt x="0" y="111"/>
                    </a:moveTo>
                    <a:cubicBezTo>
                      <a:pt x="0" y="71"/>
                      <a:pt x="0" y="41"/>
                      <a:pt x="0" y="1"/>
                    </a:cubicBezTo>
                    <a:lnTo>
                      <a:pt x="0" y="1"/>
                    </a:lnTo>
                    <a:cubicBezTo>
                      <a:pt x="0" y="41"/>
                      <a:pt x="0" y="71"/>
                      <a:pt x="0" y="111"/>
                    </a:cubicBezTo>
                    <a:lnTo>
                      <a:pt x="0" y="111"/>
                    </a:lnTo>
                    <a:close/>
                  </a:path>
                </a:pathLst>
              </a:custGeom>
              <a:solidFill>
                <a:srgbClr val="9697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00" name="Google Shape;15100;p50"/>
              <p:cNvSpPr/>
              <p:nvPr/>
            </p:nvSpPr>
            <p:spPr>
              <a:xfrm>
                <a:off x="1592207" y="4741408"/>
                <a:ext cx="102" cy="13407"/>
              </a:xfrm>
              <a:custGeom>
                <a:avLst/>
                <a:gdLst/>
                <a:ahLst/>
                <a:cxnLst/>
                <a:rect l="l" t="t" r="r" b="b"/>
                <a:pathLst>
                  <a:path w="1" h="131" extrusionOk="0">
                    <a:moveTo>
                      <a:pt x="0" y="130"/>
                    </a:moveTo>
                    <a:cubicBezTo>
                      <a:pt x="0" y="100"/>
                      <a:pt x="0" y="50"/>
                      <a:pt x="0" y="0"/>
                    </a:cubicBezTo>
                    <a:lnTo>
                      <a:pt x="0" y="0"/>
                    </a:lnTo>
                    <a:cubicBezTo>
                      <a:pt x="0" y="50"/>
                      <a:pt x="0" y="100"/>
                      <a:pt x="0" y="130"/>
                    </a:cubicBez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01" name="Google Shape;15101;p50"/>
              <p:cNvSpPr/>
              <p:nvPr/>
            </p:nvSpPr>
            <p:spPr>
              <a:xfrm>
                <a:off x="1502856" y="4725955"/>
                <a:ext cx="89454" cy="46258"/>
              </a:xfrm>
              <a:custGeom>
                <a:avLst/>
                <a:gdLst/>
                <a:ahLst/>
                <a:cxnLst/>
                <a:rect l="l" t="t" r="r" b="b"/>
                <a:pathLst>
                  <a:path w="874" h="452" extrusionOk="0">
                    <a:moveTo>
                      <a:pt x="141" y="1"/>
                    </a:moveTo>
                    <a:cubicBezTo>
                      <a:pt x="121" y="1"/>
                      <a:pt x="91" y="11"/>
                      <a:pt x="51" y="21"/>
                    </a:cubicBezTo>
                    <a:cubicBezTo>
                      <a:pt x="41" y="111"/>
                      <a:pt x="31" y="201"/>
                      <a:pt x="21" y="281"/>
                    </a:cubicBezTo>
                    <a:cubicBezTo>
                      <a:pt x="21" y="312"/>
                      <a:pt x="11" y="332"/>
                      <a:pt x="1" y="352"/>
                    </a:cubicBezTo>
                    <a:cubicBezTo>
                      <a:pt x="1" y="372"/>
                      <a:pt x="11" y="392"/>
                      <a:pt x="51" y="412"/>
                    </a:cubicBezTo>
                    <a:cubicBezTo>
                      <a:pt x="111" y="442"/>
                      <a:pt x="231" y="452"/>
                      <a:pt x="342" y="452"/>
                    </a:cubicBezTo>
                    <a:lnTo>
                      <a:pt x="382" y="452"/>
                    </a:lnTo>
                    <a:cubicBezTo>
                      <a:pt x="492" y="452"/>
                      <a:pt x="643" y="452"/>
                      <a:pt x="793" y="402"/>
                    </a:cubicBezTo>
                    <a:cubicBezTo>
                      <a:pt x="823" y="392"/>
                      <a:pt x="873" y="392"/>
                      <a:pt x="873" y="291"/>
                    </a:cubicBezTo>
                    <a:lnTo>
                      <a:pt x="873" y="281"/>
                    </a:lnTo>
                    <a:cubicBezTo>
                      <a:pt x="873" y="251"/>
                      <a:pt x="873" y="201"/>
                      <a:pt x="873" y="151"/>
                    </a:cubicBezTo>
                    <a:cubicBezTo>
                      <a:pt x="873" y="111"/>
                      <a:pt x="873" y="81"/>
                      <a:pt x="873" y="41"/>
                    </a:cubicBezTo>
                    <a:cubicBezTo>
                      <a:pt x="773" y="41"/>
                      <a:pt x="613" y="41"/>
                      <a:pt x="542" y="31"/>
                    </a:cubicBezTo>
                    <a:cubicBezTo>
                      <a:pt x="422" y="21"/>
                      <a:pt x="332" y="11"/>
                      <a:pt x="231" y="1"/>
                    </a:cubicBezTo>
                    <a:cubicBezTo>
                      <a:pt x="221" y="1"/>
                      <a:pt x="201" y="11"/>
                      <a:pt x="191" y="11"/>
                    </a:cubicBezTo>
                    <a:cubicBezTo>
                      <a:pt x="181" y="11"/>
                      <a:pt x="171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02" name="Google Shape;15102;p50"/>
              <p:cNvSpPr/>
              <p:nvPr/>
            </p:nvSpPr>
            <p:spPr>
              <a:xfrm>
                <a:off x="1507973" y="4724931"/>
                <a:ext cx="18628" cy="3173"/>
              </a:xfrm>
              <a:custGeom>
                <a:avLst/>
                <a:gdLst/>
                <a:ahLst/>
                <a:cxnLst/>
                <a:rect l="l" t="t" r="r" b="b"/>
                <a:pathLst>
                  <a:path w="182" h="31" extrusionOk="0">
                    <a:moveTo>
                      <a:pt x="11" y="1"/>
                    </a:moveTo>
                    <a:cubicBezTo>
                      <a:pt x="1" y="11"/>
                      <a:pt x="1" y="21"/>
                      <a:pt x="1" y="31"/>
                    </a:cubicBezTo>
                    <a:cubicBezTo>
                      <a:pt x="41" y="21"/>
                      <a:pt x="71" y="11"/>
                      <a:pt x="91" y="11"/>
                    </a:cubicBezTo>
                    <a:lnTo>
                      <a:pt x="121" y="11"/>
                    </a:lnTo>
                    <a:cubicBezTo>
                      <a:pt x="121" y="11"/>
                      <a:pt x="131" y="21"/>
                      <a:pt x="141" y="21"/>
                    </a:cubicBezTo>
                    <a:cubicBezTo>
                      <a:pt x="151" y="21"/>
                      <a:pt x="171" y="11"/>
                      <a:pt x="181" y="11"/>
                    </a:cubicBezTo>
                    <a:cubicBezTo>
                      <a:pt x="131" y="1"/>
                      <a:pt x="71" y="1"/>
                      <a:pt x="11" y="1"/>
                    </a:cubicBezTo>
                    <a:close/>
                  </a:path>
                </a:pathLst>
              </a:custGeom>
              <a:solidFill>
                <a:srgbClr val="928E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03" name="Google Shape;15103;p50"/>
              <p:cNvSpPr/>
              <p:nvPr/>
            </p:nvSpPr>
            <p:spPr>
              <a:xfrm>
                <a:off x="1646554" y="3853403"/>
                <a:ext cx="102862" cy="120761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1180" extrusionOk="0">
                    <a:moveTo>
                      <a:pt x="284" y="1"/>
                    </a:moveTo>
                    <a:cubicBezTo>
                      <a:pt x="254" y="1"/>
                      <a:pt x="226" y="13"/>
                      <a:pt x="202" y="41"/>
                    </a:cubicBezTo>
                    <a:cubicBezTo>
                      <a:pt x="61" y="201"/>
                      <a:pt x="1" y="392"/>
                      <a:pt x="151" y="582"/>
                    </a:cubicBezTo>
                    <a:cubicBezTo>
                      <a:pt x="212" y="663"/>
                      <a:pt x="322" y="723"/>
                      <a:pt x="382" y="813"/>
                    </a:cubicBezTo>
                    <a:cubicBezTo>
                      <a:pt x="452" y="893"/>
                      <a:pt x="472" y="1034"/>
                      <a:pt x="553" y="1104"/>
                    </a:cubicBezTo>
                    <a:cubicBezTo>
                      <a:pt x="614" y="1156"/>
                      <a:pt x="679" y="1179"/>
                      <a:pt x="740" y="1179"/>
                    </a:cubicBezTo>
                    <a:cubicBezTo>
                      <a:pt x="870" y="1179"/>
                      <a:pt x="980" y="1074"/>
                      <a:pt x="994" y="903"/>
                    </a:cubicBezTo>
                    <a:cubicBezTo>
                      <a:pt x="1004" y="653"/>
                      <a:pt x="844" y="502"/>
                      <a:pt x="663" y="322"/>
                    </a:cubicBezTo>
                    <a:cubicBezTo>
                      <a:pt x="605" y="264"/>
                      <a:pt x="424" y="1"/>
                      <a:pt x="28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04" name="Google Shape;15104;p50"/>
              <p:cNvSpPr/>
              <p:nvPr/>
            </p:nvSpPr>
            <p:spPr>
              <a:xfrm>
                <a:off x="1573682" y="3698051"/>
                <a:ext cx="123332" cy="81872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800" extrusionOk="0">
                    <a:moveTo>
                      <a:pt x="232" y="0"/>
                    </a:moveTo>
                    <a:cubicBezTo>
                      <a:pt x="176" y="0"/>
                      <a:pt x="130" y="16"/>
                      <a:pt x="101" y="54"/>
                    </a:cubicBezTo>
                    <a:cubicBezTo>
                      <a:pt x="1" y="185"/>
                      <a:pt x="91" y="215"/>
                      <a:pt x="131" y="315"/>
                    </a:cubicBezTo>
                    <a:cubicBezTo>
                      <a:pt x="181" y="425"/>
                      <a:pt x="231" y="546"/>
                      <a:pt x="342" y="636"/>
                    </a:cubicBezTo>
                    <a:cubicBezTo>
                      <a:pt x="452" y="716"/>
                      <a:pt x="673" y="716"/>
                      <a:pt x="793" y="746"/>
                    </a:cubicBezTo>
                    <a:cubicBezTo>
                      <a:pt x="873" y="771"/>
                      <a:pt x="945" y="799"/>
                      <a:pt x="1007" y="799"/>
                    </a:cubicBezTo>
                    <a:cubicBezTo>
                      <a:pt x="1047" y="799"/>
                      <a:pt x="1083" y="788"/>
                      <a:pt x="1114" y="756"/>
                    </a:cubicBezTo>
                    <a:cubicBezTo>
                      <a:pt x="1204" y="686"/>
                      <a:pt x="1134" y="586"/>
                      <a:pt x="1114" y="526"/>
                    </a:cubicBezTo>
                    <a:cubicBezTo>
                      <a:pt x="1044" y="365"/>
                      <a:pt x="713" y="215"/>
                      <a:pt x="643" y="165"/>
                    </a:cubicBezTo>
                    <a:cubicBezTo>
                      <a:pt x="519" y="75"/>
                      <a:pt x="353" y="0"/>
                      <a:pt x="23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05" name="Google Shape;15105;p50"/>
              <p:cNvSpPr/>
              <p:nvPr/>
            </p:nvSpPr>
            <p:spPr>
              <a:xfrm>
                <a:off x="1485354" y="4154078"/>
                <a:ext cx="91501" cy="102442"/>
              </a:xfrm>
              <a:custGeom>
                <a:avLst/>
                <a:gdLst/>
                <a:ahLst/>
                <a:cxnLst/>
                <a:rect l="l" t="t" r="r" b="b"/>
                <a:pathLst>
                  <a:path w="894" h="1001" extrusionOk="0">
                    <a:moveTo>
                      <a:pt x="189" y="0"/>
                    </a:moveTo>
                    <a:cubicBezTo>
                      <a:pt x="78" y="0"/>
                      <a:pt x="1" y="60"/>
                      <a:pt x="21" y="222"/>
                    </a:cubicBezTo>
                    <a:cubicBezTo>
                      <a:pt x="31" y="292"/>
                      <a:pt x="81" y="413"/>
                      <a:pt x="142" y="463"/>
                    </a:cubicBezTo>
                    <a:cubicBezTo>
                      <a:pt x="202" y="513"/>
                      <a:pt x="412" y="613"/>
                      <a:pt x="402" y="674"/>
                    </a:cubicBezTo>
                    <a:cubicBezTo>
                      <a:pt x="375" y="845"/>
                      <a:pt x="576" y="1001"/>
                      <a:pt x="645" y="1001"/>
                    </a:cubicBezTo>
                    <a:cubicBezTo>
                      <a:pt x="653" y="1001"/>
                      <a:pt x="659" y="999"/>
                      <a:pt x="663" y="995"/>
                    </a:cubicBezTo>
                    <a:cubicBezTo>
                      <a:pt x="894" y="704"/>
                      <a:pt x="774" y="272"/>
                      <a:pt x="553" y="132"/>
                    </a:cubicBezTo>
                    <a:cubicBezTo>
                      <a:pt x="439" y="58"/>
                      <a:pt x="298" y="0"/>
                      <a:pt x="1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06" name="Google Shape;15106;p50"/>
              <p:cNvSpPr/>
              <p:nvPr/>
            </p:nvSpPr>
            <p:spPr>
              <a:xfrm>
                <a:off x="2466884" y="4166461"/>
                <a:ext cx="78093" cy="104899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02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1" y="412"/>
                      <a:pt x="171" y="603"/>
                      <a:pt x="351" y="773"/>
                    </a:cubicBezTo>
                    <a:cubicBezTo>
                      <a:pt x="522" y="944"/>
                      <a:pt x="612" y="1024"/>
                      <a:pt x="612" y="1024"/>
                    </a:cubicBezTo>
                    <a:cubicBezTo>
                      <a:pt x="552" y="914"/>
                      <a:pt x="502" y="713"/>
                      <a:pt x="502" y="713"/>
                    </a:cubicBezTo>
                    <a:lnTo>
                      <a:pt x="502" y="713"/>
                    </a:lnTo>
                    <a:cubicBezTo>
                      <a:pt x="592" y="954"/>
                      <a:pt x="763" y="1024"/>
                      <a:pt x="763" y="1024"/>
                    </a:cubicBezTo>
                    <a:cubicBezTo>
                      <a:pt x="763" y="1024"/>
                      <a:pt x="682" y="974"/>
                      <a:pt x="602" y="593"/>
                    </a:cubicBezTo>
                    <a:cubicBezTo>
                      <a:pt x="512" y="202"/>
                      <a:pt x="331" y="252"/>
                      <a:pt x="171" y="2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0D4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07" name="Google Shape;15107;p50"/>
              <p:cNvSpPr/>
              <p:nvPr/>
            </p:nvSpPr>
            <p:spPr>
              <a:xfrm>
                <a:off x="2470978" y="4173727"/>
                <a:ext cx="73999" cy="97632"/>
              </a:xfrm>
              <a:custGeom>
                <a:avLst/>
                <a:gdLst/>
                <a:ahLst/>
                <a:cxnLst/>
                <a:rect l="l" t="t" r="r" b="b"/>
                <a:pathLst>
                  <a:path w="723" h="954" extrusionOk="0">
                    <a:moveTo>
                      <a:pt x="171" y="0"/>
                    </a:moveTo>
                    <a:lnTo>
                      <a:pt x="171" y="0"/>
                    </a:lnTo>
                    <a:cubicBezTo>
                      <a:pt x="191" y="50"/>
                      <a:pt x="201" y="100"/>
                      <a:pt x="221" y="151"/>
                    </a:cubicBezTo>
                    <a:cubicBezTo>
                      <a:pt x="201" y="141"/>
                      <a:pt x="181" y="141"/>
                      <a:pt x="161" y="131"/>
                    </a:cubicBezTo>
                    <a:lnTo>
                      <a:pt x="161" y="131"/>
                    </a:lnTo>
                    <a:cubicBezTo>
                      <a:pt x="171" y="141"/>
                      <a:pt x="181" y="161"/>
                      <a:pt x="181" y="181"/>
                    </a:cubicBezTo>
                    <a:cubicBezTo>
                      <a:pt x="151" y="141"/>
                      <a:pt x="71" y="60"/>
                      <a:pt x="0" y="40"/>
                    </a:cubicBezTo>
                    <a:lnTo>
                      <a:pt x="0" y="40"/>
                    </a:lnTo>
                    <a:cubicBezTo>
                      <a:pt x="131" y="381"/>
                      <a:pt x="151" y="552"/>
                      <a:pt x="311" y="702"/>
                    </a:cubicBezTo>
                    <a:cubicBezTo>
                      <a:pt x="482" y="873"/>
                      <a:pt x="572" y="953"/>
                      <a:pt x="572" y="953"/>
                    </a:cubicBezTo>
                    <a:cubicBezTo>
                      <a:pt x="512" y="843"/>
                      <a:pt x="462" y="642"/>
                      <a:pt x="462" y="642"/>
                    </a:cubicBezTo>
                    <a:lnTo>
                      <a:pt x="462" y="642"/>
                    </a:lnTo>
                    <a:cubicBezTo>
                      <a:pt x="552" y="883"/>
                      <a:pt x="723" y="953"/>
                      <a:pt x="723" y="953"/>
                    </a:cubicBezTo>
                    <a:cubicBezTo>
                      <a:pt x="723" y="953"/>
                      <a:pt x="642" y="903"/>
                      <a:pt x="562" y="522"/>
                    </a:cubicBezTo>
                    <a:cubicBezTo>
                      <a:pt x="482" y="161"/>
                      <a:pt x="321" y="171"/>
                      <a:pt x="1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08" name="Google Shape;15108;p50"/>
              <p:cNvSpPr/>
              <p:nvPr/>
            </p:nvSpPr>
            <p:spPr>
              <a:xfrm>
                <a:off x="1220576" y="3690171"/>
                <a:ext cx="39098" cy="30907"/>
              </a:xfrm>
              <a:custGeom>
                <a:avLst/>
                <a:gdLst/>
                <a:ahLst/>
                <a:cxnLst/>
                <a:rect l="l" t="t" r="r" b="b"/>
                <a:pathLst>
                  <a:path w="382" h="302" extrusionOk="0">
                    <a:moveTo>
                      <a:pt x="381" y="1"/>
                    </a:moveTo>
                    <a:cubicBezTo>
                      <a:pt x="191" y="41"/>
                      <a:pt x="111" y="171"/>
                      <a:pt x="0" y="302"/>
                    </a:cubicBezTo>
                    <a:cubicBezTo>
                      <a:pt x="40" y="262"/>
                      <a:pt x="91" y="231"/>
                      <a:pt x="131" y="201"/>
                    </a:cubicBezTo>
                    <a:cubicBezTo>
                      <a:pt x="211" y="131"/>
                      <a:pt x="291" y="61"/>
                      <a:pt x="381" y="11"/>
                    </a:cubicBezTo>
                    <a:cubicBezTo>
                      <a:pt x="381" y="1"/>
                      <a:pt x="381" y="1"/>
                      <a:pt x="381" y="1"/>
                    </a:cubicBezTo>
                    <a:close/>
                  </a:path>
                </a:pathLst>
              </a:custGeom>
              <a:solidFill>
                <a:srgbClr val="1A0B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109" name="Google Shape;15109;p50"/>
            <p:cNvGrpSpPr/>
            <p:nvPr/>
          </p:nvGrpSpPr>
          <p:grpSpPr>
            <a:xfrm>
              <a:off x="4348856" y="4246652"/>
              <a:ext cx="790145" cy="713709"/>
              <a:chOff x="4176047" y="4158970"/>
              <a:chExt cx="770648" cy="696097"/>
            </a:xfrm>
          </p:grpSpPr>
          <p:sp>
            <p:nvSpPr>
              <p:cNvPr id="15110" name="Google Shape;15110;p50"/>
              <p:cNvSpPr/>
              <p:nvPr/>
            </p:nvSpPr>
            <p:spPr>
              <a:xfrm>
                <a:off x="4397410" y="4433852"/>
                <a:ext cx="96993" cy="123041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299" extrusionOk="0">
                    <a:moveTo>
                      <a:pt x="412" y="1"/>
                    </a:moveTo>
                    <a:lnTo>
                      <a:pt x="0" y="492"/>
                    </a:lnTo>
                    <a:cubicBezTo>
                      <a:pt x="40" y="903"/>
                      <a:pt x="141" y="933"/>
                      <a:pt x="281" y="1014"/>
                    </a:cubicBezTo>
                    <a:cubicBezTo>
                      <a:pt x="412" y="1094"/>
                      <a:pt x="372" y="1254"/>
                      <a:pt x="472" y="1294"/>
                    </a:cubicBezTo>
                    <a:cubicBezTo>
                      <a:pt x="479" y="1297"/>
                      <a:pt x="486" y="1299"/>
                      <a:pt x="491" y="1299"/>
                    </a:cubicBezTo>
                    <a:cubicBezTo>
                      <a:pt x="559" y="1299"/>
                      <a:pt x="487" y="1087"/>
                      <a:pt x="552" y="1004"/>
                    </a:cubicBezTo>
                    <a:cubicBezTo>
                      <a:pt x="571" y="977"/>
                      <a:pt x="586" y="966"/>
                      <a:pt x="600" y="966"/>
                    </a:cubicBezTo>
                    <a:cubicBezTo>
                      <a:pt x="639" y="966"/>
                      <a:pt x="663" y="1053"/>
                      <a:pt x="692" y="1134"/>
                    </a:cubicBezTo>
                    <a:cubicBezTo>
                      <a:pt x="720" y="1199"/>
                      <a:pt x="747" y="1226"/>
                      <a:pt x="769" y="1226"/>
                    </a:cubicBezTo>
                    <a:cubicBezTo>
                      <a:pt x="788" y="1226"/>
                      <a:pt x="804" y="1206"/>
                      <a:pt x="813" y="1174"/>
                    </a:cubicBezTo>
                    <a:cubicBezTo>
                      <a:pt x="843" y="1114"/>
                      <a:pt x="793" y="984"/>
                      <a:pt x="883" y="893"/>
                    </a:cubicBezTo>
                    <a:cubicBezTo>
                      <a:pt x="973" y="803"/>
                      <a:pt x="1023" y="663"/>
                      <a:pt x="933" y="492"/>
                    </a:cubicBezTo>
                    <a:cubicBezTo>
                      <a:pt x="833" y="311"/>
                      <a:pt x="412" y="1"/>
                      <a:pt x="412" y="1"/>
                    </a:cubicBezTo>
                    <a:close/>
                  </a:path>
                </a:pathLst>
              </a:custGeom>
              <a:solidFill>
                <a:srgbClr val="C0817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11" name="Google Shape;15111;p50"/>
              <p:cNvSpPr/>
              <p:nvPr/>
            </p:nvSpPr>
            <p:spPr>
              <a:xfrm>
                <a:off x="4400252" y="4501294"/>
                <a:ext cx="75113" cy="38077"/>
              </a:xfrm>
              <a:custGeom>
                <a:avLst/>
                <a:gdLst/>
                <a:ahLst/>
                <a:cxnLst/>
                <a:rect l="l" t="t" r="r" b="b"/>
                <a:pathLst>
                  <a:path w="793" h="402" extrusionOk="0">
                    <a:moveTo>
                      <a:pt x="793" y="402"/>
                    </a:moveTo>
                    <a:cubicBezTo>
                      <a:pt x="793" y="382"/>
                      <a:pt x="793" y="372"/>
                      <a:pt x="793" y="362"/>
                    </a:cubicBezTo>
                    <a:cubicBezTo>
                      <a:pt x="793" y="372"/>
                      <a:pt x="793" y="382"/>
                      <a:pt x="793" y="402"/>
                    </a:cubicBezTo>
                    <a:close/>
                    <a:moveTo>
                      <a:pt x="31" y="71"/>
                    </a:moveTo>
                    <a:cubicBezTo>
                      <a:pt x="21" y="51"/>
                      <a:pt x="10" y="31"/>
                      <a:pt x="0" y="1"/>
                    </a:cubicBezTo>
                    <a:lnTo>
                      <a:pt x="0" y="1"/>
                    </a:lnTo>
                    <a:cubicBezTo>
                      <a:pt x="10" y="31"/>
                      <a:pt x="21" y="51"/>
                      <a:pt x="31" y="71"/>
                    </a:cubicBezTo>
                    <a:lnTo>
                      <a:pt x="31" y="71"/>
                    </a:lnTo>
                  </a:path>
                </a:pathLst>
              </a:custGeom>
              <a:solidFill>
                <a:srgbClr val="C8B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12" name="Google Shape;15112;p50"/>
              <p:cNvSpPr/>
              <p:nvPr/>
            </p:nvSpPr>
            <p:spPr>
              <a:xfrm>
                <a:off x="4400252" y="4462363"/>
                <a:ext cx="89416" cy="8752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924" extrusionOk="0">
                    <a:moveTo>
                      <a:pt x="422" y="0"/>
                    </a:moveTo>
                    <a:cubicBezTo>
                      <a:pt x="372" y="0"/>
                      <a:pt x="161" y="201"/>
                      <a:pt x="0" y="412"/>
                    </a:cubicBezTo>
                    <a:cubicBezTo>
                      <a:pt x="10" y="442"/>
                      <a:pt x="21" y="462"/>
                      <a:pt x="31" y="482"/>
                    </a:cubicBezTo>
                    <a:cubicBezTo>
                      <a:pt x="131" y="442"/>
                      <a:pt x="241" y="331"/>
                      <a:pt x="321" y="311"/>
                    </a:cubicBezTo>
                    <a:cubicBezTo>
                      <a:pt x="342" y="311"/>
                      <a:pt x="362" y="301"/>
                      <a:pt x="382" y="301"/>
                    </a:cubicBezTo>
                    <a:cubicBezTo>
                      <a:pt x="452" y="301"/>
                      <a:pt x="522" y="331"/>
                      <a:pt x="572" y="382"/>
                    </a:cubicBezTo>
                    <a:cubicBezTo>
                      <a:pt x="642" y="442"/>
                      <a:pt x="683" y="532"/>
                      <a:pt x="703" y="622"/>
                    </a:cubicBezTo>
                    <a:cubicBezTo>
                      <a:pt x="713" y="713"/>
                      <a:pt x="713" y="803"/>
                      <a:pt x="713" y="893"/>
                    </a:cubicBezTo>
                    <a:lnTo>
                      <a:pt x="713" y="913"/>
                    </a:lnTo>
                    <a:cubicBezTo>
                      <a:pt x="723" y="923"/>
                      <a:pt x="733" y="923"/>
                      <a:pt x="743" y="923"/>
                    </a:cubicBezTo>
                    <a:cubicBezTo>
                      <a:pt x="763" y="923"/>
                      <a:pt x="773" y="903"/>
                      <a:pt x="783" y="873"/>
                    </a:cubicBezTo>
                    <a:cubicBezTo>
                      <a:pt x="793" y="863"/>
                      <a:pt x="793" y="833"/>
                      <a:pt x="793" y="813"/>
                    </a:cubicBezTo>
                    <a:cubicBezTo>
                      <a:pt x="793" y="793"/>
                      <a:pt x="793" y="783"/>
                      <a:pt x="793" y="773"/>
                    </a:cubicBezTo>
                    <a:cubicBezTo>
                      <a:pt x="793" y="723"/>
                      <a:pt x="803" y="662"/>
                      <a:pt x="833" y="622"/>
                    </a:cubicBezTo>
                    <a:cubicBezTo>
                      <a:pt x="833" y="612"/>
                      <a:pt x="843" y="602"/>
                      <a:pt x="853" y="592"/>
                    </a:cubicBezTo>
                    <a:cubicBezTo>
                      <a:pt x="893" y="552"/>
                      <a:pt x="923" y="502"/>
                      <a:pt x="943" y="442"/>
                    </a:cubicBezTo>
                    <a:cubicBezTo>
                      <a:pt x="662" y="241"/>
                      <a:pt x="472" y="10"/>
                      <a:pt x="422" y="0"/>
                    </a:cubicBezTo>
                    <a:close/>
                  </a:path>
                </a:pathLst>
              </a:custGeom>
              <a:solidFill>
                <a:srgbClr val="9E6B6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13" name="Google Shape;15113;p50"/>
              <p:cNvSpPr/>
              <p:nvPr/>
            </p:nvSpPr>
            <p:spPr>
              <a:xfrm>
                <a:off x="4251445" y="4597247"/>
                <a:ext cx="107128" cy="227233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2399" extrusionOk="0">
                    <a:moveTo>
                      <a:pt x="629" y="1"/>
                    </a:moveTo>
                    <a:cubicBezTo>
                      <a:pt x="518" y="542"/>
                      <a:pt x="438" y="1024"/>
                      <a:pt x="328" y="1235"/>
                    </a:cubicBezTo>
                    <a:cubicBezTo>
                      <a:pt x="217" y="1455"/>
                      <a:pt x="197" y="1545"/>
                      <a:pt x="187" y="1696"/>
                    </a:cubicBezTo>
                    <a:cubicBezTo>
                      <a:pt x="187" y="1856"/>
                      <a:pt x="17" y="2228"/>
                      <a:pt x="7" y="2308"/>
                    </a:cubicBezTo>
                    <a:cubicBezTo>
                      <a:pt x="0" y="2359"/>
                      <a:pt x="214" y="2399"/>
                      <a:pt x="386" y="2399"/>
                    </a:cubicBezTo>
                    <a:cubicBezTo>
                      <a:pt x="481" y="2399"/>
                      <a:pt x="563" y="2387"/>
                      <a:pt x="588" y="2358"/>
                    </a:cubicBezTo>
                    <a:cubicBezTo>
                      <a:pt x="619" y="2328"/>
                      <a:pt x="599" y="2218"/>
                      <a:pt x="578" y="2027"/>
                    </a:cubicBezTo>
                    <a:cubicBezTo>
                      <a:pt x="568" y="1836"/>
                      <a:pt x="699" y="1535"/>
                      <a:pt x="739" y="1405"/>
                    </a:cubicBezTo>
                    <a:cubicBezTo>
                      <a:pt x="789" y="1275"/>
                      <a:pt x="709" y="1004"/>
                      <a:pt x="919" y="653"/>
                    </a:cubicBezTo>
                    <a:cubicBezTo>
                      <a:pt x="1130" y="302"/>
                      <a:pt x="629" y="1"/>
                      <a:pt x="62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14" name="Google Shape;15114;p50"/>
              <p:cNvSpPr/>
              <p:nvPr/>
            </p:nvSpPr>
            <p:spPr>
              <a:xfrm>
                <a:off x="4273894" y="4627179"/>
                <a:ext cx="69430" cy="197302"/>
              </a:xfrm>
              <a:custGeom>
                <a:avLst/>
                <a:gdLst/>
                <a:ahLst/>
                <a:cxnLst/>
                <a:rect l="l" t="t" r="r" b="b"/>
                <a:pathLst>
                  <a:path w="733" h="2083" extrusionOk="0">
                    <a:moveTo>
                      <a:pt x="630" y="0"/>
                    </a:moveTo>
                    <a:cubicBezTo>
                      <a:pt x="618" y="0"/>
                      <a:pt x="605" y="5"/>
                      <a:pt x="592" y="16"/>
                    </a:cubicBezTo>
                    <a:cubicBezTo>
                      <a:pt x="542" y="56"/>
                      <a:pt x="542" y="156"/>
                      <a:pt x="532" y="216"/>
                    </a:cubicBezTo>
                    <a:cubicBezTo>
                      <a:pt x="512" y="287"/>
                      <a:pt x="492" y="367"/>
                      <a:pt x="472" y="447"/>
                    </a:cubicBezTo>
                    <a:cubicBezTo>
                      <a:pt x="392" y="758"/>
                      <a:pt x="281" y="1059"/>
                      <a:pt x="171" y="1360"/>
                    </a:cubicBezTo>
                    <a:cubicBezTo>
                      <a:pt x="111" y="1530"/>
                      <a:pt x="51" y="1861"/>
                      <a:pt x="10" y="2042"/>
                    </a:cubicBezTo>
                    <a:lnTo>
                      <a:pt x="0" y="2072"/>
                    </a:lnTo>
                    <a:cubicBezTo>
                      <a:pt x="51" y="2079"/>
                      <a:pt x="102" y="2082"/>
                      <a:pt x="149" y="2082"/>
                    </a:cubicBezTo>
                    <a:cubicBezTo>
                      <a:pt x="244" y="2082"/>
                      <a:pt x="325" y="2069"/>
                      <a:pt x="351" y="2042"/>
                    </a:cubicBezTo>
                    <a:cubicBezTo>
                      <a:pt x="382" y="2012"/>
                      <a:pt x="362" y="1902"/>
                      <a:pt x="341" y="1711"/>
                    </a:cubicBezTo>
                    <a:cubicBezTo>
                      <a:pt x="331" y="1520"/>
                      <a:pt x="462" y="1219"/>
                      <a:pt x="502" y="1089"/>
                    </a:cubicBezTo>
                    <a:cubicBezTo>
                      <a:pt x="552" y="959"/>
                      <a:pt x="472" y="688"/>
                      <a:pt x="682" y="337"/>
                    </a:cubicBezTo>
                    <a:cubicBezTo>
                      <a:pt x="723" y="267"/>
                      <a:pt x="733" y="196"/>
                      <a:pt x="733" y="126"/>
                    </a:cubicBezTo>
                    <a:cubicBezTo>
                      <a:pt x="709" y="63"/>
                      <a:pt x="673" y="0"/>
                      <a:pt x="630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15" name="Google Shape;15115;p50"/>
              <p:cNvSpPr/>
              <p:nvPr/>
            </p:nvSpPr>
            <p:spPr>
              <a:xfrm>
                <a:off x="4271999" y="4158970"/>
                <a:ext cx="601472" cy="696097"/>
              </a:xfrm>
              <a:custGeom>
                <a:avLst/>
                <a:gdLst/>
                <a:ahLst/>
                <a:cxnLst/>
                <a:rect l="l" t="t" r="r" b="b"/>
                <a:pathLst>
                  <a:path w="6350" h="7349" extrusionOk="0">
                    <a:moveTo>
                      <a:pt x="1532" y="1"/>
                    </a:moveTo>
                    <a:cubicBezTo>
                      <a:pt x="1459" y="1"/>
                      <a:pt x="1385" y="13"/>
                      <a:pt x="1304" y="44"/>
                    </a:cubicBezTo>
                    <a:cubicBezTo>
                      <a:pt x="572" y="325"/>
                      <a:pt x="61" y="585"/>
                      <a:pt x="30" y="1047"/>
                    </a:cubicBezTo>
                    <a:cubicBezTo>
                      <a:pt x="0" y="1498"/>
                      <a:pt x="151" y="2632"/>
                      <a:pt x="321" y="3223"/>
                    </a:cubicBezTo>
                    <a:cubicBezTo>
                      <a:pt x="492" y="3805"/>
                      <a:pt x="492" y="4186"/>
                      <a:pt x="361" y="4467"/>
                    </a:cubicBezTo>
                    <a:cubicBezTo>
                      <a:pt x="231" y="4758"/>
                      <a:pt x="642" y="5270"/>
                      <a:pt x="672" y="5701"/>
                    </a:cubicBezTo>
                    <a:cubicBezTo>
                      <a:pt x="692" y="6132"/>
                      <a:pt x="783" y="6754"/>
                      <a:pt x="853" y="6885"/>
                    </a:cubicBezTo>
                    <a:cubicBezTo>
                      <a:pt x="913" y="7015"/>
                      <a:pt x="883" y="7135"/>
                      <a:pt x="933" y="7155"/>
                    </a:cubicBezTo>
                    <a:cubicBezTo>
                      <a:pt x="954" y="7168"/>
                      <a:pt x="1056" y="7177"/>
                      <a:pt x="1170" y="7177"/>
                    </a:cubicBezTo>
                    <a:cubicBezTo>
                      <a:pt x="1334" y="7177"/>
                      <a:pt x="1523" y="7158"/>
                      <a:pt x="1535" y="7105"/>
                    </a:cubicBezTo>
                    <a:cubicBezTo>
                      <a:pt x="1545" y="7015"/>
                      <a:pt x="1435" y="6895"/>
                      <a:pt x="1375" y="6754"/>
                    </a:cubicBezTo>
                    <a:cubicBezTo>
                      <a:pt x="1304" y="6614"/>
                      <a:pt x="953" y="5771"/>
                      <a:pt x="1013" y="5280"/>
                    </a:cubicBezTo>
                    <a:cubicBezTo>
                      <a:pt x="1064" y="4788"/>
                      <a:pt x="1084" y="4196"/>
                      <a:pt x="1154" y="3966"/>
                    </a:cubicBezTo>
                    <a:cubicBezTo>
                      <a:pt x="1213" y="3727"/>
                      <a:pt x="1687" y="3203"/>
                      <a:pt x="1773" y="3203"/>
                    </a:cubicBezTo>
                    <a:cubicBezTo>
                      <a:pt x="1774" y="3203"/>
                      <a:pt x="1775" y="3203"/>
                      <a:pt x="1776" y="3203"/>
                    </a:cubicBezTo>
                    <a:cubicBezTo>
                      <a:pt x="1856" y="3223"/>
                      <a:pt x="2418" y="3926"/>
                      <a:pt x="3060" y="3956"/>
                    </a:cubicBezTo>
                    <a:cubicBezTo>
                      <a:pt x="3270" y="3962"/>
                      <a:pt x="3427" y="3965"/>
                      <a:pt x="3543" y="3965"/>
                    </a:cubicBezTo>
                    <a:cubicBezTo>
                      <a:pt x="3775" y="3965"/>
                      <a:pt x="3842" y="3956"/>
                      <a:pt x="3842" y="3956"/>
                    </a:cubicBezTo>
                    <a:cubicBezTo>
                      <a:pt x="3842" y="3956"/>
                      <a:pt x="4203" y="4798"/>
                      <a:pt x="4233" y="5350"/>
                    </a:cubicBezTo>
                    <a:cubicBezTo>
                      <a:pt x="4253" y="5892"/>
                      <a:pt x="4414" y="5922"/>
                      <a:pt x="4334" y="6423"/>
                    </a:cubicBezTo>
                    <a:cubicBezTo>
                      <a:pt x="4253" y="6935"/>
                      <a:pt x="4163" y="7196"/>
                      <a:pt x="4193" y="7286"/>
                    </a:cubicBezTo>
                    <a:cubicBezTo>
                      <a:pt x="4203" y="7328"/>
                      <a:pt x="4342" y="7349"/>
                      <a:pt x="4486" y="7349"/>
                    </a:cubicBezTo>
                    <a:cubicBezTo>
                      <a:pt x="4647" y="7349"/>
                      <a:pt x="4815" y="7323"/>
                      <a:pt x="4815" y="7276"/>
                    </a:cubicBezTo>
                    <a:cubicBezTo>
                      <a:pt x="4815" y="7186"/>
                      <a:pt x="4755" y="6724"/>
                      <a:pt x="4735" y="6584"/>
                    </a:cubicBezTo>
                    <a:cubicBezTo>
                      <a:pt x="4725" y="6443"/>
                      <a:pt x="4624" y="6223"/>
                      <a:pt x="4655" y="5851"/>
                    </a:cubicBezTo>
                    <a:cubicBezTo>
                      <a:pt x="4695" y="5490"/>
                      <a:pt x="4735" y="5380"/>
                      <a:pt x="4685" y="4979"/>
                    </a:cubicBezTo>
                    <a:cubicBezTo>
                      <a:pt x="4634" y="4578"/>
                      <a:pt x="4675" y="4177"/>
                      <a:pt x="4675" y="4176"/>
                    </a:cubicBezTo>
                    <a:lnTo>
                      <a:pt x="4675" y="4176"/>
                    </a:lnTo>
                    <a:cubicBezTo>
                      <a:pt x="4675" y="4177"/>
                      <a:pt x="4725" y="4578"/>
                      <a:pt x="4825" y="4668"/>
                    </a:cubicBezTo>
                    <a:lnTo>
                      <a:pt x="5908" y="4748"/>
                    </a:lnTo>
                    <a:cubicBezTo>
                      <a:pt x="5908" y="4748"/>
                      <a:pt x="6089" y="4056"/>
                      <a:pt x="6159" y="3575"/>
                    </a:cubicBezTo>
                    <a:cubicBezTo>
                      <a:pt x="6219" y="3093"/>
                      <a:pt x="6350" y="2521"/>
                      <a:pt x="6350" y="2351"/>
                    </a:cubicBezTo>
                    <a:cubicBezTo>
                      <a:pt x="6350" y="2180"/>
                      <a:pt x="5908" y="927"/>
                      <a:pt x="5758" y="676"/>
                    </a:cubicBezTo>
                    <a:cubicBezTo>
                      <a:pt x="5597" y="435"/>
                      <a:pt x="4644" y="395"/>
                      <a:pt x="4384" y="264"/>
                    </a:cubicBezTo>
                    <a:cubicBezTo>
                      <a:pt x="4283" y="211"/>
                      <a:pt x="4000" y="198"/>
                      <a:pt x="3668" y="198"/>
                    </a:cubicBezTo>
                    <a:cubicBezTo>
                      <a:pt x="3502" y="198"/>
                      <a:pt x="3324" y="201"/>
                      <a:pt x="3150" y="204"/>
                    </a:cubicBezTo>
                    <a:cubicBezTo>
                      <a:pt x="2993" y="204"/>
                      <a:pt x="2842" y="206"/>
                      <a:pt x="2707" y="206"/>
                    </a:cubicBezTo>
                    <a:cubicBezTo>
                      <a:pt x="2504" y="206"/>
                      <a:pt x="2337" y="202"/>
                      <a:pt x="2247" y="184"/>
                    </a:cubicBezTo>
                    <a:cubicBezTo>
                      <a:pt x="1971" y="131"/>
                      <a:pt x="1766" y="1"/>
                      <a:pt x="15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16" name="Google Shape;15116;p50"/>
              <p:cNvSpPr/>
              <p:nvPr/>
            </p:nvSpPr>
            <p:spPr>
              <a:xfrm>
                <a:off x="4328074" y="4178293"/>
                <a:ext cx="545398" cy="676680"/>
              </a:xfrm>
              <a:custGeom>
                <a:avLst/>
                <a:gdLst/>
                <a:ahLst/>
                <a:cxnLst/>
                <a:rect l="l" t="t" r="r" b="b"/>
                <a:pathLst>
                  <a:path w="5758" h="7144" extrusionOk="0">
                    <a:moveTo>
                      <a:pt x="321" y="0"/>
                    </a:moveTo>
                    <a:cubicBezTo>
                      <a:pt x="231" y="40"/>
                      <a:pt x="141" y="81"/>
                      <a:pt x="60" y="131"/>
                    </a:cubicBezTo>
                    <a:cubicBezTo>
                      <a:pt x="20" y="261"/>
                      <a:pt x="20" y="472"/>
                      <a:pt x="20" y="562"/>
                    </a:cubicBezTo>
                    <a:cubicBezTo>
                      <a:pt x="0" y="923"/>
                      <a:pt x="80" y="1284"/>
                      <a:pt x="241" y="1615"/>
                    </a:cubicBezTo>
                    <a:cubicBezTo>
                      <a:pt x="502" y="2127"/>
                      <a:pt x="963" y="2518"/>
                      <a:pt x="1515" y="2699"/>
                    </a:cubicBezTo>
                    <a:cubicBezTo>
                      <a:pt x="1836" y="2799"/>
                      <a:pt x="2187" y="2829"/>
                      <a:pt x="2528" y="2899"/>
                    </a:cubicBezTo>
                    <a:cubicBezTo>
                      <a:pt x="2869" y="2959"/>
                      <a:pt x="3210" y="3080"/>
                      <a:pt x="3441" y="3340"/>
                    </a:cubicBezTo>
                    <a:cubicBezTo>
                      <a:pt x="3732" y="3641"/>
                      <a:pt x="3802" y="4083"/>
                      <a:pt x="3842" y="4504"/>
                    </a:cubicBezTo>
                    <a:cubicBezTo>
                      <a:pt x="3912" y="5256"/>
                      <a:pt x="3922" y="6019"/>
                      <a:pt x="3862" y="6781"/>
                    </a:cubicBezTo>
                    <a:cubicBezTo>
                      <a:pt x="3852" y="6901"/>
                      <a:pt x="3852" y="7032"/>
                      <a:pt x="3872" y="7142"/>
                    </a:cubicBezTo>
                    <a:cubicBezTo>
                      <a:pt x="3894" y="7143"/>
                      <a:pt x="3916" y="7144"/>
                      <a:pt x="3938" y="7144"/>
                    </a:cubicBezTo>
                    <a:cubicBezTo>
                      <a:pt x="4086" y="7144"/>
                      <a:pt x="4223" y="7115"/>
                      <a:pt x="4223" y="7072"/>
                    </a:cubicBezTo>
                    <a:cubicBezTo>
                      <a:pt x="4223" y="6982"/>
                      <a:pt x="4163" y="6520"/>
                      <a:pt x="4143" y="6380"/>
                    </a:cubicBezTo>
                    <a:cubicBezTo>
                      <a:pt x="4133" y="6239"/>
                      <a:pt x="4032" y="6019"/>
                      <a:pt x="4063" y="5647"/>
                    </a:cubicBezTo>
                    <a:cubicBezTo>
                      <a:pt x="4103" y="5286"/>
                      <a:pt x="4143" y="5176"/>
                      <a:pt x="4093" y="4775"/>
                    </a:cubicBezTo>
                    <a:cubicBezTo>
                      <a:pt x="4042" y="4374"/>
                      <a:pt x="4083" y="3973"/>
                      <a:pt x="4083" y="3972"/>
                    </a:cubicBezTo>
                    <a:lnTo>
                      <a:pt x="4083" y="3972"/>
                    </a:lnTo>
                    <a:cubicBezTo>
                      <a:pt x="4083" y="3973"/>
                      <a:pt x="4133" y="4374"/>
                      <a:pt x="4233" y="4464"/>
                    </a:cubicBezTo>
                    <a:lnTo>
                      <a:pt x="5316" y="4544"/>
                    </a:lnTo>
                    <a:cubicBezTo>
                      <a:pt x="5316" y="4544"/>
                      <a:pt x="5497" y="3852"/>
                      <a:pt x="5567" y="3371"/>
                    </a:cubicBezTo>
                    <a:cubicBezTo>
                      <a:pt x="5627" y="2889"/>
                      <a:pt x="5758" y="2317"/>
                      <a:pt x="5758" y="2147"/>
                    </a:cubicBezTo>
                    <a:cubicBezTo>
                      <a:pt x="5758" y="2006"/>
                      <a:pt x="5467" y="1164"/>
                      <a:pt x="5276" y="712"/>
                    </a:cubicBezTo>
                    <a:cubicBezTo>
                      <a:pt x="5106" y="642"/>
                      <a:pt x="4935" y="582"/>
                      <a:pt x="4755" y="542"/>
                    </a:cubicBezTo>
                    <a:cubicBezTo>
                      <a:pt x="4223" y="402"/>
                      <a:pt x="3671" y="351"/>
                      <a:pt x="3120" y="291"/>
                    </a:cubicBezTo>
                    <a:cubicBezTo>
                      <a:pt x="2267" y="211"/>
                      <a:pt x="1414" y="121"/>
                      <a:pt x="572" y="40"/>
                    </a:cubicBezTo>
                    <a:cubicBezTo>
                      <a:pt x="512" y="30"/>
                      <a:pt x="411" y="10"/>
                      <a:pt x="321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>
                      <a:alpha val="8230"/>
                    </a:schemeClr>
                  </a:gs>
                  <a:gs pos="100000">
                    <a:schemeClr val="accent4">
                      <a:alpha val="8230"/>
                    </a:schemeClr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17" name="Google Shape;15117;p50"/>
              <p:cNvSpPr/>
              <p:nvPr/>
            </p:nvSpPr>
            <p:spPr>
              <a:xfrm>
                <a:off x="4176047" y="4269510"/>
                <a:ext cx="116979" cy="380111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4013" extrusionOk="0">
                    <a:moveTo>
                      <a:pt x="1043" y="0"/>
                    </a:moveTo>
                    <a:cubicBezTo>
                      <a:pt x="883" y="582"/>
                      <a:pt x="863" y="1374"/>
                      <a:pt x="853" y="2056"/>
                    </a:cubicBezTo>
                    <a:cubicBezTo>
                      <a:pt x="853" y="2317"/>
                      <a:pt x="732" y="2558"/>
                      <a:pt x="602" y="2759"/>
                    </a:cubicBezTo>
                    <a:cubicBezTo>
                      <a:pt x="412" y="3050"/>
                      <a:pt x="171" y="3280"/>
                      <a:pt x="101" y="3461"/>
                    </a:cubicBezTo>
                    <a:cubicBezTo>
                      <a:pt x="0" y="3792"/>
                      <a:pt x="60" y="4012"/>
                      <a:pt x="60" y="4012"/>
                    </a:cubicBezTo>
                    <a:cubicBezTo>
                      <a:pt x="60" y="4012"/>
                      <a:pt x="50" y="3742"/>
                      <a:pt x="231" y="3461"/>
                    </a:cubicBezTo>
                    <a:lnTo>
                      <a:pt x="231" y="3461"/>
                    </a:lnTo>
                    <a:cubicBezTo>
                      <a:pt x="231" y="3461"/>
                      <a:pt x="151" y="3722"/>
                      <a:pt x="201" y="3852"/>
                    </a:cubicBezTo>
                    <a:cubicBezTo>
                      <a:pt x="201" y="3852"/>
                      <a:pt x="231" y="3571"/>
                      <a:pt x="391" y="3340"/>
                    </a:cubicBezTo>
                    <a:cubicBezTo>
                      <a:pt x="522" y="3160"/>
                      <a:pt x="502" y="3060"/>
                      <a:pt x="662" y="2809"/>
                    </a:cubicBezTo>
                    <a:cubicBezTo>
                      <a:pt x="853" y="2508"/>
                      <a:pt x="933" y="2317"/>
                      <a:pt x="973" y="1635"/>
                    </a:cubicBezTo>
                    <a:cubicBezTo>
                      <a:pt x="1013" y="1074"/>
                      <a:pt x="1234" y="211"/>
                      <a:pt x="1234" y="211"/>
                    </a:cubicBezTo>
                    <a:lnTo>
                      <a:pt x="10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18" name="Google Shape;15118;p50"/>
              <p:cNvSpPr/>
              <p:nvPr/>
            </p:nvSpPr>
            <p:spPr>
              <a:xfrm>
                <a:off x="4288102" y="4821452"/>
                <a:ext cx="19133" cy="3031"/>
              </a:xfrm>
              <a:custGeom>
                <a:avLst/>
                <a:gdLst/>
                <a:ahLst/>
                <a:cxnLst/>
                <a:rect l="l" t="t" r="r" b="b"/>
                <a:pathLst>
                  <a:path w="202" h="32" extrusionOk="0">
                    <a:moveTo>
                      <a:pt x="201" y="1"/>
                    </a:moveTo>
                    <a:cubicBezTo>
                      <a:pt x="161" y="21"/>
                      <a:pt x="91" y="31"/>
                      <a:pt x="1" y="31"/>
                    </a:cubicBezTo>
                    <a:lnTo>
                      <a:pt x="31" y="31"/>
                    </a:lnTo>
                    <a:cubicBezTo>
                      <a:pt x="111" y="31"/>
                      <a:pt x="171" y="21"/>
                      <a:pt x="201" y="1"/>
                    </a:cubicBez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19" name="Google Shape;15119;p50"/>
              <p:cNvSpPr/>
              <p:nvPr/>
            </p:nvSpPr>
            <p:spPr>
              <a:xfrm>
                <a:off x="4252013" y="4794930"/>
                <a:ext cx="55222" cy="29553"/>
              </a:xfrm>
              <a:custGeom>
                <a:avLst/>
                <a:gdLst/>
                <a:ahLst/>
                <a:cxnLst/>
                <a:rect l="l" t="t" r="r" b="b"/>
                <a:pathLst>
                  <a:path w="583" h="312" extrusionOk="0">
                    <a:moveTo>
                      <a:pt x="71" y="0"/>
                    </a:moveTo>
                    <a:cubicBezTo>
                      <a:pt x="51" y="60"/>
                      <a:pt x="31" y="110"/>
                      <a:pt x="21" y="151"/>
                    </a:cubicBezTo>
                    <a:cubicBezTo>
                      <a:pt x="11" y="181"/>
                      <a:pt x="1" y="211"/>
                      <a:pt x="1" y="221"/>
                    </a:cubicBezTo>
                    <a:cubicBezTo>
                      <a:pt x="1" y="261"/>
                      <a:pt x="111" y="291"/>
                      <a:pt x="231" y="301"/>
                    </a:cubicBezTo>
                    <a:lnTo>
                      <a:pt x="241" y="271"/>
                    </a:lnTo>
                    <a:cubicBezTo>
                      <a:pt x="251" y="201"/>
                      <a:pt x="272" y="120"/>
                      <a:pt x="292" y="30"/>
                    </a:cubicBezTo>
                    <a:cubicBezTo>
                      <a:pt x="221" y="30"/>
                      <a:pt x="161" y="30"/>
                      <a:pt x="101" y="10"/>
                    </a:cubicBezTo>
                    <a:lnTo>
                      <a:pt x="71" y="0"/>
                    </a:lnTo>
                    <a:close/>
                    <a:moveTo>
                      <a:pt x="582" y="271"/>
                    </a:moveTo>
                    <a:cubicBezTo>
                      <a:pt x="562" y="291"/>
                      <a:pt x="492" y="311"/>
                      <a:pt x="412" y="311"/>
                    </a:cubicBezTo>
                    <a:cubicBezTo>
                      <a:pt x="492" y="311"/>
                      <a:pt x="552" y="301"/>
                      <a:pt x="582" y="281"/>
                    </a:cubicBezTo>
                    <a:cubicBezTo>
                      <a:pt x="582" y="281"/>
                      <a:pt x="582" y="271"/>
                      <a:pt x="582" y="27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20" name="Google Shape;15120;p50"/>
              <p:cNvSpPr/>
              <p:nvPr/>
            </p:nvSpPr>
            <p:spPr>
              <a:xfrm>
                <a:off x="4273894" y="4797772"/>
                <a:ext cx="35236" cy="26711"/>
              </a:xfrm>
              <a:custGeom>
                <a:avLst/>
                <a:gdLst/>
                <a:ahLst/>
                <a:cxnLst/>
                <a:rect l="l" t="t" r="r" b="b"/>
                <a:pathLst>
                  <a:path w="372" h="282" extrusionOk="0">
                    <a:moveTo>
                      <a:pt x="61" y="0"/>
                    </a:moveTo>
                    <a:cubicBezTo>
                      <a:pt x="41" y="90"/>
                      <a:pt x="20" y="171"/>
                      <a:pt x="10" y="241"/>
                    </a:cubicBezTo>
                    <a:lnTo>
                      <a:pt x="0" y="271"/>
                    </a:lnTo>
                    <a:cubicBezTo>
                      <a:pt x="41" y="271"/>
                      <a:pt x="81" y="281"/>
                      <a:pt x="111" y="281"/>
                    </a:cubicBezTo>
                    <a:lnTo>
                      <a:pt x="181" y="281"/>
                    </a:lnTo>
                    <a:cubicBezTo>
                      <a:pt x="261" y="281"/>
                      <a:pt x="331" y="261"/>
                      <a:pt x="351" y="241"/>
                    </a:cubicBezTo>
                    <a:cubicBezTo>
                      <a:pt x="362" y="231"/>
                      <a:pt x="372" y="201"/>
                      <a:pt x="362" y="161"/>
                    </a:cubicBezTo>
                    <a:lnTo>
                      <a:pt x="362" y="151"/>
                    </a:lnTo>
                    <a:cubicBezTo>
                      <a:pt x="362" y="121"/>
                      <a:pt x="362" y="60"/>
                      <a:pt x="3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21" name="Google Shape;15121;p50"/>
              <p:cNvSpPr/>
              <p:nvPr/>
            </p:nvSpPr>
            <p:spPr>
              <a:xfrm>
                <a:off x="4345124" y="4417655"/>
                <a:ext cx="95099" cy="421030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4445" extrusionOk="0">
                    <a:moveTo>
                      <a:pt x="512" y="1"/>
                    </a:moveTo>
                    <a:cubicBezTo>
                      <a:pt x="512" y="1"/>
                      <a:pt x="512" y="2"/>
                      <a:pt x="511" y="2"/>
                    </a:cubicBezTo>
                    <a:lnTo>
                      <a:pt x="511" y="2"/>
                    </a:lnTo>
                    <a:cubicBezTo>
                      <a:pt x="512" y="2"/>
                      <a:pt x="512" y="1"/>
                      <a:pt x="512" y="1"/>
                    </a:cubicBezTo>
                    <a:close/>
                    <a:moveTo>
                      <a:pt x="511" y="2"/>
                    </a:moveTo>
                    <a:cubicBezTo>
                      <a:pt x="261" y="293"/>
                      <a:pt x="171" y="693"/>
                      <a:pt x="101" y="1074"/>
                    </a:cubicBezTo>
                    <a:cubicBezTo>
                      <a:pt x="51" y="1305"/>
                      <a:pt x="1" y="1546"/>
                      <a:pt x="21" y="1786"/>
                    </a:cubicBezTo>
                    <a:cubicBezTo>
                      <a:pt x="21" y="1907"/>
                      <a:pt x="41" y="2027"/>
                      <a:pt x="51" y="2148"/>
                    </a:cubicBezTo>
                    <a:cubicBezTo>
                      <a:pt x="61" y="2288"/>
                      <a:pt x="61" y="2418"/>
                      <a:pt x="71" y="2559"/>
                    </a:cubicBezTo>
                    <a:cubicBezTo>
                      <a:pt x="101" y="2739"/>
                      <a:pt x="161" y="2910"/>
                      <a:pt x="201" y="3080"/>
                    </a:cubicBezTo>
                    <a:cubicBezTo>
                      <a:pt x="312" y="3512"/>
                      <a:pt x="282" y="3983"/>
                      <a:pt x="502" y="4364"/>
                    </a:cubicBezTo>
                    <a:cubicBezTo>
                      <a:pt x="512" y="4394"/>
                      <a:pt x="532" y="4414"/>
                      <a:pt x="542" y="4445"/>
                    </a:cubicBezTo>
                    <a:cubicBezTo>
                      <a:pt x="663" y="4434"/>
                      <a:pt x="753" y="4414"/>
                      <a:pt x="763" y="4374"/>
                    </a:cubicBezTo>
                    <a:cubicBezTo>
                      <a:pt x="773" y="4284"/>
                      <a:pt x="663" y="4164"/>
                      <a:pt x="603" y="4023"/>
                    </a:cubicBezTo>
                    <a:cubicBezTo>
                      <a:pt x="532" y="3883"/>
                      <a:pt x="181" y="3040"/>
                      <a:pt x="241" y="2549"/>
                    </a:cubicBezTo>
                    <a:cubicBezTo>
                      <a:pt x="292" y="2057"/>
                      <a:pt x="312" y="1465"/>
                      <a:pt x="382" y="1235"/>
                    </a:cubicBezTo>
                    <a:cubicBezTo>
                      <a:pt x="442" y="1004"/>
                      <a:pt x="924" y="472"/>
                      <a:pt x="1004" y="472"/>
                    </a:cubicBezTo>
                    <a:lnTo>
                      <a:pt x="984" y="442"/>
                    </a:lnTo>
                    <a:cubicBezTo>
                      <a:pt x="954" y="393"/>
                      <a:pt x="479" y="46"/>
                      <a:pt x="511" y="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22" name="Google Shape;15122;p50"/>
              <p:cNvSpPr/>
              <p:nvPr/>
            </p:nvSpPr>
            <p:spPr>
              <a:xfrm>
                <a:off x="4355638" y="4818611"/>
                <a:ext cx="60810" cy="20081"/>
              </a:xfrm>
              <a:custGeom>
                <a:avLst/>
                <a:gdLst/>
                <a:ahLst/>
                <a:cxnLst/>
                <a:rect l="l" t="t" r="r" b="b"/>
                <a:pathLst>
                  <a:path w="642" h="212" extrusionOk="0">
                    <a:moveTo>
                      <a:pt x="291" y="212"/>
                    </a:moveTo>
                    <a:cubicBezTo>
                      <a:pt x="171" y="212"/>
                      <a:pt x="70" y="201"/>
                      <a:pt x="50" y="191"/>
                    </a:cubicBezTo>
                    <a:cubicBezTo>
                      <a:pt x="50" y="191"/>
                      <a:pt x="50" y="191"/>
                      <a:pt x="50" y="191"/>
                    </a:cubicBezTo>
                    <a:cubicBezTo>
                      <a:pt x="50" y="191"/>
                      <a:pt x="50" y="191"/>
                      <a:pt x="50" y="191"/>
                    </a:cubicBezTo>
                    <a:cubicBezTo>
                      <a:pt x="70" y="201"/>
                      <a:pt x="171" y="212"/>
                      <a:pt x="291" y="212"/>
                    </a:cubicBezTo>
                    <a:cubicBezTo>
                      <a:pt x="431" y="212"/>
                      <a:pt x="602" y="201"/>
                      <a:pt x="642" y="151"/>
                    </a:cubicBezTo>
                    <a:lnTo>
                      <a:pt x="642" y="151"/>
                    </a:lnTo>
                    <a:cubicBezTo>
                      <a:pt x="602" y="201"/>
                      <a:pt x="431" y="212"/>
                      <a:pt x="291" y="212"/>
                    </a:cubicBezTo>
                    <a:close/>
                    <a:moveTo>
                      <a:pt x="50" y="191"/>
                    </a:moveTo>
                    <a:cubicBezTo>
                      <a:pt x="50" y="191"/>
                      <a:pt x="50" y="191"/>
                      <a:pt x="50" y="191"/>
                    </a:cubicBezTo>
                    <a:cubicBezTo>
                      <a:pt x="50" y="191"/>
                      <a:pt x="50" y="191"/>
                      <a:pt x="50" y="191"/>
                    </a:cubicBezTo>
                    <a:close/>
                    <a:moveTo>
                      <a:pt x="40" y="191"/>
                    </a:moveTo>
                    <a:cubicBezTo>
                      <a:pt x="40" y="191"/>
                      <a:pt x="40" y="191"/>
                      <a:pt x="40" y="191"/>
                    </a:cubicBezTo>
                    <a:cubicBezTo>
                      <a:pt x="40" y="191"/>
                      <a:pt x="40" y="191"/>
                      <a:pt x="40" y="191"/>
                    </a:cubicBezTo>
                    <a:close/>
                    <a:moveTo>
                      <a:pt x="40" y="191"/>
                    </a:moveTo>
                    <a:cubicBezTo>
                      <a:pt x="40" y="191"/>
                      <a:pt x="40" y="191"/>
                      <a:pt x="40" y="191"/>
                    </a:cubicBezTo>
                    <a:cubicBezTo>
                      <a:pt x="40" y="191"/>
                      <a:pt x="40" y="191"/>
                      <a:pt x="40" y="191"/>
                    </a:cubicBezTo>
                    <a:close/>
                    <a:moveTo>
                      <a:pt x="40" y="191"/>
                    </a:moveTo>
                    <a:cubicBezTo>
                      <a:pt x="40" y="191"/>
                      <a:pt x="40" y="191"/>
                      <a:pt x="40" y="191"/>
                    </a:cubicBezTo>
                    <a:cubicBezTo>
                      <a:pt x="40" y="191"/>
                      <a:pt x="40" y="191"/>
                      <a:pt x="40" y="191"/>
                    </a:cubicBezTo>
                    <a:close/>
                    <a:moveTo>
                      <a:pt x="40" y="191"/>
                    </a:moveTo>
                    <a:cubicBezTo>
                      <a:pt x="40" y="191"/>
                      <a:pt x="40" y="191"/>
                      <a:pt x="40" y="191"/>
                    </a:cubicBezTo>
                    <a:cubicBezTo>
                      <a:pt x="40" y="191"/>
                      <a:pt x="40" y="191"/>
                      <a:pt x="40" y="191"/>
                    </a:cubicBezTo>
                    <a:close/>
                    <a:moveTo>
                      <a:pt x="40" y="191"/>
                    </a:moveTo>
                    <a:lnTo>
                      <a:pt x="40" y="191"/>
                    </a:lnTo>
                    <a:lnTo>
                      <a:pt x="40" y="191"/>
                    </a:lnTo>
                    <a:close/>
                    <a:moveTo>
                      <a:pt x="40" y="191"/>
                    </a:moveTo>
                    <a:cubicBezTo>
                      <a:pt x="40" y="191"/>
                      <a:pt x="40" y="191"/>
                      <a:pt x="40" y="191"/>
                    </a:cubicBezTo>
                    <a:cubicBezTo>
                      <a:pt x="40" y="191"/>
                      <a:pt x="40" y="191"/>
                      <a:pt x="40" y="191"/>
                    </a:cubicBezTo>
                    <a:close/>
                    <a:moveTo>
                      <a:pt x="40" y="191"/>
                    </a:moveTo>
                    <a:cubicBezTo>
                      <a:pt x="40" y="191"/>
                      <a:pt x="40" y="191"/>
                      <a:pt x="40" y="191"/>
                    </a:cubicBezTo>
                    <a:cubicBezTo>
                      <a:pt x="40" y="191"/>
                      <a:pt x="40" y="191"/>
                      <a:pt x="40" y="191"/>
                    </a:cubicBezTo>
                    <a:close/>
                    <a:moveTo>
                      <a:pt x="40" y="181"/>
                    </a:moveTo>
                    <a:cubicBezTo>
                      <a:pt x="40" y="181"/>
                      <a:pt x="40" y="181"/>
                      <a:pt x="40" y="181"/>
                    </a:cubicBezTo>
                    <a:cubicBezTo>
                      <a:pt x="40" y="181"/>
                      <a:pt x="40" y="181"/>
                      <a:pt x="40" y="181"/>
                    </a:cubicBezTo>
                    <a:close/>
                    <a:moveTo>
                      <a:pt x="40" y="181"/>
                    </a:moveTo>
                    <a:lnTo>
                      <a:pt x="40" y="181"/>
                    </a:lnTo>
                    <a:lnTo>
                      <a:pt x="40" y="181"/>
                    </a:lnTo>
                    <a:close/>
                    <a:moveTo>
                      <a:pt x="30" y="181"/>
                    </a:moveTo>
                    <a:cubicBezTo>
                      <a:pt x="30" y="181"/>
                      <a:pt x="30" y="181"/>
                      <a:pt x="30" y="181"/>
                    </a:cubicBezTo>
                    <a:cubicBezTo>
                      <a:pt x="30" y="181"/>
                      <a:pt x="30" y="181"/>
                      <a:pt x="30" y="181"/>
                    </a:cubicBezTo>
                    <a:close/>
                    <a:moveTo>
                      <a:pt x="10" y="31"/>
                    </a:moveTo>
                    <a:cubicBezTo>
                      <a:pt x="0" y="21"/>
                      <a:pt x="0" y="11"/>
                      <a:pt x="0" y="1"/>
                    </a:cubicBezTo>
                    <a:lnTo>
                      <a:pt x="0" y="1"/>
                    </a:lnTo>
                    <a:cubicBezTo>
                      <a:pt x="0" y="11"/>
                      <a:pt x="0" y="21"/>
                      <a:pt x="10" y="31"/>
                    </a:cubicBez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23" name="Google Shape;15123;p50"/>
              <p:cNvSpPr/>
              <p:nvPr/>
            </p:nvSpPr>
            <p:spPr>
              <a:xfrm>
                <a:off x="4356585" y="4812928"/>
                <a:ext cx="59863" cy="25764"/>
              </a:xfrm>
              <a:custGeom>
                <a:avLst/>
                <a:gdLst/>
                <a:ahLst/>
                <a:cxnLst/>
                <a:rect l="l" t="t" r="r" b="b"/>
                <a:pathLst>
                  <a:path w="632" h="272" extrusionOk="0">
                    <a:moveTo>
                      <a:pt x="632" y="211"/>
                    </a:moveTo>
                    <a:cubicBezTo>
                      <a:pt x="615" y="229"/>
                      <a:pt x="581" y="243"/>
                      <a:pt x="536" y="253"/>
                    </a:cubicBezTo>
                    <a:lnTo>
                      <a:pt x="536" y="253"/>
                    </a:lnTo>
                    <a:cubicBezTo>
                      <a:pt x="581" y="244"/>
                      <a:pt x="616" y="231"/>
                      <a:pt x="632" y="211"/>
                    </a:cubicBezTo>
                    <a:close/>
                    <a:moveTo>
                      <a:pt x="291" y="1"/>
                    </a:moveTo>
                    <a:cubicBezTo>
                      <a:pt x="211" y="21"/>
                      <a:pt x="130" y="41"/>
                      <a:pt x="50" y="51"/>
                    </a:cubicBezTo>
                    <a:cubicBezTo>
                      <a:pt x="50" y="51"/>
                      <a:pt x="50" y="51"/>
                      <a:pt x="50" y="61"/>
                    </a:cubicBezTo>
                    <a:cubicBezTo>
                      <a:pt x="50" y="91"/>
                      <a:pt x="30" y="121"/>
                      <a:pt x="0" y="141"/>
                    </a:cubicBezTo>
                    <a:cubicBezTo>
                      <a:pt x="10" y="191"/>
                      <a:pt x="10" y="221"/>
                      <a:pt x="20" y="241"/>
                    </a:cubicBezTo>
                    <a:lnTo>
                      <a:pt x="30" y="241"/>
                    </a:lnTo>
                    <a:lnTo>
                      <a:pt x="30" y="251"/>
                    </a:lnTo>
                    <a:lnTo>
                      <a:pt x="40" y="251"/>
                    </a:lnTo>
                    <a:cubicBezTo>
                      <a:pt x="60" y="261"/>
                      <a:pt x="161" y="272"/>
                      <a:pt x="281" y="272"/>
                    </a:cubicBezTo>
                    <a:cubicBezTo>
                      <a:pt x="326" y="272"/>
                      <a:pt x="374" y="270"/>
                      <a:pt x="420" y="267"/>
                    </a:cubicBezTo>
                    <a:lnTo>
                      <a:pt x="420" y="267"/>
                    </a:lnTo>
                    <a:cubicBezTo>
                      <a:pt x="420" y="269"/>
                      <a:pt x="421" y="270"/>
                      <a:pt x="421" y="272"/>
                    </a:cubicBezTo>
                    <a:cubicBezTo>
                      <a:pt x="464" y="267"/>
                      <a:pt x="503" y="261"/>
                      <a:pt x="536" y="253"/>
                    </a:cubicBezTo>
                    <a:lnTo>
                      <a:pt x="536" y="253"/>
                    </a:lnTo>
                    <a:cubicBezTo>
                      <a:pt x="502" y="260"/>
                      <a:pt x="462" y="265"/>
                      <a:pt x="420" y="267"/>
                    </a:cubicBezTo>
                    <a:lnTo>
                      <a:pt x="420" y="267"/>
                    </a:lnTo>
                    <a:cubicBezTo>
                      <a:pt x="409" y="240"/>
                      <a:pt x="391" y="220"/>
                      <a:pt x="381" y="191"/>
                    </a:cubicBezTo>
                    <a:cubicBezTo>
                      <a:pt x="341" y="131"/>
                      <a:pt x="311" y="61"/>
                      <a:pt x="2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24" name="Google Shape;15124;p50"/>
              <p:cNvSpPr/>
              <p:nvPr/>
            </p:nvSpPr>
            <p:spPr>
              <a:xfrm>
                <a:off x="4416354" y="4832914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391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25" name="Google Shape;15125;p50"/>
              <p:cNvSpPr/>
              <p:nvPr/>
            </p:nvSpPr>
            <p:spPr>
              <a:xfrm>
                <a:off x="4416354" y="4832914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391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26" name="Google Shape;15126;p50"/>
              <p:cNvSpPr/>
              <p:nvPr/>
            </p:nvSpPr>
            <p:spPr>
              <a:xfrm>
                <a:off x="4416354" y="4832914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391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27" name="Google Shape;15127;p50"/>
              <p:cNvSpPr/>
              <p:nvPr/>
            </p:nvSpPr>
            <p:spPr>
              <a:xfrm>
                <a:off x="4416354" y="4832914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391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28" name="Google Shape;15128;p50"/>
              <p:cNvSpPr/>
              <p:nvPr/>
            </p:nvSpPr>
            <p:spPr>
              <a:xfrm>
                <a:off x="4416354" y="4832914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391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29" name="Google Shape;15129;p50"/>
              <p:cNvSpPr/>
              <p:nvPr/>
            </p:nvSpPr>
            <p:spPr>
              <a:xfrm>
                <a:off x="4416354" y="4831967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391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30" name="Google Shape;15130;p50"/>
              <p:cNvSpPr/>
              <p:nvPr/>
            </p:nvSpPr>
            <p:spPr>
              <a:xfrm>
                <a:off x="4417396" y="4830072"/>
                <a:ext cx="95" cy="1989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20"/>
                    </a:moveTo>
                    <a:lnTo>
                      <a:pt x="0" y="20"/>
                    </a:ln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lnTo>
                      <a:pt x="0" y="20"/>
                    </a:lnTo>
                    <a:close/>
                    <a:moveTo>
                      <a:pt x="0" y="2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lose/>
                    <a:moveTo>
                      <a:pt x="0" y="20"/>
                    </a:moveTo>
                    <a:lnTo>
                      <a:pt x="0" y="10"/>
                    </a:lnTo>
                    <a:lnTo>
                      <a:pt x="0" y="20"/>
                    </a:lnTo>
                    <a:close/>
                    <a:moveTo>
                      <a:pt x="0" y="10"/>
                    </a:moveTo>
                    <a:lnTo>
                      <a:pt x="0" y="10"/>
                    </a:lnTo>
                    <a:lnTo>
                      <a:pt x="0" y="10"/>
                    </a:lnTo>
                    <a:close/>
                    <a:moveTo>
                      <a:pt x="0" y="10"/>
                    </a:moveTo>
                    <a:lnTo>
                      <a:pt x="0" y="10"/>
                    </a:lnTo>
                    <a:lnTo>
                      <a:pt x="0" y="10"/>
                    </a:lnTo>
                    <a:close/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lnTo>
                      <a:pt x="0" y="1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31" name="Google Shape;15131;p50"/>
              <p:cNvSpPr/>
              <p:nvPr/>
            </p:nvSpPr>
            <p:spPr>
              <a:xfrm>
                <a:off x="4417396" y="4830072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32" name="Google Shape;15132;p50"/>
              <p:cNvSpPr/>
              <p:nvPr/>
            </p:nvSpPr>
            <p:spPr>
              <a:xfrm>
                <a:off x="4417396" y="4830072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33" name="Google Shape;15133;p50"/>
              <p:cNvSpPr/>
              <p:nvPr/>
            </p:nvSpPr>
            <p:spPr>
              <a:xfrm>
                <a:off x="4417396" y="4829125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34" name="Google Shape;15134;p50"/>
              <p:cNvSpPr/>
              <p:nvPr/>
            </p:nvSpPr>
            <p:spPr>
              <a:xfrm>
                <a:off x="4417396" y="4829125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35" name="Google Shape;15135;p50"/>
              <p:cNvSpPr/>
              <p:nvPr/>
            </p:nvSpPr>
            <p:spPr>
              <a:xfrm>
                <a:off x="4417396" y="4829125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36" name="Google Shape;15136;p50"/>
              <p:cNvSpPr/>
              <p:nvPr/>
            </p:nvSpPr>
            <p:spPr>
              <a:xfrm>
                <a:off x="4416354" y="4828178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37" name="Google Shape;15137;p50"/>
              <p:cNvSpPr/>
              <p:nvPr/>
            </p:nvSpPr>
            <p:spPr>
              <a:xfrm>
                <a:off x="4414460" y="4822400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38" name="Google Shape;15138;p50"/>
              <p:cNvSpPr/>
              <p:nvPr/>
            </p:nvSpPr>
            <p:spPr>
              <a:xfrm>
                <a:off x="4414460" y="4822400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39" name="Google Shape;15139;p50"/>
              <p:cNvSpPr/>
              <p:nvPr/>
            </p:nvSpPr>
            <p:spPr>
              <a:xfrm>
                <a:off x="4414460" y="4821452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40" name="Google Shape;15140;p50"/>
              <p:cNvSpPr/>
              <p:nvPr/>
            </p:nvSpPr>
            <p:spPr>
              <a:xfrm>
                <a:off x="4414460" y="4821452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41" name="Google Shape;15141;p50"/>
              <p:cNvSpPr/>
              <p:nvPr/>
            </p:nvSpPr>
            <p:spPr>
              <a:xfrm>
                <a:off x="4414460" y="4820505"/>
                <a:ext cx="95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11"/>
                    </a:moveTo>
                    <a:cubicBezTo>
                      <a:pt x="1" y="11"/>
                      <a:pt x="1" y="11"/>
                      <a:pt x="1" y="1"/>
                    </a:cubicBezTo>
                    <a:cubicBezTo>
                      <a:pt x="1" y="11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42" name="Google Shape;15142;p50"/>
              <p:cNvSpPr/>
              <p:nvPr/>
            </p:nvSpPr>
            <p:spPr>
              <a:xfrm>
                <a:off x="4405935" y="4806297"/>
                <a:ext cx="8620" cy="1430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51" extrusionOk="0">
                    <a:moveTo>
                      <a:pt x="91" y="151"/>
                    </a:moveTo>
                    <a:cubicBezTo>
                      <a:pt x="61" y="111"/>
                      <a:pt x="31" y="61"/>
                      <a:pt x="1" y="0"/>
                    </a:cubicBezTo>
                    <a:lnTo>
                      <a:pt x="1" y="0"/>
                    </a:lnTo>
                    <a:cubicBezTo>
                      <a:pt x="31" y="61"/>
                      <a:pt x="61" y="111"/>
                      <a:pt x="91" y="151"/>
                    </a:cubicBez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43" name="Google Shape;15143;p50"/>
              <p:cNvSpPr/>
              <p:nvPr/>
            </p:nvSpPr>
            <p:spPr>
              <a:xfrm>
                <a:off x="4384054" y="4806297"/>
                <a:ext cx="33436" cy="32394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42" extrusionOk="0">
                    <a:moveTo>
                      <a:pt x="232" y="0"/>
                    </a:moveTo>
                    <a:cubicBezTo>
                      <a:pt x="222" y="11"/>
                      <a:pt x="202" y="11"/>
                      <a:pt x="192" y="21"/>
                    </a:cubicBezTo>
                    <a:cubicBezTo>
                      <a:pt x="121" y="31"/>
                      <a:pt x="61" y="51"/>
                      <a:pt x="1" y="71"/>
                    </a:cubicBezTo>
                    <a:cubicBezTo>
                      <a:pt x="21" y="131"/>
                      <a:pt x="51" y="201"/>
                      <a:pt x="91" y="261"/>
                    </a:cubicBezTo>
                    <a:cubicBezTo>
                      <a:pt x="101" y="291"/>
                      <a:pt x="121" y="311"/>
                      <a:pt x="131" y="342"/>
                    </a:cubicBezTo>
                    <a:cubicBezTo>
                      <a:pt x="232" y="331"/>
                      <a:pt x="312" y="311"/>
                      <a:pt x="342" y="281"/>
                    </a:cubicBezTo>
                    <a:cubicBezTo>
                      <a:pt x="342" y="281"/>
                      <a:pt x="342" y="281"/>
                      <a:pt x="342" y="271"/>
                    </a:cubicBezTo>
                    <a:lnTo>
                      <a:pt x="352" y="271"/>
                    </a:lnTo>
                    <a:lnTo>
                      <a:pt x="352" y="261"/>
                    </a:lnTo>
                    <a:lnTo>
                      <a:pt x="352" y="251"/>
                    </a:lnTo>
                    <a:cubicBezTo>
                      <a:pt x="352" y="251"/>
                      <a:pt x="352" y="241"/>
                      <a:pt x="352" y="241"/>
                    </a:cubicBezTo>
                    <a:cubicBezTo>
                      <a:pt x="352" y="241"/>
                      <a:pt x="342" y="231"/>
                      <a:pt x="342" y="231"/>
                    </a:cubicBezTo>
                    <a:cubicBezTo>
                      <a:pt x="342" y="211"/>
                      <a:pt x="332" y="191"/>
                      <a:pt x="322" y="171"/>
                    </a:cubicBezTo>
                    <a:cubicBezTo>
                      <a:pt x="322" y="161"/>
                      <a:pt x="322" y="161"/>
                      <a:pt x="322" y="161"/>
                    </a:cubicBezTo>
                    <a:cubicBezTo>
                      <a:pt x="322" y="161"/>
                      <a:pt x="322" y="161"/>
                      <a:pt x="322" y="151"/>
                    </a:cubicBezTo>
                    <a:cubicBezTo>
                      <a:pt x="292" y="111"/>
                      <a:pt x="262" y="61"/>
                      <a:pt x="23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44" name="Google Shape;15144;p50"/>
              <p:cNvSpPr/>
              <p:nvPr/>
            </p:nvSpPr>
            <p:spPr>
              <a:xfrm>
                <a:off x="4622563" y="4177346"/>
                <a:ext cx="250913" cy="431450"/>
              </a:xfrm>
              <a:custGeom>
                <a:avLst/>
                <a:gdLst/>
                <a:ahLst/>
                <a:cxnLst/>
                <a:rect l="l" t="t" r="r" b="b"/>
                <a:pathLst>
                  <a:path w="2649" h="4555" extrusionOk="0">
                    <a:moveTo>
                      <a:pt x="31" y="0"/>
                    </a:moveTo>
                    <a:cubicBezTo>
                      <a:pt x="101" y="211"/>
                      <a:pt x="612" y="341"/>
                      <a:pt x="653" y="572"/>
                    </a:cubicBezTo>
                    <a:cubicBezTo>
                      <a:pt x="673" y="733"/>
                      <a:pt x="532" y="853"/>
                      <a:pt x="402" y="933"/>
                    </a:cubicBezTo>
                    <a:cubicBezTo>
                      <a:pt x="271" y="1023"/>
                      <a:pt x="121" y="1094"/>
                      <a:pt x="61" y="1234"/>
                    </a:cubicBezTo>
                    <a:cubicBezTo>
                      <a:pt x="1" y="1395"/>
                      <a:pt x="91" y="1575"/>
                      <a:pt x="211" y="1685"/>
                    </a:cubicBezTo>
                    <a:cubicBezTo>
                      <a:pt x="342" y="1796"/>
                      <a:pt x="502" y="1856"/>
                      <a:pt x="653" y="1916"/>
                    </a:cubicBezTo>
                    <a:cubicBezTo>
                      <a:pt x="813" y="1986"/>
                      <a:pt x="964" y="2077"/>
                      <a:pt x="1044" y="2227"/>
                    </a:cubicBezTo>
                    <a:cubicBezTo>
                      <a:pt x="1124" y="2367"/>
                      <a:pt x="1124" y="2538"/>
                      <a:pt x="1234" y="2658"/>
                    </a:cubicBezTo>
                    <a:cubicBezTo>
                      <a:pt x="1315" y="2739"/>
                      <a:pt x="1425" y="2769"/>
                      <a:pt x="1525" y="2819"/>
                    </a:cubicBezTo>
                    <a:cubicBezTo>
                      <a:pt x="1626" y="2869"/>
                      <a:pt x="1716" y="2979"/>
                      <a:pt x="1686" y="3080"/>
                    </a:cubicBezTo>
                    <a:cubicBezTo>
                      <a:pt x="1666" y="3160"/>
                      <a:pt x="1595" y="3210"/>
                      <a:pt x="1555" y="3270"/>
                    </a:cubicBezTo>
                    <a:cubicBezTo>
                      <a:pt x="1455" y="3401"/>
                      <a:pt x="1465" y="3571"/>
                      <a:pt x="1475" y="3722"/>
                    </a:cubicBezTo>
                    <a:cubicBezTo>
                      <a:pt x="1495" y="3972"/>
                      <a:pt x="1505" y="4223"/>
                      <a:pt x="1525" y="4474"/>
                    </a:cubicBezTo>
                    <a:lnTo>
                      <a:pt x="1525" y="4504"/>
                    </a:lnTo>
                    <a:lnTo>
                      <a:pt x="2207" y="4554"/>
                    </a:lnTo>
                    <a:cubicBezTo>
                      <a:pt x="2207" y="4554"/>
                      <a:pt x="2388" y="3862"/>
                      <a:pt x="2458" y="3381"/>
                    </a:cubicBezTo>
                    <a:cubicBezTo>
                      <a:pt x="2518" y="2899"/>
                      <a:pt x="2649" y="2327"/>
                      <a:pt x="2649" y="2157"/>
                    </a:cubicBezTo>
                    <a:cubicBezTo>
                      <a:pt x="2649" y="1986"/>
                      <a:pt x="2207" y="733"/>
                      <a:pt x="2057" y="482"/>
                    </a:cubicBezTo>
                    <a:cubicBezTo>
                      <a:pt x="1896" y="241"/>
                      <a:pt x="943" y="201"/>
                      <a:pt x="683" y="70"/>
                    </a:cubicBezTo>
                    <a:cubicBezTo>
                      <a:pt x="592" y="20"/>
                      <a:pt x="332" y="10"/>
                      <a:pt x="31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45" name="Google Shape;15145;p50"/>
              <p:cNvSpPr/>
              <p:nvPr/>
            </p:nvSpPr>
            <p:spPr>
              <a:xfrm>
                <a:off x="4668218" y="4823442"/>
                <a:ext cx="59863" cy="25669"/>
              </a:xfrm>
              <a:custGeom>
                <a:avLst/>
                <a:gdLst/>
                <a:ahLst/>
                <a:cxnLst/>
                <a:rect l="l" t="t" r="r" b="b"/>
                <a:pathLst>
                  <a:path w="632" h="271" extrusionOk="0">
                    <a:moveTo>
                      <a:pt x="10" y="271"/>
                    </a:moveTo>
                    <a:lnTo>
                      <a:pt x="10" y="271"/>
                    </a:lnTo>
                    <a:lnTo>
                      <a:pt x="10" y="271"/>
                    </a:lnTo>
                    <a:close/>
                    <a:moveTo>
                      <a:pt x="10" y="271"/>
                    </a:moveTo>
                    <a:lnTo>
                      <a:pt x="10" y="271"/>
                    </a:lnTo>
                    <a:lnTo>
                      <a:pt x="10" y="271"/>
                    </a:lnTo>
                    <a:close/>
                    <a:moveTo>
                      <a:pt x="0" y="271"/>
                    </a:moveTo>
                    <a:lnTo>
                      <a:pt x="0" y="271"/>
                    </a:lnTo>
                    <a:lnTo>
                      <a:pt x="0" y="271"/>
                    </a:lnTo>
                    <a:close/>
                    <a:moveTo>
                      <a:pt x="0" y="261"/>
                    </a:moveTo>
                    <a:lnTo>
                      <a:pt x="0" y="261"/>
                    </a:lnTo>
                    <a:lnTo>
                      <a:pt x="0" y="261"/>
                    </a:lnTo>
                    <a:close/>
                    <a:moveTo>
                      <a:pt x="0" y="261"/>
                    </a:moveTo>
                    <a:lnTo>
                      <a:pt x="0" y="261"/>
                    </a:lnTo>
                    <a:lnTo>
                      <a:pt x="0" y="261"/>
                    </a:lnTo>
                    <a:close/>
                    <a:moveTo>
                      <a:pt x="632" y="261"/>
                    </a:moveTo>
                    <a:lnTo>
                      <a:pt x="632" y="261"/>
                    </a:lnTo>
                    <a:lnTo>
                      <a:pt x="632" y="261"/>
                    </a:lnTo>
                    <a:close/>
                    <a:moveTo>
                      <a:pt x="632" y="261"/>
                    </a:moveTo>
                    <a:lnTo>
                      <a:pt x="632" y="261"/>
                    </a:lnTo>
                    <a:lnTo>
                      <a:pt x="632" y="261"/>
                    </a:lnTo>
                    <a:close/>
                    <a:moveTo>
                      <a:pt x="0" y="261"/>
                    </a:moveTo>
                    <a:cubicBezTo>
                      <a:pt x="0" y="261"/>
                      <a:pt x="0" y="261"/>
                      <a:pt x="0" y="261"/>
                    </a:cubicBezTo>
                    <a:cubicBezTo>
                      <a:pt x="0" y="261"/>
                      <a:pt x="0" y="261"/>
                      <a:pt x="0" y="261"/>
                    </a:cubicBezTo>
                    <a:close/>
                    <a:moveTo>
                      <a:pt x="632" y="261"/>
                    </a:moveTo>
                    <a:lnTo>
                      <a:pt x="632" y="261"/>
                    </a:lnTo>
                    <a:lnTo>
                      <a:pt x="632" y="261"/>
                    </a:lnTo>
                    <a:close/>
                    <a:moveTo>
                      <a:pt x="632" y="261"/>
                    </a:moveTo>
                    <a:lnTo>
                      <a:pt x="632" y="261"/>
                    </a:lnTo>
                    <a:lnTo>
                      <a:pt x="632" y="261"/>
                    </a:lnTo>
                    <a:close/>
                    <a:moveTo>
                      <a:pt x="0" y="261"/>
                    </a:moveTo>
                    <a:cubicBezTo>
                      <a:pt x="0" y="261"/>
                      <a:pt x="0" y="261"/>
                      <a:pt x="0" y="261"/>
                    </a:cubicBezTo>
                    <a:cubicBezTo>
                      <a:pt x="0" y="261"/>
                      <a:pt x="0" y="261"/>
                      <a:pt x="0" y="261"/>
                    </a:cubicBezTo>
                    <a:close/>
                    <a:moveTo>
                      <a:pt x="632" y="261"/>
                    </a:moveTo>
                    <a:lnTo>
                      <a:pt x="632" y="261"/>
                    </a:lnTo>
                    <a:lnTo>
                      <a:pt x="632" y="261"/>
                    </a:lnTo>
                    <a:close/>
                    <a:moveTo>
                      <a:pt x="632" y="261"/>
                    </a:moveTo>
                    <a:cubicBezTo>
                      <a:pt x="632" y="251"/>
                      <a:pt x="632" y="251"/>
                      <a:pt x="632" y="251"/>
                    </a:cubicBezTo>
                    <a:cubicBezTo>
                      <a:pt x="632" y="251"/>
                      <a:pt x="632" y="251"/>
                      <a:pt x="632" y="261"/>
                    </a:cubicBezTo>
                    <a:close/>
                    <a:moveTo>
                      <a:pt x="0" y="251"/>
                    </a:moveTo>
                    <a:lnTo>
                      <a:pt x="0" y="251"/>
                    </a:lnTo>
                    <a:lnTo>
                      <a:pt x="0" y="251"/>
                    </a:lnTo>
                    <a:close/>
                    <a:moveTo>
                      <a:pt x="0" y="251"/>
                    </a:moveTo>
                    <a:cubicBezTo>
                      <a:pt x="0" y="251"/>
                      <a:pt x="0" y="251"/>
                      <a:pt x="0" y="251"/>
                    </a:cubicBezTo>
                    <a:cubicBezTo>
                      <a:pt x="0" y="251"/>
                      <a:pt x="0" y="251"/>
                      <a:pt x="0" y="251"/>
                    </a:cubicBezTo>
                    <a:close/>
                    <a:moveTo>
                      <a:pt x="632" y="251"/>
                    </a:moveTo>
                    <a:lnTo>
                      <a:pt x="632" y="251"/>
                    </a:lnTo>
                    <a:lnTo>
                      <a:pt x="632" y="251"/>
                    </a:lnTo>
                    <a:close/>
                    <a:moveTo>
                      <a:pt x="632" y="251"/>
                    </a:moveTo>
                    <a:cubicBezTo>
                      <a:pt x="632" y="201"/>
                      <a:pt x="622" y="110"/>
                      <a:pt x="612" y="0"/>
                    </a:cubicBezTo>
                    <a:lnTo>
                      <a:pt x="612" y="0"/>
                    </a:lnTo>
                    <a:cubicBezTo>
                      <a:pt x="622" y="110"/>
                      <a:pt x="632" y="201"/>
                      <a:pt x="632" y="251"/>
                    </a:cubicBezTo>
                    <a:close/>
                    <a:moveTo>
                      <a:pt x="0" y="251"/>
                    </a:moveTo>
                    <a:lnTo>
                      <a:pt x="0" y="251"/>
                    </a:lnTo>
                    <a:lnTo>
                      <a:pt x="0" y="251"/>
                    </a:lnTo>
                    <a:close/>
                    <a:moveTo>
                      <a:pt x="0" y="251"/>
                    </a:moveTo>
                    <a:lnTo>
                      <a:pt x="0" y="251"/>
                    </a:lnTo>
                    <a:lnTo>
                      <a:pt x="0" y="251"/>
                    </a:lnTo>
                    <a:close/>
                    <a:moveTo>
                      <a:pt x="0" y="251"/>
                    </a:moveTo>
                    <a:lnTo>
                      <a:pt x="0" y="241"/>
                    </a:lnTo>
                    <a:lnTo>
                      <a:pt x="0" y="251"/>
                    </a:lnTo>
                    <a:close/>
                    <a:moveTo>
                      <a:pt x="0" y="241"/>
                    </a:moveTo>
                    <a:lnTo>
                      <a:pt x="0" y="241"/>
                    </a:lnTo>
                    <a:lnTo>
                      <a:pt x="0" y="241"/>
                    </a:lnTo>
                    <a:close/>
                    <a:moveTo>
                      <a:pt x="0" y="241"/>
                    </a:moveTo>
                    <a:cubicBezTo>
                      <a:pt x="0" y="201"/>
                      <a:pt x="10" y="130"/>
                      <a:pt x="30" y="40"/>
                    </a:cubicBezTo>
                    <a:cubicBezTo>
                      <a:pt x="10" y="130"/>
                      <a:pt x="0" y="201"/>
                      <a:pt x="0" y="241"/>
                    </a:cubicBez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46" name="Google Shape;15146;p50"/>
              <p:cNvSpPr/>
              <p:nvPr/>
            </p:nvSpPr>
            <p:spPr>
              <a:xfrm>
                <a:off x="4668218" y="4825336"/>
                <a:ext cx="26616" cy="29553"/>
              </a:xfrm>
              <a:custGeom>
                <a:avLst/>
                <a:gdLst/>
                <a:ahLst/>
                <a:cxnLst/>
                <a:rect l="l" t="t" r="r" b="b"/>
                <a:pathLst>
                  <a:path w="281" h="312" extrusionOk="0">
                    <a:moveTo>
                      <a:pt x="90" y="0"/>
                    </a:moveTo>
                    <a:cubicBezTo>
                      <a:pt x="70" y="0"/>
                      <a:pt x="50" y="10"/>
                      <a:pt x="30" y="10"/>
                    </a:cubicBezTo>
                    <a:cubicBezTo>
                      <a:pt x="30" y="10"/>
                      <a:pt x="30" y="20"/>
                      <a:pt x="30" y="20"/>
                    </a:cubicBezTo>
                    <a:cubicBezTo>
                      <a:pt x="10" y="110"/>
                      <a:pt x="0" y="181"/>
                      <a:pt x="0" y="221"/>
                    </a:cubicBezTo>
                    <a:lnTo>
                      <a:pt x="0" y="231"/>
                    </a:lnTo>
                    <a:cubicBezTo>
                      <a:pt x="0" y="241"/>
                      <a:pt x="0" y="241"/>
                      <a:pt x="0" y="241"/>
                    </a:cubicBezTo>
                    <a:cubicBezTo>
                      <a:pt x="0" y="241"/>
                      <a:pt x="0" y="241"/>
                      <a:pt x="0" y="251"/>
                    </a:cubicBezTo>
                    <a:lnTo>
                      <a:pt x="10" y="251"/>
                    </a:lnTo>
                    <a:cubicBezTo>
                      <a:pt x="20" y="291"/>
                      <a:pt x="151" y="311"/>
                      <a:pt x="281" y="311"/>
                    </a:cubicBezTo>
                    <a:cubicBezTo>
                      <a:pt x="261" y="211"/>
                      <a:pt x="261" y="100"/>
                      <a:pt x="2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47" name="Google Shape;15147;p50"/>
              <p:cNvSpPr/>
              <p:nvPr/>
            </p:nvSpPr>
            <p:spPr>
              <a:xfrm>
                <a:off x="4692846" y="4823442"/>
                <a:ext cx="35236" cy="31447"/>
              </a:xfrm>
              <a:custGeom>
                <a:avLst/>
                <a:gdLst/>
                <a:ahLst/>
                <a:cxnLst/>
                <a:rect l="l" t="t" r="r" b="b"/>
                <a:pathLst>
                  <a:path w="372" h="332" extrusionOk="0">
                    <a:moveTo>
                      <a:pt x="282" y="0"/>
                    </a:moveTo>
                    <a:cubicBezTo>
                      <a:pt x="191" y="0"/>
                      <a:pt x="101" y="10"/>
                      <a:pt x="11" y="20"/>
                    </a:cubicBezTo>
                    <a:cubicBezTo>
                      <a:pt x="1" y="120"/>
                      <a:pt x="1" y="231"/>
                      <a:pt x="21" y="331"/>
                    </a:cubicBezTo>
                    <a:lnTo>
                      <a:pt x="41" y="331"/>
                    </a:lnTo>
                    <a:cubicBezTo>
                      <a:pt x="201" y="331"/>
                      <a:pt x="372" y="311"/>
                      <a:pt x="372" y="261"/>
                    </a:cubicBezTo>
                    <a:cubicBezTo>
                      <a:pt x="372" y="251"/>
                      <a:pt x="372" y="251"/>
                      <a:pt x="372" y="251"/>
                    </a:cubicBezTo>
                    <a:cubicBezTo>
                      <a:pt x="372" y="201"/>
                      <a:pt x="362" y="110"/>
                      <a:pt x="3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48" name="Google Shape;15148;p50"/>
              <p:cNvSpPr/>
              <p:nvPr/>
            </p:nvSpPr>
            <p:spPr>
              <a:xfrm>
                <a:off x="4873384" y="4380618"/>
                <a:ext cx="95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11"/>
                    </a:moveTo>
                    <a:lnTo>
                      <a:pt x="1" y="1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49" name="Google Shape;15149;p50"/>
              <p:cNvSpPr/>
              <p:nvPr/>
            </p:nvSpPr>
            <p:spPr>
              <a:xfrm>
                <a:off x="4873384" y="4380618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50" name="Google Shape;15150;p50"/>
              <p:cNvSpPr/>
              <p:nvPr/>
            </p:nvSpPr>
            <p:spPr>
              <a:xfrm>
                <a:off x="4873384" y="4380618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51" name="Google Shape;15151;p50"/>
              <p:cNvSpPr/>
              <p:nvPr/>
            </p:nvSpPr>
            <p:spPr>
              <a:xfrm>
                <a:off x="4873384" y="4380618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52" name="Google Shape;15152;p50"/>
              <p:cNvSpPr/>
              <p:nvPr/>
            </p:nvSpPr>
            <p:spPr>
              <a:xfrm>
                <a:off x="4873384" y="4380618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53" name="Google Shape;15153;p50"/>
              <p:cNvSpPr/>
              <p:nvPr/>
            </p:nvSpPr>
            <p:spPr>
              <a:xfrm>
                <a:off x="4873384" y="4380618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54" name="Google Shape;15154;p50"/>
              <p:cNvSpPr/>
              <p:nvPr/>
            </p:nvSpPr>
            <p:spPr>
              <a:xfrm>
                <a:off x="4873384" y="4380618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55" name="Google Shape;15155;p50"/>
              <p:cNvSpPr/>
              <p:nvPr/>
            </p:nvSpPr>
            <p:spPr>
              <a:xfrm>
                <a:off x="4873384" y="4380618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56" name="Google Shape;15156;p50"/>
              <p:cNvSpPr/>
              <p:nvPr/>
            </p:nvSpPr>
            <p:spPr>
              <a:xfrm>
                <a:off x="4873384" y="4380618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57" name="Google Shape;15157;p50"/>
              <p:cNvSpPr/>
              <p:nvPr/>
            </p:nvSpPr>
            <p:spPr>
              <a:xfrm>
                <a:off x="4873384" y="437967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58" name="Google Shape;15158;p50"/>
              <p:cNvSpPr/>
              <p:nvPr/>
            </p:nvSpPr>
            <p:spPr>
              <a:xfrm>
                <a:off x="4873384" y="437967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59" name="Google Shape;15159;p50"/>
              <p:cNvSpPr/>
              <p:nvPr/>
            </p:nvSpPr>
            <p:spPr>
              <a:xfrm>
                <a:off x="4873384" y="437967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60" name="Google Shape;15160;p50"/>
              <p:cNvSpPr/>
              <p:nvPr/>
            </p:nvSpPr>
            <p:spPr>
              <a:xfrm>
                <a:off x="4873384" y="437967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61" name="Google Shape;15161;p50"/>
              <p:cNvSpPr/>
              <p:nvPr/>
            </p:nvSpPr>
            <p:spPr>
              <a:xfrm>
                <a:off x="4873384" y="437967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62" name="Google Shape;15162;p50"/>
              <p:cNvSpPr/>
              <p:nvPr/>
            </p:nvSpPr>
            <p:spPr>
              <a:xfrm>
                <a:off x="4873384" y="437967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63" name="Google Shape;15163;p50"/>
              <p:cNvSpPr/>
              <p:nvPr/>
            </p:nvSpPr>
            <p:spPr>
              <a:xfrm>
                <a:off x="4873384" y="437967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64" name="Google Shape;15164;p50"/>
              <p:cNvSpPr/>
              <p:nvPr/>
            </p:nvSpPr>
            <p:spPr>
              <a:xfrm>
                <a:off x="4873384" y="437967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65" name="Google Shape;15165;p50"/>
              <p:cNvSpPr/>
              <p:nvPr/>
            </p:nvSpPr>
            <p:spPr>
              <a:xfrm>
                <a:off x="4873384" y="4378724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66" name="Google Shape;15166;p50"/>
              <p:cNvSpPr/>
              <p:nvPr/>
            </p:nvSpPr>
            <p:spPr>
              <a:xfrm>
                <a:off x="4873384" y="4378724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67" name="Google Shape;15167;p50"/>
              <p:cNvSpPr/>
              <p:nvPr/>
            </p:nvSpPr>
            <p:spPr>
              <a:xfrm>
                <a:off x="4873384" y="4378724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68" name="Google Shape;15168;p50"/>
              <p:cNvSpPr/>
              <p:nvPr/>
            </p:nvSpPr>
            <p:spPr>
              <a:xfrm>
                <a:off x="4873384" y="4378724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69" name="Google Shape;15169;p50"/>
              <p:cNvSpPr/>
              <p:nvPr/>
            </p:nvSpPr>
            <p:spPr>
              <a:xfrm>
                <a:off x="4873384" y="4378724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70" name="Google Shape;15170;p50"/>
              <p:cNvSpPr/>
              <p:nvPr/>
            </p:nvSpPr>
            <p:spPr>
              <a:xfrm>
                <a:off x="4873384" y="4378724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71" name="Google Shape;15171;p50"/>
              <p:cNvSpPr/>
              <p:nvPr/>
            </p:nvSpPr>
            <p:spPr>
              <a:xfrm>
                <a:off x="4873384" y="4378724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72" name="Google Shape;15172;p50"/>
              <p:cNvSpPr/>
              <p:nvPr/>
            </p:nvSpPr>
            <p:spPr>
              <a:xfrm>
                <a:off x="4873384" y="4378724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73" name="Google Shape;15173;p50"/>
              <p:cNvSpPr/>
              <p:nvPr/>
            </p:nvSpPr>
            <p:spPr>
              <a:xfrm>
                <a:off x="4873384" y="4377777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74" name="Google Shape;15174;p50"/>
              <p:cNvSpPr/>
              <p:nvPr/>
            </p:nvSpPr>
            <p:spPr>
              <a:xfrm>
                <a:off x="4873384" y="4377777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75" name="Google Shape;15175;p50"/>
              <p:cNvSpPr/>
              <p:nvPr/>
            </p:nvSpPr>
            <p:spPr>
              <a:xfrm>
                <a:off x="4873384" y="4377777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76" name="Google Shape;15176;p50"/>
              <p:cNvSpPr/>
              <p:nvPr/>
            </p:nvSpPr>
            <p:spPr>
              <a:xfrm>
                <a:off x="4873384" y="4377777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77" name="Google Shape;15177;p50"/>
              <p:cNvSpPr/>
              <p:nvPr/>
            </p:nvSpPr>
            <p:spPr>
              <a:xfrm>
                <a:off x="4873384" y="4377777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78" name="Google Shape;15178;p50"/>
              <p:cNvSpPr/>
              <p:nvPr/>
            </p:nvSpPr>
            <p:spPr>
              <a:xfrm>
                <a:off x="4873384" y="4376830"/>
                <a:ext cx="95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11"/>
                    </a:moveTo>
                    <a:lnTo>
                      <a:pt x="1" y="1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79" name="Google Shape;15179;p50"/>
              <p:cNvSpPr/>
              <p:nvPr/>
            </p:nvSpPr>
            <p:spPr>
              <a:xfrm>
                <a:off x="4873384" y="4376830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80" name="Google Shape;15180;p50"/>
              <p:cNvSpPr/>
              <p:nvPr/>
            </p:nvSpPr>
            <p:spPr>
              <a:xfrm>
                <a:off x="4873384" y="4376830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81" name="Google Shape;15181;p50"/>
              <p:cNvSpPr/>
              <p:nvPr/>
            </p:nvSpPr>
            <p:spPr>
              <a:xfrm>
                <a:off x="4873384" y="4376830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82" name="Google Shape;15182;p50"/>
              <p:cNvSpPr/>
              <p:nvPr/>
            </p:nvSpPr>
            <p:spPr>
              <a:xfrm>
                <a:off x="4873384" y="4376830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83" name="Google Shape;15183;p50"/>
              <p:cNvSpPr/>
              <p:nvPr/>
            </p:nvSpPr>
            <p:spPr>
              <a:xfrm>
                <a:off x="4873384" y="4375882"/>
                <a:ext cx="95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lnTo>
                      <a:pt x="1" y="11"/>
                    </a:lnTo>
                    <a:lnTo>
                      <a:pt x="1" y="11"/>
                    </a:ln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84" name="Google Shape;15184;p50"/>
              <p:cNvSpPr/>
              <p:nvPr/>
            </p:nvSpPr>
            <p:spPr>
              <a:xfrm>
                <a:off x="4869596" y="4363569"/>
                <a:ext cx="1042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1" y="0"/>
                    </a:moveTo>
                    <a:cubicBezTo>
                      <a:pt x="11" y="0"/>
                      <a:pt x="11" y="10"/>
                      <a:pt x="11" y="10"/>
                    </a:cubicBezTo>
                    <a:cubicBezTo>
                      <a:pt x="11" y="0"/>
                      <a:pt x="11" y="0"/>
                      <a:pt x="1" y="0"/>
                    </a:cubicBezTo>
                    <a:close/>
                  </a:path>
                </a:pathLst>
              </a:custGeom>
              <a:solidFill>
                <a:srgbClr val="7D7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85" name="Google Shape;15185;p50"/>
              <p:cNvSpPr/>
              <p:nvPr/>
            </p:nvSpPr>
            <p:spPr>
              <a:xfrm>
                <a:off x="4786904" y="4246682"/>
                <a:ext cx="86574" cy="353495"/>
              </a:xfrm>
              <a:custGeom>
                <a:avLst/>
                <a:gdLst/>
                <a:ahLst/>
                <a:cxnLst/>
                <a:rect l="l" t="t" r="r" b="b"/>
                <a:pathLst>
                  <a:path w="914" h="3732" extrusionOk="0">
                    <a:moveTo>
                      <a:pt x="442" y="1"/>
                    </a:moveTo>
                    <a:cubicBezTo>
                      <a:pt x="543" y="261"/>
                      <a:pt x="252" y="1736"/>
                      <a:pt x="302" y="2207"/>
                    </a:cubicBezTo>
                    <a:cubicBezTo>
                      <a:pt x="352" y="2679"/>
                      <a:pt x="212" y="3220"/>
                      <a:pt x="1" y="3702"/>
                    </a:cubicBezTo>
                    <a:lnTo>
                      <a:pt x="11" y="3702"/>
                    </a:lnTo>
                    <a:cubicBezTo>
                      <a:pt x="51" y="3702"/>
                      <a:pt x="81" y="3692"/>
                      <a:pt x="121" y="3682"/>
                    </a:cubicBezTo>
                    <a:cubicBezTo>
                      <a:pt x="171" y="3682"/>
                      <a:pt x="212" y="3672"/>
                      <a:pt x="252" y="3672"/>
                    </a:cubicBezTo>
                    <a:cubicBezTo>
                      <a:pt x="322" y="3672"/>
                      <a:pt x="402" y="3692"/>
                      <a:pt x="492" y="3732"/>
                    </a:cubicBezTo>
                    <a:cubicBezTo>
                      <a:pt x="543" y="3531"/>
                      <a:pt x="673" y="3030"/>
                      <a:pt x="723" y="2649"/>
                    </a:cubicBezTo>
                    <a:cubicBezTo>
                      <a:pt x="783" y="2167"/>
                      <a:pt x="914" y="1595"/>
                      <a:pt x="914" y="1425"/>
                    </a:cubicBezTo>
                    <a:lnTo>
                      <a:pt x="914" y="1415"/>
                    </a:lnTo>
                    <a:cubicBezTo>
                      <a:pt x="914" y="1415"/>
                      <a:pt x="914" y="1405"/>
                      <a:pt x="914" y="1405"/>
                    </a:cubicBezTo>
                    <a:cubicBezTo>
                      <a:pt x="914" y="1395"/>
                      <a:pt x="914" y="1395"/>
                      <a:pt x="914" y="1395"/>
                    </a:cubicBezTo>
                    <a:cubicBezTo>
                      <a:pt x="914" y="1385"/>
                      <a:pt x="914" y="1385"/>
                      <a:pt x="914" y="1385"/>
                    </a:cubicBezTo>
                    <a:lnTo>
                      <a:pt x="914" y="1375"/>
                    </a:lnTo>
                    <a:cubicBezTo>
                      <a:pt x="914" y="1375"/>
                      <a:pt x="914" y="1375"/>
                      <a:pt x="914" y="1365"/>
                    </a:cubicBezTo>
                    <a:cubicBezTo>
                      <a:pt x="914" y="1365"/>
                      <a:pt x="914" y="1355"/>
                      <a:pt x="904" y="1355"/>
                    </a:cubicBezTo>
                    <a:cubicBezTo>
                      <a:pt x="904" y="1355"/>
                      <a:pt x="904" y="1355"/>
                      <a:pt x="904" y="1345"/>
                    </a:cubicBezTo>
                    <a:cubicBezTo>
                      <a:pt x="904" y="1345"/>
                      <a:pt x="904" y="1335"/>
                      <a:pt x="904" y="1335"/>
                    </a:cubicBezTo>
                    <a:cubicBezTo>
                      <a:pt x="904" y="1325"/>
                      <a:pt x="904" y="1325"/>
                      <a:pt x="904" y="1325"/>
                    </a:cubicBezTo>
                    <a:cubicBezTo>
                      <a:pt x="904" y="1325"/>
                      <a:pt x="904" y="1315"/>
                      <a:pt x="904" y="1315"/>
                    </a:cubicBezTo>
                    <a:lnTo>
                      <a:pt x="894" y="1315"/>
                    </a:lnTo>
                    <a:cubicBezTo>
                      <a:pt x="894" y="1304"/>
                      <a:pt x="894" y="1304"/>
                      <a:pt x="894" y="1304"/>
                    </a:cubicBezTo>
                    <a:lnTo>
                      <a:pt x="894" y="1294"/>
                    </a:lnTo>
                    <a:lnTo>
                      <a:pt x="894" y="1284"/>
                    </a:lnTo>
                    <a:cubicBezTo>
                      <a:pt x="894" y="1284"/>
                      <a:pt x="894" y="1274"/>
                      <a:pt x="884" y="1274"/>
                    </a:cubicBezTo>
                    <a:cubicBezTo>
                      <a:pt x="884" y="1274"/>
                      <a:pt x="884" y="1264"/>
                      <a:pt x="884" y="1264"/>
                    </a:cubicBezTo>
                    <a:cubicBezTo>
                      <a:pt x="884" y="1254"/>
                      <a:pt x="884" y="1254"/>
                      <a:pt x="884" y="1254"/>
                    </a:cubicBezTo>
                    <a:cubicBezTo>
                      <a:pt x="884" y="1254"/>
                      <a:pt x="884" y="1244"/>
                      <a:pt x="884" y="1244"/>
                    </a:cubicBezTo>
                    <a:cubicBezTo>
                      <a:pt x="884" y="1234"/>
                      <a:pt x="884" y="1234"/>
                      <a:pt x="874" y="1234"/>
                    </a:cubicBezTo>
                    <a:cubicBezTo>
                      <a:pt x="874" y="1234"/>
                      <a:pt x="874" y="1224"/>
                      <a:pt x="874" y="1224"/>
                    </a:cubicBezTo>
                    <a:cubicBezTo>
                      <a:pt x="874" y="1214"/>
                      <a:pt x="874" y="1204"/>
                      <a:pt x="864" y="1204"/>
                    </a:cubicBezTo>
                    <a:cubicBezTo>
                      <a:pt x="864" y="1204"/>
                      <a:pt x="864" y="1204"/>
                      <a:pt x="864" y="1194"/>
                    </a:cubicBezTo>
                    <a:lnTo>
                      <a:pt x="864" y="1184"/>
                    </a:lnTo>
                    <a:cubicBezTo>
                      <a:pt x="864" y="1174"/>
                      <a:pt x="864" y="1174"/>
                      <a:pt x="864" y="1174"/>
                    </a:cubicBezTo>
                    <a:cubicBezTo>
                      <a:pt x="864" y="1174"/>
                      <a:pt x="864" y="1174"/>
                      <a:pt x="864" y="1164"/>
                    </a:cubicBezTo>
                    <a:lnTo>
                      <a:pt x="853" y="1164"/>
                    </a:lnTo>
                    <a:cubicBezTo>
                      <a:pt x="853" y="1164"/>
                      <a:pt x="853" y="1164"/>
                      <a:pt x="853" y="1154"/>
                    </a:cubicBezTo>
                    <a:lnTo>
                      <a:pt x="853" y="1144"/>
                    </a:lnTo>
                    <a:cubicBezTo>
                      <a:pt x="853" y="1144"/>
                      <a:pt x="853" y="1144"/>
                      <a:pt x="853" y="1134"/>
                    </a:cubicBezTo>
                    <a:lnTo>
                      <a:pt x="843" y="1134"/>
                    </a:lnTo>
                    <a:cubicBezTo>
                      <a:pt x="843" y="1134"/>
                      <a:pt x="843" y="1124"/>
                      <a:pt x="843" y="1124"/>
                    </a:cubicBezTo>
                    <a:cubicBezTo>
                      <a:pt x="843" y="1124"/>
                      <a:pt x="843" y="1114"/>
                      <a:pt x="843" y="1114"/>
                    </a:cubicBezTo>
                    <a:cubicBezTo>
                      <a:pt x="843" y="1114"/>
                      <a:pt x="843" y="1104"/>
                      <a:pt x="843" y="1104"/>
                    </a:cubicBezTo>
                    <a:cubicBezTo>
                      <a:pt x="843" y="1104"/>
                      <a:pt x="833" y="1094"/>
                      <a:pt x="833" y="1094"/>
                    </a:cubicBezTo>
                    <a:cubicBezTo>
                      <a:pt x="733" y="773"/>
                      <a:pt x="563" y="301"/>
                      <a:pt x="442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86" name="Google Shape;15186;p50"/>
              <p:cNvSpPr/>
              <p:nvPr/>
            </p:nvSpPr>
            <p:spPr>
              <a:xfrm>
                <a:off x="4827823" y="4244788"/>
                <a:ext cx="95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3333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87" name="Google Shape;15187;p50"/>
              <p:cNvSpPr/>
              <p:nvPr/>
            </p:nvSpPr>
            <p:spPr>
              <a:xfrm>
                <a:off x="4755551" y="4597247"/>
                <a:ext cx="106181" cy="227233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2399" extrusionOk="0">
                    <a:moveTo>
                      <a:pt x="492" y="1"/>
                    </a:moveTo>
                    <a:cubicBezTo>
                      <a:pt x="492" y="1"/>
                      <a:pt x="1" y="302"/>
                      <a:pt x="202" y="653"/>
                    </a:cubicBezTo>
                    <a:cubicBezTo>
                      <a:pt x="412" y="1004"/>
                      <a:pt x="332" y="1275"/>
                      <a:pt x="382" y="1405"/>
                    </a:cubicBezTo>
                    <a:cubicBezTo>
                      <a:pt x="432" y="1535"/>
                      <a:pt x="553" y="1836"/>
                      <a:pt x="543" y="2027"/>
                    </a:cubicBezTo>
                    <a:cubicBezTo>
                      <a:pt x="522" y="2218"/>
                      <a:pt x="502" y="2328"/>
                      <a:pt x="533" y="2358"/>
                    </a:cubicBezTo>
                    <a:cubicBezTo>
                      <a:pt x="558" y="2387"/>
                      <a:pt x="640" y="2399"/>
                      <a:pt x="735" y="2399"/>
                    </a:cubicBezTo>
                    <a:cubicBezTo>
                      <a:pt x="907" y="2399"/>
                      <a:pt x="1121" y="2359"/>
                      <a:pt x="1114" y="2308"/>
                    </a:cubicBezTo>
                    <a:cubicBezTo>
                      <a:pt x="1104" y="2228"/>
                      <a:pt x="944" y="1856"/>
                      <a:pt x="934" y="1696"/>
                    </a:cubicBezTo>
                    <a:cubicBezTo>
                      <a:pt x="924" y="1545"/>
                      <a:pt x="904" y="1455"/>
                      <a:pt x="793" y="1235"/>
                    </a:cubicBezTo>
                    <a:cubicBezTo>
                      <a:pt x="683" y="1024"/>
                      <a:pt x="603" y="542"/>
                      <a:pt x="49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88" name="Google Shape;15188;p50"/>
              <p:cNvSpPr/>
              <p:nvPr/>
            </p:nvSpPr>
            <p:spPr>
              <a:xfrm>
                <a:off x="4817309" y="4793983"/>
                <a:ext cx="43855" cy="30500"/>
              </a:xfrm>
              <a:custGeom>
                <a:avLst/>
                <a:gdLst/>
                <a:ahLst/>
                <a:cxnLst/>
                <a:rect l="l" t="t" r="r" b="b"/>
                <a:pathLst>
                  <a:path w="463" h="322" extrusionOk="0">
                    <a:moveTo>
                      <a:pt x="81" y="321"/>
                    </a:moveTo>
                    <a:cubicBezTo>
                      <a:pt x="51" y="321"/>
                      <a:pt x="31" y="321"/>
                      <a:pt x="1" y="321"/>
                    </a:cubicBezTo>
                    <a:cubicBezTo>
                      <a:pt x="31" y="321"/>
                      <a:pt x="51" y="321"/>
                      <a:pt x="81" y="321"/>
                    </a:cubicBezTo>
                    <a:cubicBezTo>
                      <a:pt x="252" y="321"/>
                      <a:pt x="462" y="281"/>
                      <a:pt x="462" y="231"/>
                    </a:cubicBezTo>
                    <a:cubicBezTo>
                      <a:pt x="462" y="281"/>
                      <a:pt x="252" y="321"/>
                      <a:pt x="81" y="321"/>
                    </a:cubicBezTo>
                    <a:close/>
                    <a:moveTo>
                      <a:pt x="442" y="141"/>
                    </a:moveTo>
                    <a:cubicBezTo>
                      <a:pt x="422" y="100"/>
                      <a:pt x="412" y="50"/>
                      <a:pt x="392" y="0"/>
                    </a:cubicBezTo>
                    <a:lnTo>
                      <a:pt x="392" y="0"/>
                    </a:lnTo>
                    <a:cubicBezTo>
                      <a:pt x="412" y="50"/>
                      <a:pt x="422" y="100"/>
                      <a:pt x="442" y="141"/>
                    </a:cubicBezTo>
                    <a:close/>
                  </a:path>
                </a:pathLst>
              </a:custGeom>
              <a:solidFill>
                <a:srgbClr val="8692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89" name="Google Shape;15189;p50"/>
              <p:cNvSpPr/>
              <p:nvPr/>
            </p:nvSpPr>
            <p:spPr>
              <a:xfrm>
                <a:off x="4807837" y="4793983"/>
                <a:ext cx="53327" cy="305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22" extrusionOk="0">
                    <a:moveTo>
                      <a:pt x="482" y="0"/>
                    </a:moveTo>
                    <a:cubicBezTo>
                      <a:pt x="402" y="0"/>
                      <a:pt x="322" y="30"/>
                      <a:pt x="241" y="50"/>
                    </a:cubicBezTo>
                    <a:cubicBezTo>
                      <a:pt x="171" y="60"/>
                      <a:pt x="111" y="70"/>
                      <a:pt x="51" y="80"/>
                    </a:cubicBezTo>
                    <a:lnTo>
                      <a:pt x="31" y="80"/>
                    </a:lnTo>
                    <a:cubicBezTo>
                      <a:pt x="31" y="100"/>
                      <a:pt x="21" y="120"/>
                      <a:pt x="21" y="141"/>
                    </a:cubicBezTo>
                    <a:cubicBezTo>
                      <a:pt x="11" y="201"/>
                      <a:pt x="1" y="251"/>
                      <a:pt x="1" y="291"/>
                    </a:cubicBezTo>
                    <a:cubicBezTo>
                      <a:pt x="21" y="301"/>
                      <a:pt x="61" y="311"/>
                      <a:pt x="101" y="321"/>
                    </a:cubicBezTo>
                    <a:lnTo>
                      <a:pt x="181" y="321"/>
                    </a:lnTo>
                    <a:cubicBezTo>
                      <a:pt x="352" y="321"/>
                      <a:pt x="562" y="281"/>
                      <a:pt x="562" y="231"/>
                    </a:cubicBezTo>
                    <a:cubicBezTo>
                      <a:pt x="562" y="211"/>
                      <a:pt x="552" y="181"/>
                      <a:pt x="542" y="141"/>
                    </a:cubicBezTo>
                    <a:cubicBezTo>
                      <a:pt x="522" y="100"/>
                      <a:pt x="512" y="50"/>
                      <a:pt x="4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90" name="Google Shape;15190;p50"/>
              <p:cNvSpPr/>
              <p:nvPr/>
            </p:nvSpPr>
            <p:spPr>
              <a:xfrm>
                <a:off x="4624457" y="4590616"/>
                <a:ext cx="322237" cy="259059"/>
              </a:xfrm>
              <a:custGeom>
                <a:avLst/>
                <a:gdLst/>
                <a:ahLst/>
                <a:cxnLst/>
                <a:rect l="l" t="t" r="r" b="b"/>
                <a:pathLst>
                  <a:path w="3402" h="2735" extrusionOk="0">
                    <a:moveTo>
                      <a:pt x="1425" y="1"/>
                    </a:moveTo>
                    <a:cubicBezTo>
                      <a:pt x="1325" y="1"/>
                      <a:pt x="1204" y="51"/>
                      <a:pt x="1044" y="121"/>
                    </a:cubicBezTo>
                    <a:cubicBezTo>
                      <a:pt x="984" y="151"/>
                      <a:pt x="950" y="159"/>
                      <a:pt x="917" y="159"/>
                    </a:cubicBezTo>
                    <a:cubicBezTo>
                      <a:pt x="894" y="159"/>
                      <a:pt x="872" y="155"/>
                      <a:pt x="843" y="151"/>
                    </a:cubicBezTo>
                    <a:cubicBezTo>
                      <a:pt x="810" y="151"/>
                      <a:pt x="767" y="147"/>
                      <a:pt x="704" y="147"/>
                    </a:cubicBezTo>
                    <a:cubicBezTo>
                      <a:pt x="673" y="147"/>
                      <a:pt x="636" y="148"/>
                      <a:pt x="592" y="151"/>
                    </a:cubicBezTo>
                    <a:cubicBezTo>
                      <a:pt x="492" y="161"/>
                      <a:pt x="392" y="161"/>
                      <a:pt x="302" y="161"/>
                    </a:cubicBezTo>
                    <a:cubicBezTo>
                      <a:pt x="255" y="158"/>
                      <a:pt x="211" y="154"/>
                      <a:pt x="173" y="154"/>
                    </a:cubicBezTo>
                    <a:cubicBezTo>
                      <a:pt x="98" y="154"/>
                      <a:pt x="44" y="168"/>
                      <a:pt x="31" y="221"/>
                    </a:cubicBezTo>
                    <a:cubicBezTo>
                      <a:pt x="1" y="332"/>
                      <a:pt x="392" y="612"/>
                      <a:pt x="552" y="642"/>
                    </a:cubicBezTo>
                    <a:cubicBezTo>
                      <a:pt x="567" y="644"/>
                      <a:pt x="582" y="645"/>
                      <a:pt x="596" y="645"/>
                    </a:cubicBezTo>
                    <a:cubicBezTo>
                      <a:pt x="661" y="645"/>
                      <a:pt x="724" y="629"/>
                      <a:pt x="773" y="612"/>
                    </a:cubicBezTo>
                    <a:cubicBezTo>
                      <a:pt x="830" y="596"/>
                      <a:pt x="874" y="580"/>
                      <a:pt x="899" y="580"/>
                    </a:cubicBezTo>
                    <a:cubicBezTo>
                      <a:pt x="905" y="580"/>
                      <a:pt x="910" y="580"/>
                      <a:pt x="913" y="582"/>
                    </a:cubicBezTo>
                    <a:cubicBezTo>
                      <a:pt x="964" y="612"/>
                      <a:pt x="974" y="733"/>
                      <a:pt x="944" y="833"/>
                    </a:cubicBezTo>
                    <a:cubicBezTo>
                      <a:pt x="913" y="923"/>
                      <a:pt x="883" y="1064"/>
                      <a:pt x="1014" y="1224"/>
                    </a:cubicBezTo>
                    <a:cubicBezTo>
                      <a:pt x="1154" y="1375"/>
                      <a:pt x="1124" y="1746"/>
                      <a:pt x="1154" y="1997"/>
                    </a:cubicBezTo>
                    <a:cubicBezTo>
                      <a:pt x="1184" y="2247"/>
                      <a:pt x="1064" y="2508"/>
                      <a:pt x="1164" y="2649"/>
                    </a:cubicBezTo>
                    <a:cubicBezTo>
                      <a:pt x="1220" y="2719"/>
                      <a:pt x="1306" y="2735"/>
                      <a:pt x="1397" y="2735"/>
                    </a:cubicBezTo>
                    <a:cubicBezTo>
                      <a:pt x="1436" y="2735"/>
                      <a:pt x="1476" y="2732"/>
                      <a:pt x="1515" y="2729"/>
                    </a:cubicBezTo>
                    <a:lnTo>
                      <a:pt x="1666" y="2729"/>
                    </a:lnTo>
                    <a:cubicBezTo>
                      <a:pt x="1673" y="2729"/>
                      <a:pt x="1680" y="2730"/>
                      <a:pt x="1687" y="2730"/>
                    </a:cubicBezTo>
                    <a:cubicBezTo>
                      <a:pt x="1834" y="2730"/>
                      <a:pt x="1917" y="2631"/>
                      <a:pt x="1927" y="2468"/>
                    </a:cubicBezTo>
                    <a:cubicBezTo>
                      <a:pt x="1937" y="2288"/>
                      <a:pt x="2077" y="1716"/>
                      <a:pt x="2127" y="1575"/>
                    </a:cubicBezTo>
                    <a:cubicBezTo>
                      <a:pt x="2187" y="1445"/>
                      <a:pt x="2308" y="1194"/>
                      <a:pt x="2308" y="994"/>
                    </a:cubicBezTo>
                    <a:cubicBezTo>
                      <a:pt x="2318" y="793"/>
                      <a:pt x="2278" y="703"/>
                      <a:pt x="2358" y="673"/>
                    </a:cubicBezTo>
                    <a:cubicBezTo>
                      <a:pt x="2363" y="671"/>
                      <a:pt x="2369" y="671"/>
                      <a:pt x="2376" y="671"/>
                    </a:cubicBezTo>
                    <a:cubicBezTo>
                      <a:pt x="2417" y="671"/>
                      <a:pt x="2480" y="697"/>
                      <a:pt x="2558" y="723"/>
                    </a:cubicBezTo>
                    <a:cubicBezTo>
                      <a:pt x="2636" y="744"/>
                      <a:pt x="2727" y="770"/>
                      <a:pt x="2813" y="770"/>
                    </a:cubicBezTo>
                    <a:cubicBezTo>
                      <a:pt x="2850" y="770"/>
                      <a:pt x="2886" y="765"/>
                      <a:pt x="2920" y="753"/>
                    </a:cubicBezTo>
                    <a:cubicBezTo>
                      <a:pt x="3130" y="673"/>
                      <a:pt x="3401" y="412"/>
                      <a:pt x="3341" y="352"/>
                    </a:cubicBezTo>
                    <a:cubicBezTo>
                      <a:pt x="3326" y="332"/>
                      <a:pt x="3308" y="324"/>
                      <a:pt x="3288" y="324"/>
                    </a:cubicBezTo>
                    <a:cubicBezTo>
                      <a:pt x="3268" y="324"/>
                      <a:pt x="3246" y="332"/>
                      <a:pt x="3220" y="342"/>
                    </a:cubicBezTo>
                    <a:cubicBezTo>
                      <a:pt x="3192" y="349"/>
                      <a:pt x="3159" y="356"/>
                      <a:pt x="3120" y="356"/>
                    </a:cubicBezTo>
                    <a:cubicBezTo>
                      <a:pt x="3104" y="356"/>
                      <a:pt x="3088" y="355"/>
                      <a:pt x="3070" y="352"/>
                    </a:cubicBezTo>
                    <a:cubicBezTo>
                      <a:pt x="2969" y="323"/>
                      <a:pt x="2874" y="299"/>
                      <a:pt x="2765" y="299"/>
                    </a:cubicBezTo>
                    <a:cubicBezTo>
                      <a:pt x="2722" y="299"/>
                      <a:pt x="2677" y="303"/>
                      <a:pt x="2629" y="311"/>
                    </a:cubicBezTo>
                    <a:cubicBezTo>
                      <a:pt x="2612" y="315"/>
                      <a:pt x="2596" y="316"/>
                      <a:pt x="2582" y="316"/>
                    </a:cubicBezTo>
                    <a:cubicBezTo>
                      <a:pt x="2460" y="316"/>
                      <a:pt x="2414" y="209"/>
                      <a:pt x="2207" y="101"/>
                    </a:cubicBezTo>
                    <a:cubicBezTo>
                      <a:pt x="2118" y="53"/>
                      <a:pt x="2039" y="41"/>
                      <a:pt x="1969" y="41"/>
                    </a:cubicBezTo>
                    <a:cubicBezTo>
                      <a:pt x="1921" y="41"/>
                      <a:pt x="1877" y="47"/>
                      <a:pt x="1836" y="51"/>
                    </a:cubicBezTo>
                    <a:cubicBezTo>
                      <a:pt x="1796" y="61"/>
                      <a:pt x="1756" y="71"/>
                      <a:pt x="1716" y="71"/>
                    </a:cubicBezTo>
                    <a:cubicBezTo>
                      <a:pt x="1565" y="61"/>
                      <a:pt x="1515" y="11"/>
                      <a:pt x="142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91" name="Google Shape;15191;p50"/>
              <p:cNvSpPr/>
              <p:nvPr/>
            </p:nvSpPr>
            <p:spPr>
              <a:xfrm>
                <a:off x="4805943" y="4673308"/>
                <a:ext cx="21975" cy="3713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392" extrusionOk="0">
                    <a:moveTo>
                      <a:pt x="101" y="0"/>
                    </a:moveTo>
                    <a:cubicBezTo>
                      <a:pt x="71" y="0"/>
                      <a:pt x="81" y="70"/>
                      <a:pt x="71" y="121"/>
                    </a:cubicBezTo>
                    <a:cubicBezTo>
                      <a:pt x="51" y="191"/>
                      <a:pt x="1" y="311"/>
                      <a:pt x="101" y="391"/>
                    </a:cubicBezTo>
                    <a:lnTo>
                      <a:pt x="151" y="281"/>
                    </a:lnTo>
                    <a:lnTo>
                      <a:pt x="191" y="201"/>
                    </a:lnTo>
                    <a:cubicBezTo>
                      <a:pt x="221" y="161"/>
                      <a:pt x="231" y="131"/>
                      <a:pt x="151" y="30"/>
                    </a:cubicBezTo>
                    <a:cubicBezTo>
                      <a:pt x="131" y="10"/>
                      <a:pt x="111" y="0"/>
                      <a:pt x="101" y="0"/>
                    </a:cubicBezTo>
                    <a:close/>
                  </a:path>
                </a:pathLst>
              </a:custGeom>
              <a:solidFill>
                <a:srgbClr val="5150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92" name="Google Shape;15192;p50"/>
              <p:cNvSpPr/>
              <p:nvPr/>
            </p:nvSpPr>
            <p:spPr>
              <a:xfrm>
                <a:off x="4727040" y="4663741"/>
                <a:ext cx="82785" cy="185935"/>
              </a:xfrm>
              <a:custGeom>
                <a:avLst/>
                <a:gdLst/>
                <a:ahLst/>
                <a:cxnLst/>
                <a:rect l="l" t="t" r="r" b="b"/>
                <a:pathLst>
                  <a:path w="874" h="1963" extrusionOk="0">
                    <a:moveTo>
                      <a:pt x="523" y="1"/>
                    </a:moveTo>
                    <a:cubicBezTo>
                      <a:pt x="392" y="1"/>
                      <a:pt x="372" y="222"/>
                      <a:pt x="342" y="352"/>
                    </a:cubicBezTo>
                    <a:cubicBezTo>
                      <a:pt x="312" y="472"/>
                      <a:pt x="282" y="593"/>
                      <a:pt x="302" y="723"/>
                    </a:cubicBezTo>
                    <a:cubicBezTo>
                      <a:pt x="312" y="793"/>
                      <a:pt x="352" y="874"/>
                      <a:pt x="362" y="954"/>
                    </a:cubicBezTo>
                    <a:cubicBezTo>
                      <a:pt x="372" y="1084"/>
                      <a:pt x="312" y="1225"/>
                      <a:pt x="222" y="1315"/>
                    </a:cubicBezTo>
                    <a:cubicBezTo>
                      <a:pt x="182" y="1355"/>
                      <a:pt x="121" y="1385"/>
                      <a:pt x="71" y="1415"/>
                    </a:cubicBezTo>
                    <a:cubicBezTo>
                      <a:pt x="61" y="1596"/>
                      <a:pt x="1" y="1776"/>
                      <a:pt x="81" y="1877"/>
                    </a:cubicBezTo>
                    <a:cubicBezTo>
                      <a:pt x="137" y="1947"/>
                      <a:pt x="223" y="1963"/>
                      <a:pt x="314" y="1963"/>
                    </a:cubicBezTo>
                    <a:cubicBezTo>
                      <a:pt x="353" y="1963"/>
                      <a:pt x="393" y="1960"/>
                      <a:pt x="432" y="1957"/>
                    </a:cubicBezTo>
                    <a:lnTo>
                      <a:pt x="583" y="1957"/>
                    </a:lnTo>
                    <a:cubicBezTo>
                      <a:pt x="590" y="1957"/>
                      <a:pt x="597" y="1958"/>
                      <a:pt x="604" y="1958"/>
                    </a:cubicBezTo>
                    <a:cubicBezTo>
                      <a:pt x="751" y="1958"/>
                      <a:pt x="834" y="1859"/>
                      <a:pt x="844" y="1696"/>
                    </a:cubicBezTo>
                    <a:cubicBezTo>
                      <a:pt x="854" y="1656"/>
                      <a:pt x="864" y="1596"/>
                      <a:pt x="874" y="1516"/>
                    </a:cubicBezTo>
                    <a:cubicBezTo>
                      <a:pt x="844" y="1485"/>
                      <a:pt x="823" y="1455"/>
                      <a:pt x="793" y="1425"/>
                    </a:cubicBezTo>
                    <a:cubicBezTo>
                      <a:pt x="663" y="1265"/>
                      <a:pt x="533" y="1084"/>
                      <a:pt x="533" y="884"/>
                    </a:cubicBezTo>
                    <a:cubicBezTo>
                      <a:pt x="533" y="783"/>
                      <a:pt x="563" y="683"/>
                      <a:pt x="603" y="583"/>
                    </a:cubicBezTo>
                    <a:cubicBezTo>
                      <a:pt x="633" y="482"/>
                      <a:pt x="663" y="372"/>
                      <a:pt x="663" y="272"/>
                    </a:cubicBezTo>
                    <a:cubicBezTo>
                      <a:pt x="653" y="171"/>
                      <a:pt x="623" y="1"/>
                      <a:pt x="5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93" name="Google Shape;15193;p50"/>
              <p:cNvSpPr/>
              <p:nvPr/>
            </p:nvSpPr>
            <p:spPr>
              <a:xfrm>
                <a:off x="4806890" y="4822400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0B6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94" name="Google Shape;15194;p50"/>
              <p:cNvSpPr/>
              <p:nvPr/>
            </p:nvSpPr>
            <p:spPr>
              <a:xfrm>
                <a:off x="4734712" y="4840491"/>
                <a:ext cx="95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E0B6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95" name="Google Shape;15195;p50"/>
              <p:cNvSpPr/>
              <p:nvPr/>
            </p:nvSpPr>
            <p:spPr>
              <a:xfrm>
                <a:off x="4734712" y="484049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AC80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96" name="Google Shape;15196;p50"/>
              <p:cNvSpPr/>
              <p:nvPr/>
            </p:nvSpPr>
            <p:spPr>
              <a:xfrm>
                <a:off x="4734712" y="484049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0B6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97" name="Google Shape;15197;p50"/>
              <p:cNvSpPr/>
              <p:nvPr/>
            </p:nvSpPr>
            <p:spPr>
              <a:xfrm>
                <a:off x="4734712" y="484049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C80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98" name="Google Shape;15198;p50"/>
              <p:cNvSpPr/>
              <p:nvPr/>
            </p:nvSpPr>
            <p:spPr>
              <a:xfrm>
                <a:off x="4734712" y="484049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0B6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99" name="Google Shape;15199;p50"/>
              <p:cNvSpPr/>
              <p:nvPr/>
            </p:nvSpPr>
            <p:spPr>
              <a:xfrm>
                <a:off x="4734712" y="484049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C80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00" name="Google Shape;15200;p50"/>
              <p:cNvSpPr/>
              <p:nvPr/>
            </p:nvSpPr>
            <p:spPr>
              <a:xfrm>
                <a:off x="4734712" y="484049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0B6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01" name="Google Shape;15201;p50"/>
              <p:cNvSpPr/>
              <p:nvPr/>
            </p:nvSpPr>
            <p:spPr>
              <a:xfrm>
                <a:off x="4734712" y="484049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AC80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02" name="Google Shape;15202;p50"/>
              <p:cNvSpPr/>
              <p:nvPr/>
            </p:nvSpPr>
            <p:spPr>
              <a:xfrm>
                <a:off x="4733765" y="4839544"/>
                <a:ext cx="1042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1" h="1" extrusionOk="0">
                    <a:moveTo>
                      <a:pt x="10" y="1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0" y="1"/>
                      <a:pt x="0" y="1"/>
                    </a:cubicBezTo>
                    <a:lnTo>
                      <a:pt x="0" y="1"/>
                    </a:lnTo>
                    <a:cubicBezTo>
                      <a:pt x="0" y="1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AC80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03" name="Google Shape;15203;p50"/>
              <p:cNvSpPr/>
              <p:nvPr/>
            </p:nvSpPr>
            <p:spPr>
              <a:xfrm>
                <a:off x="4733765" y="4838597"/>
                <a:ext cx="95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lnTo>
                      <a:pt x="0" y="11"/>
                    </a:lnTo>
                    <a:moveTo>
                      <a:pt x="0" y="11"/>
                    </a:move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E0B6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04" name="Google Shape;15204;p50"/>
              <p:cNvSpPr/>
              <p:nvPr/>
            </p:nvSpPr>
            <p:spPr>
              <a:xfrm>
                <a:off x="4733765" y="4838597"/>
                <a:ext cx="95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lose/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lnTo>
                      <a:pt x="0" y="11"/>
                    </a:lnTo>
                    <a:cubicBezTo>
                      <a:pt x="0" y="11"/>
                      <a:pt x="0" y="11"/>
                      <a:pt x="0" y="11"/>
                    </a:cubicBezTo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C80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05" name="Google Shape;15205;p50"/>
              <p:cNvSpPr/>
              <p:nvPr/>
            </p:nvSpPr>
            <p:spPr>
              <a:xfrm>
                <a:off x="4733765" y="4838597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solidFill>
                <a:srgbClr val="E0B6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06" name="Google Shape;15206;p50"/>
              <p:cNvSpPr/>
              <p:nvPr/>
            </p:nvSpPr>
            <p:spPr>
              <a:xfrm>
                <a:off x="4733765" y="4838597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C80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07" name="Google Shape;15207;p50"/>
              <p:cNvSpPr/>
              <p:nvPr/>
            </p:nvSpPr>
            <p:spPr>
              <a:xfrm>
                <a:off x="4733765" y="4838597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0B6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08" name="Google Shape;15208;p50"/>
              <p:cNvSpPr/>
              <p:nvPr/>
            </p:nvSpPr>
            <p:spPr>
              <a:xfrm>
                <a:off x="4733765" y="4838597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C80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09" name="Google Shape;15209;p50"/>
              <p:cNvSpPr/>
              <p:nvPr/>
            </p:nvSpPr>
            <p:spPr>
              <a:xfrm>
                <a:off x="4732818" y="4837650"/>
                <a:ext cx="1042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0" y="0"/>
                    </a:moveTo>
                    <a:cubicBezTo>
                      <a:pt x="0" y="11"/>
                      <a:pt x="10" y="11"/>
                      <a:pt x="10" y="11"/>
                    </a:cubicBezTo>
                    <a:cubicBezTo>
                      <a:pt x="10" y="1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0B6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10" name="Google Shape;15210;p50"/>
              <p:cNvSpPr/>
              <p:nvPr/>
            </p:nvSpPr>
            <p:spPr>
              <a:xfrm>
                <a:off x="4732818" y="4836703"/>
                <a:ext cx="1042" cy="1989"/>
              </a:xfrm>
              <a:custGeom>
                <a:avLst/>
                <a:gdLst/>
                <a:ahLst/>
                <a:cxnLst/>
                <a:rect l="l" t="t" r="r" b="b"/>
                <a:pathLst>
                  <a:path w="11" h="21" extrusionOk="0">
                    <a:moveTo>
                      <a:pt x="10" y="21"/>
                    </a:moveTo>
                    <a:cubicBezTo>
                      <a:pt x="10" y="21"/>
                      <a:pt x="0" y="21"/>
                      <a:pt x="0" y="10"/>
                    </a:cubicBezTo>
                    <a:cubicBezTo>
                      <a:pt x="0" y="21"/>
                      <a:pt x="10" y="21"/>
                      <a:pt x="10" y="2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0" y="10"/>
                    </a:moveTo>
                    <a:lnTo>
                      <a:pt x="0" y="10"/>
                    </a:lnTo>
                    <a:cubicBezTo>
                      <a:pt x="0" y="10"/>
                      <a:pt x="0" y="10"/>
                      <a:pt x="0" y="10"/>
                    </a:cubicBezTo>
                    <a:lnTo>
                      <a:pt x="0" y="10"/>
                    </a:lnTo>
                    <a:cubicBezTo>
                      <a:pt x="0" y="10"/>
                      <a:pt x="0" y="10"/>
                      <a:pt x="0" y="10"/>
                    </a:cubicBezTo>
                    <a:close/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lose/>
                    <a:moveTo>
                      <a:pt x="0" y="10"/>
                    </a:moveTo>
                    <a:cubicBezTo>
                      <a:pt x="0" y="10"/>
                      <a:pt x="0" y="1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0"/>
                    </a:ln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C80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11" name="Google Shape;15211;p50"/>
              <p:cNvSpPr/>
              <p:nvPr/>
            </p:nvSpPr>
            <p:spPr>
              <a:xfrm>
                <a:off x="4731871" y="4834808"/>
                <a:ext cx="1042" cy="1989"/>
              </a:xfrm>
              <a:custGeom>
                <a:avLst/>
                <a:gdLst/>
                <a:ahLst/>
                <a:cxnLst/>
                <a:rect l="l" t="t" r="r" b="b"/>
                <a:pathLst>
                  <a:path w="11" h="21" extrusionOk="0">
                    <a:moveTo>
                      <a:pt x="10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lose/>
                    <a:moveTo>
                      <a:pt x="10" y="10"/>
                    </a:moveTo>
                    <a:cubicBezTo>
                      <a:pt x="10" y="10"/>
                      <a:pt x="10" y="10"/>
                      <a:pt x="10" y="10"/>
                    </a:cubicBezTo>
                    <a:lnTo>
                      <a:pt x="10" y="10"/>
                    </a:lnTo>
                    <a:lnTo>
                      <a:pt x="10" y="10"/>
                    </a:lnTo>
                    <a:cubicBezTo>
                      <a:pt x="10" y="10"/>
                      <a:pt x="10" y="10"/>
                      <a:pt x="10" y="10"/>
                    </a:cubicBezTo>
                    <a:close/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lose/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0B6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12" name="Google Shape;15212;p50"/>
              <p:cNvSpPr/>
              <p:nvPr/>
            </p:nvSpPr>
            <p:spPr>
              <a:xfrm>
                <a:off x="4731871" y="4834808"/>
                <a:ext cx="1042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10"/>
                    </a:cubicBezTo>
                    <a:lnTo>
                      <a:pt x="10" y="10"/>
                    </a:lnTo>
                    <a:cubicBezTo>
                      <a:pt x="0" y="1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C80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13" name="Google Shape;15213;p50"/>
              <p:cNvSpPr/>
              <p:nvPr/>
            </p:nvSpPr>
            <p:spPr>
              <a:xfrm>
                <a:off x="4731871" y="4833861"/>
                <a:ext cx="95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0"/>
                    </a:moveTo>
                    <a:cubicBezTo>
                      <a:pt x="0" y="10"/>
                      <a:pt x="0" y="10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E0B6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14" name="Google Shape;15214;p50"/>
              <p:cNvSpPr/>
              <p:nvPr/>
            </p:nvSpPr>
            <p:spPr>
              <a:xfrm>
                <a:off x="4731871" y="4833861"/>
                <a:ext cx="95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</a:path>
                </a:pathLst>
              </a:custGeom>
              <a:solidFill>
                <a:srgbClr val="AC80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15" name="Google Shape;15215;p50"/>
              <p:cNvSpPr/>
              <p:nvPr/>
            </p:nvSpPr>
            <p:spPr>
              <a:xfrm>
                <a:off x="4731871" y="483386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0B6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16" name="Google Shape;15216;p50"/>
              <p:cNvSpPr/>
              <p:nvPr/>
            </p:nvSpPr>
            <p:spPr>
              <a:xfrm>
                <a:off x="4731871" y="483386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C80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17" name="Google Shape;15217;p50"/>
              <p:cNvSpPr/>
              <p:nvPr/>
            </p:nvSpPr>
            <p:spPr>
              <a:xfrm>
                <a:off x="4731871" y="4832914"/>
                <a:ext cx="95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lose/>
                    <a:moveTo>
                      <a:pt x="0" y="10"/>
                    </a:moveTo>
                    <a:cubicBezTo>
                      <a:pt x="0" y="10"/>
                      <a:pt x="0" y="0"/>
                      <a:pt x="0" y="0"/>
                    </a:cubicBezTo>
                    <a:cubicBezTo>
                      <a:pt x="0" y="0"/>
                      <a:pt x="0" y="10"/>
                      <a:pt x="0" y="10"/>
                    </a:cubicBez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B6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18" name="Google Shape;15218;p50"/>
              <p:cNvSpPr/>
              <p:nvPr/>
            </p:nvSpPr>
            <p:spPr>
              <a:xfrm>
                <a:off x="4731871" y="4832914"/>
                <a:ext cx="95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"/>
                      <a:pt x="0" y="10"/>
                    </a:cubicBezTo>
                  </a:path>
                </a:pathLst>
              </a:custGeom>
              <a:solidFill>
                <a:srgbClr val="AC80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19" name="Google Shape;15219;p50"/>
              <p:cNvSpPr/>
              <p:nvPr/>
            </p:nvSpPr>
            <p:spPr>
              <a:xfrm>
                <a:off x="4731871" y="4831967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B6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20" name="Google Shape;15220;p50"/>
              <p:cNvSpPr/>
              <p:nvPr/>
            </p:nvSpPr>
            <p:spPr>
              <a:xfrm>
                <a:off x="4730924" y="4829125"/>
                <a:ext cx="1042" cy="3884"/>
              </a:xfrm>
              <a:custGeom>
                <a:avLst/>
                <a:gdLst/>
                <a:ahLst/>
                <a:cxnLst/>
                <a:rect l="l" t="t" r="r" b="b"/>
                <a:pathLst>
                  <a:path w="11" h="41" extrusionOk="0">
                    <a:moveTo>
                      <a:pt x="10" y="40"/>
                    </a:moveTo>
                    <a:cubicBezTo>
                      <a:pt x="10" y="30"/>
                      <a:pt x="10" y="30"/>
                      <a:pt x="10" y="30"/>
                    </a:cubicBezTo>
                    <a:lnTo>
                      <a:pt x="10" y="30"/>
                    </a:ln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40"/>
                    </a:cubicBezTo>
                    <a:moveTo>
                      <a:pt x="10" y="30"/>
                    </a:move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lose/>
                    <a:moveTo>
                      <a:pt x="10" y="30"/>
                    </a:moveTo>
                    <a:cubicBezTo>
                      <a:pt x="10" y="30"/>
                      <a:pt x="0" y="30"/>
                      <a:pt x="0" y="30"/>
                    </a:cubicBezTo>
                    <a:cubicBezTo>
                      <a:pt x="0" y="30"/>
                      <a:pt x="10" y="30"/>
                      <a:pt x="10" y="30"/>
                    </a:cubicBezTo>
                    <a:close/>
                    <a:moveTo>
                      <a:pt x="0" y="2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lose/>
                    <a:moveTo>
                      <a:pt x="0" y="2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lose/>
                    <a:moveTo>
                      <a:pt x="0" y="20"/>
                    </a:moveTo>
                    <a:cubicBezTo>
                      <a:pt x="0" y="20"/>
                      <a:pt x="0" y="20"/>
                      <a:pt x="0" y="10"/>
                    </a:cubicBezTo>
                    <a:cubicBezTo>
                      <a:pt x="0" y="20"/>
                      <a:pt x="0" y="20"/>
                      <a:pt x="0" y="20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lnTo>
                      <a:pt x="0" y="10"/>
                    </a:lnTo>
                    <a:close/>
                    <a:moveTo>
                      <a:pt x="0" y="10"/>
                    </a:moveTo>
                    <a:lnTo>
                      <a:pt x="0" y="10"/>
                    </a:lnTo>
                    <a:lnTo>
                      <a:pt x="0" y="1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80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21" name="Google Shape;15221;p50"/>
              <p:cNvSpPr/>
              <p:nvPr/>
            </p:nvSpPr>
            <p:spPr>
              <a:xfrm>
                <a:off x="4730924" y="4813875"/>
                <a:ext cx="76060" cy="33341"/>
              </a:xfrm>
              <a:custGeom>
                <a:avLst/>
                <a:gdLst/>
                <a:ahLst/>
                <a:cxnLst/>
                <a:rect l="l" t="t" r="r" b="b"/>
                <a:pathLst>
                  <a:path w="803" h="352" extrusionOk="0">
                    <a:moveTo>
                      <a:pt x="20" y="231"/>
                    </a:moveTo>
                    <a:cubicBezTo>
                      <a:pt x="20" y="231"/>
                      <a:pt x="20" y="241"/>
                      <a:pt x="20" y="241"/>
                    </a:cubicBezTo>
                    <a:lnTo>
                      <a:pt x="20" y="251"/>
                    </a:lnTo>
                    <a:cubicBezTo>
                      <a:pt x="20" y="258"/>
                      <a:pt x="24" y="260"/>
                      <a:pt x="27" y="261"/>
                    </a:cubicBezTo>
                    <a:lnTo>
                      <a:pt x="27" y="261"/>
                    </a:lnTo>
                    <a:cubicBezTo>
                      <a:pt x="23" y="252"/>
                      <a:pt x="20" y="242"/>
                      <a:pt x="20" y="231"/>
                    </a:cubicBezTo>
                    <a:close/>
                    <a:moveTo>
                      <a:pt x="27" y="261"/>
                    </a:moveTo>
                    <a:lnTo>
                      <a:pt x="27" y="261"/>
                    </a:lnTo>
                    <a:cubicBezTo>
                      <a:pt x="28" y="263"/>
                      <a:pt x="29" y="266"/>
                      <a:pt x="30" y="268"/>
                    </a:cubicBezTo>
                    <a:lnTo>
                      <a:pt x="30" y="268"/>
                    </a:lnTo>
                    <a:cubicBezTo>
                      <a:pt x="30" y="265"/>
                      <a:pt x="30" y="262"/>
                      <a:pt x="30" y="262"/>
                    </a:cubicBezTo>
                    <a:cubicBezTo>
                      <a:pt x="30" y="262"/>
                      <a:pt x="29" y="262"/>
                      <a:pt x="27" y="261"/>
                    </a:cubicBezTo>
                    <a:close/>
                    <a:moveTo>
                      <a:pt x="30" y="268"/>
                    </a:moveTo>
                    <a:cubicBezTo>
                      <a:pt x="30" y="270"/>
                      <a:pt x="30" y="272"/>
                      <a:pt x="30" y="272"/>
                    </a:cubicBezTo>
                    <a:lnTo>
                      <a:pt x="32" y="272"/>
                    </a:lnTo>
                    <a:cubicBezTo>
                      <a:pt x="32" y="270"/>
                      <a:pt x="31" y="269"/>
                      <a:pt x="30" y="268"/>
                    </a:cubicBezTo>
                    <a:close/>
                    <a:moveTo>
                      <a:pt x="32" y="272"/>
                    </a:moveTo>
                    <a:cubicBezTo>
                      <a:pt x="35" y="275"/>
                      <a:pt x="38" y="279"/>
                      <a:pt x="40" y="282"/>
                    </a:cubicBezTo>
                    <a:cubicBezTo>
                      <a:pt x="40" y="282"/>
                      <a:pt x="40" y="282"/>
                      <a:pt x="40" y="272"/>
                    </a:cubicBezTo>
                    <a:close/>
                    <a:moveTo>
                      <a:pt x="130" y="1"/>
                    </a:moveTo>
                    <a:cubicBezTo>
                      <a:pt x="80" y="1"/>
                      <a:pt x="30" y="11"/>
                      <a:pt x="10" y="51"/>
                    </a:cubicBezTo>
                    <a:cubicBezTo>
                      <a:pt x="0" y="91"/>
                      <a:pt x="0" y="131"/>
                      <a:pt x="0" y="161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0" y="191"/>
                      <a:pt x="0" y="191"/>
                      <a:pt x="0" y="191"/>
                    </a:cubicBezTo>
                    <a:lnTo>
                      <a:pt x="10" y="191"/>
                    </a:lnTo>
                    <a:cubicBezTo>
                      <a:pt x="10" y="191"/>
                      <a:pt x="10" y="191"/>
                      <a:pt x="10" y="201"/>
                    </a:cubicBezTo>
                    <a:cubicBezTo>
                      <a:pt x="10" y="201"/>
                      <a:pt x="10" y="211"/>
                      <a:pt x="10" y="211"/>
                    </a:cubicBezTo>
                    <a:cubicBezTo>
                      <a:pt x="10" y="221"/>
                      <a:pt x="10" y="221"/>
                      <a:pt x="10" y="221"/>
                    </a:cubicBezTo>
                    <a:cubicBezTo>
                      <a:pt x="10" y="221"/>
                      <a:pt x="10" y="231"/>
                      <a:pt x="20" y="231"/>
                    </a:cubicBezTo>
                    <a:cubicBezTo>
                      <a:pt x="20" y="231"/>
                      <a:pt x="20" y="231"/>
                      <a:pt x="20" y="231"/>
                    </a:cubicBezTo>
                    <a:lnTo>
                      <a:pt x="20" y="231"/>
                    </a:lnTo>
                    <a:cubicBezTo>
                      <a:pt x="50" y="292"/>
                      <a:pt x="161" y="352"/>
                      <a:pt x="251" y="352"/>
                    </a:cubicBezTo>
                    <a:cubicBezTo>
                      <a:pt x="271" y="352"/>
                      <a:pt x="281" y="342"/>
                      <a:pt x="301" y="342"/>
                    </a:cubicBezTo>
                    <a:cubicBezTo>
                      <a:pt x="341" y="332"/>
                      <a:pt x="381" y="332"/>
                      <a:pt x="411" y="332"/>
                    </a:cubicBezTo>
                    <a:lnTo>
                      <a:pt x="582" y="332"/>
                    </a:lnTo>
                    <a:cubicBezTo>
                      <a:pt x="702" y="332"/>
                      <a:pt x="782" y="251"/>
                      <a:pt x="803" y="91"/>
                    </a:cubicBezTo>
                    <a:lnTo>
                      <a:pt x="793" y="71"/>
                    </a:lnTo>
                    <a:cubicBezTo>
                      <a:pt x="752" y="21"/>
                      <a:pt x="702" y="1"/>
                      <a:pt x="642" y="1"/>
                    </a:cubicBezTo>
                    <a:cubicBezTo>
                      <a:pt x="602" y="1"/>
                      <a:pt x="562" y="11"/>
                      <a:pt x="512" y="21"/>
                    </a:cubicBezTo>
                    <a:cubicBezTo>
                      <a:pt x="472" y="31"/>
                      <a:pt x="431" y="41"/>
                      <a:pt x="391" y="41"/>
                    </a:cubicBezTo>
                    <a:lnTo>
                      <a:pt x="351" y="41"/>
                    </a:lnTo>
                    <a:cubicBezTo>
                      <a:pt x="291" y="21"/>
                      <a:pt x="201" y="1"/>
                      <a:pt x="130" y="1"/>
                    </a:cubicBezTo>
                    <a:close/>
                  </a:path>
                </a:pathLst>
              </a:custGeom>
              <a:solidFill>
                <a:srgbClr val="E4AE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22" name="Google Shape;15222;p50"/>
              <p:cNvSpPr/>
              <p:nvPr/>
            </p:nvSpPr>
            <p:spPr>
              <a:xfrm>
                <a:off x="4814468" y="4692252"/>
                <a:ext cx="14397" cy="18186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92" extrusionOk="0">
                    <a:moveTo>
                      <a:pt x="101" y="1"/>
                    </a:moveTo>
                    <a:lnTo>
                      <a:pt x="101" y="1"/>
                    </a:lnTo>
                    <a:cubicBezTo>
                      <a:pt x="51" y="41"/>
                      <a:pt x="1" y="111"/>
                      <a:pt x="11" y="191"/>
                    </a:cubicBezTo>
                    <a:cubicBezTo>
                      <a:pt x="11" y="191"/>
                      <a:pt x="151" y="181"/>
                      <a:pt x="101" y="1"/>
                    </a:cubicBezTo>
                    <a:close/>
                  </a:path>
                </a:pathLst>
              </a:custGeom>
              <a:solidFill>
                <a:srgbClr val="2A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23" name="Google Shape;15223;p50"/>
              <p:cNvSpPr/>
              <p:nvPr/>
            </p:nvSpPr>
            <p:spPr>
              <a:xfrm>
                <a:off x="4734712" y="4840491"/>
                <a:ext cx="95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1"/>
                    </a:move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39313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24" name="Google Shape;15224;p50"/>
              <p:cNvSpPr/>
              <p:nvPr/>
            </p:nvSpPr>
            <p:spPr>
              <a:xfrm>
                <a:off x="4734712" y="4840491"/>
                <a:ext cx="95" cy="1042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1"/>
                    </a:moveTo>
                    <a:lnTo>
                      <a:pt x="0" y="11"/>
                    </a:ln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lose/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5AC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25" name="Google Shape;15225;p50"/>
              <p:cNvSpPr/>
              <p:nvPr/>
            </p:nvSpPr>
            <p:spPr>
              <a:xfrm>
                <a:off x="4734712" y="4822400"/>
                <a:ext cx="72271" cy="27658"/>
              </a:xfrm>
              <a:custGeom>
                <a:avLst/>
                <a:gdLst/>
                <a:ahLst/>
                <a:cxnLst/>
                <a:rect l="l" t="t" r="r" b="b"/>
                <a:pathLst>
                  <a:path w="763" h="292" extrusionOk="0">
                    <a:moveTo>
                      <a:pt x="251" y="292"/>
                    </a:moveTo>
                    <a:cubicBezTo>
                      <a:pt x="151" y="292"/>
                      <a:pt x="60" y="272"/>
                      <a:pt x="0" y="202"/>
                    </a:cubicBezTo>
                    <a:lnTo>
                      <a:pt x="0" y="202"/>
                    </a:lnTo>
                    <a:lnTo>
                      <a:pt x="0" y="202"/>
                    </a:lnTo>
                    <a:lnTo>
                      <a:pt x="0" y="202"/>
                    </a:lnTo>
                    <a:cubicBezTo>
                      <a:pt x="60" y="272"/>
                      <a:pt x="151" y="292"/>
                      <a:pt x="251" y="292"/>
                    </a:cubicBezTo>
                    <a:cubicBezTo>
                      <a:pt x="291" y="292"/>
                      <a:pt x="321" y="282"/>
                      <a:pt x="351" y="282"/>
                    </a:cubicBezTo>
                    <a:cubicBezTo>
                      <a:pt x="391" y="282"/>
                      <a:pt x="422" y="282"/>
                      <a:pt x="452" y="282"/>
                    </a:cubicBezTo>
                    <a:cubicBezTo>
                      <a:pt x="472" y="282"/>
                      <a:pt x="482" y="282"/>
                      <a:pt x="502" y="282"/>
                    </a:cubicBezTo>
                    <a:cubicBezTo>
                      <a:pt x="512" y="282"/>
                      <a:pt x="522" y="282"/>
                      <a:pt x="522" y="282"/>
                    </a:cubicBezTo>
                    <a:cubicBezTo>
                      <a:pt x="672" y="282"/>
                      <a:pt x="753" y="182"/>
                      <a:pt x="763" y="21"/>
                    </a:cubicBezTo>
                    <a:cubicBezTo>
                      <a:pt x="763" y="11"/>
                      <a:pt x="763" y="11"/>
                      <a:pt x="763" y="1"/>
                    </a:cubicBezTo>
                    <a:cubicBezTo>
                      <a:pt x="763" y="1"/>
                      <a:pt x="763" y="1"/>
                      <a:pt x="763" y="1"/>
                    </a:cubicBezTo>
                    <a:lnTo>
                      <a:pt x="763" y="21"/>
                    </a:lnTo>
                    <a:cubicBezTo>
                      <a:pt x="753" y="182"/>
                      <a:pt x="672" y="282"/>
                      <a:pt x="522" y="282"/>
                    </a:cubicBezTo>
                    <a:cubicBezTo>
                      <a:pt x="522" y="282"/>
                      <a:pt x="512" y="282"/>
                      <a:pt x="502" y="282"/>
                    </a:cubicBezTo>
                    <a:cubicBezTo>
                      <a:pt x="482" y="282"/>
                      <a:pt x="472" y="282"/>
                      <a:pt x="452" y="282"/>
                    </a:cubicBezTo>
                    <a:cubicBezTo>
                      <a:pt x="422" y="282"/>
                      <a:pt x="391" y="282"/>
                      <a:pt x="351" y="282"/>
                    </a:cubicBezTo>
                    <a:cubicBezTo>
                      <a:pt x="321" y="282"/>
                      <a:pt x="291" y="292"/>
                      <a:pt x="251" y="292"/>
                    </a:cubicBezTo>
                    <a:close/>
                  </a:path>
                </a:pathLst>
              </a:custGeom>
              <a:solidFill>
                <a:srgbClr val="D795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26" name="Google Shape;15226;p50"/>
              <p:cNvSpPr/>
              <p:nvPr/>
            </p:nvSpPr>
            <p:spPr>
              <a:xfrm>
                <a:off x="4734712" y="4840491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46A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27" name="Google Shape;15227;p50"/>
              <p:cNvSpPr/>
              <p:nvPr/>
            </p:nvSpPr>
            <p:spPr>
              <a:xfrm>
                <a:off x="4732818" y="4822400"/>
                <a:ext cx="74166" cy="27658"/>
              </a:xfrm>
              <a:custGeom>
                <a:avLst/>
                <a:gdLst/>
                <a:ahLst/>
                <a:cxnLst/>
                <a:rect l="l" t="t" r="r" b="b"/>
                <a:pathLst>
                  <a:path w="783" h="292" extrusionOk="0">
                    <a:moveTo>
                      <a:pt x="783" y="1"/>
                    </a:moveTo>
                    <a:cubicBezTo>
                      <a:pt x="762" y="161"/>
                      <a:pt x="682" y="242"/>
                      <a:pt x="562" y="242"/>
                    </a:cubicBezTo>
                    <a:lnTo>
                      <a:pt x="391" y="242"/>
                    </a:lnTo>
                    <a:cubicBezTo>
                      <a:pt x="361" y="242"/>
                      <a:pt x="321" y="242"/>
                      <a:pt x="281" y="252"/>
                    </a:cubicBezTo>
                    <a:cubicBezTo>
                      <a:pt x="261" y="252"/>
                      <a:pt x="251" y="262"/>
                      <a:pt x="231" y="262"/>
                    </a:cubicBezTo>
                    <a:cubicBezTo>
                      <a:pt x="141" y="262"/>
                      <a:pt x="30" y="202"/>
                      <a:pt x="0" y="141"/>
                    </a:cubicBezTo>
                    <a:lnTo>
                      <a:pt x="0" y="141"/>
                    </a:lnTo>
                    <a:cubicBezTo>
                      <a:pt x="0" y="161"/>
                      <a:pt x="10" y="182"/>
                      <a:pt x="20" y="192"/>
                    </a:cubicBezTo>
                    <a:lnTo>
                      <a:pt x="20" y="202"/>
                    </a:lnTo>
                    <a:cubicBezTo>
                      <a:pt x="80" y="272"/>
                      <a:pt x="171" y="292"/>
                      <a:pt x="271" y="292"/>
                    </a:cubicBezTo>
                    <a:cubicBezTo>
                      <a:pt x="311" y="292"/>
                      <a:pt x="341" y="282"/>
                      <a:pt x="371" y="282"/>
                    </a:cubicBezTo>
                    <a:lnTo>
                      <a:pt x="542" y="282"/>
                    </a:lnTo>
                    <a:cubicBezTo>
                      <a:pt x="692" y="282"/>
                      <a:pt x="773" y="182"/>
                      <a:pt x="783" y="21"/>
                    </a:cubicBezTo>
                    <a:cubicBezTo>
                      <a:pt x="783" y="11"/>
                      <a:pt x="783" y="11"/>
                      <a:pt x="783" y="1"/>
                    </a:cubicBezTo>
                    <a:close/>
                  </a:path>
                </a:pathLst>
              </a:custGeom>
              <a:solidFill>
                <a:srgbClr val="DA8F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28" name="Google Shape;15228;p50"/>
              <p:cNvSpPr/>
              <p:nvPr/>
            </p:nvSpPr>
            <p:spPr>
              <a:xfrm>
                <a:off x="4780936" y="4831209"/>
                <a:ext cx="10609" cy="8620"/>
              </a:xfrm>
              <a:custGeom>
                <a:avLst/>
                <a:gdLst/>
                <a:ahLst/>
                <a:cxnLst/>
                <a:rect l="l" t="t" r="r" b="b"/>
                <a:pathLst>
                  <a:path w="112" h="91" extrusionOk="0">
                    <a:moveTo>
                      <a:pt x="92" y="0"/>
                    </a:moveTo>
                    <a:cubicBezTo>
                      <a:pt x="88" y="0"/>
                      <a:pt x="81" y="3"/>
                      <a:pt x="74" y="8"/>
                    </a:cubicBezTo>
                    <a:cubicBezTo>
                      <a:pt x="18" y="40"/>
                      <a:pt x="1" y="90"/>
                      <a:pt x="25" y="90"/>
                    </a:cubicBezTo>
                    <a:cubicBezTo>
                      <a:pt x="32" y="90"/>
                      <a:pt x="41" y="87"/>
                      <a:pt x="54" y="79"/>
                    </a:cubicBezTo>
                    <a:cubicBezTo>
                      <a:pt x="103" y="46"/>
                      <a:pt x="112" y="0"/>
                      <a:pt x="92" y="0"/>
                    </a:cubicBezTo>
                    <a:close/>
                  </a:path>
                </a:pathLst>
              </a:custGeom>
              <a:solidFill>
                <a:srgbClr val="593B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29" name="Google Shape;15229;p50"/>
              <p:cNvSpPr/>
              <p:nvPr/>
            </p:nvSpPr>
            <p:spPr>
              <a:xfrm>
                <a:off x="4743427" y="4831209"/>
                <a:ext cx="10324" cy="862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91" extrusionOk="0">
                    <a:moveTo>
                      <a:pt x="20" y="0"/>
                    </a:moveTo>
                    <a:cubicBezTo>
                      <a:pt x="1" y="0"/>
                      <a:pt x="10" y="46"/>
                      <a:pt x="59" y="79"/>
                    </a:cubicBezTo>
                    <a:cubicBezTo>
                      <a:pt x="71" y="87"/>
                      <a:pt x="80" y="90"/>
                      <a:pt x="86" y="90"/>
                    </a:cubicBezTo>
                    <a:cubicBezTo>
                      <a:pt x="109" y="90"/>
                      <a:pt x="86" y="40"/>
                      <a:pt x="39" y="8"/>
                    </a:cubicBezTo>
                    <a:cubicBezTo>
                      <a:pt x="31" y="3"/>
                      <a:pt x="25" y="0"/>
                      <a:pt x="20" y="0"/>
                    </a:cubicBezTo>
                    <a:close/>
                  </a:path>
                </a:pathLst>
              </a:custGeom>
              <a:solidFill>
                <a:srgbClr val="593B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30" name="Google Shape;15230;p50"/>
              <p:cNvSpPr/>
              <p:nvPr/>
            </p:nvSpPr>
            <p:spPr>
              <a:xfrm>
                <a:off x="4720410" y="4706555"/>
                <a:ext cx="4831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51" h="7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1" y="20"/>
                      <a:pt x="31" y="40"/>
                      <a:pt x="51" y="70"/>
                    </a:cubicBezTo>
                    <a:cubicBezTo>
                      <a:pt x="41" y="40"/>
                      <a:pt x="21" y="20"/>
                      <a:pt x="1" y="0"/>
                    </a:cubicBez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31" name="Google Shape;15231;p50"/>
              <p:cNvSpPr/>
              <p:nvPr/>
            </p:nvSpPr>
            <p:spPr>
              <a:xfrm>
                <a:off x="4711885" y="4680886"/>
                <a:ext cx="2936" cy="17144"/>
              </a:xfrm>
              <a:custGeom>
                <a:avLst/>
                <a:gdLst/>
                <a:ahLst/>
                <a:cxnLst/>
                <a:rect l="l" t="t" r="r" b="b"/>
                <a:pathLst>
                  <a:path w="31" h="181" extrusionOk="0">
                    <a:moveTo>
                      <a:pt x="31" y="181"/>
                    </a:moveTo>
                    <a:lnTo>
                      <a:pt x="31" y="181"/>
                    </a:lnTo>
                    <a:lnTo>
                      <a:pt x="31" y="181"/>
                    </a:lnTo>
                    <a:lnTo>
                      <a:pt x="31" y="181"/>
                    </a:lnTo>
                    <a:close/>
                    <a:moveTo>
                      <a:pt x="31" y="181"/>
                    </a:moveTo>
                    <a:cubicBezTo>
                      <a:pt x="31" y="181"/>
                      <a:pt x="31" y="181"/>
                      <a:pt x="31" y="181"/>
                    </a:cubicBezTo>
                    <a:cubicBezTo>
                      <a:pt x="31" y="181"/>
                      <a:pt x="31" y="181"/>
                      <a:pt x="31" y="181"/>
                    </a:cubicBezTo>
                    <a:close/>
                    <a:moveTo>
                      <a:pt x="31" y="171"/>
                    </a:moveTo>
                    <a:lnTo>
                      <a:pt x="31" y="171"/>
                    </a:lnTo>
                    <a:lnTo>
                      <a:pt x="31" y="171"/>
                    </a:lnTo>
                    <a:close/>
                    <a:moveTo>
                      <a:pt x="31" y="171"/>
                    </a:moveTo>
                    <a:cubicBezTo>
                      <a:pt x="31" y="171"/>
                      <a:pt x="31" y="171"/>
                      <a:pt x="31" y="171"/>
                    </a:cubicBezTo>
                    <a:cubicBezTo>
                      <a:pt x="31" y="171"/>
                      <a:pt x="31" y="171"/>
                      <a:pt x="31" y="171"/>
                    </a:cubicBezTo>
                    <a:close/>
                    <a:moveTo>
                      <a:pt x="31" y="171"/>
                    </a:moveTo>
                    <a:cubicBezTo>
                      <a:pt x="31" y="171"/>
                      <a:pt x="31" y="171"/>
                      <a:pt x="31" y="161"/>
                    </a:cubicBezTo>
                    <a:cubicBezTo>
                      <a:pt x="31" y="171"/>
                      <a:pt x="31" y="171"/>
                      <a:pt x="31" y="171"/>
                    </a:cubicBezTo>
                    <a:close/>
                    <a:moveTo>
                      <a:pt x="31" y="161"/>
                    </a:moveTo>
                    <a:cubicBezTo>
                      <a:pt x="31" y="161"/>
                      <a:pt x="31" y="161"/>
                      <a:pt x="21" y="161"/>
                    </a:cubicBezTo>
                    <a:cubicBezTo>
                      <a:pt x="31" y="161"/>
                      <a:pt x="31" y="161"/>
                      <a:pt x="31" y="161"/>
                    </a:cubicBezTo>
                    <a:close/>
                    <a:moveTo>
                      <a:pt x="21" y="161"/>
                    </a:moveTo>
                    <a:cubicBezTo>
                      <a:pt x="21" y="161"/>
                      <a:pt x="21" y="161"/>
                      <a:pt x="21" y="161"/>
                    </a:cubicBezTo>
                    <a:cubicBezTo>
                      <a:pt x="21" y="161"/>
                      <a:pt x="21" y="161"/>
                      <a:pt x="21" y="161"/>
                    </a:cubicBezTo>
                    <a:close/>
                    <a:moveTo>
                      <a:pt x="21" y="161"/>
                    </a:moveTo>
                    <a:cubicBezTo>
                      <a:pt x="21" y="161"/>
                      <a:pt x="21" y="161"/>
                      <a:pt x="21" y="151"/>
                    </a:cubicBezTo>
                    <a:cubicBezTo>
                      <a:pt x="21" y="161"/>
                      <a:pt x="21" y="161"/>
                      <a:pt x="21" y="161"/>
                    </a:cubicBezTo>
                    <a:close/>
                    <a:moveTo>
                      <a:pt x="21" y="151"/>
                    </a:moveTo>
                    <a:cubicBezTo>
                      <a:pt x="21" y="151"/>
                      <a:pt x="21" y="151"/>
                      <a:pt x="21" y="151"/>
                    </a:cubicBezTo>
                    <a:cubicBezTo>
                      <a:pt x="21" y="151"/>
                      <a:pt x="21" y="151"/>
                      <a:pt x="21" y="151"/>
                    </a:cubicBezTo>
                    <a:close/>
                    <a:moveTo>
                      <a:pt x="21" y="151"/>
                    </a:moveTo>
                    <a:lnTo>
                      <a:pt x="21" y="151"/>
                    </a:lnTo>
                    <a:lnTo>
                      <a:pt x="21" y="151"/>
                    </a:lnTo>
                    <a:close/>
                    <a:moveTo>
                      <a:pt x="21" y="151"/>
                    </a:moveTo>
                    <a:cubicBezTo>
                      <a:pt x="21" y="151"/>
                      <a:pt x="21" y="151"/>
                      <a:pt x="21" y="141"/>
                    </a:cubicBezTo>
                    <a:cubicBezTo>
                      <a:pt x="21" y="151"/>
                      <a:pt x="21" y="151"/>
                      <a:pt x="21" y="151"/>
                    </a:cubicBezTo>
                    <a:close/>
                    <a:moveTo>
                      <a:pt x="21" y="141"/>
                    </a:moveTo>
                    <a:cubicBezTo>
                      <a:pt x="21" y="141"/>
                      <a:pt x="21" y="141"/>
                      <a:pt x="21" y="141"/>
                    </a:cubicBezTo>
                    <a:cubicBezTo>
                      <a:pt x="21" y="141"/>
                      <a:pt x="21" y="141"/>
                      <a:pt x="21" y="141"/>
                    </a:cubicBezTo>
                    <a:close/>
                    <a:moveTo>
                      <a:pt x="11" y="141"/>
                    </a:moveTo>
                    <a:cubicBezTo>
                      <a:pt x="11" y="141"/>
                      <a:pt x="11" y="141"/>
                      <a:pt x="11" y="131"/>
                    </a:cubicBezTo>
                    <a:cubicBezTo>
                      <a:pt x="11" y="141"/>
                      <a:pt x="11" y="141"/>
                      <a:pt x="11" y="141"/>
                    </a:cubicBezTo>
                    <a:close/>
                    <a:moveTo>
                      <a:pt x="11" y="131"/>
                    </a:move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1" y="131"/>
                      <a:pt x="11" y="131"/>
                    </a:cubicBezTo>
                    <a:close/>
                    <a:moveTo>
                      <a:pt x="11" y="131"/>
                    </a:moveTo>
                    <a:lnTo>
                      <a:pt x="11" y="121"/>
                    </a:lnTo>
                    <a:lnTo>
                      <a:pt x="11" y="131"/>
                    </a:lnTo>
                    <a:close/>
                    <a:moveTo>
                      <a:pt x="11" y="121"/>
                    </a:moveTo>
                    <a:cubicBezTo>
                      <a:pt x="11" y="121"/>
                      <a:pt x="11" y="121"/>
                      <a:pt x="11" y="121"/>
                    </a:cubicBezTo>
                    <a:cubicBezTo>
                      <a:pt x="11" y="121"/>
                      <a:pt x="11" y="121"/>
                      <a:pt x="11" y="121"/>
                    </a:cubicBezTo>
                    <a:close/>
                    <a:moveTo>
                      <a:pt x="11" y="121"/>
                    </a:moveTo>
                    <a:cubicBezTo>
                      <a:pt x="11" y="121"/>
                      <a:pt x="11" y="121"/>
                      <a:pt x="11" y="121"/>
                    </a:cubicBezTo>
                    <a:cubicBezTo>
                      <a:pt x="11" y="121"/>
                      <a:pt x="11" y="121"/>
                      <a:pt x="11" y="121"/>
                    </a:cubicBezTo>
                    <a:close/>
                    <a:moveTo>
                      <a:pt x="11" y="121"/>
                    </a:moveTo>
                    <a:cubicBezTo>
                      <a:pt x="11" y="111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21"/>
                    </a:cubicBezTo>
                    <a:close/>
                    <a:moveTo>
                      <a:pt x="11" y="111"/>
                    </a:moveTo>
                    <a:cubicBezTo>
                      <a:pt x="11" y="111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1"/>
                    </a:cubicBezTo>
                    <a:close/>
                    <a:moveTo>
                      <a:pt x="11" y="111"/>
                    </a:moveTo>
                    <a:cubicBezTo>
                      <a:pt x="11" y="111"/>
                      <a:pt x="11" y="101"/>
                      <a:pt x="11" y="101"/>
                    </a:cubicBezTo>
                    <a:cubicBezTo>
                      <a:pt x="11" y="101"/>
                      <a:pt x="11" y="111"/>
                      <a:pt x="11" y="111"/>
                    </a:cubicBezTo>
                    <a:close/>
                    <a:moveTo>
                      <a:pt x="0" y="101"/>
                    </a:moveTo>
                    <a:cubicBezTo>
                      <a:pt x="0" y="101"/>
                      <a:pt x="0" y="101"/>
                      <a:pt x="0" y="101"/>
                    </a:cubicBezTo>
                    <a:cubicBezTo>
                      <a:pt x="0" y="101"/>
                      <a:pt x="0" y="101"/>
                      <a:pt x="0" y="101"/>
                    </a:cubicBezTo>
                    <a:close/>
                    <a:moveTo>
                      <a:pt x="0" y="101"/>
                    </a:moveTo>
                    <a:cubicBezTo>
                      <a:pt x="0" y="101"/>
                      <a:pt x="0" y="101"/>
                      <a:pt x="0" y="91"/>
                    </a:cubicBezTo>
                    <a:cubicBezTo>
                      <a:pt x="0" y="101"/>
                      <a:pt x="0" y="101"/>
                      <a:pt x="0" y="101"/>
                    </a:cubicBezTo>
                    <a:close/>
                    <a:moveTo>
                      <a:pt x="0" y="91"/>
                    </a:moveTo>
                    <a:cubicBezTo>
                      <a:pt x="0" y="91"/>
                      <a:pt x="0" y="91"/>
                      <a:pt x="0" y="91"/>
                    </a:cubicBezTo>
                    <a:cubicBezTo>
                      <a:pt x="0" y="91"/>
                      <a:pt x="0" y="91"/>
                      <a:pt x="0" y="91"/>
                    </a:cubicBezTo>
                    <a:close/>
                    <a:moveTo>
                      <a:pt x="0" y="91"/>
                    </a:moveTo>
                    <a:cubicBezTo>
                      <a:pt x="0" y="91"/>
                      <a:pt x="0" y="91"/>
                      <a:pt x="0" y="81"/>
                    </a:cubicBezTo>
                    <a:cubicBezTo>
                      <a:pt x="0" y="91"/>
                      <a:pt x="0" y="91"/>
                      <a:pt x="0" y="91"/>
                    </a:cubicBezTo>
                    <a:close/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lose/>
                    <a:moveTo>
                      <a:pt x="0" y="81"/>
                    </a:moveTo>
                    <a:cubicBezTo>
                      <a:pt x="0" y="81"/>
                      <a:pt x="0" y="71"/>
                      <a:pt x="0" y="71"/>
                    </a:cubicBezTo>
                    <a:cubicBezTo>
                      <a:pt x="0" y="71"/>
                      <a:pt x="0" y="81"/>
                      <a:pt x="0" y="81"/>
                    </a:cubicBezTo>
                    <a:close/>
                    <a:moveTo>
                      <a:pt x="0" y="71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lose/>
                    <a:moveTo>
                      <a:pt x="0" y="71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71"/>
                    </a:cubicBezTo>
                    <a:close/>
                    <a:moveTo>
                      <a:pt x="0" y="61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lose/>
                    <a:moveTo>
                      <a:pt x="0" y="61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0" y="51"/>
                      <a:pt x="0" y="61"/>
                    </a:cubicBezTo>
                    <a:close/>
                    <a:moveTo>
                      <a:pt x="0" y="51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0" y="51"/>
                      <a:pt x="0" y="51"/>
                    </a:cubicBezTo>
                    <a:close/>
                    <a:moveTo>
                      <a:pt x="0" y="51"/>
                    </a:moveTo>
                    <a:lnTo>
                      <a:pt x="0" y="41"/>
                    </a:lnTo>
                    <a:lnTo>
                      <a:pt x="0" y="51"/>
                    </a:lnTo>
                    <a:close/>
                    <a:moveTo>
                      <a:pt x="0" y="4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lose/>
                    <a:moveTo>
                      <a:pt x="0" y="41"/>
                    </a:moveTo>
                    <a:lnTo>
                      <a:pt x="0" y="31"/>
                    </a:lnTo>
                    <a:lnTo>
                      <a:pt x="0" y="41"/>
                    </a:lnTo>
                    <a:close/>
                    <a:moveTo>
                      <a:pt x="0" y="31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lose/>
                    <a:moveTo>
                      <a:pt x="0" y="31"/>
                    </a:moveTo>
                    <a:lnTo>
                      <a:pt x="0" y="31"/>
                    </a:lnTo>
                    <a:lnTo>
                      <a:pt x="0" y="31"/>
                    </a:lnTo>
                    <a:close/>
                    <a:moveTo>
                      <a:pt x="0" y="31"/>
                    </a:moveTo>
                    <a:lnTo>
                      <a:pt x="0" y="31"/>
                    </a:lnTo>
                    <a:lnTo>
                      <a:pt x="0" y="31"/>
                    </a:lnTo>
                    <a:close/>
                    <a:moveTo>
                      <a:pt x="0" y="21"/>
                    </a:moveTo>
                    <a:lnTo>
                      <a:pt x="0" y="21"/>
                    </a:lnTo>
                    <a:lnTo>
                      <a:pt x="0" y="21"/>
                    </a:lnTo>
                    <a:close/>
                    <a:moveTo>
                      <a:pt x="0" y="21"/>
                    </a:moveTo>
                    <a:lnTo>
                      <a:pt x="0" y="21"/>
                    </a:lnTo>
                    <a:lnTo>
                      <a:pt x="0" y="21"/>
                    </a:lnTo>
                    <a:close/>
                    <a:moveTo>
                      <a:pt x="0" y="21"/>
                    </a:moveTo>
                    <a:lnTo>
                      <a:pt x="0" y="21"/>
                    </a:lnTo>
                    <a:lnTo>
                      <a:pt x="0" y="21"/>
                    </a:lnTo>
                    <a:close/>
                    <a:moveTo>
                      <a:pt x="0" y="10"/>
                    </a:moveTo>
                    <a:lnTo>
                      <a:pt x="0" y="10"/>
                    </a:lnTo>
                    <a:lnTo>
                      <a:pt x="0" y="10"/>
                    </a:lnTo>
                    <a:close/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lnTo>
                      <a:pt x="0" y="1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3D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32" name="Google Shape;15232;p50"/>
              <p:cNvSpPr/>
              <p:nvPr/>
            </p:nvSpPr>
            <p:spPr>
              <a:xfrm>
                <a:off x="4711885" y="4673308"/>
                <a:ext cx="19133" cy="39972"/>
              </a:xfrm>
              <a:custGeom>
                <a:avLst/>
                <a:gdLst/>
                <a:ahLst/>
                <a:cxnLst/>
                <a:rect l="l" t="t" r="r" b="b"/>
                <a:pathLst>
                  <a:path w="202" h="422" extrusionOk="0">
                    <a:moveTo>
                      <a:pt x="41" y="0"/>
                    </a:moveTo>
                    <a:cubicBezTo>
                      <a:pt x="31" y="0"/>
                      <a:pt x="21" y="0"/>
                      <a:pt x="11" y="20"/>
                    </a:cubicBezTo>
                    <a:cubicBezTo>
                      <a:pt x="0" y="40"/>
                      <a:pt x="0" y="60"/>
                      <a:pt x="0" y="80"/>
                    </a:cubicBezTo>
                    <a:cubicBezTo>
                      <a:pt x="0" y="80"/>
                      <a:pt x="0" y="90"/>
                      <a:pt x="0" y="90"/>
                    </a:cubicBezTo>
                    <a:cubicBezTo>
                      <a:pt x="0" y="101"/>
                      <a:pt x="0" y="101"/>
                      <a:pt x="0" y="101"/>
                    </a:cubicBezTo>
                    <a:lnTo>
                      <a:pt x="0" y="111"/>
                    </a:lnTo>
                    <a:lnTo>
                      <a:pt x="0" y="121"/>
                    </a:lnTo>
                    <a:lnTo>
                      <a:pt x="0" y="131"/>
                    </a:lnTo>
                    <a:cubicBezTo>
                      <a:pt x="0" y="131"/>
                      <a:pt x="0" y="131"/>
                      <a:pt x="0" y="141"/>
                    </a:cubicBezTo>
                    <a:cubicBezTo>
                      <a:pt x="0" y="141"/>
                      <a:pt x="0" y="141"/>
                      <a:pt x="0" y="151"/>
                    </a:cubicBezTo>
                    <a:cubicBezTo>
                      <a:pt x="0" y="151"/>
                      <a:pt x="0" y="161"/>
                      <a:pt x="0" y="161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0" y="181"/>
                      <a:pt x="0" y="181"/>
                      <a:pt x="0" y="181"/>
                    </a:cubicBezTo>
                    <a:lnTo>
                      <a:pt x="11" y="181"/>
                    </a:lnTo>
                    <a:cubicBezTo>
                      <a:pt x="11" y="181"/>
                      <a:pt x="11" y="191"/>
                      <a:pt x="11" y="191"/>
                    </a:cubicBezTo>
                    <a:cubicBezTo>
                      <a:pt x="11" y="191"/>
                      <a:pt x="11" y="191"/>
                      <a:pt x="11" y="201"/>
                    </a:cubicBezTo>
                    <a:lnTo>
                      <a:pt x="11" y="211"/>
                    </a:lnTo>
                    <a:cubicBezTo>
                      <a:pt x="11" y="221"/>
                      <a:pt x="11" y="221"/>
                      <a:pt x="11" y="221"/>
                    </a:cubicBezTo>
                    <a:lnTo>
                      <a:pt x="21" y="221"/>
                    </a:lnTo>
                    <a:cubicBezTo>
                      <a:pt x="21" y="231"/>
                      <a:pt x="21" y="231"/>
                      <a:pt x="21" y="231"/>
                    </a:cubicBezTo>
                    <a:cubicBezTo>
                      <a:pt x="21" y="241"/>
                      <a:pt x="21" y="241"/>
                      <a:pt x="21" y="241"/>
                    </a:cubicBezTo>
                    <a:lnTo>
                      <a:pt x="31" y="241"/>
                    </a:lnTo>
                    <a:cubicBezTo>
                      <a:pt x="31" y="251"/>
                      <a:pt x="31" y="251"/>
                      <a:pt x="31" y="251"/>
                    </a:cubicBezTo>
                    <a:cubicBezTo>
                      <a:pt x="31" y="251"/>
                      <a:pt x="31" y="261"/>
                      <a:pt x="31" y="261"/>
                    </a:cubicBezTo>
                    <a:lnTo>
                      <a:pt x="41" y="261"/>
                    </a:lnTo>
                    <a:cubicBezTo>
                      <a:pt x="41" y="261"/>
                      <a:pt x="41" y="261"/>
                      <a:pt x="41" y="271"/>
                    </a:cubicBezTo>
                    <a:cubicBezTo>
                      <a:pt x="41" y="271"/>
                      <a:pt x="41" y="281"/>
                      <a:pt x="41" y="281"/>
                    </a:cubicBezTo>
                    <a:lnTo>
                      <a:pt x="51" y="281"/>
                    </a:lnTo>
                    <a:cubicBezTo>
                      <a:pt x="51" y="281"/>
                      <a:pt x="51" y="291"/>
                      <a:pt x="51" y="291"/>
                    </a:cubicBezTo>
                    <a:lnTo>
                      <a:pt x="51" y="301"/>
                    </a:lnTo>
                    <a:lnTo>
                      <a:pt x="61" y="301"/>
                    </a:lnTo>
                    <a:lnTo>
                      <a:pt x="61" y="311"/>
                    </a:lnTo>
                    <a:lnTo>
                      <a:pt x="71" y="311"/>
                    </a:lnTo>
                    <a:cubicBezTo>
                      <a:pt x="71" y="311"/>
                      <a:pt x="71" y="311"/>
                      <a:pt x="71" y="321"/>
                    </a:cubicBezTo>
                    <a:lnTo>
                      <a:pt x="81" y="331"/>
                    </a:lnTo>
                    <a:cubicBezTo>
                      <a:pt x="81" y="331"/>
                      <a:pt x="81" y="331"/>
                      <a:pt x="81" y="341"/>
                    </a:cubicBezTo>
                    <a:lnTo>
                      <a:pt x="91" y="341"/>
                    </a:lnTo>
                    <a:cubicBezTo>
                      <a:pt x="91" y="341"/>
                      <a:pt x="91" y="341"/>
                      <a:pt x="91" y="351"/>
                    </a:cubicBezTo>
                    <a:cubicBezTo>
                      <a:pt x="111" y="371"/>
                      <a:pt x="131" y="391"/>
                      <a:pt x="141" y="421"/>
                    </a:cubicBezTo>
                    <a:cubicBezTo>
                      <a:pt x="201" y="381"/>
                      <a:pt x="61" y="301"/>
                      <a:pt x="81" y="141"/>
                    </a:cubicBezTo>
                    <a:cubicBezTo>
                      <a:pt x="81" y="70"/>
                      <a:pt x="71" y="0"/>
                      <a:pt x="41" y="0"/>
                    </a:cubicBezTo>
                    <a:close/>
                  </a:path>
                </a:pathLst>
              </a:custGeom>
              <a:solidFill>
                <a:srgbClr val="5150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33" name="Google Shape;15233;p50"/>
              <p:cNvSpPr/>
              <p:nvPr/>
            </p:nvSpPr>
            <p:spPr>
              <a:xfrm>
                <a:off x="4846768" y="4628126"/>
                <a:ext cx="94152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994" h="374" extrusionOk="0">
                    <a:moveTo>
                      <a:pt x="29" y="275"/>
                    </a:moveTo>
                    <a:cubicBezTo>
                      <a:pt x="22" y="275"/>
                      <a:pt x="16" y="275"/>
                      <a:pt x="11" y="277"/>
                    </a:cubicBezTo>
                    <a:lnTo>
                      <a:pt x="1" y="287"/>
                    </a:lnTo>
                    <a:cubicBezTo>
                      <a:pt x="8" y="283"/>
                      <a:pt x="18" y="278"/>
                      <a:pt x="32" y="275"/>
                    </a:cubicBezTo>
                    <a:lnTo>
                      <a:pt x="32" y="275"/>
                    </a:lnTo>
                    <a:cubicBezTo>
                      <a:pt x="31" y="275"/>
                      <a:pt x="30" y="275"/>
                      <a:pt x="29" y="275"/>
                    </a:cubicBezTo>
                    <a:close/>
                    <a:moveTo>
                      <a:pt x="969" y="0"/>
                    </a:moveTo>
                    <a:cubicBezTo>
                      <a:pt x="941" y="0"/>
                      <a:pt x="889" y="13"/>
                      <a:pt x="813" y="26"/>
                    </a:cubicBezTo>
                    <a:cubicBezTo>
                      <a:pt x="783" y="31"/>
                      <a:pt x="746" y="33"/>
                      <a:pt x="705" y="33"/>
                    </a:cubicBezTo>
                    <a:cubicBezTo>
                      <a:pt x="665" y="33"/>
                      <a:pt x="623" y="31"/>
                      <a:pt x="583" y="26"/>
                    </a:cubicBezTo>
                    <a:cubicBezTo>
                      <a:pt x="541" y="22"/>
                      <a:pt x="499" y="19"/>
                      <a:pt x="461" y="19"/>
                    </a:cubicBezTo>
                    <a:cubicBezTo>
                      <a:pt x="406" y="19"/>
                      <a:pt x="357" y="24"/>
                      <a:pt x="322" y="36"/>
                    </a:cubicBezTo>
                    <a:cubicBezTo>
                      <a:pt x="211" y="76"/>
                      <a:pt x="131" y="96"/>
                      <a:pt x="131" y="96"/>
                    </a:cubicBezTo>
                    <a:cubicBezTo>
                      <a:pt x="131" y="96"/>
                      <a:pt x="185" y="150"/>
                      <a:pt x="266" y="150"/>
                    </a:cubicBezTo>
                    <a:cubicBezTo>
                      <a:pt x="277" y="150"/>
                      <a:pt x="289" y="149"/>
                      <a:pt x="302" y="146"/>
                    </a:cubicBezTo>
                    <a:lnTo>
                      <a:pt x="302" y="146"/>
                    </a:lnTo>
                    <a:cubicBezTo>
                      <a:pt x="302" y="146"/>
                      <a:pt x="235" y="190"/>
                      <a:pt x="166" y="190"/>
                    </a:cubicBezTo>
                    <a:cubicBezTo>
                      <a:pt x="154" y="190"/>
                      <a:pt x="143" y="189"/>
                      <a:pt x="131" y="186"/>
                    </a:cubicBezTo>
                    <a:lnTo>
                      <a:pt x="131" y="186"/>
                    </a:lnTo>
                    <a:cubicBezTo>
                      <a:pt x="131" y="186"/>
                      <a:pt x="208" y="256"/>
                      <a:pt x="286" y="256"/>
                    </a:cubicBezTo>
                    <a:cubicBezTo>
                      <a:pt x="301" y="256"/>
                      <a:pt x="317" y="253"/>
                      <a:pt x="332" y="246"/>
                    </a:cubicBezTo>
                    <a:lnTo>
                      <a:pt x="332" y="246"/>
                    </a:lnTo>
                    <a:cubicBezTo>
                      <a:pt x="332" y="247"/>
                      <a:pt x="293" y="285"/>
                      <a:pt x="216" y="285"/>
                    </a:cubicBezTo>
                    <a:cubicBezTo>
                      <a:pt x="197" y="285"/>
                      <a:pt x="175" y="283"/>
                      <a:pt x="151" y="277"/>
                    </a:cubicBezTo>
                    <a:cubicBezTo>
                      <a:pt x="126" y="270"/>
                      <a:pt x="104" y="268"/>
                      <a:pt x="85" y="268"/>
                    </a:cubicBezTo>
                    <a:cubicBezTo>
                      <a:pt x="64" y="268"/>
                      <a:pt x="46" y="271"/>
                      <a:pt x="32" y="275"/>
                    </a:cubicBezTo>
                    <a:lnTo>
                      <a:pt x="32" y="275"/>
                    </a:lnTo>
                    <a:cubicBezTo>
                      <a:pt x="74" y="276"/>
                      <a:pt x="136" y="301"/>
                      <a:pt x="211" y="327"/>
                    </a:cubicBezTo>
                    <a:cubicBezTo>
                      <a:pt x="289" y="348"/>
                      <a:pt x="380" y="374"/>
                      <a:pt x="466" y="374"/>
                    </a:cubicBezTo>
                    <a:cubicBezTo>
                      <a:pt x="503" y="374"/>
                      <a:pt x="539" y="369"/>
                      <a:pt x="573" y="357"/>
                    </a:cubicBezTo>
                    <a:cubicBezTo>
                      <a:pt x="733" y="297"/>
                      <a:pt x="944" y="116"/>
                      <a:pt x="994" y="16"/>
                    </a:cubicBezTo>
                    <a:cubicBezTo>
                      <a:pt x="994" y="5"/>
                      <a:pt x="986" y="0"/>
                      <a:pt x="969" y="0"/>
                    </a:cubicBezTo>
                    <a:close/>
                  </a:path>
                </a:pathLst>
              </a:custGeom>
              <a:solidFill>
                <a:srgbClr val="986F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34" name="Google Shape;15234;p50"/>
              <p:cNvSpPr/>
              <p:nvPr/>
            </p:nvSpPr>
            <p:spPr>
              <a:xfrm>
                <a:off x="4846768" y="4627652"/>
                <a:ext cx="94152" cy="3523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372" extrusionOk="0">
                    <a:moveTo>
                      <a:pt x="11" y="282"/>
                    </a:moveTo>
                    <a:lnTo>
                      <a:pt x="11" y="287"/>
                    </a:lnTo>
                    <a:lnTo>
                      <a:pt x="11" y="287"/>
                    </a:lnTo>
                    <a:cubicBezTo>
                      <a:pt x="15" y="285"/>
                      <a:pt x="18" y="283"/>
                      <a:pt x="23" y="282"/>
                    </a:cubicBezTo>
                    <a:close/>
                    <a:moveTo>
                      <a:pt x="11" y="287"/>
                    </a:moveTo>
                    <a:cubicBezTo>
                      <a:pt x="7" y="288"/>
                      <a:pt x="4" y="290"/>
                      <a:pt x="1" y="292"/>
                    </a:cubicBezTo>
                    <a:lnTo>
                      <a:pt x="11" y="292"/>
                    </a:lnTo>
                    <a:lnTo>
                      <a:pt x="11" y="287"/>
                    </a:lnTo>
                    <a:close/>
                    <a:moveTo>
                      <a:pt x="964" y="1"/>
                    </a:moveTo>
                    <a:cubicBezTo>
                      <a:pt x="944" y="1"/>
                      <a:pt x="894" y="21"/>
                      <a:pt x="813" y="31"/>
                    </a:cubicBezTo>
                    <a:cubicBezTo>
                      <a:pt x="783" y="41"/>
                      <a:pt x="753" y="41"/>
                      <a:pt x="723" y="41"/>
                    </a:cubicBezTo>
                    <a:cubicBezTo>
                      <a:pt x="673" y="41"/>
                      <a:pt x="633" y="31"/>
                      <a:pt x="583" y="31"/>
                    </a:cubicBezTo>
                    <a:cubicBezTo>
                      <a:pt x="532" y="31"/>
                      <a:pt x="482" y="21"/>
                      <a:pt x="442" y="21"/>
                    </a:cubicBezTo>
                    <a:cubicBezTo>
                      <a:pt x="392" y="21"/>
                      <a:pt x="352" y="31"/>
                      <a:pt x="322" y="41"/>
                    </a:cubicBezTo>
                    <a:cubicBezTo>
                      <a:pt x="211" y="81"/>
                      <a:pt x="131" y="101"/>
                      <a:pt x="131" y="101"/>
                    </a:cubicBezTo>
                    <a:cubicBezTo>
                      <a:pt x="131" y="101"/>
                      <a:pt x="181" y="151"/>
                      <a:pt x="252" y="151"/>
                    </a:cubicBezTo>
                    <a:lnTo>
                      <a:pt x="302" y="151"/>
                    </a:lnTo>
                    <a:cubicBezTo>
                      <a:pt x="302" y="151"/>
                      <a:pt x="242" y="191"/>
                      <a:pt x="171" y="191"/>
                    </a:cubicBezTo>
                    <a:lnTo>
                      <a:pt x="131" y="191"/>
                    </a:lnTo>
                    <a:cubicBezTo>
                      <a:pt x="131" y="191"/>
                      <a:pt x="211" y="262"/>
                      <a:pt x="292" y="262"/>
                    </a:cubicBezTo>
                    <a:cubicBezTo>
                      <a:pt x="302" y="262"/>
                      <a:pt x="312" y="262"/>
                      <a:pt x="332" y="251"/>
                    </a:cubicBezTo>
                    <a:lnTo>
                      <a:pt x="332" y="251"/>
                    </a:lnTo>
                    <a:cubicBezTo>
                      <a:pt x="332" y="252"/>
                      <a:pt x="292" y="292"/>
                      <a:pt x="221" y="292"/>
                    </a:cubicBezTo>
                    <a:cubicBezTo>
                      <a:pt x="201" y="292"/>
                      <a:pt x="181" y="282"/>
                      <a:pt x="151" y="282"/>
                    </a:cubicBezTo>
                    <a:cubicBezTo>
                      <a:pt x="131" y="272"/>
                      <a:pt x="101" y="272"/>
                      <a:pt x="81" y="272"/>
                    </a:cubicBezTo>
                    <a:cubicBezTo>
                      <a:pt x="55" y="272"/>
                      <a:pt x="37" y="276"/>
                      <a:pt x="23" y="282"/>
                    </a:cubicBezTo>
                    <a:lnTo>
                      <a:pt x="31" y="282"/>
                    </a:lnTo>
                    <a:cubicBezTo>
                      <a:pt x="81" y="282"/>
                      <a:pt x="141" y="302"/>
                      <a:pt x="211" y="332"/>
                    </a:cubicBezTo>
                    <a:cubicBezTo>
                      <a:pt x="292" y="352"/>
                      <a:pt x="372" y="372"/>
                      <a:pt x="452" y="372"/>
                    </a:cubicBezTo>
                    <a:cubicBezTo>
                      <a:pt x="492" y="372"/>
                      <a:pt x="532" y="372"/>
                      <a:pt x="573" y="362"/>
                    </a:cubicBezTo>
                    <a:cubicBezTo>
                      <a:pt x="733" y="302"/>
                      <a:pt x="944" y="121"/>
                      <a:pt x="994" y="21"/>
                    </a:cubicBezTo>
                    <a:cubicBezTo>
                      <a:pt x="994" y="11"/>
                      <a:pt x="984" y="1"/>
                      <a:pt x="9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35" name="Google Shape;15235;p50"/>
              <p:cNvSpPr/>
              <p:nvPr/>
            </p:nvSpPr>
            <p:spPr>
              <a:xfrm>
                <a:off x="4628246" y="4610697"/>
                <a:ext cx="82785" cy="41108"/>
              </a:xfrm>
              <a:custGeom>
                <a:avLst/>
                <a:gdLst/>
                <a:ahLst/>
                <a:cxnLst/>
                <a:rect l="l" t="t" r="r" b="b"/>
                <a:pathLst>
                  <a:path w="874" h="434" extrusionOk="0">
                    <a:moveTo>
                      <a:pt x="149" y="1"/>
                    </a:moveTo>
                    <a:cubicBezTo>
                      <a:pt x="62" y="1"/>
                      <a:pt x="1" y="28"/>
                      <a:pt x="1" y="69"/>
                    </a:cubicBezTo>
                    <a:cubicBezTo>
                      <a:pt x="71" y="200"/>
                      <a:pt x="372" y="400"/>
                      <a:pt x="512" y="430"/>
                    </a:cubicBezTo>
                    <a:cubicBezTo>
                      <a:pt x="527" y="432"/>
                      <a:pt x="542" y="433"/>
                      <a:pt x="556" y="433"/>
                    </a:cubicBezTo>
                    <a:cubicBezTo>
                      <a:pt x="621" y="433"/>
                      <a:pt x="684" y="417"/>
                      <a:pt x="733" y="400"/>
                    </a:cubicBezTo>
                    <a:cubicBezTo>
                      <a:pt x="790" y="384"/>
                      <a:pt x="834" y="368"/>
                      <a:pt x="859" y="368"/>
                    </a:cubicBezTo>
                    <a:cubicBezTo>
                      <a:pt x="865" y="368"/>
                      <a:pt x="870" y="368"/>
                      <a:pt x="873" y="370"/>
                    </a:cubicBezTo>
                    <a:cubicBezTo>
                      <a:pt x="805" y="319"/>
                      <a:pt x="824" y="231"/>
                      <a:pt x="813" y="231"/>
                    </a:cubicBezTo>
                    <a:cubicBezTo>
                      <a:pt x="811" y="231"/>
                      <a:pt x="808" y="234"/>
                      <a:pt x="803" y="240"/>
                    </a:cubicBezTo>
                    <a:cubicBezTo>
                      <a:pt x="773" y="270"/>
                      <a:pt x="593" y="280"/>
                      <a:pt x="593" y="280"/>
                    </a:cubicBezTo>
                    <a:cubicBezTo>
                      <a:pt x="683" y="270"/>
                      <a:pt x="783" y="170"/>
                      <a:pt x="783" y="170"/>
                    </a:cubicBezTo>
                    <a:lnTo>
                      <a:pt x="783" y="170"/>
                    </a:lnTo>
                    <a:cubicBezTo>
                      <a:pt x="761" y="174"/>
                      <a:pt x="739" y="176"/>
                      <a:pt x="717" y="176"/>
                    </a:cubicBezTo>
                    <a:cubicBezTo>
                      <a:pt x="599" y="176"/>
                      <a:pt x="492" y="120"/>
                      <a:pt x="492" y="120"/>
                    </a:cubicBezTo>
                    <a:lnTo>
                      <a:pt x="492" y="120"/>
                    </a:lnTo>
                    <a:cubicBezTo>
                      <a:pt x="503" y="120"/>
                      <a:pt x="514" y="121"/>
                      <a:pt x="525" y="121"/>
                    </a:cubicBezTo>
                    <a:cubicBezTo>
                      <a:pt x="655" y="121"/>
                      <a:pt x="783" y="69"/>
                      <a:pt x="783" y="69"/>
                    </a:cubicBezTo>
                    <a:cubicBezTo>
                      <a:pt x="753" y="29"/>
                      <a:pt x="442" y="59"/>
                      <a:pt x="282" y="19"/>
                    </a:cubicBezTo>
                    <a:cubicBezTo>
                      <a:pt x="234" y="7"/>
                      <a:pt x="189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36" name="Google Shape;15236;p50"/>
              <p:cNvSpPr/>
              <p:nvPr/>
            </p:nvSpPr>
            <p:spPr>
              <a:xfrm>
                <a:off x="4672007" y="4649533"/>
                <a:ext cx="4831" cy="1989"/>
              </a:xfrm>
              <a:custGeom>
                <a:avLst/>
                <a:gdLst/>
                <a:ahLst/>
                <a:cxnLst/>
                <a:rect l="l" t="t" r="r" b="b"/>
                <a:pathLst>
                  <a:path w="51" h="21" extrusionOk="0">
                    <a:moveTo>
                      <a:pt x="0" y="0"/>
                    </a:moveTo>
                    <a:cubicBezTo>
                      <a:pt x="4" y="2"/>
                      <a:pt x="7" y="4"/>
                      <a:pt x="10" y="5"/>
                    </a:cubicBezTo>
                    <a:lnTo>
                      <a:pt x="10" y="5"/>
                    </a:lnTo>
                    <a:cubicBezTo>
                      <a:pt x="10" y="0"/>
                      <a:pt x="10" y="0"/>
                      <a:pt x="10" y="0"/>
                    </a:cubicBezTo>
                    <a:close/>
                    <a:moveTo>
                      <a:pt x="10" y="5"/>
                    </a:moveTo>
                    <a:cubicBezTo>
                      <a:pt x="10" y="6"/>
                      <a:pt x="10" y="8"/>
                      <a:pt x="10" y="10"/>
                    </a:cubicBezTo>
                    <a:lnTo>
                      <a:pt x="25" y="10"/>
                    </a:lnTo>
                    <a:cubicBezTo>
                      <a:pt x="20" y="9"/>
                      <a:pt x="16" y="7"/>
                      <a:pt x="10" y="5"/>
                    </a:cubicBezTo>
                    <a:close/>
                    <a:moveTo>
                      <a:pt x="25" y="10"/>
                    </a:moveTo>
                    <a:cubicBezTo>
                      <a:pt x="30" y="12"/>
                      <a:pt x="35" y="14"/>
                      <a:pt x="40" y="16"/>
                    </a:cubicBezTo>
                    <a:lnTo>
                      <a:pt x="40" y="16"/>
                    </a:lnTo>
                    <a:cubicBezTo>
                      <a:pt x="40" y="13"/>
                      <a:pt x="40" y="10"/>
                      <a:pt x="40" y="10"/>
                    </a:cubicBezTo>
                    <a:close/>
                    <a:moveTo>
                      <a:pt x="40" y="16"/>
                    </a:moveTo>
                    <a:cubicBezTo>
                      <a:pt x="40" y="18"/>
                      <a:pt x="40" y="20"/>
                      <a:pt x="40" y="20"/>
                    </a:cubicBezTo>
                    <a:lnTo>
                      <a:pt x="50" y="20"/>
                    </a:lnTo>
                    <a:cubicBezTo>
                      <a:pt x="47" y="19"/>
                      <a:pt x="43" y="17"/>
                      <a:pt x="40" y="16"/>
                    </a:cubicBezTo>
                    <a:close/>
                  </a:path>
                </a:pathLst>
              </a:custGeom>
              <a:solidFill>
                <a:srgbClr val="A291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37" name="Google Shape;15237;p50"/>
              <p:cNvSpPr/>
              <p:nvPr/>
            </p:nvSpPr>
            <p:spPr>
              <a:xfrm>
                <a:off x="4672954" y="4649533"/>
                <a:ext cx="3884" cy="1989"/>
              </a:xfrm>
              <a:custGeom>
                <a:avLst/>
                <a:gdLst/>
                <a:ahLst/>
                <a:cxnLst/>
                <a:rect l="l" t="t" r="r" b="b"/>
                <a:pathLst>
                  <a:path w="41" h="21" extrusionOk="0">
                    <a:moveTo>
                      <a:pt x="40" y="20"/>
                    </a:moveTo>
                    <a:lnTo>
                      <a:pt x="40" y="20"/>
                    </a:lnTo>
                    <a:lnTo>
                      <a:pt x="40" y="20"/>
                    </a:lnTo>
                    <a:lnTo>
                      <a:pt x="40" y="20"/>
                    </a:lnTo>
                    <a:close/>
                    <a:moveTo>
                      <a:pt x="40" y="20"/>
                    </a:move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lose/>
                    <a:moveTo>
                      <a:pt x="30" y="20"/>
                    </a:move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lose/>
                    <a:moveTo>
                      <a:pt x="30" y="10"/>
                    </a:move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lose/>
                    <a:moveTo>
                      <a:pt x="30" y="10"/>
                    </a:move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lose/>
                    <a:moveTo>
                      <a:pt x="30" y="10"/>
                    </a:moveTo>
                    <a:lnTo>
                      <a:pt x="30" y="10"/>
                    </a:lnTo>
                    <a:lnTo>
                      <a:pt x="30" y="10"/>
                    </a:lnTo>
                    <a:close/>
                    <a:moveTo>
                      <a:pt x="30" y="10"/>
                    </a:move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lose/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10" y="10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lose/>
                    <a:moveTo>
                      <a:pt x="10" y="10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lose/>
                    <a:moveTo>
                      <a:pt x="10" y="10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lose/>
                    <a:moveTo>
                      <a:pt x="10" y="10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lose/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lose/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lnTo>
                      <a:pt x="0" y="1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A3C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38" name="Google Shape;15238;p50"/>
              <p:cNvSpPr/>
              <p:nvPr/>
            </p:nvSpPr>
            <p:spPr>
              <a:xfrm>
                <a:off x="4672007" y="4649533"/>
                <a:ext cx="95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291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39" name="Google Shape;15239;p50"/>
              <p:cNvSpPr/>
              <p:nvPr/>
            </p:nvSpPr>
            <p:spPr>
              <a:xfrm>
                <a:off x="4666324" y="4647638"/>
                <a:ext cx="1042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1" h="1" extrusionOk="0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lose/>
                    <a:moveTo>
                      <a:pt x="1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10" y="0"/>
                    </a:cubicBezTo>
                    <a:close/>
                  </a:path>
                </a:pathLst>
              </a:custGeom>
              <a:solidFill>
                <a:srgbClr val="A596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40" name="Google Shape;15240;p50"/>
              <p:cNvSpPr/>
              <p:nvPr/>
            </p:nvSpPr>
            <p:spPr>
              <a:xfrm>
                <a:off x="4655810" y="4612497"/>
                <a:ext cx="46697" cy="4831"/>
              </a:xfrm>
              <a:custGeom>
                <a:avLst/>
                <a:gdLst/>
                <a:ahLst/>
                <a:cxnLst/>
                <a:rect l="l" t="t" r="r" b="b"/>
                <a:pathLst>
                  <a:path w="493" h="51" extrusionOk="0">
                    <a:moveTo>
                      <a:pt x="492" y="50"/>
                    </a:moveTo>
                    <a:cubicBezTo>
                      <a:pt x="462" y="10"/>
                      <a:pt x="161" y="40"/>
                      <a:pt x="1" y="0"/>
                    </a:cubicBezTo>
                    <a:cubicBezTo>
                      <a:pt x="161" y="40"/>
                      <a:pt x="462" y="10"/>
                      <a:pt x="492" y="50"/>
                    </a:cubicBezTo>
                    <a:close/>
                  </a:path>
                </a:pathLst>
              </a:custGeom>
              <a:solidFill>
                <a:srgbClr val="4A3C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41" name="Google Shape;15241;p50"/>
              <p:cNvSpPr/>
              <p:nvPr/>
            </p:nvSpPr>
            <p:spPr>
              <a:xfrm>
                <a:off x="4655810" y="4612497"/>
                <a:ext cx="55222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83" h="412" extrusionOk="0">
                    <a:moveTo>
                      <a:pt x="111" y="371"/>
                    </a:moveTo>
                    <a:cubicBezTo>
                      <a:pt x="114" y="371"/>
                      <a:pt x="118" y="371"/>
                      <a:pt x="121" y="371"/>
                    </a:cubicBezTo>
                    <a:lnTo>
                      <a:pt x="121" y="371"/>
                    </a:lnTo>
                    <a:cubicBezTo>
                      <a:pt x="121" y="371"/>
                      <a:pt x="121" y="371"/>
                      <a:pt x="121" y="371"/>
                    </a:cubicBezTo>
                    <a:close/>
                    <a:moveTo>
                      <a:pt x="1" y="0"/>
                    </a:moveTo>
                    <a:lnTo>
                      <a:pt x="1" y="0"/>
                    </a:lnTo>
                    <a:cubicBezTo>
                      <a:pt x="41" y="20"/>
                      <a:pt x="81" y="40"/>
                      <a:pt x="111" y="70"/>
                    </a:cubicBezTo>
                    <a:cubicBezTo>
                      <a:pt x="161" y="121"/>
                      <a:pt x="201" y="171"/>
                      <a:pt x="231" y="231"/>
                    </a:cubicBezTo>
                    <a:cubicBezTo>
                      <a:pt x="251" y="261"/>
                      <a:pt x="272" y="291"/>
                      <a:pt x="261" y="321"/>
                    </a:cubicBezTo>
                    <a:cubicBezTo>
                      <a:pt x="251" y="361"/>
                      <a:pt x="211" y="381"/>
                      <a:pt x="171" y="381"/>
                    </a:cubicBezTo>
                    <a:cubicBezTo>
                      <a:pt x="155" y="373"/>
                      <a:pt x="138" y="372"/>
                      <a:pt x="121" y="371"/>
                    </a:cubicBezTo>
                    <a:lnTo>
                      <a:pt x="121" y="371"/>
                    </a:lnTo>
                    <a:cubicBezTo>
                      <a:pt x="141" y="381"/>
                      <a:pt x="151" y="391"/>
                      <a:pt x="171" y="391"/>
                    </a:cubicBezTo>
                    <a:lnTo>
                      <a:pt x="181" y="391"/>
                    </a:lnTo>
                    <a:cubicBezTo>
                      <a:pt x="181" y="391"/>
                      <a:pt x="181" y="391"/>
                      <a:pt x="181" y="401"/>
                    </a:cubicBezTo>
                    <a:lnTo>
                      <a:pt x="211" y="401"/>
                    </a:lnTo>
                    <a:cubicBezTo>
                      <a:pt x="211" y="401"/>
                      <a:pt x="211" y="411"/>
                      <a:pt x="211" y="411"/>
                    </a:cubicBezTo>
                    <a:lnTo>
                      <a:pt x="272" y="411"/>
                    </a:lnTo>
                    <a:cubicBezTo>
                      <a:pt x="322" y="411"/>
                      <a:pt x="372" y="401"/>
                      <a:pt x="422" y="391"/>
                    </a:cubicBezTo>
                    <a:cubicBezTo>
                      <a:pt x="422" y="381"/>
                      <a:pt x="432" y="381"/>
                      <a:pt x="442" y="381"/>
                    </a:cubicBezTo>
                    <a:cubicBezTo>
                      <a:pt x="492" y="361"/>
                      <a:pt x="532" y="351"/>
                      <a:pt x="562" y="351"/>
                    </a:cubicBezTo>
                    <a:lnTo>
                      <a:pt x="582" y="351"/>
                    </a:lnTo>
                    <a:cubicBezTo>
                      <a:pt x="512" y="301"/>
                      <a:pt x="532" y="211"/>
                      <a:pt x="522" y="211"/>
                    </a:cubicBezTo>
                    <a:lnTo>
                      <a:pt x="522" y="211"/>
                    </a:lnTo>
                    <a:cubicBezTo>
                      <a:pt x="522" y="211"/>
                      <a:pt x="522" y="211"/>
                      <a:pt x="512" y="221"/>
                    </a:cubicBezTo>
                    <a:cubicBezTo>
                      <a:pt x="482" y="251"/>
                      <a:pt x="302" y="261"/>
                      <a:pt x="302" y="261"/>
                    </a:cubicBezTo>
                    <a:cubicBezTo>
                      <a:pt x="392" y="251"/>
                      <a:pt x="492" y="151"/>
                      <a:pt x="492" y="151"/>
                    </a:cubicBezTo>
                    <a:cubicBezTo>
                      <a:pt x="462" y="151"/>
                      <a:pt x="442" y="161"/>
                      <a:pt x="412" y="161"/>
                    </a:cubicBezTo>
                    <a:cubicBezTo>
                      <a:pt x="302" y="161"/>
                      <a:pt x="201" y="101"/>
                      <a:pt x="201" y="101"/>
                    </a:cubicBezTo>
                    <a:lnTo>
                      <a:pt x="221" y="101"/>
                    </a:lnTo>
                    <a:cubicBezTo>
                      <a:pt x="352" y="101"/>
                      <a:pt x="492" y="50"/>
                      <a:pt x="492" y="50"/>
                    </a:cubicBezTo>
                    <a:cubicBezTo>
                      <a:pt x="462" y="10"/>
                      <a:pt x="161" y="40"/>
                      <a:pt x="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42" name="Google Shape;15242;p50"/>
              <p:cNvSpPr/>
              <p:nvPr/>
            </p:nvSpPr>
            <p:spPr>
              <a:xfrm>
                <a:off x="4271999" y="4158970"/>
                <a:ext cx="420936" cy="667397"/>
              </a:xfrm>
              <a:custGeom>
                <a:avLst/>
                <a:gdLst/>
                <a:ahLst/>
                <a:cxnLst/>
                <a:rect l="l" t="t" r="r" b="b"/>
                <a:pathLst>
                  <a:path w="4444" h="7046" extrusionOk="0">
                    <a:moveTo>
                      <a:pt x="1532" y="1"/>
                    </a:moveTo>
                    <a:cubicBezTo>
                      <a:pt x="1459" y="1"/>
                      <a:pt x="1385" y="13"/>
                      <a:pt x="1304" y="44"/>
                    </a:cubicBezTo>
                    <a:cubicBezTo>
                      <a:pt x="572" y="325"/>
                      <a:pt x="61" y="585"/>
                      <a:pt x="30" y="1047"/>
                    </a:cubicBezTo>
                    <a:cubicBezTo>
                      <a:pt x="0" y="1498"/>
                      <a:pt x="151" y="2632"/>
                      <a:pt x="321" y="3223"/>
                    </a:cubicBezTo>
                    <a:cubicBezTo>
                      <a:pt x="492" y="3805"/>
                      <a:pt x="492" y="4186"/>
                      <a:pt x="361" y="4467"/>
                    </a:cubicBezTo>
                    <a:cubicBezTo>
                      <a:pt x="231" y="4758"/>
                      <a:pt x="642" y="5270"/>
                      <a:pt x="672" y="5701"/>
                    </a:cubicBezTo>
                    <a:cubicBezTo>
                      <a:pt x="692" y="6132"/>
                      <a:pt x="783" y="6754"/>
                      <a:pt x="853" y="6885"/>
                    </a:cubicBezTo>
                    <a:cubicBezTo>
                      <a:pt x="883" y="6945"/>
                      <a:pt x="893" y="6995"/>
                      <a:pt x="893" y="7045"/>
                    </a:cubicBezTo>
                    <a:cubicBezTo>
                      <a:pt x="923" y="7025"/>
                      <a:pt x="943" y="6995"/>
                      <a:pt x="943" y="6965"/>
                    </a:cubicBezTo>
                    <a:cubicBezTo>
                      <a:pt x="943" y="6664"/>
                      <a:pt x="933" y="6373"/>
                      <a:pt x="933" y="6072"/>
                    </a:cubicBezTo>
                    <a:cubicBezTo>
                      <a:pt x="923" y="6012"/>
                      <a:pt x="923" y="5942"/>
                      <a:pt x="963" y="5902"/>
                    </a:cubicBezTo>
                    <a:cubicBezTo>
                      <a:pt x="993" y="5862"/>
                      <a:pt x="1023" y="5841"/>
                      <a:pt x="1064" y="5841"/>
                    </a:cubicBezTo>
                    <a:cubicBezTo>
                      <a:pt x="1013" y="5641"/>
                      <a:pt x="993" y="5440"/>
                      <a:pt x="1013" y="5280"/>
                    </a:cubicBezTo>
                    <a:cubicBezTo>
                      <a:pt x="1064" y="4788"/>
                      <a:pt x="1084" y="4196"/>
                      <a:pt x="1154" y="3966"/>
                    </a:cubicBezTo>
                    <a:cubicBezTo>
                      <a:pt x="1213" y="3727"/>
                      <a:pt x="1687" y="3203"/>
                      <a:pt x="1773" y="3203"/>
                    </a:cubicBezTo>
                    <a:cubicBezTo>
                      <a:pt x="1774" y="3203"/>
                      <a:pt x="1775" y="3203"/>
                      <a:pt x="1776" y="3203"/>
                    </a:cubicBezTo>
                    <a:cubicBezTo>
                      <a:pt x="1856" y="3223"/>
                      <a:pt x="2418" y="3926"/>
                      <a:pt x="3060" y="3956"/>
                    </a:cubicBezTo>
                    <a:cubicBezTo>
                      <a:pt x="3270" y="3962"/>
                      <a:pt x="3427" y="3965"/>
                      <a:pt x="3543" y="3965"/>
                    </a:cubicBezTo>
                    <a:cubicBezTo>
                      <a:pt x="3775" y="3965"/>
                      <a:pt x="3842" y="3956"/>
                      <a:pt x="3842" y="3956"/>
                    </a:cubicBezTo>
                    <a:cubicBezTo>
                      <a:pt x="3842" y="3956"/>
                      <a:pt x="4003" y="4337"/>
                      <a:pt x="4123" y="4758"/>
                    </a:cubicBezTo>
                    <a:cubicBezTo>
                      <a:pt x="4183" y="4738"/>
                      <a:pt x="4233" y="4708"/>
                      <a:pt x="4283" y="4658"/>
                    </a:cubicBezTo>
                    <a:cubicBezTo>
                      <a:pt x="4444" y="4477"/>
                      <a:pt x="4394" y="4196"/>
                      <a:pt x="4324" y="3956"/>
                    </a:cubicBezTo>
                    <a:cubicBezTo>
                      <a:pt x="4263" y="3735"/>
                      <a:pt x="4203" y="3504"/>
                      <a:pt x="4083" y="3314"/>
                    </a:cubicBezTo>
                    <a:cubicBezTo>
                      <a:pt x="3962" y="3113"/>
                      <a:pt x="3772" y="2943"/>
                      <a:pt x="3541" y="2903"/>
                    </a:cubicBezTo>
                    <a:cubicBezTo>
                      <a:pt x="3451" y="2892"/>
                      <a:pt x="3361" y="2892"/>
                      <a:pt x="3280" y="2892"/>
                    </a:cubicBezTo>
                    <a:cubicBezTo>
                      <a:pt x="3238" y="2895"/>
                      <a:pt x="3197" y="2897"/>
                      <a:pt x="3157" y="2897"/>
                    </a:cubicBezTo>
                    <a:cubicBezTo>
                      <a:pt x="3043" y="2897"/>
                      <a:pt x="2938" y="2882"/>
                      <a:pt x="2849" y="2822"/>
                    </a:cubicBezTo>
                    <a:cubicBezTo>
                      <a:pt x="2699" y="2712"/>
                      <a:pt x="2638" y="2511"/>
                      <a:pt x="2488" y="2411"/>
                    </a:cubicBezTo>
                    <a:cubicBezTo>
                      <a:pt x="2417" y="2366"/>
                      <a:pt x="2333" y="2354"/>
                      <a:pt x="2247" y="2354"/>
                    </a:cubicBezTo>
                    <a:cubicBezTo>
                      <a:pt x="2200" y="2354"/>
                      <a:pt x="2153" y="2357"/>
                      <a:pt x="2107" y="2361"/>
                    </a:cubicBezTo>
                    <a:cubicBezTo>
                      <a:pt x="2032" y="2367"/>
                      <a:pt x="1949" y="2381"/>
                      <a:pt x="1868" y="2381"/>
                    </a:cubicBezTo>
                    <a:cubicBezTo>
                      <a:pt x="1819" y="2381"/>
                      <a:pt x="1771" y="2376"/>
                      <a:pt x="1726" y="2361"/>
                    </a:cubicBezTo>
                    <a:cubicBezTo>
                      <a:pt x="1605" y="2331"/>
                      <a:pt x="1485" y="2210"/>
                      <a:pt x="1505" y="2080"/>
                    </a:cubicBezTo>
                    <a:cubicBezTo>
                      <a:pt x="1535" y="1930"/>
                      <a:pt x="1736" y="1849"/>
                      <a:pt x="1776" y="1689"/>
                    </a:cubicBezTo>
                    <a:cubicBezTo>
                      <a:pt x="1816" y="1538"/>
                      <a:pt x="1696" y="1398"/>
                      <a:pt x="1565" y="1298"/>
                    </a:cubicBezTo>
                    <a:cubicBezTo>
                      <a:pt x="1445" y="1207"/>
                      <a:pt x="1304" y="1097"/>
                      <a:pt x="1284" y="947"/>
                    </a:cubicBezTo>
                    <a:cubicBezTo>
                      <a:pt x="1264" y="776"/>
                      <a:pt x="1405" y="626"/>
                      <a:pt x="1555" y="565"/>
                    </a:cubicBezTo>
                    <a:cubicBezTo>
                      <a:pt x="1716" y="495"/>
                      <a:pt x="1886" y="495"/>
                      <a:pt x="2057" y="455"/>
                    </a:cubicBezTo>
                    <a:cubicBezTo>
                      <a:pt x="2197" y="415"/>
                      <a:pt x="2358" y="325"/>
                      <a:pt x="2438" y="204"/>
                    </a:cubicBezTo>
                    <a:cubicBezTo>
                      <a:pt x="2358" y="194"/>
                      <a:pt x="2297" y="194"/>
                      <a:pt x="2247" y="184"/>
                    </a:cubicBezTo>
                    <a:cubicBezTo>
                      <a:pt x="1971" y="131"/>
                      <a:pt x="1766" y="1"/>
                      <a:pt x="153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43" name="Google Shape;15243;p50"/>
              <p:cNvSpPr/>
              <p:nvPr/>
            </p:nvSpPr>
            <p:spPr>
              <a:xfrm>
                <a:off x="4713779" y="4554527"/>
                <a:ext cx="1042" cy="3884"/>
              </a:xfrm>
              <a:custGeom>
                <a:avLst/>
                <a:gdLst/>
                <a:ahLst/>
                <a:cxnLst/>
                <a:rect l="l" t="t" r="r" b="b"/>
                <a:pathLst>
                  <a:path w="11" h="41" extrusionOk="0">
                    <a:moveTo>
                      <a:pt x="1" y="41"/>
                    </a:moveTo>
                    <a:cubicBezTo>
                      <a:pt x="1" y="20"/>
                      <a:pt x="11" y="10"/>
                      <a:pt x="11" y="0"/>
                    </a:cubicBezTo>
                    <a:cubicBezTo>
                      <a:pt x="11" y="10"/>
                      <a:pt x="1" y="20"/>
                      <a:pt x="1" y="41"/>
                    </a:cubicBezTo>
                    <a:close/>
                  </a:path>
                </a:pathLst>
              </a:custGeom>
              <a:solidFill>
                <a:srgbClr val="D3D4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44" name="Google Shape;15244;p50"/>
              <p:cNvSpPr/>
              <p:nvPr/>
            </p:nvSpPr>
            <p:spPr>
              <a:xfrm>
                <a:off x="4713779" y="4554527"/>
                <a:ext cx="1042" cy="4831"/>
              </a:xfrm>
              <a:custGeom>
                <a:avLst/>
                <a:gdLst/>
                <a:ahLst/>
                <a:cxnLst/>
                <a:rect l="l" t="t" r="r" b="b"/>
                <a:pathLst>
                  <a:path w="11" h="51" extrusionOk="0">
                    <a:moveTo>
                      <a:pt x="11" y="0"/>
                    </a:moveTo>
                    <a:lnTo>
                      <a:pt x="11" y="0"/>
                    </a:lnTo>
                    <a:cubicBezTo>
                      <a:pt x="11" y="0"/>
                      <a:pt x="11" y="1"/>
                      <a:pt x="11" y="1"/>
                    </a:cubicBezTo>
                    <a:lnTo>
                      <a:pt x="11" y="1"/>
                    </a:lnTo>
                    <a:cubicBezTo>
                      <a:pt x="11" y="1"/>
                      <a:pt x="11" y="1"/>
                      <a:pt x="11" y="0"/>
                    </a:cubicBezTo>
                    <a:close/>
                    <a:moveTo>
                      <a:pt x="11" y="1"/>
                    </a:moveTo>
                    <a:cubicBezTo>
                      <a:pt x="10" y="11"/>
                      <a:pt x="1" y="21"/>
                      <a:pt x="1" y="4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0" y="23"/>
                      <a:pt x="11" y="4"/>
                      <a:pt x="11" y="1"/>
                    </a:cubicBezTo>
                    <a:close/>
                  </a:path>
                </a:pathLst>
              </a:custGeom>
              <a:solidFill>
                <a:srgbClr val="CEC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45" name="Google Shape;15245;p50"/>
              <p:cNvSpPr/>
              <p:nvPr/>
            </p:nvSpPr>
            <p:spPr>
              <a:xfrm>
                <a:off x="4710937" y="4411024"/>
                <a:ext cx="35236" cy="189156"/>
              </a:xfrm>
              <a:custGeom>
                <a:avLst/>
                <a:gdLst/>
                <a:ahLst/>
                <a:cxnLst/>
                <a:rect l="l" t="t" r="r" b="b"/>
                <a:pathLst>
                  <a:path w="372" h="1997" extrusionOk="0">
                    <a:moveTo>
                      <a:pt x="0" y="1"/>
                    </a:moveTo>
                    <a:cubicBezTo>
                      <a:pt x="0" y="362"/>
                      <a:pt x="10" y="713"/>
                      <a:pt x="21" y="1074"/>
                    </a:cubicBezTo>
                    <a:cubicBezTo>
                      <a:pt x="21" y="1235"/>
                      <a:pt x="41" y="1395"/>
                      <a:pt x="31" y="1556"/>
                    </a:cubicBezTo>
                    <a:lnTo>
                      <a:pt x="31" y="1566"/>
                    </a:lnTo>
                    <a:cubicBezTo>
                      <a:pt x="41" y="1535"/>
                      <a:pt x="41" y="1515"/>
                      <a:pt x="41" y="1515"/>
                    </a:cubicBezTo>
                    <a:cubicBezTo>
                      <a:pt x="41" y="1515"/>
                      <a:pt x="81" y="1887"/>
                      <a:pt x="181" y="1997"/>
                    </a:cubicBezTo>
                    <a:cubicBezTo>
                      <a:pt x="251" y="1967"/>
                      <a:pt x="311" y="1937"/>
                      <a:pt x="372" y="1917"/>
                    </a:cubicBezTo>
                    <a:cubicBezTo>
                      <a:pt x="372" y="1646"/>
                      <a:pt x="221" y="1425"/>
                      <a:pt x="301" y="1114"/>
                    </a:cubicBezTo>
                    <a:cubicBezTo>
                      <a:pt x="362" y="893"/>
                      <a:pt x="251" y="663"/>
                      <a:pt x="151" y="452"/>
                    </a:cubicBezTo>
                    <a:cubicBezTo>
                      <a:pt x="101" y="322"/>
                      <a:pt x="71" y="121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46" name="Google Shape;15246;p50"/>
              <p:cNvSpPr/>
              <p:nvPr/>
            </p:nvSpPr>
            <p:spPr>
              <a:xfrm>
                <a:off x="4728082" y="4592511"/>
                <a:ext cx="18092" cy="9567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01" extrusionOk="0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30" y="21"/>
                      <a:pt x="70" y="51"/>
                      <a:pt x="0" y="81"/>
                    </a:cubicBezTo>
                    <a:cubicBezTo>
                      <a:pt x="0" y="81"/>
                      <a:pt x="10" y="91"/>
                      <a:pt x="10" y="91"/>
                    </a:cubicBezTo>
                    <a:lnTo>
                      <a:pt x="181" y="101"/>
                    </a:lnTo>
                    <a:cubicBezTo>
                      <a:pt x="191" y="71"/>
                      <a:pt x="191" y="41"/>
                      <a:pt x="191" y="1"/>
                    </a:cubicBezTo>
                    <a:close/>
                  </a:path>
                </a:pathLst>
              </a:custGeom>
              <a:solidFill>
                <a:srgbClr val="3E3D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47" name="Google Shape;15247;p50"/>
              <p:cNvSpPr/>
              <p:nvPr/>
            </p:nvSpPr>
            <p:spPr>
              <a:xfrm>
                <a:off x="4842032" y="4281824"/>
                <a:ext cx="31447" cy="268058"/>
              </a:xfrm>
              <a:custGeom>
                <a:avLst/>
                <a:gdLst/>
                <a:ahLst/>
                <a:cxnLst/>
                <a:rect l="l" t="t" r="r" b="b"/>
                <a:pathLst>
                  <a:path w="332" h="2830" extrusionOk="0">
                    <a:moveTo>
                      <a:pt x="1" y="1"/>
                    </a:moveTo>
                    <a:cubicBezTo>
                      <a:pt x="51" y="191"/>
                      <a:pt x="71" y="382"/>
                      <a:pt x="51" y="582"/>
                    </a:cubicBezTo>
                    <a:cubicBezTo>
                      <a:pt x="31" y="803"/>
                      <a:pt x="61" y="893"/>
                      <a:pt x="51" y="1114"/>
                    </a:cubicBezTo>
                    <a:cubicBezTo>
                      <a:pt x="31" y="1626"/>
                      <a:pt x="201" y="2027"/>
                      <a:pt x="41" y="2829"/>
                    </a:cubicBezTo>
                    <a:cubicBezTo>
                      <a:pt x="81" y="2649"/>
                      <a:pt x="121" y="2448"/>
                      <a:pt x="141" y="2278"/>
                    </a:cubicBezTo>
                    <a:cubicBezTo>
                      <a:pt x="201" y="1796"/>
                      <a:pt x="332" y="1224"/>
                      <a:pt x="332" y="1054"/>
                    </a:cubicBezTo>
                    <a:cubicBezTo>
                      <a:pt x="332" y="944"/>
                      <a:pt x="171" y="43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48" name="Google Shape;15248;p50"/>
              <p:cNvSpPr/>
              <p:nvPr/>
            </p:nvSpPr>
            <p:spPr>
              <a:xfrm>
                <a:off x="4625404" y="4177346"/>
                <a:ext cx="192566" cy="47265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49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1" y="131"/>
                      <a:pt x="262" y="231"/>
                      <a:pt x="432" y="351"/>
                    </a:cubicBezTo>
                    <a:cubicBezTo>
                      <a:pt x="497" y="358"/>
                      <a:pt x="563" y="361"/>
                      <a:pt x="629" y="361"/>
                    </a:cubicBezTo>
                    <a:cubicBezTo>
                      <a:pt x="827" y="361"/>
                      <a:pt x="1029" y="338"/>
                      <a:pt x="1229" y="338"/>
                    </a:cubicBezTo>
                    <a:cubicBezTo>
                      <a:pt x="1363" y="338"/>
                      <a:pt x="1495" y="348"/>
                      <a:pt x="1626" y="381"/>
                    </a:cubicBezTo>
                    <a:cubicBezTo>
                      <a:pt x="1771" y="414"/>
                      <a:pt x="1962" y="498"/>
                      <a:pt x="2015" y="498"/>
                    </a:cubicBezTo>
                    <a:cubicBezTo>
                      <a:pt x="2028" y="498"/>
                      <a:pt x="2033" y="493"/>
                      <a:pt x="2027" y="482"/>
                    </a:cubicBezTo>
                    <a:cubicBezTo>
                      <a:pt x="1866" y="241"/>
                      <a:pt x="913" y="201"/>
                      <a:pt x="653" y="70"/>
                    </a:cubicBezTo>
                    <a:cubicBezTo>
                      <a:pt x="562" y="20"/>
                      <a:pt x="302" y="1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49" name="Google Shape;15249;p50"/>
              <p:cNvSpPr/>
              <p:nvPr/>
            </p:nvSpPr>
            <p:spPr>
              <a:xfrm>
                <a:off x="4358480" y="4158970"/>
                <a:ext cx="144448" cy="33626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355" extrusionOk="0">
                    <a:moveTo>
                      <a:pt x="619" y="1"/>
                    </a:moveTo>
                    <a:cubicBezTo>
                      <a:pt x="546" y="1"/>
                      <a:pt x="472" y="13"/>
                      <a:pt x="391" y="44"/>
                    </a:cubicBezTo>
                    <a:cubicBezTo>
                      <a:pt x="261" y="94"/>
                      <a:pt x="131" y="144"/>
                      <a:pt x="0" y="204"/>
                    </a:cubicBezTo>
                    <a:cubicBezTo>
                      <a:pt x="90" y="214"/>
                      <a:pt x="191" y="234"/>
                      <a:pt x="251" y="244"/>
                    </a:cubicBezTo>
                    <a:lnTo>
                      <a:pt x="1364" y="355"/>
                    </a:lnTo>
                    <a:cubicBezTo>
                      <a:pt x="1434" y="315"/>
                      <a:pt x="1485" y="264"/>
                      <a:pt x="1525" y="204"/>
                    </a:cubicBezTo>
                    <a:cubicBezTo>
                      <a:pt x="1445" y="194"/>
                      <a:pt x="1384" y="194"/>
                      <a:pt x="1334" y="184"/>
                    </a:cubicBezTo>
                    <a:cubicBezTo>
                      <a:pt x="1058" y="131"/>
                      <a:pt x="853" y="1"/>
                      <a:pt x="619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50" name="Google Shape;15250;p50"/>
              <p:cNvSpPr/>
              <p:nvPr/>
            </p:nvSpPr>
            <p:spPr>
              <a:xfrm>
                <a:off x="4271999" y="4163990"/>
                <a:ext cx="164434" cy="376323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3973" extrusionOk="0">
                    <a:moveTo>
                      <a:pt x="1274" y="1"/>
                    </a:moveTo>
                    <a:cubicBezTo>
                      <a:pt x="552" y="282"/>
                      <a:pt x="61" y="542"/>
                      <a:pt x="30" y="994"/>
                    </a:cubicBezTo>
                    <a:cubicBezTo>
                      <a:pt x="0" y="1445"/>
                      <a:pt x="151" y="2579"/>
                      <a:pt x="321" y="3170"/>
                    </a:cubicBezTo>
                    <a:cubicBezTo>
                      <a:pt x="412" y="3491"/>
                      <a:pt x="452" y="3752"/>
                      <a:pt x="452" y="3973"/>
                    </a:cubicBezTo>
                    <a:cubicBezTo>
                      <a:pt x="602" y="3622"/>
                      <a:pt x="592" y="3221"/>
                      <a:pt x="532" y="2850"/>
                    </a:cubicBezTo>
                    <a:cubicBezTo>
                      <a:pt x="472" y="2458"/>
                      <a:pt x="351" y="2077"/>
                      <a:pt x="311" y="1686"/>
                    </a:cubicBezTo>
                    <a:cubicBezTo>
                      <a:pt x="271" y="1395"/>
                      <a:pt x="281" y="1084"/>
                      <a:pt x="412" y="813"/>
                    </a:cubicBezTo>
                    <a:cubicBezTo>
                      <a:pt x="542" y="553"/>
                      <a:pt x="783" y="352"/>
                      <a:pt x="1064" y="272"/>
                    </a:cubicBezTo>
                    <a:cubicBezTo>
                      <a:pt x="1130" y="250"/>
                      <a:pt x="1261" y="217"/>
                      <a:pt x="1450" y="217"/>
                    </a:cubicBezTo>
                    <a:cubicBezTo>
                      <a:pt x="1518" y="217"/>
                      <a:pt x="1593" y="221"/>
                      <a:pt x="1675" y="232"/>
                    </a:cubicBezTo>
                    <a:cubicBezTo>
                      <a:pt x="1736" y="232"/>
                      <a:pt x="1334" y="41"/>
                      <a:pt x="1274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51" name="Google Shape;15251;p50"/>
              <p:cNvSpPr/>
              <p:nvPr/>
            </p:nvSpPr>
            <p:spPr>
              <a:xfrm>
                <a:off x="4586474" y="4432905"/>
                <a:ext cx="48591" cy="101729"/>
              </a:xfrm>
              <a:custGeom>
                <a:avLst/>
                <a:gdLst/>
                <a:ahLst/>
                <a:cxnLst/>
                <a:rect l="l" t="t" r="r" b="b"/>
                <a:pathLst>
                  <a:path w="513" h="1074" extrusionOk="0">
                    <a:moveTo>
                      <a:pt x="51" y="0"/>
                    </a:moveTo>
                    <a:cubicBezTo>
                      <a:pt x="21" y="121"/>
                      <a:pt x="0" y="211"/>
                      <a:pt x="10" y="261"/>
                    </a:cubicBezTo>
                    <a:cubicBezTo>
                      <a:pt x="21" y="382"/>
                      <a:pt x="101" y="853"/>
                      <a:pt x="131" y="1074"/>
                    </a:cubicBezTo>
                    <a:cubicBezTo>
                      <a:pt x="422" y="1074"/>
                      <a:pt x="512" y="1064"/>
                      <a:pt x="512" y="1064"/>
                    </a:cubicBezTo>
                    <a:cubicBezTo>
                      <a:pt x="392" y="723"/>
                      <a:pt x="341" y="362"/>
                      <a:pt x="311" y="41"/>
                    </a:cubicBezTo>
                    <a:cubicBezTo>
                      <a:pt x="281" y="31"/>
                      <a:pt x="251" y="21"/>
                      <a:pt x="221" y="11"/>
                    </a:cubicBezTo>
                    <a:cubicBezTo>
                      <a:pt x="161" y="0"/>
                      <a:pt x="111" y="0"/>
                      <a:pt x="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52" name="Google Shape;15252;p50"/>
              <p:cNvSpPr/>
              <p:nvPr/>
            </p:nvSpPr>
            <p:spPr>
              <a:xfrm>
                <a:off x="4616879" y="4451944"/>
                <a:ext cx="2936" cy="17144"/>
              </a:xfrm>
              <a:custGeom>
                <a:avLst/>
                <a:gdLst/>
                <a:ahLst/>
                <a:cxnLst/>
                <a:rect l="l" t="t" r="r" b="b"/>
                <a:pathLst>
                  <a:path w="31" h="181" extrusionOk="0">
                    <a:moveTo>
                      <a:pt x="31" y="181"/>
                    </a:moveTo>
                    <a:lnTo>
                      <a:pt x="31" y="181"/>
                    </a:lnTo>
                    <a:cubicBezTo>
                      <a:pt x="20" y="120"/>
                      <a:pt x="10" y="60"/>
                      <a:pt x="0" y="0"/>
                    </a:cubicBezTo>
                    <a:cubicBezTo>
                      <a:pt x="10" y="60"/>
                      <a:pt x="20" y="120"/>
                      <a:pt x="31" y="181"/>
                    </a:cubicBezTo>
                    <a:close/>
                  </a:path>
                </a:pathLst>
              </a:custGeom>
              <a:solidFill>
                <a:srgbClr val="3E3D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53" name="Google Shape;15253;p50"/>
              <p:cNvSpPr/>
              <p:nvPr/>
            </p:nvSpPr>
            <p:spPr>
              <a:xfrm>
                <a:off x="4591210" y="4362621"/>
                <a:ext cx="24817" cy="74166"/>
              </a:xfrm>
              <a:custGeom>
                <a:avLst/>
                <a:gdLst/>
                <a:ahLst/>
                <a:cxnLst/>
                <a:rect l="l" t="t" r="r" b="b"/>
                <a:pathLst>
                  <a:path w="262" h="783" extrusionOk="0">
                    <a:moveTo>
                      <a:pt x="211" y="0"/>
                    </a:moveTo>
                    <a:cubicBezTo>
                      <a:pt x="211" y="0"/>
                      <a:pt x="71" y="442"/>
                      <a:pt x="1" y="742"/>
                    </a:cubicBezTo>
                    <a:lnTo>
                      <a:pt x="11" y="742"/>
                    </a:lnTo>
                    <a:cubicBezTo>
                      <a:pt x="61" y="742"/>
                      <a:pt x="121" y="742"/>
                      <a:pt x="171" y="753"/>
                    </a:cubicBezTo>
                    <a:cubicBezTo>
                      <a:pt x="201" y="763"/>
                      <a:pt x="231" y="773"/>
                      <a:pt x="261" y="783"/>
                    </a:cubicBezTo>
                    <a:cubicBezTo>
                      <a:pt x="231" y="452"/>
                      <a:pt x="221" y="171"/>
                      <a:pt x="211" y="0"/>
                    </a:cubicBezTo>
                    <a:close/>
                  </a:path>
                </a:pathLst>
              </a:custGeom>
              <a:solidFill>
                <a:srgbClr val="BBB2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54" name="Google Shape;15254;p50"/>
              <p:cNvSpPr/>
              <p:nvPr/>
            </p:nvSpPr>
            <p:spPr>
              <a:xfrm>
                <a:off x="4587421" y="4432905"/>
                <a:ext cx="29553" cy="21028"/>
              </a:xfrm>
              <a:custGeom>
                <a:avLst/>
                <a:gdLst/>
                <a:ahLst/>
                <a:cxnLst/>
                <a:rect l="l" t="t" r="r" b="b"/>
                <a:pathLst>
                  <a:path w="312" h="222" extrusionOk="0">
                    <a:moveTo>
                      <a:pt x="0" y="221"/>
                    </a:moveTo>
                    <a:cubicBezTo>
                      <a:pt x="0" y="171"/>
                      <a:pt x="21" y="91"/>
                      <a:pt x="41" y="0"/>
                    </a:cubicBezTo>
                    <a:lnTo>
                      <a:pt x="51" y="0"/>
                    </a:lnTo>
                    <a:cubicBezTo>
                      <a:pt x="101" y="0"/>
                      <a:pt x="161" y="0"/>
                      <a:pt x="211" y="11"/>
                    </a:cubicBezTo>
                    <a:cubicBezTo>
                      <a:pt x="241" y="21"/>
                      <a:pt x="271" y="31"/>
                      <a:pt x="301" y="41"/>
                    </a:cubicBezTo>
                    <a:lnTo>
                      <a:pt x="301" y="41"/>
                    </a:lnTo>
                    <a:cubicBezTo>
                      <a:pt x="271" y="31"/>
                      <a:pt x="241" y="21"/>
                      <a:pt x="211" y="11"/>
                    </a:cubicBezTo>
                    <a:cubicBezTo>
                      <a:pt x="161" y="0"/>
                      <a:pt x="101" y="0"/>
                      <a:pt x="51" y="0"/>
                    </a:cubicBezTo>
                    <a:lnTo>
                      <a:pt x="41" y="0"/>
                    </a:lnTo>
                    <a:cubicBezTo>
                      <a:pt x="21" y="91"/>
                      <a:pt x="0" y="171"/>
                      <a:pt x="0" y="221"/>
                    </a:cubicBezTo>
                    <a:moveTo>
                      <a:pt x="311" y="201"/>
                    </a:moveTo>
                    <a:cubicBezTo>
                      <a:pt x="311" y="201"/>
                      <a:pt x="311" y="201"/>
                      <a:pt x="311" y="201"/>
                    </a:cubicBezTo>
                    <a:cubicBezTo>
                      <a:pt x="311" y="201"/>
                      <a:pt x="311" y="201"/>
                      <a:pt x="311" y="201"/>
                    </a:cubicBezTo>
                    <a:close/>
                  </a:path>
                </a:pathLst>
              </a:custGeom>
              <a:solidFill>
                <a:srgbClr val="3E3D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55" name="Google Shape;15255;p50"/>
              <p:cNvSpPr/>
              <p:nvPr/>
            </p:nvSpPr>
            <p:spPr>
              <a:xfrm>
                <a:off x="4587421" y="4432905"/>
                <a:ext cx="32394" cy="36183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82" extrusionOk="0">
                    <a:moveTo>
                      <a:pt x="41" y="0"/>
                    </a:moveTo>
                    <a:cubicBezTo>
                      <a:pt x="21" y="91"/>
                      <a:pt x="0" y="171"/>
                      <a:pt x="0" y="221"/>
                    </a:cubicBezTo>
                    <a:cubicBezTo>
                      <a:pt x="0" y="231"/>
                      <a:pt x="0" y="251"/>
                      <a:pt x="0" y="251"/>
                    </a:cubicBezTo>
                    <a:cubicBezTo>
                      <a:pt x="111" y="291"/>
                      <a:pt x="231" y="331"/>
                      <a:pt x="342" y="382"/>
                    </a:cubicBezTo>
                    <a:cubicBezTo>
                      <a:pt x="331" y="321"/>
                      <a:pt x="321" y="261"/>
                      <a:pt x="311" y="201"/>
                    </a:cubicBezTo>
                    <a:cubicBezTo>
                      <a:pt x="311" y="141"/>
                      <a:pt x="301" y="91"/>
                      <a:pt x="301" y="41"/>
                    </a:cubicBezTo>
                    <a:cubicBezTo>
                      <a:pt x="271" y="31"/>
                      <a:pt x="241" y="21"/>
                      <a:pt x="211" y="11"/>
                    </a:cubicBezTo>
                    <a:cubicBezTo>
                      <a:pt x="161" y="0"/>
                      <a:pt x="101" y="0"/>
                      <a:pt x="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56" name="Google Shape;15256;p50"/>
              <p:cNvSpPr/>
              <p:nvPr/>
            </p:nvSpPr>
            <p:spPr>
              <a:xfrm>
                <a:off x="4362269" y="4412445"/>
                <a:ext cx="272794" cy="122094"/>
              </a:xfrm>
              <a:custGeom>
                <a:avLst/>
                <a:gdLst/>
                <a:ahLst/>
                <a:cxnLst/>
                <a:rect l="l" t="t" r="r" b="b"/>
                <a:pathLst>
                  <a:path w="2880" h="1289" extrusionOk="0">
                    <a:moveTo>
                      <a:pt x="431" y="1"/>
                    </a:moveTo>
                    <a:cubicBezTo>
                      <a:pt x="217" y="1"/>
                      <a:pt x="107" y="436"/>
                      <a:pt x="50" y="578"/>
                    </a:cubicBezTo>
                    <a:cubicBezTo>
                      <a:pt x="0" y="728"/>
                      <a:pt x="201" y="848"/>
                      <a:pt x="401" y="949"/>
                    </a:cubicBezTo>
                    <a:cubicBezTo>
                      <a:pt x="562" y="738"/>
                      <a:pt x="773" y="527"/>
                      <a:pt x="823" y="527"/>
                    </a:cubicBezTo>
                    <a:cubicBezTo>
                      <a:pt x="903" y="547"/>
                      <a:pt x="1465" y="1250"/>
                      <a:pt x="2107" y="1280"/>
                    </a:cubicBezTo>
                    <a:cubicBezTo>
                      <a:pt x="2311" y="1286"/>
                      <a:pt x="2463" y="1289"/>
                      <a:pt x="2577" y="1289"/>
                    </a:cubicBezTo>
                    <a:cubicBezTo>
                      <a:pt x="2803" y="1289"/>
                      <a:pt x="2872" y="1280"/>
                      <a:pt x="2879" y="1280"/>
                    </a:cubicBezTo>
                    <a:cubicBezTo>
                      <a:pt x="2869" y="1189"/>
                      <a:pt x="2849" y="1109"/>
                      <a:pt x="2819" y="1039"/>
                    </a:cubicBezTo>
                    <a:cubicBezTo>
                      <a:pt x="2769" y="878"/>
                      <a:pt x="2658" y="858"/>
                      <a:pt x="2488" y="858"/>
                    </a:cubicBezTo>
                    <a:cubicBezTo>
                      <a:pt x="2387" y="864"/>
                      <a:pt x="2283" y="881"/>
                      <a:pt x="2179" y="881"/>
                    </a:cubicBezTo>
                    <a:cubicBezTo>
                      <a:pt x="2107" y="881"/>
                      <a:pt x="2036" y="873"/>
                      <a:pt x="1966" y="848"/>
                    </a:cubicBezTo>
                    <a:cubicBezTo>
                      <a:pt x="1826" y="788"/>
                      <a:pt x="1715" y="658"/>
                      <a:pt x="1585" y="568"/>
                    </a:cubicBezTo>
                    <a:cubicBezTo>
                      <a:pt x="1294" y="367"/>
                      <a:pt x="903" y="357"/>
                      <a:pt x="642" y="126"/>
                    </a:cubicBezTo>
                    <a:cubicBezTo>
                      <a:pt x="582" y="86"/>
                      <a:pt x="542" y="26"/>
                      <a:pt x="472" y="6"/>
                    </a:cubicBezTo>
                    <a:cubicBezTo>
                      <a:pt x="458" y="2"/>
                      <a:pt x="444" y="1"/>
                      <a:pt x="4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57" name="Google Shape;15257;p50"/>
              <p:cNvSpPr/>
              <p:nvPr/>
            </p:nvSpPr>
            <p:spPr>
              <a:xfrm>
                <a:off x="4345124" y="4417655"/>
                <a:ext cx="95099" cy="297516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3141" extrusionOk="0">
                    <a:moveTo>
                      <a:pt x="512" y="1"/>
                    </a:moveTo>
                    <a:cubicBezTo>
                      <a:pt x="512" y="1"/>
                      <a:pt x="512" y="2"/>
                      <a:pt x="511" y="2"/>
                    </a:cubicBezTo>
                    <a:lnTo>
                      <a:pt x="511" y="2"/>
                    </a:lnTo>
                    <a:cubicBezTo>
                      <a:pt x="512" y="2"/>
                      <a:pt x="512" y="1"/>
                      <a:pt x="512" y="1"/>
                    </a:cubicBezTo>
                    <a:close/>
                    <a:moveTo>
                      <a:pt x="511" y="2"/>
                    </a:moveTo>
                    <a:cubicBezTo>
                      <a:pt x="261" y="293"/>
                      <a:pt x="171" y="693"/>
                      <a:pt x="101" y="1074"/>
                    </a:cubicBezTo>
                    <a:cubicBezTo>
                      <a:pt x="51" y="1305"/>
                      <a:pt x="1" y="1546"/>
                      <a:pt x="21" y="1786"/>
                    </a:cubicBezTo>
                    <a:cubicBezTo>
                      <a:pt x="21" y="1907"/>
                      <a:pt x="41" y="2027"/>
                      <a:pt x="51" y="2148"/>
                    </a:cubicBezTo>
                    <a:cubicBezTo>
                      <a:pt x="61" y="2288"/>
                      <a:pt x="61" y="2418"/>
                      <a:pt x="71" y="2559"/>
                    </a:cubicBezTo>
                    <a:cubicBezTo>
                      <a:pt x="101" y="2739"/>
                      <a:pt x="161" y="2910"/>
                      <a:pt x="201" y="3080"/>
                    </a:cubicBezTo>
                    <a:cubicBezTo>
                      <a:pt x="211" y="3100"/>
                      <a:pt x="211" y="3120"/>
                      <a:pt x="221" y="3141"/>
                    </a:cubicBezTo>
                    <a:cubicBezTo>
                      <a:pt x="241" y="3120"/>
                      <a:pt x="261" y="3110"/>
                      <a:pt x="292" y="3110"/>
                    </a:cubicBezTo>
                    <a:lnTo>
                      <a:pt x="282" y="3070"/>
                    </a:lnTo>
                    <a:lnTo>
                      <a:pt x="282" y="3060"/>
                    </a:lnTo>
                    <a:lnTo>
                      <a:pt x="272" y="3040"/>
                    </a:lnTo>
                    <a:lnTo>
                      <a:pt x="272" y="3030"/>
                    </a:lnTo>
                    <a:cubicBezTo>
                      <a:pt x="272" y="3010"/>
                      <a:pt x="261" y="2990"/>
                      <a:pt x="261" y="2960"/>
                    </a:cubicBezTo>
                    <a:lnTo>
                      <a:pt x="261" y="2950"/>
                    </a:lnTo>
                    <a:lnTo>
                      <a:pt x="251" y="2930"/>
                    </a:lnTo>
                    <a:lnTo>
                      <a:pt x="251" y="2920"/>
                    </a:lnTo>
                    <a:lnTo>
                      <a:pt x="251" y="2890"/>
                    </a:lnTo>
                    <a:lnTo>
                      <a:pt x="241" y="2850"/>
                    </a:lnTo>
                    <a:lnTo>
                      <a:pt x="241" y="2820"/>
                    </a:lnTo>
                    <a:lnTo>
                      <a:pt x="241" y="2810"/>
                    </a:lnTo>
                    <a:lnTo>
                      <a:pt x="241" y="2779"/>
                    </a:lnTo>
                    <a:lnTo>
                      <a:pt x="231" y="2749"/>
                    </a:lnTo>
                    <a:lnTo>
                      <a:pt x="231" y="2739"/>
                    </a:lnTo>
                    <a:lnTo>
                      <a:pt x="231" y="2719"/>
                    </a:lnTo>
                    <a:lnTo>
                      <a:pt x="231" y="2709"/>
                    </a:lnTo>
                    <a:lnTo>
                      <a:pt x="231" y="2679"/>
                    </a:lnTo>
                    <a:lnTo>
                      <a:pt x="231" y="2649"/>
                    </a:lnTo>
                    <a:lnTo>
                      <a:pt x="231" y="2639"/>
                    </a:lnTo>
                    <a:lnTo>
                      <a:pt x="231" y="2619"/>
                    </a:lnTo>
                    <a:lnTo>
                      <a:pt x="231" y="2609"/>
                    </a:lnTo>
                    <a:lnTo>
                      <a:pt x="231" y="2589"/>
                    </a:lnTo>
                    <a:lnTo>
                      <a:pt x="231" y="2579"/>
                    </a:lnTo>
                    <a:lnTo>
                      <a:pt x="241" y="2549"/>
                    </a:lnTo>
                    <a:cubicBezTo>
                      <a:pt x="292" y="2057"/>
                      <a:pt x="312" y="1465"/>
                      <a:pt x="382" y="1235"/>
                    </a:cubicBezTo>
                    <a:lnTo>
                      <a:pt x="382" y="1225"/>
                    </a:lnTo>
                    <a:lnTo>
                      <a:pt x="382" y="1215"/>
                    </a:lnTo>
                    <a:lnTo>
                      <a:pt x="392" y="1215"/>
                    </a:lnTo>
                    <a:lnTo>
                      <a:pt x="402" y="1185"/>
                    </a:lnTo>
                    <a:lnTo>
                      <a:pt x="402" y="1175"/>
                    </a:lnTo>
                    <a:lnTo>
                      <a:pt x="402" y="1165"/>
                    </a:lnTo>
                    <a:lnTo>
                      <a:pt x="412" y="1165"/>
                    </a:lnTo>
                    <a:lnTo>
                      <a:pt x="412" y="1155"/>
                    </a:lnTo>
                    <a:lnTo>
                      <a:pt x="412" y="1144"/>
                    </a:lnTo>
                    <a:lnTo>
                      <a:pt x="422" y="1144"/>
                    </a:lnTo>
                    <a:lnTo>
                      <a:pt x="422" y="1134"/>
                    </a:lnTo>
                    <a:lnTo>
                      <a:pt x="422" y="1124"/>
                    </a:lnTo>
                    <a:lnTo>
                      <a:pt x="432" y="1114"/>
                    </a:lnTo>
                    <a:lnTo>
                      <a:pt x="442" y="1104"/>
                    </a:lnTo>
                    <a:lnTo>
                      <a:pt x="442" y="1094"/>
                    </a:lnTo>
                    <a:lnTo>
                      <a:pt x="452" y="1084"/>
                    </a:lnTo>
                    <a:lnTo>
                      <a:pt x="452" y="1074"/>
                    </a:lnTo>
                    <a:lnTo>
                      <a:pt x="462" y="1074"/>
                    </a:lnTo>
                    <a:lnTo>
                      <a:pt x="462" y="1064"/>
                    </a:lnTo>
                    <a:lnTo>
                      <a:pt x="472" y="1054"/>
                    </a:lnTo>
                    <a:lnTo>
                      <a:pt x="472" y="1044"/>
                    </a:lnTo>
                    <a:lnTo>
                      <a:pt x="482" y="1034"/>
                    </a:lnTo>
                    <a:lnTo>
                      <a:pt x="492" y="1024"/>
                    </a:lnTo>
                    <a:lnTo>
                      <a:pt x="492" y="1014"/>
                    </a:lnTo>
                    <a:lnTo>
                      <a:pt x="502" y="1004"/>
                    </a:lnTo>
                    <a:lnTo>
                      <a:pt x="512" y="994"/>
                    </a:lnTo>
                    <a:lnTo>
                      <a:pt x="512" y="984"/>
                    </a:lnTo>
                    <a:lnTo>
                      <a:pt x="522" y="974"/>
                    </a:lnTo>
                    <a:lnTo>
                      <a:pt x="522" y="964"/>
                    </a:lnTo>
                    <a:lnTo>
                      <a:pt x="532" y="964"/>
                    </a:lnTo>
                    <a:lnTo>
                      <a:pt x="542" y="954"/>
                    </a:lnTo>
                    <a:lnTo>
                      <a:pt x="542" y="944"/>
                    </a:lnTo>
                    <a:lnTo>
                      <a:pt x="552" y="934"/>
                    </a:lnTo>
                    <a:lnTo>
                      <a:pt x="552" y="924"/>
                    </a:lnTo>
                    <a:lnTo>
                      <a:pt x="562" y="924"/>
                    </a:lnTo>
                    <a:lnTo>
                      <a:pt x="562" y="914"/>
                    </a:lnTo>
                    <a:lnTo>
                      <a:pt x="572" y="904"/>
                    </a:lnTo>
                    <a:lnTo>
                      <a:pt x="582" y="894"/>
                    </a:lnTo>
                    <a:lnTo>
                      <a:pt x="592" y="884"/>
                    </a:lnTo>
                    <a:lnTo>
                      <a:pt x="592" y="874"/>
                    </a:lnTo>
                    <a:lnTo>
                      <a:pt x="603" y="864"/>
                    </a:lnTo>
                    <a:lnTo>
                      <a:pt x="613" y="854"/>
                    </a:lnTo>
                    <a:lnTo>
                      <a:pt x="623" y="844"/>
                    </a:lnTo>
                    <a:lnTo>
                      <a:pt x="633" y="834"/>
                    </a:lnTo>
                    <a:lnTo>
                      <a:pt x="633" y="823"/>
                    </a:lnTo>
                    <a:lnTo>
                      <a:pt x="643" y="813"/>
                    </a:lnTo>
                    <a:lnTo>
                      <a:pt x="653" y="813"/>
                    </a:lnTo>
                    <a:lnTo>
                      <a:pt x="653" y="803"/>
                    </a:lnTo>
                    <a:lnTo>
                      <a:pt x="663" y="793"/>
                    </a:lnTo>
                    <a:lnTo>
                      <a:pt x="673" y="783"/>
                    </a:lnTo>
                    <a:lnTo>
                      <a:pt x="683" y="773"/>
                    </a:lnTo>
                    <a:lnTo>
                      <a:pt x="683" y="763"/>
                    </a:lnTo>
                    <a:lnTo>
                      <a:pt x="693" y="753"/>
                    </a:lnTo>
                    <a:lnTo>
                      <a:pt x="703" y="753"/>
                    </a:lnTo>
                    <a:lnTo>
                      <a:pt x="703" y="743"/>
                    </a:lnTo>
                    <a:lnTo>
                      <a:pt x="713" y="733"/>
                    </a:lnTo>
                    <a:lnTo>
                      <a:pt x="723" y="723"/>
                    </a:lnTo>
                    <a:lnTo>
                      <a:pt x="733" y="713"/>
                    </a:lnTo>
                    <a:lnTo>
                      <a:pt x="733" y="703"/>
                    </a:lnTo>
                    <a:lnTo>
                      <a:pt x="743" y="703"/>
                    </a:lnTo>
                    <a:lnTo>
                      <a:pt x="753" y="693"/>
                    </a:lnTo>
                    <a:lnTo>
                      <a:pt x="763" y="683"/>
                    </a:lnTo>
                    <a:lnTo>
                      <a:pt x="773" y="673"/>
                    </a:lnTo>
                    <a:lnTo>
                      <a:pt x="773" y="663"/>
                    </a:lnTo>
                    <a:lnTo>
                      <a:pt x="783" y="653"/>
                    </a:lnTo>
                    <a:lnTo>
                      <a:pt x="793" y="643"/>
                    </a:lnTo>
                    <a:lnTo>
                      <a:pt x="803" y="643"/>
                    </a:lnTo>
                    <a:lnTo>
                      <a:pt x="813" y="633"/>
                    </a:lnTo>
                    <a:lnTo>
                      <a:pt x="813" y="623"/>
                    </a:lnTo>
                    <a:lnTo>
                      <a:pt x="823" y="613"/>
                    </a:lnTo>
                    <a:lnTo>
                      <a:pt x="833" y="603"/>
                    </a:lnTo>
                    <a:lnTo>
                      <a:pt x="843" y="593"/>
                    </a:lnTo>
                    <a:lnTo>
                      <a:pt x="853" y="583"/>
                    </a:lnTo>
                    <a:lnTo>
                      <a:pt x="863" y="583"/>
                    </a:lnTo>
                    <a:lnTo>
                      <a:pt x="873" y="573"/>
                    </a:lnTo>
                    <a:lnTo>
                      <a:pt x="883" y="563"/>
                    </a:lnTo>
                    <a:lnTo>
                      <a:pt x="893" y="553"/>
                    </a:lnTo>
                    <a:lnTo>
                      <a:pt x="903" y="543"/>
                    </a:lnTo>
                    <a:lnTo>
                      <a:pt x="913" y="533"/>
                    </a:lnTo>
                    <a:lnTo>
                      <a:pt x="934" y="523"/>
                    </a:lnTo>
                    <a:lnTo>
                      <a:pt x="934" y="513"/>
                    </a:lnTo>
                    <a:lnTo>
                      <a:pt x="944" y="503"/>
                    </a:lnTo>
                    <a:lnTo>
                      <a:pt x="954" y="503"/>
                    </a:lnTo>
                    <a:lnTo>
                      <a:pt x="974" y="482"/>
                    </a:lnTo>
                    <a:lnTo>
                      <a:pt x="994" y="482"/>
                    </a:lnTo>
                    <a:lnTo>
                      <a:pt x="1004" y="472"/>
                    </a:lnTo>
                    <a:lnTo>
                      <a:pt x="984" y="442"/>
                    </a:lnTo>
                    <a:cubicBezTo>
                      <a:pt x="954" y="393"/>
                      <a:pt x="479" y="46"/>
                      <a:pt x="511" y="2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58" name="Google Shape;15258;p50"/>
              <p:cNvSpPr/>
              <p:nvPr/>
            </p:nvSpPr>
            <p:spPr>
              <a:xfrm>
                <a:off x="4176047" y="4533594"/>
                <a:ext cx="55222" cy="115085"/>
              </a:xfrm>
              <a:custGeom>
                <a:avLst/>
                <a:gdLst/>
                <a:ahLst/>
                <a:cxnLst/>
                <a:rect l="l" t="t" r="r" b="b"/>
                <a:pathLst>
                  <a:path w="583" h="1215" extrusionOk="0">
                    <a:moveTo>
                      <a:pt x="582" y="1"/>
                    </a:moveTo>
                    <a:lnTo>
                      <a:pt x="582" y="1"/>
                    </a:lnTo>
                    <a:cubicBezTo>
                      <a:pt x="391" y="272"/>
                      <a:pt x="171" y="492"/>
                      <a:pt x="101" y="673"/>
                    </a:cubicBezTo>
                    <a:cubicBezTo>
                      <a:pt x="0" y="974"/>
                      <a:pt x="50" y="1184"/>
                      <a:pt x="60" y="1214"/>
                    </a:cubicBezTo>
                    <a:cubicBezTo>
                      <a:pt x="60" y="1184"/>
                      <a:pt x="60" y="934"/>
                      <a:pt x="231" y="673"/>
                    </a:cubicBezTo>
                    <a:lnTo>
                      <a:pt x="231" y="673"/>
                    </a:lnTo>
                    <a:cubicBezTo>
                      <a:pt x="231" y="673"/>
                      <a:pt x="151" y="934"/>
                      <a:pt x="201" y="1064"/>
                    </a:cubicBezTo>
                    <a:cubicBezTo>
                      <a:pt x="201" y="1064"/>
                      <a:pt x="231" y="783"/>
                      <a:pt x="391" y="552"/>
                    </a:cubicBezTo>
                    <a:cubicBezTo>
                      <a:pt x="482" y="422"/>
                      <a:pt x="502" y="342"/>
                      <a:pt x="562" y="211"/>
                    </a:cubicBezTo>
                    <a:cubicBezTo>
                      <a:pt x="562" y="151"/>
                      <a:pt x="572" y="71"/>
                      <a:pt x="5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A34044A9-F0A8-0308-0BE3-EC5EDDBC5EE3}"/>
              </a:ext>
            </a:extLst>
          </p:cNvPr>
          <p:cNvSpPr txBox="1"/>
          <p:nvPr/>
        </p:nvSpPr>
        <p:spPr>
          <a:xfrm>
            <a:off x="5548086" y="219670"/>
            <a:ext cx="349567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400" b="1" dirty="0">
                <a:solidFill>
                  <a:srgbClr val="0070C0"/>
                </a:solidFill>
              </a:rPr>
              <a:t>2024 Security Report</a:t>
            </a:r>
            <a:endParaRPr lang="en-US" sz="2400" b="1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D628F3C-48FE-A72F-E597-98F79AFBFB78}"/>
              </a:ext>
            </a:extLst>
          </p:cNvPr>
          <p:cNvSpPr txBox="1"/>
          <p:nvPr/>
        </p:nvSpPr>
        <p:spPr>
          <a:xfrm>
            <a:off x="-63012" y="3261829"/>
            <a:ext cx="335078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>
                <a:solidFill>
                  <a:srgbClr val="0070C0"/>
                </a:solidFill>
              </a:rPr>
              <a:t>BCYB 640 Final Project:</a:t>
            </a:r>
          </a:p>
          <a:p>
            <a:r>
              <a:rPr lang="en-US" dirty="0"/>
              <a:t>Mya Zylberberg</a:t>
            </a:r>
            <a:endParaRPr lang="en-US" sz="2400" b="1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75" name="Google Shape;15275;p52"/>
          <p:cNvSpPr txBox="1">
            <a:spLocks noGrp="1"/>
          </p:cNvSpPr>
          <p:nvPr>
            <p:ph type="subTitle" idx="4"/>
          </p:nvPr>
        </p:nvSpPr>
        <p:spPr>
          <a:xfrm>
            <a:off x="1456164" y="1103744"/>
            <a:ext cx="2637854" cy="38397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Company Overview</a:t>
            </a:r>
            <a:endParaRPr dirty="0"/>
          </a:p>
        </p:txBody>
      </p:sp>
      <p:sp>
        <p:nvSpPr>
          <p:cNvPr id="15277" name="Google Shape;15277;p52"/>
          <p:cNvSpPr txBox="1">
            <a:spLocks noGrp="1"/>
          </p:cNvSpPr>
          <p:nvPr>
            <p:ph type="subTitle" idx="1"/>
          </p:nvPr>
        </p:nvSpPr>
        <p:spPr>
          <a:xfrm>
            <a:off x="1459786" y="1322764"/>
            <a:ext cx="2204742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Who we are</a:t>
            </a:r>
            <a:endParaRPr dirty="0"/>
          </a:p>
        </p:txBody>
      </p:sp>
      <p:sp>
        <p:nvSpPr>
          <p:cNvPr id="15278" name="Google Shape;15278;p52"/>
          <p:cNvSpPr txBox="1">
            <a:spLocks noGrp="1"/>
          </p:cNvSpPr>
          <p:nvPr>
            <p:ph type="subTitle" idx="2"/>
          </p:nvPr>
        </p:nvSpPr>
        <p:spPr>
          <a:xfrm>
            <a:off x="1467177" y="2410131"/>
            <a:ext cx="2317800" cy="526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Understanding our Tier and current situation</a:t>
            </a:r>
            <a:endParaRPr dirty="0"/>
          </a:p>
        </p:txBody>
      </p:sp>
      <p:sp>
        <p:nvSpPr>
          <p:cNvPr id="15280" name="Google Shape;15280;p52"/>
          <p:cNvSpPr txBox="1">
            <a:spLocks noGrp="1"/>
          </p:cNvSpPr>
          <p:nvPr>
            <p:ph type="subTitle" idx="5"/>
          </p:nvPr>
        </p:nvSpPr>
        <p:spPr>
          <a:xfrm>
            <a:off x="1463818" y="2183062"/>
            <a:ext cx="2789118" cy="37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Security Profile</a:t>
            </a:r>
            <a:endParaRPr dirty="0"/>
          </a:p>
        </p:txBody>
      </p:sp>
      <p:sp>
        <p:nvSpPr>
          <p:cNvPr id="15281" name="Google Shape;15281;p52"/>
          <p:cNvSpPr txBox="1">
            <a:spLocks noGrp="1"/>
          </p:cNvSpPr>
          <p:nvPr>
            <p:ph type="subTitle" idx="7"/>
          </p:nvPr>
        </p:nvSpPr>
        <p:spPr>
          <a:xfrm>
            <a:off x="1462739" y="3409594"/>
            <a:ext cx="2317800" cy="526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Scoring the Essential Cyber Hygiene controls</a:t>
            </a:r>
            <a:endParaRPr dirty="0"/>
          </a:p>
        </p:txBody>
      </p:sp>
      <p:sp>
        <p:nvSpPr>
          <p:cNvPr id="15284" name="Google Shape;15284;p52"/>
          <p:cNvSpPr txBox="1">
            <a:spLocks noGrp="1"/>
          </p:cNvSpPr>
          <p:nvPr>
            <p:ph type="subTitle" idx="8"/>
          </p:nvPr>
        </p:nvSpPr>
        <p:spPr>
          <a:xfrm>
            <a:off x="5283908" y="3446976"/>
            <a:ext cx="2317800" cy="526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Planning Priorities and next step actions</a:t>
            </a:r>
            <a:endParaRPr dirty="0"/>
          </a:p>
        </p:txBody>
      </p:sp>
      <p:sp>
        <p:nvSpPr>
          <p:cNvPr id="15286" name="Google Shape;15286;p52"/>
          <p:cNvSpPr txBox="1">
            <a:spLocks noGrp="1"/>
          </p:cNvSpPr>
          <p:nvPr>
            <p:ph type="subTitle" idx="13"/>
          </p:nvPr>
        </p:nvSpPr>
        <p:spPr>
          <a:xfrm>
            <a:off x="1459793" y="3227649"/>
            <a:ext cx="2317800" cy="37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Our Baseline </a:t>
            </a:r>
            <a:endParaRPr dirty="0"/>
          </a:p>
        </p:txBody>
      </p:sp>
      <p:sp>
        <p:nvSpPr>
          <p:cNvPr id="15287" name="Google Shape;15287;p52"/>
          <p:cNvSpPr txBox="1">
            <a:spLocks noGrp="1"/>
          </p:cNvSpPr>
          <p:nvPr>
            <p:ph type="subTitle" idx="14"/>
          </p:nvPr>
        </p:nvSpPr>
        <p:spPr>
          <a:xfrm>
            <a:off x="5283908" y="3245782"/>
            <a:ext cx="2738459" cy="37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Target Benchmarks</a:t>
            </a:r>
            <a:endParaRPr dirty="0"/>
          </a:p>
        </p:txBody>
      </p:sp>
      <p:sp>
        <p:nvSpPr>
          <p:cNvPr id="15288" name="Google Shape;15288;p52"/>
          <p:cNvSpPr/>
          <p:nvPr/>
        </p:nvSpPr>
        <p:spPr>
          <a:xfrm>
            <a:off x="8205788" y="1299325"/>
            <a:ext cx="535608" cy="233315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5289" name="Google Shape;15289;p52"/>
          <p:cNvSpPr/>
          <p:nvPr/>
        </p:nvSpPr>
        <p:spPr>
          <a:xfrm>
            <a:off x="251488" y="1665848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5290" name="Google Shape;15290;p52"/>
          <p:cNvSpPr/>
          <p:nvPr/>
        </p:nvSpPr>
        <p:spPr>
          <a:xfrm>
            <a:off x="6531750" y="4157917"/>
            <a:ext cx="257424" cy="112136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5291" name="Google Shape;15291;p52"/>
          <p:cNvSpPr/>
          <p:nvPr/>
        </p:nvSpPr>
        <p:spPr>
          <a:xfrm>
            <a:off x="2437863" y="209199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" name="Google Shape;15276;p52">
            <a:extLst>
              <a:ext uri="{FF2B5EF4-FFF2-40B4-BE49-F238E27FC236}">
                <a16:creationId xmlns:a16="http://schemas.microsoft.com/office/drawing/2014/main" id="{59E7F336-8CA9-4FD1-47B6-9732C4D494C5}"/>
              </a:ext>
            </a:extLst>
          </p:cNvPr>
          <p:cNvSpPr txBox="1">
            <a:spLocks/>
          </p:cNvSpPr>
          <p:nvPr/>
        </p:nvSpPr>
        <p:spPr>
          <a:xfrm>
            <a:off x="481031" y="1101434"/>
            <a:ext cx="868798" cy="794030"/>
          </a:xfrm>
          <a:prstGeom prst="rect">
            <a:avLst/>
          </a:prstGeom>
          <a:solidFill>
            <a:schemeClr val="accent5">
              <a:lumMod val="90000"/>
              <a:lumOff val="1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aven Pro"/>
              <a:buNone/>
              <a:defRPr sz="33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R="0" lvl="1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R="0" lvl="2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R="0" lvl="3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R="0" lvl="4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R="0" lvl="5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R="0" lvl="6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R="0" lvl="7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R="0" lvl="8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r>
              <a:rPr lang="en" sz="3200" dirty="0">
                <a:solidFill>
                  <a:schemeClr val="accent2"/>
                </a:solidFill>
              </a:rPr>
              <a:t>01</a:t>
            </a:r>
            <a:endParaRPr lang="en" dirty="0">
              <a:solidFill>
                <a:schemeClr val="accent2"/>
              </a:solidFill>
            </a:endParaRPr>
          </a:p>
        </p:txBody>
      </p:sp>
      <p:sp>
        <p:nvSpPr>
          <p:cNvPr id="9" name="Google Shape;15276;p52">
            <a:extLst>
              <a:ext uri="{FF2B5EF4-FFF2-40B4-BE49-F238E27FC236}">
                <a16:creationId xmlns:a16="http://schemas.microsoft.com/office/drawing/2014/main" id="{A87269A9-1950-4E63-721D-4BC067469F7E}"/>
              </a:ext>
            </a:extLst>
          </p:cNvPr>
          <p:cNvSpPr txBox="1">
            <a:spLocks/>
          </p:cNvSpPr>
          <p:nvPr/>
        </p:nvSpPr>
        <p:spPr>
          <a:xfrm>
            <a:off x="481031" y="2155634"/>
            <a:ext cx="868798" cy="794030"/>
          </a:xfrm>
          <a:prstGeom prst="rect">
            <a:avLst/>
          </a:prstGeom>
          <a:solidFill>
            <a:schemeClr val="accent5">
              <a:lumMod val="90000"/>
              <a:lumOff val="1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aven Pro"/>
              <a:buNone/>
              <a:defRPr sz="33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R="0" lvl="1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R="0" lvl="2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R="0" lvl="3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R="0" lvl="4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R="0" lvl="5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R="0" lvl="6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R="0" lvl="7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R="0" lvl="8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r>
              <a:rPr lang="en" sz="3200" dirty="0">
                <a:solidFill>
                  <a:schemeClr val="accent2"/>
                </a:solidFill>
              </a:rPr>
              <a:t>02</a:t>
            </a:r>
            <a:endParaRPr lang="en" dirty="0">
              <a:solidFill>
                <a:schemeClr val="accent2"/>
              </a:solidFill>
            </a:endParaRPr>
          </a:p>
        </p:txBody>
      </p:sp>
      <p:sp>
        <p:nvSpPr>
          <p:cNvPr id="10" name="Google Shape;15276;p52">
            <a:extLst>
              <a:ext uri="{FF2B5EF4-FFF2-40B4-BE49-F238E27FC236}">
                <a16:creationId xmlns:a16="http://schemas.microsoft.com/office/drawing/2014/main" id="{0354D244-F722-2F8F-D5B5-A2552F353E2D}"/>
              </a:ext>
            </a:extLst>
          </p:cNvPr>
          <p:cNvSpPr txBox="1">
            <a:spLocks/>
          </p:cNvSpPr>
          <p:nvPr/>
        </p:nvSpPr>
        <p:spPr>
          <a:xfrm>
            <a:off x="481031" y="3209834"/>
            <a:ext cx="868798" cy="794030"/>
          </a:xfrm>
          <a:prstGeom prst="rect">
            <a:avLst/>
          </a:prstGeom>
          <a:solidFill>
            <a:schemeClr val="accent5">
              <a:lumMod val="90000"/>
              <a:lumOff val="1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aven Pro"/>
              <a:buNone/>
              <a:defRPr sz="33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R="0" lvl="1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R="0" lvl="2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R="0" lvl="3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R="0" lvl="4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R="0" lvl="5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R="0" lvl="6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R="0" lvl="7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R="0" lvl="8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r>
              <a:rPr lang="en" sz="3200" dirty="0">
                <a:solidFill>
                  <a:schemeClr val="accent2"/>
                </a:solidFill>
              </a:rPr>
              <a:t>03</a:t>
            </a:r>
            <a:endParaRPr lang="en" dirty="0">
              <a:solidFill>
                <a:schemeClr val="accent2"/>
              </a:solidFill>
            </a:endParaRPr>
          </a:p>
        </p:txBody>
      </p:sp>
      <p:sp>
        <p:nvSpPr>
          <p:cNvPr id="11" name="Google Shape;15276;p52">
            <a:extLst>
              <a:ext uri="{FF2B5EF4-FFF2-40B4-BE49-F238E27FC236}">
                <a16:creationId xmlns:a16="http://schemas.microsoft.com/office/drawing/2014/main" id="{F1CF5038-712E-2FFF-1CE7-8FB421446BB0}"/>
              </a:ext>
            </a:extLst>
          </p:cNvPr>
          <p:cNvSpPr txBox="1">
            <a:spLocks/>
          </p:cNvSpPr>
          <p:nvPr/>
        </p:nvSpPr>
        <p:spPr>
          <a:xfrm>
            <a:off x="4318439" y="1119569"/>
            <a:ext cx="868798" cy="794030"/>
          </a:xfrm>
          <a:prstGeom prst="rect">
            <a:avLst/>
          </a:prstGeom>
          <a:solidFill>
            <a:schemeClr val="accent5">
              <a:lumMod val="90000"/>
              <a:lumOff val="1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aven Pro"/>
              <a:buNone/>
              <a:defRPr sz="33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R="0" lvl="1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R="0" lvl="2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R="0" lvl="3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R="0" lvl="4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R="0" lvl="5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R="0" lvl="6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R="0" lvl="7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R="0" lvl="8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r>
              <a:rPr lang="en" sz="3200" dirty="0">
                <a:solidFill>
                  <a:schemeClr val="accent2"/>
                </a:solidFill>
              </a:rPr>
              <a:t>04</a:t>
            </a:r>
            <a:endParaRPr lang="en" dirty="0">
              <a:solidFill>
                <a:schemeClr val="accent2"/>
              </a:solidFill>
            </a:endParaRPr>
          </a:p>
        </p:txBody>
      </p:sp>
      <p:sp>
        <p:nvSpPr>
          <p:cNvPr id="12" name="Google Shape;15276;p52">
            <a:extLst>
              <a:ext uri="{FF2B5EF4-FFF2-40B4-BE49-F238E27FC236}">
                <a16:creationId xmlns:a16="http://schemas.microsoft.com/office/drawing/2014/main" id="{03A2BFEE-8C9E-4E23-8619-F6E136ECC5BC}"/>
              </a:ext>
            </a:extLst>
          </p:cNvPr>
          <p:cNvSpPr txBox="1">
            <a:spLocks/>
          </p:cNvSpPr>
          <p:nvPr/>
        </p:nvSpPr>
        <p:spPr>
          <a:xfrm>
            <a:off x="4318439" y="2173769"/>
            <a:ext cx="868798" cy="794030"/>
          </a:xfrm>
          <a:prstGeom prst="rect">
            <a:avLst/>
          </a:prstGeom>
          <a:solidFill>
            <a:schemeClr val="accent5">
              <a:lumMod val="90000"/>
              <a:lumOff val="1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aven Pro"/>
              <a:buNone/>
              <a:defRPr sz="33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R="0" lvl="1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R="0" lvl="2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R="0" lvl="3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R="0" lvl="4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R="0" lvl="5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R="0" lvl="6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R="0" lvl="7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R="0" lvl="8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r>
              <a:rPr lang="en" sz="3200" dirty="0">
                <a:solidFill>
                  <a:schemeClr val="accent2"/>
                </a:solidFill>
              </a:rPr>
              <a:t>05</a:t>
            </a:r>
            <a:endParaRPr lang="en" dirty="0">
              <a:solidFill>
                <a:schemeClr val="accent2"/>
              </a:solidFill>
            </a:endParaRPr>
          </a:p>
        </p:txBody>
      </p:sp>
      <p:sp>
        <p:nvSpPr>
          <p:cNvPr id="13" name="Google Shape;15276;p52">
            <a:extLst>
              <a:ext uri="{FF2B5EF4-FFF2-40B4-BE49-F238E27FC236}">
                <a16:creationId xmlns:a16="http://schemas.microsoft.com/office/drawing/2014/main" id="{850FA1D8-DBB6-B9CA-25F5-0CC76695068C}"/>
              </a:ext>
            </a:extLst>
          </p:cNvPr>
          <p:cNvSpPr txBox="1">
            <a:spLocks/>
          </p:cNvSpPr>
          <p:nvPr/>
        </p:nvSpPr>
        <p:spPr>
          <a:xfrm>
            <a:off x="4318439" y="3227969"/>
            <a:ext cx="868798" cy="794030"/>
          </a:xfrm>
          <a:prstGeom prst="rect">
            <a:avLst/>
          </a:prstGeom>
          <a:solidFill>
            <a:schemeClr val="accent5">
              <a:lumMod val="90000"/>
              <a:lumOff val="1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aven Pro"/>
              <a:buNone/>
              <a:defRPr sz="33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R="0" lvl="1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R="0" lvl="2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R="0" lvl="3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R="0" lvl="4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R="0" lvl="5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R="0" lvl="6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R="0" lvl="7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R="0" lvl="8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r>
              <a:rPr lang="en" sz="3200" dirty="0">
                <a:solidFill>
                  <a:schemeClr val="accent2"/>
                </a:solidFill>
              </a:rPr>
              <a:t>06</a:t>
            </a:r>
            <a:endParaRPr lang="en" dirty="0">
              <a:solidFill>
                <a:schemeClr val="accent2"/>
              </a:solidFill>
            </a:endParaRPr>
          </a:p>
        </p:txBody>
      </p:sp>
      <p:sp>
        <p:nvSpPr>
          <p:cNvPr id="6" name="Google Shape;17142;p56">
            <a:extLst>
              <a:ext uri="{FF2B5EF4-FFF2-40B4-BE49-F238E27FC236}">
                <a16:creationId xmlns:a16="http://schemas.microsoft.com/office/drawing/2014/main" id="{7A0CC596-6348-4A03-25BE-8BB1E6797AA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658320" y="99905"/>
            <a:ext cx="7704000" cy="577162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200" dirty="0">
                <a:solidFill>
                  <a:schemeClr val="accent4">
                    <a:lumMod val="25000"/>
                  </a:schemeClr>
                </a:solidFill>
              </a:rPr>
              <a:t>Today’s Agenda</a:t>
            </a:r>
            <a:endParaRPr sz="3200" dirty="0">
              <a:solidFill>
                <a:schemeClr val="accent4">
                  <a:lumMod val="25000"/>
                </a:schemeClr>
              </a:solidFill>
            </a:endParaRPr>
          </a:p>
        </p:txBody>
      </p:sp>
      <p:sp>
        <p:nvSpPr>
          <p:cNvPr id="7" name="Google Shape;15287;p52">
            <a:extLst>
              <a:ext uri="{FF2B5EF4-FFF2-40B4-BE49-F238E27FC236}">
                <a16:creationId xmlns:a16="http://schemas.microsoft.com/office/drawing/2014/main" id="{24C01C0B-2597-A002-DD54-78897B592757}"/>
              </a:ext>
            </a:extLst>
          </p:cNvPr>
          <p:cNvSpPr txBox="1">
            <a:spLocks/>
          </p:cNvSpPr>
          <p:nvPr/>
        </p:nvSpPr>
        <p:spPr>
          <a:xfrm>
            <a:off x="5235059" y="1018407"/>
            <a:ext cx="3427910" cy="498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0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pPr marL="0" indent="0" algn="l"/>
            <a:r>
              <a:rPr lang="en-US" dirty="0"/>
              <a:t>Cybersecurity Challenges</a:t>
            </a:r>
          </a:p>
        </p:txBody>
      </p:sp>
      <p:sp>
        <p:nvSpPr>
          <p:cNvPr id="8" name="Google Shape;15287;p52">
            <a:extLst>
              <a:ext uri="{FF2B5EF4-FFF2-40B4-BE49-F238E27FC236}">
                <a16:creationId xmlns:a16="http://schemas.microsoft.com/office/drawing/2014/main" id="{62B1BAE3-7399-68C7-3091-7A4A4E55F2E5}"/>
              </a:ext>
            </a:extLst>
          </p:cNvPr>
          <p:cNvSpPr txBox="1">
            <a:spLocks/>
          </p:cNvSpPr>
          <p:nvPr/>
        </p:nvSpPr>
        <p:spPr>
          <a:xfrm>
            <a:off x="5187237" y="2234684"/>
            <a:ext cx="3611067" cy="6364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0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aven Pro"/>
              <a:buNone/>
              <a:defRPr sz="24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pPr marL="0" indent="0" algn="l"/>
            <a:r>
              <a:rPr lang="en-US" dirty="0"/>
              <a:t>Impacts from</a:t>
            </a:r>
          </a:p>
          <a:p>
            <a:pPr marL="0" indent="0" algn="l"/>
            <a:r>
              <a:rPr lang="en-US" dirty="0"/>
              <a:t>Common Threats</a:t>
            </a:r>
          </a:p>
        </p:txBody>
      </p:sp>
      <p:sp>
        <p:nvSpPr>
          <p:cNvPr id="14" name="Google Shape;15277;p52">
            <a:extLst>
              <a:ext uri="{FF2B5EF4-FFF2-40B4-BE49-F238E27FC236}">
                <a16:creationId xmlns:a16="http://schemas.microsoft.com/office/drawing/2014/main" id="{8A8F3E56-6967-EE58-B73C-C6EB2BECE853}"/>
              </a:ext>
            </a:extLst>
          </p:cNvPr>
          <p:cNvSpPr txBox="1">
            <a:spLocks/>
          </p:cNvSpPr>
          <p:nvPr/>
        </p:nvSpPr>
        <p:spPr>
          <a:xfrm>
            <a:off x="5235059" y="1372126"/>
            <a:ext cx="2204742" cy="4248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9pPr>
          </a:lstStyle>
          <a:p>
            <a:pPr marL="0" indent="0"/>
            <a:r>
              <a:rPr lang="en-US" dirty="0"/>
              <a:t>Real world and Ours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123">
          <a:extLst>
            <a:ext uri="{FF2B5EF4-FFF2-40B4-BE49-F238E27FC236}">
              <a16:creationId xmlns:a16="http://schemas.microsoft.com/office/drawing/2014/main" id="{CD0321EE-6D3B-0C73-F3AA-53B3F8242B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24" name="Google Shape;16124;p54">
            <a:extLst>
              <a:ext uri="{FF2B5EF4-FFF2-40B4-BE49-F238E27FC236}">
                <a16:creationId xmlns:a16="http://schemas.microsoft.com/office/drawing/2014/main" id="{D3D810D5-864B-832E-9F80-6EE70D047C26}"/>
              </a:ext>
            </a:extLst>
          </p:cNvPr>
          <p:cNvGrpSpPr/>
          <p:nvPr/>
        </p:nvGrpSpPr>
        <p:grpSpPr>
          <a:xfrm>
            <a:off x="4718578" y="3743827"/>
            <a:ext cx="4319814" cy="935874"/>
            <a:chOff x="4963752" y="4000536"/>
            <a:chExt cx="2501340" cy="541907"/>
          </a:xfrm>
        </p:grpSpPr>
        <p:sp>
          <p:nvSpPr>
            <p:cNvPr id="16125" name="Google Shape;16125;p54">
              <a:extLst>
                <a:ext uri="{FF2B5EF4-FFF2-40B4-BE49-F238E27FC236}">
                  <a16:creationId xmlns:a16="http://schemas.microsoft.com/office/drawing/2014/main" id="{C1C20D25-FCB6-D522-0A9A-016BE5CDBD31}"/>
                </a:ext>
              </a:extLst>
            </p:cNvPr>
            <p:cNvSpPr/>
            <p:nvPr/>
          </p:nvSpPr>
          <p:spPr>
            <a:xfrm>
              <a:off x="5654130" y="4242777"/>
              <a:ext cx="302221" cy="80900"/>
            </a:xfrm>
            <a:custGeom>
              <a:avLst/>
              <a:gdLst/>
              <a:ahLst/>
              <a:cxnLst/>
              <a:rect l="l" t="t" r="r" b="b"/>
              <a:pathLst>
                <a:path w="6743" h="1805" extrusionOk="0">
                  <a:moveTo>
                    <a:pt x="3531" y="1"/>
                  </a:moveTo>
                  <a:cubicBezTo>
                    <a:pt x="3435" y="1"/>
                    <a:pt x="3356" y="63"/>
                    <a:pt x="3341" y="228"/>
                  </a:cubicBezTo>
                  <a:cubicBezTo>
                    <a:pt x="3310" y="178"/>
                    <a:pt x="3270" y="97"/>
                    <a:pt x="3210" y="77"/>
                  </a:cubicBezTo>
                  <a:cubicBezTo>
                    <a:pt x="3189" y="66"/>
                    <a:pt x="3168" y="60"/>
                    <a:pt x="3146" y="60"/>
                  </a:cubicBezTo>
                  <a:cubicBezTo>
                    <a:pt x="2960" y="60"/>
                    <a:pt x="2757" y="455"/>
                    <a:pt x="2739" y="689"/>
                  </a:cubicBezTo>
                  <a:cubicBezTo>
                    <a:pt x="2679" y="639"/>
                    <a:pt x="2608" y="649"/>
                    <a:pt x="2548" y="629"/>
                  </a:cubicBezTo>
                  <a:cubicBezTo>
                    <a:pt x="2548" y="689"/>
                    <a:pt x="2518" y="739"/>
                    <a:pt x="2528" y="799"/>
                  </a:cubicBezTo>
                  <a:cubicBezTo>
                    <a:pt x="2433" y="745"/>
                    <a:pt x="2320" y="618"/>
                    <a:pt x="2226" y="618"/>
                  </a:cubicBezTo>
                  <a:cubicBezTo>
                    <a:pt x="2181" y="618"/>
                    <a:pt x="2139" y="648"/>
                    <a:pt x="2107" y="729"/>
                  </a:cubicBezTo>
                  <a:cubicBezTo>
                    <a:pt x="2028" y="662"/>
                    <a:pt x="1946" y="607"/>
                    <a:pt x="1872" y="607"/>
                  </a:cubicBezTo>
                  <a:cubicBezTo>
                    <a:pt x="1814" y="607"/>
                    <a:pt x="1760" y="641"/>
                    <a:pt x="1716" y="729"/>
                  </a:cubicBezTo>
                  <a:cubicBezTo>
                    <a:pt x="1655" y="654"/>
                    <a:pt x="1520" y="470"/>
                    <a:pt x="1428" y="470"/>
                  </a:cubicBezTo>
                  <a:cubicBezTo>
                    <a:pt x="1398" y="470"/>
                    <a:pt x="1372" y="489"/>
                    <a:pt x="1354" y="539"/>
                  </a:cubicBezTo>
                  <a:cubicBezTo>
                    <a:pt x="1320" y="445"/>
                    <a:pt x="1273" y="407"/>
                    <a:pt x="1220" y="407"/>
                  </a:cubicBezTo>
                  <a:cubicBezTo>
                    <a:pt x="1166" y="407"/>
                    <a:pt x="1105" y="447"/>
                    <a:pt x="1044" y="509"/>
                  </a:cubicBezTo>
                  <a:cubicBezTo>
                    <a:pt x="953" y="408"/>
                    <a:pt x="893" y="278"/>
                    <a:pt x="763" y="258"/>
                  </a:cubicBezTo>
                  <a:cubicBezTo>
                    <a:pt x="760" y="257"/>
                    <a:pt x="757" y="257"/>
                    <a:pt x="754" y="257"/>
                  </a:cubicBezTo>
                  <a:cubicBezTo>
                    <a:pt x="678" y="257"/>
                    <a:pt x="620" y="381"/>
                    <a:pt x="562" y="448"/>
                  </a:cubicBezTo>
                  <a:cubicBezTo>
                    <a:pt x="527" y="421"/>
                    <a:pt x="494" y="409"/>
                    <a:pt x="463" y="409"/>
                  </a:cubicBezTo>
                  <a:cubicBezTo>
                    <a:pt x="335" y="409"/>
                    <a:pt x="245" y="612"/>
                    <a:pt x="221" y="749"/>
                  </a:cubicBezTo>
                  <a:cubicBezTo>
                    <a:pt x="0" y="890"/>
                    <a:pt x="161" y="1221"/>
                    <a:pt x="341" y="1361"/>
                  </a:cubicBezTo>
                  <a:cubicBezTo>
                    <a:pt x="552" y="1522"/>
                    <a:pt x="893" y="1522"/>
                    <a:pt x="1134" y="1532"/>
                  </a:cubicBezTo>
                  <a:cubicBezTo>
                    <a:pt x="1675" y="1572"/>
                    <a:pt x="2207" y="1702"/>
                    <a:pt x="2749" y="1772"/>
                  </a:cubicBezTo>
                  <a:cubicBezTo>
                    <a:pt x="2920" y="1795"/>
                    <a:pt x="3090" y="1805"/>
                    <a:pt x="3261" y="1805"/>
                  </a:cubicBezTo>
                  <a:cubicBezTo>
                    <a:pt x="3983" y="1805"/>
                    <a:pt x="4707" y="1636"/>
                    <a:pt x="5437" y="1612"/>
                  </a:cubicBezTo>
                  <a:cubicBezTo>
                    <a:pt x="5668" y="1602"/>
                    <a:pt x="6671" y="1652"/>
                    <a:pt x="6711" y="1211"/>
                  </a:cubicBezTo>
                  <a:cubicBezTo>
                    <a:pt x="6742" y="951"/>
                    <a:pt x="6421" y="684"/>
                    <a:pt x="6180" y="684"/>
                  </a:cubicBezTo>
                  <a:cubicBezTo>
                    <a:pt x="6114" y="684"/>
                    <a:pt x="6054" y="704"/>
                    <a:pt x="6009" y="749"/>
                  </a:cubicBezTo>
                  <a:cubicBezTo>
                    <a:pt x="5967" y="642"/>
                    <a:pt x="5872" y="602"/>
                    <a:pt x="5763" y="602"/>
                  </a:cubicBezTo>
                  <a:cubicBezTo>
                    <a:pt x="5586" y="602"/>
                    <a:pt x="5373" y="706"/>
                    <a:pt x="5286" y="799"/>
                  </a:cubicBezTo>
                  <a:cubicBezTo>
                    <a:pt x="5216" y="736"/>
                    <a:pt x="5127" y="693"/>
                    <a:pt x="5042" y="693"/>
                  </a:cubicBezTo>
                  <a:cubicBezTo>
                    <a:pt x="5005" y="693"/>
                    <a:pt x="4969" y="701"/>
                    <a:pt x="4935" y="719"/>
                  </a:cubicBezTo>
                  <a:cubicBezTo>
                    <a:pt x="4888" y="636"/>
                    <a:pt x="4792" y="557"/>
                    <a:pt x="4715" y="557"/>
                  </a:cubicBezTo>
                  <a:cubicBezTo>
                    <a:pt x="4661" y="557"/>
                    <a:pt x="4617" y="596"/>
                    <a:pt x="4604" y="699"/>
                  </a:cubicBezTo>
                  <a:cubicBezTo>
                    <a:pt x="4566" y="544"/>
                    <a:pt x="4454" y="485"/>
                    <a:pt x="4327" y="485"/>
                  </a:cubicBezTo>
                  <a:cubicBezTo>
                    <a:pt x="4290" y="485"/>
                    <a:pt x="4252" y="489"/>
                    <a:pt x="4213" y="498"/>
                  </a:cubicBezTo>
                  <a:cubicBezTo>
                    <a:pt x="4223" y="353"/>
                    <a:pt x="4046" y="227"/>
                    <a:pt x="3926" y="227"/>
                  </a:cubicBezTo>
                  <a:cubicBezTo>
                    <a:pt x="3921" y="227"/>
                    <a:pt x="3917" y="227"/>
                    <a:pt x="3912" y="228"/>
                  </a:cubicBezTo>
                  <a:lnTo>
                    <a:pt x="3932" y="298"/>
                  </a:lnTo>
                  <a:cubicBezTo>
                    <a:pt x="3871" y="151"/>
                    <a:pt x="3680" y="1"/>
                    <a:pt x="35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6126" name="Google Shape;16126;p54">
              <a:extLst>
                <a:ext uri="{FF2B5EF4-FFF2-40B4-BE49-F238E27FC236}">
                  <a16:creationId xmlns:a16="http://schemas.microsoft.com/office/drawing/2014/main" id="{1A312729-BDA7-18B0-35A6-DBEA292BC718}"/>
                </a:ext>
              </a:extLst>
            </p:cNvPr>
            <p:cNvGrpSpPr/>
            <p:nvPr/>
          </p:nvGrpSpPr>
          <p:grpSpPr>
            <a:xfrm rot="-278360">
              <a:off x="6533282" y="4037668"/>
              <a:ext cx="925757" cy="187175"/>
              <a:chOff x="1255200" y="4115196"/>
              <a:chExt cx="828298" cy="167470"/>
            </a:xfrm>
          </p:grpSpPr>
          <p:sp>
            <p:nvSpPr>
              <p:cNvPr id="16127" name="Google Shape;16127;p54">
                <a:extLst>
                  <a:ext uri="{FF2B5EF4-FFF2-40B4-BE49-F238E27FC236}">
                    <a16:creationId xmlns:a16="http://schemas.microsoft.com/office/drawing/2014/main" id="{2C18614B-E878-F686-F0BE-12967E3FE803}"/>
                  </a:ext>
                </a:extLst>
              </p:cNvPr>
              <p:cNvSpPr/>
              <p:nvPr/>
            </p:nvSpPr>
            <p:spPr>
              <a:xfrm>
                <a:off x="1806305" y="4141304"/>
                <a:ext cx="203600" cy="110522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2756" extrusionOk="0">
                    <a:moveTo>
                      <a:pt x="4069" y="1"/>
                    </a:moveTo>
                    <a:cubicBezTo>
                      <a:pt x="3971" y="1"/>
                      <a:pt x="3853" y="67"/>
                      <a:pt x="3762" y="224"/>
                    </a:cubicBezTo>
                    <a:cubicBezTo>
                      <a:pt x="3742" y="204"/>
                      <a:pt x="3732" y="174"/>
                      <a:pt x="3712" y="154"/>
                    </a:cubicBezTo>
                    <a:cubicBezTo>
                      <a:pt x="3632" y="224"/>
                      <a:pt x="3562" y="324"/>
                      <a:pt x="3511" y="425"/>
                    </a:cubicBezTo>
                    <a:cubicBezTo>
                      <a:pt x="3478" y="387"/>
                      <a:pt x="3447" y="371"/>
                      <a:pt x="3417" y="371"/>
                    </a:cubicBezTo>
                    <a:cubicBezTo>
                      <a:pt x="3240" y="371"/>
                      <a:pt x="3124" y="949"/>
                      <a:pt x="3090" y="1087"/>
                    </a:cubicBezTo>
                    <a:cubicBezTo>
                      <a:pt x="3054" y="997"/>
                      <a:pt x="2994" y="923"/>
                      <a:pt x="2910" y="923"/>
                    </a:cubicBezTo>
                    <a:cubicBezTo>
                      <a:pt x="2900" y="923"/>
                      <a:pt x="2890" y="924"/>
                      <a:pt x="2879" y="926"/>
                    </a:cubicBezTo>
                    <a:cubicBezTo>
                      <a:pt x="2739" y="966"/>
                      <a:pt x="2719" y="1137"/>
                      <a:pt x="2719" y="1368"/>
                    </a:cubicBezTo>
                    <a:cubicBezTo>
                      <a:pt x="2729" y="1608"/>
                      <a:pt x="2849" y="1699"/>
                      <a:pt x="2859" y="1939"/>
                    </a:cubicBezTo>
                    <a:cubicBezTo>
                      <a:pt x="2830" y="1916"/>
                      <a:pt x="2808" y="1906"/>
                      <a:pt x="2784" y="1906"/>
                    </a:cubicBezTo>
                    <a:cubicBezTo>
                      <a:pt x="2767" y="1906"/>
                      <a:pt x="2750" y="1911"/>
                      <a:pt x="2729" y="1919"/>
                    </a:cubicBezTo>
                    <a:cubicBezTo>
                      <a:pt x="2619" y="1959"/>
                      <a:pt x="2669" y="2030"/>
                      <a:pt x="2639" y="2090"/>
                    </a:cubicBezTo>
                    <a:cubicBezTo>
                      <a:pt x="2619" y="2058"/>
                      <a:pt x="2573" y="2045"/>
                      <a:pt x="2523" y="2045"/>
                    </a:cubicBezTo>
                    <a:cubicBezTo>
                      <a:pt x="2447" y="2045"/>
                      <a:pt x="2362" y="2074"/>
                      <a:pt x="2338" y="2110"/>
                    </a:cubicBezTo>
                    <a:cubicBezTo>
                      <a:pt x="2299" y="1983"/>
                      <a:pt x="2317" y="1829"/>
                      <a:pt x="2208" y="1829"/>
                    </a:cubicBezTo>
                    <a:cubicBezTo>
                      <a:pt x="2204" y="1829"/>
                      <a:pt x="2201" y="1829"/>
                      <a:pt x="2197" y="1829"/>
                    </a:cubicBezTo>
                    <a:cubicBezTo>
                      <a:pt x="2188" y="1829"/>
                      <a:pt x="2179" y="1830"/>
                      <a:pt x="2170" y="1830"/>
                    </a:cubicBezTo>
                    <a:cubicBezTo>
                      <a:pt x="2060" y="1830"/>
                      <a:pt x="1957" y="1804"/>
                      <a:pt x="1870" y="1804"/>
                    </a:cubicBezTo>
                    <a:cubicBezTo>
                      <a:pt x="1776" y="1804"/>
                      <a:pt x="1701" y="1834"/>
                      <a:pt x="1656" y="1959"/>
                    </a:cubicBezTo>
                    <a:cubicBezTo>
                      <a:pt x="1568" y="1928"/>
                      <a:pt x="1454" y="1882"/>
                      <a:pt x="1357" y="1882"/>
                    </a:cubicBezTo>
                    <a:cubicBezTo>
                      <a:pt x="1265" y="1882"/>
                      <a:pt x="1189" y="1923"/>
                      <a:pt x="1164" y="2060"/>
                    </a:cubicBezTo>
                    <a:cubicBezTo>
                      <a:pt x="1023" y="1978"/>
                      <a:pt x="942" y="1929"/>
                      <a:pt x="868" y="1929"/>
                    </a:cubicBezTo>
                    <a:cubicBezTo>
                      <a:pt x="779" y="1929"/>
                      <a:pt x="701" y="2000"/>
                      <a:pt x="542" y="2170"/>
                    </a:cubicBezTo>
                    <a:cubicBezTo>
                      <a:pt x="468" y="2111"/>
                      <a:pt x="401" y="2086"/>
                      <a:pt x="341" y="2086"/>
                    </a:cubicBezTo>
                    <a:cubicBezTo>
                      <a:pt x="167" y="2086"/>
                      <a:pt x="53" y="2299"/>
                      <a:pt x="1" y="2501"/>
                    </a:cubicBezTo>
                    <a:cubicBezTo>
                      <a:pt x="161" y="2601"/>
                      <a:pt x="282" y="2672"/>
                      <a:pt x="582" y="2712"/>
                    </a:cubicBezTo>
                    <a:cubicBezTo>
                      <a:pt x="738" y="2732"/>
                      <a:pt x="893" y="2739"/>
                      <a:pt x="1050" y="2739"/>
                    </a:cubicBezTo>
                    <a:cubicBezTo>
                      <a:pt x="1207" y="2739"/>
                      <a:pt x="1365" y="2732"/>
                      <a:pt x="1525" y="2722"/>
                    </a:cubicBezTo>
                    <a:cubicBezTo>
                      <a:pt x="1556" y="2721"/>
                      <a:pt x="1586" y="2721"/>
                      <a:pt x="1617" y="2721"/>
                    </a:cubicBezTo>
                    <a:cubicBezTo>
                      <a:pt x="1920" y="2721"/>
                      <a:pt x="2218" y="2756"/>
                      <a:pt x="2520" y="2756"/>
                    </a:cubicBezTo>
                    <a:cubicBezTo>
                      <a:pt x="2576" y="2756"/>
                      <a:pt x="2632" y="2755"/>
                      <a:pt x="2689" y="2752"/>
                    </a:cubicBezTo>
                    <a:cubicBezTo>
                      <a:pt x="3221" y="2732"/>
                      <a:pt x="3722" y="2531"/>
                      <a:pt x="4244" y="2501"/>
                    </a:cubicBezTo>
                    <a:cubicBezTo>
                      <a:pt x="4424" y="2491"/>
                      <a:pt x="5076" y="2491"/>
                      <a:pt x="4916" y="2150"/>
                    </a:cubicBezTo>
                    <a:cubicBezTo>
                      <a:pt x="4956" y="2140"/>
                      <a:pt x="4996" y="2090"/>
                      <a:pt x="5036" y="2080"/>
                    </a:cubicBezTo>
                    <a:cubicBezTo>
                      <a:pt x="4956" y="1969"/>
                      <a:pt x="4815" y="1849"/>
                      <a:pt x="4765" y="1759"/>
                    </a:cubicBezTo>
                    <a:cubicBezTo>
                      <a:pt x="4765" y="1759"/>
                      <a:pt x="4795" y="1659"/>
                      <a:pt x="4775" y="1628"/>
                    </a:cubicBezTo>
                    <a:cubicBezTo>
                      <a:pt x="4765" y="1598"/>
                      <a:pt x="4615" y="1508"/>
                      <a:pt x="4575" y="1478"/>
                    </a:cubicBezTo>
                    <a:lnTo>
                      <a:pt x="4575" y="1478"/>
                    </a:lnTo>
                    <a:cubicBezTo>
                      <a:pt x="4588" y="1480"/>
                      <a:pt x="4600" y="1480"/>
                      <a:pt x="4611" y="1480"/>
                    </a:cubicBezTo>
                    <a:cubicBezTo>
                      <a:pt x="4803" y="1480"/>
                      <a:pt x="4697" y="1244"/>
                      <a:pt x="4555" y="1187"/>
                    </a:cubicBezTo>
                    <a:cubicBezTo>
                      <a:pt x="4728" y="1007"/>
                      <a:pt x="4534" y="916"/>
                      <a:pt x="4363" y="916"/>
                    </a:cubicBezTo>
                    <a:cubicBezTo>
                      <a:pt x="4306" y="916"/>
                      <a:pt x="4251" y="926"/>
                      <a:pt x="4214" y="946"/>
                    </a:cubicBezTo>
                    <a:cubicBezTo>
                      <a:pt x="4314" y="816"/>
                      <a:pt x="4234" y="615"/>
                      <a:pt x="4123" y="525"/>
                    </a:cubicBezTo>
                    <a:cubicBezTo>
                      <a:pt x="4372" y="231"/>
                      <a:pt x="4254" y="1"/>
                      <a:pt x="4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28" name="Google Shape;16128;p54">
                <a:extLst>
                  <a:ext uri="{FF2B5EF4-FFF2-40B4-BE49-F238E27FC236}">
                    <a16:creationId xmlns:a16="http://schemas.microsoft.com/office/drawing/2014/main" id="{52663786-F783-D078-A824-846EE9C53FAF}"/>
                  </a:ext>
                </a:extLst>
              </p:cNvPr>
              <p:cNvSpPr/>
              <p:nvPr/>
            </p:nvSpPr>
            <p:spPr>
              <a:xfrm>
                <a:off x="1807508" y="4214252"/>
                <a:ext cx="79684" cy="22538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62" extrusionOk="0">
                    <a:moveTo>
                      <a:pt x="1987" y="0"/>
                    </a:moveTo>
                    <a:cubicBezTo>
                      <a:pt x="1956" y="7"/>
                      <a:pt x="1924" y="8"/>
                      <a:pt x="1893" y="8"/>
                    </a:cubicBezTo>
                    <a:cubicBezTo>
                      <a:pt x="1873" y="8"/>
                      <a:pt x="1853" y="7"/>
                      <a:pt x="1833" y="7"/>
                    </a:cubicBezTo>
                    <a:cubicBezTo>
                      <a:pt x="1744" y="7"/>
                      <a:pt x="1664" y="18"/>
                      <a:pt x="1626" y="140"/>
                    </a:cubicBezTo>
                    <a:cubicBezTo>
                      <a:pt x="1538" y="109"/>
                      <a:pt x="1424" y="63"/>
                      <a:pt x="1327" y="63"/>
                    </a:cubicBezTo>
                    <a:cubicBezTo>
                      <a:pt x="1235" y="63"/>
                      <a:pt x="1159" y="104"/>
                      <a:pt x="1134" y="241"/>
                    </a:cubicBezTo>
                    <a:cubicBezTo>
                      <a:pt x="993" y="159"/>
                      <a:pt x="912" y="110"/>
                      <a:pt x="838" y="110"/>
                    </a:cubicBezTo>
                    <a:cubicBezTo>
                      <a:pt x="749" y="110"/>
                      <a:pt x="671" y="181"/>
                      <a:pt x="512" y="351"/>
                    </a:cubicBezTo>
                    <a:cubicBezTo>
                      <a:pt x="436" y="290"/>
                      <a:pt x="368" y="265"/>
                      <a:pt x="306" y="265"/>
                    </a:cubicBezTo>
                    <a:cubicBezTo>
                      <a:pt x="166" y="265"/>
                      <a:pt x="64" y="401"/>
                      <a:pt x="1" y="562"/>
                    </a:cubicBezTo>
                    <a:cubicBezTo>
                      <a:pt x="50" y="477"/>
                      <a:pt x="120" y="421"/>
                      <a:pt x="203" y="421"/>
                    </a:cubicBezTo>
                    <a:cubicBezTo>
                      <a:pt x="237" y="421"/>
                      <a:pt x="274" y="431"/>
                      <a:pt x="312" y="451"/>
                    </a:cubicBezTo>
                    <a:cubicBezTo>
                      <a:pt x="352" y="472"/>
                      <a:pt x="368" y="480"/>
                      <a:pt x="379" y="480"/>
                    </a:cubicBezTo>
                    <a:cubicBezTo>
                      <a:pt x="394" y="480"/>
                      <a:pt x="398" y="461"/>
                      <a:pt x="452" y="431"/>
                    </a:cubicBezTo>
                    <a:cubicBezTo>
                      <a:pt x="477" y="416"/>
                      <a:pt x="507" y="406"/>
                      <a:pt x="534" y="406"/>
                    </a:cubicBezTo>
                    <a:cubicBezTo>
                      <a:pt x="560" y="406"/>
                      <a:pt x="583" y="416"/>
                      <a:pt x="593" y="441"/>
                    </a:cubicBezTo>
                    <a:cubicBezTo>
                      <a:pt x="625" y="344"/>
                      <a:pt x="707" y="293"/>
                      <a:pt x="788" y="293"/>
                    </a:cubicBezTo>
                    <a:cubicBezTo>
                      <a:pt x="833" y="293"/>
                      <a:pt x="878" y="309"/>
                      <a:pt x="914" y="341"/>
                    </a:cubicBezTo>
                    <a:cubicBezTo>
                      <a:pt x="931" y="303"/>
                      <a:pt x="953" y="290"/>
                      <a:pt x="978" y="290"/>
                    </a:cubicBezTo>
                    <a:cubicBezTo>
                      <a:pt x="1011" y="290"/>
                      <a:pt x="1049" y="314"/>
                      <a:pt x="1084" y="331"/>
                    </a:cubicBezTo>
                    <a:cubicBezTo>
                      <a:pt x="1106" y="348"/>
                      <a:pt x="1122" y="358"/>
                      <a:pt x="1137" y="358"/>
                    </a:cubicBezTo>
                    <a:cubicBezTo>
                      <a:pt x="1157" y="358"/>
                      <a:pt x="1176" y="341"/>
                      <a:pt x="1204" y="301"/>
                    </a:cubicBezTo>
                    <a:cubicBezTo>
                      <a:pt x="1245" y="241"/>
                      <a:pt x="1245" y="201"/>
                      <a:pt x="1315" y="181"/>
                    </a:cubicBezTo>
                    <a:cubicBezTo>
                      <a:pt x="1328" y="178"/>
                      <a:pt x="1341" y="176"/>
                      <a:pt x="1352" y="176"/>
                    </a:cubicBezTo>
                    <a:cubicBezTo>
                      <a:pt x="1417" y="176"/>
                      <a:pt x="1451" y="223"/>
                      <a:pt x="1485" y="291"/>
                    </a:cubicBezTo>
                    <a:cubicBezTo>
                      <a:pt x="1498" y="276"/>
                      <a:pt x="1511" y="270"/>
                      <a:pt x="1525" y="270"/>
                    </a:cubicBezTo>
                    <a:cubicBezTo>
                      <a:pt x="1562" y="270"/>
                      <a:pt x="1602" y="312"/>
                      <a:pt x="1638" y="312"/>
                    </a:cubicBezTo>
                    <a:cubicBezTo>
                      <a:pt x="1640" y="312"/>
                      <a:pt x="1643" y="312"/>
                      <a:pt x="1646" y="311"/>
                    </a:cubicBezTo>
                    <a:cubicBezTo>
                      <a:pt x="1706" y="301"/>
                      <a:pt x="1706" y="261"/>
                      <a:pt x="1716" y="211"/>
                    </a:cubicBezTo>
                    <a:cubicBezTo>
                      <a:pt x="1746" y="140"/>
                      <a:pt x="1776" y="40"/>
                      <a:pt x="1856" y="40"/>
                    </a:cubicBezTo>
                    <a:cubicBezTo>
                      <a:pt x="1861" y="39"/>
                      <a:pt x="1865" y="39"/>
                      <a:pt x="1869" y="39"/>
                    </a:cubicBezTo>
                    <a:cubicBezTo>
                      <a:pt x="1895" y="39"/>
                      <a:pt x="1907" y="62"/>
                      <a:pt x="1927" y="62"/>
                    </a:cubicBezTo>
                    <a:cubicBezTo>
                      <a:pt x="1930" y="62"/>
                      <a:pt x="1933" y="61"/>
                      <a:pt x="1937" y="60"/>
                    </a:cubicBezTo>
                    <a:cubicBezTo>
                      <a:pt x="1967" y="50"/>
                      <a:pt x="1977" y="20"/>
                      <a:pt x="19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29" name="Google Shape;16129;p54">
                <a:extLst>
                  <a:ext uri="{FF2B5EF4-FFF2-40B4-BE49-F238E27FC236}">
                    <a16:creationId xmlns:a16="http://schemas.microsoft.com/office/drawing/2014/main" id="{DD0BC218-7B8B-52AC-74F5-706EFC3D892C}"/>
                  </a:ext>
                </a:extLst>
              </p:cNvPr>
              <p:cNvSpPr/>
              <p:nvPr/>
            </p:nvSpPr>
            <p:spPr>
              <a:xfrm>
                <a:off x="1915306" y="4141344"/>
                <a:ext cx="63202" cy="59231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1477" extrusionOk="0">
                    <a:moveTo>
                      <a:pt x="1352" y="0"/>
                    </a:moveTo>
                    <a:cubicBezTo>
                      <a:pt x="1253" y="0"/>
                      <a:pt x="1136" y="67"/>
                      <a:pt x="1044" y="223"/>
                    </a:cubicBezTo>
                    <a:cubicBezTo>
                      <a:pt x="1024" y="203"/>
                      <a:pt x="1014" y="173"/>
                      <a:pt x="994" y="153"/>
                    </a:cubicBezTo>
                    <a:cubicBezTo>
                      <a:pt x="914" y="223"/>
                      <a:pt x="844" y="323"/>
                      <a:pt x="793" y="424"/>
                    </a:cubicBezTo>
                    <a:cubicBezTo>
                      <a:pt x="760" y="386"/>
                      <a:pt x="729" y="370"/>
                      <a:pt x="699" y="370"/>
                    </a:cubicBezTo>
                    <a:cubicBezTo>
                      <a:pt x="522" y="370"/>
                      <a:pt x="406" y="948"/>
                      <a:pt x="372" y="1086"/>
                    </a:cubicBezTo>
                    <a:cubicBezTo>
                      <a:pt x="336" y="996"/>
                      <a:pt x="276" y="922"/>
                      <a:pt x="192" y="922"/>
                    </a:cubicBezTo>
                    <a:cubicBezTo>
                      <a:pt x="182" y="922"/>
                      <a:pt x="172" y="923"/>
                      <a:pt x="161" y="925"/>
                    </a:cubicBezTo>
                    <a:cubicBezTo>
                      <a:pt x="21" y="965"/>
                      <a:pt x="1" y="1136"/>
                      <a:pt x="1" y="1367"/>
                    </a:cubicBezTo>
                    <a:cubicBezTo>
                      <a:pt x="1" y="1407"/>
                      <a:pt x="11" y="1437"/>
                      <a:pt x="21" y="1477"/>
                    </a:cubicBezTo>
                    <a:cubicBezTo>
                      <a:pt x="21" y="1377"/>
                      <a:pt x="31" y="1276"/>
                      <a:pt x="81" y="1216"/>
                    </a:cubicBezTo>
                    <a:cubicBezTo>
                      <a:pt x="119" y="1161"/>
                      <a:pt x="148" y="1140"/>
                      <a:pt x="174" y="1140"/>
                    </a:cubicBezTo>
                    <a:cubicBezTo>
                      <a:pt x="235" y="1140"/>
                      <a:pt x="271" y="1264"/>
                      <a:pt x="342" y="1306"/>
                    </a:cubicBezTo>
                    <a:cubicBezTo>
                      <a:pt x="352" y="1276"/>
                      <a:pt x="352" y="1246"/>
                      <a:pt x="362" y="1216"/>
                    </a:cubicBezTo>
                    <a:lnTo>
                      <a:pt x="392" y="1226"/>
                    </a:lnTo>
                    <a:cubicBezTo>
                      <a:pt x="402" y="1196"/>
                      <a:pt x="402" y="1156"/>
                      <a:pt x="432" y="1126"/>
                    </a:cubicBezTo>
                    <a:cubicBezTo>
                      <a:pt x="434" y="1122"/>
                      <a:pt x="437" y="1120"/>
                      <a:pt x="441" y="1120"/>
                    </a:cubicBezTo>
                    <a:cubicBezTo>
                      <a:pt x="451" y="1120"/>
                      <a:pt x="464" y="1132"/>
                      <a:pt x="474" y="1132"/>
                    </a:cubicBezTo>
                    <a:cubicBezTo>
                      <a:pt x="477" y="1132"/>
                      <a:pt x="480" y="1130"/>
                      <a:pt x="482" y="1126"/>
                    </a:cubicBezTo>
                    <a:cubicBezTo>
                      <a:pt x="513" y="1096"/>
                      <a:pt x="492" y="955"/>
                      <a:pt x="492" y="925"/>
                    </a:cubicBezTo>
                    <a:cubicBezTo>
                      <a:pt x="482" y="795"/>
                      <a:pt x="482" y="725"/>
                      <a:pt x="553" y="604"/>
                    </a:cubicBezTo>
                    <a:cubicBezTo>
                      <a:pt x="596" y="534"/>
                      <a:pt x="643" y="498"/>
                      <a:pt x="692" y="498"/>
                    </a:cubicBezTo>
                    <a:cubicBezTo>
                      <a:pt x="734" y="498"/>
                      <a:pt x="778" y="524"/>
                      <a:pt x="823" y="574"/>
                    </a:cubicBezTo>
                    <a:cubicBezTo>
                      <a:pt x="841" y="530"/>
                      <a:pt x="891" y="397"/>
                      <a:pt x="944" y="397"/>
                    </a:cubicBezTo>
                    <a:cubicBezTo>
                      <a:pt x="951" y="397"/>
                      <a:pt x="957" y="399"/>
                      <a:pt x="964" y="404"/>
                    </a:cubicBezTo>
                    <a:cubicBezTo>
                      <a:pt x="1019" y="365"/>
                      <a:pt x="1055" y="265"/>
                      <a:pt x="1111" y="265"/>
                    </a:cubicBezTo>
                    <a:cubicBezTo>
                      <a:pt x="1127" y="265"/>
                      <a:pt x="1144" y="273"/>
                      <a:pt x="1165" y="293"/>
                    </a:cubicBezTo>
                    <a:cubicBezTo>
                      <a:pt x="1205" y="223"/>
                      <a:pt x="1315" y="83"/>
                      <a:pt x="1405" y="83"/>
                    </a:cubicBezTo>
                    <a:cubicBezTo>
                      <a:pt x="1475" y="93"/>
                      <a:pt x="1516" y="193"/>
                      <a:pt x="1536" y="283"/>
                    </a:cubicBezTo>
                    <a:cubicBezTo>
                      <a:pt x="1575" y="113"/>
                      <a:pt x="1480" y="0"/>
                      <a:pt x="13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0" name="Google Shape;16130;p54">
                <a:extLst>
                  <a:ext uri="{FF2B5EF4-FFF2-40B4-BE49-F238E27FC236}">
                    <a16:creationId xmlns:a16="http://schemas.microsoft.com/office/drawing/2014/main" id="{B4CC2C00-E309-9D3F-DB1B-E78542E0391D}"/>
                  </a:ext>
                </a:extLst>
              </p:cNvPr>
              <p:cNvSpPr/>
              <p:nvPr/>
            </p:nvSpPr>
            <p:spPr>
              <a:xfrm>
                <a:off x="1984004" y="4115196"/>
                <a:ext cx="99494" cy="134263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3348" extrusionOk="0">
                    <a:moveTo>
                      <a:pt x="1197" y="0"/>
                    </a:moveTo>
                    <a:cubicBezTo>
                      <a:pt x="1129" y="0"/>
                      <a:pt x="1083" y="158"/>
                      <a:pt x="1046" y="273"/>
                    </a:cubicBezTo>
                    <a:lnTo>
                      <a:pt x="1076" y="364"/>
                    </a:lnTo>
                    <a:cubicBezTo>
                      <a:pt x="896" y="474"/>
                      <a:pt x="886" y="534"/>
                      <a:pt x="956" y="695"/>
                    </a:cubicBezTo>
                    <a:cubicBezTo>
                      <a:pt x="976" y="745"/>
                      <a:pt x="866" y="725"/>
                      <a:pt x="826" y="785"/>
                    </a:cubicBezTo>
                    <a:cubicBezTo>
                      <a:pt x="776" y="845"/>
                      <a:pt x="776" y="996"/>
                      <a:pt x="786" y="1076"/>
                    </a:cubicBezTo>
                    <a:cubicBezTo>
                      <a:pt x="485" y="1126"/>
                      <a:pt x="505" y="1407"/>
                      <a:pt x="575" y="1587"/>
                    </a:cubicBezTo>
                    <a:cubicBezTo>
                      <a:pt x="344" y="1688"/>
                      <a:pt x="625" y="2209"/>
                      <a:pt x="625" y="2410"/>
                    </a:cubicBezTo>
                    <a:cubicBezTo>
                      <a:pt x="224" y="2430"/>
                      <a:pt x="364" y="2691"/>
                      <a:pt x="364" y="2891"/>
                    </a:cubicBezTo>
                    <a:cubicBezTo>
                      <a:pt x="347" y="2889"/>
                      <a:pt x="330" y="2888"/>
                      <a:pt x="314" y="2888"/>
                    </a:cubicBezTo>
                    <a:cubicBezTo>
                      <a:pt x="0" y="2888"/>
                      <a:pt x="79" y="3253"/>
                      <a:pt x="394" y="3262"/>
                    </a:cubicBezTo>
                    <a:cubicBezTo>
                      <a:pt x="394" y="3262"/>
                      <a:pt x="1065" y="3348"/>
                      <a:pt x="1599" y="3348"/>
                    </a:cubicBezTo>
                    <a:cubicBezTo>
                      <a:pt x="1904" y="3348"/>
                      <a:pt x="2164" y="3320"/>
                      <a:pt x="2230" y="3232"/>
                    </a:cubicBezTo>
                    <a:cubicBezTo>
                      <a:pt x="2250" y="3212"/>
                      <a:pt x="2481" y="3112"/>
                      <a:pt x="2300" y="2841"/>
                    </a:cubicBezTo>
                    <a:cubicBezTo>
                      <a:pt x="2260" y="2771"/>
                      <a:pt x="2120" y="2801"/>
                      <a:pt x="2080" y="2721"/>
                    </a:cubicBezTo>
                    <a:cubicBezTo>
                      <a:pt x="2039" y="2620"/>
                      <a:pt x="1989" y="2530"/>
                      <a:pt x="1929" y="2460"/>
                    </a:cubicBezTo>
                    <a:cubicBezTo>
                      <a:pt x="1889" y="2410"/>
                      <a:pt x="1749" y="2420"/>
                      <a:pt x="1749" y="2360"/>
                    </a:cubicBezTo>
                    <a:cubicBezTo>
                      <a:pt x="1738" y="2320"/>
                      <a:pt x="1799" y="2229"/>
                      <a:pt x="1799" y="2189"/>
                    </a:cubicBezTo>
                    <a:cubicBezTo>
                      <a:pt x="1819" y="1908"/>
                      <a:pt x="1688" y="1958"/>
                      <a:pt x="1648" y="1868"/>
                    </a:cubicBezTo>
                    <a:cubicBezTo>
                      <a:pt x="1588" y="1768"/>
                      <a:pt x="1708" y="1768"/>
                      <a:pt x="1618" y="1507"/>
                    </a:cubicBezTo>
                    <a:cubicBezTo>
                      <a:pt x="1608" y="1467"/>
                      <a:pt x="1608" y="1357"/>
                      <a:pt x="1618" y="1236"/>
                    </a:cubicBezTo>
                    <a:cubicBezTo>
                      <a:pt x="1658" y="1016"/>
                      <a:pt x="1518" y="1026"/>
                      <a:pt x="1528" y="945"/>
                    </a:cubicBezTo>
                    <a:cubicBezTo>
                      <a:pt x="1548" y="835"/>
                      <a:pt x="1588" y="775"/>
                      <a:pt x="1458" y="655"/>
                    </a:cubicBezTo>
                    <a:lnTo>
                      <a:pt x="1458" y="655"/>
                    </a:lnTo>
                    <a:cubicBezTo>
                      <a:pt x="1463" y="655"/>
                      <a:pt x="1468" y="655"/>
                      <a:pt x="1473" y="655"/>
                    </a:cubicBezTo>
                    <a:cubicBezTo>
                      <a:pt x="1576" y="655"/>
                      <a:pt x="1449" y="552"/>
                      <a:pt x="1488" y="514"/>
                    </a:cubicBezTo>
                    <a:cubicBezTo>
                      <a:pt x="1461" y="451"/>
                      <a:pt x="1458" y="381"/>
                      <a:pt x="1386" y="381"/>
                    </a:cubicBezTo>
                    <a:cubicBezTo>
                      <a:pt x="1378" y="381"/>
                      <a:pt x="1368" y="382"/>
                      <a:pt x="1357" y="384"/>
                    </a:cubicBezTo>
                    <a:cubicBezTo>
                      <a:pt x="1397" y="344"/>
                      <a:pt x="1317" y="123"/>
                      <a:pt x="1287" y="83"/>
                    </a:cubicBezTo>
                    <a:cubicBezTo>
                      <a:pt x="1254" y="24"/>
                      <a:pt x="1224" y="0"/>
                      <a:pt x="11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1" name="Google Shape;16131;p54">
                <a:extLst>
                  <a:ext uri="{FF2B5EF4-FFF2-40B4-BE49-F238E27FC236}">
                    <a16:creationId xmlns:a16="http://schemas.microsoft.com/office/drawing/2014/main" id="{F6D4F448-420C-71B9-5D17-5C3444BFBCF3}"/>
                  </a:ext>
                </a:extLst>
              </p:cNvPr>
              <p:cNvSpPr/>
              <p:nvPr/>
            </p:nvSpPr>
            <p:spPr>
              <a:xfrm>
                <a:off x="2003815" y="4141023"/>
                <a:ext cx="20974" cy="37857"/>
              </a:xfrm>
              <a:custGeom>
                <a:avLst/>
                <a:gdLst/>
                <a:ahLst/>
                <a:cxnLst/>
                <a:rect l="l" t="t" r="r" b="b"/>
                <a:pathLst>
                  <a:path w="523" h="944" extrusionOk="0">
                    <a:moveTo>
                      <a:pt x="442" y="0"/>
                    </a:moveTo>
                    <a:lnTo>
                      <a:pt x="442" y="0"/>
                    </a:lnTo>
                    <a:cubicBezTo>
                      <a:pt x="452" y="21"/>
                      <a:pt x="452" y="41"/>
                      <a:pt x="462" y="51"/>
                    </a:cubicBezTo>
                    <a:cubicBezTo>
                      <a:pt x="482" y="101"/>
                      <a:pt x="372" y="81"/>
                      <a:pt x="332" y="141"/>
                    </a:cubicBezTo>
                    <a:cubicBezTo>
                      <a:pt x="282" y="201"/>
                      <a:pt x="282" y="352"/>
                      <a:pt x="292" y="432"/>
                    </a:cubicBezTo>
                    <a:cubicBezTo>
                      <a:pt x="1" y="482"/>
                      <a:pt x="11" y="763"/>
                      <a:pt x="81" y="943"/>
                    </a:cubicBezTo>
                    <a:cubicBezTo>
                      <a:pt x="71" y="853"/>
                      <a:pt x="41" y="713"/>
                      <a:pt x="151" y="673"/>
                    </a:cubicBezTo>
                    <a:lnTo>
                      <a:pt x="171" y="683"/>
                    </a:lnTo>
                    <a:cubicBezTo>
                      <a:pt x="171" y="662"/>
                      <a:pt x="151" y="612"/>
                      <a:pt x="181" y="592"/>
                    </a:cubicBezTo>
                    <a:cubicBezTo>
                      <a:pt x="191" y="586"/>
                      <a:pt x="205" y="583"/>
                      <a:pt x="220" y="583"/>
                    </a:cubicBezTo>
                    <a:cubicBezTo>
                      <a:pt x="249" y="583"/>
                      <a:pt x="285" y="592"/>
                      <a:pt x="312" y="592"/>
                    </a:cubicBezTo>
                    <a:cubicBezTo>
                      <a:pt x="312" y="576"/>
                      <a:pt x="333" y="468"/>
                      <a:pt x="369" y="468"/>
                    </a:cubicBezTo>
                    <a:cubicBezTo>
                      <a:pt x="376" y="468"/>
                      <a:pt x="384" y="472"/>
                      <a:pt x="392" y="482"/>
                    </a:cubicBezTo>
                    <a:cubicBezTo>
                      <a:pt x="392" y="455"/>
                      <a:pt x="400" y="306"/>
                      <a:pt x="460" y="306"/>
                    </a:cubicBezTo>
                    <a:cubicBezTo>
                      <a:pt x="467" y="306"/>
                      <a:pt x="474" y="307"/>
                      <a:pt x="482" y="311"/>
                    </a:cubicBezTo>
                    <a:cubicBezTo>
                      <a:pt x="482" y="281"/>
                      <a:pt x="472" y="241"/>
                      <a:pt x="482" y="221"/>
                    </a:cubicBezTo>
                    <a:cubicBezTo>
                      <a:pt x="482" y="201"/>
                      <a:pt x="512" y="191"/>
                      <a:pt x="512" y="181"/>
                    </a:cubicBezTo>
                    <a:cubicBezTo>
                      <a:pt x="522" y="151"/>
                      <a:pt x="512" y="81"/>
                      <a:pt x="502" y="61"/>
                    </a:cubicBezTo>
                    <a:cubicBezTo>
                      <a:pt x="492" y="41"/>
                      <a:pt x="472" y="21"/>
                      <a:pt x="4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2" name="Google Shape;16132;p54">
                <a:extLst>
                  <a:ext uri="{FF2B5EF4-FFF2-40B4-BE49-F238E27FC236}">
                    <a16:creationId xmlns:a16="http://schemas.microsoft.com/office/drawing/2014/main" id="{0E9FE956-E774-C3B0-55CD-8FE4829BFA5D}"/>
                  </a:ext>
                </a:extLst>
              </p:cNvPr>
              <p:cNvSpPr/>
              <p:nvPr/>
            </p:nvSpPr>
            <p:spPr>
              <a:xfrm>
                <a:off x="2006622" y="4178841"/>
                <a:ext cx="842" cy="842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1" y="0"/>
                    </a:moveTo>
                    <a:lnTo>
                      <a:pt x="1" y="1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3" name="Google Shape;16133;p54">
                <a:extLst>
                  <a:ext uri="{FF2B5EF4-FFF2-40B4-BE49-F238E27FC236}">
                    <a16:creationId xmlns:a16="http://schemas.microsoft.com/office/drawing/2014/main" id="{BA27818A-E260-5531-8747-D0990F3AFCDB}"/>
                  </a:ext>
                </a:extLst>
              </p:cNvPr>
              <p:cNvSpPr/>
              <p:nvPr/>
            </p:nvSpPr>
            <p:spPr>
              <a:xfrm>
                <a:off x="2024348" y="4115276"/>
                <a:ext cx="7660" cy="1652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412" extrusionOk="0">
                    <a:moveTo>
                      <a:pt x="191" y="1"/>
                    </a:moveTo>
                    <a:cubicBezTo>
                      <a:pt x="121" y="1"/>
                      <a:pt x="81" y="151"/>
                      <a:pt x="40" y="271"/>
                    </a:cubicBezTo>
                    <a:lnTo>
                      <a:pt x="70" y="362"/>
                    </a:lnTo>
                    <a:cubicBezTo>
                      <a:pt x="40" y="382"/>
                      <a:pt x="20" y="392"/>
                      <a:pt x="0" y="412"/>
                    </a:cubicBezTo>
                    <a:lnTo>
                      <a:pt x="10" y="412"/>
                    </a:lnTo>
                    <a:cubicBezTo>
                      <a:pt x="40" y="412"/>
                      <a:pt x="91" y="412"/>
                      <a:pt x="121" y="392"/>
                    </a:cubicBezTo>
                    <a:cubicBezTo>
                      <a:pt x="111" y="372"/>
                      <a:pt x="91" y="362"/>
                      <a:pt x="81" y="342"/>
                    </a:cubicBezTo>
                    <a:cubicBezTo>
                      <a:pt x="70" y="281"/>
                      <a:pt x="141" y="281"/>
                      <a:pt x="191" y="241"/>
                    </a:cubicBezTo>
                    <a:cubicBezTo>
                      <a:pt x="171" y="201"/>
                      <a:pt x="161" y="171"/>
                      <a:pt x="191" y="141"/>
                    </a:cubicBezTo>
                    <a:cubicBezTo>
                      <a:pt x="181" y="121"/>
                      <a:pt x="151" y="101"/>
                      <a:pt x="151" y="81"/>
                    </a:cubicBezTo>
                    <a:cubicBezTo>
                      <a:pt x="141" y="51"/>
                      <a:pt x="161" y="2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4" name="Google Shape;16134;p54">
                <a:extLst>
                  <a:ext uri="{FF2B5EF4-FFF2-40B4-BE49-F238E27FC236}">
                    <a16:creationId xmlns:a16="http://schemas.microsoft.com/office/drawing/2014/main" id="{4D34F37C-53C6-6412-EAE5-B0323D169C55}"/>
                  </a:ext>
                </a:extLst>
              </p:cNvPr>
              <p:cNvSpPr/>
              <p:nvPr/>
            </p:nvSpPr>
            <p:spPr>
              <a:xfrm>
                <a:off x="1471238" y="4158708"/>
                <a:ext cx="44233" cy="75433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881" extrusionOk="0">
                    <a:moveTo>
                      <a:pt x="261" y="1"/>
                    </a:moveTo>
                    <a:cubicBezTo>
                      <a:pt x="201" y="61"/>
                      <a:pt x="281" y="111"/>
                      <a:pt x="211" y="171"/>
                    </a:cubicBezTo>
                    <a:lnTo>
                      <a:pt x="171" y="252"/>
                    </a:lnTo>
                    <a:cubicBezTo>
                      <a:pt x="101" y="312"/>
                      <a:pt x="161" y="382"/>
                      <a:pt x="161" y="462"/>
                    </a:cubicBezTo>
                    <a:cubicBezTo>
                      <a:pt x="161" y="552"/>
                      <a:pt x="60" y="643"/>
                      <a:pt x="40" y="723"/>
                    </a:cubicBezTo>
                    <a:cubicBezTo>
                      <a:pt x="20" y="823"/>
                      <a:pt x="40" y="853"/>
                      <a:pt x="70" y="944"/>
                    </a:cubicBezTo>
                    <a:cubicBezTo>
                      <a:pt x="111" y="1054"/>
                      <a:pt x="81" y="1134"/>
                      <a:pt x="40" y="1235"/>
                    </a:cubicBezTo>
                    <a:cubicBezTo>
                      <a:pt x="0" y="1305"/>
                      <a:pt x="20" y="1345"/>
                      <a:pt x="40" y="1425"/>
                    </a:cubicBezTo>
                    <a:cubicBezTo>
                      <a:pt x="60" y="1525"/>
                      <a:pt x="81" y="1576"/>
                      <a:pt x="161" y="1666"/>
                    </a:cubicBezTo>
                    <a:cubicBezTo>
                      <a:pt x="271" y="1716"/>
                      <a:pt x="331" y="1746"/>
                      <a:pt x="422" y="1786"/>
                    </a:cubicBezTo>
                    <a:cubicBezTo>
                      <a:pt x="542" y="1836"/>
                      <a:pt x="702" y="1856"/>
                      <a:pt x="843" y="1877"/>
                    </a:cubicBezTo>
                    <a:cubicBezTo>
                      <a:pt x="867" y="1879"/>
                      <a:pt x="889" y="1881"/>
                      <a:pt x="910" y="1881"/>
                    </a:cubicBezTo>
                    <a:cubicBezTo>
                      <a:pt x="1037" y="1881"/>
                      <a:pt x="1102" y="1827"/>
                      <a:pt x="1094" y="1706"/>
                    </a:cubicBezTo>
                    <a:cubicBezTo>
                      <a:pt x="1084" y="1556"/>
                      <a:pt x="933" y="1415"/>
                      <a:pt x="853" y="1295"/>
                    </a:cubicBezTo>
                    <a:cubicBezTo>
                      <a:pt x="783" y="1194"/>
                      <a:pt x="793" y="1144"/>
                      <a:pt x="763" y="1044"/>
                    </a:cubicBezTo>
                    <a:cubicBezTo>
                      <a:pt x="732" y="944"/>
                      <a:pt x="632" y="934"/>
                      <a:pt x="582" y="843"/>
                    </a:cubicBezTo>
                    <a:cubicBezTo>
                      <a:pt x="542" y="763"/>
                      <a:pt x="542" y="713"/>
                      <a:pt x="472" y="643"/>
                    </a:cubicBezTo>
                    <a:cubicBezTo>
                      <a:pt x="422" y="593"/>
                      <a:pt x="482" y="573"/>
                      <a:pt x="472" y="522"/>
                    </a:cubicBezTo>
                    <a:cubicBezTo>
                      <a:pt x="452" y="482"/>
                      <a:pt x="472" y="452"/>
                      <a:pt x="442" y="422"/>
                    </a:cubicBezTo>
                    <a:cubicBezTo>
                      <a:pt x="432" y="402"/>
                      <a:pt x="391" y="392"/>
                      <a:pt x="371" y="372"/>
                    </a:cubicBezTo>
                    <a:cubicBezTo>
                      <a:pt x="351" y="342"/>
                      <a:pt x="351" y="322"/>
                      <a:pt x="341" y="282"/>
                    </a:cubicBezTo>
                    <a:cubicBezTo>
                      <a:pt x="331" y="242"/>
                      <a:pt x="331" y="171"/>
                      <a:pt x="321" y="121"/>
                    </a:cubicBezTo>
                    <a:cubicBezTo>
                      <a:pt x="311" y="71"/>
                      <a:pt x="271" y="41"/>
                      <a:pt x="2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5" name="Google Shape;16135;p54">
                <a:extLst>
                  <a:ext uri="{FF2B5EF4-FFF2-40B4-BE49-F238E27FC236}">
                    <a16:creationId xmlns:a16="http://schemas.microsoft.com/office/drawing/2014/main" id="{1F124B3F-AC32-4F98-C2B8-7194C49F354F}"/>
                  </a:ext>
                </a:extLst>
              </p:cNvPr>
              <p:cNvSpPr/>
              <p:nvPr/>
            </p:nvSpPr>
            <p:spPr>
              <a:xfrm>
                <a:off x="1399613" y="4139018"/>
                <a:ext cx="60394" cy="97569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433" extrusionOk="0">
                    <a:moveTo>
                      <a:pt x="573" y="0"/>
                    </a:moveTo>
                    <a:cubicBezTo>
                      <a:pt x="512" y="61"/>
                      <a:pt x="502" y="121"/>
                      <a:pt x="472" y="191"/>
                    </a:cubicBezTo>
                    <a:cubicBezTo>
                      <a:pt x="442" y="251"/>
                      <a:pt x="392" y="331"/>
                      <a:pt x="382" y="412"/>
                    </a:cubicBezTo>
                    <a:cubicBezTo>
                      <a:pt x="372" y="502"/>
                      <a:pt x="382" y="552"/>
                      <a:pt x="352" y="642"/>
                    </a:cubicBezTo>
                    <a:cubicBezTo>
                      <a:pt x="332" y="723"/>
                      <a:pt x="282" y="803"/>
                      <a:pt x="252" y="873"/>
                    </a:cubicBezTo>
                    <a:cubicBezTo>
                      <a:pt x="222" y="973"/>
                      <a:pt x="302" y="1084"/>
                      <a:pt x="252" y="1184"/>
                    </a:cubicBezTo>
                    <a:cubicBezTo>
                      <a:pt x="242" y="1204"/>
                      <a:pt x="191" y="1224"/>
                      <a:pt x="181" y="1254"/>
                    </a:cubicBezTo>
                    <a:cubicBezTo>
                      <a:pt x="161" y="1314"/>
                      <a:pt x="211" y="1364"/>
                      <a:pt x="222" y="1415"/>
                    </a:cubicBezTo>
                    <a:cubicBezTo>
                      <a:pt x="232" y="1495"/>
                      <a:pt x="322" y="1786"/>
                      <a:pt x="211" y="1786"/>
                    </a:cubicBezTo>
                    <a:cubicBezTo>
                      <a:pt x="191" y="1856"/>
                      <a:pt x="211" y="1946"/>
                      <a:pt x="171" y="2016"/>
                    </a:cubicBezTo>
                    <a:cubicBezTo>
                      <a:pt x="156" y="2011"/>
                      <a:pt x="139" y="2011"/>
                      <a:pt x="121" y="2011"/>
                    </a:cubicBezTo>
                    <a:cubicBezTo>
                      <a:pt x="104" y="2011"/>
                      <a:pt x="86" y="2011"/>
                      <a:pt x="71" y="2006"/>
                    </a:cubicBezTo>
                    <a:lnTo>
                      <a:pt x="71" y="2006"/>
                    </a:lnTo>
                    <a:cubicBezTo>
                      <a:pt x="1" y="2077"/>
                      <a:pt x="91" y="2217"/>
                      <a:pt x="151" y="2277"/>
                    </a:cubicBezTo>
                    <a:cubicBezTo>
                      <a:pt x="201" y="2297"/>
                      <a:pt x="292" y="2357"/>
                      <a:pt x="382" y="2368"/>
                    </a:cubicBezTo>
                    <a:cubicBezTo>
                      <a:pt x="492" y="2388"/>
                      <a:pt x="623" y="2388"/>
                      <a:pt x="733" y="2398"/>
                    </a:cubicBezTo>
                    <a:cubicBezTo>
                      <a:pt x="833" y="2407"/>
                      <a:pt x="989" y="2432"/>
                      <a:pt x="1133" y="2432"/>
                    </a:cubicBezTo>
                    <a:cubicBezTo>
                      <a:pt x="1307" y="2432"/>
                      <a:pt x="1463" y="2395"/>
                      <a:pt x="1485" y="2247"/>
                    </a:cubicBezTo>
                    <a:cubicBezTo>
                      <a:pt x="1505" y="2127"/>
                      <a:pt x="1465" y="1956"/>
                      <a:pt x="1395" y="1846"/>
                    </a:cubicBezTo>
                    <a:cubicBezTo>
                      <a:pt x="1345" y="1776"/>
                      <a:pt x="1174" y="1615"/>
                      <a:pt x="1154" y="1535"/>
                    </a:cubicBezTo>
                    <a:cubicBezTo>
                      <a:pt x="1134" y="1475"/>
                      <a:pt x="1204" y="1425"/>
                      <a:pt x="1184" y="1364"/>
                    </a:cubicBezTo>
                    <a:lnTo>
                      <a:pt x="1134" y="1314"/>
                    </a:lnTo>
                    <a:cubicBezTo>
                      <a:pt x="1084" y="1254"/>
                      <a:pt x="994" y="1204"/>
                      <a:pt x="964" y="1134"/>
                    </a:cubicBezTo>
                    <a:cubicBezTo>
                      <a:pt x="914" y="1033"/>
                      <a:pt x="1004" y="1064"/>
                      <a:pt x="1024" y="963"/>
                    </a:cubicBezTo>
                    <a:cubicBezTo>
                      <a:pt x="1034" y="933"/>
                      <a:pt x="984" y="873"/>
                      <a:pt x="984" y="833"/>
                    </a:cubicBezTo>
                    <a:cubicBezTo>
                      <a:pt x="974" y="813"/>
                      <a:pt x="1004" y="793"/>
                      <a:pt x="984" y="753"/>
                    </a:cubicBezTo>
                    <a:cubicBezTo>
                      <a:pt x="964" y="682"/>
                      <a:pt x="914" y="662"/>
                      <a:pt x="904" y="592"/>
                    </a:cubicBezTo>
                    <a:cubicBezTo>
                      <a:pt x="904" y="512"/>
                      <a:pt x="954" y="512"/>
                      <a:pt x="853" y="452"/>
                    </a:cubicBezTo>
                    <a:cubicBezTo>
                      <a:pt x="813" y="422"/>
                      <a:pt x="763" y="432"/>
                      <a:pt x="733" y="392"/>
                    </a:cubicBezTo>
                    <a:cubicBezTo>
                      <a:pt x="693" y="341"/>
                      <a:pt x="753" y="261"/>
                      <a:pt x="643" y="231"/>
                    </a:cubicBezTo>
                    <a:cubicBezTo>
                      <a:pt x="663" y="131"/>
                      <a:pt x="703" y="71"/>
                      <a:pt x="5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6" name="Google Shape;16136;p54">
                <a:extLst>
                  <a:ext uri="{FF2B5EF4-FFF2-40B4-BE49-F238E27FC236}">
                    <a16:creationId xmlns:a16="http://schemas.microsoft.com/office/drawing/2014/main" id="{9451F6CE-A9DA-C74C-1BAF-33E1145BA36B}"/>
                  </a:ext>
                </a:extLst>
              </p:cNvPr>
              <p:cNvSpPr/>
              <p:nvPr/>
            </p:nvSpPr>
            <p:spPr>
              <a:xfrm>
                <a:off x="1618459" y="4185498"/>
                <a:ext cx="222489" cy="84656"/>
              </a:xfrm>
              <a:custGeom>
                <a:avLst/>
                <a:gdLst/>
                <a:ahLst/>
                <a:cxnLst/>
                <a:rect l="l" t="t" r="r" b="b"/>
                <a:pathLst>
                  <a:path w="5548" h="2111" extrusionOk="0">
                    <a:moveTo>
                      <a:pt x="2379" y="1"/>
                    </a:moveTo>
                    <a:cubicBezTo>
                      <a:pt x="2247" y="1"/>
                      <a:pt x="2147" y="156"/>
                      <a:pt x="2147" y="316"/>
                    </a:cubicBezTo>
                    <a:cubicBezTo>
                      <a:pt x="2047" y="225"/>
                      <a:pt x="1951" y="171"/>
                      <a:pt x="1870" y="171"/>
                    </a:cubicBezTo>
                    <a:cubicBezTo>
                      <a:pt x="1771" y="171"/>
                      <a:pt x="1694" y="250"/>
                      <a:pt x="1655" y="436"/>
                    </a:cubicBezTo>
                    <a:cubicBezTo>
                      <a:pt x="1655" y="429"/>
                      <a:pt x="1641" y="424"/>
                      <a:pt x="1618" y="424"/>
                    </a:cubicBezTo>
                    <a:cubicBezTo>
                      <a:pt x="1521" y="424"/>
                      <a:pt x="1266" y="505"/>
                      <a:pt x="1314" y="757"/>
                    </a:cubicBezTo>
                    <a:cubicBezTo>
                      <a:pt x="1268" y="746"/>
                      <a:pt x="1229" y="741"/>
                      <a:pt x="1194" y="741"/>
                    </a:cubicBezTo>
                    <a:cubicBezTo>
                      <a:pt x="1101" y="741"/>
                      <a:pt x="1038" y="776"/>
                      <a:pt x="943" y="827"/>
                    </a:cubicBezTo>
                    <a:cubicBezTo>
                      <a:pt x="930" y="831"/>
                      <a:pt x="919" y="832"/>
                      <a:pt x="909" y="832"/>
                    </a:cubicBezTo>
                    <a:cubicBezTo>
                      <a:pt x="884" y="832"/>
                      <a:pt x="865" y="824"/>
                      <a:pt x="844" y="824"/>
                    </a:cubicBezTo>
                    <a:cubicBezTo>
                      <a:pt x="827" y="824"/>
                      <a:pt x="808" y="829"/>
                      <a:pt x="783" y="847"/>
                    </a:cubicBezTo>
                    <a:cubicBezTo>
                      <a:pt x="733" y="878"/>
                      <a:pt x="743" y="1008"/>
                      <a:pt x="662" y="1058"/>
                    </a:cubicBezTo>
                    <a:cubicBezTo>
                      <a:pt x="636" y="1025"/>
                      <a:pt x="607" y="1013"/>
                      <a:pt x="580" y="1013"/>
                    </a:cubicBezTo>
                    <a:cubicBezTo>
                      <a:pt x="515" y="1013"/>
                      <a:pt x="456" y="1083"/>
                      <a:pt x="442" y="1118"/>
                    </a:cubicBezTo>
                    <a:cubicBezTo>
                      <a:pt x="383" y="1087"/>
                      <a:pt x="321" y="1071"/>
                      <a:pt x="262" y="1071"/>
                    </a:cubicBezTo>
                    <a:cubicBezTo>
                      <a:pt x="171" y="1071"/>
                      <a:pt x="89" y="1109"/>
                      <a:pt x="41" y="1188"/>
                    </a:cubicBezTo>
                    <a:cubicBezTo>
                      <a:pt x="0" y="1269"/>
                      <a:pt x="31" y="1289"/>
                      <a:pt x="71" y="1379"/>
                    </a:cubicBezTo>
                    <a:cubicBezTo>
                      <a:pt x="191" y="1600"/>
                      <a:pt x="462" y="1800"/>
                      <a:pt x="652" y="1891"/>
                    </a:cubicBezTo>
                    <a:cubicBezTo>
                      <a:pt x="942" y="2018"/>
                      <a:pt x="1413" y="2110"/>
                      <a:pt x="1776" y="2110"/>
                    </a:cubicBezTo>
                    <a:cubicBezTo>
                      <a:pt x="1840" y="2110"/>
                      <a:pt x="1901" y="2107"/>
                      <a:pt x="1956" y="2101"/>
                    </a:cubicBezTo>
                    <a:cubicBezTo>
                      <a:pt x="2348" y="2051"/>
                      <a:pt x="2719" y="1901"/>
                      <a:pt x="3120" y="1861"/>
                    </a:cubicBezTo>
                    <a:cubicBezTo>
                      <a:pt x="3410" y="1823"/>
                      <a:pt x="3689" y="1803"/>
                      <a:pt x="3974" y="1803"/>
                    </a:cubicBezTo>
                    <a:cubicBezTo>
                      <a:pt x="4073" y="1803"/>
                      <a:pt x="4172" y="1805"/>
                      <a:pt x="4273" y="1810"/>
                    </a:cubicBezTo>
                    <a:cubicBezTo>
                      <a:pt x="4306" y="1811"/>
                      <a:pt x="4342" y="1812"/>
                      <a:pt x="4383" y="1812"/>
                    </a:cubicBezTo>
                    <a:cubicBezTo>
                      <a:pt x="4748" y="1812"/>
                      <a:pt x="5407" y="1755"/>
                      <a:pt x="5497" y="1349"/>
                    </a:cubicBezTo>
                    <a:cubicBezTo>
                      <a:pt x="5547" y="1158"/>
                      <a:pt x="5447" y="1219"/>
                      <a:pt x="5347" y="1098"/>
                    </a:cubicBezTo>
                    <a:cubicBezTo>
                      <a:pt x="5246" y="988"/>
                      <a:pt x="5256" y="737"/>
                      <a:pt x="5116" y="697"/>
                    </a:cubicBezTo>
                    <a:cubicBezTo>
                      <a:pt x="5107" y="694"/>
                      <a:pt x="5097" y="692"/>
                      <a:pt x="5087" y="692"/>
                    </a:cubicBezTo>
                    <a:cubicBezTo>
                      <a:pt x="5034" y="692"/>
                      <a:pt x="4976" y="733"/>
                      <a:pt x="4925" y="767"/>
                    </a:cubicBezTo>
                    <a:cubicBezTo>
                      <a:pt x="4915" y="737"/>
                      <a:pt x="4905" y="687"/>
                      <a:pt x="4915" y="657"/>
                    </a:cubicBezTo>
                    <a:lnTo>
                      <a:pt x="4845" y="657"/>
                    </a:lnTo>
                    <a:cubicBezTo>
                      <a:pt x="4875" y="557"/>
                      <a:pt x="4855" y="547"/>
                      <a:pt x="4805" y="476"/>
                    </a:cubicBezTo>
                    <a:lnTo>
                      <a:pt x="4765" y="516"/>
                    </a:lnTo>
                    <a:cubicBezTo>
                      <a:pt x="4727" y="462"/>
                      <a:pt x="4690" y="440"/>
                      <a:pt x="4657" y="440"/>
                    </a:cubicBezTo>
                    <a:cubicBezTo>
                      <a:pt x="4567" y="440"/>
                      <a:pt x="4501" y="597"/>
                      <a:pt x="4494" y="707"/>
                    </a:cubicBezTo>
                    <a:cubicBezTo>
                      <a:pt x="4414" y="677"/>
                      <a:pt x="4354" y="607"/>
                      <a:pt x="4304" y="536"/>
                    </a:cubicBezTo>
                    <a:lnTo>
                      <a:pt x="4304" y="536"/>
                    </a:lnTo>
                    <a:cubicBezTo>
                      <a:pt x="4307" y="548"/>
                      <a:pt x="4311" y="558"/>
                      <a:pt x="4315" y="567"/>
                    </a:cubicBezTo>
                    <a:lnTo>
                      <a:pt x="4315" y="567"/>
                    </a:lnTo>
                    <a:cubicBezTo>
                      <a:pt x="4283" y="505"/>
                      <a:pt x="4232" y="481"/>
                      <a:pt x="4174" y="481"/>
                    </a:cubicBezTo>
                    <a:cubicBezTo>
                      <a:pt x="4086" y="481"/>
                      <a:pt x="3984" y="536"/>
                      <a:pt x="3912" y="597"/>
                    </a:cubicBezTo>
                    <a:cubicBezTo>
                      <a:pt x="3909" y="504"/>
                      <a:pt x="3863" y="471"/>
                      <a:pt x="3803" y="471"/>
                    </a:cubicBezTo>
                    <a:cubicBezTo>
                      <a:pt x="3700" y="471"/>
                      <a:pt x="3556" y="571"/>
                      <a:pt x="3511" y="647"/>
                    </a:cubicBezTo>
                    <a:cubicBezTo>
                      <a:pt x="3495" y="549"/>
                      <a:pt x="3419" y="498"/>
                      <a:pt x="3338" y="498"/>
                    </a:cubicBezTo>
                    <a:cubicBezTo>
                      <a:pt x="3319" y="498"/>
                      <a:pt x="3299" y="501"/>
                      <a:pt x="3280" y="506"/>
                    </a:cubicBezTo>
                    <a:cubicBezTo>
                      <a:pt x="3369" y="360"/>
                      <a:pt x="3221" y="299"/>
                      <a:pt x="3062" y="299"/>
                    </a:cubicBezTo>
                    <a:cubicBezTo>
                      <a:pt x="2970" y="299"/>
                      <a:pt x="2874" y="319"/>
                      <a:pt x="2819" y="356"/>
                    </a:cubicBezTo>
                    <a:cubicBezTo>
                      <a:pt x="2827" y="248"/>
                      <a:pt x="2713" y="45"/>
                      <a:pt x="2605" y="45"/>
                    </a:cubicBezTo>
                    <a:cubicBezTo>
                      <a:pt x="2582" y="45"/>
                      <a:pt x="2559" y="54"/>
                      <a:pt x="2538" y="75"/>
                    </a:cubicBezTo>
                    <a:cubicBezTo>
                      <a:pt x="2483" y="23"/>
                      <a:pt x="2429" y="1"/>
                      <a:pt x="23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7" name="Google Shape;16137;p54">
                <a:extLst>
                  <a:ext uri="{FF2B5EF4-FFF2-40B4-BE49-F238E27FC236}">
                    <a16:creationId xmlns:a16="http://schemas.microsoft.com/office/drawing/2014/main" id="{A9DB546E-71E1-ED73-5A19-80E45451EF39}"/>
                  </a:ext>
                </a:extLst>
              </p:cNvPr>
              <p:cNvSpPr/>
              <p:nvPr/>
            </p:nvSpPr>
            <p:spPr>
              <a:xfrm>
                <a:off x="1439436" y="4198531"/>
                <a:ext cx="71262" cy="43632"/>
              </a:xfrm>
              <a:custGeom>
                <a:avLst/>
                <a:gdLst/>
                <a:ahLst/>
                <a:cxnLst/>
                <a:rect l="l" t="t" r="r" b="b"/>
                <a:pathLst>
                  <a:path w="1777" h="1088" extrusionOk="0">
                    <a:moveTo>
                      <a:pt x="853" y="1"/>
                    </a:moveTo>
                    <a:cubicBezTo>
                      <a:pt x="753" y="1"/>
                      <a:pt x="633" y="171"/>
                      <a:pt x="583" y="232"/>
                    </a:cubicBezTo>
                    <a:cubicBezTo>
                      <a:pt x="522" y="302"/>
                      <a:pt x="472" y="382"/>
                      <a:pt x="402" y="422"/>
                    </a:cubicBezTo>
                    <a:cubicBezTo>
                      <a:pt x="392" y="402"/>
                      <a:pt x="372" y="382"/>
                      <a:pt x="372" y="362"/>
                    </a:cubicBezTo>
                    <a:cubicBezTo>
                      <a:pt x="302" y="402"/>
                      <a:pt x="222" y="452"/>
                      <a:pt x="181" y="512"/>
                    </a:cubicBezTo>
                    <a:cubicBezTo>
                      <a:pt x="171" y="502"/>
                      <a:pt x="161" y="492"/>
                      <a:pt x="151" y="472"/>
                    </a:cubicBezTo>
                    <a:cubicBezTo>
                      <a:pt x="81" y="532"/>
                      <a:pt x="1" y="603"/>
                      <a:pt x="1" y="713"/>
                    </a:cubicBezTo>
                    <a:cubicBezTo>
                      <a:pt x="11" y="753"/>
                      <a:pt x="51" y="884"/>
                      <a:pt x="81" y="984"/>
                    </a:cubicBezTo>
                    <a:cubicBezTo>
                      <a:pt x="129" y="991"/>
                      <a:pt x="176" y="993"/>
                      <a:pt x="223" y="993"/>
                    </a:cubicBezTo>
                    <a:cubicBezTo>
                      <a:pt x="273" y="993"/>
                      <a:pt x="324" y="991"/>
                      <a:pt x="375" y="991"/>
                    </a:cubicBezTo>
                    <a:cubicBezTo>
                      <a:pt x="404" y="991"/>
                      <a:pt x="433" y="992"/>
                      <a:pt x="462" y="994"/>
                    </a:cubicBezTo>
                    <a:cubicBezTo>
                      <a:pt x="621" y="1003"/>
                      <a:pt x="754" y="1065"/>
                      <a:pt x="918" y="1065"/>
                    </a:cubicBezTo>
                    <a:cubicBezTo>
                      <a:pt x="930" y="1065"/>
                      <a:pt x="942" y="1065"/>
                      <a:pt x="954" y="1064"/>
                    </a:cubicBezTo>
                    <a:cubicBezTo>
                      <a:pt x="1104" y="1064"/>
                      <a:pt x="1255" y="1064"/>
                      <a:pt x="1415" y="1074"/>
                    </a:cubicBezTo>
                    <a:cubicBezTo>
                      <a:pt x="1461" y="1074"/>
                      <a:pt x="1536" y="1087"/>
                      <a:pt x="1606" y="1087"/>
                    </a:cubicBezTo>
                    <a:cubicBezTo>
                      <a:pt x="1658" y="1087"/>
                      <a:pt x="1706" y="1080"/>
                      <a:pt x="1736" y="1054"/>
                    </a:cubicBezTo>
                    <a:cubicBezTo>
                      <a:pt x="1776" y="1024"/>
                      <a:pt x="1776" y="994"/>
                      <a:pt x="1776" y="954"/>
                    </a:cubicBezTo>
                    <a:cubicBezTo>
                      <a:pt x="1776" y="894"/>
                      <a:pt x="1756" y="823"/>
                      <a:pt x="1736" y="763"/>
                    </a:cubicBezTo>
                    <a:cubicBezTo>
                      <a:pt x="1712" y="706"/>
                      <a:pt x="1588" y="470"/>
                      <a:pt x="1499" y="470"/>
                    </a:cubicBezTo>
                    <a:cubicBezTo>
                      <a:pt x="1481" y="470"/>
                      <a:pt x="1464" y="480"/>
                      <a:pt x="1450" y="503"/>
                    </a:cubicBezTo>
                    <a:lnTo>
                      <a:pt x="1450" y="503"/>
                    </a:lnTo>
                    <a:cubicBezTo>
                      <a:pt x="1496" y="403"/>
                      <a:pt x="1173" y="412"/>
                      <a:pt x="1114" y="392"/>
                    </a:cubicBezTo>
                    <a:cubicBezTo>
                      <a:pt x="1136" y="348"/>
                      <a:pt x="1105" y="299"/>
                      <a:pt x="1071" y="299"/>
                    </a:cubicBezTo>
                    <a:cubicBezTo>
                      <a:pt x="1061" y="299"/>
                      <a:pt x="1052" y="302"/>
                      <a:pt x="1044" y="310"/>
                    </a:cubicBezTo>
                    <a:lnTo>
                      <a:pt x="1044" y="310"/>
                    </a:lnTo>
                    <a:cubicBezTo>
                      <a:pt x="1110" y="214"/>
                      <a:pt x="940" y="10"/>
                      <a:pt x="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8" name="Google Shape;16138;p54">
                <a:extLst>
                  <a:ext uri="{FF2B5EF4-FFF2-40B4-BE49-F238E27FC236}">
                    <a16:creationId xmlns:a16="http://schemas.microsoft.com/office/drawing/2014/main" id="{2725A77C-0A03-D234-07C1-51690A7069B5}"/>
                  </a:ext>
                </a:extLst>
              </p:cNvPr>
              <p:cNvSpPr/>
              <p:nvPr/>
            </p:nvSpPr>
            <p:spPr>
              <a:xfrm>
                <a:off x="1307495" y="4187583"/>
                <a:ext cx="87744" cy="42709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1065" extrusionOk="0">
                    <a:moveTo>
                      <a:pt x="979" y="1"/>
                    </a:moveTo>
                    <a:cubicBezTo>
                      <a:pt x="883" y="1"/>
                      <a:pt x="768" y="197"/>
                      <a:pt x="723" y="364"/>
                    </a:cubicBezTo>
                    <a:cubicBezTo>
                      <a:pt x="663" y="344"/>
                      <a:pt x="583" y="284"/>
                      <a:pt x="532" y="234"/>
                    </a:cubicBezTo>
                    <a:cubicBezTo>
                      <a:pt x="502" y="274"/>
                      <a:pt x="482" y="314"/>
                      <a:pt x="442" y="344"/>
                    </a:cubicBezTo>
                    <a:cubicBezTo>
                      <a:pt x="442" y="304"/>
                      <a:pt x="412" y="284"/>
                      <a:pt x="402" y="254"/>
                    </a:cubicBezTo>
                    <a:cubicBezTo>
                      <a:pt x="352" y="274"/>
                      <a:pt x="292" y="294"/>
                      <a:pt x="232" y="294"/>
                    </a:cubicBezTo>
                    <a:cubicBezTo>
                      <a:pt x="229" y="295"/>
                      <a:pt x="226" y="295"/>
                      <a:pt x="224" y="295"/>
                    </a:cubicBezTo>
                    <a:cubicBezTo>
                      <a:pt x="205" y="295"/>
                      <a:pt x="199" y="269"/>
                      <a:pt x="173" y="269"/>
                    </a:cubicBezTo>
                    <a:cubicBezTo>
                      <a:pt x="167" y="269"/>
                      <a:pt x="160" y="270"/>
                      <a:pt x="151" y="274"/>
                    </a:cubicBezTo>
                    <a:cubicBezTo>
                      <a:pt x="51" y="314"/>
                      <a:pt x="1" y="474"/>
                      <a:pt x="51" y="575"/>
                    </a:cubicBezTo>
                    <a:cubicBezTo>
                      <a:pt x="71" y="605"/>
                      <a:pt x="51" y="675"/>
                      <a:pt x="81" y="735"/>
                    </a:cubicBezTo>
                    <a:cubicBezTo>
                      <a:pt x="141" y="846"/>
                      <a:pt x="272" y="846"/>
                      <a:pt x="362" y="866"/>
                    </a:cubicBezTo>
                    <a:cubicBezTo>
                      <a:pt x="700" y="948"/>
                      <a:pt x="1071" y="1064"/>
                      <a:pt x="1427" y="1064"/>
                    </a:cubicBezTo>
                    <a:cubicBezTo>
                      <a:pt x="1504" y="1064"/>
                      <a:pt x="1581" y="1059"/>
                      <a:pt x="1656" y="1046"/>
                    </a:cubicBezTo>
                    <a:cubicBezTo>
                      <a:pt x="1947" y="996"/>
                      <a:pt x="2187" y="755"/>
                      <a:pt x="1856" y="535"/>
                    </a:cubicBezTo>
                    <a:cubicBezTo>
                      <a:pt x="1806" y="505"/>
                      <a:pt x="1696" y="464"/>
                      <a:pt x="1646" y="444"/>
                    </a:cubicBezTo>
                    <a:cubicBezTo>
                      <a:pt x="1606" y="434"/>
                      <a:pt x="1536" y="414"/>
                      <a:pt x="1485" y="384"/>
                    </a:cubicBezTo>
                    <a:cubicBezTo>
                      <a:pt x="1525" y="240"/>
                      <a:pt x="1398" y="207"/>
                      <a:pt x="1274" y="207"/>
                    </a:cubicBezTo>
                    <a:cubicBezTo>
                      <a:pt x="1208" y="207"/>
                      <a:pt x="1143" y="217"/>
                      <a:pt x="1104" y="224"/>
                    </a:cubicBezTo>
                    <a:cubicBezTo>
                      <a:pt x="1079" y="62"/>
                      <a:pt x="1032" y="1"/>
                      <a:pt x="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9" name="Google Shape;16139;p54">
                <a:extLst>
                  <a:ext uri="{FF2B5EF4-FFF2-40B4-BE49-F238E27FC236}">
                    <a16:creationId xmlns:a16="http://schemas.microsoft.com/office/drawing/2014/main" id="{1561CF20-F727-201B-5AC5-70DA8DA04EA0}"/>
                  </a:ext>
                </a:extLst>
              </p:cNvPr>
              <p:cNvSpPr/>
              <p:nvPr/>
            </p:nvSpPr>
            <p:spPr>
              <a:xfrm>
                <a:off x="1330033" y="4187703"/>
                <a:ext cx="347007" cy="94963"/>
              </a:xfrm>
              <a:custGeom>
                <a:avLst/>
                <a:gdLst/>
                <a:ahLst/>
                <a:cxnLst/>
                <a:rect l="l" t="t" r="r" b="b"/>
                <a:pathLst>
                  <a:path w="8653" h="2368" extrusionOk="0">
                    <a:moveTo>
                      <a:pt x="6049" y="0"/>
                    </a:moveTo>
                    <a:cubicBezTo>
                      <a:pt x="5858" y="90"/>
                      <a:pt x="5598" y="60"/>
                      <a:pt x="5598" y="341"/>
                    </a:cubicBezTo>
                    <a:cubicBezTo>
                      <a:pt x="5578" y="331"/>
                      <a:pt x="5567" y="301"/>
                      <a:pt x="5547" y="291"/>
                    </a:cubicBezTo>
                    <a:cubicBezTo>
                      <a:pt x="5267" y="421"/>
                      <a:pt x="5156" y="502"/>
                      <a:pt x="5126" y="843"/>
                    </a:cubicBezTo>
                    <a:cubicBezTo>
                      <a:pt x="5060" y="722"/>
                      <a:pt x="4954" y="667"/>
                      <a:pt x="4856" y="667"/>
                    </a:cubicBezTo>
                    <a:cubicBezTo>
                      <a:pt x="4716" y="667"/>
                      <a:pt x="4591" y="779"/>
                      <a:pt x="4615" y="973"/>
                    </a:cubicBezTo>
                    <a:cubicBezTo>
                      <a:pt x="4585" y="943"/>
                      <a:pt x="4554" y="913"/>
                      <a:pt x="4534" y="883"/>
                    </a:cubicBezTo>
                    <a:cubicBezTo>
                      <a:pt x="4534" y="953"/>
                      <a:pt x="4484" y="1023"/>
                      <a:pt x="4504" y="1123"/>
                    </a:cubicBezTo>
                    <a:cubicBezTo>
                      <a:pt x="4392" y="1080"/>
                      <a:pt x="4223" y="990"/>
                      <a:pt x="4098" y="990"/>
                    </a:cubicBezTo>
                    <a:cubicBezTo>
                      <a:pt x="4021" y="990"/>
                      <a:pt x="3962" y="1024"/>
                      <a:pt x="3943" y="1123"/>
                    </a:cubicBezTo>
                    <a:cubicBezTo>
                      <a:pt x="3863" y="1038"/>
                      <a:pt x="3710" y="953"/>
                      <a:pt x="3596" y="953"/>
                    </a:cubicBezTo>
                    <a:cubicBezTo>
                      <a:pt x="3521" y="953"/>
                      <a:pt x="3463" y="989"/>
                      <a:pt x="3451" y="1083"/>
                    </a:cubicBezTo>
                    <a:cubicBezTo>
                      <a:pt x="3421" y="973"/>
                      <a:pt x="3381" y="873"/>
                      <a:pt x="3341" y="782"/>
                    </a:cubicBezTo>
                    <a:cubicBezTo>
                      <a:pt x="3180" y="792"/>
                      <a:pt x="3030" y="873"/>
                      <a:pt x="2909" y="983"/>
                    </a:cubicBezTo>
                    <a:cubicBezTo>
                      <a:pt x="2899" y="923"/>
                      <a:pt x="2859" y="893"/>
                      <a:pt x="2849" y="833"/>
                    </a:cubicBezTo>
                    <a:cubicBezTo>
                      <a:pt x="2830" y="839"/>
                      <a:pt x="2811" y="842"/>
                      <a:pt x="2792" y="842"/>
                    </a:cubicBezTo>
                    <a:cubicBezTo>
                      <a:pt x="2706" y="842"/>
                      <a:pt x="2619" y="785"/>
                      <a:pt x="2546" y="785"/>
                    </a:cubicBezTo>
                    <a:cubicBezTo>
                      <a:pt x="2490" y="785"/>
                      <a:pt x="2442" y="818"/>
                      <a:pt x="2408" y="933"/>
                    </a:cubicBezTo>
                    <a:cubicBezTo>
                      <a:pt x="2324" y="789"/>
                      <a:pt x="2180" y="731"/>
                      <a:pt x="2036" y="731"/>
                    </a:cubicBezTo>
                    <a:cubicBezTo>
                      <a:pt x="1939" y="731"/>
                      <a:pt x="1843" y="758"/>
                      <a:pt x="1766" y="802"/>
                    </a:cubicBezTo>
                    <a:cubicBezTo>
                      <a:pt x="1736" y="722"/>
                      <a:pt x="1666" y="672"/>
                      <a:pt x="1636" y="592"/>
                    </a:cubicBezTo>
                    <a:cubicBezTo>
                      <a:pt x="1515" y="602"/>
                      <a:pt x="1445" y="592"/>
                      <a:pt x="1355" y="682"/>
                    </a:cubicBezTo>
                    <a:lnTo>
                      <a:pt x="1274" y="602"/>
                    </a:lnTo>
                    <a:cubicBezTo>
                      <a:pt x="1254" y="612"/>
                      <a:pt x="1234" y="632"/>
                      <a:pt x="1224" y="652"/>
                    </a:cubicBezTo>
                    <a:cubicBezTo>
                      <a:pt x="1194" y="602"/>
                      <a:pt x="1124" y="552"/>
                      <a:pt x="1094" y="512"/>
                    </a:cubicBezTo>
                    <a:cubicBezTo>
                      <a:pt x="1064" y="542"/>
                      <a:pt x="984" y="582"/>
                      <a:pt x="953" y="612"/>
                    </a:cubicBezTo>
                    <a:cubicBezTo>
                      <a:pt x="833" y="431"/>
                      <a:pt x="763" y="351"/>
                      <a:pt x="552" y="351"/>
                    </a:cubicBezTo>
                    <a:cubicBezTo>
                      <a:pt x="492" y="391"/>
                      <a:pt x="452" y="401"/>
                      <a:pt x="402" y="431"/>
                    </a:cubicBezTo>
                    <a:cubicBezTo>
                      <a:pt x="392" y="431"/>
                      <a:pt x="362" y="371"/>
                      <a:pt x="352" y="361"/>
                    </a:cubicBezTo>
                    <a:cubicBezTo>
                      <a:pt x="332" y="411"/>
                      <a:pt x="291" y="461"/>
                      <a:pt x="281" y="512"/>
                    </a:cubicBezTo>
                    <a:cubicBezTo>
                      <a:pt x="221" y="451"/>
                      <a:pt x="151" y="451"/>
                      <a:pt x="111" y="411"/>
                    </a:cubicBezTo>
                    <a:cubicBezTo>
                      <a:pt x="31" y="542"/>
                      <a:pt x="1" y="702"/>
                      <a:pt x="21" y="863"/>
                    </a:cubicBezTo>
                    <a:cubicBezTo>
                      <a:pt x="41" y="1224"/>
                      <a:pt x="1" y="1685"/>
                      <a:pt x="322" y="2006"/>
                    </a:cubicBezTo>
                    <a:cubicBezTo>
                      <a:pt x="582" y="2247"/>
                      <a:pt x="1102" y="2368"/>
                      <a:pt x="1445" y="2368"/>
                    </a:cubicBezTo>
                    <a:cubicBezTo>
                      <a:pt x="1459" y="2368"/>
                      <a:pt x="1472" y="2368"/>
                      <a:pt x="1485" y="2367"/>
                    </a:cubicBezTo>
                    <a:cubicBezTo>
                      <a:pt x="1866" y="2347"/>
                      <a:pt x="2247" y="2277"/>
                      <a:pt x="2639" y="2277"/>
                    </a:cubicBezTo>
                    <a:cubicBezTo>
                      <a:pt x="3086" y="2277"/>
                      <a:pt x="3539" y="2324"/>
                      <a:pt x="3990" y="2324"/>
                    </a:cubicBezTo>
                    <a:cubicBezTo>
                      <a:pt x="4165" y="2324"/>
                      <a:pt x="4340" y="2317"/>
                      <a:pt x="4514" y="2297"/>
                    </a:cubicBezTo>
                    <a:cubicBezTo>
                      <a:pt x="5527" y="2187"/>
                      <a:pt x="6561" y="1816"/>
                      <a:pt x="7564" y="1585"/>
                    </a:cubicBezTo>
                    <a:cubicBezTo>
                      <a:pt x="7864" y="1525"/>
                      <a:pt x="8376" y="1545"/>
                      <a:pt x="8527" y="1254"/>
                    </a:cubicBezTo>
                    <a:cubicBezTo>
                      <a:pt x="8653" y="1025"/>
                      <a:pt x="8537" y="771"/>
                      <a:pt x="8325" y="771"/>
                    </a:cubicBezTo>
                    <a:cubicBezTo>
                      <a:pt x="8268" y="771"/>
                      <a:pt x="8204" y="790"/>
                      <a:pt x="8135" y="833"/>
                    </a:cubicBezTo>
                    <a:cubicBezTo>
                      <a:pt x="8115" y="752"/>
                      <a:pt x="8045" y="722"/>
                      <a:pt x="8015" y="672"/>
                    </a:cubicBezTo>
                    <a:cubicBezTo>
                      <a:pt x="7975" y="692"/>
                      <a:pt x="7955" y="722"/>
                      <a:pt x="7925" y="752"/>
                    </a:cubicBezTo>
                    <a:cubicBezTo>
                      <a:pt x="7925" y="732"/>
                      <a:pt x="7925" y="672"/>
                      <a:pt x="7905" y="652"/>
                    </a:cubicBezTo>
                    <a:cubicBezTo>
                      <a:pt x="7764" y="672"/>
                      <a:pt x="7624" y="722"/>
                      <a:pt x="7503" y="792"/>
                    </a:cubicBezTo>
                    <a:cubicBezTo>
                      <a:pt x="7473" y="772"/>
                      <a:pt x="7373" y="692"/>
                      <a:pt x="7353" y="672"/>
                    </a:cubicBezTo>
                    <a:cubicBezTo>
                      <a:pt x="7403" y="582"/>
                      <a:pt x="7393" y="461"/>
                      <a:pt x="7413" y="361"/>
                    </a:cubicBezTo>
                    <a:lnTo>
                      <a:pt x="7413" y="361"/>
                    </a:lnTo>
                    <a:cubicBezTo>
                      <a:pt x="7182" y="381"/>
                      <a:pt x="6962" y="512"/>
                      <a:pt x="6751" y="562"/>
                    </a:cubicBezTo>
                    <a:cubicBezTo>
                      <a:pt x="6721" y="542"/>
                      <a:pt x="6631" y="481"/>
                      <a:pt x="6611" y="451"/>
                    </a:cubicBezTo>
                    <a:cubicBezTo>
                      <a:pt x="6591" y="471"/>
                      <a:pt x="6581" y="502"/>
                      <a:pt x="6550" y="522"/>
                    </a:cubicBezTo>
                    <a:cubicBezTo>
                      <a:pt x="6664" y="296"/>
                      <a:pt x="6553" y="84"/>
                      <a:pt x="6404" y="84"/>
                    </a:cubicBezTo>
                    <a:cubicBezTo>
                      <a:pt x="6341" y="84"/>
                      <a:pt x="6272" y="122"/>
                      <a:pt x="6209" y="211"/>
                    </a:cubicBezTo>
                    <a:cubicBezTo>
                      <a:pt x="6139" y="70"/>
                      <a:pt x="6169" y="171"/>
                      <a:pt x="6069" y="90"/>
                    </a:cubicBezTo>
                    <a:cubicBezTo>
                      <a:pt x="6059" y="70"/>
                      <a:pt x="6059" y="10"/>
                      <a:pt x="60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40" name="Google Shape;16140;p54">
                <a:extLst>
                  <a:ext uri="{FF2B5EF4-FFF2-40B4-BE49-F238E27FC236}">
                    <a16:creationId xmlns:a16="http://schemas.microsoft.com/office/drawing/2014/main" id="{E1F5528A-D211-E415-8919-355A85F21EBC}"/>
                  </a:ext>
                </a:extLst>
              </p:cNvPr>
              <p:cNvSpPr/>
              <p:nvPr/>
            </p:nvSpPr>
            <p:spPr>
              <a:xfrm>
                <a:off x="1509858" y="4187703"/>
                <a:ext cx="110242" cy="67452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1682" extrusionOk="0">
                    <a:moveTo>
                      <a:pt x="1565" y="0"/>
                    </a:moveTo>
                    <a:cubicBezTo>
                      <a:pt x="1374" y="90"/>
                      <a:pt x="1114" y="60"/>
                      <a:pt x="1114" y="341"/>
                    </a:cubicBezTo>
                    <a:cubicBezTo>
                      <a:pt x="1094" y="331"/>
                      <a:pt x="1083" y="301"/>
                      <a:pt x="1063" y="291"/>
                    </a:cubicBezTo>
                    <a:cubicBezTo>
                      <a:pt x="783" y="421"/>
                      <a:pt x="672" y="502"/>
                      <a:pt x="642" y="843"/>
                    </a:cubicBezTo>
                    <a:cubicBezTo>
                      <a:pt x="576" y="722"/>
                      <a:pt x="470" y="667"/>
                      <a:pt x="372" y="667"/>
                    </a:cubicBezTo>
                    <a:cubicBezTo>
                      <a:pt x="232" y="667"/>
                      <a:pt x="107" y="779"/>
                      <a:pt x="131" y="973"/>
                    </a:cubicBezTo>
                    <a:cubicBezTo>
                      <a:pt x="101" y="943"/>
                      <a:pt x="70" y="913"/>
                      <a:pt x="50" y="883"/>
                    </a:cubicBezTo>
                    <a:cubicBezTo>
                      <a:pt x="50" y="953"/>
                      <a:pt x="0" y="1023"/>
                      <a:pt x="20" y="1123"/>
                    </a:cubicBezTo>
                    <a:cubicBezTo>
                      <a:pt x="30" y="1194"/>
                      <a:pt x="0" y="1254"/>
                      <a:pt x="10" y="1304"/>
                    </a:cubicBezTo>
                    <a:cubicBezTo>
                      <a:pt x="40" y="1384"/>
                      <a:pt x="60" y="1354"/>
                      <a:pt x="111" y="1414"/>
                    </a:cubicBezTo>
                    <a:cubicBezTo>
                      <a:pt x="161" y="1454"/>
                      <a:pt x="151" y="1515"/>
                      <a:pt x="221" y="1545"/>
                    </a:cubicBezTo>
                    <a:cubicBezTo>
                      <a:pt x="251" y="1560"/>
                      <a:pt x="291" y="1563"/>
                      <a:pt x="336" y="1563"/>
                    </a:cubicBezTo>
                    <a:cubicBezTo>
                      <a:pt x="384" y="1563"/>
                      <a:pt x="437" y="1559"/>
                      <a:pt x="486" y="1559"/>
                    </a:cubicBezTo>
                    <a:cubicBezTo>
                      <a:pt x="513" y="1559"/>
                      <a:pt x="539" y="1560"/>
                      <a:pt x="562" y="1565"/>
                    </a:cubicBezTo>
                    <a:cubicBezTo>
                      <a:pt x="831" y="1626"/>
                      <a:pt x="1153" y="1682"/>
                      <a:pt x="1452" y="1682"/>
                    </a:cubicBezTo>
                    <a:cubicBezTo>
                      <a:pt x="1543" y="1682"/>
                      <a:pt x="1631" y="1677"/>
                      <a:pt x="1715" y="1665"/>
                    </a:cubicBezTo>
                    <a:cubicBezTo>
                      <a:pt x="1796" y="1655"/>
                      <a:pt x="1866" y="1605"/>
                      <a:pt x="1946" y="1595"/>
                    </a:cubicBezTo>
                    <a:cubicBezTo>
                      <a:pt x="1961" y="1593"/>
                      <a:pt x="1977" y="1592"/>
                      <a:pt x="1993" y="1592"/>
                    </a:cubicBezTo>
                    <a:cubicBezTo>
                      <a:pt x="2061" y="1592"/>
                      <a:pt x="2134" y="1607"/>
                      <a:pt x="2207" y="1615"/>
                    </a:cubicBezTo>
                    <a:cubicBezTo>
                      <a:pt x="2387" y="1615"/>
                      <a:pt x="2528" y="1595"/>
                      <a:pt x="2648" y="1454"/>
                    </a:cubicBezTo>
                    <a:cubicBezTo>
                      <a:pt x="2688" y="1404"/>
                      <a:pt x="2749" y="1334"/>
                      <a:pt x="2729" y="1284"/>
                    </a:cubicBezTo>
                    <a:cubicBezTo>
                      <a:pt x="2718" y="1229"/>
                      <a:pt x="2696" y="1219"/>
                      <a:pt x="2668" y="1219"/>
                    </a:cubicBezTo>
                    <a:cubicBezTo>
                      <a:pt x="2653" y="1219"/>
                      <a:pt x="2635" y="1222"/>
                      <a:pt x="2618" y="1222"/>
                    </a:cubicBezTo>
                    <a:cubicBezTo>
                      <a:pt x="2604" y="1222"/>
                      <a:pt x="2591" y="1220"/>
                      <a:pt x="2578" y="1214"/>
                    </a:cubicBezTo>
                    <a:cubicBezTo>
                      <a:pt x="2594" y="1173"/>
                      <a:pt x="2557" y="1138"/>
                      <a:pt x="2521" y="1138"/>
                    </a:cubicBezTo>
                    <a:cubicBezTo>
                      <a:pt x="2513" y="1138"/>
                      <a:pt x="2505" y="1140"/>
                      <a:pt x="2498" y="1143"/>
                    </a:cubicBezTo>
                    <a:cubicBezTo>
                      <a:pt x="2468" y="1103"/>
                      <a:pt x="2448" y="1043"/>
                      <a:pt x="2468" y="993"/>
                    </a:cubicBezTo>
                    <a:cubicBezTo>
                      <a:pt x="2439" y="979"/>
                      <a:pt x="2421" y="965"/>
                      <a:pt x="2399" y="965"/>
                    </a:cubicBezTo>
                    <a:cubicBezTo>
                      <a:pt x="2389" y="965"/>
                      <a:pt x="2379" y="967"/>
                      <a:pt x="2367" y="973"/>
                    </a:cubicBezTo>
                    <a:lnTo>
                      <a:pt x="2387" y="953"/>
                    </a:lnTo>
                    <a:cubicBezTo>
                      <a:pt x="2365" y="927"/>
                      <a:pt x="2344" y="918"/>
                      <a:pt x="2324" y="918"/>
                    </a:cubicBezTo>
                    <a:cubicBezTo>
                      <a:pt x="2283" y="918"/>
                      <a:pt x="2247" y="956"/>
                      <a:pt x="2207" y="963"/>
                    </a:cubicBezTo>
                    <a:cubicBezTo>
                      <a:pt x="2187" y="973"/>
                      <a:pt x="2177" y="993"/>
                      <a:pt x="2157" y="993"/>
                    </a:cubicBezTo>
                    <a:cubicBezTo>
                      <a:pt x="2137" y="993"/>
                      <a:pt x="2087" y="963"/>
                      <a:pt x="2056" y="963"/>
                    </a:cubicBezTo>
                    <a:cubicBezTo>
                      <a:pt x="2117" y="933"/>
                      <a:pt x="2247" y="742"/>
                      <a:pt x="2107" y="732"/>
                    </a:cubicBezTo>
                    <a:cubicBezTo>
                      <a:pt x="2127" y="702"/>
                      <a:pt x="2127" y="682"/>
                      <a:pt x="2157" y="652"/>
                    </a:cubicBezTo>
                    <a:cubicBezTo>
                      <a:pt x="2137" y="612"/>
                      <a:pt x="2087" y="602"/>
                      <a:pt x="2056" y="592"/>
                    </a:cubicBezTo>
                    <a:cubicBezTo>
                      <a:pt x="2077" y="542"/>
                      <a:pt x="2107" y="502"/>
                      <a:pt x="2127" y="461"/>
                    </a:cubicBezTo>
                    <a:lnTo>
                      <a:pt x="2127" y="451"/>
                    </a:lnTo>
                    <a:cubicBezTo>
                      <a:pt x="2107" y="471"/>
                      <a:pt x="2097" y="502"/>
                      <a:pt x="2066" y="522"/>
                    </a:cubicBezTo>
                    <a:cubicBezTo>
                      <a:pt x="2180" y="296"/>
                      <a:pt x="2069" y="84"/>
                      <a:pt x="1920" y="84"/>
                    </a:cubicBezTo>
                    <a:cubicBezTo>
                      <a:pt x="1857" y="84"/>
                      <a:pt x="1788" y="122"/>
                      <a:pt x="1725" y="211"/>
                    </a:cubicBezTo>
                    <a:cubicBezTo>
                      <a:pt x="1655" y="70"/>
                      <a:pt x="1685" y="171"/>
                      <a:pt x="1585" y="90"/>
                    </a:cubicBezTo>
                    <a:cubicBezTo>
                      <a:pt x="1575" y="70"/>
                      <a:pt x="1575" y="10"/>
                      <a:pt x="15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41" name="Google Shape;16141;p54">
                <a:extLst>
                  <a:ext uri="{FF2B5EF4-FFF2-40B4-BE49-F238E27FC236}">
                    <a16:creationId xmlns:a16="http://schemas.microsoft.com/office/drawing/2014/main" id="{633D63A0-E203-6A7C-50D3-21F40C2E581B}"/>
                  </a:ext>
                </a:extLst>
              </p:cNvPr>
              <p:cNvSpPr/>
              <p:nvPr/>
            </p:nvSpPr>
            <p:spPr>
              <a:xfrm>
                <a:off x="1255200" y="4198531"/>
                <a:ext cx="110282" cy="67493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683" extrusionOk="0">
                    <a:moveTo>
                      <a:pt x="1566" y="1"/>
                    </a:moveTo>
                    <a:cubicBezTo>
                      <a:pt x="1385" y="101"/>
                      <a:pt x="1124" y="61"/>
                      <a:pt x="1124" y="342"/>
                    </a:cubicBezTo>
                    <a:cubicBezTo>
                      <a:pt x="1104" y="332"/>
                      <a:pt x="1094" y="302"/>
                      <a:pt x="1074" y="302"/>
                    </a:cubicBezTo>
                    <a:cubicBezTo>
                      <a:pt x="793" y="432"/>
                      <a:pt x="683" y="502"/>
                      <a:pt x="643" y="843"/>
                    </a:cubicBezTo>
                    <a:cubicBezTo>
                      <a:pt x="581" y="725"/>
                      <a:pt x="478" y="671"/>
                      <a:pt x="380" y="671"/>
                    </a:cubicBezTo>
                    <a:cubicBezTo>
                      <a:pt x="238" y="671"/>
                      <a:pt x="108" y="784"/>
                      <a:pt x="131" y="974"/>
                    </a:cubicBezTo>
                    <a:cubicBezTo>
                      <a:pt x="111" y="954"/>
                      <a:pt x="81" y="914"/>
                      <a:pt x="61" y="894"/>
                    </a:cubicBezTo>
                    <a:cubicBezTo>
                      <a:pt x="61" y="954"/>
                      <a:pt x="1" y="1034"/>
                      <a:pt x="21" y="1134"/>
                    </a:cubicBezTo>
                    <a:lnTo>
                      <a:pt x="21" y="1124"/>
                    </a:lnTo>
                    <a:lnTo>
                      <a:pt x="21" y="1124"/>
                    </a:lnTo>
                    <a:cubicBezTo>
                      <a:pt x="31" y="1194"/>
                      <a:pt x="11" y="1255"/>
                      <a:pt x="21" y="1305"/>
                    </a:cubicBezTo>
                    <a:cubicBezTo>
                      <a:pt x="51" y="1385"/>
                      <a:pt x="71" y="1355"/>
                      <a:pt x="121" y="1415"/>
                    </a:cubicBezTo>
                    <a:cubicBezTo>
                      <a:pt x="161" y="1455"/>
                      <a:pt x="161" y="1515"/>
                      <a:pt x="222" y="1546"/>
                    </a:cubicBezTo>
                    <a:cubicBezTo>
                      <a:pt x="255" y="1560"/>
                      <a:pt x="298" y="1564"/>
                      <a:pt x="344" y="1564"/>
                    </a:cubicBezTo>
                    <a:cubicBezTo>
                      <a:pt x="394" y="1564"/>
                      <a:pt x="448" y="1560"/>
                      <a:pt x="497" y="1560"/>
                    </a:cubicBezTo>
                    <a:cubicBezTo>
                      <a:pt x="524" y="1560"/>
                      <a:pt x="550" y="1561"/>
                      <a:pt x="573" y="1566"/>
                    </a:cubicBezTo>
                    <a:cubicBezTo>
                      <a:pt x="842" y="1627"/>
                      <a:pt x="1164" y="1683"/>
                      <a:pt x="1462" y="1683"/>
                    </a:cubicBezTo>
                    <a:cubicBezTo>
                      <a:pt x="1553" y="1683"/>
                      <a:pt x="1642" y="1678"/>
                      <a:pt x="1726" y="1666"/>
                    </a:cubicBezTo>
                    <a:cubicBezTo>
                      <a:pt x="1806" y="1656"/>
                      <a:pt x="1877" y="1616"/>
                      <a:pt x="1947" y="1596"/>
                    </a:cubicBezTo>
                    <a:cubicBezTo>
                      <a:pt x="1964" y="1594"/>
                      <a:pt x="1981" y="1593"/>
                      <a:pt x="1998" y="1593"/>
                    </a:cubicBezTo>
                    <a:cubicBezTo>
                      <a:pt x="2071" y="1593"/>
                      <a:pt x="2143" y="1608"/>
                      <a:pt x="2208" y="1616"/>
                    </a:cubicBezTo>
                    <a:cubicBezTo>
                      <a:pt x="2229" y="1617"/>
                      <a:pt x="2250" y="1618"/>
                      <a:pt x="2271" y="1618"/>
                    </a:cubicBezTo>
                    <a:cubicBezTo>
                      <a:pt x="2430" y="1618"/>
                      <a:pt x="2551" y="1580"/>
                      <a:pt x="2649" y="1455"/>
                    </a:cubicBezTo>
                    <a:cubicBezTo>
                      <a:pt x="2689" y="1405"/>
                      <a:pt x="2749" y="1345"/>
                      <a:pt x="2739" y="1285"/>
                    </a:cubicBezTo>
                    <a:cubicBezTo>
                      <a:pt x="2730" y="1232"/>
                      <a:pt x="2709" y="1221"/>
                      <a:pt x="2682" y="1221"/>
                    </a:cubicBezTo>
                    <a:cubicBezTo>
                      <a:pt x="2660" y="1221"/>
                      <a:pt x="2635" y="1228"/>
                      <a:pt x="2608" y="1228"/>
                    </a:cubicBezTo>
                    <a:cubicBezTo>
                      <a:pt x="2599" y="1228"/>
                      <a:pt x="2589" y="1227"/>
                      <a:pt x="2579" y="1225"/>
                    </a:cubicBezTo>
                    <a:cubicBezTo>
                      <a:pt x="2603" y="1175"/>
                      <a:pt x="2567" y="1139"/>
                      <a:pt x="2526" y="1139"/>
                    </a:cubicBezTo>
                    <a:cubicBezTo>
                      <a:pt x="2517" y="1139"/>
                      <a:pt x="2507" y="1141"/>
                      <a:pt x="2498" y="1144"/>
                    </a:cubicBezTo>
                    <a:cubicBezTo>
                      <a:pt x="2468" y="1104"/>
                      <a:pt x="2458" y="1044"/>
                      <a:pt x="2468" y="994"/>
                    </a:cubicBezTo>
                    <a:cubicBezTo>
                      <a:pt x="2449" y="981"/>
                      <a:pt x="2434" y="968"/>
                      <a:pt x="2416" y="968"/>
                    </a:cubicBezTo>
                    <a:cubicBezTo>
                      <a:pt x="2405" y="968"/>
                      <a:pt x="2393" y="973"/>
                      <a:pt x="2378" y="984"/>
                    </a:cubicBezTo>
                    <a:lnTo>
                      <a:pt x="2388" y="954"/>
                    </a:lnTo>
                    <a:cubicBezTo>
                      <a:pt x="2369" y="928"/>
                      <a:pt x="2351" y="919"/>
                      <a:pt x="2333" y="919"/>
                    </a:cubicBezTo>
                    <a:cubicBezTo>
                      <a:pt x="2295" y="919"/>
                      <a:pt x="2258" y="960"/>
                      <a:pt x="2218" y="974"/>
                    </a:cubicBezTo>
                    <a:cubicBezTo>
                      <a:pt x="2198" y="974"/>
                      <a:pt x="2188" y="994"/>
                      <a:pt x="2167" y="994"/>
                    </a:cubicBezTo>
                    <a:cubicBezTo>
                      <a:pt x="2147" y="994"/>
                      <a:pt x="2097" y="964"/>
                      <a:pt x="2067" y="964"/>
                    </a:cubicBezTo>
                    <a:cubicBezTo>
                      <a:pt x="2127" y="934"/>
                      <a:pt x="2258" y="743"/>
                      <a:pt x="2117" y="733"/>
                    </a:cubicBezTo>
                    <a:cubicBezTo>
                      <a:pt x="2137" y="703"/>
                      <a:pt x="2137" y="683"/>
                      <a:pt x="2167" y="653"/>
                    </a:cubicBezTo>
                    <a:cubicBezTo>
                      <a:pt x="2147" y="613"/>
                      <a:pt x="2097" y="603"/>
                      <a:pt x="2057" y="593"/>
                    </a:cubicBezTo>
                    <a:cubicBezTo>
                      <a:pt x="2087" y="542"/>
                      <a:pt x="2107" y="502"/>
                      <a:pt x="2137" y="462"/>
                    </a:cubicBezTo>
                    <a:lnTo>
                      <a:pt x="2127" y="462"/>
                    </a:lnTo>
                    <a:cubicBezTo>
                      <a:pt x="2107" y="482"/>
                      <a:pt x="2107" y="512"/>
                      <a:pt x="2077" y="522"/>
                    </a:cubicBezTo>
                    <a:cubicBezTo>
                      <a:pt x="2189" y="298"/>
                      <a:pt x="2076" y="89"/>
                      <a:pt x="1930" y="89"/>
                    </a:cubicBezTo>
                    <a:cubicBezTo>
                      <a:pt x="1866" y="89"/>
                      <a:pt x="1797" y="128"/>
                      <a:pt x="1736" y="222"/>
                    </a:cubicBezTo>
                    <a:cubicBezTo>
                      <a:pt x="1656" y="71"/>
                      <a:pt x="1696" y="171"/>
                      <a:pt x="1586" y="91"/>
                    </a:cubicBezTo>
                    <a:cubicBezTo>
                      <a:pt x="1586" y="71"/>
                      <a:pt x="1586" y="21"/>
                      <a:pt x="15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42" name="Google Shape;16142;p54">
                <a:extLst>
                  <a:ext uri="{FF2B5EF4-FFF2-40B4-BE49-F238E27FC236}">
                    <a16:creationId xmlns:a16="http://schemas.microsoft.com/office/drawing/2014/main" id="{93D5356B-8D74-BF22-7582-E1727D397D50}"/>
                  </a:ext>
                </a:extLst>
              </p:cNvPr>
              <p:cNvSpPr/>
              <p:nvPr/>
            </p:nvSpPr>
            <p:spPr>
              <a:xfrm>
                <a:off x="1510259" y="4187703"/>
                <a:ext cx="70019" cy="44273"/>
              </a:xfrm>
              <a:custGeom>
                <a:avLst/>
                <a:gdLst/>
                <a:ahLst/>
                <a:cxnLst/>
                <a:rect l="l" t="t" r="r" b="b"/>
                <a:pathLst>
                  <a:path w="1746" h="1104" extrusionOk="0">
                    <a:moveTo>
                      <a:pt x="1555" y="0"/>
                    </a:moveTo>
                    <a:cubicBezTo>
                      <a:pt x="1364" y="90"/>
                      <a:pt x="1104" y="60"/>
                      <a:pt x="1104" y="341"/>
                    </a:cubicBezTo>
                    <a:cubicBezTo>
                      <a:pt x="1084" y="331"/>
                      <a:pt x="1073" y="301"/>
                      <a:pt x="1053" y="291"/>
                    </a:cubicBezTo>
                    <a:cubicBezTo>
                      <a:pt x="773" y="421"/>
                      <a:pt x="662" y="502"/>
                      <a:pt x="632" y="843"/>
                    </a:cubicBezTo>
                    <a:cubicBezTo>
                      <a:pt x="566" y="722"/>
                      <a:pt x="460" y="667"/>
                      <a:pt x="362" y="667"/>
                    </a:cubicBezTo>
                    <a:cubicBezTo>
                      <a:pt x="222" y="667"/>
                      <a:pt x="97" y="779"/>
                      <a:pt x="121" y="973"/>
                    </a:cubicBezTo>
                    <a:cubicBezTo>
                      <a:pt x="91" y="943"/>
                      <a:pt x="60" y="913"/>
                      <a:pt x="40" y="883"/>
                    </a:cubicBezTo>
                    <a:cubicBezTo>
                      <a:pt x="40" y="943"/>
                      <a:pt x="0" y="1013"/>
                      <a:pt x="0" y="1103"/>
                    </a:cubicBezTo>
                    <a:cubicBezTo>
                      <a:pt x="20" y="1073"/>
                      <a:pt x="50" y="1043"/>
                      <a:pt x="80" y="1023"/>
                    </a:cubicBezTo>
                    <a:cubicBezTo>
                      <a:pt x="103" y="1012"/>
                      <a:pt x="122" y="1007"/>
                      <a:pt x="138" y="1007"/>
                    </a:cubicBezTo>
                    <a:cubicBezTo>
                      <a:pt x="208" y="1007"/>
                      <a:pt x="232" y="1093"/>
                      <a:pt x="321" y="1093"/>
                    </a:cubicBezTo>
                    <a:cubicBezTo>
                      <a:pt x="321" y="993"/>
                      <a:pt x="331" y="933"/>
                      <a:pt x="422" y="893"/>
                    </a:cubicBezTo>
                    <a:cubicBezTo>
                      <a:pt x="432" y="893"/>
                      <a:pt x="452" y="913"/>
                      <a:pt x="472" y="913"/>
                    </a:cubicBezTo>
                    <a:cubicBezTo>
                      <a:pt x="499" y="904"/>
                      <a:pt x="526" y="861"/>
                      <a:pt x="554" y="861"/>
                    </a:cubicBezTo>
                    <a:cubicBezTo>
                      <a:pt x="557" y="861"/>
                      <a:pt x="559" y="862"/>
                      <a:pt x="562" y="863"/>
                    </a:cubicBezTo>
                    <a:cubicBezTo>
                      <a:pt x="599" y="863"/>
                      <a:pt x="593" y="924"/>
                      <a:pt x="633" y="924"/>
                    </a:cubicBezTo>
                    <a:cubicBezTo>
                      <a:pt x="636" y="924"/>
                      <a:pt x="639" y="923"/>
                      <a:pt x="642" y="923"/>
                    </a:cubicBezTo>
                    <a:cubicBezTo>
                      <a:pt x="682" y="913"/>
                      <a:pt x="672" y="802"/>
                      <a:pt x="692" y="762"/>
                    </a:cubicBezTo>
                    <a:cubicBezTo>
                      <a:pt x="742" y="672"/>
                      <a:pt x="853" y="652"/>
                      <a:pt x="923" y="612"/>
                    </a:cubicBezTo>
                    <a:cubicBezTo>
                      <a:pt x="973" y="592"/>
                      <a:pt x="1003" y="542"/>
                      <a:pt x="1073" y="522"/>
                    </a:cubicBezTo>
                    <a:cubicBezTo>
                      <a:pt x="1174" y="502"/>
                      <a:pt x="1174" y="532"/>
                      <a:pt x="1244" y="421"/>
                    </a:cubicBezTo>
                    <a:cubicBezTo>
                      <a:pt x="1267" y="375"/>
                      <a:pt x="1255" y="328"/>
                      <a:pt x="1299" y="328"/>
                    </a:cubicBezTo>
                    <a:cubicBezTo>
                      <a:pt x="1312" y="328"/>
                      <a:pt x="1329" y="332"/>
                      <a:pt x="1354" y="341"/>
                    </a:cubicBezTo>
                    <a:cubicBezTo>
                      <a:pt x="1330" y="242"/>
                      <a:pt x="1386" y="157"/>
                      <a:pt x="1479" y="157"/>
                    </a:cubicBezTo>
                    <a:cubicBezTo>
                      <a:pt x="1499" y="157"/>
                      <a:pt x="1521" y="161"/>
                      <a:pt x="1545" y="171"/>
                    </a:cubicBezTo>
                    <a:cubicBezTo>
                      <a:pt x="1575" y="181"/>
                      <a:pt x="1595" y="221"/>
                      <a:pt x="1635" y="231"/>
                    </a:cubicBezTo>
                    <a:cubicBezTo>
                      <a:pt x="1639" y="233"/>
                      <a:pt x="1645" y="234"/>
                      <a:pt x="1652" y="234"/>
                    </a:cubicBezTo>
                    <a:cubicBezTo>
                      <a:pt x="1669" y="234"/>
                      <a:pt x="1695" y="228"/>
                      <a:pt x="1719" y="228"/>
                    </a:cubicBezTo>
                    <a:cubicBezTo>
                      <a:pt x="1728" y="228"/>
                      <a:pt x="1737" y="229"/>
                      <a:pt x="1746" y="231"/>
                    </a:cubicBezTo>
                    <a:lnTo>
                      <a:pt x="1736" y="191"/>
                    </a:lnTo>
                    <a:lnTo>
                      <a:pt x="1715" y="211"/>
                    </a:lnTo>
                    <a:cubicBezTo>
                      <a:pt x="1645" y="70"/>
                      <a:pt x="1675" y="171"/>
                      <a:pt x="1575" y="90"/>
                    </a:cubicBezTo>
                    <a:cubicBezTo>
                      <a:pt x="1565" y="70"/>
                      <a:pt x="1565" y="10"/>
                      <a:pt x="155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6143" name="Google Shape;16143;p54">
              <a:extLst>
                <a:ext uri="{FF2B5EF4-FFF2-40B4-BE49-F238E27FC236}">
                  <a16:creationId xmlns:a16="http://schemas.microsoft.com/office/drawing/2014/main" id="{40D4B0A5-AA9B-65F4-0070-EC2E11C2685E}"/>
                </a:ext>
              </a:extLst>
            </p:cNvPr>
            <p:cNvGrpSpPr/>
            <p:nvPr/>
          </p:nvGrpSpPr>
          <p:grpSpPr>
            <a:xfrm rot="-575426">
              <a:off x="4977464" y="4241675"/>
              <a:ext cx="824216" cy="233743"/>
              <a:chOff x="2436564" y="2774658"/>
              <a:chExt cx="737475" cy="209143"/>
            </a:xfrm>
          </p:grpSpPr>
          <p:sp>
            <p:nvSpPr>
              <p:cNvPr id="16144" name="Google Shape;16144;p54">
                <a:extLst>
                  <a:ext uri="{FF2B5EF4-FFF2-40B4-BE49-F238E27FC236}">
                    <a16:creationId xmlns:a16="http://schemas.microsoft.com/office/drawing/2014/main" id="{D5DB0C64-285B-32D6-4075-2AE889DE6B00}"/>
                  </a:ext>
                </a:extLst>
              </p:cNvPr>
              <p:cNvSpPr/>
              <p:nvPr/>
            </p:nvSpPr>
            <p:spPr>
              <a:xfrm>
                <a:off x="2436564" y="2775028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45" name="Google Shape;16145;p54">
                <a:extLst>
                  <a:ext uri="{FF2B5EF4-FFF2-40B4-BE49-F238E27FC236}">
                    <a16:creationId xmlns:a16="http://schemas.microsoft.com/office/drawing/2014/main" id="{B634494E-D227-4E21-33BB-AAB3E3EF2F7D}"/>
                  </a:ext>
                </a:extLst>
              </p:cNvPr>
              <p:cNvSpPr/>
              <p:nvPr/>
            </p:nvSpPr>
            <p:spPr>
              <a:xfrm rot="-293525">
                <a:off x="2946011" y="2783857"/>
                <a:ext cx="222094" cy="148664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46" name="Google Shape;16146;p54">
                <a:extLst>
                  <a:ext uri="{FF2B5EF4-FFF2-40B4-BE49-F238E27FC236}">
                    <a16:creationId xmlns:a16="http://schemas.microsoft.com/office/drawing/2014/main" id="{A8B68B31-1325-CC02-1109-290138CE6000}"/>
                  </a:ext>
                </a:extLst>
              </p:cNvPr>
              <p:cNvSpPr/>
              <p:nvPr/>
            </p:nvSpPr>
            <p:spPr>
              <a:xfrm>
                <a:off x="2530687" y="2788623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47" name="Google Shape;16147;p54">
                <a:extLst>
                  <a:ext uri="{FF2B5EF4-FFF2-40B4-BE49-F238E27FC236}">
                    <a16:creationId xmlns:a16="http://schemas.microsoft.com/office/drawing/2014/main" id="{E53F8DFF-A70B-6E0E-78FB-D9017758DF3D}"/>
                  </a:ext>
                </a:extLst>
              </p:cNvPr>
              <p:cNvSpPr/>
              <p:nvPr/>
            </p:nvSpPr>
            <p:spPr>
              <a:xfrm>
                <a:off x="2874784" y="2820106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48" name="Google Shape;16148;p54">
                <a:extLst>
                  <a:ext uri="{FF2B5EF4-FFF2-40B4-BE49-F238E27FC236}">
                    <a16:creationId xmlns:a16="http://schemas.microsoft.com/office/drawing/2014/main" id="{2BB8A5D3-8FAA-96BA-C0A6-29E03F7D6C31}"/>
                  </a:ext>
                </a:extLst>
              </p:cNvPr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6149" name="Google Shape;16149;p54">
              <a:extLst>
                <a:ext uri="{FF2B5EF4-FFF2-40B4-BE49-F238E27FC236}">
                  <a16:creationId xmlns:a16="http://schemas.microsoft.com/office/drawing/2014/main" id="{A9489CCB-B034-6848-672B-D60A65C1EB80}"/>
                </a:ext>
              </a:extLst>
            </p:cNvPr>
            <p:cNvGrpSpPr/>
            <p:nvPr/>
          </p:nvGrpSpPr>
          <p:grpSpPr>
            <a:xfrm rot="-263875">
              <a:off x="5836717" y="4098665"/>
              <a:ext cx="813287" cy="233323"/>
              <a:chOff x="2447923" y="2707800"/>
              <a:chExt cx="727715" cy="208774"/>
            </a:xfrm>
          </p:grpSpPr>
          <p:sp>
            <p:nvSpPr>
              <p:cNvPr id="16150" name="Google Shape;16150;p54">
                <a:extLst>
                  <a:ext uri="{FF2B5EF4-FFF2-40B4-BE49-F238E27FC236}">
                    <a16:creationId xmlns:a16="http://schemas.microsoft.com/office/drawing/2014/main" id="{14E9DA06-136F-51EB-5645-6B91619B2140}"/>
                  </a:ext>
                </a:extLst>
              </p:cNvPr>
              <p:cNvSpPr/>
              <p:nvPr/>
            </p:nvSpPr>
            <p:spPr>
              <a:xfrm>
                <a:off x="2447923" y="2707800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51" name="Google Shape;16151;p54">
                <a:extLst>
                  <a:ext uri="{FF2B5EF4-FFF2-40B4-BE49-F238E27FC236}">
                    <a16:creationId xmlns:a16="http://schemas.microsoft.com/office/drawing/2014/main" id="{CC50395C-92B0-DF47-2CAA-FD926EE0B245}"/>
                  </a:ext>
                </a:extLst>
              </p:cNvPr>
              <p:cNvSpPr/>
              <p:nvPr/>
            </p:nvSpPr>
            <p:spPr>
              <a:xfrm>
                <a:off x="2953550" y="2749147"/>
                <a:ext cx="222088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52" name="Google Shape;16152;p54">
                <a:extLst>
                  <a:ext uri="{FF2B5EF4-FFF2-40B4-BE49-F238E27FC236}">
                    <a16:creationId xmlns:a16="http://schemas.microsoft.com/office/drawing/2014/main" id="{98E3A182-82A9-99EA-B0A1-4F744ECCF66E}"/>
                  </a:ext>
                </a:extLst>
              </p:cNvPr>
              <p:cNvSpPr/>
              <p:nvPr/>
            </p:nvSpPr>
            <p:spPr>
              <a:xfrm>
                <a:off x="2542046" y="2721395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53" name="Google Shape;16153;p54">
                <a:extLst>
                  <a:ext uri="{FF2B5EF4-FFF2-40B4-BE49-F238E27FC236}">
                    <a16:creationId xmlns:a16="http://schemas.microsoft.com/office/drawing/2014/main" id="{8BBA3154-C8F7-751B-4337-800C172ED5D7}"/>
                  </a:ext>
                </a:extLst>
              </p:cNvPr>
              <p:cNvSpPr/>
              <p:nvPr/>
            </p:nvSpPr>
            <p:spPr>
              <a:xfrm>
                <a:off x="2871498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54" name="Google Shape;16154;p54">
                <a:extLst>
                  <a:ext uri="{FF2B5EF4-FFF2-40B4-BE49-F238E27FC236}">
                    <a16:creationId xmlns:a16="http://schemas.microsoft.com/office/drawing/2014/main" id="{DB6F7A5D-19EB-263C-69C7-9793811D5CF0}"/>
                  </a:ext>
                </a:extLst>
              </p:cNvPr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6155" name="Google Shape;16155;p54">
            <a:extLst>
              <a:ext uri="{FF2B5EF4-FFF2-40B4-BE49-F238E27FC236}">
                <a16:creationId xmlns:a16="http://schemas.microsoft.com/office/drawing/2014/main" id="{AE34678E-7AB1-181E-4D41-D2AE6B0519AD}"/>
              </a:ext>
            </a:extLst>
          </p:cNvPr>
          <p:cNvGrpSpPr/>
          <p:nvPr/>
        </p:nvGrpSpPr>
        <p:grpSpPr>
          <a:xfrm rot="-137787" flipH="1">
            <a:off x="-75634" y="3780939"/>
            <a:ext cx="4319781" cy="935867"/>
            <a:chOff x="4963752" y="4000536"/>
            <a:chExt cx="2501340" cy="541907"/>
          </a:xfrm>
        </p:grpSpPr>
        <p:sp>
          <p:nvSpPr>
            <p:cNvPr id="16156" name="Google Shape;16156;p54">
              <a:extLst>
                <a:ext uri="{FF2B5EF4-FFF2-40B4-BE49-F238E27FC236}">
                  <a16:creationId xmlns:a16="http://schemas.microsoft.com/office/drawing/2014/main" id="{C7EE2935-1B68-2F97-0F1C-4F5391D71CF5}"/>
                </a:ext>
              </a:extLst>
            </p:cNvPr>
            <p:cNvSpPr/>
            <p:nvPr/>
          </p:nvSpPr>
          <p:spPr>
            <a:xfrm>
              <a:off x="5654130" y="4242777"/>
              <a:ext cx="302221" cy="80900"/>
            </a:xfrm>
            <a:custGeom>
              <a:avLst/>
              <a:gdLst/>
              <a:ahLst/>
              <a:cxnLst/>
              <a:rect l="l" t="t" r="r" b="b"/>
              <a:pathLst>
                <a:path w="6743" h="1805" extrusionOk="0">
                  <a:moveTo>
                    <a:pt x="3531" y="1"/>
                  </a:moveTo>
                  <a:cubicBezTo>
                    <a:pt x="3435" y="1"/>
                    <a:pt x="3356" y="63"/>
                    <a:pt x="3341" y="228"/>
                  </a:cubicBezTo>
                  <a:cubicBezTo>
                    <a:pt x="3310" y="178"/>
                    <a:pt x="3270" y="97"/>
                    <a:pt x="3210" y="77"/>
                  </a:cubicBezTo>
                  <a:cubicBezTo>
                    <a:pt x="3189" y="66"/>
                    <a:pt x="3168" y="60"/>
                    <a:pt x="3146" y="60"/>
                  </a:cubicBezTo>
                  <a:cubicBezTo>
                    <a:pt x="2960" y="60"/>
                    <a:pt x="2757" y="455"/>
                    <a:pt x="2739" y="689"/>
                  </a:cubicBezTo>
                  <a:cubicBezTo>
                    <a:pt x="2679" y="639"/>
                    <a:pt x="2608" y="649"/>
                    <a:pt x="2548" y="629"/>
                  </a:cubicBezTo>
                  <a:cubicBezTo>
                    <a:pt x="2548" y="689"/>
                    <a:pt x="2518" y="739"/>
                    <a:pt x="2528" y="799"/>
                  </a:cubicBezTo>
                  <a:cubicBezTo>
                    <a:pt x="2433" y="745"/>
                    <a:pt x="2320" y="618"/>
                    <a:pt x="2226" y="618"/>
                  </a:cubicBezTo>
                  <a:cubicBezTo>
                    <a:pt x="2181" y="618"/>
                    <a:pt x="2139" y="648"/>
                    <a:pt x="2107" y="729"/>
                  </a:cubicBezTo>
                  <a:cubicBezTo>
                    <a:pt x="2028" y="662"/>
                    <a:pt x="1946" y="607"/>
                    <a:pt x="1872" y="607"/>
                  </a:cubicBezTo>
                  <a:cubicBezTo>
                    <a:pt x="1814" y="607"/>
                    <a:pt x="1760" y="641"/>
                    <a:pt x="1716" y="729"/>
                  </a:cubicBezTo>
                  <a:cubicBezTo>
                    <a:pt x="1655" y="654"/>
                    <a:pt x="1520" y="470"/>
                    <a:pt x="1428" y="470"/>
                  </a:cubicBezTo>
                  <a:cubicBezTo>
                    <a:pt x="1398" y="470"/>
                    <a:pt x="1372" y="489"/>
                    <a:pt x="1354" y="539"/>
                  </a:cubicBezTo>
                  <a:cubicBezTo>
                    <a:pt x="1320" y="445"/>
                    <a:pt x="1273" y="407"/>
                    <a:pt x="1220" y="407"/>
                  </a:cubicBezTo>
                  <a:cubicBezTo>
                    <a:pt x="1166" y="407"/>
                    <a:pt x="1105" y="447"/>
                    <a:pt x="1044" y="509"/>
                  </a:cubicBezTo>
                  <a:cubicBezTo>
                    <a:pt x="953" y="408"/>
                    <a:pt x="893" y="278"/>
                    <a:pt x="763" y="258"/>
                  </a:cubicBezTo>
                  <a:cubicBezTo>
                    <a:pt x="760" y="257"/>
                    <a:pt x="757" y="257"/>
                    <a:pt x="754" y="257"/>
                  </a:cubicBezTo>
                  <a:cubicBezTo>
                    <a:pt x="678" y="257"/>
                    <a:pt x="620" y="381"/>
                    <a:pt x="562" y="448"/>
                  </a:cubicBezTo>
                  <a:cubicBezTo>
                    <a:pt x="527" y="421"/>
                    <a:pt x="494" y="409"/>
                    <a:pt x="463" y="409"/>
                  </a:cubicBezTo>
                  <a:cubicBezTo>
                    <a:pt x="335" y="409"/>
                    <a:pt x="245" y="612"/>
                    <a:pt x="221" y="749"/>
                  </a:cubicBezTo>
                  <a:cubicBezTo>
                    <a:pt x="0" y="890"/>
                    <a:pt x="161" y="1221"/>
                    <a:pt x="341" y="1361"/>
                  </a:cubicBezTo>
                  <a:cubicBezTo>
                    <a:pt x="552" y="1522"/>
                    <a:pt x="893" y="1522"/>
                    <a:pt x="1134" y="1532"/>
                  </a:cubicBezTo>
                  <a:cubicBezTo>
                    <a:pt x="1675" y="1572"/>
                    <a:pt x="2207" y="1702"/>
                    <a:pt x="2749" y="1772"/>
                  </a:cubicBezTo>
                  <a:cubicBezTo>
                    <a:pt x="2920" y="1795"/>
                    <a:pt x="3090" y="1805"/>
                    <a:pt x="3261" y="1805"/>
                  </a:cubicBezTo>
                  <a:cubicBezTo>
                    <a:pt x="3983" y="1805"/>
                    <a:pt x="4707" y="1636"/>
                    <a:pt x="5437" y="1612"/>
                  </a:cubicBezTo>
                  <a:cubicBezTo>
                    <a:pt x="5668" y="1602"/>
                    <a:pt x="6671" y="1652"/>
                    <a:pt x="6711" y="1211"/>
                  </a:cubicBezTo>
                  <a:cubicBezTo>
                    <a:pt x="6742" y="951"/>
                    <a:pt x="6421" y="684"/>
                    <a:pt x="6180" y="684"/>
                  </a:cubicBezTo>
                  <a:cubicBezTo>
                    <a:pt x="6114" y="684"/>
                    <a:pt x="6054" y="704"/>
                    <a:pt x="6009" y="749"/>
                  </a:cubicBezTo>
                  <a:cubicBezTo>
                    <a:pt x="5967" y="642"/>
                    <a:pt x="5872" y="602"/>
                    <a:pt x="5763" y="602"/>
                  </a:cubicBezTo>
                  <a:cubicBezTo>
                    <a:pt x="5586" y="602"/>
                    <a:pt x="5373" y="706"/>
                    <a:pt x="5286" y="799"/>
                  </a:cubicBezTo>
                  <a:cubicBezTo>
                    <a:pt x="5216" y="736"/>
                    <a:pt x="5127" y="693"/>
                    <a:pt x="5042" y="693"/>
                  </a:cubicBezTo>
                  <a:cubicBezTo>
                    <a:pt x="5005" y="693"/>
                    <a:pt x="4969" y="701"/>
                    <a:pt x="4935" y="719"/>
                  </a:cubicBezTo>
                  <a:cubicBezTo>
                    <a:pt x="4888" y="636"/>
                    <a:pt x="4792" y="557"/>
                    <a:pt x="4715" y="557"/>
                  </a:cubicBezTo>
                  <a:cubicBezTo>
                    <a:pt x="4661" y="557"/>
                    <a:pt x="4617" y="596"/>
                    <a:pt x="4604" y="699"/>
                  </a:cubicBezTo>
                  <a:cubicBezTo>
                    <a:pt x="4566" y="544"/>
                    <a:pt x="4454" y="485"/>
                    <a:pt x="4327" y="485"/>
                  </a:cubicBezTo>
                  <a:cubicBezTo>
                    <a:pt x="4290" y="485"/>
                    <a:pt x="4252" y="489"/>
                    <a:pt x="4213" y="498"/>
                  </a:cubicBezTo>
                  <a:cubicBezTo>
                    <a:pt x="4223" y="353"/>
                    <a:pt x="4046" y="227"/>
                    <a:pt x="3926" y="227"/>
                  </a:cubicBezTo>
                  <a:cubicBezTo>
                    <a:pt x="3921" y="227"/>
                    <a:pt x="3917" y="227"/>
                    <a:pt x="3912" y="228"/>
                  </a:cubicBezTo>
                  <a:lnTo>
                    <a:pt x="3932" y="298"/>
                  </a:lnTo>
                  <a:cubicBezTo>
                    <a:pt x="3871" y="151"/>
                    <a:pt x="3680" y="1"/>
                    <a:pt x="35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6157" name="Google Shape;16157;p54">
              <a:extLst>
                <a:ext uri="{FF2B5EF4-FFF2-40B4-BE49-F238E27FC236}">
                  <a16:creationId xmlns:a16="http://schemas.microsoft.com/office/drawing/2014/main" id="{59EDB33D-94FE-6E1E-CA95-4EB635072906}"/>
                </a:ext>
              </a:extLst>
            </p:cNvPr>
            <p:cNvGrpSpPr/>
            <p:nvPr/>
          </p:nvGrpSpPr>
          <p:grpSpPr>
            <a:xfrm rot="-278360">
              <a:off x="6533282" y="4037668"/>
              <a:ext cx="925757" cy="187175"/>
              <a:chOff x="1255200" y="4115196"/>
              <a:chExt cx="828298" cy="167470"/>
            </a:xfrm>
          </p:grpSpPr>
          <p:sp>
            <p:nvSpPr>
              <p:cNvPr id="16158" name="Google Shape;16158;p54">
                <a:extLst>
                  <a:ext uri="{FF2B5EF4-FFF2-40B4-BE49-F238E27FC236}">
                    <a16:creationId xmlns:a16="http://schemas.microsoft.com/office/drawing/2014/main" id="{8299FFA5-12BE-D92F-A19C-7EDC3DBEB1F7}"/>
                  </a:ext>
                </a:extLst>
              </p:cNvPr>
              <p:cNvSpPr/>
              <p:nvPr/>
            </p:nvSpPr>
            <p:spPr>
              <a:xfrm>
                <a:off x="1806305" y="4141304"/>
                <a:ext cx="203600" cy="110522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2756" extrusionOk="0">
                    <a:moveTo>
                      <a:pt x="4069" y="1"/>
                    </a:moveTo>
                    <a:cubicBezTo>
                      <a:pt x="3971" y="1"/>
                      <a:pt x="3853" y="67"/>
                      <a:pt x="3762" y="224"/>
                    </a:cubicBezTo>
                    <a:cubicBezTo>
                      <a:pt x="3742" y="204"/>
                      <a:pt x="3732" y="174"/>
                      <a:pt x="3712" y="154"/>
                    </a:cubicBezTo>
                    <a:cubicBezTo>
                      <a:pt x="3632" y="224"/>
                      <a:pt x="3562" y="324"/>
                      <a:pt x="3511" y="425"/>
                    </a:cubicBezTo>
                    <a:cubicBezTo>
                      <a:pt x="3478" y="387"/>
                      <a:pt x="3447" y="371"/>
                      <a:pt x="3417" y="371"/>
                    </a:cubicBezTo>
                    <a:cubicBezTo>
                      <a:pt x="3240" y="371"/>
                      <a:pt x="3124" y="949"/>
                      <a:pt x="3090" y="1087"/>
                    </a:cubicBezTo>
                    <a:cubicBezTo>
                      <a:pt x="3054" y="997"/>
                      <a:pt x="2994" y="923"/>
                      <a:pt x="2910" y="923"/>
                    </a:cubicBezTo>
                    <a:cubicBezTo>
                      <a:pt x="2900" y="923"/>
                      <a:pt x="2890" y="924"/>
                      <a:pt x="2879" y="926"/>
                    </a:cubicBezTo>
                    <a:cubicBezTo>
                      <a:pt x="2739" y="966"/>
                      <a:pt x="2719" y="1137"/>
                      <a:pt x="2719" y="1368"/>
                    </a:cubicBezTo>
                    <a:cubicBezTo>
                      <a:pt x="2729" y="1608"/>
                      <a:pt x="2849" y="1699"/>
                      <a:pt x="2859" y="1939"/>
                    </a:cubicBezTo>
                    <a:cubicBezTo>
                      <a:pt x="2830" y="1916"/>
                      <a:pt x="2808" y="1906"/>
                      <a:pt x="2784" y="1906"/>
                    </a:cubicBezTo>
                    <a:cubicBezTo>
                      <a:pt x="2767" y="1906"/>
                      <a:pt x="2750" y="1911"/>
                      <a:pt x="2729" y="1919"/>
                    </a:cubicBezTo>
                    <a:cubicBezTo>
                      <a:pt x="2619" y="1959"/>
                      <a:pt x="2669" y="2030"/>
                      <a:pt x="2639" y="2090"/>
                    </a:cubicBezTo>
                    <a:cubicBezTo>
                      <a:pt x="2619" y="2058"/>
                      <a:pt x="2573" y="2045"/>
                      <a:pt x="2523" y="2045"/>
                    </a:cubicBezTo>
                    <a:cubicBezTo>
                      <a:pt x="2447" y="2045"/>
                      <a:pt x="2362" y="2074"/>
                      <a:pt x="2338" y="2110"/>
                    </a:cubicBezTo>
                    <a:cubicBezTo>
                      <a:pt x="2299" y="1983"/>
                      <a:pt x="2317" y="1829"/>
                      <a:pt x="2208" y="1829"/>
                    </a:cubicBezTo>
                    <a:cubicBezTo>
                      <a:pt x="2204" y="1829"/>
                      <a:pt x="2201" y="1829"/>
                      <a:pt x="2197" y="1829"/>
                    </a:cubicBezTo>
                    <a:cubicBezTo>
                      <a:pt x="2188" y="1829"/>
                      <a:pt x="2179" y="1830"/>
                      <a:pt x="2170" y="1830"/>
                    </a:cubicBezTo>
                    <a:cubicBezTo>
                      <a:pt x="2060" y="1830"/>
                      <a:pt x="1957" y="1804"/>
                      <a:pt x="1870" y="1804"/>
                    </a:cubicBezTo>
                    <a:cubicBezTo>
                      <a:pt x="1776" y="1804"/>
                      <a:pt x="1701" y="1834"/>
                      <a:pt x="1656" y="1959"/>
                    </a:cubicBezTo>
                    <a:cubicBezTo>
                      <a:pt x="1568" y="1928"/>
                      <a:pt x="1454" y="1882"/>
                      <a:pt x="1357" y="1882"/>
                    </a:cubicBezTo>
                    <a:cubicBezTo>
                      <a:pt x="1265" y="1882"/>
                      <a:pt x="1189" y="1923"/>
                      <a:pt x="1164" y="2060"/>
                    </a:cubicBezTo>
                    <a:cubicBezTo>
                      <a:pt x="1023" y="1978"/>
                      <a:pt x="942" y="1929"/>
                      <a:pt x="868" y="1929"/>
                    </a:cubicBezTo>
                    <a:cubicBezTo>
                      <a:pt x="779" y="1929"/>
                      <a:pt x="701" y="2000"/>
                      <a:pt x="542" y="2170"/>
                    </a:cubicBezTo>
                    <a:cubicBezTo>
                      <a:pt x="468" y="2111"/>
                      <a:pt x="401" y="2086"/>
                      <a:pt x="341" y="2086"/>
                    </a:cubicBezTo>
                    <a:cubicBezTo>
                      <a:pt x="167" y="2086"/>
                      <a:pt x="53" y="2299"/>
                      <a:pt x="1" y="2501"/>
                    </a:cubicBezTo>
                    <a:cubicBezTo>
                      <a:pt x="161" y="2601"/>
                      <a:pt x="282" y="2672"/>
                      <a:pt x="582" y="2712"/>
                    </a:cubicBezTo>
                    <a:cubicBezTo>
                      <a:pt x="738" y="2732"/>
                      <a:pt x="893" y="2739"/>
                      <a:pt x="1050" y="2739"/>
                    </a:cubicBezTo>
                    <a:cubicBezTo>
                      <a:pt x="1207" y="2739"/>
                      <a:pt x="1365" y="2732"/>
                      <a:pt x="1525" y="2722"/>
                    </a:cubicBezTo>
                    <a:cubicBezTo>
                      <a:pt x="1556" y="2721"/>
                      <a:pt x="1586" y="2721"/>
                      <a:pt x="1617" y="2721"/>
                    </a:cubicBezTo>
                    <a:cubicBezTo>
                      <a:pt x="1920" y="2721"/>
                      <a:pt x="2218" y="2756"/>
                      <a:pt x="2520" y="2756"/>
                    </a:cubicBezTo>
                    <a:cubicBezTo>
                      <a:pt x="2576" y="2756"/>
                      <a:pt x="2632" y="2755"/>
                      <a:pt x="2689" y="2752"/>
                    </a:cubicBezTo>
                    <a:cubicBezTo>
                      <a:pt x="3221" y="2732"/>
                      <a:pt x="3722" y="2531"/>
                      <a:pt x="4244" y="2501"/>
                    </a:cubicBezTo>
                    <a:cubicBezTo>
                      <a:pt x="4424" y="2491"/>
                      <a:pt x="5076" y="2491"/>
                      <a:pt x="4916" y="2150"/>
                    </a:cubicBezTo>
                    <a:cubicBezTo>
                      <a:pt x="4956" y="2140"/>
                      <a:pt x="4996" y="2090"/>
                      <a:pt x="5036" y="2080"/>
                    </a:cubicBezTo>
                    <a:cubicBezTo>
                      <a:pt x="4956" y="1969"/>
                      <a:pt x="4815" y="1849"/>
                      <a:pt x="4765" y="1759"/>
                    </a:cubicBezTo>
                    <a:cubicBezTo>
                      <a:pt x="4765" y="1759"/>
                      <a:pt x="4795" y="1659"/>
                      <a:pt x="4775" y="1628"/>
                    </a:cubicBezTo>
                    <a:cubicBezTo>
                      <a:pt x="4765" y="1598"/>
                      <a:pt x="4615" y="1508"/>
                      <a:pt x="4575" y="1478"/>
                    </a:cubicBezTo>
                    <a:lnTo>
                      <a:pt x="4575" y="1478"/>
                    </a:lnTo>
                    <a:cubicBezTo>
                      <a:pt x="4588" y="1480"/>
                      <a:pt x="4600" y="1480"/>
                      <a:pt x="4611" y="1480"/>
                    </a:cubicBezTo>
                    <a:cubicBezTo>
                      <a:pt x="4803" y="1480"/>
                      <a:pt x="4697" y="1244"/>
                      <a:pt x="4555" y="1187"/>
                    </a:cubicBezTo>
                    <a:cubicBezTo>
                      <a:pt x="4728" y="1007"/>
                      <a:pt x="4534" y="916"/>
                      <a:pt x="4363" y="916"/>
                    </a:cubicBezTo>
                    <a:cubicBezTo>
                      <a:pt x="4306" y="916"/>
                      <a:pt x="4251" y="926"/>
                      <a:pt x="4214" y="946"/>
                    </a:cubicBezTo>
                    <a:cubicBezTo>
                      <a:pt x="4314" y="816"/>
                      <a:pt x="4234" y="615"/>
                      <a:pt x="4123" y="525"/>
                    </a:cubicBezTo>
                    <a:cubicBezTo>
                      <a:pt x="4372" y="231"/>
                      <a:pt x="4254" y="1"/>
                      <a:pt x="4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59" name="Google Shape;16159;p54">
                <a:extLst>
                  <a:ext uri="{FF2B5EF4-FFF2-40B4-BE49-F238E27FC236}">
                    <a16:creationId xmlns:a16="http://schemas.microsoft.com/office/drawing/2014/main" id="{93FF96A0-703A-E70E-B9EA-626A3DDF53EE}"/>
                  </a:ext>
                </a:extLst>
              </p:cNvPr>
              <p:cNvSpPr/>
              <p:nvPr/>
            </p:nvSpPr>
            <p:spPr>
              <a:xfrm>
                <a:off x="1807508" y="4214252"/>
                <a:ext cx="79684" cy="22538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62" extrusionOk="0">
                    <a:moveTo>
                      <a:pt x="1987" y="0"/>
                    </a:moveTo>
                    <a:cubicBezTo>
                      <a:pt x="1956" y="7"/>
                      <a:pt x="1924" y="8"/>
                      <a:pt x="1893" y="8"/>
                    </a:cubicBezTo>
                    <a:cubicBezTo>
                      <a:pt x="1873" y="8"/>
                      <a:pt x="1853" y="7"/>
                      <a:pt x="1833" y="7"/>
                    </a:cubicBezTo>
                    <a:cubicBezTo>
                      <a:pt x="1744" y="7"/>
                      <a:pt x="1664" y="18"/>
                      <a:pt x="1626" y="140"/>
                    </a:cubicBezTo>
                    <a:cubicBezTo>
                      <a:pt x="1538" y="109"/>
                      <a:pt x="1424" y="63"/>
                      <a:pt x="1327" y="63"/>
                    </a:cubicBezTo>
                    <a:cubicBezTo>
                      <a:pt x="1235" y="63"/>
                      <a:pt x="1159" y="104"/>
                      <a:pt x="1134" y="241"/>
                    </a:cubicBezTo>
                    <a:cubicBezTo>
                      <a:pt x="993" y="159"/>
                      <a:pt x="912" y="110"/>
                      <a:pt x="838" y="110"/>
                    </a:cubicBezTo>
                    <a:cubicBezTo>
                      <a:pt x="749" y="110"/>
                      <a:pt x="671" y="181"/>
                      <a:pt x="512" y="351"/>
                    </a:cubicBezTo>
                    <a:cubicBezTo>
                      <a:pt x="436" y="290"/>
                      <a:pt x="368" y="265"/>
                      <a:pt x="306" y="265"/>
                    </a:cubicBezTo>
                    <a:cubicBezTo>
                      <a:pt x="166" y="265"/>
                      <a:pt x="64" y="401"/>
                      <a:pt x="1" y="562"/>
                    </a:cubicBezTo>
                    <a:cubicBezTo>
                      <a:pt x="50" y="477"/>
                      <a:pt x="120" y="421"/>
                      <a:pt x="203" y="421"/>
                    </a:cubicBezTo>
                    <a:cubicBezTo>
                      <a:pt x="237" y="421"/>
                      <a:pt x="274" y="431"/>
                      <a:pt x="312" y="451"/>
                    </a:cubicBezTo>
                    <a:cubicBezTo>
                      <a:pt x="352" y="472"/>
                      <a:pt x="368" y="480"/>
                      <a:pt x="379" y="480"/>
                    </a:cubicBezTo>
                    <a:cubicBezTo>
                      <a:pt x="394" y="480"/>
                      <a:pt x="398" y="461"/>
                      <a:pt x="452" y="431"/>
                    </a:cubicBezTo>
                    <a:cubicBezTo>
                      <a:pt x="477" y="416"/>
                      <a:pt x="507" y="406"/>
                      <a:pt x="534" y="406"/>
                    </a:cubicBezTo>
                    <a:cubicBezTo>
                      <a:pt x="560" y="406"/>
                      <a:pt x="583" y="416"/>
                      <a:pt x="593" y="441"/>
                    </a:cubicBezTo>
                    <a:cubicBezTo>
                      <a:pt x="625" y="344"/>
                      <a:pt x="707" y="293"/>
                      <a:pt x="788" y="293"/>
                    </a:cubicBezTo>
                    <a:cubicBezTo>
                      <a:pt x="833" y="293"/>
                      <a:pt x="878" y="309"/>
                      <a:pt x="914" y="341"/>
                    </a:cubicBezTo>
                    <a:cubicBezTo>
                      <a:pt x="931" y="303"/>
                      <a:pt x="953" y="290"/>
                      <a:pt x="978" y="290"/>
                    </a:cubicBezTo>
                    <a:cubicBezTo>
                      <a:pt x="1011" y="290"/>
                      <a:pt x="1049" y="314"/>
                      <a:pt x="1084" y="331"/>
                    </a:cubicBezTo>
                    <a:cubicBezTo>
                      <a:pt x="1106" y="348"/>
                      <a:pt x="1122" y="358"/>
                      <a:pt x="1137" y="358"/>
                    </a:cubicBezTo>
                    <a:cubicBezTo>
                      <a:pt x="1157" y="358"/>
                      <a:pt x="1176" y="341"/>
                      <a:pt x="1204" y="301"/>
                    </a:cubicBezTo>
                    <a:cubicBezTo>
                      <a:pt x="1245" y="241"/>
                      <a:pt x="1245" y="201"/>
                      <a:pt x="1315" y="181"/>
                    </a:cubicBezTo>
                    <a:cubicBezTo>
                      <a:pt x="1328" y="178"/>
                      <a:pt x="1341" y="176"/>
                      <a:pt x="1352" y="176"/>
                    </a:cubicBezTo>
                    <a:cubicBezTo>
                      <a:pt x="1417" y="176"/>
                      <a:pt x="1451" y="223"/>
                      <a:pt x="1485" y="291"/>
                    </a:cubicBezTo>
                    <a:cubicBezTo>
                      <a:pt x="1498" y="276"/>
                      <a:pt x="1511" y="270"/>
                      <a:pt x="1525" y="270"/>
                    </a:cubicBezTo>
                    <a:cubicBezTo>
                      <a:pt x="1562" y="270"/>
                      <a:pt x="1602" y="312"/>
                      <a:pt x="1638" y="312"/>
                    </a:cubicBezTo>
                    <a:cubicBezTo>
                      <a:pt x="1640" y="312"/>
                      <a:pt x="1643" y="312"/>
                      <a:pt x="1646" y="311"/>
                    </a:cubicBezTo>
                    <a:cubicBezTo>
                      <a:pt x="1706" y="301"/>
                      <a:pt x="1706" y="261"/>
                      <a:pt x="1716" y="211"/>
                    </a:cubicBezTo>
                    <a:cubicBezTo>
                      <a:pt x="1746" y="140"/>
                      <a:pt x="1776" y="40"/>
                      <a:pt x="1856" y="40"/>
                    </a:cubicBezTo>
                    <a:cubicBezTo>
                      <a:pt x="1861" y="39"/>
                      <a:pt x="1865" y="39"/>
                      <a:pt x="1869" y="39"/>
                    </a:cubicBezTo>
                    <a:cubicBezTo>
                      <a:pt x="1895" y="39"/>
                      <a:pt x="1907" y="62"/>
                      <a:pt x="1927" y="62"/>
                    </a:cubicBezTo>
                    <a:cubicBezTo>
                      <a:pt x="1930" y="62"/>
                      <a:pt x="1933" y="61"/>
                      <a:pt x="1937" y="60"/>
                    </a:cubicBezTo>
                    <a:cubicBezTo>
                      <a:pt x="1967" y="50"/>
                      <a:pt x="1977" y="20"/>
                      <a:pt x="19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0" name="Google Shape;16160;p54">
                <a:extLst>
                  <a:ext uri="{FF2B5EF4-FFF2-40B4-BE49-F238E27FC236}">
                    <a16:creationId xmlns:a16="http://schemas.microsoft.com/office/drawing/2014/main" id="{EB377F2B-C54D-36C1-336B-6B7CAA86CD28}"/>
                  </a:ext>
                </a:extLst>
              </p:cNvPr>
              <p:cNvSpPr/>
              <p:nvPr/>
            </p:nvSpPr>
            <p:spPr>
              <a:xfrm>
                <a:off x="1915306" y="4141344"/>
                <a:ext cx="63202" cy="59231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1477" extrusionOk="0">
                    <a:moveTo>
                      <a:pt x="1352" y="0"/>
                    </a:moveTo>
                    <a:cubicBezTo>
                      <a:pt x="1253" y="0"/>
                      <a:pt x="1136" y="67"/>
                      <a:pt x="1044" y="223"/>
                    </a:cubicBezTo>
                    <a:cubicBezTo>
                      <a:pt x="1024" y="203"/>
                      <a:pt x="1014" y="173"/>
                      <a:pt x="994" y="153"/>
                    </a:cubicBezTo>
                    <a:cubicBezTo>
                      <a:pt x="914" y="223"/>
                      <a:pt x="844" y="323"/>
                      <a:pt x="793" y="424"/>
                    </a:cubicBezTo>
                    <a:cubicBezTo>
                      <a:pt x="760" y="386"/>
                      <a:pt x="729" y="370"/>
                      <a:pt x="699" y="370"/>
                    </a:cubicBezTo>
                    <a:cubicBezTo>
                      <a:pt x="522" y="370"/>
                      <a:pt x="406" y="948"/>
                      <a:pt x="372" y="1086"/>
                    </a:cubicBezTo>
                    <a:cubicBezTo>
                      <a:pt x="336" y="996"/>
                      <a:pt x="276" y="922"/>
                      <a:pt x="192" y="922"/>
                    </a:cubicBezTo>
                    <a:cubicBezTo>
                      <a:pt x="182" y="922"/>
                      <a:pt x="172" y="923"/>
                      <a:pt x="161" y="925"/>
                    </a:cubicBezTo>
                    <a:cubicBezTo>
                      <a:pt x="21" y="965"/>
                      <a:pt x="1" y="1136"/>
                      <a:pt x="1" y="1367"/>
                    </a:cubicBezTo>
                    <a:cubicBezTo>
                      <a:pt x="1" y="1407"/>
                      <a:pt x="11" y="1437"/>
                      <a:pt x="21" y="1477"/>
                    </a:cubicBezTo>
                    <a:cubicBezTo>
                      <a:pt x="21" y="1377"/>
                      <a:pt x="31" y="1276"/>
                      <a:pt x="81" y="1216"/>
                    </a:cubicBezTo>
                    <a:cubicBezTo>
                      <a:pt x="119" y="1161"/>
                      <a:pt x="148" y="1140"/>
                      <a:pt x="174" y="1140"/>
                    </a:cubicBezTo>
                    <a:cubicBezTo>
                      <a:pt x="235" y="1140"/>
                      <a:pt x="271" y="1264"/>
                      <a:pt x="342" y="1306"/>
                    </a:cubicBezTo>
                    <a:cubicBezTo>
                      <a:pt x="352" y="1276"/>
                      <a:pt x="352" y="1246"/>
                      <a:pt x="362" y="1216"/>
                    </a:cubicBezTo>
                    <a:lnTo>
                      <a:pt x="392" y="1226"/>
                    </a:lnTo>
                    <a:cubicBezTo>
                      <a:pt x="402" y="1196"/>
                      <a:pt x="402" y="1156"/>
                      <a:pt x="432" y="1126"/>
                    </a:cubicBezTo>
                    <a:cubicBezTo>
                      <a:pt x="434" y="1122"/>
                      <a:pt x="437" y="1120"/>
                      <a:pt x="441" y="1120"/>
                    </a:cubicBezTo>
                    <a:cubicBezTo>
                      <a:pt x="451" y="1120"/>
                      <a:pt x="464" y="1132"/>
                      <a:pt x="474" y="1132"/>
                    </a:cubicBezTo>
                    <a:cubicBezTo>
                      <a:pt x="477" y="1132"/>
                      <a:pt x="480" y="1130"/>
                      <a:pt x="482" y="1126"/>
                    </a:cubicBezTo>
                    <a:cubicBezTo>
                      <a:pt x="513" y="1096"/>
                      <a:pt x="492" y="955"/>
                      <a:pt x="492" y="925"/>
                    </a:cubicBezTo>
                    <a:cubicBezTo>
                      <a:pt x="482" y="795"/>
                      <a:pt x="482" y="725"/>
                      <a:pt x="553" y="604"/>
                    </a:cubicBezTo>
                    <a:cubicBezTo>
                      <a:pt x="596" y="534"/>
                      <a:pt x="643" y="498"/>
                      <a:pt x="692" y="498"/>
                    </a:cubicBezTo>
                    <a:cubicBezTo>
                      <a:pt x="734" y="498"/>
                      <a:pt x="778" y="524"/>
                      <a:pt x="823" y="574"/>
                    </a:cubicBezTo>
                    <a:cubicBezTo>
                      <a:pt x="841" y="530"/>
                      <a:pt x="891" y="397"/>
                      <a:pt x="944" y="397"/>
                    </a:cubicBezTo>
                    <a:cubicBezTo>
                      <a:pt x="951" y="397"/>
                      <a:pt x="957" y="399"/>
                      <a:pt x="964" y="404"/>
                    </a:cubicBezTo>
                    <a:cubicBezTo>
                      <a:pt x="1019" y="365"/>
                      <a:pt x="1055" y="265"/>
                      <a:pt x="1111" y="265"/>
                    </a:cubicBezTo>
                    <a:cubicBezTo>
                      <a:pt x="1127" y="265"/>
                      <a:pt x="1144" y="273"/>
                      <a:pt x="1165" y="293"/>
                    </a:cubicBezTo>
                    <a:cubicBezTo>
                      <a:pt x="1205" y="223"/>
                      <a:pt x="1315" y="83"/>
                      <a:pt x="1405" y="83"/>
                    </a:cubicBezTo>
                    <a:cubicBezTo>
                      <a:pt x="1475" y="93"/>
                      <a:pt x="1516" y="193"/>
                      <a:pt x="1536" y="283"/>
                    </a:cubicBezTo>
                    <a:cubicBezTo>
                      <a:pt x="1575" y="113"/>
                      <a:pt x="1480" y="0"/>
                      <a:pt x="13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1" name="Google Shape;16161;p54">
                <a:extLst>
                  <a:ext uri="{FF2B5EF4-FFF2-40B4-BE49-F238E27FC236}">
                    <a16:creationId xmlns:a16="http://schemas.microsoft.com/office/drawing/2014/main" id="{D963FFD3-771D-654D-34EF-BB0F08F8BB15}"/>
                  </a:ext>
                </a:extLst>
              </p:cNvPr>
              <p:cNvSpPr/>
              <p:nvPr/>
            </p:nvSpPr>
            <p:spPr>
              <a:xfrm>
                <a:off x="1984004" y="4115196"/>
                <a:ext cx="99494" cy="134263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3348" extrusionOk="0">
                    <a:moveTo>
                      <a:pt x="1197" y="0"/>
                    </a:moveTo>
                    <a:cubicBezTo>
                      <a:pt x="1129" y="0"/>
                      <a:pt x="1083" y="158"/>
                      <a:pt x="1046" y="273"/>
                    </a:cubicBezTo>
                    <a:lnTo>
                      <a:pt x="1076" y="364"/>
                    </a:lnTo>
                    <a:cubicBezTo>
                      <a:pt x="896" y="474"/>
                      <a:pt x="886" y="534"/>
                      <a:pt x="956" y="695"/>
                    </a:cubicBezTo>
                    <a:cubicBezTo>
                      <a:pt x="976" y="745"/>
                      <a:pt x="866" y="725"/>
                      <a:pt x="826" y="785"/>
                    </a:cubicBezTo>
                    <a:cubicBezTo>
                      <a:pt x="776" y="845"/>
                      <a:pt x="776" y="996"/>
                      <a:pt x="786" y="1076"/>
                    </a:cubicBezTo>
                    <a:cubicBezTo>
                      <a:pt x="485" y="1126"/>
                      <a:pt x="505" y="1407"/>
                      <a:pt x="575" y="1587"/>
                    </a:cubicBezTo>
                    <a:cubicBezTo>
                      <a:pt x="344" y="1688"/>
                      <a:pt x="625" y="2209"/>
                      <a:pt x="625" y="2410"/>
                    </a:cubicBezTo>
                    <a:cubicBezTo>
                      <a:pt x="224" y="2430"/>
                      <a:pt x="364" y="2691"/>
                      <a:pt x="364" y="2891"/>
                    </a:cubicBezTo>
                    <a:cubicBezTo>
                      <a:pt x="347" y="2889"/>
                      <a:pt x="330" y="2888"/>
                      <a:pt x="314" y="2888"/>
                    </a:cubicBezTo>
                    <a:cubicBezTo>
                      <a:pt x="0" y="2888"/>
                      <a:pt x="79" y="3253"/>
                      <a:pt x="394" y="3262"/>
                    </a:cubicBezTo>
                    <a:cubicBezTo>
                      <a:pt x="394" y="3262"/>
                      <a:pt x="1065" y="3348"/>
                      <a:pt x="1599" y="3348"/>
                    </a:cubicBezTo>
                    <a:cubicBezTo>
                      <a:pt x="1904" y="3348"/>
                      <a:pt x="2164" y="3320"/>
                      <a:pt x="2230" y="3232"/>
                    </a:cubicBezTo>
                    <a:cubicBezTo>
                      <a:pt x="2250" y="3212"/>
                      <a:pt x="2481" y="3112"/>
                      <a:pt x="2300" y="2841"/>
                    </a:cubicBezTo>
                    <a:cubicBezTo>
                      <a:pt x="2260" y="2771"/>
                      <a:pt x="2120" y="2801"/>
                      <a:pt x="2080" y="2721"/>
                    </a:cubicBezTo>
                    <a:cubicBezTo>
                      <a:pt x="2039" y="2620"/>
                      <a:pt x="1989" y="2530"/>
                      <a:pt x="1929" y="2460"/>
                    </a:cubicBezTo>
                    <a:cubicBezTo>
                      <a:pt x="1889" y="2410"/>
                      <a:pt x="1749" y="2420"/>
                      <a:pt x="1749" y="2360"/>
                    </a:cubicBezTo>
                    <a:cubicBezTo>
                      <a:pt x="1738" y="2320"/>
                      <a:pt x="1799" y="2229"/>
                      <a:pt x="1799" y="2189"/>
                    </a:cubicBezTo>
                    <a:cubicBezTo>
                      <a:pt x="1819" y="1908"/>
                      <a:pt x="1688" y="1958"/>
                      <a:pt x="1648" y="1868"/>
                    </a:cubicBezTo>
                    <a:cubicBezTo>
                      <a:pt x="1588" y="1768"/>
                      <a:pt x="1708" y="1768"/>
                      <a:pt x="1618" y="1507"/>
                    </a:cubicBezTo>
                    <a:cubicBezTo>
                      <a:pt x="1608" y="1467"/>
                      <a:pt x="1608" y="1357"/>
                      <a:pt x="1618" y="1236"/>
                    </a:cubicBezTo>
                    <a:cubicBezTo>
                      <a:pt x="1658" y="1016"/>
                      <a:pt x="1518" y="1026"/>
                      <a:pt x="1528" y="945"/>
                    </a:cubicBezTo>
                    <a:cubicBezTo>
                      <a:pt x="1548" y="835"/>
                      <a:pt x="1588" y="775"/>
                      <a:pt x="1458" y="655"/>
                    </a:cubicBezTo>
                    <a:lnTo>
                      <a:pt x="1458" y="655"/>
                    </a:lnTo>
                    <a:cubicBezTo>
                      <a:pt x="1463" y="655"/>
                      <a:pt x="1468" y="655"/>
                      <a:pt x="1473" y="655"/>
                    </a:cubicBezTo>
                    <a:cubicBezTo>
                      <a:pt x="1576" y="655"/>
                      <a:pt x="1449" y="552"/>
                      <a:pt x="1488" y="514"/>
                    </a:cubicBezTo>
                    <a:cubicBezTo>
                      <a:pt x="1461" y="451"/>
                      <a:pt x="1458" y="381"/>
                      <a:pt x="1386" y="381"/>
                    </a:cubicBezTo>
                    <a:cubicBezTo>
                      <a:pt x="1378" y="381"/>
                      <a:pt x="1368" y="382"/>
                      <a:pt x="1357" y="384"/>
                    </a:cubicBezTo>
                    <a:cubicBezTo>
                      <a:pt x="1397" y="344"/>
                      <a:pt x="1317" y="123"/>
                      <a:pt x="1287" y="83"/>
                    </a:cubicBezTo>
                    <a:cubicBezTo>
                      <a:pt x="1254" y="24"/>
                      <a:pt x="1224" y="0"/>
                      <a:pt x="11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2" name="Google Shape;16162;p54">
                <a:extLst>
                  <a:ext uri="{FF2B5EF4-FFF2-40B4-BE49-F238E27FC236}">
                    <a16:creationId xmlns:a16="http://schemas.microsoft.com/office/drawing/2014/main" id="{C8E79B63-A8E1-470B-B96C-ADA25EB3CD28}"/>
                  </a:ext>
                </a:extLst>
              </p:cNvPr>
              <p:cNvSpPr/>
              <p:nvPr/>
            </p:nvSpPr>
            <p:spPr>
              <a:xfrm>
                <a:off x="2003815" y="4141023"/>
                <a:ext cx="20974" cy="37857"/>
              </a:xfrm>
              <a:custGeom>
                <a:avLst/>
                <a:gdLst/>
                <a:ahLst/>
                <a:cxnLst/>
                <a:rect l="l" t="t" r="r" b="b"/>
                <a:pathLst>
                  <a:path w="523" h="944" extrusionOk="0">
                    <a:moveTo>
                      <a:pt x="442" y="0"/>
                    </a:moveTo>
                    <a:lnTo>
                      <a:pt x="442" y="0"/>
                    </a:lnTo>
                    <a:cubicBezTo>
                      <a:pt x="452" y="21"/>
                      <a:pt x="452" y="41"/>
                      <a:pt x="462" y="51"/>
                    </a:cubicBezTo>
                    <a:cubicBezTo>
                      <a:pt x="482" y="101"/>
                      <a:pt x="372" y="81"/>
                      <a:pt x="332" y="141"/>
                    </a:cubicBezTo>
                    <a:cubicBezTo>
                      <a:pt x="282" y="201"/>
                      <a:pt x="282" y="352"/>
                      <a:pt x="292" y="432"/>
                    </a:cubicBezTo>
                    <a:cubicBezTo>
                      <a:pt x="1" y="482"/>
                      <a:pt x="11" y="763"/>
                      <a:pt x="81" y="943"/>
                    </a:cubicBezTo>
                    <a:cubicBezTo>
                      <a:pt x="71" y="853"/>
                      <a:pt x="41" y="713"/>
                      <a:pt x="151" y="673"/>
                    </a:cubicBezTo>
                    <a:lnTo>
                      <a:pt x="171" y="683"/>
                    </a:lnTo>
                    <a:cubicBezTo>
                      <a:pt x="171" y="662"/>
                      <a:pt x="151" y="612"/>
                      <a:pt x="181" y="592"/>
                    </a:cubicBezTo>
                    <a:cubicBezTo>
                      <a:pt x="191" y="586"/>
                      <a:pt x="205" y="583"/>
                      <a:pt x="220" y="583"/>
                    </a:cubicBezTo>
                    <a:cubicBezTo>
                      <a:pt x="249" y="583"/>
                      <a:pt x="285" y="592"/>
                      <a:pt x="312" y="592"/>
                    </a:cubicBezTo>
                    <a:cubicBezTo>
                      <a:pt x="312" y="576"/>
                      <a:pt x="333" y="468"/>
                      <a:pt x="369" y="468"/>
                    </a:cubicBezTo>
                    <a:cubicBezTo>
                      <a:pt x="376" y="468"/>
                      <a:pt x="384" y="472"/>
                      <a:pt x="392" y="482"/>
                    </a:cubicBezTo>
                    <a:cubicBezTo>
                      <a:pt x="392" y="455"/>
                      <a:pt x="400" y="306"/>
                      <a:pt x="460" y="306"/>
                    </a:cubicBezTo>
                    <a:cubicBezTo>
                      <a:pt x="467" y="306"/>
                      <a:pt x="474" y="307"/>
                      <a:pt x="482" y="311"/>
                    </a:cubicBezTo>
                    <a:cubicBezTo>
                      <a:pt x="482" y="281"/>
                      <a:pt x="472" y="241"/>
                      <a:pt x="482" y="221"/>
                    </a:cubicBezTo>
                    <a:cubicBezTo>
                      <a:pt x="482" y="201"/>
                      <a:pt x="512" y="191"/>
                      <a:pt x="512" y="181"/>
                    </a:cubicBezTo>
                    <a:cubicBezTo>
                      <a:pt x="522" y="151"/>
                      <a:pt x="512" y="81"/>
                      <a:pt x="502" y="61"/>
                    </a:cubicBezTo>
                    <a:cubicBezTo>
                      <a:pt x="492" y="41"/>
                      <a:pt x="472" y="21"/>
                      <a:pt x="4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3" name="Google Shape;16163;p54">
                <a:extLst>
                  <a:ext uri="{FF2B5EF4-FFF2-40B4-BE49-F238E27FC236}">
                    <a16:creationId xmlns:a16="http://schemas.microsoft.com/office/drawing/2014/main" id="{03689E3F-062A-9BF1-E62A-F4D98CF58369}"/>
                  </a:ext>
                </a:extLst>
              </p:cNvPr>
              <p:cNvSpPr/>
              <p:nvPr/>
            </p:nvSpPr>
            <p:spPr>
              <a:xfrm>
                <a:off x="2006622" y="4178841"/>
                <a:ext cx="842" cy="842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1" y="0"/>
                    </a:moveTo>
                    <a:lnTo>
                      <a:pt x="1" y="1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4" name="Google Shape;16164;p54">
                <a:extLst>
                  <a:ext uri="{FF2B5EF4-FFF2-40B4-BE49-F238E27FC236}">
                    <a16:creationId xmlns:a16="http://schemas.microsoft.com/office/drawing/2014/main" id="{3A0CFE45-3F09-7D9C-C242-BE1DE28AFAD1}"/>
                  </a:ext>
                </a:extLst>
              </p:cNvPr>
              <p:cNvSpPr/>
              <p:nvPr/>
            </p:nvSpPr>
            <p:spPr>
              <a:xfrm>
                <a:off x="2024348" y="4115276"/>
                <a:ext cx="7660" cy="1652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412" extrusionOk="0">
                    <a:moveTo>
                      <a:pt x="191" y="1"/>
                    </a:moveTo>
                    <a:cubicBezTo>
                      <a:pt x="121" y="1"/>
                      <a:pt x="81" y="151"/>
                      <a:pt x="40" y="271"/>
                    </a:cubicBezTo>
                    <a:lnTo>
                      <a:pt x="70" y="362"/>
                    </a:lnTo>
                    <a:cubicBezTo>
                      <a:pt x="40" y="382"/>
                      <a:pt x="20" y="392"/>
                      <a:pt x="0" y="412"/>
                    </a:cubicBezTo>
                    <a:lnTo>
                      <a:pt x="10" y="412"/>
                    </a:lnTo>
                    <a:cubicBezTo>
                      <a:pt x="40" y="412"/>
                      <a:pt x="91" y="412"/>
                      <a:pt x="121" y="392"/>
                    </a:cubicBezTo>
                    <a:cubicBezTo>
                      <a:pt x="111" y="372"/>
                      <a:pt x="91" y="362"/>
                      <a:pt x="81" y="342"/>
                    </a:cubicBezTo>
                    <a:cubicBezTo>
                      <a:pt x="70" y="281"/>
                      <a:pt x="141" y="281"/>
                      <a:pt x="191" y="241"/>
                    </a:cubicBezTo>
                    <a:cubicBezTo>
                      <a:pt x="171" y="201"/>
                      <a:pt x="161" y="171"/>
                      <a:pt x="191" y="141"/>
                    </a:cubicBezTo>
                    <a:cubicBezTo>
                      <a:pt x="181" y="121"/>
                      <a:pt x="151" y="101"/>
                      <a:pt x="151" y="81"/>
                    </a:cubicBezTo>
                    <a:cubicBezTo>
                      <a:pt x="141" y="51"/>
                      <a:pt x="161" y="2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5" name="Google Shape;16165;p54">
                <a:extLst>
                  <a:ext uri="{FF2B5EF4-FFF2-40B4-BE49-F238E27FC236}">
                    <a16:creationId xmlns:a16="http://schemas.microsoft.com/office/drawing/2014/main" id="{F755DC51-FA22-8090-400D-EE30FDDA59C5}"/>
                  </a:ext>
                </a:extLst>
              </p:cNvPr>
              <p:cNvSpPr/>
              <p:nvPr/>
            </p:nvSpPr>
            <p:spPr>
              <a:xfrm>
                <a:off x="1471238" y="4158708"/>
                <a:ext cx="44233" cy="75433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881" extrusionOk="0">
                    <a:moveTo>
                      <a:pt x="261" y="1"/>
                    </a:moveTo>
                    <a:cubicBezTo>
                      <a:pt x="201" y="61"/>
                      <a:pt x="281" y="111"/>
                      <a:pt x="211" y="171"/>
                    </a:cubicBezTo>
                    <a:lnTo>
                      <a:pt x="171" y="252"/>
                    </a:lnTo>
                    <a:cubicBezTo>
                      <a:pt x="101" y="312"/>
                      <a:pt x="161" y="382"/>
                      <a:pt x="161" y="462"/>
                    </a:cubicBezTo>
                    <a:cubicBezTo>
                      <a:pt x="161" y="552"/>
                      <a:pt x="60" y="643"/>
                      <a:pt x="40" y="723"/>
                    </a:cubicBezTo>
                    <a:cubicBezTo>
                      <a:pt x="20" y="823"/>
                      <a:pt x="40" y="853"/>
                      <a:pt x="70" y="944"/>
                    </a:cubicBezTo>
                    <a:cubicBezTo>
                      <a:pt x="111" y="1054"/>
                      <a:pt x="81" y="1134"/>
                      <a:pt x="40" y="1235"/>
                    </a:cubicBezTo>
                    <a:cubicBezTo>
                      <a:pt x="0" y="1305"/>
                      <a:pt x="20" y="1345"/>
                      <a:pt x="40" y="1425"/>
                    </a:cubicBezTo>
                    <a:cubicBezTo>
                      <a:pt x="60" y="1525"/>
                      <a:pt x="81" y="1576"/>
                      <a:pt x="161" y="1666"/>
                    </a:cubicBezTo>
                    <a:cubicBezTo>
                      <a:pt x="271" y="1716"/>
                      <a:pt x="331" y="1746"/>
                      <a:pt x="422" y="1786"/>
                    </a:cubicBezTo>
                    <a:cubicBezTo>
                      <a:pt x="542" y="1836"/>
                      <a:pt x="702" y="1856"/>
                      <a:pt x="843" y="1877"/>
                    </a:cubicBezTo>
                    <a:cubicBezTo>
                      <a:pt x="867" y="1879"/>
                      <a:pt x="889" y="1881"/>
                      <a:pt x="910" y="1881"/>
                    </a:cubicBezTo>
                    <a:cubicBezTo>
                      <a:pt x="1037" y="1881"/>
                      <a:pt x="1102" y="1827"/>
                      <a:pt x="1094" y="1706"/>
                    </a:cubicBezTo>
                    <a:cubicBezTo>
                      <a:pt x="1084" y="1556"/>
                      <a:pt x="933" y="1415"/>
                      <a:pt x="853" y="1295"/>
                    </a:cubicBezTo>
                    <a:cubicBezTo>
                      <a:pt x="783" y="1194"/>
                      <a:pt x="793" y="1144"/>
                      <a:pt x="763" y="1044"/>
                    </a:cubicBezTo>
                    <a:cubicBezTo>
                      <a:pt x="732" y="944"/>
                      <a:pt x="632" y="934"/>
                      <a:pt x="582" y="843"/>
                    </a:cubicBezTo>
                    <a:cubicBezTo>
                      <a:pt x="542" y="763"/>
                      <a:pt x="542" y="713"/>
                      <a:pt x="472" y="643"/>
                    </a:cubicBezTo>
                    <a:cubicBezTo>
                      <a:pt x="422" y="593"/>
                      <a:pt x="482" y="573"/>
                      <a:pt x="472" y="522"/>
                    </a:cubicBezTo>
                    <a:cubicBezTo>
                      <a:pt x="452" y="482"/>
                      <a:pt x="472" y="452"/>
                      <a:pt x="442" y="422"/>
                    </a:cubicBezTo>
                    <a:cubicBezTo>
                      <a:pt x="432" y="402"/>
                      <a:pt x="391" y="392"/>
                      <a:pt x="371" y="372"/>
                    </a:cubicBezTo>
                    <a:cubicBezTo>
                      <a:pt x="351" y="342"/>
                      <a:pt x="351" y="322"/>
                      <a:pt x="341" y="282"/>
                    </a:cubicBezTo>
                    <a:cubicBezTo>
                      <a:pt x="331" y="242"/>
                      <a:pt x="331" y="171"/>
                      <a:pt x="321" y="121"/>
                    </a:cubicBezTo>
                    <a:cubicBezTo>
                      <a:pt x="311" y="71"/>
                      <a:pt x="271" y="41"/>
                      <a:pt x="2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6" name="Google Shape;16166;p54">
                <a:extLst>
                  <a:ext uri="{FF2B5EF4-FFF2-40B4-BE49-F238E27FC236}">
                    <a16:creationId xmlns:a16="http://schemas.microsoft.com/office/drawing/2014/main" id="{74665CF2-8328-0D58-9084-DEDD2AB7CFFE}"/>
                  </a:ext>
                </a:extLst>
              </p:cNvPr>
              <p:cNvSpPr/>
              <p:nvPr/>
            </p:nvSpPr>
            <p:spPr>
              <a:xfrm>
                <a:off x="1399613" y="4139018"/>
                <a:ext cx="60394" cy="97569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433" extrusionOk="0">
                    <a:moveTo>
                      <a:pt x="573" y="0"/>
                    </a:moveTo>
                    <a:cubicBezTo>
                      <a:pt x="512" y="61"/>
                      <a:pt x="502" y="121"/>
                      <a:pt x="472" y="191"/>
                    </a:cubicBezTo>
                    <a:cubicBezTo>
                      <a:pt x="442" y="251"/>
                      <a:pt x="392" y="331"/>
                      <a:pt x="382" y="412"/>
                    </a:cubicBezTo>
                    <a:cubicBezTo>
                      <a:pt x="372" y="502"/>
                      <a:pt x="382" y="552"/>
                      <a:pt x="352" y="642"/>
                    </a:cubicBezTo>
                    <a:cubicBezTo>
                      <a:pt x="332" y="723"/>
                      <a:pt x="282" y="803"/>
                      <a:pt x="252" y="873"/>
                    </a:cubicBezTo>
                    <a:cubicBezTo>
                      <a:pt x="222" y="973"/>
                      <a:pt x="302" y="1084"/>
                      <a:pt x="252" y="1184"/>
                    </a:cubicBezTo>
                    <a:cubicBezTo>
                      <a:pt x="242" y="1204"/>
                      <a:pt x="191" y="1224"/>
                      <a:pt x="181" y="1254"/>
                    </a:cubicBezTo>
                    <a:cubicBezTo>
                      <a:pt x="161" y="1314"/>
                      <a:pt x="211" y="1364"/>
                      <a:pt x="222" y="1415"/>
                    </a:cubicBezTo>
                    <a:cubicBezTo>
                      <a:pt x="232" y="1495"/>
                      <a:pt x="322" y="1786"/>
                      <a:pt x="211" y="1786"/>
                    </a:cubicBezTo>
                    <a:cubicBezTo>
                      <a:pt x="191" y="1856"/>
                      <a:pt x="211" y="1946"/>
                      <a:pt x="171" y="2016"/>
                    </a:cubicBezTo>
                    <a:cubicBezTo>
                      <a:pt x="156" y="2011"/>
                      <a:pt x="139" y="2011"/>
                      <a:pt x="121" y="2011"/>
                    </a:cubicBezTo>
                    <a:cubicBezTo>
                      <a:pt x="104" y="2011"/>
                      <a:pt x="86" y="2011"/>
                      <a:pt x="71" y="2006"/>
                    </a:cubicBezTo>
                    <a:lnTo>
                      <a:pt x="71" y="2006"/>
                    </a:lnTo>
                    <a:cubicBezTo>
                      <a:pt x="1" y="2077"/>
                      <a:pt x="91" y="2217"/>
                      <a:pt x="151" y="2277"/>
                    </a:cubicBezTo>
                    <a:cubicBezTo>
                      <a:pt x="201" y="2297"/>
                      <a:pt x="292" y="2357"/>
                      <a:pt x="382" y="2368"/>
                    </a:cubicBezTo>
                    <a:cubicBezTo>
                      <a:pt x="492" y="2388"/>
                      <a:pt x="623" y="2388"/>
                      <a:pt x="733" y="2398"/>
                    </a:cubicBezTo>
                    <a:cubicBezTo>
                      <a:pt x="833" y="2407"/>
                      <a:pt x="989" y="2432"/>
                      <a:pt x="1133" y="2432"/>
                    </a:cubicBezTo>
                    <a:cubicBezTo>
                      <a:pt x="1307" y="2432"/>
                      <a:pt x="1463" y="2395"/>
                      <a:pt x="1485" y="2247"/>
                    </a:cubicBezTo>
                    <a:cubicBezTo>
                      <a:pt x="1505" y="2127"/>
                      <a:pt x="1465" y="1956"/>
                      <a:pt x="1395" y="1846"/>
                    </a:cubicBezTo>
                    <a:cubicBezTo>
                      <a:pt x="1345" y="1776"/>
                      <a:pt x="1174" y="1615"/>
                      <a:pt x="1154" y="1535"/>
                    </a:cubicBezTo>
                    <a:cubicBezTo>
                      <a:pt x="1134" y="1475"/>
                      <a:pt x="1204" y="1425"/>
                      <a:pt x="1184" y="1364"/>
                    </a:cubicBezTo>
                    <a:lnTo>
                      <a:pt x="1134" y="1314"/>
                    </a:lnTo>
                    <a:cubicBezTo>
                      <a:pt x="1084" y="1254"/>
                      <a:pt x="994" y="1204"/>
                      <a:pt x="964" y="1134"/>
                    </a:cubicBezTo>
                    <a:cubicBezTo>
                      <a:pt x="914" y="1033"/>
                      <a:pt x="1004" y="1064"/>
                      <a:pt x="1024" y="963"/>
                    </a:cubicBezTo>
                    <a:cubicBezTo>
                      <a:pt x="1034" y="933"/>
                      <a:pt x="984" y="873"/>
                      <a:pt x="984" y="833"/>
                    </a:cubicBezTo>
                    <a:cubicBezTo>
                      <a:pt x="974" y="813"/>
                      <a:pt x="1004" y="793"/>
                      <a:pt x="984" y="753"/>
                    </a:cubicBezTo>
                    <a:cubicBezTo>
                      <a:pt x="964" y="682"/>
                      <a:pt x="914" y="662"/>
                      <a:pt x="904" y="592"/>
                    </a:cubicBezTo>
                    <a:cubicBezTo>
                      <a:pt x="904" y="512"/>
                      <a:pt x="954" y="512"/>
                      <a:pt x="853" y="452"/>
                    </a:cubicBezTo>
                    <a:cubicBezTo>
                      <a:pt x="813" y="422"/>
                      <a:pt x="763" y="432"/>
                      <a:pt x="733" y="392"/>
                    </a:cubicBezTo>
                    <a:cubicBezTo>
                      <a:pt x="693" y="341"/>
                      <a:pt x="753" y="261"/>
                      <a:pt x="643" y="231"/>
                    </a:cubicBezTo>
                    <a:cubicBezTo>
                      <a:pt x="663" y="131"/>
                      <a:pt x="703" y="71"/>
                      <a:pt x="5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7" name="Google Shape;16167;p54">
                <a:extLst>
                  <a:ext uri="{FF2B5EF4-FFF2-40B4-BE49-F238E27FC236}">
                    <a16:creationId xmlns:a16="http://schemas.microsoft.com/office/drawing/2014/main" id="{4B89861A-BCA0-4BDE-73C3-A4EDA2F851C8}"/>
                  </a:ext>
                </a:extLst>
              </p:cNvPr>
              <p:cNvSpPr/>
              <p:nvPr/>
            </p:nvSpPr>
            <p:spPr>
              <a:xfrm>
                <a:off x="1618459" y="4185498"/>
                <a:ext cx="222489" cy="84656"/>
              </a:xfrm>
              <a:custGeom>
                <a:avLst/>
                <a:gdLst/>
                <a:ahLst/>
                <a:cxnLst/>
                <a:rect l="l" t="t" r="r" b="b"/>
                <a:pathLst>
                  <a:path w="5548" h="2111" extrusionOk="0">
                    <a:moveTo>
                      <a:pt x="2379" y="1"/>
                    </a:moveTo>
                    <a:cubicBezTo>
                      <a:pt x="2247" y="1"/>
                      <a:pt x="2147" y="156"/>
                      <a:pt x="2147" y="316"/>
                    </a:cubicBezTo>
                    <a:cubicBezTo>
                      <a:pt x="2047" y="225"/>
                      <a:pt x="1951" y="171"/>
                      <a:pt x="1870" y="171"/>
                    </a:cubicBezTo>
                    <a:cubicBezTo>
                      <a:pt x="1771" y="171"/>
                      <a:pt x="1694" y="250"/>
                      <a:pt x="1655" y="436"/>
                    </a:cubicBezTo>
                    <a:cubicBezTo>
                      <a:pt x="1655" y="429"/>
                      <a:pt x="1641" y="424"/>
                      <a:pt x="1618" y="424"/>
                    </a:cubicBezTo>
                    <a:cubicBezTo>
                      <a:pt x="1521" y="424"/>
                      <a:pt x="1266" y="505"/>
                      <a:pt x="1314" y="757"/>
                    </a:cubicBezTo>
                    <a:cubicBezTo>
                      <a:pt x="1268" y="746"/>
                      <a:pt x="1229" y="741"/>
                      <a:pt x="1194" y="741"/>
                    </a:cubicBezTo>
                    <a:cubicBezTo>
                      <a:pt x="1101" y="741"/>
                      <a:pt x="1038" y="776"/>
                      <a:pt x="943" y="827"/>
                    </a:cubicBezTo>
                    <a:cubicBezTo>
                      <a:pt x="930" y="831"/>
                      <a:pt x="919" y="832"/>
                      <a:pt x="909" y="832"/>
                    </a:cubicBezTo>
                    <a:cubicBezTo>
                      <a:pt x="884" y="832"/>
                      <a:pt x="865" y="824"/>
                      <a:pt x="844" y="824"/>
                    </a:cubicBezTo>
                    <a:cubicBezTo>
                      <a:pt x="827" y="824"/>
                      <a:pt x="808" y="829"/>
                      <a:pt x="783" y="847"/>
                    </a:cubicBezTo>
                    <a:cubicBezTo>
                      <a:pt x="733" y="878"/>
                      <a:pt x="743" y="1008"/>
                      <a:pt x="662" y="1058"/>
                    </a:cubicBezTo>
                    <a:cubicBezTo>
                      <a:pt x="636" y="1025"/>
                      <a:pt x="607" y="1013"/>
                      <a:pt x="580" y="1013"/>
                    </a:cubicBezTo>
                    <a:cubicBezTo>
                      <a:pt x="515" y="1013"/>
                      <a:pt x="456" y="1083"/>
                      <a:pt x="442" y="1118"/>
                    </a:cubicBezTo>
                    <a:cubicBezTo>
                      <a:pt x="383" y="1087"/>
                      <a:pt x="321" y="1071"/>
                      <a:pt x="262" y="1071"/>
                    </a:cubicBezTo>
                    <a:cubicBezTo>
                      <a:pt x="171" y="1071"/>
                      <a:pt x="89" y="1109"/>
                      <a:pt x="41" y="1188"/>
                    </a:cubicBezTo>
                    <a:cubicBezTo>
                      <a:pt x="0" y="1269"/>
                      <a:pt x="31" y="1289"/>
                      <a:pt x="71" y="1379"/>
                    </a:cubicBezTo>
                    <a:cubicBezTo>
                      <a:pt x="191" y="1600"/>
                      <a:pt x="462" y="1800"/>
                      <a:pt x="652" y="1891"/>
                    </a:cubicBezTo>
                    <a:cubicBezTo>
                      <a:pt x="942" y="2018"/>
                      <a:pt x="1413" y="2110"/>
                      <a:pt x="1776" y="2110"/>
                    </a:cubicBezTo>
                    <a:cubicBezTo>
                      <a:pt x="1840" y="2110"/>
                      <a:pt x="1901" y="2107"/>
                      <a:pt x="1956" y="2101"/>
                    </a:cubicBezTo>
                    <a:cubicBezTo>
                      <a:pt x="2348" y="2051"/>
                      <a:pt x="2719" y="1901"/>
                      <a:pt x="3120" y="1861"/>
                    </a:cubicBezTo>
                    <a:cubicBezTo>
                      <a:pt x="3410" y="1823"/>
                      <a:pt x="3689" y="1803"/>
                      <a:pt x="3974" y="1803"/>
                    </a:cubicBezTo>
                    <a:cubicBezTo>
                      <a:pt x="4073" y="1803"/>
                      <a:pt x="4172" y="1805"/>
                      <a:pt x="4273" y="1810"/>
                    </a:cubicBezTo>
                    <a:cubicBezTo>
                      <a:pt x="4306" y="1811"/>
                      <a:pt x="4342" y="1812"/>
                      <a:pt x="4383" y="1812"/>
                    </a:cubicBezTo>
                    <a:cubicBezTo>
                      <a:pt x="4748" y="1812"/>
                      <a:pt x="5407" y="1755"/>
                      <a:pt x="5497" y="1349"/>
                    </a:cubicBezTo>
                    <a:cubicBezTo>
                      <a:pt x="5547" y="1158"/>
                      <a:pt x="5447" y="1219"/>
                      <a:pt x="5347" y="1098"/>
                    </a:cubicBezTo>
                    <a:cubicBezTo>
                      <a:pt x="5246" y="988"/>
                      <a:pt x="5256" y="737"/>
                      <a:pt x="5116" y="697"/>
                    </a:cubicBezTo>
                    <a:cubicBezTo>
                      <a:pt x="5107" y="694"/>
                      <a:pt x="5097" y="692"/>
                      <a:pt x="5087" y="692"/>
                    </a:cubicBezTo>
                    <a:cubicBezTo>
                      <a:pt x="5034" y="692"/>
                      <a:pt x="4976" y="733"/>
                      <a:pt x="4925" y="767"/>
                    </a:cubicBezTo>
                    <a:cubicBezTo>
                      <a:pt x="4915" y="737"/>
                      <a:pt x="4905" y="687"/>
                      <a:pt x="4915" y="657"/>
                    </a:cubicBezTo>
                    <a:lnTo>
                      <a:pt x="4845" y="657"/>
                    </a:lnTo>
                    <a:cubicBezTo>
                      <a:pt x="4875" y="557"/>
                      <a:pt x="4855" y="547"/>
                      <a:pt x="4805" y="476"/>
                    </a:cubicBezTo>
                    <a:lnTo>
                      <a:pt x="4765" y="516"/>
                    </a:lnTo>
                    <a:cubicBezTo>
                      <a:pt x="4727" y="462"/>
                      <a:pt x="4690" y="440"/>
                      <a:pt x="4657" y="440"/>
                    </a:cubicBezTo>
                    <a:cubicBezTo>
                      <a:pt x="4567" y="440"/>
                      <a:pt x="4501" y="597"/>
                      <a:pt x="4494" y="707"/>
                    </a:cubicBezTo>
                    <a:cubicBezTo>
                      <a:pt x="4414" y="677"/>
                      <a:pt x="4354" y="607"/>
                      <a:pt x="4304" y="536"/>
                    </a:cubicBezTo>
                    <a:lnTo>
                      <a:pt x="4304" y="536"/>
                    </a:lnTo>
                    <a:cubicBezTo>
                      <a:pt x="4307" y="548"/>
                      <a:pt x="4311" y="558"/>
                      <a:pt x="4315" y="567"/>
                    </a:cubicBezTo>
                    <a:lnTo>
                      <a:pt x="4315" y="567"/>
                    </a:lnTo>
                    <a:cubicBezTo>
                      <a:pt x="4283" y="505"/>
                      <a:pt x="4232" y="481"/>
                      <a:pt x="4174" y="481"/>
                    </a:cubicBezTo>
                    <a:cubicBezTo>
                      <a:pt x="4086" y="481"/>
                      <a:pt x="3984" y="536"/>
                      <a:pt x="3912" y="597"/>
                    </a:cubicBezTo>
                    <a:cubicBezTo>
                      <a:pt x="3909" y="504"/>
                      <a:pt x="3863" y="471"/>
                      <a:pt x="3803" y="471"/>
                    </a:cubicBezTo>
                    <a:cubicBezTo>
                      <a:pt x="3700" y="471"/>
                      <a:pt x="3556" y="571"/>
                      <a:pt x="3511" y="647"/>
                    </a:cubicBezTo>
                    <a:cubicBezTo>
                      <a:pt x="3495" y="549"/>
                      <a:pt x="3419" y="498"/>
                      <a:pt x="3338" y="498"/>
                    </a:cubicBezTo>
                    <a:cubicBezTo>
                      <a:pt x="3319" y="498"/>
                      <a:pt x="3299" y="501"/>
                      <a:pt x="3280" y="506"/>
                    </a:cubicBezTo>
                    <a:cubicBezTo>
                      <a:pt x="3369" y="360"/>
                      <a:pt x="3221" y="299"/>
                      <a:pt x="3062" y="299"/>
                    </a:cubicBezTo>
                    <a:cubicBezTo>
                      <a:pt x="2970" y="299"/>
                      <a:pt x="2874" y="319"/>
                      <a:pt x="2819" y="356"/>
                    </a:cubicBezTo>
                    <a:cubicBezTo>
                      <a:pt x="2827" y="248"/>
                      <a:pt x="2713" y="45"/>
                      <a:pt x="2605" y="45"/>
                    </a:cubicBezTo>
                    <a:cubicBezTo>
                      <a:pt x="2582" y="45"/>
                      <a:pt x="2559" y="54"/>
                      <a:pt x="2538" y="75"/>
                    </a:cubicBezTo>
                    <a:cubicBezTo>
                      <a:pt x="2483" y="23"/>
                      <a:pt x="2429" y="1"/>
                      <a:pt x="23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8" name="Google Shape;16168;p54">
                <a:extLst>
                  <a:ext uri="{FF2B5EF4-FFF2-40B4-BE49-F238E27FC236}">
                    <a16:creationId xmlns:a16="http://schemas.microsoft.com/office/drawing/2014/main" id="{F8F837AD-BEF1-C3F6-7311-B6876DBDAB91}"/>
                  </a:ext>
                </a:extLst>
              </p:cNvPr>
              <p:cNvSpPr/>
              <p:nvPr/>
            </p:nvSpPr>
            <p:spPr>
              <a:xfrm>
                <a:off x="1439436" y="4198531"/>
                <a:ext cx="71262" cy="43632"/>
              </a:xfrm>
              <a:custGeom>
                <a:avLst/>
                <a:gdLst/>
                <a:ahLst/>
                <a:cxnLst/>
                <a:rect l="l" t="t" r="r" b="b"/>
                <a:pathLst>
                  <a:path w="1777" h="1088" extrusionOk="0">
                    <a:moveTo>
                      <a:pt x="853" y="1"/>
                    </a:moveTo>
                    <a:cubicBezTo>
                      <a:pt x="753" y="1"/>
                      <a:pt x="633" y="171"/>
                      <a:pt x="583" y="232"/>
                    </a:cubicBezTo>
                    <a:cubicBezTo>
                      <a:pt x="522" y="302"/>
                      <a:pt x="472" y="382"/>
                      <a:pt x="402" y="422"/>
                    </a:cubicBezTo>
                    <a:cubicBezTo>
                      <a:pt x="392" y="402"/>
                      <a:pt x="372" y="382"/>
                      <a:pt x="372" y="362"/>
                    </a:cubicBezTo>
                    <a:cubicBezTo>
                      <a:pt x="302" y="402"/>
                      <a:pt x="222" y="452"/>
                      <a:pt x="181" y="512"/>
                    </a:cubicBezTo>
                    <a:cubicBezTo>
                      <a:pt x="171" y="502"/>
                      <a:pt x="161" y="492"/>
                      <a:pt x="151" y="472"/>
                    </a:cubicBezTo>
                    <a:cubicBezTo>
                      <a:pt x="81" y="532"/>
                      <a:pt x="1" y="603"/>
                      <a:pt x="1" y="713"/>
                    </a:cubicBezTo>
                    <a:cubicBezTo>
                      <a:pt x="11" y="753"/>
                      <a:pt x="51" y="884"/>
                      <a:pt x="81" y="984"/>
                    </a:cubicBezTo>
                    <a:cubicBezTo>
                      <a:pt x="129" y="991"/>
                      <a:pt x="176" y="993"/>
                      <a:pt x="223" y="993"/>
                    </a:cubicBezTo>
                    <a:cubicBezTo>
                      <a:pt x="273" y="993"/>
                      <a:pt x="324" y="991"/>
                      <a:pt x="375" y="991"/>
                    </a:cubicBezTo>
                    <a:cubicBezTo>
                      <a:pt x="404" y="991"/>
                      <a:pt x="433" y="992"/>
                      <a:pt x="462" y="994"/>
                    </a:cubicBezTo>
                    <a:cubicBezTo>
                      <a:pt x="621" y="1003"/>
                      <a:pt x="754" y="1065"/>
                      <a:pt x="918" y="1065"/>
                    </a:cubicBezTo>
                    <a:cubicBezTo>
                      <a:pt x="930" y="1065"/>
                      <a:pt x="942" y="1065"/>
                      <a:pt x="954" y="1064"/>
                    </a:cubicBezTo>
                    <a:cubicBezTo>
                      <a:pt x="1104" y="1064"/>
                      <a:pt x="1255" y="1064"/>
                      <a:pt x="1415" y="1074"/>
                    </a:cubicBezTo>
                    <a:cubicBezTo>
                      <a:pt x="1461" y="1074"/>
                      <a:pt x="1536" y="1087"/>
                      <a:pt x="1606" y="1087"/>
                    </a:cubicBezTo>
                    <a:cubicBezTo>
                      <a:pt x="1658" y="1087"/>
                      <a:pt x="1706" y="1080"/>
                      <a:pt x="1736" y="1054"/>
                    </a:cubicBezTo>
                    <a:cubicBezTo>
                      <a:pt x="1776" y="1024"/>
                      <a:pt x="1776" y="994"/>
                      <a:pt x="1776" y="954"/>
                    </a:cubicBezTo>
                    <a:cubicBezTo>
                      <a:pt x="1776" y="894"/>
                      <a:pt x="1756" y="823"/>
                      <a:pt x="1736" y="763"/>
                    </a:cubicBezTo>
                    <a:cubicBezTo>
                      <a:pt x="1712" y="706"/>
                      <a:pt x="1588" y="470"/>
                      <a:pt x="1499" y="470"/>
                    </a:cubicBezTo>
                    <a:cubicBezTo>
                      <a:pt x="1481" y="470"/>
                      <a:pt x="1464" y="480"/>
                      <a:pt x="1450" y="503"/>
                    </a:cubicBezTo>
                    <a:lnTo>
                      <a:pt x="1450" y="503"/>
                    </a:lnTo>
                    <a:cubicBezTo>
                      <a:pt x="1496" y="403"/>
                      <a:pt x="1173" y="412"/>
                      <a:pt x="1114" y="392"/>
                    </a:cubicBezTo>
                    <a:cubicBezTo>
                      <a:pt x="1136" y="348"/>
                      <a:pt x="1105" y="299"/>
                      <a:pt x="1071" y="299"/>
                    </a:cubicBezTo>
                    <a:cubicBezTo>
                      <a:pt x="1061" y="299"/>
                      <a:pt x="1052" y="302"/>
                      <a:pt x="1044" y="310"/>
                    </a:cubicBezTo>
                    <a:lnTo>
                      <a:pt x="1044" y="310"/>
                    </a:lnTo>
                    <a:cubicBezTo>
                      <a:pt x="1110" y="214"/>
                      <a:pt x="940" y="10"/>
                      <a:pt x="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9" name="Google Shape;16169;p54">
                <a:extLst>
                  <a:ext uri="{FF2B5EF4-FFF2-40B4-BE49-F238E27FC236}">
                    <a16:creationId xmlns:a16="http://schemas.microsoft.com/office/drawing/2014/main" id="{E9EDF945-8D4F-658C-2898-3D671E0A83B5}"/>
                  </a:ext>
                </a:extLst>
              </p:cNvPr>
              <p:cNvSpPr/>
              <p:nvPr/>
            </p:nvSpPr>
            <p:spPr>
              <a:xfrm>
                <a:off x="1307495" y="4187583"/>
                <a:ext cx="87744" cy="42709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1065" extrusionOk="0">
                    <a:moveTo>
                      <a:pt x="979" y="1"/>
                    </a:moveTo>
                    <a:cubicBezTo>
                      <a:pt x="883" y="1"/>
                      <a:pt x="768" y="197"/>
                      <a:pt x="723" y="364"/>
                    </a:cubicBezTo>
                    <a:cubicBezTo>
                      <a:pt x="663" y="344"/>
                      <a:pt x="583" y="284"/>
                      <a:pt x="532" y="234"/>
                    </a:cubicBezTo>
                    <a:cubicBezTo>
                      <a:pt x="502" y="274"/>
                      <a:pt x="482" y="314"/>
                      <a:pt x="442" y="344"/>
                    </a:cubicBezTo>
                    <a:cubicBezTo>
                      <a:pt x="442" y="304"/>
                      <a:pt x="412" y="284"/>
                      <a:pt x="402" y="254"/>
                    </a:cubicBezTo>
                    <a:cubicBezTo>
                      <a:pt x="352" y="274"/>
                      <a:pt x="292" y="294"/>
                      <a:pt x="232" y="294"/>
                    </a:cubicBezTo>
                    <a:cubicBezTo>
                      <a:pt x="229" y="295"/>
                      <a:pt x="226" y="295"/>
                      <a:pt x="224" y="295"/>
                    </a:cubicBezTo>
                    <a:cubicBezTo>
                      <a:pt x="205" y="295"/>
                      <a:pt x="199" y="269"/>
                      <a:pt x="173" y="269"/>
                    </a:cubicBezTo>
                    <a:cubicBezTo>
                      <a:pt x="167" y="269"/>
                      <a:pt x="160" y="270"/>
                      <a:pt x="151" y="274"/>
                    </a:cubicBezTo>
                    <a:cubicBezTo>
                      <a:pt x="51" y="314"/>
                      <a:pt x="1" y="474"/>
                      <a:pt x="51" y="575"/>
                    </a:cubicBezTo>
                    <a:cubicBezTo>
                      <a:pt x="71" y="605"/>
                      <a:pt x="51" y="675"/>
                      <a:pt x="81" y="735"/>
                    </a:cubicBezTo>
                    <a:cubicBezTo>
                      <a:pt x="141" y="846"/>
                      <a:pt x="272" y="846"/>
                      <a:pt x="362" y="866"/>
                    </a:cubicBezTo>
                    <a:cubicBezTo>
                      <a:pt x="700" y="948"/>
                      <a:pt x="1071" y="1064"/>
                      <a:pt x="1427" y="1064"/>
                    </a:cubicBezTo>
                    <a:cubicBezTo>
                      <a:pt x="1504" y="1064"/>
                      <a:pt x="1581" y="1059"/>
                      <a:pt x="1656" y="1046"/>
                    </a:cubicBezTo>
                    <a:cubicBezTo>
                      <a:pt x="1947" y="996"/>
                      <a:pt x="2187" y="755"/>
                      <a:pt x="1856" y="535"/>
                    </a:cubicBezTo>
                    <a:cubicBezTo>
                      <a:pt x="1806" y="505"/>
                      <a:pt x="1696" y="464"/>
                      <a:pt x="1646" y="444"/>
                    </a:cubicBezTo>
                    <a:cubicBezTo>
                      <a:pt x="1606" y="434"/>
                      <a:pt x="1536" y="414"/>
                      <a:pt x="1485" y="384"/>
                    </a:cubicBezTo>
                    <a:cubicBezTo>
                      <a:pt x="1525" y="240"/>
                      <a:pt x="1398" y="207"/>
                      <a:pt x="1274" y="207"/>
                    </a:cubicBezTo>
                    <a:cubicBezTo>
                      <a:pt x="1208" y="207"/>
                      <a:pt x="1143" y="217"/>
                      <a:pt x="1104" y="224"/>
                    </a:cubicBezTo>
                    <a:cubicBezTo>
                      <a:pt x="1079" y="62"/>
                      <a:pt x="1032" y="1"/>
                      <a:pt x="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70" name="Google Shape;16170;p54">
                <a:extLst>
                  <a:ext uri="{FF2B5EF4-FFF2-40B4-BE49-F238E27FC236}">
                    <a16:creationId xmlns:a16="http://schemas.microsoft.com/office/drawing/2014/main" id="{35918E28-2072-A3AD-89D7-61A32DD65E39}"/>
                  </a:ext>
                </a:extLst>
              </p:cNvPr>
              <p:cNvSpPr/>
              <p:nvPr/>
            </p:nvSpPr>
            <p:spPr>
              <a:xfrm>
                <a:off x="1330033" y="4187703"/>
                <a:ext cx="347007" cy="94963"/>
              </a:xfrm>
              <a:custGeom>
                <a:avLst/>
                <a:gdLst/>
                <a:ahLst/>
                <a:cxnLst/>
                <a:rect l="l" t="t" r="r" b="b"/>
                <a:pathLst>
                  <a:path w="8653" h="2368" extrusionOk="0">
                    <a:moveTo>
                      <a:pt x="6049" y="0"/>
                    </a:moveTo>
                    <a:cubicBezTo>
                      <a:pt x="5858" y="90"/>
                      <a:pt x="5598" y="60"/>
                      <a:pt x="5598" y="341"/>
                    </a:cubicBezTo>
                    <a:cubicBezTo>
                      <a:pt x="5578" y="331"/>
                      <a:pt x="5567" y="301"/>
                      <a:pt x="5547" y="291"/>
                    </a:cubicBezTo>
                    <a:cubicBezTo>
                      <a:pt x="5267" y="421"/>
                      <a:pt x="5156" y="502"/>
                      <a:pt x="5126" y="843"/>
                    </a:cubicBezTo>
                    <a:cubicBezTo>
                      <a:pt x="5060" y="722"/>
                      <a:pt x="4954" y="667"/>
                      <a:pt x="4856" y="667"/>
                    </a:cubicBezTo>
                    <a:cubicBezTo>
                      <a:pt x="4716" y="667"/>
                      <a:pt x="4591" y="779"/>
                      <a:pt x="4615" y="973"/>
                    </a:cubicBezTo>
                    <a:cubicBezTo>
                      <a:pt x="4585" y="943"/>
                      <a:pt x="4554" y="913"/>
                      <a:pt x="4534" y="883"/>
                    </a:cubicBezTo>
                    <a:cubicBezTo>
                      <a:pt x="4534" y="953"/>
                      <a:pt x="4484" y="1023"/>
                      <a:pt x="4504" y="1123"/>
                    </a:cubicBezTo>
                    <a:cubicBezTo>
                      <a:pt x="4392" y="1080"/>
                      <a:pt x="4223" y="990"/>
                      <a:pt x="4098" y="990"/>
                    </a:cubicBezTo>
                    <a:cubicBezTo>
                      <a:pt x="4021" y="990"/>
                      <a:pt x="3962" y="1024"/>
                      <a:pt x="3943" y="1123"/>
                    </a:cubicBezTo>
                    <a:cubicBezTo>
                      <a:pt x="3863" y="1038"/>
                      <a:pt x="3710" y="953"/>
                      <a:pt x="3596" y="953"/>
                    </a:cubicBezTo>
                    <a:cubicBezTo>
                      <a:pt x="3521" y="953"/>
                      <a:pt x="3463" y="989"/>
                      <a:pt x="3451" y="1083"/>
                    </a:cubicBezTo>
                    <a:cubicBezTo>
                      <a:pt x="3421" y="973"/>
                      <a:pt x="3381" y="873"/>
                      <a:pt x="3341" y="782"/>
                    </a:cubicBezTo>
                    <a:cubicBezTo>
                      <a:pt x="3180" y="792"/>
                      <a:pt x="3030" y="873"/>
                      <a:pt x="2909" y="983"/>
                    </a:cubicBezTo>
                    <a:cubicBezTo>
                      <a:pt x="2899" y="923"/>
                      <a:pt x="2859" y="893"/>
                      <a:pt x="2849" y="833"/>
                    </a:cubicBezTo>
                    <a:cubicBezTo>
                      <a:pt x="2830" y="839"/>
                      <a:pt x="2811" y="842"/>
                      <a:pt x="2792" y="842"/>
                    </a:cubicBezTo>
                    <a:cubicBezTo>
                      <a:pt x="2706" y="842"/>
                      <a:pt x="2619" y="785"/>
                      <a:pt x="2546" y="785"/>
                    </a:cubicBezTo>
                    <a:cubicBezTo>
                      <a:pt x="2490" y="785"/>
                      <a:pt x="2442" y="818"/>
                      <a:pt x="2408" y="933"/>
                    </a:cubicBezTo>
                    <a:cubicBezTo>
                      <a:pt x="2324" y="789"/>
                      <a:pt x="2180" y="731"/>
                      <a:pt x="2036" y="731"/>
                    </a:cubicBezTo>
                    <a:cubicBezTo>
                      <a:pt x="1939" y="731"/>
                      <a:pt x="1843" y="758"/>
                      <a:pt x="1766" y="802"/>
                    </a:cubicBezTo>
                    <a:cubicBezTo>
                      <a:pt x="1736" y="722"/>
                      <a:pt x="1666" y="672"/>
                      <a:pt x="1636" y="592"/>
                    </a:cubicBezTo>
                    <a:cubicBezTo>
                      <a:pt x="1515" y="602"/>
                      <a:pt x="1445" y="592"/>
                      <a:pt x="1355" y="682"/>
                    </a:cubicBezTo>
                    <a:lnTo>
                      <a:pt x="1274" y="602"/>
                    </a:lnTo>
                    <a:cubicBezTo>
                      <a:pt x="1254" y="612"/>
                      <a:pt x="1234" y="632"/>
                      <a:pt x="1224" y="652"/>
                    </a:cubicBezTo>
                    <a:cubicBezTo>
                      <a:pt x="1194" y="602"/>
                      <a:pt x="1124" y="552"/>
                      <a:pt x="1094" y="512"/>
                    </a:cubicBezTo>
                    <a:cubicBezTo>
                      <a:pt x="1064" y="542"/>
                      <a:pt x="984" y="582"/>
                      <a:pt x="953" y="612"/>
                    </a:cubicBezTo>
                    <a:cubicBezTo>
                      <a:pt x="833" y="431"/>
                      <a:pt x="763" y="351"/>
                      <a:pt x="552" y="351"/>
                    </a:cubicBezTo>
                    <a:cubicBezTo>
                      <a:pt x="492" y="391"/>
                      <a:pt x="452" y="401"/>
                      <a:pt x="402" y="431"/>
                    </a:cubicBezTo>
                    <a:cubicBezTo>
                      <a:pt x="392" y="431"/>
                      <a:pt x="362" y="371"/>
                      <a:pt x="352" y="361"/>
                    </a:cubicBezTo>
                    <a:cubicBezTo>
                      <a:pt x="332" y="411"/>
                      <a:pt x="291" y="461"/>
                      <a:pt x="281" y="512"/>
                    </a:cubicBezTo>
                    <a:cubicBezTo>
                      <a:pt x="221" y="451"/>
                      <a:pt x="151" y="451"/>
                      <a:pt x="111" y="411"/>
                    </a:cubicBezTo>
                    <a:cubicBezTo>
                      <a:pt x="31" y="542"/>
                      <a:pt x="1" y="702"/>
                      <a:pt x="21" y="863"/>
                    </a:cubicBezTo>
                    <a:cubicBezTo>
                      <a:pt x="41" y="1224"/>
                      <a:pt x="1" y="1685"/>
                      <a:pt x="322" y="2006"/>
                    </a:cubicBezTo>
                    <a:cubicBezTo>
                      <a:pt x="582" y="2247"/>
                      <a:pt x="1102" y="2368"/>
                      <a:pt x="1445" y="2368"/>
                    </a:cubicBezTo>
                    <a:cubicBezTo>
                      <a:pt x="1459" y="2368"/>
                      <a:pt x="1472" y="2368"/>
                      <a:pt x="1485" y="2367"/>
                    </a:cubicBezTo>
                    <a:cubicBezTo>
                      <a:pt x="1866" y="2347"/>
                      <a:pt x="2247" y="2277"/>
                      <a:pt x="2639" y="2277"/>
                    </a:cubicBezTo>
                    <a:cubicBezTo>
                      <a:pt x="3086" y="2277"/>
                      <a:pt x="3539" y="2324"/>
                      <a:pt x="3990" y="2324"/>
                    </a:cubicBezTo>
                    <a:cubicBezTo>
                      <a:pt x="4165" y="2324"/>
                      <a:pt x="4340" y="2317"/>
                      <a:pt x="4514" y="2297"/>
                    </a:cubicBezTo>
                    <a:cubicBezTo>
                      <a:pt x="5527" y="2187"/>
                      <a:pt x="6561" y="1816"/>
                      <a:pt x="7564" y="1585"/>
                    </a:cubicBezTo>
                    <a:cubicBezTo>
                      <a:pt x="7864" y="1525"/>
                      <a:pt x="8376" y="1545"/>
                      <a:pt x="8527" y="1254"/>
                    </a:cubicBezTo>
                    <a:cubicBezTo>
                      <a:pt x="8653" y="1025"/>
                      <a:pt x="8537" y="771"/>
                      <a:pt x="8325" y="771"/>
                    </a:cubicBezTo>
                    <a:cubicBezTo>
                      <a:pt x="8268" y="771"/>
                      <a:pt x="8204" y="790"/>
                      <a:pt x="8135" y="833"/>
                    </a:cubicBezTo>
                    <a:cubicBezTo>
                      <a:pt x="8115" y="752"/>
                      <a:pt x="8045" y="722"/>
                      <a:pt x="8015" y="672"/>
                    </a:cubicBezTo>
                    <a:cubicBezTo>
                      <a:pt x="7975" y="692"/>
                      <a:pt x="7955" y="722"/>
                      <a:pt x="7925" y="752"/>
                    </a:cubicBezTo>
                    <a:cubicBezTo>
                      <a:pt x="7925" y="732"/>
                      <a:pt x="7925" y="672"/>
                      <a:pt x="7905" y="652"/>
                    </a:cubicBezTo>
                    <a:cubicBezTo>
                      <a:pt x="7764" y="672"/>
                      <a:pt x="7624" y="722"/>
                      <a:pt x="7503" y="792"/>
                    </a:cubicBezTo>
                    <a:cubicBezTo>
                      <a:pt x="7473" y="772"/>
                      <a:pt x="7373" y="692"/>
                      <a:pt x="7353" y="672"/>
                    </a:cubicBezTo>
                    <a:cubicBezTo>
                      <a:pt x="7403" y="582"/>
                      <a:pt x="7393" y="461"/>
                      <a:pt x="7413" y="361"/>
                    </a:cubicBezTo>
                    <a:lnTo>
                      <a:pt x="7413" y="361"/>
                    </a:lnTo>
                    <a:cubicBezTo>
                      <a:pt x="7182" y="381"/>
                      <a:pt x="6962" y="512"/>
                      <a:pt x="6751" y="562"/>
                    </a:cubicBezTo>
                    <a:cubicBezTo>
                      <a:pt x="6721" y="542"/>
                      <a:pt x="6631" y="481"/>
                      <a:pt x="6611" y="451"/>
                    </a:cubicBezTo>
                    <a:cubicBezTo>
                      <a:pt x="6591" y="471"/>
                      <a:pt x="6581" y="502"/>
                      <a:pt x="6550" y="522"/>
                    </a:cubicBezTo>
                    <a:cubicBezTo>
                      <a:pt x="6664" y="296"/>
                      <a:pt x="6553" y="84"/>
                      <a:pt x="6404" y="84"/>
                    </a:cubicBezTo>
                    <a:cubicBezTo>
                      <a:pt x="6341" y="84"/>
                      <a:pt x="6272" y="122"/>
                      <a:pt x="6209" y="211"/>
                    </a:cubicBezTo>
                    <a:cubicBezTo>
                      <a:pt x="6139" y="70"/>
                      <a:pt x="6169" y="171"/>
                      <a:pt x="6069" y="90"/>
                    </a:cubicBezTo>
                    <a:cubicBezTo>
                      <a:pt x="6059" y="70"/>
                      <a:pt x="6059" y="10"/>
                      <a:pt x="60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71" name="Google Shape;16171;p54">
                <a:extLst>
                  <a:ext uri="{FF2B5EF4-FFF2-40B4-BE49-F238E27FC236}">
                    <a16:creationId xmlns:a16="http://schemas.microsoft.com/office/drawing/2014/main" id="{2DD377C7-9A5D-887E-FE27-084CA6239319}"/>
                  </a:ext>
                </a:extLst>
              </p:cNvPr>
              <p:cNvSpPr/>
              <p:nvPr/>
            </p:nvSpPr>
            <p:spPr>
              <a:xfrm>
                <a:off x="1509858" y="4187703"/>
                <a:ext cx="110242" cy="67452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1682" extrusionOk="0">
                    <a:moveTo>
                      <a:pt x="1565" y="0"/>
                    </a:moveTo>
                    <a:cubicBezTo>
                      <a:pt x="1374" y="90"/>
                      <a:pt x="1114" y="60"/>
                      <a:pt x="1114" y="341"/>
                    </a:cubicBezTo>
                    <a:cubicBezTo>
                      <a:pt x="1094" y="331"/>
                      <a:pt x="1083" y="301"/>
                      <a:pt x="1063" y="291"/>
                    </a:cubicBezTo>
                    <a:cubicBezTo>
                      <a:pt x="783" y="421"/>
                      <a:pt x="672" y="502"/>
                      <a:pt x="642" y="843"/>
                    </a:cubicBezTo>
                    <a:cubicBezTo>
                      <a:pt x="576" y="722"/>
                      <a:pt x="470" y="667"/>
                      <a:pt x="372" y="667"/>
                    </a:cubicBezTo>
                    <a:cubicBezTo>
                      <a:pt x="232" y="667"/>
                      <a:pt x="107" y="779"/>
                      <a:pt x="131" y="973"/>
                    </a:cubicBezTo>
                    <a:cubicBezTo>
                      <a:pt x="101" y="943"/>
                      <a:pt x="70" y="913"/>
                      <a:pt x="50" y="883"/>
                    </a:cubicBezTo>
                    <a:cubicBezTo>
                      <a:pt x="50" y="953"/>
                      <a:pt x="0" y="1023"/>
                      <a:pt x="20" y="1123"/>
                    </a:cubicBezTo>
                    <a:cubicBezTo>
                      <a:pt x="30" y="1194"/>
                      <a:pt x="0" y="1254"/>
                      <a:pt x="10" y="1304"/>
                    </a:cubicBezTo>
                    <a:cubicBezTo>
                      <a:pt x="40" y="1384"/>
                      <a:pt x="60" y="1354"/>
                      <a:pt x="111" y="1414"/>
                    </a:cubicBezTo>
                    <a:cubicBezTo>
                      <a:pt x="161" y="1454"/>
                      <a:pt x="151" y="1515"/>
                      <a:pt x="221" y="1545"/>
                    </a:cubicBezTo>
                    <a:cubicBezTo>
                      <a:pt x="251" y="1560"/>
                      <a:pt x="291" y="1563"/>
                      <a:pt x="336" y="1563"/>
                    </a:cubicBezTo>
                    <a:cubicBezTo>
                      <a:pt x="384" y="1563"/>
                      <a:pt x="437" y="1559"/>
                      <a:pt x="486" y="1559"/>
                    </a:cubicBezTo>
                    <a:cubicBezTo>
                      <a:pt x="513" y="1559"/>
                      <a:pt x="539" y="1560"/>
                      <a:pt x="562" y="1565"/>
                    </a:cubicBezTo>
                    <a:cubicBezTo>
                      <a:pt x="831" y="1626"/>
                      <a:pt x="1153" y="1682"/>
                      <a:pt x="1452" y="1682"/>
                    </a:cubicBezTo>
                    <a:cubicBezTo>
                      <a:pt x="1543" y="1682"/>
                      <a:pt x="1631" y="1677"/>
                      <a:pt x="1715" y="1665"/>
                    </a:cubicBezTo>
                    <a:cubicBezTo>
                      <a:pt x="1796" y="1655"/>
                      <a:pt x="1866" y="1605"/>
                      <a:pt x="1946" y="1595"/>
                    </a:cubicBezTo>
                    <a:cubicBezTo>
                      <a:pt x="1961" y="1593"/>
                      <a:pt x="1977" y="1592"/>
                      <a:pt x="1993" y="1592"/>
                    </a:cubicBezTo>
                    <a:cubicBezTo>
                      <a:pt x="2061" y="1592"/>
                      <a:pt x="2134" y="1607"/>
                      <a:pt x="2207" y="1615"/>
                    </a:cubicBezTo>
                    <a:cubicBezTo>
                      <a:pt x="2387" y="1615"/>
                      <a:pt x="2528" y="1595"/>
                      <a:pt x="2648" y="1454"/>
                    </a:cubicBezTo>
                    <a:cubicBezTo>
                      <a:pt x="2688" y="1404"/>
                      <a:pt x="2749" y="1334"/>
                      <a:pt x="2729" y="1284"/>
                    </a:cubicBezTo>
                    <a:cubicBezTo>
                      <a:pt x="2718" y="1229"/>
                      <a:pt x="2696" y="1219"/>
                      <a:pt x="2668" y="1219"/>
                    </a:cubicBezTo>
                    <a:cubicBezTo>
                      <a:pt x="2653" y="1219"/>
                      <a:pt x="2635" y="1222"/>
                      <a:pt x="2618" y="1222"/>
                    </a:cubicBezTo>
                    <a:cubicBezTo>
                      <a:pt x="2604" y="1222"/>
                      <a:pt x="2591" y="1220"/>
                      <a:pt x="2578" y="1214"/>
                    </a:cubicBezTo>
                    <a:cubicBezTo>
                      <a:pt x="2594" y="1173"/>
                      <a:pt x="2557" y="1138"/>
                      <a:pt x="2521" y="1138"/>
                    </a:cubicBezTo>
                    <a:cubicBezTo>
                      <a:pt x="2513" y="1138"/>
                      <a:pt x="2505" y="1140"/>
                      <a:pt x="2498" y="1143"/>
                    </a:cubicBezTo>
                    <a:cubicBezTo>
                      <a:pt x="2468" y="1103"/>
                      <a:pt x="2448" y="1043"/>
                      <a:pt x="2468" y="993"/>
                    </a:cubicBezTo>
                    <a:cubicBezTo>
                      <a:pt x="2439" y="979"/>
                      <a:pt x="2421" y="965"/>
                      <a:pt x="2399" y="965"/>
                    </a:cubicBezTo>
                    <a:cubicBezTo>
                      <a:pt x="2389" y="965"/>
                      <a:pt x="2379" y="967"/>
                      <a:pt x="2367" y="973"/>
                    </a:cubicBezTo>
                    <a:lnTo>
                      <a:pt x="2387" y="953"/>
                    </a:lnTo>
                    <a:cubicBezTo>
                      <a:pt x="2365" y="927"/>
                      <a:pt x="2344" y="918"/>
                      <a:pt x="2324" y="918"/>
                    </a:cubicBezTo>
                    <a:cubicBezTo>
                      <a:pt x="2283" y="918"/>
                      <a:pt x="2247" y="956"/>
                      <a:pt x="2207" y="963"/>
                    </a:cubicBezTo>
                    <a:cubicBezTo>
                      <a:pt x="2187" y="973"/>
                      <a:pt x="2177" y="993"/>
                      <a:pt x="2157" y="993"/>
                    </a:cubicBezTo>
                    <a:cubicBezTo>
                      <a:pt x="2137" y="993"/>
                      <a:pt x="2087" y="963"/>
                      <a:pt x="2056" y="963"/>
                    </a:cubicBezTo>
                    <a:cubicBezTo>
                      <a:pt x="2117" y="933"/>
                      <a:pt x="2247" y="742"/>
                      <a:pt x="2107" y="732"/>
                    </a:cubicBezTo>
                    <a:cubicBezTo>
                      <a:pt x="2127" y="702"/>
                      <a:pt x="2127" y="682"/>
                      <a:pt x="2157" y="652"/>
                    </a:cubicBezTo>
                    <a:cubicBezTo>
                      <a:pt x="2137" y="612"/>
                      <a:pt x="2087" y="602"/>
                      <a:pt x="2056" y="592"/>
                    </a:cubicBezTo>
                    <a:cubicBezTo>
                      <a:pt x="2077" y="542"/>
                      <a:pt x="2107" y="502"/>
                      <a:pt x="2127" y="461"/>
                    </a:cubicBezTo>
                    <a:lnTo>
                      <a:pt x="2127" y="451"/>
                    </a:lnTo>
                    <a:cubicBezTo>
                      <a:pt x="2107" y="471"/>
                      <a:pt x="2097" y="502"/>
                      <a:pt x="2066" y="522"/>
                    </a:cubicBezTo>
                    <a:cubicBezTo>
                      <a:pt x="2180" y="296"/>
                      <a:pt x="2069" y="84"/>
                      <a:pt x="1920" y="84"/>
                    </a:cubicBezTo>
                    <a:cubicBezTo>
                      <a:pt x="1857" y="84"/>
                      <a:pt x="1788" y="122"/>
                      <a:pt x="1725" y="211"/>
                    </a:cubicBezTo>
                    <a:cubicBezTo>
                      <a:pt x="1655" y="70"/>
                      <a:pt x="1685" y="171"/>
                      <a:pt x="1585" y="90"/>
                    </a:cubicBezTo>
                    <a:cubicBezTo>
                      <a:pt x="1575" y="70"/>
                      <a:pt x="1575" y="10"/>
                      <a:pt x="15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72" name="Google Shape;16172;p54">
                <a:extLst>
                  <a:ext uri="{FF2B5EF4-FFF2-40B4-BE49-F238E27FC236}">
                    <a16:creationId xmlns:a16="http://schemas.microsoft.com/office/drawing/2014/main" id="{C4757533-ACBE-0E90-6105-E878525998CF}"/>
                  </a:ext>
                </a:extLst>
              </p:cNvPr>
              <p:cNvSpPr/>
              <p:nvPr/>
            </p:nvSpPr>
            <p:spPr>
              <a:xfrm>
                <a:off x="1255200" y="4198531"/>
                <a:ext cx="110282" cy="67493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683" extrusionOk="0">
                    <a:moveTo>
                      <a:pt x="1566" y="1"/>
                    </a:moveTo>
                    <a:cubicBezTo>
                      <a:pt x="1385" y="101"/>
                      <a:pt x="1124" y="61"/>
                      <a:pt x="1124" y="342"/>
                    </a:cubicBezTo>
                    <a:cubicBezTo>
                      <a:pt x="1104" y="332"/>
                      <a:pt x="1094" y="302"/>
                      <a:pt x="1074" y="302"/>
                    </a:cubicBezTo>
                    <a:cubicBezTo>
                      <a:pt x="793" y="432"/>
                      <a:pt x="683" y="502"/>
                      <a:pt x="643" y="843"/>
                    </a:cubicBezTo>
                    <a:cubicBezTo>
                      <a:pt x="581" y="725"/>
                      <a:pt x="478" y="671"/>
                      <a:pt x="380" y="671"/>
                    </a:cubicBezTo>
                    <a:cubicBezTo>
                      <a:pt x="238" y="671"/>
                      <a:pt x="108" y="784"/>
                      <a:pt x="131" y="974"/>
                    </a:cubicBezTo>
                    <a:cubicBezTo>
                      <a:pt x="111" y="954"/>
                      <a:pt x="81" y="914"/>
                      <a:pt x="61" y="894"/>
                    </a:cubicBezTo>
                    <a:cubicBezTo>
                      <a:pt x="61" y="954"/>
                      <a:pt x="1" y="1034"/>
                      <a:pt x="21" y="1134"/>
                    </a:cubicBezTo>
                    <a:lnTo>
                      <a:pt x="21" y="1124"/>
                    </a:lnTo>
                    <a:lnTo>
                      <a:pt x="21" y="1124"/>
                    </a:lnTo>
                    <a:cubicBezTo>
                      <a:pt x="31" y="1194"/>
                      <a:pt x="11" y="1255"/>
                      <a:pt x="21" y="1305"/>
                    </a:cubicBezTo>
                    <a:cubicBezTo>
                      <a:pt x="51" y="1385"/>
                      <a:pt x="71" y="1355"/>
                      <a:pt x="121" y="1415"/>
                    </a:cubicBezTo>
                    <a:cubicBezTo>
                      <a:pt x="161" y="1455"/>
                      <a:pt x="161" y="1515"/>
                      <a:pt x="222" y="1546"/>
                    </a:cubicBezTo>
                    <a:cubicBezTo>
                      <a:pt x="255" y="1560"/>
                      <a:pt x="298" y="1564"/>
                      <a:pt x="344" y="1564"/>
                    </a:cubicBezTo>
                    <a:cubicBezTo>
                      <a:pt x="394" y="1564"/>
                      <a:pt x="448" y="1560"/>
                      <a:pt x="497" y="1560"/>
                    </a:cubicBezTo>
                    <a:cubicBezTo>
                      <a:pt x="524" y="1560"/>
                      <a:pt x="550" y="1561"/>
                      <a:pt x="573" y="1566"/>
                    </a:cubicBezTo>
                    <a:cubicBezTo>
                      <a:pt x="842" y="1627"/>
                      <a:pt x="1164" y="1683"/>
                      <a:pt x="1462" y="1683"/>
                    </a:cubicBezTo>
                    <a:cubicBezTo>
                      <a:pt x="1553" y="1683"/>
                      <a:pt x="1642" y="1678"/>
                      <a:pt x="1726" y="1666"/>
                    </a:cubicBezTo>
                    <a:cubicBezTo>
                      <a:pt x="1806" y="1656"/>
                      <a:pt x="1877" y="1616"/>
                      <a:pt x="1947" y="1596"/>
                    </a:cubicBezTo>
                    <a:cubicBezTo>
                      <a:pt x="1964" y="1594"/>
                      <a:pt x="1981" y="1593"/>
                      <a:pt x="1998" y="1593"/>
                    </a:cubicBezTo>
                    <a:cubicBezTo>
                      <a:pt x="2071" y="1593"/>
                      <a:pt x="2143" y="1608"/>
                      <a:pt x="2208" y="1616"/>
                    </a:cubicBezTo>
                    <a:cubicBezTo>
                      <a:pt x="2229" y="1617"/>
                      <a:pt x="2250" y="1618"/>
                      <a:pt x="2271" y="1618"/>
                    </a:cubicBezTo>
                    <a:cubicBezTo>
                      <a:pt x="2430" y="1618"/>
                      <a:pt x="2551" y="1580"/>
                      <a:pt x="2649" y="1455"/>
                    </a:cubicBezTo>
                    <a:cubicBezTo>
                      <a:pt x="2689" y="1405"/>
                      <a:pt x="2749" y="1345"/>
                      <a:pt x="2739" y="1285"/>
                    </a:cubicBezTo>
                    <a:cubicBezTo>
                      <a:pt x="2730" y="1232"/>
                      <a:pt x="2709" y="1221"/>
                      <a:pt x="2682" y="1221"/>
                    </a:cubicBezTo>
                    <a:cubicBezTo>
                      <a:pt x="2660" y="1221"/>
                      <a:pt x="2635" y="1228"/>
                      <a:pt x="2608" y="1228"/>
                    </a:cubicBezTo>
                    <a:cubicBezTo>
                      <a:pt x="2599" y="1228"/>
                      <a:pt x="2589" y="1227"/>
                      <a:pt x="2579" y="1225"/>
                    </a:cubicBezTo>
                    <a:cubicBezTo>
                      <a:pt x="2603" y="1175"/>
                      <a:pt x="2567" y="1139"/>
                      <a:pt x="2526" y="1139"/>
                    </a:cubicBezTo>
                    <a:cubicBezTo>
                      <a:pt x="2517" y="1139"/>
                      <a:pt x="2507" y="1141"/>
                      <a:pt x="2498" y="1144"/>
                    </a:cubicBezTo>
                    <a:cubicBezTo>
                      <a:pt x="2468" y="1104"/>
                      <a:pt x="2458" y="1044"/>
                      <a:pt x="2468" y="994"/>
                    </a:cubicBezTo>
                    <a:cubicBezTo>
                      <a:pt x="2449" y="981"/>
                      <a:pt x="2434" y="968"/>
                      <a:pt x="2416" y="968"/>
                    </a:cubicBezTo>
                    <a:cubicBezTo>
                      <a:pt x="2405" y="968"/>
                      <a:pt x="2393" y="973"/>
                      <a:pt x="2378" y="984"/>
                    </a:cubicBezTo>
                    <a:lnTo>
                      <a:pt x="2388" y="954"/>
                    </a:lnTo>
                    <a:cubicBezTo>
                      <a:pt x="2369" y="928"/>
                      <a:pt x="2351" y="919"/>
                      <a:pt x="2333" y="919"/>
                    </a:cubicBezTo>
                    <a:cubicBezTo>
                      <a:pt x="2295" y="919"/>
                      <a:pt x="2258" y="960"/>
                      <a:pt x="2218" y="974"/>
                    </a:cubicBezTo>
                    <a:cubicBezTo>
                      <a:pt x="2198" y="974"/>
                      <a:pt x="2188" y="994"/>
                      <a:pt x="2167" y="994"/>
                    </a:cubicBezTo>
                    <a:cubicBezTo>
                      <a:pt x="2147" y="994"/>
                      <a:pt x="2097" y="964"/>
                      <a:pt x="2067" y="964"/>
                    </a:cubicBezTo>
                    <a:cubicBezTo>
                      <a:pt x="2127" y="934"/>
                      <a:pt x="2258" y="743"/>
                      <a:pt x="2117" y="733"/>
                    </a:cubicBezTo>
                    <a:cubicBezTo>
                      <a:pt x="2137" y="703"/>
                      <a:pt x="2137" y="683"/>
                      <a:pt x="2167" y="653"/>
                    </a:cubicBezTo>
                    <a:cubicBezTo>
                      <a:pt x="2147" y="613"/>
                      <a:pt x="2097" y="603"/>
                      <a:pt x="2057" y="593"/>
                    </a:cubicBezTo>
                    <a:cubicBezTo>
                      <a:pt x="2087" y="542"/>
                      <a:pt x="2107" y="502"/>
                      <a:pt x="2137" y="462"/>
                    </a:cubicBezTo>
                    <a:lnTo>
                      <a:pt x="2127" y="462"/>
                    </a:lnTo>
                    <a:cubicBezTo>
                      <a:pt x="2107" y="482"/>
                      <a:pt x="2107" y="512"/>
                      <a:pt x="2077" y="522"/>
                    </a:cubicBezTo>
                    <a:cubicBezTo>
                      <a:pt x="2189" y="298"/>
                      <a:pt x="2076" y="89"/>
                      <a:pt x="1930" y="89"/>
                    </a:cubicBezTo>
                    <a:cubicBezTo>
                      <a:pt x="1866" y="89"/>
                      <a:pt x="1797" y="128"/>
                      <a:pt x="1736" y="222"/>
                    </a:cubicBezTo>
                    <a:cubicBezTo>
                      <a:pt x="1656" y="71"/>
                      <a:pt x="1696" y="171"/>
                      <a:pt x="1586" y="91"/>
                    </a:cubicBezTo>
                    <a:cubicBezTo>
                      <a:pt x="1586" y="71"/>
                      <a:pt x="1586" y="21"/>
                      <a:pt x="15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73" name="Google Shape;16173;p54">
                <a:extLst>
                  <a:ext uri="{FF2B5EF4-FFF2-40B4-BE49-F238E27FC236}">
                    <a16:creationId xmlns:a16="http://schemas.microsoft.com/office/drawing/2014/main" id="{3086889E-EAEA-0F2E-6618-43F7FCB8DF2B}"/>
                  </a:ext>
                </a:extLst>
              </p:cNvPr>
              <p:cNvSpPr/>
              <p:nvPr/>
            </p:nvSpPr>
            <p:spPr>
              <a:xfrm>
                <a:off x="1510259" y="4187703"/>
                <a:ext cx="70019" cy="44273"/>
              </a:xfrm>
              <a:custGeom>
                <a:avLst/>
                <a:gdLst/>
                <a:ahLst/>
                <a:cxnLst/>
                <a:rect l="l" t="t" r="r" b="b"/>
                <a:pathLst>
                  <a:path w="1746" h="1104" extrusionOk="0">
                    <a:moveTo>
                      <a:pt x="1555" y="0"/>
                    </a:moveTo>
                    <a:cubicBezTo>
                      <a:pt x="1364" y="90"/>
                      <a:pt x="1104" y="60"/>
                      <a:pt x="1104" y="341"/>
                    </a:cubicBezTo>
                    <a:cubicBezTo>
                      <a:pt x="1084" y="331"/>
                      <a:pt x="1073" y="301"/>
                      <a:pt x="1053" y="291"/>
                    </a:cubicBezTo>
                    <a:cubicBezTo>
                      <a:pt x="773" y="421"/>
                      <a:pt x="662" y="502"/>
                      <a:pt x="632" y="843"/>
                    </a:cubicBezTo>
                    <a:cubicBezTo>
                      <a:pt x="566" y="722"/>
                      <a:pt x="460" y="667"/>
                      <a:pt x="362" y="667"/>
                    </a:cubicBezTo>
                    <a:cubicBezTo>
                      <a:pt x="222" y="667"/>
                      <a:pt x="97" y="779"/>
                      <a:pt x="121" y="973"/>
                    </a:cubicBezTo>
                    <a:cubicBezTo>
                      <a:pt x="91" y="943"/>
                      <a:pt x="60" y="913"/>
                      <a:pt x="40" y="883"/>
                    </a:cubicBezTo>
                    <a:cubicBezTo>
                      <a:pt x="40" y="943"/>
                      <a:pt x="0" y="1013"/>
                      <a:pt x="0" y="1103"/>
                    </a:cubicBezTo>
                    <a:cubicBezTo>
                      <a:pt x="20" y="1073"/>
                      <a:pt x="50" y="1043"/>
                      <a:pt x="80" y="1023"/>
                    </a:cubicBezTo>
                    <a:cubicBezTo>
                      <a:pt x="103" y="1012"/>
                      <a:pt x="122" y="1007"/>
                      <a:pt x="138" y="1007"/>
                    </a:cubicBezTo>
                    <a:cubicBezTo>
                      <a:pt x="208" y="1007"/>
                      <a:pt x="232" y="1093"/>
                      <a:pt x="321" y="1093"/>
                    </a:cubicBezTo>
                    <a:cubicBezTo>
                      <a:pt x="321" y="993"/>
                      <a:pt x="331" y="933"/>
                      <a:pt x="422" y="893"/>
                    </a:cubicBezTo>
                    <a:cubicBezTo>
                      <a:pt x="432" y="893"/>
                      <a:pt x="452" y="913"/>
                      <a:pt x="472" y="913"/>
                    </a:cubicBezTo>
                    <a:cubicBezTo>
                      <a:pt x="499" y="904"/>
                      <a:pt x="526" y="861"/>
                      <a:pt x="554" y="861"/>
                    </a:cubicBezTo>
                    <a:cubicBezTo>
                      <a:pt x="557" y="861"/>
                      <a:pt x="559" y="862"/>
                      <a:pt x="562" y="863"/>
                    </a:cubicBezTo>
                    <a:cubicBezTo>
                      <a:pt x="599" y="863"/>
                      <a:pt x="593" y="924"/>
                      <a:pt x="633" y="924"/>
                    </a:cubicBezTo>
                    <a:cubicBezTo>
                      <a:pt x="636" y="924"/>
                      <a:pt x="639" y="923"/>
                      <a:pt x="642" y="923"/>
                    </a:cubicBezTo>
                    <a:cubicBezTo>
                      <a:pt x="682" y="913"/>
                      <a:pt x="672" y="802"/>
                      <a:pt x="692" y="762"/>
                    </a:cubicBezTo>
                    <a:cubicBezTo>
                      <a:pt x="742" y="672"/>
                      <a:pt x="853" y="652"/>
                      <a:pt x="923" y="612"/>
                    </a:cubicBezTo>
                    <a:cubicBezTo>
                      <a:pt x="973" y="592"/>
                      <a:pt x="1003" y="542"/>
                      <a:pt x="1073" y="522"/>
                    </a:cubicBezTo>
                    <a:cubicBezTo>
                      <a:pt x="1174" y="502"/>
                      <a:pt x="1174" y="532"/>
                      <a:pt x="1244" y="421"/>
                    </a:cubicBezTo>
                    <a:cubicBezTo>
                      <a:pt x="1267" y="375"/>
                      <a:pt x="1255" y="328"/>
                      <a:pt x="1299" y="328"/>
                    </a:cubicBezTo>
                    <a:cubicBezTo>
                      <a:pt x="1312" y="328"/>
                      <a:pt x="1329" y="332"/>
                      <a:pt x="1354" y="341"/>
                    </a:cubicBezTo>
                    <a:cubicBezTo>
                      <a:pt x="1330" y="242"/>
                      <a:pt x="1386" y="157"/>
                      <a:pt x="1479" y="157"/>
                    </a:cubicBezTo>
                    <a:cubicBezTo>
                      <a:pt x="1499" y="157"/>
                      <a:pt x="1521" y="161"/>
                      <a:pt x="1545" y="171"/>
                    </a:cubicBezTo>
                    <a:cubicBezTo>
                      <a:pt x="1575" y="181"/>
                      <a:pt x="1595" y="221"/>
                      <a:pt x="1635" y="231"/>
                    </a:cubicBezTo>
                    <a:cubicBezTo>
                      <a:pt x="1639" y="233"/>
                      <a:pt x="1645" y="234"/>
                      <a:pt x="1652" y="234"/>
                    </a:cubicBezTo>
                    <a:cubicBezTo>
                      <a:pt x="1669" y="234"/>
                      <a:pt x="1695" y="228"/>
                      <a:pt x="1719" y="228"/>
                    </a:cubicBezTo>
                    <a:cubicBezTo>
                      <a:pt x="1728" y="228"/>
                      <a:pt x="1737" y="229"/>
                      <a:pt x="1746" y="231"/>
                    </a:cubicBezTo>
                    <a:lnTo>
                      <a:pt x="1736" y="191"/>
                    </a:lnTo>
                    <a:lnTo>
                      <a:pt x="1715" y="211"/>
                    </a:lnTo>
                    <a:cubicBezTo>
                      <a:pt x="1645" y="70"/>
                      <a:pt x="1675" y="171"/>
                      <a:pt x="1575" y="90"/>
                    </a:cubicBezTo>
                    <a:cubicBezTo>
                      <a:pt x="1565" y="70"/>
                      <a:pt x="1565" y="10"/>
                      <a:pt x="155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6174" name="Google Shape;16174;p54">
              <a:extLst>
                <a:ext uri="{FF2B5EF4-FFF2-40B4-BE49-F238E27FC236}">
                  <a16:creationId xmlns:a16="http://schemas.microsoft.com/office/drawing/2014/main" id="{D0DF1A30-70EF-E719-2E0E-D6EE1FB1CA5E}"/>
                </a:ext>
              </a:extLst>
            </p:cNvPr>
            <p:cNvGrpSpPr/>
            <p:nvPr/>
          </p:nvGrpSpPr>
          <p:grpSpPr>
            <a:xfrm rot="-575426">
              <a:off x="4977464" y="4241675"/>
              <a:ext cx="824216" cy="233743"/>
              <a:chOff x="2436564" y="2774658"/>
              <a:chExt cx="737475" cy="209143"/>
            </a:xfrm>
          </p:grpSpPr>
          <p:sp>
            <p:nvSpPr>
              <p:cNvPr id="16175" name="Google Shape;16175;p54">
                <a:extLst>
                  <a:ext uri="{FF2B5EF4-FFF2-40B4-BE49-F238E27FC236}">
                    <a16:creationId xmlns:a16="http://schemas.microsoft.com/office/drawing/2014/main" id="{B8A3DE4F-86C8-8A10-73FE-A407E58FDCF7}"/>
                  </a:ext>
                </a:extLst>
              </p:cNvPr>
              <p:cNvSpPr/>
              <p:nvPr/>
            </p:nvSpPr>
            <p:spPr>
              <a:xfrm>
                <a:off x="2436564" y="2775028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76" name="Google Shape;16176;p54">
                <a:extLst>
                  <a:ext uri="{FF2B5EF4-FFF2-40B4-BE49-F238E27FC236}">
                    <a16:creationId xmlns:a16="http://schemas.microsoft.com/office/drawing/2014/main" id="{0C884677-494E-6393-005F-E0A67C732A56}"/>
                  </a:ext>
                </a:extLst>
              </p:cNvPr>
              <p:cNvSpPr/>
              <p:nvPr/>
            </p:nvSpPr>
            <p:spPr>
              <a:xfrm rot="-293525">
                <a:off x="2946011" y="2783857"/>
                <a:ext cx="222094" cy="148664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77" name="Google Shape;16177;p54">
                <a:extLst>
                  <a:ext uri="{FF2B5EF4-FFF2-40B4-BE49-F238E27FC236}">
                    <a16:creationId xmlns:a16="http://schemas.microsoft.com/office/drawing/2014/main" id="{8D0950B6-6155-1E43-AEB8-1CC4E699B220}"/>
                  </a:ext>
                </a:extLst>
              </p:cNvPr>
              <p:cNvSpPr/>
              <p:nvPr/>
            </p:nvSpPr>
            <p:spPr>
              <a:xfrm>
                <a:off x="2530687" y="2788623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78" name="Google Shape;16178;p54">
                <a:extLst>
                  <a:ext uri="{FF2B5EF4-FFF2-40B4-BE49-F238E27FC236}">
                    <a16:creationId xmlns:a16="http://schemas.microsoft.com/office/drawing/2014/main" id="{365C1A30-E5EF-22D8-9B31-FD1D42F12A06}"/>
                  </a:ext>
                </a:extLst>
              </p:cNvPr>
              <p:cNvSpPr/>
              <p:nvPr/>
            </p:nvSpPr>
            <p:spPr>
              <a:xfrm>
                <a:off x="2874784" y="2820106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79" name="Google Shape;16179;p54">
                <a:extLst>
                  <a:ext uri="{FF2B5EF4-FFF2-40B4-BE49-F238E27FC236}">
                    <a16:creationId xmlns:a16="http://schemas.microsoft.com/office/drawing/2014/main" id="{8D4FF6B5-F827-97CA-D6F1-F2D8EACB4C83}"/>
                  </a:ext>
                </a:extLst>
              </p:cNvPr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6180" name="Google Shape;16180;p54">
              <a:extLst>
                <a:ext uri="{FF2B5EF4-FFF2-40B4-BE49-F238E27FC236}">
                  <a16:creationId xmlns:a16="http://schemas.microsoft.com/office/drawing/2014/main" id="{C3389E48-5EEC-D7B7-A8C2-B4252C178346}"/>
                </a:ext>
              </a:extLst>
            </p:cNvPr>
            <p:cNvGrpSpPr/>
            <p:nvPr/>
          </p:nvGrpSpPr>
          <p:grpSpPr>
            <a:xfrm rot="-263875">
              <a:off x="5836717" y="4098665"/>
              <a:ext cx="813287" cy="233323"/>
              <a:chOff x="2447923" y="2707800"/>
              <a:chExt cx="727715" cy="208774"/>
            </a:xfrm>
          </p:grpSpPr>
          <p:sp>
            <p:nvSpPr>
              <p:cNvPr id="16181" name="Google Shape;16181;p54">
                <a:extLst>
                  <a:ext uri="{FF2B5EF4-FFF2-40B4-BE49-F238E27FC236}">
                    <a16:creationId xmlns:a16="http://schemas.microsoft.com/office/drawing/2014/main" id="{89CF69AF-4460-896E-460A-C640BD7815C1}"/>
                  </a:ext>
                </a:extLst>
              </p:cNvPr>
              <p:cNvSpPr/>
              <p:nvPr/>
            </p:nvSpPr>
            <p:spPr>
              <a:xfrm>
                <a:off x="2447923" y="2707800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82" name="Google Shape;16182;p54">
                <a:extLst>
                  <a:ext uri="{FF2B5EF4-FFF2-40B4-BE49-F238E27FC236}">
                    <a16:creationId xmlns:a16="http://schemas.microsoft.com/office/drawing/2014/main" id="{85B69893-AE40-1CD3-F200-DB94D20FE278}"/>
                  </a:ext>
                </a:extLst>
              </p:cNvPr>
              <p:cNvSpPr/>
              <p:nvPr/>
            </p:nvSpPr>
            <p:spPr>
              <a:xfrm>
                <a:off x="2953550" y="2749147"/>
                <a:ext cx="222088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83" name="Google Shape;16183;p54">
                <a:extLst>
                  <a:ext uri="{FF2B5EF4-FFF2-40B4-BE49-F238E27FC236}">
                    <a16:creationId xmlns:a16="http://schemas.microsoft.com/office/drawing/2014/main" id="{63B5EB85-1924-8E5A-426C-2B773A2D0BB7}"/>
                  </a:ext>
                </a:extLst>
              </p:cNvPr>
              <p:cNvSpPr/>
              <p:nvPr/>
            </p:nvSpPr>
            <p:spPr>
              <a:xfrm>
                <a:off x="2542046" y="2721395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84" name="Google Shape;16184;p54">
                <a:extLst>
                  <a:ext uri="{FF2B5EF4-FFF2-40B4-BE49-F238E27FC236}">
                    <a16:creationId xmlns:a16="http://schemas.microsoft.com/office/drawing/2014/main" id="{CA02D3AC-E9E6-757F-C8CB-49B004D40CA0}"/>
                  </a:ext>
                </a:extLst>
              </p:cNvPr>
              <p:cNvSpPr/>
              <p:nvPr/>
            </p:nvSpPr>
            <p:spPr>
              <a:xfrm>
                <a:off x="2871498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85" name="Google Shape;16185;p54">
                <a:extLst>
                  <a:ext uri="{FF2B5EF4-FFF2-40B4-BE49-F238E27FC236}">
                    <a16:creationId xmlns:a16="http://schemas.microsoft.com/office/drawing/2014/main" id="{393DD6B7-7EBA-4CCC-5EB9-321AE1D9065F}"/>
                  </a:ext>
                </a:extLst>
              </p:cNvPr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6186" name="Google Shape;16186;p54">
            <a:extLst>
              <a:ext uri="{FF2B5EF4-FFF2-40B4-BE49-F238E27FC236}">
                <a16:creationId xmlns:a16="http://schemas.microsoft.com/office/drawing/2014/main" id="{5AF4421C-CCB6-A7FF-B0AE-555B7569708E}"/>
              </a:ext>
            </a:extLst>
          </p:cNvPr>
          <p:cNvGrpSpPr/>
          <p:nvPr/>
        </p:nvGrpSpPr>
        <p:grpSpPr>
          <a:xfrm>
            <a:off x="501986" y="4077867"/>
            <a:ext cx="8667192" cy="1010605"/>
            <a:chOff x="501986" y="4001667"/>
            <a:chExt cx="8667192" cy="1010605"/>
          </a:xfrm>
        </p:grpSpPr>
        <p:grpSp>
          <p:nvGrpSpPr>
            <p:cNvPr id="16187" name="Google Shape;16187;p54">
              <a:extLst>
                <a:ext uri="{FF2B5EF4-FFF2-40B4-BE49-F238E27FC236}">
                  <a16:creationId xmlns:a16="http://schemas.microsoft.com/office/drawing/2014/main" id="{D5C0647A-39C2-35C3-E75A-B7EBD455C700}"/>
                </a:ext>
              </a:extLst>
            </p:cNvPr>
            <p:cNvGrpSpPr/>
            <p:nvPr/>
          </p:nvGrpSpPr>
          <p:grpSpPr>
            <a:xfrm rot="154390">
              <a:off x="517825" y="4103182"/>
              <a:ext cx="4540489" cy="807574"/>
              <a:chOff x="2222738" y="1303375"/>
              <a:chExt cx="1965725" cy="349625"/>
            </a:xfrm>
          </p:grpSpPr>
          <p:sp>
            <p:nvSpPr>
              <p:cNvPr id="16188" name="Google Shape;16188;p54">
                <a:extLst>
                  <a:ext uri="{FF2B5EF4-FFF2-40B4-BE49-F238E27FC236}">
                    <a16:creationId xmlns:a16="http://schemas.microsoft.com/office/drawing/2014/main" id="{15DC89B8-3EBD-7BC6-ABCC-0DD56F1DC58F}"/>
                  </a:ext>
                </a:extLst>
              </p:cNvPr>
              <p:cNvSpPr/>
              <p:nvPr/>
            </p:nvSpPr>
            <p:spPr>
              <a:xfrm>
                <a:off x="2222738" y="1303375"/>
                <a:ext cx="1907300" cy="333750"/>
              </a:xfrm>
              <a:custGeom>
                <a:avLst/>
                <a:gdLst/>
                <a:ahLst/>
                <a:cxnLst/>
                <a:rect l="l" t="t" r="r" b="b"/>
                <a:pathLst>
                  <a:path w="76292" h="13350" extrusionOk="0">
                    <a:moveTo>
                      <a:pt x="71186" y="1"/>
                    </a:moveTo>
                    <a:cubicBezTo>
                      <a:pt x="64079" y="1"/>
                      <a:pt x="52095" y="313"/>
                      <a:pt x="44985" y="771"/>
                    </a:cubicBezTo>
                    <a:cubicBezTo>
                      <a:pt x="36397" y="1317"/>
                      <a:pt x="8778" y="4103"/>
                      <a:pt x="1540" y="4103"/>
                    </a:cubicBezTo>
                    <a:cubicBezTo>
                      <a:pt x="799" y="4103"/>
                      <a:pt x="272" y="4074"/>
                      <a:pt x="0" y="4010"/>
                    </a:cubicBezTo>
                    <a:lnTo>
                      <a:pt x="0" y="4010"/>
                    </a:lnTo>
                    <a:lnTo>
                      <a:pt x="12191" y="13349"/>
                    </a:lnTo>
                    <a:lnTo>
                      <a:pt x="75733" y="13238"/>
                    </a:lnTo>
                    <a:lnTo>
                      <a:pt x="76292" y="110"/>
                    </a:lnTo>
                    <a:cubicBezTo>
                      <a:pt x="75363" y="35"/>
                      <a:pt x="73543" y="1"/>
                      <a:pt x="7118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89" name="Google Shape;16189;p54">
                <a:extLst>
                  <a:ext uri="{FF2B5EF4-FFF2-40B4-BE49-F238E27FC236}">
                    <a16:creationId xmlns:a16="http://schemas.microsoft.com/office/drawing/2014/main" id="{519BD862-921F-E3B2-4BAB-72FF49B72C12}"/>
                  </a:ext>
                </a:extLst>
              </p:cNvPr>
              <p:cNvSpPr/>
              <p:nvPr/>
            </p:nvSpPr>
            <p:spPr>
              <a:xfrm>
                <a:off x="2538038" y="1383525"/>
                <a:ext cx="1650425" cy="117425"/>
              </a:xfrm>
              <a:custGeom>
                <a:avLst/>
                <a:gdLst/>
                <a:ahLst/>
                <a:cxnLst/>
                <a:rect l="l" t="t" r="r" b="b"/>
                <a:pathLst>
                  <a:path w="66017" h="4697" extrusionOk="0">
                    <a:moveTo>
                      <a:pt x="64630" y="0"/>
                    </a:moveTo>
                    <a:cubicBezTo>
                      <a:pt x="50347" y="0"/>
                      <a:pt x="25262" y="1493"/>
                      <a:pt x="0" y="3854"/>
                    </a:cubicBezTo>
                    <a:lnTo>
                      <a:pt x="86" y="4696"/>
                    </a:lnTo>
                    <a:cubicBezTo>
                      <a:pt x="25319" y="2335"/>
                      <a:pt x="50366" y="851"/>
                      <a:pt x="64617" y="851"/>
                    </a:cubicBezTo>
                    <a:cubicBezTo>
                      <a:pt x="65093" y="851"/>
                      <a:pt x="65557" y="853"/>
                      <a:pt x="66008" y="856"/>
                    </a:cubicBezTo>
                    <a:lnTo>
                      <a:pt x="66017" y="5"/>
                    </a:lnTo>
                    <a:cubicBezTo>
                      <a:pt x="65567" y="2"/>
                      <a:pt x="65104" y="0"/>
                      <a:pt x="64630" y="0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90" name="Google Shape;16190;p54">
                <a:extLst>
                  <a:ext uri="{FF2B5EF4-FFF2-40B4-BE49-F238E27FC236}">
                    <a16:creationId xmlns:a16="http://schemas.microsoft.com/office/drawing/2014/main" id="{CDBF9AE3-9227-283C-42EE-6B9E2BA33858}"/>
                  </a:ext>
                </a:extLst>
              </p:cNvPr>
              <p:cNvSpPr/>
              <p:nvPr/>
            </p:nvSpPr>
            <p:spPr>
              <a:xfrm>
                <a:off x="2460713" y="1329600"/>
                <a:ext cx="1706925" cy="124525"/>
              </a:xfrm>
              <a:custGeom>
                <a:avLst/>
                <a:gdLst/>
                <a:ahLst/>
                <a:cxnLst/>
                <a:rect l="l" t="t" r="r" b="b"/>
                <a:pathLst>
                  <a:path w="68277" h="4981" extrusionOk="0">
                    <a:moveTo>
                      <a:pt x="64102" y="1"/>
                    </a:moveTo>
                    <a:cubicBezTo>
                      <a:pt x="61312" y="1"/>
                      <a:pt x="57250" y="21"/>
                      <a:pt x="52305" y="100"/>
                    </a:cubicBezTo>
                    <a:cubicBezTo>
                      <a:pt x="45028" y="212"/>
                      <a:pt x="36565" y="891"/>
                      <a:pt x="26771" y="1681"/>
                    </a:cubicBezTo>
                    <a:cubicBezTo>
                      <a:pt x="25611" y="1767"/>
                      <a:pt x="24443" y="1862"/>
                      <a:pt x="23249" y="1956"/>
                    </a:cubicBezTo>
                    <a:cubicBezTo>
                      <a:pt x="18652" y="2326"/>
                      <a:pt x="14047" y="2841"/>
                      <a:pt x="9588" y="3339"/>
                    </a:cubicBezTo>
                    <a:cubicBezTo>
                      <a:pt x="6221" y="3717"/>
                      <a:pt x="3042" y="4070"/>
                      <a:pt x="0" y="4345"/>
                    </a:cubicBezTo>
                    <a:lnTo>
                      <a:pt x="61" y="4980"/>
                    </a:lnTo>
                    <a:cubicBezTo>
                      <a:pt x="3111" y="4705"/>
                      <a:pt x="6298" y="4345"/>
                      <a:pt x="9666" y="3967"/>
                    </a:cubicBezTo>
                    <a:cubicBezTo>
                      <a:pt x="14116" y="3468"/>
                      <a:pt x="18721" y="2961"/>
                      <a:pt x="23300" y="2592"/>
                    </a:cubicBezTo>
                    <a:cubicBezTo>
                      <a:pt x="24495" y="2497"/>
                      <a:pt x="25672" y="2403"/>
                      <a:pt x="26823" y="2308"/>
                    </a:cubicBezTo>
                    <a:cubicBezTo>
                      <a:pt x="36608" y="1527"/>
                      <a:pt x="45062" y="848"/>
                      <a:pt x="52322" y="736"/>
                    </a:cubicBezTo>
                    <a:cubicBezTo>
                      <a:pt x="57259" y="657"/>
                      <a:pt x="61314" y="636"/>
                      <a:pt x="64099" y="636"/>
                    </a:cubicBezTo>
                    <a:cubicBezTo>
                      <a:pt x="66739" y="636"/>
                      <a:pt x="68238" y="655"/>
                      <a:pt x="68268" y="659"/>
                    </a:cubicBezTo>
                    <a:lnTo>
                      <a:pt x="68276" y="23"/>
                    </a:lnTo>
                    <a:cubicBezTo>
                      <a:pt x="68247" y="19"/>
                      <a:pt x="66745" y="1"/>
                      <a:pt x="64102" y="1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91" name="Google Shape;16191;p54">
                <a:extLst>
                  <a:ext uri="{FF2B5EF4-FFF2-40B4-BE49-F238E27FC236}">
                    <a16:creationId xmlns:a16="http://schemas.microsoft.com/office/drawing/2014/main" id="{E8DC822B-C899-0AB5-8DB8-D369C495AFB7}"/>
                  </a:ext>
                </a:extLst>
              </p:cNvPr>
              <p:cNvSpPr/>
              <p:nvPr/>
            </p:nvSpPr>
            <p:spPr>
              <a:xfrm>
                <a:off x="2612563" y="1454750"/>
                <a:ext cx="1564725" cy="108275"/>
              </a:xfrm>
              <a:custGeom>
                <a:avLst/>
                <a:gdLst/>
                <a:ahLst/>
                <a:cxnLst/>
                <a:rect l="l" t="t" r="r" b="b"/>
                <a:pathLst>
                  <a:path w="62589" h="4331" extrusionOk="0">
                    <a:moveTo>
                      <a:pt x="62555" y="0"/>
                    </a:moveTo>
                    <a:cubicBezTo>
                      <a:pt x="62288" y="9"/>
                      <a:pt x="34804" y="842"/>
                      <a:pt x="1" y="3273"/>
                    </a:cubicBezTo>
                    <a:lnTo>
                      <a:pt x="78" y="4330"/>
                    </a:lnTo>
                    <a:cubicBezTo>
                      <a:pt x="34856" y="1907"/>
                      <a:pt x="62314" y="1065"/>
                      <a:pt x="62589" y="1057"/>
                    </a:cubicBezTo>
                    <a:lnTo>
                      <a:pt x="62555" y="0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92" name="Google Shape;16192;p54">
                <a:extLst>
                  <a:ext uri="{FF2B5EF4-FFF2-40B4-BE49-F238E27FC236}">
                    <a16:creationId xmlns:a16="http://schemas.microsoft.com/office/drawing/2014/main" id="{027DFB97-7077-B1FA-B49B-06A8E1812953}"/>
                  </a:ext>
                </a:extLst>
              </p:cNvPr>
              <p:cNvSpPr/>
              <p:nvPr/>
            </p:nvSpPr>
            <p:spPr>
              <a:xfrm>
                <a:off x="2644138" y="1536350"/>
                <a:ext cx="1530575" cy="116650"/>
              </a:xfrm>
              <a:custGeom>
                <a:avLst/>
                <a:gdLst/>
                <a:ahLst/>
                <a:cxnLst/>
                <a:rect l="l" t="t" r="r" b="b"/>
                <a:pathLst>
                  <a:path w="61223" h="4666" extrusionOk="0">
                    <a:moveTo>
                      <a:pt x="61154" y="1"/>
                    </a:moveTo>
                    <a:cubicBezTo>
                      <a:pt x="60845" y="18"/>
                      <a:pt x="30019" y="1711"/>
                      <a:pt x="1" y="3394"/>
                    </a:cubicBezTo>
                    <a:lnTo>
                      <a:pt x="69" y="4666"/>
                    </a:lnTo>
                    <a:cubicBezTo>
                      <a:pt x="30088" y="2982"/>
                      <a:pt x="60914" y="1290"/>
                      <a:pt x="61223" y="1272"/>
                    </a:cubicBezTo>
                    <a:lnTo>
                      <a:pt x="61154" y="1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6193" name="Google Shape;16193;p54">
              <a:extLst>
                <a:ext uri="{FF2B5EF4-FFF2-40B4-BE49-F238E27FC236}">
                  <a16:creationId xmlns:a16="http://schemas.microsoft.com/office/drawing/2014/main" id="{0A4C49B9-90BA-6919-05D9-5BBA70C2367B}"/>
                </a:ext>
              </a:extLst>
            </p:cNvPr>
            <p:cNvGrpSpPr/>
            <p:nvPr/>
          </p:nvGrpSpPr>
          <p:grpSpPr>
            <a:xfrm rot="-154390" flipH="1">
              <a:off x="4612850" y="4103182"/>
              <a:ext cx="4540489" cy="807574"/>
              <a:chOff x="2222738" y="1303375"/>
              <a:chExt cx="1965725" cy="349625"/>
            </a:xfrm>
          </p:grpSpPr>
          <p:sp>
            <p:nvSpPr>
              <p:cNvPr id="16194" name="Google Shape;16194;p54">
                <a:extLst>
                  <a:ext uri="{FF2B5EF4-FFF2-40B4-BE49-F238E27FC236}">
                    <a16:creationId xmlns:a16="http://schemas.microsoft.com/office/drawing/2014/main" id="{223B8A9F-155C-C217-7D24-8D297F76D88A}"/>
                  </a:ext>
                </a:extLst>
              </p:cNvPr>
              <p:cNvSpPr/>
              <p:nvPr/>
            </p:nvSpPr>
            <p:spPr>
              <a:xfrm>
                <a:off x="2222738" y="1303375"/>
                <a:ext cx="1907300" cy="333750"/>
              </a:xfrm>
              <a:custGeom>
                <a:avLst/>
                <a:gdLst/>
                <a:ahLst/>
                <a:cxnLst/>
                <a:rect l="l" t="t" r="r" b="b"/>
                <a:pathLst>
                  <a:path w="76292" h="13350" extrusionOk="0">
                    <a:moveTo>
                      <a:pt x="71186" y="1"/>
                    </a:moveTo>
                    <a:cubicBezTo>
                      <a:pt x="64079" y="1"/>
                      <a:pt x="52095" y="313"/>
                      <a:pt x="44985" y="771"/>
                    </a:cubicBezTo>
                    <a:cubicBezTo>
                      <a:pt x="36397" y="1317"/>
                      <a:pt x="8778" y="4103"/>
                      <a:pt x="1540" y="4103"/>
                    </a:cubicBezTo>
                    <a:cubicBezTo>
                      <a:pt x="799" y="4103"/>
                      <a:pt x="272" y="4074"/>
                      <a:pt x="0" y="4010"/>
                    </a:cubicBezTo>
                    <a:lnTo>
                      <a:pt x="0" y="4010"/>
                    </a:lnTo>
                    <a:lnTo>
                      <a:pt x="12191" y="13349"/>
                    </a:lnTo>
                    <a:lnTo>
                      <a:pt x="75733" y="13238"/>
                    </a:lnTo>
                    <a:lnTo>
                      <a:pt x="76292" y="110"/>
                    </a:lnTo>
                    <a:cubicBezTo>
                      <a:pt x="75363" y="35"/>
                      <a:pt x="73543" y="1"/>
                      <a:pt x="7118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95" name="Google Shape;16195;p54">
                <a:extLst>
                  <a:ext uri="{FF2B5EF4-FFF2-40B4-BE49-F238E27FC236}">
                    <a16:creationId xmlns:a16="http://schemas.microsoft.com/office/drawing/2014/main" id="{70FC0E02-AD13-3B03-876C-DA334EFF64EC}"/>
                  </a:ext>
                </a:extLst>
              </p:cNvPr>
              <p:cNvSpPr/>
              <p:nvPr/>
            </p:nvSpPr>
            <p:spPr>
              <a:xfrm>
                <a:off x="2538038" y="1383525"/>
                <a:ext cx="1650425" cy="117425"/>
              </a:xfrm>
              <a:custGeom>
                <a:avLst/>
                <a:gdLst/>
                <a:ahLst/>
                <a:cxnLst/>
                <a:rect l="l" t="t" r="r" b="b"/>
                <a:pathLst>
                  <a:path w="66017" h="4697" extrusionOk="0">
                    <a:moveTo>
                      <a:pt x="64630" y="0"/>
                    </a:moveTo>
                    <a:cubicBezTo>
                      <a:pt x="50347" y="0"/>
                      <a:pt x="25262" y="1493"/>
                      <a:pt x="0" y="3854"/>
                    </a:cubicBezTo>
                    <a:lnTo>
                      <a:pt x="86" y="4696"/>
                    </a:lnTo>
                    <a:cubicBezTo>
                      <a:pt x="25319" y="2335"/>
                      <a:pt x="50366" y="851"/>
                      <a:pt x="64617" y="851"/>
                    </a:cubicBezTo>
                    <a:cubicBezTo>
                      <a:pt x="65093" y="851"/>
                      <a:pt x="65557" y="853"/>
                      <a:pt x="66008" y="856"/>
                    </a:cubicBezTo>
                    <a:lnTo>
                      <a:pt x="66017" y="5"/>
                    </a:lnTo>
                    <a:cubicBezTo>
                      <a:pt x="65567" y="2"/>
                      <a:pt x="65104" y="0"/>
                      <a:pt x="64630" y="0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96" name="Google Shape;16196;p54">
                <a:extLst>
                  <a:ext uri="{FF2B5EF4-FFF2-40B4-BE49-F238E27FC236}">
                    <a16:creationId xmlns:a16="http://schemas.microsoft.com/office/drawing/2014/main" id="{5B57DDE1-9763-C6D0-83EA-3A8AF8EE4AB4}"/>
                  </a:ext>
                </a:extLst>
              </p:cNvPr>
              <p:cNvSpPr/>
              <p:nvPr/>
            </p:nvSpPr>
            <p:spPr>
              <a:xfrm>
                <a:off x="2460713" y="1329600"/>
                <a:ext cx="1706925" cy="124525"/>
              </a:xfrm>
              <a:custGeom>
                <a:avLst/>
                <a:gdLst/>
                <a:ahLst/>
                <a:cxnLst/>
                <a:rect l="l" t="t" r="r" b="b"/>
                <a:pathLst>
                  <a:path w="68277" h="4981" extrusionOk="0">
                    <a:moveTo>
                      <a:pt x="64102" y="1"/>
                    </a:moveTo>
                    <a:cubicBezTo>
                      <a:pt x="61312" y="1"/>
                      <a:pt x="57250" y="21"/>
                      <a:pt x="52305" y="100"/>
                    </a:cubicBezTo>
                    <a:cubicBezTo>
                      <a:pt x="45028" y="212"/>
                      <a:pt x="36565" y="891"/>
                      <a:pt x="26771" y="1681"/>
                    </a:cubicBezTo>
                    <a:cubicBezTo>
                      <a:pt x="25611" y="1767"/>
                      <a:pt x="24443" y="1862"/>
                      <a:pt x="23249" y="1956"/>
                    </a:cubicBezTo>
                    <a:cubicBezTo>
                      <a:pt x="18652" y="2326"/>
                      <a:pt x="14047" y="2841"/>
                      <a:pt x="9588" y="3339"/>
                    </a:cubicBezTo>
                    <a:cubicBezTo>
                      <a:pt x="6221" y="3717"/>
                      <a:pt x="3042" y="4070"/>
                      <a:pt x="0" y="4345"/>
                    </a:cubicBezTo>
                    <a:lnTo>
                      <a:pt x="61" y="4980"/>
                    </a:lnTo>
                    <a:cubicBezTo>
                      <a:pt x="3111" y="4705"/>
                      <a:pt x="6298" y="4345"/>
                      <a:pt x="9666" y="3967"/>
                    </a:cubicBezTo>
                    <a:cubicBezTo>
                      <a:pt x="14116" y="3468"/>
                      <a:pt x="18721" y="2961"/>
                      <a:pt x="23300" y="2592"/>
                    </a:cubicBezTo>
                    <a:cubicBezTo>
                      <a:pt x="24495" y="2497"/>
                      <a:pt x="25672" y="2403"/>
                      <a:pt x="26823" y="2308"/>
                    </a:cubicBezTo>
                    <a:cubicBezTo>
                      <a:pt x="36608" y="1527"/>
                      <a:pt x="45062" y="848"/>
                      <a:pt x="52322" y="736"/>
                    </a:cubicBezTo>
                    <a:cubicBezTo>
                      <a:pt x="57259" y="657"/>
                      <a:pt x="61314" y="636"/>
                      <a:pt x="64099" y="636"/>
                    </a:cubicBezTo>
                    <a:cubicBezTo>
                      <a:pt x="66739" y="636"/>
                      <a:pt x="68238" y="655"/>
                      <a:pt x="68268" y="659"/>
                    </a:cubicBezTo>
                    <a:lnTo>
                      <a:pt x="68276" y="23"/>
                    </a:lnTo>
                    <a:cubicBezTo>
                      <a:pt x="68247" y="19"/>
                      <a:pt x="66745" y="1"/>
                      <a:pt x="64102" y="1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97" name="Google Shape;16197;p54">
                <a:extLst>
                  <a:ext uri="{FF2B5EF4-FFF2-40B4-BE49-F238E27FC236}">
                    <a16:creationId xmlns:a16="http://schemas.microsoft.com/office/drawing/2014/main" id="{7371A50F-62AD-A47D-E46F-A212D82F70A8}"/>
                  </a:ext>
                </a:extLst>
              </p:cNvPr>
              <p:cNvSpPr/>
              <p:nvPr/>
            </p:nvSpPr>
            <p:spPr>
              <a:xfrm>
                <a:off x="2612563" y="1454750"/>
                <a:ext cx="1564725" cy="108275"/>
              </a:xfrm>
              <a:custGeom>
                <a:avLst/>
                <a:gdLst/>
                <a:ahLst/>
                <a:cxnLst/>
                <a:rect l="l" t="t" r="r" b="b"/>
                <a:pathLst>
                  <a:path w="62589" h="4331" extrusionOk="0">
                    <a:moveTo>
                      <a:pt x="62555" y="0"/>
                    </a:moveTo>
                    <a:cubicBezTo>
                      <a:pt x="62288" y="9"/>
                      <a:pt x="34804" y="842"/>
                      <a:pt x="1" y="3273"/>
                    </a:cubicBezTo>
                    <a:lnTo>
                      <a:pt x="78" y="4330"/>
                    </a:lnTo>
                    <a:cubicBezTo>
                      <a:pt x="34856" y="1907"/>
                      <a:pt x="62314" y="1065"/>
                      <a:pt x="62589" y="1057"/>
                    </a:cubicBezTo>
                    <a:lnTo>
                      <a:pt x="62555" y="0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98" name="Google Shape;16198;p54">
                <a:extLst>
                  <a:ext uri="{FF2B5EF4-FFF2-40B4-BE49-F238E27FC236}">
                    <a16:creationId xmlns:a16="http://schemas.microsoft.com/office/drawing/2014/main" id="{AA7EEA5F-70AB-B18E-65D0-ED59946DE5BE}"/>
                  </a:ext>
                </a:extLst>
              </p:cNvPr>
              <p:cNvSpPr/>
              <p:nvPr/>
            </p:nvSpPr>
            <p:spPr>
              <a:xfrm>
                <a:off x="2644138" y="1536350"/>
                <a:ext cx="1530575" cy="116650"/>
              </a:xfrm>
              <a:custGeom>
                <a:avLst/>
                <a:gdLst/>
                <a:ahLst/>
                <a:cxnLst/>
                <a:rect l="l" t="t" r="r" b="b"/>
                <a:pathLst>
                  <a:path w="61223" h="4666" extrusionOk="0">
                    <a:moveTo>
                      <a:pt x="61154" y="1"/>
                    </a:moveTo>
                    <a:cubicBezTo>
                      <a:pt x="60845" y="18"/>
                      <a:pt x="30019" y="1711"/>
                      <a:pt x="1" y="3394"/>
                    </a:cubicBezTo>
                    <a:lnTo>
                      <a:pt x="69" y="4666"/>
                    </a:lnTo>
                    <a:cubicBezTo>
                      <a:pt x="30088" y="2982"/>
                      <a:pt x="60914" y="1290"/>
                      <a:pt x="61223" y="1272"/>
                    </a:cubicBezTo>
                    <a:lnTo>
                      <a:pt x="61154" y="1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6199" name="Google Shape;16199;p54">
            <a:extLst>
              <a:ext uri="{FF2B5EF4-FFF2-40B4-BE49-F238E27FC236}">
                <a16:creationId xmlns:a16="http://schemas.microsoft.com/office/drawing/2014/main" id="{336A776D-2847-BAD7-9299-1A2D7B159516}"/>
              </a:ext>
            </a:extLst>
          </p:cNvPr>
          <p:cNvGrpSpPr/>
          <p:nvPr/>
        </p:nvGrpSpPr>
        <p:grpSpPr>
          <a:xfrm>
            <a:off x="1596384" y="4056410"/>
            <a:ext cx="813294" cy="233325"/>
            <a:chOff x="2447923" y="2707800"/>
            <a:chExt cx="727715" cy="208774"/>
          </a:xfrm>
        </p:grpSpPr>
        <p:sp>
          <p:nvSpPr>
            <p:cNvPr id="16200" name="Google Shape;16200;p54">
              <a:extLst>
                <a:ext uri="{FF2B5EF4-FFF2-40B4-BE49-F238E27FC236}">
                  <a16:creationId xmlns:a16="http://schemas.microsoft.com/office/drawing/2014/main" id="{F42167F3-773D-329E-0B21-BE733FE3ED90}"/>
                </a:ext>
              </a:extLst>
            </p:cNvPr>
            <p:cNvSpPr/>
            <p:nvPr/>
          </p:nvSpPr>
          <p:spPr>
            <a:xfrm>
              <a:off x="2447923" y="2707800"/>
              <a:ext cx="534606" cy="208774"/>
            </a:xfrm>
            <a:custGeom>
              <a:avLst/>
              <a:gdLst/>
              <a:ahLst/>
              <a:cxnLst/>
              <a:rect l="l" t="t" r="r" b="b"/>
              <a:pathLst>
                <a:path w="13331" h="5206" extrusionOk="0">
                  <a:moveTo>
                    <a:pt x="2434" y="1"/>
                  </a:moveTo>
                  <a:cubicBezTo>
                    <a:pt x="2405" y="1"/>
                    <a:pt x="2376" y="4"/>
                    <a:pt x="2348" y="10"/>
                  </a:cubicBezTo>
                  <a:cubicBezTo>
                    <a:pt x="2057" y="60"/>
                    <a:pt x="2167" y="582"/>
                    <a:pt x="1976" y="812"/>
                  </a:cubicBezTo>
                  <a:cubicBezTo>
                    <a:pt x="1916" y="882"/>
                    <a:pt x="1836" y="933"/>
                    <a:pt x="1776" y="1003"/>
                  </a:cubicBezTo>
                  <a:cubicBezTo>
                    <a:pt x="1585" y="1234"/>
                    <a:pt x="1716" y="1565"/>
                    <a:pt x="1776" y="1855"/>
                  </a:cubicBezTo>
                  <a:cubicBezTo>
                    <a:pt x="1836" y="2176"/>
                    <a:pt x="1826" y="2688"/>
                    <a:pt x="1525" y="2808"/>
                  </a:cubicBezTo>
                  <a:cubicBezTo>
                    <a:pt x="1514" y="2813"/>
                    <a:pt x="1503" y="2815"/>
                    <a:pt x="1494" y="2815"/>
                  </a:cubicBezTo>
                  <a:cubicBezTo>
                    <a:pt x="1391" y="2815"/>
                    <a:pt x="1372" y="2586"/>
                    <a:pt x="1345" y="2467"/>
                  </a:cubicBezTo>
                  <a:cubicBezTo>
                    <a:pt x="1300" y="2164"/>
                    <a:pt x="1136" y="1575"/>
                    <a:pt x="896" y="1575"/>
                  </a:cubicBezTo>
                  <a:cubicBezTo>
                    <a:pt x="866" y="1575"/>
                    <a:pt x="835" y="1585"/>
                    <a:pt x="803" y="1605"/>
                  </a:cubicBezTo>
                  <a:cubicBezTo>
                    <a:pt x="729" y="1660"/>
                    <a:pt x="801" y="1880"/>
                    <a:pt x="732" y="1880"/>
                  </a:cubicBezTo>
                  <a:cubicBezTo>
                    <a:pt x="726" y="1880"/>
                    <a:pt x="720" y="1878"/>
                    <a:pt x="713" y="1875"/>
                  </a:cubicBezTo>
                  <a:cubicBezTo>
                    <a:pt x="562" y="1810"/>
                    <a:pt x="614" y="1409"/>
                    <a:pt x="481" y="1409"/>
                  </a:cubicBezTo>
                  <a:cubicBezTo>
                    <a:pt x="472" y="1409"/>
                    <a:pt x="462" y="1410"/>
                    <a:pt x="452" y="1414"/>
                  </a:cubicBezTo>
                  <a:cubicBezTo>
                    <a:pt x="101" y="1544"/>
                    <a:pt x="171" y="2066"/>
                    <a:pt x="91" y="2417"/>
                  </a:cubicBezTo>
                  <a:cubicBezTo>
                    <a:pt x="0" y="2818"/>
                    <a:pt x="121" y="3370"/>
                    <a:pt x="191" y="3771"/>
                  </a:cubicBezTo>
                  <a:cubicBezTo>
                    <a:pt x="221" y="3952"/>
                    <a:pt x="261" y="4132"/>
                    <a:pt x="372" y="4273"/>
                  </a:cubicBezTo>
                  <a:cubicBezTo>
                    <a:pt x="558" y="4505"/>
                    <a:pt x="864" y="4552"/>
                    <a:pt x="1174" y="4552"/>
                  </a:cubicBezTo>
                  <a:cubicBezTo>
                    <a:pt x="1265" y="4552"/>
                    <a:pt x="1356" y="4548"/>
                    <a:pt x="1445" y="4544"/>
                  </a:cubicBezTo>
                  <a:cubicBezTo>
                    <a:pt x="1561" y="4539"/>
                    <a:pt x="1678" y="4536"/>
                    <a:pt x="1795" y="4536"/>
                  </a:cubicBezTo>
                  <a:cubicBezTo>
                    <a:pt x="2613" y="4536"/>
                    <a:pt x="3432" y="4659"/>
                    <a:pt x="4213" y="4905"/>
                  </a:cubicBezTo>
                  <a:cubicBezTo>
                    <a:pt x="4645" y="5035"/>
                    <a:pt x="5066" y="5206"/>
                    <a:pt x="5507" y="5206"/>
                  </a:cubicBezTo>
                  <a:cubicBezTo>
                    <a:pt x="5828" y="5206"/>
                    <a:pt x="6149" y="5105"/>
                    <a:pt x="6460" y="5025"/>
                  </a:cubicBezTo>
                  <a:cubicBezTo>
                    <a:pt x="7566" y="4728"/>
                    <a:pt x="8715" y="4502"/>
                    <a:pt x="9854" y="4502"/>
                  </a:cubicBezTo>
                  <a:cubicBezTo>
                    <a:pt x="10368" y="4502"/>
                    <a:pt x="10880" y="4548"/>
                    <a:pt x="11385" y="4654"/>
                  </a:cubicBezTo>
                  <a:cubicBezTo>
                    <a:pt x="11686" y="4717"/>
                    <a:pt x="11993" y="4806"/>
                    <a:pt x="12301" y="4806"/>
                  </a:cubicBezTo>
                  <a:cubicBezTo>
                    <a:pt x="12383" y="4806"/>
                    <a:pt x="12466" y="4799"/>
                    <a:pt x="12549" y="4784"/>
                  </a:cubicBezTo>
                  <a:cubicBezTo>
                    <a:pt x="12940" y="4724"/>
                    <a:pt x="13331" y="4403"/>
                    <a:pt x="13321" y="3992"/>
                  </a:cubicBezTo>
                  <a:cubicBezTo>
                    <a:pt x="13311" y="3711"/>
                    <a:pt x="13120" y="3470"/>
                    <a:pt x="12960" y="3230"/>
                  </a:cubicBezTo>
                  <a:cubicBezTo>
                    <a:pt x="12809" y="2989"/>
                    <a:pt x="12900" y="2708"/>
                    <a:pt x="12850" y="2427"/>
                  </a:cubicBezTo>
                  <a:cubicBezTo>
                    <a:pt x="12789" y="2046"/>
                    <a:pt x="12739" y="1635"/>
                    <a:pt x="12438" y="1384"/>
                  </a:cubicBezTo>
                  <a:cubicBezTo>
                    <a:pt x="12338" y="1304"/>
                    <a:pt x="12188" y="1354"/>
                    <a:pt x="12097" y="1254"/>
                  </a:cubicBezTo>
                  <a:cubicBezTo>
                    <a:pt x="12007" y="1153"/>
                    <a:pt x="11937" y="1043"/>
                    <a:pt x="11816" y="983"/>
                  </a:cubicBezTo>
                  <a:cubicBezTo>
                    <a:pt x="11798" y="975"/>
                    <a:pt x="11780" y="972"/>
                    <a:pt x="11764" y="972"/>
                  </a:cubicBezTo>
                  <a:cubicBezTo>
                    <a:pt x="11676" y="972"/>
                    <a:pt x="11617" y="1072"/>
                    <a:pt x="11515" y="1123"/>
                  </a:cubicBezTo>
                  <a:cubicBezTo>
                    <a:pt x="11508" y="1128"/>
                    <a:pt x="11501" y="1130"/>
                    <a:pt x="11494" y="1130"/>
                  </a:cubicBezTo>
                  <a:cubicBezTo>
                    <a:pt x="11429" y="1130"/>
                    <a:pt x="11371" y="966"/>
                    <a:pt x="11307" y="966"/>
                  </a:cubicBezTo>
                  <a:cubicBezTo>
                    <a:pt x="11299" y="966"/>
                    <a:pt x="11292" y="968"/>
                    <a:pt x="11285" y="973"/>
                  </a:cubicBezTo>
                  <a:cubicBezTo>
                    <a:pt x="11154" y="1063"/>
                    <a:pt x="11184" y="1294"/>
                    <a:pt x="11044" y="1314"/>
                  </a:cubicBezTo>
                  <a:cubicBezTo>
                    <a:pt x="11036" y="1315"/>
                    <a:pt x="11029" y="1315"/>
                    <a:pt x="11021" y="1315"/>
                  </a:cubicBezTo>
                  <a:cubicBezTo>
                    <a:pt x="10887" y="1315"/>
                    <a:pt x="10827" y="1149"/>
                    <a:pt x="10713" y="1063"/>
                  </a:cubicBezTo>
                  <a:cubicBezTo>
                    <a:pt x="10708" y="1061"/>
                    <a:pt x="10704" y="1060"/>
                    <a:pt x="10699" y="1060"/>
                  </a:cubicBezTo>
                  <a:cubicBezTo>
                    <a:pt x="10661" y="1060"/>
                    <a:pt x="10619" y="1113"/>
                    <a:pt x="10585" y="1113"/>
                  </a:cubicBezTo>
                  <a:cubicBezTo>
                    <a:pt x="10577" y="1113"/>
                    <a:pt x="10569" y="1110"/>
                    <a:pt x="10563" y="1103"/>
                  </a:cubicBezTo>
                  <a:cubicBezTo>
                    <a:pt x="10502" y="1063"/>
                    <a:pt x="10603" y="933"/>
                    <a:pt x="10543" y="893"/>
                  </a:cubicBezTo>
                  <a:cubicBezTo>
                    <a:pt x="10511" y="868"/>
                    <a:pt x="10479" y="857"/>
                    <a:pt x="10448" y="857"/>
                  </a:cubicBezTo>
                  <a:cubicBezTo>
                    <a:pt x="10249" y="857"/>
                    <a:pt x="10064" y="1303"/>
                    <a:pt x="10081" y="1555"/>
                  </a:cubicBezTo>
                  <a:cubicBezTo>
                    <a:pt x="10091" y="1735"/>
                    <a:pt x="10171" y="1906"/>
                    <a:pt x="10161" y="2076"/>
                  </a:cubicBezTo>
                  <a:cubicBezTo>
                    <a:pt x="10154" y="2217"/>
                    <a:pt x="9999" y="2407"/>
                    <a:pt x="9893" y="2407"/>
                  </a:cubicBezTo>
                  <a:cubicBezTo>
                    <a:pt x="9864" y="2407"/>
                    <a:pt x="9838" y="2392"/>
                    <a:pt x="9820" y="2357"/>
                  </a:cubicBezTo>
                  <a:cubicBezTo>
                    <a:pt x="9650" y="2026"/>
                    <a:pt x="9921" y="1524"/>
                    <a:pt x="9650" y="1264"/>
                  </a:cubicBezTo>
                  <a:cubicBezTo>
                    <a:pt x="9642" y="1257"/>
                    <a:pt x="9635" y="1254"/>
                    <a:pt x="9628" y="1254"/>
                  </a:cubicBezTo>
                  <a:cubicBezTo>
                    <a:pt x="9567" y="1254"/>
                    <a:pt x="9542" y="1505"/>
                    <a:pt x="9458" y="1505"/>
                  </a:cubicBezTo>
                  <a:cubicBezTo>
                    <a:pt x="9455" y="1505"/>
                    <a:pt x="9452" y="1505"/>
                    <a:pt x="9449" y="1504"/>
                  </a:cubicBezTo>
                  <a:cubicBezTo>
                    <a:pt x="9259" y="1474"/>
                    <a:pt x="9509" y="1113"/>
                    <a:pt x="9479" y="923"/>
                  </a:cubicBezTo>
                  <a:cubicBezTo>
                    <a:pt x="9474" y="900"/>
                    <a:pt x="9462" y="890"/>
                    <a:pt x="9446" y="890"/>
                  </a:cubicBezTo>
                  <a:cubicBezTo>
                    <a:pt x="9400" y="890"/>
                    <a:pt x="9321" y="973"/>
                    <a:pt x="9299" y="1033"/>
                  </a:cubicBezTo>
                  <a:cubicBezTo>
                    <a:pt x="9208" y="1304"/>
                    <a:pt x="9128" y="1565"/>
                    <a:pt x="9048" y="1825"/>
                  </a:cubicBezTo>
                  <a:cubicBezTo>
                    <a:pt x="9018" y="1916"/>
                    <a:pt x="8988" y="2006"/>
                    <a:pt x="8998" y="2106"/>
                  </a:cubicBezTo>
                  <a:cubicBezTo>
                    <a:pt x="9008" y="2186"/>
                    <a:pt x="9048" y="2257"/>
                    <a:pt x="9058" y="2337"/>
                  </a:cubicBezTo>
                  <a:cubicBezTo>
                    <a:pt x="9090" y="2523"/>
                    <a:pt x="8881" y="2801"/>
                    <a:pt x="8730" y="2801"/>
                  </a:cubicBezTo>
                  <a:cubicBezTo>
                    <a:pt x="8694" y="2801"/>
                    <a:pt x="8662" y="2785"/>
                    <a:pt x="8637" y="2748"/>
                  </a:cubicBezTo>
                  <a:cubicBezTo>
                    <a:pt x="8466" y="2497"/>
                    <a:pt x="8346" y="2257"/>
                    <a:pt x="8276" y="1956"/>
                  </a:cubicBezTo>
                  <a:cubicBezTo>
                    <a:pt x="8235" y="1755"/>
                    <a:pt x="8486" y="1444"/>
                    <a:pt x="8296" y="1374"/>
                  </a:cubicBezTo>
                  <a:cubicBezTo>
                    <a:pt x="8284" y="1368"/>
                    <a:pt x="8271" y="1366"/>
                    <a:pt x="8258" y="1366"/>
                  </a:cubicBezTo>
                  <a:cubicBezTo>
                    <a:pt x="8180" y="1366"/>
                    <a:pt x="8073" y="1448"/>
                    <a:pt x="8006" y="1448"/>
                  </a:cubicBezTo>
                  <a:cubicBezTo>
                    <a:pt x="7984" y="1448"/>
                    <a:pt x="7966" y="1439"/>
                    <a:pt x="7955" y="1414"/>
                  </a:cubicBezTo>
                  <a:cubicBezTo>
                    <a:pt x="7884" y="1244"/>
                    <a:pt x="8266" y="1053"/>
                    <a:pt x="8165" y="903"/>
                  </a:cubicBezTo>
                  <a:cubicBezTo>
                    <a:pt x="8123" y="839"/>
                    <a:pt x="8040" y="805"/>
                    <a:pt x="7963" y="805"/>
                  </a:cubicBezTo>
                  <a:cubicBezTo>
                    <a:pt x="7931" y="805"/>
                    <a:pt x="7901" y="811"/>
                    <a:pt x="7874" y="822"/>
                  </a:cubicBezTo>
                  <a:cubicBezTo>
                    <a:pt x="7814" y="842"/>
                    <a:pt x="7834" y="963"/>
                    <a:pt x="7774" y="993"/>
                  </a:cubicBezTo>
                  <a:cubicBezTo>
                    <a:pt x="7767" y="996"/>
                    <a:pt x="7759" y="998"/>
                    <a:pt x="7752" y="998"/>
                  </a:cubicBezTo>
                  <a:cubicBezTo>
                    <a:pt x="7702" y="998"/>
                    <a:pt x="7648" y="930"/>
                    <a:pt x="7599" y="930"/>
                  </a:cubicBezTo>
                  <a:cubicBezTo>
                    <a:pt x="7594" y="930"/>
                    <a:pt x="7589" y="931"/>
                    <a:pt x="7584" y="933"/>
                  </a:cubicBezTo>
                  <a:cubicBezTo>
                    <a:pt x="7463" y="993"/>
                    <a:pt x="7513" y="1213"/>
                    <a:pt x="7423" y="1314"/>
                  </a:cubicBezTo>
                  <a:cubicBezTo>
                    <a:pt x="7303" y="1464"/>
                    <a:pt x="7293" y="1655"/>
                    <a:pt x="7162" y="1785"/>
                  </a:cubicBezTo>
                  <a:cubicBezTo>
                    <a:pt x="7152" y="1797"/>
                    <a:pt x="7140" y="1802"/>
                    <a:pt x="7126" y="1802"/>
                  </a:cubicBezTo>
                  <a:cubicBezTo>
                    <a:pt x="7082" y="1802"/>
                    <a:pt x="7023" y="1759"/>
                    <a:pt x="6983" y="1759"/>
                  </a:cubicBezTo>
                  <a:cubicBezTo>
                    <a:pt x="6970" y="1759"/>
                    <a:pt x="6959" y="1763"/>
                    <a:pt x="6952" y="1775"/>
                  </a:cubicBezTo>
                  <a:cubicBezTo>
                    <a:pt x="6811" y="1956"/>
                    <a:pt x="7303" y="2397"/>
                    <a:pt x="7082" y="2447"/>
                  </a:cubicBezTo>
                  <a:cubicBezTo>
                    <a:pt x="7081" y="2447"/>
                    <a:pt x="7079" y="2448"/>
                    <a:pt x="7078" y="2448"/>
                  </a:cubicBezTo>
                  <a:cubicBezTo>
                    <a:pt x="7025" y="2448"/>
                    <a:pt x="7081" y="2257"/>
                    <a:pt x="7022" y="2257"/>
                  </a:cubicBezTo>
                  <a:cubicBezTo>
                    <a:pt x="6791" y="2277"/>
                    <a:pt x="7072" y="2959"/>
                    <a:pt x="6841" y="2959"/>
                  </a:cubicBezTo>
                  <a:cubicBezTo>
                    <a:pt x="6420" y="2949"/>
                    <a:pt x="6560" y="2146"/>
                    <a:pt x="6300" y="1815"/>
                  </a:cubicBezTo>
                  <a:cubicBezTo>
                    <a:pt x="6229" y="1725"/>
                    <a:pt x="6159" y="1645"/>
                    <a:pt x="6109" y="1555"/>
                  </a:cubicBezTo>
                  <a:cubicBezTo>
                    <a:pt x="5938" y="1274"/>
                    <a:pt x="6229" y="722"/>
                    <a:pt x="5928" y="592"/>
                  </a:cubicBezTo>
                  <a:cubicBezTo>
                    <a:pt x="5917" y="586"/>
                    <a:pt x="5906" y="584"/>
                    <a:pt x="5895" y="584"/>
                  </a:cubicBezTo>
                  <a:cubicBezTo>
                    <a:pt x="5759" y="584"/>
                    <a:pt x="5687" y="1001"/>
                    <a:pt x="5550" y="1001"/>
                  </a:cubicBezTo>
                  <a:cubicBezTo>
                    <a:pt x="5540" y="1001"/>
                    <a:pt x="5529" y="998"/>
                    <a:pt x="5517" y="993"/>
                  </a:cubicBezTo>
                  <a:cubicBezTo>
                    <a:pt x="5417" y="943"/>
                    <a:pt x="5628" y="682"/>
                    <a:pt x="5517" y="652"/>
                  </a:cubicBezTo>
                  <a:cubicBezTo>
                    <a:pt x="5509" y="650"/>
                    <a:pt x="5502" y="649"/>
                    <a:pt x="5495" y="649"/>
                  </a:cubicBezTo>
                  <a:cubicBezTo>
                    <a:pt x="5349" y="649"/>
                    <a:pt x="5479" y="1145"/>
                    <a:pt x="5307" y="1183"/>
                  </a:cubicBezTo>
                  <a:cubicBezTo>
                    <a:pt x="5303" y="1184"/>
                    <a:pt x="5300" y="1184"/>
                    <a:pt x="5297" y="1184"/>
                  </a:cubicBezTo>
                  <a:cubicBezTo>
                    <a:pt x="5200" y="1184"/>
                    <a:pt x="5253" y="892"/>
                    <a:pt x="5146" y="862"/>
                  </a:cubicBezTo>
                  <a:cubicBezTo>
                    <a:pt x="5142" y="862"/>
                    <a:pt x="5139" y="861"/>
                    <a:pt x="5135" y="861"/>
                  </a:cubicBezTo>
                  <a:cubicBezTo>
                    <a:pt x="5066" y="861"/>
                    <a:pt x="5043" y="1043"/>
                    <a:pt x="4971" y="1043"/>
                  </a:cubicBezTo>
                  <a:cubicBezTo>
                    <a:pt x="4969" y="1043"/>
                    <a:pt x="4967" y="1043"/>
                    <a:pt x="4966" y="1043"/>
                  </a:cubicBezTo>
                  <a:cubicBezTo>
                    <a:pt x="4765" y="1023"/>
                    <a:pt x="4986" y="551"/>
                    <a:pt x="4815" y="451"/>
                  </a:cubicBezTo>
                  <a:cubicBezTo>
                    <a:pt x="4805" y="446"/>
                    <a:pt x="4796" y="444"/>
                    <a:pt x="4788" y="444"/>
                  </a:cubicBezTo>
                  <a:cubicBezTo>
                    <a:pt x="4685" y="444"/>
                    <a:pt x="4656" y="794"/>
                    <a:pt x="4529" y="794"/>
                  </a:cubicBezTo>
                  <a:cubicBezTo>
                    <a:pt x="4524" y="794"/>
                    <a:pt x="4519" y="793"/>
                    <a:pt x="4514" y="792"/>
                  </a:cubicBezTo>
                  <a:cubicBezTo>
                    <a:pt x="4354" y="762"/>
                    <a:pt x="4564" y="321"/>
                    <a:pt x="4404" y="301"/>
                  </a:cubicBezTo>
                  <a:cubicBezTo>
                    <a:pt x="4391" y="299"/>
                    <a:pt x="4379" y="298"/>
                    <a:pt x="4367" y="298"/>
                  </a:cubicBezTo>
                  <a:cubicBezTo>
                    <a:pt x="4058" y="298"/>
                    <a:pt x="3990" y="905"/>
                    <a:pt x="3932" y="1234"/>
                  </a:cubicBezTo>
                  <a:cubicBezTo>
                    <a:pt x="3902" y="1414"/>
                    <a:pt x="4093" y="1705"/>
                    <a:pt x="3922" y="1795"/>
                  </a:cubicBezTo>
                  <a:cubicBezTo>
                    <a:pt x="3913" y="1800"/>
                    <a:pt x="3904" y="1802"/>
                    <a:pt x="3895" y="1802"/>
                  </a:cubicBezTo>
                  <a:cubicBezTo>
                    <a:pt x="3812" y="1802"/>
                    <a:pt x="3710" y="1649"/>
                    <a:pt x="3637" y="1649"/>
                  </a:cubicBezTo>
                  <a:cubicBezTo>
                    <a:pt x="3624" y="1649"/>
                    <a:pt x="3612" y="1654"/>
                    <a:pt x="3601" y="1665"/>
                  </a:cubicBezTo>
                  <a:cubicBezTo>
                    <a:pt x="3511" y="1755"/>
                    <a:pt x="3652" y="1926"/>
                    <a:pt x="3652" y="2056"/>
                  </a:cubicBezTo>
                  <a:cubicBezTo>
                    <a:pt x="3642" y="2195"/>
                    <a:pt x="3495" y="2309"/>
                    <a:pt x="3362" y="2309"/>
                  </a:cubicBezTo>
                  <a:cubicBezTo>
                    <a:pt x="3351" y="2309"/>
                    <a:pt x="3341" y="2308"/>
                    <a:pt x="3331" y="2307"/>
                  </a:cubicBezTo>
                  <a:cubicBezTo>
                    <a:pt x="3240" y="2287"/>
                    <a:pt x="3240" y="2166"/>
                    <a:pt x="3220" y="2076"/>
                  </a:cubicBezTo>
                  <a:cubicBezTo>
                    <a:pt x="3206" y="2039"/>
                    <a:pt x="3149" y="2030"/>
                    <a:pt x="3100" y="2030"/>
                  </a:cubicBezTo>
                  <a:lnTo>
                    <a:pt x="3100" y="2030"/>
                  </a:lnTo>
                  <a:cubicBezTo>
                    <a:pt x="3422" y="1949"/>
                    <a:pt x="2909" y="1137"/>
                    <a:pt x="2689" y="792"/>
                  </a:cubicBezTo>
                  <a:cubicBezTo>
                    <a:pt x="2659" y="732"/>
                    <a:pt x="2618" y="682"/>
                    <a:pt x="2618" y="622"/>
                  </a:cubicBezTo>
                  <a:cubicBezTo>
                    <a:pt x="2598" y="431"/>
                    <a:pt x="2909" y="220"/>
                    <a:pt x="2769" y="110"/>
                  </a:cubicBezTo>
                  <a:cubicBezTo>
                    <a:pt x="2673" y="46"/>
                    <a:pt x="2551" y="1"/>
                    <a:pt x="2434" y="1"/>
                  </a:cubicBezTo>
                  <a:close/>
                </a:path>
              </a:pathLst>
            </a:custGeom>
            <a:solidFill>
              <a:srgbClr val="456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01" name="Google Shape;16201;p54">
              <a:extLst>
                <a:ext uri="{FF2B5EF4-FFF2-40B4-BE49-F238E27FC236}">
                  <a16:creationId xmlns:a16="http://schemas.microsoft.com/office/drawing/2014/main" id="{E3627B9C-C1AC-0310-4052-3EAD444A92F0}"/>
                </a:ext>
              </a:extLst>
            </p:cNvPr>
            <p:cNvSpPr/>
            <p:nvPr/>
          </p:nvSpPr>
          <p:spPr>
            <a:xfrm>
              <a:off x="2953550" y="2749147"/>
              <a:ext cx="222088" cy="148660"/>
            </a:xfrm>
            <a:custGeom>
              <a:avLst/>
              <a:gdLst/>
              <a:ahLst/>
              <a:cxnLst/>
              <a:rect l="l" t="t" r="r" b="b"/>
              <a:pathLst>
                <a:path w="5538" h="3707" extrusionOk="0">
                  <a:moveTo>
                    <a:pt x="635" y="0"/>
                  </a:moveTo>
                  <a:cubicBezTo>
                    <a:pt x="628" y="0"/>
                    <a:pt x="620" y="1"/>
                    <a:pt x="613" y="2"/>
                  </a:cubicBezTo>
                  <a:cubicBezTo>
                    <a:pt x="522" y="12"/>
                    <a:pt x="492" y="122"/>
                    <a:pt x="492" y="213"/>
                  </a:cubicBezTo>
                  <a:cubicBezTo>
                    <a:pt x="472" y="564"/>
                    <a:pt x="452" y="915"/>
                    <a:pt x="422" y="1266"/>
                  </a:cubicBezTo>
                  <a:cubicBezTo>
                    <a:pt x="392" y="1577"/>
                    <a:pt x="272" y="1687"/>
                    <a:pt x="141" y="1928"/>
                  </a:cubicBezTo>
                  <a:cubicBezTo>
                    <a:pt x="1" y="2169"/>
                    <a:pt x="41" y="2500"/>
                    <a:pt x="51" y="2770"/>
                  </a:cubicBezTo>
                  <a:cubicBezTo>
                    <a:pt x="61" y="3041"/>
                    <a:pt x="111" y="3352"/>
                    <a:pt x="342" y="3472"/>
                  </a:cubicBezTo>
                  <a:cubicBezTo>
                    <a:pt x="414" y="3512"/>
                    <a:pt x="491" y="3527"/>
                    <a:pt x="571" y="3527"/>
                  </a:cubicBezTo>
                  <a:cubicBezTo>
                    <a:pt x="733" y="3527"/>
                    <a:pt x="906" y="3466"/>
                    <a:pt x="1074" y="3432"/>
                  </a:cubicBezTo>
                  <a:cubicBezTo>
                    <a:pt x="1155" y="3417"/>
                    <a:pt x="1238" y="3411"/>
                    <a:pt x="1322" y="3411"/>
                  </a:cubicBezTo>
                  <a:cubicBezTo>
                    <a:pt x="1518" y="3411"/>
                    <a:pt x="1720" y="3444"/>
                    <a:pt x="1917" y="3472"/>
                  </a:cubicBezTo>
                  <a:cubicBezTo>
                    <a:pt x="2952" y="3633"/>
                    <a:pt x="4004" y="3707"/>
                    <a:pt x="5058" y="3707"/>
                  </a:cubicBezTo>
                  <a:cubicBezTo>
                    <a:pt x="5188" y="3707"/>
                    <a:pt x="5317" y="3705"/>
                    <a:pt x="5447" y="3703"/>
                  </a:cubicBezTo>
                  <a:lnTo>
                    <a:pt x="5538" y="2359"/>
                  </a:lnTo>
                  <a:cubicBezTo>
                    <a:pt x="5451" y="2330"/>
                    <a:pt x="5355" y="1996"/>
                    <a:pt x="5268" y="1996"/>
                  </a:cubicBezTo>
                  <a:cubicBezTo>
                    <a:pt x="5264" y="1996"/>
                    <a:pt x="5260" y="1997"/>
                    <a:pt x="5257" y="1998"/>
                  </a:cubicBezTo>
                  <a:cubicBezTo>
                    <a:pt x="5249" y="2000"/>
                    <a:pt x="5242" y="2002"/>
                    <a:pt x="5234" y="2002"/>
                  </a:cubicBezTo>
                  <a:cubicBezTo>
                    <a:pt x="5164" y="2002"/>
                    <a:pt x="5079" y="1916"/>
                    <a:pt x="5023" y="1916"/>
                  </a:cubicBezTo>
                  <a:cubicBezTo>
                    <a:pt x="5008" y="1916"/>
                    <a:pt x="4996" y="1922"/>
                    <a:pt x="4986" y="1938"/>
                  </a:cubicBezTo>
                  <a:cubicBezTo>
                    <a:pt x="4943" y="2006"/>
                    <a:pt x="4871" y="2075"/>
                    <a:pt x="4801" y="2075"/>
                  </a:cubicBezTo>
                  <a:cubicBezTo>
                    <a:pt x="4789" y="2075"/>
                    <a:pt x="4777" y="2073"/>
                    <a:pt x="4765" y="2068"/>
                  </a:cubicBezTo>
                  <a:cubicBezTo>
                    <a:pt x="4666" y="2032"/>
                    <a:pt x="4632" y="1819"/>
                    <a:pt x="4561" y="1819"/>
                  </a:cubicBezTo>
                  <a:cubicBezTo>
                    <a:pt x="4553" y="1819"/>
                    <a:pt x="4544" y="1821"/>
                    <a:pt x="4535" y="1827"/>
                  </a:cubicBezTo>
                  <a:cubicBezTo>
                    <a:pt x="4474" y="1864"/>
                    <a:pt x="4409" y="1897"/>
                    <a:pt x="4354" y="1897"/>
                  </a:cubicBezTo>
                  <a:cubicBezTo>
                    <a:pt x="4319" y="1897"/>
                    <a:pt x="4287" y="1883"/>
                    <a:pt x="4264" y="1848"/>
                  </a:cubicBezTo>
                  <a:cubicBezTo>
                    <a:pt x="4194" y="1757"/>
                    <a:pt x="4254" y="1627"/>
                    <a:pt x="4234" y="1507"/>
                  </a:cubicBezTo>
                  <a:cubicBezTo>
                    <a:pt x="4204" y="1326"/>
                    <a:pt x="4093" y="1045"/>
                    <a:pt x="3913" y="1045"/>
                  </a:cubicBezTo>
                  <a:cubicBezTo>
                    <a:pt x="3742" y="1055"/>
                    <a:pt x="3562" y="1226"/>
                    <a:pt x="3532" y="1406"/>
                  </a:cubicBezTo>
                  <a:cubicBezTo>
                    <a:pt x="3501" y="1627"/>
                    <a:pt x="3742" y="1878"/>
                    <a:pt x="3572" y="2028"/>
                  </a:cubicBezTo>
                  <a:cubicBezTo>
                    <a:pt x="3554" y="2046"/>
                    <a:pt x="3535" y="2053"/>
                    <a:pt x="3515" y="2053"/>
                  </a:cubicBezTo>
                  <a:cubicBezTo>
                    <a:pt x="3432" y="2053"/>
                    <a:pt x="3341" y="1922"/>
                    <a:pt x="3341" y="1817"/>
                  </a:cubicBezTo>
                  <a:cubicBezTo>
                    <a:pt x="3331" y="1687"/>
                    <a:pt x="3381" y="1557"/>
                    <a:pt x="3341" y="1426"/>
                  </a:cubicBezTo>
                  <a:cubicBezTo>
                    <a:pt x="3331" y="1366"/>
                    <a:pt x="3291" y="1316"/>
                    <a:pt x="3281" y="1256"/>
                  </a:cubicBezTo>
                  <a:cubicBezTo>
                    <a:pt x="3261" y="1176"/>
                    <a:pt x="3291" y="1105"/>
                    <a:pt x="3301" y="1025"/>
                  </a:cubicBezTo>
                  <a:cubicBezTo>
                    <a:pt x="3301" y="945"/>
                    <a:pt x="3281" y="824"/>
                    <a:pt x="3211" y="824"/>
                  </a:cubicBezTo>
                  <a:cubicBezTo>
                    <a:pt x="3204" y="825"/>
                    <a:pt x="3198" y="825"/>
                    <a:pt x="3192" y="825"/>
                  </a:cubicBezTo>
                  <a:cubicBezTo>
                    <a:pt x="3128" y="825"/>
                    <a:pt x="3065" y="792"/>
                    <a:pt x="3006" y="792"/>
                  </a:cubicBezTo>
                  <a:cubicBezTo>
                    <a:pt x="2987" y="792"/>
                    <a:pt x="2968" y="795"/>
                    <a:pt x="2950" y="804"/>
                  </a:cubicBezTo>
                  <a:cubicBezTo>
                    <a:pt x="2881" y="827"/>
                    <a:pt x="2823" y="898"/>
                    <a:pt x="2769" y="898"/>
                  </a:cubicBezTo>
                  <a:cubicBezTo>
                    <a:pt x="2752" y="898"/>
                    <a:pt x="2736" y="891"/>
                    <a:pt x="2719" y="875"/>
                  </a:cubicBezTo>
                  <a:cubicBezTo>
                    <a:pt x="2689" y="855"/>
                    <a:pt x="2669" y="814"/>
                    <a:pt x="2629" y="804"/>
                  </a:cubicBezTo>
                  <a:cubicBezTo>
                    <a:pt x="2623" y="802"/>
                    <a:pt x="2617" y="800"/>
                    <a:pt x="2611" y="800"/>
                  </a:cubicBezTo>
                  <a:cubicBezTo>
                    <a:pt x="2593" y="800"/>
                    <a:pt x="2571" y="810"/>
                    <a:pt x="2549" y="824"/>
                  </a:cubicBezTo>
                  <a:cubicBezTo>
                    <a:pt x="2448" y="875"/>
                    <a:pt x="2298" y="865"/>
                    <a:pt x="2238" y="965"/>
                  </a:cubicBezTo>
                  <a:cubicBezTo>
                    <a:pt x="2107" y="1206"/>
                    <a:pt x="2298" y="1496"/>
                    <a:pt x="2328" y="1767"/>
                  </a:cubicBezTo>
                  <a:cubicBezTo>
                    <a:pt x="2338" y="1888"/>
                    <a:pt x="2348" y="2018"/>
                    <a:pt x="2288" y="2118"/>
                  </a:cubicBezTo>
                  <a:cubicBezTo>
                    <a:pt x="2252" y="2183"/>
                    <a:pt x="2179" y="2224"/>
                    <a:pt x="2112" y="2224"/>
                  </a:cubicBezTo>
                  <a:cubicBezTo>
                    <a:pt x="2065" y="2224"/>
                    <a:pt x="2022" y="2204"/>
                    <a:pt x="1997" y="2158"/>
                  </a:cubicBezTo>
                  <a:cubicBezTo>
                    <a:pt x="1967" y="2118"/>
                    <a:pt x="1967" y="2058"/>
                    <a:pt x="1957" y="2008"/>
                  </a:cubicBezTo>
                  <a:cubicBezTo>
                    <a:pt x="1937" y="1848"/>
                    <a:pt x="1846" y="1697"/>
                    <a:pt x="1796" y="1547"/>
                  </a:cubicBezTo>
                  <a:cubicBezTo>
                    <a:pt x="1746" y="1396"/>
                    <a:pt x="1897" y="1256"/>
                    <a:pt x="1866" y="1095"/>
                  </a:cubicBezTo>
                  <a:cubicBezTo>
                    <a:pt x="1836" y="955"/>
                    <a:pt x="1796" y="844"/>
                    <a:pt x="1686" y="764"/>
                  </a:cubicBezTo>
                  <a:cubicBezTo>
                    <a:pt x="1670" y="750"/>
                    <a:pt x="1651" y="744"/>
                    <a:pt x="1629" y="744"/>
                  </a:cubicBezTo>
                  <a:cubicBezTo>
                    <a:pt x="1545" y="744"/>
                    <a:pt x="1429" y="833"/>
                    <a:pt x="1354" y="833"/>
                  </a:cubicBezTo>
                  <a:cubicBezTo>
                    <a:pt x="1328" y="833"/>
                    <a:pt x="1308" y="822"/>
                    <a:pt x="1295" y="794"/>
                  </a:cubicBezTo>
                  <a:cubicBezTo>
                    <a:pt x="1247" y="699"/>
                    <a:pt x="1308" y="522"/>
                    <a:pt x="1220" y="522"/>
                  </a:cubicBezTo>
                  <a:cubicBezTo>
                    <a:pt x="1215" y="522"/>
                    <a:pt x="1210" y="523"/>
                    <a:pt x="1204" y="524"/>
                  </a:cubicBezTo>
                  <a:cubicBezTo>
                    <a:pt x="1164" y="534"/>
                    <a:pt x="1134" y="564"/>
                    <a:pt x="1094" y="584"/>
                  </a:cubicBezTo>
                  <a:cubicBezTo>
                    <a:pt x="1078" y="589"/>
                    <a:pt x="1064" y="592"/>
                    <a:pt x="1049" y="592"/>
                  </a:cubicBezTo>
                  <a:cubicBezTo>
                    <a:pt x="937" y="592"/>
                    <a:pt x="871" y="427"/>
                    <a:pt x="853" y="293"/>
                  </a:cubicBezTo>
                  <a:cubicBezTo>
                    <a:pt x="834" y="160"/>
                    <a:pt x="762" y="0"/>
                    <a:pt x="635" y="0"/>
                  </a:cubicBezTo>
                  <a:close/>
                </a:path>
              </a:pathLst>
            </a:custGeom>
            <a:solidFill>
              <a:srgbClr val="456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02" name="Google Shape;16202;p54">
              <a:extLst>
                <a:ext uri="{FF2B5EF4-FFF2-40B4-BE49-F238E27FC236}">
                  <a16:creationId xmlns:a16="http://schemas.microsoft.com/office/drawing/2014/main" id="{7D08064B-D801-A0E6-E8E9-75EB38059CF5}"/>
                </a:ext>
              </a:extLst>
            </p:cNvPr>
            <p:cNvSpPr/>
            <p:nvPr/>
          </p:nvSpPr>
          <p:spPr>
            <a:xfrm>
              <a:off x="2542046" y="2721395"/>
              <a:ext cx="200352" cy="148660"/>
            </a:xfrm>
            <a:custGeom>
              <a:avLst/>
              <a:gdLst/>
              <a:ahLst/>
              <a:cxnLst/>
              <a:rect l="l" t="t" r="r" b="b"/>
              <a:pathLst>
                <a:path w="4996" h="3707" extrusionOk="0">
                  <a:moveTo>
                    <a:pt x="582" y="0"/>
                  </a:moveTo>
                  <a:cubicBezTo>
                    <a:pt x="575" y="0"/>
                    <a:pt x="569" y="1"/>
                    <a:pt x="562" y="2"/>
                  </a:cubicBezTo>
                  <a:cubicBezTo>
                    <a:pt x="482" y="12"/>
                    <a:pt x="442" y="122"/>
                    <a:pt x="442" y="212"/>
                  </a:cubicBezTo>
                  <a:cubicBezTo>
                    <a:pt x="432" y="564"/>
                    <a:pt x="402" y="915"/>
                    <a:pt x="382" y="1266"/>
                  </a:cubicBezTo>
                  <a:cubicBezTo>
                    <a:pt x="352" y="1577"/>
                    <a:pt x="241" y="1687"/>
                    <a:pt x="121" y="1928"/>
                  </a:cubicBezTo>
                  <a:cubicBezTo>
                    <a:pt x="1" y="2168"/>
                    <a:pt x="31" y="2499"/>
                    <a:pt x="41" y="2770"/>
                  </a:cubicBezTo>
                  <a:cubicBezTo>
                    <a:pt x="51" y="3041"/>
                    <a:pt x="101" y="3352"/>
                    <a:pt x="312" y="3472"/>
                  </a:cubicBezTo>
                  <a:cubicBezTo>
                    <a:pt x="378" y="3512"/>
                    <a:pt x="448" y="3527"/>
                    <a:pt x="521" y="3527"/>
                  </a:cubicBezTo>
                  <a:cubicBezTo>
                    <a:pt x="668" y="3527"/>
                    <a:pt x="825" y="3466"/>
                    <a:pt x="974" y="3432"/>
                  </a:cubicBezTo>
                  <a:cubicBezTo>
                    <a:pt x="1052" y="3417"/>
                    <a:pt x="1130" y="3411"/>
                    <a:pt x="1207" y="3411"/>
                  </a:cubicBezTo>
                  <a:cubicBezTo>
                    <a:pt x="1390" y="3411"/>
                    <a:pt x="1570" y="3444"/>
                    <a:pt x="1746" y="3472"/>
                  </a:cubicBezTo>
                  <a:cubicBezTo>
                    <a:pt x="2701" y="3633"/>
                    <a:pt x="3673" y="3706"/>
                    <a:pt x="4639" y="3706"/>
                  </a:cubicBezTo>
                  <a:cubicBezTo>
                    <a:pt x="4758" y="3706"/>
                    <a:pt x="4877" y="3705"/>
                    <a:pt x="4996" y="3703"/>
                  </a:cubicBezTo>
                  <a:lnTo>
                    <a:pt x="4996" y="2098"/>
                  </a:lnTo>
                  <a:cubicBezTo>
                    <a:pt x="4919" y="2069"/>
                    <a:pt x="4823" y="1735"/>
                    <a:pt x="4745" y="1735"/>
                  </a:cubicBezTo>
                  <a:cubicBezTo>
                    <a:pt x="4741" y="1735"/>
                    <a:pt x="4738" y="1736"/>
                    <a:pt x="4735" y="1737"/>
                  </a:cubicBezTo>
                  <a:cubicBezTo>
                    <a:pt x="4655" y="1767"/>
                    <a:pt x="4615" y="1857"/>
                    <a:pt x="4574" y="1938"/>
                  </a:cubicBezTo>
                  <a:cubicBezTo>
                    <a:pt x="4532" y="2006"/>
                    <a:pt x="4467" y="2075"/>
                    <a:pt x="4399" y="2075"/>
                  </a:cubicBezTo>
                  <a:cubicBezTo>
                    <a:pt x="4387" y="2075"/>
                    <a:pt x="4376" y="2073"/>
                    <a:pt x="4364" y="2068"/>
                  </a:cubicBezTo>
                  <a:cubicBezTo>
                    <a:pt x="4283" y="2032"/>
                    <a:pt x="4250" y="1818"/>
                    <a:pt x="4179" y="1818"/>
                  </a:cubicBezTo>
                  <a:cubicBezTo>
                    <a:pt x="4171" y="1818"/>
                    <a:pt x="4162" y="1821"/>
                    <a:pt x="4153" y="1827"/>
                  </a:cubicBezTo>
                  <a:cubicBezTo>
                    <a:pt x="4098" y="1864"/>
                    <a:pt x="4044" y="1897"/>
                    <a:pt x="3993" y="1897"/>
                  </a:cubicBezTo>
                  <a:cubicBezTo>
                    <a:pt x="3961" y="1897"/>
                    <a:pt x="3930" y="1883"/>
                    <a:pt x="3902" y="1847"/>
                  </a:cubicBezTo>
                  <a:cubicBezTo>
                    <a:pt x="3842" y="1757"/>
                    <a:pt x="3902" y="1627"/>
                    <a:pt x="3882" y="1506"/>
                  </a:cubicBezTo>
                  <a:cubicBezTo>
                    <a:pt x="3852" y="1326"/>
                    <a:pt x="3752" y="1045"/>
                    <a:pt x="3581" y="1045"/>
                  </a:cubicBezTo>
                  <a:cubicBezTo>
                    <a:pt x="3421" y="1055"/>
                    <a:pt x="3260" y="1226"/>
                    <a:pt x="3240" y="1406"/>
                  </a:cubicBezTo>
                  <a:cubicBezTo>
                    <a:pt x="3210" y="1627"/>
                    <a:pt x="3431" y="1878"/>
                    <a:pt x="3271" y="2028"/>
                  </a:cubicBezTo>
                  <a:cubicBezTo>
                    <a:pt x="3255" y="2046"/>
                    <a:pt x="3237" y="2053"/>
                    <a:pt x="3219" y="2053"/>
                  </a:cubicBezTo>
                  <a:cubicBezTo>
                    <a:pt x="3144" y="2053"/>
                    <a:pt x="3060" y="1922"/>
                    <a:pt x="3060" y="1817"/>
                  </a:cubicBezTo>
                  <a:cubicBezTo>
                    <a:pt x="3050" y="1687"/>
                    <a:pt x="3100" y="1557"/>
                    <a:pt x="3060" y="1426"/>
                  </a:cubicBezTo>
                  <a:cubicBezTo>
                    <a:pt x="3050" y="1366"/>
                    <a:pt x="3010" y="1316"/>
                    <a:pt x="3000" y="1256"/>
                  </a:cubicBezTo>
                  <a:cubicBezTo>
                    <a:pt x="2990" y="1175"/>
                    <a:pt x="3020" y="1105"/>
                    <a:pt x="3020" y="1025"/>
                  </a:cubicBezTo>
                  <a:cubicBezTo>
                    <a:pt x="3030" y="945"/>
                    <a:pt x="3010" y="824"/>
                    <a:pt x="2940" y="824"/>
                  </a:cubicBezTo>
                  <a:cubicBezTo>
                    <a:pt x="2934" y="825"/>
                    <a:pt x="2929" y="825"/>
                    <a:pt x="2923" y="825"/>
                  </a:cubicBezTo>
                  <a:cubicBezTo>
                    <a:pt x="2866" y="825"/>
                    <a:pt x="2810" y="792"/>
                    <a:pt x="2753" y="792"/>
                  </a:cubicBezTo>
                  <a:cubicBezTo>
                    <a:pt x="2735" y="792"/>
                    <a:pt x="2717" y="795"/>
                    <a:pt x="2699" y="804"/>
                  </a:cubicBezTo>
                  <a:cubicBezTo>
                    <a:pt x="2637" y="827"/>
                    <a:pt x="2588" y="897"/>
                    <a:pt x="2536" y="897"/>
                  </a:cubicBezTo>
                  <a:cubicBezTo>
                    <a:pt x="2520" y="897"/>
                    <a:pt x="2505" y="891"/>
                    <a:pt x="2488" y="874"/>
                  </a:cubicBezTo>
                  <a:cubicBezTo>
                    <a:pt x="2468" y="854"/>
                    <a:pt x="2448" y="814"/>
                    <a:pt x="2408" y="804"/>
                  </a:cubicBezTo>
                  <a:cubicBezTo>
                    <a:pt x="2403" y="802"/>
                    <a:pt x="2396" y="800"/>
                    <a:pt x="2390" y="800"/>
                  </a:cubicBezTo>
                  <a:cubicBezTo>
                    <a:pt x="2372" y="800"/>
                    <a:pt x="2350" y="810"/>
                    <a:pt x="2328" y="824"/>
                  </a:cubicBezTo>
                  <a:cubicBezTo>
                    <a:pt x="2237" y="874"/>
                    <a:pt x="2097" y="864"/>
                    <a:pt x="2047" y="965"/>
                  </a:cubicBezTo>
                  <a:cubicBezTo>
                    <a:pt x="1936" y="1205"/>
                    <a:pt x="2107" y="1496"/>
                    <a:pt x="2127" y="1767"/>
                  </a:cubicBezTo>
                  <a:cubicBezTo>
                    <a:pt x="2147" y="1888"/>
                    <a:pt x="2157" y="2018"/>
                    <a:pt x="2097" y="2118"/>
                  </a:cubicBezTo>
                  <a:cubicBezTo>
                    <a:pt x="2062" y="2183"/>
                    <a:pt x="1995" y="2224"/>
                    <a:pt x="1934" y="2224"/>
                  </a:cubicBezTo>
                  <a:cubicBezTo>
                    <a:pt x="1891" y="2224"/>
                    <a:pt x="1851" y="2204"/>
                    <a:pt x="1826" y="2158"/>
                  </a:cubicBezTo>
                  <a:cubicBezTo>
                    <a:pt x="1796" y="2118"/>
                    <a:pt x="1796" y="2058"/>
                    <a:pt x="1786" y="2008"/>
                  </a:cubicBezTo>
                  <a:cubicBezTo>
                    <a:pt x="1776" y="1847"/>
                    <a:pt x="1696" y="1697"/>
                    <a:pt x="1646" y="1547"/>
                  </a:cubicBezTo>
                  <a:cubicBezTo>
                    <a:pt x="1595" y="1396"/>
                    <a:pt x="1736" y="1256"/>
                    <a:pt x="1706" y="1095"/>
                  </a:cubicBezTo>
                  <a:cubicBezTo>
                    <a:pt x="1686" y="955"/>
                    <a:pt x="1636" y="844"/>
                    <a:pt x="1545" y="764"/>
                  </a:cubicBezTo>
                  <a:cubicBezTo>
                    <a:pt x="1529" y="750"/>
                    <a:pt x="1511" y="744"/>
                    <a:pt x="1491" y="744"/>
                  </a:cubicBezTo>
                  <a:cubicBezTo>
                    <a:pt x="1412" y="744"/>
                    <a:pt x="1308" y="833"/>
                    <a:pt x="1240" y="833"/>
                  </a:cubicBezTo>
                  <a:cubicBezTo>
                    <a:pt x="1216" y="833"/>
                    <a:pt x="1197" y="822"/>
                    <a:pt x="1184" y="794"/>
                  </a:cubicBezTo>
                  <a:cubicBezTo>
                    <a:pt x="1136" y="699"/>
                    <a:pt x="1198" y="522"/>
                    <a:pt x="1109" y="522"/>
                  </a:cubicBezTo>
                  <a:cubicBezTo>
                    <a:pt x="1104" y="522"/>
                    <a:pt x="1099" y="522"/>
                    <a:pt x="1094" y="523"/>
                  </a:cubicBezTo>
                  <a:cubicBezTo>
                    <a:pt x="1064" y="533"/>
                    <a:pt x="1034" y="564"/>
                    <a:pt x="994" y="584"/>
                  </a:cubicBezTo>
                  <a:cubicBezTo>
                    <a:pt x="980" y="589"/>
                    <a:pt x="967" y="592"/>
                    <a:pt x="955" y="592"/>
                  </a:cubicBezTo>
                  <a:cubicBezTo>
                    <a:pt x="856" y="592"/>
                    <a:pt x="791" y="426"/>
                    <a:pt x="773" y="293"/>
                  </a:cubicBezTo>
                  <a:cubicBezTo>
                    <a:pt x="763" y="160"/>
                    <a:pt x="691" y="0"/>
                    <a:pt x="582" y="0"/>
                  </a:cubicBezTo>
                  <a:close/>
                </a:path>
              </a:pathLst>
            </a:custGeom>
            <a:solidFill>
              <a:srgbClr val="456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03" name="Google Shape;16203;p54">
              <a:extLst>
                <a:ext uri="{FF2B5EF4-FFF2-40B4-BE49-F238E27FC236}">
                  <a16:creationId xmlns:a16="http://schemas.microsoft.com/office/drawing/2014/main" id="{B141CA29-8A54-86B7-8BA6-20E932AD8D30}"/>
                </a:ext>
              </a:extLst>
            </p:cNvPr>
            <p:cNvSpPr/>
            <p:nvPr/>
          </p:nvSpPr>
          <p:spPr>
            <a:xfrm>
              <a:off x="2871498" y="2774853"/>
              <a:ext cx="200352" cy="116538"/>
            </a:xfrm>
            <a:custGeom>
              <a:avLst/>
              <a:gdLst/>
              <a:ahLst/>
              <a:cxnLst/>
              <a:rect l="l" t="t" r="r" b="b"/>
              <a:pathLst>
                <a:path w="4996" h="2906" extrusionOk="0">
                  <a:moveTo>
                    <a:pt x="4408" y="1"/>
                  </a:moveTo>
                  <a:cubicBezTo>
                    <a:pt x="4294" y="1"/>
                    <a:pt x="4232" y="121"/>
                    <a:pt x="4213" y="224"/>
                  </a:cubicBezTo>
                  <a:cubicBezTo>
                    <a:pt x="4205" y="330"/>
                    <a:pt x="4140" y="461"/>
                    <a:pt x="4042" y="461"/>
                  </a:cubicBezTo>
                  <a:cubicBezTo>
                    <a:pt x="4029" y="461"/>
                    <a:pt x="4016" y="459"/>
                    <a:pt x="4003" y="454"/>
                  </a:cubicBezTo>
                  <a:cubicBezTo>
                    <a:pt x="3963" y="444"/>
                    <a:pt x="3933" y="414"/>
                    <a:pt x="3892" y="404"/>
                  </a:cubicBezTo>
                  <a:cubicBezTo>
                    <a:pt x="3889" y="404"/>
                    <a:pt x="3886" y="404"/>
                    <a:pt x="3883" y="404"/>
                  </a:cubicBezTo>
                  <a:cubicBezTo>
                    <a:pt x="3796" y="404"/>
                    <a:pt x="3861" y="547"/>
                    <a:pt x="3812" y="625"/>
                  </a:cubicBezTo>
                  <a:cubicBezTo>
                    <a:pt x="3800" y="643"/>
                    <a:pt x="3783" y="650"/>
                    <a:pt x="3762" y="650"/>
                  </a:cubicBezTo>
                  <a:cubicBezTo>
                    <a:pt x="3693" y="650"/>
                    <a:pt x="3587" y="579"/>
                    <a:pt x="3507" y="579"/>
                  </a:cubicBezTo>
                  <a:cubicBezTo>
                    <a:pt x="3486" y="579"/>
                    <a:pt x="3467" y="583"/>
                    <a:pt x="3451" y="595"/>
                  </a:cubicBezTo>
                  <a:cubicBezTo>
                    <a:pt x="3351" y="665"/>
                    <a:pt x="3311" y="745"/>
                    <a:pt x="3291" y="855"/>
                  </a:cubicBezTo>
                  <a:cubicBezTo>
                    <a:pt x="3261" y="976"/>
                    <a:pt x="3391" y="1086"/>
                    <a:pt x="3351" y="1207"/>
                  </a:cubicBezTo>
                  <a:cubicBezTo>
                    <a:pt x="3301" y="1327"/>
                    <a:pt x="3220" y="1447"/>
                    <a:pt x="3200" y="1568"/>
                  </a:cubicBezTo>
                  <a:cubicBezTo>
                    <a:pt x="3200" y="1608"/>
                    <a:pt x="3200" y="1658"/>
                    <a:pt x="3170" y="1688"/>
                  </a:cubicBezTo>
                  <a:cubicBezTo>
                    <a:pt x="3146" y="1721"/>
                    <a:pt x="3104" y="1735"/>
                    <a:pt x="3060" y="1735"/>
                  </a:cubicBezTo>
                  <a:cubicBezTo>
                    <a:pt x="2997" y="1735"/>
                    <a:pt x="2929" y="1705"/>
                    <a:pt x="2899" y="1658"/>
                  </a:cubicBezTo>
                  <a:cubicBezTo>
                    <a:pt x="2839" y="1578"/>
                    <a:pt x="2849" y="1477"/>
                    <a:pt x="2859" y="1377"/>
                  </a:cubicBezTo>
                  <a:cubicBezTo>
                    <a:pt x="2889" y="1166"/>
                    <a:pt x="3060" y="936"/>
                    <a:pt x="2950" y="755"/>
                  </a:cubicBezTo>
                  <a:cubicBezTo>
                    <a:pt x="2889" y="675"/>
                    <a:pt x="2759" y="675"/>
                    <a:pt x="2659" y="645"/>
                  </a:cubicBezTo>
                  <a:cubicBezTo>
                    <a:pt x="2642" y="637"/>
                    <a:pt x="2620" y="622"/>
                    <a:pt x="2596" y="622"/>
                  </a:cubicBezTo>
                  <a:cubicBezTo>
                    <a:pt x="2590" y="622"/>
                    <a:pt x="2584" y="623"/>
                    <a:pt x="2578" y="625"/>
                  </a:cubicBezTo>
                  <a:cubicBezTo>
                    <a:pt x="2548" y="635"/>
                    <a:pt x="2528" y="665"/>
                    <a:pt x="2508" y="685"/>
                  </a:cubicBezTo>
                  <a:cubicBezTo>
                    <a:pt x="2492" y="696"/>
                    <a:pt x="2477" y="701"/>
                    <a:pt x="2461" y="701"/>
                  </a:cubicBezTo>
                  <a:cubicBezTo>
                    <a:pt x="2409" y="701"/>
                    <a:pt x="2359" y="648"/>
                    <a:pt x="2298" y="625"/>
                  </a:cubicBezTo>
                  <a:cubicBezTo>
                    <a:pt x="2279" y="618"/>
                    <a:pt x="2261" y="615"/>
                    <a:pt x="2242" y="615"/>
                  </a:cubicBezTo>
                  <a:cubicBezTo>
                    <a:pt x="2180" y="615"/>
                    <a:pt x="2119" y="645"/>
                    <a:pt x="2057" y="645"/>
                  </a:cubicBezTo>
                  <a:cubicBezTo>
                    <a:pt x="1987" y="645"/>
                    <a:pt x="1967" y="735"/>
                    <a:pt x="1977" y="795"/>
                  </a:cubicBezTo>
                  <a:cubicBezTo>
                    <a:pt x="1977" y="855"/>
                    <a:pt x="2007" y="926"/>
                    <a:pt x="1987" y="986"/>
                  </a:cubicBezTo>
                  <a:cubicBezTo>
                    <a:pt x="1977" y="1026"/>
                    <a:pt x="1947" y="1066"/>
                    <a:pt x="1926" y="1116"/>
                  </a:cubicBezTo>
                  <a:cubicBezTo>
                    <a:pt x="1896" y="1217"/>
                    <a:pt x="1936" y="1317"/>
                    <a:pt x="1936" y="1417"/>
                  </a:cubicBezTo>
                  <a:cubicBezTo>
                    <a:pt x="1928" y="1499"/>
                    <a:pt x="1847" y="1607"/>
                    <a:pt x="1769" y="1607"/>
                  </a:cubicBezTo>
                  <a:cubicBezTo>
                    <a:pt x="1751" y="1607"/>
                    <a:pt x="1733" y="1601"/>
                    <a:pt x="1716" y="1588"/>
                  </a:cubicBezTo>
                  <a:cubicBezTo>
                    <a:pt x="1565" y="1467"/>
                    <a:pt x="1786" y="1267"/>
                    <a:pt x="1756" y="1096"/>
                  </a:cubicBezTo>
                  <a:cubicBezTo>
                    <a:pt x="1726" y="956"/>
                    <a:pt x="1565" y="825"/>
                    <a:pt x="1415" y="815"/>
                  </a:cubicBezTo>
                  <a:cubicBezTo>
                    <a:pt x="1244" y="815"/>
                    <a:pt x="1144" y="1036"/>
                    <a:pt x="1114" y="1176"/>
                  </a:cubicBezTo>
                  <a:cubicBezTo>
                    <a:pt x="1094" y="1277"/>
                    <a:pt x="1154" y="1377"/>
                    <a:pt x="1084" y="1447"/>
                  </a:cubicBezTo>
                  <a:cubicBezTo>
                    <a:pt x="1061" y="1474"/>
                    <a:pt x="1031" y="1485"/>
                    <a:pt x="999" y="1485"/>
                  </a:cubicBezTo>
                  <a:cubicBezTo>
                    <a:pt x="948" y="1485"/>
                    <a:pt x="889" y="1458"/>
                    <a:pt x="833" y="1427"/>
                  </a:cubicBezTo>
                  <a:cubicBezTo>
                    <a:pt x="826" y="1424"/>
                    <a:pt x="819" y="1422"/>
                    <a:pt x="813" y="1422"/>
                  </a:cubicBezTo>
                  <a:cubicBezTo>
                    <a:pt x="747" y="1422"/>
                    <a:pt x="715" y="1590"/>
                    <a:pt x="633" y="1618"/>
                  </a:cubicBezTo>
                  <a:cubicBezTo>
                    <a:pt x="619" y="1623"/>
                    <a:pt x="606" y="1625"/>
                    <a:pt x="593" y="1625"/>
                  </a:cubicBezTo>
                  <a:cubicBezTo>
                    <a:pt x="527" y="1625"/>
                    <a:pt x="464" y="1568"/>
                    <a:pt x="422" y="1517"/>
                  </a:cubicBezTo>
                  <a:cubicBezTo>
                    <a:pt x="382" y="1457"/>
                    <a:pt x="342" y="1377"/>
                    <a:pt x="251" y="1357"/>
                  </a:cubicBezTo>
                  <a:cubicBezTo>
                    <a:pt x="247" y="1356"/>
                    <a:pt x="243" y="1355"/>
                    <a:pt x="239" y="1355"/>
                  </a:cubicBezTo>
                  <a:cubicBezTo>
                    <a:pt x="162" y="1355"/>
                    <a:pt x="77" y="1619"/>
                    <a:pt x="1" y="1638"/>
                  </a:cubicBezTo>
                  <a:lnTo>
                    <a:pt x="1" y="2902"/>
                  </a:lnTo>
                  <a:cubicBezTo>
                    <a:pt x="136" y="2904"/>
                    <a:pt x="271" y="2905"/>
                    <a:pt x="407" y="2905"/>
                  </a:cubicBezTo>
                  <a:cubicBezTo>
                    <a:pt x="1355" y="2905"/>
                    <a:pt x="2301" y="2844"/>
                    <a:pt x="3240" y="2721"/>
                  </a:cubicBezTo>
                  <a:cubicBezTo>
                    <a:pt x="3423" y="2700"/>
                    <a:pt x="3605" y="2674"/>
                    <a:pt x="3784" y="2674"/>
                  </a:cubicBezTo>
                  <a:cubicBezTo>
                    <a:pt x="3861" y="2674"/>
                    <a:pt x="3937" y="2679"/>
                    <a:pt x="4013" y="2691"/>
                  </a:cubicBezTo>
                  <a:cubicBezTo>
                    <a:pt x="4170" y="2712"/>
                    <a:pt x="4333" y="2760"/>
                    <a:pt x="4484" y="2760"/>
                  </a:cubicBezTo>
                  <a:cubicBezTo>
                    <a:pt x="4554" y="2760"/>
                    <a:pt x="4621" y="2750"/>
                    <a:pt x="4685" y="2721"/>
                  </a:cubicBezTo>
                  <a:cubicBezTo>
                    <a:pt x="4895" y="2621"/>
                    <a:pt x="4946" y="2380"/>
                    <a:pt x="4956" y="2169"/>
                  </a:cubicBezTo>
                  <a:cubicBezTo>
                    <a:pt x="4966" y="1949"/>
                    <a:pt x="4996" y="1698"/>
                    <a:pt x="4875" y="1507"/>
                  </a:cubicBezTo>
                  <a:cubicBezTo>
                    <a:pt x="4755" y="1327"/>
                    <a:pt x="4635" y="1227"/>
                    <a:pt x="4615" y="996"/>
                  </a:cubicBezTo>
                  <a:cubicBezTo>
                    <a:pt x="4585" y="715"/>
                    <a:pt x="4564" y="434"/>
                    <a:pt x="4554" y="163"/>
                  </a:cubicBezTo>
                  <a:cubicBezTo>
                    <a:pt x="4544" y="93"/>
                    <a:pt x="4514" y="13"/>
                    <a:pt x="4434" y="3"/>
                  </a:cubicBezTo>
                  <a:cubicBezTo>
                    <a:pt x="4425" y="1"/>
                    <a:pt x="4416" y="1"/>
                    <a:pt x="4408" y="1"/>
                  </a:cubicBezTo>
                  <a:close/>
                </a:path>
              </a:pathLst>
            </a:custGeom>
            <a:solidFill>
              <a:srgbClr val="456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04" name="Google Shape;16204;p54">
              <a:extLst>
                <a:ext uri="{FF2B5EF4-FFF2-40B4-BE49-F238E27FC236}">
                  <a16:creationId xmlns:a16="http://schemas.microsoft.com/office/drawing/2014/main" id="{26708AD2-B426-038C-6BB6-74A5C2DB3620}"/>
                </a:ext>
              </a:extLst>
            </p:cNvPr>
            <p:cNvSpPr/>
            <p:nvPr/>
          </p:nvSpPr>
          <p:spPr>
            <a:xfrm>
              <a:off x="2695323" y="2774853"/>
              <a:ext cx="200352" cy="116538"/>
            </a:xfrm>
            <a:custGeom>
              <a:avLst/>
              <a:gdLst/>
              <a:ahLst/>
              <a:cxnLst/>
              <a:rect l="l" t="t" r="r" b="b"/>
              <a:pathLst>
                <a:path w="4996" h="2906" extrusionOk="0">
                  <a:moveTo>
                    <a:pt x="4417" y="1"/>
                  </a:moveTo>
                  <a:cubicBezTo>
                    <a:pt x="4304" y="1"/>
                    <a:pt x="4242" y="121"/>
                    <a:pt x="4223" y="224"/>
                  </a:cubicBezTo>
                  <a:cubicBezTo>
                    <a:pt x="4205" y="330"/>
                    <a:pt x="4140" y="461"/>
                    <a:pt x="4041" y="461"/>
                  </a:cubicBezTo>
                  <a:cubicBezTo>
                    <a:pt x="4029" y="461"/>
                    <a:pt x="4016" y="459"/>
                    <a:pt x="4002" y="454"/>
                  </a:cubicBezTo>
                  <a:cubicBezTo>
                    <a:pt x="3962" y="444"/>
                    <a:pt x="3942" y="414"/>
                    <a:pt x="3902" y="404"/>
                  </a:cubicBezTo>
                  <a:cubicBezTo>
                    <a:pt x="3899" y="404"/>
                    <a:pt x="3895" y="404"/>
                    <a:pt x="3892" y="404"/>
                  </a:cubicBezTo>
                  <a:cubicBezTo>
                    <a:pt x="3796" y="404"/>
                    <a:pt x="3860" y="547"/>
                    <a:pt x="3812" y="625"/>
                  </a:cubicBezTo>
                  <a:cubicBezTo>
                    <a:pt x="3802" y="643"/>
                    <a:pt x="3786" y="650"/>
                    <a:pt x="3765" y="650"/>
                  </a:cubicBezTo>
                  <a:cubicBezTo>
                    <a:pt x="3699" y="650"/>
                    <a:pt x="3589" y="579"/>
                    <a:pt x="3507" y="579"/>
                  </a:cubicBezTo>
                  <a:cubicBezTo>
                    <a:pt x="3486" y="579"/>
                    <a:pt x="3467" y="583"/>
                    <a:pt x="3451" y="595"/>
                  </a:cubicBezTo>
                  <a:cubicBezTo>
                    <a:pt x="3360" y="665"/>
                    <a:pt x="3320" y="745"/>
                    <a:pt x="3290" y="855"/>
                  </a:cubicBezTo>
                  <a:cubicBezTo>
                    <a:pt x="3270" y="976"/>
                    <a:pt x="3401" y="1086"/>
                    <a:pt x="3350" y="1207"/>
                  </a:cubicBezTo>
                  <a:cubicBezTo>
                    <a:pt x="3310" y="1327"/>
                    <a:pt x="3230" y="1447"/>
                    <a:pt x="3210" y="1568"/>
                  </a:cubicBezTo>
                  <a:cubicBezTo>
                    <a:pt x="3200" y="1608"/>
                    <a:pt x="3200" y="1658"/>
                    <a:pt x="3170" y="1688"/>
                  </a:cubicBezTo>
                  <a:cubicBezTo>
                    <a:pt x="3145" y="1721"/>
                    <a:pt x="3105" y="1735"/>
                    <a:pt x="3063" y="1735"/>
                  </a:cubicBezTo>
                  <a:cubicBezTo>
                    <a:pt x="3002" y="1735"/>
                    <a:pt x="2935" y="1705"/>
                    <a:pt x="2899" y="1658"/>
                  </a:cubicBezTo>
                  <a:cubicBezTo>
                    <a:pt x="2849" y="1578"/>
                    <a:pt x="2859" y="1477"/>
                    <a:pt x="2869" y="1377"/>
                  </a:cubicBezTo>
                  <a:cubicBezTo>
                    <a:pt x="2899" y="1166"/>
                    <a:pt x="3070" y="936"/>
                    <a:pt x="2949" y="755"/>
                  </a:cubicBezTo>
                  <a:cubicBezTo>
                    <a:pt x="2899" y="675"/>
                    <a:pt x="2759" y="675"/>
                    <a:pt x="2668" y="645"/>
                  </a:cubicBezTo>
                  <a:cubicBezTo>
                    <a:pt x="2644" y="637"/>
                    <a:pt x="2620" y="622"/>
                    <a:pt x="2601" y="622"/>
                  </a:cubicBezTo>
                  <a:cubicBezTo>
                    <a:pt x="2596" y="622"/>
                    <a:pt x="2592" y="623"/>
                    <a:pt x="2588" y="625"/>
                  </a:cubicBezTo>
                  <a:cubicBezTo>
                    <a:pt x="2548" y="635"/>
                    <a:pt x="2538" y="665"/>
                    <a:pt x="2508" y="685"/>
                  </a:cubicBezTo>
                  <a:cubicBezTo>
                    <a:pt x="2492" y="696"/>
                    <a:pt x="2476" y="701"/>
                    <a:pt x="2461" y="701"/>
                  </a:cubicBezTo>
                  <a:cubicBezTo>
                    <a:pt x="2409" y="701"/>
                    <a:pt x="2359" y="648"/>
                    <a:pt x="2297" y="625"/>
                  </a:cubicBezTo>
                  <a:cubicBezTo>
                    <a:pt x="2279" y="618"/>
                    <a:pt x="2261" y="615"/>
                    <a:pt x="2243" y="615"/>
                  </a:cubicBezTo>
                  <a:cubicBezTo>
                    <a:pt x="2183" y="615"/>
                    <a:pt x="2126" y="645"/>
                    <a:pt x="2056" y="645"/>
                  </a:cubicBezTo>
                  <a:cubicBezTo>
                    <a:pt x="1986" y="645"/>
                    <a:pt x="1966" y="735"/>
                    <a:pt x="1976" y="795"/>
                  </a:cubicBezTo>
                  <a:cubicBezTo>
                    <a:pt x="1986" y="855"/>
                    <a:pt x="2006" y="926"/>
                    <a:pt x="1996" y="986"/>
                  </a:cubicBezTo>
                  <a:cubicBezTo>
                    <a:pt x="1986" y="1026"/>
                    <a:pt x="1946" y="1066"/>
                    <a:pt x="1936" y="1116"/>
                  </a:cubicBezTo>
                  <a:cubicBezTo>
                    <a:pt x="1896" y="1217"/>
                    <a:pt x="1946" y="1317"/>
                    <a:pt x="1936" y="1417"/>
                  </a:cubicBezTo>
                  <a:cubicBezTo>
                    <a:pt x="1936" y="1499"/>
                    <a:pt x="1850" y="1607"/>
                    <a:pt x="1775" y="1607"/>
                  </a:cubicBezTo>
                  <a:cubicBezTo>
                    <a:pt x="1757" y="1607"/>
                    <a:pt x="1741" y="1601"/>
                    <a:pt x="1725" y="1588"/>
                  </a:cubicBezTo>
                  <a:cubicBezTo>
                    <a:pt x="1565" y="1467"/>
                    <a:pt x="1796" y="1267"/>
                    <a:pt x="1756" y="1096"/>
                  </a:cubicBezTo>
                  <a:cubicBezTo>
                    <a:pt x="1735" y="956"/>
                    <a:pt x="1575" y="825"/>
                    <a:pt x="1415" y="815"/>
                  </a:cubicBezTo>
                  <a:cubicBezTo>
                    <a:pt x="1244" y="815"/>
                    <a:pt x="1144" y="1036"/>
                    <a:pt x="1114" y="1176"/>
                  </a:cubicBezTo>
                  <a:cubicBezTo>
                    <a:pt x="1094" y="1277"/>
                    <a:pt x="1154" y="1377"/>
                    <a:pt x="1094" y="1447"/>
                  </a:cubicBezTo>
                  <a:cubicBezTo>
                    <a:pt x="1070" y="1474"/>
                    <a:pt x="1041" y="1485"/>
                    <a:pt x="1009" y="1485"/>
                  </a:cubicBezTo>
                  <a:cubicBezTo>
                    <a:pt x="957" y="1485"/>
                    <a:pt x="898" y="1458"/>
                    <a:pt x="843" y="1427"/>
                  </a:cubicBezTo>
                  <a:cubicBezTo>
                    <a:pt x="835" y="1424"/>
                    <a:pt x="827" y="1422"/>
                    <a:pt x="820" y="1422"/>
                  </a:cubicBezTo>
                  <a:cubicBezTo>
                    <a:pt x="748" y="1422"/>
                    <a:pt x="723" y="1590"/>
                    <a:pt x="632" y="1618"/>
                  </a:cubicBezTo>
                  <a:cubicBezTo>
                    <a:pt x="619" y="1623"/>
                    <a:pt x="606" y="1625"/>
                    <a:pt x="593" y="1625"/>
                  </a:cubicBezTo>
                  <a:cubicBezTo>
                    <a:pt x="526" y="1625"/>
                    <a:pt x="465" y="1568"/>
                    <a:pt x="432" y="1517"/>
                  </a:cubicBezTo>
                  <a:cubicBezTo>
                    <a:pt x="381" y="1457"/>
                    <a:pt x="341" y="1377"/>
                    <a:pt x="261" y="1357"/>
                  </a:cubicBezTo>
                  <a:cubicBezTo>
                    <a:pt x="257" y="1356"/>
                    <a:pt x="253" y="1355"/>
                    <a:pt x="249" y="1355"/>
                  </a:cubicBezTo>
                  <a:cubicBezTo>
                    <a:pt x="171" y="1355"/>
                    <a:pt x="77" y="1619"/>
                    <a:pt x="0" y="1638"/>
                  </a:cubicBezTo>
                  <a:lnTo>
                    <a:pt x="0" y="2902"/>
                  </a:lnTo>
                  <a:cubicBezTo>
                    <a:pt x="136" y="2904"/>
                    <a:pt x="271" y="2905"/>
                    <a:pt x="407" y="2905"/>
                  </a:cubicBezTo>
                  <a:cubicBezTo>
                    <a:pt x="1357" y="2905"/>
                    <a:pt x="2311" y="2844"/>
                    <a:pt x="3250" y="2721"/>
                  </a:cubicBezTo>
                  <a:cubicBezTo>
                    <a:pt x="3425" y="2700"/>
                    <a:pt x="3606" y="2674"/>
                    <a:pt x="3787" y="2674"/>
                  </a:cubicBezTo>
                  <a:cubicBezTo>
                    <a:pt x="3865" y="2674"/>
                    <a:pt x="3944" y="2679"/>
                    <a:pt x="4022" y="2691"/>
                  </a:cubicBezTo>
                  <a:cubicBezTo>
                    <a:pt x="4173" y="2712"/>
                    <a:pt x="4333" y="2760"/>
                    <a:pt x="4484" y="2760"/>
                  </a:cubicBezTo>
                  <a:cubicBezTo>
                    <a:pt x="4553" y="2760"/>
                    <a:pt x="4621" y="2750"/>
                    <a:pt x="4684" y="2721"/>
                  </a:cubicBezTo>
                  <a:cubicBezTo>
                    <a:pt x="4895" y="2621"/>
                    <a:pt x="4945" y="2380"/>
                    <a:pt x="4955" y="2169"/>
                  </a:cubicBezTo>
                  <a:cubicBezTo>
                    <a:pt x="4965" y="1949"/>
                    <a:pt x="4995" y="1698"/>
                    <a:pt x="4875" y="1507"/>
                  </a:cubicBezTo>
                  <a:cubicBezTo>
                    <a:pt x="4755" y="1327"/>
                    <a:pt x="4644" y="1227"/>
                    <a:pt x="4624" y="996"/>
                  </a:cubicBezTo>
                  <a:cubicBezTo>
                    <a:pt x="4594" y="715"/>
                    <a:pt x="4574" y="434"/>
                    <a:pt x="4554" y="163"/>
                  </a:cubicBezTo>
                  <a:cubicBezTo>
                    <a:pt x="4554" y="93"/>
                    <a:pt x="4524" y="13"/>
                    <a:pt x="4444" y="3"/>
                  </a:cubicBezTo>
                  <a:cubicBezTo>
                    <a:pt x="4435" y="1"/>
                    <a:pt x="4426" y="1"/>
                    <a:pt x="4417" y="1"/>
                  </a:cubicBezTo>
                  <a:close/>
                </a:path>
              </a:pathLst>
            </a:custGeom>
            <a:solidFill>
              <a:srgbClr val="456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6208" name="Google Shape;16208;p54">
            <a:extLst>
              <a:ext uri="{FF2B5EF4-FFF2-40B4-BE49-F238E27FC236}">
                <a16:creationId xmlns:a16="http://schemas.microsoft.com/office/drawing/2014/main" id="{F24C2802-4894-3897-0FBA-D7A58EA802E3}"/>
              </a:ext>
            </a:extLst>
          </p:cNvPr>
          <p:cNvSpPr/>
          <p:nvPr/>
        </p:nvSpPr>
        <p:spPr>
          <a:xfrm flipH="1">
            <a:off x="272500" y="2455088"/>
            <a:ext cx="535608" cy="233315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6209" name="Google Shape;16209;p54">
            <a:extLst>
              <a:ext uri="{FF2B5EF4-FFF2-40B4-BE49-F238E27FC236}">
                <a16:creationId xmlns:a16="http://schemas.microsoft.com/office/drawing/2014/main" id="{A892F6BC-FC4D-C94D-AC21-A6CBBBE01B80}"/>
              </a:ext>
            </a:extLst>
          </p:cNvPr>
          <p:cNvSpPr/>
          <p:nvPr/>
        </p:nvSpPr>
        <p:spPr>
          <a:xfrm flipH="1">
            <a:off x="8764365" y="3178049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6210" name="Google Shape;16210;p54">
            <a:extLst>
              <a:ext uri="{FF2B5EF4-FFF2-40B4-BE49-F238E27FC236}">
                <a16:creationId xmlns:a16="http://schemas.microsoft.com/office/drawing/2014/main" id="{ACFF602C-DCA8-9505-566B-6D1ACCF3AAE3}"/>
              </a:ext>
            </a:extLst>
          </p:cNvPr>
          <p:cNvSpPr/>
          <p:nvPr/>
        </p:nvSpPr>
        <p:spPr>
          <a:xfrm flipH="1">
            <a:off x="5965297" y="3512242"/>
            <a:ext cx="257424" cy="112136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6211" name="Google Shape;16211;p54">
            <a:extLst>
              <a:ext uri="{FF2B5EF4-FFF2-40B4-BE49-F238E27FC236}">
                <a16:creationId xmlns:a16="http://schemas.microsoft.com/office/drawing/2014/main" id="{1904C53D-A0EF-2C17-060B-AD5D4E06D7E7}"/>
              </a:ext>
            </a:extLst>
          </p:cNvPr>
          <p:cNvSpPr/>
          <p:nvPr/>
        </p:nvSpPr>
        <p:spPr>
          <a:xfrm flipH="1">
            <a:off x="2265840" y="447549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6212" name="Google Shape;16212;p54">
            <a:extLst>
              <a:ext uri="{FF2B5EF4-FFF2-40B4-BE49-F238E27FC236}">
                <a16:creationId xmlns:a16="http://schemas.microsoft.com/office/drawing/2014/main" id="{B828AC61-7E32-5F94-5253-839BAB1F97C9}"/>
              </a:ext>
            </a:extLst>
          </p:cNvPr>
          <p:cNvSpPr/>
          <p:nvPr/>
        </p:nvSpPr>
        <p:spPr>
          <a:xfrm flipH="1">
            <a:off x="7812521" y="1175375"/>
            <a:ext cx="865000" cy="376800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6213" name="Google Shape;16213;p54">
            <a:extLst>
              <a:ext uri="{FF2B5EF4-FFF2-40B4-BE49-F238E27FC236}">
                <a16:creationId xmlns:a16="http://schemas.microsoft.com/office/drawing/2014/main" id="{44CC34BD-8197-1BFA-3D68-456EF6507BDD}"/>
              </a:ext>
            </a:extLst>
          </p:cNvPr>
          <p:cNvGrpSpPr/>
          <p:nvPr/>
        </p:nvGrpSpPr>
        <p:grpSpPr>
          <a:xfrm>
            <a:off x="3898849" y="4310793"/>
            <a:ext cx="286467" cy="197579"/>
            <a:chOff x="5146375" y="1229175"/>
            <a:chExt cx="151875" cy="104750"/>
          </a:xfrm>
        </p:grpSpPr>
        <p:sp>
          <p:nvSpPr>
            <p:cNvPr id="16214" name="Google Shape;16214;p54">
              <a:extLst>
                <a:ext uri="{FF2B5EF4-FFF2-40B4-BE49-F238E27FC236}">
                  <a16:creationId xmlns:a16="http://schemas.microsoft.com/office/drawing/2014/main" id="{BD84F7FC-32E0-09CB-B664-D4B704E6E201}"/>
                </a:ext>
              </a:extLst>
            </p:cNvPr>
            <p:cNvSpPr/>
            <p:nvPr/>
          </p:nvSpPr>
          <p:spPr>
            <a:xfrm>
              <a:off x="5185250" y="1229950"/>
              <a:ext cx="113000" cy="103975"/>
            </a:xfrm>
            <a:custGeom>
              <a:avLst/>
              <a:gdLst/>
              <a:ahLst/>
              <a:cxnLst/>
              <a:rect l="l" t="t" r="r" b="b"/>
              <a:pathLst>
                <a:path w="4520" h="4159" extrusionOk="0">
                  <a:moveTo>
                    <a:pt x="594" y="0"/>
                  </a:moveTo>
                  <a:cubicBezTo>
                    <a:pt x="679" y="9"/>
                    <a:pt x="765" y="9"/>
                    <a:pt x="851" y="17"/>
                  </a:cubicBezTo>
                  <a:cubicBezTo>
                    <a:pt x="1057" y="26"/>
                    <a:pt x="1247" y="112"/>
                    <a:pt x="1453" y="138"/>
                  </a:cubicBezTo>
                  <a:cubicBezTo>
                    <a:pt x="1659" y="163"/>
                    <a:pt x="1865" y="163"/>
                    <a:pt x="2080" y="181"/>
                  </a:cubicBezTo>
                  <a:cubicBezTo>
                    <a:pt x="2097" y="181"/>
                    <a:pt x="2123" y="181"/>
                    <a:pt x="2149" y="189"/>
                  </a:cubicBezTo>
                  <a:cubicBezTo>
                    <a:pt x="2174" y="206"/>
                    <a:pt x="2192" y="232"/>
                    <a:pt x="2217" y="249"/>
                  </a:cubicBezTo>
                  <a:cubicBezTo>
                    <a:pt x="2260" y="284"/>
                    <a:pt x="2329" y="284"/>
                    <a:pt x="2389" y="275"/>
                  </a:cubicBezTo>
                  <a:cubicBezTo>
                    <a:pt x="2518" y="275"/>
                    <a:pt x="2647" y="267"/>
                    <a:pt x="2767" y="267"/>
                  </a:cubicBezTo>
                  <a:cubicBezTo>
                    <a:pt x="2879" y="267"/>
                    <a:pt x="2999" y="258"/>
                    <a:pt x="3102" y="284"/>
                  </a:cubicBezTo>
                  <a:cubicBezTo>
                    <a:pt x="3197" y="301"/>
                    <a:pt x="3283" y="335"/>
                    <a:pt x="3369" y="352"/>
                  </a:cubicBezTo>
                  <a:cubicBezTo>
                    <a:pt x="3394" y="352"/>
                    <a:pt x="3420" y="352"/>
                    <a:pt x="3454" y="352"/>
                  </a:cubicBezTo>
                  <a:cubicBezTo>
                    <a:pt x="3515" y="352"/>
                    <a:pt x="3566" y="352"/>
                    <a:pt x="3601" y="370"/>
                  </a:cubicBezTo>
                  <a:cubicBezTo>
                    <a:pt x="3781" y="464"/>
                    <a:pt x="3867" y="645"/>
                    <a:pt x="4039" y="748"/>
                  </a:cubicBezTo>
                  <a:cubicBezTo>
                    <a:pt x="4073" y="765"/>
                    <a:pt x="4107" y="782"/>
                    <a:pt x="4116" y="816"/>
                  </a:cubicBezTo>
                  <a:cubicBezTo>
                    <a:pt x="4125" y="894"/>
                    <a:pt x="4107" y="911"/>
                    <a:pt x="4168" y="988"/>
                  </a:cubicBezTo>
                  <a:cubicBezTo>
                    <a:pt x="4193" y="1014"/>
                    <a:pt x="4202" y="1048"/>
                    <a:pt x="4228" y="1083"/>
                  </a:cubicBezTo>
                  <a:cubicBezTo>
                    <a:pt x="4331" y="1194"/>
                    <a:pt x="4391" y="1280"/>
                    <a:pt x="4425" y="1426"/>
                  </a:cubicBezTo>
                  <a:cubicBezTo>
                    <a:pt x="4451" y="1512"/>
                    <a:pt x="4494" y="1598"/>
                    <a:pt x="4511" y="1684"/>
                  </a:cubicBezTo>
                  <a:cubicBezTo>
                    <a:pt x="4520" y="1787"/>
                    <a:pt x="4511" y="1890"/>
                    <a:pt x="4503" y="1993"/>
                  </a:cubicBezTo>
                  <a:cubicBezTo>
                    <a:pt x="4503" y="2028"/>
                    <a:pt x="4477" y="2045"/>
                    <a:pt x="4468" y="2079"/>
                  </a:cubicBezTo>
                  <a:cubicBezTo>
                    <a:pt x="4443" y="2165"/>
                    <a:pt x="4468" y="2251"/>
                    <a:pt x="4477" y="2346"/>
                  </a:cubicBezTo>
                  <a:cubicBezTo>
                    <a:pt x="4485" y="2432"/>
                    <a:pt x="4477" y="2578"/>
                    <a:pt x="4451" y="2646"/>
                  </a:cubicBezTo>
                  <a:cubicBezTo>
                    <a:pt x="4425" y="2689"/>
                    <a:pt x="4314" y="2938"/>
                    <a:pt x="4288" y="3007"/>
                  </a:cubicBezTo>
                  <a:cubicBezTo>
                    <a:pt x="4262" y="3059"/>
                    <a:pt x="4193" y="3145"/>
                    <a:pt x="4176" y="3205"/>
                  </a:cubicBezTo>
                  <a:cubicBezTo>
                    <a:pt x="4168" y="3239"/>
                    <a:pt x="4082" y="3428"/>
                    <a:pt x="4004" y="3523"/>
                  </a:cubicBezTo>
                  <a:cubicBezTo>
                    <a:pt x="3927" y="3617"/>
                    <a:pt x="3867" y="3677"/>
                    <a:pt x="3704" y="3694"/>
                  </a:cubicBezTo>
                  <a:cubicBezTo>
                    <a:pt x="3652" y="3703"/>
                    <a:pt x="3463" y="3806"/>
                    <a:pt x="3403" y="3806"/>
                  </a:cubicBezTo>
                  <a:cubicBezTo>
                    <a:pt x="3360" y="3798"/>
                    <a:pt x="3326" y="3815"/>
                    <a:pt x="3291" y="3823"/>
                  </a:cubicBezTo>
                  <a:cubicBezTo>
                    <a:pt x="3274" y="3823"/>
                    <a:pt x="3257" y="3823"/>
                    <a:pt x="3240" y="3823"/>
                  </a:cubicBezTo>
                  <a:cubicBezTo>
                    <a:pt x="3223" y="3823"/>
                    <a:pt x="3205" y="3823"/>
                    <a:pt x="3188" y="3832"/>
                  </a:cubicBezTo>
                  <a:cubicBezTo>
                    <a:pt x="3059" y="3849"/>
                    <a:pt x="2836" y="3883"/>
                    <a:pt x="2759" y="3909"/>
                  </a:cubicBezTo>
                  <a:cubicBezTo>
                    <a:pt x="2664" y="3935"/>
                    <a:pt x="2501" y="3935"/>
                    <a:pt x="2415" y="3926"/>
                  </a:cubicBezTo>
                  <a:cubicBezTo>
                    <a:pt x="2303" y="3909"/>
                    <a:pt x="2106" y="4012"/>
                    <a:pt x="1994" y="4021"/>
                  </a:cubicBezTo>
                  <a:cubicBezTo>
                    <a:pt x="1908" y="4021"/>
                    <a:pt x="1848" y="4021"/>
                    <a:pt x="1805" y="4021"/>
                  </a:cubicBezTo>
                  <a:cubicBezTo>
                    <a:pt x="1710" y="4012"/>
                    <a:pt x="1650" y="4012"/>
                    <a:pt x="1487" y="4055"/>
                  </a:cubicBezTo>
                  <a:cubicBezTo>
                    <a:pt x="1453" y="4055"/>
                    <a:pt x="1393" y="4055"/>
                    <a:pt x="1341" y="4055"/>
                  </a:cubicBezTo>
                  <a:cubicBezTo>
                    <a:pt x="1281" y="4055"/>
                    <a:pt x="1212" y="4055"/>
                    <a:pt x="1169" y="4064"/>
                  </a:cubicBezTo>
                  <a:cubicBezTo>
                    <a:pt x="1143" y="4081"/>
                    <a:pt x="1109" y="4090"/>
                    <a:pt x="1083" y="4098"/>
                  </a:cubicBezTo>
                  <a:cubicBezTo>
                    <a:pt x="1015" y="4115"/>
                    <a:pt x="954" y="4115"/>
                    <a:pt x="886" y="4133"/>
                  </a:cubicBezTo>
                  <a:cubicBezTo>
                    <a:pt x="826" y="4150"/>
                    <a:pt x="808" y="4158"/>
                    <a:pt x="757" y="4150"/>
                  </a:cubicBezTo>
                  <a:cubicBezTo>
                    <a:pt x="542" y="4107"/>
                    <a:pt x="336" y="4064"/>
                    <a:pt x="104" y="4107"/>
                  </a:cubicBezTo>
                  <a:cubicBezTo>
                    <a:pt x="78" y="4115"/>
                    <a:pt x="1" y="3789"/>
                    <a:pt x="1" y="3737"/>
                  </a:cubicBezTo>
                  <a:cubicBezTo>
                    <a:pt x="27" y="3574"/>
                    <a:pt x="44" y="3411"/>
                    <a:pt x="69" y="3256"/>
                  </a:cubicBezTo>
                  <a:cubicBezTo>
                    <a:pt x="104" y="2947"/>
                    <a:pt x="147" y="2646"/>
                    <a:pt x="198" y="2346"/>
                  </a:cubicBezTo>
                  <a:cubicBezTo>
                    <a:pt x="233" y="2096"/>
                    <a:pt x="276" y="1839"/>
                    <a:pt x="301" y="1598"/>
                  </a:cubicBezTo>
                  <a:cubicBezTo>
                    <a:pt x="327" y="1358"/>
                    <a:pt x="327" y="1126"/>
                    <a:pt x="370" y="902"/>
                  </a:cubicBezTo>
                  <a:cubicBezTo>
                    <a:pt x="379" y="816"/>
                    <a:pt x="542" y="0"/>
                    <a:pt x="594" y="0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15" name="Google Shape;16215;p54">
              <a:extLst>
                <a:ext uri="{FF2B5EF4-FFF2-40B4-BE49-F238E27FC236}">
                  <a16:creationId xmlns:a16="http://schemas.microsoft.com/office/drawing/2014/main" id="{769E5F0A-7ED8-6925-9A77-FF9FC62A9071}"/>
                </a:ext>
              </a:extLst>
            </p:cNvPr>
            <p:cNvSpPr/>
            <p:nvPr/>
          </p:nvSpPr>
          <p:spPr>
            <a:xfrm>
              <a:off x="5177750" y="1229175"/>
              <a:ext cx="64875" cy="104625"/>
            </a:xfrm>
            <a:custGeom>
              <a:avLst/>
              <a:gdLst/>
              <a:ahLst/>
              <a:cxnLst/>
              <a:rect l="l" t="t" r="r" b="b"/>
              <a:pathLst>
                <a:path w="2595" h="4185" extrusionOk="0">
                  <a:moveTo>
                    <a:pt x="877" y="1"/>
                  </a:moveTo>
                  <a:cubicBezTo>
                    <a:pt x="752" y="1"/>
                    <a:pt x="637" y="29"/>
                    <a:pt x="601" y="57"/>
                  </a:cubicBezTo>
                  <a:cubicBezTo>
                    <a:pt x="593" y="61"/>
                    <a:pt x="599" y="63"/>
                    <a:pt x="613" y="63"/>
                  </a:cubicBezTo>
                  <a:cubicBezTo>
                    <a:pt x="627" y="63"/>
                    <a:pt x="649" y="61"/>
                    <a:pt x="670" y="57"/>
                  </a:cubicBezTo>
                  <a:cubicBezTo>
                    <a:pt x="700" y="52"/>
                    <a:pt x="730" y="47"/>
                    <a:pt x="748" y="47"/>
                  </a:cubicBezTo>
                  <a:cubicBezTo>
                    <a:pt x="761" y="47"/>
                    <a:pt x="768" y="50"/>
                    <a:pt x="765" y="57"/>
                  </a:cubicBezTo>
                  <a:cubicBezTo>
                    <a:pt x="739" y="91"/>
                    <a:pt x="705" y="126"/>
                    <a:pt x="679" y="160"/>
                  </a:cubicBezTo>
                  <a:cubicBezTo>
                    <a:pt x="584" y="272"/>
                    <a:pt x="558" y="409"/>
                    <a:pt x="498" y="538"/>
                  </a:cubicBezTo>
                  <a:cubicBezTo>
                    <a:pt x="455" y="641"/>
                    <a:pt x="412" y="761"/>
                    <a:pt x="369" y="865"/>
                  </a:cubicBezTo>
                  <a:cubicBezTo>
                    <a:pt x="344" y="942"/>
                    <a:pt x="318" y="1036"/>
                    <a:pt x="301" y="1122"/>
                  </a:cubicBezTo>
                  <a:cubicBezTo>
                    <a:pt x="292" y="1208"/>
                    <a:pt x="309" y="1303"/>
                    <a:pt x="309" y="1397"/>
                  </a:cubicBezTo>
                  <a:cubicBezTo>
                    <a:pt x="309" y="1440"/>
                    <a:pt x="309" y="1492"/>
                    <a:pt x="309" y="1535"/>
                  </a:cubicBezTo>
                  <a:cubicBezTo>
                    <a:pt x="327" y="1758"/>
                    <a:pt x="335" y="1999"/>
                    <a:pt x="284" y="2222"/>
                  </a:cubicBezTo>
                  <a:cubicBezTo>
                    <a:pt x="249" y="2368"/>
                    <a:pt x="206" y="2506"/>
                    <a:pt x="172" y="2652"/>
                  </a:cubicBezTo>
                  <a:cubicBezTo>
                    <a:pt x="146" y="2772"/>
                    <a:pt x="129" y="2892"/>
                    <a:pt x="103" y="3012"/>
                  </a:cubicBezTo>
                  <a:cubicBezTo>
                    <a:pt x="34" y="3296"/>
                    <a:pt x="0" y="3554"/>
                    <a:pt x="103" y="3829"/>
                  </a:cubicBezTo>
                  <a:cubicBezTo>
                    <a:pt x="129" y="3906"/>
                    <a:pt x="155" y="3966"/>
                    <a:pt x="223" y="4018"/>
                  </a:cubicBezTo>
                  <a:cubicBezTo>
                    <a:pt x="258" y="4052"/>
                    <a:pt x="309" y="4104"/>
                    <a:pt x="352" y="4129"/>
                  </a:cubicBezTo>
                  <a:cubicBezTo>
                    <a:pt x="455" y="4172"/>
                    <a:pt x="593" y="4172"/>
                    <a:pt x="705" y="4181"/>
                  </a:cubicBezTo>
                  <a:cubicBezTo>
                    <a:pt x="717" y="4183"/>
                    <a:pt x="727" y="4184"/>
                    <a:pt x="737" y="4184"/>
                  </a:cubicBezTo>
                  <a:cubicBezTo>
                    <a:pt x="760" y="4184"/>
                    <a:pt x="777" y="4178"/>
                    <a:pt x="808" y="4172"/>
                  </a:cubicBezTo>
                  <a:cubicBezTo>
                    <a:pt x="819" y="4169"/>
                    <a:pt x="829" y="4168"/>
                    <a:pt x="837" y="4168"/>
                  </a:cubicBezTo>
                  <a:cubicBezTo>
                    <a:pt x="853" y="4168"/>
                    <a:pt x="865" y="4172"/>
                    <a:pt x="876" y="4172"/>
                  </a:cubicBezTo>
                  <a:cubicBezTo>
                    <a:pt x="888" y="4172"/>
                    <a:pt x="899" y="4176"/>
                    <a:pt x="916" y="4176"/>
                  </a:cubicBezTo>
                  <a:cubicBezTo>
                    <a:pt x="924" y="4176"/>
                    <a:pt x="934" y="4175"/>
                    <a:pt x="945" y="4172"/>
                  </a:cubicBezTo>
                  <a:cubicBezTo>
                    <a:pt x="957" y="4169"/>
                    <a:pt x="968" y="4168"/>
                    <a:pt x="979" y="4168"/>
                  </a:cubicBezTo>
                  <a:cubicBezTo>
                    <a:pt x="1002" y="4168"/>
                    <a:pt x="1025" y="4172"/>
                    <a:pt x="1048" y="4172"/>
                  </a:cubicBezTo>
                  <a:cubicBezTo>
                    <a:pt x="1074" y="4177"/>
                    <a:pt x="1100" y="4181"/>
                    <a:pt x="1123" y="4181"/>
                  </a:cubicBezTo>
                  <a:cubicBezTo>
                    <a:pt x="1147" y="4181"/>
                    <a:pt x="1168" y="4177"/>
                    <a:pt x="1186" y="4164"/>
                  </a:cubicBezTo>
                  <a:cubicBezTo>
                    <a:pt x="1237" y="4129"/>
                    <a:pt x="1418" y="4121"/>
                    <a:pt x="1469" y="4078"/>
                  </a:cubicBezTo>
                  <a:cubicBezTo>
                    <a:pt x="1512" y="4052"/>
                    <a:pt x="1555" y="4018"/>
                    <a:pt x="1607" y="4000"/>
                  </a:cubicBezTo>
                  <a:cubicBezTo>
                    <a:pt x="1650" y="3975"/>
                    <a:pt x="1684" y="3966"/>
                    <a:pt x="1718" y="3940"/>
                  </a:cubicBezTo>
                  <a:cubicBezTo>
                    <a:pt x="1736" y="3923"/>
                    <a:pt x="1753" y="3914"/>
                    <a:pt x="1770" y="3897"/>
                  </a:cubicBezTo>
                  <a:cubicBezTo>
                    <a:pt x="1830" y="3846"/>
                    <a:pt x="1787" y="3743"/>
                    <a:pt x="1873" y="3717"/>
                  </a:cubicBezTo>
                  <a:cubicBezTo>
                    <a:pt x="1933" y="3700"/>
                    <a:pt x="1993" y="3683"/>
                    <a:pt x="2036" y="3631"/>
                  </a:cubicBezTo>
                  <a:cubicBezTo>
                    <a:pt x="2062" y="3605"/>
                    <a:pt x="2071" y="3597"/>
                    <a:pt x="2079" y="3554"/>
                  </a:cubicBezTo>
                  <a:cubicBezTo>
                    <a:pt x="2088" y="3528"/>
                    <a:pt x="2088" y="3502"/>
                    <a:pt x="2096" y="3476"/>
                  </a:cubicBezTo>
                  <a:cubicBezTo>
                    <a:pt x="2096" y="3451"/>
                    <a:pt x="2174" y="3451"/>
                    <a:pt x="2165" y="3416"/>
                  </a:cubicBezTo>
                  <a:lnTo>
                    <a:pt x="2156" y="3382"/>
                  </a:lnTo>
                  <a:cubicBezTo>
                    <a:pt x="2156" y="3365"/>
                    <a:pt x="2174" y="3365"/>
                    <a:pt x="2174" y="3347"/>
                  </a:cubicBezTo>
                  <a:cubicBezTo>
                    <a:pt x="2199" y="3305"/>
                    <a:pt x="2182" y="3253"/>
                    <a:pt x="2199" y="3210"/>
                  </a:cubicBezTo>
                  <a:cubicBezTo>
                    <a:pt x="2217" y="3150"/>
                    <a:pt x="2268" y="3098"/>
                    <a:pt x="2294" y="3047"/>
                  </a:cubicBezTo>
                  <a:cubicBezTo>
                    <a:pt x="2311" y="3012"/>
                    <a:pt x="2320" y="2978"/>
                    <a:pt x="2346" y="2952"/>
                  </a:cubicBezTo>
                  <a:cubicBezTo>
                    <a:pt x="2363" y="2935"/>
                    <a:pt x="2388" y="2918"/>
                    <a:pt x="2397" y="2901"/>
                  </a:cubicBezTo>
                  <a:cubicBezTo>
                    <a:pt x="2406" y="2875"/>
                    <a:pt x="2406" y="2849"/>
                    <a:pt x="2406" y="2823"/>
                  </a:cubicBezTo>
                  <a:cubicBezTo>
                    <a:pt x="2414" y="2772"/>
                    <a:pt x="2431" y="2737"/>
                    <a:pt x="2440" y="2695"/>
                  </a:cubicBezTo>
                  <a:cubicBezTo>
                    <a:pt x="2457" y="2652"/>
                    <a:pt x="2457" y="2600"/>
                    <a:pt x="2483" y="2557"/>
                  </a:cubicBezTo>
                  <a:cubicBezTo>
                    <a:pt x="2500" y="2540"/>
                    <a:pt x="2517" y="2531"/>
                    <a:pt x="2535" y="2514"/>
                  </a:cubicBezTo>
                  <a:cubicBezTo>
                    <a:pt x="2560" y="2488"/>
                    <a:pt x="2560" y="2437"/>
                    <a:pt x="2569" y="2394"/>
                  </a:cubicBezTo>
                  <a:cubicBezTo>
                    <a:pt x="2577" y="2359"/>
                    <a:pt x="2577" y="2316"/>
                    <a:pt x="2586" y="2282"/>
                  </a:cubicBezTo>
                  <a:cubicBezTo>
                    <a:pt x="2595" y="2248"/>
                    <a:pt x="2560" y="2205"/>
                    <a:pt x="2560" y="2170"/>
                  </a:cubicBezTo>
                  <a:cubicBezTo>
                    <a:pt x="2552" y="2119"/>
                    <a:pt x="2543" y="2110"/>
                    <a:pt x="2569" y="2067"/>
                  </a:cubicBezTo>
                  <a:cubicBezTo>
                    <a:pt x="2595" y="2033"/>
                    <a:pt x="2535" y="2016"/>
                    <a:pt x="2535" y="1964"/>
                  </a:cubicBezTo>
                  <a:cubicBezTo>
                    <a:pt x="2535" y="1930"/>
                    <a:pt x="2517" y="1904"/>
                    <a:pt x="2500" y="1870"/>
                  </a:cubicBezTo>
                  <a:cubicBezTo>
                    <a:pt x="2483" y="1818"/>
                    <a:pt x="2517" y="1758"/>
                    <a:pt x="2500" y="1698"/>
                  </a:cubicBezTo>
                  <a:cubicBezTo>
                    <a:pt x="2474" y="1612"/>
                    <a:pt x="2492" y="1509"/>
                    <a:pt x="2457" y="1423"/>
                  </a:cubicBezTo>
                  <a:cubicBezTo>
                    <a:pt x="2440" y="1371"/>
                    <a:pt x="2423" y="1337"/>
                    <a:pt x="2414" y="1286"/>
                  </a:cubicBezTo>
                  <a:cubicBezTo>
                    <a:pt x="2406" y="1251"/>
                    <a:pt x="2397" y="1208"/>
                    <a:pt x="2380" y="1174"/>
                  </a:cubicBezTo>
                  <a:cubicBezTo>
                    <a:pt x="2320" y="1079"/>
                    <a:pt x="2242" y="985"/>
                    <a:pt x="2234" y="873"/>
                  </a:cubicBezTo>
                  <a:cubicBezTo>
                    <a:pt x="2234" y="822"/>
                    <a:pt x="2225" y="761"/>
                    <a:pt x="2182" y="710"/>
                  </a:cubicBezTo>
                  <a:cubicBezTo>
                    <a:pt x="2174" y="701"/>
                    <a:pt x="2156" y="693"/>
                    <a:pt x="2139" y="684"/>
                  </a:cubicBezTo>
                  <a:cubicBezTo>
                    <a:pt x="2122" y="667"/>
                    <a:pt x="2114" y="650"/>
                    <a:pt x="2088" y="633"/>
                  </a:cubicBezTo>
                  <a:cubicBezTo>
                    <a:pt x="2028" y="607"/>
                    <a:pt x="2019" y="590"/>
                    <a:pt x="1993" y="538"/>
                  </a:cubicBezTo>
                  <a:cubicBezTo>
                    <a:pt x="1967" y="504"/>
                    <a:pt x="1916" y="478"/>
                    <a:pt x="1882" y="444"/>
                  </a:cubicBezTo>
                  <a:cubicBezTo>
                    <a:pt x="1847" y="409"/>
                    <a:pt x="1813" y="383"/>
                    <a:pt x="1778" y="349"/>
                  </a:cubicBezTo>
                  <a:cubicBezTo>
                    <a:pt x="1753" y="315"/>
                    <a:pt x="1718" y="289"/>
                    <a:pt x="1684" y="263"/>
                  </a:cubicBezTo>
                  <a:cubicBezTo>
                    <a:pt x="1658" y="246"/>
                    <a:pt x="1641" y="229"/>
                    <a:pt x="1607" y="220"/>
                  </a:cubicBezTo>
                  <a:cubicBezTo>
                    <a:pt x="1581" y="220"/>
                    <a:pt x="1564" y="212"/>
                    <a:pt x="1547" y="203"/>
                  </a:cubicBezTo>
                  <a:cubicBezTo>
                    <a:pt x="1512" y="194"/>
                    <a:pt x="1512" y="194"/>
                    <a:pt x="1486" y="169"/>
                  </a:cubicBezTo>
                  <a:cubicBezTo>
                    <a:pt x="1469" y="151"/>
                    <a:pt x="1452" y="151"/>
                    <a:pt x="1426" y="134"/>
                  </a:cubicBezTo>
                  <a:cubicBezTo>
                    <a:pt x="1409" y="117"/>
                    <a:pt x="1392" y="100"/>
                    <a:pt x="1357" y="100"/>
                  </a:cubicBezTo>
                  <a:cubicBezTo>
                    <a:pt x="1340" y="91"/>
                    <a:pt x="1323" y="91"/>
                    <a:pt x="1315" y="91"/>
                  </a:cubicBezTo>
                  <a:cubicBezTo>
                    <a:pt x="1306" y="91"/>
                    <a:pt x="1297" y="91"/>
                    <a:pt x="1272" y="83"/>
                  </a:cubicBezTo>
                  <a:cubicBezTo>
                    <a:pt x="1220" y="66"/>
                    <a:pt x="1126" y="66"/>
                    <a:pt x="1074" y="48"/>
                  </a:cubicBezTo>
                  <a:cubicBezTo>
                    <a:pt x="1040" y="40"/>
                    <a:pt x="988" y="23"/>
                    <a:pt x="962" y="5"/>
                  </a:cubicBezTo>
                  <a:cubicBezTo>
                    <a:pt x="934" y="2"/>
                    <a:pt x="905" y="1"/>
                    <a:pt x="87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16" name="Google Shape;16216;p54">
              <a:extLst>
                <a:ext uri="{FF2B5EF4-FFF2-40B4-BE49-F238E27FC236}">
                  <a16:creationId xmlns:a16="http://schemas.microsoft.com/office/drawing/2014/main" id="{3C61565B-BE67-1CB3-5BB1-A5A3A587A03A}"/>
                </a:ext>
              </a:extLst>
            </p:cNvPr>
            <p:cNvSpPr/>
            <p:nvPr/>
          </p:nvSpPr>
          <p:spPr>
            <a:xfrm>
              <a:off x="5146375" y="1281500"/>
              <a:ext cx="250" cy="25"/>
            </a:xfrm>
            <a:custGeom>
              <a:avLst/>
              <a:gdLst/>
              <a:ahLst/>
              <a:cxnLst/>
              <a:rect l="l" t="t" r="r" b="b"/>
              <a:pathLst>
                <a:path w="10" h="1" extrusionOk="0">
                  <a:moveTo>
                    <a:pt x="1" y="0"/>
                  </a:moveTo>
                  <a:lnTo>
                    <a:pt x="1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17" name="Google Shape;16217;p54">
              <a:extLst>
                <a:ext uri="{FF2B5EF4-FFF2-40B4-BE49-F238E27FC236}">
                  <a16:creationId xmlns:a16="http://schemas.microsoft.com/office/drawing/2014/main" id="{B3A906EB-A4B8-F42E-DF21-EDDA75428D9A}"/>
                </a:ext>
              </a:extLst>
            </p:cNvPr>
            <p:cNvSpPr/>
            <p:nvPr/>
          </p:nvSpPr>
          <p:spPr>
            <a:xfrm>
              <a:off x="5146375" y="1229300"/>
              <a:ext cx="90025" cy="103925"/>
            </a:xfrm>
            <a:custGeom>
              <a:avLst/>
              <a:gdLst/>
              <a:ahLst/>
              <a:cxnLst/>
              <a:rect l="l" t="t" r="r" b="b"/>
              <a:pathLst>
                <a:path w="3601" h="4157" extrusionOk="0">
                  <a:moveTo>
                    <a:pt x="1960" y="0"/>
                  </a:moveTo>
                  <a:cubicBezTo>
                    <a:pt x="1917" y="0"/>
                    <a:pt x="1856" y="43"/>
                    <a:pt x="1813" y="61"/>
                  </a:cubicBezTo>
                  <a:cubicBezTo>
                    <a:pt x="1753" y="78"/>
                    <a:pt x="1710" y="78"/>
                    <a:pt x="1659" y="78"/>
                  </a:cubicBezTo>
                  <a:cubicBezTo>
                    <a:pt x="1650" y="77"/>
                    <a:pt x="1641" y="76"/>
                    <a:pt x="1632" y="76"/>
                  </a:cubicBezTo>
                  <a:cubicBezTo>
                    <a:pt x="1555" y="76"/>
                    <a:pt x="1479" y="107"/>
                    <a:pt x="1410" y="138"/>
                  </a:cubicBezTo>
                  <a:cubicBezTo>
                    <a:pt x="1375" y="155"/>
                    <a:pt x="1332" y="155"/>
                    <a:pt x="1289" y="172"/>
                  </a:cubicBezTo>
                  <a:cubicBezTo>
                    <a:pt x="1229" y="189"/>
                    <a:pt x="1212" y="215"/>
                    <a:pt x="1169" y="250"/>
                  </a:cubicBezTo>
                  <a:cubicBezTo>
                    <a:pt x="1109" y="301"/>
                    <a:pt x="1057" y="353"/>
                    <a:pt x="997" y="413"/>
                  </a:cubicBezTo>
                  <a:cubicBezTo>
                    <a:pt x="946" y="464"/>
                    <a:pt x="894" y="533"/>
                    <a:pt x="808" y="533"/>
                  </a:cubicBezTo>
                  <a:cubicBezTo>
                    <a:pt x="748" y="533"/>
                    <a:pt x="645" y="602"/>
                    <a:pt x="636" y="671"/>
                  </a:cubicBezTo>
                  <a:cubicBezTo>
                    <a:pt x="611" y="765"/>
                    <a:pt x="645" y="782"/>
                    <a:pt x="559" y="868"/>
                  </a:cubicBezTo>
                  <a:cubicBezTo>
                    <a:pt x="533" y="903"/>
                    <a:pt x="508" y="937"/>
                    <a:pt x="473" y="954"/>
                  </a:cubicBezTo>
                  <a:cubicBezTo>
                    <a:pt x="447" y="971"/>
                    <a:pt x="439" y="1057"/>
                    <a:pt x="413" y="1066"/>
                  </a:cubicBezTo>
                  <a:cubicBezTo>
                    <a:pt x="396" y="1083"/>
                    <a:pt x="387" y="1100"/>
                    <a:pt x="370" y="1109"/>
                  </a:cubicBezTo>
                  <a:lnTo>
                    <a:pt x="344" y="1109"/>
                  </a:lnTo>
                  <a:lnTo>
                    <a:pt x="319" y="1152"/>
                  </a:lnTo>
                  <a:cubicBezTo>
                    <a:pt x="293" y="1169"/>
                    <a:pt x="267" y="1177"/>
                    <a:pt x="241" y="1186"/>
                  </a:cubicBezTo>
                  <a:cubicBezTo>
                    <a:pt x="173" y="1238"/>
                    <a:pt x="147" y="1306"/>
                    <a:pt x="121" y="1392"/>
                  </a:cubicBezTo>
                  <a:cubicBezTo>
                    <a:pt x="104" y="1427"/>
                    <a:pt x="78" y="1444"/>
                    <a:pt x="78" y="1487"/>
                  </a:cubicBezTo>
                  <a:cubicBezTo>
                    <a:pt x="69" y="1547"/>
                    <a:pt x="78" y="1590"/>
                    <a:pt x="87" y="1641"/>
                  </a:cubicBezTo>
                  <a:cubicBezTo>
                    <a:pt x="104" y="1744"/>
                    <a:pt x="26" y="1805"/>
                    <a:pt x="18" y="1899"/>
                  </a:cubicBezTo>
                  <a:cubicBezTo>
                    <a:pt x="18" y="1942"/>
                    <a:pt x="44" y="1968"/>
                    <a:pt x="52" y="2002"/>
                  </a:cubicBezTo>
                  <a:cubicBezTo>
                    <a:pt x="61" y="2037"/>
                    <a:pt x="52" y="2097"/>
                    <a:pt x="44" y="2131"/>
                  </a:cubicBezTo>
                  <a:cubicBezTo>
                    <a:pt x="35" y="2174"/>
                    <a:pt x="9" y="2226"/>
                    <a:pt x="1" y="2286"/>
                  </a:cubicBezTo>
                  <a:cubicBezTo>
                    <a:pt x="1" y="2320"/>
                    <a:pt x="9" y="2354"/>
                    <a:pt x="9" y="2397"/>
                  </a:cubicBezTo>
                  <a:cubicBezTo>
                    <a:pt x="26" y="2458"/>
                    <a:pt x="52" y="2501"/>
                    <a:pt x="78" y="2552"/>
                  </a:cubicBezTo>
                  <a:cubicBezTo>
                    <a:pt x="104" y="2612"/>
                    <a:pt x="69" y="2647"/>
                    <a:pt x="61" y="2707"/>
                  </a:cubicBezTo>
                  <a:cubicBezTo>
                    <a:pt x="52" y="2767"/>
                    <a:pt x="61" y="2836"/>
                    <a:pt x="69" y="2887"/>
                  </a:cubicBezTo>
                  <a:cubicBezTo>
                    <a:pt x="95" y="2982"/>
                    <a:pt x="138" y="3076"/>
                    <a:pt x="215" y="3136"/>
                  </a:cubicBezTo>
                  <a:cubicBezTo>
                    <a:pt x="241" y="3153"/>
                    <a:pt x="267" y="3179"/>
                    <a:pt x="284" y="3214"/>
                  </a:cubicBezTo>
                  <a:cubicBezTo>
                    <a:pt x="319" y="3265"/>
                    <a:pt x="336" y="3291"/>
                    <a:pt x="387" y="3334"/>
                  </a:cubicBezTo>
                  <a:cubicBezTo>
                    <a:pt x="473" y="3394"/>
                    <a:pt x="482" y="3489"/>
                    <a:pt x="533" y="3566"/>
                  </a:cubicBezTo>
                  <a:cubicBezTo>
                    <a:pt x="551" y="3592"/>
                    <a:pt x="576" y="3626"/>
                    <a:pt x="611" y="3643"/>
                  </a:cubicBezTo>
                  <a:cubicBezTo>
                    <a:pt x="662" y="3660"/>
                    <a:pt x="722" y="3643"/>
                    <a:pt x="783" y="3678"/>
                  </a:cubicBezTo>
                  <a:cubicBezTo>
                    <a:pt x="817" y="3703"/>
                    <a:pt x="851" y="3729"/>
                    <a:pt x="886" y="3755"/>
                  </a:cubicBezTo>
                  <a:cubicBezTo>
                    <a:pt x="937" y="3781"/>
                    <a:pt x="989" y="3815"/>
                    <a:pt x="1023" y="3858"/>
                  </a:cubicBezTo>
                  <a:cubicBezTo>
                    <a:pt x="1092" y="3944"/>
                    <a:pt x="1126" y="3995"/>
                    <a:pt x="1229" y="4038"/>
                  </a:cubicBezTo>
                  <a:cubicBezTo>
                    <a:pt x="1315" y="4081"/>
                    <a:pt x="1410" y="4099"/>
                    <a:pt x="1504" y="4107"/>
                  </a:cubicBezTo>
                  <a:cubicBezTo>
                    <a:pt x="1539" y="4116"/>
                    <a:pt x="1573" y="4116"/>
                    <a:pt x="1607" y="4124"/>
                  </a:cubicBezTo>
                  <a:cubicBezTo>
                    <a:pt x="1642" y="4124"/>
                    <a:pt x="1667" y="4150"/>
                    <a:pt x="1702" y="4150"/>
                  </a:cubicBezTo>
                  <a:cubicBezTo>
                    <a:pt x="1719" y="4153"/>
                    <a:pt x="1734" y="4154"/>
                    <a:pt x="1749" y="4154"/>
                  </a:cubicBezTo>
                  <a:cubicBezTo>
                    <a:pt x="1778" y="4154"/>
                    <a:pt x="1805" y="4150"/>
                    <a:pt x="1839" y="4150"/>
                  </a:cubicBezTo>
                  <a:lnTo>
                    <a:pt x="1891" y="4150"/>
                  </a:lnTo>
                  <a:cubicBezTo>
                    <a:pt x="1904" y="4154"/>
                    <a:pt x="1917" y="4156"/>
                    <a:pt x="1931" y="4156"/>
                  </a:cubicBezTo>
                  <a:cubicBezTo>
                    <a:pt x="1945" y="4156"/>
                    <a:pt x="1960" y="4154"/>
                    <a:pt x="1977" y="4150"/>
                  </a:cubicBezTo>
                  <a:cubicBezTo>
                    <a:pt x="2003" y="4133"/>
                    <a:pt x="2020" y="4124"/>
                    <a:pt x="2054" y="4099"/>
                  </a:cubicBezTo>
                  <a:cubicBezTo>
                    <a:pt x="2088" y="4081"/>
                    <a:pt x="2114" y="4073"/>
                    <a:pt x="2149" y="4064"/>
                  </a:cubicBezTo>
                  <a:cubicBezTo>
                    <a:pt x="2243" y="4038"/>
                    <a:pt x="2338" y="4038"/>
                    <a:pt x="2432" y="4004"/>
                  </a:cubicBezTo>
                  <a:cubicBezTo>
                    <a:pt x="2509" y="3978"/>
                    <a:pt x="2587" y="3944"/>
                    <a:pt x="2673" y="3918"/>
                  </a:cubicBezTo>
                  <a:cubicBezTo>
                    <a:pt x="2750" y="3901"/>
                    <a:pt x="2776" y="3824"/>
                    <a:pt x="2827" y="3781"/>
                  </a:cubicBezTo>
                  <a:cubicBezTo>
                    <a:pt x="2887" y="3738"/>
                    <a:pt x="2930" y="3729"/>
                    <a:pt x="2982" y="3678"/>
                  </a:cubicBezTo>
                  <a:cubicBezTo>
                    <a:pt x="3008" y="3660"/>
                    <a:pt x="3016" y="3660"/>
                    <a:pt x="3033" y="3635"/>
                  </a:cubicBezTo>
                  <a:cubicBezTo>
                    <a:pt x="3042" y="3609"/>
                    <a:pt x="3068" y="3574"/>
                    <a:pt x="3076" y="3549"/>
                  </a:cubicBezTo>
                  <a:cubicBezTo>
                    <a:pt x="3094" y="3514"/>
                    <a:pt x="3137" y="3514"/>
                    <a:pt x="3137" y="3480"/>
                  </a:cubicBezTo>
                  <a:cubicBezTo>
                    <a:pt x="3145" y="3446"/>
                    <a:pt x="3162" y="3420"/>
                    <a:pt x="3171" y="3385"/>
                  </a:cubicBezTo>
                  <a:cubicBezTo>
                    <a:pt x="3188" y="3334"/>
                    <a:pt x="3197" y="3282"/>
                    <a:pt x="3222" y="3231"/>
                  </a:cubicBezTo>
                  <a:cubicBezTo>
                    <a:pt x="3231" y="3196"/>
                    <a:pt x="3257" y="3153"/>
                    <a:pt x="3283" y="3119"/>
                  </a:cubicBezTo>
                  <a:cubicBezTo>
                    <a:pt x="3326" y="3050"/>
                    <a:pt x="3360" y="2964"/>
                    <a:pt x="3394" y="2896"/>
                  </a:cubicBezTo>
                  <a:cubicBezTo>
                    <a:pt x="3463" y="2767"/>
                    <a:pt x="3601" y="2604"/>
                    <a:pt x="3575" y="2449"/>
                  </a:cubicBezTo>
                  <a:cubicBezTo>
                    <a:pt x="3558" y="2346"/>
                    <a:pt x="3549" y="2226"/>
                    <a:pt x="3506" y="2131"/>
                  </a:cubicBezTo>
                  <a:cubicBezTo>
                    <a:pt x="3489" y="2097"/>
                    <a:pt x="3463" y="2062"/>
                    <a:pt x="3463" y="2028"/>
                  </a:cubicBezTo>
                  <a:cubicBezTo>
                    <a:pt x="3454" y="1959"/>
                    <a:pt x="3480" y="1873"/>
                    <a:pt x="3489" y="1805"/>
                  </a:cubicBezTo>
                  <a:cubicBezTo>
                    <a:pt x="3506" y="1719"/>
                    <a:pt x="3497" y="1659"/>
                    <a:pt x="3480" y="1573"/>
                  </a:cubicBezTo>
                  <a:cubicBezTo>
                    <a:pt x="3463" y="1512"/>
                    <a:pt x="3463" y="1444"/>
                    <a:pt x="3454" y="1384"/>
                  </a:cubicBezTo>
                  <a:cubicBezTo>
                    <a:pt x="3437" y="1272"/>
                    <a:pt x="3403" y="1134"/>
                    <a:pt x="3334" y="1040"/>
                  </a:cubicBezTo>
                  <a:cubicBezTo>
                    <a:pt x="3308" y="1006"/>
                    <a:pt x="3274" y="997"/>
                    <a:pt x="3240" y="971"/>
                  </a:cubicBezTo>
                  <a:cubicBezTo>
                    <a:pt x="3214" y="954"/>
                    <a:pt x="3188" y="911"/>
                    <a:pt x="3171" y="885"/>
                  </a:cubicBezTo>
                  <a:cubicBezTo>
                    <a:pt x="3145" y="842"/>
                    <a:pt x="3128" y="791"/>
                    <a:pt x="3128" y="739"/>
                  </a:cubicBezTo>
                  <a:cubicBezTo>
                    <a:pt x="3128" y="696"/>
                    <a:pt x="3145" y="645"/>
                    <a:pt x="3119" y="602"/>
                  </a:cubicBezTo>
                  <a:cubicBezTo>
                    <a:pt x="3094" y="567"/>
                    <a:pt x="3059" y="542"/>
                    <a:pt x="3033" y="499"/>
                  </a:cubicBezTo>
                  <a:cubicBezTo>
                    <a:pt x="3016" y="447"/>
                    <a:pt x="2991" y="421"/>
                    <a:pt x="2948" y="387"/>
                  </a:cubicBezTo>
                  <a:cubicBezTo>
                    <a:pt x="2862" y="335"/>
                    <a:pt x="2784" y="284"/>
                    <a:pt x="2698" y="232"/>
                  </a:cubicBezTo>
                  <a:cubicBezTo>
                    <a:pt x="2655" y="207"/>
                    <a:pt x="2621" y="215"/>
                    <a:pt x="2578" y="198"/>
                  </a:cubicBezTo>
                  <a:cubicBezTo>
                    <a:pt x="2544" y="189"/>
                    <a:pt x="2484" y="146"/>
                    <a:pt x="2466" y="146"/>
                  </a:cubicBezTo>
                  <a:cubicBezTo>
                    <a:pt x="2453" y="151"/>
                    <a:pt x="2440" y="153"/>
                    <a:pt x="2428" y="153"/>
                  </a:cubicBezTo>
                  <a:cubicBezTo>
                    <a:pt x="2393" y="153"/>
                    <a:pt x="2363" y="135"/>
                    <a:pt x="2338" y="104"/>
                  </a:cubicBezTo>
                  <a:cubicBezTo>
                    <a:pt x="2303" y="78"/>
                    <a:pt x="2286" y="52"/>
                    <a:pt x="2243" y="35"/>
                  </a:cubicBezTo>
                  <a:cubicBezTo>
                    <a:pt x="2229" y="32"/>
                    <a:pt x="2213" y="31"/>
                    <a:pt x="2196" y="31"/>
                  </a:cubicBezTo>
                  <a:cubicBezTo>
                    <a:pt x="2162" y="31"/>
                    <a:pt x="2126" y="35"/>
                    <a:pt x="2097" y="35"/>
                  </a:cubicBezTo>
                  <a:cubicBezTo>
                    <a:pt x="2071" y="26"/>
                    <a:pt x="2054" y="26"/>
                    <a:pt x="2028" y="26"/>
                  </a:cubicBezTo>
                  <a:lnTo>
                    <a:pt x="1994" y="2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18" name="Google Shape;16218;p54">
              <a:extLst>
                <a:ext uri="{FF2B5EF4-FFF2-40B4-BE49-F238E27FC236}">
                  <a16:creationId xmlns:a16="http://schemas.microsoft.com/office/drawing/2014/main" id="{7423FCF3-F746-4BB3-F4D6-00F4582E7E3F}"/>
                </a:ext>
              </a:extLst>
            </p:cNvPr>
            <p:cNvSpPr/>
            <p:nvPr/>
          </p:nvSpPr>
          <p:spPr>
            <a:xfrm>
              <a:off x="5186325" y="1332175"/>
              <a:ext cx="1975" cy="900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78" y="35"/>
                  </a:moveTo>
                  <a:lnTo>
                    <a:pt x="78" y="35"/>
                  </a:lnTo>
                  <a:cubicBezTo>
                    <a:pt x="52" y="26"/>
                    <a:pt x="35" y="9"/>
                    <a:pt x="9" y="9"/>
                  </a:cubicBezTo>
                  <a:cubicBezTo>
                    <a:pt x="9" y="9"/>
                    <a:pt x="9" y="1"/>
                    <a:pt x="1" y="1"/>
                  </a:cubicBezTo>
                  <a:lnTo>
                    <a:pt x="1" y="1"/>
                  </a:lnTo>
                  <a:cubicBezTo>
                    <a:pt x="9" y="1"/>
                    <a:pt x="9" y="9"/>
                    <a:pt x="9" y="9"/>
                  </a:cubicBezTo>
                  <a:cubicBezTo>
                    <a:pt x="35" y="9"/>
                    <a:pt x="52" y="26"/>
                    <a:pt x="78" y="35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19" name="Google Shape;16219;p54">
              <a:extLst>
                <a:ext uri="{FF2B5EF4-FFF2-40B4-BE49-F238E27FC236}">
                  <a16:creationId xmlns:a16="http://schemas.microsoft.com/office/drawing/2014/main" id="{D9AF2A09-2184-DC08-8D83-4AC0B061CB38}"/>
                </a:ext>
              </a:extLst>
            </p:cNvPr>
            <p:cNvSpPr/>
            <p:nvPr/>
          </p:nvSpPr>
          <p:spPr>
            <a:xfrm>
              <a:off x="5220050" y="1239175"/>
              <a:ext cx="13775" cy="40825"/>
            </a:xfrm>
            <a:custGeom>
              <a:avLst/>
              <a:gdLst/>
              <a:ahLst/>
              <a:cxnLst/>
              <a:rect l="l" t="t" r="r" b="b"/>
              <a:pathLst>
                <a:path w="551" h="1633" extrusionOk="0">
                  <a:moveTo>
                    <a:pt x="516" y="1633"/>
                  </a:moveTo>
                  <a:cubicBezTo>
                    <a:pt x="507" y="1564"/>
                    <a:pt x="533" y="1478"/>
                    <a:pt x="542" y="1410"/>
                  </a:cubicBezTo>
                  <a:cubicBezTo>
                    <a:pt x="550" y="1384"/>
                    <a:pt x="550" y="1358"/>
                    <a:pt x="550" y="1332"/>
                  </a:cubicBezTo>
                  <a:cubicBezTo>
                    <a:pt x="550" y="1358"/>
                    <a:pt x="550" y="1384"/>
                    <a:pt x="542" y="1410"/>
                  </a:cubicBezTo>
                  <a:cubicBezTo>
                    <a:pt x="533" y="1478"/>
                    <a:pt x="507" y="1564"/>
                    <a:pt x="516" y="1633"/>
                  </a:cubicBezTo>
                  <a:close/>
                  <a:moveTo>
                    <a:pt x="86" y="104"/>
                  </a:moveTo>
                  <a:cubicBezTo>
                    <a:pt x="69" y="52"/>
                    <a:pt x="44" y="26"/>
                    <a:pt x="1" y="1"/>
                  </a:cubicBezTo>
                  <a:cubicBezTo>
                    <a:pt x="44" y="26"/>
                    <a:pt x="69" y="52"/>
                    <a:pt x="86" y="104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0" name="Google Shape;16220;p54">
              <a:extLst>
                <a:ext uri="{FF2B5EF4-FFF2-40B4-BE49-F238E27FC236}">
                  <a16:creationId xmlns:a16="http://schemas.microsoft.com/office/drawing/2014/main" id="{AEC71633-D159-EA31-3645-D149663D72FA}"/>
                </a:ext>
              </a:extLst>
            </p:cNvPr>
            <p:cNvSpPr/>
            <p:nvPr/>
          </p:nvSpPr>
          <p:spPr>
            <a:xfrm>
              <a:off x="5147875" y="1229300"/>
              <a:ext cx="87875" cy="103975"/>
            </a:xfrm>
            <a:custGeom>
              <a:avLst/>
              <a:gdLst/>
              <a:ahLst/>
              <a:cxnLst/>
              <a:rect l="l" t="t" r="r" b="b"/>
              <a:pathLst>
                <a:path w="3515" h="4159" extrusionOk="0">
                  <a:moveTo>
                    <a:pt x="1891" y="0"/>
                  </a:moveTo>
                  <a:cubicBezTo>
                    <a:pt x="1848" y="0"/>
                    <a:pt x="1788" y="43"/>
                    <a:pt x="1753" y="61"/>
                  </a:cubicBezTo>
                  <a:cubicBezTo>
                    <a:pt x="1711" y="69"/>
                    <a:pt x="1676" y="78"/>
                    <a:pt x="1642" y="78"/>
                  </a:cubicBezTo>
                  <a:lnTo>
                    <a:pt x="1573" y="78"/>
                  </a:lnTo>
                  <a:cubicBezTo>
                    <a:pt x="1496" y="78"/>
                    <a:pt x="1418" y="104"/>
                    <a:pt x="1350" y="138"/>
                  </a:cubicBezTo>
                  <a:lnTo>
                    <a:pt x="1341" y="138"/>
                  </a:lnTo>
                  <a:cubicBezTo>
                    <a:pt x="1367" y="164"/>
                    <a:pt x="1401" y="189"/>
                    <a:pt x="1436" y="198"/>
                  </a:cubicBezTo>
                  <a:cubicBezTo>
                    <a:pt x="1444" y="207"/>
                    <a:pt x="1461" y="207"/>
                    <a:pt x="1479" y="215"/>
                  </a:cubicBezTo>
                  <a:cubicBezTo>
                    <a:pt x="1496" y="224"/>
                    <a:pt x="1504" y="241"/>
                    <a:pt x="1522" y="258"/>
                  </a:cubicBezTo>
                  <a:cubicBezTo>
                    <a:pt x="1547" y="275"/>
                    <a:pt x="1582" y="293"/>
                    <a:pt x="1607" y="301"/>
                  </a:cubicBezTo>
                  <a:cubicBezTo>
                    <a:pt x="1633" y="301"/>
                    <a:pt x="1650" y="293"/>
                    <a:pt x="1676" y="293"/>
                  </a:cubicBezTo>
                  <a:cubicBezTo>
                    <a:pt x="1685" y="293"/>
                    <a:pt x="1693" y="293"/>
                    <a:pt x="1711" y="301"/>
                  </a:cubicBezTo>
                  <a:cubicBezTo>
                    <a:pt x="1745" y="310"/>
                    <a:pt x="1762" y="335"/>
                    <a:pt x="1796" y="344"/>
                  </a:cubicBezTo>
                  <a:cubicBezTo>
                    <a:pt x="1822" y="353"/>
                    <a:pt x="1839" y="353"/>
                    <a:pt x="1865" y="370"/>
                  </a:cubicBezTo>
                  <a:cubicBezTo>
                    <a:pt x="1925" y="413"/>
                    <a:pt x="1977" y="464"/>
                    <a:pt x="2028" y="507"/>
                  </a:cubicBezTo>
                  <a:cubicBezTo>
                    <a:pt x="2080" y="559"/>
                    <a:pt x="2123" y="610"/>
                    <a:pt x="2183" y="645"/>
                  </a:cubicBezTo>
                  <a:cubicBezTo>
                    <a:pt x="2235" y="679"/>
                    <a:pt x="2295" y="696"/>
                    <a:pt x="2346" y="722"/>
                  </a:cubicBezTo>
                  <a:cubicBezTo>
                    <a:pt x="2389" y="748"/>
                    <a:pt x="2441" y="774"/>
                    <a:pt x="2484" y="808"/>
                  </a:cubicBezTo>
                  <a:cubicBezTo>
                    <a:pt x="2518" y="834"/>
                    <a:pt x="2552" y="860"/>
                    <a:pt x="2587" y="894"/>
                  </a:cubicBezTo>
                  <a:cubicBezTo>
                    <a:pt x="2613" y="920"/>
                    <a:pt x="2656" y="937"/>
                    <a:pt x="2681" y="963"/>
                  </a:cubicBezTo>
                  <a:cubicBezTo>
                    <a:pt x="2716" y="980"/>
                    <a:pt x="2724" y="1014"/>
                    <a:pt x="2742" y="1049"/>
                  </a:cubicBezTo>
                  <a:cubicBezTo>
                    <a:pt x="2784" y="1134"/>
                    <a:pt x="2802" y="1220"/>
                    <a:pt x="2819" y="1306"/>
                  </a:cubicBezTo>
                  <a:cubicBezTo>
                    <a:pt x="2827" y="1349"/>
                    <a:pt x="2827" y="1384"/>
                    <a:pt x="2827" y="1427"/>
                  </a:cubicBezTo>
                  <a:cubicBezTo>
                    <a:pt x="2827" y="1444"/>
                    <a:pt x="2827" y="1461"/>
                    <a:pt x="2827" y="1470"/>
                  </a:cubicBezTo>
                  <a:cubicBezTo>
                    <a:pt x="2827" y="1504"/>
                    <a:pt x="2819" y="1512"/>
                    <a:pt x="2810" y="1538"/>
                  </a:cubicBezTo>
                  <a:cubicBezTo>
                    <a:pt x="2793" y="1573"/>
                    <a:pt x="2802" y="1616"/>
                    <a:pt x="2802" y="1659"/>
                  </a:cubicBezTo>
                  <a:cubicBezTo>
                    <a:pt x="2802" y="1676"/>
                    <a:pt x="2802" y="1693"/>
                    <a:pt x="2802" y="1710"/>
                  </a:cubicBezTo>
                  <a:cubicBezTo>
                    <a:pt x="2810" y="1736"/>
                    <a:pt x="2819" y="1753"/>
                    <a:pt x="2819" y="1779"/>
                  </a:cubicBezTo>
                  <a:cubicBezTo>
                    <a:pt x="2819" y="1787"/>
                    <a:pt x="2810" y="1805"/>
                    <a:pt x="2810" y="1822"/>
                  </a:cubicBezTo>
                  <a:cubicBezTo>
                    <a:pt x="2810" y="1839"/>
                    <a:pt x="2802" y="1856"/>
                    <a:pt x="2802" y="1873"/>
                  </a:cubicBezTo>
                  <a:lnTo>
                    <a:pt x="2784" y="1908"/>
                  </a:lnTo>
                  <a:cubicBezTo>
                    <a:pt x="2776" y="1933"/>
                    <a:pt x="2776" y="1968"/>
                    <a:pt x="2776" y="1994"/>
                  </a:cubicBezTo>
                  <a:cubicBezTo>
                    <a:pt x="2767" y="2019"/>
                    <a:pt x="2767" y="2028"/>
                    <a:pt x="2759" y="2054"/>
                  </a:cubicBezTo>
                  <a:cubicBezTo>
                    <a:pt x="2759" y="2088"/>
                    <a:pt x="2742" y="2122"/>
                    <a:pt x="2750" y="2148"/>
                  </a:cubicBezTo>
                  <a:cubicBezTo>
                    <a:pt x="2750" y="2191"/>
                    <a:pt x="2793" y="2243"/>
                    <a:pt x="2810" y="2286"/>
                  </a:cubicBezTo>
                  <a:cubicBezTo>
                    <a:pt x="2819" y="2311"/>
                    <a:pt x="2827" y="2329"/>
                    <a:pt x="2819" y="2363"/>
                  </a:cubicBezTo>
                  <a:cubicBezTo>
                    <a:pt x="2819" y="2380"/>
                    <a:pt x="2802" y="2406"/>
                    <a:pt x="2802" y="2423"/>
                  </a:cubicBezTo>
                  <a:cubicBezTo>
                    <a:pt x="2784" y="2475"/>
                    <a:pt x="2784" y="2518"/>
                    <a:pt x="2767" y="2569"/>
                  </a:cubicBezTo>
                  <a:cubicBezTo>
                    <a:pt x="2750" y="2604"/>
                    <a:pt x="2724" y="2647"/>
                    <a:pt x="2707" y="2690"/>
                  </a:cubicBezTo>
                  <a:cubicBezTo>
                    <a:pt x="2699" y="2724"/>
                    <a:pt x="2681" y="2758"/>
                    <a:pt x="2673" y="2793"/>
                  </a:cubicBezTo>
                  <a:cubicBezTo>
                    <a:pt x="2664" y="2836"/>
                    <a:pt x="2647" y="2870"/>
                    <a:pt x="2638" y="2913"/>
                  </a:cubicBezTo>
                  <a:cubicBezTo>
                    <a:pt x="2621" y="2973"/>
                    <a:pt x="2613" y="3025"/>
                    <a:pt x="2578" y="3076"/>
                  </a:cubicBezTo>
                  <a:cubicBezTo>
                    <a:pt x="2552" y="3119"/>
                    <a:pt x="2527" y="3153"/>
                    <a:pt x="2518" y="3196"/>
                  </a:cubicBezTo>
                  <a:cubicBezTo>
                    <a:pt x="2510" y="3282"/>
                    <a:pt x="2492" y="3360"/>
                    <a:pt x="2432" y="3411"/>
                  </a:cubicBezTo>
                  <a:cubicBezTo>
                    <a:pt x="2389" y="3454"/>
                    <a:pt x="2346" y="3480"/>
                    <a:pt x="2312" y="3523"/>
                  </a:cubicBezTo>
                  <a:cubicBezTo>
                    <a:pt x="2295" y="3540"/>
                    <a:pt x="2286" y="3566"/>
                    <a:pt x="2269" y="3600"/>
                  </a:cubicBezTo>
                  <a:cubicBezTo>
                    <a:pt x="2260" y="3617"/>
                    <a:pt x="2243" y="3635"/>
                    <a:pt x="2235" y="3660"/>
                  </a:cubicBezTo>
                  <a:lnTo>
                    <a:pt x="2200" y="3686"/>
                  </a:lnTo>
                  <a:cubicBezTo>
                    <a:pt x="2200" y="3695"/>
                    <a:pt x="2192" y="3695"/>
                    <a:pt x="2183" y="3695"/>
                  </a:cubicBezTo>
                  <a:lnTo>
                    <a:pt x="2157" y="3695"/>
                  </a:lnTo>
                  <a:cubicBezTo>
                    <a:pt x="2149" y="3686"/>
                    <a:pt x="2140" y="3686"/>
                    <a:pt x="2132" y="3686"/>
                  </a:cubicBezTo>
                  <a:lnTo>
                    <a:pt x="2114" y="3686"/>
                  </a:lnTo>
                  <a:cubicBezTo>
                    <a:pt x="2106" y="3703"/>
                    <a:pt x="2080" y="3703"/>
                    <a:pt x="2063" y="3703"/>
                  </a:cubicBezTo>
                  <a:lnTo>
                    <a:pt x="1900" y="3703"/>
                  </a:lnTo>
                  <a:cubicBezTo>
                    <a:pt x="1865" y="3703"/>
                    <a:pt x="1831" y="3703"/>
                    <a:pt x="1796" y="3712"/>
                  </a:cubicBezTo>
                  <a:cubicBezTo>
                    <a:pt x="1762" y="3720"/>
                    <a:pt x="1736" y="3729"/>
                    <a:pt x="1702" y="3729"/>
                  </a:cubicBezTo>
                  <a:lnTo>
                    <a:pt x="1685" y="3729"/>
                  </a:lnTo>
                  <a:cubicBezTo>
                    <a:pt x="1668" y="3729"/>
                    <a:pt x="1659" y="3738"/>
                    <a:pt x="1650" y="3746"/>
                  </a:cubicBezTo>
                  <a:cubicBezTo>
                    <a:pt x="1642" y="3755"/>
                    <a:pt x="1633" y="3763"/>
                    <a:pt x="1616" y="3763"/>
                  </a:cubicBezTo>
                  <a:lnTo>
                    <a:pt x="1607" y="3763"/>
                  </a:lnTo>
                  <a:cubicBezTo>
                    <a:pt x="1564" y="3755"/>
                    <a:pt x="1522" y="3746"/>
                    <a:pt x="1470" y="3738"/>
                  </a:cubicBezTo>
                  <a:cubicBezTo>
                    <a:pt x="1427" y="3729"/>
                    <a:pt x="1367" y="3720"/>
                    <a:pt x="1324" y="3712"/>
                  </a:cubicBezTo>
                  <a:lnTo>
                    <a:pt x="1169" y="3712"/>
                  </a:lnTo>
                  <a:cubicBezTo>
                    <a:pt x="1161" y="3712"/>
                    <a:pt x="1144" y="3720"/>
                    <a:pt x="1135" y="3720"/>
                  </a:cubicBezTo>
                  <a:cubicBezTo>
                    <a:pt x="1118" y="3720"/>
                    <a:pt x="1101" y="3712"/>
                    <a:pt x="1083" y="3703"/>
                  </a:cubicBezTo>
                  <a:lnTo>
                    <a:pt x="989" y="3703"/>
                  </a:lnTo>
                  <a:cubicBezTo>
                    <a:pt x="972" y="3703"/>
                    <a:pt x="954" y="3703"/>
                    <a:pt x="946" y="3695"/>
                  </a:cubicBezTo>
                  <a:cubicBezTo>
                    <a:pt x="903" y="3660"/>
                    <a:pt x="877" y="3635"/>
                    <a:pt x="834" y="3626"/>
                  </a:cubicBezTo>
                  <a:cubicBezTo>
                    <a:pt x="791" y="3617"/>
                    <a:pt x="774" y="3592"/>
                    <a:pt x="740" y="3566"/>
                  </a:cubicBezTo>
                  <a:cubicBezTo>
                    <a:pt x="723" y="3549"/>
                    <a:pt x="654" y="3549"/>
                    <a:pt x="637" y="3531"/>
                  </a:cubicBezTo>
                  <a:cubicBezTo>
                    <a:pt x="619" y="3514"/>
                    <a:pt x="491" y="3437"/>
                    <a:pt x="482" y="3420"/>
                  </a:cubicBezTo>
                  <a:cubicBezTo>
                    <a:pt x="465" y="3394"/>
                    <a:pt x="456" y="3377"/>
                    <a:pt x="439" y="3351"/>
                  </a:cubicBezTo>
                  <a:cubicBezTo>
                    <a:pt x="413" y="3308"/>
                    <a:pt x="370" y="3274"/>
                    <a:pt x="336" y="3231"/>
                  </a:cubicBezTo>
                  <a:cubicBezTo>
                    <a:pt x="302" y="3188"/>
                    <a:pt x="267" y="3153"/>
                    <a:pt x="224" y="3119"/>
                  </a:cubicBezTo>
                  <a:cubicBezTo>
                    <a:pt x="173" y="3076"/>
                    <a:pt x="216" y="2990"/>
                    <a:pt x="173" y="2939"/>
                  </a:cubicBezTo>
                  <a:lnTo>
                    <a:pt x="147" y="2904"/>
                  </a:lnTo>
                  <a:cubicBezTo>
                    <a:pt x="138" y="2896"/>
                    <a:pt x="113" y="2896"/>
                    <a:pt x="95" y="2887"/>
                  </a:cubicBezTo>
                  <a:cubicBezTo>
                    <a:pt x="70" y="2879"/>
                    <a:pt x="61" y="2870"/>
                    <a:pt x="44" y="2853"/>
                  </a:cubicBezTo>
                  <a:cubicBezTo>
                    <a:pt x="35" y="2836"/>
                    <a:pt x="18" y="2827"/>
                    <a:pt x="1" y="2818"/>
                  </a:cubicBezTo>
                  <a:lnTo>
                    <a:pt x="1" y="2818"/>
                  </a:lnTo>
                  <a:cubicBezTo>
                    <a:pt x="1" y="2844"/>
                    <a:pt x="9" y="2861"/>
                    <a:pt x="9" y="2887"/>
                  </a:cubicBezTo>
                  <a:cubicBezTo>
                    <a:pt x="35" y="2982"/>
                    <a:pt x="78" y="3076"/>
                    <a:pt x="155" y="3136"/>
                  </a:cubicBezTo>
                  <a:lnTo>
                    <a:pt x="164" y="3136"/>
                  </a:lnTo>
                  <a:cubicBezTo>
                    <a:pt x="190" y="3162"/>
                    <a:pt x="207" y="3179"/>
                    <a:pt x="224" y="3214"/>
                  </a:cubicBezTo>
                  <a:cubicBezTo>
                    <a:pt x="250" y="3265"/>
                    <a:pt x="267" y="3291"/>
                    <a:pt x="319" y="3325"/>
                  </a:cubicBezTo>
                  <a:cubicBezTo>
                    <a:pt x="319" y="3325"/>
                    <a:pt x="327" y="3334"/>
                    <a:pt x="327" y="3334"/>
                  </a:cubicBezTo>
                  <a:cubicBezTo>
                    <a:pt x="396" y="3385"/>
                    <a:pt x="413" y="3454"/>
                    <a:pt x="448" y="3514"/>
                  </a:cubicBezTo>
                  <a:cubicBezTo>
                    <a:pt x="456" y="3531"/>
                    <a:pt x="465" y="3549"/>
                    <a:pt x="473" y="3566"/>
                  </a:cubicBezTo>
                  <a:cubicBezTo>
                    <a:pt x="491" y="3592"/>
                    <a:pt x="516" y="3626"/>
                    <a:pt x="542" y="3635"/>
                  </a:cubicBezTo>
                  <a:cubicBezTo>
                    <a:pt x="542" y="3635"/>
                    <a:pt x="542" y="3635"/>
                    <a:pt x="551" y="3643"/>
                  </a:cubicBezTo>
                  <a:cubicBezTo>
                    <a:pt x="602" y="3660"/>
                    <a:pt x="662" y="3643"/>
                    <a:pt x="723" y="3678"/>
                  </a:cubicBezTo>
                  <a:cubicBezTo>
                    <a:pt x="757" y="3703"/>
                    <a:pt x="791" y="3729"/>
                    <a:pt x="826" y="3755"/>
                  </a:cubicBezTo>
                  <a:lnTo>
                    <a:pt x="834" y="3755"/>
                  </a:lnTo>
                  <a:cubicBezTo>
                    <a:pt x="877" y="3789"/>
                    <a:pt x="937" y="3815"/>
                    <a:pt x="963" y="3858"/>
                  </a:cubicBezTo>
                  <a:cubicBezTo>
                    <a:pt x="1032" y="3944"/>
                    <a:pt x="1066" y="3995"/>
                    <a:pt x="1169" y="4038"/>
                  </a:cubicBezTo>
                  <a:cubicBezTo>
                    <a:pt x="1255" y="4081"/>
                    <a:pt x="1350" y="4099"/>
                    <a:pt x="1444" y="4107"/>
                  </a:cubicBezTo>
                  <a:cubicBezTo>
                    <a:pt x="1479" y="4116"/>
                    <a:pt x="1513" y="4116"/>
                    <a:pt x="1539" y="4116"/>
                  </a:cubicBezTo>
                  <a:cubicBezTo>
                    <a:pt x="1547" y="4116"/>
                    <a:pt x="1547" y="4124"/>
                    <a:pt x="1547" y="4124"/>
                  </a:cubicBezTo>
                  <a:cubicBezTo>
                    <a:pt x="1573" y="4124"/>
                    <a:pt x="1590" y="4141"/>
                    <a:pt x="1616" y="4150"/>
                  </a:cubicBezTo>
                  <a:lnTo>
                    <a:pt x="1642" y="4150"/>
                  </a:lnTo>
                  <a:cubicBezTo>
                    <a:pt x="1659" y="4159"/>
                    <a:pt x="1676" y="4159"/>
                    <a:pt x="1693" y="4159"/>
                  </a:cubicBezTo>
                  <a:cubicBezTo>
                    <a:pt x="1719" y="4159"/>
                    <a:pt x="1745" y="4150"/>
                    <a:pt x="1779" y="4150"/>
                  </a:cubicBezTo>
                  <a:lnTo>
                    <a:pt x="1831" y="4150"/>
                  </a:lnTo>
                  <a:cubicBezTo>
                    <a:pt x="1848" y="4150"/>
                    <a:pt x="1857" y="4159"/>
                    <a:pt x="1865" y="4159"/>
                  </a:cubicBezTo>
                  <a:cubicBezTo>
                    <a:pt x="1882" y="4159"/>
                    <a:pt x="1900" y="4150"/>
                    <a:pt x="1917" y="4150"/>
                  </a:cubicBezTo>
                  <a:cubicBezTo>
                    <a:pt x="1943" y="4133"/>
                    <a:pt x="1960" y="4124"/>
                    <a:pt x="1994" y="4099"/>
                  </a:cubicBezTo>
                  <a:cubicBezTo>
                    <a:pt x="2028" y="4081"/>
                    <a:pt x="2054" y="4073"/>
                    <a:pt x="2089" y="4064"/>
                  </a:cubicBezTo>
                  <a:cubicBezTo>
                    <a:pt x="2183" y="4047"/>
                    <a:pt x="2278" y="4038"/>
                    <a:pt x="2363" y="4004"/>
                  </a:cubicBezTo>
                  <a:lnTo>
                    <a:pt x="2372" y="4004"/>
                  </a:lnTo>
                  <a:cubicBezTo>
                    <a:pt x="2449" y="3978"/>
                    <a:pt x="2527" y="3944"/>
                    <a:pt x="2613" y="3918"/>
                  </a:cubicBezTo>
                  <a:cubicBezTo>
                    <a:pt x="2690" y="3901"/>
                    <a:pt x="2716" y="3824"/>
                    <a:pt x="2767" y="3781"/>
                  </a:cubicBezTo>
                  <a:cubicBezTo>
                    <a:pt x="2827" y="3738"/>
                    <a:pt x="2870" y="3729"/>
                    <a:pt x="2922" y="3678"/>
                  </a:cubicBezTo>
                  <a:cubicBezTo>
                    <a:pt x="2948" y="3660"/>
                    <a:pt x="2956" y="3660"/>
                    <a:pt x="2973" y="3635"/>
                  </a:cubicBezTo>
                  <a:cubicBezTo>
                    <a:pt x="2982" y="3609"/>
                    <a:pt x="3008" y="3574"/>
                    <a:pt x="3016" y="3549"/>
                  </a:cubicBezTo>
                  <a:cubicBezTo>
                    <a:pt x="3034" y="3514"/>
                    <a:pt x="3077" y="3514"/>
                    <a:pt x="3077" y="3480"/>
                  </a:cubicBezTo>
                  <a:cubicBezTo>
                    <a:pt x="3085" y="3446"/>
                    <a:pt x="3102" y="3420"/>
                    <a:pt x="3111" y="3385"/>
                  </a:cubicBezTo>
                  <a:cubicBezTo>
                    <a:pt x="3128" y="3334"/>
                    <a:pt x="3137" y="3282"/>
                    <a:pt x="3162" y="3231"/>
                  </a:cubicBezTo>
                  <a:cubicBezTo>
                    <a:pt x="3171" y="3196"/>
                    <a:pt x="3197" y="3153"/>
                    <a:pt x="3223" y="3119"/>
                  </a:cubicBezTo>
                  <a:cubicBezTo>
                    <a:pt x="3266" y="3050"/>
                    <a:pt x="3300" y="2964"/>
                    <a:pt x="3334" y="2896"/>
                  </a:cubicBezTo>
                  <a:cubicBezTo>
                    <a:pt x="3403" y="2775"/>
                    <a:pt x="3515" y="2629"/>
                    <a:pt x="3515" y="2483"/>
                  </a:cubicBezTo>
                  <a:cubicBezTo>
                    <a:pt x="3515" y="2475"/>
                    <a:pt x="3515" y="2458"/>
                    <a:pt x="3515" y="2449"/>
                  </a:cubicBezTo>
                  <a:cubicBezTo>
                    <a:pt x="3498" y="2346"/>
                    <a:pt x="3489" y="2226"/>
                    <a:pt x="3446" y="2131"/>
                  </a:cubicBezTo>
                  <a:cubicBezTo>
                    <a:pt x="3429" y="2097"/>
                    <a:pt x="3403" y="2062"/>
                    <a:pt x="3403" y="2028"/>
                  </a:cubicBezTo>
                  <a:cubicBezTo>
                    <a:pt x="3394" y="1959"/>
                    <a:pt x="3420" y="1873"/>
                    <a:pt x="3429" y="1805"/>
                  </a:cubicBezTo>
                  <a:cubicBezTo>
                    <a:pt x="3437" y="1779"/>
                    <a:pt x="3437" y="1753"/>
                    <a:pt x="3437" y="1727"/>
                  </a:cubicBezTo>
                  <a:cubicBezTo>
                    <a:pt x="3437" y="1676"/>
                    <a:pt x="3429" y="1633"/>
                    <a:pt x="3420" y="1573"/>
                  </a:cubicBezTo>
                  <a:cubicBezTo>
                    <a:pt x="3403" y="1512"/>
                    <a:pt x="3403" y="1444"/>
                    <a:pt x="3394" y="1384"/>
                  </a:cubicBezTo>
                  <a:cubicBezTo>
                    <a:pt x="3377" y="1272"/>
                    <a:pt x="3343" y="1134"/>
                    <a:pt x="3274" y="1040"/>
                  </a:cubicBezTo>
                  <a:cubicBezTo>
                    <a:pt x="3248" y="1006"/>
                    <a:pt x="3214" y="997"/>
                    <a:pt x="3180" y="971"/>
                  </a:cubicBezTo>
                  <a:cubicBezTo>
                    <a:pt x="3154" y="954"/>
                    <a:pt x="3128" y="911"/>
                    <a:pt x="3111" y="885"/>
                  </a:cubicBezTo>
                  <a:cubicBezTo>
                    <a:pt x="3085" y="851"/>
                    <a:pt x="3068" y="799"/>
                    <a:pt x="3068" y="756"/>
                  </a:cubicBezTo>
                  <a:lnTo>
                    <a:pt x="3068" y="739"/>
                  </a:lnTo>
                  <a:cubicBezTo>
                    <a:pt x="3068" y="713"/>
                    <a:pt x="3077" y="688"/>
                    <a:pt x="3077" y="662"/>
                  </a:cubicBezTo>
                  <a:cubicBezTo>
                    <a:pt x="3077" y="645"/>
                    <a:pt x="3068" y="619"/>
                    <a:pt x="3059" y="602"/>
                  </a:cubicBezTo>
                  <a:cubicBezTo>
                    <a:pt x="3034" y="567"/>
                    <a:pt x="2999" y="542"/>
                    <a:pt x="2973" y="499"/>
                  </a:cubicBezTo>
                  <a:cubicBezTo>
                    <a:pt x="2956" y="447"/>
                    <a:pt x="2931" y="421"/>
                    <a:pt x="2888" y="396"/>
                  </a:cubicBezTo>
                  <a:cubicBezTo>
                    <a:pt x="2888" y="387"/>
                    <a:pt x="2888" y="387"/>
                    <a:pt x="2888" y="387"/>
                  </a:cubicBezTo>
                  <a:cubicBezTo>
                    <a:pt x="2802" y="335"/>
                    <a:pt x="2724" y="284"/>
                    <a:pt x="2638" y="232"/>
                  </a:cubicBezTo>
                  <a:cubicBezTo>
                    <a:pt x="2595" y="207"/>
                    <a:pt x="2561" y="215"/>
                    <a:pt x="2518" y="198"/>
                  </a:cubicBezTo>
                  <a:cubicBezTo>
                    <a:pt x="2484" y="189"/>
                    <a:pt x="2424" y="146"/>
                    <a:pt x="2406" y="146"/>
                  </a:cubicBezTo>
                  <a:cubicBezTo>
                    <a:pt x="2398" y="155"/>
                    <a:pt x="2381" y="155"/>
                    <a:pt x="2372" y="155"/>
                  </a:cubicBezTo>
                  <a:cubicBezTo>
                    <a:pt x="2338" y="155"/>
                    <a:pt x="2303" y="138"/>
                    <a:pt x="2278" y="104"/>
                  </a:cubicBezTo>
                  <a:cubicBezTo>
                    <a:pt x="2243" y="78"/>
                    <a:pt x="2226" y="52"/>
                    <a:pt x="2183" y="35"/>
                  </a:cubicBezTo>
                  <a:cubicBezTo>
                    <a:pt x="2169" y="32"/>
                    <a:pt x="2153" y="31"/>
                    <a:pt x="2136" y="31"/>
                  </a:cubicBezTo>
                  <a:cubicBezTo>
                    <a:pt x="2102" y="31"/>
                    <a:pt x="2066" y="35"/>
                    <a:pt x="2037" y="35"/>
                  </a:cubicBezTo>
                  <a:cubicBezTo>
                    <a:pt x="2011" y="26"/>
                    <a:pt x="1994" y="26"/>
                    <a:pt x="1968" y="26"/>
                  </a:cubicBezTo>
                  <a:lnTo>
                    <a:pt x="1934" y="26"/>
                  </a:lnTo>
                  <a:lnTo>
                    <a:pt x="1900" y="0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1" name="Google Shape;16221;p54">
              <a:extLst>
                <a:ext uri="{FF2B5EF4-FFF2-40B4-BE49-F238E27FC236}">
                  <a16:creationId xmlns:a16="http://schemas.microsoft.com/office/drawing/2014/main" id="{7FB5A054-C268-B2EC-5B26-A58A825898A9}"/>
                </a:ext>
              </a:extLst>
            </p:cNvPr>
            <p:cNvSpPr/>
            <p:nvPr/>
          </p:nvSpPr>
          <p:spPr>
            <a:xfrm>
              <a:off x="5155825" y="1284075"/>
              <a:ext cx="56100" cy="42825"/>
            </a:xfrm>
            <a:custGeom>
              <a:avLst/>
              <a:gdLst/>
              <a:ahLst/>
              <a:cxnLst/>
              <a:rect l="l" t="t" r="r" b="b"/>
              <a:pathLst>
                <a:path w="2244" h="1713" extrusionOk="0">
                  <a:moveTo>
                    <a:pt x="69" y="0"/>
                  </a:moveTo>
                  <a:lnTo>
                    <a:pt x="35" y="78"/>
                  </a:lnTo>
                  <a:cubicBezTo>
                    <a:pt x="35" y="95"/>
                    <a:pt x="52" y="120"/>
                    <a:pt x="52" y="146"/>
                  </a:cubicBezTo>
                  <a:cubicBezTo>
                    <a:pt x="69" y="189"/>
                    <a:pt x="52" y="215"/>
                    <a:pt x="44" y="258"/>
                  </a:cubicBezTo>
                  <a:cubicBezTo>
                    <a:pt x="27" y="301"/>
                    <a:pt x="1" y="352"/>
                    <a:pt x="27" y="404"/>
                  </a:cubicBezTo>
                  <a:cubicBezTo>
                    <a:pt x="44" y="447"/>
                    <a:pt x="87" y="490"/>
                    <a:pt x="95" y="541"/>
                  </a:cubicBezTo>
                  <a:cubicBezTo>
                    <a:pt x="104" y="576"/>
                    <a:pt x="112" y="610"/>
                    <a:pt x="121" y="636"/>
                  </a:cubicBezTo>
                  <a:cubicBezTo>
                    <a:pt x="130" y="679"/>
                    <a:pt x="138" y="705"/>
                    <a:pt x="164" y="748"/>
                  </a:cubicBezTo>
                  <a:cubicBezTo>
                    <a:pt x="173" y="765"/>
                    <a:pt x="190" y="799"/>
                    <a:pt x="190" y="816"/>
                  </a:cubicBezTo>
                  <a:lnTo>
                    <a:pt x="198" y="851"/>
                  </a:lnTo>
                  <a:lnTo>
                    <a:pt x="198" y="859"/>
                  </a:lnTo>
                  <a:lnTo>
                    <a:pt x="198" y="894"/>
                  </a:lnTo>
                  <a:cubicBezTo>
                    <a:pt x="207" y="911"/>
                    <a:pt x="224" y="937"/>
                    <a:pt x="241" y="954"/>
                  </a:cubicBezTo>
                  <a:lnTo>
                    <a:pt x="258" y="988"/>
                  </a:lnTo>
                  <a:lnTo>
                    <a:pt x="267" y="1014"/>
                  </a:lnTo>
                  <a:cubicBezTo>
                    <a:pt x="284" y="1031"/>
                    <a:pt x="301" y="1048"/>
                    <a:pt x="310" y="1074"/>
                  </a:cubicBezTo>
                  <a:cubicBezTo>
                    <a:pt x="319" y="1091"/>
                    <a:pt x="319" y="1109"/>
                    <a:pt x="319" y="1126"/>
                  </a:cubicBezTo>
                  <a:cubicBezTo>
                    <a:pt x="319" y="1143"/>
                    <a:pt x="301" y="1160"/>
                    <a:pt x="301" y="1169"/>
                  </a:cubicBezTo>
                  <a:cubicBezTo>
                    <a:pt x="301" y="1203"/>
                    <a:pt x="327" y="1203"/>
                    <a:pt x="353" y="1212"/>
                  </a:cubicBezTo>
                  <a:cubicBezTo>
                    <a:pt x="370" y="1220"/>
                    <a:pt x="396" y="1237"/>
                    <a:pt x="413" y="1237"/>
                  </a:cubicBezTo>
                  <a:cubicBezTo>
                    <a:pt x="439" y="1246"/>
                    <a:pt x="456" y="1255"/>
                    <a:pt x="473" y="1263"/>
                  </a:cubicBezTo>
                  <a:lnTo>
                    <a:pt x="508" y="1306"/>
                  </a:lnTo>
                  <a:lnTo>
                    <a:pt x="516" y="1332"/>
                  </a:lnTo>
                  <a:lnTo>
                    <a:pt x="525" y="1358"/>
                  </a:lnTo>
                  <a:lnTo>
                    <a:pt x="525" y="1392"/>
                  </a:lnTo>
                  <a:cubicBezTo>
                    <a:pt x="533" y="1401"/>
                    <a:pt x="551" y="1418"/>
                    <a:pt x="568" y="1426"/>
                  </a:cubicBezTo>
                  <a:cubicBezTo>
                    <a:pt x="585" y="1435"/>
                    <a:pt x="602" y="1444"/>
                    <a:pt x="619" y="1452"/>
                  </a:cubicBezTo>
                  <a:lnTo>
                    <a:pt x="645" y="1487"/>
                  </a:lnTo>
                  <a:cubicBezTo>
                    <a:pt x="671" y="1504"/>
                    <a:pt x="705" y="1521"/>
                    <a:pt x="740" y="1538"/>
                  </a:cubicBezTo>
                  <a:cubicBezTo>
                    <a:pt x="765" y="1547"/>
                    <a:pt x="783" y="1555"/>
                    <a:pt x="808" y="1572"/>
                  </a:cubicBezTo>
                  <a:cubicBezTo>
                    <a:pt x="817" y="1581"/>
                    <a:pt x="826" y="1581"/>
                    <a:pt x="843" y="1590"/>
                  </a:cubicBezTo>
                  <a:cubicBezTo>
                    <a:pt x="851" y="1590"/>
                    <a:pt x="860" y="1598"/>
                    <a:pt x="877" y="1598"/>
                  </a:cubicBezTo>
                  <a:cubicBezTo>
                    <a:pt x="903" y="1615"/>
                    <a:pt x="929" y="1624"/>
                    <a:pt x="954" y="1641"/>
                  </a:cubicBezTo>
                  <a:cubicBezTo>
                    <a:pt x="972" y="1658"/>
                    <a:pt x="997" y="1658"/>
                    <a:pt x="1032" y="1658"/>
                  </a:cubicBezTo>
                  <a:lnTo>
                    <a:pt x="1109" y="1658"/>
                  </a:lnTo>
                  <a:cubicBezTo>
                    <a:pt x="1118" y="1661"/>
                    <a:pt x="1125" y="1662"/>
                    <a:pt x="1132" y="1662"/>
                  </a:cubicBezTo>
                  <a:cubicBezTo>
                    <a:pt x="1146" y="1662"/>
                    <a:pt x="1158" y="1658"/>
                    <a:pt x="1169" y="1658"/>
                  </a:cubicBezTo>
                  <a:cubicBezTo>
                    <a:pt x="1186" y="1658"/>
                    <a:pt x="1229" y="1676"/>
                    <a:pt x="1246" y="1684"/>
                  </a:cubicBezTo>
                  <a:lnTo>
                    <a:pt x="1281" y="1701"/>
                  </a:lnTo>
                  <a:cubicBezTo>
                    <a:pt x="1289" y="1710"/>
                    <a:pt x="1315" y="1710"/>
                    <a:pt x="1332" y="1710"/>
                  </a:cubicBezTo>
                  <a:cubicBezTo>
                    <a:pt x="1367" y="1710"/>
                    <a:pt x="1401" y="1710"/>
                    <a:pt x="1444" y="1701"/>
                  </a:cubicBezTo>
                  <a:cubicBezTo>
                    <a:pt x="1465" y="1701"/>
                    <a:pt x="1480" y="1712"/>
                    <a:pt x="1498" y="1712"/>
                  </a:cubicBezTo>
                  <a:cubicBezTo>
                    <a:pt x="1503" y="1712"/>
                    <a:pt x="1508" y="1712"/>
                    <a:pt x="1513" y="1710"/>
                  </a:cubicBezTo>
                  <a:lnTo>
                    <a:pt x="1547" y="1701"/>
                  </a:lnTo>
                  <a:cubicBezTo>
                    <a:pt x="1550" y="1698"/>
                    <a:pt x="1554" y="1697"/>
                    <a:pt x="1558" y="1697"/>
                  </a:cubicBezTo>
                  <a:cubicBezTo>
                    <a:pt x="1567" y="1697"/>
                    <a:pt x="1579" y="1701"/>
                    <a:pt x="1590" y="1701"/>
                  </a:cubicBezTo>
                  <a:cubicBezTo>
                    <a:pt x="1642" y="1693"/>
                    <a:pt x="1676" y="1684"/>
                    <a:pt x="1719" y="1684"/>
                  </a:cubicBezTo>
                  <a:cubicBezTo>
                    <a:pt x="1736" y="1687"/>
                    <a:pt x="1751" y="1688"/>
                    <a:pt x="1766" y="1688"/>
                  </a:cubicBezTo>
                  <a:cubicBezTo>
                    <a:pt x="1795" y="1688"/>
                    <a:pt x="1822" y="1684"/>
                    <a:pt x="1856" y="1684"/>
                  </a:cubicBezTo>
                  <a:cubicBezTo>
                    <a:pt x="1882" y="1684"/>
                    <a:pt x="1899" y="1667"/>
                    <a:pt x="1925" y="1650"/>
                  </a:cubicBezTo>
                  <a:cubicBezTo>
                    <a:pt x="1951" y="1633"/>
                    <a:pt x="1977" y="1624"/>
                    <a:pt x="1994" y="1615"/>
                  </a:cubicBezTo>
                  <a:cubicBezTo>
                    <a:pt x="2028" y="1590"/>
                    <a:pt x="2071" y="1598"/>
                    <a:pt x="2106" y="1581"/>
                  </a:cubicBezTo>
                  <a:cubicBezTo>
                    <a:pt x="2149" y="1564"/>
                    <a:pt x="2192" y="1512"/>
                    <a:pt x="2243" y="1504"/>
                  </a:cubicBezTo>
                  <a:cubicBezTo>
                    <a:pt x="2240" y="1494"/>
                    <a:pt x="2222" y="1490"/>
                    <a:pt x="2201" y="1490"/>
                  </a:cubicBezTo>
                  <a:cubicBezTo>
                    <a:pt x="2168" y="1490"/>
                    <a:pt x="2128" y="1498"/>
                    <a:pt x="2123" y="1504"/>
                  </a:cubicBezTo>
                  <a:cubicBezTo>
                    <a:pt x="2080" y="1512"/>
                    <a:pt x="2054" y="1529"/>
                    <a:pt x="2011" y="1538"/>
                  </a:cubicBezTo>
                  <a:cubicBezTo>
                    <a:pt x="1977" y="1538"/>
                    <a:pt x="1951" y="1547"/>
                    <a:pt x="1917" y="1555"/>
                  </a:cubicBezTo>
                  <a:cubicBezTo>
                    <a:pt x="1891" y="1564"/>
                    <a:pt x="1865" y="1581"/>
                    <a:pt x="1831" y="1590"/>
                  </a:cubicBezTo>
                  <a:cubicBezTo>
                    <a:pt x="1823" y="1592"/>
                    <a:pt x="1814" y="1593"/>
                    <a:pt x="1804" y="1593"/>
                  </a:cubicBezTo>
                  <a:cubicBezTo>
                    <a:pt x="1780" y="1593"/>
                    <a:pt x="1752" y="1587"/>
                    <a:pt x="1728" y="1581"/>
                  </a:cubicBezTo>
                  <a:lnTo>
                    <a:pt x="1590" y="1581"/>
                  </a:lnTo>
                  <a:cubicBezTo>
                    <a:pt x="1573" y="1581"/>
                    <a:pt x="1564" y="1572"/>
                    <a:pt x="1539" y="1564"/>
                  </a:cubicBezTo>
                  <a:lnTo>
                    <a:pt x="1470" y="1564"/>
                  </a:lnTo>
                  <a:cubicBezTo>
                    <a:pt x="1453" y="1564"/>
                    <a:pt x="1444" y="1555"/>
                    <a:pt x="1427" y="1555"/>
                  </a:cubicBezTo>
                  <a:cubicBezTo>
                    <a:pt x="1418" y="1552"/>
                    <a:pt x="1410" y="1551"/>
                    <a:pt x="1401" y="1551"/>
                  </a:cubicBezTo>
                  <a:cubicBezTo>
                    <a:pt x="1385" y="1551"/>
                    <a:pt x="1370" y="1555"/>
                    <a:pt x="1358" y="1555"/>
                  </a:cubicBezTo>
                  <a:cubicBezTo>
                    <a:pt x="1341" y="1547"/>
                    <a:pt x="1315" y="1547"/>
                    <a:pt x="1298" y="1538"/>
                  </a:cubicBezTo>
                  <a:cubicBezTo>
                    <a:pt x="1281" y="1529"/>
                    <a:pt x="1264" y="1521"/>
                    <a:pt x="1238" y="1512"/>
                  </a:cubicBezTo>
                  <a:cubicBezTo>
                    <a:pt x="1212" y="1504"/>
                    <a:pt x="1178" y="1504"/>
                    <a:pt x="1152" y="1487"/>
                  </a:cubicBezTo>
                  <a:cubicBezTo>
                    <a:pt x="1083" y="1452"/>
                    <a:pt x="1032" y="1418"/>
                    <a:pt x="963" y="1392"/>
                  </a:cubicBezTo>
                  <a:cubicBezTo>
                    <a:pt x="929" y="1383"/>
                    <a:pt x="911" y="1383"/>
                    <a:pt x="886" y="1366"/>
                  </a:cubicBezTo>
                  <a:lnTo>
                    <a:pt x="860" y="1340"/>
                  </a:lnTo>
                  <a:cubicBezTo>
                    <a:pt x="834" y="1315"/>
                    <a:pt x="808" y="1289"/>
                    <a:pt x="783" y="1255"/>
                  </a:cubicBezTo>
                  <a:cubicBezTo>
                    <a:pt x="765" y="1229"/>
                    <a:pt x="740" y="1212"/>
                    <a:pt x="714" y="1186"/>
                  </a:cubicBezTo>
                  <a:cubicBezTo>
                    <a:pt x="688" y="1169"/>
                    <a:pt x="688" y="1151"/>
                    <a:pt x="671" y="1134"/>
                  </a:cubicBezTo>
                  <a:cubicBezTo>
                    <a:pt x="654" y="1100"/>
                    <a:pt x="628" y="1074"/>
                    <a:pt x="611" y="1048"/>
                  </a:cubicBezTo>
                  <a:cubicBezTo>
                    <a:pt x="602" y="1031"/>
                    <a:pt x="594" y="1014"/>
                    <a:pt x="576" y="997"/>
                  </a:cubicBezTo>
                  <a:cubicBezTo>
                    <a:pt x="551" y="962"/>
                    <a:pt x="516" y="937"/>
                    <a:pt x="490" y="902"/>
                  </a:cubicBezTo>
                  <a:cubicBezTo>
                    <a:pt x="447" y="851"/>
                    <a:pt x="422" y="791"/>
                    <a:pt x="387" y="739"/>
                  </a:cubicBezTo>
                  <a:cubicBezTo>
                    <a:pt x="336" y="662"/>
                    <a:pt x="293" y="584"/>
                    <a:pt x="258" y="499"/>
                  </a:cubicBezTo>
                  <a:cubicBezTo>
                    <a:pt x="233" y="447"/>
                    <a:pt x="198" y="404"/>
                    <a:pt x="173" y="352"/>
                  </a:cubicBezTo>
                  <a:cubicBezTo>
                    <a:pt x="155" y="310"/>
                    <a:pt x="138" y="275"/>
                    <a:pt x="112" y="241"/>
                  </a:cubicBezTo>
                  <a:lnTo>
                    <a:pt x="95" y="224"/>
                  </a:lnTo>
                  <a:lnTo>
                    <a:pt x="87" y="198"/>
                  </a:lnTo>
                  <a:cubicBezTo>
                    <a:pt x="78" y="172"/>
                    <a:pt x="87" y="163"/>
                    <a:pt x="147" y="138"/>
                  </a:cubicBezTo>
                  <a:lnTo>
                    <a:pt x="112" y="103"/>
                  </a:lnTo>
                  <a:cubicBezTo>
                    <a:pt x="87" y="78"/>
                    <a:pt x="78" y="35"/>
                    <a:pt x="69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2" name="Google Shape;16222;p54">
              <a:extLst>
                <a:ext uri="{FF2B5EF4-FFF2-40B4-BE49-F238E27FC236}">
                  <a16:creationId xmlns:a16="http://schemas.microsoft.com/office/drawing/2014/main" id="{5E355C9C-0EEE-368A-2127-BC938EE7674D}"/>
                </a:ext>
              </a:extLst>
            </p:cNvPr>
            <p:cNvSpPr/>
            <p:nvPr/>
          </p:nvSpPr>
          <p:spPr>
            <a:xfrm>
              <a:off x="5195775" y="1270325"/>
              <a:ext cx="33525" cy="47100"/>
            </a:xfrm>
            <a:custGeom>
              <a:avLst/>
              <a:gdLst/>
              <a:ahLst/>
              <a:cxnLst/>
              <a:rect l="l" t="t" r="r" b="b"/>
              <a:pathLst>
                <a:path w="1341" h="1884" extrusionOk="0">
                  <a:moveTo>
                    <a:pt x="929" y="0"/>
                  </a:moveTo>
                  <a:lnTo>
                    <a:pt x="929" y="26"/>
                  </a:lnTo>
                  <a:lnTo>
                    <a:pt x="929" y="35"/>
                  </a:lnTo>
                  <a:cubicBezTo>
                    <a:pt x="937" y="52"/>
                    <a:pt x="946" y="61"/>
                    <a:pt x="954" y="69"/>
                  </a:cubicBezTo>
                  <a:cubicBezTo>
                    <a:pt x="972" y="86"/>
                    <a:pt x="989" y="103"/>
                    <a:pt x="1006" y="121"/>
                  </a:cubicBezTo>
                  <a:cubicBezTo>
                    <a:pt x="1015" y="129"/>
                    <a:pt x="1023" y="138"/>
                    <a:pt x="1032" y="146"/>
                  </a:cubicBezTo>
                  <a:cubicBezTo>
                    <a:pt x="1049" y="155"/>
                    <a:pt x="1075" y="155"/>
                    <a:pt x="1083" y="164"/>
                  </a:cubicBezTo>
                  <a:cubicBezTo>
                    <a:pt x="1100" y="172"/>
                    <a:pt x="1118" y="181"/>
                    <a:pt x="1135" y="189"/>
                  </a:cubicBezTo>
                  <a:cubicBezTo>
                    <a:pt x="1143" y="207"/>
                    <a:pt x="1152" y="224"/>
                    <a:pt x="1152" y="241"/>
                  </a:cubicBezTo>
                  <a:cubicBezTo>
                    <a:pt x="1152" y="267"/>
                    <a:pt x="1152" y="284"/>
                    <a:pt x="1143" y="310"/>
                  </a:cubicBezTo>
                  <a:cubicBezTo>
                    <a:pt x="1143" y="335"/>
                    <a:pt x="1143" y="353"/>
                    <a:pt x="1143" y="378"/>
                  </a:cubicBezTo>
                  <a:cubicBezTo>
                    <a:pt x="1135" y="421"/>
                    <a:pt x="1135" y="464"/>
                    <a:pt x="1118" y="507"/>
                  </a:cubicBezTo>
                  <a:cubicBezTo>
                    <a:pt x="1109" y="533"/>
                    <a:pt x="1100" y="550"/>
                    <a:pt x="1100" y="567"/>
                  </a:cubicBezTo>
                  <a:cubicBezTo>
                    <a:pt x="1092" y="585"/>
                    <a:pt x="1083" y="602"/>
                    <a:pt x="1083" y="619"/>
                  </a:cubicBezTo>
                  <a:cubicBezTo>
                    <a:pt x="1066" y="662"/>
                    <a:pt x="1049" y="705"/>
                    <a:pt x="1066" y="748"/>
                  </a:cubicBezTo>
                  <a:cubicBezTo>
                    <a:pt x="1075" y="774"/>
                    <a:pt x="1083" y="808"/>
                    <a:pt x="1083" y="842"/>
                  </a:cubicBezTo>
                  <a:lnTo>
                    <a:pt x="1083" y="868"/>
                  </a:lnTo>
                  <a:lnTo>
                    <a:pt x="1100" y="885"/>
                  </a:lnTo>
                  <a:lnTo>
                    <a:pt x="1092" y="911"/>
                  </a:lnTo>
                  <a:cubicBezTo>
                    <a:pt x="1083" y="937"/>
                    <a:pt x="1075" y="954"/>
                    <a:pt x="1066" y="980"/>
                  </a:cubicBezTo>
                  <a:lnTo>
                    <a:pt x="1049" y="1014"/>
                  </a:lnTo>
                  <a:lnTo>
                    <a:pt x="1032" y="1031"/>
                  </a:lnTo>
                  <a:lnTo>
                    <a:pt x="1023" y="1049"/>
                  </a:lnTo>
                  <a:cubicBezTo>
                    <a:pt x="997" y="1083"/>
                    <a:pt x="997" y="1117"/>
                    <a:pt x="963" y="1134"/>
                  </a:cubicBezTo>
                  <a:cubicBezTo>
                    <a:pt x="946" y="1152"/>
                    <a:pt x="920" y="1152"/>
                    <a:pt x="894" y="1160"/>
                  </a:cubicBezTo>
                  <a:cubicBezTo>
                    <a:pt x="851" y="1177"/>
                    <a:pt x="817" y="1203"/>
                    <a:pt x="783" y="1238"/>
                  </a:cubicBezTo>
                  <a:cubicBezTo>
                    <a:pt x="757" y="1255"/>
                    <a:pt x="731" y="1272"/>
                    <a:pt x="722" y="1298"/>
                  </a:cubicBezTo>
                  <a:cubicBezTo>
                    <a:pt x="705" y="1323"/>
                    <a:pt x="705" y="1349"/>
                    <a:pt x="705" y="1375"/>
                  </a:cubicBezTo>
                  <a:cubicBezTo>
                    <a:pt x="697" y="1409"/>
                    <a:pt x="697" y="1444"/>
                    <a:pt x="671" y="1469"/>
                  </a:cubicBezTo>
                  <a:cubicBezTo>
                    <a:pt x="654" y="1495"/>
                    <a:pt x="628" y="1512"/>
                    <a:pt x="602" y="1538"/>
                  </a:cubicBezTo>
                  <a:cubicBezTo>
                    <a:pt x="585" y="1555"/>
                    <a:pt x="559" y="1564"/>
                    <a:pt x="542" y="1590"/>
                  </a:cubicBezTo>
                  <a:cubicBezTo>
                    <a:pt x="533" y="1598"/>
                    <a:pt x="525" y="1607"/>
                    <a:pt x="508" y="1616"/>
                  </a:cubicBezTo>
                  <a:cubicBezTo>
                    <a:pt x="490" y="1633"/>
                    <a:pt x="473" y="1641"/>
                    <a:pt x="456" y="1659"/>
                  </a:cubicBezTo>
                  <a:cubicBezTo>
                    <a:pt x="430" y="1676"/>
                    <a:pt x="405" y="1676"/>
                    <a:pt x="379" y="1693"/>
                  </a:cubicBezTo>
                  <a:cubicBezTo>
                    <a:pt x="353" y="1701"/>
                    <a:pt x="327" y="1710"/>
                    <a:pt x="301" y="1710"/>
                  </a:cubicBezTo>
                  <a:cubicBezTo>
                    <a:pt x="290" y="1710"/>
                    <a:pt x="279" y="1706"/>
                    <a:pt x="267" y="1706"/>
                  </a:cubicBezTo>
                  <a:cubicBezTo>
                    <a:pt x="261" y="1706"/>
                    <a:pt x="256" y="1707"/>
                    <a:pt x="250" y="1710"/>
                  </a:cubicBezTo>
                  <a:cubicBezTo>
                    <a:pt x="233" y="1710"/>
                    <a:pt x="216" y="1727"/>
                    <a:pt x="198" y="1727"/>
                  </a:cubicBezTo>
                  <a:cubicBezTo>
                    <a:pt x="173" y="1736"/>
                    <a:pt x="147" y="1744"/>
                    <a:pt x="130" y="1762"/>
                  </a:cubicBezTo>
                  <a:cubicBezTo>
                    <a:pt x="95" y="1779"/>
                    <a:pt x="78" y="1787"/>
                    <a:pt x="44" y="1796"/>
                  </a:cubicBezTo>
                  <a:lnTo>
                    <a:pt x="9" y="1822"/>
                  </a:lnTo>
                  <a:cubicBezTo>
                    <a:pt x="1" y="1830"/>
                    <a:pt x="9" y="1839"/>
                    <a:pt x="27" y="1856"/>
                  </a:cubicBezTo>
                  <a:cubicBezTo>
                    <a:pt x="44" y="1865"/>
                    <a:pt x="61" y="1873"/>
                    <a:pt x="78" y="1882"/>
                  </a:cubicBezTo>
                  <a:cubicBezTo>
                    <a:pt x="82" y="1883"/>
                    <a:pt x="85" y="1884"/>
                    <a:pt x="89" y="1884"/>
                  </a:cubicBezTo>
                  <a:cubicBezTo>
                    <a:pt x="111" y="1884"/>
                    <a:pt x="133" y="1862"/>
                    <a:pt x="155" y="1848"/>
                  </a:cubicBezTo>
                  <a:cubicBezTo>
                    <a:pt x="173" y="1842"/>
                    <a:pt x="203" y="1832"/>
                    <a:pt x="229" y="1832"/>
                  </a:cubicBezTo>
                  <a:cubicBezTo>
                    <a:pt x="240" y="1832"/>
                    <a:pt x="250" y="1834"/>
                    <a:pt x="258" y="1839"/>
                  </a:cubicBezTo>
                  <a:lnTo>
                    <a:pt x="284" y="1848"/>
                  </a:lnTo>
                  <a:lnTo>
                    <a:pt x="310" y="1848"/>
                  </a:lnTo>
                  <a:cubicBezTo>
                    <a:pt x="327" y="1852"/>
                    <a:pt x="344" y="1852"/>
                    <a:pt x="362" y="1852"/>
                  </a:cubicBezTo>
                  <a:cubicBezTo>
                    <a:pt x="379" y="1852"/>
                    <a:pt x="396" y="1852"/>
                    <a:pt x="413" y="1856"/>
                  </a:cubicBezTo>
                  <a:lnTo>
                    <a:pt x="490" y="1856"/>
                  </a:lnTo>
                  <a:cubicBezTo>
                    <a:pt x="499" y="1865"/>
                    <a:pt x="508" y="1865"/>
                    <a:pt x="525" y="1865"/>
                  </a:cubicBezTo>
                  <a:cubicBezTo>
                    <a:pt x="551" y="1865"/>
                    <a:pt x="568" y="1856"/>
                    <a:pt x="594" y="1848"/>
                  </a:cubicBezTo>
                  <a:cubicBezTo>
                    <a:pt x="611" y="1830"/>
                    <a:pt x="645" y="1830"/>
                    <a:pt x="662" y="1813"/>
                  </a:cubicBezTo>
                  <a:lnTo>
                    <a:pt x="671" y="1796"/>
                  </a:lnTo>
                  <a:cubicBezTo>
                    <a:pt x="688" y="1787"/>
                    <a:pt x="714" y="1787"/>
                    <a:pt x="722" y="1779"/>
                  </a:cubicBezTo>
                  <a:cubicBezTo>
                    <a:pt x="757" y="1770"/>
                    <a:pt x="783" y="1770"/>
                    <a:pt x="808" y="1762"/>
                  </a:cubicBezTo>
                  <a:cubicBezTo>
                    <a:pt x="826" y="1753"/>
                    <a:pt x="843" y="1727"/>
                    <a:pt x="860" y="1727"/>
                  </a:cubicBezTo>
                  <a:cubicBezTo>
                    <a:pt x="877" y="1719"/>
                    <a:pt x="886" y="1719"/>
                    <a:pt x="894" y="1710"/>
                  </a:cubicBezTo>
                  <a:lnTo>
                    <a:pt x="911" y="1701"/>
                  </a:lnTo>
                  <a:cubicBezTo>
                    <a:pt x="920" y="1684"/>
                    <a:pt x="937" y="1676"/>
                    <a:pt x="946" y="1659"/>
                  </a:cubicBezTo>
                  <a:cubicBezTo>
                    <a:pt x="972" y="1633"/>
                    <a:pt x="989" y="1598"/>
                    <a:pt x="1006" y="1564"/>
                  </a:cubicBezTo>
                  <a:lnTo>
                    <a:pt x="1023" y="1547"/>
                  </a:lnTo>
                  <a:lnTo>
                    <a:pt x="1040" y="1530"/>
                  </a:lnTo>
                  <a:cubicBezTo>
                    <a:pt x="1049" y="1504"/>
                    <a:pt x="1075" y="1495"/>
                    <a:pt x="1092" y="1478"/>
                  </a:cubicBezTo>
                  <a:cubicBezTo>
                    <a:pt x="1118" y="1444"/>
                    <a:pt x="1143" y="1418"/>
                    <a:pt x="1178" y="1401"/>
                  </a:cubicBezTo>
                  <a:cubicBezTo>
                    <a:pt x="1195" y="1392"/>
                    <a:pt x="1212" y="1384"/>
                    <a:pt x="1221" y="1375"/>
                  </a:cubicBezTo>
                  <a:cubicBezTo>
                    <a:pt x="1238" y="1366"/>
                    <a:pt x="1255" y="1366"/>
                    <a:pt x="1272" y="1358"/>
                  </a:cubicBezTo>
                  <a:cubicBezTo>
                    <a:pt x="1289" y="1349"/>
                    <a:pt x="1298" y="1332"/>
                    <a:pt x="1307" y="1306"/>
                  </a:cubicBezTo>
                  <a:cubicBezTo>
                    <a:pt x="1315" y="1272"/>
                    <a:pt x="1324" y="1238"/>
                    <a:pt x="1315" y="1203"/>
                  </a:cubicBezTo>
                  <a:cubicBezTo>
                    <a:pt x="1315" y="1177"/>
                    <a:pt x="1307" y="1152"/>
                    <a:pt x="1307" y="1134"/>
                  </a:cubicBezTo>
                  <a:cubicBezTo>
                    <a:pt x="1307" y="1117"/>
                    <a:pt x="1307" y="1109"/>
                    <a:pt x="1307" y="1091"/>
                  </a:cubicBezTo>
                  <a:cubicBezTo>
                    <a:pt x="1315" y="1066"/>
                    <a:pt x="1324" y="1031"/>
                    <a:pt x="1332" y="1006"/>
                  </a:cubicBezTo>
                  <a:cubicBezTo>
                    <a:pt x="1341" y="971"/>
                    <a:pt x="1341" y="945"/>
                    <a:pt x="1341" y="920"/>
                  </a:cubicBezTo>
                  <a:cubicBezTo>
                    <a:pt x="1341" y="885"/>
                    <a:pt x="1324" y="860"/>
                    <a:pt x="1324" y="825"/>
                  </a:cubicBezTo>
                  <a:cubicBezTo>
                    <a:pt x="1315" y="791"/>
                    <a:pt x="1332" y="748"/>
                    <a:pt x="1315" y="705"/>
                  </a:cubicBezTo>
                  <a:cubicBezTo>
                    <a:pt x="1307" y="679"/>
                    <a:pt x="1289" y="653"/>
                    <a:pt x="1281" y="628"/>
                  </a:cubicBezTo>
                  <a:cubicBezTo>
                    <a:pt x="1281" y="602"/>
                    <a:pt x="1281" y="585"/>
                    <a:pt x="1281" y="567"/>
                  </a:cubicBezTo>
                  <a:cubicBezTo>
                    <a:pt x="1289" y="542"/>
                    <a:pt x="1281" y="524"/>
                    <a:pt x="1289" y="507"/>
                  </a:cubicBezTo>
                  <a:cubicBezTo>
                    <a:pt x="1298" y="490"/>
                    <a:pt x="1289" y="473"/>
                    <a:pt x="1289" y="456"/>
                  </a:cubicBezTo>
                  <a:cubicBezTo>
                    <a:pt x="1298" y="439"/>
                    <a:pt x="1307" y="421"/>
                    <a:pt x="1307" y="396"/>
                  </a:cubicBezTo>
                  <a:cubicBezTo>
                    <a:pt x="1307" y="378"/>
                    <a:pt x="1298" y="361"/>
                    <a:pt x="1298" y="335"/>
                  </a:cubicBezTo>
                  <a:lnTo>
                    <a:pt x="1289" y="318"/>
                  </a:lnTo>
                  <a:lnTo>
                    <a:pt x="1272" y="301"/>
                  </a:lnTo>
                  <a:cubicBezTo>
                    <a:pt x="1264" y="292"/>
                    <a:pt x="1264" y="267"/>
                    <a:pt x="1255" y="241"/>
                  </a:cubicBezTo>
                  <a:cubicBezTo>
                    <a:pt x="1246" y="215"/>
                    <a:pt x="1238" y="198"/>
                    <a:pt x="1221" y="172"/>
                  </a:cubicBezTo>
                  <a:cubicBezTo>
                    <a:pt x="1212" y="155"/>
                    <a:pt x="1195" y="129"/>
                    <a:pt x="1178" y="121"/>
                  </a:cubicBezTo>
                  <a:lnTo>
                    <a:pt x="1152" y="103"/>
                  </a:lnTo>
                  <a:cubicBezTo>
                    <a:pt x="1135" y="86"/>
                    <a:pt x="1126" y="78"/>
                    <a:pt x="1118" y="69"/>
                  </a:cubicBezTo>
                  <a:cubicBezTo>
                    <a:pt x="1092" y="61"/>
                    <a:pt x="1075" y="52"/>
                    <a:pt x="1049" y="43"/>
                  </a:cubicBezTo>
                  <a:cubicBezTo>
                    <a:pt x="1032" y="43"/>
                    <a:pt x="1023" y="35"/>
                    <a:pt x="1006" y="35"/>
                  </a:cubicBezTo>
                  <a:lnTo>
                    <a:pt x="972" y="35"/>
                  </a:lnTo>
                  <a:cubicBezTo>
                    <a:pt x="954" y="26"/>
                    <a:pt x="929" y="26"/>
                    <a:pt x="929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3" name="Google Shape;16223;p54">
              <a:extLst>
                <a:ext uri="{FF2B5EF4-FFF2-40B4-BE49-F238E27FC236}">
                  <a16:creationId xmlns:a16="http://schemas.microsoft.com/office/drawing/2014/main" id="{ADEBB87A-EF1D-E4D3-76BC-F31202B11D8D}"/>
                </a:ext>
              </a:extLst>
            </p:cNvPr>
            <p:cNvSpPr/>
            <p:nvPr/>
          </p:nvSpPr>
          <p:spPr>
            <a:xfrm>
              <a:off x="5189125" y="1265875"/>
              <a:ext cx="36525" cy="50225"/>
            </a:xfrm>
            <a:custGeom>
              <a:avLst/>
              <a:gdLst/>
              <a:ahLst/>
              <a:cxnLst/>
              <a:rect l="l" t="t" r="r" b="b"/>
              <a:pathLst>
                <a:path w="1461" h="2009" extrusionOk="0">
                  <a:moveTo>
                    <a:pt x="960" y="0"/>
                  </a:moveTo>
                  <a:cubicBezTo>
                    <a:pt x="935" y="0"/>
                    <a:pt x="929" y="94"/>
                    <a:pt x="937" y="101"/>
                  </a:cubicBezTo>
                  <a:lnTo>
                    <a:pt x="963" y="135"/>
                  </a:lnTo>
                  <a:cubicBezTo>
                    <a:pt x="980" y="161"/>
                    <a:pt x="1006" y="178"/>
                    <a:pt x="1031" y="204"/>
                  </a:cubicBezTo>
                  <a:cubicBezTo>
                    <a:pt x="1066" y="230"/>
                    <a:pt x="1092" y="273"/>
                    <a:pt x="1117" y="299"/>
                  </a:cubicBezTo>
                  <a:cubicBezTo>
                    <a:pt x="1143" y="324"/>
                    <a:pt x="1152" y="324"/>
                    <a:pt x="1160" y="359"/>
                  </a:cubicBezTo>
                  <a:cubicBezTo>
                    <a:pt x="1169" y="376"/>
                    <a:pt x="1177" y="393"/>
                    <a:pt x="1177" y="419"/>
                  </a:cubicBezTo>
                  <a:cubicBezTo>
                    <a:pt x="1177" y="436"/>
                    <a:pt x="1177" y="436"/>
                    <a:pt x="1177" y="453"/>
                  </a:cubicBezTo>
                  <a:cubicBezTo>
                    <a:pt x="1195" y="505"/>
                    <a:pt x="1212" y="556"/>
                    <a:pt x="1212" y="608"/>
                  </a:cubicBezTo>
                  <a:cubicBezTo>
                    <a:pt x="1220" y="677"/>
                    <a:pt x="1220" y="754"/>
                    <a:pt x="1220" y="831"/>
                  </a:cubicBezTo>
                  <a:cubicBezTo>
                    <a:pt x="1229" y="874"/>
                    <a:pt x="1212" y="917"/>
                    <a:pt x="1203" y="969"/>
                  </a:cubicBezTo>
                  <a:cubicBezTo>
                    <a:pt x="1195" y="995"/>
                    <a:pt x="1177" y="1020"/>
                    <a:pt x="1160" y="1046"/>
                  </a:cubicBezTo>
                  <a:cubicBezTo>
                    <a:pt x="1134" y="1089"/>
                    <a:pt x="1143" y="1132"/>
                    <a:pt x="1117" y="1175"/>
                  </a:cubicBezTo>
                  <a:cubicBezTo>
                    <a:pt x="1092" y="1209"/>
                    <a:pt x="1040" y="1252"/>
                    <a:pt x="997" y="1278"/>
                  </a:cubicBezTo>
                  <a:lnTo>
                    <a:pt x="945" y="1287"/>
                  </a:lnTo>
                  <a:lnTo>
                    <a:pt x="945" y="1330"/>
                  </a:lnTo>
                  <a:cubicBezTo>
                    <a:pt x="937" y="1381"/>
                    <a:pt x="902" y="1424"/>
                    <a:pt x="877" y="1458"/>
                  </a:cubicBezTo>
                  <a:cubicBezTo>
                    <a:pt x="868" y="1476"/>
                    <a:pt x="860" y="1501"/>
                    <a:pt x="851" y="1519"/>
                  </a:cubicBezTo>
                  <a:cubicBezTo>
                    <a:pt x="834" y="1536"/>
                    <a:pt x="834" y="1570"/>
                    <a:pt x="817" y="1587"/>
                  </a:cubicBezTo>
                  <a:cubicBezTo>
                    <a:pt x="799" y="1613"/>
                    <a:pt x="765" y="1622"/>
                    <a:pt x="731" y="1630"/>
                  </a:cubicBezTo>
                  <a:cubicBezTo>
                    <a:pt x="705" y="1630"/>
                    <a:pt x="671" y="1639"/>
                    <a:pt x="653" y="1665"/>
                  </a:cubicBezTo>
                  <a:cubicBezTo>
                    <a:pt x="645" y="1682"/>
                    <a:pt x="636" y="1699"/>
                    <a:pt x="636" y="1725"/>
                  </a:cubicBezTo>
                  <a:cubicBezTo>
                    <a:pt x="628" y="1733"/>
                    <a:pt x="619" y="1751"/>
                    <a:pt x="610" y="1759"/>
                  </a:cubicBezTo>
                  <a:cubicBezTo>
                    <a:pt x="593" y="1785"/>
                    <a:pt x="593" y="1794"/>
                    <a:pt x="559" y="1802"/>
                  </a:cubicBezTo>
                  <a:cubicBezTo>
                    <a:pt x="533" y="1811"/>
                    <a:pt x="499" y="1819"/>
                    <a:pt x="473" y="1828"/>
                  </a:cubicBezTo>
                  <a:cubicBezTo>
                    <a:pt x="421" y="1837"/>
                    <a:pt x="378" y="1854"/>
                    <a:pt x="327" y="1854"/>
                  </a:cubicBezTo>
                  <a:cubicBezTo>
                    <a:pt x="293" y="1862"/>
                    <a:pt x="258" y="1871"/>
                    <a:pt x="232" y="1879"/>
                  </a:cubicBezTo>
                  <a:cubicBezTo>
                    <a:pt x="208" y="1886"/>
                    <a:pt x="192" y="1892"/>
                    <a:pt x="173" y="1892"/>
                  </a:cubicBezTo>
                  <a:cubicBezTo>
                    <a:pt x="165" y="1892"/>
                    <a:pt x="157" y="1891"/>
                    <a:pt x="146" y="1888"/>
                  </a:cubicBezTo>
                  <a:cubicBezTo>
                    <a:pt x="129" y="1888"/>
                    <a:pt x="112" y="1879"/>
                    <a:pt x="86" y="1871"/>
                  </a:cubicBezTo>
                  <a:lnTo>
                    <a:pt x="43" y="1871"/>
                  </a:lnTo>
                  <a:cubicBezTo>
                    <a:pt x="0" y="1871"/>
                    <a:pt x="0" y="1897"/>
                    <a:pt x="9" y="1914"/>
                  </a:cubicBezTo>
                  <a:cubicBezTo>
                    <a:pt x="18" y="1922"/>
                    <a:pt x="35" y="1940"/>
                    <a:pt x="52" y="1948"/>
                  </a:cubicBezTo>
                  <a:lnTo>
                    <a:pt x="86" y="1957"/>
                  </a:lnTo>
                  <a:lnTo>
                    <a:pt x="103" y="1965"/>
                  </a:lnTo>
                  <a:lnTo>
                    <a:pt x="129" y="1974"/>
                  </a:lnTo>
                  <a:lnTo>
                    <a:pt x="164" y="1991"/>
                  </a:lnTo>
                  <a:cubicBezTo>
                    <a:pt x="172" y="1995"/>
                    <a:pt x="181" y="1995"/>
                    <a:pt x="189" y="1995"/>
                  </a:cubicBezTo>
                  <a:cubicBezTo>
                    <a:pt x="198" y="1995"/>
                    <a:pt x="207" y="1995"/>
                    <a:pt x="215" y="2000"/>
                  </a:cubicBezTo>
                  <a:cubicBezTo>
                    <a:pt x="232" y="2000"/>
                    <a:pt x="250" y="2008"/>
                    <a:pt x="258" y="2008"/>
                  </a:cubicBezTo>
                  <a:cubicBezTo>
                    <a:pt x="293" y="2008"/>
                    <a:pt x="344" y="2000"/>
                    <a:pt x="370" y="1983"/>
                  </a:cubicBezTo>
                  <a:cubicBezTo>
                    <a:pt x="378" y="1974"/>
                    <a:pt x="396" y="1957"/>
                    <a:pt x="413" y="1948"/>
                  </a:cubicBezTo>
                  <a:cubicBezTo>
                    <a:pt x="439" y="1940"/>
                    <a:pt x="482" y="1931"/>
                    <a:pt x="507" y="1931"/>
                  </a:cubicBezTo>
                  <a:cubicBezTo>
                    <a:pt x="514" y="1930"/>
                    <a:pt x="521" y="1930"/>
                    <a:pt x="527" y="1930"/>
                  </a:cubicBezTo>
                  <a:cubicBezTo>
                    <a:pt x="605" y="1930"/>
                    <a:pt x="678" y="1962"/>
                    <a:pt x="754" y="1962"/>
                  </a:cubicBezTo>
                  <a:cubicBezTo>
                    <a:pt x="780" y="1962"/>
                    <a:pt x="807" y="1959"/>
                    <a:pt x="834" y="1948"/>
                  </a:cubicBezTo>
                  <a:cubicBezTo>
                    <a:pt x="860" y="1940"/>
                    <a:pt x="868" y="1914"/>
                    <a:pt x="894" y="1897"/>
                  </a:cubicBezTo>
                  <a:cubicBezTo>
                    <a:pt x="911" y="1879"/>
                    <a:pt x="928" y="1862"/>
                    <a:pt x="937" y="1845"/>
                  </a:cubicBezTo>
                  <a:cubicBezTo>
                    <a:pt x="971" y="1794"/>
                    <a:pt x="988" y="1725"/>
                    <a:pt x="1014" y="1673"/>
                  </a:cubicBezTo>
                  <a:cubicBezTo>
                    <a:pt x="1023" y="1622"/>
                    <a:pt x="1040" y="1562"/>
                    <a:pt x="1066" y="1510"/>
                  </a:cubicBezTo>
                  <a:cubicBezTo>
                    <a:pt x="1083" y="1476"/>
                    <a:pt x="1109" y="1458"/>
                    <a:pt x="1143" y="1441"/>
                  </a:cubicBezTo>
                  <a:cubicBezTo>
                    <a:pt x="1186" y="1424"/>
                    <a:pt x="1220" y="1407"/>
                    <a:pt x="1263" y="1381"/>
                  </a:cubicBezTo>
                  <a:cubicBezTo>
                    <a:pt x="1306" y="1355"/>
                    <a:pt x="1349" y="1338"/>
                    <a:pt x="1375" y="1295"/>
                  </a:cubicBezTo>
                  <a:cubicBezTo>
                    <a:pt x="1401" y="1244"/>
                    <a:pt x="1401" y="1192"/>
                    <a:pt x="1409" y="1149"/>
                  </a:cubicBezTo>
                  <a:cubicBezTo>
                    <a:pt x="1418" y="1089"/>
                    <a:pt x="1444" y="1038"/>
                    <a:pt x="1435" y="977"/>
                  </a:cubicBezTo>
                  <a:cubicBezTo>
                    <a:pt x="1435" y="943"/>
                    <a:pt x="1427" y="909"/>
                    <a:pt x="1427" y="883"/>
                  </a:cubicBezTo>
                  <a:cubicBezTo>
                    <a:pt x="1418" y="840"/>
                    <a:pt x="1392" y="806"/>
                    <a:pt x="1401" y="763"/>
                  </a:cubicBezTo>
                  <a:cubicBezTo>
                    <a:pt x="1401" y="745"/>
                    <a:pt x="1401" y="720"/>
                    <a:pt x="1409" y="711"/>
                  </a:cubicBezTo>
                  <a:lnTo>
                    <a:pt x="1418" y="694"/>
                  </a:lnTo>
                  <a:cubicBezTo>
                    <a:pt x="1427" y="668"/>
                    <a:pt x="1435" y="642"/>
                    <a:pt x="1435" y="617"/>
                  </a:cubicBezTo>
                  <a:cubicBezTo>
                    <a:pt x="1444" y="582"/>
                    <a:pt x="1452" y="556"/>
                    <a:pt x="1461" y="522"/>
                  </a:cubicBezTo>
                  <a:cubicBezTo>
                    <a:pt x="1461" y="496"/>
                    <a:pt x="1452" y="453"/>
                    <a:pt x="1444" y="428"/>
                  </a:cubicBezTo>
                  <a:cubicBezTo>
                    <a:pt x="1435" y="402"/>
                    <a:pt x="1427" y="376"/>
                    <a:pt x="1401" y="359"/>
                  </a:cubicBezTo>
                  <a:cubicBezTo>
                    <a:pt x="1375" y="333"/>
                    <a:pt x="1341" y="316"/>
                    <a:pt x="1315" y="299"/>
                  </a:cubicBezTo>
                  <a:cubicBezTo>
                    <a:pt x="1298" y="273"/>
                    <a:pt x="1281" y="256"/>
                    <a:pt x="1255" y="239"/>
                  </a:cubicBezTo>
                  <a:cubicBezTo>
                    <a:pt x="1220" y="213"/>
                    <a:pt x="1203" y="178"/>
                    <a:pt x="1169" y="153"/>
                  </a:cubicBezTo>
                  <a:cubicBezTo>
                    <a:pt x="1134" y="135"/>
                    <a:pt x="1100" y="118"/>
                    <a:pt x="1066" y="92"/>
                  </a:cubicBezTo>
                  <a:cubicBezTo>
                    <a:pt x="1031" y="75"/>
                    <a:pt x="1006" y="32"/>
                    <a:pt x="971" y="7"/>
                  </a:cubicBezTo>
                  <a:cubicBezTo>
                    <a:pt x="967" y="2"/>
                    <a:pt x="963" y="0"/>
                    <a:pt x="96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4" name="Google Shape;16224;p54">
              <a:extLst>
                <a:ext uri="{FF2B5EF4-FFF2-40B4-BE49-F238E27FC236}">
                  <a16:creationId xmlns:a16="http://schemas.microsoft.com/office/drawing/2014/main" id="{D59C14E4-D602-EBA1-21F4-22843F294BAD}"/>
                </a:ext>
              </a:extLst>
            </p:cNvPr>
            <p:cNvSpPr/>
            <p:nvPr/>
          </p:nvSpPr>
          <p:spPr>
            <a:xfrm>
              <a:off x="5146375" y="1229300"/>
              <a:ext cx="78425" cy="79700"/>
            </a:xfrm>
            <a:custGeom>
              <a:avLst/>
              <a:gdLst/>
              <a:ahLst/>
              <a:cxnLst/>
              <a:rect l="l" t="t" r="r" b="b"/>
              <a:pathLst>
                <a:path w="3137" h="3188" extrusionOk="0">
                  <a:moveTo>
                    <a:pt x="1960" y="0"/>
                  </a:moveTo>
                  <a:cubicBezTo>
                    <a:pt x="1917" y="0"/>
                    <a:pt x="1856" y="43"/>
                    <a:pt x="1813" y="61"/>
                  </a:cubicBezTo>
                  <a:cubicBezTo>
                    <a:pt x="1753" y="78"/>
                    <a:pt x="1710" y="78"/>
                    <a:pt x="1659" y="78"/>
                  </a:cubicBezTo>
                  <a:cubicBezTo>
                    <a:pt x="1650" y="77"/>
                    <a:pt x="1641" y="76"/>
                    <a:pt x="1632" y="76"/>
                  </a:cubicBezTo>
                  <a:cubicBezTo>
                    <a:pt x="1555" y="76"/>
                    <a:pt x="1479" y="107"/>
                    <a:pt x="1410" y="138"/>
                  </a:cubicBezTo>
                  <a:cubicBezTo>
                    <a:pt x="1375" y="155"/>
                    <a:pt x="1332" y="155"/>
                    <a:pt x="1289" y="172"/>
                  </a:cubicBezTo>
                  <a:cubicBezTo>
                    <a:pt x="1229" y="189"/>
                    <a:pt x="1212" y="215"/>
                    <a:pt x="1169" y="250"/>
                  </a:cubicBezTo>
                  <a:cubicBezTo>
                    <a:pt x="1109" y="301"/>
                    <a:pt x="1057" y="353"/>
                    <a:pt x="997" y="413"/>
                  </a:cubicBezTo>
                  <a:cubicBezTo>
                    <a:pt x="946" y="464"/>
                    <a:pt x="894" y="533"/>
                    <a:pt x="808" y="533"/>
                  </a:cubicBezTo>
                  <a:cubicBezTo>
                    <a:pt x="748" y="533"/>
                    <a:pt x="645" y="602"/>
                    <a:pt x="636" y="671"/>
                  </a:cubicBezTo>
                  <a:cubicBezTo>
                    <a:pt x="611" y="765"/>
                    <a:pt x="645" y="782"/>
                    <a:pt x="559" y="868"/>
                  </a:cubicBezTo>
                  <a:cubicBezTo>
                    <a:pt x="533" y="903"/>
                    <a:pt x="508" y="937"/>
                    <a:pt x="473" y="954"/>
                  </a:cubicBezTo>
                  <a:cubicBezTo>
                    <a:pt x="447" y="971"/>
                    <a:pt x="439" y="1057"/>
                    <a:pt x="413" y="1066"/>
                  </a:cubicBezTo>
                  <a:cubicBezTo>
                    <a:pt x="396" y="1083"/>
                    <a:pt x="387" y="1100"/>
                    <a:pt x="370" y="1109"/>
                  </a:cubicBezTo>
                  <a:lnTo>
                    <a:pt x="344" y="1109"/>
                  </a:lnTo>
                  <a:lnTo>
                    <a:pt x="319" y="1152"/>
                  </a:lnTo>
                  <a:cubicBezTo>
                    <a:pt x="293" y="1169"/>
                    <a:pt x="267" y="1177"/>
                    <a:pt x="241" y="1186"/>
                  </a:cubicBezTo>
                  <a:cubicBezTo>
                    <a:pt x="173" y="1238"/>
                    <a:pt x="147" y="1306"/>
                    <a:pt x="121" y="1392"/>
                  </a:cubicBezTo>
                  <a:cubicBezTo>
                    <a:pt x="104" y="1427"/>
                    <a:pt x="78" y="1444"/>
                    <a:pt x="78" y="1487"/>
                  </a:cubicBezTo>
                  <a:cubicBezTo>
                    <a:pt x="69" y="1547"/>
                    <a:pt x="78" y="1590"/>
                    <a:pt x="87" y="1641"/>
                  </a:cubicBezTo>
                  <a:cubicBezTo>
                    <a:pt x="104" y="1744"/>
                    <a:pt x="26" y="1805"/>
                    <a:pt x="18" y="1899"/>
                  </a:cubicBezTo>
                  <a:cubicBezTo>
                    <a:pt x="18" y="1942"/>
                    <a:pt x="44" y="1968"/>
                    <a:pt x="52" y="2002"/>
                  </a:cubicBezTo>
                  <a:cubicBezTo>
                    <a:pt x="61" y="2037"/>
                    <a:pt x="52" y="2097"/>
                    <a:pt x="44" y="2131"/>
                  </a:cubicBezTo>
                  <a:cubicBezTo>
                    <a:pt x="35" y="2174"/>
                    <a:pt x="9" y="2226"/>
                    <a:pt x="1" y="2286"/>
                  </a:cubicBezTo>
                  <a:cubicBezTo>
                    <a:pt x="1" y="2320"/>
                    <a:pt x="9" y="2354"/>
                    <a:pt x="9" y="2397"/>
                  </a:cubicBezTo>
                  <a:cubicBezTo>
                    <a:pt x="26" y="2458"/>
                    <a:pt x="52" y="2501"/>
                    <a:pt x="78" y="2552"/>
                  </a:cubicBezTo>
                  <a:cubicBezTo>
                    <a:pt x="104" y="2612"/>
                    <a:pt x="69" y="2647"/>
                    <a:pt x="61" y="2707"/>
                  </a:cubicBezTo>
                  <a:cubicBezTo>
                    <a:pt x="52" y="2767"/>
                    <a:pt x="61" y="2836"/>
                    <a:pt x="69" y="2887"/>
                  </a:cubicBezTo>
                  <a:cubicBezTo>
                    <a:pt x="95" y="2982"/>
                    <a:pt x="138" y="3076"/>
                    <a:pt x="215" y="3136"/>
                  </a:cubicBezTo>
                  <a:cubicBezTo>
                    <a:pt x="233" y="3153"/>
                    <a:pt x="250" y="3171"/>
                    <a:pt x="267" y="3188"/>
                  </a:cubicBezTo>
                  <a:cubicBezTo>
                    <a:pt x="258" y="3171"/>
                    <a:pt x="258" y="3162"/>
                    <a:pt x="250" y="3145"/>
                  </a:cubicBezTo>
                  <a:cubicBezTo>
                    <a:pt x="241" y="3110"/>
                    <a:pt x="224" y="3076"/>
                    <a:pt x="215" y="3042"/>
                  </a:cubicBezTo>
                  <a:cubicBezTo>
                    <a:pt x="207" y="3016"/>
                    <a:pt x="207" y="2990"/>
                    <a:pt x="198" y="2964"/>
                  </a:cubicBezTo>
                  <a:cubicBezTo>
                    <a:pt x="198" y="2956"/>
                    <a:pt x="181" y="2939"/>
                    <a:pt x="181" y="2921"/>
                  </a:cubicBezTo>
                  <a:lnTo>
                    <a:pt x="198" y="2879"/>
                  </a:lnTo>
                  <a:cubicBezTo>
                    <a:pt x="250" y="2732"/>
                    <a:pt x="181" y="2586"/>
                    <a:pt x="181" y="2440"/>
                  </a:cubicBezTo>
                  <a:cubicBezTo>
                    <a:pt x="181" y="2354"/>
                    <a:pt x="198" y="2277"/>
                    <a:pt x="207" y="2200"/>
                  </a:cubicBezTo>
                  <a:cubicBezTo>
                    <a:pt x="207" y="2183"/>
                    <a:pt x="207" y="2157"/>
                    <a:pt x="207" y="2148"/>
                  </a:cubicBezTo>
                  <a:cubicBezTo>
                    <a:pt x="207" y="2140"/>
                    <a:pt x="215" y="2140"/>
                    <a:pt x="215" y="2122"/>
                  </a:cubicBezTo>
                  <a:lnTo>
                    <a:pt x="198" y="2114"/>
                  </a:lnTo>
                  <a:cubicBezTo>
                    <a:pt x="181" y="2071"/>
                    <a:pt x="181" y="2019"/>
                    <a:pt x="181" y="1976"/>
                  </a:cubicBezTo>
                  <a:cubicBezTo>
                    <a:pt x="164" y="1891"/>
                    <a:pt x="173" y="1796"/>
                    <a:pt x="233" y="1727"/>
                  </a:cubicBezTo>
                  <a:cubicBezTo>
                    <a:pt x="241" y="1710"/>
                    <a:pt x="250" y="1702"/>
                    <a:pt x="258" y="1684"/>
                  </a:cubicBezTo>
                  <a:cubicBezTo>
                    <a:pt x="258" y="1659"/>
                    <a:pt x="250" y="1641"/>
                    <a:pt x="250" y="1616"/>
                  </a:cubicBezTo>
                  <a:cubicBezTo>
                    <a:pt x="250" y="1598"/>
                    <a:pt x="250" y="1573"/>
                    <a:pt x="250" y="1547"/>
                  </a:cubicBezTo>
                  <a:cubicBezTo>
                    <a:pt x="258" y="1521"/>
                    <a:pt x="293" y="1495"/>
                    <a:pt x="301" y="1470"/>
                  </a:cubicBezTo>
                  <a:cubicBezTo>
                    <a:pt x="344" y="1418"/>
                    <a:pt x="405" y="1392"/>
                    <a:pt x="456" y="1349"/>
                  </a:cubicBezTo>
                  <a:cubicBezTo>
                    <a:pt x="465" y="1332"/>
                    <a:pt x="473" y="1323"/>
                    <a:pt x="482" y="1306"/>
                  </a:cubicBezTo>
                  <a:cubicBezTo>
                    <a:pt x="499" y="1289"/>
                    <a:pt x="490" y="1281"/>
                    <a:pt x="499" y="1255"/>
                  </a:cubicBezTo>
                  <a:cubicBezTo>
                    <a:pt x="499" y="1220"/>
                    <a:pt x="533" y="1195"/>
                    <a:pt x="559" y="1169"/>
                  </a:cubicBezTo>
                  <a:cubicBezTo>
                    <a:pt x="602" y="1134"/>
                    <a:pt x="636" y="1126"/>
                    <a:pt x="688" y="1126"/>
                  </a:cubicBezTo>
                  <a:cubicBezTo>
                    <a:pt x="697" y="1057"/>
                    <a:pt x="731" y="988"/>
                    <a:pt x="765" y="928"/>
                  </a:cubicBezTo>
                  <a:cubicBezTo>
                    <a:pt x="791" y="868"/>
                    <a:pt x="808" y="808"/>
                    <a:pt x="817" y="739"/>
                  </a:cubicBezTo>
                  <a:cubicBezTo>
                    <a:pt x="817" y="713"/>
                    <a:pt x="808" y="688"/>
                    <a:pt x="825" y="662"/>
                  </a:cubicBezTo>
                  <a:lnTo>
                    <a:pt x="825" y="645"/>
                  </a:lnTo>
                  <a:cubicBezTo>
                    <a:pt x="843" y="636"/>
                    <a:pt x="860" y="628"/>
                    <a:pt x="877" y="628"/>
                  </a:cubicBezTo>
                  <a:cubicBezTo>
                    <a:pt x="894" y="619"/>
                    <a:pt x="911" y="610"/>
                    <a:pt x="929" y="602"/>
                  </a:cubicBezTo>
                  <a:cubicBezTo>
                    <a:pt x="940" y="602"/>
                    <a:pt x="955" y="606"/>
                    <a:pt x="969" y="606"/>
                  </a:cubicBezTo>
                  <a:cubicBezTo>
                    <a:pt x="976" y="606"/>
                    <a:pt x="983" y="605"/>
                    <a:pt x="989" y="602"/>
                  </a:cubicBezTo>
                  <a:cubicBezTo>
                    <a:pt x="1006" y="593"/>
                    <a:pt x="1014" y="585"/>
                    <a:pt x="1023" y="576"/>
                  </a:cubicBezTo>
                  <a:cubicBezTo>
                    <a:pt x="1049" y="550"/>
                    <a:pt x="1075" y="542"/>
                    <a:pt x="1092" y="516"/>
                  </a:cubicBezTo>
                  <a:cubicBezTo>
                    <a:pt x="1118" y="490"/>
                    <a:pt x="1143" y="456"/>
                    <a:pt x="1161" y="430"/>
                  </a:cubicBezTo>
                  <a:cubicBezTo>
                    <a:pt x="1169" y="404"/>
                    <a:pt x="1178" y="387"/>
                    <a:pt x="1195" y="378"/>
                  </a:cubicBezTo>
                  <a:cubicBezTo>
                    <a:pt x="1212" y="361"/>
                    <a:pt x="1246" y="353"/>
                    <a:pt x="1272" y="353"/>
                  </a:cubicBezTo>
                  <a:cubicBezTo>
                    <a:pt x="1307" y="344"/>
                    <a:pt x="1332" y="335"/>
                    <a:pt x="1367" y="327"/>
                  </a:cubicBezTo>
                  <a:cubicBezTo>
                    <a:pt x="1410" y="310"/>
                    <a:pt x="1470" y="310"/>
                    <a:pt x="1496" y="267"/>
                  </a:cubicBezTo>
                  <a:cubicBezTo>
                    <a:pt x="1503" y="263"/>
                    <a:pt x="1516" y="261"/>
                    <a:pt x="1538" y="261"/>
                  </a:cubicBezTo>
                  <a:cubicBezTo>
                    <a:pt x="1570" y="261"/>
                    <a:pt x="1621" y="265"/>
                    <a:pt x="1702" y="275"/>
                  </a:cubicBezTo>
                  <a:cubicBezTo>
                    <a:pt x="1736" y="275"/>
                    <a:pt x="1994" y="301"/>
                    <a:pt x="2028" y="301"/>
                  </a:cubicBezTo>
                  <a:lnTo>
                    <a:pt x="2071" y="301"/>
                  </a:lnTo>
                  <a:cubicBezTo>
                    <a:pt x="2088" y="301"/>
                    <a:pt x="2106" y="293"/>
                    <a:pt x="2114" y="293"/>
                  </a:cubicBezTo>
                  <a:cubicBezTo>
                    <a:pt x="2131" y="301"/>
                    <a:pt x="2140" y="310"/>
                    <a:pt x="2149" y="318"/>
                  </a:cubicBezTo>
                  <a:cubicBezTo>
                    <a:pt x="2174" y="344"/>
                    <a:pt x="2200" y="378"/>
                    <a:pt x="2234" y="387"/>
                  </a:cubicBezTo>
                  <a:cubicBezTo>
                    <a:pt x="2277" y="404"/>
                    <a:pt x="2329" y="421"/>
                    <a:pt x="2372" y="421"/>
                  </a:cubicBezTo>
                  <a:cubicBezTo>
                    <a:pt x="2406" y="421"/>
                    <a:pt x="2441" y="396"/>
                    <a:pt x="2466" y="378"/>
                  </a:cubicBezTo>
                  <a:cubicBezTo>
                    <a:pt x="2484" y="370"/>
                    <a:pt x="2501" y="353"/>
                    <a:pt x="2518" y="353"/>
                  </a:cubicBezTo>
                  <a:lnTo>
                    <a:pt x="2544" y="370"/>
                  </a:lnTo>
                  <a:cubicBezTo>
                    <a:pt x="2561" y="387"/>
                    <a:pt x="2570" y="387"/>
                    <a:pt x="2587" y="396"/>
                  </a:cubicBezTo>
                  <a:cubicBezTo>
                    <a:pt x="2621" y="413"/>
                    <a:pt x="2655" y="430"/>
                    <a:pt x="2690" y="439"/>
                  </a:cubicBezTo>
                  <a:cubicBezTo>
                    <a:pt x="2724" y="447"/>
                    <a:pt x="2767" y="447"/>
                    <a:pt x="2793" y="464"/>
                  </a:cubicBezTo>
                  <a:lnTo>
                    <a:pt x="2819" y="490"/>
                  </a:lnTo>
                  <a:cubicBezTo>
                    <a:pt x="2836" y="499"/>
                    <a:pt x="2853" y="499"/>
                    <a:pt x="2870" y="507"/>
                  </a:cubicBezTo>
                  <a:cubicBezTo>
                    <a:pt x="2896" y="516"/>
                    <a:pt x="2913" y="524"/>
                    <a:pt x="2930" y="542"/>
                  </a:cubicBezTo>
                  <a:cubicBezTo>
                    <a:pt x="2956" y="550"/>
                    <a:pt x="2991" y="559"/>
                    <a:pt x="3008" y="567"/>
                  </a:cubicBezTo>
                  <a:cubicBezTo>
                    <a:pt x="3042" y="585"/>
                    <a:pt x="3068" y="610"/>
                    <a:pt x="3085" y="636"/>
                  </a:cubicBezTo>
                  <a:cubicBezTo>
                    <a:pt x="3102" y="653"/>
                    <a:pt x="3119" y="662"/>
                    <a:pt x="3137" y="679"/>
                  </a:cubicBezTo>
                  <a:cubicBezTo>
                    <a:pt x="3137" y="653"/>
                    <a:pt x="3137" y="628"/>
                    <a:pt x="3119" y="602"/>
                  </a:cubicBezTo>
                  <a:cubicBezTo>
                    <a:pt x="3094" y="567"/>
                    <a:pt x="3059" y="542"/>
                    <a:pt x="3033" y="499"/>
                  </a:cubicBezTo>
                  <a:cubicBezTo>
                    <a:pt x="3016" y="447"/>
                    <a:pt x="2991" y="421"/>
                    <a:pt x="2948" y="387"/>
                  </a:cubicBezTo>
                  <a:cubicBezTo>
                    <a:pt x="2862" y="335"/>
                    <a:pt x="2784" y="284"/>
                    <a:pt x="2698" y="232"/>
                  </a:cubicBezTo>
                  <a:cubicBezTo>
                    <a:pt x="2655" y="207"/>
                    <a:pt x="2621" y="215"/>
                    <a:pt x="2578" y="198"/>
                  </a:cubicBezTo>
                  <a:cubicBezTo>
                    <a:pt x="2544" y="189"/>
                    <a:pt x="2484" y="146"/>
                    <a:pt x="2466" y="146"/>
                  </a:cubicBezTo>
                  <a:cubicBezTo>
                    <a:pt x="2453" y="151"/>
                    <a:pt x="2440" y="153"/>
                    <a:pt x="2428" y="153"/>
                  </a:cubicBezTo>
                  <a:cubicBezTo>
                    <a:pt x="2393" y="153"/>
                    <a:pt x="2363" y="135"/>
                    <a:pt x="2338" y="104"/>
                  </a:cubicBezTo>
                  <a:cubicBezTo>
                    <a:pt x="2303" y="78"/>
                    <a:pt x="2286" y="52"/>
                    <a:pt x="2243" y="35"/>
                  </a:cubicBezTo>
                  <a:cubicBezTo>
                    <a:pt x="2229" y="32"/>
                    <a:pt x="2213" y="31"/>
                    <a:pt x="2196" y="31"/>
                  </a:cubicBezTo>
                  <a:cubicBezTo>
                    <a:pt x="2162" y="31"/>
                    <a:pt x="2126" y="35"/>
                    <a:pt x="2097" y="35"/>
                  </a:cubicBezTo>
                  <a:cubicBezTo>
                    <a:pt x="2071" y="26"/>
                    <a:pt x="2054" y="26"/>
                    <a:pt x="2028" y="26"/>
                  </a:cubicBezTo>
                  <a:lnTo>
                    <a:pt x="1994" y="2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5" name="Google Shape;16225;p54">
              <a:extLst>
                <a:ext uri="{FF2B5EF4-FFF2-40B4-BE49-F238E27FC236}">
                  <a16:creationId xmlns:a16="http://schemas.microsoft.com/office/drawing/2014/main" id="{D7632ACB-8558-A864-83CA-95B36AB68682}"/>
                </a:ext>
              </a:extLst>
            </p:cNvPr>
            <p:cNvSpPr/>
            <p:nvPr/>
          </p:nvSpPr>
          <p:spPr>
            <a:xfrm>
              <a:off x="5169575" y="1242175"/>
              <a:ext cx="56300" cy="26450"/>
            </a:xfrm>
            <a:custGeom>
              <a:avLst/>
              <a:gdLst/>
              <a:ahLst/>
              <a:cxnLst/>
              <a:rect l="l" t="t" r="r" b="b"/>
              <a:pathLst>
                <a:path w="2252" h="1058" extrusionOk="0">
                  <a:moveTo>
                    <a:pt x="66" y="502"/>
                  </a:moveTo>
                  <a:cubicBezTo>
                    <a:pt x="56" y="513"/>
                    <a:pt x="49" y="526"/>
                    <a:pt x="45" y="539"/>
                  </a:cubicBezTo>
                  <a:lnTo>
                    <a:pt x="45" y="539"/>
                  </a:lnTo>
                  <a:cubicBezTo>
                    <a:pt x="52" y="528"/>
                    <a:pt x="58" y="516"/>
                    <a:pt x="66" y="502"/>
                  </a:cubicBezTo>
                  <a:close/>
                  <a:moveTo>
                    <a:pt x="45" y="539"/>
                  </a:moveTo>
                  <a:cubicBezTo>
                    <a:pt x="42" y="543"/>
                    <a:pt x="38" y="547"/>
                    <a:pt x="35" y="551"/>
                  </a:cubicBezTo>
                  <a:cubicBezTo>
                    <a:pt x="35" y="551"/>
                    <a:pt x="35" y="551"/>
                    <a:pt x="35" y="551"/>
                  </a:cubicBezTo>
                  <a:lnTo>
                    <a:pt x="35" y="551"/>
                  </a:lnTo>
                  <a:cubicBezTo>
                    <a:pt x="38" y="548"/>
                    <a:pt x="41" y="545"/>
                    <a:pt x="44" y="542"/>
                  </a:cubicBezTo>
                  <a:cubicBezTo>
                    <a:pt x="44" y="541"/>
                    <a:pt x="44" y="540"/>
                    <a:pt x="45" y="539"/>
                  </a:cubicBezTo>
                  <a:close/>
                  <a:moveTo>
                    <a:pt x="35" y="551"/>
                  </a:moveTo>
                  <a:lnTo>
                    <a:pt x="35" y="551"/>
                  </a:lnTo>
                  <a:cubicBezTo>
                    <a:pt x="19" y="568"/>
                    <a:pt x="1" y="589"/>
                    <a:pt x="1" y="611"/>
                  </a:cubicBezTo>
                  <a:cubicBezTo>
                    <a:pt x="1" y="594"/>
                    <a:pt x="26" y="568"/>
                    <a:pt x="35" y="551"/>
                  </a:cubicBezTo>
                  <a:close/>
                  <a:moveTo>
                    <a:pt x="1066" y="1"/>
                  </a:moveTo>
                  <a:cubicBezTo>
                    <a:pt x="1040" y="1"/>
                    <a:pt x="1014" y="9"/>
                    <a:pt x="997" y="9"/>
                  </a:cubicBezTo>
                  <a:cubicBezTo>
                    <a:pt x="980" y="14"/>
                    <a:pt x="965" y="14"/>
                    <a:pt x="951" y="14"/>
                  </a:cubicBezTo>
                  <a:cubicBezTo>
                    <a:pt x="937" y="14"/>
                    <a:pt x="924" y="14"/>
                    <a:pt x="911" y="18"/>
                  </a:cubicBezTo>
                  <a:cubicBezTo>
                    <a:pt x="894" y="18"/>
                    <a:pt x="868" y="18"/>
                    <a:pt x="860" y="27"/>
                  </a:cubicBezTo>
                  <a:cubicBezTo>
                    <a:pt x="825" y="44"/>
                    <a:pt x="817" y="61"/>
                    <a:pt x="782" y="70"/>
                  </a:cubicBezTo>
                  <a:cubicBezTo>
                    <a:pt x="714" y="87"/>
                    <a:pt x="654" y="95"/>
                    <a:pt x="585" y="104"/>
                  </a:cubicBezTo>
                  <a:cubicBezTo>
                    <a:pt x="559" y="104"/>
                    <a:pt x="525" y="121"/>
                    <a:pt x="499" y="138"/>
                  </a:cubicBezTo>
                  <a:cubicBezTo>
                    <a:pt x="482" y="147"/>
                    <a:pt x="490" y="164"/>
                    <a:pt x="482" y="173"/>
                  </a:cubicBezTo>
                  <a:cubicBezTo>
                    <a:pt x="473" y="216"/>
                    <a:pt x="430" y="233"/>
                    <a:pt x="396" y="259"/>
                  </a:cubicBezTo>
                  <a:cubicBezTo>
                    <a:pt x="353" y="284"/>
                    <a:pt x="310" y="319"/>
                    <a:pt x="258" y="345"/>
                  </a:cubicBezTo>
                  <a:cubicBezTo>
                    <a:pt x="190" y="370"/>
                    <a:pt x="112" y="422"/>
                    <a:pt x="78" y="482"/>
                  </a:cubicBezTo>
                  <a:cubicBezTo>
                    <a:pt x="73" y="489"/>
                    <a:pt x="70" y="495"/>
                    <a:pt x="66" y="502"/>
                  </a:cubicBezTo>
                  <a:lnTo>
                    <a:pt x="66" y="502"/>
                  </a:lnTo>
                  <a:cubicBezTo>
                    <a:pt x="74" y="493"/>
                    <a:pt x="84" y="486"/>
                    <a:pt x="95" y="482"/>
                  </a:cubicBezTo>
                  <a:cubicBezTo>
                    <a:pt x="104" y="473"/>
                    <a:pt x="121" y="465"/>
                    <a:pt x="138" y="456"/>
                  </a:cubicBezTo>
                  <a:cubicBezTo>
                    <a:pt x="172" y="448"/>
                    <a:pt x="207" y="448"/>
                    <a:pt x="233" y="439"/>
                  </a:cubicBezTo>
                  <a:cubicBezTo>
                    <a:pt x="276" y="422"/>
                    <a:pt x="310" y="405"/>
                    <a:pt x="336" y="388"/>
                  </a:cubicBezTo>
                  <a:cubicBezTo>
                    <a:pt x="344" y="379"/>
                    <a:pt x="355" y="377"/>
                    <a:pt x="366" y="377"/>
                  </a:cubicBezTo>
                  <a:cubicBezTo>
                    <a:pt x="376" y="377"/>
                    <a:pt x="387" y="379"/>
                    <a:pt x="396" y="379"/>
                  </a:cubicBezTo>
                  <a:cubicBezTo>
                    <a:pt x="422" y="379"/>
                    <a:pt x="439" y="379"/>
                    <a:pt x="465" y="370"/>
                  </a:cubicBezTo>
                  <a:cubicBezTo>
                    <a:pt x="482" y="362"/>
                    <a:pt x="507" y="362"/>
                    <a:pt x="525" y="353"/>
                  </a:cubicBezTo>
                  <a:cubicBezTo>
                    <a:pt x="533" y="345"/>
                    <a:pt x="542" y="336"/>
                    <a:pt x="559" y="336"/>
                  </a:cubicBezTo>
                  <a:lnTo>
                    <a:pt x="593" y="336"/>
                  </a:lnTo>
                  <a:cubicBezTo>
                    <a:pt x="611" y="327"/>
                    <a:pt x="619" y="319"/>
                    <a:pt x="628" y="319"/>
                  </a:cubicBezTo>
                  <a:cubicBezTo>
                    <a:pt x="645" y="310"/>
                    <a:pt x="662" y="310"/>
                    <a:pt x="679" y="302"/>
                  </a:cubicBezTo>
                  <a:lnTo>
                    <a:pt x="705" y="293"/>
                  </a:lnTo>
                  <a:cubicBezTo>
                    <a:pt x="731" y="284"/>
                    <a:pt x="757" y="284"/>
                    <a:pt x="782" y="276"/>
                  </a:cubicBezTo>
                  <a:cubicBezTo>
                    <a:pt x="800" y="267"/>
                    <a:pt x="817" y="267"/>
                    <a:pt x="834" y="267"/>
                  </a:cubicBezTo>
                  <a:cubicBezTo>
                    <a:pt x="843" y="267"/>
                    <a:pt x="860" y="259"/>
                    <a:pt x="868" y="250"/>
                  </a:cubicBezTo>
                  <a:lnTo>
                    <a:pt x="911" y="259"/>
                  </a:lnTo>
                  <a:lnTo>
                    <a:pt x="937" y="276"/>
                  </a:lnTo>
                  <a:cubicBezTo>
                    <a:pt x="963" y="293"/>
                    <a:pt x="989" y="302"/>
                    <a:pt x="1014" y="310"/>
                  </a:cubicBezTo>
                  <a:cubicBezTo>
                    <a:pt x="1032" y="310"/>
                    <a:pt x="1057" y="327"/>
                    <a:pt x="1075" y="327"/>
                  </a:cubicBezTo>
                  <a:lnTo>
                    <a:pt x="1117" y="319"/>
                  </a:lnTo>
                  <a:lnTo>
                    <a:pt x="1169" y="302"/>
                  </a:lnTo>
                  <a:lnTo>
                    <a:pt x="1186" y="293"/>
                  </a:lnTo>
                  <a:cubicBezTo>
                    <a:pt x="1190" y="291"/>
                    <a:pt x="1193" y="291"/>
                    <a:pt x="1197" y="291"/>
                  </a:cubicBezTo>
                  <a:cubicBezTo>
                    <a:pt x="1214" y="291"/>
                    <a:pt x="1234" y="302"/>
                    <a:pt x="1255" y="302"/>
                  </a:cubicBezTo>
                  <a:cubicBezTo>
                    <a:pt x="1315" y="310"/>
                    <a:pt x="1375" y="336"/>
                    <a:pt x="1444" y="353"/>
                  </a:cubicBezTo>
                  <a:cubicBezTo>
                    <a:pt x="1504" y="362"/>
                    <a:pt x="1573" y="396"/>
                    <a:pt x="1616" y="430"/>
                  </a:cubicBezTo>
                  <a:cubicBezTo>
                    <a:pt x="1650" y="448"/>
                    <a:pt x="1676" y="482"/>
                    <a:pt x="1710" y="499"/>
                  </a:cubicBezTo>
                  <a:cubicBezTo>
                    <a:pt x="1727" y="508"/>
                    <a:pt x="1745" y="516"/>
                    <a:pt x="1762" y="525"/>
                  </a:cubicBezTo>
                  <a:cubicBezTo>
                    <a:pt x="1796" y="534"/>
                    <a:pt x="1831" y="559"/>
                    <a:pt x="1856" y="585"/>
                  </a:cubicBezTo>
                  <a:cubicBezTo>
                    <a:pt x="1891" y="611"/>
                    <a:pt x="1908" y="637"/>
                    <a:pt x="1925" y="671"/>
                  </a:cubicBezTo>
                  <a:cubicBezTo>
                    <a:pt x="1934" y="688"/>
                    <a:pt x="1934" y="714"/>
                    <a:pt x="1942" y="723"/>
                  </a:cubicBezTo>
                  <a:cubicBezTo>
                    <a:pt x="1968" y="748"/>
                    <a:pt x="2002" y="766"/>
                    <a:pt x="2020" y="791"/>
                  </a:cubicBezTo>
                  <a:cubicBezTo>
                    <a:pt x="2045" y="808"/>
                    <a:pt x="2071" y="834"/>
                    <a:pt x="2088" y="869"/>
                  </a:cubicBezTo>
                  <a:cubicBezTo>
                    <a:pt x="2114" y="894"/>
                    <a:pt x="2123" y="937"/>
                    <a:pt x="2157" y="955"/>
                  </a:cubicBezTo>
                  <a:cubicBezTo>
                    <a:pt x="2183" y="972"/>
                    <a:pt x="2217" y="997"/>
                    <a:pt x="2234" y="1023"/>
                  </a:cubicBezTo>
                  <a:lnTo>
                    <a:pt x="2252" y="1058"/>
                  </a:lnTo>
                  <a:cubicBezTo>
                    <a:pt x="2252" y="1032"/>
                    <a:pt x="2234" y="1015"/>
                    <a:pt x="2226" y="997"/>
                  </a:cubicBezTo>
                  <a:cubicBezTo>
                    <a:pt x="2217" y="980"/>
                    <a:pt x="2209" y="972"/>
                    <a:pt x="2209" y="963"/>
                  </a:cubicBezTo>
                  <a:cubicBezTo>
                    <a:pt x="2209" y="937"/>
                    <a:pt x="2217" y="920"/>
                    <a:pt x="2209" y="903"/>
                  </a:cubicBezTo>
                  <a:cubicBezTo>
                    <a:pt x="2200" y="877"/>
                    <a:pt x="2191" y="860"/>
                    <a:pt x="2183" y="834"/>
                  </a:cubicBezTo>
                  <a:cubicBezTo>
                    <a:pt x="2174" y="817"/>
                    <a:pt x="2166" y="791"/>
                    <a:pt x="2157" y="774"/>
                  </a:cubicBezTo>
                  <a:cubicBezTo>
                    <a:pt x="2148" y="757"/>
                    <a:pt x="2140" y="731"/>
                    <a:pt x="2131" y="714"/>
                  </a:cubicBezTo>
                  <a:cubicBezTo>
                    <a:pt x="2114" y="680"/>
                    <a:pt x="2114" y="654"/>
                    <a:pt x="2097" y="619"/>
                  </a:cubicBezTo>
                  <a:cubicBezTo>
                    <a:pt x="2088" y="602"/>
                    <a:pt x="2063" y="568"/>
                    <a:pt x="2045" y="542"/>
                  </a:cubicBezTo>
                  <a:cubicBezTo>
                    <a:pt x="2037" y="534"/>
                    <a:pt x="2020" y="525"/>
                    <a:pt x="2002" y="516"/>
                  </a:cubicBezTo>
                  <a:cubicBezTo>
                    <a:pt x="1977" y="499"/>
                    <a:pt x="1959" y="473"/>
                    <a:pt x="1942" y="456"/>
                  </a:cubicBezTo>
                  <a:lnTo>
                    <a:pt x="1934" y="422"/>
                  </a:lnTo>
                  <a:cubicBezTo>
                    <a:pt x="1925" y="405"/>
                    <a:pt x="1908" y="396"/>
                    <a:pt x="1891" y="388"/>
                  </a:cubicBezTo>
                  <a:cubicBezTo>
                    <a:pt x="1874" y="370"/>
                    <a:pt x="1874" y="353"/>
                    <a:pt x="1856" y="327"/>
                  </a:cubicBezTo>
                  <a:cubicBezTo>
                    <a:pt x="1839" y="293"/>
                    <a:pt x="1822" y="250"/>
                    <a:pt x="1788" y="216"/>
                  </a:cubicBezTo>
                  <a:cubicBezTo>
                    <a:pt x="1770" y="198"/>
                    <a:pt x="1745" y="190"/>
                    <a:pt x="1727" y="181"/>
                  </a:cubicBezTo>
                  <a:cubicBezTo>
                    <a:pt x="1710" y="173"/>
                    <a:pt x="1693" y="164"/>
                    <a:pt x="1684" y="156"/>
                  </a:cubicBezTo>
                  <a:lnTo>
                    <a:pt x="1650" y="156"/>
                  </a:lnTo>
                  <a:lnTo>
                    <a:pt x="1616" y="147"/>
                  </a:lnTo>
                  <a:cubicBezTo>
                    <a:pt x="1581" y="147"/>
                    <a:pt x="1547" y="147"/>
                    <a:pt x="1521" y="138"/>
                  </a:cubicBezTo>
                  <a:cubicBezTo>
                    <a:pt x="1487" y="130"/>
                    <a:pt x="1453" y="130"/>
                    <a:pt x="1427" y="104"/>
                  </a:cubicBezTo>
                  <a:cubicBezTo>
                    <a:pt x="1410" y="87"/>
                    <a:pt x="1401" y="78"/>
                    <a:pt x="1375" y="70"/>
                  </a:cubicBezTo>
                  <a:cubicBezTo>
                    <a:pt x="1349" y="52"/>
                    <a:pt x="1324" y="35"/>
                    <a:pt x="1298" y="27"/>
                  </a:cubicBezTo>
                  <a:cubicBezTo>
                    <a:pt x="1264" y="9"/>
                    <a:pt x="1221" y="9"/>
                    <a:pt x="117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6" name="Google Shape;16226;p54">
              <a:extLst>
                <a:ext uri="{FF2B5EF4-FFF2-40B4-BE49-F238E27FC236}">
                  <a16:creationId xmlns:a16="http://schemas.microsoft.com/office/drawing/2014/main" id="{CC73AA63-D9FB-5F38-3F93-1AC491285F62}"/>
                </a:ext>
              </a:extLst>
            </p:cNvPr>
            <p:cNvSpPr/>
            <p:nvPr/>
          </p:nvSpPr>
          <p:spPr>
            <a:xfrm>
              <a:off x="5157250" y="1266250"/>
              <a:ext cx="45425" cy="58950"/>
            </a:xfrm>
            <a:custGeom>
              <a:avLst/>
              <a:gdLst/>
              <a:ahLst/>
              <a:cxnLst/>
              <a:rect l="l" t="t" r="r" b="b"/>
              <a:pathLst>
                <a:path w="1817" h="2358" extrusionOk="0">
                  <a:moveTo>
                    <a:pt x="390" y="0"/>
                  </a:moveTo>
                  <a:cubicBezTo>
                    <a:pt x="373" y="17"/>
                    <a:pt x="356" y="43"/>
                    <a:pt x="348" y="69"/>
                  </a:cubicBezTo>
                  <a:cubicBezTo>
                    <a:pt x="339" y="95"/>
                    <a:pt x="322" y="129"/>
                    <a:pt x="305" y="155"/>
                  </a:cubicBezTo>
                  <a:cubicBezTo>
                    <a:pt x="270" y="206"/>
                    <a:pt x="201" y="258"/>
                    <a:pt x="150" y="301"/>
                  </a:cubicBezTo>
                  <a:cubicBezTo>
                    <a:pt x="98" y="344"/>
                    <a:pt x="64" y="395"/>
                    <a:pt x="47" y="455"/>
                  </a:cubicBezTo>
                  <a:cubicBezTo>
                    <a:pt x="38" y="498"/>
                    <a:pt x="12" y="541"/>
                    <a:pt x="12" y="584"/>
                  </a:cubicBezTo>
                  <a:cubicBezTo>
                    <a:pt x="12" y="619"/>
                    <a:pt x="21" y="644"/>
                    <a:pt x="21" y="670"/>
                  </a:cubicBezTo>
                  <a:cubicBezTo>
                    <a:pt x="12" y="687"/>
                    <a:pt x="12" y="713"/>
                    <a:pt x="12" y="730"/>
                  </a:cubicBezTo>
                  <a:cubicBezTo>
                    <a:pt x="12" y="756"/>
                    <a:pt x="4" y="791"/>
                    <a:pt x="21" y="816"/>
                  </a:cubicBezTo>
                  <a:cubicBezTo>
                    <a:pt x="21" y="833"/>
                    <a:pt x="38" y="851"/>
                    <a:pt x="38" y="868"/>
                  </a:cubicBezTo>
                  <a:cubicBezTo>
                    <a:pt x="38" y="885"/>
                    <a:pt x="38" y="902"/>
                    <a:pt x="38" y="911"/>
                  </a:cubicBezTo>
                  <a:cubicBezTo>
                    <a:pt x="25" y="905"/>
                    <a:pt x="17" y="903"/>
                    <a:pt x="12" y="903"/>
                  </a:cubicBezTo>
                  <a:cubicBezTo>
                    <a:pt x="1" y="903"/>
                    <a:pt x="7" y="913"/>
                    <a:pt x="12" y="919"/>
                  </a:cubicBezTo>
                  <a:cubicBezTo>
                    <a:pt x="12" y="945"/>
                    <a:pt x="21" y="971"/>
                    <a:pt x="30" y="997"/>
                  </a:cubicBezTo>
                  <a:cubicBezTo>
                    <a:pt x="47" y="1040"/>
                    <a:pt x="55" y="1083"/>
                    <a:pt x="73" y="1134"/>
                  </a:cubicBezTo>
                  <a:cubicBezTo>
                    <a:pt x="81" y="1169"/>
                    <a:pt x="98" y="1194"/>
                    <a:pt x="116" y="1229"/>
                  </a:cubicBezTo>
                  <a:cubicBezTo>
                    <a:pt x="141" y="1272"/>
                    <a:pt x="159" y="1323"/>
                    <a:pt x="176" y="1375"/>
                  </a:cubicBezTo>
                  <a:cubicBezTo>
                    <a:pt x="184" y="1409"/>
                    <a:pt x="201" y="1435"/>
                    <a:pt x="219" y="1461"/>
                  </a:cubicBezTo>
                  <a:cubicBezTo>
                    <a:pt x="236" y="1486"/>
                    <a:pt x="262" y="1495"/>
                    <a:pt x="279" y="1521"/>
                  </a:cubicBezTo>
                  <a:cubicBezTo>
                    <a:pt x="305" y="1538"/>
                    <a:pt x="322" y="1572"/>
                    <a:pt x="348" y="1598"/>
                  </a:cubicBezTo>
                  <a:cubicBezTo>
                    <a:pt x="373" y="1632"/>
                    <a:pt x="390" y="1667"/>
                    <a:pt x="433" y="1693"/>
                  </a:cubicBezTo>
                  <a:cubicBezTo>
                    <a:pt x="468" y="1727"/>
                    <a:pt x="528" y="1761"/>
                    <a:pt x="545" y="1796"/>
                  </a:cubicBezTo>
                  <a:cubicBezTo>
                    <a:pt x="571" y="1830"/>
                    <a:pt x="588" y="1873"/>
                    <a:pt x="597" y="1907"/>
                  </a:cubicBezTo>
                  <a:cubicBezTo>
                    <a:pt x="597" y="1925"/>
                    <a:pt x="605" y="1942"/>
                    <a:pt x="614" y="1959"/>
                  </a:cubicBezTo>
                  <a:lnTo>
                    <a:pt x="631" y="2002"/>
                  </a:lnTo>
                  <a:lnTo>
                    <a:pt x="665" y="2028"/>
                  </a:lnTo>
                  <a:cubicBezTo>
                    <a:pt x="691" y="2045"/>
                    <a:pt x="708" y="2045"/>
                    <a:pt x="734" y="2062"/>
                  </a:cubicBezTo>
                  <a:cubicBezTo>
                    <a:pt x="769" y="2079"/>
                    <a:pt x="751" y="2114"/>
                    <a:pt x="777" y="2131"/>
                  </a:cubicBezTo>
                  <a:cubicBezTo>
                    <a:pt x="794" y="2139"/>
                    <a:pt x="803" y="2139"/>
                    <a:pt x="820" y="2139"/>
                  </a:cubicBezTo>
                  <a:lnTo>
                    <a:pt x="846" y="2157"/>
                  </a:lnTo>
                  <a:cubicBezTo>
                    <a:pt x="872" y="2174"/>
                    <a:pt x="906" y="2217"/>
                    <a:pt x="940" y="2225"/>
                  </a:cubicBezTo>
                  <a:cubicBezTo>
                    <a:pt x="975" y="2242"/>
                    <a:pt x="1026" y="2268"/>
                    <a:pt x="1061" y="2294"/>
                  </a:cubicBezTo>
                  <a:cubicBezTo>
                    <a:pt x="1064" y="2296"/>
                    <a:pt x="1070" y="2297"/>
                    <a:pt x="1076" y="2297"/>
                  </a:cubicBezTo>
                  <a:cubicBezTo>
                    <a:pt x="1095" y="2297"/>
                    <a:pt x="1121" y="2292"/>
                    <a:pt x="1139" y="2292"/>
                  </a:cubicBezTo>
                  <a:cubicBezTo>
                    <a:pt x="1146" y="2292"/>
                    <a:pt x="1151" y="2292"/>
                    <a:pt x="1155" y="2294"/>
                  </a:cubicBezTo>
                  <a:cubicBezTo>
                    <a:pt x="1172" y="2303"/>
                    <a:pt x="1189" y="2311"/>
                    <a:pt x="1198" y="2320"/>
                  </a:cubicBezTo>
                  <a:cubicBezTo>
                    <a:pt x="1216" y="2329"/>
                    <a:pt x="1235" y="2332"/>
                    <a:pt x="1253" y="2332"/>
                  </a:cubicBezTo>
                  <a:cubicBezTo>
                    <a:pt x="1279" y="2332"/>
                    <a:pt x="1306" y="2327"/>
                    <a:pt x="1334" y="2327"/>
                  </a:cubicBezTo>
                  <a:cubicBezTo>
                    <a:pt x="1343" y="2327"/>
                    <a:pt x="1352" y="2327"/>
                    <a:pt x="1361" y="2328"/>
                  </a:cubicBezTo>
                  <a:cubicBezTo>
                    <a:pt x="1404" y="2337"/>
                    <a:pt x="1439" y="2354"/>
                    <a:pt x="1482" y="2354"/>
                  </a:cubicBezTo>
                  <a:cubicBezTo>
                    <a:pt x="1487" y="2357"/>
                    <a:pt x="1492" y="2358"/>
                    <a:pt x="1497" y="2358"/>
                  </a:cubicBezTo>
                  <a:cubicBezTo>
                    <a:pt x="1509" y="2358"/>
                    <a:pt x="1521" y="2352"/>
                    <a:pt x="1533" y="2346"/>
                  </a:cubicBezTo>
                  <a:cubicBezTo>
                    <a:pt x="1568" y="2337"/>
                    <a:pt x="1593" y="2337"/>
                    <a:pt x="1619" y="2328"/>
                  </a:cubicBezTo>
                  <a:cubicBezTo>
                    <a:pt x="1636" y="2324"/>
                    <a:pt x="1651" y="2324"/>
                    <a:pt x="1665" y="2324"/>
                  </a:cubicBezTo>
                  <a:cubicBezTo>
                    <a:pt x="1679" y="2324"/>
                    <a:pt x="1692" y="2324"/>
                    <a:pt x="1705" y="2320"/>
                  </a:cubicBezTo>
                  <a:cubicBezTo>
                    <a:pt x="1731" y="2320"/>
                    <a:pt x="1817" y="2303"/>
                    <a:pt x="1817" y="2277"/>
                  </a:cubicBezTo>
                  <a:cubicBezTo>
                    <a:pt x="1774" y="2268"/>
                    <a:pt x="1722" y="2268"/>
                    <a:pt x="1679" y="2268"/>
                  </a:cubicBezTo>
                  <a:cubicBezTo>
                    <a:pt x="1645" y="2268"/>
                    <a:pt x="1621" y="2257"/>
                    <a:pt x="1591" y="2257"/>
                  </a:cubicBezTo>
                  <a:cubicBezTo>
                    <a:pt x="1584" y="2257"/>
                    <a:pt x="1576" y="2258"/>
                    <a:pt x="1568" y="2260"/>
                  </a:cubicBezTo>
                  <a:cubicBezTo>
                    <a:pt x="1547" y="2260"/>
                    <a:pt x="1532" y="2271"/>
                    <a:pt x="1513" y="2271"/>
                  </a:cubicBezTo>
                  <a:cubicBezTo>
                    <a:pt x="1509" y="2271"/>
                    <a:pt x="1504" y="2270"/>
                    <a:pt x="1499" y="2268"/>
                  </a:cubicBezTo>
                  <a:cubicBezTo>
                    <a:pt x="1482" y="2268"/>
                    <a:pt x="1464" y="2260"/>
                    <a:pt x="1447" y="2251"/>
                  </a:cubicBezTo>
                  <a:lnTo>
                    <a:pt x="1413" y="2251"/>
                  </a:lnTo>
                  <a:lnTo>
                    <a:pt x="1387" y="2242"/>
                  </a:lnTo>
                  <a:cubicBezTo>
                    <a:pt x="1361" y="2234"/>
                    <a:pt x="1353" y="2234"/>
                    <a:pt x="1336" y="2217"/>
                  </a:cubicBezTo>
                  <a:cubicBezTo>
                    <a:pt x="1310" y="2208"/>
                    <a:pt x="1275" y="2191"/>
                    <a:pt x="1241" y="2182"/>
                  </a:cubicBezTo>
                  <a:cubicBezTo>
                    <a:pt x="1207" y="2174"/>
                    <a:pt x="1172" y="2157"/>
                    <a:pt x="1138" y="2139"/>
                  </a:cubicBezTo>
                  <a:cubicBezTo>
                    <a:pt x="1104" y="2122"/>
                    <a:pt x="1069" y="2105"/>
                    <a:pt x="1035" y="2088"/>
                  </a:cubicBezTo>
                  <a:cubicBezTo>
                    <a:pt x="1000" y="2079"/>
                    <a:pt x="966" y="2053"/>
                    <a:pt x="932" y="2028"/>
                  </a:cubicBezTo>
                  <a:cubicBezTo>
                    <a:pt x="889" y="2011"/>
                    <a:pt x="863" y="1993"/>
                    <a:pt x="829" y="1968"/>
                  </a:cubicBezTo>
                  <a:cubicBezTo>
                    <a:pt x="811" y="1950"/>
                    <a:pt x="794" y="1942"/>
                    <a:pt x="786" y="1933"/>
                  </a:cubicBezTo>
                  <a:cubicBezTo>
                    <a:pt x="769" y="1907"/>
                    <a:pt x="760" y="1882"/>
                    <a:pt x="743" y="1856"/>
                  </a:cubicBezTo>
                  <a:cubicBezTo>
                    <a:pt x="717" y="1822"/>
                    <a:pt x="683" y="1787"/>
                    <a:pt x="657" y="1744"/>
                  </a:cubicBezTo>
                  <a:cubicBezTo>
                    <a:pt x="640" y="1718"/>
                    <a:pt x="605" y="1684"/>
                    <a:pt x="579" y="1658"/>
                  </a:cubicBezTo>
                  <a:cubicBezTo>
                    <a:pt x="554" y="1615"/>
                    <a:pt x="528" y="1572"/>
                    <a:pt x="511" y="1529"/>
                  </a:cubicBezTo>
                  <a:cubicBezTo>
                    <a:pt x="485" y="1486"/>
                    <a:pt x="476" y="1443"/>
                    <a:pt x="459" y="1401"/>
                  </a:cubicBezTo>
                  <a:cubicBezTo>
                    <a:pt x="442" y="1383"/>
                    <a:pt x="442" y="1375"/>
                    <a:pt x="433" y="1349"/>
                  </a:cubicBezTo>
                  <a:lnTo>
                    <a:pt x="433" y="1323"/>
                  </a:lnTo>
                  <a:lnTo>
                    <a:pt x="433" y="1289"/>
                  </a:lnTo>
                  <a:cubicBezTo>
                    <a:pt x="416" y="1220"/>
                    <a:pt x="390" y="1151"/>
                    <a:pt x="365" y="1083"/>
                  </a:cubicBezTo>
                  <a:cubicBezTo>
                    <a:pt x="356" y="1048"/>
                    <a:pt x="365" y="1023"/>
                    <a:pt x="356" y="997"/>
                  </a:cubicBezTo>
                  <a:cubicBezTo>
                    <a:pt x="356" y="971"/>
                    <a:pt x="348" y="945"/>
                    <a:pt x="348" y="919"/>
                  </a:cubicBezTo>
                  <a:cubicBezTo>
                    <a:pt x="339" y="851"/>
                    <a:pt x="322" y="782"/>
                    <a:pt x="287" y="722"/>
                  </a:cubicBezTo>
                  <a:cubicBezTo>
                    <a:pt x="270" y="696"/>
                    <a:pt x="253" y="679"/>
                    <a:pt x="253" y="644"/>
                  </a:cubicBezTo>
                  <a:cubicBezTo>
                    <a:pt x="244" y="584"/>
                    <a:pt x="253" y="524"/>
                    <a:pt x="253" y="464"/>
                  </a:cubicBezTo>
                  <a:cubicBezTo>
                    <a:pt x="253" y="413"/>
                    <a:pt x="262" y="370"/>
                    <a:pt x="279" y="327"/>
                  </a:cubicBezTo>
                  <a:cubicBezTo>
                    <a:pt x="296" y="292"/>
                    <a:pt x="322" y="258"/>
                    <a:pt x="330" y="224"/>
                  </a:cubicBezTo>
                  <a:cubicBezTo>
                    <a:pt x="348" y="172"/>
                    <a:pt x="348" y="129"/>
                    <a:pt x="365" y="77"/>
                  </a:cubicBezTo>
                  <a:cubicBezTo>
                    <a:pt x="373" y="52"/>
                    <a:pt x="373" y="17"/>
                    <a:pt x="39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7" name="Google Shape;16227;p54">
              <a:extLst>
                <a:ext uri="{FF2B5EF4-FFF2-40B4-BE49-F238E27FC236}">
                  <a16:creationId xmlns:a16="http://schemas.microsoft.com/office/drawing/2014/main" id="{254400D2-D989-3975-F501-4A7ADB1A95C5}"/>
                </a:ext>
              </a:extLst>
            </p:cNvPr>
            <p:cNvSpPr/>
            <p:nvPr/>
          </p:nvSpPr>
          <p:spPr>
            <a:xfrm>
              <a:off x="5169150" y="1253900"/>
              <a:ext cx="42125" cy="24175"/>
            </a:xfrm>
            <a:custGeom>
              <a:avLst/>
              <a:gdLst/>
              <a:ahLst/>
              <a:cxnLst/>
              <a:rect l="l" t="t" r="r" b="b"/>
              <a:pathLst>
                <a:path w="1685" h="967" extrusionOk="0">
                  <a:moveTo>
                    <a:pt x="1002" y="1"/>
                  </a:moveTo>
                  <a:cubicBezTo>
                    <a:pt x="973" y="1"/>
                    <a:pt x="944" y="7"/>
                    <a:pt x="920" y="13"/>
                  </a:cubicBezTo>
                  <a:cubicBezTo>
                    <a:pt x="877" y="22"/>
                    <a:pt x="842" y="22"/>
                    <a:pt x="799" y="22"/>
                  </a:cubicBezTo>
                  <a:cubicBezTo>
                    <a:pt x="791" y="26"/>
                    <a:pt x="782" y="26"/>
                    <a:pt x="774" y="26"/>
                  </a:cubicBezTo>
                  <a:cubicBezTo>
                    <a:pt x="765" y="26"/>
                    <a:pt x="756" y="26"/>
                    <a:pt x="748" y="30"/>
                  </a:cubicBezTo>
                  <a:cubicBezTo>
                    <a:pt x="696" y="56"/>
                    <a:pt x="645" y="65"/>
                    <a:pt x="593" y="82"/>
                  </a:cubicBezTo>
                  <a:cubicBezTo>
                    <a:pt x="559" y="90"/>
                    <a:pt x="524" y="108"/>
                    <a:pt x="490" y="125"/>
                  </a:cubicBezTo>
                  <a:lnTo>
                    <a:pt x="464" y="133"/>
                  </a:lnTo>
                  <a:cubicBezTo>
                    <a:pt x="456" y="150"/>
                    <a:pt x="447" y="168"/>
                    <a:pt x="447" y="176"/>
                  </a:cubicBezTo>
                  <a:cubicBezTo>
                    <a:pt x="439" y="219"/>
                    <a:pt x="404" y="219"/>
                    <a:pt x="370" y="228"/>
                  </a:cubicBezTo>
                  <a:cubicBezTo>
                    <a:pt x="318" y="245"/>
                    <a:pt x="275" y="262"/>
                    <a:pt x="241" y="297"/>
                  </a:cubicBezTo>
                  <a:cubicBezTo>
                    <a:pt x="215" y="322"/>
                    <a:pt x="198" y="357"/>
                    <a:pt x="181" y="382"/>
                  </a:cubicBezTo>
                  <a:cubicBezTo>
                    <a:pt x="155" y="425"/>
                    <a:pt x="121" y="460"/>
                    <a:pt x="112" y="511"/>
                  </a:cubicBezTo>
                  <a:cubicBezTo>
                    <a:pt x="112" y="520"/>
                    <a:pt x="104" y="561"/>
                    <a:pt x="87" y="563"/>
                  </a:cubicBezTo>
                  <a:lnTo>
                    <a:pt x="87" y="563"/>
                  </a:lnTo>
                  <a:cubicBezTo>
                    <a:pt x="88" y="561"/>
                    <a:pt x="89" y="561"/>
                    <a:pt x="89" y="561"/>
                  </a:cubicBezTo>
                  <a:lnTo>
                    <a:pt x="89" y="561"/>
                  </a:lnTo>
                  <a:cubicBezTo>
                    <a:pt x="89" y="561"/>
                    <a:pt x="88" y="561"/>
                    <a:pt x="86" y="563"/>
                  </a:cubicBezTo>
                  <a:cubicBezTo>
                    <a:pt x="87" y="563"/>
                    <a:pt x="87" y="563"/>
                    <a:pt x="87" y="563"/>
                  </a:cubicBezTo>
                  <a:lnTo>
                    <a:pt x="87" y="563"/>
                  </a:lnTo>
                  <a:cubicBezTo>
                    <a:pt x="84" y="568"/>
                    <a:pt x="75" y="581"/>
                    <a:pt x="69" y="597"/>
                  </a:cubicBezTo>
                  <a:cubicBezTo>
                    <a:pt x="52" y="649"/>
                    <a:pt x="18" y="692"/>
                    <a:pt x="26" y="743"/>
                  </a:cubicBezTo>
                  <a:cubicBezTo>
                    <a:pt x="35" y="795"/>
                    <a:pt x="0" y="864"/>
                    <a:pt x="18" y="907"/>
                  </a:cubicBezTo>
                  <a:lnTo>
                    <a:pt x="35" y="932"/>
                  </a:lnTo>
                  <a:lnTo>
                    <a:pt x="43" y="967"/>
                  </a:lnTo>
                  <a:lnTo>
                    <a:pt x="43" y="924"/>
                  </a:lnTo>
                  <a:lnTo>
                    <a:pt x="78" y="812"/>
                  </a:lnTo>
                  <a:cubicBezTo>
                    <a:pt x="103" y="760"/>
                    <a:pt x="146" y="760"/>
                    <a:pt x="164" y="709"/>
                  </a:cubicBezTo>
                  <a:cubicBezTo>
                    <a:pt x="181" y="649"/>
                    <a:pt x="215" y="632"/>
                    <a:pt x="267" y="606"/>
                  </a:cubicBezTo>
                  <a:cubicBezTo>
                    <a:pt x="293" y="597"/>
                    <a:pt x="310" y="580"/>
                    <a:pt x="327" y="563"/>
                  </a:cubicBezTo>
                  <a:cubicBezTo>
                    <a:pt x="344" y="546"/>
                    <a:pt x="361" y="537"/>
                    <a:pt x="378" y="520"/>
                  </a:cubicBezTo>
                  <a:cubicBezTo>
                    <a:pt x="387" y="494"/>
                    <a:pt x="396" y="468"/>
                    <a:pt x="421" y="451"/>
                  </a:cubicBezTo>
                  <a:cubicBezTo>
                    <a:pt x="447" y="434"/>
                    <a:pt x="482" y="434"/>
                    <a:pt x="507" y="425"/>
                  </a:cubicBezTo>
                  <a:cubicBezTo>
                    <a:pt x="524" y="408"/>
                    <a:pt x="542" y="400"/>
                    <a:pt x="567" y="391"/>
                  </a:cubicBezTo>
                  <a:cubicBezTo>
                    <a:pt x="602" y="374"/>
                    <a:pt x="628" y="339"/>
                    <a:pt x="662" y="322"/>
                  </a:cubicBezTo>
                  <a:cubicBezTo>
                    <a:pt x="688" y="305"/>
                    <a:pt x="705" y="297"/>
                    <a:pt x="739" y="297"/>
                  </a:cubicBezTo>
                  <a:cubicBezTo>
                    <a:pt x="791" y="297"/>
                    <a:pt x="842" y="279"/>
                    <a:pt x="885" y="271"/>
                  </a:cubicBezTo>
                  <a:cubicBezTo>
                    <a:pt x="945" y="262"/>
                    <a:pt x="1006" y="262"/>
                    <a:pt x="1057" y="245"/>
                  </a:cubicBezTo>
                  <a:cubicBezTo>
                    <a:pt x="1081" y="239"/>
                    <a:pt x="1110" y="233"/>
                    <a:pt x="1134" y="233"/>
                  </a:cubicBezTo>
                  <a:cubicBezTo>
                    <a:pt x="1144" y="233"/>
                    <a:pt x="1153" y="234"/>
                    <a:pt x="1160" y="236"/>
                  </a:cubicBezTo>
                  <a:lnTo>
                    <a:pt x="1186" y="254"/>
                  </a:lnTo>
                  <a:cubicBezTo>
                    <a:pt x="1238" y="271"/>
                    <a:pt x="1298" y="271"/>
                    <a:pt x="1349" y="271"/>
                  </a:cubicBezTo>
                  <a:cubicBezTo>
                    <a:pt x="1384" y="271"/>
                    <a:pt x="1401" y="262"/>
                    <a:pt x="1435" y="254"/>
                  </a:cubicBezTo>
                  <a:cubicBezTo>
                    <a:pt x="1440" y="252"/>
                    <a:pt x="1445" y="251"/>
                    <a:pt x="1451" y="251"/>
                  </a:cubicBezTo>
                  <a:cubicBezTo>
                    <a:pt x="1472" y="251"/>
                    <a:pt x="1494" y="262"/>
                    <a:pt x="1521" y="262"/>
                  </a:cubicBezTo>
                  <a:cubicBezTo>
                    <a:pt x="1573" y="279"/>
                    <a:pt x="1633" y="279"/>
                    <a:pt x="1684" y="305"/>
                  </a:cubicBezTo>
                  <a:cubicBezTo>
                    <a:pt x="1659" y="271"/>
                    <a:pt x="1633" y="245"/>
                    <a:pt x="1598" y="228"/>
                  </a:cubicBezTo>
                  <a:cubicBezTo>
                    <a:pt x="1573" y="211"/>
                    <a:pt x="1547" y="193"/>
                    <a:pt x="1530" y="176"/>
                  </a:cubicBezTo>
                  <a:cubicBezTo>
                    <a:pt x="1495" y="150"/>
                    <a:pt x="1461" y="142"/>
                    <a:pt x="1435" y="125"/>
                  </a:cubicBezTo>
                  <a:cubicBezTo>
                    <a:pt x="1401" y="108"/>
                    <a:pt x="1375" y="99"/>
                    <a:pt x="1349" y="90"/>
                  </a:cubicBezTo>
                  <a:lnTo>
                    <a:pt x="1323" y="82"/>
                  </a:lnTo>
                  <a:lnTo>
                    <a:pt x="1298" y="90"/>
                  </a:lnTo>
                  <a:cubicBezTo>
                    <a:pt x="1293" y="93"/>
                    <a:pt x="1288" y="94"/>
                    <a:pt x="1284" y="94"/>
                  </a:cubicBezTo>
                  <a:cubicBezTo>
                    <a:pt x="1275" y="94"/>
                    <a:pt x="1267" y="88"/>
                    <a:pt x="1255" y="82"/>
                  </a:cubicBezTo>
                  <a:cubicBezTo>
                    <a:pt x="1246" y="82"/>
                    <a:pt x="1229" y="82"/>
                    <a:pt x="1220" y="73"/>
                  </a:cubicBezTo>
                  <a:cubicBezTo>
                    <a:pt x="1195" y="65"/>
                    <a:pt x="1186" y="56"/>
                    <a:pt x="1160" y="47"/>
                  </a:cubicBezTo>
                  <a:cubicBezTo>
                    <a:pt x="1126" y="30"/>
                    <a:pt x="1083" y="13"/>
                    <a:pt x="1040" y="4"/>
                  </a:cubicBezTo>
                  <a:cubicBezTo>
                    <a:pt x="1027" y="2"/>
                    <a:pt x="1015" y="1"/>
                    <a:pt x="1002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8" name="Google Shape;16228;p54">
              <a:extLst>
                <a:ext uri="{FF2B5EF4-FFF2-40B4-BE49-F238E27FC236}">
                  <a16:creationId xmlns:a16="http://schemas.microsoft.com/office/drawing/2014/main" id="{92937446-59CC-BC52-71E1-09F2B9CB4434}"/>
                </a:ext>
              </a:extLst>
            </p:cNvPr>
            <p:cNvSpPr/>
            <p:nvPr/>
          </p:nvSpPr>
          <p:spPr>
            <a:xfrm>
              <a:off x="5179450" y="1272900"/>
              <a:ext cx="30950" cy="32325"/>
            </a:xfrm>
            <a:custGeom>
              <a:avLst/>
              <a:gdLst/>
              <a:ahLst/>
              <a:cxnLst/>
              <a:rect l="l" t="t" r="r" b="b"/>
              <a:pathLst>
                <a:path w="1238" h="1293" extrusionOk="0">
                  <a:moveTo>
                    <a:pt x="937" y="0"/>
                  </a:moveTo>
                  <a:lnTo>
                    <a:pt x="937" y="43"/>
                  </a:lnTo>
                  <a:cubicBezTo>
                    <a:pt x="937" y="52"/>
                    <a:pt x="946" y="69"/>
                    <a:pt x="954" y="86"/>
                  </a:cubicBezTo>
                  <a:lnTo>
                    <a:pt x="963" y="121"/>
                  </a:lnTo>
                  <a:cubicBezTo>
                    <a:pt x="972" y="129"/>
                    <a:pt x="980" y="147"/>
                    <a:pt x="989" y="155"/>
                  </a:cubicBezTo>
                  <a:cubicBezTo>
                    <a:pt x="989" y="164"/>
                    <a:pt x="1015" y="215"/>
                    <a:pt x="997" y="224"/>
                  </a:cubicBezTo>
                  <a:lnTo>
                    <a:pt x="989" y="215"/>
                  </a:lnTo>
                  <a:cubicBezTo>
                    <a:pt x="980" y="232"/>
                    <a:pt x="980" y="258"/>
                    <a:pt x="972" y="284"/>
                  </a:cubicBezTo>
                  <a:lnTo>
                    <a:pt x="954" y="318"/>
                  </a:lnTo>
                  <a:lnTo>
                    <a:pt x="937" y="327"/>
                  </a:lnTo>
                  <a:lnTo>
                    <a:pt x="920" y="310"/>
                  </a:lnTo>
                  <a:lnTo>
                    <a:pt x="920" y="310"/>
                  </a:lnTo>
                  <a:cubicBezTo>
                    <a:pt x="920" y="327"/>
                    <a:pt x="920" y="344"/>
                    <a:pt x="929" y="353"/>
                  </a:cubicBezTo>
                  <a:lnTo>
                    <a:pt x="929" y="396"/>
                  </a:lnTo>
                  <a:lnTo>
                    <a:pt x="946" y="421"/>
                  </a:lnTo>
                  <a:lnTo>
                    <a:pt x="946" y="456"/>
                  </a:lnTo>
                  <a:cubicBezTo>
                    <a:pt x="954" y="482"/>
                    <a:pt x="954" y="507"/>
                    <a:pt x="954" y="525"/>
                  </a:cubicBezTo>
                  <a:cubicBezTo>
                    <a:pt x="963" y="567"/>
                    <a:pt x="972" y="610"/>
                    <a:pt x="963" y="653"/>
                  </a:cubicBezTo>
                  <a:cubicBezTo>
                    <a:pt x="963" y="688"/>
                    <a:pt x="954" y="714"/>
                    <a:pt x="946" y="748"/>
                  </a:cubicBezTo>
                  <a:lnTo>
                    <a:pt x="929" y="791"/>
                  </a:lnTo>
                  <a:lnTo>
                    <a:pt x="920" y="774"/>
                  </a:lnTo>
                  <a:cubicBezTo>
                    <a:pt x="903" y="808"/>
                    <a:pt x="911" y="842"/>
                    <a:pt x="894" y="868"/>
                  </a:cubicBezTo>
                  <a:cubicBezTo>
                    <a:pt x="877" y="911"/>
                    <a:pt x="834" y="937"/>
                    <a:pt x="800" y="954"/>
                  </a:cubicBezTo>
                  <a:cubicBezTo>
                    <a:pt x="783" y="963"/>
                    <a:pt x="757" y="971"/>
                    <a:pt x="740" y="971"/>
                  </a:cubicBezTo>
                  <a:cubicBezTo>
                    <a:pt x="722" y="971"/>
                    <a:pt x="714" y="963"/>
                    <a:pt x="705" y="963"/>
                  </a:cubicBezTo>
                  <a:lnTo>
                    <a:pt x="680" y="946"/>
                  </a:lnTo>
                  <a:lnTo>
                    <a:pt x="671" y="937"/>
                  </a:lnTo>
                  <a:cubicBezTo>
                    <a:pt x="654" y="937"/>
                    <a:pt x="654" y="971"/>
                    <a:pt x="645" y="980"/>
                  </a:cubicBezTo>
                  <a:cubicBezTo>
                    <a:pt x="637" y="997"/>
                    <a:pt x="628" y="1014"/>
                    <a:pt x="619" y="1031"/>
                  </a:cubicBezTo>
                  <a:cubicBezTo>
                    <a:pt x="609" y="1041"/>
                    <a:pt x="605" y="1046"/>
                    <a:pt x="600" y="1046"/>
                  </a:cubicBezTo>
                  <a:cubicBezTo>
                    <a:pt x="596" y="1046"/>
                    <a:pt x="592" y="1044"/>
                    <a:pt x="585" y="1040"/>
                  </a:cubicBezTo>
                  <a:cubicBezTo>
                    <a:pt x="579" y="1037"/>
                    <a:pt x="574" y="1036"/>
                    <a:pt x="568" y="1036"/>
                  </a:cubicBezTo>
                  <a:cubicBezTo>
                    <a:pt x="556" y="1036"/>
                    <a:pt x="545" y="1040"/>
                    <a:pt x="533" y="1040"/>
                  </a:cubicBezTo>
                  <a:cubicBezTo>
                    <a:pt x="513" y="1047"/>
                    <a:pt x="497" y="1060"/>
                    <a:pt x="474" y="1060"/>
                  </a:cubicBezTo>
                  <a:cubicBezTo>
                    <a:pt x="469" y="1060"/>
                    <a:pt x="463" y="1059"/>
                    <a:pt x="456" y="1057"/>
                  </a:cubicBezTo>
                  <a:cubicBezTo>
                    <a:pt x="456" y="1040"/>
                    <a:pt x="473" y="1023"/>
                    <a:pt x="473" y="1006"/>
                  </a:cubicBezTo>
                  <a:lnTo>
                    <a:pt x="473" y="1006"/>
                  </a:lnTo>
                  <a:lnTo>
                    <a:pt x="456" y="1023"/>
                  </a:lnTo>
                  <a:lnTo>
                    <a:pt x="422" y="1040"/>
                  </a:lnTo>
                  <a:cubicBezTo>
                    <a:pt x="405" y="1049"/>
                    <a:pt x="379" y="1049"/>
                    <a:pt x="353" y="1057"/>
                  </a:cubicBezTo>
                  <a:cubicBezTo>
                    <a:pt x="336" y="1057"/>
                    <a:pt x="310" y="1057"/>
                    <a:pt x="284" y="1049"/>
                  </a:cubicBezTo>
                  <a:cubicBezTo>
                    <a:pt x="224" y="1040"/>
                    <a:pt x="173" y="1023"/>
                    <a:pt x="121" y="997"/>
                  </a:cubicBezTo>
                  <a:lnTo>
                    <a:pt x="87" y="980"/>
                  </a:lnTo>
                  <a:lnTo>
                    <a:pt x="61" y="963"/>
                  </a:lnTo>
                  <a:cubicBezTo>
                    <a:pt x="1" y="988"/>
                    <a:pt x="1" y="1023"/>
                    <a:pt x="18" y="1049"/>
                  </a:cubicBezTo>
                  <a:cubicBezTo>
                    <a:pt x="27" y="1066"/>
                    <a:pt x="44" y="1074"/>
                    <a:pt x="61" y="1092"/>
                  </a:cubicBezTo>
                  <a:cubicBezTo>
                    <a:pt x="78" y="1109"/>
                    <a:pt x="95" y="1126"/>
                    <a:pt x="104" y="1152"/>
                  </a:cubicBezTo>
                  <a:lnTo>
                    <a:pt x="121" y="1186"/>
                  </a:lnTo>
                  <a:lnTo>
                    <a:pt x="147" y="1195"/>
                  </a:lnTo>
                  <a:cubicBezTo>
                    <a:pt x="164" y="1203"/>
                    <a:pt x="181" y="1203"/>
                    <a:pt x="198" y="1212"/>
                  </a:cubicBezTo>
                  <a:cubicBezTo>
                    <a:pt x="207" y="1212"/>
                    <a:pt x="233" y="1220"/>
                    <a:pt x="250" y="1229"/>
                  </a:cubicBezTo>
                  <a:lnTo>
                    <a:pt x="267" y="1255"/>
                  </a:lnTo>
                  <a:cubicBezTo>
                    <a:pt x="284" y="1255"/>
                    <a:pt x="310" y="1255"/>
                    <a:pt x="327" y="1263"/>
                  </a:cubicBezTo>
                  <a:cubicBezTo>
                    <a:pt x="344" y="1263"/>
                    <a:pt x="370" y="1272"/>
                    <a:pt x="387" y="1272"/>
                  </a:cubicBezTo>
                  <a:cubicBezTo>
                    <a:pt x="405" y="1281"/>
                    <a:pt x="422" y="1281"/>
                    <a:pt x="430" y="1289"/>
                  </a:cubicBezTo>
                  <a:lnTo>
                    <a:pt x="465" y="1289"/>
                  </a:lnTo>
                  <a:cubicBezTo>
                    <a:pt x="476" y="1289"/>
                    <a:pt x="488" y="1293"/>
                    <a:pt x="499" y="1293"/>
                  </a:cubicBezTo>
                  <a:cubicBezTo>
                    <a:pt x="505" y="1293"/>
                    <a:pt x="511" y="1292"/>
                    <a:pt x="516" y="1289"/>
                  </a:cubicBezTo>
                  <a:lnTo>
                    <a:pt x="551" y="1272"/>
                  </a:lnTo>
                  <a:cubicBezTo>
                    <a:pt x="576" y="1255"/>
                    <a:pt x="602" y="1255"/>
                    <a:pt x="628" y="1255"/>
                  </a:cubicBezTo>
                  <a:cubicBezTo>
                    <a:pt x="680" y="1246"/>
                    <a:pt x="731" y="1238"/>
                    <a:pt x="774" y="1229"/>
                  </a:cubicBezTo>
                  <a:cubicBezTo>
                    <a:pt x="808" y="1229"/>
                    <a:pt x="834" y="1229"/>
                    <a:pt x="860" y="1220"/>
                  </a:cubicBezTo>
                  <a:cubicBezTo>
                    <a:pt x="894" y="1203"/>
                    <a:pt x="911" y="1186"/>
                    <a:pt x="929" y="1169"/>
                  </a:cubicBezTo>
                  <a:cubicBezTo>
                    <a:pt x="946" y="1152"/>
                    <a:pt x="963" y="1135"/>
                    <a:pt x="980" y="1117"/>
                  </a:cubicBezTo>
                  <a:lnTo>
                    <a:pt x="1006" y="1092"/>
                  </a:lnTo>
                  <a:cubicBezTo>
                    <a:pt x="1015" y="1074"/>
                    <a:pt x="1023" y="1049"/>
                    <a:pt x="1032" y="1031"/>
                  </a:cubicBezTo>
                  <a:cubicBezTo>
                    <a:pt x="1040" y="1023"/>
                    <a:pt x="1049" y="1006"/>
                    <a:pt x="1058" y="988"/>
                  </a:cubicBezTo>
                  <a:cubicBezTo>
                    <a:pt x="1075" y="963"/>
                    <a:pt x="1092" y="937"/>
                    <a:pt x="1118" y="920"/>
                  </a:cubicBezTo>
                  <a:cubicBezTo>
                    <a:pt x="1143" y="903"/>
                    <a:pt x="1161" y="885"/>
                    <a:pt x="1178" y="860"/>
                  </a:cubicBezTo>
                  <a:cubicBezTo>
                    <a:pt x="1204" y="808"/>
                    <a:pt x="1204" y="739"/>
                    <a:pt x="1221" y="688"/>
                  </a:cubicBezTo>
                  <a:cubicBezTo>
                    <a:pt x="1238" y="636"/>
                    <a:pt x="1212" y="602"/>
                    <a:pt x="1204" y="550"/>
                  </a:cubicBezTo>
                  <a:cubicBezTo>
                    <a:pt x="1186" y="507"/>
                    <a:pt x="1178" y="456"/>
                    <a:pt x="1169" y="413"/>
                  </a:cubicBezTo>
                  <a:cubicBezTo>
                    <a:pt x="1161" y="370"/>
                    <a:pt x="1135" y="336"/>
                    <a:pt x="1118" y="301"/>
                  </a:cubicBezTo>
                  <a:lnTo>
                    <a:pt x="1109" y="258"/>
                  </a:lnTo>
                  <a:lnTo>
                    <a:pt x="1092" y="232"/>
                  </a:lnTo>
                  <a:cubicBezTo>
                    <a:pt x="1075" y="215"/>
                    <a:pt x="1075" y="198"/>
                    <a:pt x="1066" y="181"/>
                  </a:cubicBezTo>
                  <a:lnTo>
                    <a:pt x="1040" y="155"/>
                  </a:lnTo>
                  <a:cubicBezTo>
                    <a:pt x="1023" y="121"/>
                    <a:pt x="1006" y="86"/>
                    <a:pt x="980" y="61"/>
                  </a:cubicBezTo>
                  <a:cubicBezTo>
                    <a:pt x="963" y="43"/>
                    <a:pt x="954" y="18"/>
                    <a:pt x="937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9" name="Google Shape;16229;p54">
              <a:extLst>
                <a:ext uri="{FF2B5EF4-FFF2-40B4-BE49-F238E27FC236}">
                  <a16:creationId xmlns:a16="http://schemas.microsoft.com/office/drawing/2014/main" id="{EA55B379-5299-585C-A120-93AD636758F9}"/>
                </a:ext>
              </a:extLst>
            </p:cNvPr>
            <p:cNvSpPr/>
            <p:nvPr/>
          </p:nvSpPr>
          <p:spPr>
            <a:xfrm>
              <a:off x="5173650" y="1267950"/>
              <a:ext cx="27750" cy="35225"/>
            </a:xfrm>
            <a:custGeom>
              <a:avLst/>
              <a:gdLst/>
              <a:ahLst/>
              <a:cxnLst/>
              <a:rect l="l" t="t" r="r" b="b"/>
              <a:pathLst>
                <a:path w="1110" h="1409" extrusionOk="0">
                  <a:moveTo>
                    <a:pt x="783" y="1"/>
                  </a:moveTo>
                  <a:cubicBezTo>
                    <a:pt x="748" y="9"/>
                    <a:pt x="705" y="18"/>
                    <a:pt x="662" y="18"/>
                  </a:cubicBezTo>
                  <a:cubicBezTo>
                    <a:pt x="637" y="27"/>
                    <a:pt x="619" y="35"/>
                    <a:pt x="594" y="52"/>
                  </a:cubicBezTo>
                  <a:cubicBezTo>
                    <a:pt x="568" y="61"/>
                    <a:pt x="559" y="70"/>
                    <a:pt x="533" y="78"/>
                  </a:cubicBezTo>
                  <a:cubicBezTo>
                    <a:pt x="516" y="87"/>
                    <a:pt x="499" y="87"/>
                    <a:pt x="482" y="95"/>
                  </a:cubicBezTo>
                  <a:cubicBezTo>
                    <a:pt x="396" y="130"/>
                    <a:pt x="319" y="181"/>
                    <a:pt x="250" y="241"/>
                  </a:cubicBezTo>
                  <a:cubicBezTo>
                    <a:pt x="233" y="259"/>
                    <a:pt x="207" y="276"/>
                    <a:pt x="190" y="293"/>
                  </a:cubicBezTo>
                  <a:cubicBezTo>
                    <a:pt x="173" y="310"/>
                    <a:pt x="164" y="327"/>
                    <a:pt x="155" y="336"/>
                  </a:cubicBezTo>
                  <a:cubicBezTo>
                    <a:pt x="113" y="379"/>
                    <a:pt x="87" y="422"/>
                    <a:pt x="52" y="473"/>
                  </a:cubicBezTo>
                  <a:cubicBezTo>
                    <a:pt x="44" y="482"/>
                    <a:pt x="35" y="499"/>
                    <a:pt x="27" y="508"/>
                  </a:cubicBezTo>
                  <a:cubicBezTo>
                    <a:pt x="18" y="534"/>
                    <a:pt x="18" y="559"/>
                    <a:pt x="18" y="585"/>
                  </a:cubicBezTo>
                  <a:cubicBezTo>
                    <a:pt x="18" y="611"/>
                    <a:pt x="18" y="637"/>
                    <a:pt x="18" y="662"/>
                  </a:cubicBezTo>
                  <a:cubicBezTo>
                    <a:pt x="9" y="688"/>
                    <a:pt x="1" y="714"/>
                    <a:pt x="1" y="740"/>
                  </a:cubicBezTo>
                  <a:cubicBezTo>
                    <a:pt x="1" y="757"/>
                    <a:pt x="1" y="791"/>
                    <a:pt x="9" y="808"/>
                  </a:cubicBezTo>
                  <a:cubicBezTo>
                    <a:pt x="27" y="860"/>
                    <a:pt x="44" y="903"/>
                    <a:pt x="52" y="955"/>
                  </a:cubicBezTo>
                  <a:cubicBezTo>
                    <a:pt x="70" y="989"/>
                    <a:pt x="70" y="1032"/>
                    <a:pt x="95" y="1075"/>
                  </a:cubicBezTo>
                  <a:cubicBezTo>
                    <a:pt x="104" y="1092"/>
                    <a:pt x="121" y="1118"/>
                    <a:pt x="138" y="1135"/>
                  </a:cubicBezTo>
                  <a:cubicBezTo>
                    <a:pt x="147" y="1152"/>
                    <a:pt x="155" y="1161"/>
                    <a:pt x="164" y="1178"/>
                  </a:cubicBezTo>
                  <a:cubicBezTo>
                    <a:pt x="198" y="1212"/>
                    <a:pt x="241" y="1247"/>
                    <a:pt x="276" y="1281"/>
                  </a:cubicBezTo>
                  <a:cubicBezTo>
                    <a:pt x="310" y="1315"/>
                    <a:pt x="353" y="1341"/>
                    <a:pt x="396" y="1358"/>
                  </a:cubicBezTo>
                  <a:cubicBezTo>
                    <a:pt x="413" y="1367"/>
                    <a:pt x="422" y="1375"/>
                    <a:pt x="439" y="1384"/>
                  </a:cubicBezTo>
                  <a:lnTo>
                    <a:pt x="465" y="1401"/>
                  </a:lnTo>
                  <a:cubicBezTo>
                    <a:pt x="470" y="1407"/>
                    <a:pt x="473" y="1409"/>
                    <a:pt x="474" y="1409"/>
                  </a:cubicBezTo>
                  <a:cubicBezTo>
                    <a:pt x="477" y="1409"/>
                    <a:pt x="471" y="1399"/>
                    <a:pt x="465" y="1393"/>
                  </a:cubicBezTo>
                  <a:lnTo>
                    <a:pt x="439" y="1375"/>
                  </a:lnTo>
                  <a:lnTo>
                    <a:pt x="413" y="1350"/>
                  </a:lnTo>
                  <a:lnTo>
                    <a:pt x="379" y="1315"/>
                  </a:lnTo>
                  <a:cubicBezTo>
                    <a:pt x="362" y="1298"/>
                    <a:pt x="353" y="1272"/>
                    <a:pt x="336" y="1255"/>
                  </a:cubicBezTo>
                  <a:cubicBezTo>
                    <a:pt x="319" y="1229"/>
                    <a:pt x="310" y="1221"/>
                    <a:pt x="310" y="1195"/>
                  </a:cubicBezTo>
                  <a:cubicBezTo>
                    <a:pt x="319" y="1161"/>
                    <a:pt x="293" y="1135"/>
                    <a:pt x="293" y="1101"/>
                  </a:cubicBezTo>
                  <a:lnTo>
                    <a:pt x="284" y="1075"/>
                  </a:lnTo>
                  <a:lnTo>
                    <a:pt x="293" y="1032"/>
                  </a:lnTo>
                  <a:cubicBezTo>
                    <a:pt x="284" y="1023"/>
                    <a:pt x="250" y="1023"/>
                    <a:pt x="241" y="1006"/>
                  </a:cubicBezTo>
                  <a:cubicBezTo>
                    <a:pt x="233" y="997"/>
                    <a:pt x="233" y="980"/>
                    <a:pt x="233" y="972"/>
                  </a:cubicBezTo>
                  <a:cubicBezTo>
                    <a:pt x="241" y="955"/>
                    <a:pt x="241" y="946"/>
                    <a:pt x="250" y="929"/>
                  </a:cubicBezTo>
                  <a:cubicBezTo>
                    <a:pt x="259" y="912"/>
                    <a:pt x="259" y="894"/>
                    <a:pt x="259" y="869"/>
                  </a:cubicBezTo>
                  <a:cubicBezTo>
                    <a:pt x="259" y="826"/>
                    <a:pt x="259" y="783"/>
                    <a:pt x="259" y="731"/>
                  </a:cubicBezTo>
                  <a:cubicBezTo>
                    <a:pt x="259" y="705"/>
                    <a:pt x="267" y="662"/>
                    <a:pt x="293" y="645"/>
                  </a:cubicBezTo>
                  <a:cubicBezTo>
                    <a:pt x="319" y="628"/>
                    <a:pt x="336" y="611"/>
                    <a:pt x="353" y="585"/>
                  </a:cubicBezTo>
                  <a:lnTo>
                    <a:pt x="370" y="559"/>
                  </a:lnTo>
                  <a:cubicBezTo>
                    <a:pt x="387" y="534"/>
                    <a:pt x="370" y="491"/>
                    <a:pt x="396" y="465"/>
                  </a:cubicBezTo>
                  <a:cubicBezTo>
                    <a:pt x="405" y="448"/>
                    <a:pt x="439" y="430"/>
                    <a:pt x="439" y="405"/>
                  </a:cubicBezTo>
                  <a:lnTo>
                    <a:pt x="430" y="370"/>
                  </a:lnTo>
                  <a:cubicBezTo>
                    <a:pt x="422" y="345"/>
                    <a:pt x="422" y="336"/>
                    <a:pt x="439" y="310"/>
                  </a:cubicBezTo>
                  <a:lnTo>
                    <a:pt x="473" y="284"/>
                  </a:lnTo>
                  <a:cubicBezTo>
                    <a:pt x="491" y="276"/>
                    <a:pt x="499" y="267"/>
                    <a:pt x="516" y="250"/>
                  </a:cubicBezTo>
                  <a:cubicBezTo>
                    <a:pt x="525" y="241"/>
                    <a:pt x="542" y="233"/>
                    <a:pt x="559" y="224"/>
                  </a:cubicBezTo>
                  <a:lnTo>
                    <a:pt x="637" y="224"/>
                  </a:lnTo>
                  <a:cubicBezTo>
                    <a:pt x="645" y="224"/>
                    <a:pt x="662" y="224"/>
                    <a:pt x="680" y="216"/>
                  </a:cubicBezTo>
                  <a:cubicBezTo>
                    <a:pt x="697" y="216"/>
                    <a:pt x="705" y="207"/>
                    <a:pt x="722" y="207"/>
                  </a:cubicBezTo>
                  <a:cubicBezTo>
                    <a:pt x="731" y="207"/>
                    <a:pt x="740" y="198"/>
                    <a:pt x="757" y="198"/>
                  </a:cubicBezTo>
                  <a:lnTo>
                    <a:pt x="791" y="190"/>
                  </a:lnTo>
                  <a:lnTo>
                    <a:pt x="826" y="190"/>
                  </a:lnTo>
                  <a:cubicBezTo>
                    <a:pt x="843" y="190"/>
                    <a:pt x="864" y="198"/>
                    <a:pt x="884" y="198"/>
                  </a:cubicBezTo>
                  <a:cubicBezTo>
                    <a:pt x="893" y="198"/>
                    <a:pt x="903" y="196"/>
                    <a:pt x="912" y="190"/>
                  </a:cubicBezTo>
                  <a:lnTo>
                    <a:pt x="946" y="173"/>
                  </a:lnTo>
                  <a:cubicBezTo>
                    <a:pt x="963" y="164"/>
                    <a:pt x="972" y="156"/>
                    <a:pt x="989" y="156"/>
                  </a:cubicBezTo>
                  <a:cubicBezTo>
                    <a:pt x="1015" y="156"/>
                    <a:pt x="1049" y="156"/>
                    <a:pt x="1066" y="164"/>
                  </a:cubicBezTo>
                  <a:lnTo>
                    <a:pt x="1109" y="181"/>
                  </a:lnTo>
                  <a:lnTo>
                    <a:pt x="1092" y="164"/>
                  </a:lnTo>
                  <a:lnTo>
                    <a:pt x="1075" y="147"/>
                  </a:lnTo>
                  <a:cubicBezTo>
                    <a:pt x="1066" y="130"/>
                    <a:pt x="1066" y="121"/>
                    <a:pt x="1058" y="121"/>
                  </a:cubicBezTo>
                  <a:cubicBezTo>
                    <a:pt x="1040" y="113"/>
                    <a:pt x="1032" y="113"/>
                    <a:pt x="1023" y="95"/>
                  </a:cubicBezTo>
                  <a:lnTo>
                    <a:pt x="1006" y="87"/>
                  </a:lnTo>
                  <a:cubicBezTo>
                    <a:pt x="989" y="70"/>
                    <a:pt x="972" y="61"/>
                    <a:pt x="954" y="52"/>
                  </a:cubicBezTo>
                  <a:lnTo>
                    <a:pt x="929" y="35"/>
                  </a:lnTo>
                  <a:cubicBezTo>
                    <a:pt x="903" y="27"/>
                    <a:pt x="886" y="18"/>
                    <a:pt x="860" y="18"/>
                  </a:cubicBezTo>
                  <a:cubicBezTo>
                    <a:pt x="834" y="9"/>
                    <a:pt x="808" y="1"/>
                    <a:pt x="78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0" name="Google Shape;16230;p54">
              <a:extLst>
                <a:ext uri="{FF2B5EF4-FFF2-40B4-BE49-F238E27FC236}">
                  <a16:creationId xmlns:a16="http://schemas.microsoft.com/office/drawing/2014/main" id="{2809D007-06AE-F676-CBF3-BD8A24D004E8}"/>
                </a:ext>
              </a:extLst>
            </p:cNvPr>
            <p:cNvSpPr/>
            <p:nvPr/>
          </p:nvSpPr>
          <p:spPr>
            <a:xfrm>
              <a:off x="5186550" y="1277800"/>
              <a:ext cx="13325" cy="16825"/>
            </a:xfrm>
            <a:custGeom>
              <a:avLst/>
              <a:gdLst/>
              <a:ahLst/>
              <a:cxnLst/>
              <a:rect l="l" t="t" r="r" b="b"/>
              <a:pathLst>
                <a:path w="533" h="673" extrusionOk="0">
                  <a:moveTo>
                    <a:pt x="311" y="0"/>
                  </a:moveTo>
                  <a:cubicBezTo>
                    <a:pt x="261" y="0"/>
                    <a:pt x="217" y="22"/>
                    <a:pt x="172" y="36"/>
                  </a:cubicBezTo>
                  <a:cubicBezTo>
                    <a:pt x="155" y="45"/>
                    <a:pt x="129" y="54"/>
                    <a:pt x="103" y="62"/>
                  </a:cubicBezTo>
                  <a:lnTo>
                    <a:pt x="78" y="71"/>
                  </a:lnTo>
                  <a:cubicBezTo>
                    <a:pt x="60" y="71"/>
                    <a:pt x="60" y="79"/>
                    <a:pt x="52" y="88"/>
                  </a:cubicBezTo>
                  <a:lnTo>
                    <a:pt x="26" y="122"/>
                  </a:lnTo>
                  <a:lnTo>
                    <a:pt x="9" y="140"/>
                  </a:lnTo>
                  <a:lnTo>
                    <a:pt x="0" y="157"/>
                  </a:lnTo>
                  <a:cubicBezTo>
                    <a:pt x="17" y="157"/>
                    <a:pt x="35" y="148"/>
                    <a:pt x="52" y="140"/>
                  </a:cubicBezTo>
                  <a:cubicBezTo>
                    <a:pt x="63" y="140"/>
                    <a:pt x="75" y="143"/>
                    <a:pt x="86" y="143"/>
                  </a:cubicBezTo>
                  <a:cubicBezTo>
                    <a:pt x="92" y="143"/>
                    <a:pt x="98" y="142"/>
                    <a:pt x="103" y="140"/>
                  </a:cubicBezTo>
                  <a:cubicBezTo>
                    <a:pt x="109" y="140"/>
                    <a:pt x="115" y="132"/>
                    <a:pt x="118" y="132"/>
                  </a:cubicBezTo>
                  <a:cubicBezTo>
                    <a:pt x="120" y="132"/>
                    <a:pt x="121" y="134"/>
                    <a:pt x="121" y="140"/>
                  </a:cubicBezTo>
                  <a:cubicBezTo>
                    <a:pt x="132" y="140"/>
                    <a:pt x="151" y="136"/>
                    <a:pt x="170" y="136"/>
                  </a:cubicBezTo>
                  <a:cubicBezTo>
                    <a:pt x="180" y="136"/>
                    <a:pt x="189" y="137"/>
                    <a:pt x="198" y="140"/>
                  </a:cubicBezTo>
                  <a:lnTo>
                    <a:pt x="224" y="157"/>
                  </a:lnTo>
                  <a:cubicBezTo>
                    <a:pt x="232" y="165"/>
                    <a:pt x="241" y="174"/>
                    <a:pt x="258" y="182"/>
                  </a:cubicBezTo>
                  <a:cubicBezTo>
                    <a:pt x="292" y="200"/>
                    <a:pt x="335" y="225"/>
                    <a:pt x="344" y="268"/>
                  </a:cubicBezTo>
                  <a:cubicBezTo>
                    <a:pt x="361" y="311"/>
                    <a:pt x="353" y="354"/>
                    <a:pt x="344" y="397"/>
                  </a:cubicBezTo>
                  <a:cubicBezTo>
                    <a:pt x="344" y="440"/>
                    <a:pt x="301" y="466"/>
                    <a:pt x="301" y="509"/>
                  </a:cubicBezTo>
                  <a:cubicBezTo>
                    <a:pt x="301" y="535"/>
                    <a:pt x="310" y="561"/>
                    <a:pt x="301" y="578"/>
                  </a:cubicBezTo>
                  <a:lnTo>
                    <a:pt x="292" y="595"/>
                  </a:lnTo>
                  <a:lnTo>
                    <a:pt x="267" y="621"/>
                  </a:lnTo>
                  <a:cubicBezTo>
                    <a:pt x="258" y="638"/>
                    <a:pt x="241" y="664"/>
                    <a:pt x="232" y="672"/>
                  </a:cubicBezTo>
                  <a:lnTo>
                    <a:pt x="267" y="655"/>
                  </a:lnTo>
                  <a:cubicBezTo>
                    <a:pt x="292" y="646"/>
                    <a:pt x="318" y="638"/>
                    <a:pt x="335" y="629"/>
                  </a:cubicBezTo>
                  <a:cubicBezTo>
                    <a:pt x="361" y="612"/>
                    <a:pt x="387" y="586"/>
                    <a:pt x="421" y="569"/>
                  </a:cubicBezTo>
                  <a:lnTo>
                    <a:pt x="438" y="552"/>
                  </a:lnTo>
                  <a:lnTo>
                    <a:pt x="456" y="526"/>
                  </a:lnTo>
                  <a:cubicBezTo>
                    <a:pt x="473" y="492"/>
                    <a:pt x="481" y="457"/>
                    <a:pt x="499" y="423"/>
                  </a:cubicBezTo>
                  <a:cubicBezTo>
                    <a:pt x="499" y="406"/>
                    <a:pt x="507" y="406"/>
                    <a:pt x="516" y="397"/>
                  </a:cubicBezTo>
                  <a:lnTo>
                    <a:pt x="516" y="371"/>
                  </a:lnTo>
                  <a:cubicBezTo>
                    <a:pt x="533" y="320"/>
                    <a:pt x="533" y="277"/>
                    <a:pt x="516" y="234"/>
                  </a:cubicBezTo>
                  <a:cubicBezTo>
                    <a:pt x="507" y="208"/>
                    <a:pt x="507" y="182"/>
                    <a:pt x="499" y="157"/>
                  </a:cubicBezTo>
                  <a:cubicBezTo>
                    <a:pt x="490" y="122"/>
                    <a:pt x="456" y="97"/>
                    <a:pt x="430" y="79"/>
                  </a:cubicBezTo>
                  <a:cubicBezTo>
                    <a:pt x="396" y="45"/>
                    <a:pt x="387" y="11"/>
                    <a:pt x="335" y="2"/>
                  </a:cubicBezTo>
                  <a:cubicBezTo>
                    <a:pt x="327" y="1"/>
                    <a:pt x="319" y="0"/>
                    <a:pt x="311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6231" name="Google Shape;16231;p54">
            <a:extLst>
              <a:ext uri="{FF2B5EF4-FFF2-40B4-BE49-F238E27FC236}">
                <a16:creationId xmlns:a16="http://schemas.microsoft.com/office/drawing/2014/main" id="{F68A2EC2-90B6-F256-85AE-9463935D9903}"/>
              </a:ext>
            </a:extLst>
          </p:cNvPr>
          <p:cNvGrpSpPr/>
          <p:nvPr/>
        </p:nvGrpSpPr>
        <p:grpSpPr>
          <a:xfrm>
            <a:off x="5489370" y="4297447"/>
            <a:ext cx="190892" cy="131650"/>
            <a:chOff x="5146375" y="1229175"/>
            <a:chExt cx="151875" cy="104750"/>
          </a:xfrm>
        </p:grpSpPr>
        <p:sp>
          <p:nvSpPr>
            <p:cNvPr id="16232" name="Google Shape;16232;p54">
              <a:extLst>
                <a:ext uri="{FF2B5EF4-FFF2-40B4-BE49-F238E27FC236}">
                  <a16:creationId xmlns:a16="http://schemas.microsoft.com/office/drawing/2014/main" id="{E5E549E3-E69D-3594-378E-245E062AAA90}"/>
                </a:ext>
              </a:extLst>
            </p:cNvPr>
            <p:cNvSpPr/>
            <p:nvPr/>
          </p:nvSpPr>
          <p:spPr>
            <a:xfrm>
              <a:off x="5185250" y="1229950"/>
              <a:ext cx="113000" cy="103975"/>
            </a:xfrm>
            <a:custGeom>
              <a:avLst/>
              <a:gdLst/>
              <a:ahLst/>
              <a:cxnLst/>
              <a:rect l="l" t="t" r="r" b="b"/>
              <a:pathLst>
                <a:path w="4520" h="4159" extrusionOk="0">
                  <a:moveTo>
                    <a:pt x="594" y="0"/>
                  </a:moveTo>
                  <a:cubicBezTo>
                    <a:pt x="679" y="9"/>
                    <a:pt x="765" y="9"/>
                    <a:pt x="851" y="17"/>
                  </a:cubicBezTo>
                  <a:cubicBezTo>
                    <a:pt x="1057" y="26"/>
                    <a:pt x="1247" y="112"/>
                    <a:pt x="1453" y="138"/>
                  </a:cubicBezTo>
                  <a:cubicBezTo>
                    <a:pt x="1659" y="163"/>
                    <a:pt x="1865" y="163"/>
                    <a:pt x="2080" y="181"/>
                  </a:cubicBezTo>
                  <a:cubicBezTo>
                    <a:pt x="2097" y="181"/>
                    <a:pt x="2123" y="181"/>
                    <a:pt x="2149" y="189"/>
                  </a:cubicBezTo>
                  <a:cubicBezTo>
                    <a:pt x="2174" y="206"/>
                    <a:pt x="2192" y="232"/>
                    <a:pt x="2217" y="249"/>
                  </a:cubicBezTo>
                  <a:cubicBezTo>
                    <a:pt x="2260" y="284"/>
                    <a:pt x="2329" y="284"/>
                    <a:pt x="2389" y="275"/>
                  </a:cubicBezTo>
                  <a:cubicBezTo>
                    <a:pt x="2518" y="275"/>
                    <a:pt x="2647" y="267"/>
                    <a:pt x="2767" y="267"/>
                  </a:cubicBezTo>
                  <a:cubicBezTo>
                    <a:pt x="2879" y="267"/>
                    <a:pt x="2999" y="258"/>
                    <a:pt x="3102" y="284"/>
                  </a:cubicBezTo>
                  <a:cubicBezTo>
                    <a:pt x="3197" y="301"/>
                    <a:pt x="3283" y="335"/>
                    <a:pt x="3369" y="352"/>
                  </a:cubicBezTo>
                  <a:cubicBezTo>
                    <a:pt x="3394" y="352"/>
                    <a:pt x="3420" y="352"/>
                    <a:pt x="3454" y="352"/>
                  </a:cubicBezTo>
                  <a:cubicBezTo>
                    <a:pt x="3515" y="352"/>
                    <a:pt x="3566" y="352"/>
                    <a:pt x="3601" y="370"/>
                  </a:cubicBezTo>
                  <a:cubicBezTo>
                    <a:pt x="3781" y="464"/>
                    <a:pt x="3867" y="645"/>
                    <a:pt x="4039" y="748"/>
                  </a:cubicBezTo>
                  <a:cubicBezTo>
                    <a:pt x="4073" y="765"/>
                    <a:pt x="4107" y="782"/>
                    <a:pt x="4116" y="816"/>
                  </a:cubicBezTo>
                  <a:cubicBezTo>
                    <a:pt x="4125" y="894"/>
                    <a:pt x="4107" y="911"/>
                    <a:pt x="4168" y="988"/>
                  </a:cubicBezTo>
                  <a:cubicBezTo>
                    <a:pt x="4193" y="1014"/>
                    <a:pt x="4202" y="1048"/>
                    <a:pt x="4228" y="1083"/>
                  </a:cubicBezTo>
                  <a:cubicBezTo>
                    <a:pt x="4331" y="1194"/>
                    <a:pt x="4391" y="1280"/>
                    <a:pt x="4425" y="1426"/>
                  </a:cubicBezTo>
                  <a:cubicBezTo>
                    <a:pt x="4451" y="1512"/>
                    <a:pt x="4494" y="1598"/>
                    <a:pt x="4511" y="1684"/>
                  </a:cubicBezTo>
                  <a:cubicBezTo>
                    <a:pt x="4520" y="1787"/>
                    <a:pt x="4511" y="1890"/>
                    <a:pt x="4503" y="1993"/>
                  </a:cubicBezTo>
                  <a:cubicBezTo>
                    <a:pt x="4503" y="2028"/>
                    <a:pt x="4477" y="2045"/>
                    <a:pt x="4468" y="2079"/>
                  </a:cubicBezTo>
                  <a:cubicBezTo>
                    <a:pt x="4443" y="2165"/>
                    <a:pt x="4468" y="2251"/>
                    <a:pt x="4477" y="2346"/>
                  </a:cubicBezTo>
                  <a:cubicBezTo>
                    <a:pt x="4485" y="2432"/>
                    <a:pt x="4477" y="2578"/>
                    <a:pt x="4451" y="2646"/>
                  </a:cubicBezTo>
                  <a:cubicBezTo>
                    <a:pt x="4425" y="2689"/>
                    <a:pt x="4314" y="2938"/>
                    <a:pt x="4288" y="3007"/>
                  </a:cubicBezTo>
                  <a:cubicBezTo>
                    <a:pt x="4262" y="3059"/>
                    <a:pt x="4193" y="3145"/>
                    <a:pt x="4176" y="3205"/>
                  </a:cubicBezTo>
                  <a:cubicBezTo>
                    <a:pt x="4168" y="3239"/>
                    <a:pt x="4082" y="3428"/>
                    <a:pt x="4004" y="3523"/>
                  </a:cubicBezTo>
                  <a:cubicBezTo>
                    <a:pt x="3927" y="3617"/>
                    <a:pt x="3867" y="3677"/>
                    <a:pt x="3704" y="3694"/>
                  </a:cubicBezTo>
                  <a:cubicBezTo>
                    <a:pt x="3652" y="3703"/>
                    <a:pt x="3463" y="3806"/>
                    <a:pt x="3403" y="3806"/>
                  </a:cubicBezTo>
                  <a:cubicBezTo>
                    <a:pt x="3360" y="3798"/>
                    <a:pt x="3326" y="3815"/>
                    <a:pt x="3291" y="3823"/>
                  </a:cubicBezTo>
                  <a:cubicBezTo>
                    <a:pt x="3274" y="3823"/>
                    <a:pt x="3257" y="3823"/>
                    <a:pt x="3240" y="3823"/>
                  </a:cubicBezTo>
                  <a:cubicBezTo>
                    <a:pt x="3223" y="3823"/>
                    <a:pt x="3205" y="3823"/>
                    <a:pt x="3188" y="3832"/>
                  </a:cubicBezTo>
                  <a:cubicBezTo>
                    <a:pt x="3059" y="3849"/>
                    <a:pt x="2836" y="3883"/>
                    <a:pt x="2759" y="3909"/>
                  </a:cubicBezTo>
                  <a:cubicBezTo>
                    <a:pt x="2664" y="3935"/>
                    <a:pt x="2501" y="3935"/>
                    <a:pt x="2415" y="3926"/>
                  </a:cubicBezTo>
                  <a:cubicBezTo>
                    <a:pt x="2303" y="3909"/>
                    <a:pt x="2106" y="4012"/>
                    <a:pt x="1994" y="4021"/>
                  </a:cubicBezTo>
                  <a:cubicBezTo>
                    <a:pt x="1908" y="4021"/>
                    <a:pt x="1848" y="4021"/>
                    <a:pt x="1805" y="4021"/>
                  </a:cubicBezTo>
                  <a:cubicBezTo>
                    <a:pt x="1710" y="4012"/>
                    <a:pt x="1650" y="4012"/>
                    <a:pt x="1487" y="4055"/>
                  </a:cubicBezTo>
                  <a:cubicBezTo>
                    <a:pt x="1453" y="4055"/>
                    <a:pt x="1393" y="4055"/>
                    <a:pt x="1341" y="4055"/>
                  </a:cubicBezTo>
                  <a:cubicBezTo>
                    <a:pt x="1281" y="4055"/>
                    <a:pt x="1212" y="4055"/>
                    <a:pt x="1169" y="4064"/>
                  </a:cubicBezTo>
                  <a:cubicBezTo>
                    <a:pt x="1143" y="4081"/>
                    <a:pt x="1109" y="4090"/>
                    <a:pt x="1083" y="4098"/>
                  </a:cubicBezTo>
                  <a:cubicBezTo>
                    <a:pt x="1015" y="4115"/>
                    <a:pt x="954" y="4115"/>
                    <a:pt x="886" y="4133"/>
                  </a:cubicBezTo>
                  <a:cubicBezTo>
                    <a:pt x="826" y="4150"/>
                    <a:pt x="808" y="4158"/>
                    <a:pt x="757" y="4150"/>
                  </a:cubicBezTo>
                  <a:cubicBezTo>
                    <a:pt x="542" y="4107"/>
                    <a:pt x="336" y="4064"/>
                    <a:pt x="104" y="4107"/>
                  </a:cubicBezTo>
                  <a:cubicBezTo>
                    <a:pt x="78" y="4115"/>
                    <a:pt x="1" y="3789"/>
                    <a:pt x="1" y="3737"/>
                  </a:cubicBezTo>
                  <a:cubicBezTo>
                    <a:pt x="27" y="3574"/>
                    <a:pt x="44" y="3411"/>
                    <a:pt x="69" y="3256"/>
                  </a:cubicBezTo>
                  <a:cubicBezTo>
                    <a:pt x="104" y="2947"/>
                    <a:pt x="147" y="2646"/>
                    <a:pt x="198" y="2346"/>
                  </a:cubicBezTo>
                  <a:cubicBezTo>
                    <a:pt x="233" y="2096"/>
                    <a:pt x="276" y="1839"/>
                    <a:pt x="301" y="1598"/>
                  </a:cubicBezTo>
                  <a:cubicBezTo>
                    <a:pt x="327" y="1358"/>
                    <a:pt x="327" y="1126"/>
                    <a:pt x="370" y="902"/>
                  </a:cubicBezTo>
                  <a:cubicBezTo>
                    <a:pt x="379" y="816"/>
                    <a:pt x="542" y="0"/>
                    <a:pt x="594" y="0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3" name="Google Shape;16233;p54">
              <a:extLst>
                <a:ext uri="{FF2B5EF4-FFF2-40B4-BE49-F238E27FC236}">
                  <a16:creationId xmlns:a16="http://schemas.microsoft.com/office/drawing/2014/main" id="{4499E61B-FE7B-C470-5E87-2430AFD8E163}"/>
                </a:ext>
              </a:extLst>
            </p:cNvPr>
            <p:cNvSpPr/>
            <p:nvPr/>
          </p:nvSpPr>
          <p:spPr>
            <a:xfrm>
              <a:off x="5177750" y="1229175"/>
              <a:ext cx="64875" cy="104625"/>
            </a:xfrm>
            <a:custGeom>
              <a:avLst/>
              <a:gdLst/>
              <a:ahLst/>
              <a:cxnLst/>
              <a:rect l="l" t="t" r="r" b="b"/>
              <a:pathLst>
                <a:path w="2595" h="4185" extrusionOk="0">
                  <a:moveTo>
                    <a:pt x="877" y="1"/>
                  </a:moveTo>
                  <a:cubicBezTo>
                    <a:pt x="752" y="1"/>
                    <a:pt x="637" y="29"/>
                    <a:pt x="601" y="57"/>
                  </a:cubicBezTo>
                  <a:cubicBezTo>
                    <a:pt x="593" y="61"/>
                    <a:pt x="599" y="63"/>
                    <a:pt x="613" y="63"/>
                  </a:cubicBezTo>
                  <a:cubicBezTo>
                    <a:pt x="627" y="63"/>
                    <a:pt x="649" y="61"/>
                    <a:pt x="670" y="57"/>
                  </a:cubicBezTo>
                  <a:cubicBezTo>
                    <a:pt x="700" y="52"/>
                    <a:pt x="730" y="47"/>
                    <a:pt x="748" y="47"/>
                  </a:cubicBezTo>
                  <a:cubicBezTo>
                    <a:pt x="761" y="47"/>
                    <a:pt x="768" y="50"/>
                    <a:pt x="765" y="57"/>
                  </a:cubicBezTo>
                  <a:cubicBezTo>
                    <a:pt x="739" y="91"/>
                    <a:pt x="705" y="126"/>
                    <a:pt x="679" y="160"/>
                  </a:cubicBezTo>
                  <a:cubicBezTo>
                    <a:pt x="584" y="272"/>
                    <a:pt x="558" y="409"/>
                    <a:pt x="498" y="538"/>
                  </a:cubicBezTo>
                  <a:cubicBezTo>
                    <a:pt x="455" y="641"/>
                    <a:pt x="412" y="761"/>
                    <a:pt x="369" y="865"/>
                  </a:cubicBezTo>
                  <a:cubicBezTo>
                    <a:pt x="344" y="942"/>
                    <a:pt x="318" y="1036"/>
                    <a:pt x="301" y="1122"/>
                  </a:cubicBezTo>
                  <a:cubicBezTo>
                    <a:pt x="292" y="1208"/>
                    <a:pt x="309" y="1303"/>
                    <a:pt x="309" y="1397"/>
                  </a:cubicBezTo>
                  <a:cubicBezTo>
                    <a:pt x="309" y="1440"/>
                    <a:pt x="309" y="1492"/>
                    <a:pt x="309" y="1535"/>
                  </a:cubicBezTo>
                  <a:cubicBezTo>
                    <a:pt x="327" y="1758"/>
                    <a:pt x="335" y="1999"/>
                    <a:pt x="284" y="2222"/>
                  </a:cubicBezTo>
                  <a:cubicBezTo>
                    <a:pt x="249" y="2368"/>
                    <a:pt x="206" y="2506"/>
                    <a:pt x="172" y="2652"/>
                  </a:cubicBezTo>
                  <a:cubicBezTo>
                    <a:pt x="146" y="2772"/>
                    <a:pt x="129" y="2892"/>
                    <a:pt x="103" y="3012"/>
                  </a:cubicBezTo>
                  <a:cubicBezTo>
                    <a:pt x="34" y="3296"/>
                    <a:pt x="0" y="3554"/>
                    <a:pt x="103" y="3829"/>
                  </a:cubicBezTo>
                  <a:cubicBezTo>
                    <a:pt x="129" y="3906"/>
                    <a:pt x="155" y="3966"/>
                    <a:pt x="223" y="4018"/>
                  </a:cubicBezTo>
                  <a:cubicBezTo>
                    <a:pt x="258" y="4052"/>
                    <a:pt x="309" y="4104"/>
                    <a:pt x="352" y="4129"/>
                  </a:cubicBezTo>
                  <a:cubicBezTo>
                    <a:pt x="455" y="4172"/>
                    <a:pt x="593" y="4172"/>
                    <a:pt x="705" y="4181"/>
                  </a:cubicBezTo>
                  <a:cubicBezTo>
                    <a:pt x="717" y="4183"/>
                    <a:pt x="727" y="4184"/>
                    <a:pt x="737" y="4184"/>
                  </a:cubicBezTo>
                  <a:cubicBezTo>
                    <a:pt x="760" y="4184"/>
                    <a:pt x="777" y="4178"/>
                    <a:pt x="808" y="4172"/>
                  </a:cubicBezTo>
                  <a:cubicBezTo>
                    <a:pt x="819" y="4169"/>
                    <a:pt x="829" y="4168"/>
                    <a:pt x="837" y="4168"/>
                  </a:cubicBezTo>
                  <a:cubicBezTo>
                    <a:pt x="853" y="4168"/>
                    <a:pt x="865" y="4172"/>
                    <a:pt x="876" y="4172"/>
                  </a:cubicBezTo>
                  <a:cubicBezTo>
                    <a:pt x="888" y="4172"/>
                    <a:pt x="899" y="4176"/>
                    <a:pt x="916" y="4176"/>
                  </a:cubicBezTo>
                  <a:cubicBezTo>
                    <a:pt x="924" y="4176"/>
                    <a:pt x="934" y="4175"/>
                    <a:pt x="945" y="4172"/>
                  </a:cubicBezTo>
                  <a:cubicBezTo>
                    <a:pt x="957" y="4169"/>
                    <a:pt x="968" y="4168"/>
                    <a:pt x="979" y="4168"/>
                  </a:cubicBezTo>
                  <a:cubicBezTo>
                    <a:pt x="1002" y="4168"/>
                    <a:pt x="1025" y="4172"/>
                    <a:pt x="1048" y="4172"/>
                  </a:cubicBezTo>
                  <a:cubicBezTo>
                    <a:pt x="1074" y="4177"/>
                    <a:pt x="1100" y="4181"/>
                    <a:pt x="1123" y="4181"/>
                  </a:cubicBezTo>
                  <a:cubicBezTo>
                    <a:pt x="1147" y="4181"/>
                    <a:pt x="1168" y="4177"/>
                    <a:pt x="1186" y="4164"/>
                  </a:cubicBezTo>
                  <a:cubicBezTo>
                    <a:pt x="1237" y="4129"/>
                    <a:pt x="1418" y="4121"/>
                    <a:pt x="1469" y="4078"/>
                  </a:cubicBezTo>
                  <a:cubicBezTo>
                    <a:pt x="1512" y="4052"/>
                    <a:pt x="1555" y="4018"/>
                    <a:pt x="1607" y="4000"/>
                  </a:cubicBezTo>
                  <a:cubicBezTo>
                    <a:pt x="1650" y="3975"/>
                    <a:pt x="1684" y="3966"/>
                    <a:pt x="1718" y="3940"/>
                  </a:cubicBezTo>
                  <a:cubicBezTo>
                    <a:pt x="1736" y="3923"/>
                    <a:pt x="1753" y="3914"/>
                    <a:pt x="1770" y="3897"/>
                  </a:cubicBezTo>
                  <a:cubicBezTo>
                    <a:pt x="1830" y="3846"/>
                    <a:pt x="1787" y="3743"/>
                    <a:pt x="1873" y="3717"/>
                  </a:cubicBezTo>
                  <a:cubicBezTo>
                    <a:pt x="1933" y="3700"/>
                    <a:pt x="1993" y="3683"/>
                    <a:pt x="2036" y="3631"/>
                  </a:cubicBezTo>
                  <a:cubicBezTo>
                    <a:pt x="2062" y="3605"/>
                    <a:pt x="2071" y="3597"/>
                    <a:pt x="2079" y="3554"/>
                  </a:cubicBezTo>
                  <a:cubicBezTo>
                    <a:pt x="2088" y="3528"/>
                    <a:pt x="2088" y="3502"/>
                    <a:pt x="2096" y="3476"/>
                  </a:cubicBezTo>
                  <a:cubicBezTo>
                    <a:pt x="2096" y="3451"/>
                    <a:pt x="2174" y="3451"/>
                    <a:pt x="2165" y="3416"/>
                  </a:cubicBezTo>
                  <a:lnTo>
                    <a:pt x="2156" y="3382"/>
                  </a:lnTo>
                  <a:cubicBezTo>
                    <a:pt x="2156" y="3365"/>
                    <a:pt x="2174" y="3365"/>
                    <a:pt x="2174" y="3347"/>
                  </a:cubicBezTo>
                  <a:cubicBezTo>
                    <a:pt x="2199" y="3305"/>
                    <a:pt x="2182" y="3253"/>
                    <a:pt x="2199" y="3210"/>
                  </a:cubicBezTo>
                  <a:cubicBezTo>
                    <a:pt x="2217" y="3150"/>
                    <a:pt x="2268" y="3098"/>
                    <a:pt x="2294" y="3047"/>
                  </a:cubicBezTo>
                  <a:cubicBezTo>
                    <a:pt x="2311" y="3012"/>
                    <a:pt x="2320" y="2978"/>
                    <a:pt x="2346" y="2952"/>
                  </a:cubicBezTo>
                  <a:cubicBezTo>
                    <a:pt x="2363" y="2935"/>
                    <a:pt x="2388" y="2918"/>
                    <a:pt x="2397" y="2901"/>
                  </a:cubicBezTo>
                  <a:cubicBezTo>
                    <a:pt x="2406" y="2875"/>
                    <a:pt x="2406" y="2849"/>
                    <a:pt x="2406" y="2823"/>
                  </a:cubicBezTo>
                  <a:cubicBezTo>
                    <a:pt x="2414" y="2772"/>
                    <a:pt x="2431" y="2737"/>
                    <a:pt x="2440" y="2695"/>
                  </a:cubicBezTo>
                  <a:cubicBezTo>
                    <a:pt x="2457" y="2652"/>
                    <a:pt x="2457" y="2600"/>
                    <a:pt x="2483" y="2557"/>
                  </a:cubicBezTo>
                  <a:cubicBezTo>
                    <a:pt x="2500" y="2540"/>
                    <a:pt x="2517" y="2531"/>
                    <a:pt x="2535" y="2514"/>
                  </a:cubicBezTo>
                  <a:cubicBezTo>
                    <a:pt x="2560" y="2488"/>
                    <a:pt x="2560" y="2437"/>
                    <a:pt x="2569" y="2394"/>
                  </a:cubicBezTo>
                  <a:cubicBezTo>
                    <a:pt x="2577" y="2359"/>
                    <a:pt x="2577" y="2316"/>
                    <a:pt x="2586" y="2282"/>
                  </a:cubicBezTo>
                  <a:cubicBezTo>
                    <a:pt x="2595" y="2248"/>
                    <a:pt x="2560" y="2205"/>
                    <a:pt x="2560" y="2170"/>
                  </a:cubicBezTo>
                  <a:cubicBezTo>
                    <a:pt x="2552" y="2119"/>
                    <a:pt x="2543" y="2110"/>
                    <a:pt x="2569" y="2067"/>
                  </a:cubicBezTo>
                  <a:cubicBezTo>
                    <a:pt x="2595" y="2033"/>
                    <a:pt x="2535" y="2016"/>
                    <a:pt x="2535" y="1964"/>
                  </a:cubicBezTo>
                  <a:cubicBezTo>
                    <a:pt x="2535" y="1930"/>
                    <a:pt x="2517" y="1904"/>
                    <a:pt x="2500" y="1870"/>
                  </a:cubicBezTo>
                  <a:cubicBezTo>
                    <a:pt x="2483" y="1818"/>
                    <a:pt x="2517" y="1758"/>
                    <a:pt x="2500" y="1698"/>
                  </a:cubicBezTo>
                  <a:cubicBezTo>
                    <a:pt x="2474" y="1612"/>
                    <a:pt x="2492" y="1509"/>
                    <a:pt x="2457" y="1423"/>
                  </a:cubicBezTo>
                  <a:cubicBezTo>
                    <a:pt x="2440" y="1371"/>
                    <a:pt x="2423" y="1337"/>
                    <a:pt x="2414" y="1286"/>
                  </a:cubicBezTo>
                  <a:cubicBezTo>
                    <a:pt x="2406" y="1251"/>
                    <a:pt x="2397" y="1208"/>
                    <a:pt x="2380" y="1174"/>
                  </a:cubicBezTo>
                  <a:cubicBezTo>
                    <a:pt x="2320" y="1079"/>
                    <a:pt x="2242" y="985"/>
                    <a:pt x="2234" y="873"/>
                  </a:cubicBezTo>
                  <a:cubicBezTo>
                    <a:pt x="2234" y="822"/>
                    <a:pt x="2225" y="761"/>
                    <a:pt x="2182" y="710"/>
                  </a:cubicBezTo>
                  <a:cubicBezTo>
                    <a:pt x="2174" y="701"/>
                    <a:pt x="2156" y="693"/>
                    <a:pt x="2139" y="684"/>
                  </a:cubicBezTo>
                  <a:cubicBezTo>
                    <a:pt x="2122" y="667"/>
                    <a:pt x="2114" y="650"/>
                    <a:pt x="2088" y="633"/>
                  </a:cubicBezTo>
                  <a:cubicBezTo>
                    <a:pt x="2028" y="607"/>
                    <a:pt x="2019" y="590"/>
                    <a:pt x="1993" y="538"/>
                  </a:cubicBezTo>
                  <a:cubicBezTo>
                    <a:pt x="1967" y="504"/>
                    <a:pt x="1916" y="478"/>
                    <a:pt x="1882" y="444"/>
                  </a:cubicBezTo>
                  <a:cubicBezTo>
                    <a:pt x="1847" y="409"/>
                    <a:pt x="1813" y="383"/>
                    <a:pt x="1778" y="349"/>
                  </a:cubicBezTo>
                  <a:cubicBezTo>
                    <a:pt x="1753" y="315"/>
                    <a:pt x="1718" y="289"/>
                    <a:pt x="1684" y="263"/>
                  </a:cubicBezTo>
                  <a:cubicBezTo>
                    <a:pt x="1658" y="246"/>
                    <a:pt x="1641" y="229"/>
                    <a:pt x="1607" y="220"/>
                  </a:cubicBezTo>
                  <a:cubicBezTo>
                    <a:pt x="1581" y="220"/>
                    <a:pt x="1564" y="212"/>
                    <a:pt x="1547" y="203"/>
                  </a:cubicBezTo>
                  <a:cubicBezTo>
                    <a:pt x="1512" y="194"/>
                    <a:pt x="1512" y="194"/>
                    <a:pt x="1486" y="169"/>
                  </a:cubicBezTo>
                  <a:cubicBezTo>
                    <a:pt x="1469" y="151"/>
                    <a:pt x="1452" y="151"/>
                    <a:pt x="1426" y="134"/>
                  </a:cubicBezTo>
                  <a:cubicBezTo>
                    <a:pt x="1409" y="117"/>
                    <a:pt x="1392" y="100"/>
                    <a:pt x="1357" y="100"/>
                  </a:cubicBezTo>
                  <a:cubicBezTo>
                    <a:pt x="1340" y="91"/>
                    <a:pt x="1323" y="91"/>
                    <a:pt x="1315" y="91"/>
                  </a:cubicBezTo>
                  <a:cubicBezTo>
                    <a:pt x="1306" y="91"/>
                    <a:pt x="1297" y="91"/>
                    <a:pt x="1272" y="83"/>
                  </a:cubicBezTo>
                  <a:cubicBezTo>
                    <a:pt x="1220" y="66"/>
                    <a:pt x="1126" y="66"/>
                    <a:pt x="1074" y="48"/>
                  </a:cubicBezTo>
                  <a:cubicBezTo>
                    <a:pt x="1040" y="40"/>
                    <a:pt x="988" y="23"/>
                    <a:pt x="962" y="5"/>
                  </a:cubicBezTo>
                  <a:cubicBezTo>
                    <a:pt x="934" y="2"/>
                    <a:pt x="905" y="1"/>
                    <a:pt x="87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4" name="Google Shape;16234;p54">
              <a:extLst>
                <a:ext uri="{FF2B5EF4-FFF2-40B4-BE49-F238E27FC236}">
                  <a16:creationId xmlns:a16="http://schemas.microsoft.com/office/drawing/2014/main" id="{8199C55C-7A65-ECC1-521A-6347C6AB75F0}"/>
                </a:ext>
              </a:extLst>
            </p:cNvPr>
            <p:cNvSpPr/>
            <p:nvPr/>
          </p:nvSpPr>
          <p:spPr>
            <a:xfrm>
              <a:off x="5146375" y="1281500"/>
              <a:ext cx="250" cy="25"/>
            </a:xfrm>
            <a:custGeom>
              <a:avLst/>
              <a:gdLst/>
              <a:ahLst/>
              <a:cxnLst/>
              <a:rect l="l" t="t" r="r" b="b"/>
              <a:pathLst>
                <a:path w="10" h="1" extrusionOk="0">
                  <a:moveTo>
                    <a:pt x="1" y="0"/>
                  </a:moveTo>
                  <a:lnTo>
                    <a:pt x="1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5" name="Google Shape;16235;p54">
              <a:extLst>
                <a:ext uri="{FF2B5EF4-FFF2-40B4-BE49-F238E27FC236}">
                  <a16:creationId xmlns:a16="http://schemas.microsoft.com/office/drawing/2014/main" id="{92B9E001-C7E4-2169-762E-9F2DA7EF7889}"/>
                </a:ext>
              </a:extLst>
            </p:cNvPr>
            <p:cNvSpPr/>
            <p:nvPr/>
          </p:nvSpPr>
          <p:spPr>
            <a:xfrm>
              <a:off x="5146375" y="1229300"/>
              <a:ext cx="90025" cy="103925"/>
            </a:xfrm>
            <a:custGeom>
              <a:avLst/>
              <a:gdLst/>
              <a:ahLst/>
              <a:cxnLst/>
              <a:rect l="l" t="t" r="r" b="b"/>
              <a:pathLst>
                <a:path w="3601" h="4157" extrusionOk="0">
                  <a:moveTo>
                    <a:pt x="1960" y="0"/>
                  </a:moveTo>
                  <a:cubicBezTo>
                    <a:pt x="1917" y="0"/>
                    <a:pt x="1856" y="43"/>
                    <a:pt x="1813" y="61"/>
                  </a:cubicBezTo>
                  <a:cubicBezTo>
                    <a:pt x="1753" y="78"/>
                    <a:pt x="1710" y="78"/>
                    <a:pt x="1659" y="78"/>
                  </a:cubicBezTo>
                  <a:cubicBezTo>
                    <a:pt x="1650" y="77"/>
                    <a:pt x="1641" y="76"/>
                    <a:pt x="1632" y="76"/>
                  </a:cubicBezTo>
                  <a:cubicBezTo>
                    <a:pt x="1555" y="76"/>
                    <a:pt x="1479" y="107"/>
                    <a:pt x="1410" y="138"/>
                  </a:cubicBezTo>
                  <a:cubicBezTo>
                    <a:pt x="1375" y="155"/>
                    <a:pt x="1332" y="155"/>
                    <a:pt x="1289" y="172"/>
                  </a:cubicBezTo>
                  <a:cubicBezTo>
                    <a:pt x="1229" y="189"/>
                    <a:pt x="1212" y="215"/>
                    <a:pt x="1169" y="250"/>
                  </a:cubicBezTo>
                  <a:cubicBezTo>
                    <a:pt x="1109" y="301"/>
                    <a:pt x="1057" y="353"/>
                    <a:pt x="997" y="413"/>
                  </a:cubicBezTo>
                  <a:cubicBezTo>
                    <a:pt x="946" y="464"/>
                    <a:pt x="894" y="533"/>
                    <a:pt x="808" y="533"/>
                  </a:cubicBezTo>
                  <a:cubicBezTo>
                    <a:pt x="748" y="533"/>
                    <a:pt x="645" y="602"/>
                    <a:pt x="636" y="671"/>
                  </a:cubicBezTo>
                  <a:cubicBezTo>
                    <a:pt x="611" y="765"/>
                    <a:pt x="645" y="782"/>
                    <a:pt x="559" y="868"/>
                  </a:cubicBezTo>
                  <a:cubicBezTo>
                    <a:pt x="533" y="903"/>
                    <a:pt x="508" y="937"/>
                    <a:pt x="473" y="954"/>
                  </a:cubicBezTo>
                  <a:cubicBezTo>
                    <a:pt x="447" y="971"/>
                    <a:pt x="439" y="1057"/>
                    <a:pt x="413" y="1066"/>
                  </a:cubicBezTo>
                  <a:cubicBezTo>
                    <a:pt x="396" y="1083"/>
                    <a:pt x="387" y="1100"/>
                    <a:pt x="370" y="1109"/>
                  </a:cubicBezTo>
                  <a:lnTo>
                    <a:pt x="344" y="1109"/>
                  </a:lnTo>
                  <a:lnTo>
                    <a:pt x="319" y="1152"/>
                  </a:lnTo>
                  <a:cubicBezTo>
                    <a:pt x="293" y="1169"/>
                    <a:pt x="267" y="1177"/>
                    <a:pt x="241" y="1186"/>
                  </a:cubicBezTo>
                  <a:cubicBezTo>
                    <a:pt x="173" y="1238"/>
                    <a:pt x="147" y="1306"/>
                    <a:pt x="121" y="1392"/>
                  </a:cubicBezTo>
                  <a:cubicBezTo>
                    <a:pt x="104" y="1427"/>
                    <a:pt x="78" y="1444"/>
                    <a:pt x="78" y="1487"/>
                  </a:cubicBezTo>
                  <a:cubicBezTo>
                    <a:pt x="69" y="1547"/>
                    <a:pt x="78" y="1590"/>
                    <a:pt x="87" y="1641"/>
                  </a:cubicBezTo>
                  <a:cubicBezTo>
                    <a:pt x="104" y="1744"/>
                    <a:pt x="26" y="1805"/>
                    <a:pt x="18" y="1899"/>
                  </a:cubicBezTo>
                  <a:cubicBezTo>
                    <a:pt x="18" y="1942"/>
                    <a:pt x="44" y="1968"/>
                    <a:pt x="52" y="2002"/>
                  </a:cubicBezTo>
                  <a:cubicBezTo>
                    <a:pt x="61" y="2037"/>
                    <a:pt x="52" y="2097"/>
                    <a:pt x="44" y="2131"/>
                  </a:cubicBezTo>
                  <a:cubicBezTo>
                    <a:pt x="35" y="2174"/>
                    <a:pt x="9" y="2226"/>
                    <a:pt x="1" y="2286"/>
                  </a:cubicBezTo>
                  <a:cubicBezTo>
                    <a:pt x="1" y="2320"/>
                    <a:pt x="9" y="2354"/>
                    <a:pt x="9" y="2397"/>
                  </a:cubicBezTo>
                  <a:cubicBezTo>
                    <a:pt x="26" y="2458"/>
                    <a:pt x="52" y="2501"/>
                    <a:pt x="78" y="2552"/>
                  </a:cubicBezTo>
                  <a:cubicBezTo>
                    <a:pt x="104" y="2612"/>
                    <a:pt x="69" y="2647"/>
                    <a:pt x="61" y="2707"/>
                  </a:cubicBezTo>
                  <a:cubicBezTo>
                    <a:pt x="52" y="2767"/>
                    <a:pt x="61" y="2836"/>
                    <a:pt x="69" y="2887"/>
                  </a:cubicBezTo>
                  <a:cubicBezTo>
                    <a:pt x="95" y="2982"/>
                    <a:pt x="138" y="3076"/>
                    <a:pt x="215" y="3136"/>
                  </a:cubicBezTo>
                  <a:cubicBezTo>
                    <a:pt x="241" y="3153"/>
                    <a:pt x="267" y="3179"/>
                    <a:pt x="284" y="3214"/>
                  </a:cubicBezTo>
                  <a:cubicBezTo>
                    <a:pt x="319" y="3265"/>
                    <a:pt x="336" y="3291"/>
                    <a:pt x="387" y="3334"/>
                  </a:cubicBezTo>
                  <a:cubicBezTo>
                    <a:pt x="473" y="3394"/>
                    <a:pt x="482" y="3489"/>
                    <a:pt x="533" y="3566"/>
                  </a:cubicBezTo>
                  <a:cubicBezTo>
                    <a:pt x="551" y="3592"/>
                    <a:pt x="576" y="3626"/>
                    <a:pt x="611" y="3643"/>
                  </a:cubicBezTo>
                  <a:cubicBezTo>
                    <a:pt x="662" y="3660"/>
                    <a:pt x="722" y="3643"/>
                    <a:pt x="783" y="3678"/>
                  </a:cubicBezTo>
                  <a:cubicBezTo>
                    <a:pt x="817" y="3703"/>
                    <a:pt x="851" y="3729"/>
                    <a:pt x="886" y="3755"/>
                  </a:cubicBezTo>
                  <a:cubicBezTo>
                    <a:pt x="937" y="3781"/>
                    <a:pt x="989" y="3815"/>
                    <a:pt x="1023" y="3858"/>
                  </a:cubicBezTo>
                  <a:cubicBezTo>
                    <a:pt x="1092" y="3944"/>
                    <a:pt x="1126" y="3995"/>
                    <a:pt x="1229" y="4038"/>
                  </a:cubicBezTo>
                  <a:cubicBezTo>
                    <a:pt x="1315" y="4081"/>
                    <a:pt x="1410" y="4099"/>
                    <a:pt x="1504" y="4107"/>
                  </a:cubicBezTo>
                  <a:cubicBezTo>
                    <a:pt x="1539" y="4116"/>
                    <a:pt x="1573" y="4116"/>
                    <a:pt x="1607" y="4124"/>
                  </a:cubicBezTo>
                  <a:cubicBezTo>
                    <a:pt x="1642" y="4124"/>
                    <a:pt x="1667" y="4150"/>
                    <a:pt x="1702" y="4150"/>
                  </a:cubicBezTo>
                  <a:cubicBezTo>
                    <a:pt x="1719" y="4153"/>
                    <a:pt x="1734" y="4154"/>
                    <a:pt x="1749" y="4154"/>
                  </a:cubicBezTo>
                  <a:cubicBezTo>
                    <a:pt x="1778" y="4154"/>
                    <a:pt x="1805" y="4150"/>
                    <a:pt x="1839" y="4150"/>
                  </a:cubicBezTo>
                  <a:lnTo>
                    <a:pt x="1891" y="4150"/>
                  </a:lnTo>
                  <a:cubicBezTo>
                    <a:pt x="1904" y="4154"/>
                    <a:pt x="1917" y="4156"/>
                    <a:pt x="1931" y="4156"/>
                  </a:cubicBezTo>
                  <a:cubicBezTo>
                    <a:pt x="1945" y="4156"/>
                    <a:pt x="1960" y="4154"/>
                    <a:pt x="1977" y="4150"/>
                  </a:cubicBezTo>
                  <a:cubicBezTo>
                    <a:pt x="2003" y="4133"/>
                    <a:pt x="2020" y="4124"/>
                    <a:pt x="2054" y="4099"/>
                  </a:cubicBezTo>
                  <a:cubicBezTo>
                    <a:pt x="2088" y="4081"/>
                    <a:pt x="2114" y="4073"/>
                    <a:pt x="2149" y="4064"/>
                  </a:cubicBezTo>
                  <a:cubicBezTo>
                    <a:pt x="2243" y="4038"/>
                    <a:pt x="2338" y="4038"/>
                    <a:pt x="2432" y="4004"/>
                  </a:cubicBezTo>
                  <a:cubicBezTo>
                    <a:pt x="2509" y="3978"/>
                    <a:pt x="2587" y="3944"/>
                    <a:pt x="2673" y="3918"/>
                  </a:cubicBezTo>
                  <a:cubicBezTo>
                    <a:pt x="2750" y="3901"/>
                    <a:pt x="2776" y="3824"/>
                    <a:pt x="2827" y="3781"/>
                  </a:cubicBezTo>
                  <a:cubicBezTo>
                    <a:pt x="2887" y="3738"/>
                    <a:pt x="2930" y="3729"/>
                    <a:pt x="2982" y="3678"/>
                  </a:cubicBezTo>
                  <a:cubicBezTo>
                    <a:pt x="3008" y="3660"/>
                    <a:pt x="3016" y="3660"/>
                    <a:pt x="3033" y="3635"/>
                  </a:cubicBezTo>
                  <a:cubicBezTo>
                    <a:pt x="3042" y="3609"/>
                    <a:pt x="3068" y="3574"/>
                    <a:pt x="3076" y="3549"/>
                  </a:cubicBezTo>
                  <a:cubicBezTo>
                    <a:pt x="3094" y="3514"/>
                    <a:pt x="3137" y="3514"/>
                    <a:pt x="3137" y="3480"/>
                  </a:cubicBezTo>
                  <a:cubicBezTo>
                    <a:pt x="3145" y="3446"/>
                    <a:pt x="3162" y="3420"/>
                    <a:pt x="3171" y="3385"/>
                  </a:cubicBezTo>
                  <a:cubicBezTo>
                    <a:pt x="3188" y="3334"/>
                    <a:pt x="3197" y="3282"/>
                    <a:pt x="3222" y="3231"/>
                  </a:cubicBezTo>
                  <a:cubicBezTo>
                    <a:pt x="3231" y="3196"/>
                    <a:pt x="3257" y="3153"/>
                    <a:pt x="3283" y="3119"/>
                  </a:cubicBezTo>
                  <a:cubicBezTo>
                    <a:pt x="3326" y="3050"/>
                    <a:pt x="3360" y="2964"/>
                    <a:pt x="3394" y="2896"/>
                  </a:cubicBezTo>
                  <a:cubicBezTo>
                    <a:pt x="3463" y="2767"/>
                    <a:pt x="3601" y="2604"/>
                    <a:pt x="3575" y="2449"/>
                  </a:cubicBezTo>
                  <a:cubicBezTo>
                    <a:pt x="3558" y="2346"/>
                    <a:pt x="3549" y="2226"/>
                    <a:pt x="3506" y="2131"/>
                  </a:cubicBezTo>
                  <a:cubicBezTo>
                    <a:pt x="3489" y="2097"/>
                    <a:pt x="3463" y="2062"/>
                    <a:pt x="3463" y="2028"/>
                  </a:cubicBezTo>
                  <a:cubicBezTo>
                    <a:pt x="3454" y="1959"/>
                    <a:pt x="3480" y="1873"/>
                    <a:pt x="3489" y="1805"/>
                  </a:cubicBezTo>
                  <a:cubicBezTo>
                    <a:pt x="3506" y="1719"/>
                    <a:pt x="3497" y="1659"/>
                    <a:pt x="3480" y="1573"/>
                  </a:cubicBezTo>
                  <a:cubicBezTo>
                    <a:pt x="3463" y="1512"/>
                    <a:pt x="3463" y="1444"/>
                    <a:pt x="3454" y="1384"/>
                  </a:cubicBezTo>
                  <a:cubicBezTo>
                    <a:pt x="3437" y="1272"/>
                    <a:pt x="3403" y="1134"/>
                    <a:pt x="3334" y="1040"/>
                  </a:cubicBezTo>
                  <a:cubicBezTo>
                    <a:pt x="3308" y="1006"/>
                    <a:pt x="3274" y="997"/>
                    <a:pt x="3240" y="971"/>
                  </a:cubicBezTo>
                  <a:cubicBezTo>
                    <a:pt x="3214" y="954"/>
                    <a:pt x="3188" y="911"/>
                    <a:pt x="3171" y="885"/>
                  </a:cubicBezTo>
                  <a:cubicBezTo>
                    <a:pt x="3145" y="842"/>
                    <a:pt x="3128" y="791"/>
                    <a:pt x="3128" y="739"/>
                  </a:cubicBezTo>
                  <a:cubicBezTo>
                    <a:pt x="3128" y="696"/>
                    <a:pt x="3145" y="645"/>
                    <a:pt x="3119" y="602"/>
                  </a:cubicBezTo>
                  <a:cubicBezTo>
                    <a:pt x="3094" y="567"/>
                    <a:pt x="3059" y="542"/>
                    <a:pt x="3033" y="499"/>
                  </a:cubicBezTo>
                  <a:cubicBezTo>
                    <a:pt x="3016" y="447"/>
                    <a:pt x="2991" y="421"/>
                    <a:pt x="2948" y="387"/>
                  </a:cubicBezTo>
                  <a:cubicBezTo>
                    <a:pt x="2862" y="335"/>
                    <a:pt x="2784" y="284"/>
                    <a:pt x="2698" y="232"/>
                  </a:cubicBezTo>
                  <a:cubicBezTo>
                    <a:pt x="2655" y="207"/>
                    <a:pt x="2621" y="215"/>
                    <a:pt x="2578" y="198"/>
                  </a:cubicBezTo>
                  <a:cubicBezTo>
                    <a:pt x="2544" y="189"/>
                    <a:pt x="2484" y="146"/>
                    <a:pt x="2466" y="146"/>
                  </a:cubicBezTo>
                  <a:cubicBezTo>
                    <a:pt x="2453" y="151"/>
                    <a:pt x="2440" y="153"/>
                    <a:pt x="2428" y="153"/>
                  </a:cubicBezTo>
                  <a:cubicBezTo>
                    <a:pt x="2393" y="153"/>
                    <a:pt x="2363" y="135"/>
                    <a:pt x="2338" y="104"/>
                  </a:cubicBezTo>
                  <a:cubicBezTo>
                    <a:pt x="2303" y="78"/>
                    <a:pt x="2286" y="52"/>
                    <a:pt x="2243" y="35"/>
                  </a:cubicBezTo>
                  <a:cubicBezTo>
                    <a:pt x="2229" y="32"/>
                    <a:pt x="2213" y="31"/>
                    <a:pt x="2196" y="31"/>
                  </a:cubicBezTo>
                  <a:cubicBezTo>
                    <a:pt x="2162" y="31"/>
                    <a:pt x="2126" y="35"/>
                    <a:pt x="2097" y="35"/>
                  </a:cubicBezTo>
                  <a:cubicBezTo>
                    <a:pt x="2071" y="26"/>
                    <a:pt x="2054" y="26"/>
                    <a:pt x="2028" y="26"/>
                  </a:cubicBezTo>
                  <a:lnTo>
                    <a:pt x="1994" y="2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6" name="Google Shape;16236;p54">
              <a:extLst>
                <a:ext uri="{FF2B5EF4-FFF2-40B4-BE49-F238E27FC236}">
                  <a16:creationId xmlns:a16="http://schemas.microsoft.com/office/drawing/2014/main" id="{6EE325A3-E1A3-BFF6-C757-0C67D2A1C342}"/>
                </a:ext>
              </a:extLst>
            </p:cNvPr>
            <p:cNvSpPr/>
            <p:nvPr/>
          </p:nvSpPr>
          <p:spPr>
            <a:xfrm>
              <a:off x="5186325" y="1332175"/>
              <a:ext cx="1975" cy="900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78" y="35"/>
                  </a:moveTo>
                  <a:lnTo>
                    <a:pt x="78" y="35"/>
                  </a:lnTo>
                  <a:cubicBezTo>
                    <a:pt x="52" y="26"/>
                    <a:pt x="35" y="9"/>
                    <a:pt x="9" y="9"/>
                  </a:cubicBezTo>
                  <a:cubicBezTo>
                    <a:pt x="9" y="9"/>
                    <a:pt x="9" y="1"/>
                    <a:pt x="1" y="1"/>
                  </a:cubicBezTo>
                  <a:lnTo>
                    <a:pt x="1" y="1"/>
                  </a:lnTo>
                  <a:cubicBezTo>
                    <a:pt x="9" y="1"/>
                    <a:pt x="9" y="9"/>
                    <a:pt x="9" y="9"/>
                  </a:cubicBezTo>
                  <a:cubicBezTo>
                    <a:pt x="35" y="9"/>
                    <a:pt x="52" y="26"/>
                    <a:pt x="78" y="35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7" name="Google Shape;16237;p54">
              <a:extLst>
                <a:ext uri="{FF2B5EF4-FFF2-40B4-BE49-F238E27FC236}">
                  <a16:creationId xmlns:a16="http://schemas.microsoft.com/office/drawing/2014/main" id="{5439FB20-4010-4446-E918-99A5AB48D1E7}"/>
                </a:ext>
              </a:extLst>
            </p:cNvPr>
            <p:cNvSpPr/>
            <p:nvPr/>
          </p:nvSpPr>
          <p:spPr>
            <a:xfrm>
              <a:off x="5220050" y="1239175"/>
              <a:ext cx="13775" cy="40825"/>
            </a:xfrm>
            <a:custGeom>
              <a:avLst/>
              <a:gdLst/>
              <a:ahLst/>
              <a:cxnLst/>
              <a:rect l="l" t="t" r="r" b="b"/>
              <a:pathLst>
                <a:path w="551" h="1633" extrusionOk="0">
                  <a:moveTo>
                    <a:pt x="516" y="1633"/>
                  </a:moveTo>
                  <a:cubicBezTo>
                    <a:pt x="507" y="1564"/>
                    <a:pt x="533" y="1478"/>
                    <a:pt x="542" y="1410"/>
                  </a:cubicBezTo>
                  <a:cubicBezTo>
                    <a:pt x="550" y="1384"/>
                    <a:pt x="550" y="1358"/>
                    <a:pt x="550" y="1332"/>
                  </a:cubicBezTo>
                  <a:cubicBezTo>
                    <a:pt x="550" y="1358"/>
                    <a:pt x="550" y="1384"/>
                    <a:pt x="542" y="1410"/>
                  </a:cubicBezTo>
                  <a:cubicBezTo>
                    <a:pt x="533" y="1478"/>
                    <a:pt x="507" y="1564"/>
                    <a:pt x="516" y="1633"/>
                  </a:cubicBezTo>
                  <a:close/>
                  <a:moveTo>
                    <a:pt x="86" y="104"/>
                  </a:moveTo>
                  <a:cubicBezTo>
                    <a:pt x="69" y="52"/>
                    <a:pt x="44" y="26"/>
                    <a:pt x="1" y="1"/>
                  </a:cubicBezTo>
                  <a:cubicBezTo>
                    <a:pt x="44" y="26"/>
                    <a:pt x="69" y="52"/>
                    <a:pt x="86" y="104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8" name="Google Shape;16238;p54">
              <a:extLst>
                <a:ext uri="{FF2B5EF4-FFF2-40B4-BE49-F238E27FC236}">
                  <a16:creationId xmlns:a16="http://schemas.microsoft.com/office/drawing/2014/main" id="{E1E8C3FC-E899-33D6-4AA9-D69CFB48AF2E}"/>
                </a:ext>
              </a:extLst>
            </p:cNvPr>
            <p:cNvSpPr/>
            <p:nvPr/>
          </p:nvSpPr>
          <p:spPr>
            <a:xfrm>
              <a:off x="5147875" y="1229300"/>
              <a:ext cx="87875" cy="103975"/>
            </a:xfrm>
            <a:custGeom>
              <a:avLst/>
              <a:gdLst/>
              <a:ahLst/>
              <a:cxnLst/>
              <a:rect l="l" t="t" r="r" b="b"/>
              <a:pathLst>
                <a:path w="3515" h="4159" extrusionOk="0">
                  <a:moveTo>
                    <a:pt x="1891" y="0"/>
                  </a:moveTo>
                  <a:cubicBezTo>
                    <a:pt x="1848" y="0"/>
                    <a:pt x="1788" y="43"/>
                    <a:pt x="1753" y="61"/>
                  </a:cubicBezTo>
                  <a:cubicBezTo>
                    <a:pt x="1711" y="69"/>
                    <a:pt x="1676" y="78"/>
                    <a:pt x="1642" y="78"/>
                  </a:cubicBezTo>
                  <a:lnTo>
                    <a:pt x="1573" y="78"/>
                  </a:lnTo>
                  <a:cubicBezTo>
                    <a:pt x="1496" y="78"/>
                    <a:pt x="1418" y="104"/>
                    <a:pt x="1350" y="138"/>
                  </a:cubicBezTo>
                  <a:lnTo>
                    <a:pt x="1341" y="138"/>
                  </a:lnTo>
                  <a:cubicBezTo>
                    <a:pt x="1367" y="164"/>
                    <a:pt x="1401" y="189"/>
                    <a:pt x="1436" y="198"/>
                  </a:cubicBezTo>
                  <a:cubicBezTo>
                    <a:pt x="1444" y="207"/>
                    <a:pt x="1461" y="207"/>
                    <a:pt x="1479" y="215"/>
                  </a:cubicBezTo>
                  <a:cubicBezTo>
                    <a:pt x="1496" y="224"/>
                    <a:pt x="1504" y="241"/>
                    <a:pt x="1522" y="258"/>
                  </a:cubicBezTo>
                  <a:cubicBezTo>
                    <a:pt x="1547" y="275"/>
                    <a:pt x="1582" y="293"/>
                    <a:pt x="1607" y="301"/>
                  </a:cubicBezTo>
                  <a:cubicBezTo>
                    <a:pt x="1633" y="301"/>
                    <a:pt x="1650" y="293"/>
                    <a:pt x="1676" y="293"/>
                  </a:cubicBezTo>
                  <a:cubicBezTo>
                    <a:pt x="1685" y="293"/>
                    <a:pt x="1693" y="293"/>
                    <a:pt x="1711" y="301"/>
                  </a:cubicBezTo>
                  <a:cubicBezTo>
                    <a:pt x="1745" y="310"/>
                    <a:pt x="1762" y="335"/>
                    <a:pt x="1796" y="344"/>
                  </a:cubicBezTo>
                  <a:cubicBezTo>
                    <a:pt x="1822" y="353"/>
                    <a:pt x="1839" y="353"/>
                    <a:pt x="1865" y="370"/>
                  </a:cubicBezTo>
                  <a:cubicBezTo>
                    <a:pt x="1925" y="413"/>
                    <a:pt x="1977" y="464"/>
                    <a:pt x="2028" y="507"/>
                  </a:cubicBezTo>
                  <a:cubicBezTo>
                    <a:pt x="2080" y="559"/>
                    <a:pt x="2123" y="610"/>
                    <a:pt x="2183" y="645"/>
                  </a:cubicBezTo>
                  <a:cubicBezTo>
                    <a:pt x="2235" y="679"/>
                    <a:pt x="2295" y="696"/>
                    <a:pt x="2346" y="722"/>
                  </a:cubicBezTo>
                  <a:cubicBezTo>
                    <a:pt x="2389" y="748"/>
                    <a:pt x="2441" y="774"/>
                    <a:pt x="2484" y="808"/>
                  </a:cubicBezTo>
                  <a:cubicBezTo>
                    <a:pt x="2518" y="834"/>
                    <a:pt x="2552" y="860"/>
                    <a:pt x="2587" y="894"/>
                  </a:cubicBezTo>
                  <a:cubicBezTo>
                    <a:pt x="2613" y="920"/>
                    <a:pt x="2656" y="937"/>
                    <a:pt x="2681" y="963"/>
                  </a:cubicBezTo>
                  <a:cubicBezTo>
                    <a:pt x="2716" y="980"/>
                    <a:pt x="2724" y="1014"/>
                    <a:pt x="2742" y="1049"/>
                  </a:cubicBezTo>
                  <a:cubicBezTo>
                    <a:pt x="2784" y="1134"/>
                    <a:pt x="2802" y="1220"/>
                    <a:pt x="2819" y="1306"/>
                  </a:cubicBezTo>
                  <a:cubicBezTo>
                    <a:pt x="2827" y="1349"/>
                    <a:pt x="2827" y="1384"/>
                    <a:pt x="2827" y="1427"/>
                  </a:cubicBezTo>
                  <a:cubicBezTo>
                    <a:pt x="2827" y="1444"/>
                    <a:pt x="2827" y="1461"/>
                    <a:pt x="2827" y="1470"/>
                  </a:cubicBezTo>
                  <a:cubicBezTo>
                    <a:pt x="2827" y="1504"/>
                    <a:pt x="2819" y="1512"/>
                    <a:pt x="2810" y="1538"/>
                  </a:cubicBezTo>
                  <a:cubicBezTo>
                    <a:pt x="2793" y="1573"/>
                    <a:pt x="2802" y="1616"/>
                    <a:pt x="2802" y="1659"/>
                  </a:cubicBezTo>
                  <a:cubicBezTo>
                    <a:pt x="2802" y="1676"/>
                    <a:pt x="2802" y="1693"/>
                    <a:pt x="2802" y="1710"/>
                  </a:cubicBezTo>
                  <a:cubicBezTo>
                    <a:pt x="2810" y="1736"/>
                    <a:pt x="2819" y="1753"/>
                    <a:pt x="2819" y="1779"/>
                  </a:cubicBezTo>
                  <a:cubicBezTo>
                    <a:pt x="2819" y="1787"/>
                    <a:pt x="2810" y="1805"/>
                    <a:pt x="2810" y="1822"/>
                  </a:cubicBezTo>
                  <a:cubicBezTo>
                    <a:pt x="2810" y="1839"/>
                    <a:pt x="2802" y="1856"/>
                    <a:pt x="2802" y="1873"/>
                  </a:cubicBezTo>
                  <a:lnTo>
                    <a:pt x="2784" y="1908"/>
                  </a:lnTo>
                  <a:cubicBezTo>
                    <a:pt x="2776" y="1933"/>
                    <a:pt x="2776" y="1968"/>
                    <a:pt x="2776" y="1994"/>
                  </a:cubicBezTo>
                  <a:cubicBezTo>
                    <a:pt x="2767" y="2019"/>
                    <a:pt x="2767" y="2028"/>
                    <a:pt x="2759" y="2054"/>
                  </a:cubicBezTo>
                  <a:cubicBezTo>
                    <a:pt x="2759" y="2088"/>
                    <a:pt x="2742" y="2122"/>
                    <a:pt x="2750" y="2148"/>
                  </a:cubicBezTo>
                  <a:cubicBezTo>
                    <a:pt x="2750" y="2191"/>
                    <a:pt x="2793" y="2243"/>
                    <a:pt x="2810" y="2286"/>
                  </a:cubicBezTo>
                  <a:cubicBezTo>
                    <a:pt x="2819" y="2311"/>
                    <a:pt x="2827" y="2329"/>
                    <a:pt x="2819" y="2363"/>
                  </a:cubicBezTo>
                  <a:cubicBezTo>
                    <a:pt x="2819" y="2380"/>
                    <a:pt x="2802" y="2406"/>
                    <a:pt x="2802" y="2423"/>
                  </a:cubicBezTo>
                  <a:cubicBezTo>
                    <a:pt x="2784" y="2475"/>
                    <a:pt x="2784" y="2518"/>
                    <a:pt x="2767" y="2569"/>
                  </a:cubicBezTo>
                  <a:cubicBezTo>
                    <a:pt x="2750" y="2604"/>
                    <a:pt x="2724" y="2647"/>
                    <a:pt x="2707" y="2690"/>
                  </a:cubicBezTo>
                  <a:cubicBezTo>
                    <a:pt x="2699" y="2724"/>
                    <a:pt x="2681" y="2758"/>
                    <a:pt x="2673" y="2793"/>
                  </a:cubicBezTo>
                  <a:cubicBezTo>
                    <a:pt x="2664" y="2836"/>
                    <a:pt x="2647" y="2870"/>
                    <a:pt x="2638" y="2913"/>
                  </a:cubicBezTo>
                  <a:cubicBezTo>
                    <a:pt x="2621" y="2973"/>
                    <a:pt x="2613" y="3025"/>
                    <a:pt x="2578" y="3076"/>
                  </a:cubicBezTo>
                  <a:cubicBezTo>
                    <a:pt x="2552" y="3119"/>
                    <a:pt x="2527" y="3153"/>
                    <a:pt x="2518" y="3196"/>
                  </a:cubicBezTo>
                  <a:cubicBezTo>
                    <a:pt x="2510" y="3282"/>
                    <a:pt x="2492" y="3360"/>
                    <a:pt x="2432" y="3411"/>
                  </a:cubicBezTo>
                  <a:cubicBezTo>
                    <a:pt x="2389" y="3454"/>
                    <a:pt x="2346" y="3480"/>
                    <a:pt x="2312" y="3523"/>
                  </a:cubicBezTo>
                  <a:cubicBezTo>
                    <a:pt x="2295" y="3540"/>
                    <a:pt x="2286" y="3566"/>
                    <a:pt x="2269" y="3600"/>
                  </a:cubicBezTo>
                  <a:cubicBezTo>
                    <a:pt x="2260" y="3617"/>
                    <a:pt x="2243" y="3635"/>
                    <a:pt x="2235" y="3660"/>
                  </a:cubicBezTo>
                  <a:lnTo>
                    <a:pt x="2200" y="3686"/>
                  </a:lnTo>
                  <a:cubicBezTo>
                    <a:pt x="2200" y="3695"/>
                    <a:pt x="2192" y="3695"/>
                    <a:pt x="2183" y="3695"/>
                  </a:cubicBezTo>
                  <a:lnTo>
                    <a:pt x="2157" y="3695"/>
                  </a:lnTo>
                  <a:cubicBezTo>
                    <a:pt x="2149" y="3686"/>
                    <a:pt x="2140" y="3686"/>
                    <a:pt x="2132" y="3686"/>
                  </a:cubicBezTo>
                  <a:lnTo>
                    <a:pt x="2114" y="3686"/>
                  </a:lnTo>
                  <a:cubicBezTo>
                    <a:pt x="2106" y="3703"/>
                    <a:pt x="2080" y="3703"/>
                    <a:pt x="2063" y="3703"/>
                  </a:cubicBezTo>
                  <a:lnTo>
                    <a:pt x="1900" y="3703"/>
                  </a:lnTo>
                  <a:cubicBezTo>
                    <a:pt x="1865" y="3703"/>
                    <a:pt x="1831" y="3703"/>
                    <a:pt x="1796" y="3712"/>
                  </a:cubicBezTo>
                  <a:cubicBezTo>
                    <a:pt x="1762" y="3720"/>
                    <a:pt x="1736" y="3729"/>
                    <a:pt x="1702" y="3729"/>
                  </a:cubicBezTo>
                  <a:lnTo>
                    <a:pt x="1685" y="3729"/>
                  </a:lnTo>
                  <a:cubicBezTo>
                    <a:pt x="1668" y="3729"/>
                    <a:pt x="1659" y="3738"/>
                    <a:pt x="1650" y="3746"/>
                  </a:cubicBezTo>
                  <a:cubicBezTo>
                    <a:pt x="1642" y="3755"/>
                    <a:pt x="1633" y="3763"/>
                    <a:pt x="1616" y="3763"/>
                  </a:cubicBezTo>
                  <a:lnTo>
                    <a:pt x="1607" y="3763"/>
                  </a:lnTo>
                  <a:cubicBezTo>
                    <a:pt x="1564" y="3755"/>
                    <a:pt x="1522" y="3746"/>
                    <a:pt x="1470" y="3738"/>
                  </a:cubicBezTo>
                  <a:cubicBezTo>
                    <a:pt x="1427" y="3729"/>
                    <a:pt x="1367" y="3720"/>
                    <a:pt x="1324" y="3712"/>
                  </a:cubicBezTo>
                  <a:lnTo>
                    <a:pt x="1169" y="3712"/>
                  </a:lnTo>
                  <a:cubicBezTo>
                    <a:pt x="1161" y="3712"/>
                    <a:pt x="1144" y="3720"/>
                    <a:pt x="1135" y="3720"/>
                  </a:cubicBezTo>
                  <a:cubicBezTo>
                    <a:pt x="1118" y="3720"/>
                    <a:pt x="1101" y="3712"/>
                    <a:pt x="1083" y="3703"/>
                  </a:cubicBezTo>
                  <a:lnTo>
                    <a:pt x="989" y="3703"/>
                  </a:lnTo>
                  <a:cubicBezTo>
                    <a:pt x="972" y="3703"/>
                    <a:pt x="954" y="3703"/>
                    <a:pt x="946" y="3695"/>
                  </a:cubicBezTo>
                  <a:cubicBezTo>
                    <a:pt x="903" y="3660"/>
                    <a:pt x="877" y="3635"/>
                    <a:pt x="834" y="3626"/>
                  </a:cubicBezTo>
                  <a:cubicBezTo>
                    <a:pt x="791" y="3617"/>
                    <a:pt x="774" y="3592"/>
                    <a:pt x="740" y="3566"/>
                  </a:cubicBezTo>
                  <a:cubicBezTo>
                    <a:pt x="723" y="3549"/>
                    <a:pt x="654" y="3549"/>
                    <a:pt x="637" y="3531"/>
                  </a:cubicBezTo>
                  <a:cubicBezTo>
                    <a:pt x="619" y="3514"/>
                    <a:pt x="491" y="3437"/>
                    <a:pt x="482" y="3420"/>
                  </a:cubicBezTo>
                  <a:cubicBezTo>
                    <a:pt x="465" y="3394"/>
                    <a:pt x="456" y="3377"/>
                    <a:pt x="439" y="3351"/>
                  </a:cubicBezTo>
                  <a:cubicBezTo>
                    <a:pt x="413" y="3308"/>
                    <a:pt x="370" y="3274"/>
                    <a:pt x="336" y="3231"/>
                  </a:cubicBezTo>
                  <a:cubicBezTo>
                    <a:pt x="302" y="3188"/>
                    <a:pt x="267" y="3153"/>
                    <a:pt x="224" y="3119"/>
                  </a:cubicBezTo>
                  <a:cubicBezTo>
                    <a:pt x="173" y="3076"/>
                    <a:pt x="216" y="2990"/>
                    <a:pt x="173" y="2939"/>
                  </a:cubicBezTo>
                  <a:lnTo>
                    <a:pt x="147" y="2904"/>
                  </a:lnTo>
                  <a:cubicBezTo>
                    <a:pt x="138" y="2896"/>
                    <a:pt x="113" y="2896"/>
                    <a:pt x="95" y="2887"/>
                  </a:cubicBezTo>
                  <a:cubicBezTo>
                    <a:pt x="70" y="2879"/>
                    <a:pt x="61" y="2870"/>
                    <a:pt x="44" y="2853"/>
                  </a:cubicBezTo>
                  <a:cubicBezTo>
                    <a:pt x="35" y="2836"/>
                    <a:pt x="18" y="2827"/>
                    <a:pt x="1" y="2818"/>
                  </a:cubicBezTo>
                  <a:lnTo>
                    <a:pt x="1" y="2818"/>
                  </a:lnTo>
                  <a:cubicBezTo>
                    <a:pt x="1" y="2844"/>
                    <a:pt x="9" y="2861"/>
                    <a:pt x="9" y="2887"/>
                  </a:cubicBezTo>
                  <a:cubicBezTo>
                    <a:pt x="35" y="2982"/>
                    <a:pt x="78" y="3076"/>
                    <a:pt x="155" y="3136"/>
                  </a:cubicBezTo>
                  <a:lnTo>
                    <a:pt x="164" y="3136"/>
                  </a:lnTo>
                  <a:cubicBezTo>
                    <a:pt x="190" y="3162"/>
                    <a:pt x="207" y="3179"/>
                    <a:pt x="224" y="3214"/>
                  </a:cubicBezTo>
                  <a:cubicBezTo>
                    <a:pt x="250" y="3265"/>
                    <a:pt x="267" y="3291"/>
                    <a:pt x="319" y="3325"/>
                  </a:cubicBezTo>
                  <a:cubicBezTo>
                    <a:pt x="319" y="3325"/>
                    <a:pt x="327" y="3334"/>
                    <a:pt x="327" y="3334"/>
                  </a:cubicBezTo>
                  <a:cubicBezTo>
                    <a:pt x="396" y="3385"/>
                    <a:pt x="413" y="3454"/>
                    <a:pt x="448" y="3514"/>
                  </a:cubicBezTo>
                  <a:cubicBezTo>
                    <a:pt x="456" y="3531"/>
                    <a:pt x="465" y="3549"/>
                    <a:pt x="473" y="3566"/>
                  </a:cubicBezTo>
                  <a:cubicBezTo>
                    <a:pt x="491" y="3592"/>
                    <a:pt x="516" y="3626"/>
                    <a:pt x="542" y="3635"/>
                  </a:cubicBezTo>
                  <a:cubicBezTo>
                    <a:pt x="542" y="3635"/>
                    <a:pt x="542" y="3635"/>
                    <a:pt x="551" y="3643"/>
                  </a:cubicBezTo>
                  <a:cubicBezTo>
                    <a:pt x="602" y="3660"/>
                    <a:pt x="662" y="3643"/>
                    <a:pt x="723" y="3678"/>
                  </a:cubicBezTo>
                  <a:cubicBezTo>
                    <a:pt x="757" y="3703"/>
                    <a:pt x="791" y="3729"/>
                    <a:pt x="826" y="3755"/>
                  </a:cubicBezTo>
                  <a:lnTo>
                    <a:pt x="834" y="3755"/>
                  </a:lnTo>
                  <a:cubicBezTo>
                    <a:pt x="877" y="3789"/>
                    <a:pt x="937" y="3815"/>
                    <a:pt x="963" y="3858"/>
                  </a:cubicBezTo>
                  <a:cubicBezTo>
                    <a:pt x="1032" y="3944"/>
                    <a:pt x="1066" y="3995"/>
                    <a:pt x="1169" y="4038"/>
                  </a:cubicBezTo>
                  <a:cubicBezTo>
                    <a:pt x="1255" y="4081"/>
                    <a:pt x="1350" y="4099"/>
                    <a:pt x="1444" y="4107"/>
                  </a:cubicBezTo>
                  <a:cubicBezTo>
                    <a:pt x="1479" y="4116"/>
                    <a:pt x="1513" y="4116"/>
                    <a:pt x="1539" y="4116"/>
                  </a:cubicBezTo>
                  <a:cubicBezTo>
                    <a:pt x="1547" y="4116"/>
                    <a:pt x="1547" y="4124"/>
                    <a:pt x="1547" y="4124"/>
                  </a:cubicBezTo>
                  <a:cubicBezTo>
                    <a:pt x="1573" y="4124"/>
                    <a:pt x="1590" y="4141"/>
                    <a:pt x="1616" y="4150"/>
                  </a:cubicBezTo>
                  <a:lnTo>
                    <a:pt x="1642" y="4150"/>
                  </a:lnTo>
                  <a:cubicBezTo>
                    <a:pt x="1659" y="4159"/>
                    <a:pt x="1676" y="4159"/>
                    <a:pt x="1693" y="4159"/>
                  </a:cubicBezTo>
                  <a:cubicBezTo>
                    <a:pt x="1719" y="4159"/>
                    <a:pt x="1745" y="4150"/>
                    <a:pt x="1779" y="4150"/>
                  </a:cubicBezTo>
                  <a:lnTo>
                    <a:pt x="1831" y="4150"/>
                  </a:lnTo>
                  <a:cubicBezTo>
                    <a:pt x="1848" y="4150"/>
                    <a:pt x="1857" y="4159"/>
                    <a:pt x="1865" y="4159"/>
                  </a:cubicBezTo>
                  <a:cubicBezTo>
                    <a:pt x="1882" y="4159"/>
                    <a:pt x="1900" y="4150"/>
                    <a:pt x="1917" y="4150"/>
                  </a:cubicBezTo>
                  <a:cubicBezTo>
                    <a:pt x="1943" y="4133"/>
                    <a:pt x="1960" y="4124"/>
                    <a:pt x="1994" y="4099"/>
                  </a:cubicBezTo>
                  <a:cubicBezTo>
                    <a:pt x="2028" y="4081"/>
                    <a:pt x="2054" y="4073"/>
                    <a:pt x="2089" y="4064"/>
                  </a:cubicBezTo>
                  <a:cubicBezTo>
                    <a:pt x="2183" y="4047"/>
                    <a:pt x="2278" y="4038"/>
                    <a:pt x="2363" y="4004"/>
                  </a:cubicBezTo>
                  <a:lnTo>
                    <a:pt x="2372" y="4004"/>
                  </a:lnTo>
                  <a:cubicBezTo>
                    <a:pt x="2449" y="3978"/>
                    <a:pt x="2527" y="3944"/>
                    <a:pt x="2613" y="3918"/>
                  </a:cubicBezTo>
                  <a:cubicBezTo>
                    <a:pt x="2690" y="3901"/>
                    <a:pt x="2716" y="3824"/>
                    <a:pt x="2767" y="3781"/>
                  </a:cubicBezTo>
                  <a:cubicBezTo>
                    <a:pt x="2827" y="3738"/>
                    <a:pt x="2870" y="3729"/>
                    <a:pt x="2922" y="3678"/>
                  </a:cubicBezTo>
                  <a:cubicBezTo>
                    <a:pt x="2948" y="3660"/>
                    <a:pt x="2956" y="3660"/>
                    <a:pt x="2973" y="3635"/>
                  </a:cubicBezTo>
                  <a:cubicBezTo>
                    <a:pt x="2982" y="3609"/>
                    <a:pt x="3008" y="3574"/>
                    <a:pt x="3016" y="3549"/>
                  </a:cubicBezTo>
                  <a:cubicBezTo>
                    <a:pt x="3034" y="3514"/>
                    <a:pt x="3077" y="3514"/>
                    <a:pt x="3077" y="3480"/>
                  </a:cubicBezTo>
                  <a:cubicBezTo>
                    <a:pt x="3085" y="3446"/>
                    <a:pt x="3102" y="3420"/>
                    <a:pt x="3111" y="3385"/>
                  </a:cubicBezTo>
                  <a:cubicBezTo>
                    <a:pt x="3128" y="3334"/>
                    <a:pt x="3137" y="3282"/>
                    <a:pt x="3162" y="3231"/>
                  </a:cubicBezTo>
                  <a:cubicBezTo>
                    <a:pt x="3171" y="3196"/>
                    <a:pt x="3197" y="3153"/>
                    <a:pt x="3223" y="3119"/>
                  </a:cubicBezTo>
                  <a:cubicBezTo>
                    <a:pt x="3266" y="3050"/>
                    <a:pt x="3300" y="2964"/>
                    <a:pt x="3334" y="2896"/>
                  </a:cubicBezTo>
                  <a:cubicBezTo>
                    <a:pt x="3403" y="2775"/>
                    <a:pt x="3515" y="2629"/>
                    <a:pt x="3515" y="2483"/>
                  </a:cubicBezTo>
                  <a:cubicBezTo>
                    <a:pt x="3515" y="2475"/>
                    <a:pt x="3515" y="2458"/>
                    <a:pt x="3515" y="2449"/>
                  </a:cubicBezTo>
                  <a:cubicBezTo>
                    <a:pt x="3498" y="2346"/>
                    <a:pt x="3489" y="2226"/>
                    <a:pt x="3446" y="2131"/>
                  </a:cubicBezTo>
                  <a:cubicBezTo>
                    <a:pt x="3429" y="2097"/>
                    <a:pt x="3403" y="2062"/>
                    <a:pt x="3403" y="2028"/>
                  </a:cubicBezTo>
                  <a:cubicBezTo>
                    <a:pt x="3394" y="1959"/>
                    <a:pt x="3420" y="1873"/>
                    <a:pt x="3429" y="1805"/>
                  </a:cubicBezTo>
                  <a:cubicBezTo>
                    <a:pt x="3437" y="1779"/>
                    <a:pt x="3437" y="1753"/>
                    <a:pt x="3437" y="1727"/>
                  </a:cubicBezTo>
                  <a:cubicBezTo>
                    <a:pt x="3437" y="1676"/>
                    <a:pt x="3429" y="1633"/>
                    <a:pt x="3420" y="1573"/>
                  </a:cubicBezTo>
                  <a:cubicBezTo>
                    <a:pt x="3403" y="1512"/>
                    <a:pt x="3403" y="1444"/>
                    <a:pt x="3394" y="1384"/>
                  </a:cubicBezTo>
                  <a:cubicBezTo>
                    <a:pt x="3377" y="1272"/>
                    <a:pt x="3343" y="1134"/>
                    <a:pt x="3274" y="1040"/>
                  </a:cubicBezTo>
                  <a:cubicBezTo>
                    <a:pt x="3248" y="1006"/>
                    <a:pt x="3214" y="997"/>
                    <a:pt x="3180" y="971"/>
                  </a:cubicBezTo>
                  <a:cubicBezTo>
                    <a:pt x="3154" y="954"/>
                    <a:pt x="3128" y="911"/>
                    <a:pt x="3111" y="885"/>
                  </a:cubicBezTo>
                  <a:cubicBezTo>
                    <a:pt x="3085" y="851"/>
                    <a:pt x="3068" y="799"/>
                    <a:pt x="3068" y="756"/>
                  </a:cubicBezTo>
                  <a:lnTo>
                    <a:pt x="3068" y="739"/>
                  </a:lnTo>
                  <a:cubicBezTo>
                    <a:pt x="3068" y="713"/>
                    <a:pt x="3077" y="688"/>
                    <a:pt x="3077" y="662"/>
                  </a:cubicBezTo>
                  <a:cubicBezTo>
                    <a:pt x="3077" y="645"/>
                    <a:pt x="3068" y="619"/>
                    <a:pt x="3059" y="602"/>
                  </a:cubicBezTo>
                  <a:cubicBezTo>
                    <a:pt x="3034" y="567"/>
                    <a:pt x="2999" y="542"/>
                    <a:pt x="2973" y="499"/>
                  </a:cubicBezTo>
                  <a:cubicBezTo>
                    <a:pt x="2956" y="447"/>
                    <a:pt x="2931" y="421"/>
                    <a:pt x="2888" y="396"/>
                  </a:cubicBezTo>
                  <a:cubicBezTo>
                    <a:pt x="2888" y="387"/>
                    <a:pt x="2888" y="387"/>
                    <a:pt x="2888" y="387"/>
                  </a:cubicBezTo>
                  <a:cubicBezTo>
                    <a:pt x="2802" y="335"/>
                    <a:pt x="2724" y="284"/>
                    <a:pt x="2638" y="232"/>
                  </a:cubicBezTo>
                  <a:cubicBezTo>
                    <a:pt x="2595" y="207"/>
                    <a:pt x="2561" y="215"/>
                    <a:pt x="2518" y="198"/>
                  </a:cubicBezTo>
                  <a:cubicBezTo>
                    <a:pt x="2484" y="189"/>
                    <a:pt x="2424" y="146"/>
                    <a:pt x="2406" y="146"/>
                  </a:cubicBezTo>
                  <a:cubicBezTo>
                    <a:pt x="2398" y="155"/>
                    <a:pt x="2381" y="155"/>
                    <a:pt x="2372" y="155"/>
                  </a:cubicBezTo>
                  <a:cubicBezTo>
                    <a:pt x="2338" y="155"/>
                    <a:pt x="2303" y="138"/>
                    <a:pt x="2278" y="104"/>
                  </a:cubicBezTo>
                  <a:cubicBezTo>
                    <a:pt x="2243" y="78"/>
                    <a:pt x="2226" y="52"/>
                    <a:pt x="2183" y="35"/>
                  </a:cubicBezTo>
                  <a:cubicBezTo>
                    <a:pt x="2169" y="32"/>
                    <a:pt x="2153" y="31"/>
                    <a:pt x="2136" y="31"/>
                  </a:cubicBezTo>
                  <a:cubicBezTo>
                    <a:pt x="2102" y="31"/>
                    <a:pt x="2066" y="35"/>
                    <a:pt x="2037" y="35"/>
                  </a:cubicBezTo>
                  <a:cubicBezTo>
                    <a:pt x="2011" y="26"/>
                    <a:pt x="1994" y="26"/>
                    <a:pt x="1968" y="26"/>
                  </a:cubicBezTo>
                  <a:lnTo>
                    <a:pt x="1934" y="26"/>
                  </a:lnTo>
                  <a:lnTo>
                    <a:pt x="1900" y="0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9" name="Google Shape;16239;p54">
              <a:extLst>
                <a:ext uri="{FF2B5EF4-FFF2-40B4-BE49-F238E27FC236}">
                  <a16:creationId xmlns:a16="http://schemas.microsoft.com/office/drawing/2014/main" id="{62922A1B-6E3D-18BE-3705-959DBBABD9B3}"/>
                </a:ext>
              </a:extLst>
            </p:cNvPr>
            <p:cNvSpPr/>
            <p:nvPr/>
          </p:nvSpPr>
          <p:spPr>
            <a:xfrm>
              <a:off x="5155825" y="1284075"/>
              <a:ext cx="56100" cy="42825"/>
            </a:xfrm>
            <a:custGeom>
              <a:avLst/>
              <a:gdLst/>
              <a:ahLst/>
              <a:cxnLst/>
              <a:rect l="l" t="t" r="r" b="b"/>
              <a:pathLst>
                <a:path w="2244" h="1713" extrusionOk="0">
                  <a:moveTo>
                    <a:pt x="69" y="0"/>
                  </a:moveTo>
                  <a:lnTo>
                    <a:pt x="35" y="78"/>
                  </a:lnTo>
                  <a:cubicBezTo>
                    <a:pt x="35" y="95"/>
                    <a:pt x="52" y="120"/>
                    <a:pt x="52" y="146"/>
                  </a:cubicBezTo>
                  <a:cubicBezTo>
                    <a:pt x="69" y="189"/>
                    <a:pt x="52" y="215"/>
                    <a:pt x="44" y="258"/>
                  </a:cubicBezTo>
                  <a:cubicBezTo>
                    <a:pt x="27" y="301"/>
                    <a:pt x="1" y="352"/>
                    <a:pt x="27" y="404"/>
                  </a:cubicBezTo>
                  <a:cubicBezTo>
                    <a:pt x="44" y="447"/>
                    <a:pt x="87" y="490"/>
                    <a:pt x="95" y="541"/>
                  </a:cubicBezTo>
                  <a:cubicBezTo>
                    <a:pt x="104" y="576"/>
                    <a:pt x="112" y="610"/>
                    <a:pt x="121" y="636"/>
                  </a:cubicBezTo>
                  <a:cubicBezTo>
                    <a:pt x="130" y="679"/>
                    <a:pt x="138" y="705"/>
                    <a:pt x="164" y="748"/>
                  </a:cubicBezTo>
                  <a:cubicBezTo>
                    <a:pt x="173" y="765"/>
                    <a:pt x="190" y="799"/>
                    <a:pt x="190" y="816"/>
                  </a:cubicBezTo>
                  <a:lnTo>
                    <a:pt x="198" y="851"/>
                  </a:lnTo>
                  <a:lnTo>
                    <a:pt x="198" y="859"/>
                  </a:lnTo>
                  <a:lnTo>
                    <a:pt x="198" y="894"/>
                  </a:lnTo>
                  <a:cubicBezTo>
                    <a:pt x="207" y="911"/>
                    <a:pt x="224" y="937"/>
                    <a:pt x="241" y="954"/>
                  </a:cubicBezTo>
                  <a:lnTo>
                    <a:pt x="258" y="988"/>
                  </a:lnTo>
                  <a:lnTo>
                    <a:pt x="267" y="1014"/>
                  </a:lnTo>
                  <a:cubicBezTo>
                    <a:pt x="284" y="1031"/>
                    <a:pt x="301" y="1048"/>
                    <a:pt x="310" y="1074"/>
                  </a:cubicBezTo>
                  <a:cubicBezTo>
                    <a:pt x="319" y="1091"/>
                    <a:pt x="319" y="1109"/>
                    <a:pt x="319" y="1126"/>
                  </a:cubicBezTo>
                  <a:cubicBezTo>
                    <a:pt x="319" y="1143"/>
                    <a:pt x="301" y="1160"/>
                    <a:pt x="301" y="1169"/>
                  </a:cubicBezTo>
                  <a:cubicBezTo>
                    <a:pt x="301" y="1203"/>
                    <a:pt x="327" y="1203"/>
                    <a:pt x="353" y="1212"/>
                  </a:cubicBezTo>
                  <a:cubicBezTo>
                    <a:pt x="370" y="1220"/>
                    <a:pt x="396" y="1237"/>
                    <a:pt x="413" y="1237"/>
                  </a:cubicBezTo>
                  <a:cubicBezTo>
                    <a:pt x="439" y="1246"/>
                    <a:pt x="456" y="1255"/>
                    <a:pt x="473" y="1263"/>
                  </a:cubicBezTo>
                  <a:lnTo>
                    <a:pt x="508" y="1306"/>
                  </a:lnTo>
                  <a:lnTo>
                    <a:pt x="516" y="1332"/>
                  </a:lnTo>
                  <a:lnTo>
                    <a:pt x="525" y="1358"/>
                  </a:lnTo>
                  <a:lnTo>
                    <a:pt x="525" y="1392"/>
                  </a:lnTo>
                  <a:cubicBezTo>
                    <a:pt x="533" y="1401"/>
                    <a:pt x="551" y="1418"/>
                    <a:pt x="568" y="1426"/>
                  </a:cubicBezTo>
                  <a:cubicBezTo>
                    <a:pt x="585" y="1435"/>
                    <a:pt x="602" y="1444"/>
                    <a:pt x="619" y="1452"/>
                  </a:cubicBezTo>
                  <a:lnTo>
                    <a:pt x="645" y="1487"/>
                  </a:lnTo>
                  <a:cubicBezTo>
                    <a:pt x="671" y="1504"/>
                    <a:pt x="705" y="1521"/>
                    <a:pt x="740" y="1538"/>
                  </a:cubicBezTo>
                  <a:cubicBezTo>
                    <a:pt x="765" y="1547"/>
                    <a:pt x="783" y="1555"/>
                    <a:pt x="808" y="1572"/>
                  </a:cubicBezTo>
                  <a:cubicBezTo>
                    <a:pt x="817" y="1581"/>
                    <a:pt x="826" y="1581"/>
                    <a:pt x="843" y="1590"/>
                  </a:cubicBezTo>
                  <a:cubicBezTo>
                    <a:pt x="851" y="1590"/>
                    <a:pt x="860" y="1598"/>
                    <a:pt x="877" y="1598"/>
                  </a:cubicBezTo>
                  <a:cubicBezTo>
                    <a:pt x="903" y="1615"/>
                    <a:pt x="929" y="1624"/>
                    <a:pt x="954" y="1641"/>
                  </a:cubicBezTo>
                  <a:cubicBezTo>
                    <a:pt x="972" y="1658"/>
                    <a:pt x="997" y="1658"/>
                    <a:pt x="1032" y="1658"/>
                  </a:cubicBezTo>
                  <a:lnTo>
                    <a:pt x="1109" y="1658"/>
                  </a:lnTo>
                  <a:cubicBezTo>
                    <a:pt x="1118" y="1661"/>
                    <a:pt x="1125" y="1662"/>
                    <a:pt x="1132" y="1662"/>
                  </a:cubicBezTo>
                  <a:cubicBezTo>
                    <a:pt x="1146" y="1662"/>
                    <a:pt x="1158" y="1658"/>
                    <a:pt x="1169" y="1658"/>
                  </a:cubicBezTo>
                  <a:cubicBezTo>
                    <a:pt x="1186" y="1658"/>
                    <a:pt x="1229" y="1676"/>
                    <a:pt x="1246" y="1684"/>
                  </a:cubicBezTo>
                  <a:lnTo>
                    <a:pt x="1281" y="1701"/>
                  </a:lnTo>
                  <a:cubicBezTo>
                    <a:pt x="1289" y="1710"/>
                    <a:pt x="1315" y="1710"/>
                    <a:pt x="1332" y="1710"/>
                  </a:cubicBezTo>
                  <a:cubicBezTo>
                    <a:pt x="1367" y="1710"/>
                    <a:pt x="1401" y="1710"/>
                    <a:pt x="1444" y="1701"/>
                  </a:cubicBezTo>
                  <a:cubicBezTo>
                    <a:pt x="1465" y="1701"/>
                    <a:pt x="1480" y="1712"/>
                    <a:pt x="1498" y="1712"/>
                  </a:cubicBezTo>
                  <a:cubicBezTo>
                    <a:pt x="1503" y="1712"/>
                    <a:pt x="1508" y="1712"/>
                    <a:pt x="1513" y="1710"/>
                  </a:cubicBezTo>
                  <a:lnTo>
                    <a:pt x="1547" y="1701"/>
                  </a:lnTo>
                  <a:cubicBezTo>
                    <a:pt x="1550" y="1698"/>
                    <a:pt x="1554" y="1697"/>
                    <a:pt x="1558" y="1697"/>
                  </a:cubicBezTo>
                  <a:cubicBezTo>
                    <a:pt x="1567" y="1697"/>
                    <a:pt x="1579" y="1701"/>
                    <a:pt x="1590" y="1701"/>
                  </a:cubicBezTo>
                  <a:cubicBezTo>
                    <a:pt x="1642" y="1693"/>
                    <a:pt x="1676" y="1684"/>
                    <a:pt x="1719" y="1684"/>
                  </a:cubicBezTo>
                  <a:cubicBezTo>
                    <a:pt x="1736" y="1687"/>
                    <a:pt x="1751" y="1688"/>
                    <a:pt x="1766" y="1688"/>
                  </a:cubicBezTo>
                  <a:cubicBezTo>
                    <a:pt x="1795" y="1688"/>
                    <a:pt x="1822" y="1684"/>
                    <a:pt x="1856" y="1684"/>
                  </a:cubicBezTo>
                  <a:cubicBezTo>
                    <a:pt x="1882" y="1684"/>
                    <a:pt x="1899" y="1667"/>
                    <a:pt x="1925" y="1650"/>
                  </a:cubicBezTo>
                  <a:cubicBezTo>
                    <a:pt x="1951" y="1633"/>
                    <a:pt x="1977" y="1624"/>
                    <a:pt x="1994" y="1615"/>
                  </a:cubicBezTo>
                  <a:cubicBezTo>
                    <a:pt x="2028" y="1590"/>
                    <a:pt x="2071" y="1598"/>
                    <a:pt x="2106" y="1581"/>
                  </a:cubicBezTo>
                  <a:cubicBezTo>
                    <a:pt x="2149" y="1564"/>
                    <a:pt x="2192" y="1512"/>
                    <a:pt x="2243" y="1504"/>
                  </a:cubicBezTo>
                  <a:cubicBezTo>
                    <a:pt x="2240" y="1494"/>
                    <a:pt x="2222" y="1490"/>
                    <a:pt x="2201" y="1490"/>
                  </a:cubicBezTo>
                  <a:cubicBezTo>
                    <a:pt x="2168" y="1490"/>
                    <a:pt x="2128" y="1498"/>
                    <a:pt x="2123" y="1504"/>
                  </a:cubicBezTo>
                  <a:cubicBezTo>
                    <a:pt x="2080" y="1512"/>
                    <a:pt x="2054" y="1529"/>
                    <a:pt x="2011" y="1538"/>
                  </a:cubicBezTo>
                  <a:cubicBezTo>
                    <a:pt x="1977" y="1538"/>
                    <a:pt x="1951" y="1547"/>
                    <a:pt x="1917" y="1555"/>
                  </a:cubicBezTo>
                  <a:cubicBezTo>
                    <a:pt x="1891" y="1564"/>
                    <a:pt x="1865" y="1581"/>
                    <a:pt x="1831" y="1590"/>
                  </a:cubicBezTo>
                  <a:cubicBezTo>
                    <a:pt x="1823" y="1592"/>
                    <a:pt x="1814" y="1593"/>
                    <a:pt x="1804" y="1593"/>
                  </a:cubicBezTo>
                  <a:cubicBezTo>
                    <a:pt x="1780" y="1593"/>
                    <a:pt x="1752" y="1587"/>
                    <a:pt x="1728" y="1581"/>
                  </a:cubicBezTo>
                  <a:lnTo>
                    <a:pt x="1590" y="1581"/>
                  </a:lnTo>
                  <a:cubicBezTo>
                    <a:pt x="1573" y="1581"/>
                    <a:pt x="1564" y="1572"/>
                    <a:pt x="1539" y="1564"/>
                  </a:cubicBezTo>
                  <a:lnTo>
                    <a:pt x="1470" y="1564"/>
                  </a:lnTo>
                  <a:cubicBezTo>
                    <a:pt x="1453" y="1564"/>
                    <a:pt x="1444" y="1555"/>
                    <a:pt x="1427" y="1555"/>
                  </a:cubicBezTo>
                  <a:cubicBezTo>
                    <a:pt x="1418" y="1552"/>
                    <a:pt x="1410" y="1551"/>
                    <a:pt x="1401" y="1551"/>
                  </a:cubicBezTo>
                  <a:cubicBezTo>
                    <a:pt x="1385" y="1551"/>
                    <a:pt x="1370" y="1555"/>
                    <a:pt x="1358" y="1555"/>
                  </a:cubicBezTo>
                  <a:cubicBezTo>
                    <a:pt x="1341" y="1547"/>
                    <a:pt x="1315" y="1547"/>
                    <a:pt x="1298" y="1538"/>
                  </a:cubicBezTo>
                  <a:cubicBezTo>
                    <a:pt x="1281" y="1529"/>
                    <a:pt x="1264" y="1521"/>
                    <a:pt x="1238" y="1512"/>
                  </a:cubicBezTo>
                  <a:cubicBezTo>
                    <a:pt x="1212" y="1504"/>
                    <a:pt x="1178" y="1504"/>
                    <a:pt x="1152" y="1487"/>
                  </a:cubicBezTo>
                  <a:cubicBezTo>
                    <a:pt x="1083" y="1452"/>
                    <a:pt x="1032" y="1418"/>
                    <a:pt x="963" y="1392"/>
                  </a:cubicBezTo>
                  <a:cubicBezTo>
                    <a:pt x="929" y="1383"/>
                    <a:pt x="911" y="1383"/>
                    <a:pt x="886" y="1366"/>
                  </a:cubicBezTo>
                  <a:lnTo>
                    <a:pt x="860" y="1340"/>
                  </a:lnTo>
                  <a:cubicBezTo>
                    <a:pt x="834" y="1315"/>
                    <a:pt x="808" y="1289"/>
                    <a:pt x="783" y="1255"/>
                  </a:cubicBezTo>
                  <a:cubicBezTo>
                    <a:pt x="765" y="1229"/>
                    <a:pt x="740" y="1212"/>
                    <a:pt x="714" y="1186"/>
                  </a:cubicBezTo>
                  <a:cubicBezTo>
                    <a:pt x="688" y="1169"/>
                    <a:pt x="688" y="1151"/>
                    <a:pt x="671" y="1134"/>
                  </a:cubicBezTo>
                  <a:cubicBezTo>
                    <a:pt x="654" y="1100"/>
                    <a:pt x="628" y="1074"/>
                    <a:pt x="611" y="1048"/>
                  </a:cubicBezTo>
                  <a:cubicBezTo>
                    <a:pt x="602" y="1031"/>
                    <a:pt x="594" y="1014"/>
                    <a:pt x="576" y="997"/>
                  </a:cubicBezTo>
                  <a:cubicBezTo>
                    <a:pt x="551" y="962"/>
                    <a:pt x="516" y="937"/>
                    <a:pt x="490" y="902"/>
                  </a:cubicBezTo>
                  <a:cubicBezTo>
                    <a:pt x="447" y="851"/>
                    <a:pt x="422" y="791"/>
                    <a:pt x="387" y="739"/>
                  </a:cubicBezTo>
                  <a:cubicBezTo>
                    <a:pt x="336" y="662"/>
                    <a:pt x="293" y="584"/>
                    <a:pt x="258" y="499"/>
                  </a:cubicBezTo>
                  <a:cubicBezTo>
                    <a:pt x="233" y="447"/>
                    <a:pt x="198" y="404"/>
                    <a:pt x="173" y="352"/>
                  </a:cubicBezTo>
                  <a:cubicBezTo>
                    <a:pt x="155" y="310"/>
                    <a:pt x="138" y="275"/>
                    <a:pt x="112" y="241"/>
                  </a:cubicBezTo>
                  <a:lnTo>
                    <a:pt x="95" y="224"/>
                  </a:lnTo>
                  <a:lnTo>
                    <a:pt x="87" y="198"/>
                  </a:lnTo>
                  <a:cubicBezTo>
                    <a:pt x="78" y="172"/>
                    <a:pt x="87" y="163"/>
                    <a:pt x="147" y="138"/>
                  </a:cubicBezTo>
                  <a:lnTo>
                    <a:pt x="112" y="103"/>
                  </a:lnTo>
                  <a:cubicBezTo>
                    <a:pt x="87" y="78"/>
                    <a:pt x="78" y="35"/>
                    <a:pt x="69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0" name="Google Shape;16240;p54">
              <a:extLst>
                <a:ext uri="{FF2B5EF4-FFF2-40B4-BE49-F238E27FC236}">
                  <a16:creationId xmlns:a16="http://schemas.microsoft.com/office/drawing/2014/main" id="{76620B1D-6300-3AE5-AA4C-367986CF79A6}"/>
                </a:ext>
              </a:extLst>
            </p:cNvPr>
            <p:cNvSpPr/>
            <p:nvPr/>
          </p:nvSpPr>
          <p:spPr>
            <a:xfrm>
              <a:off x="5195775" y="1270325"/>
              <a:ext cx="33525" cy="47100"/>
            </a:xfrm>
            <a:custGeom>
              <a:avLst/>
              <a:gdLst/>
              <a:ahLst/>
              <a:cxnLst/>
              <a:rect l="l" t="t" r="r" b="b"/>
              <a:pathLst>
                <a:path w="1341" h="1884" extrusionOk="0">
                  <a:moveTo>
                    <a:pt x="929" y="0"/>
                  </a:moveTo>
                  <a:lnTo>
                    <a:pt x="929" y="26"/>
                  </a:lnTo>
                  <a:lnTo>
                    <a:pt x="929" y="35"/>
                  </a:lnTo>
                  <a:cubicBezTo>
                    <a:pt x="937" y="52"/>
                    <a:pt x="946" y="61"/>
                    <a:pt x="954" y="69"/>
                  </a:cubicBezTo>
                  <a:cubicBezTo>
                    <a:pt x="972" y="86"/>
                    <a:pt x="989" y="103"/>
                    <a:pt x="1006" y="121"/>
                  </a:cubicBezTo>
                  <a:cubicBezTo>
                    <a:pt x="1015" y="129"/>
                    <a:pt x="1023" y="138"/>
                    <a:pt x="1032" y="146"/>
                  </a:cubicBezTo>
                  <a:cubicBezTo>
                    <a:pt x="1049" y="155"/>
                    <a:pt x="1075" y="155"/>
                    <a:pt x="1083" y="164"/>
                  </a:cubicBezTo>
                  <a:cubicBezTo>
                    <a:pt x="1100" y="172"/>
                    <a:pt x="1118" y="181"/>
                    <a:pt x="1135" y="189"/>
                  </a:cubicBezTo>
                  <a:cubicBezTo>
                    <a:pt x="1143" y="207"/>
                    <a:pt x="1152" y="224"/>
                    <a:pt x="1152" y="241"/>
                  </a:cubicBezTo>
                  <a:cubicBezTo>
                    <a:pt x="1152" y="267"/>
                    <a:pt x="1152" y="284"/>
                    <a:pt x="1143" y="310"/>
                  </a:cubicBezTo>
                  <a:cubicBezTo>
                    <a:pt x="1143" y="335"/>
                    <a:pt x="1143" y="353"/>
                    <a:pt x="1143" y="378"/>
                  </a:cubicBezTo>
                  <a:cubicBezTo>
                    <a:pt x="1135" y="421"/>
                    <a:pt x="1135" y="464"/>
                    <a:pt x="1118" y="507"/>
                  </a:cubicBezTo>
                  <a:cubicBezTo>
                    <a:pt x="1109" y="533"/>
                    <a:pt x="1100" y="550"/>
                    <a:pt x="1100" y="567"/>
                  </a:cubicBezTo>
                  <a:cubicBezTo>
                    <a:pt x="1092" y="585"/>
                    <a:pt x="1083" y="602"/>
                    <a:pt x="1083" y="619"/>
                  </a:cubicBezTo>
                  <a:cubicBezTo>
                    <a:pt x="1066" y="662"/>
                    <a:pt x="1049" y="705"/>
                    <a:pt x="1066" y="748"/>
                  </a:cubicBezTo>
                  <a:cubicBezTo>
                    <a:pt x="1075" y="774"/>
                    <a:pt x="1083" y="808"/>
                    <a:pt x="1083" y="842"/>
                  </a:cubicBezTo>
                  <a:lnTo>
                    <a:pt x="1083" y="868"/>
                  </a:lnTo>
                  <a:lnTo>
                    <a:pt x="1100" y="885"/>
                  </a:lnTo>
                  <a:lnTo>
                    <a:pt x="1092" y="911"/>
                  </a:lnTo>
                  <a:cubicBezTo>
                    <a:pt x="1083" y="937"/>
                    <a:pt x="1075" y="954"/>
                    <a:pt x="1066" y="980"/>
                  </a:cubicBezTo>
                  <a:lnTo>
                    <a:pt x="1049" y="1014"/>
                  </a:lnTo>
                  <a:lnTo>
                    <a:pt x="1032" y="1031"/>
                  </a:lnTo>
                  <a:lnTo>
                    <a:pt x="1023" y="1049"/>
                  </a:lnTo>
                  <a:cubicBezTo>
                    <a:pt x="997" y="1083"/>
                    <a:pt x="997" y="1117"/>
                    <a:pt x="963" y="1134"/>
                  </a:cubicBezTo>
                  <a:cubicBezTo>
                    <a:pt x="946" y="1152"/>
                    <a:pt x="920" y="1152"/>
                    <a:pt x="894" y="1160"/>
                  </a:cubicBezTo>
                  <a:cubicBezTo>
                    <a:pt x="851" y="1177"/>
                    <a:pt x="817" y="1203"/>
                    <a:pt x="783" y="1238"/>
                  </a:cubicBezTo>
                  <a:cubicBezTo>
                    <a:pt x="757" y="1255"/>
                    <a:pt x="731" y="1272"/>
                    <a:pt x="722" y="1298"/>
                  </a:cubicBezTo>
                  <a:cubicBezTo>
                    <a:pt x="705" y="1323"/>
                    <a:pt x="705" y="1349"/>
                    <a:pt x="705" y="1375"/>
                  </a:cubicBezTo>
                  <a:cubicBezTo>
                    <a:pt x="697" y="1409"/>
                    <a:pt x="697" y="1444"/>
                    <a:pt x="671" y="1469"/>
                  </a:cubicBezTo>
                  <a:cubicBezTo>
                    <a:pt x="654" y="1495"/>
                    <a:pt x="628" y="1512"/>
                    <a:pt x="602" y="1538"/>
                  </a:cubicBezTo>
                  <a:cubicBezTo>
                    <a:pt x="585" y="1555"/>
                    <a:pt x="559" y="1564"/>
                    <a:pt x="542" y="1590"/>
                  </a:cubicBezTo>
                  <a:cubicBezTo>
                    <a:pt x="533" y="1598"/>
                    <a:pt x="525" y="1607"/>
                    <a:pt x="508" y="1616"/>
                  </a:cubicBezTo>
                  <a:cubicBezTo>
                    <a:pt x="490" y="1633"/>
                    <a:pt x="473" y="1641"/>
                    <a:pt x="456" y="1659"/>
                  </a:cubicBezTo>
                  <a:cubicBezTo>
                    <a:pt x="430" y="1676"/>
                    <a:pt x="405" y="1676"/>
                    <a:pt x="379" y="1693"/>
                  </a:cubicBezTo>
                  <a:cubicBezTo>
                    <a:pt x="353" y="1701"/>
                    <a:pt x="327" y="1710"/>
                    <a:pt x="301" y="1710"/>
                  </a:cubicBezTo>
                  <a:cubicBezTo>
                    <a:pt x="290" y="1710"/>
                    <a:pt x="279" y="1706"/>
                    <a:pt x="267" y="1706"/>
                  </a:cubicBezTo>
                  <a:cubicBezTo>
                    <a:pt x="261" y="1706"/>
                    <a:pt x="256" y="1707"/>
                    <a:pt x="250" y="1710"/>
                  </a:cubicBezTo>
                  <a:cubicBezTo>
                    <a:pt x="233" y="1710"/>
                    <a:pt x="216" y="1727"/>
                    <a:pt x="198" y="1727"/>
                  </a:cubicBezTo>
                  <a:cubicBezTo>
                    <a:pt x="173" y="1736"/>
                    <a:pt x="147" y="1744"/>
                    <a:pt x="130" y="1762"/>
                  </a:cubicBezTo>
                  <a:cubicBezTo>
                    <a:pt x="95" y="1779"/>
                    <a:pt x="78" y="1787"/>
                    <a:pt x="44" y="1796"/>
                  </a:cubicBezTo>
                  <a:lnTo>
                    <a:pt x="9" y="1822"/>
                  </a:lnTo>
                  <a:cubicBezTo>
                    <a:pt x="1" y="1830"/>
                    <a:pt x="9" y="1839"/>
                    <a:pt x="27" y="1856"/>
                  </a:cubicBezTo>
                  <a:cubicBezTo>
                    <a:pt x="44" y="1865"/>
                    <a:pt x="61" y="1873"/>
                    <a:pt x="78" y="1882"/>
                  </a:cubicBezTo>
                  <a:cubicBezTo>
                    <a:pt x="82" y="1883"/>
                    <a:pt x="85" y="1884"/>
                    <a:pt x="89" y="1884"/>
                  </a:cubicBezTo>
                  <a:cubicBezTo>
                    <a:pt x="111" y="1884"/>
                    <a:pt x="133" y="1862"/>
                    <a:pt x="155" y="1848"/>
                  </a:cubicBezTo>
                  <a:cubicBezTo>
                    <a:pt x="173" y="1842"/>
                    <a:pt x="203" y="1832"/>
                    <a:pt x="229" y="1832"/>
                  </a:cubicBezTo>
                  <a:cubicBezTo>
                    <a:pt x="240" y="1832"/>
                    <a:pt x="250" y="1834"/>
                    <a:pt x="258" y="1839"/>
                  </a:cubicBezTo>
                  <a:lnTo>
                    <a:pt x="284" y="1848"/>
                  </a:lnTo>
                  <a:lnTo>
                    <a:pt x="310" y="1848"/>
                  </a:lnTo>
                  <a:cubicBezTo>
                    <a:pt x="327" y="1852"/>
                    <a:pt x="344" y="1852"/>
                    <a:pt x="362" y="1852"/>
                  </a:cubicBezTo>
                  <a:cubicBezTo>
                    <a:pt x="379" y="1852"/>
                    <a:pt x="396" y="1852"/>
                    <a:pt x="413" y="1856"/>
                  </a:cubicBezTo>
                  <a:lnTo>
                    <a:pt x="490" y="1856"/>
                  </a:lnTo>
                  <a:cubicBezTo>
                    <a:pt x="499" y="1865"/>
                    <a:pt x="508" y="1865"/>
                    <a:pt x="525" y="1865"/>
                  </a:cubicBezTo>
                  <a:cubicBezTo>
                    <a:pt x="551" y="1865"/>
                    <a:pt x="568" y="1856"/>
                    <a:pt x="594" y="1848"/>
                  </a:cubicBezTo>
                  <a:cubicBezTo>
                    <a:pt x="611" y="1830"/>
                    <a:pt x="645" y="1830"/>
                    <a:pt x="662" y="1813"/>
                  </a:cubicBezTo>
                  <a:lnTo>
                    <a:pt x="671" y="1796"/>
                  </a:lnTo>
                  <a:cubicBezTo>
                    <a:pt x="688" y="1787"/>
                    <a:pt x="714" y="1787"/>
                    <a:pt x="722" y="1779"/>
                  </a:cubicBezTo>
                  <a:cubicBezTo>
                    <a:pt x="757" y="1770"/>
                    <a:pt x="783" y="1770"/>
                    <a:pt x="808" y="1762"/>
                  </a:cubicBezTo>
                  <a:cubicBezTo>
                    <a:pt x="826" y="1753"/>
                    <a:pt x="843" y="1727"/>
                    <a:pt x="860" y="1727"/>
                  </a:cubicBezTo>
                  <a:cubicBezTo>
                    <a:pt x="877" y="1719"/>
                    <a:pt x="886" y="1719"/>
                    <a:pt x="894" y="1710"/>
                  </a:cubicBezTo>
                  <a:lnTo>
                    <a:pt x="911" y="1701"/>
                  </a:lnTo>
                  <a:cubicBezTo>
                    <a:pt x="920" y="1684"/>
                    <a:pt x="937" y="1676"/>
                    <a:pt x="946" y="1659"/>
                  </a:cubicBezTo>
                  <a:cubicBezTo>
                    <a:pt x="972" y="1633"/>
                    <a:pt x="989" y="1598"/>
                    <a:pt x="1006" y="1564"/>
                  </a:cubicBezTo>
                  <a:lnTo>
                    <a:pt x="1023" y="1547"/>
                  </a:lnTo>
                  <a:lnTo>
                    <a:pt x="1040" y="1530"/>
                  </a:lnTo>
                  <a:cubicBezTo>
                    <a:pt x="1049" y="1504"/>
                    <a:pt x="1075" y="1495"/>
                    <a:pt x="1092" y="1478"/>
                  </a:cubicBezTo>
                  <a:cubicBezTo>
                    <a:pt x="1118" y="1444"/>
                    <a:pt x="1143" y="1418"/>
                    <a:pt x="1178" y="1401"/>
                  </a:cubicBezTo>
                  <a:cubicBezTo>
                    <a:pt x="1195" y="1392"/>
                    <a:pt x="1212" y="1384"/>
                    <a:pt x="1221" y="1375"/>
                  </a:cubicBezTo>
                  <a:cubicBezTo>
                    <a:pt x="1238" y="1366"/>
                    <a:pt x="1255" y="1366"/>
                    <a:pt x="1272" y="1358"/>
                  </a:cubicBezTo>
                  <a:cubicBezTo>
                    <a:pt x="1289" y="1349"/>
                    <a:pt x="1298" y="1332"/>
                    <a:pt x="1307" y="1306"/>
                  </a:cubicBezTo>
                  <a:cubicBezTo>
                    <a:pt x="1315" y="1272"/>
                    <a:pt x="1324" y="1238"/>
                    <a:pt x="1315" y="1203"/>
                  </a:cubicBezTo>
                  <a:cubicBezTo>
                    <a:pt x="1315" y="1177"/>
                    <a:pt x="1307" y="1152"/>
                    <a:pt x="1307" y="1134"/>
                  </a:cubicBezTo>
                  <a:cubicBezTo>
                    <a:pt x="1307" y="1117"/>
                    <a:pt x="1307" y="1109"/>
                    <a:pt x="1307" y="1091"/>
                  </a:cubicBezTo>
                  <a:cubicBezTo>
                    <a:pt x="1315" y="1066"/>
                    <a:pt x="1324" y="1031"/>
                    <a:pt x="1332" y="1006"/>
                  </a:cubicBezTo>
                  <a:cubicBezTo>
                    <a:pt x="1341" y="971"/>
                    <a:pt x="1341" y="945"/>
                    <a:pt x="1341" y="920"/>
                  </a:cubicBezTo>
                  <a:cubicBezTo>
                    <a:pt x="1341" y="885"/>
                    <a:pt x="1324" y="860"/>
                    <a:pt x="1324" y="825"/>
                  </a:cubicBezTo>
                  <a:cubicBezTo>
                    <a:pt x="1315" y="791"/>
                    <a:pt x="1332" y="748"/>
                    <a:pt x="1315" y="705"/>
                  </a:cubicBezTo>
                  <a:cubicBezTo>
                    <a:pt x="1307" y="679"/>
                    <a:pt x="1289" y="653"/>
                    <a:pt x="1281" y="628"/>
                  </a:cubicBezTo>
                  <a:cubicBezTo>
                    <a:pt x="1281" y="602"/>
                    <a:pt x="1281" y="585"/>
                    <a:pt x="1281" y="567"/>
                  </a:cubicBezTo>
                  <a:cubicBezTo>
                    <a:pt x="1289" y="542"/>
                    <a:pt x="1281" y="524"/>
                    <a:pt x="1289" y="507"/>
                  </a:cubicBezTo>
                  <a:cubicBezTo>
                    <a:pt x="1298" y="490"/>
                    <a:pt x="1289" y="473"/>
                    <a:pt x="1289" y="456"/>
                  </a:cubicBezTo>
                  <a:cubicBezTo>
                    <a:pt x="1298" y="439"/>
                    <a:pt x="1307" y="421"/>
                    <a:pt x="1307" y="396"/>
                  </a:cubicBezTo>
                  <a:cubicBezTo>
                    <a:pt x="1307" y="378"/>
                    <a:pt x="1298" y="361"/>
                    <a:pt x="1298" y="335"/>
                  </a:cubicBezTo>
                  <a:lnTo>
                    <a:pt x="1289" y="318"/>
                  </a:lnTo>
                  <a:lnTo>
                    <a:pt x="1272" y="301"/>
                  </a:lnTo>
                  <a:cubicBezTo>
                    <a:pt x="1264" y="292"/>
                    <a:pt x="1264" y="267"/>
                    <a:pt x="1255" y="241"/>
                  </a:cubicBezTo>
                  <a:cubicBezTo>
                    <a:pt x="1246" y="215"/>
                    <a:pt x="1238" y="198"/>
                    <a:pt x="1221" y="172"/>
                  </a:cubicBezTo>
                  <a:cubicBezTo>
                    <a:pt x="1212" y="155"/>
                    <a:pt x="1195" y="129"/>
                    <a:pt x="1178" y="121"/>
                  </a:cubicBezTo>
                  <a:lnTo>
                    <a:pt x="1152" y="103"/>
                  </a:lnTo>
                  <a:cubicBezTo>
                    <a:pt x="1135" y="86"/>
                    <a:pt x="1126" y="78"/>
                    <a:pt x="1118" y="69"/>
                  </a:cubicBezTo>
                  <a:cubicBezTo>
                    <a:pt x="1092" y="61"/>
                    <a:pt x="1075" y="52"/>
                    <a:pt x="1049" y="43"/>
                  </a:cubicBezTo>
                  <a:cubicBezTo>
                    <a:pt x="1032" y="43"/>
                    <a:pt x="1023" y="35"/>
                    <a:pt x="1006" y="35"/>
                  </a:cubicBezTo>
                  <a:lnTo>
                    <a:pt x="972" y="35"/>
                  </a:lnTo>
                  <a:cubicBezTo>
                    <a:pt x="954" y="26"/>
                    <a:pt x="929" y="26"/>
                    <a:pt x="929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1" name="Google Shape;16241;p54">
              <a:extLst>
                <a:ext uri="{FF2B5EF4-FFF2-40B4-BE49-F238E27FC236}">
                  <a16:creationId xmlns:a16="http://schemas.microsoft.com/office/drawing/2014/main" id="{C4A10BF2-AFB4-5668-2309-029861F7AC55}"/>
                </a:ext>
              </a:extLst>
            </p:cNvPr>
            <p:cNvSpPr/>
            <p:nvPr/>
          </p:nvSpPr>
          <p:spPr>
            <a:xfrm>
              <a:off x="5189125" y="1265875"/>
              <a:ext cx="36525" cy="50225"/>
            </a:xfrm>
            <a:custGeom>
              <a:avLst/>
              <a:gdLst/>
              <a:ahLst/>
              <a:cxnLst/>
              <a:rect l="l" t="t" r="r" b="b"/>
              <a:pathLst>
                <a:path w="1461" h="2009" extrusionOk="0">
                  <a:moveTo>
                    <a:pt x="960" y="0"/>
                  </a:moveTo>
                  <a:cubicBezTo>
                    <a:pt x="935" y="0"/>
                    <a:pt x="929" y="94"/>
                    <a:pt x="937" y="101"/>
                  </a:cubicBezTo>
                  <a:lnTo>
                    <a:pt x="963" y="135"/>
                  </a:lnTo>
                  <a:cubicBezTo>
                    <a:pt x="980" y="161"/>
                    <a:pt x="1006" y="178"/>
                    <a:pt x="1031" y="204"/>
                  </a:cubicBezTo>
                  <a:cubicBezTo>
                    <a:pt x="1066" y="230"/>
                    <a:pt x="1092" y="273"/>
                    <a:pt x="1117" y="299"/>
                  </a:cubicBezTo>
                  <a:cubicBezTo>
                    <a:pt x="1143" y="324"/>
                    <a:pt x="1152" y="324"/>
                    <a:pt x="1160" y="359"/>
                  </a:cubicBezTo>
                  <a:cubicBezTo>
                    <a:pt x="1169" y="376"/>
                    <a:pt x="1177" y="393"/>
                    <a:pt x="1177" y="419"/>
                  </a:cubicBezTo>
                  <a:cubicBezTo>
                    <a:pt x="1177" y="436"/>
                    <a:pt x="1177" y="436"/>
                    <a:pt x="1177" y="453"/>
                  </a:cubicBezTo>
                  <a:cubicBezTo>
                    <a:pt x="1195" y="505"/>
                    <a:pt x="1212" y="556"/>
                    <a:pt x="1212" y="608"/>
                  </a:cubicBezTo>
                  <a:cubicBezTo>
                    <a:pt x="1220" y="677"/>
                    <a:pt x="1220" y="754"/>
                    <a:pt x="1220" y="831"/>
                  </a:cubicBezTo>
                  <a:cubicBezTo>
                    <a:pt x="1229" y="874"/>
                    <a:pt x="1212" y="917"/>
                    <a:pt x="1203" y="969"/>
                  </a:cubicBezTo>
                  <a:cubicBezTo>
                    <a:pt x="1195" y="995"/>
                    <a:pt x="1177" y="1020"/>
                    <a:pt x="1160" y="1046"/>
                  </a:cubicBezTo>
                  <a:cubicBezTo>
                    <a:pt x="1134" y="1089"/>
                    <a:pt x="1143" y="1132"/>
                    <a:pt x="1117" y="1175"/>
                  </a:cubicBezTo>
                  <a:cubicBezTo>
                    <a:pt x="1092" y="1209"/>
                    <a:pt x="1040" y="1252"/>
                    <a:pt x="997" y="1278"/>
                  </a:cubicBezTo>
                  <a:lnTo>
                    <a:pt x="945" y="1287"/>
                  </a:lnTo>
                  <a:lnTo>
                    <a:pt x="945" y="1330"/>
                  </a:lnTo>
                  <a:cubicBezTo>
                    <a:pt x="937" y="1381"/>
                    <a:pt x="902" y="1424"/>
                    <a:pt x="877" y="1458"/>
                  </a:cubicBezTo>
                  <a:cubicBezTo>
                    <a:pt x="868" y="1476"/>
                    <a:pt x="860" y="1501"/>
                    <a:pt x="851" y="1519"/>
                  </a:cubicBezTo>
                  <a:cubicBezTo>
                    <a:pt x="834" y="1536"/>
                    <a:pt x="834" y="1570"/>
                    <a:pt x="817" y="1587"/>
                  </a:cubicBezTo>
                  <a:cubicBezTo>
                    <a:pt x="799" y="1613"/>
                    <a:pt x="765" y="1622"/>
                    <a:pt x="731" y="1630"/>
                  </a:cubicBezTo>
                  <a:cubicBezTo>
                    <a:pt x="705" y="1630"/>
                    <a:pt x="671" y="1639"/>
                    <a:pt x="653" y="1665"/>
                  </a:cubicBezTo>
                  <a:cubicBezTo>
                    <a:pt x="645" y="1682"/>
                    <a:pt x="636" y="1699"/>
                    <a:pt x="636" y="1725"/>
                  </a:cubicBezTo>
                  <a:cubicBezTo>
                    <a:pt x="628" y="1733"/>
                    <a:pt x="619" y="1751"/>
                    <a:pt x="610" y="1759"/>
                  </a:cubicBezTo>
                  <a:cubicBezTo>
                    <a:pt x="593" y="1785"/>
                    <a:pt x="593" y="1794"/>
                    <a:pt x="559" y="1802"/>
                  </a:cubicBezTo>
                  <a:cubicBezTo>
                    <a:pt x="533" y="1811"/>
                    <a:pt x="499" y="1819"/>
                    <a:pt x="473" y="1828"/>
                  </a:cubicBezTo>
                  <a:cubicBezTo>
                    <a:pt x="421" y="1837"/>
                    <a:pt x="378" y="1854"/>
                    <a:pt x="327" y="1854"/>
                  </a:cubicBezTo>
                  <a:cubicBezTo>
                    <a:pt x="293" y="1862"/>
                    <a:pt x="258" y="1871"/>
                    <a:pt x="232" y="1879"/>
                  </a:cubicBezTo>
                  <a:cubicBezTo>
                    <a:pt x="208" y="1886"/>
                    <a:pt x="192" y="1892"/>
                    <a:pt x="173" y="1892"/>
                  </a:cubicBezTo>
                  <a:cubicBezTo>
                    <a:pt x="165" y="1892"/>
                    <a:pt x="157" y="1891"/>
                    <a:pt x="146" y="1888"/>
                  </a:cubicBezTo>
                  <a:cubicBezTo>
                    <a:pt x="129" y="1888"/>
                    <a:pt x="112" y="1879"/>
                    <a:pt x="86" y="1871"/>
                  </a:cubicBezTo>
                  <a:lnTo>
                    <a:pt x="43" y="1871"/>
                  </a:lnTo>
                  <a:cubicBezTo>
                    <a:pt x="0" y="1871"/>
                    <a:pt x="0" y="1897"/>
                    <a:pt x="9" y="1914"/>
                  </a:cubicBezTo>
                  <a:cubicBezTo>
                    <a:pt x="18" y="1922"/>
                    <a:pt x="35" y="1940"/>
                    <a:pt x="52" y="1948"/>
                  </a:cubicBezTo>
                  <a:lnTo>
                    <a:pt x="86" y="1957"/>
                  </a:lnTo>
                  <a:lnTo>
                    <a:pt x="103" y="1965"/>
                  </a:lnTo>
                  <a:lnTo>
                    <a:pt x="129" y="1974"/>
                  </a:lnTo>
                  <a:lnTo>
                    <a:pt x="164" y="1991"/>
                  </a:lnTo>
                  <a:cubicBezTo>
                    <a:pt x="172" y="1995"/>
                    <a:pt x="181" y="1995"/>
                    <a:pt x="189" y="1995"/>
                  </a:cubicBezTo>
                  <a:cubicBezTo>
                    <a:pt x="198" y="1995"/>
                    <a:pt x="207" y="1995"/>
                    <a:pt x="215" y="2000"/>
                  </a:cubicBezTo>
                  <a:cubicBezTo>
                    <a:pt x="232" y="2000"/>
                    <a:pt x="250" y="2008"/>
                    <a:pt x="258" y="2008"/>
                  </a:cubicBezTo>
                  <a:cubicBezTo>
                    <a:pt x="293" y="2008"/>
                    <a:pt x="344" y="2000"/>
                    <a:pt x="370" y="1983"/>
                  </a:cubicBezTo>
                  <a:cubicBezTo>
                    <a:pt x="378" y="1974"/>
                    <a:pt x="396" y="1957"/>
                    <a:pt x="413" y="1948"/>
                  </a:cubicBezTo>
                  <a:cubicBezTo>
                    <a:pt x="439" y="1940"/>
                    <a:pt x="482" y="1931"/>
                    <a:pt x="507" y="1931"/>
                  </a:cubicBezTo>
                  <a:cubicBezTo>
                    <a:pt x="514" y="1930"/>
                    <a:pt x="521" y="1930"/>
                    <a:pt x="527" y="1930"/>
                  </a:cubicBezTo>
                  <a:cubicBezTo>
                    <a:pt x="605" y="1930"/>
                    <a:pt x="678" y="1962"/>
                    <a:pt x="754" y="1962"/>
                  </a:cubicBezTo>
                  <a:cubicBezTo>
                    <a:pt x="780" y="1962"/>
                    <a:pt x="807" y="1959"/>
                    <a:pt x="834" y="1948"/>
                  </a:cubicBezTo>
                  <a:cubicBezTo>
                    <a:pt x="860" y="1940"/>
                    <a:pt x="868" y="1914"/>
                    <a:pt x="894" y="1897"/>
                  </a:cubicBezTo>
                  <a:cubicBezTo>
                    <a:pt x="911" y="1879"/>
                    <a:pt x="928" y="1862"/>
                    <a:pt x="937" y="1845"/>
                  </a:cubicBezTo>
                  <a:cubicBezTo>
                    <a:pt x="971" y="1794"/>
                    <a:pt x="988" y="1725"/>
                    <a:pt x="1014" y="1673"/>
                  </a:cubicBezTo>
                  <a:cubicBezTo>
                    <a:pt x="1023" y="1622"/>
                    <a:pt x="1040" y="1562"/>
                    <a:pt x="1066" y="1510"/>
                  </a:cubicBezTo>
                  <a:cubicBezTo>
                    <a:pt x="1083" y="1476"/>
                    <a:pt x="1109" y="1458"/>
                    <a:pt x="1143" y="1441"/>
                  </a:cubicBezTo>
                  <a:cubicBezTo>
                    <a:pt x="1186" y="1424"/>
                    <a:pt x="1220" y="1407"/>
                    <a:pt x="1263" y="1381"/>
                  </a:cubicBezTo>
                  <a:cubicBezTo>
                    <a:pt x="1306" y="1355"/>
                    <a:pt x="1349" y="1338"/>
                    <a:pt x="1375" y="1295"/>
                  </a:cubicBezTo>
                  <a:cubicBezTo>
                    <a:pt x="1401" y="1244"/>
                    <a:pt x="1401" y="1192"/>
                    <a:pt x="1409" y="1149"/>
                  </a:cubicBezTo>
                  <a:cubicBezTo>
                    <a:pt x="1418" y="1089"/>
                    <a:pt x="1444" y="1038"/>
                    <a:pt x="1435" y="977"/>
                  </a:cubicBezTo>
                  <a:cubicBezTo>
                    <a:pt x="1435" y="943"/>
                    <a:pt x="1427" y="909"/>
                    <a:pt x="1427" y="883"/>
                  </a:cubicBezTo>
                  <a:cubicBezTo>
                    <a:pt x="1418" y="840"/>
                    <a:pt x="1392" y="806"/>
                    <a:pt x="1401" y="763"/>
                  </a:cubicBezTo>
                  <a:cubicBezTo>
                    <a:pt x="1401" y="745"/>
                    <a:pt x="1401" y="720"/>
                    <a:pt x="1409" y="711"/>
                  </a:cubicBezTo>
                  <a:lnTo>
                    <a:pt x="1418" y="694"/>
                  </a:lnTo>
                  <a:cubicBezTo>
                    <a:pt x="1427" y="668"/>
                    <a:pt x="1435" y="642"/>
                    <a:pt x="1435" y="617"/>
                  </a:cubicBezTo>
                  <a:cubicBezTo>
                    <a:pt x="1444" y="582"/>
                    <a:pt x="1452" y="556"/>
                    <a:pt x="1461" y="522"/>
                  </a:cubicBezTo>
                  <a:cubicBezTo>
                    <a:pt x="1461" y="496"/>
                    <a:pt x="1452" y="453"/>
                    <a:pt x="1444" y="428"/>
                  </a:cubicBezTo>
                  <a:cubicBezTo>
                    <a:pt x="1435" y="402"/>
                    <a:pt x="1427" y="376"/>
                    <a:pt x="1401" y="359"/>
                  </a:cubicBezTo>
                  <a:cubicBezTo>
                    <a:pt x="1375" y="333"/>
                    <a:pt x="1341" y="316"/>
                    <a:pt x="1315" y="299"/>
                  </a:cubicBezTo>
                  <a:cubicBezTo>
                    <a:pt x="1298" y="273"/>
                    <a:pt x="1281" y="256"/>
                    <a:pt x="1255" y="239"/>
                  </a:cubicBezTo>
                  <a:cubicBezTo>
                    <a:pt x="1220" y="213"/>
                    <a:pt x="1203" y="178"/>
                    <a:pt x="1169" y="153"/>
                  </a:cubicBezTo>
                  <a:cubicBezTo>
                    <a:pt x="1134" y="135"/>
                    <a:pt x="1100" y="118"/>
                    <a:pt x="1066" y="92"/>
                  </a:cubicBezTo>
                  <a:cubicBezTo>
                    <a:pt x="1031" y="75"/>
                    <a:pt x="1006" y="32"/>
                    <a:pt x="971" y="7"/>
                  </a:cubicBezTo>
                  <a:cubicBezTo>
                    <a:pt x="967" y="2"/>
                    <a:pt x="963" y="0"/>
                    <a:pt x="96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2" name="Google Shape;16242;p54">
              <a:extLst>
                <a:ext uri="{FF2B5EF4-FFF2-40B4-BE49-F238E27FC236}">
                  <a16:creationId xmlns:a16="http://schemas.microsoft.com/office/drawing/2014/main" id="{B7BE6D4E-EE8F-52D5-7157-0133DBF5B18C}"/>
                </a:ext>
              </a:extLst>
            </p:cNvPr>
            <p:cNvSpPr/>
            <p:nvPr/>
          </p:nvSpPr>
          <p:spPr>
            <a:xfrm>
              <a:off x="5146375" y="1229300"/>
              <a:ext cx="78425" cy="79700"/>
            </a:xfrm>
            <a:custGeom>
              <a:avLst/>
              <a:gdLst/>
              <a:ahLst/>
              <a:cxnLst/>
              <a:rect l="l" t="t" r="r" b="b"/>
              <a:pathLst>
                <a:path w="3137" h="3188" extrusionOk="0">
                  <a:moveTo>
                    <a:pt x="1960" y="0"/>
                  </a:moveTo>
                  <a:cubicBezTo>
                    <a:pt x="1917" y="0"/>
                    <a:pt x="1856" y="43"/>
                    <a:pt x="1813" y="61"/>
                  </a:cubicBezTo>
                  <a:cubicBezTo>
                    <a:pt x="1753" y="78"/>
                    <a:pt x="1710" y="78"/>
                    <a:pt x="1659" y="78"/>
                  </a:cubicBezTo>
                  <a:cubicBezTo>
                    <a:pt x="1650" y="77"/>
                    <a:pt x="1641" y="76"/>
                    <a:pt x="1632" y="76"/>
                  </a:cubicBezTo>
                  <a:cubicBezTo>
                    <a:pt x="1555" y="76"/>
                    <a:pt x="1479" y="107"/>
                    <a:pt x="1410" y="138"/>
                  </a:cubicBezTo>
                  <a:cubicBezTo>
                    <a:pt x="1375" y="155"/>
                    <a:pt x="1332" y="155"/>
                    <a:pt x="1289" y="172"/>
                  </a:cubicBezTo>
                  <a:cubicBezTo>
                    <a:pt x="1229" y="189"/>
                    <a:pt x="1212" y="215"/>
                    <a:pt x="1169" y="250"/>
                  </a:cubicBezTo>
                  <a:cubicBezTo>
                    <a:pt x="1109" y="301"/>
                    <a:pt x="1057" y="353"/>
                    <a:pt x="997" y="413"/>
                  </a:cubicBezTo>
                  <a:cubicBezTo>
                    <a:pt x="946" y="464"/>
                    <a:pt x="894" y="533"/>
                    <a:pt x="808" y="533"/>
                  </a:cubicBezTo>
                  <a:cubicBezTo>
                    <a:pt x="748" y="533"/>
                    <a:pt x="645" y="602"/>
                    <a:pt x="636" y="671"/>
                  </a:cubicBezTo>
                  <a:cubicBezTo>
                    <a:pt x="611" y="765"/>
                    <a:pt x="645" y="782"/>
                    <a:pt x="559" y="868"/>
                  </a:cubicBezTo>
                  <a:cubicBezTo>
                    <a:pt x="533" y="903"/>
                    <a:pt x="508" y="937"/>
                    <a:pt x="473" y="954"/>
                  </a:cubicBezTo>
                  <a:cubicBezTo>
                    <a:pt x="447" y="971"/>
                    <a:pt x="439" y="1057"/>
                    <a:pt x="413" y="1066"/>
                  </a:cubicBezTo>
                  <a:cubicBezTo>
                    <a:pt x="396" y="1083"/>
                    <a:pt x="387" y="1100"/>
                    <a:pt x="370" y="1109"/>
                  </a:cubicBezTo>
                  <a:lnTo>
                    <a:pt x="344" y="1109"/>
                  </a:lnTo>
                  <a:lnTo>
                    <a:pt x="319" y="1152"/>
                  </a:lnTo>
                  <a:cubicBezTo>
                    <a:pt x="293" y="1169"/>
                    <a:pt x="267" y="1177"/>
                    <a:pt x="241" y="1186"/>
                  </a:cubicBezTo>
                  <a:cubicBezTo>
                    <a:pt x="173" y="1238"/>
                    <a:pt x="147" y="1306"/>
                    <a:pt x="121" y="1392"/>
                  </a:cubicBezTo>
                  <a:cubicBezTo>
                    <a:pt x="104" y="1427"/>
                    <a:pt x="78" y="1444"/>
                    <a:pt x="78" y="1487"/>
                  </a:cubicBezTo>
                  <a:cubicBezTo>
                    <a:pt x="69" y="1547"/>
                    <a:pt x="78" y="1590"/>
                    <a:pt x="87" y="1641"/>
                  </a:cubicBezTo>
                  <a:cubicBezTo>
                    <a:pt x="104" y="1744"/>
                    <a:pt x="26" y="1805"/>
                    <a:pt x="18" y="1899"/>
                  </a:cubicBezTo>
                  <a:cubicBezTo>
                    <a:pt x="18" y="1942"/>
                    <a:pt x="44" y="1968"/>
                    <a:pt x="52" y="2002"/>
                  </a:cubicBezTo>
                  <a:cubicBezTo>
                    <a:pt x="61" y="2037"/>
                    <a:pt x="52" y="2097"/>
                    <a:pt x="44" y="2131"/>
                  </a:cubicBezTo>
                  <a:cubicBezTo>
                    <a:pt x="35" y="2174"/>
                    <a:pt x="9" y="2226"/>
                    <a:pt x="1" y="2286"/>
                  </a:cubicBezTo>
                  <a:cubicBezTo>
                    <a:pt x="1" y="2320"/>
                    <a:pt x="9" y="2354"/>
                    <a:pt x="9" y="2397"/>
                  </a:cubicBezTo>
                  <a:cubicBezTo>
                    <a:pt x="26" y="2458"/>
                    <a:pt x="52" y="2501"/>
                    <a:pt x="78" y="2552"/>
                  </a:cubicBezTo>
                  <a:cubicBezTo>
                    <a:pt x="104" y="2612"/>
                    <a:pt x="69" y="2647"/>
                    <a:pt x="61" y="2707"/>
                  </a:cubicBezTo>
                  <a:cubicBezTo>
                    <a:pt x="52" y="2767"/>
                    <a:pt x="61" y="2836"/>
                    <a:pt x="69" y="2887"/>
                  </a:cubicBezTo>
                  <a:cubicBezTo>
                    <a:pt x="95" y="2982"/>
                    <a:pt x="138" y="3076"/>
                    <a:pt x="215" y="3136"/>
                  </a:cubicBezTo>
                  <a:cubicBezTo>
                    <a:pt x="233" y="3153"/>
                    <a:pt x="250" y="3171"/>
                    <a:pt x="267" y="3188"/>
                  </a:cubicBezTo>
                  <a:cubicBezTo>
                    <a:pt x="258" y="3171"/>
                    <a:pt x="258" y="3162"/>
                    <a:pt x="250" y="3145"/>
                  </a:cubicBezTo>
                  <a:cubicBezTo>
                    <a:pt x="241" y="3110"/>
                    <a:pt x="224" y="3076"/>
                    <a:pt x="215" y="3042"/>
                  </a:cubicBezTo>
                  <a:cubicBezTo>
                    <a:pt x="207" y="3016"/>
                    <a:pt x="207" y="2990"/>
                    <a:pt x="198" y="2964"/>
                  </a:cubicBezTo>
                  <a:cubicBezTo>
                    <a:pt x="198" y="2956"/>
                    <a:pt x="181" y="2939"/>
                    <a:pt x="181" y="2921"/>
                  </a:cubicBezTo>
                  <a:lnTo>
                    <a:pt x="198" y="2879"/>
                  </a:lnTo>
                  <a:cubicBezTo>
                    <a:pt x="250" y="2732"/>
                    <a:pt x="181" y="2586"/>
                    <a:pt x="181" y="2440"/>
                  </a:cubicBezTo>
                  <a:cubicBezTo>
                    <a:pt x="181" y="2354"/>
                    <a:pt x="198" y="2277"/>
                    <a:pt x="207" y="2200"/>
                  </a:cubicBezTo>
                  <a:cubicBezTo>
                    <a:pt x="207" y="2183"/>
                    <a:pt x="207" y="2157"/>
                    <a:pt x="207" y="2148"/>
                  </a:cubicBezTo>
                  <a:cubicBezTo>
                    <a:pt x="207" y="2140"/>
                    <a:pt x="215" y="2140"/>
                    <a:pt x="215" y="2122"/>
                  </a:cubicBezTo>
                  <a:lnTo>
                    <a:pt x="198" y="2114"/>
                  </a:lnTo>
                  <a:cubicBezTo>
                    <a:pt x="181" y="2071"/>
                    <a:pt x="181" y="2019"/>
                    <a:pt x="181" y="1976"/>
                  </a:cubicBezTo>
                  <a:cubicBezTo>
                    <a:pt x="164" y="1891"/>
                    <a:pt x="173" y="1796"/>
                    <a:pt x="233" y="1727"/>
                  </a:cubicBezTo>
                  <a:cubicBezTo>
                    <a:pt x="241" y="1710"/>
                    <a:pt x="250" y="1702"/>
                    <a:pt x="258" y="1684"/>
                  </a:cubicBezTo>
                  <a:cubicBezTo>
                    <a:pt x="258" y="1659"/>
                    <a:pt x="250" y="1641"/>
                    <a:pt x="250" y="1616"/>
                  </a:cubicBezTo>
                  <a:cubicBezTo>
                    <a:pt x="250" y="1598"/>
                    <a:pt x="250" y="1573"/>
                    <a:pt x="250" y="1547"/>
                  </a:cubicBezTo>
                  <a:cubicBezTo>
                    <a:pt x="258" y="1521"/>
                    <a:pt x="293" y="1495"/>
                    <a:pt x="301" y="1470"/>
                  </a:cubicBezTo>
                  <a:cubicBezTo>
                    <a:pt x="344" y="1418"/>
                    <a:pt x="405" y="1392"/>
                    <a:pt x="456" y="1349"/>
                  </a:cubicBezTo>
                  <a:cubicBezTo>
                    <a:pt x="465" y="1332"/>
                    <a:pt x="473" y="1323"/>
                    <a:pt x="482" y="1306"/>
                  </a:cubicBezTo>
                  <a:cubicBezTo>
                    <a:pt x="499" y="1289"/>
                    <a:pt x="490" y="1281"/>
                    <a:pt x="499" y="1255"/>
                  </a:cubicBezTo>
                  <a:cubicBezTo>
                    <a:pt x="499" y="1220"/>
                    <a:pt x="533" y="1195"/>
                    <a:pt x="559" y="1169"/>
                  </a:cubicBezTo>
                  <a:cubicBezTo>
                    <a:pt x="602" y="1134"/>
                    <a:pt x="636" y="1126"/>
                    <a:pt x="688" y="1126"/>
                  </a:cubicBezTo>
                  <a:cubicBezTo>
                    <a:pt x="697" y="1057"/>
                    <a:pt x="731" y="988"/>
                    <a:pt x="765" y="928"/>
                  </a:cubicBezTo>
                  <a:cubicBezTo>
                    <a:pt x="791" y="868"/>
                    <a:pt x="808" y="808"/>
                    <a:pt x="817" y="739"/>
                  </a:cubicBezTo>
                  <a:cubicBezTo>
                    <a:pt x="817" y="713"/>
                    <a:pt x="808" y="688"/>
                    <a:pt x="825" y="662"/>
                  </a:cubicBezTo>
                  <a:lnTo>
                    <a:pt x="825" y="645"/>
                  </a:lnTo>
                  <a:cubicBezTo>
                    <a:pt x="843" y="636"/>
                    <a:pt x="860" y="628"/>
                    <a:pt x="877" y="628"/>
                  </a:cubicBezTo>
                  <a:cubicBezTo>
                    <a:pt x="894" y="619"/>
                    <a:pt x="911" y="610"/>
                    <a:pt x="929" y="602"/>
                  </a:cubicBezTo>
                  <a:cubicBezTo>
                    <a:pt x="940" y="602"/>
                    <a:pt x="955" y="606"/>
                    <a:pt x="969" y="606"/>
                  </a:cubicBezTo>
                  <a:cubicBezTo>
                    <a:pt x="976" y="606"/>
                    <a:pt x="983" y="605"/>
                    <a:pt x="989" y="602"/>
                  </a:cubicBezTo>
                  <a:cubicBezTo>
                    <a:pt x="1006" y="593"/>
                    <a:pt x="1014" y="585"/>
                    <a:pt x="1023" y="576"/>
                  </a:cubicBezTo>
                  <a:cubicBezTo>
                    <a:pt x="1049" y="550"/>
                    <a:pt x="1075" y="542"/>
                    <a:pt x="1092" y="516"/>
                  </a:cubicBezTo>
                  <a:cubicBezTo>
                    <a:pt x="1118" y="490"/>
                    <a:pt x="1143" y="456"/>
                    <a:pt x="1161" y="430"/>
                  </a:cubicBezTo>
                  <a:cubicBezTo>
                    <a:pt x="1169" y="404"/>
                    <a:pt x="1178" y="387"/>
                    <a:pt x="1195" y="378"/>
                  </a:cubicBezTo>
                  <a:cubicBezTo>
                    <a:pt x="1212" y="361"/>
                    <a:pt x="1246" y="353"/>
                    <a:pt x="1272" y="353"/>
                  </a:cubicBezTo>
                  <a:cubicBezTo>
                    <a:pt x="1307" y="344"/>
                    <a:pt x="1332" y="335"/>
                    <a:pt x="1367" y="327"/>
                  </a:cubicBezTo>
                  <a:cubicBezTo>
                    <a:pt x="1410" y="310"/>
                    <a:pt x="1470" y="310"/>
                    <a:pt x="1496" y="267"/>
                  </a:cubicBezTo>
                  <a:cubicBezTo>
                    <a:pt x="1503" y="263"/>
                    <a:pt x="1516" y="261"/>
                    <a:pt x="1538" y="261"/>
                  </a:cubicBezTo>
                  <a:cubicBezTo>
                    <a:pt x="1570" y="261"/>
                    <a:pt x="1621" y="265"/>
                    <a:pt x="1702" y="275"/>
                  </a:cubicBezTo>
                  <a:cubicBezTo>
                    <a:pt x="1736" y="275"/>
                    <a:pt x="1994" y="301"/>
                    <a:pt x="2028" y="301"/>
                  </a:cubicBezTo>
                  <a:lnTo>
                    <a:pt x="2071" y="301"/>
                  </a:lnTo>
                  <a:cubicBezTo>
                    <a:pt x="2088" y="301"/>
                    <a:pt x="2106" y="293"/>
                    <a:pt x="2114" y="293"/>
                  </a:cubicBezTo>
                  <a:cubicBezTo>
                    <a:pt x="2131" y="301"/>
                    <a:pt x="2140" y="310"/>
                    <a:pt x="2149" y="318"/>
                  </a:cubicBezTo>
                  <a:cubicBezTo>
                    <a:pt x="2174" y="344"/>
                    <a:pt x="2200" y="378"/>
                    <a:pt x="2234" y="387"/>
                  </a:cubicBezTo>
                  <a:cubicBezTo>
                    <a:pt x="2277" y="404"/>
                    <a:pt x="2329" y="421"/>
                    <a:pt x="2372" y="421"/>
                  </a:cubicBezTo>
                  <a:cubicBezTo>
                    <a:pt x="2406" y="421"/>
                    <a:pt x="2441" y="396"/>
                    <a:pt x="2466" y="378"/>
                  </a:cubicBezTo>
                  <a:cubicBezTo>
                    <a:pt x="2484" y="370"/>
                    <a:pt x="2501" y="353"/>
                    <a:pt x="2518" y="353"/>
                  </a:cubicBezTo>
                  <a:lnTo>
                    <a:pt x="2544" y="370"/>
                  </a:lnTo>
                  <a:cubicBezTo>
                    <a:pt x="2561" y="387"/>
                    <a:pt x="2570" y="387"/>
                    <a:pt x="2587" y="396"/>
                  </a:cubicBezTo>
                  <a:cubicBezTo>
                    <a:pt x="2621" y="413"/>
                    <a:pt x="2655" y="430"/>
                    <a:pt x="2690" y="439"/>
                  </a:cubicBezTo>
                  <a:cubicBezTo>
                    <a:pt x="2724" y="447"/>
                    <a:pt x="2767" y="447"/>
                    <a:pt x="2793" y="464"/>
                  </a:cubicBezTo>
                  <a:lnTo>
                    <a:pt x="2819" y="490"/>
                  </a:lnTo>
                  <a:cubicBezTo>
                    <a:pt x="2836" y="499"/>
                    <a:pt x="2853" y="499"/>
                    <a:pt x="2870" y="507"/>
                  </a:cubicBezTo>
                  <a:cubicBezTo>
                    <a:pt x="2896" y="516"/>
                    <a:pt x="2913" y="524"/>
                    <a:pt x="2930" y="542"/>
                  </a:cubicBezTo>
                  <a:cubicBezTo>
                    <a:pt x="2956" y="550"/>
                    <a:pt x="2991" y="559"/>
                    <a:pt x="3008" y="567"/>
                  </a:cubicBezTo>
                  <a:cubicBezTo>
                    <a:pt x="3042" y="585"/>
                    <a:pt x="3068" y="610"/>
                    <a:pt x="3085" y="636"/>
                  </a:cubicBezTo>
                  <a:cubicBezTo>
                    <a:pt x="3102" y="653"/>
                    <a:pt x="3119" y="662"/>
                    <a:pt x="3137" y="679"/>
                  </a:cubicBezTo>
                  <a:cubicBezTo>
                    <a:pt x="3137" y="653"/>
                    <a:pt x="3137" y="628"/>
                    <a:pt x="3119" y="602"/>
                  </a:cubicBezTo>
                  <a:cubicBezTo>
                    <a:pt x="3094" y="567"/>
                    <a:pt x="3059" y="542"/>
                    <a:pt x="3033" y="499"/>
                  </a:cubicBezTo>
                  <a:cubicBezTo>
                    <a:pt x="3016" y="447"/>
                    <a:pt x="2991" y="421"/>
                    <a:pt x="2948" y="387"/>
                  </a:cubicBezTo>
                  <a:cubicBezTo>
                    <a:pt x="2862" y="335"/>
                    <a:pt x="2784" y="284"/>
                    <a:pt x="2698" y="232"/>
                  </a:cubicBezTo>
                  <a:cubicBezTo>
                    <a:pt x="2655" y="207"/>
                    <a:pt x="2621" y="215"/>
                    <a:pt x="2578" y="198"/>
                  </a:cubicBezTo>
                  <a:cubicBezTo>
                    <a:pt x="2544" y="189"/>
                    <a:pt x="2484" y="146"/>
                    <a:pt x="2466" y="146"/>
                  </a:cubicBezTo>
                  <a:cubicBezTo>
                    <a:pt x="2453" y="151"/>
                    <a:pt x="2440" y="153"/>
                    <a:pt x="2428" y="153"/>
                  </a:cubicBezTo>
                  <a:cubicBezTo>
                    <a:pt x="2393" y="153"/>
                    <a:pt x="2363" y="135"/>
                    <a:pt x="2338" y="104"/>
                  </a:cubicBezTo>
                  <a:cubicBezTo>
                    <a:pt x="2303" y="78"/>
                    <a:pt x="2286" y="52"/>
                    <a:pt x="2243" y="35"/>
                  </a:cubicBezTo>
                  <a:cubicBezTo>
                    <a:pt x="2229" y="32"/>
                    <a:pt x="2213" y="31"/>
                    <a:pt x="2196" y="31"/>
                  </a:cubicBezTo>
                  <a:cubicBezTo>
                    <a:pt x="2162" y="31"/>
                    <a:pt x="2126" y="35"/>
                    <a:pt x="2097" y="35"/>
                  </a:cubicBezTo>
                  <a:cubicBezTo>
                    <a:pt x="2071" y="26"/>
                    <a:pt x="2054" y="26"/>
                    <a:pt x="2028" y="26"/>
                  </a:cubicBezTo>
                  <a:lnTo>
                    <a:pt x="1994" y="2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3" name="Google Shape;16243;p54">
              <a:extLst>
                <a:ext uri="{FF2B5EF4-FFF2-40B4-BE49-F238E27FC236}">
                  <a16:creationId xmlns:a16="http://schemas.microsoft.com/office/drawing/2014/main" id="{0203D7B4-FAC2-BA21-CEB0-574A30689A93}"/>
                </a:ext>
              </a:extLst>
            </p:cNvPr>
            <p:cNvSpPr/>
            <p:nvPr/>
          </p:nvSpPr>
          <p:spPr>
            <a:xfrm>
              <a:off x="5169575" y="1242175"/>
              <a:ext cx="56300" cy="26450"/>
            </a:xfrm>
            <a:custGeom>
              <a:avLst/>
              <a:gdLst/>
              <a:ahLst/>
              <a:cxnLst/>
              <a:rect l="l" t="t" r="r" b="b"/>
              <a:pathLst>
                <a:path w="2252" h="1058" extrusionOk="0">
                  <a:moveTo>
                    <a:pt x="66" y="502"/>
                  </a:moveTo>
                  <a:cubicBezTo>
                    <a:pt x="56" y="513"/>
                    <a:pt x="49" y="526"/>
                    <a:pt x="45" y="539"/>
                  </a:cubicBezTo>
                  <a:lnTo>
                    <a:pt x="45" y="539"/>
                  </a:lnTo>
                  <a:cubicBezTo>
                    <a:pt x="52" y="528"/>
                    <a:pt x="58" y="516"/>
                    <a:pt x="66" y="502"/>
                  </a:cubicBezTo>
                  <a:close/>
                  <a:moveTo>
                    <a:pt x="45" y="539"/>
                  </a:moveTo>
                  <a:cubicBezTo>
                    <a:pt x="42" y="543"/>
                    <a:pt x="38" y="547"/>
                    <a:pt x="35" y="551"/>
                  </a:cubicBezTo>
                  <a:cubicBezTo>
                    <a:pt x="35" y="551"/>
                    <a:pt x="35" y="551"/>
                    <a:pt x="35" y="551"/>
                  </a:cubicBezTo>
                  <a:lnTo>
                    <a:pt x="35" y="551"/>
                  </a:lnTo>
                  <a:cubicBezTo>
                    <a:pt x="38" y="548"/>
                    <a:pt x="41" y="545"/>
                    <a:pt x="44" y="542"/>
                  </a:cubicBezTo>
                  <a:cubicBezTo>
                    <a:pt x="44" y="541"/>
                    <a:pt x="44" y="540"/>
                    <a:pt x="45" y="539"/>
                  </a:cubicBezTo>
                  <a:close/>
                  <a:moveTo>
                    <a:pt x="35" y="551"/>
                  </a:moveTo>
                  <a:lnTo>
                    <a:pt x="35" y="551"/>
                  </a:lnTo>
                  <a:cubicBezTo>
                    <a:pt x="19" y="568"/>
                    <a:pt x="1" y="589"/>
                    <a:pt x="1" y="611"/>
                  </a:cubicBezTo>
                  <a:cubicBezTo>
                    <a:pt x="1" y="594"/>
                    <a:pt x="26" y="568"/>
                    <a:pt x="35" y="551"/>
                  </a:cubicBezTo>
                  <a:close/>
                  <a:moveTo>
                    <a:pt x="1066" y="1"/>
                  </a:moveTo>
                  <a:cubicBezTo>
                    <a:pt x="1040" y="1"/>
                    <a:pt x="1014" y="9"/>
                    <a:pt x="997" y="9"/>
                  </a:cubicBezTo>
                  <a:cubicBezTo>
                    <a:pt x="980" y="14"/>
                    <a:pt x="965" y="14"/>
                    <a:pt x="951" y="14"/>
                  </a:cubicBezTo>
                  <a:cubicBezTo>
                    <a:pt x="937" y="14"/>
                    <a:pt x="924" y="14"/>
                    <a:pt x="911" y="18"/>
                  </a:cubicBezTo>
                  <a:cubicBezTo>
                    <a:pt x="894" y="18"/>
                    <a:pt x="868" y="18"/>
                    <a:pt x="860" y="27"/>
                  </a:cubicBezTo>
                  <a:cubicBezTo>
                    <a:pt x="825" y="44"/>
                    <a:pt x="817" y="61"/>
                    <a:pt x="782" y="70"/>
                  </a:cubicBezTo>
                  <a:cubicBezTo>
                    <a:pt x="714" y="87"/>
                    <a:pt x="654" y="95"/>
                    <a:pt x="585" y="104"/>
                  </a:cubicBezTo>
                  <a:cubicBezTo>
                    <a:pt x="559" y="104"/>
                    <a:pt x="525" y="121"/>
                    <a:pt x="499" y="138"/>
                  </a:cubicBezTo>
                  <a:cubicBezTo>
                    <a:pt x="482" y="147"/>
                    <a:pt x="490" y="164"/>
                    <a:pt x="482" y="173"/>
                  </a:cubicBezTo>
                  <a:cubicBezTo>
                    <a:pt x="473" y="216"/>
                    <a:pt x="430" y="233"/>
                    <a:pt x="396" y="259"/>
                  </a:cubicBezTo>
                  <a:cubicBezTo>
                    <a:pt x="353" y="284"/>
                    <a:pt x="310" y="319"/>
                    <a:pt x="258" y="345"/>
                  </a:cubicBezTo>
                  <a:cubicBezTo>
                    <a:pt x="190" y="370"/>
                    <a:pt x="112" y="422"/>
                    <a:pt x="78" y="482"/>
                  </a:cubicBezTo>
                  <a:cubicBezTo>
                    <a:pt x="73" y="489"/>
                    <a:pt x="70" y="495"/>
                    <a:pt x="66" y="502"/>
                  </a:cubicBezTo>
                  <a:lnTo>
                    <a:pt x="66" y="502"/>
                  </a:lnTo>
                  <a:cubicBezTo>
                    <a:pt x="74" y="493"/>
                    <a:pt x="84" y="486"/>
                    <a:pt x="95" y="482"/>
                  </a:cubicBezTo>
                  <a:cubicBezTo>
                    <a:pt x="104" y="473"/>
                    <a:pt x="121" y="465"/>
                    <a:pt x="138" y="456"/>
                  </a:cubicBezTo>
                  <a:cubicBezTo>
                    <a:pt x="172" y="448"/>
                    <a:pt x="207" y="448"/>
                    <a:pt x="233" y="439"/>
                  </a:cubicBezTo>
                  <a:cubicBezTo>
                    <a:pt x="276" y="422"/>
                    <a:pt x="310" y="405"/>
                    <a:pt x="336" y="388"/>
                  </a:cubicBezTo>
                  <a:cubicBezTo>
                    <a:pt x="344" y="379"/>
                    <a:pt x="355" y="377"/>
                    <a:pt x="366" y="377"/>
                  </a:cubicBezTo>
                  <a:cubicBezTo>
                    <a:pt x="376" y="377"/>
                    <a:pt x="387" y="379"/>
                    <a:pt x="396" y="379"/>
                  </a:cubicBezTo>
                  <a:cubicBezTo>
                    <a:pt x="422" y="379"/>
                    <a:pt x="439" y="379"/>
                    <a:pt x="465" y="370"/>
                  </a:cubicBezTo>
                  <a:cubicBezTo>
                    <a:pt x="482" y="362"/>
                    <a:pt x="507" y="362"/>
                    <a:pt x="525" y="353"/>
                  </a:cubicBezTo>
                  <a:cubicBezTo>
                    <a:pt x="533" y="345"/>
                    <a:pt x="542" y="336"/>
                    <a:pt x="559" y="336"/>
                  </a:cubicBezTo>
                  <a:lnTo>
                    <a:pt x="593" y="336"/>
                  </a:lnTo>
                  <a:cubicBezTo>
                    <a:pt x="611" y="327"/>
                    <a:pt x="619" y="319"/>
                    <a:pt x="628" y="319"/>
                  </a:cubicBezTo>
                  <a:cubicBezTo>
                    <a:pt x="645" y="310"/>
                    <a:pt x="662" y="310"/>
                    <a:pt x="679" y="302"/>
                  </a:cubicBezTo>
                  <a:lnTo>
                    <a:pt x="705" y="293"/>
                  </a:lnTo>
                  <a:cubicBezTo>
                    <a:pt x="731" y="284"/>
                    <a:pt x="757" y="284"/>
                    <a:pt x="782" y="276"/>
                  </a:cubicBezTo>
                  <a:cubicBezTo>
                    <a:pt x="800" y="267"/>
                    <a:pt x="817" y="267"/>
                    <a:pt x="834" y="267"/>
                  </a:cubicBezTo>
                  <a:cubicBezTo>
                    <a:pt x="843" y="267"/>
                    <a:pt x="860" y="259"/>
                    <a:pt x="868" y="250"/>
                  </a:cubicBezTo>
                  <a:lnTo>
                    <a:pt x="911" y="259"/>
                  </a:lnTo>
                  <a:lnTo>
                    <a:pt x="937" y="276"/>
                  </a:lnTo>
                  <a:cubicBezTo>
                    <a:pt x="963" y="293"/>
                    <a:pt x="989" y="302"/>
                    <a:pt x="1014" y="310"/>
                  </a:cubicBezTo>
                  <a:cubicBezTo>
                    <a:pt x="1032" y="310"/>
                    <a:pt x="1057" y="327"/>
                    <a:pt x="1075" y="327"/>
                  </a:cubicBezTo>
                  <a:lnTo>
                    <a:pt x="1117" y="319"/>
                  </a:lnTo>
                  <a:lnTo>
                    <a:pt x="1169" y="302"/>
                  </a:lnTo>
                  <a:lnTo>
                    <a:pt x="1186" y="293"/>
                  </a:lnTo>
                  <a:cubicBezTo>
                    <a:pt x="1190" y="291"/>
                    <a:pt x="1193" y="291"/>
                    <a:pt x="1197" y="291"/>
                  </a:cubicBezTo>
                  <a:cubicBezTo>
                    <a:pt x="1214" y="291"/>
                    <a:pt x="1234" y="302"/>
                    <a:pt x="1255" y="302"/>
                  </a:cubicBezTo>
                  <a:cubicBezTo>
                    <a:pt x="1315" y="310"/>
                    <a:pt x="1375" y="336"/>
                    <a:pt x="1444" y="353"/>
                  </a:cubicBezTo>
                  <a:cubicBezTo>
                    <a:pt x="1504" y="362"/>
                    <a:pt x="1573" y="396"/>
                    <a:pt x="1616" y="430"/>
                  </a:cubicBezTo>
                  <a:cubicBezTo>
                    <a:pt x="1650" y="448"/>
                    <a:pt x="1676" y="482"/>
                    <a:pt x="1710" y="499"/>
                  </a:cubicBezTo>
                  <a:cubicBezTo>
                    <a:pt x="1727" y="508"/>
                    <a:pt x="1745" y="516"/>
                    <a:pt x="1762" y="525"/>
                  </a:cubicBezTo>
                  <a:cubicBezTo>
                    <a:pt x="1796" y="534"/>
                    <a:pt x="1831" y="559"/>
                    <a:pt x="1856" y="585"/>
                  </a:cubicBezTo>
                  <a:cubicBezTo>
                    <a:pt x="1891" y="611"/>
                    <a:pt x="1908" y="637"/>
                    <a:pt x="1925" y="671"/>
                  </a:cubicBezTo>
                  <a:cubicBezTo>
                    <a:pt x="1934" y="688"/>
                    <a:pt x="1934" y="714"/>
                    <a:pt x="1942" y="723"/>
                  </a:cubicBezTo>
                  <a:cubicBezTo>
                    <a:pt x="1968" y="748"/>
                    <a:pt x="2002" y="766"/>
                    <a:pt x="2020" y="791"/>
                  </a:cubicBezTo>
                  <a:cubicBezTo>
                    <a:pt x="2045" y="808"/>
                    <a:pt x="2071" y="834"/>
                    <a:pt x="2088" y="869"/>
                  </a:cubicBezTo>
                  <a:cubicBezTo>
                    <a:pt x="2114" y="894"/>
                    <a:pt x="2123" y="937"/>
                    <a:pt x="2157" y="955"/>
                  </a:cubicBezTo>
                  <a:cubicBezTo>
                    <a:pt x="2183" y="972"/>
                    <a:pt x="2217" y="997"/>
                    <a:pt x="2234" y="1023"/>
                  </a:cubicBezTo>
                  <a:lnTo>
                    <a:pt x="2252" y="1058"/>
                  </a:lnTo>
                  <a:cubicBezTo>
                    <a:pt x="2252" y="1032"/>
                    <a:pt x="2234" y="1015"/>
                    <a:pt x="2226" y="997"/>
                  </a:cubicBezTo>
                  <a:cubicBezTo>
                    <a:pt x="2217" y="980"/>
                    <a:pt x="2209" y="972"/>
                    <a:pt x="2209" y="963"/>
                  </a:cubicBezTo>
                  <a:cubicBezTo>
                    <a:pt x="2209" y="937"/>
                    <a:pt x="2217" y="920"/>
                    <a:pt x="2209" y="903"/>
                  </a:cubicBezTo>
                  <a:cubicBezTo>
                    <a:pt x="2200" y="877"/>
                    <a:pt x="2191" y="860"/>
                    <a:pt x="2183" y="834"/>
                  </a:cubicBezTo>
                  <a:cubicBezTo>
                    <a:pt x="2174" y="817"/>
                    <a:pt x="2166" y="791"/>
                    <a:pt x="2157" y="774"/>
                  </a:cubicBezTo>
                  <a:cubicBezTo>
                    <a:pt x="2148" y="757"/>
                    <a:pt x="2140" y="731"/>
                    <a:pt x="2131" y="714"/>
                  </a:cubicBezTo>
                  <a:cubicBezTo>
                    <a:pt x="2114" y="680"/>
                    <a:pt x="2114" y="654"/>
                    <a:pt x="2097" y="619"/>
                  </a:cubicBezTo>
                  <a:cubicBezTo>
                    <a:pt x="2088" y="602"/>
                    <a:pt x="2063" y="568"/>
                    <a:pt x="2045" y="542"/>
                  </a:cubicBezTo>
                  <a:cubicBezTo>
                    <a:pt x="2037" y="534"/>
                    <a:pt x="2020" y="525"/>
                    <a:pt x="2002" y="516"/>
                  </a:cubicBezTo>
                  <a:cubicBezTo>
                    <a:pt x="1977" y="499"/>
                    <a:pt x="1959" y="473"/>
                    <a:pt x="1942" y="456"/>
                  </a:cubicBezTo>
                  <a:lnTo>
                    <a:pt x="1934" y="422"/>
                  </a:lnTo>
                  <a:cubicBezTo>
                    <a:pt x="1925" y="405"/>
                    <a:pt x="1908" y="396"/>
                    <a:pt x="1891" y="388"/>
                  </a:cubicBezTo>
                  <a:cubicBezTo>
                    <a:pt x="1874" y="370"/>
                    <a:pt x="1874" y="353"/>
                    <a:pt x="1856" y="327"/>
                  </a:cubicBezTo>
                  <a:cubicBezTo>
                    <a:pt x="1839" y="293"/>
                    <a:pt x="1822" y="250"/>
                    <a:pt x="1788" y="216"/>
                  </a:cubicBezTo>
                  <a:cubicBezTo>
                    <a:pt x="1770" y="198"/>
                    <a:pt x="1745" y="190"/>
                    <a:pt x="1727" y="181"/>
                  </a:cubicBezTo>
                  <a:cubicBezTo>
                    <a:pt x="1710" y="173"/>
                    <a:pt x="1693" y="164"/>
                    <a:pt x="1684" y="156"/>
                  </a:cubicBezTo>
                  <a:lnTo>
                    <a:pt x="1650" y="156"/>
                  </a:lnTo>
                  <a:lnTo>
                    <a:pt x="1616" y="147"/>
                  </a:lnTo>
                  <a:cubicBezTo>
                    <a:pt x="1581" y="147"/>
                    <a:pt x="1547" y="147"/>
                    <a:pt x="1521" y="138"/>
                  </a:cubicBezTo>
                  <a:cubicBezTo>
                    <a:pt x="1487" y="130"/>
                    <a:pt x="1453" y="130"/>
                    <a:pt x="1427" y="104"/>
                  </a:cubicBezTo>
                  <a:cubicBezTo>
                    <a:pt x="1410" y="87"/>
                    <a:pt x="1401" y="78"/>
                    <a:pt x="1375" y="70"/>
                  </a:cubicBezTo>
                  <a:cubicBezTo>
                    <a:pt x="1349" y="52"/>
                    <a:pt x="1324" y="35"/>
                    <a:pt x="1298" y="27"/>
                  </a:cubicBezTo>
                  <a:cubicBezTo>
                    <a:pt x="1264" y="9"/>
                    <a:pt x="1221" y="9"/>
                    <a:pt x="117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4" name="Google Shape;16244;p54">
              <a:extLst>
                <a:ext uri="{FF2B5EF4-FFF2-40B4-BE49-F238E27FC236}">
                  <a16:creationId xmlns:a16="http://schemas.microsoft.com/office/drawing/2014/main" id="{E2305188-0F18-F5B1-846B-98C4B08B6664}"/>
                </a:ext>
              </a:extLst>
            </p:cNvPr>
            <p:cNvSpPr/>
            <p:nvPr/>
          </p:nvSpPr>
          <p:spPr>
            <a:xfrm>
              <a:off x="5157250" y="1266250"/>
              <a:ext cx="45425" cy="58950"/>
            </a:xfrm>
            <a:custGeom>
              <a:avLst/>
              <a:gdLst/>
              <a:ahLst/>
              <a:cxnLst/>
              <a:rect l="l" t="t" r="r" b="b"/>
              <a:pathLst>
                <a:path w="1817" h="2358" extrusionOk="0">
                  <a:moveTo>
                    <a:pt x="390" y="0"/>
                  </a:moveTo>
                  <a:cubicBezTo>
                    <a:pt x="373" y="17"/>
                    <a:pt x="356" y="43"/>
                    <a:pt x="348" y="69"/>
                  </a:cubicBezTo>
                  <a:cubicBezTo>
                    <a:pt x="339" y="95"/>
                    <a:pt x="322" y="129"/>
                    <a:pt x="305" y="155"/>
                  </a:cubicBezTo>
                  <a:cubicBezTo>
                    <a:pt x="270" y="206"/>
                    <a:pt x="201" y="258"/>
                    <a:pt x="150" y="301"/>
                  </a:cubicBezTo>
                  <a:cubicBezTo>
                    <a:pt x="98" y="344"/>
                    <a:pt x="64" y="395"/>
                    <a:pt x="47" y="455"/>
                  </a:cubicBezTo>
                  <a:cubicBezTo>
                    <a:pt x="38" y="498"/>
                    <a:pt x="12" y="541"/>
                    <a:pt x="12" y="584"/>
                  </a:cubicBezTo>
                  <a:cubicBezTo>
                    <a:pt x="12" y="619"/>
                    <a:pt x="21" y="644"/>
                    <a:pt x="21" y="670"/>
                  </a:cubicBezTo>
                  <a:cubicBezTo>
                    <a:pt x="12" y="687"/>
                    <a:pt x="12" y="713"/>
                    <a:pt x="12" y="730"/>
                  </a:cubicBezTo>
                  <a:cubicBezTo>
                    <a:pt x="12" y="756"/>
                    <a:pt x="4" y="791"/>
                    <a:pt x="21" y="816"/>
                  </a:cubicBezTo>
                  <a:cubicBezTo>
                    <a:pt x="21" y="833"/>
                    <a:pt x="38" y="851"/>
                    <a:pt x="38" y="868"/>
                  </a:cubicBezTo>
                  <a:cubicBezTo>
                    <a:pt x="38" y="885"/>
                    <a:pt x="38" y="902"/>
                    <a:pt x="38" y="911"/>
                  </a:cubicBezTo>
                  <a:cubicBezTo>
                    <a:pt x="25" y="905"/>
                    <a:pt x="17" y="903"/>
                    <a:pt x="12" y="903"/>
                  </a:cubicBezTo>
                  <a:cubicBezTo>
                    <a:pt x="1" y="903"/>
                    <a:pt x="7" y="913"/>
                    <a:pt x="12" y="919"/>
                  </a:cubicBezTo>
                  <a:cubicBezTo>
                    <a:pt x="12" y="945"/>
                    <a:pt x="21" y="971"/>
                    <a:pt x="30" y="997"/>
                  </a:cubicBezTo>
                  <a:cubicBezTo>
                    <a:pt x="47" y="1040"/>
                    <a:pt x="55" y="1083"/>
                    <a:pt x="73" y="1134"/>
                  </a:cubicBezTo>
                  <a:cubicBezTo>
                    <a:pt x="81" y="1169"/>
                    <a:pt x="98" y="1194"/>
                    <a:pt x="116" y="1229"/>
                  </a:cubicBezTo>
                  <a:cubicBezTo>
                    <a:pt x="141" y="1272"/>
                    <a:pt x="159" y="1323"/>
                    <a:pt x="176" y="1375"/>
                  </a:cubicBezTo>
                  <a:cubicBezTo>
                    <a:pt x="184" y="1409"/>
                    <a:pt x="201" y="1435"/>
                    <a:pt x="219" y="1461"/>
                  </a:cubicBezTo>
                  <a:cubicBezTo>
                    <a:pt x="236" y="1486"/>
                    <a:pt x="262" y="1495"/>
                    <a:pt x="279" y="1521"/>
                  </a:cubicBezTo>
                  <a:cubicBezTo>
                    <a:pt x="305" y="1538"/>
                    <a:pt x="322" y="1572"/>
                    <a:pt x="348" y="1598"/>
                  </a:cubicBezTo>
                  <a:cubicBezTo>
                    <a:pt x="373" y="1632"/>
                    <a:pt x="390" y="1667"/>
                    <a:pt x="433" y="1693"/>
                  </a:cubicBezTo>
                  <a:cubicBezTo>
                    <a:pt x="468" y="1727"/>
                    <a:pt x="528" y="1761"/>
                    <a:pt x="545" y="1796"/>
                  </a:cubicBezTo>
                  <a:cubicBezTo>
                    <a:pt x="571" y="1830"/>
                    <a:pt x="588" y="1873"/>
                    <a:pt x="597" y="1907"/>
                  </a:cubicBezTo>
                  <a:cubicBezTo>
                    <a:pt x="597" y="1925"/>
                    <a:pt x="605" y="1942"/>
                    <a:pt x="614" y="1959"/>
                  </a:cubicBezTo>
                  <a:lnTo>
                    <a:pt x="631" y="2002"/>
                  </a:lnTo>
                  <a:lnTo>
                    <a:pt x="665" y="2028"/>
                  </a:lnTo>
                  <a:cubicBezTo>
                    <a:pt x="691" y="2045"/>
                    <a:pt x="708" y="2045"/>
                    <a:pt x="734" y="2062"/>
                  </a:cubicBezTo>
                  <a:cubicBezTo>
                    <a:pt x="769" y="2079"/>
                    <a:pt x="751" y="2114"/>
                    <a:pt x="777" y="2131"/>
                  </a:cubicBezTo>
                  <a:cubicBezTo>
                    <a:pt x="794" y="2139"/>
                    <a:pt x="803" y="2139"/>
                    <a:pt x="820" y="2139"/>
                  </a:cubicBezTo>
                  <a:lnTo>
                    <a:pt x="846" y="2157"/>
                  </a:lnTo>
                  <a:cubicBezTo>
                    <a:pt x="872" y="2174"/>
                    <a:pt x="906" y="2217"/>
                    <a:pt x="940" y="2225"/>
                  </a:cubicBezTo>
                  <a:cubicBezTo>
                    <a:pt x="975" y="2242"/>
                    <a:pt x="1026" y="2268"/>
                    <a:pt x="1061" y="2294"/>
                  </a:cubicBezTo>
                  <a:cubicBezTo>
                    <a:pt x="1064" y="2296"/>
                    <a:pt x="1070" y="2297"/>
                    <a:pt x="1076" y="2297"/>
                  </a:cubicBezTo>
                  <a:cubicBezTo>
                    <a:pt x="1095" y="2297"/>
                    <a:pt x="1121" y="2292"/>
                    <a:pt x="1139" y="2292"/>
                  </a:cubicBezTo>
                  <a:cubicBezTo>
                    <a:pt x="1146" y="2292"/>
                    <a:pt x="1151" y="2292"/>
                    <a:pt x="1155" y="2294"/>
                  </a:cubicBezTo>
                  <a:cubicBezTo>
                    <a:pt x="1172" y="2303"/>
                    <a:pt x="1189" y="2311"/>
                    <a:pt x="1198" y="2320"/>
                  </a:cubicBezTo>
                  <a:cubicBezTo>
                    <a:pt x="1216" y="2329"/>
                    <a:pt x="1235" y="2332"/>
                    <a:pt x="1253" y="2332"/>
                  </a:cubicBezTo>
                  <a:cubicBezTo>
                    <a:pt x="1279" y="2332"/>
                    <a:pt x="1306" y="2327"/>
                    <a:pt x="1334" y="2327"/>
                  </a:cubicBezTo>
                  <a:cubicBezTo>
                    <a:pt x="1343" y="2327"/>
                    <a:pt x="1352" y="2327"/>
                    <a:pt x="1361" y="2328"/>
                  </a:cubicBezTo>
                  <a:cubicBezTo>
                    <a:pt x="1404" y="2337"/>
                    <a:pt x="1439" y="2354"/>
                    <a:pt x="1482" y="2354"/>
                  </a:cubicBezTo>
                  <a:cubicBezTo>
                    <a:pt x="1487" y="2357"/>
                    <a:pt x="1492" y="2358"/>
                    <a:pt x="1497" y="2358"/>
                  </a:cubicBezTo>
                  <a:cubicBezTo>
                    <a:pt x="1509" y="2358"/>
                    <a:pt x="1521" y="2352"/>
                    <a:pt x="1533" y="2346"/>
                  </a:cubicBezTo>
                  <a:cubicBezTo>
                    <a:pt x="1568" y="2337"/>
                    <a:pt x="1593" y="2337"/>
                    <a:pt x="1619" y="2328"/>
                  </a:cubicBezTo>
                  <a:cubicBezTo>
                    <a:pt x="1636" y="2324"/>
                    <a:pt x="1651" y="2324"/>
                    <a:pt x="1665" y="2324"/>
                  </a:cubicBezTo>
                  <a:cubicBezTo>
                    <a:pt x="1679" y="2324"/>
                    <a:pt x="1692" y="2324"/>
                    <a:pt x="1705" y="2320"/>
                  </a:cubicBezTo>
                  <a:cubicBezTo>
                    <a:pt x="1731" y="2320"/>
                    <a:pt x="1817" y="2303"/>
                    <a:pt x="1817" y="2277"/>
                  </a:cubicBezTo>
                  <a:cubicBezTo>
                    <a:pt x="1774" y="2268"/>
                    <a:pt x="1722" y="2268"/>
                    <a:pt x="1679" y="2268"/>
                  </a:cubicBezTo>
                  <a:cubicBezTo>
                    <a:pt x="1645" y="2268"/>
                    <a:pt x="1621" y="2257"/>
                    <a:pt x="1591" y="2257"/>
                  </a:cubicBezTo>
                  <a:cubicBezTo>
                    <a:pt x="1584" y="2257"/>
                    <a:pt x="1576" y="2258"/>
                    <a:pt x="1568" y="2260"/>
                  </a:cubicBezTo>
                  <a:cubicBezTo>
                    <a:pt x="1547" y="2260"/>
                    <a:pt x="1532" y="2271"/>
                    <a:pt x="1513" y="2271"/>
                  </a:cubicBezTo>
                  <a:cubicBezTo>
                    <a:pt x="1509" y="2271"/>
                    <a:pt x="1504" y="2270"/>
                    <a:pt x="1499" y="2268"/>
                  </a:cubicBezTo>
                  <a:cubicBezTo>
                    <a:pt x="1482" y="2268"/>
                    <a:pt x="1464" y="2260"/>
                    <a:pt x="1447" y="2251"/>
                  </a:cubicBezTo>
                  <a:lnTo>
                    <a:pt x="1413" y="2251"/>
                  </a:lnTo>
                  <a:lnTo>
                    <a:pt x="1387" y="2242"/>
                  </a:lnTo>
                  <a:cubicBezTo>
                    <a:pt x="1361" y="2234"/>
                    <a:pt x="1353" y="2234"/>
                    <a:pt x="1336" y="2217"/>
                  </a:cubicBezTo>
                  <a:cubicBezTo>
                    <a:pt x="1310" y="2208"/>
                    <a:pt x="1275" y="2191"/>
                    <a:pt x="1241" y="2182"/>
                  </a:cubicBezTo>
                  <a:cubicBezTo>
                    <a:pt x="1207" y="2174"/>
                    <a:pt x="1172" y="2157"/>
                    <a:pt x="1138" y="2139"/>
                  </a:cubicBezTo>
                  <a:cubicBezTo>
                    <a:pt x="1104" y="2122"/>
                    <a:pt x="1069" y="2105"/>
                    <a:pt x="1035" y="2088"/>
                  </a:cubicBezTo>
                  <a:cubicBezTo>
                    <a:pt x="1000" y="2079"/>
                    <a:pt x="966" y="2053"/>
                    <a:pt x="932" y="2028"/>
                  </a:cubicBezTo>
                  <a:cubicBezTo>
                    <a:pt x="889" y="2011"/>
                    <a:pt x="863" y="1993"/>
                    <a:pt x="829" y="1968"/>
                  </a:cubicBezTo>
                  <a:cubicBezTo>
                    <a:pt x="811" y="1950"/>
                    <a:pt x="794" y="1942"/>
                    <a:pt x="786" y="1933"/>
                  </a:cubicBezTo>
                  <a:cubicBezTo>
                    <a:pt x="769" y="1907"/>
                    <a:pt x="760" y="1882"/>
                    <a:pt x="743" y="1856"/>
                  </a:cubicBezTo>
                  <a:cubicBezTo>
                    <a:pt x="717" y="1822"/>
                    <a:pt x="683" y="1787"/>
                    <a:pt x="657" y="1744"/>
                  </a:cubicBezTo>
                  <a:cubicBezTo>
                    <a:pt x="640" y="1718"/>
                    <a:pt x="605" y="1684"/>
                    <a:pt x="579" y="1658"/>
                  </a:cubicBezTo>
                  <a:cubicBezTo>
                    <a:pt x="554" y="1615"/>
                    <a:pt x="528" y="1572"/>
                    <a:pt x="511" y="1529"/>
                  </a:cubicBezTo>
                  <a:cubicBezTo>
                    <a:pt x="485" y="1486"/>
                    <a:pt x="476" y="1443"/>
                    <a:pt x="459" y="1401"/>
                  </a:cubicBezTo>
                  <a:cubicBezTo>
                    <a:pt x="442" y="1383"/>
                    <a:pt x="442" y="1375"/>
                    <a:pt x="433" y="1349"/>
                  </a:cubicBezTo>
                  <a:lnTo>
                    <a:pt x="433" y="1323"/>
                  </a:lnTo>
                  <a:lnTo>
                    <a:pt x="433" y="1289"/>
                  </a:lnTo>
                  <a:cubicBezTo>
                    <a:pt x="416" y="1220"/>
                    <a:pt x="390" y="1151"/>
                    <a:pt x="365" y="1083"/>
                  </a:cubicBezTo>
                  <a:cubicBezTo>
                    <a:pt x="356" y="1048"/>
                    <a:pt x="365" y="1023"/>
                    <a:pt x="356" y="997"/>
                  </a:cubicBezTo>
                  <a:cubicBezTo>
                    <a:pt x="356" y="971"/>
                    <a:pt x="348" y="945"/>
                    <a:pt x="348" y="919"/>
                  </a:cubicBezTo>
                  <a:cubicBezTo>
                    <a:pt x="339" y="851"/>
                    <a:pt x="322" y="782"/>
                    <a:pt x="287" y="722"/>
                  </a:cubicBezTo>
                  <a:cubicBezTo>
                    <a:pt x="270" y="696"/>
                    <a:pt x="253" y="679"/>
                    <a:pt x="253" y="644"/>
                  </a:cubicBezTo>
                  <a:cubicBezTo>
                    <a:pt x="244" y="584"/>
                    <a:pt x="253" y="524"/>
                    <a:pt x="253" y="464"/>
                  </a:cubicBezTo>
                  <a:cubicBezTo>
                    <a:pt x="253" y="413"/>
                    <a:pt x="262" y="370"/>
                    <a:pt x="279" y="327"/>
                  </a:cubicBezTo>
                  <a:cubicBezTo>
                    <a:pt x="296" y="292"/>
                    <a:pt x="322" y="258"/>
                    <a:pt x="330" y="224"/>
                  </a:cubicBezTo>
                  <a:cubicBezTo>
                    <a:pt x="348" y="172"/>
                    <a:pt x="348" y="129"/>
                    <a:pt x="365" y="77"/>
                  </a:cubicBezTo>
                  <a:cubicBezTo>
                    <a:pt x="373" y="52"/>
                    <a:pt x="373" y="17"/>
                    <a:pt x="39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5" name="Google Shape;16245;p54">
              <a:extLst>
                <a:ext uri="{FF2B5EF4-FFF2-40B4-BE49-F238E27FC236}">
                  <a16:creationId xmlns:a16="http://schemas.microsoft.com/office/drawing/2014/main" id="{FF793372-09CB-72CA-4AB4-1B6133D115BB}"/>
                </a:ext>
              </a:extLst>
            </p:cNvPr>
            <p:cNvSpPr/>
            <p:nvPr/>
          </p:nvSpPr>
          <p:spPr>
            <a:xfrm>
              <a:off x="5169150" y="1253900"/>
              <a:ext cx="42125" cy="24175"/>
            </a:xfrm>
            <a:custGeom>
              <a:avLst/>
              <a:gdLst/>
              <a:ahLst/>
              <a:cxnLst/>
              <a:rect l="l" t="t" r="r" b="b"/>
              <a:pathLst>
                <a:path w="1685" h="967" extrusionOk="0">
                  <a:moveTo>
                    <a:pt x="1002" y="1"/>
                  </a:moveTo>
                  <a:cubicBezTo>
                    <a:pt x="973" y="1"/>
                    <a:pt x="944" y="7"/>
                    <a:pt x="920" y="13"/>
                  </a:cubicBezTo>
                  <a:cubicBezTo>
                    <a:pt x="877" y="22"/>
                    <a:pt x="842" y="22"/>
                    <a:pt x="799" y="22"/>
                  </a:cubicBezTo>
                  <a:cubicBezTo>
                    <a:pt x="791" y="26"/>
                    <a:pt x="782" y="26"/>
                    <a:pt x="774" y="26"/>
                  </a:cubicBezTo>
                  <a:cubicBezTo>
                    <a:pt x="765" y="26"/>
                    <a:pt x="756" y="26"/>
                    <a:pt x="748" y="30"/>
                  </a:cubicBezTo>
                  <a:cubicBezTo>
                    <a:pt x="696" y="56"/>
                    <a:pt x="645" y="65"/>
                    <a:pt x="593" y="82"/>
                  </a:cubicBezTo>
                  <a:cubicBezTo>
                    <a:pt x="559" y="90"/>
                    <a:pt x="524" y="108"/>
                    <a:pt x="490" y="125"/>
                  </a:cubicBezTo>
                  <a:lnTo>
                    <a:pt x="464" y="133"/>
                  </a:lnTo>
                  <a:cubicBezTo>
                    <a:pt x="456" y="150"/>
                    <a:pt x="447" y="168"/>
                    <a:pt x="447" y="176"/>
                  </a:cubicBezTo>
                  <a:cubicBezTo>
                    <a:pt x="439" y="219"/>
                    <a:pt x="404" y="219"/>
                    <a:pt x="370" y="228"/>
                  </a:cubicBezTo>
                  <a:cubicBezTo>
                    <a:pt x="318" y="245"/>
                    <a:pt x="275" y="262"/>
                    <a:pt x="241" y="297"/>
                  </a:cubicBezTo>
                  <a:cubicBezTo>
                    <a:pt x="215" y="322"/>
                    <a:pt x="198" y="357"/>
                    <a:pt x="181" y="382"/>
                  </a:cubicBezTo>
                  <a:cubicBezTo>
                    <a:pt x="155" y="425"/>
                    <a:pt x="121" y="460"/>
                    <a:pt x="112" y="511"/>
                  </a:cubicBezTo>
                  <a:cubicBezTo>
                    <a:pt x="112" y="520"/>
                    <a:pt x="104" y="561"/>
                    <a:pt x="87" y="563"/>
                  </a:cubicBezTo>
                  <a:lnTo>
                    <a:pt x="87" y="563"/>
                  </a:lnTo>
                  <a:cubicBezTo>
                    <a:pt x="88" y="561"/>
                    <a:pt x="89" y="561"/>
                    <a:pt x="89" y="561"/>
                  </a:cubicBezTo>
                  <a:lnTo>
                    <a:pt x="89" y="561"/>
                  </a:lnTo>
                  <a:cubicBezTo>
                    <a:pt x="89" y="561"/>
                    <a:pt x="88" y="561"/>
                    <a:pt x="86" y="563"/>
                  </a:cubicBezTo>
                  <a:cubicBezTo>
                    <a:pt x="87" y="563"/>
                    <a:pt x="87" y="563"/>
                    <a:pt x="87" y="563"/>
                  </a:cubicBezTo>
                  <a:lnTo>
                    <a:pt x="87" y="563"/>
                  </a:lnTo>
                  <a:cubicBezTo>
                    <a:pt x="84" y="568"/>
                    <a:pt x="75" y="581"/>
                    <a:pt x="69" y="597"/>
                  </a:cubicBezTo>
                  <a:cubicBezTo>
                    <a:pt x="52" y="649"/>
                    <a:pt x="18" y="692"/>
                    <a:pt x="26" y="743"/>
                  </a:cubicBezTo>
                  <a:cubicBezTo>
                    <a:pt x="35" y="795"/>
                    <a:pt x="0" y="864"/>
                    <a:pt x="18" y="907"/>
                  </a:cubicBezTo>
                  <a:lnTo>
                    <a:pt x="35" y="932"/>
                  </a:lnTo>
                  <a:lnTo>
                    <a:pt x="43" y="967"/>
                  </a:lnTo>
                  <a:lnTo>
                    <a:pt x="43" y="924"/>
                  </a:lnTo>
                  <a:lnTo>
                    <a:pt x="78" y="812"/>
                  </a:lnTo>
                  <a:cubicBezTo>
                    <a:pt x="103" y="760"/>
                    <a:pt x="146" y="760"/>
                    <a:pt x="164" y="709"/>
                  </a:cubicBezTo>
                  <a:cubicBezTo>
                    <a:pt x="181" y="649"/>
                    <a:pt x="215" y="632"/>
                    <a:pt x="267" y="606"/>
                  </a:cubicBezTo>
                  <a:cubicBezTo>
                    <a:pt x="293" y="597"/>
                    <a:pt x="310" y="580"/>
                    <a:pt x="327" y="563"/>
                  </a:cubicBezTo>
                  <a:cubicBezTo>
                    <a:pt x="344" y="546"/>
                    <a:pt x="361" y="537"/>
                    <a:pt x="378" y="520"/>
                  </a:cubicBezTo>
                  <a:cubicBezTo>
                    <a:pt x="387" y="494"/>
                    <a:pt x="396" y="468"/>
                    <a:pt x="421" y="451"/>
                  </a:cubicBezTo>
                  <a:cubicBezTo>
                    <a:pt x="447" y="434"/>
                    <a:pt x="482" y="434"/>
                    <a:pt x="507" y="425"/>
                  </a:cubicBezTo>
                  <a:cubicBezTo>
                    <a:pt x="524" y="408"/>
                    <a:pt x="542" y="400"/>
                    <a:pt x="567" y="391"/>
                  </a:cubicBezTo>
                  <a:cubicBezTo>
                    <a:pt x="602" y="374"/>
                    <a:pt x="628" y="339"/>
                    <a:pt x="662" y="322"/>
                  </a:cubicBezTo>
                  <a:cubicBezTo>
                    <a:pt x="688" y="305"/>
                    <a:pt x="705" y="297"/>
                    <a:pt x="739" y="297"/>
                  </a:cubicBezTo>
                  <a:cubicBezTo>
                    <a:pt x="791" y="297"/>
                    <a:pt x="842" y="279"/>
                    <a:pt x="885" y="271"/>
                  </a:cubicBezTo>
                  <a:cubicBezTo>
                    <a:pt x="945" y="262"/>
                    <a:pt x="1006" y="262"/>
                    <a:pt x="1057" y="245"/>
                  </a:cubicBezTo>
                  <a:cubicBezTo>
                    <a:pt x="1081" y="239"/>
                    <a:pt x="1110" y="233"/>
                    <a:pt x="1134" y="233"/>
                  </a:cubicBezTo>
                  <a:cubicBezTo>
                    <a:pt x="1144" y="233"/>
                    <a:pt x="1153" y="234"/>
                    <a:pt x="1160" y="236"/>
                  </a:cubicBezTo>
                  <a:lnTo>
                    <a:pt x="1186" y="254"/>
                  </a:lnTo>
                  <a:cubicBezTo>
                    <a:pt x="1238" y="271"/>
                    <a:pt x="1298" y="271"/>
                    <a:pt x="1349" y="271"/>
                  </a:cubicBezTo>
                  <a:cubicBezTo>
                    <a:pt x="1384" y="271"/>
                    <a:pt x="1401" y="262"/>
                    <a:pt x="1435" y="254"/>
                  </a:cubicBezTo>
                  <a:cubicBezTo>
                    <a:pt x="1440" y="252"/>
                    <a:pt x="1445" y="251"/>
                    <a:pt x="1451" y="251"/>
                  </a:cubicBezTo>
                  <a:cubicBezTo>
                    <a:pt x="1472" y="251"/>
                    <a:pt x="1494" y="262"/>
                    <a:pt x="1521" y="262"/>
                  </a:cubicBezTo>
                  <a:cubicBezTo>
                    <a:pt x="1573" y="279"/>
                    <a:pt x="1633" y="279"/>
                    <a:pt x="1684" y="305"/>
                  </a:cubicBezTo>
                  <a:cubicBezTo>
                    <a:pt x="1659" y="271"/>
                    <a:pt x="1633" y="245"/>
                    <a:pt x="1598" y="228"/>
                  </a:cubicBezTo>
                  <a:cubicBezTo>
                    <a:pt x="1573" y="211"/>
                    <a:pt x="1547" y="193"/>
                    <a:pt x="1530" y="176"/>
                  </a:cubicBezTo>
                  <a:cubicBezTo>
                    <a:pt x="1495" y="150"/>
                    <a:pt x="1461" y="142"/>
                    <a:pt x="1435" y="125"/>
                  </a:cubicBezTo>
                  <a:cubicBezTo>
                    <a:pt x="1401" y="108"/>
                    <a:pt x="1375" y="99"/>
                    <a:pt x="1349" y="90"/>
                  </a:cubicBezTo>
                  <a:lnTo>
                    <a:pt x="1323" y="82"/>
                  </a:lnTo>
                  <a:lnTo>
                    <a:pt x="1298" y="90"/>
                  </a:lnTo>
                  <a:cubicBezTo>
                    <a:pt x="1293" y="93"/>
                    <a:pt x="1288" y="94"/>
                    <a:pt x="1284" y="94"/>
                  </a:cubicBezTo>
                  <a:cubicBezTo>
                    <a:pt x="1275" y="94"/>
                    <a:pt x="1267" y="88"/>
                    <a:pt x="1255" y="82"/>
                  </a:cubicBezTo>
                  <a:cubicBezTo>
                    <a:pt x="1246" y="82"/>
                    <a:pt x="1229" y="82"/>
                    <a:pt x="1220" y="73"/>
                  </a:cubicBezTo>
                  <a:cubicBezTo>
                    <a:pt x="1195" y="65"/>
                    <a:pt x="1186" y="56"/>
                    <a:pt x="1160" y="47"/>
                  </a:cubicBezTo>
                  <a:cubicBezTo>
                    <a:pt x="1126" y="30"/>
                    <a:pt x="1083" y="13"/>
                    <a:pt x="1040" y="4"/>
                  </a:cubicBezTo>
                  <a:cubicBezTo>
                    <a:pt x="1027" y="2"/>
                    <a:pt x="1015" y="1"/>
                    <a:pt x="1002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6" name="Google Shape;16246;p54">
              <a:extLst>
                <a:ext uri="{FF2B5EF4-FFF2-40B4-BE49-F238E27FC236}">
                  <a16:creationId xmlns:a16="http://schemas.microsoft.com/office/drawing/2014/main" id="{F4534250-629C-CB98-A47B-A3183F17B1A7}"/>
                </a:ext>
              </a:extLst>
            </p:cNvPr>
            <p:cNvSpPr/>
            <p:nvPr/>
          </p:nvSpPr>
          <p:spPr>
            <a:xfrm>
              <a:off x="5179450" y="1272900"/>
              <a:ext cx="30950" cy="32325"/>
            </a:xfrm>
            <a:custGeom>
              <a:avLst/>
              <a:gdLst/>
              <a:ahLst/>
              <a:cxnLst/>
              <a:rect l="l" t="t" r="r" b="b"/>
              <a:pathLst>
                <a:path w="1238" h="1293" extrusionOk="0">
                  <a:moveTo>
                    <a:pt x="937" y="0"/>
                  </a:moveTo>
                  <a:lnTo>
                    <a:pt x="937" y="43"/>
                  </a:lnTo>
                  <a:cubicBezTo>
                    <a:pt x="937" y="52"/>
                    <a:pt x="946" y="69"/>
                    <a:pt x="954" y="86"/>
                  </a:cubicBezTo>
                  <a:lnTo>
                    <a:pt x="963" y="121"/>
                  </a:lnTo>
                  <a:cubicBezTo>
                    <a:pt x="972" y="129"/>
                    <a:pt x="980" y="147"/>
                    <a:pt x="989" y="155"/>
                  </a:cubicBezTo>
                  <a:cubicBezTo>
                    <a:pt x="989" y="164"/>
                    <a:pt x="1015" y="215"/>
                    <a:pt x="997" y="224"/>
                  </a:cubicBezTo>
                  <a:lnTo>
                    <a:pt x="989" y="215"/>
                  </a:lnTo>
                  <a:cubicBezTo>
                    <a:pt x="980" y="232"/>
                    <a:pt x="980" y="258"/>
                    <a:pt x="972" y="284"/>
                  </a:cubicBezTo>
                  <a:lnTo>
                    <a:pt x="954" y="318"/>
                  </a:lnTo>
                  <a:lnTo>
                    <a:pt x="937" y="327"/>
                  </a:lnTo>
                  <a:lnTo>
                    <a:pt x="920" y="310"/>
                  </a:lnTo>
                  <a:lnTo>
                    <a:pt x="920" y="310"/>
                  </a:lnTo>
                  <a:cubicBezTo>
                    <a:pt x="920" y="327"/>
                    <a:pt x="920" y="344"/>
                    <a:pt x="929" y="353"/>
                  </a:cubicBezTo>
                  <a:lnTo>
                    <a:pt x="929" y="396"/>
                  </a:lnTo>
                  <a:lnTo>
                    <a:pt x="946" y="421"/>
                  </a:lnTo>
                  <a:lnTo>
                    <a:pt x="946" y="456"/>
                  </a:lnTo>
                  <a:cubicBezTo>
                    <a:pt x="954" y="482"/>
                    <a:pt x="954" y="507"/>
                    <a:pt x="954" y="525"/>
                  </a:cubicBezTo>
                  <a:cubicBezTo>
                    <a:pt x="963" y="567"/>
                    <a:pt x="972" y="610"/>
                    <a:pt x="963" y="653"/>
                  </a:cubicBezTo>
                  <a:cubicBezTo>
                    <a:pt x="963" y="688"/>
                    <a:pt x="954" y="714"/>
                    <a:pt x="946" y="748"/>
                  </a:cubicBezTo>
                  <a:lnTo>
                    <a:pt x="929" y="791"/>
                  </a:lnTo>
                  <a:lnTo>
                    <a:pt x="920" y="774"/>
                  </a:lnTo>
                  <a:cubicBezTo>
                    <a:pt x="903" y="808"/>
                    <a:pt x="911" y="842"/>
                    <a:pt x="894" y="868"/>
                  </a:cubicBezTo>
                  <a:cubicBezTo>
                    <a:pt x="877" y="911"/>
                    <a:pt x="834" y="937"/>
                    <a:pt x="800" y="954"/>
                  </a:cubicBezTo>
                  <a:cubicBezTo>
                    <a:pt x="783" y="963"/>
                    <a:pt x="757" y="971"/>
                    <a:pt x="740" y="971"/>
                  </a:cubicBezTo>
                  <a:cubicBezTo>
                    <a:pt x="722" y="971"/>
                    <a:pt x="714" y="963"/>
                    <a:pt x="705" y="963"/>
                  </a:cubicBezTo>
                  <a:lnTo>
                    <a:pt x="680" y="946"/>
                  </a:lnTo>
                  <a:lnTo>
                    <a:pt x="671" y="937"/>
                  </a:lnTo>
                  <a:cubicBezTo>
                    <a:pt x="654" y="937"/>
                    <a:pt x="654" y="971"/>
                    <a:pt x="645" y="980"/>
                  </a:cubicBezTo>
                  <a:cubicBezTo>
                    <a:pt x="637" y="997"/>
                    <a:pt x="628" y="1014"/>
                    <a:pt x="619" y="1031"/>
                  </a:cubicBezTo>
                  <a:cubicBezTo>
                    <a:pt x="609" y="1041"/>
                    <a:pt x="605" y="1046"/>
                    <a:pt x="600" y="1046"/>
                  </a:cubicBezTo>
                  <a:cubicBezTo>
                    <a:pt x="596" y="1046"/>
                    <a:pt x="592" y="1044"/>
                    <a:pt x="585" y="1040"/>
                  </a:cubicBezTo>
                  <a:cubicBezTo>
                    <a:pt x="579" y="1037"/>
                    <a:pt x="574" y="1036"/>
                    <a:pt x="568" y="1036"/>
                  </a:cubicBezTo>
                  <a:cubicBezTo>
                    <a:pt x="556" y="1036"/>
                    <a:pt x="545" y="1040"/>
                    <a:pt x="533" y="1040"/>
                  </a:cubicBezTo>
                  <a:cubicBezTo>
                    <a:pt x="513" y="1047"/>
                    <a:pt x="497" y="1060"/>
                    <a:pt x="474" y="1060"/>
                  </a:cubicBezTo>
                  <a:cubicBezTo>
                    <a:pt x="469" y="1060"/>
                    <a:pt x="463" y="1059"/>
                    <a:pt x="456" y="1057"/>
                  </a:cubicBezTo>
                  <a:cubicBezTo>
                    <a:pt x="456" y="1040"/>
                    <a:pt x="473" y="1023"/>
                    <a:pt x="473" y="1006"/>
                  </a:cubicBezTo>
                  <a:lnTo>
                    <a:pt x="473" y="1006"/>
                  </a:lnTo>
                  <a:lnTo>
                    <a:pt x="456" y="1023"/>
                  </a:lnTo>
                  <a:lnTo>
                    <a:pt x="422" y="1040"/>
                  </a:lnTo>
                  <a:cubicBezTo>
                    <a:pt x="405" y="1049"/>
                    <a:pt x="379" y="1049"/>
                    <a:pt x="353" y="1057"/>
                  </a:cubicBezTo>
                  <a:cubicBezTo>
                    <a:pt x="336" y="1057"/>
                    <a:pt x="310" y="1057"/>
                    <a:pt x="284" y="1049"/>
                  </a:cubicBezTo>
                  <a:cubicBezTo>
                    <a:pt x="224" y="1040"/>
                    <a:pt x="173" y="1023"/>
                    <a:pt x="121" y="997"/>
                  </a:cubicBezTo>
                  <a:lnTo>
                    <a:pt x="87" y="980"/>
                  </a:lnTo>
                  <a:lnTo>
                    <a:pt x="61" y="963"/>
                  </a:lnTo>
                  <a:cubicBezTo>
                    <a:pt x="1" y="988"/>
                    <a:pt x="1" y="1023"/>
                    <a:pt x="18" y="1049"/>
                  </a:cubicBezTo>
                  <a:cubicBezTo>
                    <a:pt x="27" y="1066"/>
                    <a:pt x="44" y="1074"/>
                    <a:pt x="61" y="1092"/>
                  </a:cubicBezTo>
                  <a:cubicBezTo>
                    <a:pt x="78" y="1109"/>
                    <a:pt x="95" y="1126"/>
                    <a:pt x="104" y="1152"/>
                  </a:cubicBezTo>
                  <a:lnTo>
                    <a:pt x="121" y="1186"/>
                  </a:lnTo>
                  <a:lnTo>
                    <a:pt x="147" y="1195"/>
                  </a:lnTo>
                  <a:cubicBezTo>
                    <a:pt x="164" y="1203"/>
                    <a:pt x="181" y="1203"/>
                    <a:pt x="198" y="1212"/>
                  </a:cubicBezTo>
                  <a:cubicBezTo>
                    <a:pt x="207" y="1212"/>
                    <a:pt x="233" y="1220"/>
                    <a:pt x="250" y="1229"/>
                  </a:cubicBezTo>
                  <a:lnTo>
                    <a:pt x="267" y="1255"/>
                  </a:lnTo>
                  <a:cubicBezTo>
                    <a:pt x="284" y="1255"/>
                    <a:pt x="310" y="1255"/>
                    <a:pt x="327" y="1263"/>
                  </a:cubicBezTo>
                  <a:cubicBezTo>
                    <a:pt x="344" y="1263"/>
                    <a:pt x="370" y="1272"/>
                    <a:pt x="387" y="1272"/>
                  </a:cubicBezTo>
                  <a:cubicBezTo>
                    <a:pt x="405" y="1281"/>
                    <a:pt x="422" y="1281"/>
                    <a:pt x="430" y="1289"/>
                  </a:cubicBezTo>
                  <a:lnTo>
                    <a:pt x="465" y="1289"/>
                  </a:lnTo>
                  <a:cubicBezTo>
                    <a:pt x="476" y="1289"/>
                    <a:pt x="488" y="1293"/>
                    <a:pt x="499" y="1293"/>
                  </a:cubicBezTo>
                  <a:cubicBezTo>
                    <a:pt x="505" y="1293"/>
                    <a:pt x="511" y="1292"/>
                    <a:pt x="516" y="1289"/>
                  </a:cubicBezTo>
                  <a:lnTo>
                    <a:pt x="551" y="1272"/>
                  </a:lnTo>
                  <a:cubicBezTo>
                    <a:pt x="576" y="1255"/>
                    <a:pt x="602" y="1255"/>
                    <a:pt x="628" y="1255"/>
                  </a:cubicBezTo>
                  <a:cubicBezTo>
                    <a:pt x="680" y="1246"/>
                    <a:pt x="731" y="1238"/>
                    <a:pt x="774" y="1229"/>
                  </a:cubicBezTo>
                  <a:cubicBezTo>
                    <a:pt x="808" y="1229"/>
                    <a:pt x="834" y="1229"/>
                    <a:pt x="860" y="1220"/>
                  </a:cubicBezTo>
                  <a:cubicBezTo>
                    <a:pt x="894" y="1203"/>
                    <a:pt x="911" y="1186"/>
                    <a:pt x="929" y="1169"/>
                  </a:cubicBezTo>
                  <a:cubicBezTo>
                    <a:pt x="946" y="1152"/>
                    <a:pt x="963" y="1135"/>
                    <a:pt x="980" y="1117"/>
                  </a:cubicBezTo>
                  <a:lnTo>
                    <a:pt x="1006" y="1092"/>
                  </a:lnTo>
                  <a:cubicBezTo>
                    <a:pt x="1015" y="1074"/>
                    <a:pt x="1023" y="1049"/>
                    <a:pt x="1032" y="1031"/>
                  </a:cubicBezTo>
                  <a:cubicBezTo>
                    <a:pt x="1040" y="1023"/>
                    <a:pt x="1049" y="1006"/>
                    <a:pt x="1058" y="988"/>
                  </a:cubicBezTo>
                  <a:cubicBezTo>
                    <a:pt x="1075" y="963"/>
                    <a:pt x="1092" y="937"/>
                    <a:pt x="1118" y="920"/>
                  </a:cubicBezTo>
                  <a:cubicBezTo>
                    <a:pt x="1143" y="903"/>
                    <a:pt x="1161" y="885"/>
                    <a:pt x="1178" y="860"/>
                  </a:cubicBezTo>
                  <a:cubicBezTo>
                    <a:pt x="1204" y="808"/>
                    <a:pt x="1204" y="739"/>
                    <a:pt x="1221" y="688"/>
                  </a:cubicBezTo>
                  <a:cubicBezTo>
                    <a:pt x="1238" y="636"/>
                    <a:pt x="1212" y="602"/>
                    <a:pt x="1204" y="550"/>
                  </a:cubicBezTo>
                  <a:cubicBezTo>
                    <a:pt x="1186" y="507"/>
                    <a:pt x="1178" y="456"/>
                    <a:pt x="1169" y="413"/>
                  </a:cubicBezTo>
                  <a:cubicBezTo>
                    <a:pt x="1161" y="370"/>
                    <a:pt x="1135" y="336"/>
                    <a:pt x="1118" y="301"/>
                  </a:cubicBezTo>
                  <a:lnTo>
                    <a:pt x="1109" y="258"/>
                  </a:lnTo>
                  <a:lnTo>
                    <a:pt x="1092" y="232"/>
                  </a:lnTo>
                  <a:cubicBezTo>
                    <a:pt x="1075" y="215"/>
                    <a:pt x="1075" y="198"/>
                    <a:pt x="1066" y="181"/>
                  </a:cubicBezTo>
                  <a:lnTo>
                    <a:pt x="1040" y="155"/>
                  </a:lnTo>
                  <a:cubicBezTo>
                    <a:pt x="1023" y="121"/>
                    <a:pt x="1006" y="86"/>
                    <a:pt x="980" y="61"/>
                  </a:cubicBezTo>
                  <a:cubicBezTo>
                    <a:pt x="963" y="43"/>
                    <a:pt x="954" y="18"/>
                    <a:pt x="937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7" name="Google Shape;16247;p54">
              <a:extLst>
                <a:ext uri="{FF2B5EF4-FFF2-40B4-BE49-F238E27FC236}">
                  <a16:creationId xmlns:a16="http://schemas.microsoft.com/office/drawing/2014/main" id="{8DCBA19A-7D10-2AAA-FD3A-F12128EC4119}"/>
                </a:ext>
              </a:extLst>
            </p:cNvPr>
            <p:cNvSpPr/>
            <p:nvPr/>
          </p:nvSpPr>
          <p:spPr>
            <a:xfrm>
              <a:off x="5173650" y="1267950"/>
              <a:ext cx="27750" cy="35225"/>
            </a:xfrm>
            <a:custGeom>
              <a:avLst/>
              <a:gdLst/>
              <a:ahLst/>
              <a:cxnLst/>
              <a:rect l="l" t="t" r="r" b="b"/>
              <a:pathLst>
                <a:path w="1110" h="1409" extrusionOk="0">
                  <a:moveTo>
                    <a:pt x="783" y="1"/>
                  </a:moveTo>
                  <a:cubicBezTo>
                    <a:pt x="748" y="9"/>
                    <a:pt x="705" y="18"/>
                    <a:pt x="662" y="18"/>
                  </a:cubicBezTo>
                  <a:cubicBezTo>
                    <a:pt x="637" y="27"/>
                    <a:pt x="619" y="35"/>
                    <a:pt x="594" y="52"/>
                  </a:cubicBezTo>
                  <a:cubicBezTo>
                    <a:pt x="568" y="61"/>
                    <a:pt x="559" y="70"/>
                    <a:pt x="533" y="78"/>
                  </a:cubicBezTo>
                  <a:cubicBezTo>
                    <a:pt x="516" y="87"/>
                    <a:pt x="499" y="87"/>
                    <a:pt x="482" y="95"/>
                  </a:cubicBezTo>
                  <a:cubicBezTo>
                    <a:pt x="396" y="130"/>
                    <a:pt x="319" y="181"/>
                    <a:pt x="250" y="241"/>
                  </a:cubicBezTo>
                  <a:cubicBezTo>
                    <a:pt x="233" y="259"/>
                    <a:pt x="207" y="276"/>
                    <a:pt x="190" y="293"/>
                  </a:cubicBezTo>
                  <a:cubicBezTo>
                    <a:pt x="173" y="310"/>
                    <a:pt x="164" y="327"/>
                    <a:pt x="155" y="336"/>
                  </a:cubicBezTo>
                  <a:cubicBezTo>
                    <a:pt x="113" y="379"/>
                    <a:pt x="87" y="422"/>
                    <a:pt x="52" y="473"/>
                  </a:cubicBezTo>
                  <a:cubicBezTo>
                    <a:pt x="44" y="482"/>
                    <a:pt x="35" y="499"/>
                    <a:pt x="27" y="508"/>
                  </a:cubicBezTo>
                  <a:cubicBezTo>
                    <a:pt x="18" y="534"/>
                    <a:pt x="18" y="559"/>
                    <a:pt x="18" y="585"/>
                  </a:cubicBezTo>
                  <a:cubicBezTo>
                    <a:pt x="18" y="611"/>
                    <a:pt x="18" y="637"/>
                    <a:pt x="18" y="662"/>
                  </a:cubicBezTo>
                  <a:cubicBezTo>
                    <a:pt x="9" y="688"/>
                    <a:pt x="1" y="714"/>
                    <a:pt x="1" y="740"/>
                  </a:cubicBezTo>
                  <a:cubicBezTo>
                    <a:pt x="1" y="757"/>
                    <a:pt x="1" y="791"/>
                    <a:pt x="9" y="808"/>
                  </a:cubicBezTo>
                  <a:cubicBezTo>
                    <a:pt x="27" y="860"/>
                    <a:pt x="44" y="903"/>
                    <a:pt x="52" y="955"/>
                  </a:cubicBezTo>
                  <a:cubicBezTo>
                    <a:pt x="70" y="989"/>
                    <a:pt x="70" y="1032"/>
                    <a:pt x="95" y="1075"/>
                  </a:cubicBezTo>
                  <a:cubicBezTo>
                    <a:pt x="104" y="1092"/>
                    <a:pt x="121" y="1118"/>
                    <a:pt x="138" y="1135"/>
                  </a:cubicBezTo>
                  <a:cubicBezTo>
                    <a:pt x="147" y="1152"/>
                    <a:pt x="155" y="1161"/>
                    <a:pt x="164" y="1178"/>
                  </a:cubicBezTo>
                  <a:cubicBezTo>
                    <a:pt x="198" y="1212"/>
                    <a:pt x="241" y="1247"/>
                    <a:pt x="276" y="1281"/>
                  </a:cubicBezTo>
                  <a:cubicBezTo>
                    <a:pt x="310" y="1315"/>
                    <a:pt x="353" y="1341"/>
                    <a:pt x="396" y="1358"/>
                  </a:cubicBezTo>
                  <a:cubicBezTo>
                    <a:pt x="413" y="1367"/>
                    <a:pt x="422" y="1375"/>
                    <a:pt x="439" y="1384"/>
                  </a:cubicBezTo>
                  <a:lnTo>
                    <a:pt x="465" y="1401"/>
                  </a:lnTo>
                  <a:cubicBezTo>
                    <a:pt x="470" y="1407"/>
                    <a:pt x="473" y="1409"/>
                    <a:pt x="474" y="1409"/>
                  </a:cubicBezTo>
                  <a:cubicBezTo>
                    <a:pt x="477" y="1409"/>
                    <a:pt x="471" y="1399"/>
                    <a:pt x="465" y="1393"/>
                  </a:cubicBezTo>
                  <a:lnTo>
                    <a:pt x="439" y="1375"/>
                  </a:lnTo>
                  <a:lnTo>
                    <a:pt x="413" y="1350"/>
                  </a:lnTo>
                  <a:lnTo>
                    <a:pt x="379" y="1315"/>
                  </a:lnTo>
                  <a:cubicBezTo>
                    <a:pt x="362" y="1298"/>
                    <a:pt x="353" y="1272"/>
                    <a:pt x="336" y="1255"/>
                  </a:cubicBezTo>
                  <a:cubicBezTo>
                    <a:pt x="319" y="1229"/>
                    <a:pt x="310" y="1221"/>
                    <a:pt x="310" y="1195"/>
                  </a:cubicBezTo>
                  <a:cubicBezTo>
                    <a:pt x="319" y="1161"/>
                    <a:pt x="293" y="1135"/>
                    <a:pt x="293" y="1101"/>
                  </a:cubicBezTo>
                  <a:lnTo>
                    <a:pt x="284" y="1075"/>
                  </a:lnTo>
                  <a:lnTo>
                    <a:pt x="293" y="1032"/>
                  </a:lnTo>
                  <a:cubicBezTo>
                    <a:pt x="284" y="1023"/>
                    <a:pt x="250" y="1023"/>
                    <a:pt x="241" y="1006"/>
                  </a:cubicBezTo>
                  <a:cubicBezTo>
                    <a:pt x="233" y="997"/>
                    <a:pt x="233" y="980"/>
                    <a:pt x="233" y="972"/>
                  </a:cubicBezTo>
                  <a:cubicBezTo>
                    <a:pt x="241" y="955"/>
                    <a:pt x="241" y="946"/>
                    <a:pt x="250" y="929"/>
                  </a:cubicBezTo>
                  <a:cubicBezTo>
                    <a:pt x="259" y="912"/>
                    <a:pt x="259" y="894"/>
                    <a:pt x="259" y="869"/>
                  </a:cubicBezTo>
                  <a:cubicBezTo>
                    <a:pt x="259" y="826"/>
                    <a:pt x="259" y="783"/>
                    <a:pt x="259" y="731"/>
                  </a:cubicBezTo>
                  <a:cubicBezTo>
                    <a:pt x="259" y="705"/>
                    <a:pt x="267" y="662"/>
                    <a:pt x="293" y="645"/>
                  </a:cubicBezTo>
                  <a:cubicBezTo>
                    <a:pt x="319" y="628"/>
                    <a:pt x="336" y="611"/>
                    <a:pt x="353" y="585"/>
                  </a:cubicBezTo>
                  <a:lnTo>
                    <a:pt x="370" y="559"/>
                  </a:lnTo>
                  <a:cubicBezTo>
                    <a:pt x="387" y="534"/>
                    <a:pt x="370" y="491"/>
                    <a:pt x="396" y="465"/>
                  </a:cubicBezTo>
                  <a:cubicBezTo>
                    <a:pt x="405" y="448"/>
                    <a:pt x="439" y="430"/>
                    <a:pt x="439" y="405"/>
                  </a:cubicBezTo>
                  <a:lnTo>
                    <a:pt x="430" y="370"/>
                  </a:lnTo>
                  <a:cubicBezTo>
                    <a:pt x="422" y="345"/>
                    <a:pt x="422" y="336"/>
                    <a:pt x="439" y="310"/>
                  </a:cubicBezTo>
                  <a:lnTo>
                    <a:pt x="473" y="284"/>
                  </a:lnTo>
                  <a:cubicBezTo>
                    <a:pt x="491" y="276"/>
                    <a:pt x="499" y="267"/>
                    <a:pt x="516" y="250"/>
                  </a:cubicBezTo>
                  <a:cubicBezTo>
                    <a:pt x="525" y="241"/>
                    <a:pt x="542" y="233"/>
                    <a:pt x="559" y="224"/>
                  </a:cubicBezTo>
                  <a:lnTo>
                    <a:pt x="637" y="224"/>
                  </a:lnTo>
                  <a:cubicBezTo>
                    <a:pt x="645" y="224"/>
                    <a:pt x="662" y="224"/>
                    <a:pt x="680" y="216"/>
                  </a:cubicBezTo>
                  <a:cubicBezTo>
                    <a:pt x="697" y="216"/>
                    <a:pt x="705" y="207"/>
                    <a:pt x="722" y="207"/>
                  </a:cubicBezTo>
                  <a:cubicBezTo>
                    <a:pt x="731" y="207"/>
                    <a:pt x="740" y="198"/>
                    <a:pt x="757" y="198"/>
                  </a:cubicBezTo>
                  <a:lnTo>
                    <a:pt x="791" y="190"/>
                  </a:lnTo>
                  <a:lnTo>
                    <a:pt x="826" y="190"/>
                  </a:lnTo>
                  <a:cubicBezTo>
                    <a:pt x="843" y="190"/>
                    <a:pt x="864" y="198"/>
                    <a:pt x="884" y="198"/>
                  </a:cubicBezTo>
                  <a:cubicBezTo>
                    <a:pt x="893" y="198"/>
                    <a:pt x="903" y="196"/>
                    <a:pt x="912" y="190"/>
                  </a:cubicBezTo>
                  <a:lnTo>
                    <a:pt x="946" y="173"/>
                  </a:lnTo>
                  <a:cubicBezTo>
                    <a:pt x="963" y="164"/>
                    <a:pt x="972" y="156"/>
                    <a:pt x="989" y="156"/>
                  </a:cubicBezTo>
                  <a:cubicBezTo>
                    <a:pt x="1015" y="156"/>
                    <a:pt x="1049" y="156"/>
                    <a:pt x="1066" y="164"/>
                  </a:cubicBezTo>
                  <a:lnTo>
                    <a:pt x="1109" y="181"/>
                  </a:lnTo>
                  <a:lnTo>
                    <a:pt x="1092" y="164"/>
                  </a:lnTo>
                  <a:lnTo>
                    <a:pt x="1075" y="147"/>
                  </a:lnTo>
                  <a:cubicBezTo>
                    <a:pt x="1066" y="130"/>
                    <a:pt x="1066" y="121"/>
                    <a:pt x="1058" y="121"/>
                  </a:cubicBezTo>
                  <a:cubicBezTo>
                    <a:pt x="1040" y="113"/>
                    <a:pt x="1032" y="113"/>
                    <a:pt x="1023" y="95"/>
                  </a:cubicBezTo>
                  <a:lnTo>
                    <a:pt x="1006" y="87"/>
                  </a:lnTo>
                  <a:cubicBezTo>
                    <a:pt x="989" y="70"/>
                    <a:pt x="972" y="61"/>
                    <a:pt x="954" y="52"/>
                  </a:cubicBezTo>
                  <a:lnTo>
                    <a:pt x="929" y="35"/>
                  </a:lnTo>
                  <a:cubicBezTo>
                    <a:pt x="903" y="27"/>
                    <a:pt x="886" y="18"/>
                    <a:pt x="860" y="18"/>
                  </a:cubicBezTo>
                  <a:cubicBezTo>
                    <a:pt x="834" y="9"/>
                    <a:pt x="808" y="1"/>
                    <a:pt x="78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8" name="Google Shape;16248;p54">
              <a:extLst>
                <a:ext uri="{FF2B5EF4-FFF2-40B4-BE49-F238E27FC236}">
                  <a16:creationId xmlns:a16="http://schemas.microsoft.com/office/drawing/2014/main" id="{7AC5876F-DA5C-F648-15DB-433C19701F14}"/>
                </a:ext>
              </a:extLst>
            </p:cNvPr>
            <p:cNvSpPr/>
            <p:nvPr/>
          </p:nvSpPr>
          <p:spPr>
            <a:xfrm>
              <a:off x="5186550" y="1277800"/>
              <a:ext cx="13325" cy="16825"/>
            </a:xfrm>
            <a:custGeom>
              <a:avLst/>
              <a:gdLst/>
              <a:ahLst/>
              <a:cxnLst/>
              <a:rect l="l" t="t" r="r" b="b"/>
              <a:pathLst>
                <a:path w="533" h="673" extrusionOk="0">
                  <a:moveTo>
                    <a:pt x="311" y="0"/>
                  </a:moveTo>
                  <a:cubicBezTo>
                    <a:pt x="261" y="0"/>
                    <a:pt x="217" y="22"/>
                    <a:pt x="172" y="36"/>
                  </a:cubicBezTo>
                  <a:cubicBezTo>
                    <a:pt x="155" y="45"/>
                    <a:pt x="129" y="54"/>
                    <a:pt x="103" y="62"/>
                  </a:cubicBezTo>
                  <a:lnTo>
                    <a:pt x="78" y="71"/>
                  </a:lnTo>
                  <a:cubicBezTo>
                    <a:pt x="60" y="71"/>
                    <a:pt x="60" y="79"/>
                    <a:pt x="52" y="88"/>
                  </a:cubicBezTo>
                  <a:lnTo>
                    <a:pt x="26" y="122"/>
                  </a:lnTo>
                  <a:lnTo>
                    <a:pt x="9" y="140"/>
                  </a:lnTo>
                  <a:lnTo>
                    <a:pt x="0" y="157"/>
                  </a:lnTo>
                  <a:cubicBezTo>
                    <a:pt x="17" y="157"/>
                    <a:pt x="35" y="148"/>
                    <a:pt x="52" y="140"/>
                  </a:cubicBezTo>
                  <a:cubicBezTo>
                    <a:pt x="63" y="140"/>
                    <a:pt x="75" y="143"/>
                    <a:pt x="86" y="143"/>
                  </a:cubicBezTo>
                  <a:cubicBezTo>
                    <a:pt x="92" y="143"/>
                    <a:pt x="98" y="142"/>
                    <a:pt x="103" y="140"/>
                  </a:cubicBezTo>
                  <a:cubicBezTo>
                    <a:pt x="109" y="140"/>
                    <a:pt x="115" y="132"/>
                    <a:pt x="118" y="132"/>
                  </a:cubicBezTo>
                  <a:cubicBezTo>
                    <a:pt x="120" y="132"/>
                    <a:pt x="121" y="134"/>
                    <a:pt x="121" y="140"/>
                  </a:cubicBezTo>
                  <a:cubicBezTo>
                    <a:pt x="132" y="140"/>
                    <a:pt x="151" y="136"/>
                    <a:pt x="170" y="136"/>
                  </a:cubicBezTo>
                  <a:cubicBezTo>
                    <a:pt x="180" y="136"/>
                    <a:pt x="189" y="137"/>
                    <a:pt x="198" y="140"/>
                  </a:cubicBezTo>
                  <a:lnTo>
                    <a:pt x="224" y="157"/>
                  </a:lnTo>
                  <a:cubicBezTo>
                    <a:pt x="232" y="165"/>
                    <a:pt x="241" y="174"/>
                    <a:pt x="258" y="182"/>
                  </a:cubicBezTo>
                  <a:cubicBezTo>
                    <a:pt x="292" y="200"/>
                    <a:pt x="335" y="225"/>
                    <a:pt x="344" y="268"/>
                  </a:cubicBezTo>
                  <a:cubicBezTo>
                    <a:pt x="361" y="311"/>
                    <a:pt x="353" y="354"/>
                    <a:pt x="344" y="397"/>
                  </a:cubicBezTo>
                  <a:cubicBezTo>
                    <a:pt x="344" y="440"/>
                    <a:pt x="301" y="466"/>
                    <a:pt x="301" y="509"/>
                  </a:cubicBezTo>
                  <a:cubicBezTo>
                    <a:pt x="301" y="535"/>
                    <a:pt x="310" y="561"/>
                    <a:pt x="301" y="578"/>
                  </a:cubicBezTo>
                  <a:lnTo>
                    <a:pt x="292" y="595"/>
                  </a:lnTo>
                  <a:lnTo>
                    <a:pt x="267" y="621"/>
                  </a:lnTo>
                  <a:cubicBezTo>
                    <a:pt x="258" y="638"/>
                    <a:pt x="241" y="664"/>
                    <a:pt x="232" y="672"/>
                  </a:cubicBezTo>
                  <a:lnTo>
                    <a:pt x="267" y="655"/>
                  </a:lnTo>
                  <a:cubicBezTo>
                    <a:pt x="292" y="646"/>
                    <a:pt x="318" y="638"/>
                    <a:pt x="335" y="629"/>
                  </a:cubicBezTo>
                  <a:cubicBezTo>
                    <a:pt x="361" y="612"/>
                    <a:pt x="387" y="586"/>
                    <a:pt x="421" y="569"/>
                  </a:cubicBezTo>
                  <a:lnTo>
                    <a:pt x="438" y="552"/>
                  </a:lnTo>
                  <a:lnTo>
                    <a:pt x="456" y="526"/>
                  </a:lnTo>
                  <a:cubicBezTo>
                    <a:pt x="473" y="492"/>
                    <a:pt x="481" y="457"/>
                    <a:pt x="499" y="423"/>
                  </a:cubicBezTo>
                  <a:cubicBezTo>
                    <a:pt x="499" y="406"/>
                    <a:pt x="507" y="406"/>
                    <a:pt x="516" y="397"/>
                  </a:cubicBezTo>
                  <a:lnTo>
                    <a:pt x="516" y="371"/>
                  </a:lnTo>
                  <a:cubicBezTo>
                    <a:pt x="533" y="320"/>
                    <a:pt x="533" y="277"/>
                    <a:pt x="516" y="234"/>
                  </a:cubicBezTo>
                  <a:cubicBezTo>
                    <a:pt x="507" y="208"/>
                    <a:pt x="507" y="182"/>
                    <a:pt x="499" y="157"/>
                  </a:cubicBezTo>
                  <a:cubicBezTo>
                    <a:pt x="490" y="122"/>
                    <a:pt x="456" y="97"/>
                    <a:pt x="430" y="79"/>
                  </a:cubicBezTo>
                  <a:cubicBezTo>
                    <a:pt x="396" y="45"/>
                    <a:pt x="387" y="11"/>
                    <a:pt x="335" y="2"/>
                  </a:cubicBezTo>
                  <a:cubicBezTo>
                    <a:pt x="327" y="1"/>
                    <a:pt x="319" y="0"/>
                    <a:pt x="311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6249" name="Google Shape;16249;p54">
            <a:extLst>
              <a:ext uri="{FF2B5EF4-FFF2-40B4-BE49-F238E27FC236}">
                <a16:creationId xmlns:a16="http://schemas.microsoft.com/office/drawing/2014/main" id="{6589ECEB-4A96-DEA1-4EFA-359BE0310D71}"/>
              </a:ext>
            </a:extLst>
          </p:cNvPr>
          <p:cNvGrpSpPr/>
          <p:nvPr/>
        </p:nvGrpSpPr>
        <p:grpSpPr>
          <a:xfrm>
            <a:off x="-969523" y="4009680"/>
            <a:ext cx="5150547" cy="1525513"/>
            <a:chOff x="-13849" y="4011750"/>
            <a:chExt cx="3821164" cy="1131770"/>
          </a:xfrm>
        </p:grpSpPr>
        <p:sp>
          <p:nvSpPr>
            <p:cNvPr id="16250" name="Google Shape;16250;p54">
              <a:extLst>
                <a:ext uri="{FF2B5EF4-FFF2-40B4-BE49-F238E27FC236}">
                  <a16:creationId xmlns:a16="http://schemas.microsoft.com/office/drawing/2014/main" id="{7E716D7B-C2BA-B441-D7D4-83391C5ABC4A}"/>
                </a:ext>
              </a:extLst>
            </p:cNvPr>
            <p:cNvSpPr/>
            <p:nvPr/>
          </p:nvSpPr>
          <p:spPr>
            <a:xfrm>
              <a:off x="5721" y="4011750"/>
              <a:ext cx="3801593" cy="1131770"/>
            </a:xfrm>
            <a:custGeom>
              <a:avLst/>
              <a:gdLst/>
              <a:ahLst/>
              <a:cxnLst/>
              <a:rect l="l" t="t" r="r" b="b"/>
              <a:pathLst>
                <a:path w="66444" h="19781" extrusionOk="0">
                  <a:moveTo>
                    <a:pt x="61" y="0"/>
                  </a:moveTo>
                  <a:lnTo>
                    <a:pt x="1" y="19781"/>
                  </a:lnTo>
                  <a:cubicBezTo>
                    <a:pt x="1" y="19781"/>
                    <a:pt x="29054" y="19749"/>
                    <a:pt x="48541" y="19749"/>
                  </a:cubicBezTo>
                  <a:cubicBezTo>
                    <a:pt x="58285" y="19749"/>
                    <a:pt x="65637" y="19757"/>
                    <a:pt x="65771" y="19781"/>
                  </a:cubicBezTo>
                  <a:cubicBezTo>
                    <a:pt x="65773" y="19781"/>
                    <a:pt x="65774" y="19781"/>
                    <a:pt x="65776" y="19781"/>
                  </a:cubicBezTo>
                  <a:cubicBezTo>
                    <a:pt x="66174" y="19781"/>
                    <a:pt x="66443" y="10853"/>
                    <a:pt x="66443" y="10853"/>
                  </a:cubicBezTo>
                  <a:cubicBezTo>
                    <a:pt x="45881" y="532"/>
                    <a:pt x="61" y="0"/>
                    <a:pt x="61" y="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6251" name="Google Shape;16251;p54">
              <a:extLst>
                <a:ext uri="{FF2B5EF4-FFF2-40B4-BE49-F238E27FC236}">
                  <a16:creationId xmlns:a16="http://schemas.microsoft.com/office/drawing/2014/main" id="{D96E2ECA-5477-8296-0038-7065806315D2}"/>
                </a:ext>
              </a:extLst>
            </p:cNvPr>
            <p:cNvGrpSpPr/>
            <p:nvPr/>
          </p:nvGrpSpPr>
          <p:grpSpPr>
            <a:xfrm>
              <a:off x="-13849" y="4011750"/>
              <a:ext cx="3801593" cy="1131760"/>
              <a:chOff x="-13849" y="4011750"/>
              <a:chExt cx="3801593" cy="1131760"/>
            </a:xfrm>
          </p:grpSpPr>
          <p:sp>
            <p:nvSpPr>
              <p:cNvPr id="16252" name="Google Shape;16252;p54">
                <a:extLst>
                  <a:ext uri="{FF2B5EF4-FFF2-40B4-BE49-F238E27FC236}">
                    <a16:creationId xmlns:a16="http://schemas.microsoft.com/office/drawing/2014/main" id="{5257BB3F-A42F-D549-EC70-5DD47DE77F9C}"/>
                  </a:ext>
                </a:extLst>
              </p:cNvPr>
              <p:cNvSpPr/>
              <p:nvPr/>
            </p:nvSpPr>
            <p:spPr>
              <a:xfrm>
                <a:off x="-2349" y="4373857"/>
                <a:ext cx="3790093" cy="374243"/>
              </a:xfrm>
              <a:custGeom>
                <a:avLst/>
                <a:gdLst/>
                <a:ahLst/>
                <a:cxnLst/>
                <a:rect l="l" t="t" r="r" b="b"/>
                <a:pathLst>
                  <a:path w="66243" h="6541" extrusionOk="0">
                    <a:moveTo>
                      <a:pt x="33954" y="1"/>
                    </a:moveTo>
                    <a:cubicBezTo>
                      <a:pt x="32128" y="1"/>
                      <a:pt x="30243" y="21"/>
                      <a:pt x="28307" y="61"/>
                    </a:cubicBezTo>
                    <a:cubicBezTo>
                      <a:pt x="19630" y="261"/>
                      <a:pt x="9429" y="633"/>
                      <a:pt x="0" y="2298"/>
                    </a:cubicBezTo>
                    <a:lnTo>
                      <a:pt x="71" y="6541"/>
                    </a:lnTo>
                    <a:cubicBezTo>
                      <a:pt x="4093" y="5467"/>
                      <a:pt x="14856" y="2990"/>
                      <a:pt x="28949" y="1916"/>
                    </a:cubicBezTo>
                    <a:cubicBezTo>
                      <a:pt x="32680" y="1636"/>
                      <a:pt x="36582" y="1435"/>
                      <a:pt x="40704" y="1435"/>
                    </a:cubicBezTo>
                    <a:cubicBezTo>
                      <a:pt x="47605" y="1435"/>
                      <a:pt x="55118" y="1987"/>
                      <a:pt x="63414" y="3642"/>
                    </a:cubicBezTo>
                    <a:cubicBezTo>
                      <a:pt x="63985" y="3752"/>
                      <a:pt x="65680" y="4906"/>
                      <a:pt x="66222" y="5006"/>
                    </a:cubicBezTo>
                    <a:cubicBezTo>
                      <a:pt x="66232" y="4725"/>
                      <a:pt x="66242" y="4554"/>
                      <a:pt x="66242" y="4524"/>
                    </a:cubicBezTo>
                    <a:cubicBezTo>
                      <a:pt x="66232" y="4524"/>
                      <a:pt x="66222" y="4514"/>
                      <a:pt x="66212" y="4514"/>
                    </a:cubicBezTo>
                    <a:cubicBezTo>
                      <a:pt x="66202" y="4504"/>
                      <a:pt x="66202" y="4504"/>
                      <a:pt x="66202" y="4504"/>
                    </a:cubicBezTo>
                    <a:cubicBezTo>
                      <a:pt x="66192" y="4504"/>
                      <a:pt x="66182" y="4494"/>
                      <a:pt x="66172" y="4494"/>
                    </a:cubicBezTo>
                    <a:cubicBezTo>
                      <a:pt x="66172" y="4494"/>
                      <a:pt x="66172" y="4494"/>
                      <a:pt x="66162" y="4484"/>
                    </a:cubicBezTo>
                    <a:cubicBezTo>
                      <a:pt x="66162" y="4484"/>
                      <a:pt x="66152" y="4484"/>
                      <a:pt x="66142" y="4474"/>
                    </a:cubicBezTo>
                    <a:lnTo>
                      <a:pt x="66132" y="4474"/>
                    </a:lnTo>
                    <a:cubicBezTo>
                      <a:pt x="66122" y="4464"/>
                      <a:pt x="66112" y="4464"/>
                      <a:pt x="66102" y="4464"/>
                    </a:cubicBezTo>
                    <a:cubicBezTo>
                      <a:pt x="66102" y="4454"/>
                      <a:pt x="66102" y="4454"/>
                      <a:pt x="66102" y="4454"/>
                    </a:cubicBezTo>
                    <a:cubicBezTo>
                      <a:pt x="64647" y="3732"/>
                      <a:pt x="63073" y="3060"/>
                      <a:pt x="61407" y="2438"/>
                    </a:cubicBezTo>
                    <a:cubicBezTo>
                      <a:pt x="57024" y="1054"/>
                      <a:pt x="46994" y="1"/>
                      <a:pt x="33954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253" name="Google Shape;16253;p54">
                <a:extLst>
                  <a:ext uri="{FF2B5EF4-FFF2-40B4-BE49-F238E27FC236}">
                    <a16:creationId xmlns:a16="http://schemas.microsoft.com/office/drawing/2014/main" id="{BCA8F47B-1329-9D10-6B3E-15B4506B82D8}"/>
                  </a:ext>
                </a:extLst>
              </p:cNvPr>
              <p:cNvSpPr/>
              <p:nvPr/>
            </p:nvSpPr>
            <p:spPr>
              <a:xfrm>
                <a:off x="-13849" y="4558659"/>
                <a:ext cx="3549619" cy="584852"/>
              </a:xfrm>
              <a:custGeom>
                <a:avLst/>
                <a:gdLst/>
                <a:ahLst/>
                <a:cxnLst/>
                <a:rect l="l" t="t" r="r" b="b"/>
                <a:pathLst>
                  <a:path w="62040" h="10222" extrusionOk="0">
                    <a:moveTo>
                      <a:pt x="49993" y="0"/>
                    </a:moveTo>
                    <a:cubicBezTo>
                      <a:pt x="48458" y="0"/>
                      <a:pt x="46793" y="41"/>
                      <a:pt x="45028" y="121"/>
                    </a:cubicBezTo>
                    <a:cubicBezTo>
                      <a:pt x="31687" y="783"/>
                      <a:pt x="18006" y="1645"/>
                      <a:pt x="11" y="6611"/>
                    </a:cubicBezTo>
                    <a:lnTo>
                      <a:pt x="1" y="10222"/>
                    </a:lnTo>
                    <a:lnTo>
                      <a:pt x="71" y="10222"/>
                    </a:lnTo>
                    <a:cubicBezTo>
                      <a:pt x="1285" y="10222"/>
                      <a:pt x="18557" y="10201"/>
                      <a:pt x="35028" y="10191"/>
                    </a:cubicBezTo>
                    <a:cubicBezTo>
                      <a:pt x="45921" y="7122"/>
                      <a:pt x="62040" y="823"/>
                      <a:pt x="62040" y="823"/>
                    </a:cubicBezTo>
                    <a:cubicBezTo>
                      <a:pt x="62040" y="823"/>
                      <a:pt x="57366" y="0"/>
                      <a:pt x="49993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254" name="Google Shape;16254;p54">
                <a:extLst>
                  <a:ext uri="{FF2B5EF4-FFF2-40B4-BE49-F238E27FC236}">
                    <a16:creationId xmlns:a16="http://schemas.microsoft.com/office/drawing/2014/main" id="{679F8B7B-C5ED-B69A-DFDE-D8886EE9C95B}"/>
                  </a:ext>
                </a:extLst>
              </p:cNvPr>
              <p:cNvSpPr/>
              <p:nvPr/>
            </p:nvSpPr>
            <p:spPr>
              <a:xfrm>
                <a:off x="-7499" y="4181046"/>
                <a:ext cx="3075535" cy="192872"/>
              </a:xfrm>
              <a:custGeom>
                <a:avLst/>
                <a:gdLst/>
                <a:ahLst/>
                <a:cxnLst/>
                <a:rect l="l" t="t" r="r" b="b"/>
                <a:pathLst>
                  <a:path w="53754" h="3371" extrusionOk="0">
                    <a:moveTo>
                      <a:pt x="16761" y="0"/>
                    </a:moveTo>
                    <a:cubicBezTo>
                      <a:pt x="9569" y="0"/>
                      <a:pt x="3601" y="311"/>
                      <a:pt x="0" y="622"/>
                    </a:cubicBezTo>
                    <a:lnTo>
                      <a:pt x="40" y="2759"/>
                    </a:lnTo>
                    <a:cubicBezTo>
                      <a:pt x="7854" y="1665"/>
                      <a:pt x="15848" y="1294"/>
                      <a:pt x="23171" y="1294"/>
                    </a:cubicBezTo>
                    <a:cubicBezTo>
                      <a:pt x="39340" y="1294"/>
                      <a:pt x="52159" y="3130"/>
                      <a:pt x="52159" y="3130"/>
                    </a:cubicBezTo>
                    <a:lnTo>
                      <a:pt x="53754" y="3371"/>
                    </a:lnTo>
                    <a:cubicBezTo>
                      <a:pt x="52430" y="3020"/>
                      <a:pt x="51076" y="2689"/>
                      <a:pt x="49702" y="2368"/>
                    </a:cubicBezTo>
                    <a:cubicBezTo>
                      <a:pt x="38317" y="552"/>
                      <a:pt x="26431" y="0"/>
                      <a:pt x="16761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255" name="Google Shape;16255;p54">
                <a:extLst>
                  <a:ext uri="{FF2B5EF4-FFF2-40B4-BE49-F238E27FC236}">
                    <a16:creationId xmlns:a16="http://schemas.microsoft.com/office/drawing/2014/main" id="{D6C199C8-F12A-9D1C-3082-06B1FB1C6084}"/>
                  </a:ext>
                </a:extLst>
              </p:cNvPr>
              <p:cNvSpPr/>
              <p:nvPr/>
            </p:nvSpPr>
            <p:spPr>
              <a:xfrm>
                <a:off x="-10931" y="4011750"/>
                <a:ext cx="2320297" cy="202656"/>
              </a:xfrm>
              <a:custGeom>
                <a:avLst/>
                <a:gdLst/>
                <a:ahLst/>
                <a:cxnLst/>
                <a:rect l="l" t="t" r="r" b="b"/>
                <a:pathLst>
                  <a:path w="40554" h="3542" extrusionOk="0">
                    <a:moveTo>
                      <a:pt x="10" y="0"/>
                    </a:moveTo>
                    <a:lnTo>
                      <a:pt x="0" y="1565"/>
                    </a:lnTo>
                    <a:cubicBezTo>
                      <a:pt x="1675" y="1485"/>
                      <a:pt x="3631" y="1455"/>
                      <a:pt x="5778" y="1455"/>
                    </a:cubicBezTo>
                    <a:cubicBezTo>
                      <a:pt x="16089" y="1455"/>
                      <a:pt x="30844" y="2297"/>
                      <a:pt x="40553" y="3541"/>
                    </a:cubicBezTo>
                    <a:cubicBezTo>
                      <a:pt x="21546" y="372"/>
                      <a:pt x="1705" y="30"/>
                      <a:pt x="110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6256" name="Google Shape;16256;p54">
            <a:extLst>
              <a:ext uri="{FF2B5EF4-FFF2-40B4-BE49-F238E27FC236}">
                <a16:creationId xmlns:a16="http://schemas.microsoft.com/office/drawing/2014/main" id="{EA10D4BC-1549-F7AA-E72A-A7601A39323C}"/>
              </a:ext>
            </a:extLst>
          </p:cNvPr>
          <p:cNvGrpSpPr/>
          <p:nvPr/>
        </p:nvGrpSpPr>
        <p:grpSpPr>
          <a:xfrm>
            <a:off x="1888320" y="3613504"/>
            <a:ext cx="7318608" cy="1849125"/>
            <a:chOff x="1888320" y="3587521"/>
            <a:chExt cx="7318608" cy="1849125"/>
          </a:xfrm>
        </p:grpSpPr>
        <p:sp>
          <p:nvSpPr>
            <p:cNvPr id="16257" name="Google Shape;16257;p54">
              <a:extLst>
                <a:ext uri="{FF2B5EF4-FFF2-40B4-BE49-F238E27FC236}">
                  <a16:creationId xmlns:a16="http://schemas.microsoft.com/office/drawing/2014/main" id="{F4E48E10-A68E-0266-ACD4-49B9F4AB52E6}"/>
                </a:ext>
              </a:extLst>
            </p:cNvPr>
            <p:cNvSpPr/>
            <p:nvPr/>
          </p:nvSpPr>
          <p:spPr>
            <a:xfrm rot="143046">
              <a:off x="1917384" y="3737863"/>
              <a:ext cx="7260480" cy="1548441"/>
            </a:xfrm>
            <a:custGeom>
              <a:avLst/>
              <a:gdLst/>
              <a:ahLst/>
              <a:cxnLst/>
              <a:rect l="l" t="t" r="r" b="b"/>
              <a:pathLst>
                <a:path w="93506" h="19942" extrusionOk="0">
                  <a:moveTo>
                    <a:pt x="93505" y="1"/>
                  </a:moveTo>
                  <a:cubicBezTo>
                    <a:pt x="93504" y="1"/>
                    <a:pt x="16962" y="15739"/>
                    <a:pt x="1" y="19941"/>
                  </a:cubicBezTo>
                  <a:lnTo>
                    <a:pt x="93375" y="17905"/>
                  </a:lnTo>
                  <a:lnTo>
                    <a:pt x="93505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lt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58" name="Google Shape;16258;p54">
              <a:extLst>
                <a:ext uri="{FF2B5EF4-FFF2-40B4-BE49-F238E27FC236}">
                  <a16:creationId xmlns:a16="http://schemas.microsoft.com/office/drawing/2014/main" id="{6700744A-4B2C-67C6-58AE-FA027871D147}"/>
                </a:ext>
              </a:extLst>
            </p:cNvPr>
            <p:cNvSpPr/>
            <p:nvPr/>
          </p:nvSpPr>
          <p:spPr>
            <a:xfrm rot="143046">
              <a:off x="5997787" y="4442569"/>
              <a:ext cx="3158223" cy="781985"/>
            </a:xfrm>
            <a:custGeom>
              <a:avLst/>
              <a:gdLst/>
              <a:ahLst/>
              <a:cxnLst/>
              <a:rect l="l" t="t" r="r" b="b"/>
              <a:pathLst>
                <a:path w="40674" h="10071" extrusionOk="0">
                  <a:moveTo>
                    <a:pt x="33653" y="10071"/>
                  </a:moveTo>
                  <a:lnTo>
                    <a:pt x="33653" y="10071"/>
                  </a:lnTo>
                  <a:lnTo>
                    <a:pt x="40674" y="9920"/>
                  </a:lnTo>
                  <a:lnTo>
                    <a:pt x="33653" y="10071"/>
                  </a:lnTo>
                  <a:close/>
                  <a:moveTo>
                    <a:pt x="0" y="502"/>
                  </a:moveTo>
                  <a:lnTo>
                    <a:pt x="0" y="502"/>
                  </a:lnTo>
                  <a:cubicBezTo>
                    <a:pt x="803" y="331"/>
                    <a:pt x="1595" y="161"/>
                    <a:pt x="2387" y="0"/>
                  </a:cubicBezTo>
                  <a:cubicBezTo>
                    <a:pt x="1595" y="161"/>
                    <a:pt x="803" y="331"/>
                    <a:pt x="0" y="502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59" name="Google Shape;16259;p54">
              <a:extLst>
                <a:ext uri="{FF2B5EF4-FFF2-40B4-BE49-F238E27FC236}">
                  <a16:creationId xmlns:a16="http://schemas.microsoft.com/office/drawing/2014/main" id="{2A54F159-92F8-9F53-6E26-549ABF9EC23F}"/>
                </a:ext>
              </a:extLst>
            </p:cNvPr>
            <p:cNvSpPr/>
            <p:nvPr/>
          </p:nvSpPr>
          <p:spPr>
            <a:xfrm rot="143046">
              <a:off x="5998047" y="4430090"/>
              <a:ext cx="3158999" cy="794486"/>
            </a:xfrm>
            <a:custGeom>
              <a:avLst/>
              <a:gdLst/>
              <a:ahLst/>
              <a:cxnLst/>
              <a:rect l="l" t="t" r="r" b="b"/>
              <a:pathLst>
                <a:path w="40684" h="10232" extrusionOk="0">
                  <a:moveTo>
                    <a:pt x="3150" y="1"/>
                  </a:moveTo>
                  <a:cubicBezTo>
                    <a:pt x="2899" y="51"/>
                    <a:pt x="2648" y="101"/>
                    <a:pt x="2387" y="161"/>
                  </a:cubicBezTo>
                  <a:cubicBezTo>
                    <a:pt x="1595" y="322"/>
                    <a:pt x="803" y="492"/>
                    <a:pt x="0" y="663"/>
                  </a:cubicBezTo>
                  <a:cubicBezTo>
                    <a:pt x="11716" y="1676"/>
                    <a:pt x="25879" y="6982"/>
                    <a:pt x="33653" y="10232"/>
                  </a:cubicBezTo>
                  <a:lnTo>
                    <a:pt x="40674" y="10081"/>
                  </a:lnTo>
                  <a:lnTo>
                    <a:pt x="40684" y="9409"/>
                  </a:lnTo>
                  <a:cubicBezTo>
                    <a:pt x="38066" y="8286"/>
                    <a:pt x="31947" y="5828"/>
                    <a:pt x="23672" y="3571"/>
                  </a:cubicBezTo>
                  <a:cubicBezTo>
                    <a:pt x="17764" y="1957"/>
                    <a:pt x="10763" y="422"/>
                    <a:pt x="315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0" name="Google Shape;16260;p54">
              <a:extLst>
                <a:ext uri="{FF2B5EF4-FFF2-40B4-BE49-F238E27FC236}">
                  <a16:creationId xmlns:a16="http://schemas.microsoft.com/office/drawing/2014/main" id="{B2B37E4F-4C2A-488C-9E4E-A4A001702CA3}"/>
                </a:ext>
              </a:extLst>
            </p:cNvPr>
            <p:cNvSpPr/>
            <p:nvPr/>
          </p:nvSpPr>
          <p:spPr>
            <a:xfrm rot="143046">
              <a:off x="6673450" y="4294666"/>
              <a:ext cx="2496280" cy="622420"/>
            </a:xfrm>
            <a:custGeom>
              <a:avLst/>
              <a:gdLst/>
              <a:ahLst/>
              <a:cxnLst/>
              <a:rect l="l" t="t" r="r" b="b"/>
              <a:pathLst>
                <a:path w="32149" h="8016" extrusionOk="0">
                  <a:moveTo>
                    <a:pt x="3792" y="1"/>
                  </a:moveTo>
                  <a:cubicBezTo>
                    <a:pt x="2568" y="252"/>
                    <a:pt x="1334" y="512"/>
                    <a:pt x="80" y="773"/>
                  </a:cubicBezTo>
                  <a:lnTo>
                    <a:pt x="0" y="793"/>
                  </a:lnTo>
                  <a:cubicBezTo>
                    <a:pt x="8035" y="1355"/>
                    <a:pt x="22158" y="3792"/>
                    <a:pt x="32128" y="8015"/>
                  </a:cubicBezTo>
                  <a:lnTo>
                    <a:pt x="32148" y="4805"/>
                  </a:lnTo>
                  <a:cubicBezTo>
                    <a:pt x="27133" y="3592"/>
                    <a:pt x="13572" y="482"/>
                    <a:pt x="3792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1" name="Google Shape;16261;p54">
              <a:extLst>
                <a:ext uri="{FF2B5EF4-FFF2-40B4-BE49-F238E27FC236}">
                  <a16:creationId xmlns:a16="http://schemas.microsoft.com/office/drawing/2014/main" id="{23DB275A-7C1B-5544-5E06-0053D25A48A5}"/>
                </a:ext>
              </a:extLst>
            </p:cNvPr>
            <p:cNvSpPr/>
            <p:nvPr/>
          </p:nvSpPr>
          <p:spPr>
            <a:xfrm rot="143046">
              <a:off x="5401255" y="4552724"/>
              <a:ext cx="2533706" cy="668387"/>
            </a:xfrm>
            <a:custGeom>
              <a:avLst/>
              <a:gdLst/>
              <a:ahLst/>
              <a:cxnLst/>
              <a:rect l="l" t="t" r="r" b="b"/>
              <a:pathLst>
                <a:path w="32631" h="8608" extrusionOk="0">
                  <a:moveTo>
                    <a:pt x="21205" y="8607"/>
                  </a:moveTo>
                  <a:cubicBezTo>
                    <a:pt x="21205" y="8607"/>
                    <a:pt x="21205" y="8607"/>
                    <a:pt x="21205" y="8607"/>
                  </a:cubicBezTo>
                  <a:lnTo>
                    <a:pt x="32630" y="8356"/>
                  </a:lnTo>
                  <a:lnTo>
                    <a:pt x="32630" y="8356"/>
                  </a:lnTo>
                  <a:lnTo>
                    <a:pt x="21205" y="8607"/>
                  </a:lnTo>
                  <a:close/>
                  <a:moveTo>
                    <a:pt x="1" y="201"/>
                  </a:moveTo>
                  <a:cubicBezTo>
                    <a:pt x="322" y="131"/>
                    <a:pt x="643" y="61"/>
                    <a:pt x="964" y="1"/>
                  </a:cubicBezTo>
                  <a:cubicBezTo>
                    <a:pt x="643" y="61"/>
                    <a:pt x="322" y="131"/>
                    <a:pt x="1" y="20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2" name="Google Shape;16262;p54">
              <a:extLst>
                <a:ext uri="{FF2B5EF4-FFF2-40B4-BE49-F238E27FC236}">
                  <a16:creationId xmlns:a16="http://schemas.microsoft.com/office/drawing/2014/main" id="{4187D50F-6BEB-1D06-3B77-6F5C089B64EC}"/>
                </a:ext>
              </a:extLst>
            </p:cNvPr>
            <p:cNvSpPr/>
            <p:nvPr/>
          </p:nvSpPr>
          <p:spPr>
            <a:xfrm rot="143046">
              <a:off x="5301147" y="4535112"/>
              <a:ext cx="2634182" cy="683917"/>
            </a:xfrm>
            <a:custGeom>
              <a:avLst/>
              <a:gdLst/>
              <a:ahLst/>
              <a:cxnLst/>
              <a:rect l="l" t="t" r="r" b="b"/>
              <a:pathLst>
                <a:path w="33925" h="8808" extrusionOk="0">
                  <a:moveTo>
                    <a:pt x="3211" y="0"/>
                  </a:moveTo>
                  <a:cubicBezTo>
                    <a:pt x="2890" y="60"/>
                    <a:pt x="2569" y="131"/>
                    <a:pt x="2258" y="201"/>
                  </a:cubicBezTo>
                  <a:cubicBezTo>
                    <a:pt x="1937" y="261"/>
                    <a:pt x="1616" y="331"/>
                    <a:pt x="1295" y="401"/>
                  </a:cubicBezTo>
                  <a:cubicBezTo>
                    <a:pt x="864" y="492"/>
                    <a:pt x="432" y="582"/>
                    <a:pt x="1" y="672"/>
                  </a:cubicBezTo>
                  <a:cubicBezTo>
                    <a:pt x="10804" y="2759"/>
                    <a:pt x="18337" y="6470"/>
                    <a:pt x="22499" y="8807"/>
                  </a:cubicBezTo>
                  <a:lnTo>
                    <a:pt x="33924" y="8556"/>
                  </a:lnTo>
                  <a:cubicBezTo>
                    <a:pt x="24967" y="3902"/>
                    <a:pt x="12359" y="933"/>
                    <a:pt x="3211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3" name="Google Shape;16263;p54">
              <a:extLst>
                <a:ext uri="{FF2B5EF4-FFF2-40B4-BE49-F238E27FC236}">
                  <a16:creationId xmlns:a16="http://schemas.microsoft.com/office/drawing/2014/main" id="{C62B1FE0-CC75-0B4C-CEFA-E209E3EEEC82}"/>
                </a:ext>
              </a:extLst>
            </p:cNvPr>
            <p:cNvSpPr/>
            <p:nvPr/>
          </p:nvSpPr>
          <p:spPr>
            <a:xfrm rot="143046">
              <a:off x="6061508" y="5216857"/>
              <a:ext cx="252431" cy="5513"/>
            </a:xfrm>
            <a:custGeom>
              <a:avLst/>
              <a:gdLst/>
              <a:ahLst/>
              <a:cxnLst/>
              <a:rect l="l" t="t" r="r" b="b"/>
              <a:pathLst>
                <a:path w="3251" h="71" extrusionOk="0">
                  <a:moveTo>
                    <a:pt x="0" y="71"/>
                  </a:moveTo>
                  <a:lnTo>
                    <a:pt x="3250" y="1"/>
                  </a:lnTo>
                  <a:lnTo>
                    <a:pt x="3250" y="1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4" name="Google Shape;16264;p54">
              <a:extLst>
                <a:ext uri="{FF2B5EF4-FFF2-40B4-BE49-F238E27FC236}">
                  <a16:creationId xmlns:a16="http://schemas.microsoft.com/office/drawing/2014/main" id="{82775156-BA54-A5D8-D9A9-7198C9ABDD35}"/>
                </a:ext>
              </a:extLst>
            </p:cNvPr>
            <p:cNvSpPr/>
            <p:nvPr/>
          </p:nvSpPr>
          <p:spPr>
            <a:xfrm rot="143046">
              <a:off x="4636540" y="4632656"/>
              <a:ext cx="1689448" cy="566359"/>
            </a:xfrm>
            <a:custGeom>
              <a:avLst/>
              <a:gdLst/>
              <a:ahLst/>
              <a:cxnLst/>
              <a:rect l="l" t="t" r="r" b="b"/>
              <a:pathLst>
                <a:path w="21758" h="7294" extrusionOk="0">
                  <a:moveTo>
                    <a:pt x="2910" y="1"/>
                  </a:moveTo>
                  <a:cubicBezTo>
                    <a:pt x="1937" y="202"/>
                    <a:pt x="964" y="412"/>
                    <a:pt x="1" y="613"/>
                  </a:cubicBezTo>
                  <a:cubicBezTo>
                    <a:pt x="2709" y="1536"/>
                    <a:pt x="5417" y="2709"/>
                    <a:pt x="7022" y="3381"/>
                  </a:cubicBezTo>
                  <a:cubicBezTo>
                    <a:pt x="12158" y="5528"/>
                    <a:pt x="14134" y="6711"/>
                    <a:pt x="14906" y="7293"/>
                  </a:cubicBezTo>
                  <a:lnTo>
                    <a:pt x="18507" y="7213"/>
                  </a:lnTo>
                  <a:lnTo>
                    <a:pt x="21757" y="7143"/>
                  </a:lnTo>
                  <a:cubicBezTo>
                    <a:pt x="18878" y="4113"/>
                    <a:pt x="9711" y="1335"/>
                    <a:pt x="291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5" name="Google Shape;16265;p54">
              <a:extLst>
                <a:ext uri="{FF2B5EF4-FFF2-40B4-BE49-F238E27FC236}">
                  <a16:creationId xmlns:a16="http://schemas.microsoft.com/office/drawing/2014/main" id="{F9316539-26BE-00D3-870F-7483395475CB}"/>
                </a:ext>
              </a:extLst>
            </p:cNvPr>
            <p:cNvSpPr/>
            <p:nvPr/>
          </p:nvSpPr>
          <p:spPr>
            <a:xfrm rot="143046">
              <a:off x="7395956" y="4106506"/>
              <a:ext cx="1791399" cy="352907"/>
            </a:xfrm>
            <a:custGeom>
              <a:avLst/>
              <a:gdLst/>
              <a:ahLst/>
              <a:cxnLst/>
              <a:rect l="l" t="t" r="r" b="b"/>
              <a:pathLst>
                <a:path w="23071" h="4545" extrusionOk="0">
                  <a:moveTo>
                    <a:pt x="9399" y="1"/>
                  </a:moveTo>
                  <a:cubicBezTo>
                    <a:pt x="8666" y="1"/>
                    <a:pt x="7904" y="11"/>
                    <a:pt x="7112" y="31"/>
                  </a:cubicBezTo>
                  <a:cubicBezTo>
                    <a:pt x="4895" y="482"/>
                    <a:pt x="2518" y="984"/>
                    <a:pt x="0" y="1505"/>
                  </a:cubicBezTo>
                  <a:cubicBezTo>
                    <a:pt x="7573" y="1636"/>
                    <a:pt x="18918" y="2990"/>
                    <a:pt x="23040" y="4545"/>
                  </a:cubicBezTo>
                  <a:lnTo>
                    <a:pt x="23060" y="2749"/>
                  </a:lnTo>
                  <a:lnTo>
                    <a:pt x="23070" y="1154"/>
                  </a:lnTo>
                  <a:cubicBezTo>
                    <a:pt x="23060" y="1154"/>
                    <a:pt x="18767" y="1"/>
                    <a:pt x="9399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6" name="Google Shape;16266;p54">
              <a:extLst>
                <a:ext uri="{FF2B5EF4-FFF2-40B4-BE49-F238E27FC236}">
                  <a16:creationId xmlns:a16="http://schemas.microsoft.com/office/drawing/2014/main" id="{9759DC12-2FDE-5471-1731-6AB4ADC9AD45}"/>
                </a:ext>
              </a:extLst>
            </p:cNvPr>
            <p:cNvSpPr/>
            <p:nvPr/>
          </p:nvSpPr>
          <p:spPr>
            <a:xfrm rot="143046">
              <a:off x="8460094" y="3874023"/>
              <a:ext cx="743860" cy="153509"/>
            </a:xfrm>
            <a:custGeom>
              <a:avLst/>
              <a:gdLst/>
              <a:ahLst/>
              <a:cxnLst/>
              <a:rect l="l" t="t" r="r" b="b"/>
              <a:pathLst>
                <a:path w="9580" h="1977" extrusionOk="0">
                  <a:moveTo>
                    <a:pt x="9569" y="1"/>
                  </a:moveTo>
                  <a:lnTo>
                    <a:pt x="9569" y="11"/>
                  </a:lnTo>
                  <a:lnTo>
                    <a:pt x="9549" y="11"/>
                  </a:lnTo>
                  <a:cubicBezTo>
                    <a:pt x="9228" y="71"/>
                    <a:pt x="5627" y="813"/>
                    <a:pt x="0" y="1977"/>
                  </a:cubicBezTo>
                  <a:cubicBezTo>
                    <a:pt x="4032" y="1887"/>
                    <a:pt x="7443" y="1846"/>
                    <a:pt x="9569" y="1826"/>
                  </a:cubicBezTo>
                  <a:lnTo>
                    <a:pt x="9579" y="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7" name="Google Shape;16267;p54">
              <a:extLst>
                <a:ext uri="{FF2B5EF4-FFF2-40B4-BE49-F238E27FC236}">
                  <a16:creationId xmlns:a16="http://schemas.microsoft.com/office/drawing/2014/main" id="{F5DB6807-091C-3821-AEF8-A2CDE6DD2CDD}"/>
                </a:ext>
              </a:extLst>
            </p:cNvPr>
            <p:cNvSpPr/>
            <p:nvPr/>
          </p:nvSpPr>
          <p:spPr>
            <a:xfrm rot="143046">
              <a:off x="3990951" y="4756076"/>
              <a:ext cx="1383285" cy="396467"/>
            </a:xfrm>
            <a:custGeom>
              <a:avLst/>
              <a:gdLst/>
              <a:ahLst/>
              <a:cxnLst/>
              <a:rect l="l" t="t" r="r" b="b"/>
              <a:pathLst>
                <a:path w="17815" h="5106" extrusionOk="0">
                  <a:moveTo>
                    <a:pt x="1716" y="0"/>
                  </a:moveTo>
                  <a:cubicBezTo>
                    <a:pt x="1134" y="120"/>
                    <a:pt x="562" y="241"/>
                    <a:pt x="1" y="361"/>
                  </a:cubicBezTo>
                  <a:cubicBezTo>
                    <a:pt x="3190" y="1615"/>
                    <a:pt x="11295" y="5106"/>
                    <a:pt x="11295" y="5106"/>
                  </a:cubicBezTo>
                  <a:lnTo>
                    <a:pt x="17815" y="3912"/>
                  </a:lnTo>
                  <a:cubicBezTo>
                    <a:pt x="17815" y="3912"/>
                    <a:pt x="8627" y="1344"/>
                    <a:pt x="1716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8" name="Google Shape;16268;p54">
              <a:extLst>
                <a:ext uri="{FF2B5EF4-FFF2-40B4-BE49-F238E27FC236}">
                  <a16:creationId xmlns:a16="http://schemas.microsoft.com/office/drawing/2014/main" id="{C69D2E30-92B9-88FF-CC95-3CC244C25645}"/>
                </a:ext>
              </a:extLst>
            </p:cNvPr>
            <p:cNvSpPr/>
            <p:nvPr/>
          </p:nvSpPr>
          <p:spPr>
            <a:xfrm rot="143046">
              <a:off x="3540962" y="4844831"/>
              <a:ext cx="784314" cy="331088"/>
            </a:xfrm>
            <a:custGeom>
              <a:avLst/>
              <a:gdLst/>
              <a:ahLst/>
              <a:cxnLst/>
              <a:rect l="l" t="t" r="r" b="b"/>
              <a:pathLst>
                <a:path w="10101" h="4264" extrusionOk="0">
                  <a:moveTo>
                    <a:pt x="4534" y="4264"/>
                  </a:moveTo>
                  <a:cubicBezTo>
                    <a:pt x="4534" y="4264"/>
                    <a:pt x="4534" y="4264"/>
                    <a:pt x="4534" y="4264"/>
                  </a:cubicBezTo>
                  <a:lnTo>
                    <a:pt x="10101" y="4143"/>
                  </a:lnTo>
                  <a:lnTo>
                    <a:pt x="4534" y="4264"/>
                  </a:lnTo>
                  <a:close/>
                  <a:moveTo>
                    <a:pt x="0" y="61"/>
                  </a:moveTo>
                  <a:cubicBezTo>
                    <a:pt x="90" y="41"/>
                    <a:pt x="191" y="21"/>
                    <a:pt x="281" y="1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191" y="21"/>
                    <a:pt x="90" y="41"/>
                    <a:pt x="0" y="6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9" name="Google Shape;16269;p54">
              <a:extLst>
                <a:ext uri="{FF2B5EF4-FFF2-40B4-BE49-F238E27FC236}">
                  <a16:creationId xmlns:a16="http://schemas.microsoft.com/office/drawing/2014/main" id="{9346F9FE-6090-B05D-FA4F-47901EE7E898}"/>
                </a:ext>
              </a:extLst>
            </p:cNvPr>
            <p:cNvSpPr/>
            <p:nvPr/>
          </p:nvSpPr>
          <p:spPr>
            <a:xfrm rot="143046">
              <a:off x="3251978" y="4844116"/>
              <a:ext cx="1328000" cy="331088"/>
            </a:xfrm>
            <a:custGeom>
              <a:avLst/>
              <a:gdLst/>
              <a:ahLst/>
              <a:cxnLst/>
              <a:rect l="l" t="t" r="r" b="b"/>
              <a:pathLst>
                <a:path w="17103" h="4264" extrusionOk="0">
                  <a:moveTo>
                    <a:pt x="4003" y="1"/>
                  </a:moveTo>
                  <a:cubicBezTo>
                    <a:pt x="3913" y="21"/>
                    <a:pt x="3812" y="41"/>
                    <a:pt x="3722" y="61"/>
                  </a:cubicBezTo>
                  <a:cubicBezTo>
                    <a:pt x="2448" y="332"/>
                    <a:pt x="1205" y="603"/>
                    <a:pt x="1" y="873"/>
                  </a:cubicBezTo>
                  <a:cubicBezTo>
                    <a:pt x="1776" y="1545"/>
                    <a:pt x="5648" y="3160"/>
                    <a:pt x="8256" y="4264"/>
                  </a:cubicBezTo>
                  <a:lnTo>
                    <a:pt x="13823" y="4143"/>
                  </a:lnTo>
                  <a:lnTo>
                    <a:pt x="17103" y="4073"/>
                  </a:lnTo>
                  <a:cubicBezTo>
                    <a:pt x="15719" y="3562"/>
                    <a:pt x="9640" y="1335"/>
                    <a:pt x="4003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6270" name="Google Shape;16270;p54">
            <a:extLst>
              <a:ext uri="{FF2B5EF4-FFF2-40B4-BE49-F238E27FC236}">
                <a16:creationId xmlns:a16="http://schemas.microsoft.com/office/drawing/2014/main" id="{0901BD57-3322-8DF8-2977-3CB9F79B055C}"/>
              </a:ext>
            </a:extLst>
          </p:cNvPr>
          <p:cNvGrpSpPr/>
          <p:nvPr/>
        </p:nvGrpSpPr>
        <p:grpSpPr>
          <a:xfrm>
            <a:off x="8170494" y="3043996"/>
            <a:ext cx="507025" cy="1405667"/>
            <a:chOff x="4978550" y="2483100"/>
            <a:chExt cx="87025" cy="241250"/>
          </a:xfrm>
        </p:grpSpPr>
        <p:sp>
          <p:nvSpPr>
            <p:cNvPr id="16271" name="Google Shape;16271;p54">
              <a:extLst>
                <a:ext uri="{FF2B5EF4-FFF2-40B4-BE49-F238E27FC236}">
                  <a16:creationId xmlns:a16="http://schemas.microsoft.com/office/drawing/2014/main" id="{F22673BC-4C45-F270-513B-D14A665ADF27}"/>
                </a:ext>
              </a:extLst>
            </p:cNvPr>
            <p:cNvSpPr/>
            <p:nvPr/>
          </p:nvSpPr>
          <p:spPr>
            <a:xfrm>
              <a:off x="5012150" y="2502650"/>
              <a:ext cx="1025" cy="13825"/>
            </a:xfrm>
            <a:custGeom>
              <a:avLst/>
              <a:gdLst/>
              <a:ahLst/>
              <a:cxnLst/>
              <a:rect l="l" t="t" r="r" b="b"/>
              <a:pathLst>
                <a:path w="41" h="553" extrusionOk="0">
                  <a:moveTo>
                    <a:pt x="0" y="1"/>
                  </a:moveTo>
                  <a:lnTo>
                    <a:pt x="0" y="553"/>
                  </a:lnTo>
                  <a:lnTo>
                    <a:pt x="41" y="553"/>
                  </a:lnTo>
                  <a:lnTo>
                    <a:pt x="4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2" name="Google Shape;16272;p54">
              <a:extLst>
                <a:ext uri="{FF2B5EF4-FFF2-40B4-BE49-F238E27FC236}">
                  <a16:creationId xmlns:a16="http://schemas.microsoft.com/office/drawing/2014/main" id="{45D6AA62-2BB8-0A0F-D045-5AABC53C2C86}"/>
                </a:ext>
              </a:extLst>
            </p:cNvPr>
            <p:cNvSpPr/>
            <p:nvPr/>
          </p:nvSpPr>
          <p:spPr>
            <a:xfrm>
              <a:off x="4999350" y="2511675"/>
              <a:ext cx="13575" cy="5300"/>
            </a:xfrm>
            <a:custGeom>
              <a:avLst/>
              <a:gdLst/>
              <a:ahLst/>
              <a:cxnLst/>
              <a:rect l="l" t="t" r="r" b="b"/>
              <a:pathLst>
                <a:path w="543" h="212" extrusionOk="0">
                  <a:moveTo>
                    <a:pt x="11" y="1"/>
                  </a:moveTo>
                  <a:lnTo>
                    <a:pt x="1" y="41"/>
                  </a:lnTo>
                  <a:lnTo>
                    <a:pt x="522" y="212"/>
                  </a:lnTo>
                  <a:lnTo>
                    <a:pt x="543" y="171"/>
                  </a:lnTo>
                  <a:lnTo>
                    <a:pt x="1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3" name="Google Shape;16273;p54">
              <a:extLst>
                <a:ext uri="{FF2B5EF4-FFF2-40B4-BE49-F238E27FC236}">
                  <a16:creationId xmlns:a16="http://schemas.microsoft.com/office/drawing/2014/main" id="{D6CF38CB-3DEA-3783-F64C-AC6C94A57A01}"/>
                </a:ext>
              </a:extLst>
            </p:cNvPr>
            <p:cNvSpPr/>
            <p:nvPr/>
          </p:nvSpPr>
          <p:spPr>
            <a:xfrm>
              <a:off x="5004125" y="2515950"/>
              <a:ext cx="9050" cy="11800"/>
            </a:xfrm>
            <a:custGeom>
              <a:avLst/>
              <a:gdLst/>
              <a:ahLst/>
              <a:cxnLst/>
              <a:rect l="l" t="t" r="r" b="b"/>
              <a:pathLst>
                <a:path w="362" h="472" extrusionOk="0">
                  <a:moveTo>
                    <a:pt x="321" y="0"/>
                  </a:moveTo>
                  <a:lnTo>
                    <a:pt x="0" y="452"/>
                  </a:lnTo>
                  <a:lnTo>
                    <a:pt x="31" y="472"/>
                  </a:lnTo>
                  <a:lnTo>
                    <a:pt x="362" y="31"/>
                  </a:lnTo>
                  <a:lnTo>
                    <a:pt x="32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4" name="Google Shape;16274;p54">
              <a:extLst>
                <a:ext uri="{FF2B5EF4-FFF2-40B4-BE49-F238E27FC236}">
                  <a16:creationId xmlns:a16="http://schemas.microsoft.com/office/drawing/2014/main" id="{A9A40DB2-A154-345B-8439-72E85CD811A2}"/>
                </a:ext>
              </a:extLst>
            </p:cNvPr>
            <p:cNvSpPr/>
            <p:nvPr/>
          </p:nvSpPr>
          <p:spPr>
            <a:xfrm>
              <a:off x="5012150" y="2515950"/>
              <a:ext cx="9050" cy="11800"/>
            </a:xfrm>
            <a:custGeom>
              <a:avLst/>
              <a:gdLst/>
              <a:ahLst/>
              <a:cxnLst/>
              <a:rect l="l" t="t" r="r" b="b"/>
              <a:pathLst>
                <a:path w="362" h="472" extrusionOk="0">
                  <a:moveTo>
                    <a:pt x="41" y="0"/>
                  </a:moveTo>
                  <a:lnTo>
                    <a:pt x="0" y="31"/>
                  </a:lnTo>
                  <a:lnTo>
                    <a:pt x="331" y="472"/>
                  </a:lnTo>
                  <a:lnTo>
                    <a:pt x="362" y="452"/>
                  </a:lnTo>
                  <a:lnTo>
                    <a:pt x="4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5" name="Google Shape;16275;p54">
              <a:extLst>
                <a:ext uri="{FF2B5EF4-FFF2-40B4-BE49-F238E27FC236}">
                  <a16:creationId xmlns:a16="http://schemas.microsoft.com/office/drawing/2014/main" id="{F18E335E-76A6-6582-2B73-55268AC0B460}"/>
                </a:ext>
              </a:extLst>
            </p:cNvPr>
            <p:cNvSpPr/>
            <p:nvPr/>
          </p:nvSpPr>
          <p:spPr>
            <a:xfrm>
              <a:off x="5012400" y="2511675"/>
              <a:ext cx="13575" cy="5300"/>
            </a:xfrm>
            <a:custGeom>
              <a:avLst/>
              <a:gdLst/>
              <a:ahLst/>
              <a:cxnLst/>
              <a:rect l="l" t="t" r="r" b="b"/>
              <a:pathLst>
                <a:path w="543" h="212" extrusionOk="0">
                  <a:moveTo>
                    <a:pt x="532" y="1"/>
                  </a:moveTo>
                  <a:lnTo>
                    <a:pt x="0" y="171"/>
                  </a:lnTo>
                  <a:lnTo>
                    <a:pt x="21" y="212"/>
                  </a:lnTo>
                  <a:lnTo>
                    <a:pt x="542" y="41"/>
                  </a:lnTo>
                  <a:lnTo>
                    <a:pt x="53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6" name="Google Shape;16276;p54">
              <a:extLst>
                <a:ext uri="{FF2B5EF4-FFF2-40B4-BE49-F238E27FC236}">
                  <a16:creationId xmlns:a16="http://schemas.microsoft.com/office/drawing/2014/main" id="{26280A79-6566-5C71-1EF8-DD53C56911AA}"/>
                </a:ext>
              </a:extLst>
            </p:cNvPr>
            <p:cNvSpPr/>
            <p:nvPr/>
          </p:nvSpPr>
          <p:spPr>
            <a:xfrm>
              <a:off x="4986575" y="2491000"/>
              <a:ext cx="52175" cy="50550"/>
            </a:xfrm>
            <a:custGeom>
              <a:avLst/>
              <a:gdLst/>
              <a:ahLst/>
              <a:cxnLst/>
              <a:rect l="l" t="t" r="r" b="b"/>
              <a:pathLst>
                <a:path w="2087" h="2022" extrusionOk="0">
                  <a:moveTo>
                    <a:pt x="1043" y="46"/>
                  </a:moveTo>
                  <a:cubicBezTo>
                    <a:pt x="1144" y="46"/>
                    <a:pt x="1244" y="66"/>
                    <a:pt x="1344" y="96"/>
                  </a:cubicBezTo>
                  <a:cubicBezTo>
                    <a:pt x="1595" y="176"/>
                    <a:pt x="1796" y="346"/>
                    <a:pt x="1906" y="577"/>
                  </a:cubicBezTo>
                  <a:cubicBezTo>
                    <a:pt x="2026" y="808"/>
                    <a:pt x="2047" y="1069"/>
                    <a:pt x="1966" y="1319"/>
                  </a:cubicBezTo>
                  <a:cubicBezTo>
                    <a:pt x="1886" y="1560"/>
                    <a:pt x="1705" y="1761"/>
                    <a:pt x="1475" y="1881"/>
                  </a:cubicBezTo>
                  <a:cubicBezTo>
                    <a:pt x="1342" y="1950"/>
                    <a:pt x="1199" y="1983"/>
                    <a:pt x="1056" y="1983"/>
                  </a:cubicBezTo>
                  <a:cubicBezTo>
                    <a:pt x="951" y="1983"/>
                    <a:pt x="845" y="1965"/>
                    <a:pt x="743" y="1931"/>
                  </a:cubicBezTo>
                  <a:cubicBezTo>
                    <a:pt x="492" y="1851"/>
                    <a:pt x="291" y="1681"/>
                    <a:pt x="181" y="1450"/>
                  </a:cubicBezTo>
                  <a:cubicBezTo>
                    <a:pt x="60" y="1219"/>
                    <a:pt x="40" y="958"/>
                    <a:pt x="121" y="708"/>
                  </a:cubicBezTo>
                  <a:cubicBezTo>
                    <a:pt x="201" y="467"/>
                    <a:pt x="371" y="266"/>
                    <a:pt x="602" y="146"/>
                  </a:cubicBezTo>
                  <a:cubicBezTo>
                    <a:pt x="743" y="76"/>
                    <a:pt x="893" y="46"/>
                    <a:pt x="1043" y="46"/>
                  </a:cubicBezTo>
                  <a:close/>
                  <a:moveTo>
                    <a:pt x="1042" y="0"/>
                  </a:moveTo>
                  <a:cubicBezTo>
                    <a:pt x="887" y="0"/>
                    <a:pt x="734" y="39"/>
                    <a:pt x="592" y="116"/>
                  </a:cubicBezTo>
                  <a:cubicBezTo>
                    <a:pt x="341" y="236"/>
                    <a:pt x="171" y="437"/>
                    <a:pt x="81" y="698"/>
                  </a:cubicBezTo>
                  <a:cubicBezTo>
                    <a:pt x="0" y="958"/>
                    <a:pt x="20" y="1229"/>
                    <a:pt x="141" y="1470"/>
                  </a:cubicBezTo>
                  <a:cubicBezTo>
                    <a:pt x="261" y="1711"/>
                    <a:pt x="472" y="1891"/>
                    <a:pt x="722" y="1971"/>
                  </a:cubicBezTo>
                  <a:cubicBezTo>
                    <a:pt x="833" y="2012"/>
                    <a:pt x="933" y="2022"/>
                    <a:pt x="1043" y="2022"/>
                  </a:cubicBezTo>
                  <a:cubicBezTo>
                    <a:pt x="1194" y="2022"/>
                    <a:pt x="1354" y="1991"/>
                    <a:pt x="1495" y="1921"/>
                  </a:cubicBezTo>
                  <a:cubicBezTo>
                    <a:pt x="1736" y="1801"/>
                    <a:pt x="1916" y="1590"/>
                    <a:pt x="2006" y="1329"/>
                  </a:cubicBezTo>
                  <a:cubicBezTo>
                    <a:pt x="2087" y="1079"/>
                    <a:pt x="2067" y="798"/>
                    <a:pt x="1946" y="557"/>
                  </a:cubicBezTo>
                  <a:cubicBezTo>
                    <a:pt x="1826" y="316"/>
                    <a:pt x="1615" y="136"/>
                    <a:pt x="1364" y="56"/>
                  </a:cubicBezTo>
                  <a:cubicBezTo>
                    <a:pt x="1258" y="19"/>
                    <a:pt x="1149" y="0"/>
                    <a:pt x="104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7" name="Google Shape;16277;p54">
              <a:extLst>
                <a:ext uri="{FF2B5EF4-FFF2-40B4-BE49-F238E27FC236}">
                  <a16:creationId xmlns:a16="http://schemas.microsoft.com/office/drawing/2014/main" id="{5D1D1B5C-A385-B22D-0F9D-C6CE9CC74C1A}"/>
                </a:ext>
              </a:extLst>
            </p:cNvPr>
            <p:cNvSpPr/>
            <p:nvPr/>
          </p:nvSpPr>
          <p:spPr>
            <a:xfrm>
              <a:off x="5011150" y="2536500"/>
              <a:ext cx="3775" cy="187850"/>
            </a:xfrm>
            <a:custGeom>
              <a:avLst/>
              <a:gdLst/>
              <a:ahLst/>
              <a:cxnLst/>
              <a:rect l="l" t="t" r="r" b="b"/>
              <a:pathLst>
                <a:path w="151" h="7514" extrusionOk="0">
                  <a:moveTo>
                    <a:pt x="60" y="1"/>
                  </a:moveTo>
                  <a:cubicBezTo>
                    <a:pt x="20" y="1"/>
                    <a:pt x="0" y="31"/>
                    <a:pt x="0" y="61"/>
                  </a:cubicBezTo>
                  <a:lnTo>
                    <a:pt x="20" y="7454"/>
                  </a:lnTo>
                  <a:cubicBezTo>
                    <a:pt x="20" y="7494"/>
                    <a:pt x="50" y="7514"/>
                    <a:pt x="81" y="7514"/>
                  </a:cubicBezTo>
                  <a:cubicBezTo>
                    <a:pt x="121" y="7514"/>
                    <a:pt x="151" y="7494"/>
                    <a:pt x="151" y="7454"/>
                  </a:cubicBezTo>
                  <a:lnTo>
                    <a:pt x="121" y="61"/>
                  </a:lnTo>
                  <a:cubicBezTo>
                    <a:pt x="121" y="31"/>
                    <a:pt x="91" y="1"/>
                    <a:pt x="6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8" name="Google Shape;16278;p54">
              <a:extLst>
                <a:ext uri="{FF2B5EF4-FFF2-40B4-BE49-F238E27FC236}">
                  <a16:creationId xmlns:a16="http://schemas.microsoft.com/office/drawing/2014/main" id="{1211CE6B-CDF7-2CE4-84A2-5C5FD2ED2D75}"/>
                </a:ext>
              </a:extLst>
            </p:cNvPr>
            <p:cNvSpPr/>
            <p:nvPr/>
          </p:nvSpPr>
          <p:spPr>
            <a:xfrm>
              <a:off x="4978800" y="2555075"/>
              <a:ext cx="74000" cy="168275"/>
            </a:xfrm>
            <a:custGeom>
              <a:avLst/>
              <a:gdLst/>
              <a:ahLst/>
              <a:cxnLst/>
              <a:rect l="l" t="t" r="r" b="b"/>
              <a:pathLst>
                <a:path w="2960" h="6731" extrusionOk="0">
                  <a:moveTo>
                    <a:pt x="1354" y="0"/>
                  </a:moveTo>
                  <a:cubicBezTo>
                    <a:pt x="1324" y="0"/>
                    <a:pt x="1294" y="20"/>
                    <a:pt x="1294" y="50"/>
                  </a:cubicBezTo>
                  <a:lnTo>
                    <a:pt x="0" y="6640"/>
                  </a:lnTo>
                  <a:cubicBezTo>
                    <a:pt x="0" y="6681"/>
                    <a:pt x="20" y="6711"/>
                    <a:pt x="51" y="6721"/>
                  </a:cubicBezTo>
                  <a:cubicBezTo>
                    <a:pt x="91" y="6721"/>
                    <a:pt x="121" y="6701"/>
                    <a:pt x="131" y="6671"/>
                  </a:cubicBezTo>
                  <a:lnTo>
                    <a:pt x="1365" y="371"/>
                  </a:lnTo>
                  <a:lnTo>
                    <a:pt x="2829" y="6681"/>
                  </a:lnTo>
                  <a:cubicBezTo>
                    <a:pt x="2839" y="6711"/>
                    <a:pt x="2859" y="6731"/>
                    <a:pt x="2889" y="6731"/>
                  </a:cubicBezTo>
                  <a:lnTo>
                    <a:pt x="2899" y="6731"/>
                  </a:lnTo>
                  <a:cubicBezTo>
                    <a:pt x="2939" y="6721"/>
                    <a:pt x="2959" y="6691"/>
                    <a:pt x="2949" y="6650"/>
                  </a:cubicBezTo>
                  <a:lnTo>
                    <a:pt x="1415" y="50"/>
                  </a:lnTo>
                  <a:cubicBezTo>
                    <a:pt x="1405" y="20"/>
                    <a:pt x="1385" y="0"/>
                    <a:pt x="1354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9" name="Google Shape;16279;p54">
              <a:extLst>
                <a:ext uri="{FF2B5EF4-FFF2-40B4-BE49-F238E27FC236}">
                  <a16:creationId xmlns:a16="http://schemas.microsoft.com/office/drawing/2014/main" id="{53E117F5-AA9B-5369-AA70-01A9AC159F6C}"/>
                </a:ext>
              </a:extLst>
            </p:cNvPr>
            <p:cNvSpPr/>
            <p:nvPr/>
          </p:nvSpPr>
          <p:spPr>
            <a:xfrm>
              <a:off x="4987575" y="2670675"/>
              <a:ext cx="54950" cy="3275"/>
            </a:xfrm>
            <a:custGeom>
              <a:avLst/>
              <a:gdLst/>
              <a:ahLst/>
              <a:cxnLst/>
              <a:rect l="l" t="t" r="r" b="b"/>
              <a:pathLst>
                <a:path w="2198" h="131" extrusionOk="0">
                  <a:moveTo>
                    <a:pt x="61" y="0"/>
                  </a:moveTo>
                  <a:cubicBezTo>
                    <a:pt x="20" y="0"/>
                    <a:pt x="0" y="30"/>
                    <a:pt x="0" y="70"/>
                  </a:cubicBezTo>
                  <a:cubicBezTo>
                    <a:pt x="0" y="101"/>
                    <a:pt x="20" y="131"/>
                    <a:pt x="61" y="131"/>
                  </a:cubicBezTo>
                  <a:lnTo>
                    <a:pt x="2127" y="131"/>
                  </a:lnTo>
                  <a:cubicBezTo>
                    <a:pt x="2167" y="131"/>
                    <a:pt x="2197" y="101"/>
                    <a:pt x="2197" y="70"/>
                  </a:cubicBezTo>
                  <a:cubicBezTo>
                    <a:pt x="2197" y="30"/>
                    <a:pt x="2167" y="0"/>
                    <a:pt x="2127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0" name="Google Shape;16280;p54">
              <a:extLst>
                <a:ext uri="{FF2B5EF4-FFF2-40B4-BE49-F238E27FC236}">
                  <a16:creationId xmlns:a16="http://schemas.microsoft.com/office/drawing/2014/main" id="{5FB5408E-56B9-CE83-EF66-D5055E0E576F}"/>
                </a:ext>
              </a:extLst>
            </p:cNvPr>
            <p:cNvSpPr/>
            <p:nvPr/>
          </p:nvSpPr>
          <p:spPr>
            <a:xfrm>
              <a:off x="4998600" y="2618500"/>
              <a:ext cx="30375" cy="105850"/>
            </a:xfrm>
            <a:custGeom>
              <a:avLst/>
              <a:gdLst/>
              <a:ahLst/>
              <a:cxnLst/>
              <a:rect l="l" t="t" r="r" b="b"/>
              <a:pathLst>
                <a:path w="1215" h="4234" extrusionOk="0">
                  <a:moveTo>
                    <a:pt x="1074" y="121"/>
                  </a:moveTo>
                  <a:lnTo>
                    <a:pt x="593" y="3692"/>
                  </a:lnTo>
                  <a:lnTo>
                    <a:pt x="141" y="121"/>
                  </a:lnTo>
                  <a:close/>
                  <a:moveTo>
                    <a:pt x="71" y="1"/>
                  </a:moveTo>
                  <a:cubicBezTo>
                    <a:pt x="51" y="1"/>
                    <a:pt x="31" y="1"/>
                    <a:pt x="21" y="21"/>
                  </a:cubicBezTo>
                  <a:cubicBezTo>
                    <a:pt x="11" y="31"/>
                    <a:pt x="1" y="51"/>
                    <a:pt x="1" y="71"/>
                  </a:cubicBezTo>
                  <a:lnTo>
                    <a:pt x="522" y="4184"/>
                  </a:lnTo>
                  <a:cubicBezTo>
                    <a:pt x="532" y="4214"/>
                    <a:pt x="552" y="4234"/>
                    <a:pt x="583" y="4234"/>
                  </a:cubicBezTo>
                  <a:cubicBezTo>
                    <a:pt x="623" y="4234"/>
                    <a:pt x="643" y="4214"/>
                    <a:pt x="653" y="4184"/>
                  </a:cubicBezTo>
                  <a:lnTo>
                    <a:pt x="1214" y="71"/>
                  </a:lnTo>
                  <a:cubicBezTo>
                    <a:pt x="1214" y="51"/>
                    <a:pt x="1214" y="31"/>
                    <a:pt x="1194" y="21"/>
                  </a:cubicBezTo>
                  <a:cubicBezTo>
                    <a:pt x="1184" y="1"/>
                    <a:pt x="1174" y="1"/>
                    <a:pt x="1154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1" name="Google Shape;16281;p54">
              <a:extLst>
                <a:ext uri="{FF2B5EF4-FFF2-40B4-BE49-F238E27FC236}">
                  <a16:creationId xmlns:a16="http://schemas.microsoft.com/office/drawing/2014/main" id="{9EEA159F-7A3A-1437-BA1F-74D238B7665D}"/>
                </a:ext>
              </a:extLst>
            </p:cNvPr>
            <p:cNvSpPr/>
            <p:nvPr/>
          </p:nvSpPr>
          <p:spPr>
            <a:xfrm>
              <a:off x="5001125" y="2587425"/>
              <a:ext cx="24600" cy="3025"/>
            </a:xfrm>
            <a:custGeom>
              <a:avLst/>
              <a:gdLst/>
              <a:ahLst/>
              <a:cxnLst/>
              <a:rect l="l" t="t" r="r" b="b"/>
              <a:pathLst>
                <a:path w="984" h="121" extrusionOk="0">
                  <a:moveTo>
                    <a:pt x="70" y="0"/>
                  </a:moveTo>
                  <a:cubicBezTo>
                    <a:pt x="30" y="0"/>
                    <a:pt x="0" y="30"/>
                    <a:pt x="0" y="60"/>
                  </a:cubicBezTo>
                  <a:cubicBezTo>
                    <a:pt x="0" y="100"/>
                    <a:pt x="30" y="121"/>
                    <a:pt x="70" y="121"/>
                  </a:cubicBezTo>
                  <a:lnTo>
                    <a:pt x="913" y="121"/>
                  </a:lnTo>
                  <a:cubicBezTo>
                    <a:pt x="953" y="121"/>
                    <a:pt x="983" y="100"/>
                    <a:pt x="983" y="60"/>
                  </a:cubicBezTo>
                  <a:cubicBezTo>
                    <a:pt x="983" y="30"/>
                    <a:pt x="953" y="0"/>
                    <a:pt x="913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2" name="Google Shape;16282;p54">
              <a:extLst>
                <a:ext uri="{FF2B5EF4-FFF2-40B4-BE49-F238E27FC236}">
                  <a16:creationId xmlns:a16="http://schemas.microsoft.com/office/drawing/2014/main" id="{E017DE5D-2C48-F1CF-718A-3B5B2B70BEC0}"/>
                </a:ext>
              </a:extLst>
            </p:cNvPr>
            <p:cNvSpPr/>
            <p:nvPr/>
          </p:nvSpPr>
          <p:spPr>
            <a:xfrm>
              <a:off x="5001125" y="2588425"/>
              <a:ext cx="24600" cy="2025"/>
            </a:xfrm>
            <a:custGeom>
              <a:avLst/>
              <a:gdLst/>
              <a:ahLst/>
              <a:cxnLst/>
              <a:rect l="l" t="t" r="r" b="b"/>
              <a:pathLst>
                <a:path w="984" h="81" extrusionOk="0">
                  <a:moveTo>
                    <a:pt x="973" y="0"/>
                  </a:moveTo>
                  <a:cubicBezTo>
                    <a:pt x="973" y="30"/>
                    <a:pt x="943" y="50"/>
                    <a:pt x="913" y="50"/>
                  </a:cubicBezTo>
                  <a:lnTo>
                    <a:pt x="60" y="50"/>
                  </a:lnTo>
                  <a:cubicBezTo>
                    <a:pt x="40" y="50"/>
                    <a:pt x="10" y="30"/>
                    <a:pt x="0" y="10"/>
                  </a:cubicBezTo>
                  <a:lnTo>
                    <a:pt x="0" y="20"/>
                  </a:lnTo>
                  <a:cubicBezTo>
                    <a:pt x="0" y="60"/>
                    <a:pt x="30" y="81"/>
                    <a:pt x="70" y="81"/>
                  </a:cubicBezTo>
                  <a:lnTo>
                    <a:pt x="913" y="81"/>
                  </a:lnTo>
                  <a:cubicBezTo>
                    <a:pt x="953" y="81"/>
                    <a:pt x="983" y="60"/>
                    <a:pt x="983" y="20"/>
                  </a:cubicBezTo>
                  <a:lnTo>
                    <a:pt x="973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3" name="Google Shape;16283;p54">
              <a:extLst>
                <a:ext uri="{FF2B5EF4-FFF2-40B4-BE49-F238E27FC236}">
                  <a16:creationId xmlns:a16="http://schemas.microsoft.com/office/drawing/2014/main" id="{338C2E41-5DB9-1394-9A20-F0FB06A50481}"/>
                </a:ext>
              </a:extLst>
            </p:cNvPr>
            <p:cNvSpPr/>
            <p:nvPr/>
          </p:nvSpPr>
          <p:spPr>
            <a:xfrm>
              <a:off x="4978550" y="2618450"/>
              <a:ext cx="74250" cy="104900"/>
            </a:xfrm>
            <a:custGeom>
              <a:avLst/>
              <a:gdLst/>
              <a:ahLst/>
              <a:cxnLst/>
              <a:rect l="l" t="t" r="r" b="b"/>
              <a:pathLst>
                <a:path w="2970" h="4196" extrusionOk="0">
                  <a:moveTo>
                    <a:pt x="1390" y="0"/>
                  </a:moveTo>
                  <a:cubicBezTo>
                    <a:pt x="1385" y="0"/>
                    <a:pt x="1380" y="1"/>
                    <a:pt x="1375" y="3"/>
                  </a:cubicBezTo>
                  <a:cubicBezTo>
                    <a:pt x="1344" y="3"/>
                    <a:pt x="1324" y="13"/>
                    <a:pt x="1314" y="43"/>
                  </a:cubicBezTo>
                  <a:lnTo>
                    <a:pt x="10" y="4105"/>
                  </a:lnTo>
                  <a:cubicBezTo>
                    <a:pt x="0" y="4136"/>
                    <a:pt x="20" y="4176"/>
                    <a:pt x="61" y="4186"/>
                  </a:cubicBezTo>
                  <a:cubicBezTo>
                    <a:pt x="66" y="4187"/>
                    <a:pt x="71" y="4188"/>
                    <a:pt x="76" y="4188"/>
                  </a:cubicBezTo>
                  <a:cubicBezTo>
                    <a:pt x="101" y="4188"/>
                    <a:pt x="124" y="4170"/>
                    <a:pt x="141" y="4146"/>
                  </a:cubicBezTo>
                  <a:lnTo>
                    <a:pt x="1385" y="254"/>
                  </a:lnTo>
                  <a:lnTo>
                    <a:pt x="2839" y="4156"/>
                  </a:lnTo>
                  <a:cubicBezTo>
                    <a:pt x="2849" y="4176"/>
                    <a:pt x="2879" y="4196"/>
                    <a:pt x="2899" y="4196"/>
                  </a:cubicBezTo>
                  <a:lnTo>
                    <a:pt x="2919" y="4186"/>
                  </a:lnTo>
                  <a:cubicBezTo>
                    <a:pt x="2959" y="4176"/>
                    <a:pt x="2969" y="4146"/>
                    <a:pt x="2959" y="4105"/>
                  </a:cubicBezTo>
                  <a:lnTo>
                    <a:pt x="1435" y="43"/>
                  </a:lnTo>
                  <a:cubicBezTo>
                    <a:pt x="1426" y="18"/>
                    <a:pt x="1411" y="0"/>
                    <a:pt x="139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4" name="Google Shape;16284;p54">
              <a:extLst>
                <a:ext uri="{FF2B5EF4-FFF2-40B4-BE49-F238E27FC236}">
                  <a16:creationId xmlns:a16="http://schemas.microsoft.com/office/drawing/2014/main" id="{3BE0C294-B981-1BAA-D6B5-7E0D0BA5C66B}"/>
                </a:ext>
              </a:extLst>
            </p:cNvPr>
            <p:cNvSpPr/>
            <p:nvPr/>
          </p:nvSpPr>
          <p:spPr>
            <a:xfrm>
              <a:off x="5011150" y="2514700"/>
              <a:ext cx="3025" cy="44400"/>
            </a:xfrm>
            <a:custGeom>
              <a:avLst/>
              <a:gdLst/>
              <a:ahLst/>
              <a:cxnLst/>
              <a:rect l="l" t="t" r="r" b="b"/>
              <a:pathLst>
                <a:path w="121" h="1776" extrusionOk="0">
                  <a:moveTo>
                    <a:pt x="60" y="0"/>
                  </a:moveTo>
                  <a:cubicBezTo>
                    <a:pt x="20" y="0"/>
                    <a:pt x="0" y="30"/>
                    <a:pt x="0" y="71"/>
                  </a:cubicBezTo>
                  <a:lnTo>
                    <a:pt x="0" y="1716"/>
                  </a:lnTo>
                  <a:cubicBezTo>
                    <a:pt x="0" y="1746"/>
                    <a:pt x="20" y="1776"/>
                    <a:pt x="60" y="1776"/>
                  </a:cubicBezTo>
                  <a:cubicBezTo>
                    <a:pt x="91" y="1776"/>
                    <a:pt x="121" y="1746"/>
                    <a:pt x="121" y="1716"/>
                  </a:cubicBezTo>
                  <a:lnTo>
                    <a:pt x="121" y="71"/>
                  </a:lnTo>
                  <a:cubicBezTo>
                    <a:pt x="121" y="30"/>
                    <a:pt x="91" y="0"/>
                    <a:pt x="6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5" name="Google Shape;16285;p54">
              <a:extLst>
                <a:ext uri="{FF2B5EF4-FFF2-40B4-BE49-F238E27FC236}">
                  <a16:creationId xmlns:a16="http://schemas.microsoft.com/office/drawing/2014/main" id="{4886DFE7-A0CE-DCA8-BBEB-2822A547D30E}"/>
                </a:ext>
              </a:extLst>
            </p:cNvPr>
            <p:cNvSpPr/>
            <p:nvPr/>
          </p:nvSpPr>
          <p:spPr>
            <a:xfrm>
              <a:off x="5007875" y="2512200"/>
              <a:ext cx="9575" cy="8425"/>
            </a:xfrm>
            <a:custGeom>
              <a:avLst/>
              <a:gdLst/>
              <a:ahLst/>
              <a:cxnLst/>
              <a:rect l="l" t="t" r="r" b="b"/>
              <a:pathLst>
                <a:path w="383" h="337" extrusionOk="0">
                  <a:moveTo>
                    <a:pt x="182" y="0"/>
                  </a:moveTo>
                  <a:cubicBezTo>
                    <a:pt x="114" y="0"/>
                    <a:pt x="54" y="40"/>
                    <a:pt x="31" y="110"/>
                  </a:cubicBezTo>
                  <a:cubicBezTo>
                    <a:pt x="1" y="201"/>
                    <a:pt x="51" y="301"/>
                    <a:pt x="141" y="331"/>
                  </a:cubicBezTo>
                  <a:cubicBezTo>
                    <a:pt x="155" y="334"/>
                    <a:pt x="169" y="336"/>
                    <a:pt x="183" y="336"/>
                  </a:cubicBezTo>
                  <a:cubicBezTo>
                    <a:pt x="253" y="336"/>
                    <a:pt x="327" y="296"/>
                    <a:pt x="352" y="221"/>
                  </a:cubicBezTo>
                  <a:cubicBezTo>
                    <a:pt x="382" y="130"/>
                    <a:pt x="332" y="40"/>
                    <a:pt x="242" y="10"/>
                  </a:cubicBezTo>
                  <a:cubicBezTo>
                    <a:pt x="222" y="3"/>
                    <a:pt x="202" y="0"/>
                    <a:pt x="18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6" name="Google Shape;16286;p54">
              <a:extLst>
                <a:ext uri="{FF2B5EF4-FFF2-40B4-BE49-F238E27FC236}">
                  <a16:creationId xmlns:a16="http://schemas.microsoft.com/office/drawing/2014/main" id="{5D781FC3-A14C-5199-0B7E-03C7F9C2FD8B}"/>
                </a:ext>
              </a:extLst>
            </p:cNvPr>
            <p:cNvSpPr/>
            <p:nvPr/>
          </p:nvSpPr>
          <p:spPr>
            <a:xfrm>
              <a:off x="5014900" y="2483850"/>
              <a:ext cx="10825" cy="22100"/>
            </a:xfrm>
            <a:custGeom>
              <a:avLst/>
              <a:gdLst/>
              <a:ahLst/>
              <a:cxnLst/>
              <a:rect l="l" t="t" r="r" b="b"/>
              <a:pathLst>
                <a:path w="433" h="884" extrusionOk="0">
                  <a:moveTo>
                    <a:pt x="221" y="1"/>
                  </a:moveTo>
                  <a:lnTo>
                    <a:pt x="1" y="843"/>
                  </a:lnTo>
                  <a:lnTo>
                    <a:pt x="111" y="883"/>
                  </a:lnTo>
                  <a:lnTo>
                    <a:pt x="432" y="71"/>
                  </a:lnTo>
                  <a:lnTo>
                    <a:pt x="22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7" name="Google Shape;16287;p54">
              <a:extLst>
                <a:ext uri="{FF2B5EF4-FFF2-40B4-BE49-F238E27FC236}">
                  <a16:creationId xmlns:a16="http://schemas.microsoft.com/office/drawing/2014/main" id="{ABE6097A-0B0B-802F-452D-B396677756F8}"/>
                </a:ext>
              </a:extLst>
            </p:cNvPr>
            <p:cNvSpPr/>
            <p:nvPr/>
          </p:nvSpPr>
          <p:spPr>
            <a:xfrm>
              <a:off x="5010150" y="2483100"/>
              <a:ext cx="5525" cy="21850"/>
            </a:xfrm>
            <a:custGeom>
              <a:avLst/>
              <a:gdLst/>
              <a:ahLst/>
              <a:cxnLst/>
              <a:rect l="l" t="t" r="r" b="b"/>
              <a:pathLst>
                <a:path w="221" h="874" extrusionOk="0">
                  <a:moveTo>
                    <a:pt x="0" y="0"/>
                  </a:moveTo>
                  <a:lnTo>
                    <a:pt x="50" y="873"/>
                  </a:lnTo>
                  <a:lnTo>
                    <a:pt x="161" y="873"/>
                  </a:lnTo>
                  <a:lnTo>
                    <a:pt x="22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8" name="Google Shape;16288;p54">
              <a:extLst>
                <a:ext uri="{FF2B5EF4-FFF2-40B4-BE49-F238E27FC236}">
                  <a16:creationId xmlns:a16="http://schemas.microsoft.com/office/drawing/2014/main" id="{F862926C-2B9D-8FE0-A0AC-30E41F5DE581}"/>
                </a:ext>
              </a:extLst>
            </p:cNvPr>
            <p:cNvSpPr/>
            <p:nvPr/>
          </p:nvSpPr>
          <p:spPr>
            <a:xfrm>
              <a:off x="4999850" y="2483850"/>
              <a:ext cx="10575" cy="22100"/>
            </a:xfrm>
            <a:custGeom>
              <a:avLst/>
              <a:gdLst/>
              <a:ahLst/>
              <a:cxnLst/>
              <a:rect l="l" t="t" r="r" b="b"/>
              <a:pathLst>
                <a:path w="423" h="884" extrusionOk="0">
                  <a:moveTo>
                    <a:pt x="212" y="1"/>
                  </a:moveTo>
                  <a:lnTo>
                    <a:pt x="1" y="71"/>
                  </a:lnTo>
                  <a:lnTo>
                    <a:pt x="322" y="883"/>
                  </a:lnTo>
                  <a:lnTo>
                    <a:pt x="422" y="843"/>
                  </a:lnTo>
                  <a:lnTo>
                    <a:pt x="21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9" name="Google Shape;16289;p54">
              <a:extLst>
                <a:ext uri="{FF2B5EF4-FFF2-40B4-BE49-F238E27FC236}">
                  <a16:creationId xmlns:a16="http://schemas.microsoft.com/office/drawing/2014/main" id="{428ED73F-7009-E079-88B4-73E9ADDC77D6}"/>
                </a:ext>
              </a:extLst>
            </p:cNvPr>
            <p:cNvSpPr/>
            <p:nvPr/>
          </p:nvSpPr>
          <p:spPr>
            <a:xfrm>
              <a:off x="4990825" y="2487625"/>
              <a:ext cx="16325" cy="20325"/>
            </a:xfrm>
            <a:custGeom>
              <a:avLst/>
              <a:gdLst/>
              <a:ahLst/>
              <a:cxnLst/>
              <a:rect l="l" t="t" r="r" b="b"/>
              <a:pathLst>
                <a:path w="653" h="813" extrusionOk="0">
                  <a:moveTo>
                    <a:pt x="181" y="0"/>
                  </a:moveTo>
                  <a:lnTo>
                    <a:pt x="1" y="130"/>
                  </a:lnTo>
                  <a:lnTo>
                    <a:pt x="563" y="812"/>
                  </a:lnTo>
                  <a:lnTo>
                    <a:pt x="653" y="742"/>
                  </a:lnTo>
                  <a:lnTo>
                    <a:pt x="18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0" name="Google Shape;16290;p54">
              <a:extLst>
                <a:ext uri="{FF2B5EF4-FFF2-40B4-BE49-F238E27FC236}">
                  <a16:creationId xmlns:a16="http://schemas.microsoft.com/office/drawing/2014/main" id="{3E3A7F5A-530C-5667-5AC4-60AFEC9034DC}"/>
                </a:ext>
              </a:extLst>
            </p:cNvPr>
            <p:cNvSpPr/>
            <p:nvPr/>
          </p:nvSpPr>
          <p:spPr>
            <a:xfrm>
              <a:off x="4984050" y="2494375"/>
              <a:ext cx="20100" cy="16325"/>
            </a:xfrm>
            <a:custGeom>
              <a:avLst/>
              <a:gdLst/>
              <a:ahLst/>
              <a:cxnLst/>
              <a:rect l="l" t="t" r="r" b="b"/>
              <a:pathLst>
                <a:path w="804" h="653" extrusionOk="0">
                  <a:moveTo>
                    <a:pt x="131" y="1"/>
                  </a:moveTo>
                  <a:lnTo>
                    <a:pt x="1" y="181"/>
                  </a:lnTo>
                  <a:lnTo>
                    <a:pt x="743" y="653"/>
                  </a:lnTo>
                  <a:lnTo>
                    <a:pt x="803" y="563"/>
                  </a:lnTo>
                  <a:lnTo>
                    <a:pt x="13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1" name="Google Shape;16291;p54">
              <a:extLst>
                <a:ext uri="{FF2B5EF4-FFF2-40B4-BE49-F238E27FC236}">
                  <a16:creationId xmlns:a16="http://schemas.microsoft.com/office/drawing/2014/main" id="{6B4CED58-50BD-437C-7B1F-63FC3AE78EBD}"/>
                </a:ext>
              </a:extLst>
            </p:cNvPr>
            <p:cNvSpPr/>
            <p:nvPr/>
          </p:nvSpPr>
          <p:spPr>
            <a:xfrm>
              <a:off x="4980300" y="2503150"/>
              <a:ext cx="21850" cy="10825"/>
            </a:xfrm>
            <a:custGeom>
              <a:avLst/>
              <a:gdLst/>
              <a:ahLst/>
              <a:cxnLst/>
              <a:rect l="l" t="t" r="r" b="b"/>
              <a:pathLst>
                <a:path w="874" h="433" extrusionOk="0">
                  <a:moveTo>
                    <a:pt x="61" y="1"/>
                  </a:moveTo>
                  <a:lnTo>
                    <a:pt x="1" y="212"/>
                  </a:lnTo>
                  <a:lnTo>
                    <a:pt x="843" y="432"/>
                  </a:lnTo>
                  <a:lnTo>
                    <a:pt x="873" y="332"/>
                  </a:lnTo>
                  <a:lnTo>
                    <a:pt x="6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2" name="Google Shape;16292;p54">
              <a:extLst>
                <a:ext uri="{FF2B5EF4-FFF2-40B4-BE49-F238E27FC236}">
                  <a16:creationId xmlns:a16="http://schemas.microsoft.com/office/drawing/2014/main" id="{ADF58808-02DB-AA6A-F7E4-0D10CA53A09F}"/>
                </a:ext>
              </a:extLst>
            </p:cNvPr>
            <p:cNvSpPr/>
            <p:nvPr/>
          </p:nvSpPr>
          <p:spPr>
            <a:xfrm>
              <a:off x="4979300" y="2513450"/>
              <a:ext cx="21850" cy="5525"/>
            </a:xfrm>
            <a:custGeom>
              <a:avLst/>
              <a:gdLst/>
              <a:ahLst/>
              <a:cxnLst/>
              <a:rect l="l" t="t" r="r" b="b"/>
              <a:pathLst>
                <a:path w="874" h="221" extrusionOk="0">
                  <a:moveTo>
                    <a:pt x="0" y="0"/>
                  </a:moveTo>
                  <a:lnTo>
                    <a:pt x="0" y="221"/>
                  </a:lnTo>
                  <a:lnTo>
                    <a:pt x="873" y="171"/>
                  </a:lnTo>
                  <a:lnTo>
                    <a:pt x="873" y="6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3" name="Google Shape;16293;p54">
              <a:extLst>
                <a:ext uri="{FF2B5EF4-FFF2-40B4-BE49-F238E27FC236}">
                  <a16:creationId xmlns:a16="http://schemas.microsoft.com/office/drawing/2014/main" id="{53FDC43F-D2FE-210C-0CD9-E94C248D481F}"/>
                </a:ext>
              </a:extLst>
            </p:cNvPr>
            <p:cNvSpPr/>
            <p:nvPr/>
          </p:nvSpPr>
          <p:spPr>
            <a:xfrm>
              <a:off x="4980050" y="2518450"/>
              <a:ext cx="22100" cy="10825"/>
            </a:xfrm>
            <a:custGeom>
              <a:avLst/>
              <a:gdLst/>
              <a:ahLst/>
              <a:cxnLst/>
              <a:rect l="l" t="t" r="r" b="b"/>
              <a:pathLst>
                <a:path w="884" h="433" extrusionOk="0">
                  <a:moveTo>
                    <a:pt x="853" y="1"/>
                  </a:moveTo>
                  <a:lnTo>
                    <a:pt x="1" y="221"/>
                  </a:lnTo>
                  <a:lnTo>
                    <a:pt x="71" y="432"/>
                  </a:lnTo>
                  <a:lnTo>
                    <a:pt x="883" y="111"/>
                  </a:lnTo>
                  <a:lnTo>
                    <a:pt x="8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4" name="Google Shape;16294;p54">
              <a:extLst>
                <a:ext uri="{FF2B5EF4-FFF2-40B4-BE49-F238E27FC236}">
                  <a16:creationId xmlns:a16="http://schemas.microsoft.com/office/drawing/2014/main" id="{9D137438-3F5B-3FB3-7ACB-540A23F7F4AC}"/>
                </a:ext>
              </a:extLst>
            </p:cNvPr>
            <p:cNvSpPr/>
            <p:nvPr/>
          </p:nvSpPr>
          <p:spPr>
            <a:xfrm>
              <a:off x="4984050" y="2521975"/>
              <a:ext cx="20100" cy="16075"/>
            </a:xfrm>
            <a:custGeom>
              <a:avLst/>
              <a:gdLst/>
              <a:ahLst/>
              <a:cxnLst/>
              <a:rect l="l" t="t" r="r" b="b"/>
              <a:pathLst>
                <a:path w="804" h="643" extrusionOk="0">
                  <a:moveTo>
                    <a:pt x="733" y="0"/>
                  </a:moveTo>
                  <a:lnTo>
                    <a:pt x="1" y="462"/>
                  </a:lnTo>
                  <a:lnTo>
                    <a:pt x="131" y="642"/>
                  </a:lnTo>
                  <a:lnTo>
                    <a:pt x="803" y="90"/>
                  </a:lnTo>
                  <a:lnTo>
                    <a:pt x="733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5" name="Google Shape;16295;p54">
              <a:extLst>
                <a:ext uri="{FF2B5EF4-FFF2-40B4-BE49-F238E27FC236}">
                  <a16:creationId xmlns:a16="http://schemas.microsoft.com/office/drawing/2014/main" id="{5D133732-37D8-B10D-CE83-08805AC3ECFB}"/>
                </a:ext>
              </a:extLst>
            </p:cNvPr>
            <p:cNvSpPr/>
            <p:nvPr/>
          </p:nvSpPr>
          <p:spPr>
            <a:xfrm>
              <a:off x="4990575" y="2524725"/>
              <a:ext cx="16325" cy="20075"/>
            </a:xfrm>
            <a:custGeom>
              <a:avLst/>
              <a:gdLst/>
              <a:ahLst/>
              <a:cxnLst/>
              <a:rect l="l" t="t" r="r" b="b"/>
              <a:pathLst>
                <a:path w="653" h="803" extrusionOk="0">
                  <a:moveTo>
                    <a:pt x="562" y="1"/>
                  </a:moveTo>
                  <a:lnTo>
                    <a:pt x="1" y="673"/>
                  </a:lnTo>
                  <a:lnTo>
                    <a:pt x="181" y="803"/>
                  </a:lnTo>
                  <a:lnTo>
                    <a:pt x="653" y="71"/>
                  </a:lnTo>
                  <a:lnTo>
                    <a:pt x="56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6" name="Google Shape;16296;p54">
              <a:extLst>
                <a:ext uri="{FF2B5EF4-FFF2-40B4-BE49-F238E27FC236}">
                  <a16:creationId xmlns:a16="http://schemas.microsoft.com/office/drawing/2014/main" id="{1E5EFC3B-8599-ECBC-27CF-3CC3F2700D09}"/>
                </a:ext>
              </a:extLst>
            </p:cNvPr>
            <p:cNvSpPr/>
            <p:nvPr/>
          </p:nvSpPr>
          <p:spPr>
            <a:xfrm>
              <a:off x="4999600" y="2526725"/>
              <a:ext cx="10825" cy="22100"/>
            </a:xfrm>
            <a:custGeom>
              <a:avLst/>
              <a:gdLst/>
              <a:ahLst/>
              <a:cxnLst/>
              <a:rect l="l" t="t" r="r" b="b"/>
              <a:pathLst>
                <a:path w="433" h="884" extrusionOk="0">
                  <a:moveTo>
                    <a:pt x="322" y="1"/>
                  </a:moveTo>
                  <a:lnTo>
                    <a:pt x="1" y="813"/>
                  </a:lnTo>
                  <a:lnTo>
                    <a:pt x="212" y="883"/>
                  </a:lnTo>
                  <a:lnTo>
                    <a:pt x="432" y="41"/>
                  </a:lnTo>
                  <a:lnTo>
                    <a:pt x="32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7" name="Google Shape;16297;p54">
              <a:extLst>
                <a:ext uri="{FF2B5EF4-FFF2-40B4-BE49-F238E27FC236}">
                  <a16:creationId xmlns:a16="http://schemas.microsoft.com/office/drawing/2014/main" id="{E64465C4-3651-0660-50E6-57BC37BEAC36}"/>
                </a:ext>
              </a:extLst>
            </p:cNvPr>
            <p:cNvSpPr/>
            <p:nvPr/>
          </p:nvSpPr>
          <p:spPr>
            <a:xfrm>
              <a:off x="5009650" y="2527725"/>
              <a:ext cx="5525" cy="21850"/>
            </a:xfrm>
            <a:custGeom>
              <a:avLst/>
              <a:gdLst/>
              <a:ahLst/>
              <a:cxnLst/>
              <a:rect l="l" t="t" r="r" b="b"/>
              <a:pathLst>
                <a:path w="221" h="874" extrusionOk="0">
                  <a:moveTo>
                    <a:pt x="60" y="1"/>
                  </a:moveTo>
                  <a:lnTo>
                    <a:pt x="0" y="874"/>
                  </a:lnTo>
                  <a:lnTo>
                    <a:pt x="221" y="874"/>
                  </a:lnTo>
                  <a:lnTo>
                    <a:pt x="17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8" name="Google Shape;16298;p54">
              <a:extLst>
                <a:ext uri="{FF2B5EF4-FFF2-40B4-BE49-F238E27FC236}">
                  <a16:creationId xmlns:a16="http://schemas.microsoft.com/office/drawing/2014/main" id="{699E28B8-0762-9D7D-2161-89B954E98F32}"/>
                </a:ext>
              </a:extLst>
            </p:cNvPr>
            <p:cNvSpPr/>
            <p:nvPr/>
          </p:nvSpPr>
          <p:spPr>
            <a:xfrm>
              <a:off x="5014900" y="2526725"/>
              <a:ext cx="10575" cy="22100"/>
            </a:xfrm>
            <a:custGeom>
              <a:avLst/>
              <a:gdLst/>
              <a:ahLst/>
              <a:cxnLst/>
              <a:rect l="l" t="t" r="r" b="b"/>
              <a:pathLst>
                <a:path w="423" h="884" extrusionOk="0">
                  <a:moveTo>
                    <a:pt x="101" y="1"/>
                  </a:moveTo>
                  <a:lnTo>
                    <a:pt x="1" y="41"/>
                  </a:lnTo>
                  <a:lnTo>
                    <a:pt x="211" y="883"/>
                  </a:lnTo>
                  <a:lnTo>
                    <a:pt x="422" y="823"/>
                  </a:lnTo>
                  <a:lnTo>
                    <a:pt x="10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9" name="Google Shape;16299;p54">
              <a:extLst>
                <a:ext uri="{FF2B5EF4-FFF2-40B4-BE49-F238E27FC236}">
                  <a16:creationId xmlns:a16="http://schemas.microsoft.com/office/drawing/2014/main" id="{DB7B6C71-EBBB-A12D-05C1-27DA1688EB25}"/>
                </a:ext>
              </a:extLst>
            </p:cNvPr>
            <p:cNvSpPr/>
            <p:nvPr/>
          </p:nvSpPr>
          <p:spPr>
            <a:xfrm>
              <a:off x="5018175" y="2524975"/>
              <a:ext cx="16075" cy="20075"/>
            </a:xfrm>
            <a:custGeom>
              <a:avLst/>
              <a:gdLst/>
              <a:ahLst/>
              <a:cxnLst/>
              <a:rect l="l" t="t" r="r" b="b"/>
              <a:pathLst>
                <a:path w="643" h="803" extrusionOk="0">
                  <a:moveTo>
                    <a:pt x="90" y="1"/>
                  </a:moveTo>
                  <a:lnTo>
                    <a:pt x="0" y="61"/>
                  </a:lnTo>
                  <a:lnTo>
                    <a:pt x="462" y="803"/>
                  </a:lnTo>
                  <a:lnTo>
                    <a:pt x="642" y="673"/>
                  </a:lnTo>
                  <a:lnTo>
                    <a:pt x="90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0" name="Google Shape;16300;p54">
              <a:extLst>
                <a:ext uri="{FF2B5EF4-FFF2-40B4-BE49-F238E27FC236}">
                  <a16:creationId xmlns:a16="http://schemas.microsoft.com/office/drawing/2014/main" id="{DAE81BE3-9ECE-CC68-2BD3-94DA634A3DCF}"/>
                </a:ext>
              </a:extLst>
            </p:cNvPr>
            <p:cNvSpPr/>
            <p:nvPr/>
          </p:nvSpPr>
          <p:spPr>
            <a:xfrm>
              <a:off x="5021175" y="2521975"/>
              <a:ext cx="19825" cy="16325"/>
            </a:xfrm>
            <a:custGeom>
              <a:avLst/>
              <a:gdLst/>
              <a:ahLst/>
              <a:cxnLst/>
              <a:rect l="l" t="t" r="r" b="b"/>
              <a:pathLst>
                <a:path w="793" h="653" extrusionOk="0">
                  <a:moveTo>
                    <a:pt x="61" y="0"/>
                  </a:moveTo>
                  <a:lnTo>
                    <a:pt x="1" y="90"/>
                  </a:lnTo>
                  <a:lnTo>
                    <a:pt x="663" y="652"/>
                  </a:lnTo>
                  <a:lnTo>
                    <a:pt x="793" y="472"/>
                  </a:lnTo>
                  <a:lnTo>
                    <a:pt x="6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1" name="Google Shape;16301;p54">
              <a:extLst>
                <a:ext uri="{FF2B5EF4-FFF2-40B4-BE49-F238E27FC236}">
                  <a16:creationId xmlns:a16="http://schemas.microsoft.com/office/drawing/2014/main" id="{69039DBA-19A3-9031-BD37-76831D3F2EF1}"/>
                </a:ext>
              </a:extLst>
            </p:cNvPr>
            <p:cNvSpPr/>
            <p:nvPr/>
          </p:nvSpPr>
          <p:spPr>
            <a:xfrm>
              <a:off x="5023175" y="2518700"/>
              <a:ext cx="21850" cy="10825"/>
            </a:xfrm>
            <a:custGeom>
              <a:avLst/>
              <a:gdLst/>
              <a:ahLst/>
              <a:cxnLst/>
              <a:rect l="l" t="t" r="r" b="b"/>
              <a:pathLst>
                <a:path w="874" h="433" extrusionOk="0">
                  <a:moveTo>
                    <a:pt x="31" y="1"/>
                  </a:moveTo>
                  <a:lnTo>
                    <a:pt x="1" y="101"/>
                  </a:lnTo>
                  <a:lnTo>
                    <a:pt x="803" y="432"/>
                  </a:lnTo>
                  <a:lnTo>
                    <a:pt x="873" y="221"/>
                  </a:lnTo>
                  <a:lnTo>
                    <a:pt x="3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2" name="Google Shape;16302;p54">
              <a:extLst>
                <a:ext uri="{FF2B5EF4-FFF2-40B4-BE49-F238E27FC236}">
                  <a16:creationId xmlns:a16="http://schemas.microsoft.com/office/drawing/2014/main" id="{ED8F82CB-8334-D2BA-D537-1BDE3DE860C2}"/>
                </a:ext>
              </a:extLst>
            </p:cNvPr>
            <p:cNvSpPr/>
            <p:nvPr/>
          </p:nvSpPr>
          <p:spPr>
            <a:xfrm>
              <a:off x="5023925" y="2513700"/>
              <a:ext cx="21850" cy="5525"/>
            </a:xfrm>
            <a:custGeom>
              <a:avLst/>
              <a:gdLst/>
              <a:ahLst/>
              <a:cxnLst/>
              <a:rect l="l" t="t" r="r" b="b"/>
              <a:pathLst>
                <a:path w="874" h="221" extrusionOk="0">
                  <a:moveTo>
                    <a:pt x="874" y="0"/>
                  </a:moveTo>
                  <a:lnTo>
                    <a:pt x="11" y="50"/>
                  </a:lnTo>
                  <a:lnTo>
                    <a:pt x="1" y="161"/>
                  </a:lnTo>
                  <a:lnTo>
                    <a:pt x="874" y="221"/>
                  </a:lnTo>
                  <a:lnTo>
                    <a:pt x="874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3" name="Google Shape;16303;p54">
              <a:extLst>
                <a:ext uri="{FF2B5EF4-FFF2-40B4-BE49-F238E27FC236}">
                  <a16:creationId xmlns:a16="http://schemas.microsoft.com/office/drawing/2014/main" id="{DA2A7D8B-ACB7-07BA-DF9B-2829DDFFE8F3}"/>
                </a:ext>
              </a:extLst>
            </p:cNvPr>
            <p:cNvSpPr/>
            <p:nvPr/>
          </p:nvSpPr>
          <p:spPr>
            <a:xfrm>
              <a:off x="5023175" y="2503650"/>
              <a:ext cx="21850" cy="10575"/>
            </a:xfrm>
            <a:custGeom>
              <a:avLst/>
              <a:gdLst/>
              <a:ahLst/>
              <a:cxnLst/>
              <a:rect l="l" t="t" r="r" b="b"/>
              <a:pathLst>
                <a:path w="874" h="423" extrusionOk="0">
                  <a:moveTo>
                    <a:pt x="813" y="1"/>
                  </a:moveTo>
                  <a:lnTo>
                    <a:pt x="1" y="312"/>
                  </a:lnTo>
                  <a:lnTo>
                    <a:pt x="31" y="422"/>
                  </a:lnTo>
                  <a:lnTo>
                    <a:pt x="873" y="212"/>
                  </a:lnTo>
                  <a:lnTo>
                    <a:pt x="81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4" name="Google Shape;16304;p54">
              <a:extLst>
                <a:ext uri="{FF2B5EF4-FFF2-40B4-BE49-F238E27FC236}">
                  <a16:creationId xmlns:a16="http://schemas.microsoft.com/office/drawing/2014/main" id="{64B04D6F-AA36-0A4F-AD9F-1E401CCF3069}"/>
                </a:ext>
              </a:extLst>
            </p:cNvPr>
            <p:cNvSpPr/>
            <p:nvPr/>
          </p:nvSpPr>
          <p:spPr>
            <a:xfrm>
              <a:off x="5021175" y="2494625"/>
              <a:ext cx="20075" cy="16075"/>
            </a:xfrm>
            <a:custGeom>
              <a:avLst/>
              <a:gdLst/>
              <a:ahLst/>
              <a:cxnLst/>
              <a:rect l="l" t="t" r="r" b="b"/>
              <a:pathLst>
                <a:path w="803" h="643" extrusionOk="0">
                  <a:moveTo>
                    <a:pt x="673" y="1"/>
                  </a:moveTo>
                  <a:lnTo>
                    <a:pt x="1" y="553"/>
                  </a:lnTo>
                  <a:lnTo>
                    <a:pt x="61" y="643"/>
                  </a:lnTo>
                  <a:lnTo>
                    <a:pt x="803" y="181"/>
                  </a:lnTo>
                  <a:lnTo>
                    <a:pt x="67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5" name="Google Shape;16305;p54">
              <a:extLst>
                <a:ext uri="{FF2B5EF4-FFF2-40B4-BE49-F238E27FC236}">
                  <a16:creationId xmlns:a16="http://schemas.microsoft.com/office/drawing/2014/main" id="{B7072AE3-DEC0-0B65-C47C-D80622187188}"/>
                </a:ext>
              </a:extLst>
            </p:cNvPr>
            <p:cNvSpPr/>
            <p:nvPr/>
          </p:nvSpPr>
          <p:spPr>
            <a:xfrm>
              <a:off x="5018425" y="2487875"/>
              <a:ext cx="16075" cy="20075"/>
            </a:xfrm>
            <a:custGeom>
              <a:avLst/>
              <a:gdLst/>
              <a:ahLst/>
              <a:cxnLst/>
              <a:rect l="l" t="t" r="r" b="b"/>
              <a:pathLst>
                <a:path w="643" h="803" extrusionOk="0">
                  <a:moveTo>
                    <a:pt x="472" y="0"/>
                  </a:moveTo>
                  <a:lnTo>
                    <a:pt x="0" y="732"/>
                  </a:lnTo>
                  <a:lnTo>
                    <a:pt x="80" y="802"/>
                  </a:lnTo>
                  <a:lnTo>
                    <a:pt x="642" y="130"/>
                  </a:lnTo>
                  <a:lnTo>
                    <a:pt x="472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6" name="Google Shape;16306;p54">
              <a:extLst>
                <a:ext uri="{FF2B5EF4-FFF2-40B4-BE49-F238E27FC236}">
                  <a16:creationId xmlns:a16="http://schemas.microsoft.com/office/drawing/2014/main" id="{794DD5C2-6AE9-074A-C763-C11182F7F06C}"/>
                </a:ext>
              </a:extLst>
            </p:cNvPr>
            <p:cNvSpPr/>
            <p:nvPr/>
          </p:nvSpPr>
          <p:spPr>
            <a:xfrm>
              <a:off x="5002625" y="2587425"/>
              <a:ext cx="21325" cy="775"/>
            </a:xfrm>
            <a:custGeom>
              <a:avLst/>
              <a:gdLst/>
              <a:ahLst/>
              <a:cxnLst/>
              <a:rect l="l" t="t" r="r" b="b"/>
              <a:pathLst>
                <a:path w="853" h="31" extrusionOk="0">
                  <a:moveTo>
                    <a:pt x="432" y="0"/>
                  </a:moveTo>
                  <a:cubicBezTo>
                    <a:pt x="191" y="0"/>
                    <a:pt x="0" y="10"/>
                    <a:pt x="0" y="20"/>
                  </a:cubicBezTo>
                  <a:cubicBezTo>
                    <a:pt x="0" y="30"/>
                    <a:pt x="191" y="30"/>
                    <a:pt x="432" y="30"/>
                  </a:cubicBezTo>
                  <a:cubicBezTo>
                    <a:pt x="662" y="30"/>
                    <a:pt x="853" y="30"/>
                    <a:pt x="853" y="20"/>
                  </a:cubicBezTo>
                  <a:cubicBezTo>
                    <a:pt x="853" y="10"/>
                    <a:pt x="662" y="0"/>
                    <a:pt x="43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7" name="Google Shape;16307;p54">
              <a:extLst>
                <a:ext uri="{FF2B5EF4-FFF2-40B4-BE49-F238E27FC236}">
                  <a16:creationId xmlns:a16="http://schemas.microsoft.com/office/drawing/2014/main" id="{7D5EB04E-95A0-360E-E5DF-E1590EE388FA}"/>
                </a:ext>
              </a:extLst>
            </p:cNvPr>
            <p:cNvSpPr/>
            <p:nvPr/>
          </p:nvSpPr>
          <p:spPr>
            <a:xfrm>
              <a:off x="4998100" y="2671175"/>
              <a:ext cx="32625" cy="525"/>
            </a:xfrm>
            <a:custGeom>
              <a:avLst/>
              <a:gdLst/>
              <a:ahLst/>
              <a:cxnLst/>
              <a:rect l="l" t="t" r="r" b="b"/>
              <a:pathLst>
                <a:path w="1305" h="21" extrusionOk="0">
                  <a:moveTo>
                    <a:pt x="1" y="0"/>
                  </a:moveTo>
                  <a:lnTo>
                    <a:pt x="1" y="20"/>
                  </a:lnTo>
                  <a:lnTo>
                    <a:pt x="282" y="20"/>
                  </a:lnTo>
                  <a:lnTo>
                    <a:pt x="282" y="0"/>
                  </a:lnTo>
                  <a:close/>
                  <a:moveTo>
                    <a:pt x="412" y="0"/>
                  </a:moveTo>
                  <a:lnTo>
                    <a:pt x="412" y="20"/>
                  </a:lnTo>
                  <a:lnTo>
                    <a:pt x="823" y="20"/>
                  </a:lnTo>
                  <a:lnTo>
                    <a:pt x="823" y="0"/>
                  </a:lnTo>
                  <a:close/>
                  <a:moveTo>
                    <a:pt x="954" y="0"/>
                  </a:moveTo>
                  <a:lnTo>
                    <a:pt x="954" y="20"/>
                  </a:lnTo>
                  <a:lnTo>
                    <a:pt x="1305" y="20"/>
                  </a:lnTo>
                  <a:lnTo>
                    <a:pt x="1295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8" name="Google Shape;16308;p54">
              <a:extLst>
                <a:ext uri="{FF2B5EF4-FFF2-40B4-BE49-F238E27FC236}">
                  <a16:creationId xmlns:a16="http://schemas.microsoft.com/office/drawing/2014/main" id="{A665107E-27C4-94DD-A356-868E48ACA250}"/>
                </a:ext>
              </a:extLst>
            </p:cNvPr>
            <p:cNvSpPr/>
            <p:nvPr/>
          </p:nvSpPr>
          <p:spPr>
            <a:xfrm>
              <a:off x="5005125" y="2671175"/>
              <a:ext cx="16825" cy="525"/>
            </a:xfrm>
            <a:custGeom>
              <a:avLst/>
              <a:gdLst/>
              <a:ahLst/>
              <a:cxnLst/>
              <a:rect l="l" t="t" r="r" b="b"/>
              <a:pathLst>
                <a:path w="673" h="21" extrusionOk="0">
                  <a:moveTo>
                    <a:pt x="1" y="0"/>
                  </a:moveTo>
                  <a:lnTo>
                    <a:pt x="1" y="20"/>
                  </a:lnTo>
                  <a:lnTo>
                    <a:pt x="131" y="20"/>
                  </a:lnTo>
                  <a:lnTo>
                    <a:pt x="131" y="0"/>
                  </a:lnTo>
                  <a:close/>
                  <a:moveTo>
                    <a:pt x="542" y="0"/>
                  </a:moveTo>
                  <a:lnTo>
                    <a:pt x="542" y="20"/>
                  </a:lnTo>
                  <a:lnTo>
                    <a:pt x="673" y="20"/>
                  </a:lnTo>
                  <a:lnTo>
                    <a:pt x="673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9" name="Google Shape;16309;p54">
              <a:extLst>
                <a:ext uri="{FF2B5EF4-FFF2-40B4-BE49-F238E27FC236}">
                  <a16:creationId xmlns:a16="http://schemas.microsoft.com/office/drawing/2014/main" id="{FB579C65-C1B3-35A7-DA56-9EFAC0DCA017}"/>
                </a:ext>
              </a:extLst>
            </p:cNvPr>
            <p:cNvSpPr/>
            <p:nvPr/>
          </p:nvSpPr>
          <p:spPr>
            <a:xfrm>
              <a:off x="4989075" y="2671175"/>
              <a:ext cx="51425" cy="525"/>
            </a:xfrm>
            <a:custGeom>
              <a:avLst/>
              <a:gdLst/>
              <a:ahLst/>
              <a:cxnLst/>
              <a:rect l="l" t="t" r="r" b="b"/>
              <a:pathLst>
                <a:path w="2057" h="21" extrusionOk="0">
                  <a:moveTo>
                    <a:pt x="231" y="0"/>
                  </a:moveTo>
                  <a:cubicBezTo>
                    <a:pt x="91" y="0"/>
                    <a:pt x="1" y="10"/>
                    <a:pt x="1" y="10"/>
                  </a:cubicBezTo>
                  <a:cubicBezTo>
                    <a:pt x="1" y="10"/>
                    <a:pt x="91" y="20"/>
                    <a:pt x="221" y="20"/>
                  </a:cubicBezTo>
                  <a:lnTo>
                    <a:pt x="231" y="0"/>
                  </a:lnTo>
                  <a:close/>
                  <a:moveTo>
                    <a:pt x="1786" y="0"/>
                  </a:moveTo>
                  <a:lnTo>
                    <a:pt x="1796" y="20"/>
                  </a:lnTo>
                  <a:cubicBezTo>
                    <a:pt x="1957" y="20"/>
                    <a:pt x="2057" y="10"/>
                    <a:pt x="2057" y="10"/>
                  </a:cubicBezTo>
                  <a:cubicBezTo>
                    <a:pt x="2057" y="10"/>
                    <a:pt x="1957" y="0"/>
                    <a:pt x="1786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0" name="Google Shape;16310;p54">
              <a:extLst>
                <a:ext uri="{FF2B5EF4-FFF2-40B4-BE49-F238E27FC236}">
                  <a16:creationId xmlns:a16="http://schemas.microsoft.com/office/drawing/2014/main" id="{FF147F28-59B0-DE11-B92A-403A34B93391}"/>
                </a:ext>
              </a:extLst>
            </p:cNvPr>
            <p:cNvSpPr/>
            <p:nvPr/>
          </p:nvSpPr>
          <p:spPr>
            <a:xfrm>
              <a:off x="4994600" y="2671175"/>
              <a:ext cx="39400" cy="525"/>
            </a:xfrm>
            <a:custGeom>
              <a:avLst/>
              <a:gdLst/>
              <a:ahLst/>
              <a:cxnLst/>
              <a:rect l="l" t="t" r="r" b="b"/>
              <a:pathLst>
                <a:path w="1576" h="21" extrusionOk="0">
                  <a:moveTo>
                    <a:pt x="10" y="0"/>
                  </a:moveTo>
                  <a:lnTo>
                    <a:pt x="0" y="20"/>
                  </a:lnTo>
                  <a:lnTo>
                    <a:pt x="141" y="20"/>
                  </a:lnTo>
                  <a:lnTo>
                    <a:pt x="141" y="0"/>
                  </a:lnTo>
                  <a:close/>
                  <a:moveTo>
                    <a:pt x="1435" y="0"/>
                  </a:moveTo>
                  <a:lnTo>
                    <a:pt x="1445" y="20"/>
                  </a:lnTo>
                  <a:lnTo>
                    <a:pt x="1575" y="20"/>
                  </a:lnTo>
                  <a:lnTo>
                    <a:pt x="1565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1" name="Google Shape;16311;p54">
              <a:extLst>
                <a:ext uri="{FF2B5EF4-FFF2-40B4-BE49-F238E27FC236}">
                  <a16:creationId xmlns:a16="http://schemas.microsoft.com/office/drawing/2014/main" id="{3DA9A821-5B68-37FE-9E89-02D4CA502B43}"/>
                </a:ext>
              </a:extLst>
            </p:cNvPr>
            <p:cNvSpPr/>
            <p:nvPr/>
          </p:nvSpPr>
          <p:spPr>
            <a:xfrm>
              <a:off x="5034475" y="2671925"/>
              <a:ext cx="8050" cy="2025"/>
            </a:xfrm>
            <a:custGeom>
              <a:avLst/>
              <a:gdLst/>
              <a:ahLst/>
              <a:cxnLst/>
              <a:rect l="l" t="t" r="r" b="b"/>
              <a:pathLst>
                <a:path w="322" h="81" extrusionOk="0">
                  <a:moveTo>
                    <a:pt x="311" y="0"/>
                  </a:moveTo>
                  <a:cubicBezTo>
                    <a:pt x="301" y="20"/>
                    <a:pt x="281" y="41"/>
                    <a:pt x="251" y="41"/>
                  </a:cubicBezTo>
                  <a:lnTo>
                    <a:pt x="0" y="41"/>
                  </a:lnTo>
                  <a:lnTo>
                    <a:pt x="10" y="81"/>
                  </a:lnTo>
                  <a:lnTo>
                    <a:pt x="251" y="81"/>
                  </a:lnTo>
                  <a:cubicBezTo>
                    <a:pt x="291" y="81"/>
                    <a:pt x="321" y="51"/>
                    <a:pt x="321" y="20"/>
                  </a:cubicBezTo>
                  <a:lnTo>
                    <a:pt x="31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2" name="Google Shape;16312;p54">
              <a:extLst>
                <a:ext uri="{FF2B5EF4-FFF2-40B4-BE49-F238E27FC236}">
                  <a16:creationId xmlns:a16="http://schemas.microsoft.com/office/drawing/2014/main" id="{B524DE26-7766-A5A8-6913-6BB7956EA75B}"/>
                </a:ext>
              </a:extLst>
            </p:cNvPr>
            <p:cNvSpPr/>
            <p:nvPr/>
          </p:nvSpPr>
          <p:spPr>
            <a:xfrm>
              <a:off x="4997350" y="2672925"/>
              <a:ext cx="34125" cy="1025"/>
            </a:xfrm>
            <a:custGeom>
              <a:avLst/>
              <a:gdLst/>
              <a:ahLst/>
              <a:cxnLst/>
              <a:rect l="l" t="t" r="r" b="b"/>
              <a:pathLst>
                <a:path w="1365" h="41" extrusionOk="0">
                  <a:moveTo>
                    <a:pt x="11" y="1"/>
                  </a:moveTo>
                  <a:lnTo>
                    <a:pt x="1" y="41"/>
                  </a:lnTo>
                  <a:lnTo>
                    <a:pt x="322" y="41"/>
                  </a:lnTo>
                  <a:lnTo>
                    <a:pt x="322" y="1"/>
                  </a:lnTo>
                  <a:close/>
                  <a:moveTo>
                    <a:pt x="452" y="1"/>
                  </a:moveTo>
                  <a:lnTo>
                    <a:pt x="452" y="41"/>
                  </a:lnTo>
                  <a:lnTo>
                    <a:pt x="843" y="41"/>
                  </a:lnTo>
                  <a:lnTo>
                    <a:pt x="843" y="1"/>
                  </a:lnTo>
                  <a:close/>
                  <a:moveTo>
                    <a:pt x="974" y="1"/>
                  </a:moveTo>
                  <a:lnTo>
                    <a:pt x="974" y="41"/>
                  </a:lnTo>
                  <a:lnTo>
                    <a:pt x="1365" y="41"/>
                  </a:lnTo>
                  <a:lnTo>
                    <a:pt x="1345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3" name="Google Shape;16313;p54">
              <a:extLst>
                <a:ext uri="{FF2B5EF4-FFF2-40B4-BE49-F238E27FC236}">
                  <a16:creationId xmlns:a16="http://schemas.microsoft.com/office/drawing/2014/main" id="{06819EE1-DA3F-3E89-D923-CCED012C4D27}"/>
                </a:ext>
              </a:extLst>
            </p:cNvPr>
            <p:cNvSpPr/>
            <p:nvPr/>
          </p:nvSpPr>
          <p:spPr>
            <a:xfrm>
              <a:off x="5005375" y="2672925"/>
              <a:ext cx="16325" cy="1025"/>
            </a:xfrm>
            <a:custGeom>
              <a:avLst/>
              <a:gdLst/>
              <a:ahLst/>
              <a:cxnLst/>
              <a:rect l="l" t="t" r="r" b="b"/>
              <a:pathLst>
                <a:path w="653" h="41" extrusionOk="0">
                  <a:moveTo>
                    <a:pt x="1" y="1"/>
                  </a:moveTo>
                  <a:lnTo>
                    <a:pt x="1" y="41"/>
                  </a:lnTo>
                  <a:lnTo>
                    <a:pt x="131" y="41"/>
                  </a:lnTo>
                  <a:lnTo>
                    <a:pt x="131" y="1"/>
                  </a:lnTo>
                  <a:close/>
                  <a:moveTo>
                    <a:pt x="522" y="1"/>
                  </a:moveTo>
                  <a:lnTo>
                    <a:pt x="522" y="41"/>
                  </a:lnTo>
                  <a:lnTo>
                    <a:pt x="653" y="41"/>
                  </a:lnTo>
                  <a:lnTo>
                    <a:pt x="6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4" name="Google Shape;16314;p54">
              <a:extLst>
                <a:ext uri="{FF2B5EF4-FFF2-40B4-BE49-F238E27FC236}">
                  <a16:creationId xmlns:a16="http://schemas.microsoft.com/office/drawing/2014/main" id="{BF36CE1E-AFC7-D4E6-8FCC-0E44C93D0F22}"/>
                </a:ext>
              </a:extLst>
            </p:cNvPr>
            <p:cNvSpPr/>
            <p:nvPr/>
          </p:nvSpPr>
          <p:spPr>
            <a:xfrm>
              <a:off x="4987575" y="2671925"/>
              <a:ext cx="6800" cy="2025"/>
            </a:xfrm>
            <a:custGeom>
              <a:avLst/>
              <a:gdLst/>
              <a:ahLst/>
              <a:cxnLst/>
              <a:rect l="l" t="t" r="r" b="b"/>
              <a:pathLst>
                <a:path w="272" h="81" extrusionOk="0">
                  <a:moveTo>
                    <a:pt x="0" y="0"/>
                  </a:moveTo>
                  <a:lnTo>
                    <a:pt x="0" y="20"/>
                  </a:lnTo>
                  <a:cubicBezTo>
                    <a:pt x="0" y="41"/>
                    <a:pt x="10" y="61"/>
                    <a:pt x="20" y="71"/>
                  </a:cubicBezTo>
                  <a:cubicBezTo>
                    <a:pt x="31" y="81"/>
                    <a:pt x="51" y="81"/>
                    <a:pt x="61" y="81"/>
                  </a:cubicBezTo>
                  <a:lnTo>
                    <a:pt x="261" y="81"/>
                  </a:lnTo>
                  <a:lnTo>
                    <a:pt x="271" y="41"/>
                  </a:lnTo>
                  <a:lnTo>
                    <a:pt x="61" y="41"/>
                  </a:lnTo>
                  <a:cubicBezTo>
                    <a:pt x="31" y="41"/>
                    <a:pt x="10" y="20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5" name="Google Shape;16315;p54">
              <a:extLst>
                <a:ext uri="{FF2B5EF4-FFF2-40B4-BE49-F238E27FC236}">
                  <a16:creationId xmlns:a16="http://schemas.microsoft.com/office/drawing/2014/main" id="{7C08CCDD-3B70-86DB-9C90-0487D9C5D6AE}"/>
                </a:ext>
              </a:extLst>
            </p:cNvPr>
            <p:cNvSpPr/>
            <p:nvPr/>
          </p:nvSpPr>
          <p:spPr>
            <a:xfrm>
              <a:off x="4994100" y="2672925"/>
              <a:ext cx="40650" cy="1025"/>
            </a:xfrm>
            <a:custGeom>
              <a:avLst/>
              <a:gdLst/>
              <a:ahLst/>
              <a:cxnLst/>
              <a:rect l="l" t="t" r="r" b="b"/>
              <a:pathLst>
                <a:path w="1626" h="41" extrusionOk="0">
                  <a:moveTo>
                    <a:pt x="10" y="1"/>
                  </a:moveTo>
                  <a:lnTo>
                    <a:pt x="0" y="41"/>
                  </a:lnTo>
                  <a:lnTo>
                    <a:pt x="131" y="41"/>
                  </a:lnTo>
                  <a:lnTo>
                    <a:pt x="141" y="1"/>
                  </a:lnTo>
                  <a:close/>
                  <a:moveTo>
                    <a:pt x="1475" y="1"/>
                  </a:moveTo>
                  <a:lnTo>
                    <a:pt x="1495" y="41"/>
                  </a:lnTo>
                  <a:lnTo>
                    <a:pt x="1625" y="41"/>
                  </a:lnTo>
                  <a:lnTo>
                    <a:pt x="1615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6" name="Google Shape;16316;p54">
              <a:extLst>
                <a:ext uri="{FF2B5EF4-FFF2-40B4-BE49-F238E27FC236}">
                  <a16:creationId xmlns:a16="http://schemas.microsoft.com/office/drawing/2014/main" id="{28F4486B-B3C0-DB37-363B-DA9075910FBA}"/>
                </a:ext>
              </a:extLst>
            </p:cNvPr>
            <p:cNvSpPr/>
            <p:nvPr/>
          </p:nvSpPr>
          <p:spPr>
            <a:xfrm>
              <a:off x="4997600" y="2618500"/>
              <a:ext cx="32125" cy="3050"/>
            </a:xfrm>
            <a:custGeom>
              <a:avLst/>
              <a:gdLst/>
              <a:ahLst/>
              <a:cxnLst/>
              <a:rect l="l" t="t" r="r" b="b"/>
              <a:pathLst>
                <a:path w="1285" h="122" extrusionOk="0">
                  <a:moveTo>
                    <a:pt x="61" y="1"/>
                  </a:moveTo>
                  <a:cubicBezTo>
                    <a:pt x="21" y="1"/>
                    <a:pt x="1" y="21"/>
                    <a:pt x="1" y="61"/>
                  </a:cubicBezTo>
                  <a:cubicBezTo>
                    <a:pt x="1" y="91"/>
                    <a:pt x="21" y="121"/>
                    <a:pt x="61" y="121"/>
                  </a:cubicBezTo>
                  <a:lnTo>
                    <a:pt x="1224" y="121"/>
                  </a:lnTo>
                  <a:cubicBezTo>
                    <a:pt x="1264" y="121"/>
                    <a:pt x="1285" y="91"/>
                    <a:pt x="1285" y="61"/>
                  </a:cubicBezTo>
                  <a:cubicBezTo>
                    <a:pt x="1285" y="21"/>
                    <a:pt x="1264" y="1"/>
                    <a:pt x="1224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7" name="Google Shape;16317;p54">
              <a:extLst>
                <a:ext uri="{FF2B5EF4-FFF2-40B4-BE49-F238E27FC236}">
                  <a16:creationId xmlns:a16="http://schemas.microsoft.com/office/drawing/2014/main" id="{CCC4924C-95C8-C743-AFDF-35D309AD6AF4}"/>
                </a:ext>
              </a:extLst>
            </p:cNvPr>
            <p:cNvSpPr/>
            <p:nvPr/>
          </p:nvSpPr>
          <p:spPr>
            <a:xfrm>
              <a:off x="4997600" y="2619275"/>
              <a:ext cx="32125" cy="2275"/>
            </a:xfrm>
            <a:custGeom>
              <a:avLst/>
              <a:gdLst/>
              <a:ahLst/>
              <a:cxnLst/>
              <a:rect l="l" t="t" r="r" b="b"/>
              <a:pathLst>
                <a:path w="1285" h="91" extrusionOk="0">
                  <a:moveTo>
                    <a:pt x="1285" y="0"/>
                  </a:moveTo>
                  <a:cubicBezTo>
                    <a:pt x="1275" y="30"/>
                    <a:pt x="1254" y="60"/>
                    <a:pt x="1224" y="60"/>
                  </a:cubicBezTo>
                  <a:lnTo>
                    <a:pt x="61" y="60"/>
                  </a:lnTo>
                  <a:cubicBezTo>
                    <a:pt x="31" y="60"/>
                    <a:pt x="11" y="40"/>
                    <a:pt x="1" y="20"/>
                  </a:cubicBezTo>
                  <a:lnTo>
                    <a:pt x="1" y="30"/>
                  </a:lnTo>
                  <a:cubicBezTo>
                    <a:pt x="1" y="60"/>
                    <a:pt x="21" y="90"/>
                    <a:pt x="51" y="90"/>
                  </a:cubicBezTo>
                  <a:lnTo>
                    <a:pt x="1224" y="90"/>
                  </a:lnTo>
                  <a:cubicBezTo>
                    <a:pt x="1264" y="90"/>
                    <a:pt x="1285" y="60"/>
                    <a:pt x="1285" y="30"/>
                  </a:cubicBezTo>
                  <a:lnTo>
                    <a:pt x="1285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8" name="Google Shape;16318;p54">
              <a:extLst>
                <a:ext uri="{FF2B5EF4-FFF2-40B4-BE49-F238E27FC236}">
                  <a16:creationId xmlns:a16="http://schemas.microsoft.com/office/drawing/2014/main" id="{22272E5F-7F6E-4D87-69CC-57318E00CAC0}"/>
                </a:ext>
              </a:extLst>
            </p:cNvPr>
            <p:cNvSpPr/>
            <p:nvPr/>
          </p:nvSpPr>
          <p:spPr>
            <a:xfrm>
              <a:off x="4998850" y="2618500"/>
              <a:ext cx="29375" cy="800"/>
            </a:xfrm>
            <a:custGeom>
              <a:avLst/>
              <a:gdLst/>
              <a:ahLst/>
              <a:cxnLst/>
              <a:rect l="l" t="t" r="r" b="b"/>
              <a:pathLst>
                <a:path w="1175" h="32" extrusionOk="0">
                  <a:moveTo>
                    <a:pt x="573" y="1"/>
                  </a:moveTo>
                  <a:cubicBezTo>
                    <a:pt x="332" y="1"/>
                    <a:pt x="1" y="11"/>
                    <a:pt x="1" y="21"/>
                  </a:cubicBezTo>
                  <a:cubicBezTo>
                    <a:pt x="1" y="31"/>
                    <a:pt x="332" y="31"/>
                    <a:pt x="573" y="31"/>
                  </a:cubicBezTo>
                  <a:cubicBezTo>
                    <a:pt x="803" y="31"/>
                    <a:pt x="1174" y="31"/>
                    <a:pt x="1174" y="21"/>
                  </a:cubicBezTo>
                  <a:cubicBezTo>
                    <a:pt x="1174" y="11"/>
                    <a:pt x="803" y="1"/>
                    <a:pt x="573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9" name="Google Shape;16319;p54">
              <a:extLst>
                <a:ext uri="{FF2B5EF4-FFF2-40B4-BE49-F238E27FC236}">
                  <a16:creationId xmlns:a16="http://schemas.microsoft.com/office/drawing/2014/main" id="{6CAF5DE3-8DDE-8272-0C37-3B4D6B5369D7}"/>
                </a:ext>
              </a:extLst>
            </p:cNvPr>
            <p:cNvSpPr/>
            <p:nvPr/>
          </p:nvSpPr>
          <p:spPr>
            <a:xfrm>
              <a:off x="5044250" y="2509175"/>
              <a:ext cx="21325" cy="8550"/>
            </a:xfrm>
            <a:custGeom>
              <a:avLst/>
              <a:gdLst/>
              <a:ahLst/>
              <a:cxnLst/>
              <a:rect l="l" t="t" r="r" b="b"/>
              <a:pathLst>
                <a:path w="853" h="342" extrusionOk="0">
                  <a:moveTo>
                    <a:pt x="853" y="1"/>
                  </a:moveTo>
                  <a:lnTo>
                    <a:pt x="0" y="221"/>
                  </a:lnTo>
                  <a:lnTo>
                    <a:pt x="0" y="342"/>
                  </a:lnTo>
                  <a:lnTo>
                    <a:pt x="853" y="342"/>
                  </a:lnTo>
                  <a:lnTo>
                    <a:pt x="8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20" name="Google Shape;16320;p54">
              <a:extLst>
                <a:ext uri="{FF2B5EF4-FFF2-40B4-BE49-F238E27FC236}">
                  <a16:creationId xmlns:a16="http://schemas.microsoft.com/office/drawing/2014/main" id="{46CA9E32-CB45-D2AF-A148-E13A67F0AF01}"/>
                </a:ext>
              </a:extLst>
            </p:cNvPr>
            <p:cNvSpPr/>
            <p:nvPr/>
          </p:nvSpPr>
          <p:spPr>
            <a:xfrm>
              <a:off x="5044250" y="2518450"/>
              <a:ext cx="21325" cy="8550"/>
            </a:xfrm>
            <a:custGeom>
              <a:avLst/>
              <a:gdLst/>
              <a:ahLst/>
              <a:cxnLst/>
              <a:rect l="l" t="t" r="r" b="b"/>
              <a:pathLst>
                <a:path w="853" h="342" extrusionOk="0">
                  <a:moveTo>
                    <a:pt x="0" y="1"/>
                  </a:moveTo>
                  <a:lnTo>
                    <a:pt x="0" y="121"/>
                  </a:lnTo>
                  <a:lnTo>
                    <a:pt x="853" y="342"/>
                  </a:lnTo>
                  <a:lnTo>
                    <a:pt x="8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6321" name="Google Shape;16321;p54">
            <a:extLst>
              <a:ext uri="{FF2B5EF4-FFF2-40B4-BE49-F238E27FC236}">
                <a16:creationId xmlns:a16="http://schemas.microsoft.com/office/drawing/2014/main" id="{DB911A28-C10B-8B78-8F50-B3E50D64B93E}"/>
              </a:ext>
            </a:extLst>
          </p:cNvPr>
          <p:cNvGrpSpPr/>
          <p:nvPr/>
        </p:nvGrpSpPr>
        <p:grpSpPr>
          <a:xfrm flipH="1">
            <a:off x="44830" y="3954707"/>
            <a:ext cx="8901933" cy="1094777"/>
            <a:chOff x="-75995" y="4254507"/>
            <a:chExt cx="8901933" cy="1094777"/>
          </a:xfrm>
        </p:grpSpPr>
        <p:grpSp>
          <p:nvGrpSpPr>
            <p:cNvPr id="16322" name="Google Shape;16322;p54">
              <a:extLst>
                <a:ext uri="{FF2B5EF4-FFF2-40B4-BE49-F238E27FC236}">
                  <a16:creationId xmlns:a16="http://schemas.microsoft.com/office/drawing/2014/main" id="{9455C789-A1F6-8152-181F-3BB75D82C37E}"/>
                </a:ext>
              </a:extLst>
            </p:cNvPr>
            <p:cNvGrpSpPr/>
            <p:nvPr/>
          </p:nvGrpSpPr>
          <p:grpSpPr>
            <a:xfrm>
              <a:off x="1847659" y="4405094"/>
              <a:ext cx="5081829" cy="944189"/>
              <a:chOff x="238125" y="2195725"/>
              <a:chExt cx="7120400" cy="1322950"/>
            </a:xfrm>
          </p:grpSpPr>
          <p:sp>
            <p:nvSpPr>
              <p:cNvPr id="16323" name="Google Shape;16323;p54">
                <a:extLst>
                  <a:ext uri="{FF2B5EF4-FFF2-40B4-BE49-F238E27FC236}">
                    <a16:creationId xmlns:a16="http://schemas.microsoft.com/office/drawing/2014/main" id="{45DDCD60-A695-4122-A99A-50AA1E3CC937}"/>
                  </a:ext>
                </a:extLst>
              </p:cNvPr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24" name="Google Shape;16324;p54">
                <a:extLst>
                  <a:ext uri="{FF2B5EF4-FFF2-40B4-BE49-F238E27FC236}">
                    <a16:creationId xmlns:a16="http://schemas.microsoft.com/office/drawing/2014/main" id="{2B9575C9-57AF-78EB-A62C-A68FDECFF4E2}"/>
                  </a:ext>
                </a:extLst>
              </p:cNvPr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25" name="Google Shape;16325;p54">
                <a:extLst>
                  <a:ext uri="{FF2B5EF4-FFF2-40B4-BE49-F238E27FC236}">
                    <a16:creationId xmlns:a16="http://schemas.microsoft.com/office/drawing/2014/main" id="{53CAB571-9E08-DFD1-E5F9-3DA46D107192}"/>
                  </a:ext>
                </a:extLst>
              </p:cNvPr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26" name="Google Shape;16326;p54">
                <a:extLst>
                  <a:ext uri="{FF2B5EF4-FFF2-40B4-BE49-F238E27FC236}">
                    <a16:creationId xmlns:a16="http://schemas.microsoft.com/office/drawing/2014/main" id="{B35BCA69-F551-90E9-BD19-16AD2A5FFE63}"/>
                  </a:ext>
                </a:extLst>
              </p:cNvPr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27" name="Google Shape;16327;p54">
                <a:extLst>
                  <a:ext uri="{FF2B5EF4-FFF2-40B4-BE49-F238E27FC236}">
                    <a16:creationId xmlns:a16="http://schemas.microsoft.com/office/drawing/2014/main" id="{F0E6B78A-9EC5-C2FC-4032-DB82FF3D208F}"/>
                  </a:ext>
                </a:extLst>
              </p:cNvPr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28" name="Google Shape;16328;p54">
                <a:extLst>
                  <a:ext uri="{FF2B5EF4-FFF2-40B4-BE49-F238E27FC236}">
                    <a16:creationId xmlns:a16="http://schemas.microsoft.com/office/drawing/2014/main" id="{1E9F5F87-1852-8AB2-FB0E-2E4DCF02BEE8}"/>
                  </a:ext>
                </a:extLst>
              </p:cNvPr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29" name="Google Shape;16329;p54">
                <a:extLst>
                  <a:ext uri="{FF2B5EF4-FFF2-40B4-BE49-F238E27FC236}">
                    <a16:creationId xmlns:a16="http://schemas.microsoft.com/office/drawing/2014/main" id="{68CF3404-2437-A12D-5707-D9CAB597CF10}"/>
                  </a:ext>
                </a:extLst>
              </p:cNvPr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0" name="Google Shape;16330;p54">
                <a:extLst>
                  <a:ext uri="{FF2B5EF4-FFF2-40B4-BE49-F238E27FC236}">
                    <a16:creationId xmlns:a16="http://schemas.microsoft.com/office/drawing/2014/main" id="{DA6BD947-C794-A646-6C7F-2289D0DCF7BB}"/>
                  </a:ext>
                </a:extLst>
              </p:cNvPr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1" name="Google Shape;16331;p54">
                <a:extLst>
                  <a:ext uri="{FF2B5EF4-FFF2-40B4-BE49-F238E27FC236}">
                    <a16:creationId xmlns:a16="http://schemas.microsoft.com/office/drawing/2014/main" id="{D7BC2585-3003-9FB8-1F0F-AE5653DD88C4}"/>
                  </a:ext>
                </a:extLst>
              </p:cNvPr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2" name="Google Shape;16332;p54">
                <a:extLst>
                  <a:ext uri="{FF2B5EF4-FFF2-40B4-BE49-F238E27FC236}">
                    <a16:creationId xmlns:a16="http://schemas.microsoft.com/office/drawing/2014/main" id="{9240116E-A9DC-363E-C752-F91A4B840B79}"/>
                  </a:ext>
                </a:extLst>
              </p:cNvPr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3" name="Google Shape;16333;p54">
                <a:extLst>
                  <a:ext uri="{FF2B5EF4-FFF2-40B4-BE49-F238E27FC236}">
                    <a16:creationId xmlns:a16="http://schemas.microsoft.com/office/drawing/2014/main" id="{063CBA58-B72A-85F1-0EA1-5F29B7809BB7}"/>
                  </a:ext>
                </a:extLst>
              </p:cNvPr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4" name="Google Shape;16334;p54">
                <a:extLst>
                  <a:ext uri="{FF2B5EF4-FFF2-40B4-BE49-F238E27FC236}">
                    <a16:creationId xmlns:a16="http://schemas.microsoft.com/office/drawing/2014/main" id="{AE7F9FCD-D464-3D76-418E-8D1552FBE58A}"/>
                  </a:ext>
                </a:extLst>
              </p:cNvPr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5" name="Google Shape;16335;p54">
                <a:extLst>
                  <a:ext uri="{FF2B5EF4-FFF2-40B4-BE49-F238E27FC236}">
                    <a16:creationId xmlns:a16="http://schemas.microsoft.com/office/drawing/2014/main" id="{FC358EB9-2A62-8CDF-FE61-CD71142DE138}"/>
                  </a:ext>
                </a:extLst>
              </p:cNvPr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6" name="Google Shape;16336;p54">
                <a:extLst>
                  <a:ext uri="{FF2B5EF4-FFF2-40B4-BE49-F238E27FC236}">
                    <a16:creationId xmlns:a16="http://schemas.microsoft.com/office/drawing/2014/main" id="{06DE83D7-A575-D43B-6607-49A5158E3981}"/>
                  </a:ext>
                </a:extLst>
              </p:cNvPr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7" name="Google Shape;16337;p54">
                <a:extLst>
                  <a:ext uri="{FF2B5EF4-FFF2-40B4-BE49-F238E27FC236}">
                    <a16:creationId xmlns:a16="http://schemas.microsoft.com/office/drawing/2014/main" id="{CAA631AC-C517-CA67-3309-E6D7483C792D}"/>
                  </a:ext>
                </a:extLst>
              </p:cNvPr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8" name="Google Shape;16338;p54">
                <a:extLst>
                  <a:ext uri="{FF2B5EF4-FFF2-40B4-BE49-F238E27FC236}">
                    <a16:creationId xmlns:a16="http://schemas.microsoft.com/office/drawing/2014/main" id="{1BB84455-6022-266B-96B2-BE1A395F750D}"/>
                  </a:ext>
                </a:extLst>
              </p:cNvPr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9" name="Google Shape;16339;p54">
                <a:extLst>
                  <a:ext uri="{FF2B5EF4-FFF2-40B4-BE49-F238E27FC236}">
                    <a16:creationId xmlns:a16="http://schemas.microsoft.com/office/drawing/2014/main" id="{952DF9C4-7410-5962-73C1-34E30E182CD5}"/>
                  </a:ext>
                </a:extLst>
              </p:cNvPr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0" name="Google Shape;16340;p54">
                <a:extLst>
                  <a:ext uri="{FF2B5EF4-FFF2-40B4-BE49-F238E27FC236}">
                    <a16:creationId xmlns:a16="http://schemas.microsoft.com/office/drawing/2014/main" id="{983655A9-ED72-2733-3EA1-FE3C17395811}"/>
                  </a:ext>
                </a:extLst>
              </p:cNvPr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1" name="Google Shape;16341;p54">
                <a:extLst>
                  <a:ext uri="{FF2B5EF4-FFF2-40B4-BE49-F238E27FC236}">
                    <a16:creationId xmlns:a16="http://schemas.microsoft.com/office/drawing/2014/main" id="{7EB4E7EA-A41C-1CD9-34ED-3CA591920511}"/>
                  </a:ext>
                </a:extLst>
              </p:cNvPr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2" name="Google Shape;16342;p54">
                <a:extLst>
                  <a:ext uri="{FF2B5EF4-FFF2-40B4-BE49-F238E27FC236}">
                    <a16:creationId xmlns:a16="http://schemas.microsoft.com/office/drawing/2014/main" id="{C3C1386E-504F-F87C-FD4E-C5D3F4B743E7}"/>
                  </a:ext>
                </a:extLst>
              </p:cNvPr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3" name="Google Shape;16343;p54">
                <a:extLst>
                  <a:ext uri="{FF2B5EF4-FFF2-40B4-BE49-F238E27FC236}">
                    <a16:creationId xmlns:a16="http://schemas.microsoft.com/office/drawing/2014/main" id="{5E1A791A-A1E2-48A6-47A0-CDA0FAFCE022}"/>
                  </a:ext>
                </a:extLst>
              </p:cNvPr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4" name="Google Shape;16344;p54">
                <a:extLst>
                  <a:ext uri="{FF2B5EF4-FFF2-40B4-BE49-F238E27FC236}">
                    <a16:creationId xmlns:a16="http://schemas.microsoft.com/office/drawing/2014/main" id="{FB1FDF7D-BF88-73E3-3341-51EDC6E28333}"/>
                  </a:ext>
                </a:extLst>
              </p:cNvPr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5" name="Google Shape;16345;p54">
                <a:extLst>
                  <a:ext uri="{FF2B5EF4-FFF2-40B4-BE49-F238E27FC236}">
                    <a16:creationId xmlns:a16="http://schemas.microsoft.com/office/drawing/2014/main" id="{F8B961CD-A475-007A-C701-B8ABF9CA6F2E}"/>
                  </a:ext>
                </a:extLst>
              </p:cNvPr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6" name="Google Shape;16346;p54">
                <a:extLst>
                  <a:ext uri="{FF2B5EF4-FFF2-40B4-BE49-F238E27FC236}">
                    <a16:creationId xmlns:a16="http://schemas.microsoft.com/office/drawing/2014/main" id="{D17AE81A-77CB-A977-974C-8A2BDB1FCE22}"/>
                  </a:ext>
                </a:extLst>
              </p:cNvPr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7" name="Google Shape;16347;p54">
                <a:extLst>
                  <a:ext uri="{FF2B5EF4-FFF2-40B4-BE49-F238E27FC236}">
                    <a16:creationId xmlns:a16="http://schemas.microsoft.com/office/drawing/2014/main" id="{C6E53C75-B03F-7172-AD85-E3AE0F68E4EB}"/>
                  </a:ext>
                </a:extLst>
              </p:cNvPr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8" name="Google Shape;16348;p54">
                <a:extLst>
                  <a:ext uri="{FF2B5EF4-FFF2-40B4-BE49-F238E27FC236}">
                    <a16:creationId xmlns:a16="http://schemas.microsoft.com/office/drawing/2014/main" id="{AB4E2DBC-405C-3815-C11C-9492FE28989F}"/>
                  </a:ext>
                </a:extLst>
              </p:cNvPr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9" name="Google Shape;16349;p54">
                <a:extLst>
                  <a:ext uri="{FF2B5EF4-FFF2-40B4-BE49-F238E27FC236}">
                    <a16:creationId xmlns:a16="http://schemas.microsoft.com/office/drawing/2014/main" id="{0C09E1A3-D24F-AF67-DD17-926760A4D8E1}"/>
                  </a:ext>
                </a:extLst>
              </p:cNvPr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0" name="Google Shape;16350;p54">
                <a:extLst>
                  <a:ext uri="{FF2B5EF4-FFF2-40B4-BE49-F238E27FC236}">
                    <a16:creationId xmlns:a16="http://schemas.microsoft.com/office/drawing/2014/main" id="{1AC7CE6C-C82B-A91C-F999-04BDFE2B7731}"/>
                  </a:ext>
                </a:extLst>
              </p:cNvPr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1" name="Google Shape;16351;p54">
                <a:extLst>
                  <a:ext uri="{FF2B5EF4-FFF2-40B4-BE49-F238E27FC236}">
                    <a16:creationId xmlns:a16="http://schemas.microsoft.com/office/drawing/2014/main" id="{0F23980C-CB73-6A2C-FC6E-A4FE4194495F}"/>
                  </a:ext>
                </a:extLst>
              </p:cNvPr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2" name="Google Shape;16352;p54">
                <a:extLst>
                  <a:ext uri="{FF2B5EF4-FFF2-40B4-BE49-F238E27FC236}">
                    <a16:creationId xmlns:a16="http://schemas.microsoft.com/office/drawing/2014/main" id="{002967AE-5B8B-38AB-5E22-29E875A939E8}"/>
                  </a:ext>
                </a:extLst>
              </p:cNvPr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3" name="Google Shape;16353;p54">
                <a:extLst>
                  <a:ext uri="{FF2B5EF4-FFF2-40B4-BE49-F238E27FC236}">
                    <a16:creationId xmlns:a16="http://schemas.microsoft.com/office/drawing/2014/main" id="{52DAD0E5-2E9F-560B-82F2-73431B3F7398}"/>
                  </a:ext>
                </a:extLst>
              </p:cNvPr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4" name="Google Shape;16354;p54">
                <a:extLst>
                  <a:ext uri="{FF2B5EF4-FFF2-40B4-BE49-F238E27FC236}">
                    <a16:creationId xmlns:a16="http://schemas.microsoft.com/office/drawing/2014/main" id="{FE195B83-9220-FA80-2BCF-3F03FC10994E}"/>
                  </a:ext>
                </a:extLst>
              </p:cNvPr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5" name="Google Shape;16355;p54">
                <a:extLst>
                  <a:ext uri="{FF2B5EF4-FFF2-40B4-BE49-F238E27FC236}">
                    <a16:creationId xmlns:a16="http://schemas.microsoft.com/office/drawing/2014/main" id="{1AF1ADD1-71A4-9B6E-4F54-DFC9BF01E2DD}"/>
                  </a:ext>
                </a:extLst>
              </p:cNvPr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6" name="Google Shape;16356;p54">
                <a:extLst>
                  <a:ext uri="{FF2B5EF4-FFF2-40B4-BE49-F238E27FC236}">
                    <a16:creationId xmlns:a16="http://schemas.microsoft.com/office/drawing/2014/main" id="{0B072AB2-5C50-451D-CC3F-1FB1379E4F72}"/>
                  </a:ext>
                </a:extLst>
              </p:cNvPr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7" name="Google Shape;16357;p54">
                <a:extLst>
                  <a:ext uri="{FF2B5EF4-FFF2-40B4-BE49-F238E27FC236}">
                    <a16:creationId xmlns:a16="http://schemas.microsoft.com/office/drawing/2014/main" id="{3DB5DC08-072C-3D0B-29C7-B15F6E5D2C8B}"/>
                  </a:ext>
                </a:extLst>
              </p:cNvPr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8" name="Google Shape;16358;p54">
                <a:extLst>
                  <a:ext uri="{FF2B5EF4-FFF2-40B4-BE49-F238E27FC236}">
                    <a16:creationId xmlns:a16="http://schemas.microsoft.com/office/drawing/2014/main" id="{15917D8D-9237-F571-3FD1-BF94F115A8CD}"/>
                  </a:ext>
                </a:extLst>
              </p:cNvPr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9" name="Google Shape;16359;p54">
                <a:extLst>
                  <a:ext uri="{FF2B5EF4-FFF2-40B4-BE49-F238E27FC236}">
                    <a16:creationId xmlns:a16="http://schemas.microsoft.com/office/drawing/2014/main" id="{D202918F-0C9C-E4E0-FC63-A9E4FC8CE1B0}"/>
                  </a:ext>
                </a:extLst>
              </p:cNvPr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0" name="Google Shape;16360;p54">
                <a:extLst>
                  <a:ext uri="{FF2B5EF4-FFF2-40B4-BE49-F238E27FC236}">
                    <a16:creationId xmlns:a16="http://schemas.microsoft.com/office/drawing/2014/main" id="{7BC455E2-67BF-5366-64A4-51C779B1F01E}"/>
                  </a:ext>
                </a:extLst>
              </p:cNvPr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1" name="Google Shape;16361;p54">
                <a:extLst>
                  <a:ext uri="{FF2B5EF4-FFF2-40B4-BE49-F238E27FC236}">
                    <a16:creationId xmlns:a16="http://schemas.microsoft.com/office/drawing/2014/main" id="{758069A0-6BE3-ED66-657D-0FAD01747529}"/>
                  </a:ext>
                </a:extLst>
              </p:cNvPr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2" name="Google Shape;16362;p54">
                <a:extLst>
                  <a:ext uri="{FF2B5EF4-FFF2-40B4-BE49-F238E27FC236}">
                    <a16:creationId xmlns:a16="http://schemas.microsoft.com/office/drawing/2014/main" id="{DF8DB5DA-B00E-88E8-93C8-969199DBE86D}"/>
                  </a:ext>
                </a:extLst>
              </p:cNvPr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3" name="Google Shape;16363;p54">
                <a:extLst>
                  <a:ext uri="{FF2B5EF4-FFF2-40B4-BE49-F238E27FC236}">
                    <a16:creationId xmlns:a16="http://schemas.microsoft.com/office/drawing/2014/main" id="{395CF0A1-0420-4E2D-4349-F1E035940881}"/>
                  </a:ext>
                </a:extLst>
              </p:cNvPr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4" name="Google Shape;16364;p54">
                <a:extLst>
                  <a:ext uri="{FF2B5EF4-FFF2-40B4-BE49-F238E27FC236}">
                    <a16:creationId xmlns:a16="http://schemas.microsoft.com/office/drawing/2014/main" id="{A1117D56-E494-0DB4-53AC-0AE9D6F5AB11}"/>
                  </a:ext>
                </a:extLst>
              </p:cNvPr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5" name="Google Shape;16365;p54">
                <a:extLst>
                  <a:ext uri="{FF2B5EF4-FFF2-40B4-BE49-F238E27FC236}">
                    <a16:creationId xmlns:a16="http://schemas.microsoft.com/office/drawing/2014/main" id="{3C3EEAC5-0767-E7C4-7BC1-B143E7F728C3}"/>
                  </a:ext>
                </a:extLst>
              </p:cNvPr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6" name="Google Shape;16366;p54">
                <a:extLst>
                  <a:ext uri="{FF2B5EF4-FFF2-40B4-BE49-F238E27FC236}">
                    <a16:creationId xmlns:a16="http://schemas.microsoft.com/office/drawing/2014/main" id="{3F3430E0-0C9E-0156-8675-D4210947D05A}"/>
                  </a:ext>
                </a:extLst>
              </p:cNvPr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7" name="Google Shape;16367;p54">
                <a:extLst>
                  <a:ext uri="{FF2B5EF4-FFF2-40B4-BE49-F238E27FC236}">
                    <a16:creationId xmlns:a16="http://schemas.microsoft.com/office/drawing/2014/main" id="{9EC0AFD5-B4CC-FD6B-0A65-8FE70EE732DC}"/>
                  </a:ext>
                </a:extLst>
              </p:cNvPr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8" name="Google Shape;16368;p54">
                <a:extLst>
                  <a:ext uri="{FF2B5EF4-FFF2-40B4-BE49-F238E27FC236}">
                    <a16:creationId xmlns:a16="http://schemas.microsoft.com/office/drawing/2014/main" id="{ED99CCB8-BA80-6197-F346-1D3B21EAE194}"/>
                  </a:ext>
                </a:extLst>
              </p:cNvPr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9" name="Google Shape;16369;p54">
                <a:extLst>
                  <a:ext uri="{FF2B5EF4-FFF2-40B4-BE49-F238E27FC236}">
                    <a16:creationId xmlns:a16="http://schemas.microsoft.com/office/drawing/2014/main" id="{4A917B57-478C-AC82-52C7-F85E738DC646}"/>
                  </a:ext>
                </a:extLst>
              </p:cNvPr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0" name="Google Shape;16370;p54">
                <a:extLst>
                  <a:ext uri="{FF2B5EF4-FFF2-40B4-BE49-F238E27FC236}">
                    <a16:creationId xmlns:a16="http://schemas.microsoft.com/office/drawing/2014/main" id="{58655769-CDDE-09F4-5796-A633B80A9B20}"/>
                  </a:ext>
                </a:extLst>
              </p:cNvPr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1" name="Google Shape;16371;p54">
                <a:extLst>
                  <a:ext uri="{FF2B5EF4-FFF2-40B4-BE49-F238E27FC236}">
                    <a16:creationId xmlns:a16="http://schemas.microsoft.com/office/drawing/2014/main" id="{64F8BE6F-F399-E985-0FEE-DC7707FFC863}"/>
                  </a:ext>
                </a:extLst>
              </p:cNvPr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2" name="Google Shape;16372;p54">
                <a:extLst>
                  <a:ext uri="{FF2B5EF4-FFF2-40B4-BE49-F238E27FC236}">
                    <a16:creationId xmlns:a16="http://schemas.microsoft.com/office/drawing/2014/main" id="{43B47AE3-E20A-6D36-FB58-D1A6D82A26A7}"/>
                  </a:ext>
                </a:extLst>
              </p:cNvPr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3" name="Google Shape;16373;p54">
                <a:extLst>
                  <a:ext uri="{FF2B5EF4-FFF2-40B4-BE49-F238E27FC236}">
                    <a16:creationId xmlns:a16="http://schemas.microsoft.com/office/drawing/2014/main" id="{FD3EE7F5-3C86-A2DF-7CAB-1FB6EFB42C48}"/>
                  </a:ext>
                </a:extLst>
              </p:cNvPr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4" name="Google Shape;16374;p54">
                <a:extLst>
                  <a:ext uri="{FF2B5EF4-FFF2-40B4-BE49-F238E27FC236}">
                    <a16:creationId xmlns:a16="http://schemas.microsoft.com/office/drawing/2014/main" id="{8B98E880-F4E8-7E4A-3CF1-260AE2278D54}"/>
                  </a:ext>
                </a:extLst>
              </p:cNvPr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5" name="Google Shape;16375;p54">
                <a:extLst>
                  <a:ext uri="{FF2B5EF4-FFF2-40B4-BE49-F238E27FC236}">
                    <a16:creationId xmlns:a16="http://schemas.microsoft.com/office/drawing/2014/main" id="{D1F152D9-09E5-724C-8A6F-DB90DCD02914}"/>
                  </a:ext>
                </a:extLst>
              </p:cNvPr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6" name="Google Shape;16376;p54">
                <a:extLst>
                  <a:ext uri="{FF2B5EF4-FFF2-40B4-BE49-F238E27FC236}">
                    <a16:creationId xmlns:a16="http://schemas.microsoft.com/office/drawing/2014/main" id="{2BF2C6C8-B027-74E7-8C7F-E5F2DD1E383A}"/>
                  </a:ext>
                </a:extLst>
              </p:cNvPr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7" name="Google Shape;16377;p54">
                <a:extLst>
                  <a:ext uri="{FF2B5EF4-FFF2-40B4-BE49-F238E27FC236}">
                    <a16:creationId xmlns:a16="http://schemas.microsoft.com/office/drawing/2014/main" id="{4DDB79B7-8D1F-324D-53AB-95677C3F45DA}"/>
                  </a:ext>
                </a:extLst>
              </p:cNvPr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8" name="Google Shape;16378;p54">
                <a:extLst>
                  <a:ext uri="{FF2B5EF4-FFF2-40B4-BE49-F238E27FC236}">
                    <a16:creationId xmlns:a16="http://schemas.microsoft.com/office/drawing/2014/main" id="{7CAADDBC-9857-7875-2F32-8A730E063FE6}"/>
                  </a:ext>
                </a:extLst>
              </p:cNvPr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9" name="Google Shape;16379;p54">
                <a:extLst>
                  <a:ext uri="{FF2B5EF4-FFF2-40B4-BE49-F238E27FC236}">
                    <a16:creationId xmlns:a16="http://schemas.microsoft.com/office/drawing/2014/main" id="{E81E2A9D-458B-979A-670C-D8322AFCE7C8}"/>
                  </a:ext>
                </a:extLst>
              </p:cNvPr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0" name="Google Shape;16380;p54">
                <a:extLst>
                  <a:ext uri="{FF2B5EF4-FFF2-40B4-BE49-F238E27FC236}">
                    <a16:creationId xmlns:a16="http://schemas.microsoft.com/office/drawing/2014/main" id="{C76D5C18-9EE1-695E-51AB-FB162DE7E5EF}"/>
                  </a:ext>
                </a:extLst>
              </p:cNvPr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1" name="Google Shape;16381;p54">
                <a:extLst>
                  <a:ext uri="{FF2B5EF4-FFF2-40B4-BE49-F238E27FC236}">
                    <a16:creationId xmlns:a16="http://schemas.microsoft.com/office/drawing/2014/main" id="{3E2AD82F-3A3F-DDDA-7998-02712ED7D1F7}"/>
                  </a:ext>
                </a:extLst>
              </p:cNvPr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2" name="Google Shape;16382;p54">
                <a:extLst>
                  <a:ext uri="{FF2B5EF4-FFF2-40B4-BE49-F238E27FC236}">
                    <a16:creationId xmlns:a16="http://schemas.microsoft.com/office/drawing/2014/main" id="{25D3CE6F-8E11-AA32-1BE9-EE27C2FF581C}"/>
                  </a:ext>
                </a:extLst>
              </p:cNvPr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3" name="Google Shape;16383;p54">
                <a:extLst>
                  <a:ext uri="{FF2B5EF4-FFF2-40B4-BE49-F238E27FC236}">
                    <a16:creationId xmlns:a16="http://schemas.microsoft.com/office/drawing/2014/main" id="{83AEF725-9A64-DB27-9A16-3B6DC95429D4}"/>
                  </a:ext>
                </a:extLst>
              </p:cNvPr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4" name="Google Shape;16384;p54">
                <a:extLst>
                  <a:ext uri="{FF2B5EF4-FFF2-40B4-BE49-F238E27FC236}">
                    <a16:creationId xmlns:a16="http://schemas.microsoft.com/office/drawing/2014/main" id="{110FBC8E-A0D4-C449-0836-511C0A6227FE}"/>
                  </a:ext>
                </a:extLst>
              </p:cNvPr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5" name="Google Shape;16385;p54">
                <a:extLst>
                  <a:ext uri="{FF2B5EF4-FFF2-40B4-BE49-F238E27FC236}">
                    <a16:creationId xmlns:a16="http://schemas.microsoft.com/office/drawing/2014/main" id="{C0082401-E3AF-906D-36A4-C122C3B4FFA0}"/>
                  </a:ext>
                </a:extLst>
              </p:cNvPr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6" name="Google Shape;16386;p54">
                <a:extLst>
                  <a:ext uri="{FF2B5EF4-FFF2-40B4-BE49-F238E27FC236}">
                    <a16:creationId xmlns:a16="http://schemas.microsoft.com/office/drawing/2014/main" id="{093E796A-976A-1211-BB6D-8B5DFD86F9DE}"/>
                  </a:ext>
                </a:extLst>
              </p:cNvPr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7" name="Google Shape;16387;p54">
                <a:extLst>
                  <a:ext uri="{FF2B5EF4-FFF2-40B4-BE49-F238E27FC236}">
                    <a16:creationId xmlns:a16="http://schemas.microsoft.com/office/drawing/2014/main" id="{2D728C51-0064-15BE-FF45-E431CD735BFE}"/>
                  </a:ext>
                </a:extLst>
              </p:cNvPr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8" name="Google Shape;16388;p54">
                <a:extLst>
                  <a:ext uri="{FF2B5EF4-FFF2-40B4-BE49-F238E27FC236}">
                    <a16:creationId xmlns:a16="http://schemas.microsoft.com/office/drawing/2014/main" id="{91633E55-C6C1-88F0-BE3B-5A39E16329B2}"/>
                  </a:ext>
                </a:extLst>
              </p:cNvPr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9" name="Google Shape;16389;p54">
                <a:extLst>
                  <a:ext uri="{FF2B5EF4-FFF2-40B4-BE49-F238E27FC236}">
                    <a16:creationId xmlns:a16="http://schemas.microsoft.com/office/drawing/2014/main" id="{8AA049E2-B0EF-D329-ED2D-FE2B1F866500}"/>
                  </a:ext>
                </a:extLst>
              </p:cNvPr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0" name="Google Shape;16390;p54">
                <a:extLst>
                  <a:ext uri="{FF2B5EF4-FFF2-40B4-BE49-F238E27FC236}">
                    <a16:creationId xmlns:a16="http://schemas.microsoft.com/office/drawing/2014/main" id="{0D9BB1A4-57F2-8C73-04F0-E7A7DC962DE9}"/>
                  </a:ext>
                </a:extLst>
              </p:cNvPr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1" name="Google Shape;16391;p54">
                <a:extLst>
                  <a:ext uri="{FF2B5EF4-FFF2-40B4-BE49-F238E27FC236}">
                    <a16:creationId xmlns:a16="http://schemas.microsoft.com/office/drawing/2014/main" id="{EBD77381-5D78-866A-E0EC-C620E7847C15}"/>
                  </a:ext>
                </a:extLst>
              </p:cNvPr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2" name="Google Shape;16392;p54">
                <a:extLst>
                  <a:ext uri="{FF2B5EF4-FFF2-40B4-BE49-F238E27FC236}">
                    <a16:creationId xmlns:a16="http://schemas.microsoft.com/office/drawing/2014/main" id="{50FC6BB2-6CC7-B10F-58CF-151BD2535854}"/>
                  </a:ext>
                </a:extLst>
              </p:cNvPr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3" name="Google Shape;16393;p54">
                <a:extLst>
                  <a:ext uri="{FF2B5EF4-FFF2-40B4-BE49-F238E27FC236}">
                    <a16:creationId xmlns:a16="http://schemas.microsoft.com/office/drawing/2014/main" id="{6CC47949-32E6-FE85-4A0C-6B9F67A98327}"/>
                  </a:ext>
                </a:extLst>
              </p:cNvPr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4" name="Google Shape;16394;p54">
                <a:extLst>
                  <a:ext uri="{FF2B5EF4-FFF2-40B4-BE49-F238E27FC236}">
                    <a16:creationId xmlns:a16="http://schemas.microsoft.com/office/drawing/2014/main" id="{A7893BCD-BF67-A60E-FB04-DA76A1B91E18}"/>
                  </a:ext>
                </a:extLst>
              </p:cNvPr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5" name="Google Shape;16395;p54">
                <a:extLst>
                  <a:ext uri="{FF2B5EF4-FFF2-40B4-BE49-F238E27FC236}">
                    <a16:creationId xmlns:a16="http://schemas.microsoft.com/office/drawing/2014/main" id="{6B9A13AA-7F47-D5F7-E2B9-DE72219BF793}"/>
                  </a:ext>
                </a:extLst>
              </p:cNvPr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6" name="Google Shape;16396;p54">
                <a:extLst>
                  <a:ext uri="{FF2B5EF4-FFF2-40B4-BE49-F238E27FC236}">
                    <a16:creationId xmlns:a16="http://schemas.microsoft.com/office/drawing/2014/main" id="{25E72EC9-4B0C-13EE-47F5-8E6331AEBADC}"/>
                  </a:ext>
                </a:extLst>
              </p:cNvPr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7" name="Google Shape;16397;p54">
                <a:extLst>
                  <a:ext uri="{FF2B5EF4-FFF2-40B4-BE49-F238E27FC236}">
                    <a16:creationId xmlns:a16="http://schemas.microsoft.com/office/drawing/2014/main" id="{910D22FF-C636-F0B9-9011-113C2C6B87AF}"/>
                  </a:ext>
                </a:extLst>
              </p:cNvPr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8" name="Google Shape;16398;p54">
                <a:extLst>
                  <a:ext uri="{FF2B5EF4-FFF2-40B4-BE49-F238E27FC236}">
                    <a16:creationId xmlns:a16="http://schemas.microsoft.com/office/drawing/2014/main" id="{C2FF66F3-C1F1-C97E-4DD7-4FD930EA68EB}"/>
                  </a:ext>
                </a:extLst>
              </p:cNvPr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9" name="Google Shape;16399;p54">
                <a:extLst>
                  <a:ext uri="{FF2B5EF4-FFF2-40B4-BE49-F238E27FC236}">
                    <a16:creationId xmlns:a16="http://schemas.microsoft.com/office/drawing/2014/main" id="{DE51C451-9EF0-ABE0-4D03-DD88A1DE722A}"/>
                  </a:ext>
                </a:extLst>
              </p:cNvPr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0" name="Google Shape;16400;p54">
                <a:extLst>
                  <a:ext uri="{FF2B5EF4-FFF2-40B4-BE49-F238E27FC236}">
                    <a16:creationId xmlns:a16="http://schemas.microsoft.com/office/drawing/2014/main" id="{6B48D3C1-961C-4AB0-2C58-E20B0599AFDF}"/>
                  </a:ext>
                </a:extLst>
              </p:cNvPr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1" name="Google Shape;16401;p54">
                <a:extLst>
                  <a:ext uri="{FF2B5EF4-FFF2-40B4-BE49-F238E27FC236}">
                    <a16:creationId xmlns:a16="http://schemas.microsoft.com/office/drawing/2014/main" id="{607FB1EB-D7E6-8D8B-14F9-07E495CD72A2}"/>
                  </a:ext>
                </a:extLst>
              </p:cNvPr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2" name="Google Shape;16402;p54">
                <a:extLst>
                  <a:ext uri="{FF2B5EF4-FFF2-40B4-BE49-F238E27FC236}">
                    <a16:creationId xmlns:a16="http://schemas.microsoft.com/office/drawing/2014/main" id="{1EC21176-A706-40A1-2CDB-679D7B0ED15D}"/>
                  </a:ext>
                </a:extLst>
              </p:cNvPr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3" name="Google Shape;16403;p54">
                <a:extLst>
                  <a:ext uri="{FF2B5EF4-FFF2-40B4-BE49-F238E27FC236}">
                    <a16:creationId xmlns:a16="http://schemas.microsoft.com/office/drawing/2014/main" id="{1156510F-89A4-0543-D313-5A23039E727F}"/>
                  </a:ext>
                </a:extLst>
              </p:cNvPr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4" name="Google Shape;16404;p54">
                <a:extLst>
                  <a:ext uri="{FF2B5EF4-FFF2-40B4-BE49-F238E27FC236}">
                    <a16:creationId xmlns:a16="http://schemas.microsoft.com/office/drawing/2014/main" id="{754D33A2-D4E9-C8A0-0645-74F6D472A11E}"/>
                  </a:ext>
                </a:extLst>
              </p:cNvPr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5" name="Google Shape;16405;p54">
                <a:extLst>
                  <a:ext uri="{FF2B5EF4-FFF2-40B4-BE49-F238E27FC236}">
                    <a16:creationId xmlns:a16="http://schemas.microsoft.com/office/drawing/2014/main" id="{59006574-3CA1-A08F-CB7F-9AA1142429AF}"/>
                  </a:ext>
                </a:extLst>
              </p:cNvPr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6" name="Google Shape;16406;p54">
                <a:extLst>
                  <a:ext uri="{FF2B5EF4-FFF2-40B4-BE49-F238E27FC236}">
                    <a16:creationId xmlns:a16="http://schemas.microsoft.com/office/drawing/2014/main" id="{A933F0CB-41EA-7275-6952-A51D5C33DF94}"/>
                  </a:ext>
                </a:extLst>
              </p:cNvPr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7" name="Google Shape;16407;p54">
                <a:extLst>
                  <a:ext uri="{FF2B5EF4-FFF2-40B4-BE49-F238E27FC236}">
                    <a16:creationId xmlns:a16="http://schemas.microsoft.com/office/drawing/2014/main" id="{56A83332-A6EC-CD7B-B914-656FBC4588B9}"/>
                  </a:ext>
                </a:extLst>
              </p:cNvPr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8" name="Google Shape;16408;p54">
                <a:extLst>
                  <a:ext uri="{FF2B5EF4-FFF2-40B4-BE49-F238E27FC236}">
                    <a16:creationId xmlns:a16="http://schemas.microsoft.com/office/drawing/2014/main" id="{986BF04C-3F25-945C-136F-834E46DBC257}"/>
                  </a:ext>
                </a:extLst>
              </p:cNvPr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9" name="Google Shape;16409;p54">
                <a:extLst>
                  <a:ext uri="{FF2B5EF4-FFF2-40B4-BE49-F238E27FC236}">
                    <a16:creationId xmlns:a16="http://schemas.microsoft.com/office/drawing/2014/main" id="{48A216B7-E405-9CBA-ABAF-1A1E7E6F5B11}"/>
                  </a:ext>
                </a:extLst>
              </p:cNvPr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0" name="Google Shape;16410;p54">
                <a:extLst>
                  <a:ext uri="{FF2B5EF4-FFF2-40B4-BE49-F238E27FC236}">
                    <a16:creationId xmlns:a16="http://schemas.microsoft.com/office/drawing/2014/main" id="{1C050ECB-F2A6-626C-0ED7-50A892116378}"/>
                  </a:ext>
                </a:extLst>
              </p:cNvPr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1" name="Google Shape;16411;p54">
                <a:extLst>
                  <a:ext uri="{FF2B5EF4-FFF2-40B4-BE49-F238E27FC236}">
                    <a16:creationId xmlns:a16="http://schemas.microsoft.com/office/drawing/2014/main" id="{8EBC3DB6-B4FB-4305-1DCA-57E6136E7822}"/>
                  </a:ext>
                </a:extLst>
              </p:cNvPr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2" name="Google Shape;16412;p54">
                <a:extLst>
                  <a:ext uri="{FF2B5EF4-FFF2-40B4-BE49-F238E27FC236}">
                    <a16:creationId xmlns:a16="http://schemas.microsoft.com/office/drawing/2014/main" id="{6EE62AA3-F381-45F8-F7E0-3C6B15C0B281}"/>
                  </a:ext>
                </a:extLst>
              </p:cNvPr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3" name="Google Shape;16413;p54">
                <a:extLst>
                  <a:ext uri="{FF2B5EF4-FFF2-40B4-BE49-F238E27FC236}">
                    <a16:creationId xmlns:a16="http://schemas.microsoft.com/office/drawing/2014/main" id="{A884E0A6-ABAD-5599-96A0-AC0EDFB94972}"/>
                  </a:ext>
                </a:extLst>
              </p:cNvPr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4" name="Google Shape;16414;p54">
                <a:extLst>
                  <a:ext uri="{FF2B5EF4-FFF2-40B4-BE49-F238E27FC236}">
                    <a16:creationId xmlns:a16="http://schemas.microsoft.com/office/drawing/2014/main" id="{4BAB2071-6F7E-55AC-DBD4-0847A637650D}"/>
                  </a:ext>
                </a:extLst>
              </p:cNvPr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5" name="Google Shape;16415;p54">
                <a:extLst>
                  <a:ext uri="{FF2B5EF4-FFF2-40B4-BE49-F238E27FC236}">
                    <a16:creationId xmlns:a16="http://schemas.microsoft.com/office/drawing/2014/main" id="{2E28E29D-E6B6-807B-A052-F96A2857BB93}"/>
                  </a:ext>
                </a:extLst>
              </p:cNvPr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6" name="Google Shape;16416;p54">
                <a:extLst>
                  <a:ext uri="{FF2B5EF4-FFF2-40B4-BE49-F238E27FC236}">
                    <a16:creationId xmlns:a16="http://schemas.microsoft.com/office/drawing/2014/main" id="{37C5F2AF-AB0C-5479-C6B8-E41ABD12A36B}"/>
                  </a:ext>
                </a:extLst>
              </p:cNvPr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7" name="Google Shape;16417;p54">
                <a:extLst>
                  <a:ext uri="{FF2B5EF4-FFF2-40B4-BE49-F238E27FC236}">
                    <a16:creationId xmlns:a16="http://schemas.microsoft.com/office/drawing/2014/main" id="{88730A9C-BF91-9186-B429-506EF3840E02}"/>
                  </a:ext>
                </a:extLst>
              </p:cNvPr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8" name="Google Shape;16418;p54">
                <a:extLst>
                  <a:ext uri="{FF2B5EF4-FFF2-40B4-BE49-F238E27FC236}">
                    <a16:creationId xmlns:a16="http://schemas.microsoft.com/office/drawing/2014/main" id="{9D4C6181-7C9F-9170-8BF6-232F9273555A}"/>
                  </a:ext>
                </a:extLst>
              </p:cNvPr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9" name="Google Shape;16419;p54">
                <a:extLst>
                  <a:ext uri="{FF2B5EF4-FFF2-40B4-BE49-F238E27FC236}">
                    <a16:creationId xmlns:a16="http://schemas.microsoft.com/office/drawing/2014/main" id="{B8FFDBA4-2AAC-041C-32EF-CF27E339AE8A}"/>
                  </a:ext>
                </a:extLst>
              </p:cNvPr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0" name="Google Shape;16420;p54">
                <a:extLst>
                  <a:ext uri="{FF2B5EF4-FFF2-40B4-BE49-F238E27FC236}">
                    <a16:creationId xmlns:a16="http://schemas.microsoft.com/office/drawing/2014/main" id="{B9A0C1D1-358A-A090-D1D3-9CEDADC7A1CD}"/>
                  </a:ext>
                </a:extLst>
              </p:cNvPr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1" name="Google Shape;16421;p54">
                <a:extLst>
                  <a:ext uri="{FF2B5EF4-FFF2-40B4-BE49-F238E27FC236}">
                    <a16:creationId xmlns:a16="http://schemas.microsoft.com/office/drawing/2014/main" id="{EADA2BD0-FA65-3ABA-9CBE-E3631638C85F}"/>
                  </a:ext>
                </a:extLst>
              </p:cNvPr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2" name="Google Shape;16422;p54">
                <a:extLst>
                  <a:ext uri="{FF2B5EF4-FFF2-40B4-BE49-F238E27FC236}">
                    <a16:creationId xmlns:a16="http://schemas.microsoft.com/office/drawing/2014/main" id="{5E1053D1-0DB0-E595-5FA3-9765DA3DDCBF}"/>
                  </a:ext>
                </a:extLst>
              </p:cNvPr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3" name="Google Shape;16423;p54">
                <a:extLst>
                  <a:ext uri="{FF2B5EF4-FFF2-40B4-BE49-F238E27FC236}">
                    <a16:creationId xmlns:a16="http://schemas.microsoft.com/office/drawing/2014/main" id="{F8697EE0-0C5D-86D1-2489-795B9057F90D}"/>
                  </a:ext>
                </a:extLst>
              </p:cNvPr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4" name="Google Shape;16424;p54">
                <a:extLst>
                  <a:ext uri="{FF2B5EF4-FFF2-40B4-BE49-F238E27FC236}">
                    <a16:creationId xmlns:a16="http://schemas.microsoft.com/office/drawing/2014/main" id="{03B3C82F-8B4C-7BC5-B520-EDD929D25E40}"/>
                  </a:ext>
                </a:extLst>
              </p:cNvPr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5" name="Google Shape;16425;p54">
                <a:extLst>
                  <a:ext uri="{FF2B5EF4-FFF2-40B4-BE49-F238E27FC236}">
                    <a16:creationId xmlns:a16="http://schemas.microsoft.com/office/drawing/2014/main" id="{CF18DE5C-D917-2E76-20DD-6A315941D8F1}"/>
                  </a:ext>
                </a:extLst>
              </p:cNvPr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6" name="Google Shape;16426;p54">
                <a:extLst>
                  <a:ext uri="{FF2B5EF4-FFF2-40B4-BE49-F238E27FC236}">
                    <a16:creationId xmlns:a16="http://schemas.microsoft.com/office/drawing/2014/main" id="{09209AAA-E386-2C1E-18CC-A8454808252D}"/>
                  </a:ext>
                </a:extLst>
              </p:cNvPr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7" name="Google Shape;16427;p54">
                <a:extLst>
                  <a:ext uri="{FF2B5EF4-FFF2-40B4-BE49-F238E27FC236}">
                    <a16:creationId xmlns:a16="http://schemas.microsoft.com/office/drawing/2014/main" id="{AF9AF084-5734-443C-CA84-2A65C1EB15BF}"/>
                  </a:ext>
                </a:extLst>
              </p:cNvPr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8" name="Google Shape;16428;p54">
                <a:extLst>
                  <a:ext uri="{FF2B5EF4-FFF2-40B4-BE49-F238E27FC236}">
                    <a16:creationId xmlns:a16="http://schemas.microsoft.com/office/drawing/2014/main" id="{3F98CDCB-60A0-FC64-7B8B-3C516E31E0C5}"/>
                  </a:ext>
                </a:extLst>
              </p:cNvPr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9" name="Google Shape;16429;p54">
                <a:extLst>
                  <a:ext uri="{FF2B5EF4-FFF2-40B4-BE49-F238E27FC236}">
                    <a16:creationId xmlns:a16="http://schemas.microsoft.com/office/drawing/2014/main" id="{C39132BB-1FA4-536D-2643-3EE16A39CB6A}"/>
                  </a:ext>
                </a:extLst>
              </p:cNvPr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0" name="Google Shape;16430;p54">
                <a:extLst>
                  <a:ext uri="{FF2B5EF4-FFF2-40B4-BE49-F238E27FC236}">
                    <a16:creationId xmlns:a16="http://schemas.microsoft.com/office/drawing/2014/main" id="{85F2092B-81BB-3901-58EF-772AFCC3D2DB}"/>
                  </a:ext>
                </a:extLst>
              </p:cNvPr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1" name="Google Shape;16431;p54">
                <a:extLst>
                  <a:ext uri="{FF2B5EF4-FFF2-40B4-BE49-F238E27FC236}">
                    <a16:creationId xmlns:a16="http://schemas.microsoft.com/office/drawing/2014/main" id="{CD314409-93E2-8917-CE64-24243D21038E}"/>
                  </a:ext>
                </a:extLst>
              </p:cNvPr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2" name="Google Shape;16432;p54">
                <a:extLst>
                  <a:ext uri="{FF2B5EF4-FFF2-40B4-BE49-F238E27FC236}">
                    <a16:creationId xmlns:a16="http://schemas.microsoft.com/office/drawing/2014/main" id="{6E244C5A-E247-8BB9-5B50-A05C48F44C9A}"/>
                  </a:ext>
                </a:extLst>
              </p:cNvPr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3" name="Google Shape;16433;p54">
                <a:extLst>
                  <a:ext uri="{FF2B5EF4-FFF2-40B4-BE49-F238E27FC236}">
                    <a16:creationId xmlns:a16="http://schemas.microsoft.com/office/drawing/2014/main" id="{BD986BE4-17E9-96FC-FDE8-EFEDDAFDFEB0}"/>
                  </a:ext>
                </a:extLst>
              </p:cNvPr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4" name="Google Shape;16434;p54">
                <a:extLst>
                  <a:ext uri="{FF2B5EF4-FFF2-40B4-BE49-F238E27FC236}">
                    <a16:creationId xmlns:a16="http://schemas.microsoft.com/office/drawing/2014/main" id="{E20067AD-9D54-DCAE-9213-EE3D4AC7A776}"/>
                  </a:ext>
                </a:extLst>
              </p:cNvPr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5" name="Google Shape;16435;p54">
                <a:extLst>
                  <a:ext uri="{FF2B5EF4-FFF2-40B4-BE49-F238E27FC236}">
                    <a16:creationId xmlns:a16="http://schemas.microsoft.com/office/drawing/2014/main" id="{05EFC7F7-754D-8489-AFF1-645A25647E1B}"/>
                  </a:ext>
                </a:extLst>
              </p:cNvPr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6" name="Google Shape;16436;p54">
                <a:extLst>
                  <a:ext uri="{FF2B5EF4-FFF2-40B4-BE49-F238E27FC236}">
                    <a16:creationId xmlns:a16="http://schemas.microsoft.com/office/drawing/2014/main" id="{B8045B88-5256-8936-1FEF-224999958A8D}"/>
                  </a:ext>
                </a:extLst>
              </p:cNvPr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7" name="Google Shape;16437;p54">
                <a:extLst>
                  <a:ext uri="{FF2B5EF4-FFF2-40B4-BE49-F238E27FC236}">
                    <a16:creationId xmlns:a16="http://schemas.microsoft.com/office/drawing/2014/main" id="{2E3B365B-85AC-7183-449A-CEDE403D8798}"/>
                  </a:ext>
                </a:extLst>
              </p:cNvPr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8" name="Google Shape;16438;p54">
                <a:extLst>
                  <a:ext uri="{FF2B5EF4-FFF2-40B4-BE49-F238E27FC236}">
                    <a16:creationId xmlns:a16="http://schemas.microsoft.com/office/drawing/2014/main" id="{01F2E3D8-0AEB-7547-B3A9-288A7B36E508}"/>
                  </a:ext>
                </a:extLst>
              </p:cNvPr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9" name="Google Shape;16439;p54">
                <a:extLst>
                  <a:ext uri="{FF2B5EF4-FFF2-40B4-BE49-F238E27FC236}">
                    <a16:creationId xmlns:a16="http://schemas.microsoft.com/office/drawing/2014/main" id="{D734E6E2-AAA8-8573-01BC-0094525B70C7}"/>
                  </a:ext>
                </a:extLst>
              </p:cNvPr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0" name="Google Shape;16440;p54">
                <a:extLst>
                  <a:ext uri="{FF2B5EF4-FFF2-40B4-BE49-F238E27FC236}">
                    <a16:creationId xmlns:a16="http://schemas.microsoft.com/office/drawing/2014/main" id="{0EDB9C27-362C-0500-8BE4-3965273C00A7}"/>
                  </a:ext>
                </a:extLst>
              </p:cNvPr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1" name="Google Shape;16441;p54">
                <a:extLst>
                  <a:ext uri="{FF2B5EF4-FFF2-40B4-BE49-F238E27FC236}">
                    <a16:creationId xmlns:a16="http://schemas.microsoft.com/office/drawing/2014/main" id="{9F1BFF84-28DB-1F79-6BA7-F237F4679B29}"/>
                  </a:ext>
                </a:extLst>
              </p:cNvPr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2" name="Google Shape;16442;p54">
                <a:extLst>
                  <a:ext uri="{FF2B5EF4-FFF2-40B4-BE49-F238E27FC236}">
                    <a16:creationId xmlns:a16="http://schemas.microsoft.com/office/drawing/2014/main" id="{C11C5BBD-EA22-862B-BB97-ED7B85F66A8F}"/>
                  </a:ext>
                </a:extLst>
              </p:cNvPr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3" name="Google Shape;16443;p54">
                <a:extLst>
                  <a:ext uri="{FF2B5EF4-FFF2-40B4-BE49-F238E27FC236}">
                    <a16:creationId xmlns:a16="http://schemas.microsoft.com/office/drawing/2014/main" id="{20E1DE30-806F-7892-242E-943D98612FEA}"/>
                  </a:ext>
                </a:extLst>
              </p:cNvPr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4" name="Google Shape;16444;p54">
                <a:extLst>
                  <a:ext uri="{FF2B5EF4-FFF2-40B4-BE49-F238E27FC236}">
                    <a16:creationId xmlns:a16="http://schemas.microsoft.com/office/drawing/2014/main" id="{9A407634-715E-A2CD-BEC7-1A284AB9B510}"/>
                  </a:ext>
                </a:extLst>
              </p:cNvPr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5" name="Google Shape;16445;p54">
                <a:extLst>
                  <a:ext uri="{FF2B5EF4-FFF2-40B4-BE49-F238E27FC236}">
                    <a16:creationId xmlns:a16="http://schemas.microsoft.com/office/drawing/2014/main" id="{E124FDCC-0AB2-3DA6-5152-32EBF81C0E06}"/>
                  </a:ext>
                </a:extLst>
              </p:cNvPr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6" name="Google Shape;16446;p54">
                <a:extLst>
                  <a:ext uri="{FF2B5EF4-FFF2-40B4-BE49-F238E27FC236}">
                    <a16:creationId xmlns:a16="http://schemas.microsoft.com/office/drawing/2014/main" id="{1658CDFF-FAED-7ECE-3C83-C2B64278A92F}"/>
                  </a:ext>
                </a:extLst>
              </p:cNvPr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7" name="Google Shape;16447;p54">
                <a:extLst>
                  <a:ext uri="{FF2B5EF4-FFF2-40B4-BE49-F238E27FC236}">
                    <a16:creationId xmlns:a16="http://schemas.microsoft.com/office/drawing/2014/main" id="{03157378-9099-A186-712A-828462B9CFF0}"/>
                  </a:ext>
                </a:extLst>
              </p:cNvPr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8" name="Google Shape;16448;p54">
                <a:extLst>
                  <a:ext uri="{FF2B5EF4-FFF2-40B4-BE49-F238E27FC236}">
                    <a16:creationId xmlns:a16="http://schemas.microsoft.com/office/drawing/2014/main" id="{DCCCA855-A212-6DC2-3672-1F870A623168}"/>
                  </a:ext>
                </a:extLst>
              </p:cNvPr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9" name="Google Shape;16449;p54">
                <a:extLst>
                  <a:ext uri="{FF2B5EF4-FFF2-40B4-BE49-F238E27FC236}">
                    <a16:creationId xmlns:a16="http://schemas.microsoft.com/office/drawing/2014/main" id="{05CF3EA6-60ED-A561-CE09-3CC9DBE4DB8A}"/>
                  </a:ext>
                </a:extLst>
              </p:cNvPr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0" name="Google Shape;16450;p54">
                <a:extLst>
                  <a:ext uri="{FF2B5EF4-FFF2-40B4-BE49-F238E27FC236}">
                    <a16:creationId xmlns:a16="http://schemas.microsoft.com/office/drawing/2014/main" id="{E4167045-5995-F135-1C38-71585A3BE84C}"/>
                  </a:ext>
                </a:extLst>
              </p:cNvPr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1" name="Google Shape;16451;p54">
                <a:extLst>
                  <a:ext uri="{FF2B5EF4-FFF2-40B4-BE49-F238E27FC236}">
                    <a16:creationId xmlns:a16="http://schemas.microsoft.com/office/drawing/2014/main" id="{88D12F4D-CDBC-085C-6BE7-28994DA1A959}"/>
                  </a:ext>
                </a:extLst>
              </p:cNvPr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2" name="Google Shape;16452;p54">
                <a:extLst>
                  <a:ext uri="{FF2B5EF4-FFF2-40B4-BE49-F238E27FC236}">
                    <a16:creationId xmlns:a16="http://schemas.microsoft.com/office/drawing/2014/main" id="{0FDA9B38-0FD8-5AC5-E660-6D25DD6D8217}"/>
                  </a:ext>
                </a:extLst>
              </p:cNvPr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3" name="Google Shape;16453;p54">
                <a:extLst>
                  <a:ext uri="{FF2B5EF4-FFF2-40B4-BE49-F238E27FC236}">
                    <a16:creationId xmlns:a16="http://schemas.microsoft.com/office/drawing/2014/main" id="{AEB23341-35BD-F76D-BE5D-8228CD63BC38}"/>
                  </a:ext>
                </a:extLst>
              </p:cNvPr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4" name="Google Shape;16454;p54">
                <a:extLst>
                  <a:ext uri="{FF2B5EF4-FFF2-40B4-BE49-F238E27FC236}">
                    <a16:creationId xmlns:a16="http://schemas.microsoft.com/office/drawing/2014/main" id="{16338A1F-2418-F128-B9DA-E8F7631D9FA0}"/>
                  </a:ext>
                </a:extLst>
              </p:cNvPr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5" name="Google Shape;16455;p54">
                <a:extLst>
                  <a:ext uri="{FF2B5EF4-FFF2-40B4-BE49-F238E27FC236}">
                    <a16:creationId xmlns:a16="http://schemas.microsoft.com/office/drawing/2014/main" id="{A9143C8C-57E8-8F26-7339-975C4525A604}"/>
                  </a:ext>
                </a:extLst>
              </p:cNvPr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6" name="Google Shape;16456;p54">
                <a:extLst>
                  <a:ext uri="{FF2B5EF4-FFF2-40B4-BE49-F238E27FC236}">
                    <a16:creationId xmlns:a16="http://schemas.microsoft.com/office/drawing/2014/main" id="{091702FC-7F3D-FA0C-975F-EC12B275A415}"/>
                  </a:ext>
                </a:extLst>
              </p:cNvPr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7" name="Google Shape;16457;p54">
                <a:extLst>
                  <a:ext uri="{FF2B5EF4-FFF2-40B4-BE49-F238E27FC236}">
                    <a16:creationId xmlns:a16="http://schemas.microsoft.com/office/drawing/2014/main" id="{A5BBE602-656A-2989-B1D6-1684A12B1C1F}"/>
                  </a:ext>
                </a:extLst>
              </p:cNvPr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8" name="Google Shape;16458;p54">
                <a:extLst>
                  <a:ext uri="{FF2B5EF4-FFF2-40B4-BE49-F238E27FC236}">
                    <a16:creationId xmlns:a16="http://schemas.microsoft.com/office/drawing/2014/main" id="{5C7A6C37-6857-7CAA-C8CC-CFF47E0E1620}"/>
                  </a:ext>
                </a:extLst>
              </p:cNvPr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9" name="Google Shape;16459;p54">
                <a:extLst>
                  <a:ext uri="{FF2B5EF4-FFF2-40B4-BE49-F238E27FC236}">
                    <a16:creationId xmlns:a16="http://schemas.microsoft.com/office/drawing/2014/main" id="{10CD219F-F243-3A3A-8F4D-D4A4EFF206CC}"/>
                  </a:ext>
                </a:extLst>
              </p:cNvPr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0" name="Google Shape;16460;p54">
                <a:extLst>
                  <a:ext uri="{FF2B5EF4-FFF2-40B4-BE49-F238E27FC236}">
                    <a16:creationId xmlns:a16="http://schemas.microsoft.com/office/drawing/2014/main" id="{19D70C93-4B40-3734-8DB7-AD3B46045DF2}"/>
                  </a:ext>
                </a:extLst>
              </p:cNvPr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1" name="Google Shape;16461;p54">
                <a:extLst>
                  <a:ext uri="{FF2B5EF4-FFF2-40B4-BE49-F238E27FC236}">
                    <a16:creationId xmlns:a16="http://schemas.microsoft.com/office/drawing/2014/main" id="{2D79C4EF-ED81-FD3A-6B60-349F804C5220}"/>
                  </a:ext>
                </a:extLst>
              </p:cNvPr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2" name="Google Shape;16462;p54">
                <a:extLst>
                  <a:ext uri="{FF2B5EF4-FFF2-40B4-BE49-F238E27FC236}">
                    <a16:creationId xmlns:a16="http://schemas.microsoft.com/office/drawing/2014/main" id="{A6733741-67C5-5E8A-2095-9C284973AD3F}"/>
                  </a:ext>
                </a:extLst>
              </p:cNvPr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3" name="Google Shape;16463;p54">
                <a:extLst>
                  <a:ext uri="{FF2B5EF4-FFF2-40B4-BE49-F238E27FC236}">
                    <a16:creationId xmlns:a16="http://schemas.microsoft.com/office/drawing/2014/main" id="{6523BF91-12F2-2B7E-99E9-902A367C9F24}"/>
                  </a:ext>
                </a:extLst>
              </p:cNvPr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4" name="Google Shape;16464;p54">
                <a:extLst>
                  <a:ext uri="{FF2B5EF4-FFF2-40B4-BE49-F238E27FC236}">
                    <a16:creationId xmlns:a16="http://schemas.microsoft.com/office/drawing/2014/main" id="{B6A41CED-7486-9E7E-4A33-A1FB76BB4E0C}"/>
                  </a:ext>
                </a:extLst>
              </p:cNvPr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5" name="Google Shape;16465;p54">
                <a:extLst>
                  <a:ext uri="{FF2B5EF4-FFF2-40B4-BE49-F238E27FC236}">
                    <a16:creationId xmlns:a16="http://schemas.microsoft.com/office/drawing/2014/main" id="{F803581C-66ED-7FC7-782F-9870B1A6E534}"/>
                  </a:ext>
                </a:extLst>
              </p:cNvPr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6" name="Google Shape;16466;p54">
                <a:extLst>
                  <a:ext uri="{FF2B5EF4-FFF2-40B4-BE49-F238E27FC236}">
                    <a16:creationId xmlns:a16="http://schemas.microsoft.com/office/drawing/2014/main" id="{F6AD7471-7868-D6BC-522B-C52671FB45B8}"/>
                  </a:ext>
                </a:extLst>
              </p:cNvPr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7" name="Google Shape;16467;p54">
                <a:extLst>
                  <a:ext uri="{FF2B5EF4-FFF2-40B4-BE49-F238E27FC236}">
                    <a16:creationId xmlns:a16="http://schemas.microsoft.com/office/drawing/2014/main" id="{A7541010-B76B-0C1D-7330-09D740CCCE53}"/>
                  </a:ext>
                </a:extLst>
              </p:cNvPr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8" name="Google Shape;16468;p54">
                <a:extLst>
                  <a:ext uri="{FF2B5EF4-FFF2-40B4-BE49-F238E27FC236}">
                    <a16:creationId xmlns:a16="http://schemas.microsoft.com/office/drawing/2014/main" id="{62F175AD-2E7C-82E6-58DA-CC0DFBF71771}"/>
                  </a:ext>
                </a:extLst>
              </p:cNvPr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9" name="Google Shape;16469;p54">
                <a:extLst>
                  <a:ext uri="{FF2B5EF4-FFF2-40B4-BE49-F238E27FC236}">
                    <a16:creationId xmlns:a16="http://schemas.microsoft.com/office/drawing/2014/main" id="{B6A7EE27-198C-4E8F-A6C3-A26A1DF1A9A1}"/>
                  </a:ext>
                </a:extLst>
              </p:cNvPr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6470" name="Google Shape;16470;p54">
              <a:extLst>
                <a:ext uri="{FF2B5EF4-FFF2-40B4-BE49-F238E27FC236}">
                  <a16:creationId xmlns:a16="http://schemas.microsoft.com/office/drawing/2014/main" id="{2D703D4E-9ACF-1404-1199-1C65B00CBAD4}"/>
                </a:ext>
              </a:extLst>
            </p:cNvPr>
            <p:cNvGrpSpPr/>
            <p:nvPr/>
          </p:nvGrpSpPr>
          <p:grpSpPr>
            <a:xfrm>
              <a:off x="3744109" y="4254507"/>
              <a:ext cx="5081829" cy="944189"/>
              <a:chOff x="238125" y="2195725"/>
              <a:chExt cx="7120400" cy="1322950"/>
            </a:xfrm>
          </p:grpSpPr>
          <p:sp>
            <p:nvSpPr>
              <p:cNvPr id="16471" name="Google Shape;16471;p54">
                <a:extLst>
                  <a:ext uri="{FF2B5EF4-FFF2-40B4-BE49-F238E27FC236}">
                    <a16:creationId xmlns:a16="http://schemas.microsoft.com/office/drawing/2014/main" id="{B753FC92-F75D-0781-8DDA-0A3B2958FDDC}"/>
                  </a:ext>
                </a:extLst>
              </p:cNvPr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72" name="Google Shape;16472;p54">
                <a:extLst>
                  <a:ext uri="{FF2B5EF4-FFF2-40B4-BE49-F238E27FC236}">
                    <a16:creationId xmlns:a16="http://schemas.microsoft.com/office/drawing/2014/main" id="{D7E28D4E-8212-1B2F-66BE-0F174CF85A9D}"/>
                  </a:ext>
                </a:extLst>
              </p:cNvPr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73" name="Google Shape;16473;p54">
                <a:extLst>
                  <a:ext uri="{FF2B5EF4-FFF2-40B4-BE49-F238E27FC236}">
                    <a16:creationId xmlns:a16="http://schemas.microsoft.com/office/drawing/2014/main" id="{1670E937-9064-399E-2382-F5E76E67035C}"/>
                  </a:ext>
                </a:extLst>
              </p:cNvPr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74" name="Google Shape;16474;p54">
                <a:extLst>
                  <a:ext uri="{FF2B5EF4-FFF2-40B4-BE49-F238E27FC236}">
                    <a16:creationId xmlns:a16="http://schemas.microsoft.com/office/drawing/2014/main" id="{70690E5E-FFF8-67DC-C6E7-1E31127F0C32}"/>
                  </a:ext>
                </a:extLst>
              </p:cNvPr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75" name="Google Shape;16475;p54">
                <a:extLst>
                  <a:ext uri="{FF2B5EF4-FFF2-40B4-BE49-F238E27FC236}">
                    <a16:creationId xmlns:a16="http://schemas.microsoft.com/office/drawing/2014/main" id="{4181AFCF-6130-84F0-B639-B79879A5A27A}"/>
                  </a:ext>
                </a:extLst>
              </p:cNvPr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76" name="Google Shape;16476;p54">
                <a:extLst>
                  <a:ext uri="{FF2B5EF4-FFF2-40B4-BE49-F238E27FC236}">
                    <a16:creationId xmlns:a16="http://schemas.microsoft.com/office/drawing/2014/main" id="{90A9594E-EA45-19CC-310B-324BD37A83F2}"/>
                  </a:ext>
                </a:extLst>
              </p:cNvPr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77" name="Google Shape;16477;p54">
                <a:extLst>
                  <a:ext uri="{FF2B5EF4-FFF2-40B4-BE49-F238E27FC236}">
                    <a16:creationId xmlns:a16="http://schemas.microsoft.com/office/drawing/2014/main" id="{9970B599-21F0-D60F-3F6C-1B224CF71A63}"/>
                  </a:ext>
                </a:extLst>
              </p:cNvPr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78" name="Google Shape;16478;p54">
                <a:extLst>
                  <a:ext uri="{FF2B5EF4-FFF2-40B4-BE49-F238E27FC236}">
                    <a16:creationId xmlns:a16="http://schemas.microsoft.com/office/drawing/2014/main" id="{99F5B8E2-8315-22EB-BB6B-A9210976B145}"/>
                  </a:ext>
                </a:extLst>
              </p:cNvPr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79" name="Google Shape;16479;p54">
                <a:extLst>
                  <a:ext uri="{FF2B5EF4-FFF2-40B4-BE49-F238E27FC236}">
                    <a16:creationId xmlns:a16="http://schemas.microsoft.com/office/drawing/2014/main" id="{4A4FD146-51FB-70E9-8843-09B6214A5D47}"/>
                  </a:ext>
                </a:extLst>
              </p:cNvPr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0" name="Google Shape;16480;p54">
                <a:extLst>
                  <a:ext uri="{FF2B5EF4-FFF2-40B4-BE49-F238E27FC236}">
                    <a16:creationId xmlns:a16="http://schemas.microsoft.com/office/drawing/2014/main" id="{FE15A9CA-35A6-33BB-DAE7-6E050EF10C42}"/>
                  </a:ext>
                </a:extLst>
              </p:cNvPr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1" name="Google Shape;16481;p54">
                <a:extLst>
                  <a:ext uri="{FF2B5EF4-FFF2-40B4-BE49-F238E27FC236}">
                    <a16:creationId xmlns:a16="http://schemas.microsoft.com/office/drawing/2014/main" id="{E9EEA2A4-7CB5-D387-D404-9EBE34B9A483}"/>
                  </a:ext>
                </a:extLst>
              </p:cNvPr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2" name="Google Shape;16482;p54">
                <a:extLst>
                  <a:ext uri="{FF2B5EF4-FFF2-40B4-BE49-F238E27FC236}">
                    <a16:creationId xmlns:a16="http://schemas.microsoft.com/office/drawing/2014/main" id="{D96C860D-6F73-C0AA-8826-96A0E8466445}"/>
                  </a:ext>
                </a:extLst>
              </p:cNvPr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3" name="Google Shape;16483;p54">
                <a:extLst>
                  <a:ext uri="{FF2B5EF4-FFF2-40B4-BE49-F238E27FC236}">
                    <a16:creationId xmlns:a16="http://schemas.microsoft.com/office/drawing/2014/main" id="{E83089E7-E492-1BE7-2197-F015A70AA742}"/>
                  </a:ext>
                </a:extLst>
              </p:cNvPr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4" name="Google Shape;16484;p54">
                <a:extLst>
                  <a:ext uri="{FF2B5EF4-FFF2-40B4-BE49-F238E27FC236}">
                    <a16:creationId xmlns:a16="http://schemas.microsoft.com/office/drawing/2014/main" id="{F1D06C02-51E7-F135-5B0C-90576DF23E58}"/>
                  </a:ext>
                </a:extLst>
              </p:cNvPr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5" name="Google Shape;16485;p54">
                <a:extLst>
                  <a:ext uri="{FF2B5EF4-FFF2-40B4-BE49-F238E27FC236}">
                    <a16:creationId xmlns:a16="http://schemas.microsoft.com/office/drawing/2014/main" id="{BBCE8690-9034-750A-812C-A66F2AAE3D37}"/>
                  </a:ext>
                </a:extLst>
              </p:cNvPr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6" name="Google Shape;16486;p54">
                <a:extLst>
                  <a:ext uri="{FF2B5EF4-FFF2-40B4-BE49-F238E27FC236}">
                    <a16:creationId xmlns:a16="http://schemas.microsoft.com/office/drawing/2014/main" id="{9C074838-589C-C174-EA41-8D30D0265FB5}"/>
                  </a:ext>
                </a:extLst>
              </p:cNvPr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7" name="Google Shape;16487;p54">
                <a:extLst>
                  <a:ext uri="{FF2B5EF4-FFF2-40B4-BE49-F238E27FC236}">
                    <a16:creationId xmlns:a16="http://schemas.microsoft.com/office/drawing/2014/main" id="{FD90CA0C-A729-2A6B-D972-0F57CAE08733}"/>
                  </a:ext>
                </a:extLst>
              </p:cNvPr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8" name="Google Shape;16488;p54">
                <a:extLst>
                  <a:ext uri="{FF2B5EF4-FFF2-40B4-BE49-F238E27FC236}">
                    <a16:creationId xmlns:a16="http://schemas.microsoft.com/office/drawing/2014/main" id="{0A2801C8-C569-85E6-D679-9AD8B75A5154}"/>
                  </a:ext>
                </a:extLst>
              </p:cNvPr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9" name="Google Shape;16489;p54">
                <a:extLst>
                  <a:ext uri="{FF2B5EF4-FFF2-40B4-BE49-F238E27FC236}">
                    <a16:creationId xmlns:a16="http://schemas.microsoft.com/office/drawing/2014/main" id="{03D84E0A-E829-B11C-1071-C56F65B6F226}"/>
                  </a:ext>
                </a:extLst>
              </p:cNvPr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0" name="Google Shape;16490;p54">
                <a:extLst>
                  <a:ext uri="{FF2B5EF4-FFF2-40B4-BE49-F238E27FC236}">
                    <a16:creationId xmlns:a16="http://schemas.microsoft.com/office/drawing/2014/main" id="{AE63F23F-4307-0FDC-47F7-2D697A52982A}"/>
                  </a:ext>
                </a:extLst>
              </p:cNvPr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1" name="Google Shape;16491;p54">
                <a:extLst>
                  <a:ext uri="{FF2B5EF4-FFF2-40B4-BE49-F238E27FC236}">
                    <a16:creationId xmlns:a16="http://schemas.microsoft.com/office/drawing/2014/main" id="{E5EC3543-617B-E63A-006B-B59FA543C09C}"/>
                  </a:ext>
                </a:extLst>
              </p:cNvPr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2" name="Google Shape;16492;p54">
                <a:extLst>
                  <a:ext uri="{FF2B5EF4-FFF2-40B4-BE49-F238E27FC236}">
                    <a16:creationId xmlns:a16="http://schemas.microsoft.com/office/drawing/2014/main" id="{FAF64DBB-F551-D006-0B20-737FD2E14AF0}"/>
                  </a:ext>
                </a:extLst>
              </p:cNvPr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3" name="Google Shape;16493;p54">
                <a:extLst>
                  <a:ext uri="{FF2B5EF4-FFF2-40B4-BE49-F238E27FC236}">
                    <a16:creationId xmlns:a16="http://schemas.microsoft.com/office/drawing/2014/main" id="{B52AAA7F-DA21-49A4-D28A-5D1BDF7779E0}"/>
                  </a:ext>
                </a:extLst>
              </p:cNvPr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4" name="Google Shape;16494;p54">
                <a:extLst>
                  <a:ext uri="{FF2B5EF4-FFF2-40B4-BE49-F238E27FC236}">
                    <a16:creationId xmlns:a16="http://schemas.microsoft.com/office/drawing/2014/main" id="{6FADBC17-658F-A67B-0999-24A0D642E3BF}"/>
                  </a:ext>
                </a:extLst>
              </p:cNvPr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5" name="Google Shape;16495;p54">
                <a:extLst>
                  <a:ext uri="{FF2B5EF4-FFF2-40B4-BE49-F238E27FC236}">
                    <a16:creationId xmlns:a16="http://schemas.microsoft.com/office/drawing/2014/main" id="{7775CFD1-D520-D6B1-4E75-7DBFE277847A}"/>
                  </a:ext>
                </a:extLst>
              </p:cNvPr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6" name="Google Shape;16496;p54">
                <a:extLst>
                  <a:ext uri="{FF2B5EF4-FFF2-40B4-BE49-F238E27FC236}">
                    <a16:creationId xmlns:a16="http://schemas.microsoft.com/office/drawing/2014/main" id="{9FE315EA-382B-50C4-99C2-792A49AF2B4A}"/>
                  </a:ext>
                </a:extLst>
              </p:cNvPr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7" name="Google Shape;16497;p54">
                <a:extLst>
                  <a:ext uri="{FF2B5EF4-FFF2-40B4-BE49-F238E27FC236}">
                    <a16:creationId xmlns:a16="http://schemas.microsoft.com/office/drawing/2014/main" id="{0C46974E-73AE-D96F-87E4-CFE70E225804}"/>
                  </a:ext>
                </a:extLst>
              </p:cNvPr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8" name="Google Shape;16498;p54">
                <a:extLst>
                  <a:ext uri="{FF2B5EF4-FFF2-40B4-BE49-F238E27FC236}">
                    <a16:creationId xmlns:a16="http://schemas.microsoft.com/office/drawing/2014/main" id="{C6A29DCB-BE79-1D53-D09C-34A9568224A4}"/>
                  </a:ext>
                </a:extLst>
              </p:cNvPr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9" name="Google Shape;16499;p54">
                <a:extLst>
                  <a:ext uri="{FF2B5EF4-FFF2-40B4-BE49-F238E27FC236}">
                    <a16:creationId xmlns:a16="http://schemas.microsoft.com/office/drawing/2014/main" id="{DE390BD9-F7C3-39A9-7F14-E2A29E7FFB58}"/>
                  </a:ext>
                </a:extLst>
              </p:cNvPr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0" name="Google Shape;16500;p54">
                <a:extLst>
                  <a:ext uri="{FF2B5EF4-FFF2-40B4-BE49-F238E27FC236}">
                    <a16:creationId xmlns:a16="http://schemas.microsoft.com/office/drawing/2014/main" id="{6D4B1D05-55F7-C693-4CC2-ED40C05C0B4F}"/>
                  </a:ext>
                </a:extLst>
              </p:cNvPr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1" name="Google Shape;16501;p54">
                <a:extLst>
                  <a:ext uri="{FF2B5EF4-FFF2-40B4-BE49-F238E27FC236}">
                    <a16:creationId xmlns:a16="http://schemas.microsoft.com/office/drawing/2014/main" id="{E4A829A7-442F-F5C9-7E79-9E501335DF0C}"/>
                  </a:ext>
                </a:extLst>
              </p:cNvPr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2" name="Google Shape;16502;p54">
                <a:extLst>
                  <a:ext uri="{FF2B5EF4-FFF2-40B4-BE49-F238E27FC236}">
                    <a16:creationId xmlns:a16="http://schemas.microsoft.com/office/drawing/2014/main" id="{1EAC8F5C-E15D-CCC1-9B04-B267E255BA6F}"/>
                  </a:ext>
                </a:extLst>
              </p:cNvPr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3" name="Google Shape;16503;p54">
                <a:extLst>
                  <a:ext uri="{FF2B5EF4-FFF2-40B4-BE49-F238E27FC236}">
                    <a16:creationId xmlns:a16="http://schemas.microsoft.com/office/drawing/2014/main" id="{7B9D0047-5268-8524-1490-90F02571FC18}"/>
                  </a:ext>
                </a:extLst>
              </p:cNvPr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4" name="Google Shape;16504;p54">
                <a:extLst>
                  <a:ext uri="{FF2B5EF4-FFF2-40B4-BE49-F238E27FC236}">
                    <a16:creationId xmlns:a16="http://schemas.microsoft.com/office/drawing/2014/main" id="{8282C242-F67F-7E52-3E6C-A20513F67AD8}"/>
                  </a:ext>
                </a:extLst>
              </p:cNvPr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5" name="Google Shape;16505;p54">
                <a:extLst>
                  <a:ext uri="{FF2B5EF4-FFF2-40B4-BE49-F238E27FC236}">
                    <a16:creationId xmlns:a16="http://schemas.microsoft.com/office/drawing/2014/main" id="{078A7B48-4B36-EDB0-7BF3-7952B9494894}"/>
                  </a:ext>
                </a:extLst>
              </p:cNvPr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6" name="Google Shape;16506;p54">
                <a:extLst>
                  <a:ext uri="{FF2B5EF4-FFF2-40B4-BE49-F238E27FC236}">
                    <a16:creationId xmlns:a16="http://schemas.microsoft.com/office/drawing/2014/main" id="{FF6D6911-0971-EE94-EE4B-2BE819A287A7}"/>
                  </a:ext>
                </a:extLst>
              </p:cNvPr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7" name="Google Shape;16507;p54">
                <a:extLst>
                  <a:ext uri="{FF2B5EF4-FFF2-40B4-BE49-F238E27FC236}">
                    <a16:creationId xmlns:a16="http://schemas.microsoft.com/office/drawing/2014/main" id="{8D2861D3-342A-5F0B-3A3F-5D22E22728FB}"/>
                  </a:ext>
                </a:extLst>
              </p:cNvPr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8" name="Google Shape;16508;p54">
                <a:extLst>
                  <a:ext uri="{FF2B5EF4-FFF2-40B4-BE49-F238E27FC236}">
                    <a16:creationId xmlns:a16="http://schemas.microsoft.com/office/drawing/2014/main" id="{5B802027-B737-44D5-A1DA-6CFC23C024C1}"/>
                  </a:ext>
                </a:extLst>
              </p:cNvPr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9" name="Google Shape;16509;p54">
                <a:extLst>
                  <a:ext uri="{FF2B5EF4-FFF2-40B4-BE49-F238E27FC236}">
                    <a16:creationId xmlns:a16="http://schemas.microsoft.com/office/drawing/2014/main" id="{AD576964-DB55-91F3-C8FC-F03778E5A00F}"/>
                  </a:ext>
                </a:extLst>
              </p:cNvPr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0" name="Google Shape;16510;p54">
                <a:extLst>
                  <a:ext uri="{FF2B5EF4-FFF2-40B4-BE49-F238E27FC236}">
                    <a16:creationId xmlns:a16="http://schemas.microsoft.com/office/drawing/2014/main" id="{B3BC5A96-87C4-5BA0-CCFE-64766C7FFA41}"/>
                  </a:ext>
                </a:extLst>
              </p:cNvPr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1" name="Google Shape;16511;p54">
                <a:extLst>
                  <a:ext uri="{FF2B5EF4-FFF2-40B4-BE49-F238E27FC236}">
                    <a16:creationId xmlns:a16="http://schemas.microsoft.com/office/drawing/2014/main" id="{8D1CF855-0FC4-C6FE-EF7C-6ED57FABF69B}"/>
                  </a:ext>
                </a:extLst>
              </p:cNvPr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2" name="Google Shape;16512;p54">
                <a:extLst>
                  <a:ext uri="{FF2B5EF4-FFF2-40B4-BE49-F238E27FC236}">
                    <a16:creationId xmlns:a16="http://schemas.microsoft.com/office/drawing/2014/main" id="{F8919FD4-9071-CE8D-DD5B-EEE64F15D9BC}"/>
                  </a:ext>
                </a:extLst>
              </p:cNvPr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3" name="Google Shape;16513;p54">
                <a:extLst>
                  <a:ext uri="{FF2B5EF4-FFF2-40B4-BE49-F238E27FC236}">
                    <a16:creationId xmlns:a16="http://schemas.microsoft.com/office/drawing/2014/main" id="{D8C927AA-A25C-41B8-D907-9DB9D1EB87A3}"/>
                  </a:ext>
                </a:extLst>
              </p:cNvPr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4" name="Google Shape;16514;p54">
                <a:extLst>
                  <a:ext uri="{FF2B5EF4-FFF2-40B4-BE49-F238E27FC236}">
                    <a16:creationId xmlns:a16="http://schemas.microsoft.com/office/drawing/2014/main" id="{7EFEBF52-6D16-03F2-6CC8-7AA9AAF24C38}"/>
                  </a:ext>
                </a:extLst>
              </p:cNvPr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5" name="Google Shape;16515;p54">
                <a:extLst>
                  <a:ext uri="{FF2B5EF4-FFF2-40B4-BE49-F238E27FC236}">
                    <a16:creationId xmlns:a16="http://schemas.microsoft.com/office/drawing/2014/main" id="{025F58D2-1166-850B-BD2D-5A19D6369B13}"/>
                  </a:ext>
                </a:extLst>
              </p:cNvPr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6" name="Google Shape;16516;p54">
                <a:extLst>
                  <a:ext uri="{FF2B5EF4-FFF2-40B4-BE49-F238E27FC236}">
                    <a16:creationId xmlns:a16="http://schemas.microsoft.com/office/drawing/2014/main" id="{9CC050D5-198C-FC45-9062-B0720E709D66}"/>
                  </a:ext>
                </a:extLst>
              </p:cNvPr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7" name="Google Shape;16517;p54">
                <a:extLst>
                  <a:ext uri="{FF2B5EF4-FFF2-40B4-BE49-F238E27FC236}">
                    <a16:creationId xmlns:a16="http://schemas.microsoft.com/office/drawing/2014/main" id="{8C6B5995-6ADE-7183-6AB8-267B1F4736F1}"/>
                  </a:ext>
                </a:extLst>
              </p:cNvPr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8" name="Google Shape;16518;p54">
                <a:extLst>
                  <a:ext uri="{FF2B5EF4-FFF2-40B4-BE49-F238E27FC236}">
                    <a16:creationId xmlns:a16="http://schemas.microsoft.com/office/drawing/2014/main" id="{4ACA5151-AC95-E443-A1AD-8B116C7A0DEC}"/>
                  </a:ext>
                </a:extLst>
              </p:cNvPr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9" name="Google Shape;16519;p54">
                <a:extLst>
                  <a:ext uri="{FF2B5EF4-FFF2-40B4-BE49-F238E27FC236}">
                    <a16:creationId xmlns:a16="http://schemas.microsoft.com/office/drawing/2014/main" id="{C7F13EB6-AE67-B18B-477F-9AF9673CA38C}"/>
                  </a:ext>
                </a:extLst>
              </p:cNvPr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0" name="Google Shape;16520;p54">
                <a:extLst>
                  <a:ext uri="{FF2B5EF4-FFF2-40B4-BE49-F238E27FC236}">
                    <a16:creationId xmlns:a16="http://schemas.microsoft.com/office/drawing/2014/main" id="{C6CC454C-41CA-7F0C-6AF8-C4E59D18B7BD}"/>
                  </a:ext>
                </a:extLst>
              </p:cNvPr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1" name="Google Shape;16521;p54">
                <a:extLst>
                  <a:ext uri="{FF2B5EF4-FFF2-40B4-BE49-F238E27FC236}">
                    <a16:creationId xmlns:a16="http://schemas.microsoft.com/office/drawing/2014/main" id="{53A6C229-D46B-F1CB-297A-BD5819CF04F5}"/>
                  </a:ext>
                </a:extLst>
              </p:cNvPr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2" name="Google Shape;16522;p54">
                <a:extLst>
                  <a:ext uri="{FF2B5EF4-FFF2-40B4-BE49-F238E27FC236}">
                    <a16:creationId xmlns:a16="http://schemas.microsoft.com/office/drawing/2014/main" id="{57C7BE6E-68A0-7C30-6207-24DA590B0031}"/>
                  </a:ext>
                </a:extLst>
              </p:cNvPr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3" name="Google Shape;16523;p54">
                <a:extLst>
                  <a:ext uri="{FF2B5EF4-FFF2-40B4-BE49-F238E27FC236}">
                    <a16:creationId xmlns:a16="http://schemas.microsoft.com/office/drawing/2014/main" id="{AE2203DC-325A-F9F7-4B33-6B2C3AF65BF5}"/>
                  </a:ext>
                </a:extLst>
              </p:cNvPr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4" name="Google Shape;16524;p54">
                <a:extLst>
                  <a:ext uri="{FF2B5EF4-FFF2-40B4-BE49-F238E27FC236}">
                    <a16:creationId xmlns:a16="http://schemas.microsoft.com/office/drawing/2014/main" id="{69A5DC5F-BD76-F334-94F4-E5FC06481CAF}"/>
                  </a:ext>
                </a:extLst>
              </p:cNvPr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5" name="Google Shape;16525;p54">
                <a:extLst>
                  <a:ext uri="{FF2B5EF4-FFF2-40B4-BE49-F238E27FC236}">
                    <a16:creationId xmlns:a16="http://schemas.microsoft.com/office/drawing/2014/main" id="{CAAA5866-A1C5-AE94-9247-B2C445C75BA4}"/>
                  </a:ext>
                </a:extLst>
              </p:cNvPr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6" name="Google Shape;16526;p54">
                <a:extLst>
                  <a:ext uri="{FF2B5EF4-FFF2-40B4-BE49-F238E27FC236}">
                    <a16:creationId xmlns:a16="http://schemas.microsoft.com/office/drawing/2014/main" id="{32DC63D2-D8BB-FF78-310E-0649D6B4AE22}"/>
                  </a:ext>
                </a:extLst>
              </p:cNvPr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7" name="Google Shape;16527;p54">
                <a:extLst>
                  <a:ext uri="{FF2B5EF4-FFF2-40B4-BE49-F238E27FC236}">
                    <a16:creationId xmlns:a16="http://schemas.microsoft.com/office/drawing/2014/main" id="{3452F164-1333-A632-7994-3CA92820CF10}"/>
                  </a:ext>
                </a:extLst>
              </p:cNvPr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8" name="Google Shape;16528;p54">
                <a:extLst>
                  <a:ext uri="{FF2B5EF4-FFF2-40B4-BE49-F238E27FC236}">
                    <a16:creationId xmlns:a16="http://schemas.microsoft.com/office/drawing/2014/main" id="{382424BB-0389-E433-3413-CFCBD9250F77}"/>
                  </a:ext>
                </a:extLst>
              </p:cNvPr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9" name="Google Shape;16529;p54">
                <a:extLst>
                  <a:ext uri="{FF2B5EF4-FFF2-40B4-BE49-F238E27FC236}">
                    <a16:creationId xmlns:a16="http://schemas.microsoft.com/office/drawing/2014/main" id="{FDFDC5A6-A123-7459-AF31-D9F9901F4259}"/>
                  </a:ext>
                </a:extLst>
              </p:cNvPr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0" name="Google Shape;16530;p54">
                <a:extLst>
                  <a:ext uri="{FF2B5EF4-FFF2-40B4-BE49-F238E27FC236}">
                    <a16:creationId xmlns:a16="http://schemas.microsoft.com/office/drawing/2014/main" id="{23C0D293-3652-A3B3-8AE2-F34EF5F00F1C}"/>
                  </a:ext>
                </a:extLst>
              </p:cNvPr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1" name="Google Shape;16531;p54">
                <a:extLst>
                  <a:ext uri="{FF2B5EF4-FFF2-40B4-BE49-F238E27FC236}">
                    <a16:creationId xmlns:a16="http://schemas.microsoft.com/office/drawing/2014/main" id="{A971BB42-C505-BD48-E049-BFF44C437E53}"/>
                  </a:ext>
                </a:extLst>
              </p:cNvPr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2" name="Google Shape;16532;p54">
                <a:extLst>
                  <a:ext uri="{FF2B5EF4-FFF2-40B4-BE49-F238E27FC236}">
                    <a16:creationId xmlns:a16="http://schemas.microsoft.com/office/drawing/2014/main" id="{0B7E9C21-A754-9807-3F3E-549D7FC55C98}"/>
                  </a:ext>
                </a:extLst>
              </p:cNvPr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3" name="Google Shape;16533;p54">
                <a:extLst>
                  <a:ext uri="{FF2B5EF4-FFF2-40B4-BE49-F238E27FC236}">
                    <a16:creationId xmlns:a16="http://schemas.microsoft.com/office/drawing/2014/main" id="{6AA0BAB9-CDBB-27BC-7356-FB4D8971206F}"/>
                  </a:ext>
                </a:extLst>
              </p:cNvPr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4" name="Google Shape;16534;p54">
                <a:extLst>
                  <a:ext uri="{FF2B5EF4-FFF2-40B4-BE49-F238E27FC236}">
                    <a16:creationId xmlns:a16="http://schemas.microsoft.com/office/drawing/2014/main" id="{7D2D3A82-91AC-034B-6D4A-8DA46B2BFAA9}"/>
                  </a:ext>
                </a:extLst>
              </p:cNvPr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5" name="Google Shape;16535;p54">
                <a:extLst>
                  <a:ext uri="{FF2B5EF4-FFF2-40B4-BE49-F238E27FC236}">
                    <a16:creationId xmlns:a16="http://schemas.microsoft.com/office/drawing/2014/main" id="{2902A736-ED9F-4B08-8EC5-D500B7F541C0}"/>
                  </a:ext>
                </a:extLst>
              </p:cNvPr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6" name="Google Shape;16536;p54">
                <a:extLst>
                  <a:ext uri="{FF2B5EF4-FFF2-40B4-BE49-F238E27FC236}">
                    <a16:creationId xmlns:a16="http://schemas.microsoft.com/office/drawing/2014/main" id="{2F78A997-5E49-3254-A3FF-365B3AA4CEBA}"/>
                  </a:ext>
                </a:extLst>
              </p:cNvPr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7" name="Google Shape;16537;p54">
                <a:extLst>
                  <a:ext uri="{FF2B5EF4-FFF2-40B4-BE49-F238E27FC236}">
                    <a16:creationId xmlns:a16="http://schemas.microsoft.com/office/drawing/2014/main" id="{6FB024DE-A95B-00A4-852A-27BA8CF5B56B}"/>
                  </a:ext>
                </a:extLst>
              </p:cNvPr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8" name="Google Shape;16538;p54">
                <a:extLst>
                  <a:ext uri="{FF2B5EF4-FFF2-40B4-BE49-F238E27FC236}">
                    <a16:creationId xmlns:a16="http://schemas.microsoft.com/office/drawing/2014/main" id="{E3D6FCDB-6AE4-5284-B954-57E3B0E1E7C8}"/>
                  </a:ext>
                </a:extLst>
              </p:cNvPr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9" name="Google Shape;16539;p54">
                <a:extLst>
                  <a:ext uri="{FF2B5EF4-FFF2-40B4-BE49-F238E27FC236}">
                    <a16:creationId xmlns:a16="http://schemas.microsoft.com/office/drawing/2014/main" id="{4EF2C459-7847-A221-5731-EBA68BE3EFCA}"/>
                  </a:ext>
                </a:extLst>
              </p:cNvPr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0" name="Google Shape;16540;p54">
                <a:extLst>
                  <a:ext uri="{FF2B5EF4-FFF2-40B4-BE49-F238E27FC236}">
                    <a16:creationId xmlns:a16="http://schemas.microsoft.com/office/drawing/2014/main" id="{D341A02F-98BF-B9D5-FB87-6A28E545B6FB}"/>
                  </a:ext>
                </a:extLst>
              </p:cNvPr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1" name="Google Shape;16541;p54">
                <a:extLst>
                  <a:ext uri="{FF2B5EF4-FFF2-40B4-BE49-F238E27FC236}">
                    <a16:creationId xmlns:a16="http://schemas.microsoft.com/office/drawing/2014/main" id="{D4CA3455-6296-491A-A68C-3EC7FC76F152}"/>
                  </a:ext>
                </a:extLst>
              </p:cNvPr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2" name="Google Shape;16542;p54">
                <a:extLst>
                  <a:ext uri="{FF2B5EF4-FFF2-40B4-BE49-F238E27FC236}">
                    <a16:creationId xmlns:a16="http://schemas.microsoft.com/office/drawing/2014/main" id="{6527653E-6B97-4691-3118-0A202FBB2321}"/>
                  </a:ext>
                </a:extLst>
              </p:cNvPr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3" name="Google Shape;16543;p54">
                <a:extLst>
                  <a:ext uri="{FF2B5EF4-FFF2-40B4-BE49-F238E27FC236}">
                    <a16:creationId xmlns:a16="http://schemas.microsoft.com/office/drawing/2014/main" id="{1968DCAE-5079-A4C5-1487-CAEFC53B0CB1}"/>
                  </a:ext>
                </a:extLst>
              </p:cNvPr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4" name="Google Shape;16544;p54">
                <a:extLst>
                  <a:ext uri="{FF2B5EF4-FFF2-40B4-BE49-F238E27FC236}">
                    <a16:creationId xmlns:a16="http://schemas.microsoft.com/office/drawing/2014/main" id="{446B1FE1-5B06-7F5C-3B81-0635808C886C}"/>
                  </a:ext>
                </a:extLst>
              </p:cNvPr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5" name="Google Shape;16545;p54">
                <a:extLst>
                  <a:ext uri="{FF2B5EF4-FFF2-40B4-BE49-F238E27FC236}">
                    <a16:creationId xmlns:a16="http://schemas.microsoft.com/office/drawing/2014/main" id="{C2AD9168-10BD-E9FB-A95C-9A7A505E1369}"/>
                  </a:ext>
                </a:extLst>
              </p:cNvPr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6" name="Google Shape;16546;p54">
                <a:extLst>
                  <a:ext uri="{FF2B5EF4-FFF2-40B4-BE49-F238E27FC236}">
                    <a16:creationId xmlns:a16="http://schemas.microsoft.com/office/drawing/2014/main" id="{ECF1D14B-CA4E-7193-1B60-A353615BA362}"/>
                  </a:ext>
                </a:extLst>
              </p:cNvPr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7" name="Google Shape;16547;p54">
                <a:extLst>
                  <a:ext uri="{FF2B5EF4-FFF2-40B4-BE49-F238E27FC236}">
                    <a16:creationId xmlns:a16="http://schemas.microsoft.com/office/drawing/2014/main" id="{1AE19218-BB39-D476-4E37-029C2784B18A}"/>
                  </a:ext>
                </a:extLst>
              </p:cNvPr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8" name="Google Shape;16548;p54">
                <a:extLst>
                  <a:ext uri="{FF2B5EF4-FFF2-40B4-BE49-F238E27FC236}">
                    <a16:creationId xmlns:a16="http://schemas.microsoft.com/office/drawing/2014/main" id="{9B2AF010-96C6-82B4-F845-DEE591FB2741}"/>
                  </a:ext>
                </a:extLst>
              </p:cNvPr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9" name="Google Shape;16549;p54">
                <a:extLst>
                  <a:ext uri="{FF2B5EF4-FFF2-40B4-BE49-F238E27FC236}">
                    <a16:creationId xmlns:a16="http://schemas.microsoft.com/office/drawing/2014/main" id="{B134C767-03B9-284B-0654-015E0AEF4156}"/>
                  </a:ext>
                </a:extLst>
              </p:cNvPr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0" name="Google Shape;16550;p54">
                <a:extLst>
                  <a:ext uri="{FF2B5EF4-FFF2-40B4-BE49-F238E27FC236}">
                    <a16:creationId xmlns:a16="http://schemas.microsoft.com/office/drawing/2014/main" id="{712FA396-3D2F-247D-0AE4-CC0316AAEB48}"/>
                  </a:ext>
                </a:extLst>
              </p:cNvPr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1" name="Google Shape;16551;p54">
                <a:extLst>
                  <a:ext uri="{FF2B5EF4-FFF2-40B4-BE49-F238E27FC236}">
                    <a16:creationId xmlns:a16="http://schemas.microsoft.com/office/drawing/2014/main" id="{4C4E9FC3-7EE9-92B5-5B85-CE3303A6DF90}"/>
                  </a:ext>
                </a:extLst>
              </p:cNvPr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2" name="Google Shape;16552;p54">
                <a:extLst>
                  <a:ext uri="{FF2B5EF4-FFF2-40B4-BE49-F238E27FC236}">
                    <a16:creationId xmlns:a16="http://schemas.microsoft.com/office/drawing/2014/main" id="{DAA72874-74CD-2565-5BC1-2D0AF30BD2C1}"/>
                  </a:ext>
                </a:extLst>
              </p:cNvPr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3" name="Google Shape;16553;p54">
                <a:extLst>
                  <a:ext uri="{FF2B5EF4-FFF2-40B4-BE49-F238E27FC236}">
                    <a16:creationId xmlns:a16="http://schemas.microsoft.com/office/drawing/2014/main" id="{F190CC6D-1EFA-09B6-9D0B-2983661E9AD2}"/>
                  </a:ext>
                </a:extLst>
              </p:cNvPr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4" name="Google Shape;16554;p54">
                <a:extLst>
                  <a:ext uri="{FF2B5EF4-FFF2-40B4-BE49-F238E27FC236}">
                    <a16:creationId xmlns:a16="http://schemas.microsoft.com/office/drawing/2014/main" id="{414244B3-A3F9-23C4-8C18-D14745E3E8D6}"/>
                  </a:ext>
                </a:extLst>
              </p:cNvPr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5" name="Google Shape;16555;p54">
                <a:extLst>
                  <a:ext uri="{FF2B5EF4-FFF2-40B4-BE49-F238E27FC236}">
                    <a16:creationId xmlns:a16="http://schemas.microsoft.com/office/drawing/2014/main" id="{5390A7E9-81F5-E03A-4BB2-FE2A3CDB68BD}"/>
                  </a:ext>
                </a:extLst>
              </p:cNvPr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6" name="Google Shape;16556;p54">
                <a:extLst>
                  <a:ext uri="{FF2B5EF4-FFF2-40B4-BE49-F238E27FC236}">
                    <a16:creationId xmlns:a16="http://schemas.microsoft.com/office/drawing/2014/main" id="{FD459658-62BF-4C96-3F6B-F9AF4C9B60C9}"/>
                  </a:ext>
                </a:extLst>
              </p:cNvPr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7" name="Google Shape;16557;p54">
                <a:extLst>
                  <a:ext uri="{FF2B5EF4-FFF2-40B4-BE49-F238E27FC236}">
                    <a16:creationId xmlns:a16="http://schemas.microsoft.com/office/drawing/2014/main" id="{311B9D2D-3E21-71C5-3BB6-9E5B1E07BAD5}"/>
                  </a:ext>
                </a:extLst>
              </p:cNvPr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8" name="Google Shape;16558;p54">
                <a:extLst>
                  <a:ext uri="{FF2B5EF4-FFF2-40B4-BE49-F238E27FC236}">
                    <a16:creationId xmlns:a16="http://schemas.microsoft.com/office/drawing/2014/main" id="{DF15CD88-8917-5459-462A-87EDF334905B}"/>
                  </a:ext>
                </a:extLst>
              </p:cNvPr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9" name="Google Shape;16559;p54">
                <a:extLst>
                  <a:ext uri="{FF2B5EF4-FFF2-40B4-BE49-F238E27FC236}">
                    <a16:creationId xmlns:a16="http://schemas.microsoft.com/office/drawing/2014/main" id="{ADE3C0BB-A54F-C7A1-BA9F-37A713FDD5AE}"/>
                  </a:ext>
                </a:extLst>
              </p:cNvPr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0" name="Google Shape;16560;p54">
                <a:extLst>
                  <a:ext uri="{FF2B5EF4-FFF2-40B4-BE49-F238E27FC236}">
                    <a16:creationId xmlns:a16="http://schemas.microsoft.com/office/drawing/2014/main" id="{4065C0C2-E202-76FC-81DD-D11FA5F7316C}"/>
                  </a:ext>
                </a:extLst>
              </p:cNvPr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1" name="Google Shape;16561;p54">
                <a:extLst>
                  <a:ext uri="{FF2B5EF4-FFF2-40B4-BE49-F238E27FC236}">
                    <a16:creationId xmlns:a16="http://schemas.microsoft.com/office/drawing/2014/main" id="{8C381AAE-74DD-9801-707A-C444F129D4FC}"/>
                  </a:ext>
                </a:extLst>
              </p:cNvPr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2" name="Google Shape;16562;p54">
                <a:extLst>
                  <a:ext uri="{FF2B5EF4-FFF2-40B4-BE49-F238E27FC236}">
                    <a16:creationId xmlns:a16="http://schemas.microsoft.com/office/drawing/2014/main" id="{0CAA2D48-EBE8-DFAF-4035-4D7909C81702}"/>
                  </a:ext>
                </a:extLst>
              </p:cNvPr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3" name="Google Shape;16563;p54">
                <a:extLst>
                  <a:ext uri="{FF2B5EF4-FFF2-40B4-BE49-F238E27FC236}">
                    <a16:creationId xmlns:a16="http://schemas.microsoft.com/office/drawing/2014/main" id="{76E38301-9EB5-F65A-9663-4EB9F526EE47}"/>
                  </a:ext>
                </a:extLst>
              </p:cNvPr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4" name="Google Shape;16564;p54">
                <a:extLst>
                  <a:ext uri="{FF2B5EF4-FFF2-40B4-BE49-F238E27FC236}">
                    <a16:creationId xmlns:a16="http://schemas.microsoft.com/office/drawing/2014/main" id="{B09F99EF-6E22-C546-A2CE-7A00DCB4993E}"/>
                  </a:ext>
                </a:extLst>
              </p:cNvPr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5" name="Google Shape;16565;p54">
                <a:extLst>
                  <a:ext uri="{FF2B5EF4-FFF2-40B4-BE49-F238E27FC236}">
                    <a16:creationId xmlns:a16="http://schemas.microsoft.com/office/drawing/2014/main" id="{04FD38BF-F99C-9930-B653-068C7EEE45FE}"/>
                  </a:ext>
                </a:extLst>
              </p:cNvPr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6" name="Google Shape;16566;p54">
                <a:extLst>
                  <a:ext uri="{FF2B5EF4-FFF2-40B4-BE49-F238E27FC236}">
                    <a16:creationId xmlns:a16="http://schemas.microsoft.com/office/drawing/2014/main" id="{C6D1EB33-B0FC-1A62-1D9B-E3A7010BEE63}"/>
                  </a:ext>
                </a:extLst>
              </p:cNvPr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7" name="Google Shape;16567;p54">
                <a:extLst>
                  <a:ext uri="{FF2B5EF4-FFF2-40B4-BE49-F238E27FC236}">
                    <a16:creationId xmlns:a16="http://schemas.microsoft.com/office/drawing/2014/main" id="{5B86F507-DC69-5155-FCBB-BB69D458B043}"/>
                  </a:ext>
                </a:extLst>
              </p:cNvPr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8" name="Google Shape;16568;p54">
                <a:extLst>
                  <a:ext uri="{FF2B5EF4-FFF2-40B4-BE49-F238E27FC236}">
                    <a16:creationId xmlns:a16="http://schemas.microsoft.com/office/drawing/2014/main" id="{F43B27D1-F161-42E3-44CF-1A59D048BA92}"/>
                  </a:ext>
                </a:extLst>
              </p:cNvPr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9" name="Google Shape;16569;p54">
                <a:extLst>
                  <a:ext uri="{FF2B5EF4-FFF2-40B4-BE49-F238E27FC236}">
                    <a16:creationId xmlns:a16="http://schemas.microsoft.com/office/drawing/2014/main" id="{C6307203-E803-DF38-0D76-ACB786726856}"/>
                  </a:ext>
                </a:extLst>
              </p:cNvPr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0" name="Google Shape;16570;p54">
                <a:extLst>
                  <a:ext uri="{FF2B5EF4-FFF2-40B4-BE49-F238E27FC236}">
                    <a16:creationId xmlns:a16="http://schemas.microsoft.com/office/drawing/2014/main" id="{E9979D41-C45C-807C-D9A7-BA001B57C38A}"/>
                  </a:ext>
                </a:extLst>
              </p:cNvPr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1" name="Google Shape;16571;p54">
                <a:extLst>
                  <a:ext uri="{FF2B5EF4-FFF2-40B4-BE49-F238E27FC236}">
                    <a16:creationId xmlns:a16="http://schemas.microsoft.com/office/drawing/2014/main" id="{532FE285-BB8A-4B47-DBAE-F6D20CF95FFB}"/>
                  </a:ext>
                </a:extLst>
              </p:cNvPr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2" name="Google Shape;16572;p54">
                <a:extLst>
                  <a:ext uri="{FF2B5EF4-FFF2-40B4-BE49-F238E27FC236}">
                    <a16:creationId xmlns:a16="http://schemas.microsoft.com/office/drawing/2014/main" id="{9A276469-BE9B-F7C0-9F73-225F177D2455}"/>
                  </a:ext>
                </a:extLst>
              </p:cNvPr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3" name="Google Shape;16573;p54">
                <a:extLst>
                  <a:ext uri="{FF2B5EF4-FFF2-40B4-BE49-F238E27FC236}">
                    <a16:creationId xmlns:a16="http://schemas.microsoft.com/office/drawing/2014/main" id="{67CBB386-32C2-01DE-09D2-FDCDC711FD55}"/>
                  </a:ext>
                </a:extLst>
              </p:cNvPr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4" name="Google Shape;16574;p54">
                <a:extLst>
                  <a:ext uri="{FF2B5EF4-FFF2-40B4-BE49-F238E27FC236}">
                    <a16:creationId xmlns:a16="http://schemas.microsoft.com/office/drawing/2014/main" id="{E37C7CFE-0BA4-DFCD-5FD7-CFCAF15E56FA}"/>
                  </a:ext>
                </a:extLst>
              </p:cNvPr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5" name="Google Shape;16575;p54">
                <a:extLst>
                  <a:ext uri="{FF2B5EF4-FFF2-40B4-BE49-F238E27FC236}">
                    <a16:creationId xmlns:a16="http://schemas.microsoft.com/office/drawing/2014/main" id="{7FF5D74B-F3F8-CC61-417E-C8E1C74E4E85}"/>
                  </a:ext>
                </a:extLst>
              </p:cNvPr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6" name="Google Shape;16576;p54">
                <a:extLst>
                  <a:ext uri="{FF2B5EF4-FFF2-40B4-BE49-F238E27FC236}">
                    <a16:creationId xmlns:a16="http://schemas.microsoft.com/office/drawing/2014/main" id="{66A5EB3D-9FA5-4135-EFC4-FDDE284F5ED9}"/>
                  </a:ext>
                </a:extLst>
              </p:cNvPr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7" name="Google Shape;16577;p54">
                <a:extLst>
                  <a:ext uri="{FF2B5EF4-FFF2-40B4-BE49-F238E27FC236}">
                    <a16:creationId xmlns:a16="http://schemas.microsoft.com/office/drawing/2014/main" id="{7D33B555-2318-B569-E0DA-C3BCDB3CDA11}"/>
                  </a:ext>
                </a:extLst>
              </p:cNvPr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8" name="Google Shape;16578;p54">
                <a:extLst>
                  <a:ext uri="{FF2B5EF4-FFF2-40B4-BE49-F238E27FC236}">
                    <a16:creationId xmlns:a16="http://schemas.microsoft.com/office/drawing/2014/main" id="{E3CD016C-8A86-5EE3-ADDC-869105AFE62C}"/>
                  </a:ext>
                </a:extLst>
              </p:cNvPr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9" name="Google Shape;16579;p54">
                <a:extLst>
                  <a:ext uri="{FF2B5EF4-FFF2-40B4-BE49-F238E27FC236}">
                    <a16:creationId xmlns:a16="http://schemas.microsoft.com/office/drawing/2014/main" id="{D4FB8804-CBAA-8B33-EB94-B6B82A3147AD}"/>
                  </a:ext>
                </a:extLst>
              </p:cNvPr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0" name="Google Shape;16580;p54">
                <a:extLst>
                  <a:ext uri="{FF2B5EF4-FFF2-40B4-BE49-F238E27FC236}">
                    <a16:creationId xmlns:a16="http://schemas.microsoft.com/office/drawing/2014/main" id="{803ED1D0-C931-0AE4-7C8B-0E3EABE28E2F}"/>
                  </a:ext>
                </a:extLst>
              </p:cNvPr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1" name="Google Shape;16581;p54">
                <a:extLst>
                  <a:ext uri="{FF2B5EF4-FFF2-40B4-BE49-F238E27FC236}">
                    <a16:creationId xmlns:a16="http://schemas.microsoft.com/office/drawing/2014/main" id="{7E684B32-3DBC-C658-B92C-84F253449060}"/>
                  </a:ext>
                </a:extLst>
              </p:cNvPr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2" name="Google Shape;16582;p54">
                <a:extLst>
                  <a:ext uri="{FF2B5EF4-FFF2-40B4-BE49-F238E27FC236}">
                    <a16:creationId xmlns:a16="http://schemas.microsoft.com/office/drawing/2014/main" id="{0C40F619-E18B-02CE-34D3-A97F98FF0664}"/>
                  </a:ext>
                </a:extLst>
              </p:cNvPr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3" name="Google Shape;16583;p54">
                <a:extLst>
                  <a:ext uri="{FF2B5EF4-FFF2-40B4-BE49-F238E27FC236}">
                    <a16:creationId xmlns:a16="http://schemas.microsoft.com/office/drawing/2014/main" id="{4ABD52DA-9685-07D7-36D1-21EEA78D1937}"/>
                  </a:ext>
                </a:extLst>
              </p:cNvPr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4" name="Google Shape;16584;p54">
                <a:extLst>
                  <a:ext uri="{FF2B5EF4-FFF2-40B4-BE49-F238E27FC236}">
                    <a16:creationId xmlns:a16="http://schemas.microsoft.com/office/drawing/2014/main" id="{5F76A5DE-2064-6FF2-4EAF-79E312998BBA}"/>
                  </a:ext>
                </a:extLst>
              </p:cNvPr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5" name="Google Shape;16585;p54">
                <a:extLst>
                  <a:ext uri="{FF2B5EF4-FFF2-40B4-BE49-F238E27FC236}">
                    <a16:creationId xmlns:a16="http://schemas.microsoft.com/office/drawing/2014/main" id="{BAD2FA4F-93A6-537F-C4C0-6283E1F53CCA}"/>
                  </a:ext>
                </a:extLst>
              </p:cNvPr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6" name="Google Shape;16586;p54">
                <a:extLst>
                  <a:ext uri="{FF2B5EF4-FFF2-40B4-BE49-F238E27FC236}">
                    <a16:creationId xmlns:a16="http://schemas.microsoft.com/office/drawing/2014/main" id="{F4885B0D-7D0C-DB4F-4306-FF39BED3CFB1}"/>
                  </a:ext>
                </a:extLst>
              </p:cNvPr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7" name="Google Shape;16587;p54">
                <a:extLst>
                  <a:ext uri="{FF2B5EF4-FFF2-40B4-BE49-F238E27FC236}">
                    <a16:creationId xmlns:a16="http://schemas.microsoft.com/office/drawing/2014/main" id="{AB49D092-40D7-F08D-796F-A93D324DAC5B}"/>
                  </a:ext>
                </a:extLst>
              </p:cNvPr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8" name="Google Shape;16588;p54">
                <a:extLst>
                  <a:ext uri="{FF2B5EF4-FFF2-40B4-BE49-F238E27FC236}">
                    <a16:creationId xmlns:a16="http://schemas.microsoft.com/office/drawing/2014/main" id="{0FDD47CA-6D16-E3A8-8092-F63A631DC9A9}"/>
                  </a:ext>
                </a:extLst>
              </p:cNvPr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9" name="Google Shape;16589;p54">
                <a:extLst>
                  <a:ext uri="{FF2B5EF4-FFF2-40B4-BE49-F238E27FC236}">
                    <a16:creationId xmlns:a16="http://schemas.microsoft.com/office/drawing/2014/main" id="{20D5ADB0-36B4-3E84-8504-93C5305E8B8F}"/>
                  </a:ext>
                </a:extLst>
              </p:cNvPr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0" name="Google Shape;16590;p54">
                <a:extLst>
                  <a:ext uri="{FF2B5EF4-FFF2-40B4-BE49-F238E27FC236}">
                    <a16:creationId xmlns:a16="http://schemas.microsoft.com/office/drawing/2014/main" id="{DA1A04CE-6871-E528-DA05-8C48AB1E7DB8}"/>
                  </a:ext>
                </a:extLst>
              </p:cNvPr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1" name="Google Shape;16591;p54">
                <a:extLst>
                  <a:ext uri="{FF2B5EF4-FFF2-40B4-BE49-F238E27FC236}">
                    <a16:creationId xmlns:a16="http://schemas.microsoft.com/office/drawing/2014/main" id="{FB138762-842D-1337-1337-E6E0599A20BC}"/>
                  </a:ext>
                </a:extLst>
              </p:cNvPr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2" name="Google Shape;16592;p54">
                <a:extLst>
                  <a:ext uri="{FF2B5EF4-FFF2-40B4-BE49-F238E27FC236}">
                    <a16:creationId xmlns:a16="http://schemas.microsoft.com/office/drawing/2014/main" id="{2EC18D09-82F0-1BAE-23DC-55A4FD8CC4AF}"/>
                  </a:ext>
                </a:extLst>
              </p:cNvPr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3" name="Google Shape;16593;p54">
                <a:extLst>
                  <a:ext uri="{FF2B5EF4-FFF2-40B4-BE49-F238E27FC236}">
                    <a16:creationId xmlns:a16="http://schemas.microsoft.com/office/drawing/2014/main" id="{472A26A2-0FD1-C489-89AF-C699644BC508}"/>
                  </a:ext>
                </a:extLst>
              </p:cNvPr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4" name="Google Shape;16594;p54">
                <a:extLst>
                  <a:ext uri="{FF2B5EF4-FFF2-40B4-BE49-F238E27FC236}">
                    <a16:creationId xmlns:a16="http://schemas.microsoft.com/office/drawing/2014/main" id="{7F273315-4414-68CC-74F6-D0F98C8E5D64}"/>
                  </a:ext>
                </a:extLst>
              </p:cNvPr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5" name="Google Shape;16595;p54">
                <a:extLst>
                  <a:ext uri="{FF2B5EF4-FFF2-40B4-BE49-F238E27FC236}">
                    <a16:creationId xmlns:a16="http://schemas.microsoft.com/office/drawing/2014/main" id="{7E7A8960-A1DE-9559-F5B1-E2D58CB34D72}"/>
                  </a:ext>
                </a:extLst>
              </p:cNvPr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6" name="Google Shape;16596;p54">
                <a:extLst>
                  <a:ext uri="{FF2B5EF4-FFF2-40B4-BE49-F238E27FC236}">
                    <a16:creationId xmlns:a16="http://schemas.microsoft.com/office/drawing/2014/main" id="{B7DA06BD-FAF2-C0B2-47FA-8549CE3DA642}"/>
                  </a:ext>
                </a:extLst>
              </p:cNvPr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7" name="Google Shape;16597;p54">
                <a:extLst>
                  <a:ext uri="{FF2B5EF4-FFF2-40B4-BE49-F238E27FC236}">
                    <a16:creationId xmlns:a16="http://schemas.microsoft.com/office/drawing/2014/main" id="{F997A476-0ACD-F8AB-8B14-19083933DE0F}"/>
                  </a:ext>
                </a:extLst>
              </p:cNvPr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8" name="Google Shape;16598;p54">
                <a:extLst>
                  <a:ext uri="{FF2B5EF4-FFF2-40B4-BE49-F238E27FC236}">
                    <a16:creationId xmlns:a16="http://schemas.microsoft.com/office/drawing/2014/main" id="{432B9A4F-D3FB-1594-9B9C-44317C8FC31C}"/>
                  </a:ext>
                </a:extLst>
              </p:cNvPr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9" name="Google Shape;16599;p54">
                <a:extLst>
                  <a:ext uri="{FF2B5EF4-FFF2-40B4-BE49-F238E27FC236}">
                    <a16:creationId xmlns:a16="http://schemas.microsoft.com/office/drawing/2014/main" id="{E510E83B-D9A6-D2E2-226D-6BEB26BA5F57}"/>
                  </a:ext>
                </a:extLst>
              </p:cNvPr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0" name="Google Shape;16600;p54">
                <a:extLst>
                  <a:ext uri="{FF2B5EF4-FFF2-40B4-BE49-F238E27FC236}">
                    <a16:creationId xmlns:a16="http://schemas.microsoft.com/office/drawing/2014/main" id="{75B4812D-8338-8F43-DF6F-62409A317AC7}"/>
                  </a:ext>
                </a:extLst>
              </p:cNvPr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1" name="Google Shape;16601;p54">
                <a:extLst>
                  <a:ext uri="{FF2B5EF4-FFF2-40B4-BE49-F238E27FC236}">
                    <a16:creationId xmlns:a16="http://schemas.microsoft.com/office/drawing/2014/main" id="{99322841-B996-C3D9-0DC7-8D8EA8F123E1}"/>
                  </a:ext>
                </a:extLst>
              </p:cNvPr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2" name="Google Shape;16602;p54">
                <a:extLst>
                  <a:ext uri="{FF2B5EF4-FFF2-40B4-BE49-F238E27FC236}">
                    <a16:creationId xmlns:a16="http://schemas.microsoft.com/office/drawing/2014/main" id="{01186917-C99D-9365-2302-41CF3DE03B4C}"/>
                  </a:ext>
                </a:extLst>
              </p:cNvPr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3" name="Google Shape;16603;p54">
                <a:extLst>
                  <a:ext uri="{FF2B5EF4-FFF2-40B4-BE49-F238E27FC236}">
                    <a16:creationId xmlns:a16="http://schemas.microsoft.com/office/drawing/2014/main" id="{54881B59-9F7A-CC0A-C2DE-FE1D8AF4F130}"/>
                  </a:ext>
                </a:extLst>
              </p:cNvPr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4" name="Google Shape;16604;p54">
                <a:extLst>
                  <a:ext uri="{FF2B5EF4-FFF2-40B4-BE49-F238E27FC236}">
                    <a16:creationId xmlns:a16="http://schemas.microsoft.com/office/drawing/2014/main" id="{93DD89BA-95F0-8A06-34AB-836DF374ACDE}"/>
                  </a:ext>
                </a:extLst>
              </p:cNvPr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5" name="Google Shape;16605;p54">
                <a:extLst>
                  <a:ext uri="{FF2B5EF4-FFF2-40B4-BE49-F238E27FC236}">
                    <a16:creationId xmlns:a16="http://schemas.microsoft.com/office/drawing/2014/main" id="{6AE2BA70-768D-FFD3-647E-782522CFC04C}"/>
                  </a:ext>
                </a:extLst>
              </p:cNvPr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6" name="Google Shape;16606;p54">
                <a:extLst>
                  <a:ext uri="{FF2B5EF4-FFF2-40B4-BE49-F238E27FC236}">
                    <a16:creationId xmlns:a16="http://schemas.microsoft.com/office/drawing/2014/main" id="{7EDE7913-899B-4BBA-19E0-FADF1C87C196}"/>
                  </a:ext>
                </a:extLst>
              </p:cNvPr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7" name="Google Shape;16607;p54">
                <a:extLst>
                  <a:ext uri="{FF2B5EF4-FFF2-40B4-BE49-F238E27FC236}">
                    <a16:creationId xmlns:a16="http://schemas.microsoft.com/office/drawing/2014/main" id="{F7E800D4-4A2F-81D3-48ED-E047DAA0490E}"/>
                  </a:ext>
                </a:extLst>
              </p:cNvPr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8" name="Google Shape;16608;p54">
                <a:extLst>
                  <a:ext uri="{FF2B5EF4-FFF2-40B4-BE49-F238E27FC236}">
                    <a16:creationId xmlns:a16="http://schemas.microsoft.com/office/drawing/2014/main" id="{428A017A-04B3-10B0-E6C0-2409241D904B}"/>
                  </a:ext>
                </a:extLst>
              </p:cNvPr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9" name="Google Shape;16609;p54">
                <a:extLst>
                  <a:ext uri="{FF2B5EF4-FFF2-40B4-BE49-F238E27FC236}">
                    <a16:creationId xmlns:a16="http://schemas.microsoft.com/office/drawing/2014/main" id="{DD0EECBC-1191-D9E5-6F0C-BFEBE2DD2F05}"/>
                  </a:ext>
                </a:extLst>
              </p:cNvPr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10" name="Google Shape;16610;p54">
                <a:extLst>
                  <a:ext uri="{FF2B5EF4-FFF2-40B4-BE49-F238E27FC236}">
                    <a16:creationId xmlns:a16="http://schemas.microsoft.com/office/drawing/2014/main" id="{B81B2E95-14A2-8BC7-2EED-AA6B276B3699}"/>
                  </a:ext>
                </a:extLst>
              </p:cNvPr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11" name="Google Shape;16611;p54">
                <a:extLst>
                  <a:ext uri="{FF2B5EF4-FFF2-40B4-BE49-F238E27FC236}">
                    <a16:creationId xmlns:a16="http://schemas.microsoft.com/office/drawing/2014/main" id="{F5133122-67A2-4639-D835-462634EED397}"/>
                  </a:ext>
                </a:extLst>
              </p:cNvPr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12" name="Google Shape;16612;p54">
                <a:extLst>
                  <a:ext uri="{FF2B5EF4-FFF2-40B4-BE49-F238E27FC236}">
                    <a16:creationId xmlns:a16="http://schemas.microsoft.com/office/drawing/2014/main" id="{BCA206BD-08FB-585E-FA9E-2D22F2A59AE3}"/>
                  </a:ext>
                </a:extLst>
              </p:cNvPr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13" name="Google Shape;16613;p54">
                <a:extLst>
                  <a:ext uri="{FF2B5EF4-FFF2-40B4-BE49-F238E27FC236}">
                    <a16:creationId xmlns:a16="http://schemas.microsoft.com/office/drawing/2014/main" id="{8AE491B1-6B44-92BB-7419-482D27F14161}"/>
                  </a:ext>
                </a:extLst>
              </p:cNvPr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14" name="Google Shape;16614;p54">
                <a:extLst>
                  <a:ext uri="{FF2B5EF4-FFF2-40B4-BE49-F238E27FC236}">
                    <a16:creationId xmlns:a16="http://schemas.microsoft.com/office/drawing/2014/main" id="{04401634-C483-5780-D955-BCBD30FF648B}"/>
                  </a:ext>
                </a:extLst>
              </p:cNvPr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15" name="Google Shape;16615;p54">
                <a:extLst>
                  <a:ext uri="{FF2B5EF4-FFF2-40B4-BE49-F238E27FC236}">
                    <a16:creationId xmlns:a16="http://schemas.microsoft.com/office/drawing/2014/main" id="{203721B5-CE6F-2E1C-373D-60B74DBA85DC}"/>
                  </a:ext>
                </a:extLst>
              </p:cNvPr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16" name="Google Shape;16616;p54">
                <a:extLst>
                  <a:ext uri="{FF2B5EF4-FFF2-40B4-BE49-F238E27FC236}">
                    <a16:creationId xmlns:a16="http://schemas.microsoft.com/office/drawing/2014/main" id="{DD81FE83-4DD4-F7DB-5E2C-D3D337441CA8}"/>
                  </a:ext>
                </a:extLst>
              </p:cNvPr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17" name="Google Shape;16617;p54">
                <a:extLst>
                  <a:ext uri="{FF2B5EF4-FFF2-40B4-BE49-F238E27FC236}">
                    <a16:creationId xmlns:a16="http://schemas.microsoft.com/office/drawing/2014/main" id="{4C5705E4-2CF5-36DC-06D6-BF37A4004B7D}"/>
                  </a:ext>
                </a:extLst>
              </p:cNvPr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6618" name="Google Shape;16618;p54">
              <a:extLst>
                <a:ext uri="{FF2B5EF4-FFF2-40B4-BE49-F238E27FC236}">
                  <a16:creationId xmlns:a16="http://schemas.microsoft.com/office/drawing/2014/main" id="{F2C87958-54AA-A8EC-C938-80C7DED84B36}"/>
                </a:ext>
              </a:extLst>
            </p:cNvPr>
            <p:cNvGrpSpPr/>
            <p:nvPr/>
          </p:nvGrpSpPr>
          <p:grpSpPr>
            <a:xfrm>
              <a:off x="-75995" y="4389444"/>
              <a:ext cx="2222158" cy="795026"/>
              <a:chOff x="-75995" y="6598257"/>
              <a:chExt cx="2222158" cy="795026"/>
            </a:xfrm>
          </p:grpSpPr>
          <p:sp>
            <p:nvSpPr>
              <p:cNvPr id="16619" name="Google Shape;16619;p54">
                <a:extLst>
                  <a:ext uri="{FF2B5EF4-FFF2-40B4-BE49-F238E27FC236}">
                    <a16:creationId xmlns:a16="http://schemas.microsoft.com/office/drawing/2014/main" id="{1729E48A-D7AE-79A4-5E14-5F53B608A45C}"/>
                  </a:ext>
                </a:extLst>
              </p:cNvPr>
              <p:cNvSpPr/>
              <p:nvPr/>
            </p:nvSpPr>
            <p:spPr>
              <a:xfrm>
                <a:off x="1214464" y="6650750"/>
                <a:ext cx="19181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0" name="Google Shape;16620;p54">
                <a:extLst>
                  <a:ext uri="{FF2B5EF4-FFF2-40B4-BE49-F238E27FC236}">
                    <a16:creationId xmlns:a16="http://schemas.microsoft.com/office/drawing/2014/main" id="{94797ACE-A54D-4621-AA1A-DF8A85FFC8FD}"/>
                  </a:ext>
                </a:extLst>
              </p:cNvPr>
              <p:cNvSpPr/>
              <p:nvPr/>
            </p:nvSpPr>
            <p:spPr>
              <a:xfrm>
                <a:off x="1239462" y="6656584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1" name="Google Shape;16621;p54">
                <a:extLst>
                  <a:ext uri="{FF2B5EF4-FFF2-40B4-BE49-F238E27FC236}">
                    <a16:creationId xmlns:a16="http://schemas.microsoft.com/office/drawing/2014/main" id="{83FB9859-3518-51C0-9060-486EEAFA50B2}"/>
                  </a:ext>
                </a:extLst>
              </p:cNvPr>
              <p:cNvSpPr/>
              <p:nvPr/>
            </p:nvSpPr>
            <p:spPr>
              <a:xfrm>
                <a:off x="1258624" y="6720335"/>
                <a:ext cx="21268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2" name="Google Shape;16622;p54">
                <a:extLst>
                  <a:ext uri="{FF2B5EF4-FFF2-40B4-BE49-F238E27FC236}">
                    <a16:creationId xmlns:a16="http://schemas.microsoft.com/office/drawing/2014/main" id="{0BE97208-7544-056F-09D9-A53C8B7EDE9A}"/>
                  </a:ext>
                </a:extLst>
              </p:cNvPr>
              <p:cNvSpPr/>
              <p:nvPr/>
            </p:nvSpPr>
            <p:spPr>
              <a:xfrm>
                <a:off x="1919064" y="6865341"/>
                <a:ext cx="18770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3" name="Google Shape;16623;p54">
                <a:extLst>
                  <a:ext uri="{FF2B5EF4-FFF2-40B4-BE49-F238E27FC236}">
                    <a16:creationId xmlns:a16="http://schemas.microsoft.com/office/drawing/2014/main" id="{2582828C-FF33-AEF5-492D-F35B04C13551}"/>
                  </a:ext>
                </a:extLst>
              </p:cNvPr>
              <p:cNvSpPr/>
              <p:nvPr/>
            </p:nvSpPr>
            <p:spPr>
              <a:xfrm>
                <a:off x="1944062" y="6871176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4" name="Google Shape;16624;p54">
                <a:extLst>
                  <a:ext uri="{FF2B5EF4-FFF2-40B4-BE49-F238E27FC236}">
                    <a16:creationId xmlns:a16="http://schemas.microsoft.com/office/drawing/2014/main" id="{AE193203-7D5E-FC2F-307B-58BBF13FBEED}"/>
                  </a:ext>
                </a:extLst>
              </p:cNvPr>
              <p:cNvSpPr/>
              <p:nvPr/>
            </p:nvSpPr>
            <p:spPr>
              <a:xfrm>
                <a:off x="1962814" y="6934927"/>
                <a:ext cx="21679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5" name="Google Shape;16625;p54">
                <a:extLst>
                  <a:ext uri="{FF2B5EF4-FFF2-40B4-BE49-F238E27FC236}">
                    <a16:creationId xmlns:a16="http://schemas.microsoft.com/office/drawing/2014/main" id="{FD4BF424-94D1-3BF8-1FC0-F60864D40B8B}"/>
                  </a:ext>
                </a:extLst>
              </p:cNvPr>
              <p:cNvSpPr/>
              <p:nvPr/>
            </p:nvSpPr>
            <p:spPr>
              <a:xfrm>
                <a:off x="1801554" y="6659492"/>
                <a:ext cx="15434" cy="121686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6" name="Google Shape;16626;p54">
                <a:extLst>
                  <a:ext uri="{FF2B5EF4-FFF2-40B4-BE49-F238E27FC236}">
                    <a16:creationId xmlns:a16="http://schemas.microsoft.com/office/drawing/2014/main" id="{11D27978-F8C5-F565-688A-8ABC12A78E2F}"/>
                  </a:ext>
                </a:extLst>
              </p:cNvPr>
              <p:cNvSpPr/>
              <p:nvPr/>
            </p:nvSpPr>
            <p:spPr>
              <a:xfrm>
                <a:off x="1820734" y="6663668"/>
                <a:ext cx="28352" cy="86268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7" name="Google Shape;16627;p54">
                <a:extLst>
                  <a:ext uri="{FF2B5EF4-FFF2-40B4-BE49-F238E27FC236}">
                    <a16:creationId xmlns:a16="http://schemas.microsoft.com/office/drawing/2014/main" id="{8CE2C4E3-6869-B86B-1BFC-84BCBC1EE328}"/>
                  </a:ext>
                </a:extLst>
              </p:cNvPr>
              <p:cNvSpPr/>
              <p:nvPr/>
            </p:nvSpPr>
            <p:spPr>
              <a:xfrm>
                <a:off x="1834901" y="6712413"/>
                <a:ext cx="17093" cy="70442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8" name="Google Shape;16628;p54">
                <a:extLst>
                  <a:ext uri="{FF2B5EF4-FFF2-40B4-BE49-F238E27FC236}">
                    <a16:creationId xmlns:a16="http://schemas.microsoft.com/office/drawing/2014/main" id="{BD907510-0066-41C0-761F-8991E545469C}"/>
                  </a:ext>
                </a:extLst>
              </p:cNvPr>
              <p:cNvSpPr/>
              <p:nvPr/>
            </p:nvSpPr>
            <p:spPr>
              <a:xfrm>
                <a:off x="2121987" y="6885343"/>
                <a:ext cx="16683" cy="70014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9" name="Google Shape;16629;p54">
                <a:extLst>
                  <a:ext uri="{FF2B5EF4-FFF2-40B4-BE49-F238E27FC236}">
                    <a16:creationId xmlns:a16="http://schemas.microsoft.com/office/drawing/2014/main" id="{0DFAF583-D00C-464D-98DD-626216210259}"/>
                  </a:ext>
                </a:extLst>
              </p:cNvPr>
              <p:cNvSpPr/>
              <p:nvPr/>
            </p:nvSpPr>
            <p:spPr>
              <a:xfrm>
                <a:off x="208183" y="6744922"/>
                <a:ext cx="15006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0" name="Google Shape;16630;p54">
                <a:extLst>
                  <a:ext uri="{FF2B5EF4-FFF2-40B4-BE49-F238E27FC236}">
                    <a16:creationId xmlns:a16="http://schemas.microsoft.com/office/drawing/2014/main" id="{FE94B896-B15C-764B-D03C-3230D2DBDC20}"/>
                  </a:ext>
                </a:extLst>
              </p:cNvPr>
              <p:cNvSpPr/>
              <p:nvPr/>
            </p:nvSpPr>
            <p:spPr>
              <a:xfrm>
                <a:off x="231503" y="6752006"/>
                <a:ext cx="10027" cy="95440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1" name="Google Shape;16631;p54">
                <a:extLst>
                  <a:ext uri="{FF2B5EF4-FFF2-40B4-BE49-F238E27FC236}">
                    <a16:creationId xmlns:a16="http://schemas.microsoft.com/office/drawing/2014/main" id="{1244A9FE-CD8C-C6A8-5AAB-838BC9C7429E}"/>
                  </a:ext>
                </a:extLst>
              </p:cNvPr>
              <p:cNvSpPr/>
              <p:nvPr/>
            </p:nvSpPr>
            <p:spPr>
              <a:xfrm>
                <a:off x="250684" y="6795327"/>
                <a:ext cx="16683" cy="74189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2" name="Google Shape;16632;p54">
                <a:extLst>
                  <a:ext uri="{FF2B5EF4-FFF2-40B4-BE49-F238E27FC236}">
                    <a16:creationId xmlns:a16="http://schemas.microsoft.com/office/drawing/2014/main" id="{20C8DD81-2483-3C7C-9884-60A4E520C866}"/>
                  </a:ext>
                </a:extLst>
              </p:cNvPr>
              <p:cNvSpPr/>
              <p:nvPr/>
            </p:nvSpPr>
            <p:spPr>
              <a:xfrm>
                <a:off x="-75995" y="6897422"/>
                <a:ext cx="39182" cy="124184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3" name="Google Shape;16633;p54">
                <a:extLst>
                  <a:ext uri="{FF2B5EF4-FFF2-40B4-BE49-F238E27FC236}">
                    <a16:creationId xmlns:a16="http://schemas.microsoft.com/office/drawing/2014/main" id="{206FE344-D6CA-D323-A6F4-5B27705DD7E3}"/>
                  </a:ext>
                </a:extLst>
              </p:cNvPr>
              <p:cNvSpPr/>
              <p:nvPr/>
            </p:nvSpPr>
            <p:spPr>
              <a:xfrm>
                <a:off x="29008" y="6929503"/>
                <a:ext cx="15844" cy="8336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4" name="Google Shape;16634;p54">
                <a:extLst>
                  <a:ext uri="{FF2B5EF4-FFF2-40B4-BE49-F238E27FC236}">
                    <a16:creationId xmlns:a16="http://schemas.microsoft.com/office/drawing/2014/main" id="{C5CB9CBF-D17C-576D-47FA-42E76C551B3C}"/>
                  </a:ext>
                </a:extLst>
              </p:cNvPr>
              <p:cNvSpPr/>
              <p:nvPr/>
            </p:nvSpPr>
            <p:spPr>
              <a:xfrm>
                <a:off x="239015" y="6796576"/>
                <a:ext cx="15844" cy="8295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5" name="Google Shape;16635;p54">
                <a:extLst>
                  <a:ext uri="{FF2B5EF4-FFF2-40B4-BE49-F238E27FC236}">
                    <a16:creationId xmlns:a16="http://schemas.microsoft.com/office/drawing/2014/main" id="{3DF1DD36-8EDD-9FF9-7640-03F92FE25DEF}"/>
                  </a:ext>
                </a:extLst>
              </p:cNvPr>
              <p:cNvSpPr/>
              <p:nvPr/>
            </p:nvSpPr>
            <p:spPr>
              <a:xfrm>
                <a:off x="-14741" y="6941582"/>
                <a:ext cx="3765" cy="75866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6" name="Google Shape;16636;p54">
                <a:extLst>
                  <a:ext uri="{FF2B5EF4-FFF2-40B4-BE49-F238E27FC236}">
                    <a16:creationId xmlns:a16="http://schemas.microsoft.com/office/drawing/2014/main" id="{AD95B154-E7BC-D313-8FAE-FAE15644B5D2}"/>
                  </a:ext>
                </a:extLst>
              </p:cNvPr>
              <p:cNvSpPr/>
              <p:nvPr/>
            </p:nvSpPr>
            <p:spPr>
              <a:xfrm>
                <a:off x="-32673" y="6892837"/>
                <a:ext cx="18360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7" name="Google Shape;16637;p54">
                <a:extLst>
                  <a:ext uri="{FF2B5EF4-FFF2-40B4-BE49-F238E27FC236}">
                    <a16:creationId xmlns:a16="http://schemas.microsoft.com/office/drawing/2014/main" id="{BCD45F11-1645-7A1C-4330-0F4807623CFB}"/>
                  </a:ext>
                </a:extLst>
              </p:cNvPr>
              <p:cNvSpPr/>
              <p:nvPr/>
            </p:nvSpPr>
            <p:spPr>
              <a:xfrm>
                <a:off x="-9335" y="6896173"/>
                <a:ext cx="26692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8" name="Google Shape;16638;p54">
                <a:extLst>
                  <a:ext uri="{FF2B5EF4-FFF2-40B4-BE49-F238E27FC236}">
                    <a16:creationId xmlns:a16="http://schemas.microsoft.com/office/drawing/2014/main" id="{DA4D770D-7014-FCA0-DE67-BE1C17A34EAB}"/>
                  </a:ext>
                </a:extLst>
              </p:cNvPr>
              <p:cNvSpPr/>
              <p:nvPr/>
            </p:nvSpPr>
            <p:spPr>
              <a:xfrm>
                <a:off x="7758" y="6947845"/>
                <a:ext cx="14595" cy="7501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9" name="Google Shape;16639;p54">
                <a:extLst>
                  <a:ext uri="{FF2B5EF4-FFF2-40B4-BE49-F238E27FC236}">
                    <a16:creationId xmlns:a16="http://schemas.microsoft.com/office/drawing/2014/main" id="{F85CB13C-7C01-B2E1-EB50-0B9732CA9906}"/>
                  </a:ext>
                </a:extLst>
              </p:cNvPr>
              <p:cNvSpPr/>
              <p:nvPr/>
            </p:nvSpPr>
            <p:spPr>
              <a:xfrm>
                <a:off x="491094" y="7054507"/>
                <a:ext cx="44606" cy="262106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0" name="Google Shape;16640;p54">
                <a:extLst>
                  <a:ext uri="{FF2B5EF4-FFF2-40B4-BE49-F238E27FC236}">
                    <a16:creationId xmlns:a16="http://schemas.microsoft.com/office/drawing/2014/main" id="{82435C81-79DF-8991-1ADE-1444DA3F707B}"/>
                  </a:ext>
                </a:extLst>
              </p:cNvPr>
              <p:cNvSpPr/>
              <p:nvPr/>
            </p:nvSpPr>
            <p:spPr>
              <a:xfrm>
                <a:off x="625269" y="7119918"/>
                <a:ext cx="27103" cy="176694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1" name="Google Shape;16641;p54">
                <a:extLst>
                  <a:ext uri="{FF2B5EF4-FFF2-40B4-BE49-F238E27FC236}">
                    <a16:creationId xmlns:a16="http://schemas.microsoft.com/office/drawing/2014/main" id="{261B97CC-913B-22BC-5EF0-EB8D61AF5612}"/>
                  </a:ext>
                </a:extLst>
              </p:cNvPr>
              <p:cNvSpPr/>
              <p:nvPr/>
            </p:nvSpPr>
            <p:spPr>
              <a:xfrm>
                <a:off x="568601" y="7145754"/>
                <a:ext cx="6263" cy="161689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2" name="Google Shape;16642;p54">
                <a:extLst>
                  <a:ext uri="{FF2B5EF4-FFF2-40B4-BE49-F238E27FC236}">
                    <a16:creationId xmlns:a16="http://schemas.microsoft.com/office/drawing/2014/main" id="{461C8613-1FF3-4ACF-9DC4-2989C687BBBF}"/>
                  </a:ext>
                </a:extLst>
              </p:cNvPr>
              <p:cNvSpPr/>
              <p:nvPr/>
            </p:nvSpPr>
            <p:spPr>
              <a:xfrm>
                <a:off x="550277" y="7043677"/>
                <a:ext cx="16683" cy="27334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3" name="Google Shape;16643;p54">
                <a:extLst>
                  <a:ext uri="{FF2B5EF4-FFF2-40B4-BE49-F238E27FC236}">
                    <a16:creationId xmlns:a16="http://schemas.microsoft.com/office/drawing/2014/main" id="{6FA011F5-EF61-2B23-2611-C2A6E6EF4105}"/>
                  </a:ext>
                </a:extLst>
              </p:cNvPr>
              <p:cNvSpPr/>
              <p:nvPr/>
            </p:nvSpPr>
            <p:spPr>
              <a:xfrm>
                <a:off x="575685" y="7049512"/>
                <a:ext cx="42108" cy="196268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4" name="Google Shape;16644;p54">
                <a:extLst>
                  <a:ext uri="{FF2B5EF4-FFF2-40B4-BE49-F238E27FC236}">
                    <a16:creationId xmlns:a16="http://schemas.microsoft.com/office/drawing/2014/main" id="{FAC5D4C5-1354-71F9-276F-829828965135}"/>
                  </a:ext>
                </a:extLst>
              </p:cNvPr>
              <p:cNvSpPr/>
              <p:nvPr/>
            </p:nvSpPr>
            <p:spPr>
              <a:xfrm>
                <a:off x="596525" y="7158672"/>
                <a:ext cx="24177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5" name="Google Shape;16645;p54">
                <a:extLst>
                  <a:ext uri="{FF2B5EF4-FFF2-40B4-BE49-F238E27FC236}">
                    <a16:creationId xmlns:a16="http://schemas.microsoft.com/office/drawing/2014/main" id="{D54BC4C6-1CB4-CF18-5E66-9F415631A3E1}"/>
                  </a:ext>
                </a:extLst>
              </p:cNvPr>
              <p:cNvSpPr/>
              <p:nvPr/>
            </p:nvSpPr>
            <p:spPr>
              <a:xfrm>
                <a:off x="661115" y="6730755"/>
                <a:ext cx="40431" cy="117939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6" name="Google Shape;16646;p54">
                <a:extLst>
                  <a:ext uri="{FF2B5EF4-FFF2-40B4-BE49-F238E27FC236}">
                    <a16:creationId xmlns:a16="http://schemas.microsoft.com/office/drawing/2014/main" id="{B1793BC7-163E-AC5E-D15F-B5B192C09D17}"/>
                  </a:ext>
                </a:extLst>
              </p:cNvPr>
              <p:cNvSpPr/>
              <p:nvPr/>
            </p:nvSpPr>
            <p:spPr>
              <a:xfrm>
                <a:off x="697353" y="6743245"/>
                <a:ext cx="21696" cy="71691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7" name="Google Shape;16647;p54">
                <a:extLst>
                  <a:ext uri="{FF2B5EF4-FFF2-40B4-BE49-F238E27FC236}">
                    <a16:creationId xmlns:a16="http://schemas.microsoft.com/office/drawing/2014/main" id="{0A0C3D40-2149-6458-40A3-A08FC34716EB}"/>
                  </a:ext>
                </a:extLst>
              </p:cNvPr>
              <p:cNvSpPr/>
              <p:nvPr/>
            </p:nvSpPr>
            <p:spPr>
              <a:xfrm>
                <a:off x="620273" y="6731576"/>
                <a:ext cx="18342" cy="107519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8" name="Google Shape;16648;p54">
                <a:extLst>
                  <a:ext uri="{FF2B5EF4-FFF2-40B4-BE49-F238E27FC236}">
                    <a16:creationId xmlns:a16="http://schemas.microsoft.com/office/drawing/2014/main" id="{0F6AF4DF-7FE4-7D19-992C-1723ED7AD2C4}"/>
                  </a:ext>
                </a:extLst>
              </p:cNvPr>
              <p:cNvSpPr/>
              <p:nvPr/>
            </p:nvSpPr>
            <p:spPr>
              <a:xfrm>
                <a:off x="723599" y="6882006"/>
                <a:ext cx="20019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9" name="Google Shape;16649;p54">
                <a:extLst>
                  <a:ext uri="{FF2B5EF4-FFF2-40B4-BE49-F238E27FC236}">
                    <a16:creationId xmlns:a16="http://schemas.microsoft.com/office/drawing/2014/main" id="{C92B4702-D3F8-D108-E8A8-91BC1083F525}"/>
                  </a:ext>
                </a:extLst>
              </p:cNvPr>
              <p:cNvSpPr/>
              <p:nvPr/>
            </p:nvSpPr>
            <p:spPr>
              <a:xfrm>
                <a:off x="751523" y="6961584"/>
                <a:ext cx="751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0" name="Google Shape;16650;p54">
                <a:extLst>
                  <a:ext uri="{FF2B5EF4-FFF2-40B4-BE49-F238E27FC236}">
                    <a16:creationId xmlns:a16="http://schemas.microsoft.com/office/drawing/2014/main" id="{C44E0365-38BB-1BDC-3111-5326D712EA4B}"/>
                  </a:ext>
                </a:extLst>
              </p:cNvPr>
              <p:cNvSpPr/>
              <p:nvPr/>
            </p:nvSpPr>
            <p:spPr>
              <a:xfrm>
                <a:off x="598612" y="6888661"/>
                <a:ext cx="24177" cy="15378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1" name="Google Shape;16651;p54">
                <a:extLst>
                  <a:ext uri="{FF2B5EF4-FFF2-40B4-BE49-F238E27FC236}">
                    <a16:creationId xmlns:a16="http://schemas.microsoft.com/office/drawing/2014/main" id="{1D620F95-46B2-DD6C-CC08-B90A8E58C9AC}"/>
                  </a:ext>
                </a:extLst>
              </p:cNvPr>
              <p:cNvSpPr/>
              <p:nvPr/>
            </p:nvSpPr>
            <p:spPr>
              <a:xfrm>
                <a:off x="552347" y="6936997"/>
                <a:ext cx="10438" cy="52118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2" name="Google Shape;16652;p54">
                <a:extLst>
                  <a:ext uri="{FF2B5EF4-FFF2-40B4-BE49-F238E27FC236}">
                    <a16:creationId xmlns:a16="http://schemas.microsoft.com/office/drawing/2014/main" id="{14B8AEF5-1349-BEFD-AE5F-39F21AC46695}"/>
                  </a:ext>
                </a:extLst>
              </p:cNvPr>
              <p:cNvSpPr/>
              <p:nvPr/>
            </p:nvSpPr>
            <p:spPr>
              <a:xfrm>
                <a:off x="494020" y="6916585"/>
                <a:ext cx="11259" cy="65446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3" name="Google Shape;16653;p54">
                <a:extLst>
                  <a:ext uri="{FF2B5EF4-FFF2-40B4-BE49-F238E27FC236}">
                    <a16:creationId xmlns:a16="http://schemas.microsoft.com/office/drawing/2014/main" id="{191C0630-AD9C-D596-18BC-A6A7F09204B5}"/>
                  </a:ext>
                </a:extLst>
              </p:cNvPr>
              <p:cNvSpPr/>
              <p:nvPr/>
            </p:nvSpPr>
            <p:spPr>
              <a:xfrm>
                <a:off x="349014" y="6838256"/>
                <a:ext cx="17932" cy="105842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4" name="Google Shape;16654;p54">
                <a:extLst>
                  <a:ext uri="{FF2B5EF4-FFF2-40B4-BE49-F238E27FC236}">
                    <a16:creationId xmlns:a16="http://schemas.microsoft.com/office/drawing/2014/main" id="{2E84D236-0EB2-4E3C-573E-5FA008D025E9}"/>
                  </a:ext>
                </a:extLst>
              </p:cNvPr>
              <p:cNvSpPr/>
              <p:nvPr/>
            </p:nvSpPr>
            <p:spPr>
              <a:xfrm>
                <a:off x="386519" y="6892426"/>
                <a:ext cx="15006" cy="74171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5" name="Google Shape;16655;p54">
                <a:extLst>
                  <a:ext uri="{FF2B5EF4-FFF2-40B4-BE49-F238E27FC236}">
                    <a16:creationId xmlns:a16="http://schemas.microsoft.com/office/drawing/2014/main" id="{3379A6EE-AEA5-8C00-30E4-399689D44D8F}"/>
                  </a:ext>
                </a:extLst>
              </p:cNvPr>
              <p:cNvSpPr/>
              <p:nvPr/>
            </p:nvSpPr>
            <p:spPr>
              <a:xfrm>
                <a:off x="332349" y="6873246"/>
                <a:ext cx="18770" cy="95029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6" name="Google Shape;16656;p54">
                <a:extLst>
                  <a:ext uri="{FF2B5EF4-FFF2-40B4-BE49-F238E27FC236}">
                    <a16:creationId xmlns:a16="http://schemas.microsoft.com/office/drawing/2014/main" id="{807FF0B9-BCC5-114B-60B5-30BB9FAE45C2}"/>
                  </a:ext>
                </a:extLst>
              </p:cNvPr>
              <p:cNvSpPr/>
              <p:nvPr/>
            </p:nvSpPr>
            <p:spPr>
              <a:xfrm>
                <a:off x="1145699" y="6924917"/>
                <a:ext cx="82111" cy="468366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7" name="Google Shape;16657;p54">
                <a:extLst>
                  <a:ext uri="{FF2B5EF4-FFF2-40B4-BE49-F238E27FC236}">
                    <a16:creationId xmlns:a16="http://schemas.microsoft.com/office/drawing/2014/main" id="{C82B641D-C737-D607-FE1A-52D6C1CF6295}"/>
                  </a:ext>
                </a:extLst>
              </p:cNvPr>
              <p:cNvSpPr/>
              <p:nvPr/>
            </p:nvSpPr>
            <p:spPr>
              <a:xfrm>
                <a:off x="1132781" y="6941582"/>
                <a:ext cx="24605" cy="37128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8" name="Google Shape;16658;p54">
                <a:extLst>
                  <a:ext uri="{FF2B5EF4-FFF2-40B4-BE49-F238E27FC236}">
                    <a16:creationId xmlns:a16="http://schemas.microsoft.com/office/drawing/2014/main" id="{85498739-F694-6CD0-9530-16CFB48069EC}"/>
                  </a:ext>
                </a:extLst>
              </p:cNvPr>
              <p:cNvSpPr/>
              <p:nvPr/>
            </p:nvSpPr>
            <p:spPr>
              <a:xfrm>
                <a:off x="1071528" y="7058254"/>
                <a:ext cx="14613" cy="327107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9" name="Google Shape;16659;p54">
                <a:extLst>
                  <a:ext uri="{FF2B5EF4-FFF2-40B4-BE49-F238E27FC236}">
                    <a16:creationId xmlns:a16="http://schemas.microsoft.com/office/drawing/2014/main" id="{937F7CEC-6E55-645A-9D0A-1F307CE09FCB}"/>
                  </a:ext>
                </a:extLst>
              </p:cNvPr>
              <p:cNvSpPr/>
              <p:nvPr/>
            </p:nvSpPr>
            <p:spPr>
              <a:xfrm>
                <a:off x="1321965" y="6953251"/>
                <a:ext cx="32099" cy="356689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0" name="Google Shape;16660;p54">
                <a:extLst>
                  <a:ext uri="{FF2B5EF4-FFF2-40B4-BE49-F238E27FC236}">
                    <a16:creationId xmlns:a16="http://schemas.microsoft.com/office/drawing/2014/main" id="{4EFA8109-9D0F-D694-73BE-1868B8E7C182}"/>
                  </a:ext>
                </a:extLst>
              </p:cNvPr>
              <p:cNvSpPr/>
              <p:nvPr/>
            </p:nvSpPr>
            <p:spPr>
              <a:xfrm>
                <a:off x="1300287" y="6971593"/>
                <a:ext cx="20019" cy="27918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1" name="Google Shape;16661;p54">
                <a:extLst>
                  <a:ext uri="{FF2B5EF4-FFF2-40B4-BE49-F238E27FC236}">
                    <a16:creationId xmlns:a16="http://schemas.microsoft.com/office/drawing/2014/main" id="{260E405F-AFD2-F786-B6F6-FA8A7692F807}"/>
                  </a:ext>
                </a:extLst>
              </p:cNvPr>
              <p:cNvSpPr/>
              <p:nvPr/>
            </p:nvSpPr>
            <p:spPr>
              <a:xfrm>
                <a:off x="1629891" y="6847427"/>
                <a:ext cx="40021" cy="473772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2" name="Google Shape;16662;p54">
                <a:extLst>
                  <a:ext uri="{FF2B5EF4-FFF2-40B4-BE49-F238E27FC236}">
                    <a16:creationId xmlns:a16="http://schemas.microsoft.com/office/drawing/2014/main" id="{745D201D-628D-8929-D611-E2FC378DD9F2}"/>
                  </a:ext>
                </a:extLst>
              </p:cNvPr>
              <p:cNvSpPr/>
              <p:nvPr/>
            </p:nvSpPr>
            <p:spPr>
              <a:xfrm>
                <a:off x="1599059" y="6871586"/>
                <a:ext cx="24587" cy="371267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3" name="Google Shape;16663;p54">
                <a:extLst>
                  <a:ext uri="{FF2B5EF4-FFF2-40B4-BE49-F238E27FC236}">
                    <a16:creationId xmlns:a16="http://schemas.microsoft.com/office/drawing/2014/main" id="{C65DCD52-AA00-5DDB-D0EC-6F37002231EE}"/>
                  </a:ext>
                </a:extLst>
              </p:cNvPr>
              <p:cNvSpPr/>
              <p:nvPr/>
            </p:nvSpPr>
            <p:spPr>
              <a:xfrm>
                <a:off x="1530294" y="6996180"/>
                <a:ext cx="44196" cy="325429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4" name="Google Shape;16664;p54">
                <a:extLst>
                  <a:ext uri="{FF2B5EF4-FFF2-40B4-BE49-F238E27FC236}">
                    <a16:creationId xmlns:a16="http://schemas.microsoft.com/office/drawing/2014/main" id="{2BC83F44-15DD-5F74-8FBD-225415C10D0C}"/>
                  </a:ext>
                </a:extLst>
              </p:cNvPr>
              <p:cNvSpPr/>
              <p:nvPr/>
            </p:nvSpPr>
            <p:spPr>
              <a:xfrm>
                <a:off x="906949" y="6758251"/>
                <a:ext cx="34186" cy="163348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5" name="Google Shape;16665;p54">
                <a:extLst>
                  <a:ext uri="{FF2B5EF4-FFF2-40B4-BE49-F238E27FC236}">
                    <a16:creationId xmlns:a16="http://schemas.microsoft.com/office/drawing/2014/main" id="{CCF89D2E-D762-A1CC-BBD3-8ACF698D8AC2}"/>
                  </a:ext>
                </a:extLst>
              </p:cNvPr>
              <p:cNvSpPr/>
              <p:nvPr/>
            </p:nvSpPr>
            <p:spPr>
              <a:xfrm>
                <a:off x="927360" y="6816167"/>
                <a:ext cx="25854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6" name="Google Shape;16666;p54">
                <a:extLst>
                  <a:ext uri="{FF2B5EF4-FFF2-40B4-BE49-F238E27FC236}">
                    <a16:creationId xmlns:a16="http://schemas.microsoft.com/office/drawing/2014/main" id="{0ED790C1-25AB-6D1B-77BC-E46ECD549F7C}"/>
                  </a:ext>
                </a:extLst>
              </p:cNvPr>
              <p:cNvSpPr/>
              <p:nvPr/>
            </p:nvSpPr>
            <p:spPr>
              <a:xfrm>
                <a:off x="865697" y="6790331"/>
                <a:ext cx="10848" cy="163776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7" name="Google Shape;16667;p54">
                <a:extLst>
                  <a:ext uri="{FF2B5EF4-FFF2-40B4-BE49-F238E27FC236}">
                    <a16:creationId xmlns:a16="http://schemas.microsoft.com/office/drawing/2014/main" id="{C6A5176B-6EAD-EA48-9EAE-56EAAE6C81FA}"/>
                  </a:ext>
                </a:extLst>
              </p:cNvPr>
              <p:cNvSpPr/>
              <p:nvPr/>
            </p:nvSpPr>
            <p:spPr>
              <a:xfrm>
                <a:off x="1765726" y="6798664"/>
                <a:ext cx="40841" cy="192110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8" name="Google Shape;16668;p54">
                <a:extLst>
                  <a:ext uri="{FF2B5EF4-FFF2-40B4-BE49-F238E27FC236}">
                    <a16:creationId xmlns:a16="http://schemas.microsoft.com/office/drawing/2014/main" id="{4DE657D2-F199-AD69-00AB-531A3C750F3C}"/>
                  </a:ext>
                </a:extLst>
              </p:cNvPr>
              <p:cNvSpPr/>
              <p:nvPr/>
            </p:nvSpPr>
            <p:spPr>
              <a:xfrm>
                <a:off x="1758232" y="6805337"/>
                <a:ext cx="10848" cy="152107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9" name="Google Shape;16669;p54">
                <a:extLst>
                  <a:ext uri="{FF2B5EF4-FFF2-40B4-BE49-F238E27FC236}">
                    <a16:creationId xmlns:a16="http://schemas.microsoft.com/office/drawing/2014/main" id="{6EA746C1-03BC-2CDF-05D7-C3EDD2682FE1}"/>
                  </a:ext>
                </a:extLst>
              </p:cNvPr>
              <p:cNvSpPr/>
              <p:nvPr/>
            </p:nvSpPr>
            <p:spPr>
              <a:xfrm>
                <a:off x="1723225" y="6852423"/>
                <a:ext cx="8761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0" name="Google Shape;16670;p54">
                <a:extLst>
                  <a:ext uri="{FF2B5EF4-FFF2-40B4-BE49-F238E27FC236}">
                    <a16:creationId xmlns:a16="http://schemas.microsoft.com/office/drawing/2014/main" id="{92C1E948-23A2-436E-EEDE-E19EC84A552F}"/>
                  </a:ext>
                </a:extLst>
              </p:cNvPr>
              <p:cNvSpPr/>
              <p:nvPr/>
            </p:nvSpPr>
            <p:spPr>
              <a:xfrm>
                <a:off x="1796968" y="6851174"/>
                <a:ext cx="10438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1" name="Google Shape;16671;p54">
                <a:extLst>
                  <a:ext uri="{FF2B5EF4-FFF2-40B4-BE49-F238E27FC236}">
                    <a16:creationId xmlns:a16="http://schemas.microsoft.com/office/drawing/2014/main" id="{E665E6BF-0D5E-F49D-A31A-0343B7411183}"/>
                  </a:ext>
                </a:extLst>
              </p:cNvPr>
              <p:cNvSpPr/>
              <p:nvPr/>
            </p:nvSpPr>
            <p:spPr>
              <a:xfrm>
                <a:off x="1041945" y="6697836"/>
                <a:ext cx="9189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2" name="Google Shape;16672;p54">
                <a:extLst>
                  <a:ext uri="{FF2B5EF4-FFF2-40B4-BE49-F238E27FC236}">
                    <a16:creationId xmlns:a16="http://schemas.microsoft.com/office/drawing/2014/main" id="{3C30237F-F8A4-8F7C-9079-904FBC821564}"/>
                  </a:ext>
                </a:extLst>
              </p:cNvPr>
              <p:cNvSpPr/>
              <p:nvPr/>
            </p:nvSpPr>
            <p:spPr>
              <a:xfrm>
                <a:off x="1027778" y="6705758"/>
                <a:ext cx="12525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3" name="Google Shape;16673;p54">
                <a:extLst>
                  <a:ext uri="{FF2B5EF4-FFF2-40B4-BE49-F238E27FC236}">
                    <a16:creationId xmlns:a16="http://schemas.microsoft.com/office/drawing/2014/main" id="{B6E62B48-51AE-3987-857A-4BA320086C56}"/>
                  </a:ext>
                </a:extLst>
              </p:cNvPr>
              <p:cNvSpPr/>
              <p:nvPr/>
            </p:nvSpPr>
            <p:spPr>
              <a:xfrm>
                <a:off x="1007366" y="6737411"/>
                <a:ext cx="15023" cy="80862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4" name="Google Shape;16674;p54">
                <a:extLst>
                  <a:ext uri="{FF2B5EF4-FFF2-40B4-BE49-F238E27FC236}">
                    <a16:creationId xmlns:a16="http://schemas.microsoft.com/office/drawing/2014/main" id="{11F596D0-01A2-8833-EDF8-707114427147}"/>
                  </a:ext>
                </a:extLst>
              </p:cNvPr>
              <p:cNvSpPr/>
              <p:nvPr/>
            </p:nvSpPr>
            <p:spPr>
              <a:xfrm>
                <a:off x="1054453" y="6729506"/>
                <a:ext cx="12936" cy="8125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5" name="Google Shape;16675;p54">
                <a:extLst>
                  <a:ext uri="{FF2B5EF4-FFF2-40B4-BE49-F238E27FC236}">
                    <a16:creationId xmlns:a16="http://schemas.microsoft.com/office/drawing/2014/main" id="{108CAFBD-A0F4-8A20-8BE4-A87633423F38}"/>
                  </a:ext>
                </a:extLst>
              </p:cNvPr>
              <p:cNvSpPr/>
              <p:nvPr/>
            </p:nvSpPr>
            <p:spPr>
              <a:xfrm>
                <a:off x="1096543" y="6891177"/>
                <a:ext cx="9171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6" name="Google Shape;16676;p54">
                <a:extLst>
                  <a:ext uri="{FF2B5EF4-FFF2-40B4-BE49-F238E27FC236}">
                    <a16:creationId xmlns:a16="http://schemas.microsoft.com/office/drawing/2014/main" id="{37A0B351-0079-63CC-C07A-0D022BD13DCB}"/>
                  </a:ext>
                </a:extLst>
              </p:cNvPr>
              <p:cNvSpPr/>
              <p:nvPr/>
            </p:nvSpPr>
            <p:spPr>
              <a:xfrm>
                <a:off x="1082376" y="6899081"/>
                <a:ext cx="12508" cy="92531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7" name="Google Shape;16677;p54">
                <a:extLst>
                  <a:ext uri="{FF2B5EF4-FFF2-40B4-BE49-F238E27FC236}">
                    <a16:creationId xmlns:a16="http://schemas.microsoft.com/office/drawing/2014/main" id="{1E93F208-614F-9CF3-833A-70E9996B890F}"/>
                  </a:ext>
                </a:extLst>
              </p:cNvPr>
              <p:cNvSpPr/>
              <p:nvPr/>
            </p:nvSpPr>
            <p:spPr>
              <a:xfrm>
                <a:off x="1109033" y="6923258"/>
                <a:ext cx="12936" cy="80844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8" name="Google Shape;16678;p54">
                <a:extLst>
                  <a:ext uri="{FF2B5EF4-FFF2-40B4-BE49-F238E27FC236}">
                    <a16:creationId xmlns:a16="http://schemas.microsoft.com/office/drawing/2014/main" id="{FAD56526-DC2D-1CF3-4D16-2045462014AF}"/>
                  </a:ext>
                </a:extLst>
              </p:cNvPr>
              <p:cNvSpPr/>
              <p:nvPr/>
            </p:nvSpPr>
            <p:spPr>
              <a:xfrm>
                <a:off x="1410303" y="6632407"/>
                <a:ext cx="12936" cy="97937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9" name="Google Shape;16679;p54">
                <a:extLst>
                  <a:ext uri="{FF2B5EF4-FFF2-40B4-BE49-F238E27FC236}">
                    <a16:creationId xmlns:a16="http://schemas.microsoft.com/office/drawing/2014/main" id="{E00563AA-D28B-AB3C-FFA8-B69C3AC4D871}"/>
                  </a:ext>
                </a:extLst>
              </p:cNvPr>
              <p:cNvSpPr/>
              <p:nvPr/>
            </p:nvSpPr>
            <p:spPr>
              <a:xfrm>
                <a:off x="1403630" y="6637421"/>
                <a:ext cx="5442" cy="76687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0" name="Google Shape;16680;p54">
                <a:extLst>
                  <a:ext uri="{FF2B5EF4-FFF2-40B4-BE49-F238E27FC236}">
                    <a16:creationId xmlns:a16="http://schemas.microsoft.com/office/drawing/2014/main" id="{EF3CD2EE-81B9-9D16-48AA-79A08E089829}"/>
                  </a:ext>
                </a:extLst>
              </p:cNvPr>
              <p:cNvSpPr/>
              <p:nvPr/>
            </p:nvSpPr>
            <p:spPr>
              <a:xfrm>
                <a:off x="1424042" y="6659082"/>
                <a:ext cx="6691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1" name="Google Shape;16681;p54">
                <a:extLst>
                  <a:ext uri="{FF2B5EF4-FFF2-40B4-BE49-F238E27FC236}">
                    <a16:creationId xmlns:a16="http://schemas.microsoft.com/office/drawing/2014/main" id="{8F070329-6F29-4C01-E8BC-EA81B22065B4}"/>
                  </a:ext>
                </a:extLst>
              </p:cNvPr>
              <p:cNvSpPr/>
              <p:nvPr/>
            </p:nvSpPr>
            <p:spPr>
              <a:xfrm>
                <a:off x="1378633" y="6656174"/>
                <a:ext cx="6263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2" name="Google Shape;16682;p54">
                <a:extLst>
                  <a:ext uri="{FF2B5EF4-FFF2-40B4-BE49-F238E27FC236}">
                    <a16:creationId xmlns:a16="http://schemas.microsoft.com/office/drawing/2014/main" id="{AAFDCEC8-23B9-C65A-3165-BC05A4891816}"/>
                  </a:ext>
                </a:extLst>
              </p:cNvPr>
              <p:cNvSpPr/>
              <p:nvPr/>
            </p:nvSpPr>
            <p:spPr>
              <a:xfrm>
                <a:off x="211502" y="6943259"/>
                <a:ext cx="9599" cy="99186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3" name="Google Shape;16683;p54">
                <a:extLst>
                  <a:ext uri="{FF2B5EF4-FFF2-40B4-BE49-F238E27FC236}">
                    <a16:creationId xmlns:a16="http://schemas.microsoft.com/office/drawing/2014/main" id="{09B7CCAA-48F8-E267-C849-FFF50D46BF0B}"/>
                  </a:ext>
                </a:extLst>
              </p:cNvPr>
              <p:cNvSpPr/>
              <p:nvPr/>
            </p:nvSpPr>
            <p:spPr>
              <a:xfrm>
                <a:off x="194426" y="6949504"/>
                <a:ext cx="16683" cy="7709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4" name="Google Shape;16684;p54">
                <a:extLst>
                  <a:ext uri="{FF2B5EF4-FFF2-40B4-BE49-F238E27FC236}">
                    <a16:creationId xmlns:a16="http://schemas.microsoft.com/office/drawing/2014/main" id="{7CEF35E0-E582-1244-9AF2-19D7A3AB860C}"/>
                  </a:ext>
                </a:extLst>
              </p:cNvPr>
              <p:cNvSpPr/>
              <p:nvPr/>
            </p:nvSpPr>
            <p:spPr>
              <a:xfrm>
                <a:off x="221511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5" name="Google Shape;16685;p54">
                <a:extLst>
                  <a:ext uri="{FF2B5EF4-FFF2-40B4-BE49-F238E27FC236}">
                    <a16:creationId xmlns:a16="http://schemas.microsoft.com/office/drawing/2014/main" id="{AED9798E-AC80-AC9C-8B0F-A063F6C60B4B}"/>
                  </a:ext>
                </a:extLst>
              </p:cNvPr>
              <p:cNvSpPr/>
              <p:nvPr/>
            </p:nvSpPr>
            <p:spPr>
              <a:xfrm>
                <a:off x="168590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6" name="Google Shape;16686;p54">
                <a:extLst>
                  <a:ext uri="{FF2B5EF4-FFF2-40B4-BE49-F238E27FC236}">
                    <a16:creationId xmlns:a16="http://schemas.microsoft.com/office/drawing/2014/main" id="{48D27451-05DD-BDEA-F074-3290A59951C4}"/>
                  </a:ext>
                </a:extLst>
              </p:cNvPr>
              <p:cNvSpPr/>
              <p:nvPr/>
            </p:nvSpPr>
            <p:spPr>
              <a:xfrm>
                <a:off x="779857" y="7121595"/>
                <a:ext cx="25015" cy="202102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7" name="Google Shape;16687;p54">
                <a:extLst>
                  <a:ext uri="{FF2B5EF4-FFF2-40B4-BE49-F238E27FC236}">
                    <a16:creationId xmlns:a16="http://schemas.microsoft.com/office/drawing/2014/main" id="{DA0877A0-AD77-0BFB-0FF2-6ECD3158C79F}"/>
                  </a:ext>
                </a:extLst>
              </p:cNvPr>
              <p:cNvSpPr/>
              <p:nvPr/>
            </p:nvSpPr>
            <p:spPr>
              <a:xfrm>
                <a:off x="759034" y="7128679"/>
                <a:ext cx="12097" cy="16044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8" name="Google Shape;16688;p54">
                <a:extLst>
                  <a:ext uri="{FF2B5EF4-FFF2-40B4-BE49-F238E27FC236}">
                    <a16:creationId xmlns:a16="http://schemas.microsoft.com/office/drawing/2014/main" id="{93D2622B-CDEE-7D58-71C4-E6CA049A421A}"/>
                  </a:ext>
                </a:extLst>
              </p:cNvPr>
              <p:cNvSpPr/>
              <p:nvPr/>
            </p:nvSpPr>
            <p:spPr>
              <a:xfrm>
                <a:off x="807780" y="7177014"/>
                <a:ext cx="15023" cy="141259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9" name="Google Shape;16689;p54">
                <a:extLst>
                  <a:ext uri="{FF2B5EF4-FFF2-40B4-BE49-F238E27FC236}">
                    <a16:creationId xmlns:a16="http://schemas.microsoft.com/office/drawing/2014/main" id="{3CF7CD40-BE1B-7AEB-AA4A-1EFE10A18A57}"/>
                  </a:ext>
                </a:extLst>
              </p:cNvPr>
              <p:cNvSpPr/>
              <p:nvPr/>
            </p:nvSpPr>
            <p:spPr>
              <a:xfrm>
                <a:off x="700279" y="7162419"/>
                <a:ext cx="14595" cy="141277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0" name="Google Shape;16690;p54">
                <a:extLst>
                  <a:ext uri="{FF2B5EF4-FFF2-40B4-BE49-F238E27FC236}">
                    <a16:creationId xmlns:a16="http://schemas.microsoft.com/office/drawing/2014/main" id="{146A6B4D-E10F-0BED-77C2-9B644A21C8DE}"/>
                  </a:ext>
                </a:extLst>
              </p:cNvPr>
              <p:cNvSpPr/>
              <p:nvPr/>
            </p:nvSpPr>
            <p:spPr>
              <a:xfrm>
                <a:off x="2108659" y="6598257"/>
                <a:ext cx="37505" cy="12959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1" name="Google Shape;16691;p54">
                <a:extLst>
                  <a:ext uri="{FF2B5EF4-FFF2-40B4-BE49-F238E27FC236}">
                    <a16:creationId xmlns:a16="http://schemas.microsoft.com/office/drawing/2014/main" id="{5668B575-16E6-3540-F1D1-45CF63492421}"/>
                  </a:ext>
                </a:extLst>
              </p:cNvPr>
              <p:cNvSpPr/>
              <p:nvPr/>
            </p:nvSpPr>
            <p:spPr>
              <a:xfrm>
                <a:off x="2104073" y="6600327"/>
                <a:ext cx="15006" cy="104182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2" name="Google Shape;16692;p54">
                <a:extLst>
                  <a:ext uri="{FF2B5EF4-FFF2-40B4-BE49-F238E27FC236}">
                    <a16:creationId xmlns:a16="http://schemas.microsoft.com/office/drawing/2014/main" id="{6E047ABF-7C92-EF7B-5EE4-7E0D1808A349}"/>
                  </a:ext>
                </a:extLst>
              </p:cNvPr>
              <p:cNvSpPr/>
              <p:nvPr/>
            </p:nvSpPr>
            <p:spPr>
              <a:xfrm>
                <a:off x="2078237" y="6629499"/>
                <a:ext cx="10010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3" name="Google Shape;16693;p54">
                <a:extLst>
                  <a:ext uri="{FF2B5EF4-FFF2-40B4-BE49-F238E27FC236}">
                    <a16:creationId xmlns:a16="http://schemas.microsoft.com/office/drawing/2014/main" id="{9CBBBD70-224A-1EF0-74AB-E1F1478D44A9}"/>
                  </a:ext>
                </a:extLst>
              </p:cNvPr>
              <p:cNvSpPr/>
              <p:nvPr/>
            </p:nvSpPr>
            <p:spPr>
              <a:xfrm>
                <a:off x="2129071" y="6634085"/>
                <a:ext cx="12508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4" name="Google Shape;16694;p54">
                <a:extLst>
                  <a:ext uri="{FF2B5EF4-FFF2-40B4-BE49-F238E27FC236}">
                    <a16:creationId xmlns:a16="http://schemas.microsoft.com/office/drawing/2014/main" id="{486F847F-97DD-38FE-5DB4-4EE8ECE09A2E}"/>
                  </a:ext>
                </a:extLst>
              </p:cNvPr>
              <p:cNvSpPr/>
              <p:nvPr/>
            </p:nvSpPr>
            <p:spPr>
              <a:xfrm>
                <a:off x="2052401" y="6678673"/>
                <a:ext cx="14185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5" name="Google Shape;16695;p54">
                <a:extLst>
                  <a:ext uri="{FF2B5EF4-FFF2-40B4-BE49-F238E27FC236}">
                    <a16:creationId xmlns:a16="http://schemas.microsoft.com/office/drawing/2014/main" id="{480D9D83-F1D3-75CD-16E3-A62B5275123E}"/>
                  </a:ext>
                </a:extLst>
              </p:cNvPr>
              <p:cNvSpPr/>
              <p:nvPr/>
            </p:nvSpPr>
            <p:spPr>
              <a:xfrm>
                <a:off x="1533631" y="6679494"/>
                <a:ext cx="15862" cy="118367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6" name="Google Shape;16696;p54">
                <a:extLst>
                  <a:ext uri="{FF2B5EF4-FFF2-40B4-BE49-F238E27FC236}">
                    <a16:creationId xmlns:a16="http://schemas.microsoft.com/office/drawing/2014/main" id="{33833F81-AA11-6D6D-CB2F-DC21DC644905}"/>
                  </a:ext>
                </a:extLst>
              </p:cNvPr>
              <p:cNvSpPr/>
              <p:nvPr/>
            </p:nvSpPr>
            <p:spPr>
              <a:xfrm>
                <a:off x="1525709" y="6685328"/>
                <a:ext cx="5852" cy="92942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7" name="Google Shape;16697;p54">
                <a:extLst>
                  <a:ext uri="{FF2B5EF4-FFF2-40B4-BE49-F238E27FC236}">
                    <a16:creationId xmlns:a16="http://schemas.microsoft.com/office/drawing/2014/main" id="{90C33DC6-112A-D493-1E5E-1E4DBA0455F4}"/>
                  </a:ext>
                </a:extLst>
              </p:cNvPr>
              <p:cNvSpPr/>
              <p:nvPr/>
            </p:nvSpPr>
            <p:spPr>
              <a:xfrm>
                <a:off x="1550296" y="6711575"/>
                <a:ext cx="7530" cy="81701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8" name="Google Shape;16698;p54">
                <a:extLst>
                  <a:ext uri="{FF2B5EF4-FFF2-40B4-BE49-F238E27FC236}">
                    <a16:creationId xmlns:a16="http://schemas.microsoft.com/office/drawing/2014/main" id="{9D36EF6F-B819-C1E9-E3F2-C61BCD94D3C8}"/>
                  </a:ext>
                </a:extLst>
              </p:cNvPr>
              <p:cNvSpPr/>
              <p:nvPr/>
            </p:nvSpPr>
            <p:spPr>
              <a:xfrm>
                <a:off x="1626144" y="6651160"/>
                <a:ext cx="14185" cy="91693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6797" name="Google Shape;16797;p54">
            <a:extLst>
              <a:ext uri="{FF2B5EF4-FFF2-40B4-BE49-F238E27FC236}">
                <a16:creationId xmlns:a16="http://schemas.microsoft.com/office/drawing/2014/main" id="{743D5AEF-E3F2-87BC-A660-D335C432F8F0}"/>
              </a:ext>
            </a:extLst>
          </p:cNvPr>
          <p:cNvGrpSpPr/>
          <p:nvPr/>
        </p:nvGrpSpPr>
        <p:grpSpPr>
          <a:xfrm>
            <a:off x="3595619" y="4080338"/>
            <a:ext cx="333882" cy="483472"/>
            <a:chOff x="3595619" y="4080338"/>
            <a:chExt cx="333882" cy="483472"/>
          </a:xfrm>
        </p:grpSpPr>
        <p:sp>
          <p:nvSpPr>
            <p:cNvPr id="16798" name="Google Shape;16798;p54">
              <a:extLst>
                <a:ext uri="{FF2B5EF4-FFF2-40B4-BE49-F238E27FC236}">
                  <a16:creationId xmlns:a16="http://schemas.microsoft.com/office/drawing/2014/main" id="{E4B81FF3-B032-39E0-E0ED-A6EB74BB8A40}"/>
                </a:ext>
              </a:extLst>
            </p:cNvPr>
            <p:cNvSpPr/>
            <p:nvPr/>
          </p:nvSpPr>
          <p:spPr>
            <a:xfrm>
              <a:off x="3644069" y="4471961"/>
              <a:ext cx="34125" cy="23384"/>
            </a:xfrm>
            <a:custGeom>
              <a:avLst/>
              <a:gdLst/>
              <a:ahLst/>
              <a:cxnLst/>
              <a:rect l="l" t="t" r="r" b="b"/>
              <a:pathLst>
                <a:path w="162" h="111" extrusionOk="0">
                  <a:moveTo>
                    <a:pt x="31" y="0"/>
                  </a:moveTo>
                  <a:cubicBezTo>
                    <a:pt x="31" y="0"/>
                    <a:pt x="1" y="100"/>
                    <a:pt x="41" y="110"/>
                  </a:cubicBezTo>
                  <a:cubicBezTo>
                    <a:pt x="91" y="110"/>
                    <a:pt x="161" y="100"/>
                    <a:pt x="161" y="90"/>
                  </a:cubicBezTo>
                  <a:cubicBezTo>
                    <a:pt x="161" y="70"/>
                    <a:pt x="151" y="40"/>
                    <a:pt x="1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99" name="Google Shape;16799;p54">
              <a:extLst>
                <a:ext uri="{FF2B5EF4-FFF2-40B4-BE49-F238E27FC236}">
                  <a16:creationId xmlns:a16="http://schemas.microsoft.com/office/drawing/2014/main" id="{49C4D86B-72E7-548E-FC83-5793E458D735}"/>
                </a:ext>
              </a:extLst>
            </p:cNvPr>
            <p:cNvSpPr/>
            <p:nvPr/>
          </p:nvSpPr>
          <p:spPr>
            <a:xfrm>
              <a:off x="3652495" y="4476175"/>
              <a:ext cx="25699" cy="19170"/>
            </a:xfrm>
            <a:custGeom>
              <a:avLst/>
              <a:gdLst/>
              <a:ahLst/>
              <a:cxnLst/>
              <a:rect l="l" t="t" r="r" b="b"/>
              <a:pathLst>
                <a:path w="122" h="91" extrusionOk="0">
                  <a:moveTo>
                    <a:pt x="11" y="0"/>
                  </a:moveTo>
                  <a:cubicBezTo>
                    <a:pt x="11" y="0"/>
                    <a:pt x="11" y="10"/>
                    <a:pt x="11" y="10"/>
                  </a:cubicBezTo>
                  <a:cubicBezTo>
                    <a:pt x="11" y="20"/>
                    <a:pt x="11" y="20"/>
                    <a:pt x="1" y="30"/>
                  </a:cubicBezTo>
                  <a:cubicBezTo>
                    <a:pt x="11" y="50"/>
                    <a:pt x="11" y="70"/>
                    <a:pt x="11" y="90"/>
                  </a:cubicBezTo>
                  <a:lnTo>
                    <a:pt x="31" y="90"/>
                  </a:lnTo>
                  <a:cubicBezTo>
                    <a:pt x="71" y="90"/>
                    <a:pt x="121" y="70"/>
                    <a:pt x="121" y="70"/>
                  </a:cubicBezTo>
                  <a:lnTo>
                    <a:pt x="121" y="50"/>
                  </a:lnTo>
                  <a:lnTo>
                    <a:pt x="91" y="50"/>
                  </a:lnTo>
                  <a:cubicBezTo>
                    <a:pt x="81" y="50"/>
                    <a:pt x="71" y="60"/>
                    <a:pt x="61" y="60"/>
                  </a:cubicBezTo>
                  <a:cubicBezTo>
                    <a:pt x="51" y="60"/>
                    <a:pt x="51" y="60"/>
                    <a:pt x="41" y="50"/>
                  </a:cubicBezTo>
                  <a:cubicBezTo>
                    <a:pt x="31" y="40"/>
                    <a:pt x="31" y="2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0" name="Google Shape;16800;p54">
              <a:extLst>
                <a:ext uri="{FF2B5EF4-FFF2-40B4-BE49-F238E27FC236}">
                  <a16:creationId xmlns:a16="http://schemas.microsoft.com/office/drawing/2014/main" id="{96E6ECE5-3D55-EE57-9F70-9E4F369C335A}"/>
                </a:ext>
              </a:extLst>
            </p:cNvPr>
            <p:cNvSpPr/>
            <p:nvPr/>
          </p:nvSpPr>
          <p:spPr>
            <a:xfrm>
              <a:off x="3637749" y="4283839"/>
              <a:ext cx="38338" cy="193388"/>
            </a:xfrm>
            <a:custGeom>
              <a:avLst/>
              <a:gdLst/>
              <a:ahLst/>
              <a:cxnLst/>
              <a:rect l="l" t="t" r="r" b="b"/>
              <a:pathLst>
                <a:path w="182" h="918" extrusionOk="0">
                  <a:moveTo>
                    <a:pt x="91" y="0"/>
                  </a:moveTo>
                  <a:lnTo>
                    <a:pt x="41" y="20"/>
                  </a:lnTo>
                  <a:lnTo>
                    <a:pt x="1" y="231"/>
                  </a:lnTo>
                  <a:lnTo>
                    <a:pt x="41" y="733"/>
                  </a:lnTo>
                  <a:cubicBezTo>
                    <a:pt x="41" y="733"/>
                    <a:pt x="31" y="893"/>
                    <a:pt x="61" y="913"/>
                  </a:cubicBezTo>
                  <a:cubicBezTo>
                    <a:pt x="70" y="916"/>
                    <a:pt x="83" y="917"/>
                    <a:pt x="97" y="917"/>
                  </a:cubicBezTo>
                  <a:cubicBezTo>
                    <a:pt x="131" y="917"/>
                    <a:pt x="171" y="910"/>
                    <a:pt x="171" y="903"/>
                  </a:cubicBezTo>
                  <a:cubicBezTo>
                    <a:pt x="181" y="893"/>
                    <a:pt x="161" y="833"/>
                    <a:pt x="161" y="783"/>
                  </a:cubicBezTo>
                  <a:cubicBezTo>
                    <a:pt x="151" y="743"/>
                    <a:pt x="161" y="723"/>
                    <a:pt x="161" y="652"/>
                  </a:cubicBezTo>
                  <a:cubicBezTo>
                    <a:pt x="151" y="582"/>
                    <a:pt x="141" y="502"/>
                    <a:pt x="141" y="432"/>
                  </a:cubicBezTo>
                  <a:cubicBezTo>
                    <a:pt x="141" y="371"/>
                    <a:pt x="151" y="211"/>
                    <a:pt x="171" y="131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1" name="Google Shape;16801;p54">
              <a:extLst>
                <a:ext uri="{FF2B5EF4-FFF2-40B4-BE49-F238E27FC236}">
                  <a16:creationId xmlns:a16="http://schemas.microsoft.com/office/drawing/2014/main" id="{9CD1705B-605D-E2D3-0711-B272269D7ADA}"/>
                </a:ext>
              </a:extLst>
            </p:cNvPr>
            <p:cNvSpPr/>
            <p:nvPr/>
          </p:nvSpPr>
          <p:spPr>
            <a:xfrm>
              <a:off x="3656708" y="4302799"/>
              <a:ext cx="19380" cy="173586"/>
            </a:xfrm>
            <a:custGeom>
              <a:avLst/>
              <a:gdLst/>
              <a:ahLst/>
              <a:cxnLst/>
              <a:rect l="l" t="t" r="r" b="b"/>
              <a:pathLst>
                <a:path w="92" h="824" extrusionOk="0">
                  <a:moveTo>
                    <a:pt x="41" y="1"/>
                  </a:moveTo>
                  <a:lnTo>
                    <a:pt x="41" y="1"/>
                  </a:lnTo>
                  <a:cubicBezTo>
                    <a:pt x="61" y="131"/>
                    <a:pt x="1" y="271"/>
                    <a:pt x="21" y="442"/>
                  </a:cubicBezTo>
                  <a:cubicBezTo>
                    <a:pt x="31" y="602"/>
                    <a:pt x="11" y="703"/>
                    <a:pt x="41" y="823"/>
                  </a:cubicBezTo>
                  <a:cubicBezTo>
                    <a:pt x="61" y="823"/>
                    <a:pt x="81" y="813"/>
                    <a:pt x="81" y="813"/>
                  </a:cubicBezTo>
                  <a:cubicBezTo>
                    <a:pt x="91" y="803"/>
                    <a:pt x="71" y="743"/>
                    <a:pt x="71" y="693"/>
                  </a:cubicBezTo>
                  <a:cubicBezTo>
                    <a:pt x="61" y="653"/>
                    <a:pt x="71" y="633"/>
                    <a:pt x="71" y="562"/>
                  </a:cubicBezTo>
                  <a:cubicBezTo>
                    <a:pt x="61" y="492"/>
                    <a:pt x="51" y="412"/>
                    <a:pt x="51" y="342"/>
                  </a:cubicBezTo>
                  <a:cubicBezTo>
                    <a:pt x="51" y="281"/>
                    <a:pt x="61" y="121"/>
                    <a:pt x="81" y="41"/>
                  </a:cubicBezTo>
                  <a:lnTo>
                    <a:pt x="71" y="2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2" name="Google Shape;16802;p54">
              <a:extLst>
                <a:ext uri="{FF2B5EF4-FFF2-40B4-BE49-F238E27FC236}">
                  <a16:creationId xmlns:a16="http://schemas.microsoft.com/office/drawing/2014/main" id="{DADC83CB-1B54-0A66-F17B-221B8BCB983A}"/>
                </a:ext>
              </a:extLst>
            </p:cNvPr>
            <p:cNvSpPr/>
            <p:nvPr/>
          </p:nvSpPr>
          <p:spPr>
            <a:xfrm>
              <a:off x="3620897" y="4478281"/>
              <a:ext cx="33915" cy="25490"/>
            </a:xfrm>
            <a:custGeom>
              <a:avLst/>
              <a:gdLst/>
              <a:ahLst/>
              <a:cxnLst/>
              <a:rect l="l" t="t" r="r" b="b"/>
              <a:pathLst>
                <a:path w="161" h="121" extrusionOk="0">
                  <a:moveTo>
                    <a:pt x="21" y="0"/>
                  </a:moveTo>
                  <a:lnTo>
                    <a:pt x="0" y="100"/>
                  </a:lnTo>
                  <a:cubicBezTo>
                    <a:pt x="0" y="110"/>
                    <a:pt x="31" y="121"/>
                    <a:pt x="61" y="121"/>
                  </a:cubicBezTo>
                  <a:cubicBezTo>
                    <a:pt x="101" y="121"/>
                    <a:pt x="151" y="110"/>
                    <a:pt x="161" y="100"/>
                  </a:cubicBezTo>
                  <a:cubicBezTo>
                    <a:pt x="161" y="80"/>
                    <a:pt x="161" y="50"/>
                    <a:pt x="151" y="10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3" name="Google Shape;16803;p54">
              <a:extLst>
                <a:ext uri="{FF2B5EF4-FFF2-40B4-BE49-F238E27FC236}">
                  <a16:creationId xmlns:a16="http://schemas.microsoft.com/office/drawing/2014/main" id="{504C40E0-2B5B-2D24-BAD1-F84A22B1722D}"/>
                </a:ext>
              </a:extLst>
            </p:cNvPr>
            <p:cNvSpPr/>
            <p:nvPr/>
          </p:nvSpPr>
          <p:spPr>
            <a:xfrm>
              <a:off x="3620897" y="4482494"/>
              <a:ext cx="33915" cy="21277"/>
            </a:xfrm>
            <a:custGeom>
              <a:avLst/>
              <a:gdLst/>
              <a:ahLst/>
              <a:cxnLst/>
              <a:rect l="l" t="t" r="r" b="b"/>
              <a:pathLst>
                <a:path w="161" h="101" extrusionOk="0">
                  <a:moveTo>
                    <a:pt x="21" y="0"/>
                  </a:moveTo>
                  <a:lnTo>
                    <a:pt x="0" y="80"/>
                  </a:lnTo>
                  <a:cubicBezTo>
                    <a:pt x="0" y="90"/>
                    <a:pt x="31" y="101"/>
                    <a:pt x="61" y="101"/>
                  </a:cubicBezTo>
                  <a:lnTo>
                    <a:pt x="71" y="101"/>
                  </a:lnTo>
                  <a:cubicBezTo>
                    <a:pt x="101" y="101"/>
                    <a:pt x="151" y="90"/>
                    <a:pt x="161" y="80"/>
                  </a:cubicBezTo>
                  <a:lnTo>
                    <a:pt x="161" y="70"/>
                  </a:lnTo>
                  <a:cubicBezTo>
                    <a:pt x="151" y="80"/>
                    <a:pt x="141" y="80"/>
                    <a:pt x="131" y="80"/>
                  </a:cubicBezTo>
                  <a:lnTo>
                    <a:pt x="121" y="80"/>
                  </a:lnTo>
                  <a:cubicBezTo>
                    <a:pt x="111" y="70"/>
                    <a:pt x="101" y="70"/>
                    <a:pt x="101" y="70"/>
                  </a:cubicBezTo>
                  <a:lnTo>
                    <a:pt x="91" y="70"/>
                  </a:lnTo>
                  <a:lnTo>
                    <a:pt x="71" y="80"/>
                  </a:lnTo>
                  <a:lnTo>
                    <a:pt x="61" y="40"/>
                  </a:lnTo>
                  <a:cubicBezTo>
                    <a:pt x="61" y="30"/>
                    <a:pt x="61" y="10"/>
                    <a:pt x="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4" name="Google Shape;16804;p54">
              <a:extLst>
                <a:ext uri="{FF2B5EF4-FFF2-40B4-BE49-F238E27FC236}">
                  <a16:creationId xmlns:a16="http://schemas.microsoft.com/office/drawing/2014/main" id="{985BD7E7-7C1E-D8C5-E071-45639A73E3FD}"/>
                </a:ext>
              </a:extLst>
            </p:cNvPr>
            <p:cNvSpPr/>
            <p:nvPr/>
          </p:nvSpPr>
          <p:spPr>
            <a:xfrm>
              <a:off x="3809009" y="4537478"/>
              <a:ext cx="38128" cy="26333"/>
            </a:xfrm>
            <a:custGeom>
              <a:avLst/>
              <a:gdLst/>
              <a:ahLst/>
              <a:cxnLst/>
              <a:rect l="l" t="t" r="r" b="b"/>
              <a:pathLst>
                <a:path w="181" h="125" extrusionOk="0">
                  <a:moveTo>
                    <a:pt x="141" y="0"/>
                  </a:moveTo>
                  <a:lnTo>
                    <a:pt x="10" y="20"/>
                  </a:lnTo>
                  <a:lnTo>
                    <a:pt x="0" y="120"/>
                  </a:lnTo>
                  <a:cubicBezTo>
                    <a:pt x="7" y="120"/>
                    <a:pt x="22" y="125"/>
                    <a:pt x="47" y="125"/>
                  </a:cubicBezTo>
                  <a:cubicBezTo>
                    <a:pt x="59" y="125"/>
                    <a:pt x="74" y="124"/>
                    <a:pt x="90" y="120"/>
                  </a:cubicBezTo>
                  <a:cubicBezTo>
                    <a:pt x="141" y="120"/>
                    <a:pt x="171" y="110"/>
                    <a:pt x="181" y="100"/>
                  </a:cubicBezTo>
                  <a:cubicBezTo>
                    <a:pt x="181" y="90"/>
                    <a:pt x="161" y="40"/>
                    <a:pt x="1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5" name="Google Shape;16805;p54">
              <a:extLst>
                <a:ext uri="{FF2B5EF4-FFF2-40B4-BE49-F238E27FC236}">
                  <a16:creationId xmlns:a16="http://schemas.microsoft.com/office/drawing/2014/main" id="{87341FCD-3B86-692E-C7CA-40FA0C4CA950}"/>
                </a:ext>
              </a:extLst>
            </p:cNvPr>
            <p:cNvSpPr/>
            <p:nvPr/>
          </p:nvSpPr>
          <p:spPr>
            <a:xfrm>
              <a:off x="3809009" y="4545904"/>
              <a:ext cx="2317" cy="17064"/>
            </a:xfrm>
            <a:custGeom>
              <a:avLst/>
              <a:gdLst/>
              <a:ahLst/>
              <a:cxnLst/>
              <a:rect l="l" t="t" r="r" b="b"/>
              <a:pathLst>
                <a:path w="11" h="81" extrusionOk="0"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lnTo>
                    <a:pt x="10" y="80"/>
                  </a:lnTo>
                  <a:lnTo>
                    <a:pt x="10" y="80"/>
                  </a:ln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0" y="80"/>
                    <a:pt x="0" y="80"/>
                    <a:pt x="0" y="80"/>
                  </a:cubicBezTo>
                  <a:lnTo>
                    <a:pt x="0" y="80"/>
                  </a:lnTo>
                  <a:cubicBezTo>
                    <a:pt x="0" y="80"/>
                    <a:pt x="0" y="80"/>
                    <a:pt x="10" y="80"/>
                  </a:cubicBezTo>
                  <a:close/>
                  <a:moveTo>
                    <a:pt x="0" y="80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B6CD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6" name="Google Shape;16806;p54">
              <a:extLst>
                <a:ext uri="{FF2B5EF4-FFF2-40B4-BE49-F238E27FC236}">
                  <a16:creationId xmlns:a16="http://schemas.microsoft.com/office/drawing/2014/main" id="{F2EF6EAF-78EB-90ED-24E9-BC4495F95922}"/>
                </a:ext>
              </a:extLst>
            </p:cNvPr>
            <p:cNvSpPr/>
            <p:nvPr/>
          </p:nvSpPr>
          <p:spPr>
            <a:xfrm>
              <a:off x="3809009" y="4543798"/>
              <a:ext cx="38128" cy="19170"/>
            </a:xfrm>
            <a:custGeom>
              <a:avLst/>
              <a:gdLst/>
              <a:ahLst/>
              <a:cxnLst/>
              <a:rect l="l" t="t" r="r" b="b"/>
              <a:pathLst>
                <a:path w="181" h="91" extrusionOk="0">
                  <a:moveTo>
                    <a:pt x="50" y="0"/>
                  </a:moveTo>
                  <a:cubicBezTo>
                    <a:pt x="30" y="0"/>
                    <a:pt x="20" y="10"/>
                    <a:pt x="10" y="10"/>
                  </a:cubicBezTo>
                  <a:lnTo>
                    <a:pt x="0" y="90"/>
                  </a:lnTo>
                  <a:lnTo>
                    <a:pt x="90" y="90"/>
                  </a:lnTo>
                  <a:cubicBezTo>
                    <a:pt x="131" y="90"/>
                    <a:pt x="161" y="80"/>
                    <a:pt x="171" y="70"/>
                  </a:cubicBezTo>
                  <a:lnTo>
                    <a:pt x="181" y="70"/>
                  </a:lnTo>
                  <a:lnTo>
                    <a:pt x="171" y="50"/>
                  </a:lnTo>
                  <a:cubicBezTo>
                    <a:pt x="151" y="50"/>
                    <a:pt x="121" y="70"/>
                    <a:pt x="111" y="70"/>
                  </a:cubicBezTo>
                  <a:lnTo>
                    <a:pt x="90" y="70"/>
                  </a:lnTo>
                  <a:cubicBezTo>
                    <a:pt x="70" y="70"/>
                    <a:pt x="50" y="70"/>
                    <a:pt x="50" y="60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7" name="Google Shape;16807;p54">
              <a:extLst>
                <a:ext uri="{FF2B5EF4-FFF2-40B4-BE49-F238E27FC236}">
                  <a16:creationId xmlns:a16="http://schemas.microsoft.com/office/drawing/2014/main" id="{AD9A144F-469B-AD93-AD72-530B856E1B29}"/>
                </a:ext>
              </a:extLst>
            </p:cNvPr>
            <p:cNvSpPr/>
            <p:nvPr/>
          </p:nvSpPr>
          <p:spPr>
            <a:xfrm>
              <a:off x="3728751" y="4535160"/>
              <a:ext cx="40234" cy="27807"/>
            </a:xfrm>
            <a:custGeom>
              <a:avLst/>
              <a:gdLst/>
              <a:ahLst/>
              <a:cxnLst/>
              <a:rect l="l" t="t" r="r" b="b"/>
              <a:pathLst>
                <a:path w="191" h="132" extrusionOk="0">
                  <a:moveTo>
                    <a:pt x="30" y="1"/>
                  </a:moveTo>
                  <a:lnTo>
                    <a:pt x="0" y="111"/>
                  </a:lnTo>
                  <a:cubicBezTo>
                    <a:pt x="10" y="111"/>
                    <a:pt x="30" y="131"/>
                    <a:pt x="70" y="131"/>
                  </a:cubicBezTo>
                  <a:cubicBezTo>
                    <a:pt x="120" y="131"/>
                    <a:pt x="161" y="131"/>
                    <a:pt x="181" y="121"/>
                  </a:cubicBezTo>
                  <a:cubicBezTo>
                    <a:pt x="191" y="111"/>
                    <a:pt x="181" y="81"/>
                    <a:pt x="181" y="41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8" name="Google Shape;16808;p54">
              <a:extLst>
                <a:ext uri="{FF2B5EF4-FFF2-40B4-BE49-F238E27FC236}">
                  <a16:creationId xmlns:a16="http://schemas.microsoft.com/office/drawing/2014/main" id="{1E69B1E3-0DB5-613B-6410-A0D4DE3FE616}"/>
                </a:ext>
              </a:extLst>
            </p:cNvPr>
            <p:cNvSpPr/>
            <p:nvPr/>
          </p:nvSpPr>
          <p:spPr>
            <a:xfrm>
              <a:off x="3728751" y="4541691"/>
              <a:ext cx="4424" cy="17064"/>
            </a:xfrm>
            <a:custGeom>
              <a:avLst/>
              <a:gdLst/>
              <a:ahLst/>
              <a:cxnLst/>
              <a:rect l="l" t="t" r="r" b="b"/>
              <a:pathLst>
                <a:path w="21" h="81" extrusionOk="0">
                  <a:moveTo>
                    <a:pt x="20" y="0"/>
                  </a:moveTo>
                  <a:cubicBezTo>
                    <a:pt x="10" y="30"/>
                    <a:pt x="0" y="70"/>
                    <a:pt x="0" y="8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B6CD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9" name="Google Shape;16809;p54">
              <a:extLst>
                <a:ext uri="{FF2B5EF4-FFF2-40B4-BE49-F238E27FC236}">
                  <a16:creationId xmlns:a16="http://schemas.microsoft.com/office/drawing/2014/main" id="{15A0553F-FBAC-3DD6-E000-1F925545356C}"/>
                </a:ext>
              </a:extLst>
            </p:cNvPr>
            <p:cNvSpPr/>
            <p:nvPr/>
          </p:nvSpPr>
          <p:spPr>
            <a:xfrm>
              <a:off x="3728751" y="4541691"/>
              <a:ext cx="38128" cy="21277"/>
            </a:xfrm>
            <a:custGeom>
              <a:avLst/>
              <a:gdLst/>
              <a:ahLst/>
              <a:cxnLst/>
              <a:rect l="l" t="t" r="r" b="b"/>
              <a:pathLst>
                <a:path w="181" h="101" extrusionOk="0">
                  <a:moveTo>
                    <a:pt x="20" y="0"/>
                  </a:moveTo>
                  <a:lnTo>
                    <a:pt x="0" y="80"/>
                  </a:lnTo>
                  <a:cubicBezTo>
                    <a:pt x="10" y="80"/>
                    <a:pt x="30" y="100"/>
                    <a:pt x="70" y="100"/>
                  </a:cubicBezTo>
                  <a:lnTo>
                    <a:pt x="100" y="100"/>
                  </a:lnTo>
                  <a:cubicBezTo>
                    <a:pt x="140" y="100"/>
                    <a:pt x="171" y="100"/>
                    <a:pt x="181" y="90"/>
                  </a:cubicBezTo>
                  <a:lnTo>
                    <a:pt x="181" y="70"/>
                  </a:lnTo>
                  <a:cubicBezTo>
                    <a:pt x="161" y="80"/>
                    <a:pt x="120" y="80"/>
                    <a:pt x="100" y="80"/>
                  </a:cubicBezTo>
                  <a:lnTo>
                    <a:pt x="80" y="80"/>
                  </a:lnTo>
                  <a:cubicBezTo>
                    <a:pt x="60" y="70"/>
                    <a:pt x="40" y="60"/>
                    <a:pt x="40" y="40"/>
                  </a:cubicBezTo>
                  <a:lnTo>
                    <a:pt x="50" y="10"/>
                  </a:lnTo>
                  <a:cubicBezTo>
                    <a:pt x="30" y="10"/>
                    <a:pt x="30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0" name="Google Shape;16810;p54">
              <a:extLst>
                <a:ext uri="{FF2B5EF4-FFF2-40B4-BE49-F238E27FC236}">
                  <a16:creationId xmlns:a16="http://schemas.microsoft.com/office/drawing/2014/main" id="{226712CC-DB7D-DA42-3D56-4501CAA855AD}"/>
                </a:ext>
              </a:extLst>
            </p:cNvPr>
            <p:cNvSpPr/>
            <p:nvPr/>
          </p:nvSpPr>
          <p:spPr>
            <a:xfrm>
              <a:off x="3595619" y="4080759"/>
              <a:ext cx="257836" cy="465353"/>
            </a:xfrm>
            <a:custGeom>
              <a:avLst/>
              <a:gdLst/>
              <a:ahLst/>
              <a:cxnLst/>
              <a:rect l="l" t="t" r="r" b="b"/>
              <a:pathLst>
                <a:path w="1224" h="2209" extrusionOk="0">
                  <a:moveTo>
                    <a:pt x="331" y="1"/>
                  </a:moveTo>
                  <a:cubicBezTo>
                    <a:pt x="311" y="1"/>
                    <a:pt x="292" y="4"/>
                    <a:pt x="271" y="11"/>
                  </a:cubicBezTo>
                  <a:cubicBezTo>
                    <a:pt x="181" y="52"/>
                    <a:pt x="120" y="72"/>
                    <a:pt x="80" y="142"/>
                  </a:cubicBezTo>
                  <a:cubicBezTo>
                    <a:pt x="30" y="222"/>
                    <a:pt x="0" y="373"/>
                    <a:pt x="40" y="523"/>
                  </a:cubicBezTo>
                  <a:cubicBezTo>
                    <a:pt x="80" y="673"/>
                    <a:pt x="70" y="694"/>
                    <a:pt x="100" y="824"/>
                  </a:cubicBezTo>
                  <a:cubicBezTo>
                    <a:pt x="120" y="954"/>
                    <a:pt x="171" y="1155"/>
                    <a:pt x="161" y="1225"/>
                  </a:cubicBezTo>
                  <a:cubicBezTo>
                    <a:pt x="151" y="1295"/>
                    <a:pt x="151" y="1335"/>
                    <a:pt x="161" y="1406"/>
                  </a:cubicBezTo>
                  <a:cubicBezTo>
                    <a:pt x="171" y="1486"/>
                    <a:pt x="171" y="1586"/>
                    <a:pt x="161" y="1656"/>
                  </a:cubicBezTo>
                  <a:cubicBezTo>
                    <a:pt x="141" y="1727"/>
                    <a:pt x="151" y="1777"/>
                    <a:pt x="151" y="1807"/>
                  </a:cubicBezTo>
                  <a:cubicBezTo>
                    <a:pt x="151" y="1837"/>
                    <a:pt x="130" y="1887"/>
                    <a:pt x="141" y="1897"/>
                  </a:cubicBezTo>
                  <a:cubicBezTo>
                    <a:pt x="141" y="1907"/>
                    <a:pt x="151" y="1907"/>
                    <a:pt x="191" y="1907"/>
                  </a:cubicBezTo>
                  <a:lnTo>
                    <a:pt x="231" y="1907"/>
                  </a:lnTo>
                  <a:cubicBezTo>
                    <a:pt x="241" y="1909"/>
                    <a:pt x="248" y="1910"/>
                    <a:pt x="255" y="1910"/>
                  </a:cubicBezTo>
                  <a:cubicBezTo>
                    <a:pt x="288" y="1910"/>
                    <a:pt x="279" y="1887"/>
                    <a:pt x="271" y="1837"/>
                  </a:cubicBezTo>
                  <a:cubicBezTo>
                    <a:pt x="271" y="1787"/>
                    <a:pt x="291" y="1737"/>
                    <a:pt x="281" y="1687"/>
                  </a:cubicBezTo>
                  <a:cubicBezTo>
                    <a:pt x="271" y="1636"/>
                    <a:pt x="261" y="1476"/>
                    <a:pt x="271" y="1396"/>
                  </a:cubicBezTo>
                  <a:cubicBezTo>
                    <a:pt x="281" y="1325"/>
                    <a:pt x="271" y="1315"/>
                    <a:pt x="271" y="1245"/>
                  </a:cubicBezTo>
                  <a:cubicBezTo>
                    <a:pt x="271" y="1175"/>
                    <a:pt x="281" y="1035"/>
                    <a:pt x="281" y="1035"/>
                  </a:cubicBezTo>
                  <a:cubicBezTo>
                    <a:pt x="411" y="1145"/>
                    <a:pt x="612" y="1145"/>
                    <a:pt x="622" y="1155"/>
                  </a:cubicBezTo>
                  <a:cubicBezTo>
                    <a:pt x="642" y="1165"/>
                    <a:pt x="652" y="1235"/>
                    <a:pt x="662" y="1295"/>
                  </a:cubicBezTo>
                  <a:cubicBezTo>
                    <a:pt x="672" y="1345"/>
                    <a:pt x="722" y="1556"/>
                    <a:pt x="712" y="1636"/>
                  </a:cubicBezTo>
                  <a:cubicBezTo>
                    <a:pt x="692" y="1707"/>
                    <a:pt x="712" y="1747"/>
                    <a:pt x="712" y="1827"/>
                  </a:cubicBezTo>
                  <a:cubicBezTo>
                    <a:pt x="712" y="1897"/>
                    <a:pt x="692" y="2038"/>
                    <a:pt x="672" y="2098"/>
                  </a:cubicBezTo>
                  <a:cubicBezTo>
                    <a:pt x="652" y="2168"/>
                    <a:pt x="642" y="2168"/>
                    <a:pt x="652" y="2188"/>
                  </a:cubicBezTo>
                  <a:cubicBezTo>
                    <a:pt x="662" y="2198"/>
                    <a:pt x="772" y="2208"/>
                    <a:pt x="793" y="2208"/>
                  </a:cubicBezTo>
                  <a:cubicBezTo>
                    <a:pt x="823" y="2208"/>
                    <a:pt x="813" y="2198"/>
                    <a:pt x="813" y="2148"/>
                  </a:cubicBezTo>
                  <a:cubicBezTo>
                    <a:pt x="803" y="2098"/>
                    <a:pt x="823" y="2038"/>
                    <a:pt x="813" y="1967"/>
                  </a:cubicBezTo>
                  <a:cubicBezTo>
                    <a:pt x="803" y="1887"/>
                    <a:pt x="833" y="1757"/>
                    <a:pt x="843" y="1697"/>
                  </a:cubicBezTo>
                  <a:cubicBezTo>
                    <a:pt x="853" y="1626"/>
                    <a:pt x="823" y="1596"/>
                    <a:pt x="823" y="1486"/>
                  </a:cubicBezTo>
                  <a:cubicBezTo>
                    <a:pt x="833" y="1376"/>
                    <a:pt x="843" y="1275"/>
                    <a:pt x="843" y="1275"/>
                  </a:cubicBezTo>
                  <a:cubicBezTo>
                    <a:pt x="883" y="1302"/>
                    <a:pt x="923" y="1306"/>
                    <a:pt x="945" y="1306"/>
                  </a:cubicBezTo>
                  <a:cubicBezTo>
                    <a:pt x="956" y="1306"/>
                    <a:pt x="963" y="1305"/>
                    <a:pt x="963" y="1305"/>
                  </a:cubicBezTo>
                  <a:cubicBezTo>
                    <a:pt x="963" y="1305"/>
                    <a:pt x="973" y="1426"/>
                    <a:pt x="963" y="1546"/>
                  </a:cubicBezTo>
                  <a:cubicBezTo>
                    <a:pt x="963" y="1656"/>
                    <a:pt x="963" y="1687"/>
                    <a:pt x="983" y="1767"/>
                  </a:cubicBezTo>
                  <a:cubicBezTo>
                    <a:pt x="993" y="1847"/>
                    <a:pt x="993" y="2058"/>
                    <a:pt x="1003" y="2098"/>
                  </a:cubicBezTo>
                  <a:cubicBezTo>
                    <a:pt x="1013" y="2128"/>
                    <a:pt x="1003" y="2198"/>
                    <a:pt x="1013" y="2198"/>
                  </a:cubicBezTo>
                  <a:lnTo>
                    <a:pt x="1164" y="2178"/>
                  </a:lnTo>
                  <a:cubicBezTo>
                    <a:pt x="1164" y="2168"/>
                    <a:pt x="1134" y="2138"/>
                    <a:pt x="1134" y="2108"/>
                  </a:cubicBezTo>
                  <a:cubicBezTo>
                    <a:pt x="1134" y="2068"/>
                    <a:pt x="1113" y="1937"/>
                    <a:pt x="1093" y="1837"/>
                  </a:cubicBezTo>
                  <a:cubicBezTo>
                    <a:pt x="1073" y="1747"/>
                    <a:pt x="1103" y="1727"/>
                    <a:pt x="1113" y="1666"/>
                  </a:cubicBezTo>
                  <a:cubicBezTo>
                    <a:pt x="1113" y="1596"/>
                    <a:pt x="1113" y="1416"/>
                    <a:pt x="1144" y="1295"/>
                  </a:cubicBezTo>
                  <a:cubicBezTo>
                    <a:pt x="1164" y="1175"/>
                    <a:pt x="1144" y="1125"/>
                    <a:pt x="1174" y="1045"/>
                  </a:cubicBezTo>
                  <a:cubicBezTo>
                    <a:pt x="1214" y="964"/>
                    <a:pt x="1224" y="874"/>
                    <a:pt x="1204" y="724"/>
                  </a:cubicBezTo>
                  <a:cubicBezTo>
                    <a:pt x="1204" y="724"/>
                    <a:pt x="1124" y="262"/>
                    <a:pt x="1033" y="252"/>
                  </a:cubicBezTo>
                  <a:cubicBezTo>
                    <a:pt x="933" y="242"/>
                    <a:pt x="823" y="212"/>
                    <a:pt x="692" y="152"/>
                  </a:cubicBezTo>
                  <a:cubicBezTo>
                    <a:pt x="562" y="92"/>
                    <a:pt x="612" y="62"/>
                    <a:pt x="522" y="42"/>
                  </a:cubicBezTo>
                  <a:cubicBezTo>
                    <a:pt x="447" y="27"/>
                    <a:pt x="389" y="1"/>
                    <a:pt x="331" y="1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2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1" name="Google Shape;16811;p54">
              <a:extLst>
                <a:ext uri="{FF2B5EF4-FFF2-40B4-BE49-F238E27FC236}">
                  <a16:creationId xmlns:a16="http://schemas.microsoft.com/office/drawing/2014/main" id="{DAE70477-1D38-3A91-C764-276CCD948F79}"/>
                </a:ext>
              </a:extLst>
            </p:cNvPr>
            <p:cNvSpPr/>
            <p:nvPr/>
          </p:nvSpPr>
          <p:spPr>
            <a:xfrm>
              <a:off x="3811116" y="4229066"/>
              <a:ext cx="40234" cy="60460"/>
            </a:xfrm>
            <a:custGeom>
              <a:avLst/>
              <a:gdLst/>
              <a:ahLst/>
              <a:cxnLst/>
              <a:rect l="l" t="t" r="r" b="b"/>
              <a:pathLst>
                <a:path w="191" h="287" extrusionOk="0">
                  <a:moveTo>
                    <a:pt x="66" y="1"/>
                  </a:moveTo>
                  <a:cubicBezTo>
                    <a:pt x="42" y="1"/>
                    <a:pt x="25" y="6"/>
                    <a:pt x="20" y="20"/>
                  </a:cubicBezTo>
                  <a:cubicBezTo>
                    <a:pt x="0" y="140"/>
                    <a:pt x="60" y="170"/>
                    <a:pt x="90" y="250"/>
                  </a:cubicBezTo>
                  <a:cubicBezTo>
                    <a:pt x="97" y="275"/>
                    <a:pt x="107" y="287"/>
                    <a:pt x="119" y="287"/>
                  </a:cubicBezTo>
                  <a:cubicBezTo>
                    <a:pt x="144" y="287"/>
                    <a:pt x="177" y="233"/>
                    <a:pt x="191" y="150"/>
                  </a:cubicBezTo>
                  <a:cubicBezTo>
                    <a:pt x="191" y="120"/>
                    <a:pt x="191" y="70"/>
                    <a:pt x="181" y="20"/>
                  </a:cubicBezTo>
                  <a:cubicBezTo>
                    <a:pt x="137" y="9"/>
                    <a:pt x="96" y="1"/>
                    <a:pt x="66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2" name="Google Shape;16812;p54">
              <a:extLst>
                <a:ext uri="{FF2B5EF4-FFF2-40B4-BE49-F238E27FC236}">
                  <a16:creationId xmlns:a16="http://schemas.microsoft.com/office/drawing/2014/main" id="{401E79D8-1C1D-E886-8039-97E013EC9576}"/>
                </a:ext>
              </a:extLst>
            </p:cNvPr>
            <p:cNvSpPr/>
            <p:nvPr/>
          </p:nvSpPr>
          <p:spPr>
            <a:xfrm>
              <a:off x="3610365" y="4080338"/>
              <a:ext cx="207280" cy="222038"/>
            </a:xfrm>
            <a:custGeom>
              <a:avLst/>
              <a:gdLst/>
              <a:ahLst/>
              <a:cxnLst/>
              <a:rect l="l" t="t" r="r" b="b"/>
              <a:pathLst>
                <a:path w="984" h="1054" extrusionOk="0">
                  <a:moveTo>
                    <a:pt x="258" y="1"/>
                  </a:moveTo>
                  <a:cubicBezTo>
                    <a:pt x="238" y="1"/>
                    <a:pt x="219" y="4"/>
                    <a:pt x="201" y="13"/>
                  </a:cubicBezTo>
                  <a:cubicBezTo>
                    <a:pt x="111" y="54"/>
                    <a:pt x="50" y="74"/>
                    <a:pt x="10" y="144"/>
                  </a:cubicBezTo>
                  <a:lnTo>
                    <a:pt x="0" y="164"/>
                  </a:lnTo>
                  <a:lnTo>
                    <a:pt x="10" y="174"/>
                  </a:lnTo>
                  <a:cubicBezTo>
                    <a:pt x="40" y="204"/>
                    <a:pt x="101" y="204"/>
                    <a:pt x="131" y="234"/>
                  </a:cubicBezTo>
                  <a:cubicBezTo>
                    <a:pt x="141" y="254"/>
                    <a:pt x="141" y="284"/>
                    <a:pt x="141" y="314"/>
                  </a:cubicBezTo>
                  <a:cubicBezTo>
                    <a:pt x="141" y="344"/>
                    <a:pt x="131" y="365"/>
                    <a:pt x="121" y="395"/>
                  </a:cubicBezTo>
                  <a:cubicBezTo>
                    <a:pt x="121" y="485"/>
                    <a:pt x="341" y="545"/>
                    <a:pt x="341" y="635"/>
                  </a:cubicBezTo>
                  <a:cubicBezTo>
                    <a:pt x="351" y="696"/>
                    <a:pt x="321" y="746"/>
                    <a:pt x="331" y="806"/>
                  </a:cubicBezTo>
                  <a:cubicBezTo>
                    <a:pt x="341" y="886"/>
                    <a:pt x="251" y="946"/>
                    <a:pt x="311" y="986"/>
                  </a:cubicBezTo>
                  <a:cubicBezTo>
                    <a:pt x="336" y="995"/>
                    <a:pt x="353" y="1009"/>
                    <a:pt x="375" y="1009"/>
                  </a:cubicBezTo>
                  <a:cubicBezTo>
                    <a:pt x="380" y="1009"/>
                    <a:pt x="386" y="1008"/>
                    <a:pt x="391" y="1006"/>
                  </a:cubicBezTo>
                  <a:cubicBezTo>
                    <a:pt x="432" y="996"/>
                    <a:pt x="442" y="956"/>
                    <a:pt x="482" y="946"/>
                  </a:cubicBezTo>
                  <a:cubicBezTo>
                    <a:pt x="485" y="944"/>
                    <a:pt x="488" y="943"/>
                    <a:pt x="492" y="943"/>
                  </a:cubicBezTo>
                  <a:cubicBezTo>
                    <a:pt x="524" y="943"/>
                    <a:pt x="576" y="1018"/>
                    <a:pt x="612" y="1037"/>
                  </a:cubicBezTo>
                  <a:cubicBezTo>
                    <a:pt x="636" y="1048"/>
                    <a:pt x="659" y="1053"/>
                    <a:pt x="683" y="1053"/>
                  </a:cubicBezTo>
                  <a:cubicBezTo>
                    <a:pt x="699" y="1053"/>
                    <a:pt x="716" y="1051"/>
                    <a:pt x="733" y="1047"/>
                  </a:cubicBezTo>
                  <a:lnTo>
                    <a:pt x="803" y="1047"/>
                  </a:lnTo>
                  <a:cubicBezTo>
                    <a:pt x="833" y="1047"/>
                    <a:pt x="863" y="1047"/>
                    <a:pt x="883" y="1037"/>
                  </a:cubicBezTo>
                  <a:cubicBezTo>
                    <a:pt x="913" y="1016"/>
                    <a:pt x="923" y="996"/>
                    <a:pt x="943" y="966"/>
                  </a:cubicBezTo>
                  <a:cubicBezTo>
                    <a:pt x="963" y="936"/>
                    <a:pt x="983" y="896"/>
                    <a:pt x="973" y="856"/>
                  </a:cubicBezTo>
                  <a:cubicBezTo>
                    <a:pt x="973" y="826"/>
                    <a:pt x="953" y="806"/>
                    <a:pt x="943" y="776"/>
                  </a:cubicBezTo>
                  <a:cubicBezTo>
                    <a:pt x="903" y="726"/>
                    <a:pt x="773" y="756"/>
                    <a:pt x="733" y="696"/>
                  </a:cubicBezTo>
                  <a:cubicBezTo>
                    <a:pt x="702" y="645"/>
                    <a:pt x="863" y="575"/>
                    <a:pt x="763" y="505"/>
                  </a:cubicBezTo>
                  <a:cubicBezTo>
                    <a:pt x="712" y="475"/>
                    <a:pt x="602" y="415"/>
                    <a:pt x="552" y="385"/>
                  </a:cubicBezTo>
                  <a:lnTo>
                    <a:pt x="532" y="365"/>
                  </a:lnTo>
                  <a:cubicBezTo>
                    <a:pt x="522" y="354"/>
                    <a:pt x="532" y="324"/>
                    <a:pt x="552" y="314"/>
                  </a:cubicBezTo>
                  <a:cubicBezTo>
                    <a:pt x="572" y="304"/>
                    <a:pt x="592" y="294"/>
                    <a:pt x="602" y="284"/>
                  </a:cubicBezTo>
                  <a:cubicBezTo>
                    <a:pt x="612" y="264"/>
                    <a:pt x="612" y="234"/>
                    <a:pt x="602" y="214"/>
                  </a:cubicBezTo>
                  <a:cubicBezTo>
                    <a:pt x="592" y="184"/>
                    <a:pt x="572" y="174"/>
                    <a:pt x="552" y="154"/>
                  </a:cubicBezTo>
                  <a:cubicBezTo>
                    <a:pt x="502" y="114"/>
                    <a:pt x="452" y="74"/>
                    <a:pt x="402" y="34"/>
                  </a:cubicBezTo>
                  <a:cubicBezTo>
                    <a:pt x="353" y="20"/>
                    <a:pt x="304" y="1"/>
                    <a:pt x="258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3" name="Google Shape;16813;p54">
              <a:extLst>
                <a:ext uri="{FF2B5EF4-FFF2-40B4-BE49-F238E27FC236}">
                  <a16:creationId xmlns:a16="http://schemas.microsoft.com/office/drawing/2014/main" id="{755407FC-5902-D99E-D401-9EFCDCD45325}"/>
                </a:ext>
              </a:extLst>
            </p:cNvPr>
            <p:cNvSpPr/>
            <p:nvPr/>
          </p:nvSpPr>
          <p:spPr>
            <a:xfrm>
              <a:off x="3838500" y="4237282"/>
              <a:ext cx="4424" cy="4424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" y="21"/>
                  </a:moveTo>
                  <a:lnTo>
                    <a:pt x="21" y="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8F2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4" name="Google Shape;16814;p54">
              <a:extLst>
                <a:ext uri="{FF2B5EF4-FFF2-40B4-BE49-F238E27FC236}">
                  <a16:creationId xmlns:a16="http://schemas.microsoft.com/office/drawing/2014/main" id="{68E24B0C-ECAC-0A1C-392E-F81F8C53D28F}"/>
                </a:ext>
              </a:extLst>
            </p:cNvPr>
            <p:cNvSpPr/>
            <p:nvPr/>
          </p:nvSpPr>
          <p:spPr>
            <a:xfrm>
              <a:off x="3677984" y="4083077"/>
              <a:ext cx="173365" cy="154416"/>
            </a:xfrm>
            <a:custGeom>
              <a:avLst/>
              <a:gdLst/>
              <a:ahLst/>
              <a:cxnLst/>
              <a:rect l="l" t="t" r="r" b="b"/>
              <a:pathLst>
                <a:path w="823" h="733" extrusionOk="0">
                  <a:moveTo>
                    <a:pt x="0" y="0"/>
                  </a:moveTo>
                  <a:cubicBezTo>
                    <a:pt x="60" y="10"/>
                    <a:pt x="101" y="61"/>
                    <a:pt x="191" y="121"/>
                  </a:cubicBezTo>
                  <a:cubicBezTo>
                    <a:pt x="281" y="181"/>
                    <a:pt x="502" y="281"/>
                    <a:pt x="582" y="291"/>
                  </a:cubicBezTo>
                  <a:cubicBezTo>
                    <a:pt x="662" y="311"/>
                    <a:pt x="823" y="652"/>
                    <a:pt x="783" y="733"/>
                  </a:cubicBezTo>
                  <a:lnTo>
                    <a:pt x="813" y="713"/>
                  </a:lnTo>
                  <a:cubicBezTo>
                    <a:pt x="813" y="683"/>
                    <a:pt x="753" y="392"/>
                    <a:pt x="682" y="281"/>
                  </a:cubicBezTo>
                  <a:lnTo>
                    <a:pt x="622" y="241"/>
                  </a:lnTo>
                  <a:cubicBezTo>
                    <a:pt x="532" y="231"/>
                    <a:pt x="422" y="201"/>
                    <a:pt x="301" y="141"/>
                  </a:cubicBezTo>
                  <a:lnTo>
                    <a:pt x="281" y="131"/>
                  </a:lnTo>
                  <a:lnTo>
                    <a:pt x="271" y="131"/>
                  </a:lnTo>
                  <a:cubicBezTo>
                    <a:pt x="231" y="101"/>
                    <a:pt x="151" y="61"/>
                    <a:pt x="91" y="21"/>
                  </a:cubicBezTo>
                  <a:cubicBezTo>
                    <a:pt x="60" y="10"/>
                    <a:pt x="30" y="0"/>
                    <a:pt x="0" y="0"/>
                  </a:cubicBezTo>
                  <a:close/>
                </a:path>
              </a:pathLst>
            </a:custGeom>
            <a:solidFill>
              <a:srgbClr val="401E15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5" name="Google Shape;16815;p54">
              <a:extLst>
                <a:ext uri="{FF2B5EF4-FFF2-40B4-BE49-F238E27FC236}">
                  <a16:creationId xmlns:a16="http://schemas.microsoft.com/office/drawing/2014/main" id="{A1D8616D-B104-5836-948A-8F9CFE190ED6}"/>
                </a:ext>
              </a:extLst>
            </p:cNvPr>
            <p:cNvSpPr/>
            <p:nvPr/>
          </p:nvSpPr>
          <p:spPr>
            <a:xfrm>
              <a:off x="3809009" y="4543798"/>
              <a:ext cx="2317" cy="2317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cubicBezTo>
                    <a:pt x="0" y="10"/>
                    <a:pt x="0" y="10"/>
                    <a:pt x="10" y="1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B4CB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6" name="Google Shape;16816;p54">
              <a:extLst>
                <a:ext uri="{FF2B5EF4-FFF2-40B4-BE49-F238E27FC236}">
                  <a16:creationId xmlns:a16="http://schemas.microsoft.com/office/drawing/2014/main" id="{33CBC996-AE6F-B3EF-CDF2-E756007BB0C8}"/>
                </a:ext>
              </a:extLst>
            </p:cNvPr>
            <p:cNvSpPr/>
            <p:nvPr/>
          </p:nvSpPr>
          <p:spPr>
            <a:xfrm>
              <a:off x="3819542" y="4541691"/>
              <a:ext cx="4424" cy="2317"/>
            </a:xfrm>
            <a:custGeom>
              <a:avLst/>
              <a:gdLst/>
              <a:ahLst/>
              <a:cxnLst/>
              <a:rect l="l" t="t" r="r" b="b"/>
              <a:pathLst>
                <a:path w="21" h="11" extrusionOk="0">
                  <a:moveTo>
                    <a:pt x="20" y="0"/>
                  </a:moveTo>
                  <a:lnTo>
                    <a:pt x="0" y="10"/>
                  </a:lnTo>
                  <a:lnTo>
                    <a:pt x="10" y="10"/>
                  </a:lnTo>
                  <a:cubicBezTo>
                    <a:pt x="10" y="10"/>
                    <a:pt x="20" y="10"/>
                    <a:pt x="20" y="0"/>
                  </a:cubicBezTo>
                  <a:close/>
                </a:path>
              </a:pathLst>
            </a:custGeom>
            <a:solidFill>
              <a:srgbClr val="7675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7" name="Google Shape;16817;p54">
              <a:extLst>
                <a:ext uri="{FF2B5EF4-FFF2-40B4-BE49-F238E27FC236}">
                  <a16:creationId xmlns:a16="http://schemas.microsoft.com/office/drawing/2014/main" id="{C33F7A34-1F02-E5E8-C93B-44133B2AF117}"/>
                </a:ext>
              </a:extLst>
            </p:cNvPr>
            <p:cNvSpPr/>
            <p:nvPr/>
          </p:nvSpPr>
          <p:spPr>
            <a:xfrm>
              <a:off x="3811116" y="4543798"/>
              <a:ext cx="211" cy="2317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0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9EAF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8" name="Google Shape;16818;p54">
              <a:extLst>
                <a:ext uri="{FF2B5EF4-FFF2-40B4-BE49-F238E27FC236}">
                  <a16:creationId xmlns:a16="http://schemas.microsoft.com/office/drawing/2014/main" id="{A62A2986-3DD0-E255-21AA-C2D22556EA76}"/>
                </a:ext>
              </a:extLst>
            </p:cNvPr>
            <p:cNvSpPr/>
            <p:nvPr/>
          </p:nvSpPr>
          <p:spPr>
            <a:xfrm>
              <a:off x="3811116" y="4543798"/>
              <a:ext cx="8637" cy="2317"/>
            </a:xfrm>
            <a:custGeom>
              <a:avLst/>
              <a:gdLst/>
              <a:ahLst/>
              <a:cxnLst/>
              <a:rect l="l" t="t" r="r" b="b"/>
              <a:pathLst>
                <a:path w="41" h="11" extrusionOk="0">
                  <a:moveTo>
                    <a:pt x="0" y="0"/>
                  </a:moveTo>
                  <a:lnTo>
                    <a:pt x="0" y="10"/>
                  </a:lnTo>
                  <a:cubicBezTo>
                    <a:pt x="10" y="10"/>
                    <a:pt x="20" y="0"/>
                    <a:pt x="40" y="0"/>
                  </a:cubicBezTo>
                  <a:close/>
                </a:path>
              </a:pathLst>
            </a:custGeom>
            <a:solidFill>
              <a:srgbClr val="6765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9" name="Google Shape;16819;p54">
              <a:extLst>
                <a:ext uri="{FF2B5EF4-FFF2-40B4-BE49-F238E27FC236}">
                  <a16:creationId xmlns:a16="http://schemas.microsoft.com/office/drawing/2014/main" id="{D1E101E9-5443-59DE-2ADD-5BA8758D3285}"/>
                </a:ext>
              </a:extLst>
            </p:cNvPr>
            <p:cNvSpPr/>
            <p:nvPr/>
          </p:nvSpPr>
          <p:spPr>
            <a:xfrm>
              <a:off x="3798477" y="4334609"/>
              <a:ext cx="25489" cy="209399"/>
            </a:xfrm>
            <a:custGeom>
              <a:avLst/>
              <a:gdLst/>
              <a:ahLst/>
              <a:cxnLst/>
              <a:rect l="l" t="t" r="r" b="b"/>
              <a:pathLst>
                <a:path w="121" h="994" extrusionOk="0">
                  <a:moveTo>
                    <a:pt x="110" y="0"/>
                  </a:moveTo>
                  <a:cubicBezTo>
                    <a:pt x="90" y="50"/>
                    <a:pt x="60" y="80"/>
                    <a:pt x="0" y="100"/>
                  </a:cubicBezTo>
                  <a:cubicBezTo>
                    <a:pt x="0" y="100"/>
                    <a:pt x="10" y="161"/>
                    <a:pt x="10" y="241"/>
                  </a:cubicBezTo>
                  <a:cubicBezTo>
                    <a:pt x="10" y="271"/>
                    <a:pt x="10" y="311"/>
                    <a:pt x="0" y="341"/>
                  </a:cubicBezTo>
                  <a:cubicBezTo>
                    <a:pt x="0" y="371"/>
                    <a:pt x="0" y="391"/>
                    <a:pt x="0" y="411"/>
                  </a:cubicBezTo>
                  <a:cubicBezTo>
                    <a:pt x="0" y="472"/>
                    <a:pt x="10" y="502"/>
                    <a:pt x="20" y="562"/>
                  </a:cubicBezTo>
                  <a:cubicBezTo>
                    <a:pt x="30" y="632"/>
                    <a:pt x="30" y="803"/>
                    <a:pt x="30" y="863"/>
                  </a:cubicBezTo>
                  <a:cubicBezTo>
                    <a:pt x="30" y="873"/>
                    <a:pt x="40" y="883"/>
                    <a:pt x="40" y="893"/>
                  </a:cubicBezTo>
                  <a:cubicBezTo>
                    <a:pt x="50" y="923"/>
                    <a:pt x="40" y="993"/>
                    <a:pt x="50" y="993"/>
                  </a:cubicBezTo>
                  <a:lnTo>
                    <a:pt x="100" y="993"/>
                  </a:lnTo>
                  <a:lnTo>
                    <a:pt x="120" y="983"/>
                  </a:lnTo>
                  <a:cubicBezTo>
                    <a:pt x="110" y="933"/>
                    <a:pt x="40" y="582"/>
                    <a:pt x="50" y="542"/>
                  </a:cubicBezTo>
                  <a:cubicBezTo>
                    <a:pt x="60" y="492"/>
                    <a:pt x="60" y="371"/>
                    <a:pt x="60" y="301"/>
                  </a:cubicBezTo>
                  <a:cubicBezTo>
                    <a:pt x="60" y="231"/>
                    <a:pt x="100" y="70"/>
                    <a:pt x="110" y="20"/>
                  </a:cubicBezTo>
                  <a:cubicBezTo>
                    <a:pt x="110" y="10"/>
                    <a:pt x="120" y="0"/>
                    <a:pt x="11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0" name="Google Shape;16820;p54">
              <a:extLst>
                <a:ext uri="{FF2B5EF4-FFF2-40B4-BE49-F238E27FC236}">
                  <a16:creationId xmlns:a16="http://schemas.microsoft.com/office/drawing/2014/main" id="{2346A8CF-C9BE-066E-081B-CCCC382EACB3}"/>
                </a:ext>
              </a:extLst>
            </p:cNvPr>
            <p:cNvSpPr/>
            <p:nvPr/>
          </p:nvSpPr>
          <p:spPr>
            <a:xfrm>
              <a:off x="3664713" y="4245709"/>
              <a:ext cx="169784" cy="113126"/>
            </a:xfrm>
            <a:custGeom>
              <a:avLst/>
              <a:gdLst/>
              <a:ahLst/>
              <a:cxnLst/>
              <a:rect l="l" t="t" r="r" b="b"/>
              <a:pathLst>
                <a:path w="806" h="537" extrusionOk="0">
                  <a:moveTo>
                    <a:pt x="635" y="1"/>
                  </a:moveTo>
                  <a:cubicBezTo>
                    <a:pt x="635" y="1"/>
                    <a:pt x="625" y="21"/>
                    <a:pt x="605" y="31"/>
                  </a:cubicBezTo>
                  <a:cubicBezTo>
                    <a:pt x="595" y="51"/>
                    <a:pt x="575" y="61"/>
                    <a:pt x="555" y="61"/>
                  </a:cubicBezTo>
                  <a:cubicBezTo>
                    <a:pt x="495" y="61"/>
                    <a:pt x="545" y="121"/>
                    <a:pt x="545" y="161"/>
                  </a:cubicBezTo>
                  <a:cubicBezTo>
                    <a:pt x="545" y="201"/>
                    <a:pt x="545" y="231"/>
                    <a:pt x="525" y="252"/>
                  </a:cubicBezTo>
                  <a:cubicBezTo>
                    <a:pt x="524" y="252"/>
                    <a:pt x="523" y="253"/>
                    <a:pt x="521" y="253"/>
                  </a:cubicBezTo>
                  <a:cubicBezTo>
                    <a:pt x="507" y="253"/>
                    <a:pt x="471" y="211"/>
                    <a:pt x="434" y="201"/>
                  </a:cubicBezTo>
                  <a:cubicBezTo>
                    <a:pt x="424" y="196"/>
                    <a:pt x="414" y="194"/>
                    <a:pt x="406" y="194"/>
                  </a:cubicBezTo>
                  <a:cubicBezTo>
                    <a:pt x="397" y="194"/>
                    <a:pt x="389" y="196"/>
                    <a:pt x="384" y="201"/>
                  </a:cubicBezTo>
                  <a:cubicBezTo>
                    <a:pt x="371" y="201"/>
                    <a:pt x="362" y="206"/>
                    <a:pt x="352" y="206"/>
                  </a:cubicBezTo>
                  <a:cubicBezTo>
                    <a:pt x="346" y="206"/>
                    <a:pt x="341" y="205"/>
                    <a:pt x="334" y="201"/>
                  </a:cubicBezTo>
                  <a:cubicBezTo>
                    <a:pt x="304" y="171"/>
                    <a:pt x="304" y="141"/>
                    <a:pt x="284" y="121"/>
                  </a:cubicBezTo>
                  <a:cubicBezTo>
                    <a:pt x="264" y="94"/>
                    <a:pt x="244" y="77"/>
                    <a:pt x="230" y="77"/>
                  </a:cubicBezTo>
                  <a:cubicBezTo>
                    <a:pt x="223" y="77"/>
                    <a:pt x="217" y="81"/>
                    <a:pt x="214" y="91"/>
                  </a:cubicBezTo>
                  <a:cubicBezTo>
                    <a:pt x="195" y="117"/>
                    <a:pt x="188" y="127"/>
                    <a:pt x="181" y="127"/>
                  </a:cubicBezTo>
                  <a:cubicBezTo>
                    <a:pt x="169" y="127"/>
                    <a:pt x="160" y="100"/>
                    <a:pt x="103" y="81"/>
                  </a:cubicBezTo>
                  <a:cubicBezTo>
                    <a:pt x="97" y="79"/>
                    <a:pt x="91" y="78"/>
                    <a:pt x="86" y="78"/>
                  </a:cubicBezTo>
                  <a:cubicBezTo>
                    <a:pt x="19" y="78"/>
                    <a:pt x="0" y="232"/>
                    <a:pt x="83" y="242"/>
                  </a:cubicBezTo>
                  <a:cubicBezTo>
                    <a:pt x="174" y="252"/>
                    <a:pt x="123" y="322"/>
                    <a:pt x="83" y="322"/>
                  </a:cubicBezTo>
                  <a:cubicBezTo>
                    <a:pt x="113" y="332"/>
                    <a:pt x="144" y="342"/>
                    <a:pt x="174" y="352"/>
                  </a:cubicBezTo>
                  <a:cubicBezTo>
                    <a:pt x="194" y="352"/>
                    <a:pt x="284" y="362"/>
                    <a:pt x="294" y="372"/>
                  </a:cubicBezTo>
                  <a:cubicBezTo>
                    <a:pt x="314" y="382"/>
                    <a:pt x="314" y="462"/>
                    <a:pt x="334" y="512"/>
                  </a:cubicBezTo>
                  <a:cubicBezTo>
                    <a:pt x="345" y="529"/>
                    <a:pt x="362" y="536"/>
                    <a:pt x="377" y="536"/>
                  </a:cubicBezTo>
                  <a:cubicBezTo>
                    <a:pt x="389" y="536"/>
                    <a:pt x="400" y="531"/>
                    <a:pt x="404" y="522"/>
                  </a:cubicBezTo>
                  <a:cubicBezTo>
                    <a:pt x="424" y="495"/>
                    <a:pt x="450" y="486"/>
                    <a:pt x="476" y="486"/>
                  </a:cubicBezTo>
                  <a:cubicBezTo>
                    <a:pt x="515" y="486"/>
                    <a:pt x="553" y="506"/>
                    <a:pt x="565" y="512"/>
                  </a:cubicBezTo>
                  <a:cubicBezTo>
                    <a:pt x="605" y="522"/>
                    <a:pt x="635" y="522"/>
                    <a:pt x="635" y="522"/>
                  </a:cubicBezTo>
                  <a:cubicBezTo>
                    <a:pt x="715" y="502"/>
                    <a:pt x="755" y="442"/>
                    <a:pt x="775" y="332"/>
                  </a:cubicBezTo>
                  <a:cubicBezTo>
                    <a:pt x="806" y="221"/>
                    <a:pt x="705" y="231"/>
                    <a:pt x="705" y="111"/>
                  </a:cubicBezTo>
                  <a:cubicBezTo>
                    <a:pt x="705" y="71"/>
                    <a:pt x="695" y="11"/>
                    <a:pt x="635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1" name="Google Shape;16821;p54">
              <a:extLst>
                <a:ext uri="{FF2B5EF4-FFF2-40B4-BE49-F238E27FC236}">
                  <a16:creationId xmlns:a16="http://schemas.microsoft.com/office/drawing/2014/main" id="{6E89339F-E78B-C20B-0A91-0EB21E958355}"/>
                </a:ext>
              </a:extLst>
            </p:cNvPr>
            <p:cNvSpPr/>
            <p:nvPr/>
          </p:nvSpPr>
          <p:spPr>
            <a:xfrm>
              <a:off x="3815329" y="4311225"/>
              <a:ext cx="25489" cy="155048"/>
            </a:xfrm>
            <a:custGeom>
              <a:avLst/>
              <a:gdLst/>
              <a:ahLst/>
              <a:cxnLst/>
              <a:rect l="l" t="t" r="r" b="b"/>
              <a:pathLst>
                <a:path w="121" h="736" extrusionOk="0">
                  <a:moveTo>
                    <a:pt x="121" y="1"/>
                  </a:moveTo>
                  <a:cubicBezTo>
                    <a:pt x="91" y="71"/>
                    <a:pt x="81" y="91"/>
                    <a:pt x="60" y="201"/>
                  </a:cubicBezTo>
                  <a:cubicBezTo>
                    <a:pt x="40" y="322"/>
                    <a:pt x="40" y="492"/>
                    <a:pt x="30" y="552"/>
                  </a:cubicBezTo>
                  <a:cubicBezTo>
                    <a:pt x="20" y="613"/>
                    <a:pt x="0" y="723"/>
                    <a:pt x="30" y="733"/>
                  </a:cubicBezTo>
                  <a:cubicBezTo>
                    <a:pt x="30" y="735"/>
                    <a:pt x="31" y="736"/>
                    <a:pt x="31" y="736"/>
                  </a:cubicBezTo>
                  <a:cubicBezTo>
                    <a:pt x="34" y="736"/>
                    <a:pt x="42" y="719"/>
                    <a:pt x="50" y="703"/>
                  </a:cubicBezTo>
                  <a:cubicBezTo>
                    <a:pt x="40" y="653"/>
                    <a:pt x="60" y="623"/>
                    <a:pt x="70" y="572"/>
                  </a:cubicBezTo>
                  <a:cubicBezTo>
                    <a:pt x="70" y="502"/>
                    <a:pt x="70" y="322"/>
                    <a:pt x="101" y="201"/>
                  </a:cubicBezTo>
                  <a:cubicBezTo>
                    <a:pt x="121" y="101"/>
                    <a:pt x="111" y="51"/>
                    <a:pt x="121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2" name="Google Shape;16822;p54">
              <a:extLst>
                <a:ext uri="{FF2B5EF4-FFF2-40B4-BE49-F238E27FC236}">
                  <a16:creationId xmlns:a16="http://schemas.microsoft.com/office/drawing/2014/main" id="{DEE5500B-7C1E-26BB-B2C7-24729691E2F6}"/>
                </a:ext>
              </a:extLst>
            </p:cNvPr>
            <p:cNvSpPr/>
            <p:nvPr/>
          </p:nvSpPr>
          <p:spPr>
            <a:xfrm>
              <a:off x="3825861" y="4497873"/>
              <a:ext cx="14956" cy="46135"/>
            </a:xfrm>
            <a:custGeom>
              <a:avLst/>
              <a:gdLst/>
              <a:ahLst/>
              <a:cxnLst/>
              <a:rect l="l" t="t" r="r" b="b"/>
              <a:pathLst>
                <a:path w="71" h="219" extrusionOk="0">
                  <a:moveTo>
                    <a:pt x="13" y="1"/>
                  </a:moveTo>
                  <a:cubicBezTo>
                    <a:pt x="1" y="1"/>
                    <a:pt x="2" y="69"/>
                    <a:pt x="10" y="138"/>
                  </a:cubicBezTo>
                  <a:cubicBezTo>
                    <a:pt x="10" y="168"/>
                    <a:pt x="10" y="198"/>
                    <a:pt x="20" y="218"/>
                  </a:cubicBezTo>
                  <a:cubicBezTo>
                    <a:pt x="41" y="208"/>
                    <a:pt x="71" y="208"/>
                    <a:pt x="71" y="198"/>
                  </a:cubicBezTo>
                  <a:cubicBezTo>
                    <a:pt x="71" y="188"/>
                    <a:pt x="41" y="158"/>
                    <a:pt x="41" y="128"/>
                  </a:cubicBezTo>
                  <a:cubicBezTo>
                    <a:pt x="41" y="108"/>
                    <a:pt x="31" y="58"/>
                    <a:pt x="20" y="7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3" name="Google Shape;16823;p54">
              <a:extLst>
                <a:ext uri="{FF2B5EF4-FFF2-40B4-BE49-F238E27FC236}">
                  <a16:creationId xmlns:a16="http://schemas.microsoft.com/office/drawing/2014/main" id="{CE3B755C-03AB-A286-7320-1AC0CF2DD7A5}"/>
                </a:ext>
              </a:extLst>
            </p:cNvPr>
            <p:cNvSpPr/>
            <p:nvPr/>
          </p:nvSpPr>
          <p:spPr>
            <a:xfrm>
              <a:off x="3791946" y="4104143"/>
              <a:ext cx="80679" cy="141776"/>
            </a:xfrm>
            <a:custGeom>
              <a:avLst/>
              <a:gdLst/>
              <a:ahLst/>
              <a:cxnLst/>
              <a:rect l="l" t="t" r="r" b="b"/>
              <a:pathLst>
                <a:path w="383" h="673" extrusionOk="0">
                  <a:moveTo>
                    <a:pt x="181" y="1"/>
                  </a:moveTo>
                  <a:cubicBezTo>
                    <a:pt x="51" y="1"/>
                    <a:pt x="21" y="71"/>
                    <a:pt x="21" y="121"/>
                  </a:cubicBezTo>
                  <a:cubicBezTo>
                    <a:pt x="11" y="171"/>
                    <a:pt x="11" y="221"/>
                    <a:pt x="11" y="252"/>
                  </a:cubicBezTo>
                  <a:cubicBezTo>
                    <a:pt x="1" y="272"/>
                    <a:pt x="21" y="272"/>
                    <a:pt x="21" y="292"/>
                  </a:cubicBezTo>
                  <a:cubicBezTo>
                    <a:pt x="21" y="312"/>
                    <a:pt x="21" y="312"/>
                    <a:pt x="21" y="342"/>
                  </a:cubicBezTo>
                  <a:cubicBezTo>
                    <a:pt x="31" y="362"/>
                    <a:pt x="31" y="452"/>
                    <a:pt x="51" y="492"/>
                  </a:cubicBezTo>
                  <a:cubicBezTo>
                    <a:pt x="71" y="542"/>
                    <a:pt x="71" y="593"/>
                    <a:pt x="91" y="623"/>
                  </a:cubicBezTo>
                  <a:cubicBezTo>
                    <a:pt x="101" y="653"/>
                    <a:pt x="151" y="673"/>
                    <a:pt x="202" y="673"/>
                  </a:cubicBezTo>
                  <a:cubicBezTo>
                    <a:pt x="242" y="673"/>
                    <a:pt x="282" y="673"/>
                    <a:pt x="312" y="643"/>
                  </a:cubicBezTo>
                  <a:cubicBezTo>
                    <a:pt x="332" y="623"/>
                    <a:pt x="322" y="552"/>
                    <a:pt x="342" y="502"/>
                  </a:cubicBezTo>
                  <a:cubicBezTo>
                    <a:pt x="352" y="442"/>
                    <a:pt x="342" y="382"/>
                    <a:pt x="342" y="352"/>
                  </a:cubicBezTo>
                  <a:cubicBezTo>
                    <a:pt x="352" y="332"/>
                    <a:pt x="352" y="322"/>
                    <a:pt x="362" y="312"/>
                  </a:cubicBezTo>
                  <a:cubicBezTo>
                    <a:pt x="362" y="302"/>
                    <a:pt x="362" y="272"/>
                    <a:pt x="372" y="252"/>
                  </a:cubicBezTo>
                  <a:cubicBezTo>
                    <a:pt x="382" y="231"/>
                    <a:pt x="342" y="91"/>
                    <a:pt x="322" y="51"/>
                  </a:cubicBezTo>
                  <a:cubicBezTo>
                    <a:pt x="292" y="21"/>
                    <a:pt x="242" y="1"/>
                    <a:pt x="1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4" name="Google Shape;16824;p54">
              <a:extLst>
                <a:ext uri="{FF2B5EF4-FFF2-40B4-BE49-F238E27FC236}">
                  <a16:creationId xmlns:a16="http://schemas.microsoft.com/office/drawing/2014/main" id="{CA068A9C-120E-CEE6-9A0F-6E12F014E967}"/>
                </a:ext>
              </a:extLst>
            </p:cNvPr>
            <p:cNvSpPr/>
            <p:nvPr/>
          </p:nvSpPr>
          <p:spPr>
            <a:xfrm>
              <a:off x="3798477" y="4104143"/>
              <a:ext cx="63406" cy="19381"/>
            </a:xfrm>
            <a:custGeom>
              <a:avLst/>
              <a:gdLst/>
              <a:ahLst/>
              <a:cxnLst/>
              <a:rect l="l" t="t" r="r" b="b"/>
              <a:pathLst>
                <a:path w="301" h="92" extrusionOk="0">
                  <a:moveTo>
                    <a:pt x="150" y="1"/>
                  </a:moveTo>
                  <a:cubicBezTo>
                    <a:pt x="60" y="1"/>
                    <a:pt x="10" y="41"/>
                    <a:pt x="0" y="71"/>
                  </a:cubicBezTo>
                  <a:cubicBezTo>
                    <a:pt x="9" y="53"/>
                    <a:pt x="20" y="47"/>
                    <a:pt x="36" y="47"/>
                  </a:cubicBezTo>
                  <a:cubicBezTo>
                    <a:pt x="56" y="47"/>
                    <a:pt x="82" y="55"/>
                    <a:pt x="120" y="61"/>
                  </a:cubicBezTo>
                  <a:cubicBezTo>
                    <a:pt x="128" y="62"/>
                    <a:pt x="135" y="63"/>
                    <a:pt x="142" y="63"/>
                  </a:cubicBezTo>
                  <a:cubicBezTo>
                    <a:pt x="169" y="63"/>
                    <a:pt x="194" y="55"/>
                    <a:pt x="215" y="55"/>
                  </a:cubicBezTo>
                  <a:cubicBezTo>
                    <a:pt x="233" y="55"/>
                    <a:pt x="249" y="61"/>
                    <a:pt x="261" y="81"/>
                  </a:cubicBezTo>
                  <a:lnTo>
                    <a:pt x="301" y="91"/>
                  </a:lnTo>
                  <a:lnTo>
                    <a:pt x="291" y="51"/>
                  </a:lnTo>
                  <a:cubicBezTo>
                    <a:pt x="261" y="21"/>
                    <a:pt x="211" y="1"/>
                    <a:pt x="15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5" name="Google Shape;16825;p54">
              <a:extLst>
                <a:ext uri="{FF2B5EF4-FFF2-40B4-BE49-F238E27FC236}">
                  <a16:creationId xmlns:a16="http://schemas.microsoft.com/office/drawing/2014/main" id="{08E0EAA6-988A-A062-6A22-3AF3E097B78F}"/>
                </a:ext>
              </a:extLst>
            </p:cNvPr>
            <p:cNvSpPr/>
            <p:nvPr/>
          </p:nvSpPr>
          <p:spPr>
            <a:xfrm>
              <a:off x="3851139" y="4243602"/>
              <a:ext cx="211" cy="21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B9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6" name="Google Shape;16826;p54">
              <a:extLst>
                <a:ext uri="{FF2B5EF4-FFF2-40B4-BE49-F238E27FC236}">
                  <a16:creationId xmlns:a16="http://schemas.microsoft.com/office/drawing/2014/main" id="{5F912754-3D91-7B38-1493-FB38E472A4FB}"/>
                </a:ext>
              </a:extLst>
            </p:cNvPr>
            <p:cNvSpPr/>
            <p:nvPr/>
          </p:nvSpPr>
          <p:spPr>
            <a:xfrm>
              <a:off x="3851139" y="4243602"/>
              <a:ext cx="211" cy="21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7" name="Google Shape;16827;p54">
              <a:extLst>
                <a:ext uri="{FF2B5EF4-FFF2-40B4-BE49-F238E27FC236}">
                  <a16:creationId xmlns:a16="http://schemas.microsoft.com/office/drawing/2014/main" id="{2B688D00-2F04-429F-97F5-4527EE76C6B1}"/>
                </a:ext>
              </a:extLst>
            </p:cNvPr>
            <p:cNvSpPr/>
            <p:nvPr/>
          </p:nvSpPr>
          <p:spPr>
            <a:xfrm>
              <a:off x="3819542" y="4241495"/>
              <a:ext cx="31808" cy="4424"/>
            </a:xfrm>
            <a:custGeom>
              <a:avLst/>
              <a:gdLst/>
              <a:ahLst/>
              <a:cxnLst/>
              <a:rect l="l" t="t" r="r" b="b"/>
              <a:pathLst>
                <a:path w="151" h="21" extrusionOk="0">
                  <a:moveTo>
                    <a:pt x="91" y="21"/>
                  </a:moveTo>
                  <a:cubicBezTo>
                    <a:pt x="81" y="21"/>
                    <a:pt x="71" y="21"/>
                    <a:pt x="71" y="21"/>
                  </a:cubicBezTo>
                  <a:cubicBezTo>
                    <a:pt x="71" y="21"/>
                    <a:pt x="81" y="21"/>
                    <a:pt x="91" y="21"/>
                  </a:cubicBezTo>
                  <a:cubicBezTo>
                    <a:pt x="111" y="21"/>
                    <a:pt x="131" y="21"/>
                    <a:pt x="151" y="11"/>
                  </a:cubicBezTo>
                  <a:lnTo>
                    <a:pt x="151" y="11"/>
                  </a:lnTo>
                  <a:cubicBezTo>
                    <a:pt x="131" y="21"/>
                    <a:pt x="111" y="21"/>
                    <a:pt x="91" y="21"/>
                  </a:cubicBezTo>
                  <a:close/>
                  <a:moveTo>
                    <a:pt x="61" y="21"/>
                  </a:moveTo>
                  <a:lnTo>
                    <a:pt x="61" y="21"/>
                  </a:lnTo>
                  <a:lnTo>
                    <a:pt x="61" y="21"/>
                  </a:lnTo>
                  <a:close/>
                  <a:moveTo>
                    <a:pt x="61" y="21"/>
                  </a:moveTo>
                  <a:cubicBezTo>
                    <a:pt x="50" y="21"/>
                    <a:pt x="40" y="21"/>
                    <a:pt x="30" y="11"/>
                  </a:cubicBezTo>
                  <a:cubicBezTo>
                    <a:pt x="40" y="21"/>
                    <a:pt x="50" y="21"/>
                    <a:pt x="61" y="21"/>
                  </a:cubicBezTo>
                  <a:close/>
                  <a:moveTo>
                    <a:pt x="30" y="11"/>
                  </a:moveTo>
                  <a:cubicBezTo>
                    <a:pt x="30" y="11"/>
                    <a:pt x="30" y="11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lnTo>
                    <a:pt x="20" y="11"/>
                  </a:lnTo>
                  <a:lnTo>
                    <a:pt x="20" y="11"/>
                  </a:ln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0" y="11"/>
                  </a:moveTo>
                  <a:lnTo>
                    <a:pt x="0" y="1"/>
                  </a:lnTo>
                  <a:lnTo>
                    <a:pt x="0" y="11"/>
                  </a:ln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AB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8" name="Google Shape;16828;p54">
              <a:extLst>
                <a:ext uri="{FF2B5EF4-FFF2-40B4-BE49-F238E27FC236}">
                  <a16:creationId xmlns:a16="http://schemas.microsoft.com/office/drawing/2014/main" id="{1B36D91A-06BF-753B-8D45-E176A15ABD16}"/>
                </a:ext>
              </a:extLst>
            </p:cNvPr>
            <p:cNvSpPr/>
            <p:nvPr/>
          </p:nvSpPr>
          <p:spPr>
            <a:xfrm>
              <a:off x="3815329" y="4216216"/>
              <a:ext cx="40234" cy="25490"/>
            </a:xfrm>
            <a:custGeom>
              <a:avLst/>
              <a:gdLst/>
              <a:ahLst/>
              <a:cxnLst/>
              <a:rect l="l" t="t" r="r" b="b"/>
              <a:pathLst>
                <a:path w="191" h="121" extrusionOk="0">
                  <a:moveTo>
                    <a:pt x="30" y="30"/>
                  </a:moveTo>
                  <a:cubicBezTo>
                    <a:pt x="50" y="30"/>
                    <a:pt x="70" y="71"/>
                    <a:pt x="60" y="81"/>
                  </a:cubicBezTo>
                  <a:lnTo>
                    <a:pt x="50" y="71"/>
                  </a:lnTo>
                  <a:lnTo>
                    <a:pt x="50" y="51"/>
                  </a:lnTo>
                  <a:lnTo>
                    <a:pt x="30" y="30"/>
                  </a:lnTo>
                  <a:close/>
                  <a:moveTo>
                    <a:pt x="161" y="30"/>
                  </a:moveTo>
                  <a:lnTo>
                    <a:pt x="151" y="51"/>
                  </a:lnTo>
                  <a:lnTo>
                    <a:pt x="151" y="71"/>
                  </a:lnTo>
                  <a:lnTo>
                    <a:pt x="141" y="81"/>
                  </a:lnTo>
                  <a:cubicBezTo>
                    <a:pt x="131" y="71"/>
                    <a:pt x="151" y="30"/>
                    <a:pt x="161" y="30"/>
                  </a:cubicBezTo>
                  <a:close/>
                  <a:moveTo>
                    <a:pt x="141" y="0"/>
                  </a:moveTo>
                  <a:cubicBezTo>
                    <a:pt x="141" y="0"/>
                    <a:pt x="131" y="10"/>
                    <a:pt x="121" y="10"/>
                  </a:cubicBezTo>
                  <a:lnTo>
                    <a:pt x="50" y="10"/>
                  </a:lnTo>
                  <a:cubicBezTo>
                    <a:pt x="40" y="10"/>
                    <a:pt x="30" y="10"/>
                    <a:pt x="20" y="20"/>
                  </a:cubicBezTo>
                  <a:cubicBezTo>
                    <a:pt x="0" y="30"/>
                    <a:pt x="40" y="81"/>
                    <a:pt x="30" y="91"/>
                  </a:cubicBezTo>
                  <a:lnTo>
                    <a:pt x="20" y="121"/>
                  </a:lnTo>
                  <a:lnTo>
                    <a:pt x="40" y="121"/>
                  </a:lnTo>
                  <a:cubicBezTo>
                    <a:pt x="60" y="121"/>
                    <a:pt x="70" y="121"/>
                    <a:pt x="81" y="111"/>
                  </a:cubicBezTo>
                  <a:lnTo>
                    <a:pt x="141" y="111"/>
                  </a:lnTo>
                  <a:cubicBezTo>
                    <a:pt x="141" y="111"/>
                    <a:pt x="151" y="121"/>
                    <a:pt x="161" y="121"/>
                  </a:cubicBezTo>
                  <a:cubicBezTo>
                    <a:pt x="161" y="121"/>
                    <a:pt x="171" y="121"/>
                    <a:pt x="171" y="111"/>
                  </a:cubicBezTo>
                  <a:cubicBezTo>
                    <a:pt x="171" y="101"/>
                    <a:pt x="161" y="91"/>
                    <a:pt x="161" y="81"/>
                  </a:cubicBezTo>
                  <a:cubicBezTo>
                    <a:pt x="161" y="71"/>
                    <a:pt x="191" y="40"/>
                    <a:pt x="181" y="20"/>
                  </a:cubicBezTo>
                  <a:cubicBezTo>
                    <a:pt x="171" y="10"/>
                    <a:pt x="161" y="0"/>
                    <a:pt x="141" y="0"/>
                  </a:cubicBez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9" name="Google Shape;16829;p54">
              <a:extLst>
                <a:ext uri="{FF2B5EF4-FFF2-40B4-BE49-F238E27FC236}">
                  <a16:creationId xmlns:a16="http://schemas.microsoft.com/office/drawing/2014/main" id="{FA15A6F4-CFBE-67DE-12DB-84744EF06CE0}"/>
                </a:ext>
              </a:extLst>
            </p:cNvPr>
            <p:cNvSpPr/>
            <p:nvPr/>
          </p:nvSpPr>
          <p:spPr>
            <a:xfrm>
              <a:off x="3821648" y="4222536"/>
              <a:ext cx="8637" cy="10744"/>
            </a:xfrm>
            <a:custGeom>
              <a:avLst/>
              <a:gdLst/>
              <a:ahLst/>
              <a:cxnLst/>
              <a:rect l="l" t="t" r="r" b="b"/>
              <a:pathLst>
                <a:path w="41" h="51" extrusionOk="0">
                  <a:moveTo>
                    <a:pt x="0" y="0"/>
                  </a:moveTo>
                  <a:lnTo>
                    <a:pt x="20" y="21"/>
                  </a:lnTo>
                  <a:lnTo>
                    <a:pt x="20" y="41"/>
                  </a:lnTo>
                  <a:lnTo>
                    <a:pt x="30" y="51"/>
                  </a:lnTo>
                  <a:cubicBezTo>
                    <a:pt x="40" y="41"/>
                    <a:pt x="20" y="0"/>
                    <a:pt x="0" y="0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0" name="Google Shape;16830;p54">
              <a:extLst>
                <a:ext uri="{FF2B5EF4-FFF2-40B4-BE49-F238E27FC236}">
                  <a16:creationId xmlns:a16="http://schemas.microsoft.com/office/drawing/2014/main" id="{C65797D2-DAD8-8399-B241-71ACCC6EB758}"/>
                </a:ext>
              </a:extLst>
            </p:cNvPr>
            <p:cNvSpPr/>
            <p:nvPr/>
          </p:nvSpPr>
          <p:spPr>
            <a:xfrm>
              <a:off x="3842713" y="4222536"/>
              <a:ext cx="6530" cy="10744"/>
            </a:xfrm>
            <a:custGeom>
              <a:avLst/>
              <a:gdLst/>
              <a:ahLst/>
              <a:cxnLst/>
              <a:rect l="l" t="t" r="r" b="b"/>
              <a:pathLst>
                <a:path w="31" h="51" extrusionOk="0">
                  <a:moveTo>
                    <a:pt x="31" y="0"/>
                  </a:moveTo>
                  <a:cubicBezTo>
                    <a:pt x="21" y="0"/>
                    <a:pt x="1" y="41"/>
                    <a:pt x="11" y="51"/>
                  </a:cubicBezTo>
                  <a:lnTo>
                    <a:pt x="21" y="41"/>
                  </a:lnTo>
                  <a:lnTo>
                    <a:pt x="21" y="2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1" name="Google Shape;16831;p54">
              <a:extLst>
                <a:ext uri="{FF2B5EF4-FFF2-40B4-BE49-F238E27FC236}">
                  <a16:creationId xmlns:a16="http://schemas.microsoft.com/office/drawing/2014/main" id="{B1EB946B-74F0-BE22-E14A-35DE2EEFD946}"/>
                </a:ext>
              </a:extLst>
            </p:cNvPr>
            <p:cNvSpPr/>
            <p:nvPr/>
          </p:nvSpPr>
          <p:spPr>
            <a:xfrm>
              <a:off x="3823755" y="4243602"/>
              <a:ext cx="10743" cy="2317"/>
            </a:xfrm>
            <a:custGeom>
              <a:avLst/>
              <a:gdLst/>
              <a:ahLst/>
              <a:cxnLst/>
              <a:rect l="l" t="t" r="r" b="b"/>
              <a:pathLst>
                <a:path w="51" h="11" extrusionOk="0">
                  <a:moveTo>
                    <a:pt x="51" y="11"/>
                  </a:moveTo>
                  <a:lnTo>
                    <a:pt x="51" y="11"/>
                  </a:lnTo>
                  <a:lnTo>
                    <a:pt x="41" y="11"/>
                  </a:lnTo>
                  <a:lnTo>
                    <a:pt x="51" y="11"/>
                  </a:lnTo>
                  <a:lnTo>
                    <a:pt x="51" y="11"/>
                  </a:lnTo>
                  <a:close/>
                  <a:moveTo>
                    <a:pt x="41" y="11"/>
                  </a:moveTo>
                  <a:lnTo>
                    <a:pt x="41" y="11"/>
                  </a:lnTo>
                  <a:lnTo>
                    <a:pt x="41" y="11"/>
                  </a:lnTo>
                  <a:close/>
                  <a:moveTo>
                    <a:pt x="10" y="1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lose/>
                  <a:moveTo>
                    <a:pt x="10" y="1"/>
                  </a:moveTo>
                  <a:cubicBezTo>
                    <a:pt x="10" y="1"/>
                    <a:pt x="0" y="1"/>
                    <a:pt x="0" y="1"/>
                  </a:cubicBezTo>
                  <a:cubicBezTo>
                    <a:pt x="0" y="1"/>
                    <a:pt x="10" y="1"/>
                    <a:pt x="10" y="1"/>
                  </a:cubicBezTo>
                  <a:close/>
                </a:path>
              </a:pathLst>
            </a:custGeom>
            <a:solidFill>
              <a:srgbClr val="CEC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2" name="Google Shape;16832;p54">
              <a:extLst>
                <a:ext uri="{FF2B5EF4-FFF2-40B4-BE49-F238E27FC236}">
                  <a16:creationId xmlns:a16="http://schemas.microsoft.com/office/drawing/2014/main" id="{1067FFDD-9897-D952-277F-0EDDC12B01C6}"/>
                </a:ext>
              </a:extLst>
            </p:cNvPr>
            <p:cNvSpPr/>
            <p:nvPr/>
          </p:nvSpPr>
          <p:spPr>
            <a:xfrm>
              <a:off x="3819542" y="4241495"/>
              <a:ext cx="4424" cy="2317"/>
            </a:xfrm>
            <a:custGeom>
              <a:avLst/>
              <a:gdLst/>
              <a:ahLst/>
              <a:cxnLst/>
              <a:rect l="l" t="t" r="r" b="b"/>
              <a:pathLst>
                <a:path w="21" h="11" extrusionOk="0"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10" y="11"/>
                    <a:pt x="10" y="11"/>
                  </a:cubicBezTo>
                  <a:cubicBezTo>
                    <a:pt x="10" y="11"/>
                    <a:pt x="20" y="11"/>
                    <a:pt x="2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lnTo>
                    <a:pt x="0" y="11"/>
                  </a:lnTo>
                  <a:lnTo>
                    <a:pt x="10" y="11"/>
                  </a:ln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EC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3" name="Google Shape;16833;p54">
              <a:extLst>
                <a:ext uri="{FF2B5EF4-FFF2-40B4-BE49-F238E27FC236}">
                  <a16:creationId xmlns:a16="http://schemas.microsoft.com/office/drawing/2014/main" id="{2AD8AC9B-B4F6-9774-8D35-DFEA8EFA01D9}"/>
                </a:ext>
              </a:extLst>
            </p:cNvPr>
            <p:cNvSpPr/>
            <p:nvPr/>
          </p:nvSpPr>
          <p:spPr>
            <a:xfrm>
              <a:off x="3851139" y="4237282"/>
              <a:ext cx="6530" cy="6531"/>
            </a:xfrm>
            <a:custGeom>
              <a:avLst/>
              <a:gdLst/>
              <a:ahLst/>
              <a:cxnLst/>
              <a:rect l="l" t="t" r="r" b="b"/>
              <a:pathLst>
                <a:path w="31" h="31" extrusionOk="0">
                  <a:moveTo>
                    <a:pt x="31" y="1"/>
                  </a:moveTo>
                  <a:cubicBezTo>
                    <a:pt x="31" y="11"/>
                    <a:pt x="21" y="11"/>
                    <a:pt x="1" y="11"/>
                  </a:cubicBezTo>
                  <a:cubicBezTo>
                    <a:pt x="1" y="21"/>
                    <a:pt x="1" y="31"/>
                    <a:pt x="1" y="31"/>
                  </a:cubicBezTo>
                  <a:cubicBezTo>
                    <a:pt x="11" y="31"/>
                    <a:pt x="21" y="21"/>
                    <a:pt x="31" y="11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BBB2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4" name="Google Shape;16834;p54">
              <a:extLst>
                <a:ext uri="{FF2B5EF4-FFF2-40B4-BE49-F238E27FC236}">
                  <a16:creationId xmlns:a16="http://schemas.microsoft.com/office/drawing/2014/main" id="{B223F554-DCF6-6459-3009-3ECF4DEE12F6}"/>
                </a:ext>
              </a:extLst>
            </p:cNvPr>
            <p:cNvSpPr/>
            <p:nvPr/>
          </p:nvSpPr>
          <p:spPr>
            <a:xfrm>
              <a:off x="3819542" y="4241495"/>
              <a:ext cx="14956" cy="4424"/>
            </a:xfrm>
            <a:custGeom>
              <a:avLst/>
              <a:gdLst/>
              <a:ahLst/>
              <a:cxnLst/>
              <a:rect l="l" t="t" r="r" b="b"/>
              <a:pathLst>
                <a:path w="71" h="21" extrusionOk="0">
                  <a:moveTo>
                    <a:pt x="0" y="1"/>
                  </a:moveTo>
                  <a:lnTo>
                    <a:pt x="0" y="11"/>
                  </a:lnTo>
                  <a:lnTo>
                    <a:pt x="24" y="11"/>
                  </a:lnTo>
                  <a:cubicBezTo>
                    <a:pt x="15" y="8"/>
                    <a:pt x="7" y="4"/>
                    <a:pt x="0" y="1"/>
                  </a:cubicBezTo>
                  <a:close/>
                  <a:moveTo>
                    <a:pt x="24" y="11"/>
                  </a:moveTo>
                  <a:cubicBezTo>
                    <a:pt x="27" y="12"/>
                    <a:pt x="31" y="13"/>
                    <a:pt x="34" y="14"/>
                  </a:cubicBezTo>
                  <a:lnTo>
                    <a:pt x="34" y="14"/>
                  </a:lnTo>
                  <a:cubicBezTo>
                    <a:pt x="33" y="13"/>
                    <a:pt x="32" y="12"/>
                    <a:pt x="30" y="11"/>
                  </a:cubicBezTo>
                  <a:close/>
                  <a:moveTo>
                    <a:pt x="34" y="14"/>
                  </a:moveTo>
                  <a:lnTo>
                    <a:pt x="34" y="14"/>
                  </a:lnTo>
                  <a:cubicBezTo>
                    <a:pt x="43" y="21"/>
                    <a:pt x="52" y="21"/>
                    <a:pt x="61" y="21"/>
                  </a:cubicBezTo>
                  <a:lnTo>
                    <a:pt x="71" y="21"/>
                  </a:lnTo>
                  <a:cubicBezTo>
                    <a:pt x="60" y="21"/>
                    <a:pt x="47" y="18"/>
                    <a:pt x="34" y="14"/>
                  </a:cubicBezTo>
                  <a:close/>
                </a:path>
              </a:pathLst>
            </a:custGeom>
            <a:solidFill>
              <a:srgbClr val="C39D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5" name="Google Shape;16835;p54">
              <a:extLst>
                <a:ext uri="{FF2B5EF4-FFF2-40B4-BE49-F238E27FC236}">
                  <a16:creationId xmlns:a16="http://schemas.microsoft.com/office/drawing/2014/main" id="{4C008D7C-C3AF-CD94-80D2-6C99F9E2B2A8}"/>
                </a:ext>
              </a:extLst>
            </p:cNvPr>
            <p:cNvSpPr/>
            <p:nvPr/>
          </p:nvSpPr>
          <p:spPr>
            <a:xfrm>
              <a:off x="3819542" y="4239389"/>
              <a:ext cx="31808" cy="6531"/>
            </a:xfrm>
            <a:custGeom>
              <a:avLst/>
              <a:gdLst/>
              <a:ahLst/>
              <a:cxnLst/>
              <a:rect l="l" t="t" r="r" b="b"/>
              <a:pathLst>
                <a:path w="151" h="31" extrusionOk="0">
                  <a:moveTo>
                    <a:pt x="61" y="1"/>
                  </a:moveTo>
                  <a:cubicBezTo>
                    <a:pt x="50" y="11"/>
                    <a:pt x="40" y="11"/>
                    <a:pt x="20" y="11"/>
                  </a:cubicBezTo>
                  <a:lnTo>
                    <a:pt x="0" y="11"/>
                  </a:lnTo>
                  <a:cubicBezTo>
                    <a:pt x="20" y="21"/>
                    <a:pt x="50" y="31"/>
                    <a:pt x="71" y="31"/>
                  </a:cubicBezTo>
                  <a:lnTo>
                    <a:pt x="91" y="31"/>
                  </a:lnTo>
                  <a:cubicBezTo>
                    <a:pt x="111" y="31"/>
                    <a:pt x="131" y="31"/>
                    <a:pt x="151" y="21"/>
                  </a:cubicBezTo>
                  <a:cubicBezTo>
                    <a:pt x="151" y="21"/>
                    <a:pt x="151" y="11"/>
                    <a:pt x="151" y="1"/>
                  </a:cubicBezTo>
                  <a:cubicBezTo>
                    <a:pt x="151" y="11"/>
                    <a:pt x="141" y="11"/>
                    <a:pt x="141" y="11"/>
                  </a:cubicBezTo>
                  <a:cubicBezTo>
                    <a:pt x="131" y="11"/>
                    <a:pt x="121" y="1"/>
                    <a:pt x="121" y="1"/>
                  </a:cubicBezTo>
                  <a:close/>
                </a:path>
              </a:pathLst>
            </a:custGeom>
            <a:solidFill>
              <a:srgbClr val="BF96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6" name="Google Shape;16836;p54">
              <a:extLst>
                <a:ext uri="{FF2B5EF4-FFF2-40B4-BE49-F238E27FC236}">
                  <a16:creationId xmlns:a16="http://schemas.microsoft.com/office/drawing/2014/main" id="{B70115F1-D0BF-E2A8-3503-17ACDA62EBF9}"/>
                </a:ext>
              </a:extLst>
            </p:cNvPr>
            <p:cNvSpPr/>
            <p:nvPr/>
          </p:nvSpPr>
          <p:spPr>
            <a:xfrm>
              <a:off x="3857459" y="4125420"/>
              <a:ext cx="72042" cy="31810"/>
            </a:xfrm>
            <a:custGeom>
              <a:avLst/>
              <a:gdLst/>
              <a:ahLst/>
              <a:cxnLst/>
              <a:rect l="l" t="t" r="r" b="b"/>
              <a:pathLst>
                <a:path w="342" h="151" extrusionOk="0">
                  <a:moveTo>
                    <a:pt x="31" y="0"/>
                  </a:moveTo>
                  <a:lnTo>
                    <a:pt x="1" y="40"/>
                  </a:lnTo>
                  <a:cubicBezTo>
                    <a:pt x="1" y="40"/>
                    <a:pt x="51" y="123"/>
                    <a:pt x="60" y="123"/>
                  </a:cubicBezTo>
                  <a:cubicBezTo>
                    <a:pt x="61" y="123"/>
                    <a:pt x="61" y="122"/>
                    <a:pt x="61" y="120"/>
                  </a:cubicBezTo>
                  <a:cubicBezTo>
                    <a:pt x="61" y="115"/>
                    <a:pt x="71" y="109"/>
                    <a:pt x="83" y="109"/>
                  </a:cubicBezTo>
                  <a:cubicBezTo>
                    <a:pt x="92" y="109"/>
                    <a:pt x="103" y="112"/>
                    <a:pt x="111" y="120"/>
                  </a:cubicBezTo>
                  <a:cubicBezTo>
                    <a:pt x="141" y="140"/>
                    <a:pt x="181" y="151"/>
                    <a:pt x="222" y="151"/>
                  </a:cubicBezTo>
                  <a:cubicBezTo>
                    <a:pt x="252" y="140"/>
                    <a:pt x="342" y="80"/>
                    <a:pt x="292" y="40"/>
                  </a:cubicBezTo>
                  <a:cubicBezTo>
                    <a:pt x="262" y="15"/>
                    <a:pt x="232" y="8"/>
                    <a:pt x="203" y="8"/>
                  </a:cubicBezTo>
                  <a:cubicBezTo>
                    <a:pt x="174" y="8"/>
                    <a:pt x="146" y="15"/>
                    <a:pt x="121" y="20"/>
                  </a:cubicBezTo>
                  <a:cubicBezTo>
                    <a:pt x="98" y="29"/>
                    <a:pt x="83" y="37"/>
                    <a:pt x="71" y="37"/>
                  </a:cubicBezTo>
                  <a:cubicBezTo>
                    <a:pt x="57" y="37"/>
                    <a:pt x="47" y="27"/>
                    <a:pt x="3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7" name="Google Shape;16837;p54">
              <a:extLst>
                <a:ext uri="{FF2B5EF4-FFF2-40B4-BE49-F238E27FC236}">
                  <a16:creationId xmlns:a16="http://schemas.microsoft.com/office/drawing/2014/main" id="{74BCE188-983D-1F43-FB12-1D6E770DF19C}"/>
                </a:ext>
              </a:extLst>
            </p:cNvPr>
            <p:cNvSpPr/>
            <p:nvPr/>
          </p:nvSpPr>
          <p:spPr>
            <a:xfrm>
              <a:off x="3726434" y="4125420"/>
              <a:ext cx="78572" cy="32442"/>
            </a:xfrm>
            <a:custGeom>
              <a:avLst/>
              <a:gdLst/>
              <a:ahLst/>
              <a:cxnLst/>
              <a:rect l="l" t="t" r="r" b="b"/>
              <a:pathLst>
                <a:path w="373" h="154" extrusionOk="0">
                  <a:moveTo>
                    <a:pt x="332" y="0"/>
                  </a:moveTo>
                  <a:cubicBezTo>
                    <a:pt x="321" y="27"/>
                    <a:pt x="313" y="37"/>
                    <a:pt x="299" y="37"/>
                  </a:cubicBezTo>
                  <a:cubicBezTo>
                    <a:pt x="287" y="37"/>
                    <a:pt x="270" y="29"/>
                    <a:pt x="242" y="20"/>
                  </a:cubicBezTo>
                  <a:cubicBezTo>
                    <a:pt x="217" y="10"/>
                    <a:pt x="187" y="3"/>
                    <a:pt x="155" y="3"/>
                  </a:cubicBezTo>
                  <a:cubicBezTo>
                    <a:pt x="124" y="3"/>
                    <a:pt x="91" y="10"/>
                    <a:pt x="61" y="30"/>
                  </a:cubicBezTo>
                  <a:cubicBezTo>
                    <a:pt x="1" y="80"/>
                    <a:pt x="111" y="151"/>
                    <a:pt x="141" y="151"/>
                  </a:cubicBezTo>
                  <a:cubicBezTo>
                    <a:pt x="149" y="152"/>
                    <a:pt x="156" y="153"/>
                    <a:pt x="164" y="153"/>
                  </a:cubicBezTo>
                  <a:cubicBezTo>
                    <a:pt x="196" y="153"/>
                    <a:pt x="229" y="137"/>
                    <a:pt x="262" y="120"/>
                  </a:cubicBezTo>
                  <a:cubicBezTo>
                    <a:pt x="272" y="115"/>
                    <a:pt x="287" y="110"/>
                    <a:pt x="299" y="110"/>
                  </a:cubicBezTo>
                  <a:cubicBezTo>
                    <a:pt x="312" y="110"/>
                    <a:pt x="322" y="115"/>
                    <a:pt x="322" y="130"/>
                  </a:cubicBezTo>
                  <a:cubicBezTo>
                    <a:pt x="322" y="131"/>
                    <a:pt x="322" y="131"/>
                    <a:pt x="322" y="131"/>
                  </a:cubicBezTo>
                  <a:cubicBezTo>
                    <a:pt x="327" y="131"/>
                    <a:pt x="372" y="40"/>
                    <a:pt x="372" y="40"/>
                  </a:cubicBezTo>
                  <a:lnTo>
                    <a:pt x="332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8" name="Google Shape;16838;p54">
              <a:extLst>
                <a:ext uri="{FF2B5EF4-FFF2-40B4-BE49-F238E27FC236}">
                  <a16:creationId xmlns:a16="http://schemas.microsoft.com/office/drawing/2014/main" id="{6F3ACAED-82DE-52B3-0A01-0AB8A011ED74}"/>
                </a:ext>
              </a:extLst>
            </p:cNvPr>
            <p:cNvSpPr/>
            <p:nvPr/>
          </p:nvSpPr>
          <p:spPr>
            <a:xfrm>
              <a:off x="3838500" y="4110463"/>
              <a:ext cx="34125" cy="101750"/>
            </a:xfrm>
            <a:custGeom>
              <a:avLst/>
              <a:gdLst/>
              <a:ahLst/>
              <a:cxnLst/>
              <a:rect l="l" t="t" r="r" b="b"/>
              <a:pathLst>
                <a:path w="162" h="483" extrusionOk="0">
                  <a:moveTo>
                    <a:pt x="81" y="1"/>
                  </a:moveTo>
                  <a:cubicBezTo>
                    <a:pt x="111" y="51"/>
                    <a:pt x="11" y="101"/>
                    <a:pt x="1" y="181"/>
                  </a:cubicBezTo>
                  <a:cubicBezTo>
                    <a:pt x="1" y="272"/>
                    <a:pt x="91" y="282"/>
                    <a:pt x="61" y="352"/>
                  </a:cubicBezTo>
                  <a:cubicBezTo>
                    <a:pt x="31" y="402"/>
                    <a:pt x="101" y="422"/>
                    <a:pt x="121" y="482"/>
                  </a:cubicBezTo>
                  <a:lnTo>
                    <a:pt x="121" y="472"/>
                  </a:lnTo>
                  <a:cubicBezTo>
                    <a:pt x="131" y="412"/>
                    <a:pt x="121" y="352"/>
                    <a:pt x="121" y="322"/>
                  </a:cubicBezTo>
                  <a:cubicBezTo>
                    <a:pt x="131" y="302"/>
                    <a:pt x="131" y="292"/>
                    <a:pt x="141" y="282"/>
                  </a:cubicBezTo>
                  <a:cubicBezTo>
                    <a:pt x="141" y="272"/>
                    <a:pt x="141" y="242"/>
                    <a:pt x="151" y="222"/>
                  </a:cubicBezTo>
                  <a:cubicBezTo>
                    <a:pt x="161" y="201"/>
                    <a:pt x="121" y="61"/>
                    <a:pt x="101" y="21"/>
                  </a:cubicBezTo>
                  <a:lnTo>
                    <a:pt x="81" y="1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9" name="Google Shape;16839;p54">
              <a:extLst>
                <a:ext uri="{FF2B5EF4-FFF2-40B4-BE49-F238E27FC236}">
                  <a16:creationId xmlns:a16="http://schemas.microsoft.com/office/drawing/2014/main" id="{B5D5B8D1-9CE5-A426-3EE2-6DE22D8E49D3}"/>
                </a:ext>
              </a:extLst>
            </p:cNvPr>
            <p:cNvSpPr/>
            <p:nvPr/>
          </p:nvSpPr>
          <p:spPr>
            <a:xfrm>
              <a:off x="3868202" y="4159126"/>
              <a:ext cx="2317" cy="8637"/>
            </a:xfrm>
            <a:custGeom>
              <a:avLst/>
              <a:gdLst/>
              <a:ahLst/>
              <a:cxnLst/>
              <a:rect l="l" t="t" r="r" b="b"/>
              <a:pathLst>
                <a:path w="11" h="41" extrusionOk="0">
                  <a:moveTo>
                    <a:pt x="0" y="41"/>
                  </a:moveTo>
                  <a:lnTo>
                    <a:pt x="0" y="41"/>
                  </a:lnTo>
                  <a:cubicBezTo>
                    <a:pt x="0" y="41"/>
                    <a:pt x="0" y="41"/>
                    <a:pt x="0" y="41"/>
                  </a:cubicBezTo>
                  <a:lnTo>
                    <a:pt x="0" y="41"/>
                  </a:lnTo>
                  <a:lnTo>
                    <a:pt x="10" y="1"/>
                  </a:lnTo>
                  <a:lnTo>
                    <a:pt x="0" y="41"/>
                  </a:lnTo>
                  <a:close/>
                  <a:moveTo>
                    <a:pt x="10" y="1"/>
                  </a:moveTo>
                  <a:lnTo>
                    <a:pt x="10" y="1"/>
                  </a:lnTo>
                  <a:lnTo>
                    <a:pt x="10" y="1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0" name="Google Shape;16840;p54">
              <a:extLst>
                <a:ext uri="{FF2B5EF4-FFF2-40B4-BE49-F238E27FC236}">
                  <a16:creationId xmlns:a16="http://schemas.microsoft.com/office/drawing/2014/main" id="{1DC1794F-E15C-C346-A7C1-BB64F494EEE6}"/>
                </a:ext>
              </a:extLst>
            </p:cNvPr>
            <p:cNvSpPr/>
            <p:nvPr/>
          </p:nvSpPr>
          <p:spPr>
            <a:xfrm>
              <a:off x="3861672" y="4157019"/>
              <a:ext cx="8847" cy="10744"/>
            </a:xfrm>
            <a:custGeom>
              <a:avLst/>
              <a:gdLst/>
              <a:ahLst/>
              <a:cxnLst/>
              <a:rect l="l" t="t" r="r" b="b"/>
              <a:pathLst>
                <a:path w="42" h="51" extrusionOk="0">
                  <a:moveTo>
                    <a:pt x="11" y="1"/>
                  </a:moveTo>
                  <a:lnTo>
                    <a:pt x="1" y="21"/>
                  </a:lnTo>
                  <a:lnTo>
                    <a:pt x="11" y="21"/>
                  </a:lnTo>
                  <a:lnTo>
                    <a:pt x="11" y="11"/>
                  </a:lnTo>
                  <a:lnTo>
                    <a:pt x="41" y="11"/>
                  </a:lnTo>
                  <a:lnTo>
                    <a:pt x="11" y="1"/>
                  </a:lnTo>
                  <a:close/>
                  <a:moveTo>
                    <a:pt x="1" y="21"/>
                  </a:moveTo>
                  <a:lnTo>
                    <a:pt x="1" y="41"/>
                  </a:lnTo>
                  <a:lnTo>
                    <a:pt x="11" y="31"/>
                  </a:lnTo>
                  <a:lnTo>
                    <a:pt x="1" y="21"/>
                  </a:lnTo>
                  <a:close/>
                  <a:moveTo>
                    <a:pt x="1" y="41"/>
                  </a:moveTo>
                  <a:lnTo>
                    <a:pt x="1" y="51"/>
                  </a:lnTo>
                  <a:lnTo>
                    <a:pt x="31" y="51"/>
                  </a:lnTo>
                  <a:lnTo>
                    <a:pt x="1" y="41"/>
                  </a:lnTo>
                  <a:close/>
                </a:path>
              </a:pathLst>
            </a:custGeom>
            <a:solidFill>
              <a:srgbClr val="515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1" name="Google Shape;16841;p54">
              <a:extLst>
                <a:ext uri="{FF2B5EF4-FFF2-40B4-BE49-F238E27FC236}">
                  <a16:creationId xmlns:a16="http://schemas.microsoft.com/office/drawing/2014/main" id="{5FD17FFA-C58A-BAB9-3858-C84E8F7CC823}"/>
                </a:ext>
              </a:extLst>
            </p:cNvPr>
            <p:cNvSpPr/>
            <p:nvPr/>
          </p:nvSpPr>
          <p:spPr>
            <a:xfrm>
              <a:off x="3861672" y="4159126"/>
              <a:ext cx="8847" cy="8637"/>
            </a:xfrm>
            <a:custGeom>
              <a:avLst/>
              <a:gdLst/>
              <a:ahLst/>
              <a:cxnLst/>
              <a:rect l="l" t="t" r="r" b="b"/>
              <a:pathLst>
                <a:path w="42" h="41" extrusionOk="0">
                  <a:moveTo>
                    <a:pt x="11" y="1"/>
                  </a:moveTo>
                  <a:lnTo>
                    <a:pt x="1" y="31"/>
                  </a:lnTo>
                  <a:lnTo>
                    <a:pt x="31" y="4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2" name="Google Shape;16842;p54">
              <a:extLst>
                <a:ext uri="{FF2B5EF4-FFF2-40B4-BE49-F238E27FC236}">
                  <a16:creationId xmlns:a16="http://schemas.microsoft.com/office/drawing/2014/main" id="{DC5DA014-682F-2A06-B3F8-D23C7E231D37}"/>
                </a:ext>
              </a:extLst>
            </p:cNvPr>
            <p:cNvSpPr/>
            <p:nvPr/>
          </p:nvSpPr>
          <p:spPr>
            <a:xfrm>
              <a:off x="3863779" y="4159126"/>
              <a:ext cx="4634" cy="2317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"/>
                  </a:moveTo>
                  <a:lnTo>
                    <a:pt x="11" y="11"/>
                  </a:lnTo>
                  <a:lnTo>
                    <a:pt x="21" y="1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3" name="Google Shape;16843;p54">
              <a:extLst>
                <a:ext uri="{FF2B5EF4-FFF2-40B4-BE49-F238E27FC236}">
                  <a16:creationId xmlns:a16="http://schemas.microsoft.com/office/drawing/2014/main" id="{BD32BBE9-AB31-B361-5755-D2FBBFC0C932}"/>
                </a:ext>
              </a:extLst>
            </p:cNvPr>
            <p:cNvSpPr/>
            <p:nvPr/>
          </p:nvSpPr>
          <p:spPr>
            <a:xfrm>
              <a:off x="3861672" y="4161233"/>
              <a:ext cx="211" cy="21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893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4" name="Google Shape;16844;p54">
              <a:extLst>
                <a:ext uri="{FF2B5EF4-FFF2-40B4-BE49-F238E27FC236}">
                  <a16:creationId xmlns:a16="http://schemas.microsoft.com/office/drawing/2014/main" id="{9FB7F4FA-83E4-4D5F-B961-FAB3A949E4FC}"/>
                </a:ext>
              </a:extLst>
            </p:cNvPr>
            <p:cNvSpPr/>
            <p:nvPr/>
          </p:nvSpPr>
          <p:spPr>
            <a:xfrm>
              <a:off x="3861672" y="4161233"/>
              <a:ext cx="2317" cy="2317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" y="1"/>
                  </a:moveTo>
                  <a:lnTo>
                    <a:pt x="11" y="1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A29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5" name="Google Shape;16845;p54">
              <a:extLst>
                <a:ext uri="{FF2B5EF4-FFF2-40B4-BE49-F238E27FC236}">
                  <a16:creationId xmlns:a16="http://schemas.microsoft.com/office/drawing/2014/main" id="{7BA3D8AA-CE3F-8B38-4806-88EA944343A8}"/>
                </a:ext>
              </a:extLst>
            </p:cNvPr>
            <p:cNvSpPr/>
            <p:nvPr/>
          </p:nvSpPr>
          <p:spPr>
            <a:xfrm>
              <a:off x="3863779" y="4161233"/>
              <a:ext cx="211" cy="2317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lnTo>
                    <a:pt x="1" y="1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6" name="Google Shape;16846;p54">
              <a:extLst>
                <a:ext uri="{FF2B5EF4-FFF2-40B4-BE49-F238E27FC236}">
                  <a16:creationId xmlns:a16="http://schemas.microsoft.com/office/drawing/2014/main" id="{1B1AC499-F4EC-0BE9-6BBE-893C8024313D}"/>
                </a:ext>
              </a:extLst>
            </p:cNvPr>
            <p:cNvSpPr/>
            <p:nvPr/>
          </p:nvSpPr>
          <p:spPr>
            <a:xfrm>
              <a:off x="3791946" y="4118889"/>
              <a:ext cx="34125" cy="118603"/>
            </a:xfrm>
            <a:custGeom>
              <a:avLst/>
              <a:gdLst/>
              <a:ahLst/>
              <a:cxnLst/>
              <a:rect l="l" t="t" r="r" b="b"/>
              <a:pathLst>
                <a:path w="162" h="563" extrusionOk="0">
                  <a:moveTo>
                    <a:pt x="31" y="1"/>
                  </a:moveTo>
                  <a:cubicBezTo>
                    <a:pt x="21" y="21"/>
                    <a:pt x="21" y="41"/>
                    <a:pt x="21" y="51"/>
                  </a:cubicBezTo>
                  <a:cubicBezTo>
                    <a:pt x="11" y="101"/>
                    <a:pt x="11" y="151"/>
                    <a:pt x="11" y="182"/>
                  </a:cubicBezTo>
                  <a:cubicBezTo>
                    <a:pt x="1" y="202"/>
                    <a:pt x="21" y="202"/>
                    <a:pt x="21" y="222"/>
                  </a:cubicBezTo>
                  <a:cubicBezTo>
                    <a:pt x="21" y="242"/>
                    <a:pt x="21" y="242"/>
                    <a:pt x="21" y="272"/>
                  </a:cubicBezTo>
                  <a:cubicBezTo>
                    <a:pt x="31" y="292"/>
                    <a:pt x="31" y="382"/>
                    <a:pt x="51" y="422"/>
                  </a:cubicBezTo>
                  <a:cubicBezTo>
                    <a:pt x="71" y="472"/>
                    <a:pt x="71" y="523"/>
                    <a:pt x="91" y="553"/>
                  </a:cubicBezTo>
                  <a:lnTo>
                    <a:pt x="101" y="563"/>
                  </a:lnTo>
                  <a:cubicBezTo>
                    <a:pt x="61" y="442"/>
                    <a:pt x="111" y="422"/>
                    <a:pt x="131" y="362"/>
                  </a:cubicBezTo>
                  <a:cubicBezTo>
                    <a:pt x="151" y="302"/>
                    <a:pt x="91" y="322"/>
                    <a:pt x="141" y="212"/>
                  </a:cubicBezTo>
                  <a:cubicBezTo>
                    <a:pt x="161" y="141"/>
                    <a:pt x="121" y="111"/>
                    <a:pt x="71" y="61"/>
                  </a:cubicBezTo>
                  <a:cubicBezTo>
                    <a:pt x="51" y="41"/>
                    <a:pt x="41" y="31"/>
                    <a:pt x="31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7" name="Google Shape;16847;p54">
              <a:extLst>
                <a:ext uri="{FF2B5EF4-FFF2-40B4-BE49-F238E27FC236}">
                  <a16:creationId xmlns:a16="http://schemas.microsoft.com/office/drawing/2014/main" id="{C2568EE6-38D4-F82C-DC32-8B733C6C283E}"/>
                </a:ext>
              </a:extLst>
            </p:cNvPr>
            <p:cNvSpPr/>
            <p:nvPr/>
          </p:nvSpPr>
          <p:spPr>
            <a:xfrm>
              <a:off x="3796159" y="4165446"/>
              <a:ext cx="211" cy="4424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ubicBezTo>
                    <a:pt x="1" y="21"/>
                    <a:pt x="1" y="21"/>
                    <a:pt x="1" y="21"/>
                  </a:cubicBezTo>
                  <a:close/>
                </a:path>
              </a:pathLst>
            </a:custGeom>
            <a:solidFill>
              <a:srgbClr val="E3D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8" name="Google Shape;16848;p54">
              <a:extLst>
                <a:ext uri="{FF2B5EF4-FFF2-40B4-BE49-F238E27FC236}">
                  <a16:creationId xmlns:a16="http://schemas.microsoft.com/office/drawing/2014/main" id="{93B9AF51-9040-046A-DEAE-2F6A9C3DDA9B}"/>
                </a:ext>
              </a:extLst>
            </p:cNvPr>
            <p:cNvSpPr/>
            <p:nvPr/>
          </p:nvSpPr>
          <p:spPr>
            <a:xfrm>
              <a:off x="3794053" y="4161233"/>
              <a:ext cx="2317" cy="4424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1" y="2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1" y="21"/>
                  </a:lnTo>
                  <a:close/>
                </a:path>
              </a:pathLst>
            </a:custGeom>
            <a:solidFill>
              <a:srgbClr val="E3D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9" name="Google Shape;16849;p54">
              <a:extLst>
                <a:ext uri="{FF2B5EF4-FFF2-40B4-BE49-F238E27FC236}">
                  <a16:creationId xmlns:a16="http://schemas.microsoft.com/office/drawing/2014/main" id="{7D1B2D19-E771-E421-D134-75C757AFA715}"/>
                </a:ext>
              </a:extLst>
            </p:cNvPr>
            <p:cNvSpPr/>
            <p:nvPr/>
          </p:nvSpPr>
          <p:spPr>
            <a:xfrm>
              <a:off x="3802690" y="4161233"/>
              <a:ext cx="4424" cy="8637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0" y="1"/>
                  </a:moveTo>
                  <a:cubicBezTo>
                    <a:pt x="10" y="11"/>
                    <a:pt x="10" y="31"/>
                    <a:pt x="0" y="41"/>
                  </a:cubicBezTo>
                  <a:lnTo>
                    <a:pt x="10" y="41"/>
                  </a:lnTo>
                  <a:cubicBezTo>
                    <a:pt x="20" y="31"/>
                    <a:pt x="10" y="11"/>
                    <a:pt x="0" y="1"/>
                  </a:cubicBezTo>
                  <a:close/>
                </a:path>
              </a:pathLst>
            </a:custGeom>
            <a:solidFill>
              <a:srgbClr val="515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0" name="Google Shape;16850;p54">
              <a:extLst>
                <a:ext uri="{FF2B5EF4-FFF2-40B4-BE49-F238E27FC236}">
                  <a16:creationId xmlns:a16="http://schemas.microsoft.com/office/drawing/2014/main" id="{D500608B-1F13-5144-5BB8-BE4F0BA70F5E}"/>
                </a:ext>
              </a:extLst>
            </p:cNvPr>
            <p:cNvSpPr/>
            <p:nvPr/>
          </p:nvSpPr>
          <p:spPr>
            <a:xfrm>
              <a:off x="3794053" y="4161233"/>
              <a:ext cx="10954" cy="8637"/>
            </a:xfrm>
            <a:custGeom>
              <a:avLst/>
              <a:gdLst/>
              <a:ahLst/>
              <a:cxnLst/>
              <a:rect l="l" t="t" r="r" b="b"/>
              <a:pathLst>
                <a:path w="52" h="41" extrusionOk="0">
                  <a:moveTo>
                    <a:pt x="1" y="1"/>
                  </a:moveTo>
                  <a:lnTo>
                    <a:pt x="11" y="21"/>
                  </a:lnTo>
                  <a:lnTo>
                    <a:pt x="11" y="41"/>
                  </a:lnTo>
                  <a:lnTo>
                    <a:pt x="41" y="41"/>
                  </a:lnTo>
                  <a:cubicBezTo>
                    <a:pt x="51" y="31"/>
                    <a:pt x="51" y="11"/>
                    <a:pt x="41" y="1"/>
                  </a:cubicBez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1" name="Google Shape;16851;p54">
              <a:extLst>
                <a:ext uri="{FF2B5EF4-FFF2-40B4-BE49-F238E27FC236}">
                  <a16:creationId xmlns:a16="http://schemas.microsoft.com/office/drawing/2014/main" id="{EAE8FF79-25CF-9FCC-75F4-699E4E7B7676}"/>
                </a:ext>
              </a:extLst>
            </p:cNvPr>
            <p:cNvSpPr/>
            <p:nvPr/>
          </p:nvSpPr>
          <p:spPr>
            <a:xfrm>
              <a:off x="3798477" y="4161233"/>
              <a:ext cx="4424" cy="4424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21"/>
                  </a:moveTo>
                  <a:lnTo>
                    <a:pt x="10" y="11"/>
                  </a:lnTo>
                  <a:lnTo>
                    <a:pt x="0" y="1"/>
                  </a:lnTo>
                  <a:lnTo>
                    <a:pt x="10" y="11"/>
                  </a:lnTo>
                  <a:lnTo>
                    <a:pt x="20" y="21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2" name="Google Shape;16852;p54">
              <a:extLst>
                <a:ext uri="{FF2B5EF4-FFF2-40B4-BE49-F238E27FC236}">
                  <a16:creationId xmlns:a16="http://schemas.microsoft.com/office/drawing/2014/main" id="{1960B0E6-98EC-263D-14A2-256241352ABA}"/>
                </a:ext>
              </a:extLst>
            </p:cNvPr>
            <p:cNvSpPr/>
            <p:nvPr/>
          </p:nvSpPr>
          <p:spPr>
            <a:xfrm>
              <a:off x="3796159" y="4165446"/>
              <a:ext cx="2528" cy="211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1" y="1"/>
                  </a:lnTo>
                  <a:lnTo>
                    <a:pt x="1" y="1"/>
                  </a:lnTo>
                  <a:lnTo>
                    <a:pt x="11" y="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3" name="Google Shape;16853;p54">
              <a:extLst>
                <a:ext uri="{FF2B5EF4-FFF2-40B4-BE49-F238E27FC236}">
                  <a16:creationId xmlns:a16="http://schemas.microsoft.com/office/drawing/2014/main" id="{7E545AC1-5C8A-F68D-802A-51C1A109C29A}"/>
                </a:ext>
              </a:extLst>
            </p:cNvPr>
            <p:cNvSpPr/>
            <p:nvPr/>
          </p:nvSpPr>
          <p:spPr>
            <a:xfrm>
              <a:off x="3872415" y="4129633"/>
              <a:ext cx="48660" cy="25490"/>
            </a:xfrm>
            <a:custGeom>
              <a:avLst/>
              <a:gdLst/>
              <a:ahLst/>
              <a:cxnLst/>
              <a:rect l="l" t="t" r="r" b="b"/>
              <a:pathLst>
                <a:path w="231" h="121" extrusionOk="0">
                  <a:moveTo>
                    <a:pt x="151" y="0"/>
                  </a:moveTo>
                  <a:cubicBezTo>
                    <a:pt x="130" y="0"/>
                    <a:pt x="90" y="10"/>
                    <a:pt x="70" y="20"/>
                  </a:cubicBezTo>
                  <a:cubicBezTo>
                    <a:pt x="40" y="30"/>
                    <a:pt x="10" y="30"/>
                    <a:pt x="40" y="30"/>
                  </a:cubicBezTo>
                  <a:cubicBezTo>
                    <a:pt x="70" y="30"/>
                    <a:pt x="60" y="40"/>
                    <a:pt x="30" y="40"/>
                  </a:cubicBezTo>
                  <a:cubicBezTo>
                    <a:pt x="10" y="50"/>
                    <a:pt x="0" y="60"/>
                    <a:pt x="40" y="60"/>
                  </a:cubicBezTo>
                  <a:cubicBezTo>
                    <a:pt x="80" y="60"/>
                    <a:pt x="90" y="70"/>
                    <a:pt x="70" y="70"/>
                  </a:cubicBezTo>
                  <a:lnTo>
                    <a:pt x="30" y="70"/>
                  </a:lnTo>
                  <a:cubicBezTo>
                    <a:pt x="40" y="80"/>
                    <a:pt x="100" y="120"/>
                    <a:pt x="141" y="120"/>
                  </a:cubicBezTo>
                  <a:cubicBezTo>
                    <a:pt x="181" y="120"/>
                    <a:pt x="221" y="70"/>
                    <a:pt x="231" y="50"/>
                  </a:cubicBezTo>
                  <a:cubicBezTo>
                    <a:pt x="231" y="30"/>
                    <a:pt x="191" y="10"/>
                    <a:pt x="1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4" name="Google Shape;16854;p54">
              <a:extLst>
                <a:ext uri="{FF2B5EF4-FFF2-40B4-BE49-F238E27FC236}">
                  <a16:creationId xmlns:a16="http://schemas.microsoft.com/office/drawing/2014/main" id="{0682B805-4BFE-F339-EB6A-55C40ED9BD5D}"/>
                </a:ext>
              </a:extLst>
            </p:cNvPr>
            <p:cNvSpPr/>
            <p:nvPr/>
          </p:nvSpPr>
          <p:spPr>
            <a:xfrm>
              <a:off x="3737177" y="4129633"/>
              <a:ext cx="54980" cy="26333"/>
            </a:xfrm>
            <a:custGeom>
              <a:avLst/>
              <a:gdLst/>
              <a:ahLst/>
              <a:cxnLst/>
              <a:rect l="l" t="t" r="r" b="b"/>
              <a:pathLst>
                <a:path w="261" h="125" extrusionOk="0">
                  <a:moveTo>
                    <a:pt x="100" y="0"/>
                  </a:moveTo>
                  <a:cubicBezTo>
                    <a:pt x="50" y="0"/>
                    <a:pt x="20" y="20"/>
                    <a:pt x="10" y="40"/>
                  </a:cubicBezTo>
                  <a:cubicBezTo>
                    <a:pt x="0" y="70"/>
                    <a:pt x="40" y="110"/>
                    <a:pt x="90" y="120"/>
                  </a:cubicBezTo>
                  <a:cubicBezTo>
                    <a:pt x="96" y="123"/>
                    <a:pt x="102" y="125"/>
                    <a:pt x="108" y="125"/>
                  </a:cubicBezTo>
                  <a:cubicBezTo>
                    <a:pt x="122" y="125"/>
                    <a:pt x="136" y="118"/>
                    <a:pt x="151" y="110"/>
                  </a:cubicBezTo>
                  <a:cubicBezTo>
                    <a:pt x="171" y="110"/>
                    <a:pt x="181" y="100"/>
                    <a:pt x="201" y="90"/>
                  </a:cubicBezTo>
                  <a:cubicBezTo>
                    <a:pt x="241" y="70"/>
                    <a:pt x="261" y="80"/>
                    <a:pt x="261" y="70"/>
                  </a:cubicBezTo>
                  <a:cubicBezTo>
                    <a:pt x="251" y="70"/>
                    <a:pt x="231" y="60"/>
                    <a:pt x="201" y="60"/>
                  </a:cubicBezTo>
                  <a:lnTo>
                    <a:pt x="221" y="60"/>
                  </a:lnTo>
                  <a:cubicBezTo>
                    <a:pt x="245" y="60"/>
                    <a:pt x="250" y="47"/>
                    <a:pt x="240" y="47"/>
                  </a:cubicBezTo>
                  <a:cubicBezTo>
                    <a:pt x="238" y="47"/>
                    <a:pt x="235" y="48"/>
                    <a:pt x="231" y="50"/>
                  </a:cubicBezTo>
                  <a:cubicBezTo>
                    <a:pt x="221" y="50"/>
                    <a:pt x="191" y="50"/>
                    <a:pt x="211" y="40"/>
                  </a:cubicBezTo>
                  <a:cubicBezTo>
                    <a:pt x="221" y="40"/>
                    <a:pt x="261" y="40"/>
                    <a:pt x="241" y="30"/>
                  </a:cubicBezTo>
                  <a:cubicBezTo>
                    <a:pt x="221" y="20"/>
                    <a:pt x="201" y="20"/>
                    <a:pt x="171" y="10"/>
                  </a:cubicBezTo>
                  <a:cubicBezTo>
                    <a:pt x="151" y="0"/>
                    <a:pt x="121" y="0"/>
                    <a:pt x="1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5" name="Google Shape;16855;p54">
              <a:extLst>
                <a:ext uri="{FF2B5EF4-FFF2-40B4-BE49-F238E27FC236}">
                  <a16:creationId xmlns:a16="http://schemas.microsoft.com/office/drawing/2014/main" id="{03EDF6FD-1F90-A9AA-C94D-6902A7CEACC7}"/>
                </a:ext>
              </a:extLst>
            </p:cNvPr>
            <p:cNvSpPr/>
            <p:nvPr/>
          </p:nvSpPr>
          <p:spPr>
            <a:xfrm>
              <a:off x="3874522" y="4129633"/>
              <a:ext cx="27595" cy="10744"/>
            </a:xfrm>
            <a:custGeom>
              <a:avLst/>
              <a:gdLst/>
              <a:ahLst/>
              <a:cxnLst/>
              <a:rect l="l" t="t" r="r" b="b"/>
              <a:pathLst>
                <a:path w="131" h="51" extrusionOk="0">
                  <a:moveTo>
                    <a:pt x="0" y="50"/>
                  </a:moveTo>
                  <a:cubicBezTo>
                    <a:pt x="0" y="50"/>
                    <a:pt x="10" y="50"/>
                    <a:pt x="20" y="40"/>
                  </a:cubicBezTo>
                  <a:cubicBezTo>
                    <a:pt x="10" y="50"/>
                    <a:pt x="0" y="50"/>
                    <a:pt x="0" y="50"/>
                  </a:cubicBezTo>
                  <a:close/>
                  <a:moveTo>
                    <a:pt x="50" y="40"/>
                  </a:moveTo>
                  <a:cubicBezTo>
                    <a:pt x="50" y="40"/>
                    <a:pt x="40" y="30"/>
                    <a:pt x="30" y="30"/>
                  </a:cubicBezTo>
                  <a:cubicBezTo>
                    <a:pt x="0" y="30"/>
                    <a:pt x="30" y="30"/>
                    <a:pt x="60" y="20"/>
                  </a:cubicBezTo>
                  <a:cubicBezTo>
                    <a:pt x="80" y="10"/>
                    <a:pt x="110" y="0"/>
                    <a:pt x="131" y="0"/>
                  </a:cubicBezTo>
                  <a:lnTo>
                    <a:pt x="131" y="0"/>
                  </a:lnTo>
                  <a:cubicBezTo>
                    <a:pt x="110" y="0"/>
                    <a:pt x="80" y="10"/>
                    <a:pt x="60" y="20"/>
                  </a:cubicBezTo>
                  <a:cubicBezTo>
                    <a:pt x="30" y="30"/>
                    <a:pt x="0" y="30"/>
                    <a:pt x="30" y="30"/>
                  </a:cubicBezTo>
                  <a:cubicBezTo>
                    <a:pt x="40" y="30"/>
                    <a:pt x="50" y="40"/>
                    <a:pt x="50" y="40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6" name="Google Shape;16856;p54">
              <a:extLst>
                <a:ext uri="{FF2B5EF4-FFF2-40B4-BE49-F238E27FC236}">
                  <a16:creationId xmlns:a16="http://schemas.microsoft.com/office/drawing/2014/main" id="{BBB1DE36-98D8-9D06-8A1C-B743E74D1B51}"/>
                </a:ext>
              </a:extLst>
            </p:cNvPr>
            <p:cNvSpPr/>
            <p:nvPr/>
          </p:nvSpPr>
          <p:spPr>
            <a:xfrm>
              <a:off x="3874522" y="4129633"/>
              <a:ext cx="46554" cy="14957"/>
            </a:xfrm>
            <a:custGeom>
              <a:avLst/>
              <a:gdLst/>
              <a:ahLst/>
              <a:cxnLst/>
              <a:rect l="l" t="t" r="r" b="b"/>
              <a:pathLst>
                <a:path w="221" h="71" extrusionOk="0">
                  <a:moveTo>
                    <a:pt x="131" y="0"/>
                  </a:moveTo>
                  <a:cubicBezTo>
                    <a:pt x="110" y="0"/>
                    <a:pt x="80" y="10"/>
                    <a:pt x="60" y="20"/>
                  </a:cubicBezTo>
                  <a:cubicBezTo>
                    <a:pt x="30" y="30"/>
                    <a:pt x="0" y="30"/>
                    <a:pt x="30" y="30"/>
                  </a:cubicBezTo>
                  <a:cubicBezTo>
                    <a:pt x="40" y="30"/>
                    <a:pt x="50" y="40"/>
                    <a:pt x="50" y="40"/>
                  </a:cubicBezTo>
                  <a:lnTo>
                    <a:pt x="20" y="40"/>
                  </a:lnTo>
                  <a:cubicBezTo>
                    <a:pt x="10" y="50"/>
                    <a:pt x="0" y="50"/>
                    <a:pt x="0" y="50"/>
                  </a:cubicBezTo>
                  <a:cubicBezTo>
                    <a:pt x="0" y="50"/>
                    <a:pt x="10" y="60"/>
                    <a:pt x="30" y="60"/>
                  </a:cubicBezTo>
                  <a:cubicBezTo>
                    <a:pt x="50" y="50"/>
                    <a:pt x="70" y="50"/>
                    <a:pt x="100" y="40"/>
                  </a:cubicBezTo>
                  <a:lnTo>
                    <a:pt x="131" y="40"/>
                  </a:lnTo>
                  <a:cubicBezTo>
                    <a:pt x="171" y="40"/>
                    <a:pt x="211" y="60"/>
                    <a:pt x="201" y="70"/>
                  </a:cubicBezTo>
                  <a:lnTo>
                    <a:pt x="221" y="50"/>
                  </a:lnTo>
                  <a:cubicBezTo>
                    <a:pt x="221" y="30"/>
                    <a:pt x="171" y="10"/>
                    <a:pt x="141" y="0"/>
                  </a:cubicBezTo>
                  <a:close/>
                </a:path>
              </a:pathLst>
            </a:custGeom>
            <a:solidFill>
              <a:srgbClr val="7855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7" name="Google Shape;16857;p54">
              <a:extLst>
                <a:ext uri="{FF2B5EF4-FFF2-40B4-BE49-F238E27FC236}">
                  <a16:creationId xmlns:a16="http://schemas.microsoft.com/office/drawing/2014/main" id="{749410A9-098D-BC3C-DD97-1B4C918BE22E}"/>
                </a:ext>
              </a:extLst>
            </p:cNvPr>
            <p:cNvSpPr/>
            <p:nvPr/>
          </p:nvSpPr>
          <p:spPr>
            <a:xfrm>
              <a:off x="3739283" y="4129633"/>
              <a:ext cx="48660" cy="14957"/>
            </a:xfrm>
            <a:custGeom>
              <a:avLst/>
              <a:gdLst/>
              <a:ahLst/>
              <a:cxnLst/>
              <a:rect l="l" t="t" r="r" b="b"/>
              <a:pathLst>
                <a:path w="231" h="71" extrusionOk="0">
                  <a:moveTo>
                    <a:pt x="90" y="0"/>
                  </a:moveTo>
                  <a:cubicBezTo>
                    <a:pt x="40" y="0"/>
                    <a:pt x="10" y="20"/>
                    <a:pt x="0" y="40"/>
                  </a:cubicBezTo>
                  <a:lnTo>
                    <a:pt x="0" y="70"/>
                  </a:lnTo>
                  <a:cubicBezTo>
                    <a:pt x="20" y="50"/>
                    <a:pt x="50" y="30"/>
                    <a:pt x="90" y="30"/>
                  </a:cubicBezTo>
                  <a:cubicBezTo>
                    <a:pt x="111" y="30"/>
                    <a:pt x="141" y="40"/>
                    <a:pt x="171" y="50"/>
                  </a:cubicBezTo>
                  <a:lnTo>
                    <a:pt x="201" y="50"/>
                  </a:lnTo>
                  <a:cubicBezTo>
                    <a:pt x="191" y="50"/>
                    <a:pt x="181" y="50"/>
                    <a:pt x="201" y="40"/>
                  </a:cubicBezTo>
                  <a:cubicBezTo>
                    <a:pt x="211" y="40"/>
                    <a:pt x="231" y="40"/>
                    <a:pt x="231" y="30"/>
                  </a:cubicBezTo>
                  <a:cubicBezTo>
                    <a:pt x="211" y="20"/>
                    <a:pt x="191" y="20"/>
                    <a:pt x="161" y="10"/>
                  </a:cubicBezTo>
                  <a:cubicBezTo>
                    <a:pt x="161" y="10"/>
                    <a:pt x="151" y="10"/>
                    <a:pt x="151" y="0"/>
                  </a:cubicBezTo>
                  <a:close/>
                </a:path>
              </a:pathLst>
            </a:custGeom>
            <a:solidFill>
              <a:srgbClr val="7855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8" name="Google Shape;16858;p54">
              <a:extLst>
                <a:ext uri="{FF2B5EF4-FFF2-40B4-BE49-F238E27FC236}">
                  <a16:creationId xmlns:a16="http://schemas.microsoft.com/office/drawing/2014/main" id="{C084B14A-A327-B25A-9A83-3B01C51D351A}"/>
                </a:ext>
              </a:extLst>
            </p:cNvPr>
            <p:cNvSpPr/>
            <p:nvPr/>
          </p:nvSpPr>
          <p:spPr>
            <a:xfrm>
              <a:off x="3853246" y="4110463"/>
              <a:ext cx="69936" cy="32021"/>
            </a:xfrm>
            <a:custGeom>
              <a:avLst/>
              <a:gdLst/>
              <a:ahLst/>
              <a:cxnLst/>
              <a:rect l="l" t="t" r="r" b="b"/>
              <a:pathLst>
                <a:path w="332" h="152" extrusionOk="0">
                  <a:moveTo>
                    <a:pt x="11" y="1"/>
                  </a:moveTo>
                  <a:lnTo>
                    <a:pt x="11" y="1"/>
                  </a:lnTo>
                  <a:cubicBezTo>
                    <a:pt x="21" y="21"/>
                    <a:pt x="11" y="31"/>
                    <a:pt x="1" y="51"/>
                  </a:cubicBezTo>
                  <a:cubicBezTo>
                    <a:pt x="33" y="107"/>
                    <a:pt x="52" y="124"/>
                    <a:pt x="88" y="124"/>
                  </a:cubicBezTo>
                  <a:cubicBezTo>
                    <a:pt x="98" y="124"/>
                    <a:pt x="109" y="123"/>
                    <a:pt x="121" y="121"/>
                  </a:cubicBezTo>
                  <a:cubicBezTo>
                    <a:pt x="121" y="121"/>
                    <a:pt x="141" y="111"/>
                    <a:pt x="161" y="111"/>
                  </a:cubicBezTo>
                  <a:cubicBezTo>
                    <a:pt x="181" y="101"/>
                    <a:pt x="221" y="91"/>
                    <a:pt x="242" y="91"/>
                  </a:cubicBezTo>
                  <a:cubicBezTo>
                    <a:pt x="272" y="101"/>
                    <a:pt x="302" y="111"/>
                    <a:pt x="312" y="131"/>
                  </a:cubicBezTo>
                  <a:lnTo>
                    <a:pt x="322" y="151"/>
                  </a:lnTo>
                  <a:cubicBezTo>
                    <a:pt x="332" y="131"/>
                    <a:pt x="322" y="121"/>
                    <a:pt x="312" y="111"/>
                  </a:cubicBezTo>
                  <a:cubicBezTo>
                    <a:pt x="282" y="86"/>
                    <a:pt x="252" y="79"/>
                    <a:pt x="223" y="79"/>
                  </a:cubicBezTo>
                  <a:cubicBezTo>
                    <a:pt x="194" y="79"/>
                    <a:pt x="166" y="86"/>
                    <a:pt x="141" y="91"/>
                  </a:cubicBezTo>
                  <a:cubicBezTo>
                    <a:pt x="118" y="100"/>
                    <a:pt x="103" y="108"/>
                    <a:pt x="91" y="108"/>
                  </a:cubicBezTo>
                  <a:cubicBezTo>
                    <a:pt x="77" y="108"/>
                    <a:pt x="67" y="98"/>
                    <a:pt x="51" y="71"/>
                  </a:cubicBezTo>
                  <a:cubicBezTo>
                    <a:pt x="41" y="51"/>
                    <a:pt x="31" y="31"/>
                    <a:pt x="31" y="21"/>
                  </a:cubicBezTo>
                  <a:lnTo>
                    <a:pt x="1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9" name="Google Shape;16859;p54">
              <a:extLst>
                <a:ext uri="{FF2B5EF4-FFF2-40B4-BE49-F238E27FC236}">
                  <a16:creationId xmlns:a16="http://schemas.microsoft.com/office/drawing/2014/main" id="{39872885-98F7-07E9-140A-153D1A0D70C9}"/>
                </a:ext>
              </a:extLst>
            </p:cNvPr>
            <p:cNvSpPr/>
            <p:nvPr/>
          </p:nvSpPr>
          <p:spPr>
            <a:xfrm>
              <a:off x="3756978" y="4351462"/>
              <a:ext cx="18327" cy="98379"/>
            </a:xfrm>
            <a:custGeom>
              <a:avLst/>
              <a:gdLst/>
              <a:ahLst/>
              <a:cxnLst/>
              <a:rect l="l" t="t" r="r" b="b"/>
              <a:pathLst>
                <a:path w="87" h="467" extrusionOk="0">
                  <a:moveTo>
                    <a:pt x="77" y="0"/>
                  </a:moveTo>
                  <a:cubicBezTo>
                    <a:pt x="27" y="0"/>
                    <a:pt x="27" y="151"/>
                    <a:pt x="16" y="241"/>
                  </a:cubicBezTo>
                  <a:cubicBezTo>
                    <a:pt x="6" y="331"/>
                    <a:pt x="6" y="321"/>
                    <a:pt x="6" y="381"/>
                  </a:cubicBezTo>
                  <a:cubicBezTo>
                    <a:pt x="0" y="420"/>
                    <a:pt x="14" y="466"/>
                    <a:pt x="35" y="466"/>
                  </a:cubicBezTo>
                  <a:cubicBezTo>
                    <a:pt x="48" y="466"/>
                    <a:pt x="62" y="451"/>
                    <a:pt x="77" y="412"/>
                  </a:cubicBezTo>
                  <a:cubicBezTo>
                    <a:pt x="87" y="341"/>
                    <a:pt x="57" y="311"/>
                    <a:pt x="57" y="201"/>
                  </a:cubicBezTo>
                  <a:cubicBezTo>
                    <a:pt x="67" y="91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0" name="Google Shape;16860;p54">
              <a:extLst>
                <a:ext uri="{FF2B5EF4-FFF2-40B4-BE49-F238E27FC236}">
                  <a16:creationId xmlns:a16="http://schemas.microsoft.com/office/drawing/2014/main" id="{EAB8E5FB-A005-3822-0A99-F6EA77395B94}"/>
                </a:ext>
              </a:extLst>
            </p:cNvPr>
            <p:cNvSpPr/>
            <p:nvPr/>
          </p:nvSpPr>
          <p:spPr>
            <a:xfrm>
              <a:off x="3747710" y="4490078"/>
              <a:ext cx="21276" cy="56036"/>
            </a:xfrm>
            <a:custGeom>
              <a:avLst/>
              <a:gdLst/>
              <a:ahLst/>
              <a:cxnLst/>
              <a:rect l="l" t="t" r="r" b="b"/>
              <a:pathLst>
                <a:path w="101" h="266" extrusionOk="0">
                  <a:moveTo>
                    <a:pt x="70" y="0"/>
                  </a:moveTo>
                  <a:cubicBezTo>
                    <a:pt x="64" y="0"/>
                    <a:pt x="56" y="13"/>
                    <a:pt x="40" y="44"/>
                  </a:cubicBezTo>
                  <a:cubicBezTo>
                    <a:pt x="20" y="95"/>
                    <a:pt x="30" y="225"/>
                    <a:pt x="0" y="265"/>
                  </a:cubicBezTo>
                  <a:lnTo>
                    <a:pt x="71" y="265"/>
                  </a:lnTo>
                  <a:cubicBezTo>
                    <a:pt x="101" y="265"/>
                    <a:pt x="91" y="255"/>
                    <a:pt x="91" y="205"/>
                  </a:cubicBezTo>
                  <a:cubicBezTo>
                    <a:pt x="81" y="155"/>
                    <a:pt x="101" y="95"/>
                    <a:pt x="91" y="24"/>
                  </a:cubicBezTo>
                  <a:cubicBezTo>
                    <a:pt x="81" y="10"/>
                    <a:pt x="76" y="0"/>
                    <a:pt x="7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1" name="Google Shape;16861;p54">
              <a:extLst>
                <a:ext uri="{FF2B5EF4-FFF2-40B4-BE49-F238E27FC236}">
                  <a16:creationId xmlns:a16="http://schemas.microsoft.com/office/drawing/2014/main" id="{58BBBF07-16CE-E2FA-AE6B-EE32155A3FA3}"/>
                </a:ext>
              </a:extLst>
            </p:cNvPr>
            <p:cNvSpPr/>
            <p:nvPr/>
          </p:nvSpPr>
          <p:spPr>
            <a:xfrm>
              <a:off x="3616684" y="4081391"/>
              <a:ext cx="59403" cy="25069"/>
            </a:xfrm>
            <a:custGeom>
              <a:avLst/>
              <a:gdLst/>
              <a:ahLst/>
              <a:cxnLst/>
              <a:rect l="l" t="t" r="r" b="b"/>
              <a:pathLst>
                <a:path w="282" h="119" extrusionOk="0">
                  <a:moveTo>
                    <a:pt x="221" y="1"/>
                  </a:moveTo>
                  <a:cubicBezTo>
                    <a:pt x="204" y="1"/>
                    <a:pt x="186" y="3"/>
                    <a:pt x="171" y="8"/>
                  </a:cubicBezTo>
                  <a:cubicBezTo>
                    <a:pt x="101" y="39"/>
                    <a:pt x="41" y="59"/>
                    <a:pt x="0" y="109"/>
                  </a:cubicBezTo>
                  <a:lnTo>
                    <a:pt x="20" y="119"/>
                  </a:lnTo>
                  <a:cubicBezTo>
                    <a:pt x="51" y="119"/>
                    <a:pt x="91" y="99"/>
                    <a:pt x="111" y="79"/>
                  </a:cubicBezTo>
                  <a:cubicBezTo>
                    <a:pt x="129" y="61"/>
                    <a:pt x="150" y="57"/>
                    <a:pt x="176" y="57"/>
                  </a:cubicBezTo>
                  <a:cubicBezTo>
                    <a:pt x="193" y="57"/>
                    <a:pt x="211" y="59"/>
                    <a:pt x="231" y="59"/>
                  </a:cubicBezTo>
                  <a:cubicBezTo>
                    <a:pt x="261" y="59"/>
                    <a:pt x="281" y="29"/>
                    <a:pt x="271" y="8"/>
                  </a:cubicBezTo>
                  <a:cubicBezTo>
                    <a:pt x="256" y="3"/>
                    <a:pt x="239" y="1"/>
                    <a:pt x="221" y="1"/>
                  </a:cubicBezTo>
                  <a:close/>
                </a:path>
              </a:pathLst>
            </a:custGeom>
            <a:solidFill>
              <a:srgbClr val="401E15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2" name="Google Shape;16862;p54">
              <a:extLst>
                <a:ext uri="{FF2B5EF4-FFF2-40B4-BE49-F238E27FC236}">
                  <a16:creationId xmlns:a16="http://schemas.microsoft.com/office/drawing/2014/main" id="{D01FC71A-0290-355B-07DF-7A8FDEA284BC}"/>
                </a:ext>
              </a:extLst>
            </p:cNvPr>
            <p:cNvSpPr/>
            <p:nvPr/>
          </p:nvSpPr>
          <p:spPr>
            <a:xfrm>
              <a:off x="3633536" y="4356728"/>
              <a:ext cx="23382" cy="126397"/>
            </a:xfrm>
            <a:custGeom>
              <a:avLst/>
              <a:gdLst/>
              <a:ahLst/>
              <a:cxnLst/>
              <a:rect l="l" t="t" r="r" b="b"/>
              <a:pathLst>
                <a:path w="111" h="600" extrusionOk="0">
                  <a:moveTo>
                    <a:pt x="73" y="1"/>
                  </a:moveTo>
                  <a:cubicBezTo>
                    <a:pt x="62" y="1"/>
                    <a:pt x="51" y="27"/>
                    <a:pt x="51" y="76"/>
                  </a:cubicBezTo>
                  <a:cubicBezTo>
                    <a:pt x="41" y="156"/>
                    <a:pt x="51" y="276"/>
                    <a:pt x="51" y="326"/>
                  </a:cubicBezTo>
                  <a:cubicBezTo>
                    <a:pt x="41" y="377"/>
                    <a:pt x="1" y="507"/>
                    <a:pt x="21" y="597"/>
                  </a:cubicBezTo>
                  <a:lnTo>
                    <a:pt x="51" y="597"/>
                  </a:lnTo>
                  <a:cubicBezTo>
                    <a:pt x="61" y="599"/>
                    <a:pt x="68" y="600"/>
                    <a:pt x="75" y="600"/>
                  </a:cubicBezTo>
                  <a:cubicBezTo>
                    <a:pt x="108" y="600"/>
                    <a:pt x="99" y="577"/>
                    <a:pt x="91" y="527"/>
                  </a:cubicBezTo>
                  <a:cubicBezTo>
                    <a:pt x="91" y="477"/>
                    <a:pt x="111" y="427"/>
                    <a:pt x="101" y="377"/>
                  </a:cubicBezTo>
                  <a:cubicBezTo>
                    <a:pt x="91" y="326"/>
                    <a:pt x="81" y="166"/>
                    <a:pt x="91" y="86"/>
                  </a:cubicBezTo>
                  <a:cubicBezTo>
                    <a:pt x="91" y="66"/>
                    <a:pt x="91" y="56"/>
                    <a:pt x="91" y="35"/>
                  </a:cubicBezTo>
                  <a:cubicBezTo>
                    <a:pt x="87" y="12"/>
                    <a:pt x="80" y="1"/>
                    <a:pt x="7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3" name="Google Shape;16863;p54">
              <a:extLst>
                <a:ext uri="{FF2B5EF4-FFF2-40B4-BE49-F238E27FC236}">
                  <a16:creationId xmlns:a16="http://schemas.microsoft.com/office/drawing/2014/main" id="{A0FA252A-ECE6-031A-14C2-FE5C1F53963C}"/>
                </a:ext>
              </a:extLst>
            </p:cNvPr>
            <p:cNvSpPr/>
            <p:nvPr/>
          </p:nvSpPr>
          <p:spPr>
            <a:xfrm>
              <a:off x="3741390" y="4435938"/>
              <a:ext cx="19169" cy="69308"/>
            </a:xfrm>
            <a:custGeom>
              <a:avLst/>
              <a:gdLst/>
              <a:ahLst/>
              <a:cxnLst/>
              <a:rect l="l" t="t" r="r" b="b"/>
              <a:pathLst>
                <a:path w="91" h="329" extrusionOk="0">
                  <a:moveTo>
                    <a:pt x="10" y="1"/>
                  </a:moveTo>
                  <a:cubicBezTo>
                    <a:pt x="10" y="41"/>
                    <a:pt x="20" y="81"/>
                    <a:pt x="20" y="141"/>
                  </a:cubicBezTo>
                  <a:cubicBezTo>
                    <a:pt x="20" y="191"/>
                    <a:pt x="10" y="261"/>
                    <a:pt x="0" y="322"/>
                  </a:cubicBezTo>
                  <a:cubicBezTo>
                    <a:pt x="7" y="327"/>
                    <a:pt x="13" y="329"/>
                    <a:pt x="18" y="329"/>
                  </a:cubicBezTo>
                  <a:cubicBezTo>
                    <a:pt x="40" y="329"/>
                    <a:pt x="40" y="278"/>
                    <a:pt x="40" y="261"/>
                  </a:cubicBezTo>
                  <a:cubicBezTo>
                    <a:pt x="60" y="231"/>
                    <a:pt x="80" y="211"/>
                    <a:pt x="90" y="171"/>
                  </a:cubicBezTo>
                  <a:cubicBezTo>
                    <a:pt x="90" y="151"/>
                    <a:pt x="80" y="111"/>
                    <a:pt x="70" y="91"/>
                  </a:cubicBezTo>
                  <a:cubicBezTo>
                    <a:pt x="60" y="51"/>
                    <a:pt x="30" y="31"/>
                    <a:pt x="1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4" name="Google Shape;16864;p54">
              <a:extLst>
                <a:ext uri="{FF2B5EF4-FFF2-40B4-BE49-F238E27FC236}">
                  <a16:creationId xmlns:a16="http://schemas.microsoft.com/office/drawing/2014/main" id="{3166F44E-1412-F971-9BE5-B71CF82687D9}"/>
                </a:ext>
              </a:extLst>
            </p:cNvPr>
            <p:cNvSpPr/>
            <p:nvPr/>
          </p:nvSpPr>
          <p:spPr>
            <a:xfrm>
              <a:off x="3806903" y="4400125"/>
              <a:ext cx="23382" cy="80473"/>
            </a:xfrm>
            <a:custGeom>
              <a:avLst/>
              <a:gdLst/>
              <a:ahLst/>
              <a:cxnLst/>
              <a:rect l="l" t="t" r="r" b="b"/>
              <a:pathLst>
                <a:path w="111" h="382" extrusionOk="0">
                  <a:moveTo>
                    <a:pt x="110" y="0"/>
                  </a:moveTo>
                  <a:cubicBezTo>
                    <a:pt x="50" y="50"/>
                    <a:pt x="50" y="80"/>
                    <a:pt x="40" y="161"/>
                  </a:cubicBezTo>
                  <a:cubicBezTo>
                    <a:pt x="30" y="231"/>
                    <a:pt x="0" y="311"/>
                    <a:pt x="50" y="361"/>
                  </a:cubicBezTo>
                  <a:cubicBezTo>
                    <a:pt x="60" y="381"/>
                    <a:pt x="80" y="381"/>
                    <a:pt x="100" y="381"/>
                  </a:cubicBezTo>
                  <a:cubicBezTo>
                    <a:pt x="100" y="361"/>
                    <a:pt x="90" y="341"/>
                    <a:pt x="90" y="321"/>
                  </a:cubicBezTo>
                  <a:cubicBezTo>
                    <a:pt x="70" y="231"/>
                    <a:pt x="100" y="211"/>
                    <a:pt x="110" y="150"/>
                  </a:cubicBezTo>
                  <a:cubicBezTo>
                    <a:pt x="110" y="120"/>
                    <a:pt x="110" y="60"/>
                    <a:pt x="11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5" name="Google Shape;16865;p54">
              <a:extLst>
                <a:ext uri="{FF2B5EF4-FFF2-40B4-BE49-F238E27FC236}">
                  <a16:creationId xmlns:a16="http://schemas.microsoft.com/office/drawing/2014/main" id="{6B04AAB9-9395-BD1F-4326-E25E8B29EECA}"/>
                </a:ext>
              </a:extLst>
            </p:cNvPr>
            <p:cNvSpPr/>
            <p:nvPr/>
          </p:nvSpPr>
          <p:spPr>
            <a:xfrm>
              <a:off x="3815329" y="4400125"/>
              <a:ext cx="14956" cy="66148"/>
            </a:xfrm>
            <a:custGeom>
              <a:avLst/>
              <a:gdLst/>
              <a:ahLst/>
              <a:cxnLst/>
              <a:rect l="l" t="t" r="r" b="b"/>
              <a:pathLst>
                <a:path w="71" h="314" extrusionOk="0">
                  <a:moveTo>
                    <a:pt x="70" y="0"/>
                  </a:moveTo>
                  <a:cubicBezTo>
                    <a:pt x="60" y="10"/>
                    <a:pt x="50" y="20"/>
                    <a:pt x="40" y="30"/>
                  </a:cubicBezTo>
                  <a:cubicBezTo>
                    <a:pt x="40" y="70"/>
                    <a:pt x="30" y="110"/>
                    <a:pt x="30" y="130"/>
                  </a:cubicBezTo>
                  <a:cubicBezTo>
                    <a:pt x="20" y="191"/>
                    <a:pt x="0" y="301"/>
                    <a:pt x="30" y="311"/>
                  </a:cubicBezTo>
                  <a:cubicBezTo>
                    <a:pt x="30" y="313"/>
                    <a:pt x="31" y="314"/>
                    <a:pt x="31" y="314"/>
                  </a:cubicBezTo>
                  <a:cubicBezTo>
                    <a:pt x="34" y="314"/>
                    <a:pt x="42" y="297"/>
                    <a:pt x="50" y="281"/>
                  </a:cubicBezTo>
                  <a:cubicBezTo>
                    <a:pt x="40" y="241"/>
                    <a:pt x="50" y="211"/>
                    <a:pt x="60" y="171"/>
                  </a:cubicBezTo>
                  <a:lnTo>
                    <a:pt x="70" y="150"/>
                  </a:lnTo>
                  <a:lnTo>
                    <a:pt x="70" y="140"/>
                  </a:lnTo>
                  <a:lnTo>
                    <a:pt x="70" y="130"/>
                  </a:lnTo>
                  <a:lnTo>
                    <a:pt x="70" y="120"/>
                  </a:lnTo>
                  <a:lnTo>
                    <a:pt x="70" y="110"/>
                  </a:lnTo>
                  <a:lnTo>
                    <a:pt x="70" y="100"/>
                  </a:lnTo>
                  <a:cubicBezTo>
                    <a:pt x="70" y="70"/>
                    <a:pt x="70" y="40"/>
                    <a:pt x="7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6" name="Google Shape;16866;p54">
              <a:extLst>
                <a:ext uri="{FF2B5EF4-FFF2-40B4-BE49-F238E27FC236}">
                  <a16:creationId xmlns:a16="http://schemas.microsoft.com/office/drawing/2014/main" id="{5803FC34-13A7-6147-E05B-37EFFD37A0A6}"/>
                </a:ext>
              </a:extLst>
            </p:cNvPr>
            <p:cNvSpPr/>
            <p:nvPr/>
          </p:nvSpPr>
          <p:spPr>
            <a:xfrm>
              <a:off x="3732964" y="4332502"/>
              <a:ext cx="33915" cy="135245"/>
            </a:xfrm>
            <a:custGeom>
              <a:avLst/>
              <a:gdLst/>
              <a:ahLst/>
              <a:cxnLst/>
              <a:rect l="l" t="t" r="r" b="b"/>
              <a:pathLst>
                <a:path w="161" h="642" extrusionOk="0">
                  <a:moveTo>
                    <a:pt x="119" y="0"/>
                  </a:moveTo>
                  <a:cubicBezTo>
                    <a:pt x="105" y="0"/>
                    <a:pt x="90" y="5"/>
                    <a:pt x="80" y="10"/>
                  </a:cubicBezTo>
                  <a:cubicBezTo>
                    <a:pt x="50" y="20"/>
                    <a:pt x="20" y="30"/>
                    <a:pt x="0" y="50"/>
                  </a:cubicBezTo>
                  <a:cubicBezTo>
                    <a:pt x="0" y="70"/>
                    <a:pt x="10" y="80"/>
                    <a:pt x="10" y="100"/>
                  </a:cubicBezTo>
                  <a:cubicBezTo>
                    <a:pt x="20" y="150"/>
                    <a:pt x="70" y="361"/>
                    <a:pt x="60" y="441"/>
                  </a:cubicBezTo>
                  <a:cubicBezTo>
                    <a:pt x="40" y="512"/>
                    <a:pt x="60" y="552"/>
                    <a:pt x="60" y="632"/>
                  </a:cubicBezTo>
                  <a:lnTo>
                    <a:pt x="70" y="642"/>
                  </a:lnTo>
                  <a:cubicBezTo>
                    <a:pt x="90" y="642"/>
                    <a:pt x="110" y="642"/>
                    <a:pt x="120" y="632"/>
                  </a:cubicBezTo>
                  <a:cubicBezTo>
                    <a:pt x="141" y="622"/>
                    <a:pt x="130" y="592"/>
                    <a:pt x="120" y="572"/>
                  </a:cubicBezTo>
                  <a:cubicBezTo>
                    <a:pt x="120" y="552"/>
                    <a:pt x="100" y="532"/>
                    <a:pt x="100" y="512"/>
                  </a:cubicBezTo>
                  <a:cubicBezTo>
                    <a:pt x="90" y="492"/>
                    <a:pt x="100" y="471"/>
                    <a:pt x="100" y="451"/>
                  </a:cubicBezTo>
                  <a:cubicBezTo>
                    <a:pt x="100" y="381"/>
                    <a:pt x="90" y="311"/>
                    <a:pt x="90" y="241"/>
                  </a:cubicBezTo>
                  <a:cubicBezTo>
                    <a:pt x="90" y="181"/>
                    <a:pt x="100" y="130"/>
                    <a:pt x="130" y="80"/>
                  </a:cubicBezTo>
                  <a:cubicBezTo>
                    <a:pt x="141" y="60"/>
                    <a:pt x="161" y="40"/>
                    <a:pt x="151" y="20"/>
                  </a:cubicBezTo>
                  <a:cubicBezTo>
                    <a:pt x="146" y="5"/>
                    <a:pt x="133" y="0"/>
                    <a:pt x="119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7" name="Google Shape;16867;p54">
              <a:extLst>
                <a:ext uri="{FF2B5EF4-FFF2-40B4-BE49-F238E27FC236}">
                  <a16:creationId xmlns:a16="http://schemas.microsoft.com/office/drawing/2014/main" id="{70834B48-728E-C713-E5F2-540ACD7826A7}"/>
                </a:ext>
              </a:extLst>
            </p:cNvPr>
            <p:cNvSpPr/>
            <p:nvPr/>
          </p:nvSpPr>
          <p:spPr>
            <a:xfrm>
              <a:off x="3627217" y="4165446"/>
              <a:ext cx="99427" cy="177799"/>
            </a:xfrm>
            <a:custGeom>
              <a:avLst/>
              <a:gdLst/>
              <a:ahLst/>
              <a:cxnLst/>
              <a:rect l="l" t="t" r="r" b="b"/>
              <a:pathLst>
                <a:path w="472" h="844" extrusionOk="0">
                  <a:moveTo>
                    <a:pt x="269" y="709"/>
                  </a:moveTo>
                  <a:cubicBezTo>
                    <a:pt x="277" y="713"/>
                    <a:pt x="287" y="713"/>
                    <a:pt x="301" y="713"/>
                  </a:cubicBezTo>
                  <a:cubicBezTo>
                    <a:pt x="290" y="713"/>
                    <a:pt x="279" y="711"/>
                    <a:pt x="269" y="709"/>
                  </a:cubicBezTo>
                  <a:close/>
                  <a:moveTo>
                    <a:pt x="352" y="733"/>
                  </a:moveTo>
                  <a:cubicBezTo>
                    <a:pt x="387" y="739"/>
                    <a:pt x="419" y="741"/>
                    <a:pt x="441" y="744"/>
                  </a:cubicBezTo>
                  <a:lnTo>
                    <a:pt x="441" y="744"/>
                  </a:lnTo>
                  <a:cubicBezTo>
                    <a:pt x="409" y="738"/>
                    <a:pt x="366" y="733"/>
                    <a:pt x="352" y="733"/>
                  </a:cubicBezTo>
                  <a:close/>
                  <a:moveTo>
                    <a:pt x="441" y="744"/>
                  </a:moveTo>
                  <a:cubicBezTo>
                    <a:pt x="455" y="747"/>
                    <a:pt x="466" y="750"/>
                    <a:pt x="472" y="753"/>
                  </a:cubicBezTo>
                  <a:cubicBezTo>
                    <a:pt x="468" y="749"/>
                    <a:pt x="457" y="746"/>
                    <a:pt x="441" y="744"/>
                  </a:cubicBezTo>
                  <a:close/>
                  <a:moveTo>
                    <a:pt x="1" y="1"/>
                  </a:moveTo>
                  <a:cubicBezTo>
                    <a:pt x="1" y="1"/>
                    <a:pt x="1" y="31"/>
                    <a:pt x="1" y="91"/>
                  </a:cubicBezTo>
                  <a:cubicBezTo>
                    <a:pt x="1" y="211"/>
                    <a:pt x="91" y="492"/>
                    <a:pt x="91" y="673"/>
                  </a:cubicBezTo>
                  <a:cubicBezTo>
                    <a:pt x="81" y="783"/>
                    <a:pt x="111" y="843"/>
                    <a:pt x="121" y="843"/>
                  </a:cubicBezTo>
                  <a:cubicBezTo>
                    <a:pt x="121" y="773"/>
                    <a:pt x="131" y="633"/>
                    <a:pt x="131" y="633"/>
                  </a:cubicBezTo>
                  <a:cubicBezTo>
                    <a:pt x="151" y="643"/>
                    <a:pt x="171" y="663"/>
                    <a:pt x="191" y="673"/>
                  </a:cubicBezTo>
                  <a:cubicBezTo>
                    <a:pt x="201" y="673"/>
                    <a:pt x="211" y="683"/>
                    <a:pt x="221" y="693"/>
                  </a:cubicBezTo>
                  <a:cubicBezTo>
                    <a:pt x="239" y="699"/>
                    <a:pt x="254" y="705"/>
                    <a:pt x="269" y="709"/>
                  </a:cubicBezTo>
                  <a:lnTo>
                    <a:pt x="269" y="709"/>
                  </a:lnTo>
                  <a:cubicBezTo>
                    <a:pt x="267" y="707"/>
                    <a:pt x="264" y="705"/>
                    <a:pt x="261" y="703"/>
                  </a:cubicBezTo>
                  <a:cubicBezTo>
                    <a:pt x="281" y="703"/>
                    <a:pt x="301" y="683"/>
                    <a:pt x="311" y="663"/>
                  </a:cubicBezTo>
                  <a:cubicBezTo>
                    <a:pt x="251" y="663"/>
                    <a:pt x="191" y="633"/>
                    <a:pt x="141" y="582"/>
                  </a:cubicBezTo>
                  <a:cubicBezTo>
                    <a:pt x="71" y="502"/>
                    <a:pt x="51" y="312"/>
                    <a:pt x="31" y="161"/>
                  </a:cubicBezTo>
                  <a:cubicBezTo>
                    <a:pt x="21" y="51"/>
                    <a:pt x="11" y="1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8" name="Google Shape;16868;p54">
              <a:extLst>
                <a:ext uri="{FF2B5EF4-FFF2-40B4-BE49-F238E27FC236}">
                  <a16:creationId xmlns:a16="http://schemas.microsoft.com/office/drawing/2014/main" id="{B790104C-C6AF-F717-FC42-7BA9CB465D46}"/>
                </a:ext>
              </a:extLst>
            </p:cNvPr>
            <p:cNvSpPr/>
            <p:nvPr/>
          </p:nvSpPr>
          <p:spPr>
            <a:xfrm>
              <a:off x="3682197" y="4285945"/>
              <a:ext cx="44447" cy="38130"/>
            </a:xfrm>
            <a:custGeom>
              <a:avLst/>
              <a:gdLst/>
              <a:ahLst/>
              <a:cxnLst/>
              <a:rect l="l" t="t" r="r" b="b"/>
              <a:pathLst>
                <a:path w="211" h="181" extrusionOk="0">
                  <a:moveTo>
                    <a:pt x="201" y="0"/>
                  </a:moveTo>
                  <a:cubicBezTo>
                    <a:pt x="191" y="0"/>
                    <a:pt x="171" y="71"/>
                    <a:pt x="111" y="91"/>
                  </a:cubicBezTo>
                  <a:lnTo>
                    <a:pt x="50" y="91"/>
                  </a:lnTo>
                  <a:cubicBezTo>
                    <a:pt x="40" y="111"/>
                    <a:pt x="20" y="131"/>
                    <a:pt x="0" y="131"/>
                  </a:cubicBezTo>
                  <a:cubicBezTo>
                    <a:pt x="10" y="141"/>
                    <a:pt x="20" y="141"/>
                    <a:pt x="40" y="141"/>
                  </a:cubicBezTo>
                  <a:cubicBezTo>
                    <a:pt x="50" y="151"/>
                    <a:pt x="71" y="151"/>
                    <a:pt x="91" y="161"/>
                  </a:cubicBezTo>
                  <a:cubicBezTo>
                    <a:pt x="111" y="161"/>
                    <a:pt x="191" y="171"/>
                    <a:pt x="211" y="181"/>
                  </a:cubicBezTo>
                  <a:cubicBezTo>
                    <a:pt x="191" y="111"/>
                    <a:pt x="211" y="30"/>
                    <a:pt x="21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9" name="Google Shape;16869;p54">
              <a:extLst>
                <a:ext uri="{FF2B5EF4-FFF2-40B4-BE49-F238E27FC236}">
                  <a16:creationId xmlns:a16="http://schemas.microsoft.com/office/drawing/2014/main" id="{C7D4B0AC-6471-365F-D1CF-975B51E626D4}"/>
                </a:ext>
              </a:extLst>
            </p:cNvPr>
            <p:cNvSpPr/>
            <p:nvPr/>
          </p:nvSpPr>
          <p:spPr>
            <a:xfrm>
              <a:off x="3599832" y="4157230"/>
              <a:ext cx="38128" cy="181802"/>
            </a:xfrm>
            <a:custGeom>
              <a:avLst/>
              <a:gdLst/>
              <a:ahLst/>
              <a:cxnLst/>
              <a:rect l="l" t="t" r="r" b="b"/>
              <a:pathLst>
                <a:path w="181" h="863" extrusionOk="0">
                  <a:moveTo>
                    <a:pt x="44" y="0"/>
                  </a:moveTo>
                  <a:cubicBezTo>
                    <a:pt x="32" y="0"/>
                    <a:pt x="17" y="11"/>
                    <a:pt x="0" y="40"/>
                  </a:cubicBezTo>
                  <a:cubicBezTo>
                    <a:pt x="0" y="80"/>
                    <a:pt x="10" y="120"/>
                    <a:pt x="20" y="160"/>
                  </a:cubicBezTo>
                  <a:cubicBezTo>
                    <a:pt x="60" y="310"/>
                    <a:pt x="50" y="331"/>
                    <a:pt x="80" y="461"/>
                  </a:cubicBezTo>
                  <a:cubicBezTo>
                    <a:pt x="100" y="591"/>
                    <a:pt x="151" y="792"/>
                    <a:pt x="141" y="862"/>
                  </a:cubicBezTo>
                  <a:cubicBezTo>
                    <a:pt x="171" y="802"/>
                    <a:pt x="181" y="631"/>
                    <a:pt x="151" y="561"/>
                  </a:cubicBezTo>
                  <a:cubicBezTo>
                    <a:pt x="131" y="501"/>
                    <a:pt x="141" y="351"/>
                    <a:pt x="121" y="280"/>
                  </a:cubicBezTo>
                  <a:cubicBezTo>
                    <a:pt x="110" y="220"/>
                    <a:pt x="110" y="150"/>
                    <a:pt x="100" y="90"/>
                  </a:cubicBezTo>
                  <a:cubicBezTo>
                    <a:pt x="93" y="68"/>
                    <a:pt x="76" y="0"/>
                    <a:pt x="44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0" name="Google Shape;16870;p54">
              <a:extLst>
                <a:ext uri="{FF2B5EF4-FFF2-40B4-BE49-F238E27FC236}">
                  <a16:creationId xmlns:a16="http://schemas.microsoft.com/office/drawing/2014/main" id="{B7C71D70-827B-58EB-8F46-ADEDD5C81C89}"/>
                </a:ext>
              </a:extLst>
            </p:cNvPr>
            <p:cNvSpPr/>
            <p:nvPr/>
          </p:nvSpPr>
          <p:spPr>
            <a:xfrm>
              <a:off x="3794053" y="4104143"/>
              <a:ext cx="67829" cy="74153"/>
            </a:xfrm>
            <a:custGeom>
              <a:avLst/>
              <a:gdLst/>
              <a:ahLst/>
              <a:cxnLst/>
              <a:rect l="l" t="t" r="r" b="b"/>
              <a:pathLst>
                <a:path w="322" h="352" extrusionOk="0">
                  <a:moveTo>
                    <a:pt x="131" y="1"/>
                  </a:moveTo>
                  <a:cubicBezTo>
                    <a:pt x="31" y="21"/>
                    <a:pt x="11" y="71"/>
                    <a:pt x="1" y="121"/>
                  </a:cubicBezTo>
                  <a:cubicBezTo>
                    <a:pt x="31" y="201"/>
                    <a:pt x="81" y="282"/>
                    <a:pt x="111" y="352"/>
                  </a:cubicBezTo>
                  <a:cubicBezTo>
                    <a:pt x="111" y="322"/>
                    <a:pt x="121" y="282"/>
                    <a:pt x="161" y="262"/>
                  </a:cubicBezTo>
                  <a:cubicBezTo>
                    <a:pt x="168" y="258"/>
                    <a:pt x="175" y="256"/>
                    <a:pt x="183" y="256"/>
                  </a:cubicBezTo>
                  <a:cubicBezTo>
                    <a:pt x="200" y="256"/>
                    <a:pt x="221" y="267"/>
                    <a:pt x="242" y="302"/>
                  </a:cubicBezTo>
                  <a:cubicBezTo>
                    <a:pt x="248" y="308"/>
                    <a:pt x="253" y="311"/>
                    <a:pt x="257" y="311"/>
                  </a:cubicBezTo>
                  <a:cubicBezTo>
                    <a:pt x="265" y="311"/>
                    <a:pt x="272" y="302"/>
                    <a:pt x="292" y="302"/>
                  </a:cubicBezTo>
                  <a:cubicBezTo>
                    <a:pt x="296" y="303"/>
                    <a:pt x="299" y="304"/>
                    <a:pt x="302" y="304"/>
                  </a:cubicBezTo>
                  <a:cubicBezTo>
                    <a:pt x="319" y="304"/>
                    <a:pt x="311" y="279"/>
                    <a:pt x="302" y="262"/>
                  </a:cubicBezTo>
                  <a:cubicBezTo>
                    <a:pt x="292" y="231"/>
                    <a:pt x="292" y="201"/>
                    <a:pt x="302" y="171"/>
                  </a:cubicBezTo>
                  <a:cubicBezTo>
                    <a:pt x="312" y="151"/>
                    <a:pt x="312" y="131"/>
                    <a:pt x="322" y="111"/>
                  </a:cubicBezTo>
                  <a:lnTo>
                    <a:pt x="322" y="81"/>
                  </a:lnTo>
                  <a:lnTo>
                    <a:pt x="312" y="51"/>
                  </a:lnTo>
                  <a:lnTo>
                    <a:pt x="302" y="51"/>
                  </a:lnTo>
                  <a:cubicBezTo>
                    <a:pt x="292" y="41"/>
                    <a:pt x="272" y="31"/>
                    <a:pt x="252" y="31"/>
                  </a:cubicBezTo>
                  <a:cubicBezTo>
                    <a:pt x="212" y="21"/>
                    <a:pt x="171" y="11"/>
                    <a:pt x="131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6871" name="Google Shape;16871;p54">
            <a:extLst>
              <a:ext uri="{FF2B5EF4-FFF2-40B4-BE49-F238E27FC236}">
                <a16:creationId xmlns:a16="http://schemas.microsoft.com/office/drawing/2014/main" id="{1C6E0DA5-1256-5B01-72B5-D64096989EA6}"/>
              </a:ext>
            </a:extLst>
          </p:cNvPr>
          <p:cNvGrpSpPr/>
          <p:nvPr/>
        </p:nvGrpSpPr>
        <p:grpSpPr>
          <a:xfrm>
            <a:off x="4635873" y="4120337"/>
            <a:ext cx="478811" cy="404373"/>
            <a:chOff x="4635873" y="4120337"/>
            <a:chExt cx="478811" cy="404373"/>
          </a:xfrm>
        </p:grpSpPr>
        <p:sp>
          <p:nvSpPr>
            <p:cNvPr id="16872" name="Google Shape;16872;p54">
              <a:extLst>
                <a:ext uri="{FF2B5EF4-FFF2-40B4-BE49-F238E27FC236}">
                  <a16:creationId xmlns:a16="http://schemas.microsoft.com/office/drawing/2014/main" id="{C9CAB453-A345-1BF8-CB55-ABE65B962611}"/>
                </a:ext>
              </a:extLst>
            </p:cNvPr>
            <p:cNvSpPr/>
            <p:nvPr/>
          </p:nvSpPr>
          <p:spPr>
            <a:xfrm>
              <a:off x="4635873" y="4145110"/>
              <a:ext cx="55378" cy="225868"/>
            </a:xfrm>
            <a:custGeom>
              <a:avLst/>
              <a:gdLst/>
              <a:ahLst/>
              <a:cxnLst/>
              <a:rect l="l" t="t" r="r" b="b"/>
              <a:pathLst>
                <a:path w="342" h="1395" extrusionOk="0">
                  <a:moveTo>
                    <a:pt x="281" y="0"/>
                  </a:moveTo>
                  <a:cubicBezTo>
                    <a:pt x="221" y="40"/>
                    <a:pt x="111" y="381"/>
                    <a:pt x="111" y="582"/>
                  </a:cubicBezTo>
                  <a:cubicBezTo>
                    <a:pt x="111" y="793"/>
                    <a:pt x="1" y="1043"/>
                    <a:pt x="11" y="1164"/>
                  </a:cubicBezTo>
                  <a:cubicBezTo>
                    <a:pt x="31" y="1294"/>
                    <a:pt x="31" y="1364"/>
                    <a:pt x="21" y="1394"/>
                  </a:cubicBezTo>
                  <a:cubicBezTo>
                    <a:pt x="21" y="1394"/>
                    <a:pt x="41" y="1364"/>
                    <a:pt x="51" y="1314"/>
                  </a:cubicBezTo>
                  <a:cubicBezTo>
                    <a:pt x="61" y="1274"/>
                    <a:pt x="71" y="1224"/>
                    <a:pt x="71" y="1174"/>
                  </a:cubicBezTo>
                  <a:lnTo>
                    <a:pt x="71" y="1174"/>
                  </a:lnTo>
                  <a:cubicBezTo>
                    <a:pt x="71" y="1174"/>
                    <a:pt x="91" y="1254"/>
                    <a:pt x="51" y="1364"/>
                  </a:cubicBezTo>
                  <a:cubicBezTo>
                    <a:pt x="51" y="1364"/>
                    <a:pt x="111" y="1294"/>
                    <a:pt x="101" y="1144"/>
                  </a:cubicBezTo>
                  <a:cubicBezTo>
                    <a:pt x="81" y="993"/>
                    <a:pt x="81" y="963"/>
                    <a:pt x="101" y="863"/>
                  </a:cubicBezTo>
                  <a:cubicBezTo>
                    <a:pt x="121" y="772"/>
                    <a:pt x="131" y="742"/>
                    <a:pt x="161" y="542"/>
                  </a:cubicBezTo>
                  <a:cubicBezTo>
                    <a:pt x="181" y="321"/>
                    <a:pt x="342" y="151"/>
                    <a:pt x="342" y="151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3" name="Google Shape;16873;p54">
              <a:extLst>
                <a:ext uri="{FF2B5EF4-FFF2-40B4-BE49-F238E27FC236}">
                  <a16:creationId xmlns:a16="http://schemas.microsoft.com/office/drawing/2014/main" id="{961A1E30-A4A1-DECD-FCBD-324887048AC7}"/>
                </a:ext>
              </a:extLst>
            </p:cNvPr>
            <p:cNvSpPr/>
            <p:nvPr/>
          </p:nvSpPr>
          <p:spPr>
            <a:xfrm>
              <a:off x="4712301" y="4264278"/>
              <a:ext cx="51978" cy="165151"/>
            </a:xfrm>
            <a:custGeom>
              <a:avLst/>
              <a:gdLst/>
              <a:ahLst/>
              <a:cxnLst/>
              <a:rect l="l" t="t" r="r" b="b"/>
              <a:pathLst>
                <a:path w="321" h="1020" extrusionOk="0">
                  <a:moveTo>
                    <a:pt x="145" y="1"/>
                  </a:moveTo>
                  <a:cubicBezTo>
                    <a:pt x="134" y="1"/>
                    <a:pt x="128" y="14"/>
                    <a:pt x="130" y="47"/>
                  </a:cubicBezTo>
                  <a:cubicBezTo>
                    <a:pt x="150" y="227"/>
                    <a:pt x="0" y="749"/>
                    <a:pt x="0" y="749"/>
                  </a:cubicBezTo>
                  <a:lnTo>
                    <a:pt x="110" y="1019"/>
                  </a:lnTo>
                  <a:cubicBezTo>
                    <a:pt x="110" y="1019"/>
                    <a:pt x="201" y="548"/>
                    <a:pt x="321" y="237"/>
                  </a:cubicBezTo>
                  <a:cubicBezTo>
                    <a:pt x="321" y="237"/>
                    <a:pt x="190" y="1"/>
                    <a:pt x="1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4" name="Google Shape;16874;p54">
              <a:extLst>
                <a:ext uri="{FF2B5EF4-FFF2-40B4-BE49-F238E27FC236}">
                  <a16:creationId xmlns:a16="http://schemas.microsoft.com/office/drawing/2014/main" id="{8AB5AC94-9991-1762-BCE8-A2D26B22FA8A}"/>
                </a:ext>
              </a:extLst>
            </p:cNvPr>
            <p:cNvSpPr/>
            <p:nvPr/>
          </p:nvSpPr>
          <p:spPr>
            <a:xfrm>
              <a:off x="4715540" y="4278203"/>
              <a:ext cx="34166" cy="107348"/>
            </a:xfrm>
            <a:custGeom>
              <a:avLst/>
              <a:gdLst/>
              <a:ahLst/>
              <a:cxnLst/>
              <a:rect l="l" t="t" r="r" b="b"/>
              <a:pathLst>
                <a:path w="211" h="663" extrusionOk="0">
                  <a:moveTo>
                    <a:pt x="157" y="0"/>
                  </a:moveTo>
                  <a:cubicBezTo>
                    <a:pt x="144" y="0"/>
                    <a:pt x="131" y="4"/>
                    <a:pt x="120" y="11"/>
                  </a:cubicBezTo>
                  <a:lnTo>
                    <a:pt x="110" y="11"/>
                  </a:lnTo>
                  <a:cubicBezTo>
                    <a:pt x="110" y="181"/>
                    <a:pt x="30" y="502"/>
                    <a:pt x="0" y="623"/>
                  </a:cubicBezTo>
                  <a:cubicBezTo>
                    <a:pt x="0" y="633"/>
                    <a:pt x="0" y="653"/>
                    <a:pt x="10" y="663"/>
                  </a:cubicBezTo>
                  <a:cubicBezTo>
                    <a:pt x="90" y="482"/>
                    <a:pt x="151" y="292"/>
                    <a:pt x="201" y="91"/>
                  </a:cubicBezTo>
                  <a:lnTo>
                    <a:pt x="211" y="31"/>
                  </a:lnTo>
                  <a:cubicBezTo>
                    <a:pt x="204" y="11"/>
                    <a:pt x="181" y="0"/>
                    <a:pt x="15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5" name="Google Shape;16875;p54">
              <a:extLst>
                <a:ext uri="{FF2B5EF4-FFF2-40B4-BE49-F238E27FC236}">
                  <a16:creationId xmlns:a16="http://schemas.microsoft.com/office/drawing/2014/main" id="{C11914FF-DA0F-83B8-B688-6078AEBA71CD}"/>
                </a:ext>
              </a:extLst>
            </p:cNvPr>
            <p:cNvSpPr/>
            <p:nvPr/>
          </p:nvSpPr>
          <p:spPr>
            <a:xfrm>
              <a:off x="4653859" y="4121224"/>
              <a:ext cx="380362" cy="403486"/>
            </a:xfrm>
            <a:custGeom>
              <a:avLst/>
              <a:gdLst/>
              <a:ahLst/>
              <a:cxnLst/>
              <a:rect l="l" t="t" r="r" b="b"/>
              <a:pathLst>
                <a:path w="2349" h="2492" extrusionOk="0">
                  <a:moveTo>
                    <a:pt x="548" y="0"/>
                  </a:moveTo>
                  <a:cubicBezTo>
                    <a:pt x="430" y="0"/>
                    <a:pt x="332" y="29"/>
                    <a:pt x="282" y="73"/>
                  </a:cubicBezTo>
                  <a:cubicBezTo>
                    <a:pt x="202" y="133"/>
                    <a:pt x="31" y="243"/>
                    <a:pt x="11" y="304"/>
                  </a:cubicBezTo>
                  <a:cubicBezTo>
                    <a:pt x="1" y="374"/>
                    <a:pt x="21" y="655"/>
                    <a:pt x="61" y="755"/>
                  </a:cubicBezTo>
                  <a:cubicBezTo>
                    <a:pt x="111" y="865"/>
                    <a:pt x="212" y="1156"/>
                    <a:pt x="222" y="1287"/>
                  </a:cubicBezTo>
                  <a:cubicBezTo>
                    <a:pt x="232" y="1417"/>
                    <a:pt x="232" y="1467"/>
                    <a:pt x="272" y="1608"/>
                  </a:cubicBezTo>
                  <a:cubicBezTo>
                    <a:pt x="312" y="1748"/>
                    <a:pt x="332" y="1949"/>
                    <a:pt x="332" y="2069"/>
                  </a:cubicBezTo>
                  <a:cubicBezTo>
                    <a:pt x="332" y="2189"/>
                    <a:pt x="292" y="2219"/>
                    <a:pt x="342" y="2290"/>
                  </a:cubicBezTo>
                  <a:cubicBezTo>
                    <a:pt x="366" y="2332"/>
                    <a:pt x="438" y="2349"/>
                    <a:pt x="493" y="2349"/>
                  </a:cubicBezTo>
                  <a:cubicBezTo>
                    <a:pt x="530" y="2349"/>
                    <a:pt x="559" y="2342"/>
                    <a:pt x="563" y="2330"/>
                  </a:cubicBezTo>
                  <a:cubicBezTo>
                    <a:pt x="563" y="2300"/>
                    <a:pt x="553" y="2229"/>
                    <a:pt x="533" y="2169"/>
                  </a:cubicBezTo>
                  <a:cubicBezTo>
                    <a:pt x="512" y="2109"/>
                    <a:pt x="452" y="1828"/>
                    <a:pt x="452" y="1728"/>
                  </a:cubicBezTo>
                  <a:cubicBezTo>
                    <a:pt x="452" y="1638"/>
                    <a:pt x="412" y="1437"/>
                    <a:pt x="412" y="1327"/>
                  </a:cubicBezTo>
                  <a:cubicBezTo>
                    <a:pt x="422" y="1206"/>
                    <a:pt x="442" y="1016"/>
                    <a:pt x="442" y="1016"/>
                  </a:cubicBezTo>
                  <a:cubicBezTo>
                    <a:pt x="442" y="1016"/>
                    <a:pt x="512" y="1086"/>
                    <a:pt x="703" y="1186"/>
                  </a:cubicBezTo>
                  <a:cubicBezTo>
                    <a:pt x="811" y="1240"/>
                    <a:pt x="938" y="1251"/>
                    <a:pt x="1022" y="1251"/>
                  </a:cubicBezTo>
                  <a:cubicBezTo>
                    <a:pt x="1077" y="1251"/>
                    <a:pt x="1114" y="1246"/>
                    <a:pt x="1114" y="1246"/>
                  </a:cubicBezTo>
                  <a:cubicBezTo>
                    <a:pt x="1124" y="1277"/>
                    <a:pt x="1225" y="1557"/>
                    <a:pt x="1215" y="1638"/>
                  </a:cubicBezTo>
                  <a:cubicBezTo>
                    <a:pt x="1215" y="1718"/>
                    <a:pt x="1225" y="1838"/>
                    <a:pt x="1225" y="1878"/>
                  </a:cubicBezTo>
                  <a:cubicBezTo>
                    <a:pt x="1235" y="1929"/>
                    <a:pt x="1195" y="2310"/>
                    <a:pt x="1195" y="2320"/>
                  </a:cubicBezTo>
                  <a:cubicBezTo>
                    <a:pt x="1205" y="2340"/>
                    <a:pt x="1174" y="2450"/>
                    <a:pt x="1174" y="2450"/>
                  </a:cubicBezTo>
                  <a:cubicBezTo>
                    <a:pt x="1174" y="2450"/>
                    <a:pt x="1205" y="2480"/>
                    <a:pt x="1275" y="2490"/>
                  </a:cubicBezTo>
                  <a:cubicBezTo>
                    <a:pt x="1345" y="2490"/>
                    <a:pt x="1405" y="2470"/>
                    <a:pt x="1405" y="2460"/>
                  </a:cubicBezTo>
                  <a:cubicBezTo>
                    <a:pt x="1415" y="2440"/>
                    <a:pt x="1375" y="2370"/>
                    <a:pt x="1375" y="2320"/>
                  </a:cubicBezTo>
                  <a:cubicBezTo>
                    <a:pt x="1375" y="2270"/>
                    <a:pt x="1355" y="1919"/>
                    <a:pt x="1355" y="1868"/>
                  </a:cubicBezTo>
                  <a:cubicBezTo>
                    <a:pt x="1355" y="1818"/>
                    <a:pt x="1385" y="1808"/>
                    <a:pt x="1385" y="1658"/>
                  </a:cubicBezTo>
                  <a:cubicBezTo>
                    <a:pt x="1375" y="1507"/>
                    <a:pt x="1395" y="1347"/>
                    <a:pt x="1395" y="1347"/>
                  </a:cubicBezTo>
                  <a:cubicBezTo>
                    <a:pt x="1395" y="1347"/>
                    <a:pt x="1495" y="1417"/>
                    <a:pt x="1546" y="1447"/>
                  </a:cubicBezTo>
                  <a:cubicBezTo>
                    <a:pt x="1562" y="1455"/>
                    <a:pt x="1582" y="1458"/>
                    <a:pt x="1603" y="1458"/>
                  </a:cubicBezTo>
                  <a:cubicBezTo>
                    <a:pt x="1658" y="1458"/>
                    <a:pt x="1716" y="1437"/>
                    <a:pt x="1716" y="1437"/>
                  </a:cubicBezTo>
                  <a:cubicBezTo>
                    <a:pt x="1716" y="1437"/>
                    <a:pt x="1726" y="1497"/>
                    <a:pt x="1756" y="1577"/>
                  </a:cubicBezTo>
                  <a:cubicBezTo>
                    <a:pt x="1776" y="1648"/>
                    <a:pt x="1826" y="1848"/>
                    <a:pt x="1847" y="1949"/>
                  </a:cubicBezTo>
                  <a:cubicBezTo>
                    <a:pt x="1867" y="2049"/>
                    <a:pt x="1937" y="2350"/>
                    <a:pt x="1937" y="2360"/>
                  </a:cubicBezTo>
                  <a:cubicBezTo>
                    <a:pt x="1937" y="2380"/>
                    <a:pt x="1927" y="2450"/>
                    <a:pt x="1967" y="2480"/>
                  </a:cubicBezTo>
                  <a:cubicBezTo>
                    <a:pt x="1978" y="2488"/>
                    <a:pt x="2010" y="2491"/>
                    <a:pt x="2046" y="2491"/>
                  </a:cubicBezTo>
                  <a:cubicBezTo>
                    <a:pt x="2102" y="2491"/>
                    <a:pt x="2168" y="2483"/>
                    <a:pt x="2168" y="2470"/>
                  </a:cubicBezTo>
                  <a:cubicBezTo>
                    <a:pt x="2168" y="2450"/>
                    <a:pt x="2137" y="2390"/>
                    <a:pt x="2137" y="2370"/>
                  </a:cubicBezTo>
                  <a:cubicBezTo>
                    <a:pt x="2137" y="2350"/>
                    <a:pt x="2037" y="2189"/>
                    <a:pt x="2007" y="2109"/>
                  </a:cubicBezTo>
                  <a:cubicBezTo>
                    <a:pt x="1987" y="2029"/>
                    <a:pt x="1977" y="1959"/>
                    <a:pt x="1987" y="1878"/>
                  </a:cubicBezTo>
                  <a:cubicBezTo>
                    <a:pt x="1987" y="1798"/>
                    <a:pt x="1937" y="1728"/>
                    <a:pt x="1947" y="1587"/>
                  </a:cubicBezTo>
                  <a:cubicBezTo>
                    <a:pt x="1957" y="1447"/>
                    <a:pt x="2017" y="1076"/>
                    <a:pt x="2067" y="1026"/>
                  </a:cubicBezTo>
                  <a:cubicBezTo>
                    <a:pt x="2102" y="982"/>
                    <a:pt x="2191" y="900"/>
                    <a:pt x="2239" y="900"/>
                  </a:cubicBezTo>
                  <a:cubicBezTo>
                    <a:pt x="2247" y="900"/>
                    <a:pt x="2253" y="902"/>
                    <a:pt x="2258" y="905"/>
                  </a:cubicBezTo>
                  <a:cubicBezTo>
                    <a:pt x="2278" y="915"/>
                    <a:pt x="2308" y="946"/>
                    <a:pt x="2348" y="976"/>
                  </a:cubicBezTo>
                  <a:cubicBezTo>
                    <a:pt x="2338" y="705"/>
                    <a:pt x="2348" y="444"/>
                    <a:pt x="2308" y="173"/>
                  </a:cubicBezTo>
                  <a:cubicBezTo>
                    <a:pt x="2258" y="193"/>
                    <a:pt x="2228" y="213"/>
                    <a:pt x="2208" y="223"/>
                  </a:cubicBezTo>
                  <a:cubicBezTo>
                    <a:pt x="2201" y="225"/>
                    <a:pt x="2194" y="226"/>
                    <a:pt x="2187" y="226"/>
                  </a:cubicBezTo>
                  <a:cubicBezTo>
                    <a:pt x="2153" y="226"/>
                    <a:pt x="2113" y="208"/>
                    <a:pt x="1997" y="183"/>
                  </a:cubicBezTo>
                  <a:cubicBezTo>
                    <a:pt x="1857" y="143"/>
                    <a:pt x="1746" y="83"/>
                    <a:pt x="1596" y="73"/>
                  </a:cubicBezTo>
                  <a:cubicBezTo>
                    <a:pt x="1579" y="70"/>
                    <a:pt x="1559" y="68"/>
                    <a:pt x="1536" y="68"/>
                  </a:cubicBezTo>
                  <a:cubicBezTo>
                    <a:pt x="1491" y="68"/>
                    <a:pt x="1435" y="73"/>
                    <a:pt x="1375" y="73"/>
                  </a:cubicBezTo>
                  <a:cubicBezTo>
                    <a:pt x="1307" y="77"/>
                    <a:pt x="1231" y="80"/>
                    <a:pt x="1154" y="80"/>
                  </a:cubicBezTo>
                  <a:cubicBezTo>
                    <a:pt x="1026" y="80"/>
                    <a:pt x="892" y="70"/>
                    <a:pt x="773" y="33"/>
                  </a:cubicBezTo>
                  <a:cubicBezTo>
                    <a:pt x="695" y="10"/>
                    <a:pt x="618" y="0"/>
                    <a:pt x="548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6" name="Google Shape;16876;p54">
              <a:extLst>
                <a:ext uri="{FF2B5EF4-FFF2-40B4-BE49-F238E27FC236}">
                  <a16:creationId xmlns:a16="http://schemas.microsoft.com/office/drawing/2014/main" id="{D545F984-442F-2F9B-36DD-8E29D9A5CE8C}"/>
                </a:ext>
              </a:extLst>
            </p:cNvPr>
            <p:cNvSpPr/>
            <p:nvPr/>
          </p:nvSpPr>
          <p:spPr>
            <a:xfrm>
              <a:off x="4704043" y="4263631"/>
              <a:ext cx="40805" cy="236230"/>
            </a:xfrm>
            <a:custGeom>
              <a:avLst/>
              <a:gdLst/>
              <a:ahLst/>
              <a:cxnLst/>
              <a:rect l="l" t="t" r="r" b="b"/>
              <a:pathLst>
                <a:path w="252" h="1459" extrusionOk="0">
                  <a:moveTo>
                    <a:pt x="1" y="0"/>
                  </a:moveTo>
                  <a:cubicBezTo>
                    <a:pt x="1" y="0"/>
                    <a:pt x="21" y="582"/>
                    <a:pt x="51" y="753"/>
                  </a:cubicBezTo>
                  <a:cubicBezTo>
                    <a:pt x="81" y="913"/>
                    <a:pt x="131" y="1304"/>
                    <a:pt x="131" y="1455"/>
                  </a:cubicBezTo>
                  <a:cubicBezTo>
                    <a:pt x="149" y="1458"/>
                    <a:pt x="166" y="1459"/>
                    <a:pt x="181" y="1459"/>
                  </a:cubicBezTo>
                  <a:cubicBezTo>
                    <a:pt x="217" y="1459"/>
                    <a:pt x="245" y="1452"/>
                    <a:pt x="252" y="1445"/>
                  </a:cubicBezTo>
                  <a:cubicBezTo>
                    <a:pt x="252" y="1415"/>
                    <a:pt x="242" y="1344"/>
                    <a:pt x="222" y="1284"/>
                  </a:cubicBezTo>
                  <a:cubicBezTo>
                    <a:pt x="201" y="1224"/>
                    <a:pt x="141" y="943"/>
                    <a:pt x="141" y="843"/>
                  </a:cubicBezTo>
                  <a:cubicBezTo>
                    <a:pt x="141" y="753"/>
                    <a:pt x="101" y="552"/>
                    <a:pt x="101" y="442"/>
                  </a:cubicBezTo>
                  <a:cubicBezTo>
                    <a:pt x="111" y="321"/>
                    <a:pt x="131" y="131"/>
                    <a:pt x="131" y="131"/>
                  </a:cubicBezTo>
                  <a:lnTo>
                    <a:pt x="1" y="0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7" name="Google Shape;16877;p54">
              <a:extLst>
                <a:ext uri="{FF2B5EF4-FFF2-40B4-BE49-F238E27FC236}">
                  <a16:creationId xmlns:a16="http://schemas.microsoft.com/office/drawing/2014/main" id="{07158ABE-74A6-49AB-677C-E8B13B43A89A}"/>
                </a:ext>
              </a:extLst>
            </p:cNvPr>
            <p:cNvSpPr/>
            <p:nvPr/>
          </p:nvSpPr>
          <p:spPr>
            <a:xfrm>
              <a:off x="4819495" y="4322081"/>
              <a:ext cx="14735" cy="1781"/>
            </a:xfrm>
            <a:custGeom>
              <a:avLst/>
              <a:gdLst/>
              <a:ahLst/>
              <a:cxnLst/>
              <a:rect l="l" t="t" r="r" b="b"/>
              <a:pathLst>
                <a:path w="91" h="11" extrusionOk="0">
                  <a:moveTo>
                    <a:pt x="90" y="0"/>
                  </a:moveTo>
                  <a:cubicBezTo>
                    <a:pt x="80" y="0"/>
                    <a:pt x="50" y="10"/>
                    <a:pt x="0" y="10"/>
                  </a:cubicBezTo>
                  <a:cubicBezTo>
                    <a:pt x="50" y="1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EFE8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8" name="Google Shape;16878;p54">
              <a:extLst>
                <a:ext uri="{FF2B5EF4-FFF2-40B4-BE49-F238E27FC236}">
                  <a16:creationId xmlns:a16="http://schemas.microsoft.com/office/drawing/2014/main" id="{1484942A-98A4-51D2-A438-F9104235F7B1}"/>
                </a:ext>
              </a:extLst>
            </p:cNvPr>
            <p:cNvSpPr/>
            <p:nvPr/>
          </p:nvSpPr>
          <p:spPr>
            <a:xfrm>
              <a:off x="4713920" y="4266869"/>
              <a:ext cx="120310" cy="56993"/>
            </a:xfrm>
            <a:custGeom>
              <a:avLst/>
              <a:gdLst/>
              <a:ahLst/>
              <a:cxnLst/>
              <a:rect l="l" t="t" r="r" b="b"/>
              <a:pathLst>
                <a:path w="743" h="352" extrusionOk="0">
                  <a:moveTo>
                    <a:pt x="120" y="0"/>
                  </a:moveTo>
                  <a:cubicBezTo>
                    <a:pt x="80" y="0"/>
                    <a:pt x="40" y="20"/>
                    <a:pt x="0" y="31"/>
                  </a:cubicBezTo>
                  <a:cubicBezTo>
                    <a:pt x="0" y="41"/>
                    <a:pt x="0" y="41"/>
                    <a:pt x="10" y="51"/>
                  </a:cubicBezTo>
                  <a:lnTo>
                    <a:pt x="70" y="111"/>
                  </a:lnTo>
                  <a:cubicBezTo>
                    <a:pt x="70" y="111"/>
                    <a:pt x="90" y="121"/>
                    <a:pt x="120" y="151"/>
                  </a:cubicBezTo>
                  <a:cubicBezTo>
                    <a:pt x="140" y="161"/>
                    <a:pt x="171" y="181"/>
                    <a:pt x="201" y="201"/>
                  </a:cubicBezTo>
                  <a:cubicBezTo>
                    <a:pt x="231" y="221"/>
                    <a:pt x="261" y="241"/>
                    <a:pt x="291" y="261"/>
                  </a:cubicBezTo>
                  <a:cubicBezTo>
                    <a:pt x="301" y="261"/>
                    <a:pt x="311" y="271"/>
                    <a:pt x="331" y="281"/>
                  </a:cubicBezTo>
                  <a:cubicBezTo>
                    <a:pt x="441" y="331"/>
                    <a:pt x="572" y="351"/>
                    <a:pt x="652" y="351"/>
                  </a:cubicBezTo>
                  <a:cubicBezTo>
                    <a:pt x="702" y="351"/>
                    <a:pt x="732" y="341"/>
                    <a:pt x="742" y="341"/>
                  </a:cubicBezTo>
                  <a:cubicBezTo>
                    <a:pt x="732" y="311"/>
                    <a:pt x="722" y="281"/>
                    <a:pt x="712" y="261"/>
                  </a:cubicBezTo>
                  <a:cubicBezTo>
                    <a:pt x="672" y="191"/>
                    <a:pt x="642" y="111"/>
                    <a:pt x="622" y="31"/>
                  </a:cubicBezTo>
                  <a:lnTo>
                    <a:pt x="622" y="31"/>
                  </a:lnTo>
                  <a:cubicBezTo>
                    <a:pt x="632" y="81"/>
                    <a:pt x="602" y="141"/>
                    <a:pt x="552" y="161"/>
                  </a:cubicBezTo>
                  <a:cubicBezTo>
                    <a:pt x="532" y="171"/>
                    <a:pt x="502" y="171"/>
                    <a:pt x="482" y="171"/>
                  </a:cubicBezTo>
                  <a:cubicBezTo>
                    <a:pt x="451" y="171"/>
                    <a:pt x="421" y="171"/>
                    <a:pt x="401" y="161"/>
                  </a:cubicBezTo>
                  <a:cubicBezTo>
                    <a:pt x="351" y="141"/>
                    <a:pt x="311" y="121"/>
                    <a:pt x="271" y="91"/>
                  </a:cubicBezTo>
                  <a:cubicBezTo>
                    <a:pt x="241" y="61"/>
                    <a:pt x="211" y="20"/>
                    <a:pt x="171" y="10"/>
                  </a:cubicBezTo>
                  <a:cubicBezTo>
                    <a:pt x="150" y="0"/>
                    <a:pt x="140" y="0"/>
                    <a:pt x="12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9" name="Google Shape;16879;p54">
              <a:extLst>
                <a:ext uri="{FF2B5EF4-FFF2-40B4-BE49-F238E27FC236}">
                  <a16:creationId xmlns:a16="http://schemas.microsoft.com/office/drawing/2014/main" id="{DC7DA17F-C37B-44E9-42D6-D2D2CD67F1FE}"/>
                </a:ext>
              </a:extLst>
            </p:cNvPr>
            <p:cNvSpPr/>
            <p:nvPr/>
          </p:nvSpPr>
          <p:spPr>
            <a:xfrm>
              <a:off x="4715540" y="4274964"/>
              <a:ext cx="9877" cy="13115"/>
            </a:xfrm>
            <a:custGeom>
              <a:avLst/>
              <a:gdLst/>
              <a:ahLst/>
              <a:cxnLst/>
              <a:rect l="l" t="t" r="r" b="b"/>
              <a:pathLst>
                <a:path w="61" h="81" extrusionOk="0">
                  <a:moveTo>
                    <a:pt x="0" y="1"/>
                  </a:moveTo>
                  <a:cubicBezTo>
                    <a:pt x="20" y="31"/>
                    <a:pt x="40" y="51"/>
                    <a:pt x="60" y="81"/>
                  </a:cubicBezTo>
                  <a:cubicBezTo>
                    <a:pt x="60" y="71"/>
                    <a:pt x="60" y="61"/>
                    <a:pt x="60" y="6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0" name="Google Shape;16880;p54">
              <a:extLst>
                <a:ext uri="{FF2B5EF4-FFF2-40B4-BE49-F238E27FC236}">
                  <a16:creationId xmlns:a16="http://schemas.microsoft.com/office/drawing/2014/main" id="{8EA0218A-408F-2DBC-B5D2-C88534AF51F0}"/>
                </a:ext>
              </a:extLst>
            </p:cNvPr>
            <p:cNvSpPr/>
            <p:nvPr/>
          </p:nvSpPr>
          <p:spPr>
            <a:xfrm>
              <a:off x="4931547" y="4291156"/>
              <a:ext cx="73190" cy="232506"/>
            </a:xfrm>
            <a:custGeom>
              <a:avLst/>
              <a:gdLst/>
              <a:ahLst/>
              <a:cxnLst/>
              <a:rect l="l" t="t" r="r" b="b"/>
              <a:pathLst>
                <a:path w="452" h="1436" extrusionOk="0">
                  <a:moveTo>
                    <a:pt x="331" y="1"/>
                  </a:moveTo>
                  <a:cubicBezTo>
                    <a:pt x="311" y="31"/>
                    <a:pt x="281" y="91"/>
                    <a:pt x="271" y="111"/>
                  </a:cubicBezTo>
                  <a:cubicBezTo>
                    <a:pt x="211" y="171"/>
                    <a:pt x="181" y="232"/>
                    <a:pt x="120" y="302"/>
                  </a:cubicBezTo>
                  <a:cubicBezTo>
                    <a:pt x="90" y="332"/>
                    <a:pt x="30" y="352"/>
                    <a:pt x="0" y="382"/>
                  </a:cubicBezTo>
                  <a:cubicBezTo>
                    <a:pt x="0" y="382"/>
                    <a:pt x="0" y="392"/>
                    <a:pt x="10" y="432"/>
                  </a:cubicBezTo>
                  <a:cubicBezTo>
                    <a:pt x="60" y="412"/>
                    <a:pt x="100" y="402"/>
                    <a:pt x="141" y="372"/>
                  </a:cubicBezTo>
                  <a:cubicBezTo>
                    <a:pt x="151" y="452"/>
                    <a:pt x="161" y="522"/>
                    <a:pt x="181" y="593"/>
                  </a:cubicBezTo>
                  <a:cubicBezTo>
                    <a:pt x="221" y="874"/>
                    <a:pt x="261" y="1154"/>
                    <a:pt x="361" y="1425"/>
                  </a:cubicBezTo>
                  <a:lnTo>
                    <a:pt x="371" y="1435"/>
                  </a:lnTo>
                  <a:cubicBezTo>
                    <a:pt x="411" y="1435"/>
                    <a:pt x="452" y="1425"/>
                    <a:pt x="452" y="1415"/>
                  </a:cubicBezTo>
                  <a:cubicBezTo>
                    <a:pt x="452" y="1395"/>
                    <a:pt x="421" y="1335"/>
                    <a:pt x="421" y="1315"/>
                  </a:cubicBezTo>
                  <a:cubicBezTo>
                    <a:pt x="421" y="1295"/>
                    <a:pt x="321" y="1134"/>
                    <a:pt x="291" y="1054"/>
                  </a:cubicBezTo>
                  <a:cubicBezTo>
                    <a:pt x="271" y="974"/>
                    <a:pt x="261" y="904"/>
                    <a:pt x="271" y="823"/>
                  </a:cubicBezTo>
                  <a:cubicBezTo>
                    <a:pt x="271" y="743"/>
                    <a:pt x="221" y="673"/>
                    <a:pt x="231" y="532"/>
                  </a:cubicBezTo>
                  <a:cubicBezTo>
                    <a:pt x="241" y="412"/>
                    <a:pt x="291" y="101"/>
                    <a:pt x="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1" name="Google Shape;16881;p54">
              <a:extLst>
                <a:ext uri="{FF2B5EF4-FFF2-40B4-BE49-F238E27FC236}">
                  <a16:creationId xmlns:a16="http://schemas.microsoft.com/office/drawing/2014/main" id="{BC012E0E-6474-B1B8-2E90-0E376F4D7874}"/>
                </a:ext>
              </a:extLst>
            </p:cNvPr>
            <p:cNvSpPr/>
            <p:nvPr/>
          </p:nvSpPr>
          <p:spPr>
            <a:xfrm>
              <a:off x="4968790" y="4517026"/>
              <a:ext cx="3400" cy="5019"/>
            </a:xfrm>
            <a:custGeom>
              <a:avLst/>
              <a:gdLst/>
              <a:ahLst/>
              <a:cxnLst/>
              <a:rect l="l" t="t" r="r" b="b"/>
              <a:pathLst>
                <a:path w="21" h="31" extrusionOk="0">
                  <a:moveTo>
                    <a:pt x="21" y="30"/>
                  </a:moveTo>
                  <a:lnTo>
                    <a:pt x="21" y="20"/>
                  </a:lnTo>
                  <a:lnTo>
                    <a:pt x="21" y="30"/>
                  </a:lnTo>
                  <a:close/>
                  <a:moveTo>
                    <a:pt x="21" y="20"/>
                  </a:moveTo>
                  <a:lnTo>
                    <a:pt x="11" y="20"/>
                  </a:lnTo>
                  <a:lnTo>
                    <a:pt x="21" y="20"/>
                  </a:ln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20"/>
                  </a:moveTo>
                  <a:lnTo>
                    <a:pt x="11" y="20"/>
                  </a:lnTo>
                  <a:lnTo>
                    <a:pt x="11" y="20"/>
                  </a:ln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20"/>
                  </a:moveTo>
                  <a:cubicBezTo>
                    <a:pt x="11" y="20"/>
                    <a:pt x="11" y="10"/>
                    <a:pt x="11" y="10"/>
                  </a:cubicBezTo>
                  <a:cubicBezTo>
                    <a:pt x="11" y="10"/>
                    <a:pt x="11" y="20"/>
                    <a:pt x="11" y="20"/>
                  </a:cubicBezTo>
                  <a:close/>
                  <a:moveTo>
                    <a:pt x="11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lose/>
                  <a:moveTo>
                    <a:pt x="11" y="10"/>
                  </a:moveTo>
                  <a:cubicBezTo>
                    <a:pt x="11" y="10"/>
                    <a:pt x="1" y="10"/>
                    <a:pt x="1" y="10"/>
                  </a:cubicBezTo>
                  <a:cubicBezTo>
                    <a:pt x="1" y="10"/>
                    <a:pt x="11" y="10"/>
                    <a:pt x="11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" y="1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0"/>
                  </a:cubicBezTo>
                  <a:close/>
                </a:path>
              </a:pathLst>
            </a:custGeom>
            <a:solidFill>
              <a:srgbClr val="8D9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2" name="Google Shape;16882;p54">
              <a:extLst>
                <a:ext uri="{FF2B5EF4-FFF2-40B4-BE49-F238E27FC236}">
                  <a16:creationId xmlns:a16="http://schemas.microsoft.com/office/drawing/2014/main" id="{D0C0C420-9FF5-9011-B0A0-12CA43F3130D}"/>
                </a:ext>
              </a:extLst>
            </p:cNvPr>
            <p:cNvSpPr/>
            <p:nvPr/>
          </p:nvSpPr>
          <p:spPr>
            <a:xfrm>
              <a:off x="4967171" y="4503911"/>
              <a:ext cx="24613" cy="19753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1" y="1"/>
                  </a:moveTo>
                  <a:cubicBezTo>
                    <a:pt x="1" y="21"/>
                    <a:pt x="1" y="61"/>
                    <a:pt x="11" y="81"/>
                  </a:cubicBezTo>
                  <a:cubicBezTo>
                    <a:pt x="11" y="81"/>
                    <a:pt x="11" y="81"/>
                    <a:pt x="11" y="91"/>
                  </a:cubicBezTo>
                  <a:lnTo>
                    <a:pt x="21" y="91"/>
                  </a:lnTo>
                  <a:cubicBezTo>
                    <a:pt x="21" y="91"/>
                    <a:pt x="21" y="101"/>
                    <a:pt x="21" y="101"/>
                  </a:cubicBezTo>
                  <a:lnTo>
                    <a:pt x="31" y="101"/>
                  </a:lnTo>
                  <a:lnTo>
                    <a:pt x="31" y="111"/>
                  </a:lnTo>
                  <a:cubicBezTo>
                    <a:pt x="41" y="121"/>
                    <a:pt x="81" y="121"/>
                    <a:pt x="121" y="121"/>
                  </a:cubicBezTo>
                  <a:lnTo>
                    <a:pt x="151" y="121"/>
                  </a:lnTo>
                  <a:lnTo>
                    <a:pt x="141" y="111"/>
                  </a:lnTo>
                  <a:cubicBezTo>
                    <a:pt x="131" y="81"/>
                    <a:pt x="121" y="51"/>
                    <a:pt x="111" y="11"/>
                  </a:cubicBezTo>
                  <a:lnTo>
                    <a:pt x="51" y="11"/>
                  </a:lnTo>
                  <a:cubicBezTo>
                    <a:pt x="41" y="11"/>
                    <a:pt x="2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3" name="Google Shape;16883;p54">
              <a:extLst>
                <a:ext uri="{FF2B5EF4-FFF2-40B4-BE49-F238E27FC236}">
                  <a16:creationId xmlns:a16="http://schemas.microsoft.com/office/drawing/2014/main" id="{7724451C-F987-5977-E413-B950B9D54C7B}"/>
                </a:ext>
              </a:extLst>
            </p:cNvPr>
            <p:cNvSpPr/>
            <p:nvPr/>
          </p:nvSpPr>
          <p:spPr>
            <a:xfrm>
              <a:off x="5004575" y="4520264"/>
              <a:ext cx="162" cy="16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28E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4" name="Google Shape;16884;p54">
              <a:extLst>
                <a:ext uri="{FF2B5EF4-FFF2-40B4-BE49-F238E27FC236}">
                  <a16:creationId xmlns:a16="http://schemas.microsoft.com/office/drawing/2014/main" id="{874D72E6-1A6C-51E0-6280-2EF5B34381EA}"/>
                </a:ext>
              </a:extLst>
            </p:cNvPr>
            <p:cNvSpPr/>
            <p:nvPr/>
          </p:nvSpPr>
          <p:spPr>
            <a:xfrm>
              <a:off x="4999717" y="4505530"/>
              <a:ext cx="5020" cy="14896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31" y="91"/>
                  </a:moveTo>
                  <a:lnTo>
                    <a:pt x="31" y="91"/>
                  </a:lnTo>
                  <a:cubicBezTo>
                    <a:pt x="31" y="91"/>
                    <a:pt x="31" y="91"/>
                    <a:pt x="31" y="91"/>
                  </a:cubicBezTo>
                  <a:lnTo>
                    <a:pt x="31" y="91"/>
                  </a:lnTo>
                  <a:cubicBezTo>
                    <a:pt x="31" y="91"/>
                    <a:pt x="31" y="91"/>
                    <a:pt x="31" y="91"/>
                  </a:cubicBezTo>
                  <a:cubicBezTo>
                    <a:pt x="31" y="71"/>
                    <a:pt x="0" y="21"/>
                    <a:pt x="0" y="1"/>
                  </a:cubicBezTo>
                  <a:lnTo>
                    <a:pt x="0" y="1"/>
                  </a:lnTo>
                  <a:cubicBezTo>
                    <a:pt x="0" y="21"/>
                    <a:pt x="31" y="71"/>
                    <a:pt x="31" y="91"/>
                  </a:cubicBezTo>
                  <a:cubicBezTo>
                    <a:pt x="31" y="91"/>
                    <a:pt x="31" y="91"/>
                    <a:pt x="31" y="91"/>
                  </a:cubicBezTo>
                  <a:close/>
                </a:path>
              </a:pathLst>
            </a:custGeom>
            <a:solidFill>
              <a:srgbClr val="8D9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5" name="Google Shape;16885;p54">
              <a:extLst>
                <a:ext uri="{FF2B5EF4-FFF2-40B4-BE49-F238E27FC236}">
                  <a16:creationId xmlns:a16="http://schemas.microsoft.com/office/drawing/2014/main" id="{CF430769-234E-5960-B69D-5EBF0965B16D}"/>
                </a:ext>
              </a:extLst>
            </p:cNvPr>
            <p:cNvSpPr/>
            <p:nvPr/>
          </p:nvSpPr>
          <p:spPr>
            <a:xfrm>
              <a:off x="5004575" y="4520264"/>
              <a:ext cx="162" cy="16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28E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6" name="Google Shape;16886;p54">
              <a:extLst>
                <a:ext uri="{FF2B5EF4-FFF2-40B4-BE49-F238E27FC236}">
                  <a16:creationId xmlns:a16="http://schemas.microsoft.com/office/drawing/2014/main" id="{D2696DE9-670D-0430-7D92-6FB987514D82}"/>
                </a:ext>
              </a:extLst>
            </p:cNvPr>
            <p:cNvSpPr/>
            <p:nvPr/>
          </p:nvSpPr>
          <p:spPr>
            <a:xfrm>
              <a:off x="4985144" y="4505530"/>
              <a:ext cx="19593" cy="18134"/>
            </a:xfrm>
            <a:custGeom>
              <a:avLst/>
              <a:gdLst/>
              <a:ahLst/>
              <a:cxnLst/>
              <a:rect l="l" t="t" r="r" b="b"/>
              <a:pathLst>
                <a:path w="121" h="112" extrusionOk="0">
                  <a:moveTo>
                    <a:pt x="0" y="1"/>
                  </a:moveTo>
                  <a:cubicBezTo>
                    <a:pt x="10" y="41"/>
                    <a:pt x="20" y="71"/>
                    <a:pt x="30" y="101"/>
                  </a:cubicBezTo>
                  <a:lnTo>
                    <a:pt x="40" y="111"/>
                  </a:lnTo>
                  <a:lnTo>
                    <a:pt x="50" y="111"/>
                  </a:lnTo>
                  <a:cubicBezTo>
                    <a:pt x="80" y="111"/>
                    <a:pt x="110" y="101"/>
                    <a:pt x="121" y="91"/>
                  </a:cubicBezTo>
                  <a:cubicBezTo>
                    <a:pt x="121" y="71"/>
                    <a:pt x="90" y="21"/>
                    <a:pt x="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7" name="Google Shape;16887;p54">
              <a:extLst>
                <a:ext uri="{FF2B5EF4-FFF2-40B4-BE49-F238E27FC236}">
                  <a16:creationId xmlns:a16="http://schemas.microsoft.com/office/drawing/2014/main" id="{BCEF417C-B173-8971-848F-7332A2BDD0B5}"/>
                </a:ext>
              </a:extLst>
            </p:cNvPr>
            <p:cNvSpPr/>
            <p:nvPr/>
          </p:nvSpPr>
          <p:spPr>
            <a:xfrm>
              <a:off x="4863215" y="4286298"/>
              <a:ext cx="60236" cy="237364"/>
            </a:xfrm>
            <a:custGeom>
              <a:avLst/>
              <a:gdLst/>
              <a:ahLst/>
              <a:cxnLst/>
              <a:rect l="l" t="t" r="r" b="b"/>
              <a:pathLst>
                <a:path w="372" h="1466" extrusionOk="0">
                  <a:moveTo>
                    <a:pt x="1" y="1"/>
                  </a:moveTo>
                  <a:cubicBezTo>
                    <a:pt x="1" y="121"/>
                    <a:pt x="1" y="242"/>
                    <a:pt x="11" y="362"/>
                  </a:cubicBezTo>
                  <a:cubicBezTo>
                    <a:pt x="11" y="492"/>
                    <a:pt x="41" y="573"/>
                    <a:pt x="21" y="703"/>
                  </a:cubicBezTo>
                  <a:cubicBezTo>
                    <a:pt x="1" y="934"/>
                    <a:pt x="1" y="1174"/>
                    <a:pt x="1" y="1395"/>
                  </a:cubicBezTo>
                  <a:cubicBezTo>
                    <a:pt x="1" y="1425"/>
                    <a:pt x="1" y="1445"/>
                    <a:pt x="11" y="1465"/>
                  </a:cubicBezTo>
                  <a:cubicBezTo>
                    <a:pt x="71" y="1455"/>
                    <a:pt x="111" y="1445"/>
                    <a:pt x="111" y="1435"/>
                  </a:cubicBezTo>
                  <a:cubicBezTo>
                    <a:pt x="121" y="1415"/>
                    <a:pt x="81" y="1345"/>
                    <a:pt x="81" y="1295"/>
                  </a:cubicBezTo>
                  <a:cubicBezTo>
                    <a:pt x="81" y="1245"/>
                    <a:pt x="61" y="894"/>
                    <a:pt x="61" y="843"/>
                  </a:cubicBezTo>
                  <a:cubicBezTo>
                    <a:pt x="61" y="793"/>
                    <a:pt x="91" y="783"/>
                    <a:pt x="91" y="633"/>
                  </a:cubicBezTo>
                  <a:cubicBezTo>
                    <a:pt x="81" y="482"/>
                    <a:pt x="101" y="322"/>
                    <a:pt x="101" y="322"/>
                  </a:cubicBezTo>
                  <a:cubicBezTo>
                    <a:pt x="101" y="322"/>
                    <a:pt x="201" y="392"/>
                    <a:pt x="252" y="422"/>
                  </a:cubicBezTo>
                  <a:cubicBezTo>
                    <a:pt x="267" y="427"/>
                    <a:pt x="287" y="430"/>
                    <a:pt x="308" y="430"/>
                  </a:cubicBezTo>
                  <a:cubicBezTo>
                    <a:pt x="329" y="430"/>
                    <a:pt x="352" y="427"/>
                    <a:pt x="372" y="422"/>
                  </a:cubicBezTo>
                  <a:cubicBezTo>
                    <a:pt x="357" y="422"/>
                    <a:pt x="342" y="425"/>
                    <a:pt x="327" y="425"/>
                  </a:cubicBezTo>
                  <a:cubicBezTo>
                    <a:pt x="312" y="425"/>
                    <a:pt x="297" y="422"/>
                    <a:pt x="282" y="412"/>
                  </a:cubicBezTo>
                  <a:cubicBezTo>
                    <a:pt x="151" y="352"/>
                    <a:pt x="71" y="191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8" name="Google Shape;16888;p54">
              <a:extLst>
                <a:ext uri="{FF2B5EF4-FFF2-40B4-BE49-F238E27FC236}">
                  <a16:creationId xmlns:a16="http://schemas.microsoft.com/office/drawing/2014/main" id="{4A091998-9C81-AC71-85DE-8F36E11268F5}"/>
                </a:ext>
              </a:extLst>
            </p:cNvPr>
            <p:cNvSpPr/>
            <p:nvPr/>
          </p:nvSpPr>
          <p:spPr>
            <a:xfrm>
              <a:off x="4843784" y="4497434"/>
              <a:ext cx="32709" cy="26230"/>
            </a:xfrm>
            <a:custGeom>
              <a:avLst/>
              <a:gdLst/>
              <a:ahLst/>
              <a:cxnLst/>
              <a:rect l="l" t="t" r="r" b="b"/>
              <a:pathLst>
                <a:path w="202" h="162" extrusionOk="0">
                  <a:moveTo>
                    <a:pt x="121" y="161"/>
                  </a:moveTo>
                  <a:cubicBezTo>
                    <a:pt x="111" y="161"/>
                    <a:pt x="111" y="161"/>
                    <a:pt x="101" y="161"/>
                  </a:cubicBezTo>
                  <a:cubicBezTo>
                    <a:pt x="31" y="151"/>
                    <a:pt x="0" y="121"/>
                    <a:pt x="0" y="121"/>
                  </a:cubicBezTo>
                  <a:lnTo>
                    <a:pt x="0" y="121"/>
                  </a:lnTo>
                  <a:cubicBezTo>
                    <a:pt x="0" y="121"/>
                    <a:pt x="31" y="151"/>
                    <a:pt x="101" y="161"/>
                  </a:cubicBezTo>
                  <a:cubicBezTo>
                    <a:pt x="111" y="161"/>
                    <a:pt x="111" y="161"/>
                    <a:pt x="121" y="161"/>
                  </a:cubicBezTo>
                  <a:lnTo>
                    <a:pt x="121" y="161"/>
                  </a:lnTo>
                  <a:close/>
                  <a:moveTo>
                    <a:pt x="0" y="121"/>
                  </a:moveTo>
                  <a:lnTo>
                    <a:pt x="0" y="121"/>
                  </a:lnTo>
                  <a:lnTo>
                    <a:pt x="0" y="121"/>
                  </a:lnTo>
                  <a:close/>
                  <a:moveTo>
                    <a:pt x="0" y="121"/>
                  </a:moveTo>
                  <a:cubicBezTo>
                    <a:pt x="0" y="121"/>
                    <a:pt x="0" y="121"/>
                    <a:pt x="0" y="121"/>
                  </a:cubicBezTo>
                  <a:cubicBezTo>
                    <a:pt x="0" y="121"/>
                    <a:pt x="0" y="121"/>
                    <a:pt x="0" y="121"/>
                  </a:cubicBezTo>
                  <a:close/>
                  <a:moveTo>
                    <a:pt x="0" y="121"/>
                  </a:moveTo>
                  <a:lnTo>
                    <a:pt x="0" y="121"/>
                  </a:lnTo>
                  <a:lnTo>
                    <a:pt x="0" y="121"/>
                  </a:lnTo>
                  <a:close/>
                  <a:moveTo>
                    <a:pt x="11" y="71"/>
                  </a:moveTo>
                  <a:cubicBezTo>
                    <a:pt x="21" y="51"/>
                    <a:pt x="21" y="31"/>
                    <a:pt x="21" y="11"/>
                  </a:cubicBezTo>
                  <a:lnTo>
                    <a:pt x="21" y="11"/>
                  </a:lnTo>
                  <a:cubicBezTo>
                    <a:pt x="21" y="31"/>
                    <a:pt x="21" y="51"/>
                    <a:pt x="11" y="71"/>
                  </a:cubicBezTo>
                  <a:close/>
                  <a:moveTo>
                    <a:pt x="201" y="21"/>
                  </a:moveTo>
                  <a:cubicBezTo>
                    <a:pt x="201" y="21"/>
                    <a:pt x="201" y="11"/>
                    <a:pt x="201" y="11"/>
                  </a:cubicBezTo>
                  <a:cubicBezTo>
                    <a:pt x="201" y="11"/>
                    <a:pt x="201" y="1"/>
                    <a:pt x="201" y="1"/>
                  </a:cubicBezTo>
                  <a:lnTo>
                    <a:pt x="201" y="1"/>
                  </a:lnTo>
                  <a:cubicBezTo>
                    <a:pt x="201" y="11"/>
                    <a:pt x="201" y="21"/>
                    <a:pt x="201" y="21"/>
                  </a:cubicBezTo>
                </a:path>
              </a:pathLst>
            </a:custGeom>
            <a:solidFill>
              <a:srgbClr val="8D9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9" name="Google Shape;16889;p54">
              <a:extLst>
                <a:ext uri="{FF2B5EF4-FFF2-40B4-BE49-F238E27FC236}">
                  <a16:creationId xmlns:a16="http://schemas.microsoft.com/office/drawing/2014/main" id="{BF227605-0834-CFB2-E080-75320042819B}"/>
                </a:ext>
              </a:extLst>
            </p:cNvPr>
            <p:cNvSpPr/>
            <p:nvPr/>
          </p:nvSpPr>
          <p:spPr>
            <a:xfrm>
              <a:off x="4843784" y="4499053"/>
              <a:ext cx="35947" cy="24611"/>
            </a:xfrm>
            <a:custGeom>
              <a:avLst/>
              <a:gdLst/>
              <a:ahLst/>
              <a:cxnLst/>
              <a:rect l="l" t="t" r="r" b="b"/>
              <a:pathLst>
                <a:path w="222" h="152" extrusionOk="0">
                  <a:moveTo>
                    <a:pt x="221" y="131"/>
                  </a:moveTo>
                  <a:lnTo>
                    <a:pt x="221" y="131"/>
                  </a:lnTo>
                  <a:cubicBezTo>
                    <a:pt x="201" y="141"/>
                    <a:pt x="171" y="141"/>
                    <a:pt x="132" y="151"/>
                  </a:cubicBezTo>
                  <a:lnTo>
                    <a:pt x="132" y="151"/>
                  </a:lnTo>
                  <a:cubicBezTo>
                    <a:pt x="168" y="149"/>
                    <a:pt x="203" y="140"/>
                    <a:pt x="221" y="131"/>
                  </a:cubicBezTo>
                  <a:close/>
                  <a:moveTo>
                    <a:pt x="21" y="1"/>
                  </a:moveTo>
                  <a:cubicBezTo>
                    <a:pt x="21" y="21"/>
                    <a:pt x="21" y="41"/>
                    <a:pt x="11" y="61"/>
                  </a:cubicBezTo>
                  <a:cubicBezTo>
                    <a:pt x="11" y="81"/>
                    <a:pt x="0" y="101"/>
                    <a:pt x="0" y="111"/>
                  </a:cubicBezTo>
                  <a:cubicBezTo>
                    <a:pt x="0" y="111"/>
                    <a:pt x="31" y="141"/>
                    <a:pt x="101" y="151"/>
                  </a:cubicBezTo>
                  <a:lnTo>
                    <a:pt x="121" y="151"/>
                  </a:lnTo>
                  <a:cubicBezTo>
                    <a:pt x="124" y="151"/>
                    <a:pt x="127" y="151"/>
                    <a:pt x="131" y="151"/>
                  </a:cubicBezTo>
                  <a:lnTo>
                    <a:pt x="131" y="151"/>
                  </a:lnTo>
                  <a:cubicBezTo>
                    <a:pt x="131" y="151"/>
                    <a:pt x="131" y="151"/>
                    <a:pt x="131" y="151"/>
                  </a:cubicBezTo>
                  <a:cubicBezTo>
                    <a:pt x="131" y="151"/>
                    <a:pt x="132" y="151"/>
                    <a:pt x="132" y="151"/>
                  </a:cubicBezTo>
                  <a:lnTo>
                    <a:pt x="132" y="151"/>
                  </a:lnTo>
                  <a:cubicBezTo>
                    <a:pt x="132" y="151"/>
                    <a:pt x="131" y="151"/>
                    <a:pt x="131" y="151"/>
                  </a:cubicBezTo>
                  <a:lnTo>
                    <a:pt x="131" y="151"/>
                  </a:lnTo>
                  <a:cubicBezTo>
                    <a:pt x="121" y="131"/>
                    <a:pt x="121" y="111"/>
                    <a:pt x="121" y="81"/>
                  </a:cubicBezTo>
                  <a:cubicBezTo>
                    <a:pt x="121" y="61"/>
                    <a:pt x="121" y="3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0" name="Google Shape;16890;p54">
              <a:extLst>
                <a:ext uri="{FF2B5EF4-FFF2-40B4-BE49-F238E27FC236}">
                  <a16:creationId xmlns:a16="http://schemas.microsoft.com/office/drawing/2014/main" id="{38932A32-2032-C36A-1650-65A59CBD6F0C}"/>
                </a:ext>
              </a:extLst>
            </p:cNvPr>
            <p:cNvSpPr/>
            <p:nvPr/>
          </p:nvSpPr>
          <p:spPr>
            <a:xfrm>
              <a:off x="4863215" y="4497434"/>
              <a:ext cx="19755" cy="26230"/>
            </a:xfrm>
            <a:custGeom>
              <a:avLst/>
              <a:gdLst/>
              <a:ahLst/>
              <a:cxnLst/>
              <a:rect l="l" t="t" r="r" b="b"/>
              <a:pathLst>
                <a:path w="122" h="162" extrusionOk="0">
                  <a:moveTo>
                    <a:pt x="81" y="1"/>
                  </a:moveTo>
                  <a:lnTo>
                    <a:pt x="71" y="11"/>
                  </a:lnTo>
                  <a:lnTo>
                    <a:pt x="1" y="11"/>
                  </a:lnTo>
                  <a:cubicBezTo>
                    <a:pt x="1" y="41"/>
                    <a:pt x="1" y="71"/>
                    <a:pt x="1" y="91"/>
                  </a:cubicBezTo>
                  <a:cubicBezTo>
                    <a:pt x="1" y="121"/>
                    <a:pt x="1" y="141"/>
                    <a:pt x="11" y="161"/>
                  </a:cubicBezTo>
                  <a:cubicBezTo>
                    <a:pt x="51" y="151"/>
                    <a:pt x="81" y="151"/>
                    <a:pt x="101" y="14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21" y="121"/>
                    <a:pt x="91" y="71"/>
                    <a:pt x="81" y="21"/>
                  </a:cubicBezTo>
                  <a:cubicBezTo>
                    <a:pt x="81" y="21"/>
                    <a:pt x="81" y="11"/>
                    <a:pt x="81" y="11"/>
                  </a:cubicBezTo>
                  <a:cubicBezTo>
                    <a:pt x="81" y="11"/>
                    <a:pt x="81" y="1"/>
                    <a:pt x="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1" name="Google Shape;16891;p54">
              <a:extLst>
                <a:ext uri="{FF2B5EF4-FFF2-40B4-BE49-F238E27FC236}">
                  <a16:creationId xmlns:a16="http://schemas.microsoft.com/office/drawing/2014/main" id="{C85B6AB0-9D76-AFC7-68CA-DAF5CD66420D}"/>
                </a:ext>
              </a:extLst>
            </p:cNvPr>
            <p:cNvSpPr/>
            <p:nvPr/>
          </p:nvSpPr>
          <p:spPr>
            <a:xfrm>
              <a:off x="4682993" y="4120337"/>
              <a:ext cx="342795" cy="244164"/>
            </a:xfrm>
            <a:custGeom>
              <a:avLst/>
              <a:gdLst/>
              <a:ahLst/>
              <a:cxnLst/>
              <a:rect l="l" t="t" r="r" b="b"/>
              <a:pathLst>
                <a:path w="2117" h="1508" extrusionOk="0">
                  <a:moveTo>
                    <a:pt x="367" y="0"/>
                  </a:moveTo>
                  <a:cubicBezTo>
                    <a:pt x="249" y="0"/>
                    <a:pt x="151" y="29"/>
                    <a:pt x="101" y="73"/>
                  </a:cubicBezTo>
                  <a:cubicBezTo>
                    <a:pt x="81" y="93"/>
                    <a:pt x="41" y="113"/>
                    <a:pt x="0" y="143"/>
                  </a:cubicBezTo>
                  <a:cubicBezTo>
                    <a:pt x="51" y="133"/>
                    <a:pt x="101" y="113"/>
                    <a:pt x="131" y="113"/>
                  </a:cubicBezTo>
                  <a:cubicBezTo>
                    <a:pt x="191" y="113"/>
                    <a:pt x="261" y="133"/>
                    <a:pt x="291" y="183"/>
                  </a:cubicBezTo>
                  <a:cubicBezTo>
                    <a:pt x="331" y="223"/>
                    <a:pt x="331" y="294"/>
                    <a:pt x="382" y="324"/>
                  </a:cubicBezTo>
                  <a:cubicBezTo>
                    <a:pt x="432" y="354"/>
                    <a:pt x="502" y="334"/>
                    <a:pt x="552" y="354"/>
                  </a:cubicBezTo>
                  <a:cubicBezTo>
                    <a:pt x="642" y="404"/>
                    <a:pt x="642" y="544"/>
                    <a:pt x="733" y="584"/>
                  </a:cubicBezTo>
                  <a:cubicBezTo>
                    <a:pt x="744" y="588"/>
                    <a:pt x="756" y="590"/>
                    <a:pt x="768" y="590"/>
                  </a:cubicBezTo>
                  <a:cubicBezTo>
                    <a:pt x="819" y="590"/>
                    <a:pt x="873" y="561"/>
                    <a:pt x="913" y="544"/>
                  </a:cubicBezTo>
                  <a:cubicBezTo>
                    <a:pt x="1004" y="494"/>
                    <a:pt x="1104" y="474"/>
                    <a:pt x="1204" y="474"/>
                  </a:cubicBezTo>
                  <a:cubicBezTo>
                    <a:pt x="1254" y="474"/>
                    <a:pt x="1304" y="484"/>
                    <a:pt x="1335" y="524"/>
                  </a:cubicBezTo>
                  <a:cubicBezTo>
                    <a:pt x="1365" y="544"/>
                    <a:pt x="1365" y="584"/>
                    <a:pt x="1375" y="615"/>
                  </a:cubicBezTo>
                  <a:cubicBezTo>
                    <a:pt x="1395" y="665"/>
                    <a:pt x="1425" y="705"/>
                    <a:pt x="1455" y="755"/>
                  </a:cubicBezTo>
                  <a:cubicBezTo>
                    <a:pt x="1505" y="865"/>
                    <a:pt x="1505" y="996"/>
                    <a:pt x="1455" y="1106"/>
                  </a:cubicBezTo>
                  <a:cubicBezTo>
                    <a:pt x="1425" y="1176"/>
                    <a:pt x="1525" y="1267"/>
                    <a:pt x="1495" y="1347"/>
                  </a:cubicBezTo>
                  <a:cubicBezTo>
                    <a:pt x="1487" y="1372"/>
                    <a:pt x="1449" y="1434"/>
                    <a:pt x="1377" y="1434"/>
                  </a:cubicBezTo>
                  <a:cubicBezTo>
                    <a:pt x="1364" y="1434"/>
                    <a:pt x="1350" y="1432"/>
                    <a:pt x="1335" y="1427"/>
                  </a:cubicBezTo>
                  <a:lnTo>
                    <a:pt x="1335" y="1427"/>
                  </a:lnTo>
                  <a:lnTo>
                    <a:pt x="1365" y="1447"/>
                  </a:lnTo>
                  <a:cubicBezTo>
                    <a:pt x="1381" y="1455"/>
                    <a:pt x="1401" y="1458"/>
                    <a:pt x="1422" y="1458"/>
                  </a:cubicBezTo>
                  <a:cubicBezTo>
                    <a:pt x="1477" y="1458"/>
                    <a:pt x="1535" y="1437"/>
                    <a:pt x="1535" y="1437"/>
                  </a:cubicBezTo>
                  <a:cubicBezTo>
                    <a:pt x="1535" y="1437"/>
                    <a:pt x="1535" y="1467"/>
                    <a:pt x="1545" y="1507"/>
                  </a:cubicBezTo>
                  <a:cubicBezTo>
                    <a:pt x="1595" y="1487"/>
                    <a:pt x="1625" y="1467"/>
                    <a:pt x="1666" y="1437"/>
                  </a:cubicBezTo>
                  <a:cubicBezTo>
                    <a:pt x="1716" y="1397"/>
                    <a:pt x="1766" y="1347"/>
                    <a:pt x="1806" y="1297"/>
                  </a:cubicBezTo>
                  <a:cubicBezTo>
                    <a:pt x="1826" y="1166"/>
                    <a:pt x="1856" y="1056"/>
                    <a:pt x="1886" y="1026"/>
                  </a:cubicBezTo>
                  <a:cubicBezTo>
                    <a:pt x="1916" y="986"/>
                    <a:pt x="1987" y="915"/>
                    <a:pt x="2037" y="905"/>
                  </a:cubicBezTo>
                  <a:cubicBezTo>
                    <a:pt x="2037" y="875"/>
                    <a:pt x="2037" y="845"/>
                    <a:pt x="2037" y="815"/>
                  </a:cubicBezTo>
                  <a:cubicBezTo>
                    <a:pt x="2007" y="705"/>
                    <a:pt x="1916" y="605"/>
                    <a:pt x="1956" y="494"/>
                  </a:cubicBezTo>
                  <a:cubicBezTo>
                    <a:pt x="1987" y="394"/>
                    <a:pt x="2117" y="334"/>
                    <a:pt x="2097" y="223"/>
                  </a:cubicBezTo>
                  <a:lnTo>
                    <a:pt x="2087" y="193"/>
                  </a:lnTo>
                  <a:cubicBezTo>
                    <a:pt x="2057" y="203"/>
                    <a:pt x="2037" y="213"/>
                    <a:pt x="2027" y="223"/>
                  </a:cubicBezTo>
                  <a:cubicBezTo>
                    <a:pt x="2020" y="225"/>
                    <a:pt x="2013" y="226"/>
                    <a:pt x="2006" y="226"/>
                  </a:cubicBezTo>
                  <a:cubicBezTo>
                    <a:pt x="1972" y="226"/>
                    <a:pt x="1932" y="208"/>
                    <a:pt x="1816" y="183"/>
                  </a:cubicBezTo>
                  <a:cubicBezTo>
                    <a:pt x="1676" y="143"/>
                    <a:pt x="1565" y="83"/>
                    <a:pt x="1415" y="73"/>
                  </a:cubicBezTo>
                  <a:cubicBezTo>
                    <a:pt x="1399" y="72"/>
                    <a:pt x="1381" y="71"/>
                    <a:pt x="1361" y="71"/>
                  </a:cubicBezTo>
                  <a:cubicBezTo>
                    <a:pt x="1274" y="71"/>
                    <a:pt x="1151" y="79"/>
                    <a:pt x="1019" y="79"/>
                  </a:cubicBezTo>
                  <a:cubicBezTo>
                    <a:pt x="877" y="79"/>
                    <a:pt x="723" y="70"/>
                    <a:pt x="592" y="33"/>
                  </a:cubicBezTo>
                  <a:cubicBezTo>
                    <a:pt x="514" y="10"/>
                    <a:pt x="437" y="0"/>
                    <a:pt x="367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2" name="Google Shape;16892;p54">
              <a:extLst>
                <a:ext uri="{FF2B5EF4-FFF2-40B4-BE49-F238E27FC236}">
                  <a16:creationId xmlns:a16="http://schemas.microsoft.com/office/drawing/2014/main" id="{828FAE26-A95B-41A6-C312-3D22B26BFA57}"/>
                </a:ext>
              </a:extLst>
            </p:cNvPr>
            <p:cNvSpPr/>
            <p:nvPr/>
          </p:nvSpPr>
          <p:spPr>
            <a:xfrm>
              <a:off x="4929928" y="4151586"/>
              <a:ext cx="92621" cy="212915"/>
            </a:xfrm>
            <a:custGeom>
              <a:avLst/>
              <a:gdLst/>
              <a:ahLst/>
              <a:cxnLst/>
              <a:rect l="l" t="t" r="r" b="b"/>
              <a:pathLst>
                <a:path w="572" h="1315" extrusionOk="0">
                  <a:moveTo>
                    <a:pt x="562" y="0"/>
                  </a:moveTo>
                  <a:cubicBezTo>
                    <a:pt x="532" y="10"/>
                    <a:pt x="512" y="20"/>
                    <a:pt x="502" y="30"/>
                  </a:cubicBezTo>
                  <a:cubicBezTo>
                    <a:pt x="472" y="30"/>
                    <a:pt x="451" y="30"/>
                    <a:pt x="401" y="10"/>
                  </a:cubicBezTo>
                  <a:cubicBezTo>
                    <a:pt x="401" y="81"/>
                    <a:pt x="361" y="151"/>
                    <a:pt x="341" y="211"/>
                  </a:cubicBezTo>
                  <a:cubicBezTo>
                    <a:pt x="301" y="301"/>
                    <a:pt x="271" y="391"/>
                    <a:pt x="291" y="482"/>
                  </a:cubicBezTo>
                  <a:cubicBezTo>
                    <a:pt x="311" y="532"/>
                    <a:pt x="341" y="572"/>
                    <a:pt x="331" y="622"/>
                  </a:cubicBezTo>
                  <a:cubicBezTo>
                    <a:pt x="321" y="682"/>
                    <a:pt x="251" y="722"/>
                    <a:pt x="231" y="773"/>
                  </a:cubicBezTo>
                  <a:cubicBezTo>
                    <a:pt x="221" y="813"/>
                    <a:pt x="231" y="863"/>
                    <a:pt x="231" y="913"/>
                  </a:cubicBezTo>
                  <a:cubicBezTo>
                    <a:pt x="221" y="983"/>
                    <a:pt x="181" y="1043"/>
                    <a:pt x="130" y="1104"/>
                  </a:cubicBezTo>
                  <a:cubicBezTo>
                    <a:pt x="90" y="1154"/>
                    <a:pt x="40" y="1194"/>
                    <a:pt x="0" y="1254"/>
                  </a:cubicBezTo>
                  <a:lnTo>
                    <a:pt x="10" y="1244"/>
                  </a:lnTo>
                  <a:cubicBezTo>
                    <a:pt x="10" y="1244"/>
                    <a:pt x="10" y="1274"/>
                    <a:pt x="20" y="1314"/>
                  </a:cubicBezTo>
                  <a:cubicBezTo>
                    <a:pt x="70" y="1294"/>
                    <a:pt x="100" y="1274"/>
                    <a:pt x="141" y="1244"/>
                  </a:cubicBezTo>
                  <a:cubicBezTo>
                    <a:pt x="191" y="1204"/>
                    <a:pt x="241" y="1154"/>
                    <a:pt x="281" y="1104"/>
                  </a:cubicBezTo>
                  <a:cubicBezTo>
                    <a:pt x="301" y="973"/>
                    <a:pt x="331" y="863"/>
                    <a:pt x="361" y="833"/>
                  </a:cubicBezTo>
                  <a:cubicBezTo>
                    <a:pt x="391" y="793"/>
                    <a:pt x="462" y="722"/>
                    <a:pt x="512" y="712"/>
                  </a:cubicBezTo>
                  <a:cubicBezTo>
                    <a:pt x="512" y="682"/>
                    <a:pt x="512" y="652"/>
                    <a:pt x="512" y="622"/>
                  </a:cubicBezTo>
                  <a:cubicBezTo>
                    <a:pt x="482" y="512"/>
                    <a:pt x="391" y="412"/>
                    <a:pt x="431" y="301"/>
                  </a:cubicBezTo>
                  <a:cubicBezTo>
                    <a:pt x="441" y="261"/>
                    <a:pt x="472" y="221"/>
                    <a:pt x="502" y="191"/>
                  </a:cubicBezTo>
                  <a:cubicBezTo>
                    <a:pt x="502" y="171"/>
                    <a:pt x="512" y="151"/>
                    <a:pt x="522" y="121"/>
                  </a:cubicBezTo>
                  <a:cubicBezTo>
                    <a:pt x="542" y="91"/>
                    <a:pt x="562" y="60"/>
                    <a:pt x="572" y="30"/>
                  </a:cubicBezTo>
                  <a:lnTo>
                    <a:pt x="562" y="0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3" name="Google Shape;16893;p54">
              <a:extLst>
                <a:ext uri="{FF2B5EF4-FFF2-40B4-BE49-F238E27FC236}">
                  <a16:creationId xmlns:a16="http://schemas.microsoft.com/office/drawing/2014/main" id="{0EB99475-93C7-E3FD-6DDB-D521A7AAE24B}"/>
                </a:ext>
              </a:extLst>
            </p:cNvPr>
            <p:cNvSpPr/>
            <p:nvPr/>
          </p:nvSpPr>
          <p:spPr>
            <a:xfrm>
              <a:off x="5084242" y="4205180"/>
              <a:ext cx="5020" cy="6638"/>
            </a:xfrm>
            <a:custGeom>
              <a:avLst/>
              <a:gdLst/>
              <a:ahLst/>
              <a:cxnLst/>
              <a:rect l="l" t="t" r="r" b="b"/>
              <a:pathLst>
                <a:path w="31" h="41" extrusionOk="0">
                  <a:moveTo>
                    <a:pt x="0" y="0"/>
                  </a:moveTo>
                  <a:lnTo>
                    <a:pt x="0" y="40"/>
                  </a:lnTo>
                  <a:cubicBezTo>
                    <a:pt x="20" y="40"/>
                    <a:pt x="30" y="10"/>
                    <a:pt x="30" y="0"/>
                  </a:cubicBezTo>
                  <a:close/>
                </a:path>
              </a:pathLst>
            </a:custGeom>
            <a:solidFill>
              <a:srgbClr val="2833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4" name="Google Shape;16894;p54">
              <a:extLst>
                <a:ext uri="{FF2B5EF4-FFF2-40B4-BE49-F238E27FC236}">
                  <a16:creationId xmlns:a16="http://schemas.microsoft.com/office/drawing/2014/main" id="{BC374725-CA54-2825-0973-1712CF0D251A}"/>
                </a:ext>
              </a:extLst>
            </p:cNvPr>
            <p:cNvSpPr/>
            <p:nvPr/>
          </p:nvSpPr>
          <p:spPr>
            <a:xfrm>
              <a:off x="4965551" y="4145595"/>
              <a:ext cx="149133" cy="160779"/>
            </a:xfrm>
            <a:custGeom>
              <a:avLst/>
              <a:gdLst/>
              <a:ahLst/>
              <a:cxnLst/>
              <a:rect l="l" t="t" r="r" b="b"/>
              <a:pathLst>
                <a:path w="921" h="993" extrusionOk="0">
                  <a:moveTo>
                    <a:pt x="490" y="1"/>
                  </a:moveTo>
                  <a:cubicBezTo>
                    <a:pt x="410" y="1"/>
                    <a:pt x="343" y="24"/>
                    <a:pt x="312" y="47"/>
                  </a:cubicBezTo>
                  <a:cubicBezTo>
                    <a:pt x="262" y="77"/>
                    <a:pt x="242" y="107"/>
                    <a:pt x="231" y="107"/>
                  </a:cubicBezTo>
                  <a:cubicBezTo>
                    <a:pt x="206" y="107"/>
                    <a:pt x="165" y="63"/>
                    <a:pt x="110" y="63"/>
                  </a:cubicBezTo>
                  <a:cubicBezTo>
                    <a:pt x="101" y="63"/>
                    <a:pt x="91" y="64"/>
                    <a:pt x="81" y="67"/>
                  </a:cubicBezTo>
                  <a:cubicBezTo>
                    <a:pt x="11" y="87"/>
                    <a:pt x="1" y="158"/>
                    <a:pt x="21" y="208"/>
                  </a:cubicBezTo>
                  <a:cubicBezTo>
                    <a:pt x="51" y="258"/>
                    <a:pt x="181" y="288"/>
                    <a:pt x="181" y="308"/>
                  </a:cubicBezTo>
                  <a:cubicBezTo>
                    <a:pt x="191" y="328"/>
                    <a:pt x="181" y="469"/>
                    <a:pt x="191" y="559"/>
                  </a:cubicBezTo>
                  <a:cubicBezTo>
                    <a:pt x="211" y="659"/>
                    <a:pt x="242" y="719"/>
                    <a:pt x="352" y="790"/>
                  </a:cubicBezTo>
                  <a:cubicBezTo>
                    <a:pt x="392" y="820"/>
                    <a:pt x="532" y="900"/>
                    <a:pt x="562" y="940"/>
                  </a:cubicBezTo>
                  <a:cubicBezTo>
                    <a:pt x="589" y="966"/>
                    <a:pt x="622" y="992"/>
                    <a:pt x="676" y="992"/>
                  </a:cubicBezTo>
                  <a:cubicBezTo>
                    <a:pt x="685" y="992"/>
                    <a:pt x="694" y="992"/>
                    <a:pt x="703" y="990"/>
                  </a:cubicBezTo>
                  <a:cubicBezTo>
                    <a:pt x="773" y="980"/>
                    <a:pt x="763" y="950"/>
                    <a:pt x="763" y="950"/>
                  </a:cubicBezTo>
                  <a:cubicBezTo>
                    <a:pt x="793" y="940"/>
                    <a:pt x="833" y="900"/>
                    <a:pt x="823" y="850"/>
                  </a:cubicBezTo>
                  <a:cubicBezTo>
                    <a:pt x="813" y="800"/>
                    <a:pt x="783" y="719"/>
                    <a:pt x="773" y="629"/>
                  </a:cubicBezTo>
                  <a:cubicBezTo>
                    <a:pt x="753" y="549"/>
                    <a:pt x="733" y="368"/>
                    <a:pt x="733" y="368"/>
                  </a:cubicBezTo>
                  <a:lnTo>
                    <a:pt x="763" y="368"/>
                  </a:lnTo>
                  <a:cubicBezTo>
                    <a:pt x="763" y="368"/>
                    <a:pt x="763" y="348"/>
                    <a:pt x="743" y="318"/>
                  </a:cubicBezTo>
                  <a:cubicBezTo>
                    <a:pt x="723" y="278"/>
                    <a:pt x="733" y="248"/>
                    <a:pt x="733" y="248"/>
                  </a:cubicBezTo>
                  <a:cubicBezTo>
                    <a:pt x="733" y="248"/>
                    <a:pt x="883" y="238"/>
                    <a:pt x="904" y="168"/>
                  </a:cubicBezTo>
                  <a:cubicBezTo>
                    <a:pt x="921" y="107"/>
                    <a:pt x="886" y="53"/>
                    <a:pt x="837" y="53"/>
                  </a:cubicBezTo>
                  <a:cubicBezTo>
                    <a:pt x="829" y="53"/>
                    <a:pt x="821" y="55"/>
                    <a:pt x="813" y="57"/>
                  </a:cubicBezTo>
                  <a:cubicBezTo>
                    <a:pt x="763" y="77"/>
                    <a:pt x="703" y="97"/>
                    <a:pt x="703" y="97"/>
                  </a:cubicBezTo>
                  <a:cubicBezTo>
                    <a:pt x="703" y="97"/>
                    <a:pt x="653" y="27"/>
                    <a:pt x="562" y="7"/>
                  </a:cubicBezTo>
                  <a:cubicBezTo>
                    <a:pt x="538" y="3"/>
                    <a:pt x="513" y="1"/>
                    <a:pt x="490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5" name="Google Shape;16895;p54">
              <a:extLst>
                <a:ext uri="{FF2B5EF4-FFF2-40B4-BE49-F238E27FC236}">
                  <a16:creationId xmlns:a16="http://schemas.microsoft.com/office/drawing/2014/main" id="{E7DFC9D4-4D2D-BC2A-6DD0-39FF805E798F}"/>
                </a:ext>
              </a:extLst>
            </p:cNvPr>
            <p:cNvSpPr/>
            <p:nvPr/>
          </p:nvSpPr>
          <p:spPr>
            <a:xfrm>
              <a:off x="5048457" y="4289537"/>
              <a:ext cx="44044" cy="16839"/>
            </a:xfrm>
            <a:custGeom>
              <a:avLst/>
              <a:gdLst/>
              <a:ahLst/>
              <a:cxnLst/>
              <a:rect l="l" t="t" r="r" b="b"/>
              <a:pathLst>
                <a:path w="272" h="104" extrusionOk="0">
                  <a:moveTo>
                    <a:pt x="0" y="1"/>
                  </a:moveTo>
                  <a:cubicBezTo>
                    <a:pt x="20" y="21"/>
                    <a:pt x="40" y="41"/>
                    <a:pt x="50" y="51"/>
                  </a:cubicBezTo>
                  <a:cubicBezTo>
                    <a:pt x="77" y="77"/>
                    <a:pt x="110" y="103"/>
                    <a:pt x="164" y="103"/>
                  </a:cubicBezTo>
                  <a:cubicBezTo>
                    <a:pt x="173" y="103"/>
                    <a:pt x="182" y="103"/>
                    <a:pt x="191" y="101"/>
                  </a:cubicBezTo>
                  <a:cubicBezTo>
                    <a:pt x="261" y="91"/>
                    <a:pt x="251" y="61"/>
                    <a:pt x="251" y="61"/>
                  </a:cubicBezTo>
                  <a:lnTo>
                    <a:pt x="271" y="51"/>
                  </a:lnTo>
                  <a:cubicBezTo>
                    <a:pt x="265" y="39"/>
                    <a:pt x="249" y="34"/>
                    <a:pt x="227" y="34"/>
                  </a:cubicBezTo>
                  <a:cubicBezTo>
                    <a:pt x="211" y="34"/>
                    <a:pt x="192" y="37"/>
                    <a:pt x="171" y="41"/>
                  </a:cubicBezTo>
                  <a:cubicBezTo>
                    <a:pt x="141" y="41"/>
                    <a:pt x="111" y="41"/>
                    <a:pt x="101" y="31"/>
                  </a:cubicBezTo>
                  <a:cubicBezTo>
                    <a:pt x="71" y="11"/>
                    <a:pt x="20" y="2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6" name="Google Shape;16896;p54">
              <a:extLst>
                <a:ext uri="{FF2B5EF4-FFF2-40B4-BE49-F238E27FC236}">
                  <a16:creationId xmlns:a16="http://schemas.microsoft.com/office/drawing/2014/main" id="{4660C43B-2E84-D4DD-186E-3F2AE103FF71}"/>
                </a:ext>
              </a:extLst>
            </p:cNvPr>
            <p:cNvSpPr/>
            <p:nvPr/>
          </p:nvSpPr>
          <p:spPr>
            <a:xfrm>
              <a:off x="5053314" y="4149967"/>
              <a:ext cx="61370" cy="144588"/>
            </a:xfrm>
            <a:custGeom>
              <a:avLst/>
              <a:gdLst/>
              <a:ahLst/>
              <a:cxnLst/>
              <a:rect l="l" t="t" r="r" b="b"/>
              <a:pathLst>
                <a:path w="379" h="893" extrusionOk="0">
                  <a:moveTo>
                    <a:pt x="61" y="0"/>
                  </a:moveTo>
                  <a:cubicBezTo>
                    <a:pt x="51" y="30"/>
                    <a:pt x="31" y="70"/>
                    <a:pt x="20" y="111"/>
                  </a:cubicBezTo>
                  <a:cubicBezTo>
                    <a:pt x="0" y="171"/>
                    <a:pt x="31" y="201"/>
                    <a:pt x="61" y="251"/>
                  </a:cubicBezTo>
                  <a:cubicBezTo>
                    <a:pt x="121" y="361"/>
                    <a:pt x="161" y="502"/>
                    <a:pt x="161" y="622"/>
                  </a:cubicBezTo>
                  <a:cubicBezTo>
                    <a:pt x="171" y="692"/>
                    <a:pt x="171" y="753"/>
                    <a:pt x="191" y="813"/>
                  </a:cubicBezTo>
                  <a:cubicBezTo>
                    <a:pt x="201" y="843"/>
                    <a:pt x="231" y="873"/>
                    <a:pt x="261" y="893"/>
                  </a:cubicBezTo>
                  <a:cubicBezTo>
                    <a:pt x="271" y="873"/>
                    <a:pt x="281" y="853"/>
                    <a:pt x="281" y="823"/>
                  </a:cubicBezTo>
                  <a:cubicBezTo>
                    <a:pt x="271" y="773"/>
                    <a:pt x="241" y="692"/>
                    <a:pt x="231" y="602"/>
                  </a:cubicBezTo>
                  <a:cubicBezTo>
                    <a:pt x="211" y="522"/>
                    <a:pt x="191" y="341"/>
                    <a:pt x="191" y="341"/>
                  </a:cubicBezTo>
                  <a:lnTo>
                    <a:pt x="221" y="341"/>
                  </a:lnTo>
                  <a:cubicBezTo>
                    <a:pt x="221" y="341"/>
                    <a:pt x="221" y="321"/>
                    <a:pt x="201" y="291"/>
                  </a:cubicBezTo>
                  <a:cubicBezTo>
                    <a:pt x="181" y="251"/>
                    <a:pt x="191" y="221"/>
                    <a:pt x="191" y="221"/>
                  </a:cubicBezTo>
                  <a:cubicBezTo>
                    <a:pt x="191" y="221"/>
                    <a:pt x="341" y="211"/>
                    <a:pt x="362" y="141"/>
                  </a:cubicBezTo>
                  <a:cubicBezTo>
                    <a:pt x="379" y="80"/>
                    <a:pt x="344" y="26"/>
                    <a:pt x="295" y="26"/>
                  </a:cubicBezTo>
                  <a:cubicBezTo>
                    <a:pt x="287" y="26"/>
                    <a:pt x="279" y="28"/>
                    <a:pt x="271" y="30"/>
                  </a:cubicBezTo>
                  <a:cubicBezTo>
                    <a:pt x="221" y="50"/>
                    <a:pt x="161" y="70"/>
                    <a:pt x="161" y="70"/>
                  </a:cubicBezTo>
                  <a:cubicBezTo>
                    <a:pt x="161" y="70"/>
                    <a:pt x="131" y="2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7" name="Google Shape;16897;p54">
              <a:extLst>
                <a:ext uri="{FF2B5EF4-FFF2-40B4-BE49-F238E27FC236}">
                  <a16:creationId xmlns:a16="http://schemas.microsoft.com/office/drawing/2014/main" id="{156881FF-DEE3-749C-EDF2-99BBB61A9203}"/>
                </a:ext>
              </a:extLst>
            </p:cNvPr>
            <p:cNvSpPr/>
            <p:nvPr/>
          </p:nvSpPr>
          <p:spPr>
            <a:xfrm>
              <a:off x="5084242" y="4205180"/>
              <a:ext cx="9877" cy="810"/>
            </a:xfrm>
            <a:custGeom>
              <a:avLst/>
              <a:gdLst/>
              <a:ahLst/>
              <a:cxnLst/>
              <a:rect l="l" t="t" r="r" b="b"/>
              <a:pathLst>
                <a:path w="61" h="5" extrusionOk="0">
                  <a:moveTo>
                    <a:pt x="0" y="0"/>
                  </a:moveTo>
                  <a:cubicBezTo>
                    <a:pt x="10" y="4"/>
                    <a:pt x="20" y="5"/>
                    <a:pt x="29" y="5"/>
                  </a:cubicBezTo>
                  <a:cubicBezTo>
                    <a:pt x="47" y="5"/>
                    <a:pt x="60" y="0"/>
                    <a:pt x="60" y="0"/>
                  </a:cubicBezTo>
                  <a:close/>
                </a:path>
              </a:pathLst>
            </a:custGeom>
            <a:solidFill>
              <a:srgbClr val="2833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8" name="Google Shape;16898;p54">
              <a:extLst>
                <a:ext uri="{FF2B5EF4-FFF2-40B4-BE49-F238E27FC236}">
                  <a16:creationId xmlns:a16="http://schemas.microsoft.com/office/drawing/2014/main" id="{A0293924-9C52-C77D-1FBC-9377BE030B3D}"/>
                </a:ext>
              </a:extLst>
            </p:cNvPr>
            <p:cNvSpPr/>
            <p:nvPr/>
          </p:nvSpPr>
          <p:spPr>
            <a:xfrm>
              <a:off x="5082461" y="4159034"/>
              <a:ext cx="29470" cy="23477"/>
            </a:xfrm>
            <a:custGeom>
              <a:avLst/>
              <a:gdLst/>
              <a:ahLst/>
              <a:cxnLst/>
              <a:rect l="l" t="t" r="r" b="b"/>
              <a:pathLst>
                <a:path w="182" h="145" extrusionOk="0">
                  <a:moveTo>
                    <a:pt x="118" y="0"/>
                  </a:moveTo>
                  <a:cubicBezTo>
                    <a:pt x="102" y="0"/>
                    <a:pt x="84" y="5"/>
                    <a:pt x="61" y="14"/>
                  </a:cubicBezTo>
                  <a:cubicBezTo>
                    <a:pt x="1" y="45"/>
                    <a:pt x="1" y="115"/>
                    <a:pt x="1" y="145"/>
                  </a:cubicBezTo>
                  <a:cubicBezTo>
                    <a:pt x="1" y="145"/>
                    <a:pt x="71" y="145"/>
                    <a:pt x="121" y="125"/>
                  </a:cubicBezTo>
                  <a:cubicBezTo>
                    <a:pt x="171" y="105"/>
                    <a:pt x="182" y="55"/>
                    <a:pt x="161" y="24"/>
                  </a:cubicBezTo>
                  <a:cubicBezTo>
                    <a:pt x="150" y="8"/>
                    <a:pt x="136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9" name="Google Shape;16899;p54">
              <a:extLst>
                <a:ext uri="{FF2B5EF4-FFF2-40B4-BE49-F238E27FC236}">
                  <a16:creationId xmlns:a16="http://schemas.microsoft.com/office/drawing/2014/main" id="{5EA97654-193D-E477-0D4B-097FF3D1650A}"/>
                </a:ext>
              </a:extLst>
            </p:cNvPr>
            <p:cNvSpPr/>
            <p:nvPr/>
          </p:nvSpPr>
          <p:spPr>
            <a:xfrm>
              <a:off x="4968790" y="4159520"/>
              <a:ext cx="35947" cy="32868"/>
            </a:xfrm>
            <a:custGeom>
              <a:avLst/>
              <a:gdLst/>
              <a:ahLst/>
              <a:cxnLst/>
              <a:rect l="l" t="t" r="r" b="b"/>
              <a:pathLst>
                <a:path w="222" h="203" extrusionOk="0">
                  <a:moveTo>
                    <a:pt x="90" y="1"/>
                  </a:moveTo>
                  <a:cubicBezTo>
                    <a:pt x="87" y="1"/>
                    <a:pt x="84" y="1"/>
                    <a:pt x="81" y="1"/>
                  </a:cubicBezTo>
                  <a:cubicBezTo>
                    <a:pt x="21" y="1"/>
                    <a:pt x="1" y="82"/>
                    <a:pt x="31" y="122"/>
                  </a:cubicBezTo>
                  <a:cubicBezTo>
                    <a:pt x="61" y="172"/>
                    <a:pt x="161" y="182"/>
                    <a:pt x="191" y="202"/>
                  </a:cubicBezTo>
                  <a:lnTo>
                    <a:pt x="171" y="162"/>
                  </a:lnTo>
                  <a:lnTo>
                    <a:pt x="201" y="172"/>
                  </a:lnTo>
                  <a:lnTo>
                    <a:pt x="151" y="122"/>
                  </a:lnTo>
                  <a:lnTo>
                    <a:pt x="151" y="122"/>
                  </a:lnTo>
                  <a:cubicBezTo>
                    <a:pt x="161" y="128"/>
                    <a:pt x="172" y="131"/>
                    <a:pt x="183" y="131"/>
                  </a:cubicBezTo>
                  <a:cubicBezTo>
                    <a:pt x="204" y="131"/>
                    <a:pt x="222" y="122"/>
                    <a:pt x="222" y="122"/>
                  </a:cubicBezTo>
                  <a:cubicBezTo>
                    <a:pt x="193" y="103"/>
                    <a:pt x="155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0" name="Google Shape;16900;p54">
              <a:extLst>
                <a:ext uri="{FF2B5EF4-FFF2-40B4-BE49-F238E27FC236}">
                  <a16:creationId xmlns:a16="http://schemas.microsoft.com/office/drawing/2014/main" id="{EBFA6CD1-0373-9F02-4E5A-0103710B6A6A}"/>
                </a:ext>
              </a:extLst>
            </p:cNvPr>
            <p:cNvSpPr/>
            <p:nvPr/>
          </p:nvSpPr>
          <p:spPr>
            <a:xfrm>
              <a:off x="5027245" y="4198703"/>
              <a:ext cx="16516" cy="8258"/>
            </a:xfrm>
            <a:custGeom>
              <a:avLst/>
              <a:gdLst/>
              <a:ahLst/>
              <a:cxnLst/>
              <a:rect l="l" t="t" r="r" b="b"/>
              <a:pathLst>
                <a:path w="102" h="51" extrusionOk="0">
                  <a:moveTo>
                    <a:pt x="51" y="0"/>
                  </a:moveTo>
                  <a:cubicBezTo>
                    <a:pt x="21" y="0"/>
                    <a:pt x="1" y="30"/>
                    <a:pt x="1" y="30"/>
                  </a:cubicBezTo>
                  <a:lnTo>
                    <a:pt x="101" y="50"/>
                  </a:lnTo>
                  <a:cubicBezTo>
                    <a:pt x="91" y="30"/>
                    <a:pt x="71" y="0"/>
                    <a:pt x="51" y="0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1" name="Google Shape;16901;p54">
              <a:extLst>
                <a:ext uri="{FF2B5EF4-FFF2-40B4-BE49-F238E27FC236}">
                  <a16:creationId xmlns:a16="http://schemas.microsoft.com/office/drawing/2014/main" id="{101F5F38-57AF-D6DB-E3B5-8F4B5C06C50C}"/>
                </a:ext>
              </a:extLst>
            </p:cNvPr>
            <p:cNvSpPr/>
            <p:nvPr/>
          </p:nvSpPr>
          <p:spPr>
            <a:xfrm>
              <a:off x="5025625" y="4201294"/>
              <a:ext cx="18136" cy="5667"/>
            </a:xfrm>
            <a:custGeom>
              <a:avLst/>
              <a:gdLst/>
              <a:ahLst/>
              <a:cxnLst/>
              <a:rect l="l" t="t" r="r" b="b"/>
              <a:pathLst>
                <a:path w="112" h="35" extrusionOk="0">
                  <a:moveTo>
                    <a:pt x="1" y="4"/>
                  </a:moveTo>
                  <a:cubicBezTo>
                    <a:pt x="1" y="4"/>
                    <a:pt x="1" y="7"/>
                    <a:pt x="5" y="8"/>
                  </a:cubicBezTo>
                  <a:lnTo>
                    <a:pt x="5" y="8"/>
                  </a:lnTo>
                  <a:lnTo>
                    <a:pt x="1" y="4"/>
                  </a:lnTo>
                  <a:close/>
                  <a:moveTo>
                    <a:pt x="53" y="0"/>
                  </a:moveTo>
                  <a:cubicBezTo>
                    <a:pt x="46" y="0"/>
                    <a:pt x="39" y="2"/>
                    <a:pt x="31" y="4"/>
                  </a:cubicBezTo>
                  <a:cubicBezTo>
                    <a:pt x="21" y="8"/>
                    <a:pt x="14" y="9"/>
                    <a:pt x="10" y="9"/>
                  </a:cubicBezTo>
                  <a:cubicBezTo>
                    <a:pt x="8" y="9"/>
                    <a:pt x="6" y="8"/>
                    <a:pt x="5" y="8"/>
                  </a:cubicBezTo>
                  <a:lnTo>
                    <a:pt x="5" y="8"/>
                  </a:lnTo>
                  <a:lnTo>
                    <a:pt x="21" y="24"/>
                  </a:lnTo>
                  <a:lnTo>
                    <a:pt x="51" y="34"/>
                  </a:lnTo>
                  <a:lnTo>
                    <a:pt x="111" y="34"/>
                  </a:lnTo>
                  <a:cubicBezTo>
                    <a:pt x="96" y="12"/>
                    <a:pt x="76" y="0"/>
                    <a:pt x="53" y="0"/>
                  </a:cubicBezTo>
                  <a:close/>
                </a:path>
              </a:pathLst>
            </a:custGeom>
            <a:solidFill>
              <a:srgbClr val="2833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2" name="Google Shape;16902;p54">
              <a:extLst>
                <a:ext uri="{FF2B5EF4-FFF2-40B4-BE49-F238E27FC236}">
                  <a16:creationId xmlns:a16="http://schemas.microsoft.com/office/drawing/2014/main" id="{AEA1A1BF-D1F4-14FA-01C1-5B07C797C196}"/>
                </a:ext>
              </a:extLst>
            </p:cNvPr>
            <p:cNvSpPr/>
            <p:nvPr/>
          </p:nvSpPr>
          <p:spPr>
            <a:xfrm>
              <a:off x="5028864" y="4201941"/>
              <a:ext cx="14897" cy="11496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3" y="0"/>
                  </a:moveTo>
                  <a:cubicBezTo>
                    <a:pt x="30" y="0"/>
                    <a:pt x="15" y="6"/>
                    <a:pt x="1" y="20"/>
                  </a:cubicBezTo>
                  <a:cubicBezTo>
                    <a:pt x="1" y="20"/>
                    <a:pt x="11" y="60"/>
                    <a:pt x="41" y="70"/>
                  </a:cubicBezTo>
                  <a:cubicBezTo>
                    <a:pt x="81" y="70"/>
                    <a:pt x="91" y="30"/>
                    <a:pt x="91" y="30"/>
                  </a:cubicBezTo>
                  <a:cubicBezTo>
                    <a:pt x="85" y="17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2833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3" name="Google Shape;16903;p54">
              <a:extLst>
                <a:ext uri="{FF2B5EF4-FFF2-40B4-BE49-F238E27FC236}">
                  <a16:creationId xmlns:a16="http://schemas.microsoft.com/office/drawing/2014/main" id="{39DD7977-6CFF-866E-345B-E19A772886C5}"/>
                </a:ext>
              </a:extLst>
            </p:cNvPr>
            <p:cNvSpPr/>
            <p:nvPr/>
          </p:nvSpPr>
          <p:spPr>
            <a:xfrm>
              <a:off x="5084242" y="4202427"/>
              <a:ext cx="5020" cy="2914"/>
            </a:xfrm>
            <a:custGeom>
              <a:avLst/>
              <a:gdLst/>
              <a:ahLst/>
              <a:cxnLst/>
              <a:rect l="l" t="t" r="r" b="b"/>
              <a:pathLst>
                <a:path w="31" h="18" extrusionOk="0">
                  <a:moveTo>
                    <a:pt x="8" y="0"/>
                  </a:moveTo>
                  <a:cubicBezTo>
                    <a:pt x="0" y="0"/>
                    <a:pt x="0" y="17"/>
                    <a:pt x="0" y="17"/>
                  </a:cubicBezTo>
                  <a:lnTo>
                    <a:pt x="30" y="17"/>
                  </a:lnTo>
                  <a:lnTo>
                    <a:pt x="20" y="7"/>
                  </a:lnTo>
                  <a:cubicBezTo>
                    <a:pt x="15" y="2"/>
                    <a:pt x="11" y="0"/>
                    <a:pt x="8" y="0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4" name="Google Shape;16904;p54">
              <a:extLst>
                <a:ext uri="{FF2B5EF4-FFF2-40B4-BE49-F238E27FC236}">
                  <a16:creationId xmlns:a16="http://schemas.microsoft.com/office/drawing/2014/main" id="{EDCBAACC-B516-0C02-BD6A-3295A18661C9}"/>
                </a:ext>
              </a:extLst>
            </p:cNvPr>
            <p:cNvSpPr/>
            <p:nvPr/>
          </p:nvSpPr>
          <p:spPr>
            <a:xfrm>
              <a:off x="5080842" y="4172635"/>
              <a:ext cx="11659" cy="11334"/>
            </a:xfrm>
            <a:custGeom>
              <a:avLst/>
              <a:gdLst/>
              <a:ahLst/>
              <a:cxnLst/>
              <a:rect l="l" t="t" r="r" b="b"/>
              <a:pathLst>
                <a:path w="72" h="70" extrusionOk="0">
                  <a:moveTo>
                    <a:pt x="71" y="1"/>
                  </a:moveTo>
                  <a:cubicBezTo>
                    <a:pt x="41" y="1"/>
                    <a:pt x="1" y="21"/>
                    <a:pt x="1" y="31"/>
                  </a:cubicBezTo>
                  <a:cubicBezTo>
                    <a:pt x="1" y="31"/>
                    <a:pt x="7" y="69"/>
                    <a:pt x="10" y="69"/>
                  </a:cubicBezTo>
                  <a:cubicBezTo>
                    <a:pt x="11" y="69"/>
                    <a:pt x="11" y="67"/>
                    <a:pt x="11" y="61"/>
                  </a:cubicBezTo>
                  <a:cubicBezTo>
                    <a:pt x="21" y="31"/>
                    <a:pt x="71" y="1"/>
                    <a:pt x="71" y="1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5" name="Google Shape;16905;p54">
              <a:extLst>
                <a:ext uri="{FF2B5EF4-FFF2-40B4-BE49-F238E27FC236}">
                  <a16:creationId xmlns:a16="http://schemas.microsoft.com/office/drawing/2014/main" id="{303437AB-4E36-141B-17BC-3F873C9E5EE0}"/>
                </a:ext>
              </a:extLst>
            </p:cNvPr>
            <p:cNvSpPr/>
            <p:nvPr/>
          </p:nvSpPr>
          <p:spPr>
            <a:xfrm>
              <a:off x="5058172" y="4274641"/>
              <a:ext cx="42424" cy="25582"/>
            </a:xfrm>
            <a:custGeom>
              <a:avLst/>
              <a:gdLst/>
              <a:ahLst/>
              <a:cxnLst/>
              <a:rect l="l" t="t" r="r" b="b"/>
              <a:pathLst>
                <a:path w="262" h="158" extrusionOk="0">
                  <a:moveTo>
                    <a:pt x="82" y="1"/>
                  </a:moveTo>
                  <a:cubicBezTo>
                    <a:pt x="39" y="1"/>
                    <a:pt x="1" y="30"/>
                    <a:pt x="1" y="83"/>
                  </a:cubicBezTo>
                  <a:cubicBezTo>
                    <a:pt x="9" y="126"/>
                    <a:pt x="41" y="155"/>
                    <a:pt x="82" y="155"/>
                  </a:cubicBezTo>
                  <a:cubicBezTo>
                    <a:pt x="88" y="155"/>
                    <a:pt x="94" y="154"/>
                    <a:pt x="101" y="153"/>
                  </a:cubicBezTo>
                  <a:lnTo>
                    <a:pt x="151" y="153"/>
                  </a:lnTo>
                  <a:cubicBezTo>
                    <a:pt x="158" y="153"/>
                    <a:pt x="164" y="157"/>
                    <a:pt x="174" y="157"/>
                  </a:cubicBezTo>
                  <a:cubicBezTo>
                    <a:pt x="179" y="157"/>
                    <a:pt x="184" y="156"/>
                    <a:pt x="191" y="153"/>
                  </a:cubicBezTo>
                  <a:cubicBezTo>
                    <a:pt x="221" y="143"/>
                    <a:pt x="261" y="103"/>
                    <a:pt x="251" y="53"/>
                  </a:cubicBezTo>
                  <a:lnTo>
                    <a:pt x="241" y="23"/>
                  </a:lnTo>
                  <a:cubicBezTo>
                    <a:pt x="221" y="3"/>
                    <a:pt x="191" y="3"/>
                    <a:pt x="161" y="3"/>
                  </a:cubicBezTo>
                  <a:cubicBezTo>
                    <a:pt x="151" y="8"/>
                    <a:pt x="141" y="10"/>
                    <a:pt x="131" y="10"/>
                  </a:cubicBezTo>
                  <a:cubicBezTo>
                    <a:pt x="121" y="10"/>
                    <a:pt x="111" y="8"/>
                    <a:pt x="101" y="3"/>
                  </a:cubicBezTo>
                  <a:cubicBezTo>
                    <a:pt x="94" y="1"/>
                    <a:pt x="88" y="1"/>
                    <a:pt x="82" y="1"/>
                  </a:cubicBezTo>
                  <a:close/>
                </a:path>
              </a:pathLst>
            </a:custGeom>
            <a:solidFill>
              <a:srgbClr val="E0B9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6" name="Google Shape;16906;p54">
              <a:extLst>
                <a:ext uri="{FF2B5EF4-FFF2-40B4-BE49-F238E27FC236}">
                  <a16:creationId xmlns:a16="http://schemas.microsoft.com/office/drawing/2014/main" id="{21B0E93B-478A-3975-921A-4247E0458438}"/>
                </a:ext>
              </a:extLst>
            </p:cNvPr>
            <p:cNvSpPr/>
            <p:nvPr/>
          </p:nvSpPr>
          <p:spPr>
            <a:xfrm>
              <a:off x="5069507" y="4283060"/>
              <a:ext cx="5020" cy="8258"/>
            </a:xfrm>
            <a:custGeom>
              <a:avLst/>
              <a:gdLst/>
              <a:ahLst/>
              <a:cxnLst/>
              <a:rect l="l" t="t" r="r" b="b"/>
              <a:pathLst>
                <a:path w="31" h="51" extrusionOk="0">
                  <a:moveTo>
                    <a:pt x="1" y="1"/>
                  </a:moveTo>
                  <a:lnTo>
                    <a:pt x="11" y="31"/>
                  </a:lnTo>
                  <a:lnTo>
                    <a:pt x="31" y="51"/>
                  </a:lnTo>
                  <a:lnTo>
                    <a:pt x="31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3B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7" name="Google Shape;16907;p54">
              <a:extLst>
                <a:ext uri="{FF2B5EF4-FFF2-40B4-BE49-F238E27FC236}">
                  <a16:creationId xmlns:a16="http://schemas.microsoft.com/office/drawing/2014/main" id="{65445E61-EDF7-BB15-4AFD-4F1886ED4B0C}"/>
                </a:ext>
              </a:extLst>
            </p:cNvPr>
            <p:cNvSpPr/>
            <p:nvPr/>
          </p:nvSpPr>
          <p:spPr>
            <a:xfrm>
              <a:off x="5092338" y="4283060"/>
              <a:ext cx="3400" cy="6638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20" y="1"/>
                  </a:moveTo>
                  <a:lnTo>
                    <a:pt x="0" y="21"/>
                  </a:lnTo>
                  <a:lnTo>
                    <a:pt x="0" y="41"/>
                  </a:lnTo>
                  <a:lnTo>
                    <a:pt x="20" y="2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593B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8" name="Google Shape;16908;p54">
              <a:extLst>
                <a:ext uri="{FF2B5EF4-FFF2-40B4-BE49-F238E27FC236}">
                  <a16:creationId xmlns:a16="http://schemas.microsoft.com/office/drawing/2014/main" id="{A16E44B4-A1F6-4906-6D1B-8BD9548D96F2}"/>
                </a:ext>
              </a:extLst>
            </p:cNvPr>
            <p:cNvSpPr/>
            <p:nvPr/>
          </p:nvSpPr>
          <p:spPr>
            <a:xfrm>
              <a:off x="5059791" y="4289537"/>
              <a:ext cx="35947" cy="10039"/>
            </a:xfrm>
            <a:custGeom>
              <a:avLst/>
              <a:gdLst/>
              <a:ahLst/>
              <a:cxnLst/>
              <a:rect l="l" t="t" r="r" b="b"/>
              <a:pathLst>
                <a:path w="222" h="62" extrusionOk="0">
                  <a:moveTo>
                    <a:pt x="1" y="1"/>
                  </a:moveTo>
                  <a:cubicBezTo>
                    <a:pt x="1" y="41"/>
                    <a:pt x="31" y="61"/>
                    <a:pt x="71" y="61"/>
                  </a:cubicBezTo>
                  <a:lnTo>
                    <a:pt x="181" y="61"/>
                  </a:lnTo>
                  <a:cubicBezTo>
                    <a:pt x="201" y="51"/>
                    <a:pt x="211" y="41"/>
                    <a:pt x="221" y="31"/>
                  </a:cubicBezTo>
                  <a:lnTo>
                    <a:pt x="141" y="31"/>
                  </a:lnTo>
                  <a:cubicBezTo>
                    <a:pt x="121" y="31"/>
                    <a:pt x="91" y="41"/>
                    <a:pt x="71" y="41"/>
                  </a:cubicBez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5A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9" name="Google Shape;16909;p54">
              <a:extLst>
                <a:ext uri="{FF2B5EF4-FFF2-40B4-BE49-F238E27FC236}">
                  <a16:creationId xmlns:a16="http://schemas.microsoft.com/office/drawing/2014/main" id="{55FF26C9-8735-F6B9-D32E-A76FEDBD3E0E}"/>
                </a:ext>
              </a:extLst>
            </p:cNvPr>
            <p:cNvSpPr/>
            <p:nvPr/>
          </p:nvSpPr>
          <p:spPr>
            <a:xfrm>
              <a:off x="4994860" y="4206799"/>
              <a:ext cx="60236" cy="81280"/>
            </a:xfrm>
            <a:custGeom>
              <a:avLst/>
              <a:gdLst/>
              <a:ahLst/>
              <a:cxnLst/>
              <a:rect l="l" t="t" r="r" b="b"/>
              <a:pathLst>
                <a:path w="372" h="502" extrusionOk="0">
                  <a:moveTo>
                    <a:pt x="0" y="0"/>
                  </a:moveTo>
                  <a:cubicBezTo>
                    <a:pt x="10" y="50"/>
                    <a:pt x="10" y="131"/>
                    <a:pt x="10" y="181"/>
                  </a:cubicBezTo>
                  <a:cubicBezTo>
                    <a:pt x="30" y="281"/>
                    <a:pt x="61" y="341"/>
                    <a:pt x="171" y="412"/>
                  </a:cubicBezTo>
                  <a:cubicBezTo>
                    <a:pt x="201" y="432"/>
                    <a:pt x="261" y="462"/>
                    <a:pt x="311" y="502"/>
                  </a:cubicBezTo>
                  <a:cubicBezTo>
                    <a:pt x="331" y="482"/>
                    <a:pt x="351" y="452"/>
                    <a:pt x="341" y="422"/>
                  </a:cubicBezTo>
                  <a:cubicBezTo>
                    <a:pt x="331" y="412"/>
                    <a:pt x="321" y="391"/>
                    <a:pt x="321" y="371"/>
                  </a:cubicBezTo>
                  <a:cubicBezTo>
                    <a:pt x="321" y="341"/>
                    <a:pt x="371" y="321"/>
                    <a:pt x="361" y="291"/>
                  </a:cubicBezTo>
                  <a:cubicBezTo>
                    <a:pt x="361" y="271"/>
                    <a:pt x="341" y="261"/>
                    <a:pt x="331" y="251"/>
                  </a:cubicBezTo>
                  <a:cubicBezTo>
                    <a:pt x="311" y="251"/>
                    <a:pt x="291" y="251"/>
                    <a:pt x="281" y="241"/>
                  </a:cubicBezTo>
                  <a:cubicBezTo>
                    <a:pt x="241" y="221"/>
                    <a:pt x="221" y="181"/>
                    <a:pt x="201" y="141"/>
                  </a:cubicBezTo>
                  <a:cubicBezTo>
                    <a:pt x="191" y="101"/>
                    <a:pt x="181" y="50"/>
                    <a:pt x="141" y="30"/>
                  </a:cubicBezTo>
                  <a:cubicBezTo>
                    <a:pt x="101" y="10"/>
                    <a:pt x="50" y="10"/>
                    <a:pt x="1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0" name="Google Shape;16910;p54">
              <a:extLst>
                <a:ext uri="{FF2B5EF4-FFF2-40B4-BE49-F238E27FC236}">
                  <a16:creationId xmlns:a16="http://schemas.microsoft.com/office/drawing/2014/main" id="{ACF59B33-0EAA-8769-72E7-31D3BFC98C11}"/>
                </a:ext>
              </a:extLst>
            </p:cNvPr>
            <p:cNvSpPr/>
            <p:nvPr/>
          </p:nvSpPr>
          <p:spPr>
            <a:xfrm>
              <a:off x="5006194" y="4145595"/>
              <a:ext cx="83068" cy="119815"/>
            </a:xfrm>
            <a:custGeom>
              <a:avLst/>
              <a:gdLst/>
              <a:ahLst/>
              <a:cxnLst/>
              <a:rect l="l" t="t" r="r" b="b"/>
              <a:pathLst>
                <a:path w="513" h="740" extrusionOk="0">
                  <a:moveTo>
                    <a:pt x="239" y="1"/>
                  </a:moveTo>
                  <a:cubicBezTo>
                    <a:pt x="159" y="1"/>
                    <a:pt x="92" y="24"/>
                    <a:pt x="61" y="47"/>
                  </a:cubicBezTo>
                  <a:cubicBezTo>
                    <a:pt x="31" y="67"/>
                    <a:pt x="11" y="77"/>
                    <a:pt x="1" y="87"/>
                  </a:cubicBezTo>
                  <a:lnTo>
                    <a:pt x="31" y="107"/>
                  </a:lnTo>
                  <a:lnTo>
                    <a:pt x="71" y="107"/>
                  </a:lnTo>
                  <a:cubicBezTo>
                    <a:pt x="81" y="97"/>
                    <a:pt x="91" y="97"/>
                    <a:pt x="111" y="97"/>
                  </a:cubicBezTo>
                  <a:cubicBezTo>
                    <a:pt x="141" y="97"/>
                    <a:pt x="161" y="118"/>
                    <a:pt x="181" y="128"/>
                  </a:cubicBezTo>
                  <a:cubicBezTo>
                    <a:pt x="211" y="158"/>
                    <a:pt x="231" y="188"/>
                    <a:pt x="251" y="218"/>
                  </a:cubicBezTo>
                  <a:cubicBezTo>
                    <a:pt x="291" y="288"/>
                    <a:pt x="311" y="308"/>
                    <a:pt x="301" y="388"/>
                  </a:cubicBezTo>
                  <a:cubicBezTo>
                    <a:pt x="301" y="418"/>
                    <a:pt x="301" y="438"/>
                    <a:pt x="311" y="459"/>
                  </a:cubicBezTo>
                  <a:cubicBezTo>
                    <a:pt x="311" y="489"/>
                    <a:pt x="352" y="529"/>
                    <a:pt x="352" y="549"/>
                  </a:cubicBezTo>
                  <a:cubicBezTo>
                    <a:pt x="362" y="579"/>
                    <a:pt x="362" y="619"/>
                    <a:pt x="382" y="669"/>
                  </a:cubicBezTo>
                  <a:cubicBezTo>
                    <a:pt x="412" y="709"/>
                    <a:pt x="432" y="739"/>
                    <a:pt x="462" y="739"/>
                  </a:cubicBezTo>
                  <a:cubicBezTo>
                    <a:pt x="512" y="739"/>
                    <a:pt x="452" y="629"/>
                    <a:pt x="462" y="569"/>
                  </a:cubicBezTo>
                  <a:cubicBezTo>
                    <a:pt x="472" y="529"/>
                    <a:pt x="442" y="499"/>
                    <a:pt x="422" y="459"/>
                  </a:cubicBezTo>
                  <a:cubicBezTo>
                    <a:pt x="412" y="418"/>
                    <a:pt x="432" y="388"/>
                    <a:pt x="442" y="348"/>
                  </a:cubicBezTo>
                  <a:cubicBezTo>
                    <a:pt x="452" y="298"/>
                    <a:pt x="422" y="218"/>
                    <a:pt x="432" y="178"/>
                  </a:cubicBezTo>
                  <a:cubicBezTo>
                    <a:pt x="432" y="138"/>
                    <a:pt x="442" y="107"/>
                    <a:pt x="432" y="77"/>
                  </a:cubicBezTo>
                  <a:cubicBezTo>
                    <a:pt x="412" y="57"/>
                    <a:pt x="372" y="27"/>
                    <a:pt x="311" y="7"/>
                  </a:cubicBezTo>
                  <a:cubicBezTo>
                    <a:pt x="287" y="3"/>
                    <a:pt x="262" y="1"/>
                    <a:pt x="239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1" name="Google Shape;16911;p54">
              <a:extLst>
                <a:ext uri="{FF2B5EF4-FFF2-40B4-BE49-F238E27FC236}">
                  <a16:creationId xmlns:a16="http://schemas.microsoft.com/office/drawing/2014/main" id="{85B51D8F-BB25-C44A-EE4B-A2838E7555BC}"/>
                </a:ext>
              </a:extLst>
            </p:cNvPr>
            <p:cNvSpPr/>
            <p:nvPr/>
          </p:nvSpPr>
          <p:spPr>
            <a:xfrm>
              <a:off x="5032264" y="4205180"/>
              <a:ext cx="5020" cy="3400"/>
            </a:xfrm>
            <a:custGeom>
              <a:avLst/>
              <a:gdLst/>
              <a:ahLst/>
              <a:cxnLst/>
              <a:rect l="l" t="t" r="r" b="b"/>
              <a:pathLst>
                <a:path w="31" h="21" extrusionOk="0">
                  <a:moveTo>
                    <a:pt x="10" y="0"/>
                  </a:moveTo>
                  <a:lnTo>
                    <a:pt x="0" y="10"/>
                  </a:lnTo>
                  <a:lnTo>
                    <a:pt x="10" y="20"/>
                  </a:lnTo>
                  <a:lnTo>
                    <a:pt x="30" y="1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7C80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2" name="Google Shape;16912;p54">
              <a:extLst>
                <a:ext uri="{FF2B5EF4-FFF2-40B4-BE49-F238E27FC236}">
                  <a16:creationId xmlns:a16="http://schemas.microsoft.com/office/drawing/2014/main" id="{019B7615-BDD6-0900-EF84-3F8091719504}"/>
                </a:ext>
              </a:extLst>
            </p:cNvPr>
            <p:cNvSpPr/>
            <p:nvPr/>
          </p:nvSpPr>
          <p:spPr>
            <a:xfrm>
              <a:off x="5037122" y="4210037"/>
              <a:ext cx="1781" cy="1781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0" y="10"/>
                  </a:lnTo>
                  <a:lnTo>
                    <a:pt x="1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80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3" name="Google Shape;16913;p54">
              <a:extLst>
                <a:ext uri="{FF2B5EF4-FFF2-40B4-BE49-F238E27FC236}">
                  <a16:creationId xmlns:a16="http://schemas.microsoft.com/office/drawing/2014/main" id="{E81C133A-F722-B483-E1A1-4B0079780FA8}"/>
                </a:ext>
              </a:extLst>
            </p:cNvPr>
            <p:cNvSpPr/>
            <p:nvPr/>
          </p:nvSpPr>
          <p:spPr>
            <a:xfrm>
              <a:off x="4678297" y="4179597"/>
              <a:ext cx="107194" cy="84194"/>
            </a:xfrm>
            <a:custGeom>
              <a:avLst/>
              <a:gdLst/>
              <a:ahLst/>
              <a:cxnLst/>
              <a:rect l="l" t="t" r="r" b="b"/>
              <a:pathLst>
                <a:path w="662" h="520" extrusionOk="0">
                  <a:moveTo>
                    <a:pt x="126" y="1"/>
                  </a:moveTo>
                  <a:cubicBezTo>
                    <a:pt x="60" y="1"/>
                    <a:pt x="1" y="39"/>
                    <a:pt x="29" y="118"/>
                  </a:cubicBezTo>
                  <a:cubicBezTo>
                    <a:pt x="39" y="158"/>
                    <a:pt x="70" y="188"/>
                    <a:pt x="70" y="228"/>
                  </a:cubicBezTo>
                  <a:cubicBezTo>
                    <a:pt x="70" y="289"/>
                    <a:pt x="39" y="349"/>
                    <a:pt x="80" y="389"/>
                  </a:cubicBezTo>
                  <a:cubicBezTo>
                    <a:pt x="100" y="409"/>
                    <a:pt x="140" y="419"/>
                    <a:pt x="170" y="419"/>
                  </a:cubicBezTo>
                  <a:cubicBezTo>
                    <a:pt x="230" y="419"/>
                    <a:pt x="290" y="399"/>
                    <a:pt x="350" y="399"/>
                  </a:cubicBezTo>
                  <a:cubicBezTo>
                    <a:pt x="421" y="409"/>
                    <a:pt x="451" y="519"/>
                    <a:pt x="521" y="519"/>
                  </a:cubicBezTo>
                  <a:lnTo>
                    <a:pt x="631" y="489"/>
                  </a:lnTo>
                  <a:cubicBezTo>
                    <a:pt x="661" y="479"/>
                    <a:pt x="611" y="399"/>
                    <a:pt x="601" y="369"/>
                  </a:cubicBezTo>
                  <a:cubicBezTo>
                    <a:pt x="571" y="299"/>
                    <a:pt x="511" y="249"/>
                    <a:pt x="441" y="249"/>
                  </a:cubicBezTo>
                  <a:cubicBezTo>
                    <a:pt x="424" y="249"/>
                    <a:pt x="406" y="250"/>
                    <a:pt x="389" y="250"/>
                  </a:cubicBezTo>
                  <a:cubicBezTo>
                    <a:pt x="354" y="250"/>
                    <a:pt x="320" y="245"/>
                    <a:pt x="300" y="218"/>
                  </a:cubicBezTo>
                  <a:cubicBezTo>
                    <a:pt x="280" y="198"/>
                    <a:pt x="280" y="158"/>
                    <a:pt x="280" y="128"/>
                  </a:cubicBezTo>
                  <a:cubicBezTo>
                    <a:pt x="270" y="88"/>
                    <a:pt x="240" y="48"/>
                    <a:pt x="200" y="18"/>
                  </a:cubicBezTo>
                  <a:cubicBezTo>
                    <a:pt x="178" y="7"/>
                    <a:pt x="151" y="1"/>
                    <a:pt x="126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4" name="Google Shape;16914;p54">
              <a:extLst>
                <a:ext uri="{FF2B5EF4-FFF2-40B4-BE49-F238E27FC236}">
                  <a16:creationId xmlns:a16="http://schemas.microsoft.com/office/drawing/2014/main" id="{554CA20E-CBAD-576D-6BB5-76FD7B2D9377}"/>
                </a:ext>
              </a:extLst>
            </p:cNvPr>
            <p:cNvSpPr/>
            <p:nvPr/>
          </p:nvSpPr>
          <p:spPr>
            <a:xfrm>
              <a:off x="4809618" y="4251001"/>
              <a:ext cx="52140" cy="162236"/>
            </a:xfrm>
            <a:custGeom>
              <a:avLst/>
              <a:gdLst/>
              <a:ahLst/>
              <a:cxnLst/>
              <a:rect l="l" t="t" r="r" b="b"/>
              <a:pathLst>
                <a:path w="322" h="1002" extrusionOk="0">
                  <a:moveTo>
                    <a:pt x="105" y="1"/>
                  </a:moveTo>
                  <a:cubicBezTo>
                    <a:pt x="78" y="1"/>
                    <a:pt x="49" y="14"/>
                    <a:pt x="31" y="38"/>
                  </a:cubicBezTo>
                  <a:cubicBezTo>
                    <a:pt x="1" y="78"/>
                    <a:pt x="21" y="129"/>
                    <a:pt x="31" y="169"/>
                  </a:cubicBezTo>
                  <a:cubicBezTo>
                    <a:pt x="61" y="269"/>
                    <a:pt x="151" y="439"/>
                    <a:pt x="151" y="439"/>
                  </a:cubicBezTo>
                  <a:cubicBezTo>
                    <a:pt x="161" y="470"/>
                    <a:pt x="262" y="750"/>
                    <a:pt x="252" y="831"/>
                  </a:cubicBezTo>
                  <a:cubicBezTo>
                    <a:pt x="252" y="881"/>
                    <a:pt x="252" y="951"/>
                    <a:pt x="262" y="1001"/>
                  </a:cubicBezTo>
                  <a:cubicBezTo>
                    <a:pt x="302" y="971"/>
                    <a:pt x="322" y="911"/>
                    <a:pt x="322" y="861"/>
                  </a:cubicBezTo>
                  <a:cubicBezTo>
                    <a:pt x="312" y="821"/>
                    <a:pt x="292" y="780"/>
                    <a:pt x="282" y="740"/>
                  </a:cubicBezTo>
                  <a:cubicBezTo>
                    <a:pt x="262" y="670"/>
                    <a:pt x="252" y="600"/>
                    <a:pt x="252" y="530"/>
                  </a:cubicBezTo>
                  <a:cubicBezTo>
                    <a:pt x="242" y="490"/>
                    <a:pt x="242" y="449"/>
                    <a:pt x="262" y="419"/>
                  </a:cubicBezTo>
                  <a:cubicBezTo>
                    <a:pt x="272" y="399"/>
                    <a:pt x="292" y="379"/>
                    <a:pt x="292" y="349"/>
                  </a:cubicBezTo>
                  <a:cubicBezTo>
                    <a:pt x="292" y="309"/>
                    <a:pt x="242" y="269"/>
                    <a:pt x="211" y="229"/>
                  </a:cubicBezTo>
                  <a:cubicBezTo>
                    <a:pt x="181" y="169"/>
                    <a:pt x="211" y="68"/>
                    <a:pt x="151" y="18"/>
                  </a:cubicBezTo>
                  <a:cubicBezTo>
                    <a:pt x="139" y="6"/>
                    <a:pt x="123" y="1"/>
                    <a:pt x="105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5" name="Google Shape;16915;p54">
              <a:extLst>
                <a:ext uri="{FF2B5EF4-FFF2-40B4-BE49-F238E27FC236}">
                  <a16:creationId xmlns:a16="http://schemas.microsoft.com/office/drawing/2014/main" id="{1F815CE5-5A0D-7A40-5818-BB7998B14CBE}"/>
                </a:ext>
              </a:extLst>
            </p:cNvPr>
            <p:cNvSpPr/>
            <p:nvPr/>
          </p:nvSpPr>
          <p:spPr>
            <a:xfrm>
              <a:off x="4833140" y="4185931"/>
              <a:ext cx="107356" cy="120787"/>
            </a:xfrm>
            <a:custGeom>
              <a:avLst/>
              <a:gdLst/>
              <a:ahLst/>
              <a:cxnLst/>
              <a:rect l="l" t="t" r="r" b="b"/>
              <a:pathLst>
                <a:path w="663" h="746" extrusionOk="0">
                  <a:moveTo>
                    <a:pt x="287" y="0"/>
                  </a:moveTo>
                  <a:cubicBezTo>
                    <a:pt x="255" y="0"/>
                    <a:pt x="222" y="5"/>
                    <a:pt x="191" y="13"/>
                  </a:cubicBezTo>
                  <a:cubicBezTo>
                    <a:pt x="141" y="33"/>
                    <a:pt x="51" y="63"/>
                    <a:pt x="20" y="103"/>
                  </a:cubicBezTo>
                  <a:cubicBezTo>
                    <a:pt x="0" y="133"/>
                    <a:pt x="10" y="133"/>
                    <a:pt x="30" y="133"/>
                  </a:cubicBezTo>
                  <a:cubicBezTo>
                    <a:pt x="71" y="133"/>
                    <a:pt x="101" y="133"/>
                    <a:pt x="141" y="143"/>
                  </a:cubicBezTo>
                  <a:cubicBezTo>
                    <a:pt x="181" y="153"/>
                    <a:pt x="221" y="183"/>
                    <a:pt x="221" y="233"/>
                  </a:cubicBezTo>
                  <a:cubicBezTo>
                    <a:pt x="211" y="244"/>
                    <a:pt x="201" y="264"/>
                    <a:pt x="201" y="274"/>
                  </a:cubicBezTo>
                  <a:cubicBezTo>
                    <a:pt x="181" y="324"/>
                    <a:pt x="211" y="394"/>
                    <a:pt x="271" y="404"/>
                  </a:cubicBezTo>
                  <a:cubicBezTo>
                    <a:pt x="301" y="404"/>
                    <a:pt x="321" y="394"/>
                    <a:pt x="351" y="394"/>
                  </a:cubicBezTo>
                  <a:cubicBezTo>
                    <a:pt x="382" y="394"/>
                    <a:pt x="412" y="394"/>
                    <a:pt x="432" y="414"/>
                  </a:cubicBezTo>
                  <a:cubicBezTo>
                    <a:pt x="462" y="434"/>
                    <a:pt x="462" y="474"/>
                    <a:pt x="472" y="504"/>
                  </a:cubicBezTo>
                  <a:cubicBezTo>
                    <a:pt x="482" y="575"/>
                    <a:pt x="552" y="605"/>
                    <a:pt x="502" y="745"/>
                  </a:cubicBezTo>
                  <a:cubicBezTo>
                    <a:pt x="582" y="725"/>
                    <a:pt x="662" y="605"/>
                    <a:pt x="662" y="534"/>
                  </a:cubicBezTo>
                  <a:cubicBezTo>
                    <a:pt x="662" y="474"/>
                    <a:pt x="622" y="414"/>
                    <a:pt x="592" y="354"/>
                  </a:cubicBezTo>
                  <a:cubicBezTo>
                    <a:pt x="572" y="294"/>
                    <a:pt x="552" y="244"/>
                    <a:pt x="532" y="183"/>
                  </a:cubicBezTo>
                  <a:cubicBezTo>
                    <a:pt x="512" y="123"/>
                    <a:pt x="482" y="73"/>
                    <a:pt x="432" y="43"/>
                  </a:cubicBezTo>
                  <a:cubicBezTo>
                    <a:pt x="389" y="12"/>
                    <a:pt x="338" y="0"/>
                    <a:pt x="287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6" name="Google Shape;16916;p54">
              <a:extLst>
                <a:ext uri="{FF2B5EF4-FFF2-40B4-BE49-F238E27FC236}">
                  <a16:creationId xmlns:a16="http://schemas.microsoft.com/office/drawing/2014/main" id="{912EB7C0-D39F-98EA-2C32-2DFD3BF712C3}"/>
                </a:ext>
              </a:extLst>
            </p:cNvPr>
            <p:cNvSpPr/>
            <p:nvPr/>
          </p:nvSpPr>
          <p:spPr>
            <a:xfrm>
              <a:off x="4743067" y="4487719"/>
              <a:ext cx="1781" cy="9877"/>
            </a:xfrm>
            <a:custGeom>
              <a:avLst/>
              <a:gdLst/>
              <a:ahLst/>
              <a:cxnLst/>
              <a:rect l="l" t="t" r="r" b="b"/>
              <a:pathLst>
                <a:path w="11" h="61" extrusionOk="0">
                  <a:moveTo>
                    <a:pt x="1" y="1"/>
                  </a:moveTo>
                  <a:cubicBezTo>
                    <a:pt x="1" y="18"/>
                    <a:pt x="8" y="36"/>
                    <a:pt x="10" y="47"/>
                  </a:cubicBezTo>
                  <a:lnTo>
                    <a:pt x="10" y="47"/>
                  </a:lnTo>
                  <a:cubicBezTo>
                    <a:pt x="9" y="35"/>
                    <a:pt x="7" y="20"/>
                    <a:pt x="1" y="1"/>
                  </a:cubicBezTo>
                  <a:close/>
                  <a:moveTo>
                    <a:pt x="10" y="47"/>
                  </a:moveTo>
                  <a:cubicBezTo>
                    <a:pt x="11" y="52"/>
                    <a:pt x="11" y="57"/>
                    <a:pt x="11" y="6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49"/>
                    <a:pt x="10" y="48"/>
                    <a:pt x="10" y="47"/>
                  </a:cubicBezTo>
                  <a:close/>
                </a:path>
              </a:pathLst>
            </a:custGeom>
            <a:solidFill>
              <a:srgbClr val="8D9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7" name="Google Shape;16917;p54">
              <a:extLst>
                <a:ext uri="{FF2B5EF4-FFF2-40B4-BE49-F238E27FC236}">
                  <a16:creationId xmlns:a16="http://schemas.microsoft.com/office/drawing/2014/main" id="{B45A4E57-5090-7BB7-D6CF-DC224B7C35BF}"/>
                </a:ext>
              </a:extLst>
            </p:cNvPr>
            <p:cNvSpPr/>
            <p:nvPr/>
          </p:nvSpPr>
          <p:spPr>
            <a:xfrm>
              <a:off x="4704043" y="4474766"/>
              <a:ext cx="29470" cy="26068"/>
            </a:xfrm>
            <a:custGeom>
              <a:avLst/>
              <a:gdLst/>
              <a:ahLst/>
              <a:cxnLst/>
              <a:rect l="l" t="t" r="r" b="b"/>
              <a:pathLst>
                <a:path w="182" h="161" extrusionOk="0">
                  <a:moveTo>
                    <a:pt x="11" y="0"/>
                  </a:moveTo>
                  <a:cubicBezTo>
                    <a:pt x="1" y="40"/>
                    <a:pt x="1" y="61"/>
                    <a:pt x="31" y="101"/>
                  </a:cubicBezTo>
                  <a:cubicBezTo>
                    <a:pt x="49" y="137"/>
                    <a:pt x="116" y="157"/>
                    <a:pt x="166" y="160"/>
                  </a:cubicBezTo>
                  <a:lnTo>
                    <a:pt x="166" y="160"/>
                  </a:lnTo>
                  <a:cubicBezTo>
                    <a:pt x="156" y="159"/>
                    <a:pt x="144" y="157"/>
                    <a:pt x="131" y="151"/>
                  </a:cubicBezTo>
                  <a:cubicBezTo>
                    <a:pt x="131" y="121"/>
                    <a:pt x="131" y="71"/>
                    <a:pt x="131" y="10"/>
                  </a:cubicBezTo>
                  <a:cubicBezTo>
                    <a:pt x="101" y="10"/>
                    <a:pt x="51" y="0"/>
                    <a:pt x="11" y="0"/>
                  </a:cubicBezTo>
                  <a:close/>
                  <a:moveTo>
                    <a:pt x="166" y="160"/>
                  </a:moveTo>
                  <a:cubicBezTo>
                    <a:pt x="172" y="161"/>
                    <a:pt x="178" y="161"/>
                    <a:pt x="181" y="161"/>
                  </a:cubicBezTo>
                  <a:cubicBezTo>
                    <a:pt x="176" y="161"/>
                    <a:pt x="171" y="161"/>
                    <a:pt x="166" y="1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8" name="Google Shape;16918;p54">
              <a:extLst>
                <a:ext uri="{FF2B5EF4-FFF2-40B4-BE49-F238E27FC236}">
                  <a16:creationId xmlns:a16="http://schemas.microsoft.com/office/drawing/2014/main" id="{8BE880C1-982A-C943-8F9C-E7CCEA7D70F8}"/>
                </a:ext>
              </a:extLst>
            </p:cNvPr>
            <p:cNvSpPr/>
            <p:nvPr/>
          </p:nvSpPr>
          <p:spPr>
            <a:xfrm>
              <a:off x="4725255" y="4476385"/>
              <a:ext cx="19593" cy="24449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0" y="0"/>
                  </a:moveTo>
                  <a:cubicBezTo>
                    <a:pt x="0" y="61"/>
                    <a:pt x="0" y="111"/>
                    <a:pt x="0" y="141"/>
                  </a:cubicBezTo>
                  <a:cubicBezTo>
                    <a:pt x="20" y="151"/>
                    <a:pt x="40" y="151"/>
                    <a:pt x="50" y="151"/>
                  </a:cubicBezTo>
                  <a:cubicBezTo>
                    <a:pt x="70" y="151"/>
                    <a:pt x="91" y="141"/>
                    <a:pt x="111" y="141"/>
                  </a:cubicBezTo>
                  <a:cubicBezTo>
                    <a:pt x="111" y="141"/>
                    <a:pt x="121" y="131"/>
                    <a:pt x="121" y="13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11"/>
                    <a:pt x="111" y="91"/>
                    <a:pt x="111" y="71"/>
                  </a:cubicBezTo>
                  <a:cubicBezTo>
                    <a:pt x="111" y="51"/>
                    <a:pt x="101" y="40"/>
                    <a:pt x="101" y="20"/>
                  </a:cubicBezTo>
                  <a:lnTo>
                    <a:pt x="80" y="10"/>
                  </a:lnTo>
                  <a:cubicBezTo>
                    <a:pt x="50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9" name="Google Shape;16919;p54">
              <a:extLst>
                <a:ext uri="{FF2B5EF4-FFF2-40B4-BE49-F238E27FC236}">
                  <a16:creationId xmlns:a16="http://schemas.microsoft.com/office/drawing/2014/main" id="{B51A1F86-C2B7-FB68-85DC-0199A6B246C1}"/>
                </a:ext>
              </a:extLst>
            </p:cNvPr>
            <p:cNvSpPr/>
            <p:nvPr/>
          </p:nvSpPr>
          <p:spPr>
            <a:xfrm>
              <a:off x="4689470" y="4325320"/>
              <a:ext cx="52140" cy="154465"/>
            </a:xfrm>
            <a:custGeom>
              <a:avLst/>
              <a:gdLst/>
              <a:ahLst/>
              <a:cxnLst/>
              <a:rect l="l" t="t" r="r" b="b"/>
              <a:pathLst>
                <a:path w="322" h="954" extrusionOk="0">
                  <a:moveTo>
                    <a:pt x="1" y="1"/>
                  </a:moveTo>
                  <a:lnTo>
                    <a:pt x="1" y="21"/>
                  </a:lnTo>
                  <a:cubicBezTo>
                    <a:pt x="11" y="151"/>
                    <a:pt x="11" y="201"/>
                    <a:pt x="51" y="342"/>
                  </a:cubicBezTo>
                  <a:cubicBezTo>
                    <a:pt x="91" y="482"/>
                    <a:pt x="111" y="683"/>
                    <a:pt x="111" y="803"/>
                  </a:cubicBezTo>
                  <a:cubicBezTo>
                    <a:pt x="111" y="853"/>
                    <a:pt x="101" y="893"/>
                    <a:pt x="101" y="923"/>
                  </a:cubicBezTo>
                  <a:cubicBezTo>
                    <a:pt x="131" y="923"/>
                    <a:pt x="201" y="933"/>
                    <a:pt x="221" y="933"/>
                  </a:cubicBezTo>
                  <a:cubicBezTo>
                    <a:pt x="241" y="933"/>
                    <a:pt x="271" y="933"/>
                    <a:pt x="301" y="943"/>
                  </a:cubicBezTo>
                  <a:lnTo>
                    <a:pt x="322" y="953"/>
                  </a:lnTo>
                  <a:cubicBezTo>
                    <a:pt x="322" y="933"/>
                    <a:pt x="312" y="923"/>
                    <a:pt x="312" y="903"/>
                  </a:cubicBezTo>
                  <a:cubicBezTo>
                    <a:pt x="291" y="853"/>
                    <a:pt x="261" y="693"/>
                    <a:pt x="241" y="572"/>
                  </a:cubicBezTo>
                  <a:cubicBezTo>
                    <a:pt x="221" y="542"/>
                    <a:pt x="201" y="502"/>
                    <a:pt x="201" y="472"/>
                  </a:cubicBezTo>
                  <a:cubicBezTo>
                    <a:pt x="201" y="422"/>
                    <a:pt x="211" y="372"/>
                    <a:pt x="201" y="321"/>
                  </a:cubicBezTo>
                  <a:cubicBezTo>
                    <a:pt x="171" y="271"/>
                    <a:pt x="101" y="241"/>
                    <a:pt x="91" y="181"/>
                  </a:cubicBezTo>
                  <a:cubicBezTo>
                    <a:pt x="81" y="161"/>
                    <a:pt x="91" y="131"/>
                    <a:pt x="91" y="101"/>
                  </a:cubicBezTo>
                  <a:cubicBezTo>
                    <a:pt x="81" y="71"/>
                    <a:pt x="41" y="1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0" name="Google Shape;16920;p54">
              <a:extLst>
                <a:ext uri="{FF2B5EF4-FFF2-40B4-BE49-F238E27FC236}">
                  <a16:creationId xmlns:a16="http://schemas.microsoft.com/office/drawing/2014/main" id="{336A4ECA-5599-B2E1-526C-E7C8F99D8E78}"/>
                </a:ext>
              </a:extLst>
            </p:cNvPr>
            <p:cNvSpPr/>
            <p:nvPr/>
          </p:nvSpPr>
          <p:spPr>
            <a:xfrm>
              <a:off x="4743067" y="4486100"/>
              <a:ext cx="162" cy="16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1" name="Google Shape;16921;p54">
              <a:extLst>
                <a:ext uri="{FF2B5EF4-FFF2-40B4-BE49-F238E27FC236}">
                  <a16:creationId xmlns:a16="http://schemas.microsoft.com/office/drawing/2014/main" id="{7DA9A28C-6733-7423-3AA7-383380B92B76}"/>
                </a:ext>
              </a:extLst>
            </p:cNvPr>
            <p:cNvSpPr/>
            <p:nvPr/>
          </p:nvSpPr>
          <p:spPr>
            <a:xfrm>
              <a:off x="4743067" y="4482862"/>
              <a:ext cx="162" cy="1781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2" name="Google Shape;16922;p54">
              <a:extLst>
                <a:ext uri="{FF2B5EF4-FFF2-40B4-BE49-F238E27FC236}">
                  <a16:creationId xmlns:a16="http://schemas.microsoft.com/office/drawing/2014/main" id="{A55172BE-EE9C-06EB-9EDD-13CFB421A940}"/>
                </a:ext>
              </a:extLst>
            </p:cNvPr>
            <p:cNvSpPr/>
            <p:nvPr/>
          </p:nvSpPr>
          <p:spPr>
            <a:xfrm>
              <a:off x="4743067" y="4487719"/>
              <a:ext cx="162" cy="16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3" name="Google Shape;16923;p54">
              <a:extLst>
                <a:ext uri="{FF2B5EF4-FFF2-40B4-BE49-F238E27FC236}">
                  <a16:creationId xmlns:a16="http://schemas.microsoft.com/office/drawing/2014/main" id="{622B507E-FBD3-83FA-7B5B-A57901A4D0C5}"/>
                </a:ext>
              </a:extLst>
            </p:cNvPr>
            <p:cNvSpPr/>
            <p:nvPr/>
          </p:nvSpPr>
          <p:spPr>
            <a:xfrm>
              <a:off x="4741448" y="4481243"/>
              <a:ext cx="162" cy="1781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4" name="Google Shape;16924;p54">
              <a:extLst>
                <a:ext uri="{FF2B5EF4-FFF2-40B4-BE49-F238E27FC236}">
                  <a16:creationId xmlns:a16="http://schemas.microsoft.com/office/drawing/2014/main" id="{11FD8D6A-CBF3-AF23-E4BE-506251EC6F1F}"/>
                </a:ext>
              </a:extLst>
            </p:cNvPr>
            <p:cNvSpPr/>
            <p:nvPr/>
          </p:nvSpPr>
          <p:spPr>
            <a:xfrm>
              <a:off x="4741448" y="4479624"/>
              <a:ext cx="162" cy="16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5" name="Google Shape;16925;p54">
              <a:extLst>
                <a:ext uri="{FF2B5EF4-FFF2-40B4-BE49-F238E27FC236}">
                  <a16:creationId xmlns:a16="http://schemas.microsoft.com/office/drawing/2014/main" id="{36BA5FD9-C988-C53D-963A-585775F541C5}"/>
                </a:ext>
              </a:extLst>
            </p:cNvPr>
            <p:cNvSpPr/>
            <p:nvPr/>
          </p:nvSpPr>
          <p:spPr>
            <a:xfrm>
              <a:off x="4949359" y="4421173"/>
              <a:ext cx="37567" cy="74318"/>
            </a:xfrm>
            <a:custGeom>
              <a:avLst/>
              <a:gdLst/>
              <a:ahLst/>
              <a:cxnLst/>
              <a:rect l="l" t="t" r="r" b="b"/>
              <a:pathLst>
                <a:path w="232" h="459" extrusionOk="0">
                  <a:moveTo>
                    <a:pt x="0" y="0"/>
                  </a:moveTo>
                  <a:lnTo>
                    <a:pt x="0" y="0"/>
                  </a:lnTo>
                  <a:cubicBezTo>
                    <a:pt x="10" y="30"/>
                    <a:pt x="10" y="71"/>
                    <a:pt x="21" y="91"/>
                  </a:cubicBezTo>
                  <a:cubicBezTo>
                    <a:pt x="31" y="161"/>
                    <a:pt x="71" y="321"/>
                    <a:pt x="91" y="422"/>
                  </a:cubicBezTo>
                  <a:cubicBezTo>
                    <a:pt x="115" y="440"/>
                    <a:pt x="151" y="458"/>
                    <a:pt x="180" y="458"/>
                  </a:cubicBezTo>
                  <a:cubicBezTo>
                    <a:pt x="198" y="458"/>
                    <a:pt x="213" y="451"/>
                    <a:pt x="221" y="432"/>
                  </a:cubicBezTo>
                  <a:cubicBezTo>
                    <a:pt x="231" y="392"/>
                    <a:pt x="201" y="341"/>
                    <a:pt x="181" y="301"/>
                  </a:cubicBezTo>
                  <a:cubicBezTo>
                    <a:pt x="151" y="251"/>
                    <a:pt x="121" y="201"/>
                    <a:pt x="101" y="151"/>
                  </a:cubicBezTo>
                  <a:cubicBezTo>
                    <a:pt x="81" y="111"/>
                    <a:pt x="51" y="30"/>
                    <a:pt x="10" y="1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6" name="Google Shape;16926;p54">
              <a:extLst>
                <a:ext uri="{FF2B5EF4-FFF2-40B4-BE49-F238E27FC236}">
                  <a16:creationId xmlns:a16="http://schemas.microsoft.com/office/drawing/2014/main" id="{7E73577C-085B-B382-5358-300DC0EFFCFF}"/>
                </a:ext>
              </a:extLst>
            </p:cNvPr>
            <p:cNvSpPr/>
            <p:nvPr/>
          </p:nvSpPr>
          <p:spPr>
            <a:xfrm>
              <a:off x="4973648" y="4460194"/>
              <a:ext cx="14897" cy="34164"/>
            </a:xfrm>
            <a:custGeom>
              <a:avLst/>
              <a:gdLst/>
              <a:ahLst/>
              <a:cxnLst/>
              <a:rect l="l" t="t" r="r" b="b"/>
              <a:pathLst>
                <a:path w="92" h="211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70"/>
                    <a:pt x="31" y="140"/>
                    <a:pt x="51" y="211"/>
                  </a:cubicBezTo>
                  <a:lnTo>
                    <a:pt x="81" y="191"/>
                  </a:lnTo>
                  <a:cubicBezTo>
                    <a:pt x="91" y="140"/>
                    <a:pt x="51" y="100"/>
                    <a:pt x="31" y="60"/>
                  </a:cubicBezTo>
                  <a:cubicBezTo>
                    <a:pt x="21" y="40"/>
                    <a:pt x="11" y="20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7" name="Google Shape;16927;p54">
              <a:extLst>
                <a:ext uri="{FF2B5EF4-FFF2-40B4-BE49-F238E27FC236}">
                  <a16:creationId xmlns:a16="http://schemas.microsoft.com/office/drawing/2014/main" id="{F340E4A6-367C-D698-AE15-1DE6F6E9BB38}"/>
                </a:ext>
              </a:extLst>
            </p:cNvPr>
            <p:cNvSpPr/>
            <p:nvPr/>
          </p:nvSpPr>
          <p:spPr>
            <a:xfrm>
              <a:off x="4884427" y="4148024"/>
              <a:ext cx="73190" cy="72213"/>
            </a:xfrm>
            <a:custGeom>
              <a:avLst/>
              <a:gdLst/>
              <a:ahLst/>
              <a:cxnLst/>
              <a:rect l="l" t="t" r="r" b="b"/>
              <a:pathLst>
                <a:path w="452" h="446" extrusionOk="0">
                  <a:moveTo>
                    <a:pt x="180" y="0"/>
                  </a:moveTo>
                  <a:cubicBezTo>
                    <a:pt x="174" y="0"/>
                    <a:pt x="168" y="1"/>
                    <a:pt x="161" y="2"/>
                  </a:cubicBezTo>
                  <a:cubicBezTo>
                    <a:pt x="80" y="12"/>
                    <a:pt x="0" y="72"/>
                    <a:pt x="40" y="163"/>
                  </a:cubicBezTo>
                  <a:cubicBezTo>
                    <a:pt x="60" y="193"/>
                    <a:pt x="91" y="223"/>
                    <a:pt x="121" y="243"/>
                  </a:cubicBezTo>
                  <a:cubicBezTo>
                    <a:pt x="151" y="263"/>
                    <a:pt x="181" y="283"/>
                    <a:pt x="211" y="313"/>
                  </a:cubicBezTo>
                  <a:cubicBezTo>
                    <a:pt x="241" y="333"/>
                    <a:pt x="271" y="373"/>
                    <a:pt x="301" y="403"/>
                  </a:cubicBezTo>
                  <a:cubicBezTo>
                    <a:pt x="327" y="421"/>
                    <a:pt x="361" y="446"/>
                    <a:pt x="395" y="446"/>
                  </a:cubicBezTo>
                  <a:cubicBezTo>
                    <a:pt x="401" y="446"/>
                    <a:pt x="406" y="445"/>
                    <a:pt x="411" y="444"/>
                  </a:cubicBezTo>
                  <a:cubicBezTo>
                    <a:pt x="432" y="434"/>
                    <a:pt x="452" y="423"/>
                    <a:pt x="452" y="403"/>
                  </a:cubicBezTo>
                  <a:lnTo>
                    <a:pt x="442" y="373"/>
                  </a:lnTo>
                  <a:cubicBezTo>
                    <a:pt x="452" y="223"/>
                    <a:pt x="351" y="223"/>
                    <a:pt x="311" y="133"/>
                  </a:cubicBezTo>
                  <a:cubicBezTo>
                    <a:pt x="301" y="103"/>
                    <a:pt x="291" y="72"/>
                    <a:pt x="261" y="42"/>
                  </a:cubicBezTo>
                  <a:cubicBezTo>
                    <a:pt x="235" y="25"/>
                    <a:pt x="217" y="0"/>
                    <a:pt x="1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8" name="Google Shape;16928;p54">
              <a:extLst>
                <a:ext uri="{FF2B5EF4-FFF2-40B4-BE49-F238E27FC236}">
                  <a16:creationId xmlns:a16="http://schemas.microsoft.com/office/drawing/2014/main" id="{367FC3BD-BF33-61C3-F09F-34016D4AB9D6}"/>
                </a:ext>
              </a:extLst>
            </p:cNvPr>
            <p:cNvSpPr/>
            <p:nvPr/>
          </p:nvSpPr>
          <p:spPr>
            <a:xfrm>
              <a:off x="4761526" y="4135880"/>
              <a:ext cx="71085" cy="33678"/>
            </a:xfrm>
            <a:custGeom>
              <a:avLst/>
              <a:gdLst/>
              <a:ahLst/>
              <a:cxnLst/>
              <a:rect l="l" t="t" r="r" b="b"/>
              <a:pathLst>
                <a:path w="439" h="208" extrusionOk="0">
                  <a:moveTo>
                    <a:pt x="73" y="1"/>
                  </a:moveTo>
                  <a:cubicBezTo>
                    <a:pt x="34" y="1"/>
                    <a:pt x="1" y="9"/>
                    <a:pt x="17" y="47"/>
                  </a:cubicBezTo>
                  <a:cubicBezTo>
                    <a:pt x="27" y="97"/>
                    <a:pt x="127" y="67"/>
                    <a:pt x="167" y="97"/>
                  </a:cubicBezTo>
                  <a:cubicBezTo>
                    <a:pt x="198" y="117"/>
                    <a:pt x="208" y="157"/>
                    <a:pt x="238" y="178"/>
                  </a:cubicBezTo>
                  <a:cubicBezTo>
                    <a:pt x="258" y="198"/>
                    <a:pt x="298" y="208"/>
                    <a:pt x="328" y="208"/>
                  </a:cubicBezTo>
                  <a:cubicBezTo>
                    <a:pt x="358" y="198"/>
                    <a:pt x="388" y="188"/>
                    <a:pt x="408" y="167"/>
                  </a:cubicBezTo>
                  <a:cubicBezTo>
                    <a:pt x="428" y="147"/>
                    <a:pt x="438" y="127"/>
                    <a:pt x="438" y="107"/>
                  </a:cubicBezTo>
                  <a:cubicBezTo>
                    <a:pt x="428" y="77"/>
                    <a:pt x="398" y="67"/>
                    <a:pt x="378" y="67"/>
                  </a:cubicBezTo>
                  <a:cubicBezTo>
                    <a:pt x="298" y="47"/>
                    <a:pt x="228" y="27"/>
                    <a:pt x="157" y="7"/>
                  </a:cubicBezTo>
                  <a:cubicBezTo>
                    <a:pt x="144" y="7"/>
                    <a:pt x="106" y="1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9" name="Google Shape;16929;p54">
              <a:extLst>
                <a:ext uri="{FF2B5EF4-FFF2-40B4-BE49-F238E27FC236}">
                  <a16:creationId xmlns:a16="http://schemas.microsoft.com/office/drawing/2014/main" id="{45A04ADE-6B92-D6BE-8131-185DA8A0A2E1}"/>
                </a:ext>
              </a:extLst>
            </p:cNvPr>
            <p:cNvSpPr/>
            <p:nvPr/>
          </p:nvSpPr>
          <p:spPr>
            <a:xfrm>
              <a:off x="4842165" y="4162272"/>
              <a:ext cx="21212" cy="15382"/>
            </a:xfrm>
            <a:custGeom>
              <a:avLst/>
              <a:gdLst/>
              <a:ahLst/>
              <a:cxnLst/>
              <a:rect l="l" t="t" r="r" b="b"/>
              <a:pathLst>
                <a:path w="131" h="95" extrusionOk="0">
                  <a:moveTo>
                    <a:pt x="76" y="0"/>
                  </a:moveTo>
                  <a:cubicBezTo>
                    <a:pt x="58" y="0"/>
                    <a:pt x="42" y="7"/>
                    <a:pt x="21" y="15"/>
                  </a:cubicBezTo>
                  <a:lnTo>
                    <a:pt x="0" y="25"/>
                  </a:lnTo>
                  <a:lnTo>
                    <a:pt x="0" y="55"/>
                  </a:lnTo>
                  <a:cubicBezTo>
                    <a:pt x="10" y="85"/>
                    <a:pt x="41" y="95"/>
                    <a:pt x="71" y="95"/>
                  </a:cubicBezTo>
                  <a:cubicBezTo>
                    <a:pt x="91" y="95"/>
                    <a:pt x="111" y="95"/>
                    <a:pt x="121" y="75"/>
                  </a:cubicBezTo>
                  <a:cubicBezTo>
                    <a:pt x="131" y="55"/>
                    <a:pt x="121" y="25"/>
                    <a:pt x="101" y="4"/>
                  </a:cubicBezTo>
                  <a:cubicBezTo>
                    <a:pt x="92" y="2"/>
                    <a:pt x="84" y="0"/>
                    <a:pt x="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0" name="Google Shape;16930;p54">
              <a:extLst>
                <a:ext uri="{FF2B5EF4-FFF2-40B4-BE49-F238E27FC236}">
                  <a16:creationId xmlns:a16="http://schemas.microsoft.com/office/drawing/2014/main" id="{5112AF00-3CA9-F50E-4E50-5200160B1075}"/>
                </a:ext>
              </a:extLst>
            </p:cNvPr>
            <p:cNvSpPr/>
            <p:nvPr/>
          </p:nvSpPr>
          <p:spPr>
            <a:xfrm>
              <a:off x="4635873" y="4294394"/>
              <a:ext cx="17974" cy="76585"/>
            </a:xfrm>
            <a:custGeom>
              <a:avLst/>
              <a:gdLst/>
              <a:ahLst/>
              <a:cxnLst/>
              <a:rect l="l" t="t" r="r" b="b"/>
              <a:pathLst>
                <a:path w="111" h="473" extrusionOk="0">
                  <a:moveTo>
                    <a:pt x="51" y="1"/>
                  </a:moveTo>
                  <a:cubicBezTo>
                    <a:pt x="31" y="101"/>
                    <a:pt x="1" y="181"/>
                    <a:pt x="11" y="242"/>
                  </a:cubicBezTo>
                  <a:cubicBezTo>
                    <a:pt x="31" y="372"/>
                    <a:pt x="31" y="442"/>
                    <a:pt x="21" y="472"/>
                  </a:cubicBezTo>
                  <a:cubicBezTo>
                    <a:pt x="21" y="472"/>
                    <a:pt x="41" y="442"/>
                    <a:pt x="51" y="392"/>
                  </a:cubicBezTo>
                  <a:cubicBezTo>
                    <a:pt x="61" y="352"/>
                    <a:pt x="71" y="302"/>
                    <a:pt x="71" y="252"/>
                  </a:cubicBezTo>
                  <a:lnTo>
                    <a:pt x="71" y="252"/>
                  </a:lnTo>
                  <a:cubicBezTo>
                    <a:pt x="71" y="252"/>
                    <a:pt x="91" y="332"/>
                    <a:pt x="51" y="442"/>
                  </a:cubicBezTo>
                  <a:cubicBezTo>
                    <a:pt x="51" y="442"/>
                    <a:pt x="111" y="372"/>
                    <a:pt x="101" y="222"/>
                  </a:cubicBezTo>
                  <a:cubicBezTo>
                    <a:pt x="91" y="141"/>
                    <a:pt x="91" y="101"/>
                    <a:pt x="91" y="61"/>
                  </a:cubicBezTo>
                  <a:lnTo>
                    <a:pt x="71" y="2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6931" name="Google Shape;16931;p54">
            <a:extLst>
              <a:ext uri="{FF2B5EF4-FFF2-40B4-BE49-F238E27FC236}">
                <a16:creationId xmlns:a16="http://schemas.microsoft.com/office/drawing/2014/main" id="{DE03F230-C044-644D-C2A8-918C814F1E1E}"/>
              </a:ext>
            </a:extLst>
          </p:cNvPr>
          <p:cNvGrpSpPr/>
          <p:nvPr/>
        </p:nvGrpSpPr>
        <p:grpSpPr>
          <a:xfrm>
            <a:off x="4539870" y="4365944"/>
            <a:ext cx="339139" cy="239689"/>
            <a:chOff x="5658425" y="1270850"/>
            <a:chExt cx="179800" cy="127075"/>
          </a:xfrm>
        </p:grpSpPr>
        <p:sp>
          <p:nvSpPr>
            <p:cNvPr id="16932" name="Google Shape;16932;p54">
              <a:extLst>
                <a:ext uri="{FF2B5EF4-FFF2-40B4-BE49-F238E27FC236}">
                  <a16:creationId xmlns:a16="http://schemas.microsoft.com/office/drawing/2014/main" id="{10900DA5-6CF3-75BC-0758-5872B871C6B6}"/>
                </a:ext>
              </a:extLst>
            </p:cNvPr>
            <p:cNvSpPr/>
            <p:nvPr/>
          </p:nvSpPr>
          <p:spPr>
            <a:xfrm>
              <a:off x="5704400" y="1271825"/>
              <a:ext cx="133825" cy="126100"/>
            </a:xfrm>
            <a:custGeom>
              <a:avLst/>
              <a:gdLst/>
              <a:ahLst/>
              <a:cxnLst/>
              <a:rect l="l" t="t" r="r" b="b"/>
              <a:pathLst>
                <a:path w="5353" h="5044" extrusionOk="0">
                  <a:moveTo>
                    <a:pt x="713" y="9"/>
                  </a:moveTo>
                  <a:cubicBezTo>
                    <a:pt x="816" y="9"/>
                    <a:pt x="911" y="18"/>
                    <a:pt x="1014" y="18"/>
                  </a:cubicBezTo>
                  <a:cubicBezTo>
                    <a:pt x="1263" y="35"/>
                    <a:pt x="1486" y="138"/>
                    <a:pt x="1718" y="164"/>
                  </a:cubicBezTo>
                  <a:cubicBezTo>
                    <a:pt x="1968" y="198"/>
                    <a:pt x="2217" y="198"/>
                    <a:pt x="2466" y="215"/>
                  </a:cubicBezTo>
                  <a:cubicBezTo>
                    <a:pt x="2492" y="215"/>
                    <a:pt x="2517" y="224"/>
                    <a:pt x="2543" y="232"/>
                  </a:cubicBezTo>
                  <a:cubicBezTo>
                    <a:pt x="2578" y="250"/>
                    <a:pt x="2595" y="284"/>
                    <a:pt x="2629" y="301"/>
                  </a:cubicBezTo>
                  <a:cubicBezTo>
                    <a:pt x="2681" y="344"/>
                    <a:pt x="2758" y="336"/>
                    <a:pt x="2827" y="336"/>
                  </a:cubicBezTo>
                  <a:cubicBezTo>
                    <a:pt x="2981" y="336"/>
                    <a:pt x="3136" y="327"/>
                    <a:pt x="3282" y="327"/>
                  </a:cubicBezTo>
                  <a:cubicBezTo>
                    <a:pt x="3411" y="318"/>
                    <a:pt x="3548" y="318"/>
                    <a:pt x="3677" y="344"/>
                  </a:cubicBezTo>
                  <a:cubicBezTo>
                    <a:pt x="3780" y="361"/>
                    <a:pt x="3883" y="404"/>
                    <a:pt x="3987" y="421"/>
                  </a:cubicBezTo>
                  <a:cubicBezTo>
                    <a:pt x="4012" y="430"/>
                    <a:pt x="4055" y="430"/>
                    <a:pt x="4090" y="430"/>
                  </a:cubicBezTo>
                  <a:cubicBezTo>
                    <a:pt x="4158" y="430"/>
                    <a:pt x="4227" y="430"/>
                    <a:pt x="4262" y="447"/>
                  </a:cubicBezTo>
                  <a:cubicBezTo>
                    <a:pt x="4476" y="559"/>
                    <a:pt x="4579" y="774"/>
                    <a:pt x="4786" y="903"/>
                  </a:cubicBezTo>
                  <a:cubicBezTo>
                    <a:pt x="4820" y="920"/>
                    <a:pt x="4863" y="946"/>
                    <a:pt x="4871" y="989"/>
                  </a:cubicBezTo>
                  <a:cubicBezTo>
                    <a:pt x="4880" y="1083"/>
                    <a:pt x="4863" y="1100"/>
                    <a:pt x="4932" y="1195"/>
                  </a:cubicBezTo>
                  <a:cubicBezTo>
                    <a:pt x="4957" y="1229"/>
                    <a:pt x="4975" y="1272"/>
                    <a:pt x="5009" y="1306"/>
                  </a:cubicBezTo>
                  <a:cubicBezTo>
                    <a:pt x="5121" y="1444"/>
                    <a:pt x="5198" y="1547"/>
                    <a:pt x="5241" y="1719"/>
                  </a:cubicBezTo>
                  <a:cubicBezTo>
                    <a:pt x="5267" y="1830"/>
                    <a:pt x="5318" y="1934"/>
                    <a:pt x="5335" y="2045"/>
                  </a:cubicBezTo>
                  <a:cubicBezTo>
                    <a:pt x="5353" y="2166"/>
                    <a:pt x="5335" y="2294"/>
                    <a:pt x="5327" y="2415"/>
                  </a:cubicBezTo>
                  <a:cubicBezTo>
                    <a:pt x="5327" y="2458"/>
                    <a:pt x="5301" y="2475"/>
                    <a:pt x="5284" y="2518"/>
                  </a:cubicBezTo>
                  <a:cubicBezTo>
                    <a:pt x="5250" y="2621"/>
                    <a:pt x="5284" y="2724"/>
                    <a:pt x="5301" y="2844"/>
                  </a:cubicBezTo>
                  <a:cubicBezTo>
                    <a:pt x="5310" y="2939"/>
                    <a:pt x="5301" y="3119"/>
                    <a:pt x="5258" y="3205"/>
                  </a:cubicBezTo>
                  <a:cubicBezTo>
                    <a:pt x="5241" y="3257"/>
                    <a:pt x="5103" y="3557"/>
                    <a:pt x="5069" y="3635"/>
                  </a:cubicBezTo>
                  <a:cubicBezTo>
                    <a:pt x="5035" y="3703"/>
                    <a:pt x="4957" y="3815"/>
                    <a:pt x="4940" y="3884"/>
                  </a:cubicBezTo>
                  <a:cubicBezTo>
                    <a:pt x="4923" y="3927"/>
                    <a:pt x="4829" y="4159"/>
                    <a:pt x="4734" y="4262"/>
                  </a:cubicBezTo>
                  <a:cubicBezTo>
                    <a:pt x="4640" y="4382"/>
                    <a:pt x="4571" y="4451"/>
                    <a:pt x="4382" y="4477"/>
                  </a:cubicBezTo>
                  <a:cubicBezTo>
                    <a:pt x="4322" y="4485"/>
                    <a:pt x="4090" y="4614"/>
                    <a:pt x="4030" y="4605"/>
                  </a:cubicBezTo>
                  <a:cubicBezTo>
                    <a:pt x="3978" y="4605"/>
                    <a:pt x="3935" y="4623"/>
                    <a:pt x="3883" y="4631"/>
                  </a:cubicBezTo>
                  <a:cubicBezTo>
                    <a:pt x="3866" y="4631"/>
                    <a:pt x="3849" y="4631"/>
                    <a:pt x="3832" y="4631"/>
                  </a:cubicBezTo>
                  <a:cubicBezTo>
                    <a:pt x="3815" y="4631"/>
                    <a:pt x="3789" y="4631"/>
                    <a:pt x="3772" y="4640"/>
                  </a:cubicBezTo>
                  <a:cubicBezTo>
                    <a:pt x="3617" y="4666"/>
                    <a:pt x="3351" y="4709"/>
                    <a:pt x="3265" y="4734"/>
                  </a:cubicBezTo>
                  <a:cubicBezTo>
                    <a:pt x="3153" y="4769"/>
                    <a:pt x="2964" y="4769"/>
                    <a:pt x="2853" y="4752"/>
                  </a:cubicBezTo>
                  <a:cubicBezTo>
                    <a:pt x="2724" y="4743"/>
                    <a:pt x="2500" y="4863"/>
                    <a:pt x="2363" y="4872"/>
                  </a:cubicBezTo>
                  <a:cubicBezTo>
                    <a:pt x="2260" y="4872"/>
                    <a:pt x="2191" y="4872"/>
                    <a:pt x="2131" y="4872"/>
                  </a:cubicBezTo>
                  <a:cubicBezTo>
                    <a:pt x="2028" y="4863"/>
                    <a:pt x="1950" y="4863"/>
                    <a:pt x="1753" y="4906"/>
                  </a:cubicBezTo>
                  <a:cubicBezTo>
                    <a:pt x="1718" y="4923"/>
                    <a:pt x="1650" y="4915"/>
                    <a:pt x="1590" y="4915"/>
                  </a:cubicBezTo>
                  <a:cubicBezTo>
                    <a:pt x="1512" y="4915"/>
                    <a:pt x="1435" y="4915"/>
                    <a:pt x="1383" y="4932"/>
                  </a:cubicBezTo>
                  <a:cubicBezTo>
                    <a:pt x="1349" y="4941"/>
                    <a:pt x="1315" y="4949"/>
                    <a:pt x="1280" y="4966"/>
                  </a:cubicBezTo>
                  <a:cubicBezTo>
                    <a:pt x="1203" y="4984"/>
                    <a:pt x="1126" y="4992"/>
                    <a:pt x="1048" y="5018"/>
                  </a:cubicBezTo>
                  <a:cubicBezTo>
                    <a:pt x="980" y="5035"/>
                    <a:pt x="962" y="5044"/>
                    <a:pt x="894" y="5026"/>
                  </a:cubicBezTo>
                  <a:cubicBezTo>
                    <a:pt x="645" y="4975"/>
                    <a:pt x="395" y="4932"/>
                    <a:pt x="129" y="4984"/>
                  </a:cubicBezTo>
                  <a:cubicBezTo>
                    <a:pt x="95" y="4984"/>
                    <a:pt x="0" y="4597"/>
                    <a:pt x="9" y="4528"/>
                  </a:cubicBezTo>
                  <a:cubicBezTo>
                    <a:pt x="35" y="4331"/>
                    <a:pt x="60" y="4142"/>
                    <a:pt x="86" y="3944"/>
                  </a:cubicBezTo>
                  <a:cubicBezTo>
                    <a:pt x="129" y="3575"/>
                    <a:pt x="181" y="3205"/>
                    <a:pt x="241" y="2853"/>
                  </a:cubicBezTo>
                  <a:cubicBezTo>
                    <a:pt x="284" y="2535"/>
                    <a:pt x="335" y="2234"/>
                    <a:pt x="361" y="1934"/>
                  </a:cubicBezTo>
                  <a:cubicBezTo>
                    <a:pt x="387" y="1650"/>
                    <a:pt x="395" y="1375"/>
                    <a:pt x="438" y="1092"/>
                  </a:cubicBezTo>
                  <a:cubicBezTo>
                    <a:pt x="456" y="997"/>
                    <a:pt x="645" y="1"/>
                    <a:pt x="713" y="9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3" name="Google Shape;16933;p54">
              <a:extLst>
                <a:ext uri="{FF2B5EF4-FFF2-40B4-BE49-F238E27FC236}">
                  <a16:creationId xmlns:a16="http://schemas.microsoft.com/office/drawing/2014/main" id="{0FD3DE2D-3392-4B16-500A-AD511F0C3495}"/>
                </a:ext>
              </a:extLst>
            </p:cNvPr>
            <p:cNvSpPr/>
            <p:nvPr/>
          </p:nvSpPr>
          <p:spPr>
            <a:xfrm>
              <a:off x="5695575" y="1270850"/>
              <a:ext cx="76925" cy="126875"/>
            </a:xfrm>
            <a:custGeom>
              <a:avLst/>
              <a:gdLst/>
              <a:ahLst/>
              <a:cxnLst/>
              <a:rect l="l" t="t" r="r" b="b"/>
              <a:pathLst>
                <a:path w="3077" h="5075" extrusionOk="0">
                  <a:moveTo>
                    <a:pt x="1047" y="1"/>
                  </a:moveTo>
                  <a:cubicBezTo>
                    <a:pt x="898" y="1"/>
                    <a:pt x="756" y="31"/>
                    <a:pt x="714" y="74"/>
                  </a:cubicBezTo>
                  <a:cubicBezTo>
                    <a:pt x="707" y="81"/>
                    <a:pt x="712" y="84"/>
                    <a:pt x="724" y="84"/>
                  </a:cubicBezTo>
                  <a:cubicBezTo>
                    <a:pt x="740" y="84"/>
                    <a:pt x="770" y="79"/>
                    <a:pt x="800" y="74"/>
                  </a:cubicBezTo>
                  <a:cubicBezTo>
                    <a:pt x="835" y="69"/>
                    <a:pt x="869" y="64"/>
                    <a:pt x="891" y="64"/>
                  </a:cubicBezTo>
                  <a:cubicBezTo>
                    <a:pt x="907" y="64"/>
                    <a:pt x="915" y="67"/>
                    <a:pt x="912" y="74"/>
                  </a:cubicBezTo>
                  <a:cubicBezTo>
                    <a:pt x="877" y="117"/>
                    <a:pt x="843" y="160"/>
                    <a:pt x="809" y="194"/>
                  </a:cubicBezTo>
                  <a:cubicBezTo>
                    <a:pt x="697" y="332"/>
                    <a:pt x="662" y="503"/>
                    <a:pt x="602" y="649"/>
                  </a:cubicBezTo>
                  <a:cubicBezTo>
                    <a:pt x="542" y="787"/>
                    <a:pt x="491" y="924"/>
                    <a:pt x="448" y="1053"/>
                  </a:cubicBezTo>
                  <a:cubicBezTo>
                    <a:pt x="413" y="1148"/>
                    <a:pt x="379" y="1259"/>
                    <a:pt x="362" y="1363"/>
                  </a:cubicBezTo>
                  <a:cubicBezTo>
                    <a:pt x="345" y="1474"/>
                    <a:pt x="370" y="1586"/>
                    <a:pt x="370" y="1698"/>
                  </a:cubicBezTo>
                  <a:cubicBezTo>
                    <a:pt x="370" y="1758"/>
                    <a:pt x="370" y="1809"/>
                    <a:pt x="370" y="1869"/>
                  </a:cubicBezTo>
                  <a:cubicBezTo>
                    <a:pt x="388" y="2136"/>
                    <a:pt x="396" y="2428"/>
                    <a:pt x="336" y="2703"/>
                  </a:cubicBezTo>
                  <a:cubicBezTo>
                    <a:pt x="302" y="2875"/>
                    <a:pt x="241" y="3046"/>
                    <a:pt x="207" y="3218"/>
                  </a:cubicBezTo>
                  <a:cubicBezTo>
                    <a:pt x="181" y="3364"/>
                    <a:pt x="156" y="3502"/>
                    <a:pt x="121" y="3648"/>
                  </a:cubicBezTo>
                  <a:cubicBezTo>
                    <a:pt x="44" y="3992"/>
                    <a:pt x="1" y="4309"/>
                    <a:pt x="121" y="4644"/>
                  </a:cubicBezTo>
                  <a:cubicBezTo>
                    <a:pt x="156" y="4739"/>
                    <a:pt x="190" y="4808"/>
                    <a:pt x="259" y="4876"/>
                  </a:cubicBezTo>
                  <a:cubicBezTo>
                    <a:pt x="310" y="4919"/>
                    <a:pt x="362" y="4980"/>
                    <a:pt x="422" y="5005"/>
                  </a:cubicBezTo>
                  <a:cubicBezTo>
                    <a:pt x="542" y="5065"/>
                    <a:pt x="705" y="5057"/>
                    <a:pt x="834" y="5074"/>
                  </a:cubicBezTo>
                  <a:cubicBezTo>
                    <a:pt x="877" y="5074"/>
                    <a:pt x="912" y="5065"/>
                    <a:pt x="955" y="5057"/>
                  </a:cubicBezTo>
                  <a:cubicBezTo>
                    <a:pt x="969" y="5054"/>
                    <a:pt x="980" y="5053"/>
                    <a:pt x="990" y="5053"/>
                  </a:cubicBezTo>
                  <a:cubicBezTo>
                    <a:pt x="1010" y="5053"/>
                    <a:pt x="1023" y="5057"/>
                    <a:pt x="1040" y="5057"/>
                  </a:cubicBezTo>
                  <a:cubicBezTo>
                    <a:pt x="1049" y="5061"/>
                    <a:pt x="1060" y="5063"/>
                    <a:pt x="1074" y="5063"/>
                  </a:cubicBezTo>
                  <a:cubicBezTo>
                    <a:pt x="1088" y="5063"/>
                    <a:pt x="1105" y="5061"/>
                    <a:pt x="1126" y="5057"/>
                  </a:cubicBezTo>
                  <a:cubicBezTo>
                    <a:pt x="1134" y="5054"/>
                    <a:pt x="1143" y="5053"/>
                    <a:pt x="1153" y="5053"/>
                  </a:cubicBezTo>
                  <a:cubicBezTo>
                    <a:pt x="1177" y="5053"/>
                    <a:pt x="1208" y="5059"/>
                    <a:pt x="1238" y="5065"/>
                  </a:cubicBezTo>
                  <a:cubicBezTo>
                    <a:pt x="1267" y="5069"/>
                    <a:pt x="1294" y="5071"/>
                    <a:pt x="1318" y="5071"/>
                  </a:cubicBezTo>
                  <a:cubicBezTo>
                    <a:pt x="1352" y="5071"/>
                    <a:pt x="1381" y="5067"/>
                    <a:pt x="1401" y="5057"/>
                  </a:cubicBezTo>
                  <a:cubicBezTo>
                    <a:pt x="1470" y="5005"/>
                    <a:pt x="1676" y="4997"/>
                    <a:pt x="1736" y="4945"/>
                  </a:cubicBezTo>
                  <a:cubicBezTo>
                    <a:pt x="1788" y="4911"/>
                    <a:pt x="1839" y="4876"/>
                    <a:pt x="1900" y="4842"/>
                  </a:cubicBezTo>
                  <a:cubicBezTo>
                    <a:pt x="1951" y="4816"/>
                    <a:pt x="1986" y="4808"/>
                    <a:pt x="2028" y="4773"/>
                  </a:cubicBezTo>
                  <a:cubicBezTo>
                    <a:pt x="2054" y="4756"/>
                    <a:pt x="2071" y="4739"/>
                    <a:pt x="2097" y="4722"/>
                  </a:cubicBezTo>
                  <a:cubicBezTo>
                    <a:pt x="2166" y="4662"/>
                    <a:pt x="2114" y="4541"/>
                    <a:pt x="2209" y="4507"/>
                  </a:cubicBezTo>
                  <a:cubicBezTo>
                    <a:pt x="2286" y="4481"/>
                    <a:pt x="2355" y="4464"/>
                    <a:pt x="2407" y="4404"/>
                  </a:cubicBezTo>
                  <a:cubicBezTo>
                    <a:pt x="2441" y="4370"/>
                    <a:pt x="2458" y="4352"/>
                    <a:pt x="2458" y="4309"/>
                  </a:cubicBezTo>
                  <a:cubicBezTo>
                    <a:pt x="2467" y="4284"/>
                    <a:pt x="2475" y="4249"/>
                    <a:pt x="2475" y="4215"/>
                  </a:cubicBezTo>
                  <a:cubicBezTo>
                    <a:pt x="2475" y="4181"/>
                    <a:pt x="2570" y="4181"/>
                    <a:pt x="2561" y="4146"/>
                  </a:cubicBezTo>
                  <a:cubicBezTo>
                    <a:pt x="2561" y="4138"/>
                    <a:pt x="2553" y="4120"/>
                    <a:pt x="2553" y="4103"/>
                  </a:cubicBezTo>
                  <a:cubicBezTo>
                    <a:pt x="2553" y="4077"/>
                    <a:pt x="2570" y="4077"/>
                    <a:pt x="2578" y="4060"/>
                  </a:cubicBezTo>
                  <a:cubicBezTo>
                    <a:pt x="2596" y="4009"/>
                    <a:pt x="2587" y="3940"/>
                    <a:pt x="2604" y="3888"/>
                  </a:cubicBezTo>
                  <a:cubicBezTo>
                    <a:pt x="2621" y="3820"/>
                    <a:pt x="2681" y="3760"/>
                    <a:pt x="2716" y="3691"/>
                  </a:cubicBezTo>
                  <a:cubicBezTo>
                    <a:pt x="2742" y="3656"/>
                    <a:pt x="2750" y="3614"/>
                    <a:pt x="2776" y="3579"/>
                  </a:cubicBezTo>
                  <a:cubicBezTo>
                    <a:pt x="2793" y="3562"/>
                    <a:pt x="2819" y="3536"/>
                    <a:pt x="2827" y="3519"/>
                  </a:cubicBezTo>
                  <a:cubicBezTo>
                    <a:pt x="2845" y="3485"/>
                    <a:pt x="2845" y="3450"/>
                    <a:pt x="2853" y="3416"/>
                  </a:cubicBezTo>
                  <a:cubicBezTo>
                    <a:pt x="2862" y="3364"/>
                    <a:pt x="2870" y="3313"/>
                    <a:pt x="2888" y="3261"/>
                  </a:cubicBezTo>
                  <a:cubicBezTo>
                    <a:pt x="2905" y="3210"/>
                    <a:pt x="2905" y="3150"/>
                    <a:pt x="2939" y="3107"/>
                  </a:cubicBezTo>
                  <a:cubicBezTo>
                    <a:pt x="2956" y="3081"/>
                    <a:pt x="2982" y="3072"/>
                    <a:pt x="2999" y="3055"/>
                  </a:cubicBezTo>
                  <a:cubicBezTo>
                    <a:pt x="3034" y="3012"/>
                    <a:pt x="3034" y="2952"/>
                    <a:pt x="3042" y="2900"/>
                  </a:cubicBezTo>
                  <a:cubicBezTo>
                    <a:pt x="3051" y="2857"/>
                    <a:pt x="3051" y="2806"/>
                    <a:pt x="3059" y="2763"/>
                  </a:cubicBezTo>
                  <a:cubicBezTo>
                    <a:pt x="3068" y="2720"/>
                    <a:pt x="3034" y="2668"/>
                    <a:pt x="3034" y="2634"/>
                  </a:cubicBezTo>
                  <a:cubicBezTo>
                    <a:pt x="3016" y="2574"/>
                    <a:pt x="3008" y="2565"/>
                    <a:pt x="3042" y="2514"/>
                  </a:cubicBezTo>
                  <a:cubicBezTo>
                    <a:pt x="3077" y="2462"/>
                    <a:pt x="2999" y="2437"/>
                    <a:pt x="2999" y="2385"/>
                  </a:cubicBezTo>
                  <a:cubicBezTo>
                    <a:pt x="2999" y="2342"/>
                    <a:pt x="2974" y="2308"/>
                    <a:pt x="2965" y="2265"/>
                  </a:cubicBezTo>
                  <a:cubicBezTo>
                    <a:pt x="2939" y="2205"/>
                    <a:pt x="2982" y="2136"/>
                    <a:pt x="2965" y="2058"/>
                  </a:cubicBezTo>
                  <a:cubicBezTo>
                    <a:pt x="2931" y="1955"/>
                    <a:pt x="2948" y="1827"/>
                    <a:pt x="2905" y="1732"/>
                  </a:cubicBezTo>
                  <a:cubicBezTo>
                    <a:pt x="2888" y="1672"/>
                    <a:pt x="2870" y="1620"/>
                    <a:pt x="2853" y="1560"/>
                  </a:cubicBezTo>
                  <a:cubicBezTo>
                    <a:pt x="2845" y="1517"/>
                    <a:pt x="2845" y="1466"/>
                    <a:pt x="2819" y="1431"/>
                  </a:cubicBezTo>
                  <a:cubicBezTo>
                    <a:pt x="2750" y="1311"/>
                    <a:pt x="2664" y="1191"/>
                    <a:pt x="2647" y="1062"/>
                  </a:cubicBezTo>
                  <a:cubicBezTo>
                    <a:pt x="2647" y="1002"/>
                    <a:pt x="2638" y="924"/>
                    <a:pt x="2587" y="864"/>
                  </a:cubicBezTo>
                  <a:cubicBezTo>
                    <a:pt x="2570" y="847"/>
                    <a:pt x="2553" y="847"/>
                    <a:pt x="2535" y="830"/>
                  </a:cubicBezTo>
                  <a:cubicBezTo>
                    <a:pt x="2510" y="813"/>
                    <a:pt x="2501" y="787"/>
                    <a:pt x="2475" y="770"/>
                  </a:cubicBezTo>
                  <a:cubicBezTo>
                    <a:pt x="2407" y="735"/>
                    <a:pt x="2398" y="710"/>
                    <a:pt x="2364" y="658"/>
                  </a:cubicBezTo>
                  <a:cubicBezTo>
                    <a:pt x="2329" y="607"/>
                    <a:pt x="2269" y="581"/>
                    <a:pt x="2235" y="538"/>
                  </a:cubicBezTo>
                  <a:cubicBezTo>
                    <a:pt x="2192" y="495"/>
                    <a:pt x="2149" y="460"/>
                    <a:pt x="2106" y="418"/>
                  </a:cubicBezTo>
                  <a:cubicBezTo>
                    <a:pt x="2071" y="383"/>
                    <a:pt x="2046" y="349"/>
                    <a:pt x="2003" y="323"/>
                  </a:cubicBezTo>
                  <a:cubicBezTo>
                    <a:pt x="1968" y="306"/>
                    <a:pt x="1943" y="280"/>
                    <a:pt x="1908" y="271"/>
                  </a:cubicBezTo>
                  <a:cubicBezTo>
                    <a:pt x="1874" y="271"/>
                    <a:pt x="1857" y="263"/>
                    <a:pt x="1831" y="254"/>
                  </a:cubicBezTo>
                  <a:cubicBezTo>
                    <a:pt x="1788" y="237"/>
                    <a:pt x="1788" y="237"/>
                    <a:pt x="1762" y="211"/>
                  </a:cubicBezTo>
                  <a:cubicBezTo>
                    <a:pt x="1745" y="194"/>
                    <a:pt x="1719" y="186"/>
                    <a:pt x="1693" y="168"/>
                  </a:cubicBezTo>
                  <a:cubicBezTo>
                    <a:pt x="1668" y="151"/>
                    <a:pt x="1650" y="125"/>
                    <a:pt x="1608" y="117"/>
                  </a:cubicBezTo>
                  <a:lnTo>
                    <a:pt x="1565" y="117"/>
                  </a:lnTo>
                  <a:cubicBezTo>
                    <a:pt x="1547" y="117"/>
                    <a:pt x="1539" y="117"/>
                    <a:pt x="1504" y="108"/>
                  </a:cubicBezTo>
                  <a:cubicBezTo>
                    <a:pt x="1453" y="82"/>
                    <a:pt x="1341" y="82"/>
                    <a:pt x="1272" y="65"/>
                  </a:cubicBezTo>
                  <a:cubicBezTo>
                    <a:pt x="1238" y="48"/>
                    <a:pt x="1178" y="22"/>
                    <a:pt x="1144" y="5"/>
                  </a:cubicBezTo>
                  <a:cubicBezTo>
                    <a:pt x="1112" y="2"/>
                    <a:pt x="1079" y="1"/>
                    <a:pt x="104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4" name="Google Shape;16934;p54">
              <a:extLst>
                <a:ext uri="{FF2B5EF4-FFF2-40B4-BE49-F238E27FC236}">
                  <a16:creationId xmlns:a16="http://schemas.microsoft.com/office/drawing/2014/main" id="{1D32078A-2C42-24D4-7BAD-DCDF8D433608}"/>
                </a:ext>
              </a:extLst>
            </p:cNvPr>
            <p:cNvSpPr/>
            <p:nvPr/>
          </p:nvSpPr>
          <p:spPr>
            <a:xfrm>
              <a:off x="5658425" y="1335825"/>
              <a:ext cx="450" cy="25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" y="1"/>
                  </a:moveTo>
                  <a:lnTo>
                    <a:pt x="1" y="1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5" name="Google Shape;16935;p54">
              <a:extLst>
                <a:ext uri="{FF2B5EF4-FFF2-40B4-BE49-F238E27FC236}">
                  <a16:creationId xmlns:a16="http://schemas.microsoft.com/office/drawing/2014/main" id="{6F99D47A-7919-CDE3-1006-04928181C804}"/>
                </a:ext>
              </a:extLst>
            </p:cNvPr>
            <p:cNvSpPr/>
            <p:nvPr/>
          </p:nvSpPr>
          <p:spPr>
            <a:xfrm>
              <a:off x="5658650" y="1271150"/>
              <a:ext cx="106325" cy="125900"/>
            </a:xfrm>
            <a:custGeom>
              <a:avLst/>
              <a:gdLst/>
              <a:ahLst/>
              <a:cxnLst/>
              <a:rect l="l" t="t" r="r" b="b"/>
              <a:pathLst>
                <a:path w="4253" h="5036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12" y="3619"/>
                    <a:pt x="163" y="3730"/>
                    <a:pt x="249" y="3799"/>
                  </a:cubicBezTo>
                  <a:cubicBezTo>
                    <a:pt x="284" y="3825"/>
                    <a:pt x="309" y="3851"/>
                    <a:pt x="335" y="3894"/>
                  </a:cubicBezTo>
                  <a:cubicBezTo>
                    <a:pt x="370" y="3962"/>
                    <a:pt x="395" y="3988"/>
                    <a:pt x="456" y="4040"/>
                  </a:cubicBezTo>
                  <a:cubicBezTo>
                    <a:pt x="550" y="4108"/>
                    <a:pt x="567" y="4229"/>
                    <a:pt x="627" y="4315"/>
                  </a:cubicBezTo>
                  <a:cubicBezTo>
                    <a:pt x="653" y="4349"/>
                    <a:pt x="679" y="4392"/>
                    <a:pt x="713" y="4409"/>
                  </a:cubicBezTo>
                  <a:cubicBezTo>
                    <a:pt x="782" y="4435"/>
                    <a:pt x="851" y="4418"/>
                    <a:pt x="919" y="4461"/>
                  </a:cubicBezTo>
                  <a:cubicBezTo>
                    <a:pt x="962" y="4486"/>
                    <a:pt x="1005" y="4521"/>
                    <a:pt x="1048" y="4547"/>
                  </a:cubicBezTo>
                  <a:cubicBezTo>
                    <a:pt x="1100" y="4581"/>
                    <a:pt x="1169" y="4624"/>
                    <a:pt x="1212" y="4675"/>
                  </a:cubicBezTo>
                  <a:cubicBezTo>
                    <a:pt x="1280" y="4779"/>
                    <a:pt x="1323" y="4839"/>
                    <a:pt x="1444" y="4890"/>
                  </a:cubicBezTo>
                  <a:cubicBezTo>
                    <a:pt x="1555" y="4942"/>
                    <a:pt x="1658" y="4968"/>
                    <a:pt x="1770" y="4976"/>
                  </a:cubicBezTo>
                  <a:cubicBezTo>
                    <a:pt x="1813" y="4985"/>
                    <a:pt x="1856" y="4985"/>
                    <a:pt x="1899" y="4993"/>
                  </a:cubicBezTo>
                  <a:cubicBezTo>
                    <a:pt x="1933" y="5002"/>
                    <a:pt x="1968" y="5019"/>
                    <a:pt x="2002" y="5028"/>
                  </a:cubicBezTo>
                  <a:cubicBezTo>
                    <a:pt x="2022" y="5033"/>
                    <a:pt x="2041" y="5035"/>
                    <a:pt x="2060" y="5035"/>
                  </a:cubicBezTo>
                  <a:cubicBezTo>
                    <a:pt x="2096" y="5035"/>
                    <a:pt x="2131" y="5028"/>
                    <a:pt x="2165" y="5028"/>
                  </a:cubicBezTo>
                  <a:lnTo>
                    <a:pt x="2234" y="5028"/>
                  </a:lnTo>
                  <a:cubicBezTo>
                    <a:pt x="2247" y="5032"/>
                    <a:pt x="2262" y="5034"/>
                    <a:pt x="2278" y="5034"/>
                  </a:cubicBezTo>
                  <a:cubicBezTo>
                    <a:pt x="2294" y="5034"/>
                    <a:pt x="2311" y="5032"/>
                    <a:pt x="2328" y="5028"/>
                  </a:cubicBezTo>
                  <a:cubicBezTo>
                    <a:pt x="2363" y="5011"/>
                    <a:pt x="2389" y="4993"/>
                    <a:pt x="2423" y="4968"/>
                  </a:cubicBezTo>
                  <a:cubicBezTo>
                    <a:pt x="2457" y="4942"/>
                    <a:pt x="2492" y="4933"/>
                    <a:pt x="2535" y="4925"/>
                  </a:cubicBezTo>
                  <a:cubicBezTo>
                    <a:pt x="2646" y="4899"/>
                    <a:pt x="2758" y="4890"/>
                    <a:pt x="2870" y="4847"/>
                  </a:cubicBezTo>
                  <a:cubicBezTo>
                    <a:pt x="2964" y="4813"/>
                    <a:pt x="3059" y="4770"/>
                    <a:pt x="3153" y="4744"/>
                  </a:cubicBezTo>
                  <a:cubicBezTo>
                    <a:pt x="3239" y="4718"/>
                    <a:pt x="3274" y="4632"/>
                    <a:pt x="3342" y="4581"/>
                  </a:cubicBezTo>
                  <a:cubicBezTo>
                    <a:pt x="3411" y="4521"/>
                    <a:pt x="3454" y="4512"/>
                    <a:pt x="3523" y="4461"/>
                  </a:cubicBezTo>
                  <a:cubicBezTo>
                    <a:pt x="3548" y="4435"/>
                    <a:pt x="3557" y="4435"/>
                    <a:pt x="3574" y="4401"/>
                  </a:cubicBezTo>
                  <a:cubicBezTo>
                    <a:pt x="3591" y="4366"/>
                    <a:pt x="3617" y="4332"/>
                    <a:pt x="3634" y="4297"/>
                  </a:cubicBezTo>
                  <a:cubicBezTo>
                    <a:pt x="3652" y="4254"/>
                    <a:pt x="3703" y="4254"/>
                    <a:pt x="3703" y="4212"/>
                  </a:cubicBezTo>
                  <a:cubicBezTo>
                    <a:pt x="3712" y="4169"/>
                    <a:pt x="3729" y="4143"/>
                    <a:pt x="3746" y="4100"/>
                  </a:cubicBezTo>
                  <a:cubicBezTo>
                    <a:pt x="3763" y="4040"/>
                    <a:pt x="3780" y="3971"/>
                    <a:pt x="3798" y="3902"/>
                  </a:cubicBezTo>
                  <a:cubicBezTo>
                    <a:pt x="3815" y="3868"/>
                    <a:pt x="3849" y="3816"/>
                    <a:pt x="3875" y="3773"/>
                  </a:cubicBezTo>
                  <a:cubicBezTo>
                    <a:pt x="3926" y="3687"/>
                    <a:pt x="3969" y="3593"/>
                    <a:pt x="4012" y="3507"/>
                  </a:cubicBezTo>
                  <a:cubicBezTo>
                    <a:pt x="4090" y="3344"/>
                    <a:pt x="4253" y="3146"/>
                    <a:pt x="4219" y="2957"/>
                  </a:cubicBezTo>
                  <a:cubicBezTo>
                    <a:pt x="4201" y="2837"/>
                    <a:pt x="4193" y="2691"/>
                    <a:pt x="4141" y="2579"/>
                  </a:cubicBezTo>
                  <a:cubicBezTo>
                    <a:pt x="4124" y="2545"/>
                    <a:pt x="4090" y="2493"/>
                    <a:pt x="4090" y="2459"/>
                  </a:cubicBezTo>
                  <a:cubicBezTo>
                    <a:pt x="4081" y="2373"/>
                    <a:pt x="4115" y="2261"/>
                    <a:pt x="4124" y="2184"/>
                  </a:cubicBezTo>
                  <a:cubicBezTo>
                    <a:pt x="4141" y="2081"/>
                    <a:pt x="4133" y="2012"/>
                    <a:pt x="4107" y="1909"/>
                  </a:cubicBezTo>
                  <a:cubicBezTo>
                    <a:pt x="4090" y="1832"/>
                    <a:pt x="4098" y="1754"/>
                    <a:pt x="4081" y="1668"/>
                  </a:cubicBezTo>
                  <a:cubicBezTo>
                    <a:pt x="4064" y="1531"/>
                    <a:pt x="4030" y="1368"/>
                    <a:pt x="3944" y="1256"/>
                  </a:cubicBezTo>
                  <a:cubicBezTo>
                    <a:pt x="3909" y="1213"/>
                    <a:pt x="3866" y="1205"/>
                    <a:pt x="3823" y="1170"/>
                  </a:cubicBezTo>
                  <a:cubicBezTo>
                    <a:pt x="3798" y="1153"/>
                    <a:pt x="3763" y="1101"/>
                    <a:pt x="3746" y="1067"/>
                  </a:cubicBezTo>
                  <a:cubicBezTo>
                    <a:pt x="3712" y="1016"/>
                    <a:pt x="3694" y="955"/>
                    <a:pt x="3694" y="895"/>
                  </a:cubicBezTo>
                  <a:cubicBezTo>
                    <a:pt x="3703" y="844"/>
                    <a:pt x="3712" y="775"/>
                    <a:pt x="3686" y="732"/>
                  </a:cubicBezTo>
                  <a:cubicBezTo>
                    <a:pt x="3652" y="680"/>
                    <a:pt x="3617" y="655"/>
                    <a:pt x="3591" y="603"/>
                  </a:cubicBezTo>
                  <a:cubicBezTo>
                    <a:pt x="3557" y="534"/>
                    <a:pt x="3531" y="509"/>
                    <a:pt x="3480" y="466"/>
                  </a:cubicBezTo>
                  <a:cubicBezTo>
                    <a:pt x="3385" y="397"/>
                    <a:pt x="3291" y="337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612" y="36"/>
                    <a:pt x="2578" y="36"/>
                    <a:pt x="2535" y="36"/>
                  </a:cubicBezTo>
                  <a:lnTo>
                    <a:pt x="2475" y="36"/>
                  </a:ln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6" name="Google Shape;16936;p54">
              <a:extLst>
                <a:ext uri="{FF2B5EF4-FFF2-40B4-BE49-F238E27FC236}">
                  <a16:creationId xmlns:a16="http://schemas.microsoft.com/office/drawing/2014/main" id="{2F44A78A-33A0-EDD0-836F-C5E0ADAA564E}"/>
                </a:ext>
              </a:extLst>
            </p:cNvPr>
            <p:cNvSpPr/>
            <p:nvPr/>
          </p:nvSpPr>
          <p:spPr>
            <a:xfrm>
              <a:off x="5707400" y="1280200"/>
              <a:ext cx="1525" cy="450"/>
            </a:xfrm>
            <a:custGeom>
              <a:avLst/>
              <a:gdLst/>
              <a:ahLst/>
              <a:cxnLst/>
              <a:rect l="l" t="t" r="r" b="b"/>
              <a:pathLst>
                <a:path w="61" h="18" extrusionOk="0">
                  <a:moveTo>
                    <a:pt x="0" y="1"/>
                  </a:moveTo>
                  <a:cubicBezTo>
                    <a:pt x="35" y="9"/>
                    <a:pt x="43" y="18"/>
                    <a:pt x="52" y="18"/>
                  </a:cubicBezTo>
                  <a:cubicBezTo>
                    <a:pt x="61" y="18"/>
                    <a:pt x="61" y="9"/>
                    <a:pt x="52" y="9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rgbClr val="E4C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7" name="Google Shape;16937;p54">
              <a:extLst>
                <a:ext uri="{FF2B5EF4-FFF2-40B4-BE49-F238E27FC236}">
                  <a16:creationId xmlns:a16="http://schemas.microsoft.com/office/drawing/2014/main" id="{6C5C1CEC-1B9C-BAB7-921F-2DD48F91AB80}"/>
                </a:ext>
              </a:extLst>
            </p:cNvPr>
            <p:cNvSpPr/>
            <p:nvPr/>
          </p:nvSpPr>
          <p:spPr>
            <a:xfrm>
              <a:off x="5709550" y="1391900"/>
              <a:ext cx="21925" cy="5175"/>
            </a:xfrm>
            <a:custGeom>
              <a:avLst/>
              <a:gdLst/>
              <a:ahLst/>
              <a:cxnLst/>
              <a:rect l="l" t="t" r="r" b="b"/>
              <a:pathLst>
                <a:path w="877" h="207" extrusionOk="0">
                  <a:moveTo>
                    <a:pt x="26" y="206"/>
                  </a:moveTo>
                  <a:cubicBezTo>
                    <a:pt x="18" y="206"/>
                    <a:pt x="9" y="206"/>
                    <a:pt x="0" y="206"/>
                  </a:cubicBezTo>
                  <a:lnTo>
                    <a:pt x="0" y="206"/>
                  </a:lnTo>
                  <a:cubicBezTo>
                    <a:pt x="9" y="206"/>
                    <a:pt x="18" y="206"/>
                    <a:pt x="26" y="206"/>
                  </a:cubicBezTo>
                  <a:cubicBezTo>
                    <a:pt x="60" y="206"/>
                    <a:pt x="95" y="198"/>
                    <a:pt x="129" y="198"/>
                  </a:cubicBezTo>
                  <a:cubicBezTo>
                    <a:pt x="138" y="198"/>
                    <a:pt x="146" y="198"/>
                    <a:pt x="146" y="198"/>
                  </a:cubicBezTo>
                  <a:cubicBezTo>
                    <a:pt x="164" y="198"/>
                    <a:pt x="181" y="198"/>
                    <a:pt x="198" y="198"/>
                  </a:cubicBezTo>
                  <a:cubicBezTo>
                    <a:pt x="207" y="198"/>
                    <a:pt x="224" y="206"/>
                    <a:pt x="241" y="206"/>
                  </a:cubicBezTo>
                  <a:cubicBezTo>
                    <a:pt x="258" y="206"/>
                    <a:pt x="275" y="198"/>
                    <a:pt x="292" y="198"/>
                  </a:cubicBezTo>
                  <a:cubicBezTo>
                    <a:pt x="327" y="181"/>
                    <a:pt x="353" y="163"/>
                    <a:pt x="387" y="138"/>
                  </a:cubicBezTo>
                  <a:cubicBezTo>
                    <a:pt x="421" y="112"/>
                    <a:pt x="456" y="103"/>
                    <a:pt x="499" y="95"/>
                  </a:cubicBezTo>
                  <a:cubicBezTo>
                    <a:pt x="610" y="69"/>
                    <a:pt x="722" y="60"/>
                    <a:pt x="834" y="17"/>
                  </a:cubicBezTo>
                  <a:cubicBezTo>
                    <a:pt x="842" y="17"/>
                    <a:pt x="859" y="9"/>
                    <a:pt x="877" y="0"/>
                  </a:cubicBezTo>
                  <a:cubicBezTo>
                    <a:pt x="859" y="9"/>
                    <a:pt x="842" y="17"/>
                    <a:pt x="834" y="17"/>
                  </a:cubicBezTo>
                  <a:cubicBezTo>
                    <a:pt x="722" y="60"/>
                    <a:pt x="610" y="69"/>
                    <a:pt x="499" y="95"/>
                  </a:cubicBezTo>
                  <a:cubicBezTo>
                    <a:pt x="456" y="103"/>
                    <a:pt x="421" y="112"/>
                    <a:pt x="387" y="138"/>
                  </a:cubicBezTo>
                  <a:cubicBezTo>
                    <a:pt x="353" y="163"/>
                    <a:pt x="327" y="181"/>
                    <a:pt x="292" y="198"/>
                  </a:cubicBezTo>
                  <a:cubicBezTo>
                    <a:pt x="275" y="198"/>
                    <a:pt x="258" y="206"/>
                    <a:pt x="241" y="206"/>
                  </a:cubicBezTo>
                  <a:cubicBezTo>
                    <a:pt x="224" y="206"/>
                    <a:pt x="207" y="198"/>
                    <a:pt x="198" y="198"/>
                  </a:cubicBezTo>
                  <a:cubicBezTo>
                    <a:pt x="181" y="198"/>
                    <a:pt x="164" y="198"/>
                    <a:pt x="146" y="198"/>
                  </a:cubicBezTo>
                  <a:cubicBezTo>
                    <a:pt x="146" y="198"/>
                    <a:pt x="138" y="198"/>
                    <a:pt x="129" y="198"/>
                  </a:cubicBezTo>
                  <a:cubicBezTo>
                    <a:pt x="95" y="198"/>
                    <a:pt x="60" y="206"/>
                    <a:pt x="26" y="206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8" name="Google Shape;16938;p54">
              <a:extLst>
                <a:ext uri="{FF2B5EF4-FFF2-40B4-BE49-F238E27FC236}">
                  <a16:creationId xmlns:a16="http://schemas.microsoft.com/office/drawing/2014/main" id="{4E28644E-91AC-2274-DF17-939C76B2EFEF}"/>
                </a:ext>
              </a:extLst>
            </p:cNvPr>
            <p:cNvSpPr/>
            <p:nvPr/>
          </p:nvSpPr>
          <p:spPr>
            <a:xfrm>
              <a:off x="5741975" y="1376200"/>
              <a:ext cx="9475" cy="9700"/>
            </a:xfrm>
            <a:custGeom>
              <a:avLst/>
              <a:gdLst/>
              <a:ahLst/>
              <a:cxnLst/>
              <a:rect l="l" t="t" r="r" b="b"/>
              <a:pathLst>
                <a:path w="379" h="388" extrusionOk="0">
                  <a:moveTo>
                    <a:pt x="1" y="388"/>
                  </a:moveTo>
                  <a:cubicBezTo>
                    <a:pt x="1" y="379"/>
                    <a:pt x="1" y="379"/>
                    <a:pt x="9" y="379"/>
                  </a:cubicBezTo>
                  <a:cubicBezTo>
                    <a:pt x="78" y="319"/>
                    <a:pt x="121" y="310"/>
                    <a:pt x="190" y="259"/>
                  </a:cubicBezTo>
                  <a:cubicBezTo>
                    <a:pt x="215" y="233"/>
                    <a:pt x="224" y="233"/>
                    <a:pt x="241" y="199"/>
                  </a:cubicBezTo>
                  <a:cubicBezTo>
                    <a:pt x="258" y="164"/>
                    <a:pt x="284" y="130"/>
                    <a:pt x="301" y="95"/>
                  </a:cubicBezTo>
                  <a:cubicBezTo>
                    <a:pt x="319" y="52"/>
                    <a:pt x="370" y="52"/>
                    <a:pt x="370" y="10"/>
                  </a:cubicBezTo>
                  <a:cubicBezTo>
                    <a:pt x="379" y="10"/>
                    <a:pt x="379" y="1"/>
                    <a:pt x="379" y="1"/>
                  </a:cubicBezTo>
                  <a:cubicBezTo>
                    <a:pt x="379" y="1"/>
                    <a:pt x="379" y="10"/>
                    <a:pt x="370" y="10"/>
                  </a:cubicBezTo>
                  <a:cubicBezTo>
                    <a:pt x="370" y="52"/>
                    <a:pt x="319" y="52"/>
                    <a:pt x="301" y="95"/>
                  </a:cubicBezTo>
                  <a:cubicBezTo>
                    <a:pt x="284" y="130"/>
                    <a:pt x="258" y="164"/>
                    <a:pt x="241" y="199"/>
                  </a:cubicBezTo>
                  <a:cubicBezTo>
                    <a:pt x="224" y="233"/>
                    <a:pt x="215" y="233"/>
                    <a:pt x="190" y="259"/>
                  </a:cubicBezTo>
                  <a:cubicBezTo>
                    <a:pt x="121" y="310"/>
                    <a:pt x="78" y="319"/>
                    <a:pt x="9" y="379"/>
                  </a:cubicBezTo>
                  <a:cubicBezTo>
                    <a:pt x="1" y="379"/>
                    <a:pt x="1" y="379"/>
                    <a:pt x="1" y="388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9" name="Google Shape;16939;p54">
              <a:extLst>
                <a:ext uri="{FF2B5EF4-FFF2-40B4-BE49-F238E27FC236}">
                  <a16:creationId xmlns:a16="http://schemas.microsoft.com/office/drawing/2014/main" id="{1D42B460-6729-F2BC-A0D2-578A390EE264}"/>
                </a:ext>
              </a:extLst>
            </p:cNvPr>
            <p:cNvSpPr/>
            <p:nvPr/>
          </p:nvSpPr>
          <p:spPr>
            <a:xfrm>
              <a:off x="5748425" y="1286225"/>
              <a:ext cx="15475" cy="57575"/>
            </a:xfrm>
            <a:custGeom>
              <a:avLst/>
              <a:gdLst/>
              <a:ahLst/>
              <a:cxnLst/>
              <a:rect l="l" t="t" r="r" b="b"/>
              <a:pathLst>
                <a:path w="619" h="2303" extrusionOk="0">
                  <a:moveTo>
                    <a:pt x="619" y="2303"/>
                  </a:moveTo>
                  <a:cubicBezTo>
                    <a:pt x="610" y="2200"/>
                    <a:pt x="593" y="2071"/>
                    <a:pt x="550" y="1976"/>
                  </a:cubicBezTo>
                  <a:cubicBezTo>
                    <a:pt x="533" y="1942"/>
                    <a:pt x="507" y="1907"/>
                    <a:pt x="499" y="1873"/>
                  </a:cubicBezTo>
                  <a:cubicBezTo>
                    <a:pt x="507" y="1907"/>
                    <a:pt x="533" y="1942"/>
                    <a:pt x="550" y="1976"/>
                  </a:cubicBezTo>
                  <a:cubicBezTo>
                    <a:pt x="593" y="2071"/>
                    <a:pt x="610" y="2200"/>
                    <a:pt x="619" y="2303"/>
                  </a:cubicBezTo>
                  <a:close/>
                  <a:moveTo>
                    <a:pt x="95" y="129"/>
                  </a:moveTo>
                  <a:cubicBezTo>
                    <a:pt x="61" y="77"/>
                    <a:pt x="26" y="52"/>
                    <a:pt x="0" y="0"/>
                  </a:cubicBezTo>
                  <a:cubicBezTo>
                    <a:pt x="26" y="52"/>
                    <a:pt x="61" y="77"/>
                    <a:pt x="95" y="12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0" name="Google Shape;16940;p54">
              <a:extLst>
                <a:ext uri="{FF2B5EF4-FFF2-40B4-BE49-F238E27FC236}">
                  <a16:creationId xmlns:a16="http://schemas.microsoft.com/office/drawing/2014/main" id="{AAF03958-8DB6-6EDD-C6FA-3EFF1EF47443}"/>
                </a:ext>
              </a:extLst>
            </p:cNvPr>
            <p:cNvSpPr/>
            <p:nvPr/>
          </p:nvSpPr>
          <p:spPr>
            <a:xfrm>
              <a:off x="5718575" y="1271825"/>
              <a:ext cx="1950" cy="250"/>
            </a:xfrm>
            <a:custGeom>
              <a:avLst/>
              <a:gdLst/>
              <a:ahLst/>
              <a:cxnLst/>
              <a:rect l="l" t="t" r="r" b="b"/>
              <a:pathLst>
                <a:path w="78" h="10" extrusionOk="0">
                  <a:moveTo>
                    <a:pt x="78" y="9"/>
                  </a:moveTo>
                  <a:cubicBezTo>
                    <a:pt x="52" y="9"/>
                    <a:pt x="26" y="1"/>
                    <a:pt x="0" y="1"/>
                  </a:cubicBezTo>
                  <a:cubicBezTo>
                    <a:pt x="26" y="1"/>
                    <a:pt x="52" y="9"/>
                    <a:pt x="78" y="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1" name="Google Shape;16941;p54">
              <a:extLst>
                <a:ext uri="{FF2B5EF4-FFF2-40B4-BE49-F238E27FC236}">
                  <a16:creationId xmlns:a16="http://schemas.microsoft.com/office/drawing/2014/main" id="{CAA9FB23-5A41-4D51-96FD-8A58081B5A27}"/>
                </a:ext>
              </a:extLst>
            </p:cNvPr>
            <p:cNvSpPr/>
            <p:nvPr/>
          </p:nvSpPr>
          <p:spPr>
            <a:xfrm>
              <a:off x="5716850" y="1271400"/>
              <a:ext cx="1750" cy="450"/>
            </a:xfrm>
            <a:custGeom>
              <a:avLst/>
              <a:gdLst/>
              <a:ahLst/>
              <a:cxnLst/>
              <a:rect l="l" t="t" r="r" b="b"/>
              <a:pathLst>
                <a:path w="70" h="18" extrusionOk="0">
                  <a:moveTo>
                    <a:pt x="69" y="18"/>
                  </a:moveTo>
                  <a:lnTo>
                    <a:pt x="26" y="1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18"/>
                  </a:lnTo>
                  <a:lnTo>
                    <a:pt x="69" y="18"/>
                  </a:ln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2" name="Google Shape;16942;p54">
              <a:extLst>
                <a:ext uri="{FF2B5EF4-FFF2-40B4-BE49-F238E27FC236}">
                  <a16:creationId xmlns:a16="http://schemas.microsoft.com/office/drawing/2014/main" id="{D6B83C05-AAFC-B8F9-A72F-8F23EAC5F6E5}"/>
                </a:ext>
              </a:extLst>
            </p:cNvPr>
            <p:cNvSpPr/>
            <p:nvPr/>
          </p:nvSpPr>
          <p:spPr>
            <a:xfrm>
              <a:off x="5660350" y="1271175"/>
              <a:ext cx="104000" cy="125900"/>
            </a:xfrm>
            <a:custGeom>
              <a:avLst/>
              <a:gdLst/>
              <a:ahLst/>
              <a:cxnLst/>
              <a:rect l="l" t="t" r="r" b="b"/>
              <a:pathLst>
                <a:path w="4160" h="5036" extrusionOk="0">
                  <a:moveTo>
                    <a:pt x="2235" y="1"/>
                  </a:moveTo>
                  <a:cubicBezTo>
                    <a:pt x="2192" y="1"/>
                    <a:pt x="2123" y="52"/>
                    <a:pt x="2080" y="69"/>
                  </a:cubicBezTo>
                  <a:cubicBezTo>
                    <a:pt x="2028" y="87"/>
                    <a:pt x="1986" y="95"/>
                    <a:pt x="1943" y="95"/>
                  </a:cubicBezTo>
                  <a:cubicBezTo>
                    <a:pt x="1925" y="95"/>
                    <a:pt x="1908" y="95"/>
                    <a:pt x="1891" y="87"/>
                  </a:cubicBezTo>
                  <a:lnTo>
                    <a:pt x="1865" y="87"/>
                  </a:lnTo>
                  <a:cubicBezTo>
                    <a:pt x="1771" y="87"/>
                    <a:pt x="1685" y="130"/>
                    <a:pt x="1599" y="164"/>
                  </a:cubicBezTo>
                  <a:lnTo>
                    <a:pt x="1590" y="164"/>
                  </a:lnTo>
                  <a:cubicBezTo>
                    <a:pt x="1625" y="198"/>
                    <a:pt x="1659" y="224"/>
                    <a:pt x="1693" y="241"/>
                  </a:cubicBezTo>
                  <a:cubicBezTo>
                    <a:pt x="1719" y="241"/>
                    <a:pt x="1736" y="241"/>
                    <a:pt x="1754" y="258"/>
                  </a:cubicBezTo>
                  <a:cubicBezTo>
                    <a:pt x="1771" y="267"/>
                    <a:pt x="1779" y="293"/>
                    <a:pt x="1797" y="301"/>
                  </a:cubicBezTo>
                  <a:cubicBezTo>
                    <a:pt x="1831" y="327"/>
                    <a:pt x="1874" y="353"/>
                    <a:pt x="1908" y="362"/>
                  </a:cubicBezTo>
                  <a:cubicBezTo>
                    <a:pt x="1934" y="362"/>
                    <a:pt x="1951" y="353"/>
                    <a:pt x="1977" y="353"/>
                  </a:cubicBezTo>
                  <a:cubicBezTo>
                    <a:pt x="1994" y="353"/>
                    <a:pt x="2011" y="353"/>
                    <a:pt x="2028" y="362"/>
                  </a:cubicBezTo>
                  <a:cubicBezTo>
                    <a:pt x="2063" y="379"/>
                    <a:pt x="2089" y="405"/>
                    <a:pt x="2123" y="413"/>
                  </a:cubicBezTo>
                  <a:cubicBezTo>
                    <a:pt x="2157" y="430"/>
                    <a:pt x="2183" y="430"/>
                    <a:pt x="2209" y="447"/>
                  </a:cubicBezTo>
                  <a:cubicBezTo>
                    <a:pt x="2278" y="499"/>
                    <a:pt x="2338" y="559"/>
                    <a:pt x="2398" y="619"/>
                  </a:cubicBezTo>
                  <a:cubicBezTo>
                    <a:pt x="2458" y="671"/>
                    <a:pt x="2518" y="740"/>
                    <a:pt x="2587" y="783"/>
                  </a:cubicBezTo>
                  <a:cubicBezTo>
                    <a:pt x="2647" y="817"/>
                    <a:pt x="2707" y="843"/>
                    <a:pt x="2776" y="877"/>
                  </a:cubicBezTo>
                  <a:cubicBezTo>
                    <a:pt x="2827" y="903"/>
                    <a:pt x="2888" y="937"/>
                    <a:pt x="2939" y="980"/>
                  </a:cubicBezTo>
                  <a:cubicBezTo>
                    <a:pt x="2982" y="1006"/>
                    <a:pt x="3017" y="1040"/>
                    <a:pt x="3059" y="1075"/>
                  </a:cubicBezTo>
                  <a:cubicBezTo>
                    <a:pt x="3094" y="1109"/>
                    <a:pt x="3137" y="1135"/>
                    <a:pt x="3180" y="1161"/>
                  </a:cubicBezTo>
                  <a:cubicBezTo>
                    <a:pt x="3206" y="1186"/>
                    <a:pt x="3223" y="1229"/>
                    <a:pt x="3240" y="1264"/>
                  </a:cubicBezTo>
                  <a:cubicBezTo>
                    <a:pt x="3291" y="1367"/>
                    <a:pt x="3309" y="1470"/>
                    <a:pt x="3326" y="1582"/>
                  </a:cubicBezTo>
                  <a:cubicBezTo>
                    <a:pt x="3334" y="1633"/>
                    <a:pt x="3352" y="1676"/>
                    <a:pt x="3343" y="1728"/>
                  </a:cubicBezTo>
                  <a:cubicBezTo>
                    <a:pt x="3343" y="1745"/>
                    <a:pt x="3343" y="1762"/>
                    <a:pt x="3343" y="1779"/>
                  </a:cubicBezTo>
                  <a:cubicBezTo>
                    <a:pt x="3343" y="1822"/>
                    <a:pt x="3334" y="1831"/>
                    <a:pt x="3317" y="1865"/>
                  </a:cubicBezTo>
                  <a:cubicBezTo>
                    <a:pt x="3309" y="1908"/>
                    <a:pt x="3317" y="1960"/>
                    <a:pt x="3317" y="2003"/>
                  </a:cubicBezTo>
                  <a:cubicBezTo>
                    <a:pt x="3317" y="2020"/>
                    <a:pt x="3309" y="2045"/>
                    <a:pt x="3317" y="2071"/>
                  </a:cubicBezTo>
                  <a:cubicBezTo>
                    <a:pt x="3317" y="2097"/>
                    <a:pt x="3334" y="2123"/>
                    <a:pt x="3334" y="2149"/>
                  </a:cubicBezTo>
                  <a:cubicBezTo>
                    <a:pt x="3334" y="2166"/>
                    <a:pt x="3326" y="2183"/>
                    <a:pt x="3317" y="2200"/>
                  </a:cubicBezTo>
                  <a:cubicBezTo>
                    <a:pt x="3317" y="2226"/>
                    <a:pt x="3317" y="2243"/>
                    <a:pt x="3309" y="2269"/>
                  </a:cubicBezTo>
                  <a:cubicBezTo>
                    <a:pt x="3300" y="2286"/>
                    <a:pt x="3300" y="2295"/>
                    <a:pt x="3291" y="2303"/>
                  </a:cubicBezTo>
                  <a:cubicBezTo>
                    <a:pt x="3274" y="2338"/>
                    <a:pt x="3283" y="2381"/>
                    <a:pt x="3283" y="2415"/>
                  </a:cubicBezTo>
                  <a:cubicBezTo>
                    <a:pt x="3274" y="2441"/>
                    <a:pt x="3266" y="2458"/>
                    <a:pt x="3266" y="2484"/>
                  </a:cubicBezTo>
                  <a:cubicBezTo>
                    <a:pt x="3266" y="2518"/>
                    <a:pt x="3240" y="2561"/>
                    <a:pt x="3248" y="2604"/>
                  </a:cubicBezTo>
                  <a:cubicBezTo>
                    <a:pt x="3248" y="2655"/>
                    <a:pt x="3300" y="2716"/>
                    <a:pt x="3317" y="2767"/>
                  </a:cubicBezTo>
                  <a:cubicBezTo>
                    <a:pt x="3334" y="2802"/>
                    <a:pt x="3334" y="2819"/>
                    <a:pt x="3334" y="2853"/>
                  </a:cubicBezTo>
                  <a:cubicBezTo>
                    <a:pt x="3326" y="2887"/>
                    <a:pt x="3317" y="2905"/>
                    <a:pt x="3309" y="2939"/>
                  </a:cubicBezTo>
                  <a:cubicBezTo>
                    <a:pt x="3291" y="2991"/>
                    <a:pt x="3291" y="3051"/>
                    <a:pt x="3274" y="3102"/>
                  </a:cubicBezTo>
                  <a:cubicBezTo>
                    <a:pt x="3248" y="3154"/>
                    <a:pt x="3214" y="3197"/>
                    <a:pt x="3206" y="3248"/>
                  </a:cubicBezTo>
                  <a:cubicBezTo>
                    <a:pt x="3188" y="3291"/>
                    <a:pt x="3171" y="3343"/>
                    <a:pt x="3163" y="3386"/>
                  </a:cubicBezTo>
                  <a:cubicBezTo>
                    <a:pt x="3145" y="3429"/>
                    <a:pt x="3128" y="3480"/>
                    <a:pt x="3111" y="3523"/>
                  </a:cubicBezTo>
                  <a:cubicBezTo>
                    <a:pt x="3102" y="3601"/>
                    <a:pt x="3085" y="3669"/>
                    <a:pt x="3042" y="3729"/>
                  </a:cubicBezTo>
                  <a:cubicBezTo>
                    <a:pt x="3017" y="3772"/>
                    <a:pt x="2982" y="3824"/>
                    <a:pt x="2974" y="3875"/>
                  </a:cubicBezTo>
                  <a:cubicBezTo>
                    <a:pt x="2965" y="3970"/>
                    <a:pt x="2939" y="4064"/>
                    <a:pt x="2870" y="4133"/>
                  </a:cubicBezTo>
                  <a:cubicBezTo>
                    <a:pt x="2827" y="4176"/>
                    <a:pt x="2776" y="4211"/>
                    <a:pt x="2733" y="4262"/>
                  </a:cubicBezTo>
                  <a:cubicBezTo>
                    <a:pt x="2707" y="4288"/>
                    <a:pt x="2699" y="4322"/>
                    <a:pt x="2681" y="4357"/>
                  </a:cubicBezTo>
                  <a:cubicBezTo>
                    <a:pt x="2664" y="4382"/>
                    <a:pt x="2647" y="4408"/>
                    <a:pt x="2638" y="4425"/>
                  </a:cubicBezTo>
                  <a:cubicBezTo>
                    <a:pt x="2630" y="4442"/>
                    <a:pt x="2613" y="4451"/>
                    <a:pt x="2604" y="4468"/>
                  </a:cubicBezTo>
                  <a:cubicBezTo>
                    <a:pt x="2596" y="4477"/>
                    <a:pt x="2587" y="4477"/>
                    <a:pt x="2587" y="4477"/>
                  </a:cubicBezTo>
                  <a:cubicBezTo>
                    <a:pt x="2570" y="4477"/>
                    <a:pt x="2561" y="4468"/>
                    <a:pt x="2553" y="4468"/>
                  </a:cubicBezTo>
                  <a:cubicBezTo>
                    <a:pt x="2544" y="4468"/>
                    <a:pt x="2527" y="4460"/>
                    <a:pt x="2518" y="4460"/>
                  </a:cubicBezTo>
                  <a:cubicBezTo>
                    <a:pt x="2510" y="4460"/>
                    <a:pt x="2510" y="4460"/>
                    <a:pt x="2501" y="4468"/>
                  </a:cubicBezTo>
                  <a:cubicBezTo>
                    <a:pt x="2492" y="4477"/>
                    <a:pt x="2492" y="4477"/>
                    <a:pt x="2484" y="4477"/>
                  </a:cubicBezTo>
                  <a:cubicBezTo>
                    <a:pt x="2492" y="4494"/>
                    <a:pt x="2501" y="4503"/>
                    <a:pt x="2501" y="4520"/>
                  </a:cubicBezTo>
                  <a:cubicBezTo>
                    <a:pt x="2492" y="4546"/>
                    <a:pt x="2441" y="4554"/>
                    <a:pt x="2407" y="4554"/>
                  </a:cubicBezTo>
                  <a:lnTo>
                    <a:pt x="2398" y="4554"/>
                  </a:lnTo>
                  <a:cubicBezTo>
                    <a:pt x="2346" y="4546"/>
                    <a:pt x="2303" y="4537"/>
                    <a:pt x="2252" y="4528"/>
                  </a:cubicBezTo>
                  <a:lnTo>
                    <a:pt x="2235" y="4528"/>
                  </a:lnTo>
                  <a:cubicBezTo>
                    <a:pt x="2200" y="4528"/>
                    <a:pt x="2183" y="4537"/>
                    <a:pt x="2157" y="4554"/>
                  </a:cubicBezTo>
                  <a:cubicBezTo>
                    <a:pt x="2132" y="4563"/>
                    <a:pt x="2106" y="4580"/>
                    <a:pt x="2089" y="4589"/>
                  </a:cubicBezTo>
                  <a:cubicBezTo>
                    <a:pt x="2054" y="4614"/>
                    <a:pt x="2011" y="4614"/>
                    <a:pt x="1968" y="4631"/>
                  </a:cubicBezTo>
                  <a:cubicBezTo>
                    <a:pt x="1951" y="4640"/>
                    <a:pt x="1934" y="4649"/>
                    <a:pt x="1925" y="4649"/>
                  </a:cubicBezTo>
                  <a:cubicBezTo>
                    <a:pt x="1908" y="4649"/>
                    <a:pt x="1891" y="4640"/>
                    <a:pt x="1865" y="4631"/>
                  </a:cubicBezTo>
                  <a:cubicBezTo>
                    <a:pt x="1822" y="4623"/>
                    <a:pt x="1771" y="4623"/>
                    <a:pt x="1736" y="4606"/>
                  </a:cubicBezTo>
                  <a:cubicBezTo>
                    <a:pt x="1702" y="4597"/>
                    <a:pt x="1685" y="4571"/>
                    <a:pt x="1650" y="4563"/>
                  </a:cubicBezTo>
                  <a:cubicBezTo>
                    <a:pt x="1608" y="4537"/>
                    <a:pt x="1556" y="4520"/>
                    <a:pt x="1504" y="4494"/>
                  </a:cubicBezTo>
                  <a:cubicBezTo>
                    <a:pt x="1496" y="4503"/>
                    <a:pt x="1487" y="4503"/>
                    <a:pt x="1479" y="4503"/>
                  </a:cubicBezTo>
                  <a:cubicBezTo>
                    <a:pt x="1479" y="4503"/>
                    <a:pt x="1470" y="4503"/>
                    <a:pt x="1461" y="4494"/>
                  </a:cubicBezTo>
                  <a:lnTo>
                    <a:pt x="1436" y="4494"/>
                  </a:lnTo>
                  <a:cubicBezTo>
                    <a:pt x="1419" y="4494"/>
                    <a:pt x="1401" y="4494"/>
                    <a:pt x="1384" y="4503"/>
                  </a:cubicBezTo>
                  <a:lnTo>
                    <a:pt x="1341" y="4503"/>
                  </a:lnTo>
                  <a:cubicBezTo>
                    <a:pt x="1315" y="4503"/>
                    <a:pt x="1298" y="4503"/>
                    <a:pt x="1281" y="4485"/>
                  </a:cubicBezTo>
                  <a:lnTo>
                    <a:pt x="1169" y="4485"/>
                  </a:lnTo>
                  <a:cubicBezTo>
                    <a:pt x="1144" y="4485"/>
                    <a:pt x="1126" y="4485"/>
                    <a:pt x="1109" y="4468"/>
                  </a:cubicBezTo>
                  <a:cubicBezTo>
                    <a:pt x="1066" y="4434"/>
                    <a:pt x="1040" y="4408"/>
                    <a:pt x="980" y="4391"/>
                  </a:cubicBezTo>
                  <a:cubicBezTo>
                    <a:pt x="937" y="4382"/>
                    <a:pt x="912" y="4348"/>
                    <a:pt x="877" y="4314"/>
                  </a:cubicBezTo>
                  <a:cubicBezTo>
                    <a:pt x="851" y="4296"/>
                    <a:pt x="766" y="4305"/>
                    <a:pt x="748" y="4279"/>
                  </a:cubicBezTo>
                  <a:cubicBezTo>
                    <a:pt x="731" y="4262"/>
                    <a:pt x="577" y="4159"/>
                    <a:pt x="568" y="4142"/>
                  </a:cubicBezTo>
                  <a:cubicBezTo>
                    <a:pt x="551" y="4116"/>
                    <a:pt x="542" y="4090"/>
                    <a:pt x="525" y="4056"/>
                  </a:cubicBezTo>
                  <a:cubicBezTo>
                    <a:pt x="482" y="4004"/>
                    <a:pt x="430" y="3961"/>
                    <a:pt x="396" y="3910"/>
                  </a:cubicBezTo>
                  <a:cubicBezTo>
                    <a:pt x="353" y="3858"/>
                    <a:pt x="319" y="3815"/>
                    <a:pt x="267" y="3781"/>
                  </a:cubicBezTo>
                  <a:cubicBezTo>
                    <a:pt x="207" y="3729"/>
                    <a:pt x="259" y="3618"/>
                    <a:pt x="207" y="3558"/>
                  </a:cubicBezTo>
                  <a:lnTo>
                    <a:pt x="181" y="3523"/>
                  </a:lnTo>
                  <a:cubicBezTo>
                    <a:pt x="156" y="3506"/>
                    <a:pt x="138" y="3506"/>
                    <a:pt x="113" y="3497"/>
                  </a:cubicBezTo>
                  <a:cubicBezTo>
                    <a:pt x="78" y="3480"/>
                    <a:pt x="78" y="3480"/>
                    <a:pt x="52" y="3454"/>
                  </a:cubicBezTo>
                  <a:cubicBezTo>
                    <a:pt x="35" y="3437"/>
                    <a:pt x="18" y="3420"/>
                    <a:pt x="1" y="3412"/>
                  </a:cubicBezTo>
                  <a:lnTo>
                    <a:pt x="1" y="3412"/>
                  </a:lnTo>
                  <a:cubicBezTo>
                    <a:pt x="10" y="3446"/>
                    <a:pt x="10" y="3472"/>
                    <a:pt x="18" y="3506"/>
                  </a:cubicBezTo>
                  <a:cubicBezTo>
                    <a:pt x="44" y="3618"/>
                    <a:pt x="95" y="3729"/>
                    <a:pt x="181" y="3798"/>
                  </a:cubicBezTo>
                  <a:cubicBezTo>
                    <a:pt x="216" y="3824"/>
                    <a:pt x="241" y="3850"/>
                    <a:pt x="267" y="3893"/>
                  </a:cubicBezTo>
                  <a:cubicBezTo>
                    <a:pt x="302" y="3961"/>
                    <a:pt x="319" y="3987"/>
                    <a:pt x="379" y="4039"/>
                  </a:cubicBezTo>
                  <a:lnTo>
                    <a:pt x="388" y="4039"/>
                  </a:lnTo>
                  <a:cubicBezTo>
                    <a:pt x="482" y="4107"/>
                    <a:pt x="499" y="4228"/>
                    <a:pt x="559" y="4314"/>
                  </a:cubicBezTo>
                  <a:cubicBezTo>
                    <a:pt x="585" y="4348"/>
                    <a:pt x="611" y="4391"/>
                    <a:pt x="645" y="4408"/>
                  </a:cubicBezTo>
                  <a:cubicBezTo>
                    <a:pt x="714" y="4434"/>
                    <a:pt x="783" y="4417"/>
                    <a:pt x="851" y="4460"/>
                  </a:cubicBezTo>
                  <a:cubicBezTo>
                    <a:pt x="894" y="4485"/>
                    <a:pt x="937" y="4520"/>
                    <a:pt x="980" y="4546"/>
                  </a:cubicBezTo>
                  <a:cubicBezTo>
                    <a:pt x="1032" y="4580"/>
                    <a:pt x="1101" y="4623"/>
                    <a:pt x="1144" y="4674"/>
                  </a:cubicBezTo>
                  <a:cubicBezTo>
                    <a:pt x="1152" y="4683"/>
                    <a:pt x="1161" y="4700"/>
                    <a:pt x="1161" y="4709"/>
                  </a:cubicBezTo>
                  <a:cubicBezTo>
                    <a:pt x="1221" y="4786"/>
                    <a:pt x="1272" y="4846"/>
                    <a:pt x="1376" y="4889"/>
                  </a:cubicBezTo>
                  <a:cubicBezTo>
                    <a:pt x="1479" y="4932"/>
                    <a:pt x="1573" y="4958"/>
                    <a:pt x="1676" y="4975"/>
                  </a:cubicBezTo>
                  <a:lnTo>
                    <a:pt x="1702" y="4975"/>
                  </a:lnTo>
                  <a:cubicBezTo>
                    <a:pt x="1745" y="4984"/>
                    <a:pt x="1788" y="4984"/>
                    <a:pt x="1831" y="4992"/>
                  </a:cubicBezTo>
                  <a:cubicBezTo>
                    <a:pt x="1865" y="5001"/>
                    <a:pt x="1900" y="5018"/>
                    <a:pt x="1934" y="5027"/>
                  </a:cubicBezTo>
                  <a:cubicBezTo>
                    <a:pt x="1943" y="5027"/>
                    <a:pt x="1951" y="5035"/>
                    <a:pt x="1968" y="5035"/>
                  </a:cubicBezTo>
                  <a:lnTo>
                    <a:pt x="1994" y="5035"/>
                  </a:lnTo>
                  <a:cubicBezTo>
                    <a:pt x="2028" y="5035"/>
                    <a:pt x="2063" y="5027"/>
                    <a:pt x="2097" y="5027"/>
                  </a:cubicBezTo>
                  <a:lnTo>
                    <a:pt x="2166" y="5027"/>
                  </a:lnTo>
                  <a:cubicBezTo>
                    <a:pt x="2175" y="5027"/>
                    <a:pt x="2192" y="5035"/>
                    <a:pt x="2209" y="5035"/>
                  </a:cubicBezTo>
                  <a:cubicBezTo>
                    <a:pt x="2226" y="5035"/>
                    <a:pt x="2243" y="5027"/>
                    <a:pt x="2260" y="5027"/>
                  </a:cubicBezTo>
                  <a:cubicBezTo>
                    <a:pt x="2295" y="5010"/>
                    <a:pt x="2321" y="4992"/>
                    <a:pt x="2355" y="4967"/>
                  </a:cubicBezTo>
                  <a:cubicBezTo>
                    <a:pt x="2389" y="4941"/>
                    <a:pt x="2424" y="4932"/>
                    <a:pt x="2467" y="4924"/>
                  </a:cubicBezTo>
                  <a:cubicBezTo>
                    <a:pt x="2578" y="4898"/>
                    <a:pt x="2690" y="4889"/>
                    <a:pt x="2802" y="4846"/>
                  </a:cubicBezTo>
                  <a:cubicBezTo>
                    <a:pt x="2810" y="4846"/>
                    <a:pt x="2827" y="4838"/>
                    <a:pt x="2845" y="4829"/>
                  </a:cubicBezTo>
                  <a:cubicBezTo>
                    <a:pt x="2922" y="4803"/>
                    <a:pt x="2999" y="4769"/>
                    <a:pt x="3085" y="4743"/>
                  </a:cubicBezTo>
                  <a:cubicBezTo>
                    <a:pt x="3171" y="4726"/>
                    <a:pt x="3206" y="4640"/>
                    <a:pt x="3266" y="4589"/>
                  </a:cubicBezTo>
                  <a:cubicBezTo>
                    <a:pt x="3266" y="4580"/>
                    <a:pt x="3266" y="4580"/>
                    <a:pt x="3274" y="4580"/>
                  </a:cubicBezTo>
                  <a:cubicBezTo>
                    <a:pt x="3343" y="4520"/>
                    <a:pt x="3386" y="4511"/>
                    <a:pt x="3455" y="4460"/>
                  </a:cubicBezTo>
                  <a:cubicBezTo>
                    <a:pt x="3480" y="4434"/>
                    <a:pt x="3489" y="4434"/>
                    <a:pt x="3506" y="4400"/>
                  </a:cubicBezTo>
                  <a:cubicBezTo>
                    <a:pt x="3523" y="4365"/>
                    <a:pt x="3549" y="4331"/>
                    <a:pt x="3566" y="4296"/>
                  </a:cubicBezTo>
                  <a:cubicBezTo>
                    <a:pt x="3584" y="4253"/>
                    <a:pt x="3635" y="4253"/>
                    <a:pt x="3635" y="4211"/>
                  </a:cubicBezTo>
                  <a:cubicBezTo>
                    <a:pt x="3644" y="4211"/>
                    <a:pt x="3644" y="4202"/>
                    <a:pt x="3644" y="4202"/>
                  </a:cubicBezTo>
                  <a:cubicBezTo>
                    <a:pt x="3644" y="4168"/>
                    <a:pt x="3661" y="4142"/>
                    <a:pt x="3678" y="4099"/>
                  </a:cubicBezTo>
                  <a:cubicBezTo>
                    <a:pt x="3695" y="4039"/>
                    <a:pt x="3712" y="3970"/>
                    <a:pt x="3730" y="3901"/>
                  </a:cubicBezTo>
                  <a:cubicBezTo>
                    <a:pt x="3747" y="3867"/>
                    <a:pt x="3781" y="3815"/>
                    <a:pt x="3807" y="3772"/>
                  </a:cubicBezTo>
                  <a:cubicBezTo>
                    <a:pt x="3858" y="3686"/>
                    <a:pt x="3901" y="3592"/>
                    <a:pt x="3944" y="3506"/>
                  </a:cubicBezTo>
                  <a:cubicBezTo>
                    <a:pt x="4013" y="3360"/>
                    <a:pt x="4159" y="3180"/>
                    <a:pt x="4159" y="3008"/>
                  </a:cubicBezTo>
                  <a:cubicBezTo>
                    <a:pt x="4159" y="2991"/>
                    <a:pt x="4151" y="2973"/>
                    <a:pt x="4151" y="2956"/>
                  </a:cubicBezTo>
                  <a:cubicBezTo>
                    <a:pt x="4151" y="2939"/>
                    <a:pt x="4151" y="2922"/>
                    <a:pt x="4142" y="2905"/>
                  </a:cubicBezTo>
                  <a:cubicBezTo>
                    <a:pt x="4133" y="2802"/>
                    <a:pt x="4116" y="2673"/>
                    <a:pt x="4073" y="2578"/>
                  </a:cubicBezTo>
                  <a:cubicBezTo>
                    <a:pt x="4056" y="2544"/>
                    <a:pt x="4030" y="2509"/>
                    <a:pt x="4022" y="2475"/>
                  </a:cubicBezTo>
                  <a:cubicBezTo>
                    <a:pt x="4022" y="2466"/>
                    <a:pt x="4022" y="2458"/>
                    <a:pt x="4022" y="2458"/>
                  </a:cubicBezTo>
                  <a:cubicBezTo>
                    <a:pt x="4022" y="2449"/>
                    <a:pt x="4022" y="2441"/>
                    <a:pt x="4022" y="2424"/>
                  </a:cubicBezTo>
                  <a:lnTo>
                    <a:pt x="4022" y="2415"/>
                  </a:lnTo>
                  <a:cubicBezTo>
                    <a:pt x="4022" y="2338"/>
                    <a:pt x="4047" y="2252"/>
                    <a:pt x="4056" y="2183"/>
                  </a:cubicBezTo>
                  <a:cubicBezTo>
                    <a:pt x="4073" y="2080"/>
                    <a:pt x="4065" y="2011"/>
                    <a:pt x="4039" y="1908"/>
                  </a:cubicBezTo>
                  <a:cubicBezTo>
                    <a:pt x="4022" y="1831"/>
                    <a:pt x="4030" y="1753"/>
                    <a:pt x="4013" y="1667"/>
                  </a:cubicBezTo>
                  <a:cubicBezTo>
                    <a:pt x="3996" y="1530"/>
                    <a:pt x="3962" y="1367"/>
                    <a:pt x="3876" y="1255"/>
                  </a:cubicBezTo>
                  <a:cubicBezTo>
                    <a:pt x="3841" y="1212"/>
                    <a:pt x="3798" y="1204"/>
                    <a:pt x="3755" y="1169"/>
                  </a:cubicBezTo>
                  <a:cubicBezTo>
                    <a:pt x="3730" y="1152"/>
                    <a:pt x="3695" y="1100"/>
                    <a:pt x="3678" y="1066"/>
                  </a:cubicBezTo>
                  <a:cubicBezTo>
                    <a:pt x="3644" y="1023"/>
                    <a:pt x="3626" y="963"/>
                    <a:pt x="3626" y="911"/>
                  </a:cubicBezTo>
                  <a:cubicBezTo>
                    <a:pt x="3626" y="903"/>
                    <a:pt x="3626" y="894"/>
                    <a:pt x="3626" y="894"/>
                  </a:cubicBezTo>
                  <a:cubicBezTo>
                    <a:pt x="3626" y="860"/>
                    <a:pt x="3635" y="834"/>
                    <a:pt x="3635" y="800"/>
                  </a:cubicBezTo>
                  <a:cubicBezTo>
                    <a:pt x="3635" y="774"/>
                    <a:pt x="3635" y="748"/>
                    <a:pt x="3618" y="731"/>
                  </a:cubicBezTo>
                  <a:cubicBezTo>
                    <a:pt x="3584" y="679"/>
                    <a:pt x="3549" y="654"/>
                    <a:pt x="3523" y="602"/>
                  </a:cubicBezTo>
                  <a:cubicBezTo>
                    <a:pt x="3489" y="533"/>
                    <a:pt x="3463" y="508"/>
                    <a:pt x="3412" y="465"/>
                  </a:cubicBezTo>
                  <a:cubicBezTo>
                    <a:pt x="3317" y="396"/>
                    <a:pt x="3223" y="336"/>
                    <a:pt x="3120" y="276"/>
                  </a:cubicBezTo>
                  <a:cubicBezTo>
                    <a:pt x="3077" y="250"/>
                    <a:pt x="3034" y="258"/>
                    <a:pt x="2974" y="241"/>
                  </a:cubicBezTo>
                  <a:cubicBezTo>
                    <a:pt x="2939" y="224"/>
                    <a:pt x="2870" y="181"/>
                    <a:pt x="2853" y="181"/>
                  </a:cubicBezTo>
                  <a:lnTo>
                    <a:pt x="2810" y="181"/>
                  </a:lnTo>
                  <a:cubicBezTo>
                    <a:pt x="2767" y="181"/>
                    <a:pt x="2733" y="164"/>
                    <a:pt x="2690" y="121"/>
                  </a:cubicBezTo>
                  <a:cubicBezTo>
                    <a:pt x="2656" y="87"/>
                    <a:pt x="2630" y="52"/>
                    <a:pt x="2578" y="44"/>
                  </a:cubicBezTo>
                  <a:cubicBezTo>
                    <a:pt x="2544" y="35"/>
                    <a:pt x="2510" y="35"/>
                    <a:pt x="2467" y="35"/>
                  </a:cubicBezTo>
                  <a:lnTo>
                    <a:pt x="2407" y="35"/>
                  </a:lnTo>
                  <a:cubicBezTo>
                    <a:pt x="2381" y="35"/>
                    <a:pt x="2355" y="27"/>
                    <a:pt x="2329" y="27"/>
                  </a:cubicBezTo>
                  <a:lnTo>
                    <a:pt x="2286" y="27"/>
                  </a:lnTo>
                  <a:lnTo>
                    <a:pt x="2260" y="9"/>
                  </a:lnTo>
                  <a:lnTo>
                    <a:pt x="2243" y="1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3" name="Google Shape;16943;p54">
              <a:extLst>
                <a:ext uri="{FF2B5EF4-FFF2-40B4-BE49-F238E27FC236}">
                  <a16:creationId xmlns:a16="http://schemas.microsoft.com/office/drawing/2014/main" id="{1FE8FEF8-FDD8-0050-8004-AEBB691EC3BF}"/>
                </a:ext>
              </a:extLst>
            </p:cNvPr>
            <p:cNvSpPr/>
            <p:nvPr/>
          </p:nvSpPr>
          <p:spPr>
            <a:xfrm>
              <a:off x="5707825" y="1323600"/>
              <a:ext cx="40625" cy="50275"/>
            </a:xfrm>
            <a:custGeom>
              <a:avLst/>
              <a:gdLst/>
              <a:ahLst/>
              <a:cxnLst/>
              <a:rect l="l" t="t" r="r" b="b"/>
              <a:pathLst>
                <a:path w="1625" h="2011" extrusionOk="0">
                  <a:moveTo>
                    <a:pt x="1186" y="0"/>
                  </a:moveTo>
                  <a:lnTo>
                    <a:pt x="1178" y="34"/>
                  </a:lnTo>
                  <a:lnTo>
                    <a:pt x="1186" y="43"/>
                  </a:lnTo>
                  <a:cubicBezTo>
                    <a:pt x="1195" y="60"/>
                    <a:pt x="1203" y="69"/>
                    <a:pt x="1212" y="77"/>
                  </a:cubicBezTo>
                  <a:cubicBezTo>
                    <a:pt x="1229" y="95"/>
                    <a:pt x="1246" y="112"/>
                    <a:pt x="1272" y="137"/>
                  </a:cubicBezTo>
                  <a:cubicBezTo>
                    <a:pt x="1281" y="146"/>
                    <a:pt x="1289" y="163"/>
                    <a:pt x="1307" y="163"/>
                  </a:cubicBezTo>
                  <a:cubicBezTo>
                    <a:pt x="1324" y="180"/>
                    <a:pt x="1341" y="180"/>
                    <a:pt x="1367" y="189"/>
                  </a:cubicBezTo>
                  <a:cubicBezTo>
                    <a:pt x="1384" y="198"/>
                    <a:pt x="1401" y="206"/>
                    <a:pt x="1418" y="223"/>
                  </a:cubicBezTo>
                  <a:cubicBezTo>
                    <a:pt x="1427" y="241"/>
                    <a:pt x="1435" y="258"/>
                    <a:pt x="1435" y="275"/>
                  </a:cubicBezTo>
                  <a:cubicBezTo>
                    <a:pt x="1435" y="301"/>
                    <a:pt x="1427" y="327"/>
                    <a:pt x="1427" y="352"/>
                  </a:cubicBezTo>
                  <a:cubicBezTo>
                    <a:pt x="1418" y="378"/>
                    <a:pt x="1418" y="395"/>
                    <a:pt x="1418" y="421"/>
                  </a:cubicBezTo>
                  <a:cubicBezTo>
                    <a:pt x="1410" y="473"/>
                    <a:pt x="1401" y="524"/>
                    <a:pt x="1384" y="567"/>
                  </a:cubicBezTo>
                  <a:cubicBezTo>
                    <a:pt x="1375" y="593"/>
                    <a:pt x="1367" y="610"/>
                    <a:pt x="1358" y="636"/>
                  </a:cubicBezTo>
                  <a:cubicBezTo>
                    <a:pt x="1349" y="653"/>
                    <a:pt x="1341" y="670"/>
                    <a:pt x="1332" y="687"/>
                  </a:cubicBezTo>
                  <a:cubicBezTo>
                    <a:pt x="1315" y="730"/>
                    <a:pt x="1289" y="773"/>
                    <a:pt x="1307" y="825"/>
                  </a:cubicBezTo>
                  <a:cubicBezTo>
                    <a:pt x="1315" y="859"/>
                    <a:pt x="1332" y="885"/>
                    <a:pt x="1332" y="928"/>
                  </a:cubicBezTo>
                  <a:lnTo>
                    <a:pt x="1332" y="954"/>
                  </a:lnTo>
                  <a:lnTo>
                    <a:pt x="1341" y="979"/>
                  </a:lnTo>
                  <a:lnTo>
                    <a:pt x="1332" y="1005"/>
                  </a:lnTo>
                  <a:cubicBezTo>
                    <a:pt x="1324" y="1031"/>
                    <a:pt x="1307" y="1048"/>
                    <a:pt x="1298" y="1074"/>
                  </a:cubicBezTo>
                  <a:cubicBezTo>
                    <a:pt x="1298" y="1091"/>
                    <a:pt x="1281" y="1108"/>
                    <a:pt x="1272" y="1117"/>
                  </a:cubicBezTo>
                  <a:lnTo>
                    <a:pt x="1255" y="1134"/>
                  </a:lnTo>
                  <a:lnTo>
                    <a:pt x="1238" y="1151"/>
                  </a:lnTo>
                  <a:cubicBezTo>
                    <a:pt x="1221" y="1186"/>
                    <a:pt x="1212" y="1220"/>
                    <a:pt x="1178" y="1246"/>
                  </a:cubicBezTo>
                  <a:cubicBezTo>
                    <a:pt x="1152" y="1263"/>
                    <a:pt x="1118" y="1263"/>
                    <a:pt x="1083" y="1272"/>
                  </a:cubicBezTo>
                  <a:cubicBezTo>
                    <a:pt x="1040" y="1280"/>
                    <a:pt x="989" y="1315"/>
                    <a:pt x="954" y="1340"/>
                  </a:cubicBezTo>
                  <a:cubicBezTo>
                    <a:pt x="920" y="1357"/>
                    <a:pt x="886" y="1383"/>
                    <a:pt x="868" y="1409"/>
                  </a:cubicBezTo>
                  <a:cubicBezTo>
                    <a:pt x="860" y="1435"/>
                    <a:pt x="860" y="1461"/>
                    <a:pt x="851" y="1486"/>
                  </a:cubicBezTo>
                  <a:cubicBezTo>
                    <a:pt x="843" y="1521"/>
                    <a:pt x="834" y="1555"/>
                    <a:pt x="808" y="1589"/>
                  </a:cubicBezTo>
                  <a:cubicBezTo>
                    <a:pt x="791" y="1615"/>
                    <a:pt x="757" y="1641"/>
                    <a:pt x="722" y="1658"/>
                  </a:cubicBezTo>
                  <a:cubicBezTo>
                    <a:pt x="705" y="1675"/>
                    <a:pt x="671" y="1693"/>
                    <a:pt x="654" y="1710"/>
                  </a:cubicBezTo>
                  <a:cubicBezTo>
                    <a:pt x="636" y="1727"/>
                    <a:pt x="628" y="1727"/>
                    <a:pt x="611" y="1744"/>
                  </a:cubicBezTo>
                  <a:cubicBezTo>
                    <a:pt x="585" y="1753"/>
                    <a:pt x="568" y="1770"/>
                    <a:pt x="542" y="1778"/>
                  </a:cubicBezTo>
                  <a:cubicBezTo>
                    <a:pt x="516" y="1796"/>
                    <a:pt x="482" y="1804"/>
                    <a:pt x="447" y="1813"/>
                  </a:cubicBezTo>
                  <a:cubicBezTo>
                    <a:pt x="422" y="1821"/>
                    <a:pt x="396" y="1830"/>
                    <a:pt x="361" y="1830"/>
                  </a:cubicBezTo>
                  <a:cubicBezTo>
                    <a:pt x="350" y="1830"/>
                    <a:pt x="335" y="1826"/>
                    <a:pt x="321" y="1826"/>
                  </a:cubicBezTo>
                  <a:cubicBezTo>
                    <a:pt x="314" y="1826"/>
                    <a:pt x="307" y="1827"/>
                    <a:pt x="301" y="1830"/>
                  </a:cubicBezTo>
                  <a:cubicBezTo>
                    <a:pt x="276" y="1830"/>
                    <a:pt x="258" y="1839"/>
                    <a:pt x="233" y="1847"/>
                  </a:cubicBezTo>
                  <a:cubicBezTo>
                    <a:pt x="207" y="1856"/>
                    <a:pt x="172" y="1856"/>
                    <a:pt x="147" y="1873"/>
                  </a:cubicBezTo>
                  <a:cubicBezTo>
                    <a:pt x="121" y="1890"/>
                    <a:pt x="95" y="1907"/>
                    <a:pt x="52" y="1916"/>
                  </a:cubicBezTo>
                  <a:lnTo>
                    <a:pt x="9" y="1933"/>
                  </a:lnTo>
                  <a:cubicBezTo>
                    <a:pt x="1" y="1950"/>
                    <a:pt x="9" y="1950"/>
                    <a:pt x="26" y="1967"/>
                  </a:cubicBezTo>
                  <a:cubicBezTo>
                    <a:pt x="44" y="1985"/>
                    <a:pt x="61" y="1993"/>
                    <a:pt x="87" y="2002"/>
                  </a:cubicBezTo>
                  <a:cubicBezTo>
                    <a:pt x="93" y="2005"/>
                    <a:pt x="100" y="2007"/>
                    <a:pt x="107" y="2007"/>
                  </a:cubicBezTo>
                  <a:cubicBezTo>
                    <a:pt x="134" y="2007"/>
                    <a:pt x="160" y="1983"/>
                    <a:pt x="181" y="1976"/>
                  </a:cubicBezTo>
                  <a:cubicBezTo>
                    <a:pt x="202" y="1965"/>
                    <a:pt x="230" y="1958"/>
                    <a:pt x="256" y="1958"/>
                  </a:cubicBezTo>
                  <a:cubicBezTo>
                    <a:pt x="273" y="1958"/>
                    <a:pt x="288" y="1961"/>
                    <a:pt x="301" y="1967"/>
                  </a:cubicBezTo>
                  <a:lnTo>
                    <a:pt x="327" y="1985"/>
                  </a:lnTo>
                  <a:lnTo>
                    <a:pt x="361" y="1985"/>
                  </a:lnTo>
                  <a:cubicBezTo>
                    <a:pt x="383" y="1989"/>
                    <a:pt x="404" y="1989"/>
                    <a:pt x="426" y="1989"/>
                  </a:cubicBezTo>
                  <a:cubicBezTo>
                    <a:pt x="447" y="1989"/>
                    <a:pt x="469" y="1989"/>
                    <a:pt x="490" y="1993"/>
                  </a:cubicBezTo>
                  <a:cubicBezTo>
                    <a:pt x="516" y="2002"/>
                    <a:pt x="542" y="2002"/>
                    <a:pt x="576" y="2002"/>
                  </a:cubicBezTo>
                  <a:cubicBezTo>
                    <a:pt x="585" y="2010"/>
                    <a:pt x="593" y="2010"/>
                    <a:pt x="611" y="2010"/>
                  </a:cubicBezTo>
                  <a:cubicBezTo>
                    <a:pt x="654" y="2010"/>
                    <a:pt x="671" y="2002"/>
                    <a:pt x="697" y="1993"/>
                  </a:cubicBezTo>
                  <a:cubicBezTo>
                    <a:pt x="722" y="1985"/>
                    <a:pt x="757" y="1985"/>
                    <a:pt x="774" y="1967"/>
                  </a:cubicBezTo>
                  <a:lnTo>
                    <a:pt x="791" y="1942"/>
                  </a:lnTo>
                  <a:cubicBezTo>
                    <a:pt x="800" y="1937"/>
                    <a:pt x="813" y="1937"/>
                    <a:pt x="825" y="1937"/>
                  </a:cubicBezTo>
                  <a:cubicBezTo>
                    <a:pt x="838" y="1937"/>
                    <a:pt x="851" y="1937"/>
                    <a:pt x="860" y="1933"/>
                  </a:cubicBezTo>
                  <a:cubicBezTo>
                    <a:pt x="886" y="1925"/>
                    <a:pt x="928" y="1925"/>
                    <a:pt x="954" y="1916"/>
                  </a:cubicBezTo>
                  <a:cubicBezTo>
                    <a:pt x="980" y="1907"/>
                    <a:pt x="997" y="1882"/>
                    <a:pt x="1023" y="1882"/>
                  </a:cubicBezTo>
                  <a:cubicBezTo>
                    <a:pt x="1040" y="1873"/>
                    <a:pt x="1049" y="1882"/>
                    <a:pt x="1066" y="1864"/>
                  </a:cubicBezTo>
                  <a:lnTo>
                    <a:pt x="1075" y="1856"/>
                  </a:lnTo>
                  <a:cubicBezTo>
                    <a:pt x="1092" y="1839"/>
                    <a:pt x="1109" y="1830"/>
                    <a:pt x="1126" y="1813"/>
                  </a:cubicBezTo>
                  <a:cubicBezTo>
                    <a:pt x="1160" y="1787"/>
                    <a:pt x="1169" y="1744"/>
                    <a:pt x="1203" y="1710"/>
                  </a:cubicBezTo>
                  <a:lnTo>
                    <a:pt x="1221" y="1701"/>
                  </a:lnTo>
                  <a:lnTo>
                    <a:pt x="1238" y="1675"/>
                  </a:lnTo>
                  <a:cubicBezTo>
                    <a:pt x="1255" y="1650"/>
                    <a:pt x="1281" y="1632"/>
                    <a:pt x="1298" y="1615"/>
                  </a:cubicBezTo>
                  <a:cubicBezTo>
                    <a:pt x="1332" y="1589"/>
                    <a:pt x="1367" y="1555"/>
                    <a:pt x="1410" y="1538"/>
                  </a:cubicBezTo>
                  <a:cubicBezTo>
                    <a:pt x="1427" y="1529"/>
                    <a:pt x="1444" y="1521"/>
                    <a:pt x="1470" y="1521"/>
                  </a:cubicBezTo>
                  <a:cubicBezTo>
                    <a:pt x="1487" y="1512"/>
                    <a:pt x="1496" y="1512"/>
                    <a:pt x="1521" y="1504"/>
                  </a:cubicBezTo>
                  <a:cubicBezTo>
                    <a:pt x="1547" y="1486"/>
                    <a:pt x="1547" y="1469"/>
                    <a:pt x="1564" y="1443"/>
                  </a:cubicBezTo>
                  <a:cubicBezTo>
                    <a:pt x="1581" y="1418"/>
                    <a:pt x="1590" y="1375"/>
                    <a:pt x="1590" y="1332"/>
                  </a:cubicBezTo>
                  <a:cubicBezTo>
                    <a:pt x="1581" y="1306"/>
                    <a:pt x="1573" y="1280"/>
                    <a:pt x="1573" y="1254"/>
                  </a:cubicBezTo>
                  <a:cubicBezTo>
                    <a:pt x="1573" y="1237"/>
                    <a:pt x="1573" y="1229"/>
                    <a:pt x="1581" y="1211"/>
                  </a:cubicBezTo>
                  <a:cubicBezTo>
                    <a:pt x="1590" y="1177"/>
                    <a:pt x="1599" y="1151"/>
                    <a:pt x="1616" y="1117"/>
                  </a:cubicBezTo>
                  <a:cubicBezTo>
                    <a:pt x="1624" y="1091"/>
                    <a:pt x="1624" y="1057"/>
                    <a:pt x="1624" y="1022"/>
                  </a:cubicBezTo>
                  <a:cubicBezTo>
                    <a:pt x="1624" y="997"/>
                    <a:pt x="1607" y="962"/>
                    <a:pt x="1607" y="928"/>
                  </a:cubicBezTo>
                  <a:cubicBezTo>
                    <a:pt x="1607" y="885"/>
                    <a:pt x="1624" y="833"/>
                    <a:pt x="1607" y="790"/>
                  </a:cubicBezTo>
                  <a:cubicBezTo>
                    <a:pt x="1599" y="765"/>
                    <a:pt x="1581" y="739"/>
                    <a:pt x="1573" y="705"/>
                  </a:cubicBezTo>
                  <a:cubicBezTo>
                    <a:pt x="1564" y="679"/>
                    <a:pt x="1573" y="662"/>
                    <a:pt x="1573" y="636"/>
                  </a:cubicBezTo>
                  <a:cubicBezTo>
                    <a:pt x="1581" y="619"/>
                    <a:pt x="1573" y="593"/>
                    <a:pt x="1581" y="576"/>
                  </a:cubicBezTo>
                  <a:cubicBezTo>
                    <a:pt x="1590" y="550"/>
                    <a:pt x="1590" y="541"/>
                    <a:pt x="1590" y="516"/>
                  </a:cubicBezTo>
                  <a:cubicBezTo>
                    <a:pt x="1599" y="498"/>
                    <a:pt x="1607" y="481"/>
                    <a:pt x="1607" y="455"/>
                  </a:cubicBezTo>
                  <a:cubicBezTo>
                    <a:pt x="1607" y="438"/>
                    <a:pt x="1607" y="412"/>
                    <a:pt x="1599" y="387"/>
                  </a:cubicBezTo>
                  <a:lnTo>
                    <a:pt x="1590" y="369"/>
                  </a:lnTo>
                  <a:lnTo>
                    <a:pt x="1573" y="352"/>
                  </a:lnTo>
                  <a:cubicBezTo>
                    <a:pt x="1564" y="335"/>
                    <a:pt x="1564" y="309"/>
                    <a:pt x="1556" y="284"/>
                  </a:cubicBezTo>
                  <a:cubicBezTo>
                    <a:pt x="1547" y="258"/>
                    <a:pt x="1538" y="232"/>
                    <a:pt x="1521" y="206"/>
                  </a:cubicBezTo>
                  <a:cubicBezTo>
                    <a:pt x="1504" y="189"/>
                    <a:pt x="1496" y="163"/>
                    <a:pt x="1478" y="146"/>
                  </a:cubicBezTo>
                  <a:lnTo>
                    <a:pt x="1444" y="120"/>
                  </a:lnTo>
                  <a:cubicBezTo>
                    <a:pt x="1427" y="112"/>
                    <a:pt x="1418" y="95"/>
                    <a:pt x="1401" y="86"/>
                  </a:cubicBezTo>
                  <a:cubicBezTo>
                    <a:pt x="1375" y="77"/>
                    <a:pt x="1349" y="69"/>
                    <a:pt x="1324" y="60"/>
                  </a:cubicBezTo>
                  <a:cubicBezTo>
                    <a:pt x="1307" y="52"/>
                    <a:pt x="1289" y="43"/>
                    <a:pt x="1272" y="43"/>
                  </a:cubicBezTo>
                  <a:lnTo>
                    <a:pt x="1229" y="43"/>
                  </a:lnTo>
                  <a:cubicBezTo>
                    <a:pt x="1212" y="34"/>
                    <a:pt x="1186" y="34"/>
                    <a:pt x="1186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4" name="Google Shape;16944;p54">
              <a:extLst>
                <a:ext uri="{FF2B5EF4-FFF2-40B4-BE49-F238E27FC236}">
                  <a16:creationId xmlns:a16="http://schemas.microsoft.com/office/drawing/2014/main" id="{EB0046DB-8C25-7976-BC99-4E596830C954}"/>
                </a:ext>
              </a:extLst>
            </p:cNvPr>
            <p:cNvSpPr/>
            <p:nvPr/>
          </p:nvSpPr>
          <p:spPr>
            <a:xfrm>
              <a:off x="5658650" y="1271150"/>
              <a:ext cx="83775" cy="97775"/>
            </a:xfrm>
            <a:custGeom>
              <a:avLst/>
              <a:gdLst/>
              <a:ahLst/>
              <a:cxnLst/>
              <a:rect l="l" t="t" r="r" b="b"/>
              <a:pathLst>
                <a:path w="3351" h="3911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03" y="3602"/>
                    <a:pt x="146" y="3687"/>
                    <a:pt x="215" y="3756"/>
                  </a:cubicBezTo>
                  <a:cubicBezTo>
                    <a:pt x="267" y="3799"/>
                    <a:pt x="318" y="3868"/>
                    <a:pt x="370" y="3911"/>
                  </a:cubicBezTo>
                  <a:cubicBezTo>
                    <a:pt x="361" y="3885"/>
                    <a:pt x="352" y="3833"/>
                    <a:pt x="361" y="3816"/>
                  </a:cubicBezTo>
                  <a:cubicBezTo>
                    <a:pt x="370" y="3773"/>
                    <a:pt x="335" y="3748"/>
                    <a:pt x="335" y="3713"/>
                  </a:cubicBezTo>
                  <a:cubicBezTo>
                    <a:pt x="344" y="3679"/>
                    <a:pt x="232" y="3533"/>
                    <a:pt x="224" y="3370"/>
                  </a:cubicBezTo>
                  <a:cubicBezTo>
                    <a:pt x="206" y="3198"/>
                    <a:pt x="292" y="3146"/>
                    <a:pt x="292" y="3052"/>
                  </a:cubicBezTo>
                  <a:cubicBezTo>
                    <a:pt x="284" y="2992"/>
                    <a:pt x="267" y="2914"/>
                    <a:pt x="249" y="2863"/>
                  </a:cubicBezTo>
                  <a:cubicBezTo>
                    <a:pt x="232" y="2811"/>
                    <a:pt x="232" y="2768"/>
                    <a:pt x="249" y="2734"/>
                  </a:cubicBezTo>
                  <a:cubicBezTo>
                    <a:pt x="267" y="2699"/>
                    <a:pt x="284" y="2665"/>
                    <a:pt x="309" y="2631"/>
                  </a:cubicBezTo>
                  <a:cubicBezTo>
                    <a:pt x="344" y="2588"/>
                    <a:pt x="352" y="2553"/>
                    <a:pt x="352" y="2502"/>
                  </a:cubicBezTo>
                  <a:cubicBezTo>
                    <a:pt x="352" y="2416"/>
                    <a:pt x="309" y="2347"/>
                    <a:pt x="309" y="2270"/>
                  </a:cubicBezTo>
                  <a:cubicBezTo>
                    <a:pt x="309" y="2210"/>
                    <a:pt x="318" y="2150"/>
                    <a:pt x="309" y="2089"/>
                  </a:cubicBezTo>
                  <a:cubicBezTo>
                    <a:pt x="301" y="2029"/>
                    <a:pt x="335" y="2004"/>
                    <a:pt x="344" y="1952"/>
                  </a:cubicBezTo>
                  <a:cubicBezTo>
                    <a:pt x="352" y="1900"/>
                    <a:pt x="344" y="1849"/>
                    <a:pt x="361" y="1797"/>
                  </a:cubicBezTo>
                  <a:cubicBezTo>
                    <a:pt x="387" y="1746"/>
                    <a:pt x="430" y="1746"/>
                    <a:pt x="464" y="1703"/>
                  </a:cubicBezTo>
                  <a:cubicBezTo>
                    <a:pt x="498" y="1651"/>
                    <a:pt x="507" y="1617"/>
                    <a:pt x="559" y="1600"/>
                  </a:cubicBezTo>
                  <a:cubicBezTo>
                    <a:pt x="575" y="1594"/>
                    <a:pt x="590" y="1592"/>
                    <a:pt x="605" y="1592"/>
                  </a:cubicBezTo>
                  <a:cubicBezTo>
                    <a:pt x="638" y="1592"/>
                    <a:pt x="672" y="1602"/>
                    <a:pt x="713" y="1608"/>
                  </a:cubicBezTo>
                  <a:cubicBezTo>
                    <a:pt x="748" y="1617"/>
                    <a:pt x="773" y="1626"/>
                    <a:pt x="808" y="1634"/>
                  </a:cubicBezTo>
                  <a:cubicBezTo>
                    <a:pt x="832" y="1646"/>
                    <a:pt x="841" y="1652"/>
                    <a:pt x="845" y="1652"/>
                  </a:cubicBezTo>
                  <a:cubicBezTo>
                    <a:pt x="851" y="1652"/>
                    <a:pt x="850" y="1644"/>
                    <a:pt x="859" y="1626"/>
                  </a:cubicBezTo>
                  <a:cubicBezTo>
                    <a:pt x="919" y="1514"/>
                    <a:pt x="877" y="1368"/>
                    <a:pt x="885" y="1247"/>
                  </a:cubicBezTo>
                  <a:cubicBezTo>
                    <a:pt x="885" y="1213"/>
                    <a:pt x="885" y="1179"/>
                    <a:pt x="885" y="1144"/>
                  </a:cubicBezTo>
                  <a:cubicBezTo>
                    <a:pt x="885" y="1119"/>
                    <a:pt x="877" y="1119"/>
                    <a:pt x="894" y="1093"/>
                  </a:cubicBezTo>
                  <a:cubicBezTo>
                    <a:pt x="937" y="1033"/>
                    <a:pt x="988" y="1016"/>
                    <a:pt x="1048" y="990"/>
                  </a:cubicBezTo>
                  <a:cubicBezTo>
                    <a:pt x="1117" y="964"/>
                    <a:pt x="1143" y="955"/>
                    <a:pt x="1177" y="878"/>
                  </a:cubicBezTo>
                  <a:cubicBezTo>
                    <a:pt x="1212" y="792"/>
                    <a:pt x="1289" y="758"/>
                    <a:pt x="1366" y="706"/>
                  </a:cubicBezTo>
                  <a:cubicBezTo>
                    <a:pt x="1418" y="680"/>
                    <a:pt x="1478" y="655"/>
                    <a:pt x="1529" y="637"/>
                  </a:cubicBezTo>
                  <a:cubicBezTo>
                    <a:pt x="1572" y="620"/>
                    <a:pt x="1598" y="612"/>
                    <a:pt x="1633" y="577"/>
                  </a:cubicBezTo>
                  <a:cubicBezTo>
                    <a:pt x="1650" y="560"/>
                    <a:pt x="1658" y="543"/>
                    <a:pt x="1676" y="526"/>
                  </a:cubicBezTo>
                  <a:cubicBezTo>
                    <a:pt x="1700" y="508"/>
                    <a:pt x="1734" y="502"/>
                    <a:pt x="1770" y="502"/>
                  </a:cubicBezTo>
                  <a:cubicBezTo>
                    <a:pt x="1823" y="502"/>
                    <a:pt x="1880" y="516"/>
                    <a:pt x="1916" y="526"/>
                  </a:cubicBezTo>
                  <a:cubicBezTo>
                    <a:pt x="1934" y="531"/>
                    <a:pt x="1950" y="534"/>
                    <a:pt x="1965" y="534"/>
                  </a:cubicBezTo>
                  <a:cubicBezTo>
                    <a:pt x="1998" y="534"/>
                    <a:pt x="2024" y="519"/>
                    <a:pt x="2054" y="483"/>
                  </a:cubicBezTo>
                  <a:cubicBezTo>
                    <a:pt x="2062" y="466"/>
                    <a:pt x="2079" y="448"/>
                    <a:pt x="2088" y="431"/>
                  </a:cubicBezTo>
                  <a:cubicBezTo>
                    <a:pt x="2114" y="397"/>
                    <a:pt x="2131" y="371"/>
                    <a:pt x="2157" y="345"/>
                  </a:cubicBezTo>
                  <a:cubicBezTo>
                    <a:pt x="2208" y="294"/>
                    <a:pt x="2243" y="268"/>
                    <a:pt x="2311" y="251"/>
                  </a:cubicBezTo>
                  <a:cubicBezTo>
                    <a:pt x="2381" y="225"/>
                    <a:pt x="2432" y="195"/>
                    <a:pt x="2493" y="195"/>
                  </a:cubicBezTo>
                  <a:cubicBezTo>
                    <a:pt x="2514" y="195"/>
                    <a:pt x="2536" y="199"/>
                    <a:pt x="2560" y="208"/>
                  </a:cubicBezTo>
                  <a:cubicBezTo>
                    <a:pt x="2664" y="242"/>
                    <a:pt x="2758" y="285"/>
                    <a:pt x="2861" y="320"/>
                  </a:cubicBezTo>
                  <a:cubicBezTo>
                    <a:pt x="2904" y="337"/>
                    <a:pt x="2938" y="363"/>
                    <a:pt x="2981" y="371"/>
                  </a:cubicBezTo>
                  <a:cubicBezTo>
                    <a:pt x="3033" y="388"/>
                    <a:pt x="3067" y="406"/>
                    <a:pt x="3110" y="423"/>
                  </a:cubicBezTo>
                  <a:cubicBezTo>
                    <a:pt x="3148" y="444"/>
                    <a:pt x="3190" y="466"/>
                    <a:pt x="3230" y="466"/>
                  </a:cubicBezTo>
                  <a:cubicBezTo>
                    <a:pt x="3254" y="466"/>
                    <a:pt x="3277" y="459"/>
                    <a:pt x="3299" y="440"/>
                  </a:cubicBezTo>
                  <a:cubicBezTo>
                    <a:pt x="3316" y="423"/>
                    <a:pt x="3342" y="406"/>
                    <a:pt x="3351" y="380"/>
                  </a:cubicBezTo>
                  <a:cubicBezTo>
                    <a:pt x="3299" y="345"/>
                    <a:pt x="3248" y="311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595" y="36"/>
                    <a:pt x="2535" y="36"/>
                    <a:pt x="2475" y="36"/>
                  </a:cubicBez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5" name="Google Shape;16945;p54">
              <a:extLst>
                <a:ext uri="{FF2B5EF4-FFF2-40B4-BE49-F238E27FC236}">
                  <a16:creationId xmlns:a16="http://schemas.microsoft.com/office/drawing/2014/main" id="{53615538-DD8A-FF82-D2E5-566FE8F58AD0}"/>
                </a:ext>
              </a:extLst>
            </p:cNvPr>
            <p:cNvSpPr/>
            <p:nvPr/>
          </p:nvSpPr>
          <p:spPr>
            <a:xfrm>
              <a:off x="5700100" y="1318450"/>
              <a:ext cx="44900" cy="53800"/>
            </a:xfrm>
            <a:custGeom>
              <a:avLst/>
              <a:gdLst/>
              <a:ahLst/>
              <a:cxnLst/>
              <a:rect l="l" t="t" r="r" b="b"/>
              <a:pathLst>
                <a:path w="1796" h="2152" extrusionOk="0">
                  <a:moveTo>
                    <a:pt x="1227" y="0"/>
                  </a:moveTo>
                  <a:cubicBezTo>
                    <a:pt x="1191" y="0"/>
                    <a:pt x="1180" y="104"/>
                    <a:pt x="1195" y="112"/>
                  </a:cubicBezTo>
                  <a:lnTo>
                    <a:pt x="1220" y="146"/>
                  </a:lnTo>
                  <a:cubicBezTo>
                    <a:pt x="1237" y="172"/>
                    <a:pt x="1272" y="197"/>
                    <a:pt x="1298" y="223"/>
                  </a:cubicBezTo>
                  <a:cubicBezTo>
                    <a:pt x="1341" y="258"/>
                    <a:pt x="1366" y="301"/>
                    <a:pt x="1401" y="335"/>
                  </a:cubicBezTo>
                  <a:cubicBezTo>
                    <a:pt x="1427" y="361"/>
                    <a:pt x="1435" y="369"/>
                    <a:pt x="1444" y="404"/>
                  </a:cubicBezTo>
                  <a:cubicBezTo>
                    <a:pt x="1452" y="421"/>
                    <a:pt x="1461" y="447"/>
                    <a:pt x="1461" y="464"/>
                  </a:cubicBezTo>
                  <a:cubicBezTo>
                    <a:pt x="1461" y="481"/>
                    <a:pt x="1461" y="490"/>
                    <a:pt x="1461" y="507"/>
                  </a:cubicBezTo>
                  <a:cubicBezTo>
                    <a:pt x="1478" y="558"/>
                    <a:pt x="1495" y="618"/>
                    <a:pt x="1495" y="670"/>
                  </a:cubicBezTo>
                  <a:cubicBezTo>
                    <a:pt x="1504" y="756"/>
                    <a:pt x="1495" y="842"/>
                    <a:pt x="1495" y="919"/>
                  </a:cubicBezTo>
                  <a:cubicBezTo>
                    <a:pt x="1495" y="971"/>
                    <a:pt x="1478" y="1014"/>
                    <a:pt x="1461" y="1065"/>
                  </a:cubicBezTo>
                  <a:cubicBezTo>
                    <a:pt x="1452" y="1100"/>
                    <a:pt x="1435" y="1125"/>
                    <a:pt x="1409" y="1151"/>
                  </a:cubicBezTo>
                  <a:cubicBezTo>
                    <a:pt x="1375" y="1194"/>
                    <a:pt x="1384" y="1246"/>
                    <a:pt x="1349" y="1289"/>
                  </a:cubicBezTo>
                  <a:cubicBezTo>
                    <a:pt x="1315" y="1332"/>
                    <a:pt x="1255" y="1374"/>
                    <a:pt x="1203" y="1392"/>
                  </a:cubicBezTo>
                  <a:cubicBezTo>
                    <a:pt x="1186" y="1400"/>
                    <a:pt x="1160" y="1400"/>
                    <a:pt x="1152" y="1409"/>
                  </a:cubicBezTo>
                  <a:lnTo>
                    <a:pt x="1143" y="1452"/>
                  </a:lnTo>
                  <a:cubicBezTo>
                    <a:pt x="1134" y="1503"/>
                    <a:pt x="1091" y="1546"/>
                    <a:pt x="1057" y="1589"/>
                  </a:cubicBezTo>
                  <a:cubicBezTo>
                    <a:pt x="1040" y="1606"/>
                    <a:pt x="1031" y="1632"/>
                    <a:pt x="1014" y="1649"/>
                  </a:cubicBezTo>
                  <a:cubicBezTo>
                    <a:pt x="1006" y="1667"/>
                    <a:pt x="997" y="1701"/>
                    <a:pt x="980" y="1718"/>
                  </a:cubicBezTo>
                  <a:cubicBezTo>
                    <a:pt x="954" y="1744"/>
                    <a:pt x="920" y="1761"/>
                    <a:pt x="877" y="1761"/>
                  </a:cubicBezTo>
                  <a:cubicBezTo>
                    <a:pt x="842" y="1761"/>
                    <a:pt x="799" y="1770"/>
                    <a:pt x="782" y="1795"/>
                  </a:cubicBezTo>
                  <a:cubicBezTo>
                    <a:pt x="765" y="1813"/>
                    <a:pt x="765" y="1838"/>
                    <a:pt x="756" y="1864"/>
                  </a:cubicBezTo>
                  <a:cubicBezTo>
                    <a:pt x="748" y="1873"/>
                    <a:pt x="739" y="1890"/>
                    <a:pt x="731" y="1899"/>
                  </a:cubicBezTo>
                  <a:cubicBezTo>
                    <a:pt x="705" y="1924"/>
                    <a:pt x="705" y="1933"/>
                    <a:pt x="670" y="1941"/>
                  </a:cubicBezTo>
                  <a:cubicBezTo>
                    <a:pt x="628" y="1950"/>
                    <a:pt x="593" y="1950"/>
                    <a:pt x="559" y="1959"/>
                  </a:cubicBezTo>
                  <a:cubicBezTo>
                    <a:pt x="499" y="1976"/>
                    <a:pt x="447" y="1984"/>
                    <a:pt x="387" y="1993"/>
                  </a:cubicBezTo>
                  <a:cubicBezTo>
                    <a:pt x="344" y="1993"/>
                    <a:pt x="310" y="1993"/>
                    <a:pt x="267" y="2002"/>
                  </a:cubicBezTo>
                  <a:cubicBezTo>
                    <a:pt x="232" y="2010"/>
                    <a:pt x="207" y="2019"/>
                    <a:pt x="172" y="2019"/>
                  </a:cubicBezTo>
                  <a:cubicBezTo>
                    <a:pt x="146" y="2010"/>
                    <a:pt x="129" y="2002"/>
                    <a:pt x="103" y="1993"/>
                  </a:cubicBezTo>
                  <a:cubicBezTo>
                    <a:pt x="86" y="1993"/>
                    <a:pt x="69" y="1993"/>
                    <a:pt x="52" y="1984"/>
                  </a:cubicBezTo>
                  <a:cubicBezTo>
                    <a:pt x="9" y="1984"/>
                    <a:pt x="0" y="2019"/>
                    <a:pt x="9" y="2036"/>
                  </a:cubicBezTo>
                  <a:cubicBezTo>
                    <a:pt x="18" y="2045"/>
                    <a:pt x="43" y="2070"/>
                    <a:pt x="60" y="2070"/>
                  </a:cubicBezTo>
                  <a:cubicBezTo>
                    <a:pt x="69" y="2079"/>
                    <a:pt x="86" y="2079"/>
                    <a:pt x="103" y="2088"/>
                  </a:cubicBezTo>
                  <a:lnTo>
                    <a:pt x="112" y="2096"/>
                  </a:lnTo>
                  <a:lnTo>
                    <a:pt x="146" y="2105"/>
                  </a:lnTo>
                  <a:lnTo>
                    <a:pt x="189" y="2122"/>
                  </a:lnTo>
                  <a:cubicBezTo>
                    <a:pt x="207" y="2131"/>
                    <a:pt x="232" y="2131"/>
                    <a:pt x="249" y="2139"/>
                  </a:cubicBezTo>
                  <a:cubicBezTo>
                    <a:pt x="267" y="2139"/>
                    <a:pt x="284" y="2148"/>
                    <a:pt x="301" y="2148"/>
                  </a:cubicBezTo>
                  <a:cubicBezTo>
                    <a:pt x="313" y="2150"/>
                    <a:pt x="325" y="2151"/>
                    <a:pt x="337" y="2151"/>
                  </a:cubicBezTo>
                  <a:cubicBezTo>
                    <a:pt x="370" y="2151"/>
                    <a:pt x="405" y="2143"/>
                    <a:pt x="430" y="2131"/>
                  </a:cubicBezTo>
                  <a:cubicBezTo>
                    <a:pt x="447" y="2113"/>
                    <a:pt x="456" y="2105"/>
                    <a:pt x="481" y="2096"/>
                  </a:cubicBezTo>
                  <a:cubicBezTo>
                    <a:pt x="516" y="2088"/>
                    <a:pt x="559" y="2079"/>
                    <a:pt x="593" y="2079"/>
                  </a:cubicBezTo>
                  <a:cubicBezTo>
                    <a:pt x="701" y="2079"/>
                    <a:pt x="798" y="2126"/>
                    <a:pt x="897" y="2126"/>
                  </a:cubicBezTo>
                  <a:cubicBezTo>
                    <a:pt x="924" y="2126"/>
                    <a:pt x="952" y="2123"/>
                    <a:pt x="980" y="2113"/>
                  </a:cubicBezTo>
                  <a:cubicBezTo>
                    <a:pt x="1014" y="2105"/>
                    <a:pt x="1023" y="2088"/>
                    <a:pt x="1048" y="2070"/>
                  </a:cubicBezTo>
                  <a:cubicBezTo>
                    <a:pt x="1074" y="2053"/>
                    <a:pt x="1091" y="2027"/>
                    <a:pt x="1109" y="2010"/>
                  </a:cubicBezTo>
                  <a:cubicBezTo>
                    <a:pt x="1143" y="1950"/>
                    <a:pt x="1177" y="1890"/>
                    <a:pt x="1203" y="1821"/>
                  </a:cubicBezTo>
                  <a:cubicBezTo>
                    <a:pt x="1220" y="1770"/>
                    <a:pt x="1246" y="1710"/>
                    <a:pt x="1272" y="1658"/>
                  </a:cubicBezTo>
                  <a:cubicBezTo>
                    <a:pt x="1298" y="1624"/>
                    <a:pt x="1323" y="1598"/>
                    <a:pt x="1375" y="1581"/>
                  </a:cubicBezTo>
                  <a:cubicBezTo>
                    <a:pt x="1427" y="1563"/>
                    <a:pt x="1469" y="1546"/>
                    <a:pt x="1512" y="1529"/>
                  </a:cubicBezTo>
                  <a:cubicBezTo>
                    <a:pt x="1573" y="1495"/>
                    <a:pt x="1624" y="1486"/>
                    <a:pt x="1650" y="1435"/>
                  </a:cubicBezTo>
                  <a:cubicBezTo>
                    <a:pt x="1684" y="1383"/>
                    <a:pt x="1684" y="1332"/>
                    <a:pt x="1693" y="1280"/>
                  </a:cubicBezTo>
                  <a:cubicBezTo>
                    <a:pt x="1710" y="1211"/>
                    <a:pt x="1744" y="1160"/>
                    <a:pt x="1744" y="1091"/>
                  </a:cubicBezTo>
                  <a:cubicBezTo>
                    <a:pt x="1736" y="1057"/>
                    <a:pt x="1736" y="1022"/>
                    <a:pt x="1727" y="988"/>
                  </a:cubicBezTo>
                  <a:cubicBezTo>
                    <a:pt x="1727" y="945"/>
                    <a:pt x="1701" y="902"/>
                    <a:pt x="1710" y="850"/>
                  </a:cubicBezTo>
                  <a:cubicBezTo>
                    <a:pt x="1710" y="833"/>
                    <a:pt x="1710" y="807"/>
                    <a:pt x="1719" y="799"/>
                  </a:cubicBezTo>
                  <a:lnTo>
                    <a:pt x="1727" y="782"/>
                  </a:lnTo>
                  <a:cubicBezTo>
                    <a:pt x="1744" y="756"/>
                    <a:pt x="1753" y="730"/>
                    <a:pt x="1762" y="696"/>
                  </a:cubicBezTo>
                  <a:cubicBezTo>
                    <a:pt x="1762" y="661"/>
                    <a:pt x="1779" y="636"/>
                    <a:pt x="1787" y="601"/>
                  </a:cubicBezTo>
                  <a:cubicBezTo>
                    <a:pt x="1796" y="567"/>
                    <a:pt x="1787" y="524"/>
                    <a:pt x="1779" y="498"/>
                  </a:cubicBezTo>
                  <a:cubicBezTo>
                    <a:pt x="1770" y="464"/>
                    <a:pt x="1753" y="438"/>
                    <a:pt x="1727" y="412"/>
                  </a:cubicBezTo>
                  <a:cubicBezTo>
                    <a:pt x="1693" y="386"/>
                    <a:pt x="1658" y="369"/>
                    <a:pt x="1633" y="343"/>
                  </a:cubicBezTo>
                  <a:cubicBezTo>
                    <a:pt x="1607" y="318"/>
                    <a:pt x="1590" y="292"/>
                    <a:pt x="1564" y="275"/>
                  </a:cubicBezTo>
                  <a:cubicBezTo>
                    <a:pt x="1521" y="249"/>
                    <a:pt x="1504" y="206"/>
                    <a:pt x="1469" y="180"/>
                  </a:cubicBezTo>
                  <a:cubicBezTo>
                    <a:pt x="1427" y="154"/>
                    <a:pt x="1384" y="137"/>
                    <a:pt x="1349" y="112"/>
                  </a:cubicBezTo>
                  <a:cubicBezTo>
                    <a:pt x="1306" y="86"/>
                    <a:pt x="1280" y="43"/>
                    <a:pt x="1246" y="8"/>
                  </a:cubicBezTo>
                  <a:cubicBezTo>
                    <a:pt x="1239" y="3"/>
                    <a:pt x="1233" y="0"/>
                    <a:pt x="122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6" name="Google Shape;16946;p54">
              <a:extLst>
                <a:ext uri="{FF2B5EF4-FFF2-40B4-BE49-F238E27FC236}">
                  <a16:creationId xmlns:a16="http://schemas.microsoft.com/office/drawing/2014/main" id="{BCDAEA1A-F1D0-4E35-64AA-68F10322D033}"/>
                </a:ext>
              </a:extLst>
            </p:cNvPr>
            <p:cNvSpPr/>
            <p:nvPr/>
          </p:nvSpPr>
          <p:spPr>
            <a:xfrm>
              <a:off x="5687200" y="1294325"/>
              <a:ext cx="60175" cy="26700"/>
            </a:xfrm>
            <a:custGeom>
              <a:avLst/>
              <a:gdLst/>
              <a:ahLst/>
              <a:cxnLst/>
              <a:rect l="l" t="t" r="r" b="b"/>
              <a:pathLst>
                <a:path w="2407" h="1068" extrusionOk="0">
                  <a:moveTo>
                    <a:pt x="1155" y="1"/>
                  </a:moveTo>
                  <a:cubicBezTo>
                    <a:pt x="1125" y="1"/>
                    <a:pt x="1096" y="21"/>
                    <a:pt x="1066" y="28"/>
                  </a:cubicBezTo>
                  <a:cubicBezTo>
                    <a:pt x="1023" y="37"/>
                    <a:pt x="989" y="37"/>
                    <a:pt x="946" y="54"/>
                  </a:cubicBezTo>
                  <a:cubicBezTo>
                    <a:pt x="912" y="63"/>
                    <a:pt x="877" y="80"/>
                    <a:pt x="851" y="89"/>
                  </a:cubicBezTo>
                  <a:cubicBezTo>
                    <a:pt x="842" y="90"/>
                    <a:pt x="832" y="91"/>
                    <a:pt x="823" y="91"/>
                  </a:cubicBezTo>
                  <a:cubicBezTo>
                    <a:pt x="781" y="91"/>
                    <a:pt x="740" y="77"/>
                    <a:pt x="705" y="63"/>
                  </a:cubicBezTo>
                  <a:cubicBezTo>
                    <a:pt x="673" y="52"/>
                    <a:pt x="633" y="41"/>
                    <a:pt x="596" y="41"/>
                  </a:cubicBezTo>
                  <a:cubicBezTo>
                    <a:pt x="574" y="41"/>
                    <a:pt x="552" y="45"/>
                    <a:pt x="534" y="54"/>
                  </a:cubicBezTo>
                  <a:cubicBezTo>
                    <a:pt x="491" y="71"/>
                    <a:pt x="448" y="106"/>
                    <a:pt x="405" y="131"/>
                  </a:cubicBezTo>
                  <a:cubicBezTo>
                    <a:pt x="336" y="166"/>
                    <a:pt x="276" y="183"/>
                    <a:pt x="233" y="260"/>
                  </a:cubicBezTo>
                  <a:cubicBezTo>
                    <a:pt x="207" y="312"/>
                    <a:pt x="190" y="389"/>
                    <a:pt x="155" y="424"/>
                  </a:cubicBezTo>
                  <a:cubicBezTo>
                    <a:pt x="113" y="467"/>
                    <a:pt x="78" y="501"/>
                    <a:pt x="52" y="544"/>
                  </a:cubicBezTo>
                  <a:cubicBezTo>
                    <a:pt x="27" y="578"/>
                    <a:pt x="1" y="621"/>
                    <a:pt x="27" y="664"/>
                  </a:cubicBezTo>
                  <a:cubicBezTo>
                    <a:pt x="35" y="699"/>
                    <a:pt x="52" y="690"/>
                    <a:pt x="35" y="724"/>
                  </a:cubicBezTo>
                  <a:cubicBezTo>
                    <a:pt x="30" y="735"/>
                    <a:pt x="15" y="752"/>
                    <a:pt x="24" y="752"/>
                  </a:cubicBezTo>
                  <a:cubicBezTo>
                    <a:pt x="29" y="752"/>
                    <a:pt x="44" y="745"/>
                    <a:pt x="78" y="724"/>
                  </a:cubicBezTo>
                  <a:cubicBezTo>
                    <a:pt x="78" y="699"/>
                    <a:pt x="121" y="656"/>
                    <a:pt x="138" y="647"/>
                  </a:cubicBezTo>
                  <a:cubicBezTo>
                    <a:pt x="164" y="630"/>
                    <a:pt x="190" y="613"/>
                    <a:pt x="207" y="587"/>
                  </a:cubicBezTo>
                  <a:cubicBezTo>
                    <a:pt x="250" y="544"/>
                    <a:pt x="310" y="492"/>
                    <a:pt x="370" y="475"/>
                  </a:cubicBezTo>
                  <a:cubicBezTo>
                    <a:pt x="396" y="467"/>
                    <a:pt x="422" y="458"/>
                    <a:pt x="448" y="458"/>
                  </a:cubicBezTo>
                  <a:cubicBezTo>
                    <a:pt x="465" y="449"/>
                    <a:pt x="482" y="432"/>
                    <a:pt x="508" y="432"/>
                  </a:cubicBezTo>
                  <a:cubicBezTo>
                    <a:pt x="516" y="428"/>
                    <a:pt x="525" y="428"/>
                    <a:pt x="534" y="428"/>
                  </a:cubicBezTo>
                  <a:cubicBezTo>
                    <a:pt x="542" y="428"/>
                    <a:pt x="551" y="428"/>
                    <a:pt x="559" y="424"/>
                  </a:cubicBezTo>
                  <a:cubicBezTo>
                    <a:pt x="584" y="418"/>
                    <a:pt x="599" y="411"/>
                    <a:pt x="619" y="411"/>
                  </a:cubicBezTo>
                  <a:cubicBezTo>
                    <a:pt x="627" y="411"/>
                    <a:pt x="635" y="412"/>
                    <a:pt x="645" y="415"/>
                  </a:cubicBezTo>
                  <a:cubicBezTo>
                    <a:pt x="680" y="424"/>
                    <a:pt x="714" y="441"/>
                    <a:pt x="748" y="449"/>
                  </a:cubicBezTo>
                  <a:cubicBezTo>
                    <a:pt x="774" y="458"/>
                    <a:pt x="817" y="475"/>
                    <a:pt x="834" y="475"/>
                  </a:cubicBezTo>
                  <a:lnTo>
                    <a:pt x="877" y="458"/>
                  </a:lnTo>
                  <a:cubicBezTo>
                    <a:pt x="903" y="449"/>
                    <a:pt x="920" y="449"/>
                    <a:pt x="946" y="441"/>
                  </a:cubicBezTo>
                  <a:cubicBezTo>
                    <a:pt x="980" y="432"/>
                    <a:pt x="1015" y="415"/>
                    <a:pt x="1049" y="415"/>
                  </a:cubicBezTo>
                  <a:cubicBezTo>
                    <a:pt x="1092" y="415"/>
                    <a:pt x="1135" y="415"/>
                    <a:pt x="1178" y="424"/>
                  </a:cubicBezTo>
                  <a:lnTo>
                    <a:pt x="1307" y="424"/>
                  </a:lnTo>
                  <a:cubicBezTo>
                    <a:pt x="1350" y="432"/>
                    <a:pt x="1375" y="458"/>
                    <a:pt x="1418" y="475"/>
                  </a:cubicBezTo>
                  <a:cubicBezTo>
                    <a:pt x="1436" y="484"/>
                    <a:pt x="1453" y="492"/>
                    <a:pt x="1470" y="501"/>
                  </a:cubicBezTo>
                  <a:cubicBezTo>
                    <a:pt x="1487" y="509"/>
                    <a:pt x="1513" y="518"/>
                    <a:pt x="1530" y="518"/>
                  </a:cubicBezTo>
                  <a:cubicBezTo>
                    <a:pt x="1542" y="523"/>
                    <a:pt x="1555" y="524"/>
                    <a:pt x="1569" y="524"/>
                  </a:cubicBezTo>
                  <a:cubicBezTo>
                    <a:pt x="1591" y="524"/>
                    <a:pt x="1615" y="520"/>
                    <a:pt x="1637" y="520"/>
                  </a:cubicBezTo>
                  <a:cubicBezTo>
                    <a:pt x="1651" y="520"/>
                    <a:pt x="1664" y="522"/>
                    <a:pt x="1676" y="527"/>
                  </a:cubicBezTo>
                  <a:cubicBezTo>
                    <a:pt x="1711" y="535"/>
                    <a:pt x="1745" y="570"/>
                    <a:pt x="1771" y="595"/>
                  </a:cubicBezTo>
                  <a:cubicBezTo>
                    <a:pt x="1814" y="621"/>
                    <a:pt x="1865" y="630"/>
                    <a:pt x="1908" y="656"/>
                  </a:cubicBezTo>
                  <a:cubicBezTo>
                    <a:pt x="1925" y="664"/>
                    <a:pt x="1943" y="681"/>
                    <a:pt x="1968" y="699"/>
                  </a:cubicBezTo>
                  <a:cubicBezTo>
                    <a:pt x="2003" y="716"/>
                    <a:pt x="2046" y="716"/>
                    <a:pt x="2080" y="750"/>
                  </a:cubicBezTo>
                  <a:cubicBezTo>
                    <a:pt x="2132" y="802"/>
                    <a:pt x="2192" y="845"/>
                    <a:pt x="2252" y="888"/>
                  </a:cubicBezTo>
                  <a:cubicBezTo>
                    <a:pt x="2278" y="913"/>
                    <a:pt x="2312" y="948"/>
                    <a:pt x="2338" y="982"/>
                  </a:cubicBezTo>
                  <a:cubicBezTo>
                    <a:pt x="2346" y="999"/>
                    <a:pt x="2398" y="1068"/>
                    <a:pt x="2406" y="1068"/>
                  </a:cubicBezTo>
                  <a:cubicBezTo>
                    <a:pt x="2406" y="1051"/>
                    <a:pt x="2398" y="1025"/>
                    <a:pt x="2398" y="999"/>
                  </a:cubicBezTo>
                  <a:cubicBezTo>
                    <a:pt x="2389" y="965"/>
                    <a:pt x="2398" y="939"/>
                    <a:pt x="2389" y="905"/>
                  </a:cubicBezTo>
                  <a:cubicBezTo>
                    <a:pt x="2363" y="853"/>
                    <a:pt x="2321" y="802"/>
                    <a:pt x="2286" y="767"/>
                  </a:cubicBezTo>
                  <a:cubicBezTo>
                    <a:pt x="2260" y="733"/>
                    <a:pt x="2226" y="699"/>
                    <a:pt x="2209" y="664"/>
                  </a:cubicBezTo>
                  <a:cubicBezTo>
                    <a:pt x="2209" y="647"/>
                    <a:pt x="2200" y="630"/>
                    <a:pt x="2200" y="613"/>
                  </a:cubicBezTo>
                  <a:cubicBezTo>
                    <a:pt x="2192" y="587"/>
                    <a:pt x="2174" y="570"/>
                    <a:pt x="2166" y="544"/>
                  </a:cubicBezTo>
                  <a:cubicBezTo>
                    <a:pt x="2149" y="509"/>
                    <a:pt x="2132" y="484"/>
                    <a:pt x="2106" y="449"/>
                  </a:cubicBezTo>
                  <a:cubicBezTo>
                    <a:pt x="2071" y="415"/>
                    <a:pt x="2054" y="372"/>
                    <a:pt x="2020" y="338"/>
                  </a:cubicBezTo>
                  <a:cubicBezTo>
                    <a:pt x="1977" y="303"/>
                    <a:pt x="1925" y="286"/>
                    <a:pt x="1874" y="269"/>
                  </a:cubicBezTo>
                  <a:cubicBezTo>
                    <a:pt x="1805" y="243"/>
                    <a:pt x="1745" y="200"/>
                    <a:pt x="1685" y="157"/>
                  </a:cubicBezTo>
                  <a:cubicBezTo>
                    <a:pt x="1642" y="123"/>
                    <a:pt x="1599" y="106"/>
                    <a:pt x="1539" y="97"/>
                  </a:cubicBezTo>
                  <a:lnTo>
                    <a:pt x="1479" y="97"/>
                  </a:lnTo>
                  <a:cubicBezTo>
                    <a:pt x="1444" y="97"/>
                    <a:pt x="1444" y="89"/>
                    <a:pt x="1418" y="80"/>
                  </a:cubicBezTo>
                  <a:cubicBezTo>
                    <a:pt x="1401" y="71"/>
                    <a:pt x="1384" y="71"/>
                    <a:pt x="1358" y="63"/>
                  </a:cubicBezTo>
                  <a:cubicBezTo>
                    <a:pt x="1341" y="54"/>
                    <a:pt x="1324" y="46"/>
                    <a:pt x="1307" y="37"/>
                  </a:cubicBezTo>
                  <a:cubicBezTo>
                    <a:pt x="1264" y="20"/>
                    <a:pt x="1212" y="3"/>
                    <a:pt x="1169" y="3"/>
                  </a:cubicBezTo>
                  <a:cubicBezTo>
                    <a:pt x="1164" y="1"/>
                    <a:pt x="1160" y="1"/>
                    <a:pt x="1155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7" name="Google Shape;16947;p54">
              <a:extLst>
                <a:ext uri="{FF2B5EF4-FFF2-40B4-BE49-F238E27FC236}">
                  <a16:creationId xmlns:a16="http://schemas.microsoft.com/office/drawing/2014/main" id="{05A6ED69-1913-0BD7-9937-AFD9338D7A94}"/>
                </a:ext>
              </a:extLst>
            </p:cNvPr>
            <p:cNvSpPr/>
            <p:nvPr/>
          </p:nvSpPr>
          <p:spPr>
            <a:xfrm>
              <a:off x="5673675" y="1317775"/>
              <a:ext cx="24075" cy="55250"/>
            </a:xfrm>
            <a:custGeom>
              <a:avLst/>
              <a:gdLst/>
              <a:ahLst/>
              <a:cxnLst/>
              <a:rect l="l" t="t" r="r" b="b"/>
              <a:pathLst>
                <a:path w="963" h="2210" extrusionOk="0">
                  <a:moveTo>
                    <a:pt x="466" y="1"/>
                  </a:moveTo>
                  <a:cubicBezTo>
                    <a:pt x="431" y="1"/>
                    <a:pt x="374" y="46"/>
                    <a:pt x="361" y="53"/>
                  </a:cubicBezTo>
                  <a:cubicBezTo>
                    <a:pt x="337" y="72"/>
                    <a:pt x="311" y="83"/>
                    <a:pt x="296" y="85"/>
                  </a:cubicBezTo>
                  <a:lnTo>
                    <a:pt x="296" y="85"/>
                  </a:lnTo>
                  <a:cubicBezTo>
                    <a:pt x="296" y="80"/>
                    <a:pt x="296" y="75"/>
                    <a:pt x="293" y="70"/>
                  </a:cubicBezTo>
                  <a:lnTo>
                    <a:pt x="293" y="70"/>
                  </a:lnTo>
                  <a:cubicBezTo>
                    <a:pt x="283" y="80"/>
                    <a:pt x="284" y="85"/>
                    <a:pt x="293" y="85"/>
                  </a:cubicBezTo>
                  <a:cubicBezTo>
                    <a:pt x="294" y="85"/>
                    <a:pt x="295" y="85"/>
                    <a:pt x="296" y="85"/>
                  </a:cubicBezTo>
                  <a:lnTo>
                    <a:pt x="296" y="85"/>
                  </a:lnTo>
                  <a:cubicBezTo>
                    <a:pt x="296" y="94"/>
                    <a:pt x="290" y="101"/>
                    <a:pt x="284" y="113"/>
                  </a:cubicBezTo>
                  <a:cubicBezTo>
                    <a:pt x="284" y="121"/>
                    <a:pt x="241" y="164"/>
                    <a:pt x="241" y="164"/>
                  </a:cubicBezTo>
                  <a:cubicBezTo>
                    <a:pt x="224" y="190"/>
                    <a:pt x="207" y="224"/>
                    <a:pt x="190" y="250"/>
                  </a:cubicBezTo>
                  <a:cubicBezTo>
                    <a:pt x="164" y="302"/>
                    <a:pt x="129" y="345"/>
                    <a:pt x="95" y="388"/>
                  </a:cubicBezTo>
                  <a:lnTo>
                    <a:pt x="69" y="422"/>
                  </a:lnTo>
                  <a:cubicBezTo>
                    <a:pt x="52" y="448"/>
                    <a:pt x="44" y="491"/>
                    <a:pt x="35" y="525"/>
                  </a:cubicBezTo>
                  <a:cubicBezTo>
                    <a:pt x="26" y="585"/>
                    <a:pt x="18" y="637"/>
                    <a:pt x="9" y="697"/>
                  </a:cubicBezTo>
                  <a:cubicBezTo>
                    <a:pt x="1" y="706"/>
                    <a:pt x="9" y="723"/>
                    <a:pt x="9" y="740"/>
                  </a:cubicBezTo>
                  <a:cubicBezTo>
                    <a:pt x="9" y="757"/>
                    <a:pt x="1" y="774"/>
                    <a:pt x="1" y="791"/>
                  </a:cubicBezTo>
                  <a:cubicBezTo>
                    <a:pt x="1" y="860"/>
                    <a:pt x="44" y="920"/>
                    <a:pt x="69" y="980"/>
                  </a:cubicBezTo>
                  <a:cubicBezTo>
                    <a:pt x="121" y="1084"/>
                    <a:pt x="147" y="1195"/>
                    <a:pt x="198" y="1307"/>
                  </a:cubicBezTo>
                  <a:cubicBezTo>
                    <a:pt x="258" y="1436"/>
                    <a:pt x="276" y="1556"/>
                    <a:pt x="353" y="1676"/>
                  </a:cubicBezTo>
                  <a:cubicBezTo>
                    <a:pt x="361" y="1694"/>
                    <a:pt x="379" y="1711"/>
                    <a:pt x="396" y="1728"/>
                  </a:cubicBezTo>
                  <a:cubicBezTo>
                    <a:pt x="422" y="1754"/>
                    <a:pt x="447" y="1797"/>
                    <a:pt x="482" y="1831"/>
                  </a:cubicBezTo>
                  <a:cubicBezTo>
                    <a:pt x="525" y="1883"/>
                    <a:pt x="559" y="1934"/>
                    <a:pt x="602" y="1994"/>
                  </a:cubicBezTo>
                  <a:cubicBezTo>
                    <a:pt x="619" y="2020"/>
                    <a:pt x="645" y="2037"/>
                    <a:pt x="671" y="2054"/>
                  </a:cubicBezTo>
                  <a:cubicBezTo>
                    <a:pt x="679" y="2072"/>
                    <a:pt x="705" y="2089"/>
                    <a:pt x="722" y="2089"/>
                  </a:cubicBezTo>
                  <a:cubicBezTo>
                    <a:pt x="739" y="2097"/>
                    <a:pt x="757" y="2097"/>
                    <a:pt x="774" y="2106"/>
                  </a:cubicBezTo>
                  <a:cubicBezTo>
                    <a:pt x="800" y="2123"/>
                    <a:pt x="851" y="2140"/>
                    <a:pt x="877" y="2158"/>
                  </a:cubicBezTo>
                  <a:cubicBezTo>
                    <a:pt x="894" y="2166"/>
                    <a:pt x="937" y="2209"/>
                    <a:pt x="963" y="2209"/>
                  </a:cubicBezTo>
                  <a:cubicBezTo>
                    <a:pt x="963" y="2183"/>
                    <a:pt x="911" y="2158"/>
                    <a:pt x="894" y="2140"/>
                  </a:cubicBezTo>
                  <a:cubicBezTo>
                    <a:pt x="868" y="2115"/>
                    <a:pt x="817" y="2106"/>
                    <a:pt x="791" y="2080"/>
                  </a:cubicBezTo>
                  <a:cubicBezTo>
                    <a:pt x="739" y="2020"/>
                    <a:pt x="757" y="1943"/>
                    <a:pt x="722" y="1883"/>
                  </a:cubicBezTo>
                  <a:cubicBezTo>
                    <a:pt x="696" y="1840"/>
                    <a:pt x="688" y="1805"/>
                    <a:pt x="654" y="1779"/>
                  </a:cubicBezTo>
                  <a:cubicBezTo>
                    <a:pt x="611" y="1745"/>
                    <a:pt x="636" y="1711"/>
                    <a:pt x="611" y="1668"/>
                  </a:cubicBezTo>
                  <a:cubicBezTo>
                    <a:pt x="559" y="1573"/>
                    <a:pt x="473" y="1487"/>
                    <a:pt x="422" y="1384"/>
                  </a:cubicBezTo>
                  <a:cubicBezTo>
                    <a:pt x="396" y="1333"/>
                    <a:pt x="310" y="1290"/>
                    <a:pt x="301" y="1230"/>
                  </a:cubicBezTo>
                  <a:cubicBezTo>
                    <a:pt x="301" y="1212"/>
                    <a:pt x="301" y="1195"/>
                    <a:pt x="301" y="1187"/>
                  </a:cubicBezTo>
                  <a:cubicBezTo>
                    <a:pt x="301" y="1161"/>
                    <a:pt x="301" y="1161"/>
                    <a:pt x="318" y="1144"/>
                  </a:cubicBezTo>
                  <a:cubicBezTo>
                    <a:pt x="379" y="1041"/>
                    <a:pt x="404" y="886"/>
                    <a:pt x="344" y="774"/>
                  </a:cubicBezTo>
                  <a:cubicBezTo>
                    <a:pt x="336" y="766"/>
                    <a:pt x="336" y="749"/>
                    <a:pt x="327" y="731"/>
                  </a:cubicBezTo>
                  <a:cubicBezTo>
                    <a:pt x="310" y="706"/>
                    <a:pt x="301" y="688"/>
                    <a:pt x="301" y="663"/>
                  </a:cubicBezTo>
                  <a:cubicBezTo>
                    <a:pt x="293" y="611"/>
                    <a:pt x="318" y="585"/>
                    <a:pt x="327" y="542"/>
                  </a:cubicBezTo>
                  <a:cubicBezTo>
                    <a:pt x="327" y="517"/>
                    <a:pt x="336" y="499"/>
                    <a:pt x="336" y="474"/>
                  </a:cubicBezTo>
                  <a:lnTo>
                    <a:pt x="361" y="456"/>
                  </a:lnTo>
                  <a:cubicBezTo>
                    <a:pt x="370" y="439"/>
                    <a:pt x="370" y="422"/>
                    <a:pt x="379" y="405"/>
                  </a:cubicBezTo>
                  <a:cubicBezTo>
                    <a:pt x="396" y="353"/>
                    <a:pt x="413" y="310"/>
                    <a:pt x="439" y="259"/>
                  </a:cubicBezTo>
                  <a:cubicBezTo>
                    <a:pt x="456" y="242"/>
                    <a:pt x="465" y="224"/>
                    <a:pt x="465" y="199"/>
                  </a:cubicBezTo>
                  <a:cubicBezTo>
                    <a:pt x="473" y="181"/>
                    <a:pt x="482" y="164"/>
                    <a:pt x="482" y="147"/>
                  </a:cubicBezTo>
                  <a:cubicBezTo>
                    <a:pt x="482" y="130"/>
                    <a:pt x="473" y="104"/>
                    <a:pt x="473" y="78"/>
                  </a:cubicBezTo>
                  <a:cubicBezTo>
                    <a:pt x="473" y="61"/>
                    <a:pt x="490" y="35"/>
                    <a:pt x="490" y="18"/>
                  </a:cubicBezTo>
                  <a:cubicBezTo>
                    <a:pt x="486" y="6"/>
                    <a:pt x="477" y="1"/>
                    <a:pt x="466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8" name="Google Shape;16948;p54">
              <a:extLst>
                <a:ext uri="{FF2B5EF4-FFF2-40B4-BE49-F238E27FC236}">
                  <a16:creationId xmlns:a16="http://schemas.microsoft.com/office/drawing/2014/main" id="{A6B6E9B3-440F-C946-5C7E-861497A8D38E}"/>
                </a:ext>
              </a:extLst>
            </p:cNvPr>
            <p:cNvSpPr/>
            <p:nvPr/>
          </p:nvSpPr>
          <p:spPr>
            <a:xfrm>
              <a:off x="5694950" y="1380075"/>
              <a:ext cx="27950" cy="7150"/>
            </a:xfrm>
            <a:custGeom>
              <a:avLst/>
              <a:gdLst/>
              <a:ahLst/>
              <a:cxnLst/>
              <a:rect l="l" t="t" r="r" b="b"/>
              <a:pathLst>
                <a:path w="1118" h="286" extrusionOk="0">
                  <a:moveTo>
                    <a:pt x="198" y="1"/>
                  </a:moveTo>
                  <a:cubicBezTo>
                    <a:pt x="175" y="23"/>
                    <a:pt x="152" y="27"/>
                    <a:pt x="129" y="27"/>
                  </a:cubicBezTo>
                  <a:cubicBezTo>
                    <a:pt x="118" y="27"/>
                    <a:pt x="106" y="26"/>
                    <a:pt x="95" y="26"/>
                  </a:cubicBezTo>
                  <a:cubicBezTo>
                    <a:pt x="77" y="18"/>
                    <a:pt x="69" y="18"/>
                    <a:pt x="60" y="18"/>
                  </a:cubicBezTo>
                  <a:cubicBezTo>
                    <a:pt x="26" y="18"/>
                    <a:pt x="26" y="52"/>
                    <a:pt x="0" y="61"/>
                  </a:cubicBezTo>
                  <a:cubicBezTo>
                    <a:pt x="17" y="95"/>
                    <a:pt x="35" y="112"/>
                    <a:pt x="69" y="121"/>
                  </a:cubicBezTo>
                  <a:cubicBezTo>
                    <a:pt x="138" y="147"/>
                    <a:pt x="206" y="172"/>
                    <a:pt x="266" y="207"/>
                  </a:cubicBezTo>
                  <a:cubicBezTo>
                    <a:pt x="301" y="215"/>
                    <a:pt x="318" y="241"/>
                    <a:pt x="352" y="250"/>
                  </a:cubicBezTo>
                  <a:cubicBezTo>
                    <a:pt x="387" y="267"/>
                    <a:pt x="438" y="267"/>
                    <a:pt x="481" y="275"/>
                  </a:cubicBezTo>
                  <a:cubicBezTo>
                    <a:pt x="511" y="280"/>
                    <a:pt x="524" y="285"/>
                    <a:pt x="539" y="285"/>
                  </a:cubicBezTo>
                  <a:cubicBezTo>
                    <a:pt x="550" y="285"/>
                    <a:pt x="563" y="283"/>
                    <a:pt x="584" y="275"/>
                  </a:cubicBezTo>
                  <a:cubicBezTo>
                    <a:pt x="627" y="258"/>
                    <a:pt x="670" y="258"/>
                    <a:pt x="705" y="233"/>
                  </a:cubicBezTo>
                  <a:cubicBezTo>
                    <a:pt x="722" y="224"/>
                    <a:pt x="748" y="207"/>
                    <a:pt x="773" y="198"/>
                  </a:cubicBezTo>
                  <a:cubicBezTo>
                    <a:pt x="801" y="184"/>
                    <a:pt x="818" y="170"/>
                    <a:pt x="847" y="170"/>
                  </a:cubicBezTo>
                  <a:cubicBezTo>
                    <a:pt x="853" y="170"/>
                    <a:pt x="860" y="171"/>
                    <a:pt x="868" y="172"/>
                  </a:cubicBezTo>
                  <a:cubicBezTo>
                    <a:pt x="919" y="181"/>
                    <a:pt x="962" y="190"/>
                    <a:pt x="1014" y="198"/>
                  </a:cubicBezTo>
                  <a:cubicBezTo>
                    <a:pt x="1048" y="198"/>
                    <a:pt x="1108" y="190"/>
                    <a:pt x="1117" y="164"/>
                  </a:cubicBezTo>
                  <a:cubicBezTo>
                    <a:pt x="1117" y="138"/>
                    <a:pt x="1083" y="104"/>
                    <a:pt x="1074" y="86"/>
                  </a:cubicBezTo>
                  <a:cubicBezTo>
                    <a:pt x="1057" y="61"/>
                    <a:pt x="1057" y="9"/>
                    <a:pt x="1014" y="9"/>
                  </a:cubicBezTo>
                  <a:cubicBezTo>
                    <a:pt x="997" y="9"/>
                    <a:pt x="988" y="26"/>
                    <a:pt x="980" y="35"/>
                  </a:cubicBezTo>
                  <a:cubicBezTo>
                    <a:pt x="962" y="44"/>
                    <a:pt x="954" y="44"/>
                    <a:pt x="928" y="52"/>
                  </a:cubicBezTo>
                  <a:cubicBezTo>
                    <a:pt x="902" y="52"/>
                    <a:pt x="876" y="52"/>
                    <a:pt x="851" y="61"/>
                  </a:cubicBezTo>
                  <a:cubicBezTo>
                    <a:pt x="816" y="61"/>
                    <a:pt x="773" y="44"/>
                    <a:pt x="739" y="35"/>
                  </a:cubicBezTo>
                  <a:cubicBezTo>
                    <a:pt x="705" y="35"/>
                    <a:pt x="670" y="26"/>
                    <a:pt x="636" y="26"/>
                  </a:cubicBezTo>
                  <a:cubicBezTo>
                    <a:pt x="610" y="26"/>
                    <a:pt x="593" y="35"/>
                    <a:pt x="567" y="44"/>
                  </a:cubicBezTo>
                  <a:cubicBezTo>
                    <a:pt x="533" y="52"/>
                    <a:pt x="481" y="52"/>
                    <a:pt x="438" y="61"/>
                  </a:cubicBezTo>
                  <a:cubicBezTo>
                    <a:pt x="370" y="61"/>
                    <a:pt x="258" y="52"/>
                    <a:pt x="19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9" name="Google Shape;16949;p54">
              <a:extLst>
                <a:ext uri="{FF2B5EF4-FFF2-40B4-BE49-F238E27FC236}">
                  <a16:creationId xmlns:a16="http://schemas.microsoft.com/office/drawing/2014/main" id="{3E524C7C-2A78-08DC-2313-73E95011DE0C}"/>
                </a:ext>
              </a:extLst>
            </p:cNvPr>
            <p:cNvSpPr/>
            <p:nvPr/>
          </p:nvSpPr>
          <p:spPr>
            <a:xfrm>
              <a:off x="5670250" y="1341625"/>
              <a:ext cx="22150" cy="38700"/>
            </a:xfrm>
            <a:custGeom>
              <a:avLst/>
              <a:gdLst/>
              <a:ahLst/>
              <a:cxnLst/>
              <a:rect l="l" t="t" r="r" b="b"/>
              <a:pathLst>
                <a:path w="886" h="1548" extrusionOk="0">
                  <a:moveTo>
                    <a:pt x="17" y="1"/>
                  </a:moveTo>
                  <a:cubicBezTo>
                    <a:pt x="0" y="9"/>
                    <a:pt x="0" y="52"/>
                    <a:pt x="0" y="61"/>
                  </a:cubicBezTo>
                  <a:cubicBezTo>
                    <a:pt x="0" y="78"/>
                    <a:pt x="0" y="104"/>
                    <a:pt x="0" y="121"/>
                  </a:cubicBezTo>
                  <a:cubicBezTo>
                    <a:pt x="0" y="138"/>
                    <a:pt x="9" y="155"/>
                    <a:pt x="0" y="181"/>
                  </a:cubicBezTo>
                  <a:cubicBezTo>
                    <a:pt x="0" y="198"/>
                    <a:pt x="0" y="224"/>
                    <a:pt x="9" y="241"/>
                  </a:cubicBezTo>
                  <a:lnTo>
                    <a:pt x="17" y="276"/>
                  </a:lnTo>
                  <a:cubicBezTo>
                    <a:pt x="17" y="310"/>
                    <a:pt x="26" y="336"/>
                    <a:pt x="26" y="362"/>
                  </a:cubicBezTo>
                  <a:cubicBezTo>
                    <a:pt x="26" y="379"/>
                    <a:pt x="26" y="396"/>
                    <a:pt x="34" y="413"/>
                  </a:cubicBezTo>
                  <a:cubicBezTo>
                    <a:pt x="34" y="439"/>
                    <a:pt x="34" y="465"/>
                    <a:pt x="43" y="490"/>
                  </a:cubicBezTo>
                  <a:cubicBezTo>
                    <a:pt x="43" y="499"/>
                    <a:pt x="52" y="516"/>
                    <a:pt x="52" y="525"/>
                  </a:cubicBezTo>
                  <a:cubicBezTo>
                    <a:pt x="52" y="542"/>
                    <a:pt x="60" y="551"/>
                    <a:pt x="60" y="568"/>
                  </a:cubicBezTo>
                  <a:cubicBezTo>
                    <a:pt x="69" y="585"/>
                    <a:pt x="69" y="594"/>
                    <a:pt x="69" y="611"/>
                  </a:cubicBezTo>
                  <a:cubicBezTo>
                    <a:pt x="69" y="628"/>
                    <a:pt x="77" y="645"/>
                    <a:pt x="77" y="662"/>
                  </a:cubicBezTo>
                  <a:cubicBezTo>
                    <a:pt x="95" y="722"/>
                    <a:pt x="95" y="783"/>
                    <a:pt x="103" y="843"/>
                  </a:cubicBezTo>
                  <a:cubicBezTo>
                    <a:pt x="112" y="877"/>
                    <a:pt x="129" y="894"/>
                    <a:pt x="146" y="929"/>
                  </a:cubicBezTo>
                  <a:cubicBezTo>
                    <a:pt x="163" y="946"/>
                    <a:pt x="172" y="963"/>
                    <a:pt x="181" y="980"/>
                  </a:cubicBezTo>
                  <a:cubicBezTo>
                    <a:pt x="198" y="1014"/>
                    <a:pt x="215" y="1032"/>
                    <a:pt x="241" y="1057"/>
                  </a:cubicBezTo>
                  <a:cubicBezTo>
                    <a:pt x="258" y="1075"/>
                    <a:pt x="284" y="1100"/>
                    <a:pt x="301" y="1118"/>
                  </a:cubicBezTo>
                  <a:cubicBezTo>
                    <a:pt x="309" y="1135"/>
                    <a:pt x="327" y="1143"/>
                    <a:pt x="335" y="1161"/>
                  </a:cubicBezTo>
                  <a:cubicBezTo>
                    <a:pt x="352" y="1169"/>
                    <a:pt x="361" y="1186"/>
                    <a:pt x="378" y="1195"/>
                  </a:cubicBezTo>
                  <a:cubicBezTo>
                    <a:pt x="387" y="1212"/>
                    <a:pt x="387" y="1229"/>
                    <a:pt x="395" y="1238"/>
                  </a:cubicBezTo>
                  <a:cubicBezTo>
                    <a:pt x="413" y="1264"/>
                    <a:pt x="430" y="1298"/>
                    <a:pt x="455" y="1315"/>
                  </a:cubicBezTo>
                  <a:cubicBezTo>
                    <a:pt x="464" y="1332"/>
                    <a:pt x="473" y="1341"/>
                    <a:pt x="481" y="1358"/>
                  </a:cubicBezTo>
                  <a:cubicBezTo>
                    <a:pt x="490" y="1367"/>
                    <a:pt x="498" y="1375"/>
                    <a:pt x="516" y="1384"/>
                  </a:cubicBezTo>
                  <a:cubicBezTo>
                    <a:pt x="541" y="1401"/>
                    <a:pt x="567" y="1418"/>
                    <a:pt x="593" y="1435"/>
                  </a:cubicBezTo>
                  <a:cubicBezTo>
                    <a:pt x="627" y="1453"/>
                    <a:pt x="653" y="1470"/>
                    <a:pt x="687" y="1478"/>
                  </a:cubicBezTo>
                  <a:cubicBezTo>
                    <a:pt x="705" y="1496"/>
                    <a:pt x="730" y="1513"/>
                    <a:pt x="748" y="1513"/>
                  </a:cubicBezTo>
                  <a:lnTo>
                    <a:pt x="756" y="1513"/>
                  </a:lnTo>
                  <a:cubicBezTo>
                    <a:pt x="773" y="1513"/>
                    <a:pt x="782" y="1504"/>
                    <a:pt x="799" y="1504"/>
                  </a:cubicBezTo>
                  <a:cubicBezTo>
                    <a:pt x="825" y="1504"/>
                    <a:pt x="842" y="1521"/>
                    <a:pt x="859" y="1530"/>
                  </a:cubicBezTo>
                  <a:lnTo>
                    <a:pt x="885" y="1547"/>
                  </a:lnTo>
                  <a:lnTo>
                    <a:pt x="868" y="1504"/>
                  </a:lnTo>
                  <a:cubicBezTo>
                    <a:pt x="859" y="1487"/>
                    <a:pt x="842" y="1478"/>
                    <a:pt x="825" y="1470"/>
                  </a:cubicBezTo>
                  <a:cubicBezTo>
                    <a:pt x="816" y="1461"/>
                    <a:pt x="808" y="1444"/>
                    <a:pt x="799" y="1435"/>
                  </a:cubicBezTo>
                  <a:lnTo>
                    <a:pt x="773" y="1410"/>
                  </a:lnTo>
                  <a:lnTo>
                    <a:pt x="739" y="1375"/>
                  </a:lnTo>
                  <a:lnTo>
                    <a:pt x="713" y="1350"/>
                  </a:lnTo>
                  <a:cubicBezTo>
                    <a:pt x="705" y="1341"/>
                    <a:pt x="696" y="1324"/>
                    <a:pt x="679" y="1315"/>
                  </a:cubicBezTo>
                  <a:lnTo>
                    <a:pt x="662" y="1298"/>
                  </a:lnTo>
                  <a:lnTo>
                    <a:pt x="636" y="1264"/>
                  </a:lnTo>
                  <a:cubicBezTo>
                    <a:pt x="619" y="1246"/>
                    <a:pt x="593" y="1221"/>
                    <a:pt x="584" y="1195"/>
                  </a:cubicBezTo>
                  <a:lnTo>
                    <a:pt x="567" y="1169"/>
                  </a:lnTo>
                  <a:cubicBezTo>
                    <a:pt x="550" y="1152"/>
                    <a:pt x="533" y="1135"/>
                    <a:pt x="516" y="1118"/>
                  </a:cubicBezTo>
                  <a:cubicBezTo>
                    <a:pt x="498" y="1100"/>
                    <a:pt x="490" y="1092"/>
                    <a:pt x="481" y="1083"/>
                  </a:cubicBezTo>
                  <a:cubicBezTo>
                    <a:pt x="464" y="1075"/>
                    <a:pt x="447" y="1049"/>
                    <a:pt x="430" y="1040"/>
                  </a:cubicBezTo>
                  <a:cubicBezTo>
                    <a:pt x="404" y="1006"/>
                    <a:pt x="370" y="980"/>
                    <a:pt x="344" y="946"/>
                  </a:cubicBezTo>
                  <a:cubicBezTo>
                    <a:pt x="327" y="929"/>
                    <a:pt x="309" y="903"/>
                    <a:pt x="301" y="886"/>
                  </a:cubicBezTo>
                  <a:lnTo>
                    <a:pt x="275" y="843"/>
                  </a:lnTo>
                  <a:lnTo>
                    <a:pt x="258" y="825"/>
                  </a:lnTo>
                  <a:lnTo>
                    <a:pt x="241" y="800"/>
                  </a:lnTo>
                  <a:cubicBezTo>
                    <a:pt x="224" y="774"/>
                    <a:pt x="215" y="748"/>
                    <a:pt x="206" y="714"/>
                  </a:cubicBezTo>
                  <a:cubicBezTo>
                    <a:pt x="198" y="688"/>
                    <a:pt x="181" y="671"/>
                    <a:pt x="172" y="636"/>
                  </a:cubicBezTo>
                  <a:cubicBezTo>
                    <a:pt x="163" y="619"/>
                    <a:pt x="163" y="594"/>
                    <a:pt x="155" y="568"/>
                  </a:cubicBezTo>
                  <a:cubicBezTo>
                    <a:pt x="155" y="542"/>
                    <a:pt x="120" y="447"/>
                    <a:pt x="120" y="439"/>
                  </a:cubicBezTo>
                  <a:cubicBezTo>
                    <a:pt x="112" y="422"/>
                    <a:pt x="112" y="413"/>
                    <a:pt x="103" y="405"/>
                  </a:cubicBezTo>
                  <a:cubicBezTo>
                    <a:pt x="95" y="387"/>
                    <a:pt x="95" y="370"/>
                    <a:pt x="95" y="353"/>
                  </a:cubicBezTo>
                  <a:cubicBezTo>
                    <a:pt x="77" y="310"/>
                    <a:pt x="69" y="267"/>
                    <a:pt x="60" y="215"/>
                  </a:cubicBezTo>
                  <a:cubicBezTo>
                    <a:pt x="60" y="190"/>
                    <a:pt x="60" y="155"/>
                    <a:pt x="52" y="121"/>
                  </a:cubicBezTo>
                  <a:cubicBezTo>
                    <a:pt x="43" y="104"/>
                    <a:pt x="34" y="87"/>
                    <a:pt x="26" y="61"/>
                  </a:cubicBezTo>
                  <a:cubicBezTo>
                    <a:pt x="26" y="52"/>
                    <a:pt x="17" y="35"/>
                    <a:pt x="17" y="18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DDBC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0" name="Google Shape;16950;p54">
              <a:extLst>
                <a:ext uri="{FF2B5EF4-FFF2-40B4-BE49-F238E27FC236}">
                  <a16:creationId xmlns:a16="http://schemas.microsoft.com/office/drawing/2014/main" id="{24184986-249E-270F-100D-2CBA941DEA50}"/>
                </a:ext>
              </a:extLst>
            </p:cNvPr>
            <p:cNvSpPr/>
            <p:nvPr/>
          </p:nvSpPr>
          <p:spPr>
            <a:xfrm>
              <a:off x="5693650" y="1362675"/>
              <a:ext cx="58450" cy="32275"/>
            </a:xfrm>
            <a:custGeom>
              <a:avLst/>
              <a:gdLst/>
              <a:ahLst/>
              <a:cxnLst/>
              <a:rect l="l" t="t" r="r" b="b"/>
              <a:pathLst>
                <a:path w="2338" h="1291" extrusionOk="0">
                  <a:moveTo>
                    <a:pt x="19" y="1156"/>
                  </a:moveTo>
                  <a:cubicBezTo>
                    <a:pt x="13" y="1156"/>
                    <a:pt x="7" y="1157"/>
                    <a:pt x="1" y="1161"/>
                  </a:cubicBezTo>
                  <a:cubicBezTo>
                    <a:pt x="1" y="1161"/>
                    <a:pt x="1" y="1161"/>
                    <a:pt x="19" y="1156"/>
                  </a:cubicBezTo>
                  <a:close/>
                  <a:moveTo>
                    <a:pt x="2303" y="1"/>
                  </a:moveTo>
                  <a:cubicBezTo>
                    <a:pt x="2286" y="18"/>
                    <a:pt x="2269" y="52"/>
                    <a:pt x="2260" y="69"/>
                  </a:cubicBezTo>
                  <a:cubicBezTo>
                    <a:pt x="2252" y="112"/>
                    <a:pt x="2234" y="155"/>
                    <a:pt x="2217" y="198"/>
                  </a:cubicBezTo>
                  <a:cubicBezTo>
                    <a:pt x="2200" y="241"/>
                    <a:pt x="2200" y="293"/>
                    <a:pt x="2174" y="336"/>
                  </a:cubicBezTo>
                  <a:cubicBezTo>
                    <a:pt x="2166" y="353"/>
                    <a:pt x="2140" y="370"/>
                    <a:pt x="2123" y="396"/>
                  </a:cubicBezTo>
                  <a:cubicBezTo>
                    <a:pt x="2080" y="465"/>
                    <a:pt x="2011" y="508"/>
                    <a:pt x="1951" y="568"/>
                  </a:cubicBezTo>
                  <a:cubicBezTo>
                    <a:pt x="1882" y="636"/>
                    <a:pt x="1822" y="679"/>
                    <a:pt x="1736" y="722"/>
                  </a:cubicBezTo>
                  <a:cubicBezTo>
                    <a:pt x="1710" y="731"/>
                    <a:pt x="1693" y="740"/>
                    <a:pt x="1667" y="748"/>
                  </a:cubicBezTo>
                  <a:cubicBezTo>
                    <a:pt x="1633" y="774"/>
                    <a:pt x="1599" y="791"/>
                    <a:pt x="1556" y="808"/>
                  </a:cubicBezTo>
                  <a:cubicBezTo>
                    <a:pt x="1530" y="817"/>
                    <a:pt x="1495" y="825"/>
                    <a:pt x="1461" y="843"/>
                  </a:cubicBezTo>
                  <a:cubicBezTo>
                    <a:pt x="1444" y="843"/>
                    <a:pt x="1427" y="851"/>
                    <a:pt x="1410" y="860"/>
                  </a:cubicBezTo>
                  <a:lnTo>
                    <a:pt x="1367" y="860"/>
                  </a:lnTo>
                  <a:cubicBezTo>
                    <a:pt x="1358" y="860"/>
                    <a:pt x="1341" y="877"/>
                    <a:pt x="1324" y="877"/>
                  </a:cubicBezTo>
                  <a:cubicBezTo>
                    <a:pt x="1298" y="894"/>
                    <a:pt x="1289" y="911"/>
                    <a:pt x="1264" y="929"/>
                  </a:cubicBezTo>
                  <a:cubicBezTo>
                    <a:pt x="1246" y="946"/>
                    <a:pt x="1229" y="954"/>
                    <a:pt x="1212" y="971"/>
                  </a:cubicBezTo>
                  <a:cubicBezTo>
                    <a:pt x="1169" y="997"/>
                    <a:pt x="1117" y="1032"/>
                    <a:pt x="1075" y="1057"/>
                  </a:cubicBezTo>
                  <a:cubicBezTo>
                    <a:pt x="1062" y="1070"/>
                    <a:pt x="1049" y="1078"/>
                    <a:pt x="1030" y="1078"/>
                  </a:cubicBezTo>
                  <a:cubicBezTo>
                    <a:pt x="1023" y="1078"/>
                    <a:pt x="1015" y="1077"/>
                    <a:pt x="1006" y="1075"/>
                  </a:cubicBezTo>
                  <a:cubicBezTo>
                    <a:pt x="971" y="1066"/>
                    <a:pt x="928" y="1057"/>
                    <a:pt x="886" y="1049"/>
                  </a:cubicBezTo>
                  <a:cubicBezTo>
                    <a:pt x="825" y="1049"/>
                    <a:pt x="757" y="1066"/>
                    <a:pt x="696" y="1083"/>
                  </a:cubicBezTo>
                  <a:cubicBezTo>
                    <a:pt x="671" y="1092"/>
                    <a:pt x="654" y="1109"/>
                    <a:pt x="628" y="1126"/>
                  </a:cubicBezTo>
                  <a:cubicBezTo>
                    <a:pt x="606" y="1135"/>
                    <a:pt x="583" y="1137"/>
                    <a:pt x="558" y="1137"/>
                  </a:cubicBezTo>
                  <a:cubicBezTo>
                    <a:pt x="533" y="1137"/>
                    <a:pt x="507" y="1135"/>
                    <a:pt x="482" y="1135"/>
                  </a:cubicBezTo>
                  <a:cubicBezTo>
                    <a:pt x="370" y="1135"/>
                    <a:pt x="250" y="1135"/>
                    <a:pt x="138" y="1126"/>
                  </a:cubicBezTo>
                  <a:cubicBezTo>
                    <a:pt x="71" y="1143"/>
                    <a:pt x="37" y="1151"/>
                    <a:pt x="19" y="1156"/>
                  </a:cubicBezTo>
                  <a:lnTo>
                    <a:pt x="19" y="1156"/>
                  </a:lnTo>
                  <a:cubicBezTo>
                    <a:pt x="20" y="1156"/>
                    <a:pt x="21" y="1156"/>
                    <a:pt x="22" y="1156"/>
                  </a:cubicBezTo>
                  <a:cubicBezTo>
                    <a:pt x="51" y="1156"/>
                    <a:pt x="85" y="1179"/>
                    <a:pt x="112" y="1186"/>
                  </a:cubicBezTo>
                  <a:cubicBezTo>
                    <a:pt x="164" y="1203"/>
                    <a:pt x="215" y="1221"/>
                    <a:pt x="267" y="1229"/>
                  </a:cubicBezTo>
                  <a:cubicBezTo>
                    <a:pt x="318" y="1246"/>
                    <a:pt x="361" y="1255"/>
                    <a:pt x="422" y="1255"/>
                  </a:cubicBezTo>
                  <a:cubicBezTo>
                    <a:pt x="482" y="1255"/>
                    <a:pt x="533" y="1264"/>
                    <a:pt x="593" y="1281"/>
                  </a:cubicBezTo>
                  <a:cubicBezTo>
                    <a:pt x="620" y="1287"/>
                    <a:pt x="647" y="1290"/>
                    <a:pt x="675" y="1290"/>
                  </a:cubicBezTo>
                  <a:cubicBezTo>
                    <a:pt x="720" y="1290"/>
                    <a:pt x="766" y="1283"/>
                    <a:pt x="808" y="1272"/>
                  </a:cubicBezTo>
                  <a:cubicBezTo>
                    <a:pt x="843" y="1272"/>
                    <a:pt x="868" y="1264"/>
                    <a:pt x="903" y="1255"/>
                  </a:cubicBezTo>
                  <a:cubicBezTo>
                    <a:pt x="928" y="1246"/>
                    <a:pt x="954" y="1229"/>
                    <a:pt x="980" y="1221"/>
                  </a:cubicBezTo>
                  <a:cubicBezTo>
                    <a:pt x="1014" y="1212"/>
                    <a:pt x="1040" y="1212"/>
                    <a:pt x="1075" y="1195"/>
                  </a:cubicBezTo>
                  <a:cubicBezTo>
                    <a:pt x="1092" y="1195"/>
                    <a:pt x="1109" y="1186"/>
                    <a:pt x="1126" y="1178"/>
                  </a:cubicBezTo>
                  <a:cubicBezTo>
                    <a:pt x="1160" y="1169"/>
                    <a:pt x="1203" y="1161"/>
                    <a:pt x="1238" y="1152"/>
                  </a:cubicBezTo>
                  <a:cubicBezTo>
                    <a:pt x="1264" y="1152"/>
                    <a:pt x="1281" y="1135"/>
                    <a:pt x="1298" y="1135"/>
                  </a:cubicBezTo>
                  <a:cubicBezTo>
                    <a:pt x="1324" y="1126"/>
                    <a:pt x="1358" y="1126"/>
                    <a:pt x="1384" y="1118"/>
                  </a:cubicBezTo>
                  <a:cubicBezTo>
                    <a:pt x="1418" y="1109"/>
                    <a:pt x="1444" y="1092"/>
                    <a:pt x="1478" y="1083"/>
                  </a:cubicBezTo>
                  <a:cubicBezTo>
                    <a:pt x="1538" y="1066"/>
                    <a:pt x="1590" y="1049"/>
                    <a:pt x="1650" y="1014"/>
                  </a:cubicBezTo>
                  <a:cubicBezTo>
                    <a:pt x="1676" y="989"/>
                    <a:pt x="1710" y="963"/>
                    <a:pt x="1745" y="937"/>
                  </a:cubicBezTo>
                  <a:cubicBezTo>
                    <a:pt x="1753" y="920"/>
                    <a:pt x="1753" y="894"/>
                    <a:pt x="1770" y="877"/>
                  </a:cubicBezTo>
                  <a:cubicBezTo>
                    <a:pt x="1788" y="860"/>
                    <a:pt x="1813" y="851"/>
                    <a:pt x="1831" y="825"/>
                  </a:cubicBezTo>
                  <a:cubicBezTo>
                    <a:pt x="1874" y="782"/>
                    <a:pt x="1865" y="705"/>
                    <a:pt x="1899" y="654"/>
                  </a:cubicBezTo>
                  <a:cubicBezTo>
                    <a:pt x="1916" y="628"/>
                    <a:pt x="1934" y="619"/>
                    <a:pt x="1951" y="602"/>
                  </a:cubicBezTo>
                  <a:cubicBezTo>
                    <a:pt x="1977" y="585"/>
                    <a:pt x="1994" y="568"/>
                    <a:pt x="2020" y="542"/>
                  </a:cubicBezTo>
                  <a:cubicBezTo>
                    <a:pt x="2080" y="490"/>
                    <a:pt x="2148" y="439"/>
                    <a:pt x="2191" y="362"/>
                  </a:cubicBezTo>
                  <a:cubicBezTo>
                    <a:pt x="2234" y="293"/>
                    <a:pt x="2294" y="215"/>
                    <a:pt x="2320" y="130"/>
                  </a:cubicBezTo>
                  <a:cubicBezTo>
                    <a:pt x="2329" y="87"/>
                    <a:pt x="2337" y="35"/>
                    <a:pt x="2303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1" name="Google Shape;16951;p54">
              <a:extLst>
                <a:ext uri="{FF2B5EF4-FFF2-40B4-BE49-F238E27FC236}">
                  <a16:creationId xmlns:a16="http://schemas.microsoft.com/office/drawing/2014/main" id="{9D029323-0C9F-3BF2-3548-A0119806019B}"/>
                </a:ext>
              </a:extLst>
            </p:cNvPr>
            <p:cNvSpPr/>
            <p:nvPr/>
          </p:nvSpPr>
          <p:spPr>
            <a:xfrm>
              <a:off x="5714475" y="1287050"/>
              <a:ext cx="42775" cy="42350"/>
            </a:xfrm>
            <a:custGeom>
              <a:avLst/>
              <a:gdLst/>
              <a:ahLst/>
              <a:cxnLst/>
              <a:rect l="l" t="t" r="r" b="b"/>
              <a:pathLst>
                <a:path w="1711" h="1694" extrusionOk="0">
                  <a:moveTo>
                    <a:pt x="391" y="0"/>
                  </a:moveTo>
                  <a:cubicBezTo>
                    <a:pt x="350" y="0"/>
                    <a:pt x="309" y="3"/>
                    <a:pt x="267" y="19"/>
                  </a:cubicBezTo>
                  <a:cubicBezTo>
                    <a:pt x="231" y="34"/>
                    <a:pt x="192" y="37"/>
                    <a:pt x="152" y="37"/>
                  </a:cubicBezTo>
                  <a:cubicBezTo>
                    <a:pt x="125" y="37"/>
                    <a:pt x="97" y="36"/>
                    <a:pt x="70" y="36"/>
                  </a:cubicBezTo>
                  <a:cubicBezTo>
                    <a:pt x="53" y="36"/>
                    <a:pt x="44" y="44"/>
                    <a:pt x="35" y="44"/>
                  </a:cubicBezTo>
                  <a:lnTo>
                    <a:pt x="1" y="44"/>
                  </a:lnTo>
                  <a:cubicBezTo>
                    <a:pt x="44" y="44"/>
                    <a:pt x="87" y="44"/>
                    <a:pt x="130" y="53"/>
                  </a:cubicBezTo>
                  <a:cubicBezTo>
                    <a:pt x="164" y="53"/>
                    <a:pt x="216" y="62"/>
                    <a:pt x="250" y="70"/>
                  </a:cubicBezTo>
                  <a:cubicBezTo>
                    <a:pt x="267" y="79"/>
                    <a:pt x="284" y="87"/>
                    <a:pt x="310" y="96"/>
                  </a:cubicBezTo>
                  <a:cubicBezTo>
                    <a:pt x="336" y="113"/>
                    <a:pt x="370" y="113"/>
                    <a:pt x="405" y="122"/>
                  </a:cubicBezTo>
                  <a:cubicBezTo>
                    <a:pt x="448" y="139"/>
                    <a:pt x="482" y="191"/>
                    <a:pt x="525" y="216"/>
                  </a:cubicBezTo>
                  <a:cubicBezTo>
                    <a:pt x="559" y="233"/>
                    <a:pt x="594" y="251"/>
                    <a:pt x="628" y="276"/>
                  </a:cubicBezTo>
                  <a:cubicBezTo>
                    <a:pt x="645" y="285"/>
                    <a:pt x="662" y="294"/>
                    <a:pt x="688" y="302"/>
                  </a:cubicBezTo>
                  <a:cubicBezTo>
                    <a:pt x="705" y="311"/>
                    <a:pt x="731" y="311"/>
                    <a:pt x="748" y="328"/>
                  </a:cubicBezTo>
                  <a:cubicBezTo>
                    <a:pt x="766" y="337"/>
                    <a:pt x="783" y="354"/>
                    <a:pt x="800" y="371"/>
                  </a:cubicBezTo>
                  <a:cubicBezTo>
                    <a:pt x="826" y="397"/>
                    <a:pt x="843" y="422"/>
                    <a:pt x="869" y="440"/>
                  </a:cubicBezTo>
                  <a:cubicBezTo>
                    <a:pt x="903" y="465"/>
                    <a:pt x="929" y="491"/>
                    <a:pt x="972" y="517"/>
                  </a:cubicBezTo>
                  <a:cubicBezTo>
                    <a:pt x="1006" y="534"/>
                    <a:pt x="1049" y="551"/>
                    <a:pt x="1075" y="577"/>
                  </a:cubicBezTo>
                  <a:cubicBezTo>
                    <a:pt x="1118" y="603"/>
                    <a:pt x="1144" y="646"/>
                    <a:pt x="1178" y="680"/>
                  </a:cubicBezTo>
                  <a:cubicBezTo>
                    <a:pt x="1212" y="715"/>
                    <a:pt x="1247" y="740"/>
                    <a:pt x="1272" y="775"/>
                  </a:cubicBezTo>
                  <a:cubicBezTo>
                    <a:pt x="1315" y="826"/>
                    <a:pt x="1341" y="869"/>
                    <a:pt x="1376" y="912"/>
                  </a:cubicBezTo>
                  <a:cubicBezTo>
                    <a:pt x="1410" y="955"/>
                    <a:pt x="1427" y="1015"/>
                    <a:pt x="1436" y="1067"/>
                  </a:cubicBezTo>
                  <a:cubicBezTo>
                    <a:pt x="1453" y="1118"/>
                    <a:pt x="1461" y="1170"/>
                    <a:pt x="1479" y="1221"/>
                  </a:cubicBezTo>
                  <a:lnTo>
                    <a:pt x="1479" y="1230"/>
                  </a:lnTo>
                  <a:cubicBezTo>
                    <a:pt x="1513" y="1316"/>
                    <a:pt x="1565" y="1333"/>
                    <a:pt x="1590" y="1419"/>
                  </a:cubicBezTo>
                  <a:cubicBezTo>
                    <a:pt x="1608" y="1462"/>
                    <a:pt x="1599" y="1574"/>
                    <a:pt x="1616" y="1617"/>
                  </a:cubicBezTo>
                  <a:cubicBezTo>
                    <a:pt x="1628" y="1635"/>
                    <a:pt x="1636" y="1653"/>
                    <a:pt x="1640" y="1670"/>
                  </a:cubicBezTo>
                  <a:lnTo>
                    <a:pt x="1640" y="1670"/>
                  </a:lnTo>
                  <a:cubicBezTo>
                    <a:pt x="1645" y="1661"/>
                    <a:pt x="1654" y="1652"/>
                    <a:pt x="1659" y="1642"/>
                  </a:cubicBezTo>
                  <a:cubicBezTo>
                    <a:pt x="1668" y="1617"/>
                    <a:pt x="1668" y="1591"/>
                    <a:pt x="1676" y="1565"/>
                  </a:cubicBezTo>
                  <a:cubicBezTo>
                    <a:pt x="1693" y="1531"/>
                    <a:pt x="1685" y="1505"/>
                    <a:pt x="1693" y="1471"/>
                  </a:cubicBezTo>
                  <a:cubicBezTo>
                    <a:pt x="1702" y="1445"/>
                    <a:pt x="1702" y="1410"/>
                    <a:pt x="1702" y="1376"/>
                  </a:cubicBezTo>
                  <a:cubicBezTo>
                    <a:pt x="1702" y="1350"/>
                    <a:pt x="1711" y="1333"/>
                    <a:pt x="1711" y="1307"/>
                  </a:cubicBezTo>
                  <a:cubicBezTo>
                    <a:pt x="1711" y="1282"/>
                    <a:pt x="1702" y="1256"/>
                    <a:pt x="1693" y="1230"/>
                  </a:cubicBezTo>
                  <a:cubicBezTo>
                    <a:pt x="1685" y="1161"/>
                    <a:pt x="1668" y="1101"/>
                    <a:pt x="1659" y="1041"/>
                  </a:cubicBezTo>
                  <a:cubicBezTo>
                    <a:pt x="1651" y="981"/>
                    <a:pt x="1659" y="921"/>
                    <a:pt x="1625" y="878"/>
                  </a:cubicBezTo>
                  <a:cubicBezTo>
                    <a:pt x="1599" y="843"/>
                    <a:pt x="1565" y="818"/>
                    <a:pt x="1539" y="792"/>
                  </a:cubicBezTo>
                  <a:cubicBezTo>
                    <a:pt x="1513" y="758"/>
                    <a:pt x="1513" y="723"/>
                    <a:pt x="1504" y="689"/>
                  </a:cubicBezTo>
                  <a:cubicBezTo>
                    <a:pt x="1487" y="663"/>
                    <a:pt x="1479" y="637"/>
                    <a:pt x="1461" y="620"/>
                  </a:cubicBezTo>
                  <a:cubicBezTo>
                    <a:pt x="1436" y="594"/>
                    <a:pt x="1419" y="569"/>
                    <a:pt x="1393" y="534"/>
                  </a:cubicBezTo>
                  <a:cubicBezTo>
                    <a:pt x="1350" y="491"/>
                    <a:pt x="1290" y="465"/>
                    <a:pt x="1255" y="405"/>
                  </a:cubicBezTo>
                  <a:lnTo>
                    <a:pt x="1238" y="380"/>
                  </a:lnTo>
                  <a:cubicBezTo>
                    <a:pt x="1230" y="362"/>
                    <a:pt x="1212" y="354"/>
                    <a:pt x="1195" y="337"/>
                  </a:cubicBezTo>
                  <a:cubicBezTo>
                    <a:pt x="1169" y="311"/>
                    <a:pt x="1144" y="285"/>
                    <a:pt x="1109" y="276"/>
                  </a:cubicBezTo>
                  <a:cubicBezTo>
                    <a:pt x="1083" y="268"/>
                    <a:pt x="1066" y="259"/>
                    <a:pt x="1041" y="251"/>
                  </a:cubicBezTo>
                  <a:cubicBezTo>
                    <a:pt x="1006" y="225"/>
                    <a:pt x="955" y="216"/>
                    <a:pt x="912" y="199"/>
                  </a:cubicBezTo>
                  <a:cubicBezTo>
                    <a:pt x="894" y="199"/>
                    <a:pt x="877" y="191"/>
                    <a:pt x="860" y="182"/>
                  </a:cubicBezTo>
                  <a:cubicBezTo>
                    <a:pt x="834" y="182"/>
                    <a:pt x="809" y="182"/>
                    <a:pt x="791" y="173"/>
                  </a:cubicBezTo>
                  <a:cubicBezTo>
                    <a:pt x="748" y="156"/>
                    <a:pt x="731" y="122"/>
                    <a:pt x="705" y="96"/>
                  </a:cubicBezTo>
                  <a:cubicBezTo>
                    <a:pt x="662" y="62"/>
                    <a:pt x="628" y="27"/>
                    <a:pt x="577" y="10"/>
                  </a:cubicBezTo>
                  <a:cubicBezTo>
                    <a:pt x="542" y="1"/>
                    <a:pt x="508" y="1"/>
                    <a:pt x="473" y="1"/>
                  </a:cubicBezTo>
                  <a:cubicBezTo>
                    <a:pt x="446" y="1"/>
                    <a:pt x="419" y="0"/>
                    <a:pt x="391" y="0"/>
                  </a:cubicBezTo>
                  <a:close/>
                  <a:moveTo>
                    <a:pt x="1640" y="1670"/>
                  </a:moveTo>
                  <a:cubicBezTo>
                    <a:pt x="1635" y="1678"/>
                    <a:pt x="1634" y="1686"/>
                    <a:pt x="1642" y="1694"/>
                  </a:cubicBezTo>
                  <a:cubicBezTo>
                    <a:pt x="1642" y="1686"/>
                    <a:pt x="1641" y="1678"/>
                    <a:pt x="1640" y="167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2" name="Google Shape;16952;p54">
              <a:extLst>
                <a:ext uri="{FF2B5EF4-FFF2-40B4-BE49-F238E27FC236}">
                  <a16:creationId xmlns:a16="http://schemas.microsoft.com/office/drawing/2014/main" id="{D8557459-CF03-0EFC-08B5-35F2EBE79EA7}"/>
                </a:ext>
              </a:extLst>
            </p:cNvPr>
            <p:cNvSpPr/>
            <p:nvPr/>
          </p:nvSpPr>
          <p:spPr>
            <a:xfrm>
              <a:off x="5752300" y="1334125"/>
              <a:ext cx="7525" cy="26000"/>
            </a:xfrm>
            <a:custGeom>
              <a:avLst/>
              <a:gdLst/>
              <a:ahLst/>
              <a:cxnLst/>
              <a:rect l="l" t="t" r="r" b="b"/>
              <a:pathLst>
                <a:path w="301" h="1040" extrusionOk="0">
                  <a:moveTo>
                    <a:pt x="103" y="0"/>
                  </a:moveTo>
                  <a:cubicBezTo>
                    <a:pt x="77" y="0"/>
                    <a:pt x="103" y="60"/>
                    <a:pt x="103" y="69"/>
                  </a:cubicBezTo>
                  <a:cubicBezTo>
                    <a:pt x="112" y="95"/>
                    <a:pt x="112" y="112"/>
                    <a:pt x="112" y="137"/>
                  </a:cubicBezTo>
                  <a:cubicBezTo>
                    <a:pt x="112" y="152"/>
                    <a:pt x="100" y="166"/>
                    <a:pt x="101" y="166"/>
                  </a:cubicBezTo>
                  <a:cubicBezTo>
                    <a:pt x="101" y="166"/>
                    <a:pt x="102" y="165"/>
                    <a:pt x="103" y="163"/>
                  </a:cubicBezTo>
                  <a:lnTo>
                    <a:pt x="103" y="180"/>
                  </a:lnTo>
                  <a:cubicBezTo>
                    <a:pt x="112" y="198"/>
                    <a:pt x="112" y="206"/>
                    <a:pt x="112" y="223"/>
                  </a:cubicBezTo>
                  <a:cubicBezTo>
                    <a:pt x="112" y="275"/>
                    <a:pt x="129" y="318"/>
                    <a:pt x="138" y="369"/>
                  </a:cubicBezTo>
                  <a:cubicBezTo>
                    <a:pt x="138" y="404"/>
                    <a:pt x="146" y="438"/>
                    <a:pt x="120" y="473"/>
                  </a:cubicBezTo>
                  <a:lnTo>
                    <a:pt x="103" y="498"/>
                  </a:lnTo>
                  <a:lnTo>
                    <a:pt x="95" y="533"/>
                  </a:lnTo>
                  <a:lnTo>
                    <a:pt x="86" y="558"/>
                  </a:lnTo>
                  <a:cubicBezTo>
                    <a:pt x="86" y="576"/>
                    <a:pt x="86" y="593"/>
                    <a:pt x="86" y="610"/>
                  </a:cubicBezTo>
                  <a:cubicBezTo>
                    <a:pt x="86" y="636"/>
                    <a:pt x="95" y="653"/>
                    <a:pt x="95" y="679"/>
                  </a:cubicBezTo>
                  <a:cubicBezTo>
                    <a:pt x="103" y="696"/>
                    <a:pt x="103" y="713"/>
                    <a:pt x="103" y="739"/>
                  </a:cubicBezTo>
                  <a:cubicBezTo>
                    <a:pt x="103" y="756"/>
                    <a:pt x="103" y="782"/>
                    <a:pt x="95" y="799"/>
                  </a:cubicBezTo>
                  <a:cubicBezTo>
                    <a:pt x="95" y="825"/>
                    <a:pt x="86" y="851"/>
                    <a:pt x="86" y="876"/>
                  </a:cubicBezTo>
                  <a:cubicBezTo>
                    <a:pt x="86" y="902"/>
                    <a:pt x="77" y="936"/>
                    <a:pt x="69" y="962"/>
                  </a:cubicBezTo>
                  <a:cubicBezTo>
                    <a:pt x="66" y="968"/>
                    <a:pt x="63" y="974"/>
                    <a:pt x="60" y="979"/>
                  </a:cubicBezTo>
                  <a:lnTo>
                    <a:pt x="60" y="979"/>
                  </a:lnTo>
                  <a:cubicBezTo>
                    <a:pt x="63" y="977"/>
                    <a:pt x="66" y="974"/>
                    <a:pt x="69" y="971"/>
                  </a:cubicBezTo>
                  <a:cubicBezTo>
                    <a:pt x="86" y="962"/>
                    <a:pt x="103" y="945"/>
                    <a:pt x="120" y="928"/>
                  </a:cubicBezTo>
                  <a:cubicBezTo>
                    <a:pt x="138" y="919"/>
                    <a:pt x="146" y="894"/>
                    <a:pt x="155" y="876"/>
                  </a:cubicBezTo>
                  <a:cubicBezTo>
                    <a:pt x="163" y="859"/>
                    <a:pt x="163" y="842"/>
                    <a:pt x="172" y="825"/>
                  </a:cubicBezTo>
                  <a:cubicBezTo>
                    <a:pt x="180" y="808"/>
                    <a:pt x="189" y="782"/>
                    <a:pt x="189" y="765"/>
                  </a:cubicBezTo>
                  <a:cubicBezTo>
                    <a:pt x="206" y="747"/>
                    <a:pt x="215" y="722"/>
                    <a:pt x="232" y="705"/>
                  </a:cubicBezTo>
                  <a:cubicBezTo>
                    <a:pt x="266" y="670"/>
                    <a:pt x="301" y="653"/>
                    <a:pt x="292" y="601"/>
                  </a:cubicBezTo>
                  <a:cubicBezTo>
                    <a:pt x="292" y="558"/>
                    <a:pt x="275" y="515"/>
                    <a:pt x="266" y="473"/>
                  </a:cubicBezTo>
                  <a:cubicBezTo>
                    <a:pt x="266" y="455"/>
                    <a:pt x="258" y="438"/>
                    <a:pt x="258" y="430"/>
                  </a:cubicBezTo>
                  <a:cubicBezTo>
                    <a:pt x="249" y="412"/>
                    <a:pt x="249" y="395"/>
                    <a:pt x="249" y="378"/>
                  </a:cubicBezTo>
                  <a:cubicBezTo>
                    <a:pt x="249" y="344"/>
                    <a:pt x="241" y="309"/>
                    <a:pt x="232" y="275"/>
                  </a:cubicBezTo>
                  <a:cubicBezTo>
                    <a:pt x="223" y="241"/>
                    <a:pt x="223" y="223"/>
                    <a:pt x="223" y="189"/>
                  </a:cubicBezTo>
                  <a:cubicBezTo>
                    <a:pt x="223" y="155"/>
                    <a:pt x="215" y="112"/>
                    <a:pt x="206" y="86"/>
                  </a:cubicBezTo>
                  <a:cubicBezTo>
                    <a:pt x="198" y="69"/>
                    <a:pt x="189" y="52"/>
                    <a:pt x="180" y="43"/>
                  </a:cubicBezTo>
                  <a:lnTo>
                    <a:pt x="163" y="17"/>
                  </a:lnTo>
                  <a:lnTo>
                    <a:pt x="138" y="17"/>
                  </a:lnTo>
                  <a:lnTo>
                    <a:pt x="120" y="9"/>
                  </a:lnTo>
                  <a:lnTo>
                    <a:pt x="103" y="0"/>
                  </a:lnTo>
                  <a:close/>
                  <a:moveTo>
                    <a:pt x="60" y="979"/>
                  </a:moveTo>
                  <a:lnTo>
                    <a:pt x="60" y="979"/>
                  </a:lnTo>
                  <a:cubicBezTo>
                    <a:pt x="46" y="993"/>
                    <a:pt x="32" y="1007"/>
                    <a:pt x="17" y="1014"/>
                  </a:cubicBezTo>
                  <a:lnTo>
                    <a:pt x="0" y="1040"/>
                  </a:lnTo>
                  <a:cubicBezTo>
                    <a:pt x="17" y="1031"/>
                    <a:pt x="34" y="1022"/>
                    <a:pt x="43" y="1014"/>
                  </a:cubicBezTo>
                  <a:cubicBezTo>
                    <a:pt x="49" y="1002"/>
                    <a:pt x="54" y="991"/>
                    <a:pt x="60" y="979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3" name="Google Shape;16953;p54">
              <a:extLst>
                <a:ext uri="{FF2B5EF4-FFF2-40B4-BE49-F238E27FC236}">
                  <a16:creationId xmlns:a16="http://schemas.microsoft.com/office/drawing/2014/main" id="{8E11D607-2B68-1F11-BDB9-192935E0A733}"/>
                </a:ext>
              </a:extLst>
            </p:cNvPr>
            <p:cNvSpPr/>
            <p:nvPr/>
          </p:nvSpPr>
          <p:spPr>
            <a:xfrm>
              <a:off x="5697950" y="1327025"/>
              <a:ext cx="29875" cy="34925"/>
            </a:xfrm>
            <a:custGeom>
              <a:avLst/>
              <a:gdLst/>
              <a:ahLst/>
              <a:cxnLst/>
              <a:rect l="l" t="t" r="r" b="b"/>
              <a:pathLst>
                <a:path w="1195" h="1397" extrusionOk="0">
                  <a:moveTo>
                    <a:pt x="799" y="396"/>
                  </a:moveTo>
                  <a:lnTo>
                    <a:pt x="805" y="401"/>
                  </a:lnTo>
                  <a:lnTo>
                    <a:pt x="805" y="401"/>
                  </a:lnTo>
                  <a:cubicBezTo>
                    <a:pt x="804" y="398"/>
                    <a:pt x="802" y="396"/>
                    <a:pt x="799" y="396"/>
                  </a:cubicBezTo>
                  <a:close/>
                  <a:moveTo>
                    <a:pt x="1031" y="0"/>
                  </a:moveTo>
                  <a:cubicBezTo>
                    <a:pt x="1049" y="35"/>
                    <a:pt x="1049" y="78"/>
                    <a:pt x="1057" y="121"/>
                  </a:cubicBezTo>
                  <a:cubicBezTo>
                    <a:pt x="1066" y="172"/>
                    <a:pt x="1074" y="207"/>
                    <a:pt x="1066" y="258"/>
                  </a:cubicBezTo>
                  <a:cubicBezTo>
                    <a:pt x="1057" y="327"/>
                    <a:pt x="1031" y="404"/>
                    <a:pt x="1006" y="473"/>
                  </a:cubicBezTo>
                  <a:lnTo>
                    <a:pt x="980" y="430"/>
                  </a:lnTo>
                  <a:cubicBezTo>
                    <a:pt x="963" y="413"/>
                    <a:pt x="954" y="396"/>
                    <a:pt x="937" y="379"/>
                  </a:cubicBezTo>
                  <a:cubicBezTo>
                    <a:pt x="920" y="387"/>
                    <a:pt x="937" y="413"/>
                    <a:pt x="920" y="421"/>
                  </a:cubicBezTo>
                  <a:cubicBezTo>
                    <a:pt x="903" y="387"/>
                    <a:pt x="903" y="344"/>
                    <a:pt x="894" y="310"/>
                  </a:cubicBezTo>
                  <a:cubicBezTo>
                    <a:pt x="885" y="275"/>
                    <a:pt x="868" y="250"/>
                    <a:pt x="860" y="215"/>
                  </a:cubicBezTo>
                  <a:cubicBezTo>
                    <a:pt x="851" y="198"/>
                    <a:pt x="842" y="181"/>
                    <a:pt x="834" y="164"/>
                  </a:cubicBezTo>
                  <a:cubicBezTo>
                    <a:pt x="825" y="147"/>
                    <a:pt x="817" y="112"/>
                    <a:pt x="799" y="112"/>
                  </a:cubicBezTo>
                  <a:cubicBezTo>
                    <a:pt x="799" y="112"/>
                    <a:pt x="799" y="112"/>
                    <a:pt x="774" y="138"/>
                  </a:cubicBezTo>
                  <a:cubicBezTo>
                    <a:pt x="808" y="164"/>
                    <a:pt x="799" y="232"/>
                    <a:pt x="808" y="267"/>
                  </a:cubicBezTo>
                  <a:cubicBezTo>
                    <a:pt x="808" y="310"/>
                    <a:pt x="808" y="361"/>
                    <a:pt x="808" y="404"/>
                  </a:cubicBezTo>
                  <a:lnTo>
                    <a:pt x="805" y="401"/>
                  </a:lnTo>
                  <a:lnTo>
                    <a:pt x="805" y="401"/>
                  </a:lnTo>
                  <a:cubicBezTo>
                    <a:pt x="808" y="410"/>
                    <a:pt x="808" y="426"/>
                    <a:pt x="808" y="439"/>
                  </a:cubicBezTo>
                  <a:cubicBezTo>
                    <a:pt x="817" y="464"/>
                    <a:pt x="825" y="490"/>
                    <a:pt x="825" y="516"/>
                  </a:cubicBezTo>
                  <a:cubicBezTo>
                    <a:pt x="834" y="559"/>
                    <a:pt x="817" y="585"/>
                    <a:pt x="799" y="619"/>
                  </a:cubicBezTo>
                  <a:cubicBezTo>
                    <a:pt x="782" y="602"/>
                    <a:pt x="782" y="576"/>
                    <a:pt x="765" y="542"/>
                  </a:cubicBezTo>
                  <a:cubicBezTo>
                    <a:pt x="765" y="533"/>
                    <a:pt x="731" y="473"/>
                    <a:pt x="722" y="464"/>
                  </a:cubicBezTo>
                  <a:lnTo>
                    <a:pt x="705" y="516"/>
                  </a:lnTo>
                  <a:cubicBezTo>
                    <a:pt x="696" y="533"/>
                    <a:pt x="688" y="550"/>
                    <a:pt x="671" y="568"/>
                  </a:cubicBezTo>
                  <a:cubicBezTo>
                    <a:pt x="662" y="585"/>
                    <a:pt x="662" y="602"/>
                    <a:pt x="645" y="619"/>
                  </a:cubicBezTo>
                  <a:cubicBezTo>
                    <a:pt x="619" y="662"/>
                    <a:pt x="567" y="714"/>
                    <a:pt x="567" y="765"/>
                  </a:cubicBezTo>
                  <a:lnTo>
                    <a:pt x="576" y="739"/>
                  </a:lnTo>
                  <a:lnTo>
                    <a:pt x="585" y="774"/>
                  </a:lnTo>
                  <a:cubicBezTo>
                    <a:pt x="593" y="808"/>
                    <a:pt x="576" y="842"/>
                    <a:pt x="559" y="877"/>
                  </a:cubicBezTo>
                  <a:cubicBezTo>
                    <a:pt x="533" y="911"/>
                    <a:pt x="499" y="937"/>
                    <a:pt x="464" y="954"/>
                  </a:cubicBezTo>
                  <a:cubicBezTo>
                    <a:pt x="447" y="963"/>
                    <a:pt x="439" y="971"/>
                    <a:pt x="421" y="980"/>
                  </a:cubicBezTo>
                  <a:lnTo>
                    <a:pt x="413" y="989"/>
                  </a:lnTo>
                  <a:cubicBezTo>
                    <a:pt x="407" y="993"/>
                    <a:pt x="401" y="994"/>
                    <a:pt x="395" y="994"/>
                  </a:cubicBezTo>
                  <a:cubicBezTo>
                    <a:pt x="376" y="994"/>
                    <a:pt x="357" y="976"/>
                    <a:pt x="344" y="963"/>
                  </a:cubicBezTo>
                  <a:cubicBezTo>
                    <a:pt x="310" y="928"/>
                    <a:pt x="284" y="894"/>
                    <a:pt x="241" y="885"/>
                  </a:cubicBezTo>
                  <a:lnTo>
                    <a:pt x="224" y="920"/>
                  </a:lnTo>
                  <a:cubicBezTo>
                    <a:pt x="220" y="921"/>
                    <a:pt x="216" y="922"/>
                    <a:pt x="212" y="922"/>
                  </a:cubicBezTo>
                  <a:cubicBezTo>
                    <a:pt x="194" y="922"/>
                    <a:pt x="171" y="911"/>
                    <a:pt x="164" y="911"/>
                  </a:cubicBezTo>
                  <a:cubicBezTo>
                    <a:pt x="138" y="903"/>
                    <a:pt x="121" y="894"/>
                    <a:pt x="104" y="885"/>
                  </a:cubicBezTo>
                  <a:cubicBezTo>
                    <a:pt x="95" y="911"/>
                    <a:pt x="86" y="928"/>
                    <a:pt x="86" y="963"/>
                  </a:cubicBezTo>
                  <a:cubicBezTo>
                    <a:pt x="78" y="1006"/>
                    <a:pt x="69" y="1040"/>
                    <a:pt x="52" y="1074"/>
                  </a:cubicBezTo>
                  <a:cubicBezTo>
                    <a:pt x="43" y="1092"/>
                    <a:pt x="43" y="1109"/>
                    <a:pt x="43" y="1117"/>
                  </a:cubicBezTo>
                  <a:lnTo>
                    <a:pt x="18" y="1152"/>
                  </a:lnTo>
                  <a:cubicBezTo>
                    <a:pt x="0" y="1178"/>
                    <a:pt x="18" y="1195"/>
                    <a:pt x="35" y="1220"/>
                  </a:cubicBezTo>
                  <a:cubicBezTo>
                    <a:pt x="52" y="1272"/>
                    <a:pt x="78" y="1306"/>
                    <a:pt x="121" y="1332"/>
                  </a:cubicBezTo>
                  <a:cubicBezTo>
                    <a:pt x="172" y="1367"/>
                    <a:pt x="207" y="1392"/>
                    <a:pt x="267" y="1392"/>
                  </a:cubicBezTo>
                  <a:cubicBezTo>
                    <a:pt x="295" y="1392"/>
                    <a:pt x="324" y="1388"/>
                    <a:pt x="355" y="1388"/>
                  </a:cubicBezTo>
                  <a:cubicBezTo>
                    <a:pt x="371" y="1388"/>
                    <a:pt x="387" y="1389"/>
                    <a:pt x="404" y="1392"/>
                  </a:cubicBezTo>
                  <a:cubicBezTo>
                    <a:pt x="421" y="1392"/>
                    <a:pt x="435" y="1396"/>
                    <a:pt x="449" y="1396"/>
                  </a:cubicBezTo>
                  <a:cubicBezTo>
                    <a:pt x="457" y="1396"/>
                    <a:pt x="464" y="1395"/>
                    <a:pt x="473" y="1392"/>
                  </a:cubicBezTo>
                  <a:cubicBezTo>
                    <a:pt x="482" y="1384"/>
                    <a:pt x="499" y="1375"/>
                    <a:pt x="507" y="1367"/>
                  </a:cubicBezTo>
                  <a:cubicBezTo>
                    <a:pt x="533" y="1358"/>
                    <a:pt x="567" y="1349"/>
                    <a:pt x="593" y="1332"/>
                  </a:cubicBezTo>
                  <a:cubicBezTo>
                    <a:pt x="628" y="1315"/>
                    <a:pt x="645" y="1306"/>
                    <a:pt x="688" y="1306"/>
                  </a:cubicBezTo>
                  <a:cubicBezTo>
                    <a:pt x="705" y="1306"/>
                    <a:pt x="722" y="1306"/>
                    <a:pt x="739" y="1298"/>
                  </a:cubicBezTo>
                  <a:cubicBezTo>
                    <a:pt x="774" y="1281"/>
                    <a:pt x="799" y="1263"/>
                    <a:pt x="834" y="1238"/>
                  </a:cubicBezTo>
                  <a:cubicBezTo>
                    <a:pt x="851" y="1220"/>
                    <a:pt x="877" y="1212"/>
                    <a:pt x="894" y="1195"/>
                  </a:cubicBezTo>
                  <a:cubicBezTo>
                    <a:pt x="920" y="1178"/>
                    <a:pt x="928" y="1152"/>
                    <a:pt x="945" y="1117"/>
                  </a:cubicBezTo>
                  <a:cubicBezTo>
                    <a:pt x="954" y="1100"/>
                    <a:pt x="988" y="1066"/>
                    <a:pt x="1006" y="1057"/>
                  </a:cubicBezTo>
                  <a:cubicBezTo>
                    <a:pt x="1031" y="1040"/>
                    <a:pt x="1057" y="1040"/>
                    <a:pt x="1074" y="1014"/>
                  </a:cubicBezTo>
                  <a:cubicBezTo>
                    <a:pt x="1100" y="989"/>
                    <a:pt x="1100" y="963"/>
                    <a:pt x="1117" y="928"/>
                  </a:cubicBezTo>
                  <a:cubicBezTo>
                    <a:pt x="1143" y="868"/>
                    <a:pt x="1143" y="791"/>
                    <a:pt x="1143" y="722"/>
                  </a:cubicBezTo>
                  <a:cubicBezTo>
                    <a:pt x="1143" y="662"/>
                    <a:pt x="1152" y="602"/>
                    <a:pt x="1160" y="542"/>
                  </a:cubicBezTo>
                  <a:cubicBezTo>
                    <a:pt x="1177" y="490"/>
                    <a:pt x="1186" y="439"/>
                    <a:pt x="1195" y="387"/>
                  </a:cubicBezTo>
                  <a:cubicBezTo>
                    <a:pt x="1195" y="370"/>
                    <a:pt x="1186" y="344"/>
                    <a:pt x="1186" y="318"/>
                  </a:cubicBezTo>
                  <a:cubicBezTo>
                    <a:pt x="1177" y="301"/>
                    <a:pt x="1177" y="284"/>
                    <a:pt x="1177" y="267"/>
                  </a:cubicBezTo>
                  <a:cubicBezTo>
                    <a:pt x="1169" y="232"/>
                    <a:pt x="1160" y="198"/>
                    <a:pt x="1143" y="164"/>
                  </a:cubicBezTo>
                  <a:cubicBezTo>
                    <a:pt x="1126" y="95"/>
                    <a:pt x="1066" y="52"/>
                    <a:pt x="1031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4" name="Google Shape;16954;p54">
              <a:extLst>
                <a:ext uri="{FF2B5EF4-FFF2-40B4-BE49-F238E27FC236}">
                  <a16:creationId xmlns:a16="http://schemas.microsoft.com/office/drawing/2014/main" id="{D15C7A22-D32E-1342-D6FD-0612A3FCC710}"/>
                </a:ext>
              </a:extLst>
            </p:cNvPr>
            <p:cNvSpPr/>
            <p:nvPr/>
          </p:nvSpPr>
          <p:spPr>
            <a:xfrm>
              <a:off x="5689775" y="1307950"/>
              <a:ext cx="27525" cy="21450"/>
            </a:xfrm>
            <a:custGeom>
              <a:avLst/>
              <a:gdLst/>
              <a:ahLst/>
              <a:cxnLst/>
              <a:rect l="l" t="t" r="r" b="b"/>
              <a:pathLst>
                <a:path w="1101" h="858" extrusionOk="0">
                  <a:moveTo>
                    <a:pt x="620" y="0"/>
                  </a:moveTo>
                  <a:cubicBezTo>
                    <a:pt x="611" y="0"/>
                    <a:pt x="602" y="2"/>
                    <a:pt x="594" y="7"/>
                  </a:cubicBezTo>
                  <a:cubicBezTo>
                    <a:pt x="577" y="16"/>
                    <a:pt x="559" y="33"/>
                    <a:pt x="551" y="42"/>
                  </a:cubicBezTo>
                  <a:cubicBezTo>
                    <a:pt x="534" y="59"/>
                    <a:pt x="534" y="59"/>
                    <a:pt x="516" y="68"/>
                  </a:cubicBezTo>
                  <a:lnTo>
                    <a:pt x="448" y="68"/>
                  </a:lnTo>
                  <a:cubicBezTo>
                    <a:pt x="431" y="76"/>
                    <a:pt x="413" y="102"/>
                    <a:pt x="396" y="102"/>
                  </a:cubicBezTo>
                  <a:lnTo>
                    <a:pt x="362" y="119"/>
                  </a:lnTo>
                  <a:lnTo>
                    <a:pt x="327" y="136"/>
                  </a:lnTo>
                  <a:cubicBezTo>
                    <a:pt x="310" y="145"/>
                    <a:pt x="310" y="162"/>
                    <a:pt x="293" y="179"/>
                  </a:cubicBezTo>
                  <a:cubicBezTo>
                    <a:pt x="276" y="205"/>
                    <a:pt x="242" y="214"/>
                    <a:pt x="224" y="222"/>
                  </a:cubicBezTo>
                  <a:cubicBezTo>
                    <a:pt x="199" y="231"/>
                    <a:pt x="181" y="239"/>
                    <a:pt x="173" y="257"/>
                  </a:cubicBezTo>
                  <a:cubicBezTo>
                    <a:pt x="138" y="291"/>
                    <a:pt x="113" y="343"/>
                    <a:pt x="95" y="394"/>
                  </a:cubicBezTo>
                  <a:cubicBezTo>
                    <a:pt x="95" y="420"/>
                    <a:pt x="87" y="446"/>
                    <a:pt x="78" y="471"/>
                  </a:cubicBezTo>
                  <a:cubicBezTo>
                    <a:pt x="70" y="489"/>
                    <a:pt x="61" y="506"/>
                    <a:pt x="52" y="523"/>
                  </a:cubicBezTo>
                  <a:cubicBezTo>
                    <a:pt x="52" y="540"/>
                    <a:pt x="52" y="557"/>
                    <a:pt x="52" y="566"/>
                  </a:cubicBezTo>
                  <a:cubicBezTo>
                    <a:pt x="48" y="538"/>
                    <a:pt x="43" y="530"/>
                    <a:pt x="40" y="530"/>
                  </a:cubicBezTo>
                  <a:cubicBezTo>
                    <a:pt x="37" y="530"/>
                    <a:pt x="35" y="536"/>
                    <a:pt x="35" y="540"/>
                  </a:cubicBezTo>
                  <a:lnTo>
                    <a:pt x="27" y="574"/>
                  </a:lnTo>
                  <a:cubicBezTo>
                    <a:pt x="27" y="600"/>
                    <a:pt x="10" y="609"/>
                    <a:pt x="1" y="635"/>
                  </a:cubicBezTo>
                  <a:lnTo>
                    <a:pt x="1" y="652"/>
                  </a:lnTo>
                  <a:cubicBezTo>
                    <a:pt x="1" y="669"/>
                    <a:pt x="1" y="695"/>
                    <a:pt x="1" y="721"/>
                  </a:cubicBezTo>
                  <a:cubicBezTo>
                    <a:pt x="1" y="738"/>
                    <a:pt x="1" y="755"/>
                    <a:pt x="1" y="781"/>
                  </a:cubicBezTo>
                  <a:cubicBezTo>
                    <a:pt x="10" y="806"/>
                    <a:pt x="18" y="832"/>
                    <a:pt x="18" y="858"/>
                  </a:cubicBezTo>
                  <a:lnTo>
                    <a:pt x="35" y="824"/>
                  </a:lnTo>
                  <a:cubicBezTo>
                    <a:pt x="52" y="806"/>
                    <a:pt x="52" y="789"/>
                    <a:pt x="52" y="772"/>
                  </a:cubicBezTo>
                  <a:cubicBezTo>
                    <a:pt x="61" y="738"/>
                    <a:pt x="61" y="712"/>
                    <a:pt x="70" y="686"/>
                  </a:cubicBezTo>
                  <a:cubicBezTo>
                    <a:pt x="87" y="660"/>
                    <a:pt x="95" y="643"/>
                    <a:pt x="113" y="635"/>
                  </a:cubicBezTo>
                  <a:cubicBezTo>
                    <a:pt x="130" y="626"/>
                    <a:pt x="138" y="609"/>
                    <a:pt x="147" y="592"/>
                  </a:cubicBezTo>
                  <a:cubicBezTo>
                    <a:pt x="173" y="549"/>
                    <a:pt x="199" y="506"/>
                    <a:pt x="233" y="463"/>
                  </a:cubicBezTo>
                  <a:cubicBezTo>
                    <a:pt x="267" y="420"/>
                    <a:pt x="302" y="394"/>
                    <a:pt x="327" y="351"/>
                  </a:cubicBezTo>
                  <a:cubicBezTo>
                    <a:pt x="362" y="282"/>
                    <a:pt x="422" y="248"/>
                    <a:pt x="482" y="248"/>
                  </a:cubicBezTo>
                  <a:cubicBezTo>
                    <a:pt x="516" y="248"/>
                    <a:pt x="551" y="257"/>
                    <a:pt x="577" y="257"/>
                  </a:cubicBezTo>
                  <a:cubicBezTo>
                    <a:pt x="602" y="248"/>
                    <a:pt x="620" y="239"/>
                    <a:pt x="628" y="222"/>
                  </a:cubicBezTo>
                  <a:lnTo>
                    <a:pt x="654" y="188"/>
                  </a:lnTo>
                  <a:lnTo>
                    <a:pt x="662" y="179"/>
                  </a:lnTo>
                  <a:lnTo>
                    <a:pt x="705" y="162"/>
                  </a:lnTo>
                  <a:cubicBezTo>
                    <a:pt x="723" y="154"/>
                    <a:pt x="731" y="145"/>
                    <a:pt x="748" y="136"/>
                  </a:cubicBezTo>
                  <a:lnTo>
                    <a:pt x="774" y="119"/>
                  </a:lnTo>
                  <a:lnTo>
                    <a:pt x="800" y="93"/>
                  </a:lnTo>
                  <a:cubicBezTo>
                    <a:pt x="817" y="76"/>
                    <a:pt x="851" y="76"/>
                    <a:pt x="869" y="76"/>
                  </a:cubicBezTo>
                  <a:cubicBezTo>
                    <a:pt x="920" y="76"/>
                    <a:pt x="972" y="93"/>
                    <a:pt x="1023" y="93"/>
                  </a:cubicBezTo>
                  <a:lnTo>
                    <a:pt x="1066" y="102"/>
                  </a:lnTo>
                  <a:lnTo>
                    <a:pt x="1101" y="102"/>
                  </a:lnTo>
                  <a:lnTo>
                    <a:pt x="1058" y="76"/>
                  </a:lnTo>
                  <a:cubicBezTo>
                    <a:pt x="1041" y="68"/>
                    <a:pt x="1023" y="59"/>
                    <a:pt x="1006" y="50"/>
                  </a:cubicBezTo>
                  <a:cubicBezTo>
                    <a:pt x="980" y="42"/>
                    <a:pt x="955" y="42"/>
                    <a:pt x="937" y="33"/>
                  </a:cubicBezTo>
                  <a:cubicBezTo>
                    <a:pt x="930" y="31"/>
                    <a:pt x="923" y="31"/>
                    <a:pt x="915" y="31"/>
                  </a:cubicBezTo>
                  <a:cubicBezTo>
                    <a:pt x="893" y="31"/>
                    <a:pt x="870" y="36"/>
                    <a:pt x="849" y="36"/>
                  </a:cubicBezTo>
                  <a:cubicBezTo>
                    <a:pt x="841" y="36"/>
                    <a:pt x="833" y="35"/>
                    <a:pt x="826" y="33"/>
                  </a:cubicBezTo>
                  <a:cubicBezTo>
                    <a:pt x="774" y="25"/>
                    <a:pt x="731" y="16"/>
                    <a:pt x="688" y="16"/>
                  </a:cubicBezTo>
                  <a:cubicBezTo>
                    <a:pt x="665" y="10"/>
                    <a:pt x="641" y="0"/>
                    <a:pt x="620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5" name="Google Shape;16955;p54">
              <a:extLst>
                <a:ext uri="{FF2B5EF4-FFF2-40B4-BE49-F238E27FC236}">
                  <a16:creationId xmlns:a16="http://schemas.microsoft.com/office/drawing/2014/main" id="{139DA95C-2632-861F-66A4-D9FA29257944}"/>
                </a:ext>
              </a:extLst>
            </p:cNvPr>
            <p:cNvSpPr/>
            <p:nvPr/>
          </p:nvSpPr>
          <p:spPr>
            <a:xfrm>
              <a:off x="5693225" y="1318825"/>
              <a:ext cx="29225" cy="37875"/>
            </a:xfrm>
            <a:custGeom>
              <a:avLst/>
              <a:gdLst/>
              <a:ahLst/>
              <a:cxnLst/>
              <a:rect l="l" t="t" r="r" b="b"/>
              <a:pathLst>
                <a:path w="1169" h="1515" extrusionOk="0">
                  <a:moveTo>
                    <a:pt x="771" y="1"/>
                  </a:moveTo>
                  <a:cubicBezTo>
                    <a:pt x="747" y="1"/>
                    <a:pt x="725" y="6"/>
                    <a:pt x="705" y="11"/>
                  </a:cubicBezTo>
                  <a:cubicBezTo>
                    <a:pt x="662" y="19"/>
                    <a:pt x="628" y="36"/>
                    <a:pt x="593" y="62"/>
                  </a:cubicBezTo>
                  <a:cubicBezTo>
                    <a:pt x="550" y="88"/>
                    <a:pt x="490" y="88"/>
                    <a:pt x="447" y="122"/>
                  </a:cubicBezTo>
                  <a:cubicBezTo>
                    <a:pt x="421" y="139"/>
                    <a:pt x="396" y="165"/>
                    <a:pt x="370" y="182"/>
                  </a:cubicBezTo>
                  <a:cubicBezTo>
                    <a:pt x="335" y="200"/>
                    <a:pt x="301" y="217"/>
                    <a:pt x="275" y="251"/>
                  </a:cubicBezTo>
                  <a:cubicBezTo>
                    <a:pt x="232" y="294"/>
                    <a:pt x="172" y="311"/>
                    <a:pt x="129" y="346"/>
                  </a:cubicBezTo>
                  <a:cubicBezTo>
                    <a:pt x="104" y="363"/>
                    <a:pt x="78" y="397"/>
                    <a:pt x="61" y="423"/>
                  </a:cubicBezTo>
                  <a:cubicBezTo>
                    <a:pt x="35" y="449"/>
                    <a:pt x="18" y="509"/>
                    <a:pt x="9" y="543"/>
                  </a:cubicBezTo>
                  <a:cubicBezTo>
                    <a:pt x="9" y="595"/>
                    <a:pt x="18" y="655"/>
                    <a:pt x="18" y="707"/>
                  </a:cubicBezTo>
                  <a:cubicBezTo>
                    <a:pt x="9" y="749"/>
                    <a:pt x="0" y="784"/>
                    <a:pt x="0" y="835"/>
                  </a:cubicBezTo>
                  <a:cubicBezTo>
                    <a:pt x="0" y="853"/>
                    <a:pt x="18" y="870"/>
                    <a:pt x="18" y="896"/>
                  </a:cubicBezTo>
                  <a:lnTo>
                    <a:pt x="18" y="930"/>
                  </a:lnTo>
                  <a:cubicBezTo>
                    <a:pt x="18" y="947"/>
                    <a:pt x="26" y="956"/>
                    <a:pt x="35" y="973"/>
                  </a:cubicBezTo>
                  <a:cubicBezTo>
                    <a:pt x="35" y="999"/>
                    <a:pt x="35" y="1016"/>
                    <a:pt x="43" y="1042"/>
                  </a:cubicBezTo>
                  <a:cubicBezTo>
                    <a:pt x="61" y="1085"/>
                    <a:pt x="78" y="1136"/>
                    <a:pt x="95" y="1179"/>
                  </a:cubicBezTo>
                  <a:cubicBezTo>
                    <a:pt x="104" y="1222"/>
                    <a:pt x="138" y="1256"/>
                    <a:pt x="164" y="1299"/>
                  </a:cubicBezTo>
                  <a:cubicBezTo>
                    <a:pt x="189" y="1334"/>
                    <a:pt x="215" y="1368"/>
                    <a:pt x="241" y="1402"/>
                  </a:cubicBezTo>
                  <a:cubicBezTo>
                    <a:pt x="250" y="1420"/>
                    <a:pt x="267" y="1428"/>
                    <a:pt x="275" y="1445"/>
                  </a:cubicBezTo>
                  <a:cubicBezTo>
                    <a:pt x="279" y="1449"/>
                    <a:pt x="282" y="1453"/>
                    <a:pt x="285" y="1458"/>
                  </a:cubicBezTo>
                  <a:lnTo>
                    <a:pt x="285" y="1458"/>
                  </a:lnTo>
                  <a:cubicBezTo>
                    <a:pt x="284" y="1453"/>
                    <a:pt x="284" y="1448"/>
                    <a:pt x="284" y="1445"/>
                  </a:cubicBezTo>
                  <a:cubicBezTo>
                    <a:pt x="275" y="1428"/>
                    <a:pt x="284" y="1411"/>
                    <a:pt x="275" y="1402"/>
                  </a:cubicBezTo>
                  <a:cubicBezTo>
                    <a:pt x="275" y="1385"/>
                    <a:pt x="267" y="1377"/>
                    <a:pt x="267" y="1359"/>
                  </a:cubicBezTo>
                  <a:cubicBezTo>
                    <a:pt x="258" y="1325"/>
                    <a:pt x="258" y="1308"/>
                    <a:pt x="284" y="1291"/>
                  </a:cubicBezTo>
                  <a:cubicBezTo>
                    <a:pt x="301" y="1274"/>
                    <a:pt x="344" y="1256"/>
                    <a:pt x="353" y="1239"/>
                  </a:cubicBezTo>
                  <a:cubicBezTo>
                    <a:pt x="353" y="1213"/>
                    <a:pt x="327" y="1179"/>
                    <a:pt x="318" y="1162"/>
                  </a:cubicBezTo>
                  <a:cubicBezTo>
                    <a:pt x="301" y="1136"/>
                    <a:pt x="293" y="1110"/>
                    <a:pt x="284" y="1093"/>
                  </a:cubicBezTo>
                  <a:cubicBezTo>
                    <a:pt x="250" y="1024"/>
                    <a:pt x="250" y="947"/>
                    <a:pt x="267" y="887"/>
                  </a:cubicBezTo>
                  <a:cubicBezTo>
                    <a:pt x="284" y="853"/>
                    <a:pt x="284" y="818"/>
                    <a:pt x="284" y="784"/>
                  </a:cubicBezTo>
                  <a:cubicBezTo>
                    <a:pt x="284" y="749"/>
                    <a:pt x="301" y="715"/>
                    <a:pt x="318" y="681"/>
                  </a:cubicBezTo>
                  <a:cubicBezTo>
                    <a:pt x="353" y="612"/>
                    <a:pt x="370" y="518"/>
                    <a:pt x="413" y="449"/>
                  </a:cubicBezTo>
                  <a:cubicBezTo>
                    <a:pt x="422" y="431"/>
                    <a:pt x="433" y="426"/>
                    <a:pt x="445" y="426"/>
                  </a:cubicBezTo>
                  <a:cubicBezTo>
                    <a:pt x="457" y="426"/>
                    <a:pt x="470" y="431"/>
                    <a:pt x="483" y="431"/>
                  </a:cubicBezTo>
                  <a:cubicBezTo>
                    <a:pt x="494" y="431"/>
                    <a:pt x="505" y="428"/>
                    <a:pt x="516" y="414"/>
                  </a:cubicBezTo>
                  <a:cubicBezTo>
                    <a:pt x="550" y="371"/>
                    <a:pt x="585" y="346"/>
                    <a:pt x="628" y="337"/>
                  </a:cubicBezTo>
                  <a:cubicBezTo>
                    <a:pt x="671" y="320"/>
                    <a:pt x="696" y="320"/>
                    <a:pt x="731" y="311"/>
                  </a:cubicBezTo>
                  <a:cubicBezTo>
                    <a:pt x="752" y="300"/>
                    <a:pt x="778" y="290"/>
                    <a:pt x="800" y="290"/>
                  </a:cubicBezTo>
                  <a:cubicBezTo>
                    <a:pt x="813" y="290"/>
                    <a:pt x="824" y="293"/>
                    <a:pt x="834" y="303"/>
                  </a:cubicBezTo>
                  <a:cubicBezTo>
                    <a:pt x="851" y="320"/>
                    <a:pt x="868" y="346"/>
                    <a:pt x="885" y="354"/>
                  </a:cubicBezTo>
                  <a:cubicBezTo>
                    <a:pt x="892" y="358"/>
                    <a:pt x="899" y="359"/>
                    <a:pt x="906" y="359"/>
                  </a:cubicBezTo>
                  <a:cubicBezTo>
                    <a:pt x="937" y="359"/>
                    <a:pt x="973" y="335"/>
                    <a:pt x="1014" y="328"/>
                  </a:cubicBezTo>
                  <a:lnTo>
                    <a:pt x="1040" y="380"/>
                  </a:lnTo>
                  <a:lnTo>
                    <a:pt x="1057" y="397"/>
                  </a:lnTo>
                  <a:lnTo>
                    <a:pt x="1100" y="440"/>
                  </a:lnTo>
                  <a:cubicBezTo>
                    <a:pt x="1100" y="406"/>
                    <a:pt x="1134" y="380"/>
                    <a:pt x="1143" y="346"/>
                  </a:cubicBezTo>
                  <a:cubicBezTo>
                    <a:pt x="1169" y="303"/>
                    <a:pt x="1152" y="286"/>
                    <a:pt x="1134" y="243"/>
                  </a:cubicBezTo>
                  <a:cubicBezTo>
                    <a:pt x="1100" y="182"/>
                    <a:pt x="1040" y="122"/>
                    <a:pt x="988" y="71"/>
                  </a:cubicBezTo>
                  <a:cubicBezTo>
                    <a:pt x="963" y="54"/>
                    <a:pt x="954" y="45"/>
                    <a:pt x="920" y="45"/>
                  </a:cubicBezTo>
                  <a:cubicBezTo>
                    <a:pt x="885" y="36"/>
                    <a:pt x="860" y="19"/>
                    <a:pt x="825" y="11"/>
                  </a:cubicBezTo>
                  <a:cubicBezTo>
                    <a:pt x="807" y="3"/>
                    <a:pt x="789" y="1"/>
                    <a:pt x="771" y="1"/>
                  </a:cubicBezTo>
                  <a:close/>
                  <a:moveTo>
                    <a:pt x="285" y="1458"/>
                  </a:moveTo>
                  <a:cubicBezTo>
                    <a:pt x="288" y="1480"/>
                    <a:pt x="297" y="1514"/>
                    <a:pt x="318" y="1514"/>
                  </a:cubicBezTo>
                  <a:cubicBezTo>
                    <a:pt x="305" y="1500"/>
                    <a:pt x="296" y="1476"/>
                    <a:pt x="285" y="1458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6956" name="Google Shape;16956;p54">
            <a:extLst>
              <a:ext uri="{FF2B5EF4-FFF2-40B4-BE49-F238E27FC236}">
                <a16:creationId xmlns:a16="http://schemas.microsoft.com/office/drawing/2014/main" id="{060FF527-1406-05F9-4F7F-7426539C3CAB}"/>
              </a:ext>
            </a:extLst>
          </p:cNvPr>
          <p:cNvGrpSpPr/>
          <p:nvPr/>
        </p:nvGrpSpPr>
        <p:grpSpPr>
          <a:xfrm>
            <a:off x="6781121" y="3880308"/>
            <a:ext cx="611425" cy="883552"/>
            <a:chOff x="8092696" y="3393258"/>
            <a:chExt cx="611425" cy="883552"/>
          </a:xfrm>
        </p:grpSpPr>
        <p:sp>
          <p:nvSpPr>
            <p:cNvPr id="16957" name="Google Shape;16957;p54">
              <a:extLst>
                <a:ext uri="{FF2B5EF4-FFF2-40B4-BE49-F238E27FC236}">
                  <a16:creationId xmlns:a16="http://schemas.microsoft.com/office/drawing/2014/main" id="{6C563B23-153D-8086-FF82-5332536413FD}"/>
                </a:ext>
              </a:extLst>
            </p:cNvPr>
            <p:cNvSpPr/>
            <p:nvPr/>
          </p:nvSpPr>
          <p:spPr>
            <a:xfrm>
              <a:off x="8552235" y="4108157"/>
              <a:ext cx="66044" cy="42790"/>
            </a:xfrm>
            <a:custGeom>
              <a:avLst/>
              <a:gdLst/>
              <a:ahLst/>
              <a:cxnLst/>
              <a:rect l="l" t="t" r="r" b="b"/>
              <a:pathLst>
                <a:path w="764" h="495" extrusionOk="0">
                  <a:moveTo>
                    <a:pt x="121" y="0"/>
                  </a:moveTo>
                  <a:cubicBezTo>
                    <a:pt x="71" y="211"/>
                    <a:pt x="1" y="331"/>
                    <a:pt x="21" y="391"/>
                  </a:cubicBezTo>
                  <a:cubicBezTo>
                    <a:pt x="30" y="427"/>
                    <a:pt x="254" y="495"/>
                    <a:pt x="466" y="495"/>
                  </a:cubicBezTo>
                  <a:cubicBezTo>
                    <a:pt x="492" y="495"/>
                    <a:pt x="517" y="494"/>
                    <a:pt x="542" y="492"/>
                  </a:cubicBezTo>
                  <a:cubicBezTo>
                    <a:pt x="763" y="462"/>
                    <a:pt x="593" y="0"/>
                    <a:pt x="5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8" name="Google Shape;16958;p54">
              <a:extLst>
                <a:ext uri="{FF2B5EF4-FFF2-40B4-BE49-F238E27FC236}">
                  <a16:creationId xmlns:a16="http://schemas.microsoft.com/office/drawing/2014/main" id="{DF60CE06-243B-1B98-B9D2-9A3AFC851A40}"/>
                </a:ext>
              </a:extLst>
            </p:cNvPr>
            <p:cNvSpPr/>
            <p:nvPr/>
          </p:nvSpPr>
          <p:spPr>
            <a:xfrm>
              <a:off x="8553099" y="4115937"/>
              <a:ext cx="46075" cy="34751"/>
            </a:xfrm>
            <a:custGeom>
              <a:avLst/>
              <a:gdLst/>
              <a:ahLst/>
              <a:cxnLst/>
              <a:rect l="l" t="t" r="r" b="b"/>
              <a:pathLst>
                <a:path w="533" h="402" extrusionOk="0">
                  <a:moveTo>
                    <a:pt x="512" y="0"/>
                  </a:moveTo>
                  <a:lnTo>
                    <a:pt x="512" y="0"/>
                  </a:lnTo>
                  <a:cubicBezTo>
                    <a:pt x="482" y="11"/>
                    <a:pt x="452" y="11"/>
                    <a:pt x="412" y="11"/>
                  </a:cubicBezTo>
                  <a:lnTo>
                    <a:pt x="402" y="11"/>
                  </a:lnTo>
                  <a:cubicBezTo>
                    <a:pt x="412" y="91"/>
                    <a:pt x="412" y="171"/>
                    <a:pt x="362" y="231"/>
                  </a:cubicBezTo>
                  <a:cubicBezTo>
                    <a:pt x="342" y="261"/>
                    <a:pt x="312" y="271"/>
                    <a:pt x="282" y="271"/>
                  </a:cubicBezTo>
                  <a:cubicBezTo>
                    <a:pt x="241" y="271"/>
                    <a:pt x="201" y="251"/>
                    <a:pt x="161" y="241"/>
                  </a:cubicBezTo>
                  <a:cubicBezTo>
                    <a:pt x="121" y="231"/>
                    <a:pt x="71" y="211"/>
                    <a:pt x="21" y="211"/>
                  </a:cubicBezTo>
                  <a:cubicBezTo>
                    <a:pt x="11" y="251"/>
                    <a:pt x="1" y="281"/>
                    <a:pt x="11" y="301"/>
                  </a:cubicBezTo>
                  <a:cubicBezTo>
                    <a:pt x="21" y="342"/>
                    <a:pt x="231" y="402"/>
                    <a:pt x="422" y="402"/>
                  </a:cubicBezTo>
                  <a:lnTo>
                    <a:pt x="512" y="402"/>
                  </a:lnTo>
                  <a:cubicBezTo>
                    <a:pt x="512" y="331"/>
                    <a:pt x="522" y="231"/>
                    <a:pt x="532" y="131"/>
                  </a:cubicBezTo>
                  <a:cubicBezTo>
                    <a:pt x="502" y="101"/>
                    <a:pt x="502" y="61"/>
                    <a:pt x="5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9" name="Google Shape;16959;p54">
              <a:extLst>
                <a:ext uri="{FF2B5EF4-FFF2-40B4-BE49-F238E27FC236}">
                  <a16:creationId xmlns:a16="http://schemas.microsoft.com/office/drawing/2014/main" id="{287961CA-05B0-6E36-D024-252C79DFC929}"/>
                </a:ext>
              </a:extLst>
            </p:cNvPr>
            <p:cNvSpPr/>
            <p:nvPr/>
          </p:nvSpPr>
          <p:spPr>
            <a:xfrm>
              <a:off x="8596494" y="4120086"/>
              <a:ext cx="62500" cy="45384"/>
            </a:xfrm>
            <a:custGeom>
              <a:avLst/>
              <a:gdLst/>
              <a:ahLst/>
              <a:cxnLst/>
              <a:rect l="l" t="t" r="r" b="b"/>
              <a:pathLst>
                <a:path w="723" h="525" extrusionOk="0">
                  <a:moveTo>
                    <a:pt x="512" y="0"/>
                  </a:moveTo>
                  <a:cubicBezTo>
                    <a:pt x="343" y="0"/>
                    <a:pt x="40" y="43"/>
                    <a:pt x="40" y="43"/>
                  </a:cubicBezTo>
                  <a:cubicBezTo>
                    <a:pt x="20" y="203"/>
                    <a:pt x="0" y="374"/>
                    <a:pt x="20" y="434"/>
                  </a:cubicBezTo>
                  <a:cubicBezTo>
                    <a:pt x="30" y="504"/>
                    <a:pt x="281" y="524"/>
                    <a:pt x="442" y="524"/>
                  </a:cubicBezTo>
                  <a:cubicBezTo>
                    <a:pt x="592" y="514"/>
                    <a:pt x="702" y="484"/>
                    <a:pt x="712" y="444"/>
                  </a:cubicBezTo>
                  <a:cubicBezTo>
                    <a:pt x="722" y="414"/>
                    <a:pt x="622" y="83"/>
                    <a:pt x="622" y="23"/>
                  </a:cubicBezTo>
                  <a:cubicBezTo>
                    <a:pt x="619" y="6"/>
                    <a:pt x="575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0" name="Google Shape;16960;p54">
              <a:extLst>
                <a:ext uri="{FF2B5EF4-FFF2-40B4-BE49-F238E27FC236}">
                  <a16:creationId xmlns:a16="http://schemas.microsoft.com/office/drawing/2014/main" id="{4FA81836-7865-2E77-CAE3-D199DE5D4DA7}"/>
                </a:ext>
              </a:extLst>
            </p:cNvPr>
            <p:cNvSpPr/>
            <p:nvPr/>
          </p:nvSpPr>
          <p:spPr>
            <a:xfrm>
              <a:off x="8597359" y="4127175"/>
              <a:ext cx="60771" cy="38295"/>
            </a:xfrm>
            <a:custGeom>
              <a:avLst/>
              <a:gdLst/>
              <a:ahLst/>
              <a:cxnLst/>
              <a:rect l="l" t="t" r="r" b="b"/>
              <a:pathLst>
                <a:path w="703" h="443" extrusionOk="0">
                  <a:moveTo>
                    <a:pt x="622" y="1"/>
                  </a:moveTo>
                  <a:cubicBezTo>
                    <a:pt x="592" y="31"/>
                    <a:pt x="542" y="31"/>
                    <a:pt x="452" y="31"/>
                  </a:cubicBezTo>
                  <a:lnTo>
                    <a:pt x="432" y="31"/>
                  </a:lnTo>
                  <a:cubicBezTo>
                    <a:pt x="422" y="81"/>
                    <a:pt x="442" y="131"/>
                    <a:pt x="452" y="201"/>
                  </a:cubicBezTo>
                  <a:cubicBezTo>
                    <a:pt x="462" y="252"/>
                    <a:pt x="462" y="322"/>
                    <a:pt x="412" y="352"/>
                  </a:cubicBezTo>
                  <a:lnTo>
                    <a:pt x="381" y="352"/>
                  </a:lnTo>
                  <a:cubicBezTo>
                    <a:pt x="351" y="352"/>
                    <a:pt x="331" y="342"/>
                    <a:pt x="301" y="342"/>
                  </a:cubicBezTo>
                  <a:lnTo>
                    <a:pt x="281" y="342"/>
                  </a:lnTo>
                  <a:cubicBezTo>
                    <a:pt x="251" y="342"/>
                    <a:pt x="221" y="342"/>
                    <a:pt x="191" y="352"/>
                  </a:cubicBezTo>
                  <a:lnTo>
                    <a:pt x="101" y="352"/>
                  </a:lnTo>
                  <a:cubicBezTo>
                    <a:pt x="71" y="352"/>
                    <a:pt x="30" y="352"/>
                    <a:pt x="0" y="332"/>
                  </a:cubicBezTo>
                  <a:lnTo>
                    <a:pt x="0" y="332"/>
                  </a:lnTo>
                  <a:lnTo>
                    <a:pt x="10" y="352"/>
                  </a:lnTo>
                  <a:cubicBezTo>
                    <a:pt x="20" y="412"/>
                    <a:pt x="241" y="442"/>
                    <a:pt x="402" y="442"/>
                  </a:cubicBezTo>
                  <a:lnTo>
                    <a:pt x="432" y="442"/>
                  </a:lnTo>
                  <a:cubicBezTo>
                    <a:pt x="582" y="432"/>
                    <a:pt x="692" y="402"/>
                    <a:pt x="702" y="362"/>
                  </a:cubicBezTo>
                  <a:cubicBezTo>
                    <a:pt x="702" y="362"/>
                    <a:pt x="702" y="362"/>
                    <a:pt x="702" y="352"/>
                  </a:cubicBezTo>
                  <a:cubicBezTo>
                    <a:pt x="702" y="302"/>
                    <a:pt x="652" y="111"/>
                    <a:pt x="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1" name="Google Shape;16961;p54">
              <a:extLst>
                <a:ext uri="{FF2B5EF4-FFF2-40B4-BE49-F238E27FC236}">
                  <a16:creationId xmlns:a16="http://schemas.microsoft.com/office/drawing/2014/main" id="{94F428E3-3A69-FC6C-7795-A77C9F925165}"/>
                </a:ext>
              </a:extLst>
            </p:cNvPr>
            <p:cNvSpPr/>
            <p:nvPr/>
          </p:nvSpPr>
          <p:spPr>
            <a:xfrm>
              <a:off x="8245270" y="4228661"/>
              <a:ext cx="70366" cy="48150"/>
            </a:xfrm>
            <a:custGeom>
              <a:avLst/>
              <a:gdLst/>
              <a:ahLst/>
              <a:cxnLst/>
              <a:rect l="l" t="t" r="r" b="b"/>
              <a:pathLst>
                <a:path w="814" h="557" extrusionOk="0">
                  <a:moveTo>
                    <a:pt x="191" y="0"/>
                  </a:moveTo>
                  <a:cubicBezTo>
                    <a:pt x="71" y="191"/>
                    <a:pt x="1" y="402"/>
                    <a:pt x="11" y="442"/>
                  </a:cubicBezTo>
                  <a:cubicBezTo>
                    <a:pt x="21" y="482"/>
                    <a:pt x="181" y="522"/>
                    <a:pt x="402" y="542"/>
                  </a:cubicBezTo>
                  <a:cubicBezTo>
                    <a:pt x="476" y="552"/>
                    <a:pt x="539" y="557"/>
                    <a:pt x="592" y="557"/>
                  </a:cubicBezTo>
                  <a:cubicBezTo>
                    <a:pt x="699" y="557"/>
                    <a:pt x="763" y="539"/>
                    <a:pt x="783" y="512"/>
                  </a:cubicBezTo>
                  <a:cubicBezTo>
                    <a:pt x="813" y="482"/>
                    <a:pt x="773" y="111"/>
                    <a:pt x="773" y="111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2" name="Google Shape;16962;p54">
              <a:extLst>
                <a:ext uri="{FF2B5EF4-FFF2-40B4-BE49-F238E27FC236}">
                  <a16:creationId xmlns:a16="http://schemas.microsoft.com/office/drawing/2014/main" id="{5F85E299-38B9-C9E2-4E26-8F9B6D2A78E9}"/>
                </a:ext>
              </a:extLst>
            </p:cNvPr>
            <p:cNvSpPr/>
            <p:nvPr/>
          </p:nvSpPr>
          <p:spPr>
            <a:xfrm>
              <a:off x="8246135" y="4266783"/>
              <a:ext cx="86" cy="8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D8D7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3" name="Google Shape;16963;p54">
              <a:extLst>
                <a:ext uri="{FF2B5EF4-FFF2-40B4-BE49-F238E27FC236}">
                  <a16:creationId xmlns:a16="http://schemas.microsoft.com/office/drawing/2014/main" id="{9A149C0A-E486-82AB-9110-A974DC6AC23E}"/>
                </a:ext>
              </a:extLst>
            </p:cNvPr>
            <p:cNvSpPr/>
            <p:nvPr/>
          </p:nvSpPr>
          <p:spPr>
            <a:xfrm>
              <a:off x="8246135" y="4241627"/>
              <a:ext cx="68637" cy="34837"/>
            </a:xfrm>
            <a:custGeom>
              <a:avLst/>
              <a:gdLst/>
              <a:ahLst/>
              <a:cxnLst/>
              <a:rect l="l" t="t" r="r" b="b"/>
              <a:pathLst>
                <a:path w="794" h="403" extrusionOk="0">
                  <a:moveTo>
                    <a:pt x="573" y="1"/>
                  </a:moveTo>
                  <a:cubicBezTo>
                    <a:pt x="573" y="81"/>
                    <a:pt x="583" y="222"/>
                    <a:pt x="573" y="242"/>
                  </a:cubicBezTo>
                  <a:cubicBezTo>
                    <a:pt x="553" y="292"/>
                    <a:pt x="462" y="302"/>
                    <a:pt x="382" y="302"/>
                  </a:cubicBezTo>
                  <a:lnTo>
                    <a:pt x="282" y="302"/>
                  </a:lnTo>
                  <a:cubicBezTo>
                    <a:pt x="232" y="292"/>
                    <a:pt x="111" y="222"/>
                    <a:pt x="11" y="222"/>
                  </a:cubicBezTo>
                  <a:cubicBezTo>
                    <a:pt x="1" y="252"/>
                    <a:pt x="1" y="282"/>
                    <a:pt x="1" y="292"/>
                  </a:cubicBezTo>
                  <a:cubicBezTo>
                    <a:pt x="11" y="332"/>
                    <a:pt x="171" y="372"/>
                    <a:pt x="392" y="392"/>
                  </a:cubicBezTo>
                  <a:cubicBezTo>
                    <a:pt x="402" y="392"/>
                    <a:pt x="422" y="402"/>
                    <a:pt x="432" y="402"/>
                  </a:cubicBezTo>
                  <a:lnTo>
                    <a:pt x="573" y="402"/>
                  </a:lnTo>
                  <a:cubicBezTo>
                    <a:pt x="683" y="402"/>
                    <a:pt x="753" y="392"/>
                    <a:pt x="773" y="362"/>
                  </a:cubicBezTo>
                  <a:cubicBezTo>
                    <a:pt x="793" y="332"/>
                    <a:pt x="773" y="111"/>
                    <a:pt x="763" y="11"/>
                  </a:cubicBezTo>
                  <a:lnTo>
                    <a:pt x="733" y="11"/>
                  </a:lnTo>
                  <a:cubicBezTo>
                    <a:pt x="693" y="11"/>
                    <a:pt x="633" y="11"/>
                    <a:pt x="5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4" name="Google Shape;16964;p54">
              <a:extLst>
                <a:ext uri="{FF2B5EF4-FFF2-40B4-BE49-F238E27FC236}">
                  <a16:creationId xmlns:a16="http://schemas.microsoft.com/office/drawing/2014/main" id="{C75776EA-AA2F-99AD-89CB-53134BC051E7}"/>
                </a:ext>
              </a:extLst>
            </p:cNvPr>
            <p:cNvSpPr/>
            <p:nvPr/>
          </p:nvSpPr>
          <p:spPr>
            <a:xfrm>
              <a:off x="8388336" y="4224425"/>
              <a:ext cx="72095" cy="51348"/>
            </a:xfrm>
            <a:custGeom>
              <a:avLst/>
              <a:gdLst/>
              <a:ahLst/>
              <a:cxnLst/>
              <a:rect l="l" t="t" r="r" b="b"/>
              <a:pathLst>
                <a:path w="834" h="594" extrusionOk="0">
                  <a:moveTo>
                    <a:pt x="686" y="0"/>
                  </a:moveTo>
                  <a:cubicBezTo>
                    <a:pt x="559" y="0"/>
                    <a:pt x="51" y="210"/>
                    <a:pt x="51" y="210"/>
                  </a:cubicBezTo>
                  <a:cubicBezTo>
                    <a:pt x="41" y="370"/>
                    <a:pt x="1" y="501"/>
                    <a:pt x="51" y="541"/>
                  </a:cubicBezTo>
                  <a:cubicBezTo>
                    <a:pt x="103" y="567"/>
                    <a:pt x="261" y="593"/>
                    <a:pt x="432" y="593"/>
                  </a:cubicBezTo>
                  <a:cubicBezTo>
                    <a:pt x="459" y="593"/>
                    <a:pt x="486" y="592"/>
                    <a:pt x="513" y="591"/>
                  </a:cubicBezTo>
                  <a:cubicBezTo>
                    <a:pt x="723" y="571"/>
                    <a:pt x="823" y="521"/>
                    <a:pt x="823" y="491"/>
                  </a:cubicBezTo>
                  <a:cubicBezTo>
                    <a:pt x="833" y="461"/>
                    <a:pt x="733" y="80"/>
                    <a:pt x="713" y="9"/>
                  </a:cubicBezTo>
                  <a:cubicBezTo>
                    <a:pt x="710" y="3"/>
                    <a:pt x="700" y="0"/>
                    <a:pt x="6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5" name="Google Shape;16965;p54">
              <a:extLst>
                <a:ext uri="{FF2B5EF4-FFF2-40B4-BE49-F238E27FC236}">
                  <a16:creationId xmlns:a16="http://schemas.microsoft.com/office/drawing/2014/main" id="{BC0EC8DF-BB63-2A4D-930D-7973D885604A}"/>
                </a:ext>
              </a:extLst>
            </p:cNvPr>
            <p:cNvSpPr/>
            <p:nvPr/>
          </p:nvSpPr>
          <p:spPr>
            <a:xfrm>
              <a:off x="8392745" y="4243356"/>
              <a:ext cx="66822" cy="32244"/>
            </a:xfrm>
            <a:custGeom>
              <a:avLst/>
              <a:gdLst/>
              <a:ahLst/>
              <a:cxnLst/>
              <a:rect l="l" t="t" r="r" b="b"/>
              <a:pathLst>
                <a:path w="773" h="373" extrusionOk="0">
                  <a:moveTo>
                    <a:pt x="341" y="372"/>
                  </a:moveTo>
                  <a:cubicBezTo>
                    <a:pt x="181" y="372"/>
                    <a:pt x="50" y="352"/>
                    <a:pt x="0" y="322"/>
                  </a:cubicBezTo>
                  <a:lnTo>
                    <a:pt x="0" y="322"/>
                  </a:lnTo>
                  <a:lnTo>
                    <a:pt x="0" y="322"/>
                  </a:lnTo>
                  <a:cubicBezTo>
                    <a:pt x="50" y="352"/>
                    <a:pt x="181" y="372"/>
                    <a:pt x="341" y="372"/>
                  </a:cubicBezTo>
                  <a:cubicBezTo>
                    <a:pt x="381" y="372"/>
                    <a:pt x="421" y="372"/>
                    <a:pt x="462" y="372"/>
                  </a:cubicBezTo>
                  <a:cubicBezTo>
                    <a:pt x="672" y="352"/>
                    <a:pt x="772" y="302"/>
                    <a:pt x="772" y="272"/>
                  </a:cubicBezTo>
                  <a:cubicBezTo>
                    <a:pt x="772" y="272"/>
                    <a:pt x="772" y="272"/>
                    <a:pt x="772" y="272"/>
                  </a:cubicBezTo>
                  <a:cubicBezTo>
                    <a:pt x="772" y="272"/>
                    <a:pt x="772" y="272"/>
                    <a:pt x="772" y="272"/>
                  </a:cubicBezTo>
                  <a:cubicBezTo>
                    <a:pt x="772" y="302"/>
                    <a:pt x="672" y="352"/>
                    <a:pt x="462" y="372"/>
                  </a:cubicBezTo>
                  <a:cubicBezTo>
                    <a:pt x="421" y="372"/>
                    <a:pt x="381" y="372"/>
                    <a:pt x="341" y="372"/>
                  </a:cubicBezTo>
                  <a:close/>
                  <a:moveTo>
                    <a:pt x="772" y="272"/>
                  </a:moveTo>
                  <a:lnTo>
                    <a:pt x="772" y="272"/>
                  </a:lnTo>
                  <a:lnTo>
                    <a:pt x="772" y="272"/>
                  </a:lnTo>
                  <a:close/>
                  <a:moveTo>
                    <a:pt x="772" y="272"/>
                  </a:moveTo>
                  <a:lnTo>
                    <a:pt x="772" y="272"/>
                  </a:lnTo>
                  <a:lnTo>
                    <a:pt x="772" y="272"/>
                  </a:lnTo>
                  <a:close/>
                  <a:moveTo>
                    <a:pt x="772" y="272"/>
                  </a:moveTo>
                  <a:lnTo>
                    <a:pt x="772" y="272"/>
                  </a:lnTo>
                  <a:lnTo>
                    <a:pt x="772" y="272"/>
                  </a:lnTo>
                  <a:close/>
                  <a:moveTo>
                    <a:pt x="772" y="272"/>
                  </a:moveTo>
                  <a:lnTo>
                    <a:pt x="772" y="272"/>
                  </a:lnTo>
                  <a:lnTo>
                    <a:pt x="772" y="272"/>
                  </a:lnTo>
                  <a:close/>
                  <a:moveTo>
                    <a:pt x="772" y="272"/>
                  </a:moveTo>
                  <a:lnTo>
                    <a:pt x="772" y="272"/>
                  </a:lnTo>
                  <a:lnTo>
                    <a:pt x="772" y="272"/>
                  </a:lnTo>
                  <a:close/>
                  <a:moveTo>
                    <a:pt x="762" y="212"/>
                  </a:moveTo>
                  <a:cubicBezTo>
                    <a:pt x="762" y="212"/>
                    <a:pt x="762" y="212"/>
                    <a:pt x="762" y="212"/>
                  </a:cubicBezTo>
                  <a:cubicBezTo>
                    <a:pt x="762" y="212"/>
                    <a:pt x="762" y="212"/>
                    <a:pt x="762" y="212"/>
                  </a:cubicBezTo>
                  <a:close/>
                  <a:moveTo>
                    <a:pt x="762" y="212"/>
                  </a:moveTo>
                  <a:cubicBezTo>
                    <a:pt x="762" y="212"/>
                    <a:pt x="762" y="202"/>
                    <a:pt x="762" y="202"/>
                  </a:cubicBezTo>
                  <a:cubicBezTo>
                    <a:pt x="762" y="202"/>
                    <a:pt x="762" y="212"/>
                    <a:pt x="762" y="212"/>
                  </a:cubicBezTo>
                  <a:close/>
                  <a:moveTo>
                    <a:pt x="762" y="202"/>
                  </a:moveTo>
                  <a:cubicBezTo>
                    <a:pt x="762" y="202"/>
                    <a:pt x="762" y="202"/>
                    <a:pt x="762" y="202"/>
                  </a:cubicBezTo>
                  <a:cubicBezTo>
                    <a:pt x="762" y="202"/>
                    <a:pt x="762" y="202"/>
                    <a:pt x="762" y="202"/>
                  </a:cubicBezTo>
                  <a:close/>
                  <a:moveTo>
                    <a:pt x="762" y="202"/>
                  </a:moveTo>
                  <a:cubicBezTo>
                    <a:pt x="762" y="202"/>
                    <a:pt x="762" y="202"/>
                    <a:pt x="762" y="202"/>
                  </a:cubicBezTo>
                  <a:cubicBezTo>
                    <a:pt x="762" y="202"/>
                    <a:pt x="762" y="202"/>
                    <a:pt x="762" y="202"/>
                  </a:cubicBezTo>
                  <a:close/>
                  <a:moveTo>
                    <a:pt x="762" y="202"/>
                  </a:moveTo>
                  <a:cubicBezTo>
                    <a:pt x="752" y="151"/>
                    <a:pt x="732" y="81"/>
                    <a:pt x="722" y="11"/>
                  </a:cubicBezTo>
                  <a:cubicBezTo>
                    <a:pt x="732" y="81"/>
                    <a:pt x="752" y="151"/>
                    <a:pt x="762" y="202"/>
                  </a:cubicBezTo>
                  <a:close/>
                  <a:moveTo>
                    <a:pt x="722" y="1"/>
                  </a:moveTo>
                  <a:lnTo>
                    <a:pt x="722" y="1"/>
                  </a:lnTo>
                  <a:lnTo>
                    <a:pt x="722" y="1"/>
                  </a:lnTo>
                  <a:close/>
                </a:path>
              </a:pathLst>
            </a:custGeom>
            <a:solidFill>
              <a:srgbClr val="B6CD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6" name="Google Shape;16966;p54">
              <a:extLst>
                <a:ext uri="{FF2B5EF4-FFF2-40B4-BE49-F238E27FC236}">
                  <a16:creationId xmlns:a16="http://schemas.microsoft.com/office/drawing/2014/main" id="{941905C5-1569-37CF-F23C-1F839432B1FF}"/>
                </a:ext>
              </a:extLst>
            </p:cNvPr>
            <p:cNvSpPr/>
            <p:nvPr/>
          </p:nvSpPr>
          <p:spPr>
            <a:xfrm>
              <a:off x="8391016" y="4234712"/>
              <a:ext cx="68551" cy="40888"/>
            </a:xfrm>
            <a:custGeom>
              <a:avLst/>
              <a:gdLst/>
              <a:ahLst/>
              <a:cxnLst/>
              <a:rect l="l" t="t" r="r" b="b"/>
              <a:pathLst>
                <a:path w="793" h="473" extrusionOk="0">
                  <a:moveTo>
                    <a:pt x="712" y="1"/>
                  </a:moveTo>
                  <a:cubicBezTo>
                    <a:pt x="712" y="11"/>
                    <a:pt x="712" y="11"/>
                    <a:pt x="702" y="21"/>
                  </a:cubicBezTo>
                  <a:cubicBezTo>
                    <a:pt x="702" y="31"/>
                    <a:pt x="652" y="51"/>
                    <a:pt x="592" y="61"/>
                  </a:cubicBezTo>
                  <a:cubicBezTo>
                    <a:pt x="602" y="101"/>
                    <a:pt x="632" y="141"/>
                    <a:pt x="632" y="191"/>
                  </a:cubicBezTo>
                  <a:cubicBezTo>
                    <a:pt x="622" y="282"/>
                    <a:pt x="552" y="352"/>
                    <a:pt x="471" y="392"/>
                  </a:cubicBezTo>
                  <a:cubicBezTo>
                    <a:pt x="441" y="392"/>
                    <a:pt x="411" y="402"/>
                    <a:pt x="361" y="402"/>
                  </a:cubicBezTo>
                  <a:cubicBezTo>
                    <a:pt x="251" y="402"/>
                    <a:pt x="90" y="382"/>
                    <a:pt x="0" y="352"/>
                  </a:cubicBezTo>
                  <a:lnTo>
                    <a:pt x="0" y="352"/>
                  </a:lnTo>
                  <a:cubicBezTo>
                    <a:pt x="0" y="382"/>
                    <a:pt x="10" y="402"/>
                    <a:pt x="20" y="422"/>
                  </a:cubicBezTo>
                  <a:cubicBezTo>
                    <a:pt x="70" y="452"/>
                    <a:pt x="201" y="472"/>
                    <a:pt x="361" y="472"/>
                  </a:cubicBezTo>
                  <a:lnTo>
                    <a:pt x="482" y="472"/>
                  </a:lnTo>
                  <a:cubicBezTo>
                    <a:pt x="692" y="452"/>
                    <a:pt x="792" y="402"/>
                    <a:pt x="792" y="372"/>
                  </a:cubicBezTo>
                  <a:cubicBezTo>
                    <a:pt x="792" y="362"/>
                    <a:pt x="792" y="342"/>
                    <a:pt x="782" y="312"/>
                  </a:cubicBezTo>
                  <a:cubicBezTo>
                    <a:pt x="782" y="312"/>
                    <a:pt x="782" y="302"/>
                    <a:pt x="782" y="302"/>
                  </a:cubicBezTo>
                  <a:cubicBezTo>
                    <a:pt x="772" y="251"/>
                    <a:pt x="752" y="181"/>
                    <a:pt x="742" y="111"/>
                  </a:cubicBezTo>
                  <a:cubicBezTo>
                    <a:pt x="742" y="101"/>
                    <a:pt x="742" y="101"/>
                    <a:pt x="742" y="101"/>
                  </a:cubicBezTo>
                  <a:cubicBezTo>
                    <a:pt x="732" y="71"/>
                    <a:pt x="722" y="31"/>
                    <a:pt x="7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7" name="Google Shape;16967;p54">
              <a:extLst>
                <a:ext uri="{FF2B5EF4-FFF2-40B4-BE49-F238E27FC236}">
                  <a16:creationId xmlns:a16="http://schemas.microsoft.com/office/drawing/2014/main" id="{0B9362FE-063D-76E9-15D2-89219C184349}"/>
                </a:ext>
              </a:extLst>
            </p:cNvPr>
            <p:cNvSpPr/>
            <p:nvPr/>
          </p:nvSpPr>
          <p:spPr>
            <a:xfrm>
              <a:off x="8557421" y="3763934"/>
              <a:ext cx="71231" cy="353041"/>
            </a:xfrm>
            <a:custGeom>
              <a:avLst/>
              <a:gdLst/>
              <a:ahLst/>
              <a:cxnLst/>
              <a:rect l="l" t="t" r="r" b="b"/>
              <a:pathLst>
                <a:path w="824" h="4084" extrusionOk="0">
                  <a:moveTo>
                    <a:pt x="422" y="0"/>
                  </a:moveTo>
                  <a:lnTo>
                    <a:pt x="31" y="572"/>
                  </a:lnTo>
                  <a:cubicBezTo>
                    <a:pt x="121" y="963"/>
                    <a:pt x="191" y="1645"/>
                    <a:pt x="202" y="1936"/>
                  </a:cubicBezTo>
                  <a:cubicBezTo>
                    <a:pt x="202" y="2227"/>
                    <a:pt x="151" y="2618"/>
                    <a:pt x="111" y="2929"/>
                  </a:cubicBezTo>
                  <a:cubicBezTo>
                    <a:pt x="81" y="3230"/>
                    <a:pt x="151" y="3310"/>
                    <a:pt x="111" y="3511"/>
                  </a:cubicBezTo>
                  <a:cubicBezTo>
                    <a:pt x="81" y="3711"/>
                    <a:pt x="1" y="3992"/>
                    <a:pt x="31" y="4022"/>
                  </a:cubicBezTo>
                  <a:cubicBezTo>
                    <a:pt x="52" y="4050"/>
                    <a:pt x="221" y="4083"/>
                    <a:pt x="365" y="4083"/>
                  </a:cubicBezTo>
                  <a:cubicBezTo>
                    <a:pt x="426" y="4083"/>
                    <a:pt x="483" y="4077"/>
                    <a:pt x="522" y="4062"/>
                  </a:cubicBezTo>
                  <a:cubicBezTo>
                    <a:pt x="653" y="4002"/>
                    <a:pt x="633" y="3270"/>
                    <a:pt x="633" y="3270"/>
                  </a:cubicBezTo>
                  <a:lnTo>
                    <a:pt x="823" y="1053"/>
                  </a:lnTo>
                  <a:lnTo>
                    <a:pt x="643" y="100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8" name="Google Shape;16968;p54">
              <a:extLst>
                <a:ext uri="{FF2B5EF4-FFF2-40B4-BE49-F238E27FC236}">
                  <a16:creationId xmlns:a16="http://schemas.microsoft.com/office/drawing/2014/main" id="{B54A9736-6CA4-7194-5986-8425B96BCB3A}"/>
                </a:ext>
              </a:extLst>
            </p:cNvPr>
            <p:cNvSpPr/>
            <p:nvPr/>
          </p:nvSpPr>
          <p:spPr>
            <a:xfrm>
              <a:off x="8234032" y="3393258"/>
              <a:ext cx="470088" cy="851224"/>
            </a:xfrm>
            <a:custGeom>
              <a:avLst/>
              <a:gdLst/>
              <a:ahLst/>
              <a:cxnLst/>
              <a:rect l="l" t="t" r="r" b="b"/>
              <a:pathLst>
                <a:path w="5438" h="9847" extrusionOk="0">
                  <a:moveTo>
                    <a:pt x="3963" y="0"/>
                  </a:moveTo>
                  <a:cubicBezTo>
                    <a:pt x="3703" y="0"/>
                    <a:pt x="3445" y="125"/>
                    <a:pt x="3140" y="176"/>
                  </a:cubicBezTo>
                  <a:cubicBezTo>
                    <a:pt x="2709" y="246"/>
                    <a:pt x="2949" y="416"/>
                    <a:pt x="2368" y="677"/>
                  </a:cubicBezTo>
                  <a:cubicBezTo>
                    <a:pt x="1786" y="938"/>
                    <a:pt x="1284" y="1078"/>
                    <a:pt x="853" y="1108"/>
                  </a:cubicBezTo>
                  <a:cubicBezTo>
                    <a:pt x="432" y="1149"/>
                    <a:pt x="81" y="3235"/>
                    <a:pt x="81" y="3235"/>
                  </a:cubicBezTo>
                  <a:cubicBezTo>
                    <a:pt x="1" y="3897"/>
                    <a:pt x="51" y="4288"/>
                    <a:pt x="191" y="4649"/>
                  </a:cubicBezTo>
                  <a:cubicBezTo>
                    <a:pt x="332" y="5020"/>
                    <a:pt x="251" y="5231"/>
                    <a:pt x="362" y="5763"/>
                  </a:cubicBezTo>
                  <a:cubicBezTo>
                    <a:pt x="462" y="6294"/>
                    <a:pt x="462" y="7137"/>
                    <a:pt x="502" y="7418"/>
                  </a:cubicBezTo>
                  <a:cubicBezTo>
                    <a:pt x="532" y="7709"/>
                    <a:pt x="642" y="7799"/>
                    <a:pt x="562" y="8210"/>
                  </a:cubicBezTo>
                  <a:cubicBezTo>
                    <a:pt x="482" y="8621"/>
                    <a:pt x="402" y="9233"/>
                    <a:pt x="392" y="9384"/>
                  </a:cubicBezTo>
                  <a:cubicBezTo>
                    <a:pt x="372" y="9544"/>
                    <a:pt x="271" y="9674"/>
                    <a:pt x="271" y="9715"/>
                  </a:cubicBezTo>
                  <a:cubicBezTo>
                    <a:pt x="271" y="9759"/>
                    <a:pt x="743" y="9828"/>
                    <a:pt x="880" y="9828"/>
                  </a:cubicBezTo>
                  <a:cubicBezTo>
                    <a:pt x="896" y="9828"/>
                    <a:pt x="908" y="9827"/>
                    <a:pt x="913" y="9825"/>
                  </a:cubicBezTo>
                  <a:cubicBezTo>
                    <a:pt x="973" y="9795"/>
                    <a:pt x="933" y="9484"/>
                    <a:pt x="983" y="9333"/>
                  </a:cubicBezTo>
                  <a:cubicBezTo>
                    <a:pt x="1044" y="9193"/>
                    <a:pt x="1034" y="8230"/>
                    <a:pt x="1084" y="7869"/>
                  </a:cubicBezTo>
                  <a:cubicBezTo>
                    <a:pt x="1134" y="7508"/>
                    <a:pt x="1154" y="7408"/>
                    <a:pt x="1134" y="6876"/>
                  </a:cubicBezTo>
                  <a:cubicBezTo>
                    <a:pt x="1114" y="6344"/>
                    <a:pt x="1144" y="5803"/>
                    <a:pt x="1144" y="5803"/>
                  </a:cubicBezTo>
                  <a:cubicBezTo>
                    <a:pt x="1144" y="5803"/>
                    <a:pt x="1171" y="5807"/>
                    <a:pt x="1215" y="5807"/>
                  </a:cubicBezTo>
                  <a:cubicBezTo>
                    <a:pt x="1314" y="5807"/>
                    <a:pt x="1502" y="5787"/>
                    <a:pt x="1676" y="5662"/>
                  </a:cubicBezTo>
                  <a:cubicBezTo>
                    <a:pt x="1676" y="5662"/>
                    <a:pt x="1746" y="6124"/>
                    <a:pt x="1756" y="6615"/>
                  </a:cubicBezTo>
                  <a:cubicBezTo>
                    <a:pt x="1766" y="7107"/>
                    <a:pt x="1635" y="7237"/>
                    <a:pt x="1686" y="7538"/>
                  </a:cubicBezTo>
                  <a:cubicBezTo>
                    <a:pt x="1736" y="7849"/>
                    <a:pt x="1866" y="8421"/>
                    <a:pt x="1826" y="8752"/>
                  </a:cubicBezTo>
                  <a:cubicBezTo>
                    <a:pt x="1796" y="9093"/>
                    <a:pt x="1856" y="9354"/>
                    <a:pt x="1836" y="9584"/>
                  </a:cubicBezTo>
                  <a:cubicBezTo>
                    <a:pt x="1806" y="9825"/>
                    <a:pt x="1796" y="9835"/>
                    <a:pt x="1896" y="9845"/>
                  </a:cubicBezTo>
                  <a:cubicBezTo>
                    <a:pt x="1906" y="9846"/>
                    <a:pt x="1918" y="9846"/>
                    <a:pt x="1933" y="9846"/>
                  </a:cubicBezTo>
                  <a:cubicBezTo>
                    <a:pt x="2089" y="9846"/>
                    <a:pt x="2500" y="9801"/>
                    <a:pt x="2518" y="9755"/>
                  </a:cubicBezTo>
                  <a:cubicBezTo>
                    <a:pt x="2558" y="9654"/>
                    <a:pt x="2518" y="9644"/>
                    <a:pt x="2448" y="9364"/>
                  </a:cubicBezTo>
                  <a:cubicBezTo>
                    <a:pt x="2378" y="9073"/>
                    <a:pt x="2257" y="8481"/>
                    <a:pt x="2257" y="8130"/>
                  </a:cubicBezTo>
                  <a:cubicBezTo>
                    <a:pt x="2257" y="7789"/>
                    <a:pt x="2348" y="7628"/>
                    <a:pt x="2277" y="7287"/>
                  </a:cubicBezTo>
                  <a:cubicBezTo>
                    <a:pt x="2207" y="6956"/>
                    <a:pt x="2438" y="6003"/>
                    <a:pt x="2498" y="5753"/>
                  </a:cubicBezTo>
                  <a:cubicBezTo>
                    <a:pt x="2558" y="5502"/>
                    <a:pt x="2598" y="5181"/>
                    <a:pt x="2659" y="5131"/>
                  </a:cubicBezTo>
                  <a:cubicBezTo>
                    <a:pt x="2719" y="5091"/>
                    <a:pt x="3601" y="5101"/>
                    <a:pt x="4193" y="4599"/>
                  </a:cubicBezTo>
                  <a:cubicBezTo>
                    <a:pt x="4193" y="4599"/>
                    <a:pt x="4243" y="5241"/>
                    <a:pt x="4253" y="5542"/>
                  </a:cubicBezTo>
                  <a:cubicBezTo>
                    <a:pt x="4263" y="5843"/>
                    <a:pt x="4203" y="5883"/>
                    <a:pt x="4253" y="6234"/>
                  </a:cubicBezTo>
                  <a:cubicBezTo>
                    <a:pt x="4304" y="6575"/>
                    <a:pt x="4253" y="7277"/>
                    <a:pt x="4213" y="7518"/>
                  </a:cubicBezTo>
                  <a:cubicBezTo>
                    <a:pt x="4163" y="7759"/>
                    <a:pt x="4233" y="7979"/>
                    <a:pt x="4223" y="8210"/>
                  </a:cubicBezTo>
                  <a:cubicBezTo>
                    <a:pt x="4204" y="8421"/>
                    <a:pt x="4139" y="8522"/>
                    <a:pt x="4378" y="8522"/>
                  </a:cubicBezTo>
                  <a:cubicBezTo>
                    <a:pt x="4389" y="8522"/>
                    <a:pt x="4401" y="8521"/>
                    <a:pt x="4414" y="8521"/>
                  </a:cubicBezTo>
                  <a:lnTo>
                    <a:pt x="4615" y="8521"/>
                  </a:lnTo>
                  <a:cubicBezTo>
                    <a:pt x="4765" y="8521"/>
                    <a:pt x="4825" y="8521"/>
                    <a:pt x="4845" y="8471"/>
                  </a:cubicBezTo>
                  <a:cubicBezTo>
                    <a:pt x="4855" y="8401"/>
                    <a:pt x="4785" y="8200"/>
                    <a:pt x="4775" y="8070"/>
                  </a:cubicBezTo>
                  <a:cubicBezTo>
                    <a:pt x="4765" y="7939"/>
                    <a:pt x="4805" y="7719"/>
                    <a:pt x="4735" y="7398"/>
                  </a:cubicBezTo>
                  <a:cubicBezTo>
                    <a:pt x="4665" y="7077"/>
                    <a:pt x="4665" y="6635"/>
                    <a:pt x="4725" y="6284"/>
                  </a:cubicBezTo>
                  <a:cubicBezTo>
                    <a:pt x="4795" y="5943"/>
                    <a:pt x="4795" y="5793"/>
                    <a:pt x="4735" y="5462"/>
                  </a:cubicBezTo>
                  <a:cubicBezTo>
                    <a:pt x="4685" y="5131"/>
                    <a:pt x="4895" y="4268"/>
                    <a:pt x="5016" y="3686"/>
                  </a:cubicBezTo>
                  <a:cubicBezTo>
                    <a:pt x="5136" y="3105"/>
                    <a:pt x="5096" y="3014"/>
                    <a:pt x="5267" y="2322"/>
                  </a:cubicBezTo>
                  <a:cubicBezTo>
                    <a:pt x="5437" y="1630"/>
                    <a:pt x="5307" y="978"/>
                    <a:pt x="5116" y="637"/>
                  </a:cubicBezTo>
                  <a:cubicBezTo>
                    <a:pt x="4915" y="286"/>
                    <a:pt x="4635" y="226"/>
                    <a:pt x="4263" y="65"/>
                  </a:cubicBezTo>
                  <a:cubicBezTo>
                    <a:pt x="4161" y="18"/>
                    <a:pt x="4062" y="0"/>
                    <a:pt x="3963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9" name="Google Shape;16969;p54">
              <a:extLst>
                <a:ext uri="{FF2B5EF4-FFF2-40B4-BE49-F238E27FC236}">
                  <a16:creationId xmlns:a16="http://schemas.microsoft.com/office/drawing/2014/main" id="{03FB3C8A-8BD6-94C8-A02A-A4C795E6C54B}"/>
                </a:ext>
              </a:extLst>
            </p:cNvPr>
            <p:cNvSpPr/>
            <p:nvPr/>
          </p:nvSpPr>
          <p:spPr>
            <a:xfrm>
              <a:off x="8237490" y="3663398"/>
              <a:ext cx="72095" cy="111341"/>
            </a:xfrm>
            <a:custGeom>
              <a:avLst/>
              <a:gdLst/>
              <a:ahLst/>
              <a:cxnLst/>
              <a:rect l="l" t="t" r="r" b="b"/>
              <a:pathLst>
                <a:path w="834" h="1288" extrusionOk="0">
                  <a:moveTo>
                    <a:pt x="540" y="0"/>
                  </a:moveTo>
                  <a:cubicBezTo>
                    <a:pt x="414" y="0"/>
                    <a:pt x="237" y="37"/>
                    <a:pt x="41" y="90"/>
                  </a:cubicBezTo>
                  <a:lnTo>
                    <a:pt x="41" y="110"/>
                  </a:lnTo>
                  <a:cubicBezTo>
                    <a:pt x="11" y="331"/>
                    <a:pt x="1" y="521"/>
                    <a:pt x="1" y="692"/>
                  </a:cubicBezTo>
                  <a:cubicBezTo>
                    <a:pt x="41" y="1059"/>
                    <a:pt x="179" y="1288"/>
                    <a:pt x="301" y="1288"/>
                  </a:cubicBezTo>
                  <a:cubicBezTo>
                    <a:pt x="359" y="1288"/>
                    <a:pt x="413" y="1236"/>
                    <a:pt x="452" y="1123"/>
                  </a:cubicBezTo>
                  <a:cubicBezTo>
                    <a:pt x="572" y="772"/>
                    <a:pt x="833" y="642"/>
                    <a:pt x="733" y="100"/>
                  </a:cubicBezTo>
                  <a:cubicBezTo>
                    <a:pt x="723" y="29"/>
                    <a:pt x="652" y="0"/>
                    <a:pt x="54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0" name="Google Shape;16970;p54">
              <a:extLst>
                <a:ext uri="{FF2B5EF4-FFF2-40B4-BE49-F238E27FC236}">
                  <a16:creationId xmlns:a16="http://schemas.microsoft.com/office/drawing/2014/main" id="{3CAB93C2-D187-449A-3499-0F5284AB416F}"/>
                </a:ext>
              </a:extLst>
            </p:cNvPr>
            <p:cNvSpPr/>
            <p:nvPr/>
          </p:nvSpPr>
          <p:spPr>
            <a:xfrm>
              <a:off x="8251408" y="3681552"/>
              <a:ext cx="7002" cy="6138"/>
            </a:xfrm>
            <a:custGeom>
              <a:avLst/>
              <a:gdLst/>
              <a:ahLst/>
              <a:cxnLst/>
              <a:rect l="l" t="t" r="r" b="b"/>
              <a:pathLst>
                <a:path w="81" h="71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40"/>
                    <a:pt x="40" y="60"/>
                    <a:pt x="80" y="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F2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1" name="Google Shape;16971;p54">
              <a:extLst>
                <a:ext uri="{FF2B5EF4-FFF2-40B4-BE49-F238E27FC236}">
                  <a16:creationId xmlns:a16="http://schemas.microsoft.com/office/drawing/2014/main" id="{7B269F7A-C7D1-AE98-BC0F-8512A8466CA8}"/>
                </a:ext>
              </a:extLst>
            </p:cNvPr>
            <p:cNvSpPr/>
            <p:nvPr/>
          </p:nvSpPr>
          <p:spPr>
            <a:xfrm>
              <a:off x="8237490" y="3396284"/>
              <a:ext cx="317426" cy="285355"/>
            </a:xfrm>
            <a:custGeom>
              <a:avLst/>
              <a:gdLst/>
              <a:ahLst/>
              <a:cxnLst/>
              <a:rect l="l" t="t" r="r" b="b"/>
              <a:pathLst>
                <a:path w="3672" h="3301" extrusionOk="0">
                  <a:moveTo>
                    <a:pt x="3672" y="0"/>
                  </a:moveTo>
                  <a:lnTo>
                    <a:pt x="3672" y="0"/>
                  </a:lnTo>
                  <a:cubicBezTo>
                    <a:pt x="3541" y="30"/>
                    <a:pt x="3401" y="70"/>
                    <a:pt x="3251" y="111"/>
                  </a:cubicBezTo>
                  <a:cubicBezTo>
                    <a:pt x="3000" y="271"/>
                    <a:pt x="2659" y="472"/>
                    <a:pt x="2448" y="582"/>
                  </a:cubicBezTo>
                  <a:lnTo>
                    <a:pt x="2408" y="602"/>
                  </a:lnTo>
                  <a:cubicBezTo>
                    <a:pt x="2378" y="612"/>
                    <a:pt x="2348" y="632"/>
                    <a:pt x="2328" y="642"/>
                  </a:cubicBezTo>
                  <a:cubicBezTo>
                    <a:pt x="1776" y="883"/>
                    <a:pt x="1295" y="1023"/>
                    <a:pt x="883" y="1073"/>
                  </a:cubicBezTo>
                  <a:lnTo>
                    <a:pt x="602" y="1264"/>
                  </a:lnTo>
                  <a:cubicBezTo>
                    <a:pt x="292" y="1756"/>
                    <a:pt x="61" y="3070"/>
                    <a:pt x="41" y="3190"/>
                  </a:cubicBezTo>
                  <a:lnTo>
                    <a:pt x="161" y="3300"/>
                  </a:lnTo>
                  <a:cubicBezTo>
                    <a:pt x="1" y="2939"/>
                    <a:pt x="733" y="1374"/>
                    <a:pt x="1064" y="1314"/>
                  </a:cubicBezTo>
                  <a:cubicBezTo>
                    <a:pt x="1435" y="1254"/>
                    <a:pt x="2428" y="833"/>
                    <a:pt x="2839" y="552"/>
                  </a:cubicBezTo>
                  <a:cubicBezTo>
                    <a:pt x="3240" y="281"/>
                    <a:pt x="3401" y="70"/>
                    <a:pt x="3672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2" name="Google Shape;16972;p54">
              <a:extLst>
                <a:ext uri="{FF2B5EF4-FFF2-40B4-BE49-F238E27FC236}">
                  <a16:creationId xmlns:a16="http://schemas.microsoft.com/office/drawing/2014/main" id="{D64E2FA4-585E-694C-220B-A34A4EFCA896}"/>
                </a:ext>
              </a:extLst>
            </p:cNvPr>
            <p:cNvSpPr/>
            <p:nvPr/>
          </p:nvSpPr>
          <p:spPr>
            <a:xfrm>
              <a:off x="8312092" y="4242492"/>
              <a:ext cx="86" cy="8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765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3" name="Google Shape;16973;p54">
              <a:extLst>
                <a:ext uri="{FF2B5EF4-FFF2-40B4-BE49-F238E27FC236}">
                  <a16:creationId xmlns:a16="http://schemas.microsoft.com/office/drawing/2014/main" id="{3B7B4F35-0899-F413-EE20-B63A44BC5095}"/>
                </a:ext>
              </a:extLst>
            </p:cNvPr>
            <p:cNvSpPr/>
            <p:nvPr/>
          </p:nvSpPr>
          <p:spPr>
            <a:xfrm>
              <a:off x="8284343" y="3855824"/>
              <a:ext cx="48582" cy="386755"/>
            </a:xfrm>
            <a:custGeom>
              <a:avLst/>
              <a:gdLst/>
              <a:ahLst/>
              <a:cxnLst/>
              <a:rect l="l" t="t" r="r" b="b"/>
              <a:pathLst>
                <a:path w="562" h="4474" extrusionOk="0">
                  <a:moveTo>
                    <a:pt x="60" y="0"/>
                  </a:moveTo>
                  <a:cubicBezTo>
                    <a:pt x="50" y="0"/>
                    <a:pt x="70" y="40"/>
                    <a:pt x="81" y="121"/>
                  </a:cubicBezTo>
                  <a:cubicBezTo>
                    <a:pt x="131" y="351"/>
                    <a:pt x="291" y="1044"/>
                    <a:pt x="311" y="1364"/>
                  </a:cubicBezTo>
                  <a:cubicBezTo>
                    <a:pt x="321" y="1675"/>
                    <a:pt x="301" y="2197"/>
                    <a:pt x="351" y="2418"/>
                  </a:cubicBezTo>
                  <a:cubicBezTo>
                    <a:pt x="401" y="2638"/>
                    <a:pt x="0" y="4444"/>
                    <a:pt x="60" y="4454"/>
                  </a:cubicBezTo>
                  <a:cubicBezTo>
                    <a:pt x="151" y="4464"/>
                    <a:pt x="241" y="4474"/>
                    <a:pt x="291" y="4474"/>
                  </a:cubicBezTo>
                  <a:lnTo>
                    <a:pt x="331" y="4474"/>
                  </a:lnTo>
                  <a:cubicBezTo>
                    <a:pt x="391" y="4444"/>
                    <a:pt x="351" y="4133"/>
                    <a:pt x="401" y="3982"/>
                  </a:cubicBezTo>
                  <a:cubicBezTo>
                    <a:pt x="412" y="3962"/>
                    <a:pt x="422" y="3932"/>
                    <a:pt x="422" y="3882"/>
                  </a:cubicBezTo>
                  <a:cubicBezTo>
                    <a:pt x="452" y="3591"/>
                    <a:pt x="452" y="2839"/>
                    <a:pt x="502" y="2518"/>
                  </a:cubicBezTo>
                  <a:cubicBezTo>
                    <a:pt x="542" y="2247"/>
                    <a:pt x="562" y="2117"/>
                    <a:pt x="562" y="1856"/>
                  </a:cubicBezTo>
                  <a:cubicBezTo>
                    <a:pt x="562" y="1766"/>
                    <a:pt x="552" y="1655"/>
                    <a:pt x="552" y="1525"/>
                  </a:cubicBezTo>
                  <a:cubicBezTo>
                    <a:pt x="552" y="1385"/>
                    <a:pt x="542" y="1244"/>
                    <a:pt x="542" y="1114"/>
                  </a:cubicBezTo>
                  <a:cubicBezTo>
                    <a:pt x="542" y="743"/>
                    <a:pt x="562" y="452"/>
                    <a:pt x="562" y="452"/>
                  </a:cubicBezTo>
                  <a:cubicBezTo>
                    <a:pt x="321" y="402"/>
                    <a:pt x="171" y="251"/>
                    <a:pt x="6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4" name="Google Shape;16974;p54">
              <a:extLst>
                <a:ext uri="{FF2B5EF4-FFF2-40B4-BE49-F238E27FC236}">
                  <a16:creationId xmlns:a16="http://schemas.microsoft.com/office/drawing/2014/main" id="{D1444438-8945-009E-1CA9-896782972540}"/>
                </a:ext>
              </a:extLst>
            </p:cNvPr>
            <p:cNvSpPr/>
            <p:nvPr/>
          </p:nvSpPr>
          <p:spPr>
            <a:xfrm>
              <a:off x="8269561" y="3695296"/>
              <a:ext cx="314141" cy="199861"/>
            </a:xfrm>
            <a:custGeom>
              <a:avLst/>
              <a:gdLst/>
              <a:ahLst/>
              <a:cxnLst/>
              <a:rect l="l" t="t" r="r" b="b"/>
              <a:pathLst>
                <a:path w="3634" h="2312" extrusionOk="0">
                  <a:moveTo>
                    <a:pt x="730" y="1"/>
                  </a:moveTo>
                  <a:cubicBezTo>
                    <a:pt x="728" y="1"/>
                    <a:pt x="725" y="1"/>
                    <a:pt x="723" y="2"/>
                  </a:cubicBezTo>
                  <a:cubicBezTo>
                    <a:pt x="472" y="42"/>
                    <a:pt x="452" y="303"/>
                    <a:pt x="452" y="473"/>
                  </a:cubicBezTo>
                  <a:cubicBezTo>
                    <a:pt x="452" y="1035"/>
                    <a:pt x="1" y="975"/>
                    <a:pt x="111" y="1466"/>
                  </a:cubicBezTo>
                  <a:cubicBezTo>
                    <a:pt x="221" y="1948"/>
                    <a:pt x="382" y="2228"/>
                    <a:pt x="733" y="2309"/>
                  </a:cubicBezTo>
                  <a:cubicBezTo>
                    <a:pt x="733" y="2309"/>
                    <a:pt x="759" y="2312"/>
                    <a:pt x="801" y="2312"/>
                  </a:cubicBezTo>
                  <a:cubicBezTo>
                    <a:pt x="865" y="2312"/>
                    <a:pt x="966" y="2305"/>
                    <a:pt x="1074" y="2269"/>
                  </a:cubicBezTo>
                  <a:cubicBezTo>
                    <a:pt x="1134" y="2249"/>
                    <a:pt x="1235" y="2088"/>
                    <a:pt x="1184" y="1857"/>
                  </a:cubicBezTo>
                  <a:cubicBezTo>
                    <a:pt x="1162" y="1760"/>
                    <a:pt x="1291" y="1640"/>
                    <a:pt x="1432" y="1640"/>
                  </a:cubicBezTo>
                  <a:cubicBezTo>
                    <a:pt x="1480" y="1640"/>
                    <a:pt x="1530" y="1654"/>
                    <a:pt x="1576" y="1687"/>
                  </a:cubicBezTo>
                  <a:cubicBezTo>
                    <a:pt x="1600" y="1705"/>
                    <a:pt x="1623" y="1713"/>
                    <a:pt x="1645" y="1713"/>
                  </a:cubicBezTo>
                  <a:cubicBezTo>
                    <a:pt x="1718" y="1713"/>
                    <a:pt x="1772" y="1620"/>
                    <a:pt x="1826" y="1526"/>
                  </a:cubicBezTo>
                  <a:cubicBezTo>
                    <a:pt x="1874" y="1430"/>
                    <a:pt x="1922" y="1334"/>
                    <a:pt x="1986" y="1334"/>
                  </a:cubicBezTo>
                  <a:cubicBezTo>
                    <a:pt x="2016" y="1334"/>
                    <a:pt x="2049" y="1355"/>
                    <a:pt x="2087" y="1406"/>
                  </a:cubicBezTo>
                  <a:cubicBezTo>
                    <a:pt x="2155" y="1504"/>
                    <a:pt x="2222" y="1537"/>
                    <a:pt x="2286" y="1537"/>
                  </a:cubicBezTo>
                  <a:cubicBezTo>
                    <a:pt x="2374" y="1537"/>
                    <a:pt x="2458" y="1476"/>
                    <a:pt x="2538" y="1436"/>
                  </a:cubicBezTo>
                  <a:cubicBezTo>
                    <a:pt x="2548" y="1429"/>
                    <a:pt x="2558" y="1426"/>
                    <a:pt x="2568" y="1426"/>
                  </a:cubicBezTo>
                  <a:cubicBezTo>
                    <a:pt x="2599" y="1426"/>
                    <a:pt x="2631" y="1456"/>
                    <a:pt x="2669" y="1486"/>
                  </a:cubicBezTo>
                  <a:cubicBezTo>
                    <a:pt x="2714" y="1513"/>
                    <a:pt x="2758" y="1548"/>
                    <a:pt x="2803" y="1548"/>
                  </a:cubicBezTo>
                  <a:cubicBezTo>
                    <a:pt x="2809" y="1548"/>
                    <a:pt x="2814" y="1547"/>
                    <a:pt x="2819" y="1546"/>
                  </a:cubicBezTo>
                  <a:cubicBezTo>
                    <a:pt x="2940" y="1516"/>
                    <a:pt x="3070" y="1476"/>
                    <a:pt x="3201" y="1426"/>
                  </a:cubicBezTo>
                  <a:cubicBezTo>
                    <a:pt x="3030" y="1426"/>
                    <a:pt x="2789" y="1125"/>
                    <a:pt x="3201" y="1065"/>
                  </a:cubicBezTo>
                  <a:cubicBezTo>
                    <a:pt x="3558" y="1014"/>
                    <a:pt x="3634" y="724"/>
                    <a:pt x="3415" y="724"/>
                  </a:cubicBezTo>
                  <a:cubicBezTo>
                    <a:pt x="3376" y="724"/>
                    <a:pt x="3328" y="733"/>
                    <a:pt x="3271" y="754"/>
                  </a:cubicBezTo>
                  <a:cubicBezTo>
                    <a:pt x="3183" y="786"/>
                    <a:pt x="3112" y="801"/>
                    <a:pt x="3053" y="801"/>
                  </a:cubicBezTo>
                  <a:cubicBezTo>
                    <a:pt x="2855" y="801"/>
                    <a:pt x="2785" y="637"/>
                    <a:pt x="2639" y="413"/>
                  </a:cubicBezTo>
                  <a:cubicBezTo>
                    <a:pt x="2611" y="368"/>
                    <a:pt x="2577" y="348"/>
                    <a:pt x="2540" y="348"/>
                  </a:cubicBezTo>
                  <a:cubicBezTo>
                    <a:pt x="2469" y="348"/>
                    <a:pt x="2386" y="418"/>
                    <a:pt x="2308" y="523"/>
                  </a:cubicBezTo>
                  <a:cubicBezTo>
                    <a:pt x="2238" y="624"/>
                    <a:pt x="2207" y="764"/>
                    <a:pt x="2077" y="874"/>
                  </a:cubicBezTo>
                  <a:cubicBezTo>
                    <a:pt x="2046" y="901"/>
                    <a:pt x="2017" y="910"/>
                    <a:pt x="1987" y="910"/>
                  </a:cubicBezTo>
                  <a:cubicBezTo>
                    <a:pt x="1950" y="910"/>
                    <a:pt x="1911" y="896"/>
                    <a:pt x="1866" y="884"/>
                  </a:cubicBezTo>
                  <a:cubicBezTo>
                    <a:pt x="1821" y="872"/>
                    <a:pt x="1777" y="855"/>
                    <a:pt x="1724" y="855"/>
                  </a:cubicBezTo>
                  <a:cubicBezTo>
                    <a:pt x="1694" y="855"/>
                    <a:pt x="1662" y="860"/>
                    <a:pt x="1626" y="874"/>
                  </a:cubicBezTo>
                  <a:cubicBezTo>
                    <a:pt x="1454" y="928"/>
                    <a:pt x="1323" y="1112"/>
                    <a:pt x="1255" y="1112"/>
                  </a:cubicBezTo>
                  <a:cubicBezTo>
                    <a:pt x="1247" y="1112"/>
                    <a:pt x="1241" y="1110"/>
                    <a:pt x="1235" y="1105"/>
                  </a:cubicBezTo>
                  <a:cubicBezTo>
                    <a:pt x="1154" y="1035"/>
                    <a:pt x="1154" y="894"/>
                    <a:pt x="1154" y="724"/>
                  </a:cubicBezTo>
                  <a:cubicBezTo>
                    <a:pt x="1154" y="517"/>
                    <a:pt x="1376" y="272"/>
                    <a:pt x="1120" y="272"/>
                  </a:cubicBezTo>
                  <a:cubicBezTo>
                    <a:pt x="1115" y="272"/>
                    <a:pt x="1110" y="272"/>
                    <a:pt x="1104" y="273"/>
                  </a:cubicBezTo>
                  <a:cubicBezTo>
                    <a:pt x="1097" y="273"/>
                    <a:pt x="1090" y="273"/>
                    <a:pt x="1083" y="273"/>
                  </a:cubicBezTo>
                  <a:cubicBezTo>
                    <a:pt x="985" y="273"/>
                    <a:pt x="920" y="208"/>
                    <a:pt x="863" y="142"/>
                  </a:cubicBezTo>
                  <a:cubicBezTo>
                    <a:pt x="807" y="76"/>
                    <a:pt x="768" y="1"/>
                    <a:pt x="73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5" name="Google Shape;16975;p54">
              <a:extLst>
                <a:ext uri="{FF2B5EF4-FFF2-40B4-BE49-F238E27FC236}">
                  <a16:creationId xmlns:a16="http://schemas.microsoft.com/office/drawing/2014/main" id="{1E74407F-B712-5E3A-ECDD-605A12697399}"/>
                </a:ext>
              </a:extLst>
            </p:cNvPr>
            <p:cNvSpPr/>
            <p:nvPr/>
          </p:nvSpPr>
          <p:spPr>
            <a:xfrm>
              <a:off x="8465531" y="3768515"/>
              <a:ext cx="80740" cy="60598"/>
            </a:xfrm>
            <a:custGeom>
              <a:avLst/>
              <a:gdLst/>
              <a:ahLst/>
              <a:cxnLst/>
              <a:rect l="l" t="t" r="r" b="b"/>
              <a:pathLst>
                <a:path w="934" h="701" extrusionOk="0">
                  <a:moveTo>
                    <a:pt x="31" y="1"/>
                  </a:moveTo>
                  <a:cubicBezTo>
                    <a:pt x="26" y="1"/>
                    <a:pt x="23" y="6"/>
                    <a:pt x="21" y="17"/>
                  </a:cubicBezTo>
                  <a:cubicBezTo>
                    <a:pt x="1" y="108"/>
                    <a:pt x="61" y="419"/>
                    <a:pt x="11" y="689"/>
                  </a:cubicBezTo>
                  <a:cubicBezTo>
                    <a:pt x="101" y="689"/>
                    <a:pt x="181" y="629"/>
                    <a:pt x="271" y="589"/>
                  </a:cubicBezTo>
                  <a:cubicBezTo>
                    <a:pt x="281" y="582"/>
                    <a:pt x="291" y="579"/>
                    <a:pt x="301" y="579"/>
                  </a:cubicBezTo>
                  <a:cubicBezTo>
                    <a:pt x="332" y="579"/>
                    <a:pt x="364" y="609"/>
                    <a:pt x="402" y="639"/>
                  </a:cubicBezTo>
                  <a:cubicBezTo>
                    <a:pt x="447" y="666"/>
                    <a:pt x="491" y="701"/>
                    <a:pt x="536" y="701"/>
                  </a:cubicBezTo>
                  <a:cubicBezTo>
                    <a:pt x="542" y="701"/>
                    <a:pt x="547" y="700"/>
                    <a:pt x="552" y="699"/>
                  </a:cubicBezTo>
                  <a:lnTo>
                    <a:pt x="562" y="689"/>
                  </a:lnTo>
                  <a:cubicBezTo>
                    <a:pt x="613" y="679"/>
                    <a:pt x="663" y="669"/>
                    <a:pt x="713" y="659"/>
                  </a:cubicBezTo>
                  <a:cubicBezTo>
                    <a:pt x="723" y="649"/>
                    <a:pt x="743" y="649"/>
                    <a:pt x="763" y="639"/>
                  </a:cubicBezTo>
                  <a:cubicBezTo>
                    <a:pt x="813" y="629"/>
                    <a:pt x="873" y="609"/>
                    <a:pt x="934" y="579"/>
                  </a:cubicBezTo>
                  <a:cubicBezTo>
                    <a:pt x="843" y="579"/>
                    <a:pt x="743" y="499"/>
                    <a:pt x="713" y="419"/>
                  </a:cubicBezTo>
                  <a:cubicBezTo>
                    <a:pt x="623" y="419"/>
                    <a:pt x="542" y="409"/>
                    <a:pt x="462" y="388"/>
                  </a:cubicBezTo>
                  <a:cubicBezTo>
                    <a:pt x="195" y="317"/>
                    <a:pt x="70" y="1"/>
                    <a:pt x="31" y="1"/>
                  </a:cubicBez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6" name="Google Shape;16976;p54">
              <a:extLst>
                <a:ext uri="{FF2B5EF4-FFF2-40B4-BE49-F238E27FC236}">
                  <a16:creationId xmlns:a16="http://schemas.microsoft.com/office/drawing/2014/main" id="{B49FA7B0-C1DD-09BD-E820-61927D7E78A8}"/>
                </a:ext>
              </a:extLst>
            </p:cNvPr>
            <p:cNvSpPr/>
            <p:nvPr/>
          </p:nvSpPr>
          <p:spPr>
            <a:xfrm>
              <a:off x="8255730" y="3813294"/>
              <a:ext cx="45124" cy="284836"/>
            </a:xfrm>
            <a:custGeom>
              <a:avLst/>
              <a:gdLst/>
              <a:ahLst/>
              <a:cxnLst/>
              <a:rect l="l" t="t" r="r" b="b"/>
              <a:pathLst>
                <a:path w="522" h="3295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62"/>
                    <a:pt x="20" y="482"/>
                    <a:pt x="111" y="904"/>
                  </a:cubicBezTo>
                  <a:cubicBezTo>
                    <a:pt x="211" y="1435"/>
                    <a:pt x="211" y="2278"/>
                    <a:pt x="251" y="2559"/>
                  </a:cubicBezTo>
                  <a:cubicBezTo>
                    <a:pt x="281" y="2799"/>
                    <a:pt x="351" y="2910"/>
                    <a:pt x="331" y="3160"/>
                  </a:cubicBezTo>
                  <a:cubicBezTo>
                    <a:pt x="357" y="3239"/>
                    <a:pt x="384" y="3295"/>
                    <a:pt x="410" y="3295"/>
                  </a:cubicBezTo>
                  <a:cubicBezTo>
                    <a:pt x="414" y="3295"/>
                    <a:pt x="418" y="3293"/>
                    <a:pt x="422" y="3291"/>
                  </a:cubicBezTo>
                  <a:cubicBezTo>
                    <a:pt x="522" y="3241"/>
                    <a:pt x="472" y="2749"/>
                    <a:pt x="422" y="2478"/>
                  </a:cubicBezTo>
                  <a:cubicBezTo>
                    <a:pt x="361" y="2218"/>
                    <a:pt x="351" y="1435"/>
                    <a:pt x="271" y="904"/>
                  </a:cubicBezTo>
                  <a:cubicBezTo>
                    <a:pt x="201" y="442"/>
                    <a:pt x="151" y="352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7" name="Google Shape;16977;p54">
              <a:extLst>
                <a:ext uri="{FF2B5EF4-FFF2-40B4-BE49-F238E27FC236}">
                  <a16:creationId xmlns:a16="http://schemas.microsoft.com/office/drawing/2014/main" id="{E5C32E21-058E-2751-DBE5-DD65A7ECDBFE}"/>
                </a:ext>
              </a:extLst>
            </p:cNvPr>
            <p:cNvSpPr/>
            <p:nvPr/>
          </p:nvSpPr>
          <p:spPr>
            <a:xfrm>
              <a:off x="8257459" y="4155528"/>
              <a:ext cx="24896" cy="83592"/>
            </a:xfrm>
            <a:custGeom>
              <a:avLst/>
              <a:gdLst/>
              <a:ahLst/>
              <a:cxnLst/>
              <a:rect l="l" t="t" r="r" b="b"/>
              <a:pathLst>
                <a:path w="288" h="967" extrusionOk="0">
                  <a:moveTo>
                    <a:pt x="222" y="1"/>
                  </a:moveTo>
                  <a:cubicBezTo>
                    <a:pt x="213" y="1"/>
                    <a:pt x="203" y="8"/>
                    <a:pt x="191" y="24"/>
                  </a:cubicBezTo>
                  <a:cubicBezTo>
                    <a:pt x="151" y="265"/>
                    <a:pt x="131" y="485"/>
                    <a:pt x="121" y="566"/>
                  </a:cubicBezTo>
                  <a:cubicBezTo>
                    <a:pt x="101" y="726"/>
                    <a:pt x="0" y="856"/>
                    <a:pt x="0" y="897"/>
                  </a:cubicBezTo>
                  <a:cubicBezTo>
                    <a:pt x="0" y="917"/>
                    <a:pt x="101" y="947"/>
                    <a:pt x="231" y="967"/>
                  </a:cubicBezTo>
                  <a:cubicBezTo>
                    <a:pt x="241" y="877"/>
                    <a:pt x="251" y="766"/>
                    <a:pt x="261" y="616"/>
                  </a:cubicBezTo>
                  <a:cubicBezTo>
                    <a:pt x="287" y="320"/>
                    <a:pt x="283" y="1"/>
                    <a:pt x="22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8" name="Google Shape;16978;p54">
              <a:extLst>
                <a:ext uri="{FF2B5EF4-FFF2-40B4-BE49-F238E27FC236}">
                  <a16:creationId xmlns:a16="http://schemas.microsoft.com/office/drawing/2014/main" id="{1BFFA235-2175-D521-97E0-EECAE7C7542D}"/>
                </a:ext>
              </a:extLst>
            </p:cNvPr>
            <p:cNvSpPr/>
            <p:nvPr/>
          </p:nvSpPr>
          <p:spPr>
            <a:xfrm>
              <a:off x="8370528" y="3440457"/>
              <a:ext cx="221731" cy="255013"/>
            </a:xfrm>
            <a:custGeom>
              <a:avLst/>
              <a:gdLst/>
              <a:ahLst/>
              <a:cxnLst/>
              <a:rect l="l" t="t" r="r" b="b"/>
              <a:pathLst>
                <a:path w="2565" h="2950" extrusionOk="0">
                  <a:moveTo>
                    <a:pt x="1019" y="1"/>
                  </a:moveTo>
                  <a:cubicBezTo>
                    <a:pt x="959" y="41"/>
                    <a:pt x="889" y="81"/>
                    <a:pt x="789" y="131"/>
                  </a:cubicBezTo>
                  <a:cubicBezTo>
                    <a:pt x="548" y="231"/>
                    <a:pt x="327" y="322"/>
                    <a:pt x="107" y="392"/>
                  </a:cubicBezTo>
                  <a:cubicBezTo>
                    <a:pt x="157" y="552"/>
                    <a:pt x="247" y="713"/>
                    <a:pt x="227" y="883"/>
                  </a:cubicBezTo>
                  <a:cubicBezTo>
                    <a:pt x="187" y="1224"/>
                    <a:pt x="16" y="1505"/>
                    <a:pt x="6" y="1846"/>
                  </a:cubicBezTo>
                  <a:cubicBezTo>
                    <a:pt x="1" y="2133"/>
                    <a:pt x="201" y="2144"/>
                    <a:pt x="405" y="2144"/>
                  </a:cubicBezTo>
                  <a:cubicBezTo>
                    <a:pt x="422" y="2144"/>
                    <a:pt x="438" y="2144"/>
                    <a:pt x="455" y="2144"/>
                  </a:cubicBezTo>
                  <a:cubicBezTo>
                    <a:pt x="604" y="2144"/>
                    <a:pt x="746" y="2150"/>
                    <a:pt x="799" y="2268"/>
                  </a:cubicBezTo>
                  <a:cubicBezTo>
                    <a:pt x="849" y="2388"/>
                    <a:pt x="799" y="2538"/>
                    <a:pt x="879" y="2649"/>
                  </a:cubicBezTo>
                  <a:cubicBezTo>
                    <a:pt x="933" y="2717"/>
                    <a:pt x="986" y="2743"/>
                    <a:pt x="1037" y="2743"/>
                  </a:cubicBezTo>
                  <a:cubicBezTo>
                    <a:pt x="1135" y="2743"/>
                    <a:pt x="1224" y="2641"/>
                    <a:pt x="1290" y="2548"/>
                  </a:cubicBezTo>
                  <a:cubicBezTo>
                    <a:pt x="1369" y="2438"/>
                    <a:pt x="1478" y="2304"/>
                    <a:pt x="1618" y="2304"/>
                  </a:cubicBezTo>
                  <a:cubicBezTo>
                    <a:pt x="1657" y="2304"/>
                    <a:pt x="1698" y="2314"/>
                    <a:pt x="1742" y="2338"/>
                  </a:cubicBezTo>
                  <a:cubicBezTo>
                    <a:pt x="1882" y="2408"/>
                    <a:pt x="1952" y="2589"/>
                    <a:pt x="1992" y="2709"/>
                  </a:cubicBezTo>
                  <a:cubicBezTo>
                    <a:pt x="2027" y="2822"/>
                    <a:pt x="2099" y="2950"/>
                    <a:pt x="2216" y="2950"/>
                  </a:cubicBezTo>
                  <a:cubicBezTo>
                    <a:pt x="2234" y="2950"/>
                    <a:pt x="2253" y="2946"/>
                    <a:pt x="2273" y="2940"/>
                  </a:cubicBezTo>
                  <a:cubicBezTo>
                    <a:pt x="2564" y="2839"/>
                    <a:pt x="2434" y="2418"/>
                    <a:pt x="2273" y="2258"/>
                  </a:cubicBezTo>
                  <a:cubicBezTo>
                    <a:pt x="2133" y="2107"/>
                    <a:pt x="2022" y="1846"/>
                    <a:pt x="1822" y="1766"/>
                  </a:cubicBezTo>
                  <a:cubicBezTo>
                    <a:pt x="1782" y="1751"/>
                    <a:pt x="1732" y="1746"/>
                    <a:pt x="1674" y="1746"/>
                  </a:cubicBezTo>
                  <a:cubicBezTo>
                    <a:pt x="1616" y="1746"/>
                    <a:pt x="1551" y="1751"/>
                    <a:pt x="1481" y="1756"/>
                  </a:cubicBezTo>
                  <a:cubicBezTo>
                    <a:pt x="1418" y="1761"/>
                    <a:pt x="1354" y="1765"/>
                    <a:pt x="1291" y="1765"/>
                  </a:cubicBezTo>
                  <a:cubicBezTo>
                    <a:pt x="1104" y="1765"/>
                    <a:pt x="937" y="1726"/>
                    <a:pt x="899" y="1545"/>
                  </a:cubicBezTo>
                  <a:cubicBezTo>
                    <a:pt x="879" y="1445"/>
                    <a:pt x="949" y="1385"/>
                    <a:pt x="1029" y="1355"/>
                  </a:cubicBezTo>
                  <a:cubicBezTo>
                    <a:pt x="1059" y="1344"/>
                    <a:pt x="1087" y="1339"/>
                    <a:pt x="1116" y="1339"/>
                  </a:cubicBezTo>
                  <a:cubicBezTo>
                    <a:pt x="1242" y="1339"/>
                    <a:pt x="1360" y="1432"/>
                    <a:pt x="1491" y="1465"/>
                  </a:cubicBezTo>
                  <a:cubicBezTo>
                    <a:pt x="1586" y="1490"/>
                    <a:pt x="1681" y="1520"/>
                    <a:pt x="1767" y="1520"/>
                  </a:cubicBezTo>
                  <a:cubicBezTo>
                    <a:pt x="1852" y="1520"/>
                    <a:pt x="1927" y="1490"/>
                    <a:pt x="1982" y="1395"/>
                  </a:cubicBezTo>
                  <a:cubicBezTo>
                    <a:pt x="2063" y="1275"/>
                    <a:pt x="2073" y="1074"/>
                    <a:pt x="2183" y="974"/>
                  </a:cubicBezTo>
                  <a:cubicBezTo>
                    <a:pt x="2213" y="944"/>
                    <a:pt x="2232" y="935"/>
                    <a:pt x="2249" y="935"/>
                  </a:cubicBezTo>
                  <a:cubicBezTo>
                    <a:pt x="2260" y="935"/>
                    <a:pt x="2271" y="939"/>
                    <a:pt x="2283" y="944"/>
                  </a:cubicBezTo>
                  <a:cubicBezTo>
                    <a:pt x="2290" y="944"/>
                    <a:pt x="2301" y="948"/>
                    <a:pt x="2317" y="948"/>
                  </a:cubicBezTo>
                  <a:cubicBezTo>
                    <a:pt x="2325" y="948"/>
                    <a:pt x="2333" y="947"/>
                    <a:pt x="2343" y="944"/>
                  </a:cubicBezTo>
                  <a:cubicBezTo>
                    <a:pt x="2444" y="934"/>
                    <a:pt x="2534" y="763"/>
                    <a:pt x="2544" y="673"/>
                  </a:cubicBezTo>
                  <a:cubicBezTo>
                    <a:pt x="2564" y="572"/>
                    <a:pt x="2504" y="432"/>
                    <a:pt x="2414" y="382"/>
                  </a:cubicBezTo>
                  <a:cubicBezTo>
                    <a:pt x="2387" y="366"/>
                    <a:pt x="2362" y="359"/>
                    <a:pt x="2340" y="359"/>
                  </a:cubicBezTo>
                  <a:cubicBezTo>
                    <a:pt x="2279" y="359"/>
                    <a:pt x="2229" y="408"/>
                    <a:pt x="2163" y="452"/>
                  </a:cubicBezTo>
                  <a:cubicBezTo>
                    <a:pt x="2066" y="517"/>
                    <a:pt x="1960" y="555"/>
                    <a:pt x="1856" y="555"/>
                  </a:cubicBezTo>
                  <a:cubicBezTo>
                    <a:pt x="1767" y="555"/>
                    <a:pt x="1680" y="527"/>
                    <a:pt x="1601" y="462"/>
                  </a:cubicBezTo>
                  <a:cubicBezTo>
                    <a:pt x="1543" y="404"/>
                    <a:pt x="1499" y="367"/>
                    <a:pt x="1434" y="367"/>
                  </a:cubicBezTo>
                  <a:cubicBezTo>
                    <a:pt x="1421" y="367"/>
                    <a:pt x="1406" y="368"/>
                    <a:pt x="1391" y="372"/>
                  </a:cubicBezTo>
                  <a:cubicBezTo>
                    <a:pt x="1315" y="380"/>
                    <a:pt x="1226" y="451"/>
                    <a:pt x="1146" y="451"/>
                  </a:cubicBezTo>
                  <a:cubicBezTo>
                    <a:pt x="1130" y="451"/>
                    <a:pt x="1115" y="449"/>
                    <a:pt x="1100" y="442"/>
                  </a:cubicBezTo>
                  <a:cubicBezTo>
                    <a:pt x="939" y="372"/>
                    <a:pt x="1090" y="161"/>
                    <a:pt x="1039" y="51"/>
                  </a:cubicBezTo>
                  <a:cubicBezTo>
                    <a:pt x="1039" y="31"/>
                    <a:pt x="1029" y="21"/>
                    <a:pt x="1019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9" name="Google Shape;16979;p54">
              <a:extLst>
                <a:ext uri="{FF2B5EF4-FFF2-40B4-BE49-F238E27FC236}">
                  <a16:creationId xmlns:a16="http://schemas.microsoft.com/office/drawing/2014/main" id="{31DE7C6F-7D79-D041-EED1-39A09492EB50}"/>
                </a:ext>
              </a:extLst>
            </p:cNvPr>
            <p:cNvSpPr/>
            <p:nvPr/>
          </p:nvSpPr>
          <p:spPr>
            <a:xfrm>
              <a:off x="8379691" y="3440457"/>
              <a:ext cx="82469" cy="51262"/>
            </a:xfrm>
            <a:custGeom>
              <a:avLst/>
              <a:gdLst/>
              <a:ahLst/>
              <a:cxnLst/>
              <a:rect l="l" t="t" r="r" b="b"/>
              <a:pathLst>
                <a:path w="954" h="593" extrusionOk="0">
                  <a:moveTo>
                    <a:pt x="913" y="1"/>
                  </a:moveTo>
                  <a:cubicBezTo>
                    <a:pt x="883" y="21"/>
                    <a:pt x="853" y="41"/>
                    <a:pt x="823" y="61"/>
                  </a:cubicBezTo>
                  <a:cubicBezTo>
                    <a:pt x="793" y="71"/>
                    <a:pt x="763" y="91"/>
                    <a:pt x="733" y="101"/>
                  </a:cubicBezTo>
                  <a:cubicBezTo>
                    <a:pt x="713" y="111"/>
                    <a:pt x="693" y="121"/>
                    <a:pt x="683" y="131"/>
                  </a:cubicBezTo>
                  <a:cubicBezTo>
                    <a:pt x="572" y="181"/>
                    <a:pt x="462" y="221"/>
                    <a:pt x="352" y="272"/>
                  </a:cubicBezTo>
                  <a:lnTo>
                    <a:pt x="322" y="282"/>
                  </a:lnTo>
                  <a:cubicBezTo>
                    <a:pt x="221" y="322"/>
                    <a:pt x="121" y="352"/>
                    <a:pt x="21" y="382"/>
                  </a:cubicBezTo>
                  <a:lnTo>
                    <a:pt x="1" y="392"/>
                  </a:lnTo>
                  <a:cubicBezTo>
                    <a:pt x="21" y="462"/>
                    <a:pt x="51" y="522"/>
                    <a:pt x="71" y="593"/>
                  </a:cubicBezTo>
                  <a:cubicBezTo>
                    <a:pt x="362" y="482"/>
                    <a:pt x="683" y="332"/>
                    <a:pt x="933" y="191"/>
                  </a:cubicBezTo>
                  <a:cubicBezTo>
                    <a:pt x="944" y="141"/>
                    <a:pt x="954" y="91"/>
                    <a:pt x="933" y="51"/>
                  </a:cubicBezTo>
                  <a:lnTo>
                    <a:pt x="913" y="11"/>
                  </a:lnTo>
                  <a:lnTo>
                    <a:pt x="913" y="1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0" name="Google Shape;16980;p54">
              <a:extLst>
                <a:ext uri="{FF2B5EF4-FFF2-40B4-BE49-F238E27FC236}">
                  <a16:creationId xmlns:a16="http://schemas.microsoft.com/office/drawing/2014/main" id="{3F5D9FF1-8A7A-7BA2-FD65-42A70513ADC1}"/>
                </a:ext>
              </a:extLst>
            </p:cNvPr>
            <p:cNvSpPr/>
            <p:nvPr/>
          </p:nvSpPr>
          <p:spPr>
            <a:xfrm>
              <a:off x="8196775" y="3436135"/>
              <a:ext cx="147475" cy="258471"/>
            </a:xfrm>
            <a:custGeom>
              <a:avLst/>
              <a:gdLst/>
              <a:ahLst/>
              <a:cxnLst/>
              <a:rect l="l" t="t" r="r" b="b"/>
              <a:pathLst>
                <a:path w="1706" h="2990" extrusionOk="0">
                  <a:moveTo>
                    <a:pt x="903" y="1"/>
                  </a:moveTo>
                  <a:cubicBezTo>
                    <a:pt x="652" y="1"/>
                    <a:pt x="421" y="71"/>
                    <a:pt x="301" y="231"/>
                  </a:cubicBezTo>
                  <a:cubicBezTo>
                    <a:pt x="191" y="392"/>
                    <a:pt x="0" y="1024"/>
                    <a:pt x="60" y="1114"/>
                  </a:cubicBezTo>
                  <a:cubicBezTo>
                    <a:pt x="131" y="1214"/>
                    <a:pt x="111" y="1325"/>
                    <a:pt x="131" y="1375"/>
                  </a:cubicBezTo>
                  <a:cubicBezTo>
                    <a:pt x="141" y="1415"/>
                    <a:pt x="151" y="1465"/>
                    <a:pt x="181" y="1565"/>
                  </a:cubicBezTo>
                  <a:cubicBezTo>
                    <a:pt x="221" y="1676"/>
                    <a:pt x="141" y="1977"/>
                    <a:pt x="211" y="2227"/>
                  </a:cubicBezTo>
                  <a:cubicBezTo>
                    <a:pt x="281" y="2478"/>
                    <a:pt x="231" y="2759"/>
                    <a:pt x="341" y="2879"/>
                  </a:cubicBezTo>
                  <a:cubicBezTo>
                    <a:pt x="452" y="2990"/>
                    <a:pt x="642" y="2990"/>
                    <a:pt x="843" y="2990"/>
                  </a:cubicBezTo>
                  <a:cubicBezTo>
                    <a:pt x="1033" y="2980"/>
                    <a:pt x="1254" y="2889"/>
                    <a:pt x="1324" y="2759"/>
                  </a:cubicBezTo>
                  <a:cubicBezTo>
                    <a:pt x="1384" y="2639"/>
                    <a:pt x="1384" y="2398"/>
                    <a:pt x="1495" y="2197"/>
                  </a:cubicBezTo>
                  <a:cubicBezTo>
                    <a:pt x="1595" y="2007"/>
                    <a:pt x="1595" y="1605"/>
                    <a:pt x="1615" y="1495"/>
                  </a:cubicBezTo>
                  <a:cubicBezTo>
                    <a:pt x="1645" y="1395"/>
                    <a:pt x="1615" y="1405"/>
                    <a:pt x="1635" y="1305"/>
                  </a:cubicBezTo>
                  <a:cubicBezTo>
                    <a:pt x="1645" y="1214"/>
                    <a:pt x="1705" y="1214"/>
                    <a:pt x="1685" y="1104"/>
                  </a:cubicBezTo>
                  <a:cubicBezTo>
                    <a:pt x="1665" y="984"/>
                    <a:pt x="1655" y="763"/>
                    <a:pt x="1655" y="532"/>
                  </a:cubicBezTo>
                  <a:cubicBezTo>
                    <a:pt x="1645" y="301"/>
                    <a:pt x="1495" y="1"/>
                    <a:pt x="903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1" name="Google Shape;16981;p54">
              <a:extLst>
                <a:ext uri="{FF2B5EF4-FFF2-40B4-BE49-F238E27FC236}">
                  <a16:creationId xmlns:a16="http://schemas.microsoft.com/office/drawing/2014/main" id="{C4CE68E1-1CD3-9C90-9043-3AE7E30E68DC}"/>
                </a:ext>
              </a:extLst>
            </p:cNvPr>
            <p:cNvSpPr/>
            <p:nvPr/>
          </p:nvSpPr>
          <p:spPr>
            <a:xfrm>
              <a:off x="8216657" y="3436135"/>
              <a:ext cx="118948" cy="33022"/>
            </a:xfrm>
            <a:custGeom>
              <a:avLst/>
              <a:gdLst/>
              <a:ahLst/>
              <a:cxnLst/>
              <a:rect l="l" t="t" r="r" b="b"/>
              <a:pathLst>
                <a:path w="1376" h="382" extrusionOk="0">
                  <a:moveTo>
                    <a:pt x="673" y="1"/>
                  </a:moveTo>
                  <a:cubicBezTo>
                    <a:pt x="422" y="1"/>
                    <a:pt x="191" y="71"/>
                    <a:pt x="71" y="231"/>
                  </a:cubicBezTo>
                  <a:cubicBezTo>
                    <a:pt x="51" y="261"/>
                    <a:pt x="21" y="312"/>
                    <a:pt x="1" y="382"/>
                  </a:cubicBezTo>
                  <a:lnTo>
                    <a:pt x="171" y="352"/>
                  </a:lnTo>
                  <a:cubicBezTo>
                    <a:pt x="236" y="268"/>
                    <a:pt x="306" y="245"/>
                    <a:pt x="383" y="245"/>
                  </a:cubicBezTo>
                  <a:cubicBezTo>
                    <a:pt x="482" y="245"/>
                    <a:pt x="592" y="283"/>
                    <a:pt x="718" y="283"/>
                  </a:cubicBezTo>
                  <a:cubicBezTo>
                    <a:pt x="755" y="283"/>
                    <a:pt x="794" y="280"/>
                    <a:pt x="833" y="271"/>
                  </a:cubicBezTo>
                  <a:cubicBezTo>
                    <a:pt x="986" y="239"/>
                    <a:pt x="1097" y="194"/>
                    <a:pt x="1186" y="194"/>
                  </a:cubicBezTo>
                  <a:cubicBezTo>
                    <a:pt x="1261" y="194"/>
                    <a:pt x="1320" y="225"/>
                    <a:pt x="1375" y="322"/>
                  </a:cubicBezTo>
                  <a:cubicBezTo>
                    <a:pt x="1295" y="151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2" name="Google Shape;16982;p54">
              <a:extLst>
                <a:ext uri="{FF2B5EF4-FFF2-40B4-BE49-F238E27FC236}">
                  <a16:creationId xmlns:a16="http://schemas.microsoft.com/office/drawing/2014/main" id="{C619402D-9881-7237-0079-EF695291BC6F}"/>
                </a:ext>
              </a:extLst>
            </p:cNvPr>
            <p:cNvSpPr/>
            <p:nvPr/>
          </p:nvSpPr>
          <p:spPr>
            <a:xfrm>
              <a:off x="8228846" y="3642479"/>
              <a:ext cx="74602" cy="44346"/>
            </a:xfrm>
            <a:custGeom>
              <a:avLst/>
              <a:gdLst/>
              <a:ahLst/>
              <a:cxnLst/>
              <a:rect l="l" t="t" r="r" b="b"/>
              <a:pathLst>
                <a:path w="863" h="513" extrusionOk="0">
                  <a:moveTo>
                    <a:pt x="121" y="101"/>
                  </a:moveTo>
                  <a:cubicBezTo>
                    <a:pt x="201" y="121"/>
                    <a:pt x="291" y="282"/>
                    <a:pt x="241" y="322"/>
                  </a:cubicBezTo>
                  <a:cubicBezTo>
                    <a:pt x="221" y="332"/>
                    <a:pt x="211" y="342"/>
                    <a:pt x="201" y="342"/>
                  </a:cubicBezTo>
                  <a:cubicBezTo>
                    <a:pt x="181" y="342"/>
                    <a:pt x="171" y="322"/>
                    <a:pt x="191" y="292"/>
                  </a:cubicBezTo>
                  <a:cubicBezTo>
                    <a:pt x="211" y="242"/>
                    <a:pt x="211" y="211"/>
                    <a:pt x="191" y="181"/>
                  </a:cubicBezTo>
                  <a:cubicBezTo>
                    <a:pt x="161" y="151"/>
                    <a:pt x="81" y="101"/>
                    <a:pt x="111" y="101"/>
                  </a:cubicBezTo>
                  <a:close/>
                  <a:moveTo>
                    <a:pt x="723" y="101"/>
                  </a:moveTo>
                  <a:cubicBezTo>
                    <a:pt x="753" y="101"/>
                    <a:pt x="672" y="151"/>
                    <a:pt x="652" y="181"/>
                  </a:cubicBezTo>
                  <a:cubicBezTo>
                    <a:pt x="622" y="211"/>
                    <a:pt x="622" y="242"/>
                    <a:pt x="652" y="292"/>
                  </a:cubicBezTo>
                  <a:cubicBezTo>
                    <a:pt x="662" y="322"/>
                    <a:pt x="652" y="342"/>
                    <a:pt x="632" y="342"/>
                  </a:cubicBezTo>
                  <a:cubicBezTo>
                    <a:pt x="622" y="342"/>
                    <a:pt x="612" y="332"/>
                    <a:pt x="592" y="322"/>
                  </a:cubicBezTo>
                  <a:cubicBezTo>
                    <a:pt x="542" y="282"/>
                    <a:pt x="632" y="121"/>
                    <a:pt x="712" y="101"/>
                  </a:cubicBezTo>
                  <a:close/>
                  <a:moveTo>
                    <a:pt x="211" y="1"/>
                  </a:moveTo>
                  <a:cubicBezTo>
                    <a:pt x="151" y="1"/>
                    <a:pt x="101" y="11"/>
                    <a:pt x="61" y="71"/>
                  </a:cubicBezTo>
                  <a:cubicBezTo>
                    <a:pt x="0" y="161"/>
                    <a:pt x="131" y="292"/>
                    <a:pt x="141" y="352"/>
                  </a:cubicBezTo>
                  <a:cubicBezTo>
                    <a:pt x="141" y="392"/>
                    <a:pt x="101" y="442"/>
                    <a:pt x="91" y="492"/>
                  </a:cubicBezTo>
                  <a:lnTo>
                    <a:pt x="231" y="492"/>
                  </a:lnTo>
                  <a:cubicBezTo>
                    <a:pt x="311" y="482"/>
                    <a:pt x="351" y="462"/>
                    <a:pt x="402" y="462"/>
                  </a:cubicBezTo>
                  <a:cubicBezTo>
                    <a:pt x="432" y="462"/>
                    <a:pt x="462" y="462"/>
                    <a:pt x="492" y="482"/>
                  </a:cubicBezTo>
                  <a:cubicBezTo>
                    <a:pt x="542" y="502"/>
                    <a:pt x="602" y="512"/>
                    <a:pt x="672" y="512"/>
                  </a:cubicBezTo>
                  <a:cubicBezTo>
                    <a:pt x="692" y="512"/>
                    <a:pt x="723" y="512"/>
                    <a:pt x="753" y="502"/>
                  </a:cubicBezTo>
                  <a:cubicBezTo>
                    <a:pt x="753" y="462"/>
                    <a:pt x="743" y="432"/>
                    <a:pt x="723" y="392"/>
                  </a:cubicBezTo>
                  <a:cubicBezTo>
                    <a:pt x="692" y="322"/>
                    <a:pt x="863" y="111"/>
                    <a:pt x="763" y="51"/>
                  </a:cubicBezTo>
                  <a:cubicBezTo>
                    <a:pt x="712" y="21"/>
                    <a:pt x="682" y="11"/>
                    <a:pt x="632" y="11"/>
                  </a:cubicBezTo>
                  <a:cubicBezTo>
                    <a:pt x="582" y="11"/>
                    <a:pt x="522" y="21"/>
                    <a:pt x="432" y="31"/>
                  </a:cubicBezTo>
                  <a:lnTo>
                    <a:pt x="412" y="31"/>
                  </a:lnTo>
                  <a:cubicBezTo>
                    <a:pt x="381" y="31"/>
                    <a:pt x="351" y="21"/>
                    <a:pt x="311" y="11"/>
                  </a:cubicBezTo>
                  <a:cubicBezTo>
                    <a:pt x="281" y="11"/>
                    <a:pt x="241" y="1"/>
                    <a:pt x="211" y="1"/>
                  </a:cubicBez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3" name="Google Shape;16983;p54">
              <a:extLst>
                <a:ext uri="{FF2B5EF4-FFF2-40B4-BE49-F238E27FC236}">
                  <a16:creationId xmlns:a16="http://schemas.microsoft.com/office/drawing/2014/main" id="{CD71DFF0-013C-E7CB-7B81-43E34CDE8B07}"/>
                </a:ext>
              </a:extLst>
            </p:cNvPr>
            <p:cNvSpPr/>
            <p:nvPr/>
          </p:nvSpPr>
          <p:spPr>
            <a:xfrm>
              <a:off x="8275612" y="3651123"/>
              <a:ext cx="18067" cy="21093"/>
            </a:xfrm>
            <a:custGeom>
              <a:avLst/>
              <a:gdLst/>
              <a:ahLst/>
              <a:cxnLst/>
              <a:rect l="l" t="t" r="r" b="b"/>
              <a:pathLst>
                <a:path w="209" h="244" extrusionOk="0">
                  <a:moveTo>
                    <a:pt x="181" y="0"/>
                  </a:moveTo>
                  <a:cubicBezTo>
                    <a:pt x="178" y="0"/>
                    <a:pt x="175" y="0"/>
                    <a:pt x="171" y="1"/>
                  </a:cubicBezTo>
                  <a:cubicBezTo>
                    <a:pt x="91" y="21"/>
                    <a:pt x="1" y="182"/>
                    <a:pt x="51" y="222"/>
                  </a:cubicBezTo>
                  <a:cubicBezTo>
                    <a:pt x="70" y="237"/>
                    <a:pt x="85" y="243"/>
                    <a:pt x="97" y="243"/>
                  </a:cubicBezTo>
                  <a:cubicBezTo>
                    <a:pt x="117" y="243"/>
                    <a:pt x="124" y="223"/>
                    <a:pt x="111" y="192"/>
                  </a:cubicBezTo>
                  <a:cubicBezTo>
                    <a:pt x="81" y="142"/>
                    <a:pt x="81" y="111"/>
                    <a:pt x="111" y="81"/>
                  </a:cubicBezTo>
                  <a:cubicBezTo>
                    <a:pt x="130" y="54"/>
                    <a:pt x="208" y="0"/>
                    <a:pt x="181" y="0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4" name="Google Shape;16984;p54">
              <a:extLst>
                <a:ext uri="{FF2B5EF4-FFF2-40B4-BE49-F238E27FC236}">
                  <a16:creationId xmlns:a16="http://schemas.microsoft.com/office/drawing/2014/main" id="{8718E739-C051-9A93-45F5-C5CFC0518D1B}"/>
                </a:ext>
              </a:extLst>
            </p:cNvPr>
            <p:cNvSpPr/>
            <p:nvPr/>
          </p:nvSpPr>
          <p:spPr>
            <a:xfrm>
              <a:off x="8236021" y="3651123"/>
              <a:ext cx="18067" cy="21093"/>
            </a:xfrm>
            <a:custGeom>
              <a:avLst/>
              <a:gdLst/>
              <a:ahLst/>
              <a:cxnLst/>
              <a:rect l="l" t="t" r="r" b="b"/>
              <a:pathLst>
                <a:path w="209" h="244" extrusionOk="0">
                  <a:moveTo>
                    <a:pt x="29" y="0"/>
                  </a:moveTo>
                  <a:cubicBezTo>
                    <a:pt x="1" y="0"/>
                    <a:pt x="80" y="54"/>
                    <a:pt x="108" y="81"/>
                  </a:cubicBezTo>
                  <a:cubicBezTo>
                    <a:pt x="128" y="111"/>
                    <a:pt x="128" y="142"/>
                    <a:pt x="108" y="192"/>
                  </a:cubicBezTo>
                  <a:cubicBezTo>
                    <a:pt x="89" y="223"/>
                    <a:pt x="94" y="243"/>
                    <a:pt x="113" y="243"/>
                  </a:cubicBezTo>
                  <a:cubicBezTo>
                    <a:pt x="124" y="243"/>
                    <a:pt x="140" y="237"/>
                    <a:pt x="158" y="222"/>
                  </a:cubicBezTo>
                  <a:cubicBezTo>
                    <a:pt x="208" y="182"/>
                    <a:pt x="118" y="21"/>
                    <a:pt x="38" y="1"/>
                  </a:cubicBezTo>
                  <a:cubicBezTo>
                    <a:pt x="34" y="0"/>
                    <a:pt x="31" y="0"/>
                    <a:pt x="29" y="0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5" name="Google Shape;16985;p54">
              <a:extLst>
                <a:ext uri="{FF2B5EF4-FFF2-40B4-BE49-F238E27FC236}">
                  <a16:creationId xmlns:a16="http://schemas.microsoft.com/office/drawing/2014/main" id="{858E8008-67B9-31B5-FF17-B758E5894B58}"/>
                </a:ext>
              </a:extLst>
            </p:cNvPr>
            <p:cNvSpPr/>
            <p:nvPr/>
          </p:nvSpPr>
          <p:spPr>
            <a:xfrm>
              <a:off x="8226252" y="3685010"/>
              <a:ext cx="12189" cy="7002"/>
            </a:xfrm>
            <a:custGeom>
              <a:avLst/>
              <a:gdLst/>
              <a:ahLst/>
              <a:cxnLst/>
              <a:rect l="l" t="t" r="r" b="b"/>
              <a:pathLst>
                <a:path w="141" h="81" extrusionOk="0">
                  <a:moveTo>
                    <a:pt x="141" y="81"/>
                  </a:moveTo>
                  <a:cubicBezTo>
                    <a:pt x="91" y="61"/>
                    <a:pt x="40" y="4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40"/>
                    <a:pt x="91" y="61"/>
                    <a:pt x="141" y="81"/>
                  </a:cubicBezTo>
                  <a:lnTo>
                    <a:pt x="141" y="81"/>
                  </a:lnTo>
                  <a:close/>
                </a:path>
              </a:pathLst>
            </a:custGeom>
            <a:solidFill>
              <a:srgbClr val="D3D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6" name="Google Shape;16986;p54">
              <a:extLst>
                <a:ext uri="{FF2B5EF4-FFF2-40B4-BE49-F238E27FC236}">
                  <a16:creationId xmlns:a16="http://schemas.microsoft.com/office/drawing/2014/main" id="{A5400FC0-0B9D-03BF-BB01-CF936EBC85C1}"/>
                </a:ext>
              </a:extLst>
            </p:cNvPr>
            <p:cNvSpPr/>
            <p:nvPr/>
          </p:nvSpPr>
          <p:spPr>
            <a:xfrm>
              <a:off x="8238355" y="3691925"/>
              <a:ext cx="20920" cy="2680"/>
            </a:xfrm>
            <a:custGeom>
              <a:avLst/>
              <a:gdLst/>
              <a:ahLst/>
              <a:cxnLst/>
              <a:rect l="l" t="t" r="r" b="b"/>
              <a:pathLst>
                <a:path w="242" h="31" extrusionOk="0">
                  <a:moveTo>
                    <a:pt x="241" y="31"/>
                  </a:moveTo>
                  <a:cubicBezTo>
                    <a:pt x="161" y="31"/>
                    <a:pt x="71" y="21"/>
                    <a:pt x="1" y="1"/>
                  </a:cubicBezTo>
                  <a:lnTo>
                    <a:pt x="1" y="1"/>
                  </a:lnTo>
                  <a:cubicBezTo>
                    <a:pt x="71" y="21"/>
                    <a:pt x="161" y="31"/>
                    <a:pt x="241" y="31"/>
                  </a:cubicBezTo>
                  <a:lnTo>
                    <a:pt x="241" y="31"/>
                  </a:lnTo>
                  <a:close/>
                </a:path>
              </a:pathLst>
            </a:custGeom>
            <a:solidFill>
              <a:srgbClr val="CEC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7" name="Google Shape;16987;p54">
              <a:extLst>
                <a:ext uri="{FF2B5EF4-FFF2-40B4-BE49-F238E27FC236}">
                  <a16:creationId xmlns:a16="http://schemas.microsoft.com/office/drawing/2014/main" id="{30A1D082-91C2-8B7F-4A9C-4C0736B88EB9}"/>
                </a:ext>
              </a:extLst>
            </p:cNvPr>
            <p:cNvSpPr/>
            <p:nvPr/>
          </p:nvSpPr>
          <p:spPr>
            <a:xfrm>
              <a:off x="8223659" y="3680687"/>
              <a:ext cx="80653" cy="13918"/>
            </a:xfrm>
            <a:custGeom>
              <a:avLst/>
              <a:gdLst/>
              <a:ahLst/>
              <a:cxnLst/>
              <a:rect l="l" t="t" r="r" b="b"/>
              <a:pathLst>
                <a:path w="933" h="161" extrusionOk="0">
                  <a:moveTo>
                    <a:pt x="933" y="30"/>
                  </a:moveTo>
                  <a:cubicBezTo>
                    <a:pt x="903" y="40"/>
                    <a:pt x="853" y="60"/>
                    <a:pt x="813" y="60"/>
                  </a:cubicBezTo>
                  <a:cubicBezTo>
                    <a:pt x="813" y="70"/>
                    <a:pt x="813" y="80"/>
                    <a:pt x="813" y="90"/>
                  </a:cubicBezTo>
                  <a:cubicBezTo>
                    <a:pt x="853" y="70"/>
                    <a:pt x="893" y="50"/>
                    <a:pt x="933" y="3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10" y="20"/>
                    <a:pt x="20" y="30"/>
                    <a:pt x="30" y="50"/>
                  </a:cubicBezTo>
                  <a:cubicBezTo>
                    <a:pt x="67" y="87"/>
                    <a:pt x="113" y="107"/>
                    <a:pt x="159" y="126"/>
                  </a:cubicBezTo>
                  <a:lnTo>
                    <a:pt x="159" y="126"/>
                  </a:lnTo>
                  <a:cubicBezTo>
                    <a:pt x="151" y="97"/>
                    <a:pt x="151" y="69"/>
                    <a:pt x="151" y="50"/>
                  </a:cubicBezTo>
                  <a:cubicBezTo>
                    <a:pt x="80" y="50"/>
                    <a:pt x="20" y="30"/>
                    <a:pt x="0" y="0"/>
                  </a:cubicBezTo>
                  <a:close/>
                  <a:moveTo>
                    <a:pt x="159" y="126"/>
                  </a:moveTo>
                  <a:cubicBezTo>
                    <a:pt x="160" y="127"/>
                    <a:pt x="160" y="129"/>
                    <a:pt x="161" y="131"/>
                  </a:cubicBezTo>
                  <a:cubicBezTo>
                    <a:pt x="231" y="151"/>
                    <a:pt x="321" y="161"/>
                    <a:pt x="411" y="161"/>
                  </a:cubicBezTo>
                  <a:cubicBezTo>
                    <a:pt x="331" y="161"/>
                    <a:pt x="241" y="151"/>
                    <a:pt x="171" y="131"/>
                  </a:cubicBezTo>
                  <a:cubicBezTo>
                    <a:pt x="167" y="129"/>
                    <a:pt x="163" y="128"/>
                    <a:pt x="159" y="126"/>
                  </a:cubicBezTo>
                  <a:close/>
                </a:path>
              </a:pathLst>
            </a:custGeom>
            <a:solidFill>
              <a:srgbClr val="BBB2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8" name="Google Shape;16988;p54">
              <a:extLst>
                <a:ext uri="{FF2B5EF4-FFF2-40B4-BE49-F238E27FC236}">
                  <a16:creationId xmlns:a16="http://schemas.microsoft.com/office/drawing/2014/main" id="{BB3D67F3-685E-4E1F-6137-3EEB69D0BC2E}"/>
                </a:ext>
              </a:extLst>
            </p:cNvPr>
            <p:cNvSpPr/>
            <p:nvPr/>
          </p:nvSpPr>
          <p:spPr>
            <a:xfrm>
              <a:off x="8236626" y="3682416"/>
              <a:ext cx="57313" cy="12189"/>
            </a:xfrm>
            <a:custGeom>
              <a:avLst/>
              <a:gdLst/>
              <a:ahLst/>
              <a:cxnLst/>
              <a:rect l="l" t="t" r="r" b="b"/>
              <a:pathLst>
                <a:path w="663" h="141" extrusionOk="0">
                  <a:moveTo>
                    <a:pt x="312" y="0"/>
                  </a:moveTo>
                  <a:cubicBezTo>
                    <a:pt x="261" y="0"/>
                    <a:pt x="221" y="20"/>
                    <a:pt x="141" y="30"/>
                  </a:cubicBezTo>
                  <a:lnTo>
                    <a:pt x="1" y="30"/>
                  </a:lnTo>
                  <a:cubicBezTo>
                    <a:pt x="1" y="50"/>
                    <a:pt x="1" y="80"/>
                    <a:pt x="11" y="111"/>
                  </a:cubicBezTo>
                  <a:cubicBezTo>
                    <a:pt x="81" y="131"/>
                    <a:pt x="171" y="141"/>
                    <a:pt x="261" y="141"/>
                  </a:cubicBezTo>
                  <a:lnTo>
                    <a:pt x="402" y="141"/>
                  </a:lnTo>
                  <a:cubicBezTo>
                    <a:pt x="402" y="141"/>
                    <a:pt x="402" y="141"/>
                    <a:pt x="402" y="131"/>
                  </a:cubicBezTo>
                  <a:lnTo>
                    <a:pt x="482" y="131"/>
                  </a:lnTo>
                  <a:cubicBezTo>
                    <a:pt x="482" y="121"/>
                    <a:pt x="482" y="121"/>
                    <a:pt x="482" y="121"/>
                  </a:cubicBezTo>
                  <a:lnTo>
                    <a:pt x="512" y="121"/>
                  </a:lnTo>
                  <a:cubicBezTo>
                    <a:pt x="552" y="111"/>
                    <a:pt x="592" y="101"/>
                    <a:pt x="622" y="91"/>
                  </a:cubicBezTo>
                  <a:lnTo>
                    <a:pt x="633" y="91"/>
                  </a:lnTo>
                  <a:cubicBezTo>
                    <a:pt x="633" y="80"/>
                    <a:pt x="633" y="80"/>
                    <a:pt x="633" y="80"/>
                  </a:cubicBezTo>
                  <a:cubicBezTo>
                    <a:pt x="643" y="80"/>
                    <a:pt x="653" y="80"/>
                    <a:pt x="663" y="70"/>
                  </a:cubicBezTo>
                  <a:cubicBezTo>
                    <a:pt x="663" y="60"/>
                    <a:pt x="663" y="50"/>
                    <a:pt x="663" y="40"/>
                  </a:cubicBezTo>
                  <a:cubicBezTo>
                    <a:pt x="633" y="50"/>
                    <a:pt x="602" y="50"/>
                    <a:pt x="582" y="50"/>
                  </a:cubicBezTo>
                  <a:cubicBezTo>
                    <a:pt x="512" y="50"/>
                    <a:pt x="452" y="40"/>
                    <a:pt x="402" y="20"/>
                  </a:cubicBezTo>
                  <a:cubicBezTo>
                    <a:pt x="372" y="0"/>
                    <a:pt x="342" y="0"/>
                    <a:pt x="312" y="0"/>
                  </a:cubicBezTo>
                  <a:close/>
                </a:path>
              </a:pathLst>
            </a:custGeom>
            <a:solidFill>
              <a:srgbClr val="BF96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9" name="Google Shape;16989;p54">
              <a:extLst>
                <a:ext uri="{FF2B5EF4-FFF2-40B4-BE49-F238E27FC236}">
                  <a16:creationId xmlns:a16="http://schemas.microsoft.com/office/drawing/2014/main" id="{E3792B62-54C1-2A46-F156-2ADF477EF8B5}"/>
                </a:ext>
              </a:extLst>
            </p:cNvPr>
            <p:cNvSpPr/>
            <p:nvPr/>
          </p:nvSpPr>
          <p:spPr>
            <a:xfrm>
              <a:off x="8092696" y="3475122"/>
              <a:ext cx="131051" cy="56794"/>
            </a:xfrm>
            <a:custGeom>
              <a:avLst/>
              <a:gdLst/>
              <a:ahLst/>
              <a:cxnLst/>
              <a:rect l="l" t="t" r="r" b="b"/>
              <a:pathLst>
                <a:path w="1516" h="657" extrusionOk="0">
                  <a:moveTo>
                    <a:pt x="1405" y="1"/>
                  </a:moveTo>
                  <a:cubicBezTo>
                    <a:pt x="1318" y="116"/>
                    <a:pt x="1272" y="159"/>
                    <a:pt x="1204" y="159"/>
                  </a:cubicBezTo>
                  <a:cubicBezTo>
                    <a:pt x="1154" y="159"/>
                    <a:pt x="1092" y="135"/>
                    <a:pt x="994" y="101"/>
                  </a:cubicBezTo>
                  <a:cubicBezTo>
                    <a:pt x="873" y="61"/>
                    <a:pt x="748" y="26"/>
                    <a:pt x="621" y="26"/>
                  </a:cubicBezTo>
                  <a:cubicBezTo>
                    <a:pt x="495" y="26"/>
                    <a:pt x="367" y="61"/>
                    <a:pt x="241" y="161"/>
                  </a:cubicBezTo>
                  <a:cubicBezTo>
                    <a:pt x="1" y="352"/>
                    <a:pt x="422" y="633"/>
                    <a:pt x="572" y="653"/>
                  </a:cubicBezTo>
                  <a:cubicBezTo>
                    <a:pt x="590" y="655"/>
                    <a:pt x="608" y="656"/>
                    <a:pt x="626" y="656"/>
                  </a:cubicBezTo>
                  <a:cubicBezTo>
                    <a:pt x="764" y="656"/>
                    <a:pt x="921" y="592"/>
                    <a:pt x="1054" y="513"/>
                  </a:cubicBezTo>
                  <a:cubicBezTo>
                    <a:pt x="1097" y="491"/>
                    <a:pt x="1142" y="480"/>
                    <a:pt x="1179" y="480"/>
                  </a:cubicBezTo>
                  <a:cubicBezTo>
                    <a:pt x="1227" y="480"/>
                    <a:pt x="1260" y="498"/>
                    <a:pt x="1254" y="533"/>
                  </a:cubicBezTo>
                  <a:cubicBezTo>
                    <a:pt x="1254" y="538"/>
                    <a:pt x="1256" y="540"/>
                    <a:pt x="1259" y="540"/>
                  </a:cubicBezTo>
                  <a:cubicBezTo>
                    <a:pt x="1293" y="540"/>
                    <a:pt x="1515" y="181"/>
                    <a:pt x="1515" y="181"/>
                  </a:cubicBezTo>
                  <a:lnTo>
                    <a:pt x="1405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0" name="Google Shape;16990;p54">
              <a:extLst>
                <a:ext uri="{FF2B5EF4-FFF2-40B4-BE49-F238E27FC236}">
                  <a16:creationId xmlns:a16="http://schemas.microsoft.com/office/drawing/2014/main" id="{B6A001DA-22AC-A2F3-E341-D09236A12FB6}"/>
                </a:ext>
              </a:extLst>
            </p:cNvPr>
            <p:cNvSpPr/>
            <p:nvPr/>
          </p:nvSpPr>
          <p:spPr>
            <a:xfrm>
              <a:off x="8322465" y="3475381"/>
              <a:ext cx="140560" cy="58523"/>
            </a:xfrm>
            <a:custGeom>
              <a:avLst/>
              <a:gdLst/>
              <a:ahLst/>
              <a:cxnLst/>
              <a:rect l="l" t="t" r="r" b="b"/>
              <a:pathLst>
                <a:path w="1626" h="677" extrusionOk="0">
                  <a:moveTo>
                    <a:pt x="942" y="0"/>
                  </a:moveTo>
                  <a:cubicBezTo>
                    <a:pt x="812" y="0"/>
                    <a:pt x="683" y="35"/>
                    <a:pt x="562" y="78"/>
                  </a:cubicBezTo>
                  <a:cubicBezTo>
                    <a:pt x="444" y="121"/>
                    <a:pt x="368" y="152"/>
                    <a:pt x="314" y="152"/>
                  </a:cubicBezTo>
                  <a:cubicBezTo>
                    <a:pt x="255" y="152"/>
                    <a:pt x="223" y="114"/>
                    <a:pt x="191" y="8"/>
                  </a:cubicBezTo>
                  <a:lnTo>
                    <a:pt x="1" y="168"/>
                  </a:lnTo>
                  <a:cubicBezTo>
                    <a:pt x="1" y="168"/>
                    <a:pt x="187" y="559"/>
                    <a:pt x="217" y="559"/>
                  </a:cubicBezTo>
                  <a:cubicBezTo>
                    <a:pt x="220" y="559"/>
                    <a:pt x="221" y="556"/>
                    <a:pt x="221" y="550"/>
                  </a:cubicBezTo>
                  <a:cubicBezTo>
                    <a:pt x="216" y="496"/>
                    <a:pt x="256" y="476"/>
                    <a:pt x="310" y="476"/>
                  </a:cubicBezTo>
                  <a:cubicBezTo>
                    <a:pt x="368" y="476"/>
                    <a:pt x="441" y="499"/>
                    <a:pt x="492" y="530"/>
                  </a:cubicBezTo>
                  <a:cubicBezTo>
                    <a:pt x="629" y="607"/>
                    <a:pt x="795" y="676"/>
                    <a:pt x="941" y="676"/>
                  </a:cubicBezTo>
                  <a:cubicBezTo>
                    <a:pt x="966" y="676"/>
                    <a:pt x="990" y="674"/>
                    <a:pt x="1014" y="670"/>
                  </a:cubicBezTo>
                  <a:cubicBezTo>
                    <a:pt x="1174" y="650"/>
                    <a:pt x="1626" y="359"/>
                    <a:pt x="1365" y="148"/>
                  </a:cubicBezTo>
                  <a:cubicBezTo>
                    <a:pt x="1225" y="40"/>
                    <a:pt x="1082" y="0"/>
                    <a:pt x="94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1" name="Google Shape;16991;p54">
              <a:extLst>
                <a:ext uri="{FF2B5EF4-FFF2-40B4-BE49-F238E27FC236}">
                  <a16:creationId xmlns:a16="http://schemas.microsoft.com/office/drawing/2014/main" id="{59CDEFD6-496B-F101-8685-96E618DFD32B}"/>
                </a:ext>
              </a:extLst>
            </p:cNvPr>
            <p:cNvSpPr/>
            <p:nvPr/>
          </p:nvSpPr>
          <p:spPr>
            <a:xfrm>
              <a:off x="8196775" y="3448237"/>
              <a:ext cx="63364" cy="183091"/>
            </a:xfrm>
            <a:custGeom>
              <a:avLst/>
              <a:gdLst/>
              <a:ahLst/>
              <a:cxnLst/>
              <a:rect l="l" t="t" r="r" b="b"/>
              <a:pathLst>
                <a:path w="733" h="2118" extrusionOk="0">
                  <a:moveTo>
                    <a:pt x="391" y="1"/>
                  </a:moveTo>
                  <a:lnTo>
                    <a:pt x="391" y="1"/>
                  </a:lnTo>
                  <a:cubicBezTo>
                    <a:pt x="361" y="31"/>
                    <a:pt x="331" y="61"/>
                    <a:pt x="301" y="91"/>
                  </a:cubicBezTo>
                  <a:cubicBezTo>
                    <a:pt x="191" y="252"/>
                    <a:pt x="0" y="884"/>
                    <a:pt x="60" y="974"/>
                  </a:cubicBezTo>
                  <a:cubicBezTo>
                    <a:pt x="131" y="1074"/>
                    <a:pt x="111" y="1185"/>
                    <a:pt x="131" y="1235"/>
                  </a:cubicBezTo>
                  <a:cubicBezTo>
                    <a:pt x="141" y="1275"/>
                    <a:pt x="151" y="1325"/>
                    <a:pt x="181" y="1425"/>
                  </a:cubicBezTo>
                  <a:cubicBezTo>
                    <a:pt x="221" y="1536"/>
                    <a:pt x="141" y="1837"/>
                    <a:pt x="211" y="2087"/>
                  </a:cubicBezTo>
                  <a:lnTo>
                    <a:pt x="211" y="2117"/>
                  </a:lnTo>
                  <a:cubicBezTo>
                    <a:pt x="301" y="1847"/>
                    <a:pt x="582" y="1776"/>
                    <a:pt x="472" y="1546"/>
                  </a:cubicBezTo>
                  <a:cubicBezTo>
                    <a:pt x="341" y="1255"/>
                    <a:pt x="732" y="1185"/>
                    <a:pt x="712" y="813"/>
                  </a:cubicBezTo>
                  <a:cubicBezTo>
                    <a:pt x="702" y="442"/>
                    <a:pt x="241" y="212"/>
                    <a:pt x="391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2" name="Google Shape;16992;p54">
              <a:extLst>
                <a:ext uri="{FF2B5EF4-FFF2-40B4-BE49-F238E27FC236}">
                  <a16:creationId xmlns:a16="http://schemas.microsoft.com/office/drawing/2014/main" id="{B09E7496-EA32-1E10-6149-5DBE016657E2}"/>
                </a:ext>
              </a:extLst>
            </p:cNvPr>
            <p:cNvSpPr/>
            <p:nvPr/>
          </p:nvSpPr>
          <p:spPr>
            <a:xfrm>
              <a:off x="8203690" y="3535892"/>
              <a:ext cx="2680" cy="8731"/>
            </a:xfrm>
            <a:custGeom>
              <a:avLst/>
              <a:gdLst/>
              <a:ahLst/>
              <a:cxnLst/>
              <a:rect l="l" t="t" r="r" b="b"/>
              <a:pathLst>
                <a:path w="31" h="101" extrusionOk="0">
                  <a:moveTo>
                    <a:pt x="0" y="0"/>
                  </a:moveTo>
                  <a:cubicBezTo>
                    <a:pt x="0" y="0"/>
                    <a:pt x="0" y="0"/>
                    <a:pt x="0" y="10"/>
                  </a:cubicBezTo>
                  <a:cubicBezTo>
                    <a:pt x="20" y="40"/>
                    <a:pt x="20" y="70"/>
                    <a:pt x="31" y="100"/>
                  </a:cubicBezTo>
                  <a:cubicBezTo>
                    <a:pt x="20" y="60"/>
                    <a:pt x="20" y="30"/>
                    <a:pt x="0" y="0"/>
                  </a:cubicBez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3" name="Google Shape;16993;p54">
              <a:extLst>
                <a:ext uri="{FF2B5EF4-FFF2-40B4-BE49-F238E27FC236}">
                  <a16:creationId xmlns:a16="http://schemas.microsoft.com/office/drawing/2014/main" id="{0B23DC4B-DDC0-513D-5F91-3EF0E011AF1F}"/>
                </a:ext>
              </a:extLst>
            </p:cNvPr>
            <p:cNvSpPr/>
            <p:nvPr/>
          </p:nvSpPr>
          <p:spPr>
            <a:xfrm>
              <a:off x="8203690" y="3533213"/>
              <a:ext cx="17462" cy="20055"/>
            </a:xfrm>
            <a:custGeom>
              <a:avLst/>
              <a:gdLst/>
              <a:ahLst/>
              <a:cxnLst/>
              <a:rect l="l" t="t" r="r" b="b"/>
              <a:pathLst>
                <a:path w="202" h="232" extrusionOk="0">
                  <a:moveTo>
                    <a:pt x="0" y="41"/>
                  </a:moveTo>
                  <a:lnTo>
                    <a:pt x="0" y="41"/>
                  </a:lnTo>
                  <a:cubicBezTo>
                    <a:pt x="9" y="58"/>
                    <a:pt x="15" y="75"/>
                    <a:pt x="20" y="90"/>
                  </a:cubicBezTo>
                  <a:lnTo>
                    <a:pt x="20" y="90"/>
                  </a:lnTo>
                  <a:cubicBezTo>
                    <a:pt x="16" y="74"/>
                    <a:pt x="11" y="58"/>
                    <a:pt x="0" y="41"/>
                  </a:cubicBezTo>
                  <a:close/>
                  <a:moveTo>
                    <a:pt x="20" y="90"/>
                  </a:moveTo>
                  <a:lnTo>
                    <a:pt x="20" y="90"/>
                  </a:lnTo>
                  <a:cubicBezTo>
                    <a:pt x="23" y="101"/>
                    <a:pt x="25" y="112"/>
                    <a:pt x="28" y="123"/>
                  </a:cubicBezTo>
                  <a:lnTo>
                    <a:pt x="28" y="123"/>
                  </a:lnTo>
                  <a:cubicBezTo>
                    <a:pt x="26" y="113"/>
                    <a:pt x="24" y="102"/>
                    <a:pt x="20" y="90"/>
                  </a:cubicBezTo>
                  <a:close/>
                  <a:moveTo>
                    <a:pt x="28" y="123"/>
                  </a:moveTo>
                  <a:cubicBezTo>
                    <a:pt x="30" y="133"/>
                    <a:pt x="31" y="143"/>
                    <a:pt x="31" y="151"/>
                  </a:cubicBezTo>
                  <a:cubicBezTo>
                    <a:pt x="31" y="141"/>
                    <a:pt x="31" y="141"/>
                    <a:pt x="31" y="131"/>
                  </a:cubicBezTo>
                  <a:cubicBezTo>
                    <a:pt x="30" y="129"/>
                    <a:pt x="29" y="126"/>
                    <a:pt x="28" y="123"/>
                  </a:cubicBezTo>
                  <a:close/>
                  <a:moveTo>
                    <a:pt x="81" y="1"/>
                  </a:moveTo>
                  <a:cubicBezTo>
                    <a:pt x="71" y="1"/>
                    <a:pt x="51" y="1"/>
                    <a:pt x="41" y="11"/>
                  </a:cubicBezTo>
                  <a:cubicBezTo>
                    <a:pt x="31" y="21"/>
                    <a:pt x="21" y="31"/>
                    <a:pt x="10" y="31"/>
                  </a:cubicBezTo>
                  <a:lnTo>
                    <a:pt x="10" y="31"/>
                  </a:lnTo>
                  <a:cubicBezTo>
                    <a:pt x="21" y="31"/>
                    <a:pt x="31" y="21"/>
                    <a:pt x="41" y="21"/>
                  </a:cubicBezTo>
                  <a:cubicBezTo>
                    <a:pt x="51" y="11"/>
                    <a:pt x="61" y="11"/>
                    <a:pt x="81" y="11"/>
                  </a:cubicBezTo>
                  <a:cubicBezTo>
                    <a:pt x="91" y="11"/>
                    <a:pt x="111" y="11"/>
                    <a:pt x="121" y="31"/>
                  </a:cubicBezTo>
                  <a:cubicBezTo>
                    <a:pt x="181" y="71"/>
                    <a:pt x="181" y="151"/>
                    <a:pt x="141" y="182"/>
                  </a:cubicBezTo>
                  <a:cubicBezTo>
                    <a:pt x="131" y="202"/>
                    <a:pt x="111" y="202"/>
                    <a:pt x="91" y="202"/>
                  </a:cubicBezTo>
                  <a:cubicBezTo>
                    <a:pt x="61" y="202"/>
                    <a:pt x="41" y="192"/>
                    <a:pt x="41" y="192"/>
                  </a:cubicBezTo>
                  <a:cubicBezTo>
                    <a:pt x="41" y="202"/>
                    <a:pt x="41" y="202"/>
                    <a:pt x="41" y="212"/>
                  </a:cubicBezTo>
                  <a:cubicBezTo>
                    <a:pt x="41" y="212"/>
                    <a:pt x="71" y="232"/>
                    <a:pt x="111" y="232"/>
                  </a:cubicBezTo>
                  <a:cubicBezTo>
                    <a:pt x="131" y="232"/>
                    <a:pt x="151" y="222"/>
                    <a:pt x="161" y="202"/>
                  </a:cubicBezTo>
                  <a:cubicBezTo>
                    <a:pt x="201" y="172"/>
                    <a:pt x="181" y="51"/>
                    <a:pt x="121" y="11"/>
                  </a:cubicBezTo>
                  <a:cubicBezTo>
                    <a:pt x="111" y="1"/>
                    <a:pt x="91" y="1"/>
                    <a:pt x="81" y="1"/>
                  </a:cubicBezTo>
                  <a:close/>
                </a:path>
              </a:pathLst>
            </a:custGeom>
            <a:solidFill>
              <a:srgbClr val="515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4" name="Google Shape;16994;p54">
              <a:extLst>
                <a:ext uri="{FF2B5EF4-FFF2-40B4-BE49-F238E27FC236}">
                  <a16:creationId xmlns:a16="http://schemas.microsoft.com/office/drawing/2014/main" id="{4987D553-172A-B9C8-4DD0-89542B45B867}"/>
                </a:ext>
              </a:extLst>
            </p:cNvPr>
            <p:cNvSpPr/>
            <p:nvPr/>
          </p:nvSpPr>
          <p:spPr>
            <a:xfrm>
              <a:off x="8203690" y="3534163"/>
              <a:ext cx="15647" cy="16597"/>
            </a:xfrm>
            <a:custGeom>
              <a:avLst/>
              <a:gdLst/>
              <a:ahLst/>
              <a:cxnLst/>
              <a:rect l="l" t="t" r="r" b="b"/>
              <a:pathLst>
                <a:path w="181" h="192" extrusionOk="0">
                  <a:moveTo>
                    <a:pt x="77" y="0"/>
                  </a:moveTo>
                  <a:cubicBezTo>
                    <a:pt x="63" y="0"/>
                    <a:pt x="51" y="5"/>
                    <a:pt x="41" y="10"/>
                  </a:cubicBezTo>
                  <a:cubicBezTo>
                    <a:pt x="31" y="20"/>
                    <a:pt x="10" y="20"/>
                    <a:pt x="0" y="20"/>
                  </a:cubicBezTo>
                  <a:cubicBezTo>
                    <a:pt x="31" y="80"/>
                    <a:pt x="31" y="140"/>
                    <a:pt x="41" y="181"/>
                  </a:cubicBezTo>
                  <a:cubicBezTo>
                    <a:pt x="41" y="181"/>
                    <a:pt x="66" y="191"/>
                    <a:pt x="93" y="191"/>
                  </a:cubicBezTo>
                  <a:cubicBezTo>
                    <a:pt x="110" y="191"/>
                    <a:pt x="129" y="187"/>
                    <a:pt x="141" y="171"/>
                  </a:cubicBezTo>
                  <a:cubicBezTo>
                    <a:pt x="181" y="140"/>
                    <a:pt x="181" y="60"/>
                    <a:pt x="121" y="20"/>
                  </a:cubicBezTo>
                  <a:cubicBezTo>
                    <a:pt x="106" y="5"/>
                    <a:pt x="91" y="0"/>
                    <a:pt x="77" y="0"/>
                  </a:cubicBez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5" name="Google Shape;16995;p54">
              <a:extLst>
                <a:ext uri="{FF2B5EF4-FFF2-40B4-BE49-F238E27FC236}">
                  <a16:creationId xmlns:a16="http://schemas.microsoft.com/office/drawing/2014/main" id="{B2076472-7439-6BE6-23F8-AA11DD06F578}"/>
                </a:ext>
              </a:extLst>
            </p:cNvPr>
            <p:cNvSpPr/>
            <p:nvPr/>
          </p:nvSpPr>
          <p:spPr>
            <a:xfrm>
              <a:off x="8206284" y="3535892"/>
              <a:ext cx="7002" cy="5273"/>
            </a:xfrm>
            <a:custGeom>
              <a:avLst/>
              <a:gdLst/>
              <a:ahLst/>
              <a:cxnLst/>
              <a:rect l="l" t="t" r="r" b="b"/>
              <a:pathLst>
                <a:path w="81" h="61" extrusionOk="0">
                  <a:moveTo>
                    <a:pt x="51" y="0"/>
                  </a:moveTo>
                  <a:cubicBezTo>
                    <a:pt x="41" y="0"/>
                    <a:pt x="31" y="0"/>
                    <a:pt x="21" y="10"/>
                  </a:cubicBezTo>
                  <a:cubicBezTo>
                    <a:pt x="11" y="20"/>
                    <a:pt x="1" y="40"/>
                    <a:pt x="11" y="50"/>
                  </a:cubicBezTo>
                  <a:cubicBezTo>
                    <a:pt x="11" y="60"/>
                    <a:pt x="21" y="60"/>
                    <a:pt x="31" y="60"/>
                  </a:cubicBezTo>
                  <a:cubicBezTo>
                    <a:pt x="41" y="60"/>
                    <a:pt x="51" y="50"/>
                    <a:pt x="51" y="50"/>
                  </a:cubicBezTo>
                  <a:cubicBezTo>
                    <a:pt x="71" y="40"/>
                    <a:pt x="81" y="20"/>
                    <a:pt x="71" y="0"/>
                  </a:cubicBez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6" name="Google Shape;16996;p54">
              <a:extLst>
                <a:ext uri="{FF2B5EF4-FFF2-40B4-BE49-F238E27FC236}">
                  <a16:creationId xmlns:a16="http://schemas.microsoft.com/office/drawing/2014/main" id="{64A20FE3-2A6E-D89B-B444-1EB5B9CF7E4F}"/>
                </a:ext>
              </a:extLst>
            </p:cNvPr>
            <p:cNvSpPr/>
            <p:nvPr/>
          </p:nvSpPr>
          <p:spPr>
            <a:xfrm>
              <a:off x="8213199" y="3541079"/>
              <a:ext cx="2680" cy="2680"/>
            </a:xfrm>
            <a:custGeom>
              <a:avLst/>
              <a:gdLst/>
              <a:ahLst/>
              <a:cxnLst/>
              <a:rect l="l" t="t" r="r" b="b"/>
              <a:pathLst>
                <a:path w="31" h="31" extrusionOk="0">
                  <a:moveTo>
                    <a:pt x="11" y="0"/>
                  </a:moveTo>
                  <a:lnTo>
                    <a:pt x="1" y="30"/>
                  </a:lnTo>
                  <a:lnTo>
                    <a:pt x="21" y="3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7" name="Google Shape;16997;p54">
              <a:extLst>
                <a:ext uri="{FF2B5EF4-FFF2-40B4-BE49-F238E27FC236}">
                  <a16:creationId xmlns:a16="http://schemas.microsoft.com/office/drawing/2014/main" id="{97C7BDF6-CED5-4A32-6242-6E80A6148CC2}"/>
                </a:ext>
              </a:extLst>
            </p:cNvPr>
            <p:cNvSpPr/>
            <p:nvPr/>
          </p:nvSpPr>
          <p:spPr>
            <a:xfrm>
              <a:off x="8281750" y="3464748"/>
              <a:ext cx="62500" cy="216026"/>
            </a:xfrm>
            <a:custGeom>
              <a:avLst/>
              <a:gdLst/>
              <a:ahLst/>
              <a:cxnLst/>
              <a:rect l="l" t="t" r="r" b="b"/>
              <a:pathLst>
                <a:path w="723" h="2499" extrusionOk="0">
                  <a:moveTo>
                    <a:pt x="622" y="1"/>
                  </a:moveTo>
                  <a:cubicBezTo>
                    <a:pt x="572" y="121"/>
                    <a:pt x="502" y="171"/>
                    <a:pt x="421" y="241"/>
                  </a:cubicBezTo>
                  <a:cubicBezTo>
                    <a:pt x="191" y="452"/>
                    <a:pt x="0" y="612"/>
                    <a:pt x="121" y="903"/>
                  </a:cubicBezTo>
                  <a:cubicBezTo>
                    <a:pt x="321" y="1405"/>
                    <a:pt x="50" y="1325"/>
                    <a:pt x="141" y="1575"/>
                  </a:cubicBezTo>
                  <a:cubicBezTo>
                    <a:pt x="241" y="1846"/>
                    <a:pt x="452" y="1946"/>
                    <a:pt x="291" y="2498"/>
                  </a:cubicBezTo>
                  <a:cubicBezTo>
                    <a:pt x="311" y="2478"/>
                    <a:pt x="321" y="2458"/>
                    <a:pt x="341" y="2428"/>
                  </a:cubicBezTo>
                  <a:cubicBezTo>
                    <a:pt x="401" y="2308"/>
                    <a:pt x="401" y="2067"/>
                    <a:pt x="512" y="1866"/>
                  </a:cubicBezTo>
                  <a:cubicBezTo>
                    <a:pt x="612" y="1676"/>
                    <a:pt x="612" y="1274"/>
                    <a:pt x="632" y="1164"/>
                  </a:cubicBezTo>
                  <a:cubicBezTo>
                    <a:pt x="662" y="1064"/>
                    <a:pt x="632" y="1074"/>
                    <a:pt x="652" y="974"/>
                  </a:cubicBezTo>
                  <a:cubicBezTo>
                    <a:pt x="662" y="883"/>
                    <a:pt x="722" y="883"/>
                    <a:pt x="702" y="773"/>
                  </a:cubicBezTo>
                  <a:cubicBezTo>
                    <a:pt x="682" y="653"/>
                    <a:pt x="672" y="432"/>
                    <a:pt x="672" y="201"/>
                  </a:cubicBezTo>
                  <a:cubicBezTo>
                    <a:pt x="662" y="131"/>
                    <a:pt x="652" y="61"/>
                    <a:pt x="622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8" name="Google Shape;16998;p54">
              <a:extLst>
                <a:ext uri="{FF2B5EF4-FFF2-40B4-BE49-F238E27FC236}">
                  <a16:creationId xmlns:a16="http://schemas.microsoft.com/office/drawing/2014/main" id="{68AF5DBF-1509-8D00-B2E2-7826636B6BD3}"/>
                </a:ext>
              </a:extLst>
            </p:cNvPr>
            <p:cNvSpPr/>
            <p:nvPr/>
          </p:nvSpPr>
          <p:spPr>
            <a:xfrm>
              <a:off x="8337247" y="3548859"/>
              <a:ext cx="951" cy="7866"/>
            </a:xfrm>
            <a:custGeom>
              <a:avLst/>
              <a:gdLst/>
              <a:ahLst/>
              <a:cxnLst/>
              <a:rect l="l" t="t" r="r" b="b"/>
              <a:pathLst>
                <a:path w="11" h="91" extrusionOk="0">
                  <a:moveTo>
                    <a:pt x="10" y="1"/>
                  </a:moveTo>
                  <a:cubicBezTo>
                    <a:pt x="0" y="21"/>
                    <a:pt x="0" y="41"/>
                    <a:pt x="0" y="51"/>
                  </a:cubicBezTo>
                  <a:cubicBezTo>
                    <a:pt x="0" y="71"/>
                    <a:pt x="0" y="81"/>
                    <a:pt x="0" y="91"/>
                  </a:cubicBezTo>
                  <a:cubicBezTo>
                    <a:pt x="0" y="71"/>
                    <a:pt x="0" y="51"/>
                    <a:pt x="10" y="1"/>
                  </a:cubicBezTo>
                  <a:close/>
                </a:path>
              </a:pathLst>
            </a:custGeom>
            <a:solidFill>
              <a:srgbClr val="E3D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9" name="Google Shape;16999;p54">
              <a:extLst>
                <a:ext uri="{FF2B5EF4-FFF2-40B4-BE49-F238E27FC236}">
                  <a16:creationId xmlns:a16="http://schemas.microsoft.com/office/drawing/2014/main" id="{70237E56-C063-76CB-A522-D5309EAEF5C1}"/>
                </a:ext>
              </a:extLst>
            </p:cNvPr>
            <p:cNvSpPr/>
            <p:nvPr/>
          </p:nvSpPr>
          <p:spPr>
            <a:xfrm>
              <a:off x="8338112" y="3546266"/>
              <a:ext cx="86" cy="2680"/>
            </a:xfrm>
            <a:custGeom>
              <a:avLst/>
              <a:gdLst/>
              <a:ahLst/>
              <a:cxnLst/>
              <a:rect l="l" t="t" r="r" b="b"/>
              <a:pathLst>
                <a:path w="1" h="31" extrusionOk="0">
                  <a:moveTo>
                    <a:pt x="0" y="31"/>
                  </a:moveTo>
                  <a:cubicBezTo>
                    <a:pt x="0" y="31"/>
                    <a:pt x="0" y="31"/>
                    <a:pt x="0" y="21"/>
                  </a:cubicBezTo>
                  <a:cubicBezTo>
                    <a:pt x="0" y="31"/>
                    <a:pt x="0" y="31"/>
                    <a:pt x="0" y="31"/>
                  </a:cubicBezTo>
                  <a:close/>
                  <a:moveTo>
                    <a:pt x="0" y="2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lose/>
                  <a:moveTo>
                    <a:pt x="0" y="2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lose/>
                  <a:moveTo>
                    <a:pt x="0" y="21"/>
                  </a:moveTo>
                  <a:lnTo>
                    <a:pt x="0" y="21"/>
                  </a:lnTo>
                  <a:lnTo>
                    <a:pt x="0" y="21"/>
                  </a:lnTo>
                  <a:close/>
                  <a:moveTo>
                    <a:pt x="0" y="2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lose/>
                  <a:moveTo>
                    <a:pt x="0" y="21"/>
                  </a:moveTo>
                  <a:cubicBezTo>
                    <a:pt x="0" y="21"/>
                    <a:pt x="0" y="21"/>
                    <a:pt x="0" y="10"/>
                  </a:cubicBezTo>
                  <a:cubicBezTo>
                    <a:pt x="0" y="21"/>
                    <a:pt x="0" y="21"/>
                    <a:pt x="0" y="21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D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0" name="Google Shape;17000;p54">
              <a:extLst>
                <a:ext uri="{FF2B5EF4-FFF2-40B4-BE49-F238E27FC236}">
                  <a16:creationId xmlns:a16="http://schemas.microsoft.com/office/drawing/2014/main" id="{FB36AB5C-D588-5FFF-5852-0D73A32A45A1}"/>
                </a:ext>
              </a:extLst>
            </p:cNvPr>
            <p:cNvSpPr/>
            <p:nvPr/>
          </p:nvSpPr>
          <p:spPr>
            <a:xfrm>
              <a:off x="8319872" y="3538486"/>
              <a:ext cx="21784" cy="19104"/>
            </a:xfrm>
            <a:custGeom>
              <a:avLst/>
              <a:gdLst/>
              <a:ahLst/>
              <a:cxnLst/>
              <a:rect l="l" t="t" r="r" b="b"/>
              <a:pathLst>
                <a:path w="252" h="221" extrusionOk="0">
                  <a:moveTo>
                    <a:pt x="231" y="60"/>
                  </a:moveTo>
                  <a:lnTo>
                    <a:pt x="231" y="60"/>
                  </a:lnTo>
                  <a:cubicBezTo>
                    <a:pt x="221" y="70"/>
                    <a:pt x="221" y="80"/>
                    <a:pt x="211" y="90"/>
                  </a:cubicBezTo>
                  <a:cubicBezTo>
                    <a:pt x="211" y="100"/>
                    <a:pt x="211" y="100"/>
                    <a:pt x="211" y="100"/>
                  </a:cubicBezTo>
                  <a:cubicBezTo>
                    <a:pt x="211" y="111"/>
                    <a:pt x="211" y="111"/>
                    <a:pt x="211" y="111"/>
                  </a:cubicBezTo>
                  <a:cubicBezTo>
                    <a:pt x="211" y="121"/>
                    <a:pt x="211" y="121"/>
                    <a:pt x="211" y="121"/>
                  </a:cubicBezTo>
                  <a:cubicBezTo>
                    <a:pt x="211" y="90"/>
                    <a:pt x="221" y="80"/>
                    <a:pt x="231" y="60"/>
                  </a:cubicBezTo>
                  <a:close/>
                  <a:moveTo>
                    <a:pt x="211" y="121"/>
                  </a:moveTo>
                  <a:cubicBezTo>
                    <a:pt x="201" y="141"/>
                    <a:pt x="201" y="161"/>
                    <a:pt x="201" y="171"/>
                  </a:cubicBezTo>
                  <a:cubicBezTo>
                    <a:pt x="201" y="184"/>
                    <a:pt x="201" y="193"/>
                    <a:pt x="201" y="201"/>
                  </a:cubicBezTo>
                  <a:cubicBezTo>
                    <a:pt x="201" y="171"/>
                    <a:pt x="201" y="171"/>
                    <a:pt x="211" y="121"/>
                  </a:cubicBezTo>
                  <a:close/>
                  <a:moveTo>
                    <a:pt x="121" y="0"/>
                  </a:moveTo>
                  <a:cubicBezTo>
                    <a:pt x="111" y="0"/>
                    <a:pt x="91" y="0"/>
                    <a:pt x="81" y="10"/>
                  </a:cubicBezTo>
                  <a:cubicBezTo>
                    <a:pt x="11" y="50"/>
                    <a:pt x="1" y="161"/>
                    <a:pt x="41" y="201"/>
                  </a:cubicBezTo>
                  <a:cubicBezTo>
                    <a:pt x="61" y="221"/>
                    <a:pt x="81" y="221"/>
                    <a:pt x="101" y="221"/>
                  </a:cubicBezTo>
                  <a:lnTo>
                    <a:pt x="141" y="221"/>
                  </a:lnTo>
                  <a:cubicBezTo>
                    <a:pt x="161" y="211"/>
                    <a:pt x="171" y="211"/>
                    <a:pt x="181" y="211"/>
                  </a:cubicBezTo>
                  <a:lnTo>
                    <a:pt x="201" y="211"/>
                  </a:lnTo>
                  <a:cubicBezTo>
                    <a:pt x="201" y="208"/>
                    <a:pt x="201" y="204"/>
                    <a:pt x="201" y="201"/>
                  </a:cubicBezTo>
                  <a:cubicBezTo>
                    <a:pt x="191" y="191"/>
                    <a:pt x="191" y="191"/>
                    <a:pt x="181" y="191"/>
                  </a:cubicBezTo>
                  <a:lnTo>
                    <a:pt x="151" y="191"/>
                  </a:lnTo>
                  <a:cubicBezTo>
                    <a:pt x="141" y="201"/>
                    <a:pt x="131" y="201"/>
                    <a:pt x="121" y="201"/>
                  </a:cubicBezTo>
                  <a:cubicBezTo>
                    <a:pt x="101" y="201"/>
                    <a:pt x="91" y="191"/>
                    <a:pt x="71" y="181"/>
                  </a:cubicBezTo>
                  <a:cubicBezTo>
                    <a:pt x="21" y="141"/>
                    <a:pt x="11" y="70"/>
                    <a:pt x="81" y="20"/>
                  </a:cubicBezTo>
                  <a:cubicBezTo>
                    <a:pt x="101" y="20"/>
                    <a:pt x="111" y="10"/>
                    <a:pt x="131" y="10"/>
                  </a:cubicBezTo>
                  <a:cubicBezTo>
                    <a:pt x="151" y="10"/>
                    <a:pt x="171" y="20"/>
                    <a:pt x="181" y="20"/>
                  </a:cubicBezTo>
                  <a:cubicBezTo>
                    <a:pt x="201" y="30"/>
                    <a:pt x="221" y="30"/>
                    <a:pt x="231" y="30"/>
                  </a:cubicBezTo>
                  <a:lnTo>
                    <a:pt x="241" y="30"/>
                  </a:lnTo>
                  <a:cubicBezTo>
                    <a:pt x="241" y="30"/>
                    <a:pt x="241" y="30"/>
                    <a:pt x="251" y="20"/>
                  </a:cubicBezTo>
                  <a:lnTo>
                    <a:pt x="241" y="20"/>
                  </a:lnTo>
                  <a:cubicBezTo>
                    <a:pt x="221" y="20"/>
                    <a:pt x="201" y="20"/>
                    <a:pt x="181" y="10"/>
                  </a:cubicBezTo>
                  <a:cubicBezTo>
                    <a:pt x="161" y="10"/>
                    <a:pt x="141" y="0"/>
                    <a:pt x="121" y="0"/>
                  </a:cubicBezTo>
                  <a:close/>
                </a:path>
              </a:pathLst>
            </a:custGeom>
            <a:solidFill>
              <a:srgbClr val="515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1" name="Google Shape;17001;p54">
              <a:extLst>
                <a:ext uri="{FF2B5EF4-FFF2-40B4-BE49-F238E27FC236}">
                  <a16:creationId xmlns:a16="http://schemas.microsoft.com/office/drawing/2014/main" id="{45CC79F6-8EF3-FFAA-B0CD-F9CE2E757FE2}"/>
                </a:ext>
              </a:extLst>
            </p:cNvPr>
            <p:cNvSpPr/>
            <p:nvPr/>
          </p:nvSpPr>
          <p:spPr>
            <a:xfrm>
              <a:off x="8320736" y="3539177"/>
              <a:ext cx="20055" cy="16684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17" y="1"/>
                  </a:moveTo>
                  <a:cubicBezTo>
                    <a:pt x="103" y="1"/>
                    <a:pt x="88" y="4"/>
                    <a:pt x="71" y="12"/>
                  </a:cubicBezTo>
                  <a:cubicBezTo>
                    <a:pt x="1" y="62"/>
                    <a:pt x="11" y="133"/>
                    <a:pt x="61" y="173"/>
                  </a:cubicBezTo>
                  <a:cubicBezTo>
                    <a:pt x="78" y="184"/>
                    <a:pt x="93" y="189"/>
                    <a:pt x="107" y="189"/>
                  </a:cubicBezTo>
                  <a:cubicBezTo>
                    <a:pt x="118" y="189"/>
                    <a:pt x="129" y="187"/>
                    <a:pt x="141" y="183"/>
                  </a:cubicBezTo>
                  <a:cubicBezTo>
                    <a:pt x="161" y="183"/>
                    <a:pt x="181" y="183"/>
                    <a:pt x="191" y="193"/>
                  </a:cubicBezTo>
                  <a:cubicBezTo>
                    <a:pt x="191" y="163"/>
                    <a:pt x="191" y="163"/>
                    <a:pt x="201" y="113"/>
                  </a:cubicBezTo>
                  <a:cubicBezTo>
                    <a:pt x="201" y="62"/>
                    <a:pt x="221" y="52"/>
                    <a:pt x="231" y="22"/>
                  </a:cubicBezTo>
                  <a:lnTo>
                    <a:pt x="231" y="22"/>
                  </a:lnTo>
                  <a:cubicBezTo>
                    <a:pt x="225" y="25"/>
                    <a:pt x="220" y="26"/>
                    <a:pt x="214" y="26"/>
                  </a:cubicBezTo>
                  <a:cubicBezTo>
                    <a:pt x="199" y="26"/>
                    <a:pt x="185" y="19"/>
                    <a:pt x="171" y="12"/>
                  </a:cubicBezTo>
                  <a:cubicBezTo>
                    <a:pt x="154" y="6"/>
                    <a:pt x="136" y="1"/>
                    <a:pt x="117" y="1"/>
                  </a:cubicBez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2" name="Google Shape;17002;p54">
              <a:extLst>
                <a:ext uri="{FF2B5EF4-FFF2-40B4-BE49-F238E27FC236}">
                  <a16:creationId xmlns:a16="http://schemas.microsoft.com/office/drawing/2014/main" id="{C8DE541C-A8AE-2453-5813-03E88AEE5C73}"/>
                </a:ext>
              </a:extLst>
            </p:cNvPr>
            <p:cNvSpPr/>
            <p:nvPr/>
          </p:nvSpPr>
          <p:spPr>
            <a:xfrm>
              <a:off x="8325923" y="3541079"/>
              <a:ext cx="7002" cy="5273"/>
            </a:xfrm>
            <a:custGeom>
              <a:avLst/>
              <a:gdLst/>
              <a:ahLst/>
              <a:cxnLst/>
              <a:rect l="l" t="t" r="r" b="b"/>
              <a:pathLst>
                <a:path w="81" h="61" extrusionOk="0">
                  <a:moveTo>
                    <a:pt x="51" y="0"/>
                  </a:moveTo>
                  <a:cubicBezTo>
                    <a:pt x="41" y="0"/>
                    <a:pt x="31" y="10"/>
                    <a:pt x="21" y="10"/>
                  </a:cubicBezTo>
                  <a:cubicBezTo>
                    <a:pt x="11" y="20"/>
                    <a:pt x="1" y="40"/>
                    <a:pt x="11" y="60"/>
                  </a:cubicBezTo>
                  <a:lnTo>
                    <a:pt x="31" y="60"/>
                  </a:lnTo>
                  <a:cubicBezTo>
                    <a:pt x="41" y="60"/>
                    <a:pt x="51" y="60"/>
                    <a:pt x="61" y="50"/>
                  </a:cubicBezTo>
                  <a:cubicBezTo>
                    <a:pt x="71" y="40"/>
                    <a:pt x="81" y="20"/>
                    <a:pt x="71" y="10"/>
                  </a:cubicBezTo>
                  <a:cubicBezTo>
                    <a:pt x="71" y="10"/>
                    <a:pt x="61" y="0"/>
                    <a:pt x="51" y="0"/>
                  </a:cubicBez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3" name="Google Shape;17003;p54">
              <a:extLst>
                <a:ext uri="{FF2B5EF4-FFF2-40B4-BE49-F238E27FC236}">
                  <a16:creationId xmlns:a16="http://schemas.microsoft.com/office/drawing/2014/main" id="{D0F7BA00-600C-6835-0462-CF533B615719}"/>
                </a:ext>
              </a:extLst>
            </p:cNvPr>
            <p:cNvSpPr/>
            <p:nvPr/>
          </p:nvSpPr>
          <p:spPr>
            <a:xfrm>
              <a:off x="8332839" y="3547130"/>
              <a:ext cx="2766" cy="1815"/>
            </a:xfrm>
            <a:custGeom>
              <a:avLst/>
              <a:gdLst/>
              <a:ahLst/>
              <a:cxnLst/>
              <a:rect l="l" t="t" r="r" b="b"/>
              <a:pathLst>
                <a:path w="32" h="21" extrusionOk="0">
                  <a:moveTo>
                    <a:pt x="11" y="0"/>
                  </a:moveTo>
                  <a:lnTo>
                    <a:pt x="1" y="21"/>
                  </a:lnTo>
                  <a:lnTo>
                    <a:pt x="31" y="2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4" name="Google Shape;17004;p54">
              <a:extLst>
                <a:ext uri="{FF2B5EF4-FFF2-40B4-BE49-F238E27FC236}">
                  <a16:creationId xmlns:a16="http://schemas.microsoft.com/office/drawing/2014/main" id="{F1D64557-270D-D363-194B-C81C3CBC8C87}"/>
                </a:ext>
              </a:extLst>
            </p:cNvPr>
            <p:cNvSpPr/>
            <p:nvPr/>
          </p:nvSpPr>
          <p:spPr>
            <a:xfrm>
              <a:off x="8109207" y="3483334"/>
              <a:ext cx="88520" cy="44951"/>
            </a:xfrm>
            <a:custGeom>
              <a:avLst/>
              <a:gdLst/>
              <a:ahLst/>
              <a:cxnLst/>
              <a:rect l="l" t="t" r="r" b="b"/>
              <a:pathLst>
                <a:path w="1024" h="520" extrusionOk="0">
                  <a:moveTo>
                    <a:pt x="428" y="1"/>
                  </a:moveTo>
                  <a:cubicBezTo>
                    <a:pt x="407" y="1"/>
                    <a:pt x="388" y="2"/>
                    <a:pt x="371" y="6"/>
                  </a:cubicBezTo>
                  <a:cubicBezTo>
                    <a:pt x="191" y="36"/>
                    <a:pt x="0" y="137"/>
                    <a:pt x="20" y="217"/>
                  </a:cubicBezTo>
                  <a:cubicBezTo>
                    <a:pt x="40" y="307"/>
                    <a:pt x="221" y="508"/>
                    <a:pt x="411" y="518"/>
                  </a:cubicBezTo>
                  <a:cubicBezTo>
                    <a:pt x="420" y="519"/>
                    <a:pt x="429" y="519"/>
                    <a:pt x="438" y="519"/>
                  </a:cubicBezTo>
                  <a:cubicBezTo>
                    <a:pt x="623" y="519"/>
                    <a:pt x="846" y="327"/>
                    <a:pt x="913" y="317"/>
                  </a:cubicBezTo>
                  <a:cubicBezTo>
                    <a:pt x="974" y="310"/>
                    <a:pt x="907" y="290"/>
                    <a:pt x="824" y="290"/>
                  </a:cubicBezTo>
                  <a:cubicBezTo>
                    <a:pt x="797" y="290"/>
                    <a:pt x="769" y="292"/>
                    <a:pt x="742" y="297"/>
                  </a:cubicBezTo>
                  <a:cubicBezTo>
                    <a:pt x="732" y="298"/>
                    <a:pt x="722" y="298"/>
                    <a:pt x="714" y="298"/>
                  </a:cubicBezTo>
                  <a:cubicBezTo>
                    <a:pt x="634" y="298"/>
                    <a:pt x="698" y="256"/>
                    <a:pt x="853" y="247"/>
                  </a:cubicBezTo>
                  <a:cubicBezTo>
                    <a:pt x="1023" y="237"/>
                    <a:pt x="993" y="197"/>
                    <a:pt x="883" y="177"/>
                  </a:cubicBezTo>
                  <a:cubicBezTo>
                    <a:pt x="772" y="167"/>
                    <a:pt x="732" y="147"/>
                    <a:pt x="873" y="137"/>
                  </a:cubicBezTo>
                  <a:cubicBezTo>
                    <a:pt x="973" y="137"/>
                    <a:pt x="873" y="97"/>
                    <a:pt x="732" y="56"/>
                  </a:cubicBezTo>
                  <a:cubicBezTo>
                    <a:pt x="634" y="32"/>
                    <a:pt x="517" y="1"/>
                    <a:pt x="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5" name="Google Shape;17005;p54">
              <a:extLst>
                <a:ext uri="{FF2B5EF4-FFF2-40B4-BE49-F238E27FC236}">
                  <a16:creationId xmlns:a16="http://schemas.microsoft.com/office/drawing/2014/main" id="{43ABFDEF-6DB4-CBCE-DCF8-39BDF3238AD2}"/>
                </a:ext>
              </a:extLst>
            </p:cNvPr>
            <p:cNvSpPr/>
            <p:nvPr/>
          </p:nvSpPr>
          <p:spPr>
            <a:xfrm>
              <a:off x="8345892" y="3481000"/>
              <a:ext cx="99758" cy="48841"/>
            </a:xfrm>
            <a:custGeom>
              <a:avLst/>
              <a:gdLst/>
              <a:ahLst/>
              <a:cxnLst/>
              <a:rect l="l" t="t" r="r" b="b"/>
              <a:pathLst>
                <a:path w="1154" h="565" extrusionOk="0">
                  <a:moveTo>
                    <a:pt x="645" y="1"/>
                  </a:moveTo>
                  <a:cubicBezTo>
                    <a:pt x="567" y="1"/>
                    <a:pt x="481" y="20"/>
                    <a:pt x="382" y="53"/>
                  </a:cubicBezTo>
                  <a:cubicBezTo>
                    <a:pt x="261" y="93"/>
                    <a:pt x="151" y="124"/>
                    <a:pt x="81" y="144"/>
                  </a:cubicBezTo>
                  <a:cubicBezTo>
                    <a:pt x="10" y="174"/>
                    <a:pt x="151" y="184"/>
                    <a:pt x="231" y="204"/>
                  </a:cubicBezTo>
                  <a:cubicBezTo>
                    <a:pt x="284" y="216"/>
                    <a:pt x="258" y="220"/>
                    <a:pt x="215" y="220"/>
                  </a:cubicBezTo>
                  <a:cubicBezTo>
                    <a:pt x="184" y="220"/>
                    <a:pt x="146" y="218"/>
                    <a:pt x="121" y="214"/>
                  </a:cubicBezTo>
                  <a:cubicBezTo>
                    <a:pt x="51" y="214"/>
                    <a:pt x="21" y="264"/>
                    <a:pt x="181" y="274"/>
                  </a:cubicBezTo>
                  <a:cubicBezTo>
                    <a:pt x="341" y="294"/>
                    <a:pt x="362" y="304"/>
                    <a:pt x="261" y="304"/>
                  </a:cubicBezTo>
                  <a:cubicBezTo>
                    <a:pt x="248" y="303"/>
                    <a:pt x="235" y="302"/>
                    <a:pt x="222" y="302"/>
                  </a:cubicBezTo>
                  <a:cubicBezTo>
                    <a:pt x="116" y="302"/>
                    <a:pt x="19" y="335"/>
                    <a:pt x="10" y="344"/>
                  </a:cubicBezTo>
                  <a:cubicBezTo>
                    <a:pt x="0" y="354"/>
                    <a:pt x="81" y="334"/>
                    <a:pt x="261" y="414"/>
                  </a:cubicBezTo>
                  <a:cubicBezTo>
                    <a:pt x="341" y="455"/>
                    <a:pt x="422" y="495"/>
                    <a:pt x="492" y="525"/>
                  </a:cubicBezTo>
                  <a:cubicBezTo>
                    <a:pt x="545" y="551"/>
                    <a:pt x="603" y="565"/>
                    <a:pt x="669" y="565"/>
                  </a:cubicBezTo>
                  <a:cubicBezTo>
                    <a:pt x="701" y="565"/>
                    <a:pt x="736" y="562"/>
                    <a:pt x="773" y="555"/>
                  </a:cubicBezTo>
                  <a:cubicBezTo>
                    <a:pt x="983" y="505"/>
                    <a:pt x="1154" y="304"/>
                    <a:pt x="1114" y="204"/>
                  </a:cubicBezTo>
                  <a:cubicBezTo>
                    <a:pt x="1074" y="93"/>
                    <a:pt x="933" y="33"/>
                    <a:pt x="693" y="3"/>
                  </a:cubicBezTo>
                  <a:cubicBezTo>
                    <a:pt x="677" y="1"/>
                    <a:pt x="661" y="1"/>
                    <a:pt x="6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6" name="Google Shape;17006;p54">
              <a:extLst>
                <a:ext uri="{FF2B5EF4-FFF2-40B4-BE49-F238E27FC236}">
                  <a16:creationId xmlns:a16="http://schemas.microsoft.com/office/drawing/2014/main" id="{AC1DE0E3-E2D7-4351-7FFF-1A5441E758FA}"/>
                </a:ext>
              </a:extLst>
            </p:cNvPr>
            <p:cNvSpPr/>
            <p:nvPr/>
          </p:nvSpPr>
          <p:spPr>
            <a:xfrm>
              <a:off x="8141278" y="3482988"/>
              <a:ext cx="47718" cy="16511"/>
            </a:xfrm>
            <a:custGeom>
              <a:avLst/>
              <a:gdLst/>
              <a:ahLst/>
              <a:cxnLst/>
              <a:rect l="l" t="t" r="r" b="b"/>
              <a:pathLst>
                <a:path w="552" h="191" extrusionOk="0">
                  <a:moveTo>
                    <a:pt x="552" y="191"/>
                  </a:moveTo>
                  <a:lnTo>
                    <a:pt x="552" y="191"/>
                  </a:lnTo>
                  <a:lnTo>
                    <a:pt x="552" y="191"/>
                  </a:lnTo>
                  <a:close/>
                  <a:moveTo>
                    <a:pt x="552" y="191"/>
                  </a:moveTo>
                  <a:lnTo>
                    <a:pt x="552" y="191"/>
                  </a:lnTo>
                  <a:lnTo>
                    <a:pt x="552" y="191"/>
                  </a:lnTo>
                  <a:close/>
                  <a:moveTo>
                    <a:pt x="552" y="191"/>
                  </a:moveTo>
                  <a:cubicBezTo>
                    <a:pt x="552" y="191"/>
                    <a:pt x="552" y="191"/>
                    <a:pt x="552" y="191"/>
                  </a:cubicBezTo>
                  <a:cubicBezTo>
                    <a:pt x="552" y="191"/>
                    <a:pt x="552" y="191"/>
                    <a:pt x="552" y="191"/>
                  </a:cubicBezTo>
                  <a:close/>
                  <a:moveTo>
                    <a:pt x="552" y="191"/>
                  </a:moveTo>
                  <a:cubicBezTo>
                    <a:pt x="542" y="191"/>
                    <a:pt x="532" y="191"/>
                    <a:pt x="512" y="181"/>
                  </a:cubicBezTo>
                  <a:cubicBezTo>
                    <a:pt x="532" y="191"/>
                    <a:pt x="542" y="191"/>
                    <a:pt x="552" y="191"/>
                  </a:cubicBezTo>
                  <a:close/>
                  <a:moveTo>
                    <a:pt x="411" y="161"/>
                  </a:moveTo>
                  <a:cubicBezTo>
                    <a:pt x="411" y="151"/>
                    <a:pt x="442" y="141"/>
                    <a:pt x="502" y="141"/>
                  </a:cubicBezTo>
                  <a:cubicBezTo>
                    <a:pt x="532" y="141"/>
                    <a:pt x="542" y="141"/>
                    <a:pt x="542" y="131"/>
                  </a:cubicBezTo>
                  <a:cubicBezTo>
                    <a:pt x="542" y="141"/>
                    <a:pt x="532" y="141"/>
                    <a:pt x="502" y="141"/>
                  </a:cubicBezTo>
                  <a:cubicBezTo>
                    <a:pt x="442" y="141"/>
                    <a:pt x="411" y="151"/>
                    <a:pt x="411" y="161"/>
                  </a:cubicBezTo>
                  <a:close/>
                  <a:moveTo>
                    <a:pt x="0" y="10"/>
                  </a:moveTo>
                  <a:cubicBezTo>
                    <a:pt x="20" y="10"/>
                    <a:pt x="30" y="0"/>
                    <a:pt x="50" y="0"/>
                  </a:cubicBezTo>
                  <a:lnTo>
                    <a:pt x="50" y="0"/>
                  </a:lnTo>
                  <a:cubicBezTo>
                    <a:pt x="30" y="0"/>
                    <a:pt x="20" y="10"/>
                    <a:pt x="0" y="10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7" name="Google Shape;17007;p54">
              <a:extLst>
                <a:ext uri="{FF2B5EF4-FFF2-40B4-BE49-F238E27FC236}">
                  <a16:creationId xmlns:a16="http://schemas.microsoft.com/office/drawing/2014/main" id="{8B67E96C-0DD6-EFE6-3008-0A7AF053DAEB}"/>
                </a:ext>
              </a:extLst>
            </p:cNvPr>
            <p:cNvSpPr/>
            <p:nvPr/>
          </p:nvSpPr>
          <p:spPr>
            <a:xfrm>
              <a:off x="8109207" y="3482988"/>
              <a:ext cx="85926" cy="26971"/>
            </a:xfrm>
            <a:custGeom>
              <a:avLst/>
              <a:gdLst/>
              <a:ahLst/>
              <a:cxnLst/>
              <a:rect l="l" t="t" r="r" b="b"/>
              <a:pathLst>
                <a:path w="994" h="312" extrusionOk="0">
                  <a:moveTo>
                    <a:pt x="421" y="0"/>
                  </a:moveTo>
                  <a:cubicBezTo>
                    <a:pt x="401" y="0"/>
                    <a:pt x="391" y="10"/>
                    <a:pt x="371" y="10"/>
                  </a:cubicBezTo>
                  <a:cubicBezTo>
                    <a:pt x="191" y="40"/>
                    <a:pt x="0" y="141"/>
                    <a:pt x="20" y="221"/>
                  </a:cubicBezTo>
                  <a:cubicBezTo>
                    <a:pt x="20" y="251"/>
                    <a:pt x="40" y="281"/>
                    <a:pt x="70" y="311"/>
                  </a:cubicBezTo>
                  <a:cubicBezTo>
                    <a:pt x="30" y="241"/>
                    <a:pt x="241" y="171"/>
                    <a:pt x="421" y="171"/>
                  </a:cubicBezTo>
                  <a:cubicBezTo>
                    <a:pt x="462" y="171"/>
                    <a:pt x="492" y="171"/>
                    <a:pt x="532" y="181"/>
                  </a:cubicBezTo>
                  <a:cubicBezTo>
                    <a:pt x="652" y="201"/>
                    <a:pt x="762" y="231"/>
                    <a:pt x="853" y="251"/>
                  </a:cubicBezTo>
                  <a:cubicBezTo>
                    <a:pt x="993" y="241"/>
                    <a:pt x="993" y="211"/>
                    <a:pt x="923" y="191"/>
                  </a:cubicBezTo>
                  <a:cubicBezTo>
                    <a:pt x="913" y="191"/>
                    <a:pt x="903" y="191"/>
                    <a:pt x="883" y="181"/>
                  </a:cubicBezTo>
                  <a:cubicBezTo>
                    <a:pt x="823" y="171"/>
                    <a:pt x="782" y="161"/>
                    <a:pt x="782" y="161"/>
                  </a:cubicBezTo>
                  <a:cubicBezTo>
                    <a:pt x="782" y="151"/>
                    <a:pt x="813" y="141"/>
                    <a:pt x="873" y="141"/>
                  </a:cubicBezTo>
                  <a:cubicBezTo>
                    <a:pt x="903" y="141"/>
                    <a:pt x="913" y="141"/>
                    <a:pt x="913" y="131"/>
                  </a:cubicBezTo>
                  <a:cubicBezTo>
                    <a:pt x="913" y="121"/>
                    <a:pt x="833" y="90"/>
                    <a:pt x="732" y="60"/>
                  </a:cubicBezTo>
                  <a:cubicBezTo>
                    <a:pt x="632" y="40"/>
                    <a:pt x="502" y="0"/>
                    <a:pt x="421" y="0"/>
                  </a:cubicBezTo>
                  <a:close/>
                </a:path>
              </a:pathLst>
            </a:custGeom>
            <a:solidFill>
              <a:srgbClr val="7855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8" name="Google Shape;17008;p54">
              <a:extLst>
                <a:ext uri="{FF2B5EF4-FFF2-40B4-BE49-F238E27FC236}">
                  <a16:creationId xmlns:a16="http://schemas.microsoft.com/office/drawing/2014/main" id="{F8339686-CAB2-E25D-FA7B-8B2AF49D35FF}"/>
                </a:ext>
              </a:extLst>
            </p:cNvPr>
            <p:cNvSpPr/>
            <p:nvPr/>
          </p:nvSpPr>
          <p:spPr>
            <a:xfrm>
              <a:off x="8351078" y="3481259"/>
              <a:ext cx="91113" cy="19104"/>
            </a:xfrm>
            <a:custGeom>
              <a:avLst/>
              <a:gdLst/>
              <a:ahLst/>
              <a:cxnLst/>
              <a:rect l="l" t="t" r="r" b="b"/>
              <a:pathLst>
                <a:path w="1054" h="221" extrusionOk="0">
                  <a:moveTo>
                    <a:pt x="141" y="221"/>
                  </a:moveTo>
                  <a:cubicBezTo>
                    <a:pt x="111" y="221"/>
                    <a:pt x="81" y="211"/>
                    <a:pt x="61" y="211"/>
                  </a:cubicBezTo>
                  <a:cubicBezTo>
                    <a:pt x="81" y="211"/>
                    <a:pt x="111" y="221"/>
                    <a:pt x="141" y="221"/>
                  </a:cubicBezTo>
                  <a:lnTo>
                    <a:pt x="141" y="221"/>
                  </a:lnTo>
                  <a:close/>
                  <a:moveTo>
                    <a:pt x="181" y="201"/>
                  </a:moveTo>
                  <a:cubicBezTo>
                    <a:pt x="181" y="201"/>
                    <a:pt x="181" y="201"/>
                    <a:pt x="171" y="201"/>
                  </a:cubicBezTo>
                  <a:cubicBezTo>
                    <a:pt x="111" y="181"/>
                    <a:pt x="1" y="171"/>
                    <a:pt x="1" y="161"/>
                  </a:cubicBezTo>
                  <a:cubicBezTo>
                    <a:pt x="1" y="171"/>
                    <a:pt x="111" y="181"/>
                    <a:pt x="171" y="201"/>
                  </a:cubicBezTo>
                  <a:cubicBezTo>
                    <a:pt x="181" y="201"/>
                    <a:pt x="181" y="201"/>
                    <a:pt x="181" y="201"/>
                  </a:cubicBezTo>
                  <a:close/>
                  <a:moveTo>
                    <a:pt x="1054" y="201"/>
                  </a:moveTo>
                  <a:lnTo>
                    <a:pt x="1054" y="201"/>
                  </a:lnTo>
                  <a:lnTo>
                    <a:pt x="1054" y="201"/>
                  </a:lnTo>
                  <a:close/>
                  <a:moveTo>
                    <a:pt x="633" y="0"/>
                  </a:moveTo>
                  <a:cubicBezTo>
                    <a:pt x="633" y="0"/>
                    <a:pt x="633" y="0"/>
                    <a:pt x="633" y="0"/>
                  </a:cubicBezTo>
                  <a:cubicBezTo>
                    <a:pt x="633" y="0"/>
                    <a:pt x="633" y="0"/>
                    <a:pt x="633" y="0"/>
                  </a:cubicBezTo>
                  <a:close/>
                  <a:moveTo>
                    <a:pt x="623" y="0"/>
                  </a:moveTo>
                  <a:cubicBezTo>
                    <a:pt x="612" y="0"/>
                    <a:pt x="602" y="0"/>
                    <a:pt x="592" y="0"/>
                  </a:cubicBezTo>
                  <a:lnTo>
                    <a:pt x="592" y="0"/>
                  </a:lnTo>
                  <a:cubicBezTo>
                    <a:pt x="602" y="0"/>
                    <a:pt x="612" y="0"/>
                    <a:pt x="623" y="0"/>
                  </a:cubicBezTo>
                  <a:close/>
                  <a:moveTo>
                    <a:pt x="582" y="0"/>
                  </a:moveTo>
                  <a:cubicBezTo>
                    <a:pt x="582" y="0"/>
                    <a:pt x="582" y="0"/>
                    <a:pt x="582" y="0"/>
                  </a:cubicBezTo>
                  <a:cubicBezTo>
                    <a:pt x="582" y="0"/>
                    <a:pt x="582" y="0"/>
                    <a:pt x="582" y="0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9" name="Google Shape;17009;p54">
              <a:extLst>
                <a:ext uri="{FF2B5EF4-FFF2-40B4-BE49-F238E27FC236}">
                  <a16:creationId xmlns:a16="http://schemas.microsoft.com/office/drawing/2014/main" id="{61FA2335-40F1-AE80-2E63-EEC46C1EC9D9}"/>
                </a:ext>
              </a:extLst>
            </p:cNvPr>
            <p:cNvSpPr/>
            <p:nvPr/>
          </p:nvSpPr>
          <p:spPr>
            <a:xfrm>
              <a:off x="8350214" y="3481259"/>
              <a:ext cx="92842" cy="26971"/>
            </a:xfrm>
            <a:custGeom>
              <a:avLst/>
              <a:gdLst/>
              <a:ahLst/>
              <a:cxnLst/>
              <a:rect l="l" t="t" r="r" b="b"/>
              <a:pathLst>
                <a:path w="1074" h="312" extrusionOk="0">
                  <a:moveTo>
                    <a:pt x="592" y="0"/>
                  </a:moveTo>
                  <a:cubicBezTo>
                    <a:pt x="512" y="0"/>
                    <a:pt x="432" y="20"/>
                    <a:pt x="332" y="50"/>
                  </a:cubicBezTo>
                  <a:cubicBezTo>
                    <a:pt x="211" y="90"/>
                    <a:pt x="101" y="121"/>
                    <a:pt x="31" y="141"/>
                  </a:cubicBezTo>
                  <a:cubicBezTo>
                    <a:pt x="21" y="151"/>
                    <a:pt x="11" y="151"/>
                    <a:pt x="11" y="161"/>
                  </a:cubicBezTo>
                  <a:cubicBezTo>
                    <a:pt x="11" y="171"/>
                    <a:pt x="121" y="181"/>
                    <a:pt x="181" y="201"/>
                  </a:cubicBezTo>
                  <a:lnTo>
                    <a:pt x="191" y="201"/>
                  </a:lnTo>
                  <a:cubicBezTo>
                    <a:pt x="231" y="211"/>
                    <a:pt x="201" y="221"/>
                    <a:pt x="151" y="221"/>
                  </a:cubicBezTo>
                  <a:cubicBezTo>
                    <a:pt x="121" y="221"/>
                    <a:pt x="91" y="211"/>
                    <a:pt x="71" y="211"/>
                  </a:cubicBezTo>
                  <a:lnTo>
                    <a:pt x="51" y="211"/>
                  </a:lnTo>
                  <a:cubicBezTo>
                    <a:pt x="21" y="211"/>
                    <a:pt x="1" y="231"/>
                    <a:pt x="21" y="251"/>
                  </a:cubicBezTo>
                  <a:cubicBezTo>
                    <a:pt x="121" y="231"/>
                    <a:pt x="201" y="231"/>
                    <a:pt x="291" y="221"/>
                  </a:cubicBezTo>
                  <a:cubicBezTo>
                    <a:pt x="432" y="211"/>
                    <a:pt x="552" y="161"/>
                    <a:pt x="663" y="161"/>
                  </a:cubicBezTo>
                  <a:cubicBezTo>
                    <a:pt x="843" y="161"/>
                    <a:pt x="994" y="211"/>
                    <a:pt x="1044" y="311"/>
                  </a:cubicBezTo>
                  <a:cubicBezTo>
                    <a:pt x="1064" y="271"/>
                    <a:pt x="1074" y="231"/>
                    <a:pt x="1064" y="201"/>
                  </a:cubicBezTo>
                  <a:cubicBezTo>
                    <a:pt x="1024" y="90"/>
                    <a:pt x="883" y="30"/>
                    <a:pt x="643" y="0"/>
                  </a:cubicBezTo>
                  <a:close/>
                </a:path>
              </a:pathLst>
            </a:custGeom>
            <a:solidFill>
              <a:srgbClr val="7855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0" name="Google Shape;17010;p54">
              <a:extLst>
                <a:ext uri="{FF2B5EF4-FFF2-40B4-BE49-F238E27FC236}">
                  <a16:creationId xmlns:a16="http://schemas.microsoft.com/office/drawing/2014/main" id="{140B70C3-A6CA-B6DA-A2B9-F5F1787C0196}"/>
                </a:ext>
              </a:extLst>
            </p:cNvPr>
            <p:cNvSpPr/>
            <p:nvPr/>
          </p:nvSpPr>
          <p:spPr>
            <a:xfrm>
              <a:off x="8106613" y="3448237"/>
              <a:ext cx="124913" cy="55584"/>
            </a:xfrm>
            <a:custGeom>
              <a:avLst/>
              <a:gdLst/>
              <a:ahLst/>
              <a:cxnLst/>
              <a:rect l="l" t="t" r="r" b="b"/>
              <a:pathLst>
                <a:path w="1445" h="643" extrusionOk="0">
                  <a:moveTo>
                    <a:pt x="1434" y="1"/>
                  </a:moveTo>
                  <a:lnTo>
                    <a:pt x="1434" y="1"/>
                  </a:lnTo>
                  <a:cubicBezTo>
                    <a:pt x="1404" y="31"/>
                    <a:pt x="1374" y="61"/>
                    <a:pt x="1344" y="91"/>
                  </a:cubicBezTo>
                  <a:cubicBezTo>
                    <a:pt x="1314" y="131"/>
                    <a:pt x="1274" y="222"/>
                    <a:pt x="1244" y="312"/>
                  </a:cubicBezTo>
                  <a:cubicBezTo>
                    <a:pt x="1157" y="427"/>
                    <a:pt x="1111" y="470"/>
                    <a:pt x="1043" y="470"/>
                  </a:cubicBezTo>
                  <a:cubicBezTo>
                    <a:pt x="993" y="470"/>
                    <a:pt x="931" y="446"/>
                    <a:pt x="833" y="412"/>
                  </a:cubicBezTo>
                  <a:cubicBezTo>
                    <a:pt x="712" y="372"/>
                    <a:pt x="587" y="337"/>
                    <a:pt x="460" y="337"/>
                  </a:cubicBezTo>
                  <a:cubicBezTo>
                    <a:pt x="334" y="337"/>
                    <a:pt x="206" y="372"/>
                    <a:pt x="80" y="472"/>
                  </a:cubicBezTo>
                  <a:cubicBezTo>
                    <a:pt x="10" y="523"/>
                    <a:pt x="0" y="583"/>
                    <a:pt x="10" y="643"/>
                  </a:cubicBezTo>
                  <a:cubicBezTo>
                    <a:pt x="30" y="613"/>
                    <a:pt x="40" y="583"/>
                    <a:pt x="70" y="563"/>
                  </a:cubicBezTo>
                  <a:cubicBezTo>
                    <a:pt x="130" y="492"/>
                    <a:pt x="271" y="432"/>
                    <a:pt x="401" y="412"/>
                  </a:cubicBezTo>
                  <a:cubicBezTo>
                    <a:pt x="418" y="408"/>
                    <a:pt x="437" y="407"/>
                    <a:pt x="458" y="407"/>
                  </a:cubicBezTo>
                  <a:cubicBezTo>
                    <a:pt x="547" y="407"/>
                    <a:pt x="664" y="438"/>
                    <a:pt x="762" y="462"/>
                  </a:cubicBezTo>
                  <a:cubicBezTo>
                    <a:pt x="853" y="492"/>
                    <a:pt x="923" y="513"/>
                    <a:pt x="943" y="523"/>
                  </a:cubicBezTo>
                  <a:cubicBezTo>
                    <a:pt x="999" y="537"/>
                    <a:pt x="1048" y="545"/>
                    <a:pt x="1092" y="545"/>
                  </a:cubicBezTo>
                  <a:cubicBezTo>
                    <a:pt x="1237" y="545"/>
                    <a:pt x="1329" y="458"/>
                    <a:pt x="1444" y="212"/>
                  </a:cubicBezTo>
                  <a:cubicBezTo>
                    <a:pt x="1404" y="131"/>
                    <a:pt x="1384" y="71"/>
                    <a:pt x="1434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1" name="Google Shape;17011;p54">
              <a:extLst>
                <a:ext uri="{FF2B5EF4-FFF2-40B4-BE49-F238E27FC236}">
                  <a16:creationId xmlns:a16="http://schemas.microsoft.com/office/drawing/2014/main" id="{CF6D2532-EB6A-ECCF-62F0-8C80DAD4E8A1}"/>
                </a:ext>
              </a:extLst>
            </p:cNvPr>
            <p:cNvSpPr/>
            <p:nvPr/>
          </p:nvSpPr>
          <p:spPr>
            <a:xfrm>
              <a:off x="8375369" y="3860233"/>
              <a:ext cx="35615" cy="207554"/>
            </a:xfrm>
            <a:custGeom>
              <a:avLst/>
              <a:gdLst/>
              <a:ahLst/>
              <a:cxnLst/>
              <a:rect l="l" t="t" r="r" b="b"/>
              <a:pathLst>
                <a:path w="412" h="2401" extrusionOk="0">
                  <a:moveTo>
                    <a:pt x="356" y="0"/>
                  </a:moveTo>
                  <a:cubicBezTo>
                    <a:pt x="307" y="0"/>
                    <a:pt x="203" y="114"/>
                    <a:pt x="41" y="260"/>
                  </a:cubicBezTo>
                  <a:cubicBezTo>
                    <a:pt x="41" y="260"/>
                    <a:pt x="111" y="722"/>
                    <a:pt x="121" y="1213"/>
                  </a:cubicBezTo>
                  <a:cubicBezTo>
                    <a:pt x="131" y="1705"/>
                    <a:pt x="0" y="1835"/>
                    <a:pt x="51" y="2136"/>
                  </a:cubicBezTo>
                  <a:cubicBezTo>
                    <a:pt x="120" y="2329"/>
                    <a:pt x="187" y="2401"/>
                    <a:pt x="242" y="2401"/>
                  </a:cubicBezTo>
                  <a:cubicBezTo>
                    <a:pt x="340" y="2401"/>
                    <a:pt x="404" y="2182"/>
                    <a:pt x="392" y="2016"/>
                  </a:cubicBezTo>
                  <a:cubicBezTo>
                    <a:pt x="362" y="1765"/>
                    <a:pt x="382" y="1675"/>
                    <a:pt x="342" y="1253"/>
                  </a:cubicBezTo>
                  <a:cubicBezTo>
                    <a:pt x="301" y="842"/>
                    <a:pt x="412" y="90"/>
                    <a:pt x="382" y="20"/>
                  </a:cubicBezTo>
                  <a:cubicBezTo>
                    <a:pt x="376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2" name="Google Shape;17012;p54">
              <a:extLst>
                <a:ext uri="{FF2B5EF4-FFF2-40B4-BE49-F238E27FC236}">
                  <a16:creationId xmlns:a16="http://schemas.microsoft.com/office/drawing/2014/main" id="{4CF791B5-5A8D-9757-0517-4D1C5AC6527E}"/>
                </a:ext>
              </a:extLst>
            </p:cNvPr>
            <p:cNvSpPr/>
            <p:nvPr/>
          </p:nvSpPr>
          <p:spPr>
            <a:xfrm>
              <a:off x="8389200" y="4141957"/>
              <a:ext cx="35702" cy="102697"/>
            </a:xfrm>
            <a:custGeom>
              <a:avLst/>
              <a:gdLst/>
              <a:ahLst/>
              <a:cxnLst/>
              <a:rect l="l" t="t" r="r" b="b"/>
              <a:pathLst>
                <a:path w="413" h="1188" extrusionOk="0">
                  <a:moveTo>
                    <a:pt x="127" y="0"/>
                  </a:moveTo>
                  <a:cubicBezTo>
                    <a:pt x="103" y="0"/>
                    <a:pt x="76" y="36"/>
                    <a:pt x="31" y="91"/>
                  </a:cubicBezTo>
                  <a:cubicBezTo>
                    <a:pt x="1" y="432"/>
                    <a:pt x="61" y="693"/>
                    <a:pt x="41" y="923"/>
                  </a:cubicBezTo>
                  <a:cubicBezTo>
                    <a:pt x="11" y="1164"/>
                    <a:pt x="1" y="1174"/>
                    <a:pt x="101" y="1184"/>
                  </a:cubicBezTo>
                  <a:cubicBezTo>
                    <a:pt x="115" y="1187"/>
                    <a:pt x="134" y="1188"/>
                    <a:pt x="157" y="1188"/>
                  </a:cubicBezTo>
                  <a:cubicBezTo>
                    <a:pt x="221" y="1188"/>
                    <a:pt x="317" y="1179"/>
                    <a:pt x="412" y="1164"/>
                  </a:cubicBezTo>
                  <a:cubicBezTo>
                    <a:pt x="282" y="1024"/>
                    <a:pt x="322" y="442"/>
                    <a:pt x="232" y="191"/>
                  </a:cubicBezTo>
                  <a:cubicBezTo>
                    <a:pt x="182" y="53"/>
                    <a:pt x="157" y="0"/>
                    <a:pt x="12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3" name="Google Shape;17013;p54">
              <a:extLst>
                <a:ext uri="{FF2B5EF4-FFF2-40B4-BE49-F238E27FC236}">
                  <a16:creationId xmlns:a16="http://schemas.microsoft.com/office/drawing/2014/main" id="{87A7EB57-850D-2549-7CD2-DA2651BB05C6}"/>
                </a:ext>
              </a:extLst>
            </p:cNvPr>
            <p:cNvSpPr/>
            <p:nvPr/>
          </p:nvSpPr>
          <p:spPr>
            <a:xfrm>
              <a:off x="8577390" y="3522320"/>
              <a:ext cx="53855" cy="85753"/>
            </a:xfrm>
            <a:custGeom>
              <a:avLst/>
              <a:gdLst/>
              <a:ahLst/>
              <a:cxnLst/>
              <a:rect l="l" t="t" r="r" b="b"/>
              <a:pathLst>
                <a:path w="623" h="992" extrusionOk="0">
                  <a:moveTo>
                    <a:pt x="337" y="0"/>
                  </a:moveTo>
                  <a:cubicBezTo>
                    <a:pt x="277" y="0"/>
                    <a:pt x="232" y="26"/>
                    <a:pt x="241" y="57"/>
                  </a:cubicBezTo>
                  <a:cubicBezTo>
                    <a:pt x="332" y="318"/>
                    <a:pt x="1" y="237"/>
                    <a:pt x="91" y="498"/>
                  </a:cubicBezTo>
                  <a:cubicBezTo>
                    <a:pt x="131" y="608"/>
                    <a:pt x="141" y="608"/>
                    <a:pt x="151" y="729"/>
                  </a:cubicBezTo>
                  <a:cubicBezTo>
                    <a:pt x="151" y="799"/>
                    <a:pt x="71" y="869"/>
                    <a:pt x="151" y="949"/>
                  </a:cubicBezTo>
                  <a:cubicBezTo>
                    <a:pt x="184" y="979"/>
                    <a:pt x="217" y="992"/>
                    <a:pt x="249" y="992"/>
                  </a:cubicBezTo>
                  <a:cubicBezTo>
                    <a:pt x="400" y="992"/>
                    <a:pt x="527" y="704"/>
                    <a:pt x="552" y="588"/>
                  </a:cubicBezTo>
                  <a:cubicBezTo>
                    <a:pt x="572" y="478"/>
                    <a:pt x="622" y="267"/>
                    <a:pt x="562" y="157"/>
                  </a:cubicBezTo>
                  <a:cubicBezTo>
                    <a:pt x="512" y="40"/>
                    <a:pt x="412" y="0"/>
                    <a:pt x="337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4" name="Google Shape;17014;p54">
              <a:extLst>
                <a:ext uri="{FF2B5EF4-FFF2-40B4-BE49-F238E27FC236}">
                  <a16:creationId xmlns:a16="http://schemas.microsoft.com/office/drawing/2014/main" id="{DA2169E8-A87B-055F-552F-6D92F3391C43}"/>
                </a:ext>
              </a:extLst>
            </p:cNvPr>
            <p:cNvSpPr/>
            <p:nvPr/>
          </p:nvSpPr>
          <p:spPr>
            <a:xfrm>
              <a:off x="8557421" y="3798598"/>
              <a:ext cx="33973" cy="317426"/>
            </a:xfrm>
            <a:custGeom>
              <a:avLst/>
              <a:gdLst/>
              <a:ahLst/>
              <a:cxnLst/>
              <a:rect l="l" t="t" r="r" b="b"/>
              <a:pathLst>
                <a:path w="393" h="3672" extrusionOk="0">
                  <a:moveTo>
                    <a:pt x="212" y="0"/>
                  </a:moveTo>
                  <a:lnTo>
                    <a:pt x="91" y="81"/>
                  </a:lnTo>
                  <a:lnTo>
                    <a:pt x="31" y="171"/>
                  </a:lnTo>
                  <a:cubicBezTo>
                    <a:pt x="121" y="562"/>
                    <a:pt x="191" y="1244"/>
                    <a:pt x="202" y="1535"/>
                  </a:cubicBezTo>
                  <a:cubicBezTo>
                    <a:pt x="202" y="1826"/>
                    <a:pt x="151" y="2217"/>
                    <a:pt x="111" y="2528"/>
                  </a:cubicBezTo>
                  <a:cubicBezTo>
                    <a:pt x="81" y="2829"/>
                    <a:pt x="151" y="2909"/>
                    <a:pt x="111" y="3110"/>
                  </a:cubicBezTo>
                  <a:cubicBezTo>
                    <a:pt x="81" y="3310"/>
                    <a:pt x="1" y="3591"/>
                    <a:pt x="31" y="3621"/>
                  </a:cubicBezTo>
                  <a:cubicBezTo>
                    <a:pt x="41" y="3641"/>
                    <a:pt x="131" y="3661"/>
                    <a:pt x="232" y="3671"/>
                  </a:cubicBezTo>
                  <a:cubicBezTo>
                    <a:pt x="352" y="3120"/>
                    <a:pt x="292" y="2678"/>
                    <a:pt x="342" y="1976"/>
                  </a:cubicBezTo>
                  <a:cubicBezTo>
                    <a:pt x="392" y="1234"/>
                    <a:pt x="151" y="572"/>
                    <a:pt x="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5" name="Google Shape;17015;p54">
              <a:extLst>
                <a:ext uri="{FF2B5EF4-FFF2-40B4-BE49-F238E27FC236}">
                  <a16:creationId xmlns:a16="http://schemas.microsoft.com/office/drawing/2014/main" id="{703F8F9C-C594-F8C6-938A-B641EE6E7106}"/>
                </a:ext>
              </a:extLst>
            </p:cNvPr>
            <p:cNvSpPr/>
            <p:nvPr/>
          </p:nvSpPr>
          <p:spPr>
            <a:xfrm>
              <a:off x="8636345" y="3482124"/>
              <a:ext cx="63364" cy="262793"/>
            </a:xfrm>
            <a:custGeom>
              <a:avLst/>
              <a:gdLst/>
              <a:ahLst/>
              <a:cxnLst/>
              <a:rect l="l" t="t" r="r" b="b"/>
              <a:pathLst>
                <a:path w="733" h="3040" extrusionOk="0">
                  <a:moveTo>
                    <a:pt x="613" y="0"/>
                  </a:moveTo>
                  <a:cubicBezTo>
                    <a:pt x="572" y="171"/>
                    <a:pt x="432" y="281"/>
                    <a:pt x="312" y="421"/>
                  </a:cubicBezTo>
                  <a:cubicBezTo>
                    <a:pt x="131" y="622"/>
                    <a:pt x="201" y="742"/>
                    <a:pt x="292" y="973"/>
                  </a:cubicBezTo>
                  <a:cubicBezTo>
                    <a:pt x="472" y="1435"/>
                    <a:pt x="211" y="1585"/>
                    <a:pt x="312" y="1986"/>
                  </a:cubicBezTo>
                  <a:cubicBezTo>
                    <a:pt x="392" y="2317"/>
                    <a:pt x="211" y="2367"/>
                    <a:pt x="151" y="2528"/>
                  </a:cubicBezTo>
                  <a:cubicBezTo>
                    <a:pt x="1" y="2929"/>
                    <a:pt x="181" y="3029"/>
                    <a:pt x="282" y="3039"/>
                  </a:cubicBezTo>
                  <a:cubicBezTo>
                    <a:pt x="312" y="2909"/>
                    <a:pt x="342" y="2779"/>
                    <a:pt x="362" y="2658"/>
                  </a:cubicBezTo>
                  <a:cubicBezTo>
                    <a:pt x="482" y="2077"/>
                    <a:pt x="442" y="1986"/>
                    <a:pt x="613" y="1294"/>
                  </a:cubicBezTo>
                  <a:cubicBezTo>
                    <a:pt x="733" y="813"/>
                    <a:pt x="703" y="351"/>
                    <a:pt x="613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6" name="Google Shape;17016;p54">
              <a:extLst>
                <a:ext uri="{FF2B5EF4-FFF2-40B4-BE49-F238E27FC236}">
                  <a16:creationId xmlns:a16="http://schemas.microsoft.com/office/drawing/2014/main" id="{F0BA7F74-EE2A-6343-29DC-07C0F18AD063}"/>
                </a:ext>
              </a:extLst>
            </p:cNvPr>
            <p:cNvSpPr/>
            <p:nvPr/>
          </p:nvSpPr>
          <p:spPr>
            <a:xfrm>
              <a:off x="8556557" y="3393777"/>
              <a:ext cx="108488" cy="44779"/>
            </a:xfrm>
            <a:custGeom>
              <a:avLst/>
              <a:gdLst/>
              <a:ahLst/>
              <a:cxnLst/>
              <a:rect l="l" t="t" r="r" b="b"/>
              <a:pathLst>
                <a:path w="1255" h="518" extrusionOk="0">
                  <a:moveTo>
                    <a:pt x="242" y="0"/>
                  </a:moveTo>
                  <a:cubicBezTo>
                    <a:pt x="178" y="0"/>
                    <a:pt x="115" y="7"/>
                    <a:pt x="51" y="19"/>
                  </a:cubicBezTo>
                  <a:cubicBezTo>
                    <a:pt x="1" y="140"/>
                    <a:pt x="101" y="260"/>
                    <a:pt x="252" y="260"/>
                  </a:cubicBezTo>
                  <a:cubicBezTo>
                    <a:pt x="442" y="270"/>
                    <a:pt x="643" y="240"/>
                    <a:pt x="793" y="370"/>
                  </a:cubicBezTo>
                  <a:cubicBezTo>
                    <a:pt x="879" y="447"/>
                    <a:pt x="994" y="517"/>
                    <a:pt x="1113" y="517"/>
                  </a:cubicBezTo>
                  <a:cubicBezTo>
                    <a:pt x="1133" y="517"/>
                    <a:pt x="1154" y="515"/>
                    <a:pt x="1174" y="511"/>
                  </a:cubicBezTo>
                  <a:cubicBezTo>
                    <a:pt x="1215" y="501"/>
                    <a:pt x="1235" y="481"/>
                    <a:pt x="1255" y="460"/>
                  </a:cubicBezTo>
                  <a:cubicBezTo>
                    <a:pt x="1074" y="260"/>
                    <a:pt x="833" y="190"/>
                    <a:pt x="532" y="59"/>
                  </a:cubicBezTo>
                  <a:cubicBezTo>
                    <a:pt x="435" y="17"/>
                    <a:pt x="339" y="0"/>
                    <a:pt x="24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7" name="Google Shape;17017;p54">
              <a:extLst>
                <a:ext uri="{FF2B5EF4-FFF2-40B4-BE49-F238E27FC236}">
                  <a16:creationId xmlns:a16="http://schemas.microsoft.com/office/drawing/2014/main" id="{9F5CA020-34DD-5C5C-09D1-A5F5CCEB5025}"/>
                </a:ext>
              </a:extLst>
            </p:cNvPr>
            <p:cNvSpPr/>
            <p:nvPr/>
          </p:nvSpPr>
          <p:spPr>
            <a:xfrm>
              <a:off x="8533217" y="3813466"/>
              <a:ext cx="26712" cy="9509"/>
            </a:xfrm>
            <a:custGeom>
              <a:avLst/>
              <a:gdLst/>
              <a:ahLst/>
              <a:cxnLst/>
              <a:rect l="l" t="t" r="r" b="b"/>
              <a:pathLst>
                <a:path w="309" h="110" extrusionOk="0">
                  <a:moveTo>
                    <a:pt x="308" y="0"/>
                  </a:moveTo>
                  <a:cubicBezTo>
                    <a:pt x="209" y="50"/>
                    <a:pt x="109" y="79"/>
                    <a:pt x="0" y="109"/>
                  </a:cubicBezTo>
                  <a:lnTo>
                    <a:pt x="10" y="109"/>
                  </a:lnTo>
                  <a:cubicBezTo>
                    <a:pt x="109" y="79"/>
                    <a:pt x="209" y="50"/>
                    <a:pt x="308" y="0"/>
                  </a:cubicBezTo>
                  <a:close/>
                </a:path>
              </a:pathLst>
            </a:custGeom>
            <a:solidFill>
              <a:srgbClr val="D3D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8" name="Google Shape;17018;p54">
              <a:extLst>
                <a:ext uri="{FF2B5EF4-FFF2-40B4-BE49-F238E27FC236}">
                  <a16:creationId xmlns:a16="http://schemas.microsoft.com/office/drawing/2014/main" id="{5DA23E5A-2022-861B-E338-3DA2BEAD9406}"/>
                </a:ext>
              </a:extLst>
            </p:cNvPr>
            <p:cNvSpPr/>
            <p:nvPr/>
          </p:nvSpPr>
          <p:spPr>
            <a:xfrm>
              <a:off x="8574797" y="3790818"/>
              <a:ext cx="26971" cy="81518"/>
            </a:xfrm>
            <a:custGeom>
              <a:avLst/>
              <a:gdLst/>
              <a:ahLst/>
              <a:cxnLst/>
              <a:rect l="l" t="t" r="r" b="b"/>
              <a:pathLst>
                <a:path w="312" h="943" extrusionOk="0">
                  <a:moveTo>
                    <a:pt x="311" y="943"/>
                  </a:moveTo>
                  <a:lnTo>
                    <a:pt x="311" y="943"/>
                  </a:lnTo>
                  <a:cubicBezTo>
                    <a:pt x="301" y="642"/>
                    <a:pt x="251" y="0"/>
                    <a:pt x="251" y="0"/>
                  </a:cubicBezTo>
                  <a:cubicBezTo>
                    <a:pt x="171" y="60"/>
                    <a:pt x="91" y="120"/>
                    <a:pt x="1" y="171"/>
                  </a:cubicBezTo>
                  <a:lnTo>
                    <a:pt x="1" y="171"/>
                  </a:lnTo>
                  <a:cubicBezTo>
                    <a:pt x="91" y="120"/>
                    <a:pt x="171" y="60"/>
                    <a:pt x="251" y="0"/>
                  </a:cubicBezTo>
                  <a:cubicBezTo>
                    <a:pt x="251" y="0"/>
                    <a:pt x="301" y="642"/>
                    <a:pt x="311" y="943"/>
                  </a:cubicBezTo>
                  <a:lnTo>
                    <a:pt x="311" y="943"/>
                  </a:lnTo>
                  <a:close/>
                </a:path>
              </a:pathLst>
            </a:custGeom>
            <a:solidFill>
              <a:srgbClr val="ADA6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9" name="Google Shape;17019;p54">
              <a:extLst>
                <a:ext uri="{FF2B5EF4-FFF2-40B4-BE49-F238E27FC236}">
                  <a16:creationId xmlns:a16="http://schemas.microsoft.com/office/drawing/2014/main" id="{C845EA0A-71D2-B95F-6D80-94987453D5B7}"/>
                </a:ext>
              </a:extLst>
            </p:cNvPr>
            <p:cNvSpPr/>
            <p:nvPr/>
          </p:nvSpPr>
          <p:spPr>
            <a:xfrm>
              <a:off x="8463802" y="3547130"/>
              <a:ext cx="184819" cy="328750"/>
            </a:xfrm>
            <a:custGeom>
              <a:avLst/>
              <a:gdLst/>
              <a:ahLst/>
              <a:cxnLst/>
              <a:rect l="l" t="t" r="r" b="b"/>
              <a:pathLst>
                <a:path w="2138" h="3803" extrusionOk="0">
                  <a:moveTo>
                    <a:pt x="856" y="3177"/>
                  </a:moveTo>
                  <a:cubicBezTo>
                    <a:pt x="842" y="3182"/>
                    <a:pt x="827" y="3186"/>
                    <a:pt x="813" y="3190"/>
                  </a:cubicBezTo>
                  <a:cubicBezTo>
                    <a:pt x="826" y="3187"/>
                    <a:pt x="841" y="3182"/>
                    <a:pt x="856" y="3177"/>
                  </a:cubicBezTo>
                  <a:close/>
                  <a:moveTo>
                    <a:pt x="312" y="3140"/>
                  </a:moveTo>
                  <a:cubicBezTo>
                    <a:pt x="302" y="3140"/>
                    <a:pt x="302" y="3140"/>
                    <a:pt x="291" y="3150"/>
                  </a:cubicBezTo>
                  <a:cubicBezTo>
                    <a:pt x="211" y="3190"/>
                    <a:pt x="121" y="3250"/>
                    <a:pt x="31" y="3250"/>
                  </a:cubicBezTo>
                  <a:cubicBezTo>
                    <a:pt x="21" y="3290"/>
                    <a:pt x="11" y="3321"/>
                    <a:pt x="1" y="3351"/>
                  </a:cubicBezTo>
                  <a:cubicBezTo>
                    <a:pt x="31" y="3331"/>
                    <a:pt x="271" y="3321"/>
                    <a:pt x="572" y="3260"/>
                  </a:cubicBezTo>
                  <a:lnTo>
                    <a:pt x="552" y="3260"/>
                  </a:lnTo>
                  <a:cubicBezTo>
                    <a:pt x="502" y="3260"/>
                    <a:pt x="462" y="3230"/>
                    <a:pt x="422" y="3200"/>
                  </a:cubicBezTo>
                  <a:cubicBezTo>
                    <a:pt x="382" y="3170"/>
                    <a:pt x="352" y="3140"/>
                    <a:pt x="312" y="3140"/>
                  </a:cubicBezTo>
                  <a:close/>
                  <a:moveTo>
                    <a:pt x="2107" y="0"/>
                  </a:moveTo>
                  <a:cubicBezTo>
                    <a:pt x="2077" y="0"/>
                    <a:pt x="2017" y="221"/>
                    <a:pt x="1967" y="713"/>
                  </a:cubicBezTo>
                  <a:cubicBezTo>
                    <a:pt x="1896" y="1395"/>
                    <a:pt x="1826" y="2257"/>
                    <a:pt x="1475" y="2618"/>
                  </a:cubicBezTo>
                  <a:cubicBezTo>
                    <a:pt x="1254" y="2839"/>
                    <a:pt x="984" y="2959"/>
                    <a:pt x="733" y="2970"/>
                  </a:cubicBezTo>
                  <a:cubicBezTo>
                    <a:pt x="733" y="2970"/>
                    <a:pt x="733" y="2970"/>
                    <a:pt x="733" y="2980"/>
                  </a:cubicBezTo>
                  <a:cubicBezTo>
                    <a:pt x="763" y="3060"/>
                    <a:pt x="863" y="3140"/>
                    <a:pt x="954" y="3140"/>
                  </a:cubicBezTo>
                  <a:cubicBezTo>
                    <a:pt x="920" y="3153"/>
                    <a:pt x="886" y="3167"/>
                    <a:pt x="856" y="3177"/>
                  </a:cubicBezTo>
                  <a:lnTo>
                    <a:pt x="856" y="3177"/>
                  </a:lnTo>
                  <a:cubicBezTo>
                    <a:pt x="942" y="3151"/>
                    <a:pt x="1028" y="3123"/>
                    <a:pt x="1114" y="3080"/>
                  </a:cubicBezTo>
                  <a:lnTo>
                    <a:pt x="1174" y="2990"/>
                  </a:lnTo>
                  <a:lnTo>
                    <a:pt x="1295" y="2909"/>
                  </a:lnTo>
                  <a:lnTo>
                    <a:pt x="1295" y="2909"/>
                  </a:lnTo>
                  <a:cubicBezTo>
                    <a:pt x="1295" y="2939"/>
                    <a:pt x="1285" y="2959"/>
                    <a:pt x="1285" y="2990"/>
                  </a:cubicBezTo>
                  <a:cubicBezTo>
                    <a:pt x="1375" y="2939"/>
                    <a:pt x="1455" y="2879"/>
                    <a:pt x="1535" y="2819"/>
                  </a:cubicBezTo>
                  <a:cubicBezTo>
                    <a:pt x="1535" y="2819"/>
                    <a:pt x="1585" y="3461"/>
                    <a:pt x="1595" y="3762"/>
                  </a:cubicBezTo>
                  <a:cubicBezTo>
                    <a:pt x="1595" y="3782"/>
                    <a:pt x="1605" y="3802"/>
                    <a:pt x="1626" y="3802"/>
                  </a:cubicBezTo>
                  <a:cubicBezTo>
                    <a:pt x="1696" y="3802"/>
                    <a:pt x="1846" y="3621"/>
                    <a:pt x="1836" y="3180"/>
                  </a:cubicBezTo>
                  <a:cubicBezTo>
                    <a:pt x="1806" y="2388"/>
                    <a:pt x="2097" y="963"/>
                    <a:pt x="2127" y="402"/>
                  </a:cubicBezTo>
                  <a:cubicBezTo>
                    <a:pt x="2137" y="141"/>
                    <a:pt x="2127" y="0"/>
                    <a:pt x="210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0" name="Google Shape;17020;p54">
              <a:extLst>
                <a:ext uri="{FF2B5EF4-FFF2-40B4-BE49-F238E27FC236}">
                  <a16:creationId xmlns:a16="http://schemas.microsoft.com/office/drawing/2014/main" id="{D902C6EC-4A68-35BB-7781-DAA026F1459A}"/>
                </a:ext>
              </a:extLst>
            </p:cNvPr>
            <p:cNvSpPr/>
            <p:nvPr/>
          </p:nvSpPr>
          <p:spPr>
            <a:xfrm>
              <a:off x="8508926" y="3802920"/>
              <a:ext cx="37344" cy="26106"/>
            </a:xfrm>
            <a:custGeom>
              <a:avLst/>
              <a:gdLst/>
              <a:ahLst/>
              <a:cxnLst/>
              <a:rect l="l" t="t" r="r" b="b"/>
              <a:pathLst>
                <a:path w="432" h="302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3"/>
                    <a:pt x="28" y="5"/>
                    <a:pt x="43" y="7"/>
                  </a:cubicBezTo>
                  <a:lnTo>
                    <a:pt x="43" y="7"/>
                  </a:lnTo>
                  <a:cubicBezTo>
                    <a:pt x="29" y="5"/>
                    <a:pt x="15" y="3"/>
                    <a:pt x="0" y="0"/>
                  </a:cubicBezTo>
                  <a:close/>
                  <a:moveTo>
                    <a:pt x="43" y="7"/>
                  </a:moveTo>
                  <a:lnTo>
                    <a:pt x="43" y="7"/>
                  </a:lnTo>
                  <a:cubicBezTo>
                    <a:pt x="96" y="14"/>
                    <a:pt x="145" y="21"/>
                    <a:pt x="201" y="21"/>
                  </a:cubicBezTo>
                  <a:lnTo>
                    <a:pt x="211" y="21"/>
                  </a:lnTo>
                  <a:cubicBezTo>
                    <a:pt x="211" y="11"/>
                    <a:pt x="211" y="11"/>
                    <a:pt x="211" y="11"/>
                  </a:cubicBezTo>
                  <a:lnTo>
                    <a:pt x="161" y="11"/>
                  </a:lnTo>
                  <a:cubicBezTo>
                    <a:pt x="124" y="11"/>
                    <a:pt x="82" y="11"/>
                    <a:pt x="43" y="7"/>
                  </a:cubicBezTo>
                  <a:close/>
                  <a:moveTo>
                    <a:pt x="432" y="181"/>
                  </a:moveTo>
                  <a:lnTo>
                    <a:pt x="432" y="181"/>
                  </a:lnTo>
                  <a:cubicBezTo>
                    <a:pt x="381" y="201"/>
                    <a:pt x="331" y="221"/>
                    <a:pt x="291" y="231"/>
                  </a:cubicBezTo>
                  <a:lnTo>
                    <a:pt x="281" y="231"/>
                  </a:lnTo>
                  <a:cubicBezTo>
                    <a:pt x="240" y="247"/>
                    <a:pt x="202" y="259"/>
                    <a:pt x="163" y="271"/>
                  </a:cubicBezTo>
                  <a:lnTo>
                    <a:pt x="163" y="271"/>
                  </a:lnTo>
                  <a:cubicBezTo>
                    <a:pt x="179" y="268"/>
                    <a:pt x="195" y="264"/>
                    <a:pt x="211" y="261"/>
                  </a:cubicBezTo>
                  <a:cubicBezTo>
                    <a:pt x="221" y="251"/>
                    <a:pt x="241" y="251"/>
                    <a:pt x="261" y="241"/>
                  </a:cubicBezTo>
                  <a:cubicBezTo>
                    <a:pt x="311" y="231"/>
                    <a:pt x="371" y="211"/>
                    <a:pt x="432" y="181"/>
                  </a:cubicBezTo>
                  <a:close/>
                  <a:moveTo>
                    <a:pt x="163" y="271"/>
                  </a:moveTo>
                  <a:lnTo>
                    <a:pt x="163" y="271"/>
                  </a:lnTo>
                  <a:cubicBezTo>
                    <a:pt x="129" y="278"/>
                    <a:pt x="95" y="285"/>
                    <a:pt x="60" y="291"/>
                  </a:cubicBezTo>
                  <a:lnTo>
                    <a:pt x="50" y="301"/>
                  </a:lnTo>
                  <a:cubicBezTo>
                    <a:pt x="90" y="292"/>
                    <a:pt x="126" y="282"/>
                    <a:pt x="163" y="271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1" name="Google Shape;17021;p54">
              <a:extLst>
                <a:ext uri="{FF2B5EF4-FFF2-40B4-BE49-F238E27FC236}">
                  <a16:creationId xmlns:a16="http://schemas.microsoft.com/office/drawing/2014/main" id="{89AC60DE-3067-FB76-31DF-6726C694CC2F}"/>
                </a:ext>
              </a:extLst>
            </p:cNvPr>
            <p:cNvSpPr/>
            <p:nvPr/>
          </p:nvSpPr>
          <p:spPr>
            <a:xfrm>
              <a:off x="8465531" y="3769120"/>
              <a:ext cx="80740" cy="59906"/>
            </a:xfrm>
            <a:custGeom>
              <a:avLst/>
              <a:gdLst/>
              <a:ahLst/>
              <a:cxnLst/>
              <a:rect l="l" t="t" r="r" b="b"/>
              <a:pathLst>
                <a:path w="934" h="693" extrusionOk="0">
                  <a:moveTo>
                    <a:pt x="31" y="0"/>
                  </a:moveTo>
                  <a:cubicBezTo>
                    <a:pt x="21" y="0"/>
                    <a:pt x="21" y="0"/>
                    <a:pt x="21" y="10"/>
                  </a:cubicBezTo>
                  <a:lnTo>
                    <a:pt x="11" y="10"/>
                  </a:lnTo>
                  <a:cubicBezTo>
                    <a:pt x="1" y="111"/>
                    <a:pt x="61" y="412"/>
                    <a:pt x="11" y="682"/>
                  </a:cubicBezTo>
                  <a:cubicBezTo>
                    <a:pt x="101" y="682"/>
                    <a:pt x="191" y="622"/>
                    <a:pt x="271" y="582"/>
                  </a:cubicBezTo>
                  <a:cubicBezTo>
                    <a:pt x="282" y="572"/>
                    <a:pt x="282" y="572"/>
                    <a:pt x="292" y="572"/>
                  </a:cubicBezTo>
                  <a:cubicBezTo>
                    <a:pt x="332" y="572"/>
                    <a:pt x="362" y="602"/>
                    <a:pt x="402" y="632"/>
                  </a:cubicBezTo>
                  <a:cubicBezTo>
                    <a:pt x="442" y="662"/>
                    <a:pt x="482" y="692"/>
                    <a:pt x="532" y="692"/>
                  </a:cubicBezTo>
                  <a:lnTo>
                    <a:pt x="552" y="692"/>
                  </a:lnTo>
                  <a:lnTo>
                    <a:pt x="562" y="682"/>
                  </a:lnTo>
                  <a:cubicBezTo>
                    <a:pt x="613" y="672"/>
                    <a:pt x="663" y="662"/>
                    <a:pt x="713" y="652"/>
                  </a:cubicBezTo>
                  <a:cubicBezTo>
                    <a:pt x="723" y="642"/>
                    <a:pt x="743" y="642"/>
                    <a:pt x="763" y="632"/>
                  </a:cubicBezTo>
                  <a:cubicBezTo>
                    <a:pt x="813" y="622"/>
                    <a:pt x="873" y="602"/>
                    <a:pt x="934" y="572"/>
                  </a:cubicBezTo>
                  <a:cubicBezTo>
                    <a:pt x="843" y="572"/>
                    <a:pt x="743" y="492"/>
                    <a:pt x="713" y="412"/>
                  </a:cubicBezTo>
                  <a:lnTo>
                    <a:pt x="703" y="412"/>
                  </a:lnTo>
                  <a:cubicBezTo>
                    <a:pt x="633" y="412"/>
                    <a:pt x="572" y="402"/>
                    <a:pt x="502" y="391"/>
                  </a:cubicBezTo>
                  <a:cubicBezTo>
                    <a:pt x="502" y="391"/>
                    <a:pt x="492" y="391"/>
                    <a:pt x="492" y="381"/>
                  </a:cubicBezTo>
                  <a:lnTo>
                    <a:pt x="462" y="381"/>
                  </a:lnTo>
                  <a:cubicBezTo>
                    <a:pt x="201" y="311"/>
                    <a:pt x="71" y="0"/>
                    <a:pt x="31" y="0"/>
                  </a:cubicBezTo>
                  <a:close/>
                </a:path>
              </a:pathLst>
            </a:custGeom>
            <a:gradFill>
              <a:gsLst>
                <a:gs pos="0">
                  <a:schemeClr val="dk1">
                    <a:alpha val="8230"/>
                  </a:schemeClr>
                </a:gs>
                <a:gs pos="100000">
                  <a:schemeClr val="accent5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2" name="Google Shape;17022;p54">
              <a:extLst>
                <a:ext uri="{FF2B5EF4-FFF2-40B4-BE49-F238E27FC236}">
                  <a16:creationId xmlns:a16="http://schemas.microsoft.com/office/drawing/2014/main" id="{F9BCBAC2-992A-B212-2131-6C20BB0C3716}"/>
                </a:ext>
              </a:extLst>
            </p:cNvPr>
            <p:cNvSpPr/>
            <p:nvPr/>
          </p:nvSpPr>
          <p:spPr>
            <a:xfrm>
              <a:off x="8560015" y="3798598"/>
              <a:ext cx="15733" cy="14782"/>
            </a:xfrm>
            <a:custGeom>
              <a:avLst/>
              <a:gdLst/>
              <a:ahLst/>
              <a:cxnLst/>
              <a:rect l="l" t="t" r="r" b="b"/>
              <a:pathLst>
                <a:path w="182" h="171" extrusionOk="0">
                  <a:moveTo>
                    <a:pt x="182" y="0"/>
                  </a:moveTo>
                  <a:lnTo>
                    <a:pt x="61" y="81"/>
                  </a:lnTo>
                  <a:lnTo>
                    <a:pt x="1" y="171"/>
                  </a:lnTo>
                  <a:cubicBezTo>
                    <a:pt x="61" y="141"/>
                    <a:pt x="121" y="111"/>
                    <a:pt x="172" y="81"/>
                  </a:cubicBezTo>
                  <a:cubicBezTo>
                    <a:pt x="172" y="50"/>
                    <a:pt x="182" y="30"/>
                    <a:pt x="182" y="0"/>
                  </a:cubicBezTo>
                  <a:close/>
                </a:path>
              </a:pathLst>
            </a:custGeom>
            <a:solidFill>
              <a:srgbClr val="BBB2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3" name="Google Shape;17023;p54">
              <a:extLst>
                <a:ext uri="{FF2B5EF4-FFF2-40B4-BE49-F238E27FC236}">
                  <a16:creationId xmlns:a16="http://schemas.microsoft.com/office/drawing/2014/main" id="{E2D95906-D775-2746-52D7-C7FA1CE9EFDE}"/>
                </a:ext>
              </a:extLst>
            </p:cNvPr>
            <p:cNvSpPr/>
            <p:nvPr/>
          </p:nvSpPr>
          <p:spPr>
            <a:xfrm>
              <a:off x="8591826" y="3898701"/>
              <a:ext cx="43741" cy="231240"/>
            </a:xfrm>
            <a:custGeom>
              <a:avLst/>
              <a:gdLst/>
              <a:ahLst/>
              <a:cxnLst/>
              <a:rect l="l" t="t" r="r" b="b"/>
              <a:pathLst>
                <a:path w="506" h="2675" extrusionOk="0">
                  <a:moveTo>
                    <a:pt x="187" y="0"/>
                  </a:moveTo>
                  <a:cubicBezTo>
                    <a:pt x="156" y="0"/>
                    <a:pt x="123" y="52"/>
                    <a:pt x="94" y="156"/>
                  </a:cubicBezTo>
                  <a:cubicBezTo>
                    <a:pt x="94" y="217"/>
                    <a:pt x="104" y="287"/>
                    <a:pt x="114" y="387"/>
                  </a:cubicBezTo>
                  <a:cubicBezTo>
                    <a:pt x="165" y="728"/>
                    <a:pt x="114" y="1430"/>
                    <a:pt x="74" y="1671"/>
                  </a:cubicBezTo>
                  <a:cubicBezTo>
                    <a:pt x="24" y="1912"/>
                    <a:pt x="94" y="2132"/>
                    <a:pt x="84" y="2363"/>
                  </a:cubicBezTo>
                  <a:cubicBezTo>
                    <a:pt x="65" y="2574"/>
                    <a:pt x="0" y="2675"/>
                    <a:pt x="239" y="2675"/>
                  </a:cubicBezTo>
                  <a:cubicBezTo>
                    <a:pt x="250" y="2675"/>
                    <a:pt x="262" y="2674"/>
                    <a:pt x="275" y="2674"/>
                  </a:cubicBezTo>
                  <a:lnTo>
                    <a:pt x="415" y="2674"/>
                  </a:lnTo>
                  <a:cubicBezTo>
                    <a:pt x="506" y="2263"/>
                    <a:pt x="325" y="1651"/>
                    <a:pt x="295" y="1430"/>
                  </a:cubicBezTo>
                  <a:cubicBezTo>
                    <a:pt x="275" y="1220"/>
                    <a:pt x="335" y="698"/>
                    <a:pt x="295" y="337"/>
                  </a:cubicBezTo>
                  <a:cubicBezTo>
                    <a:pt x="277" y="115"/>
                    <a:pt x="234" y="0"/>
                    <a:pt x="18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4" name="Google Shape;17024;p54">
              <a:extLst>
                <a:ext uri="{FF2B5EF4-FFF2-40B4-BE49-F238E27FC236}">
                  <a16:creationId xmlns:a16="http://schemas.microsoft.com/office/drawing/2014/main" id="{01AB3BBA-5507-4369-EC0A-E850896EBCF7}"/>
                </a:ext>
              </a:extLst>
            </p:cNvPr>
            <p:cNvSpPr/>
            <p:nvPr/>
          </p:nvSpPr>
          <p:spPr>
            <a:xfrm>
              <a:off x="8583441" y="3700224"/>
              <a:ext cx="25242" cy="45384"/>
            </a:xfrm>
            <a:custGeom>
              <a:avLst/>
              <a:gdLst/>
              <a:ahLst/>
              <a:cxnLst/>
              <a:rect l="l" t="t" r="r" b="b"/>
              <a:pathLst>
                <a:path w="292" h="525" extrusionOk="0">
                  <a:moveTo>
                    <a:pt x="140" y="1"/>
                  </a:moveTo>
                  <a:cubicBezTo>
                    <a:pt x="133" y="1"/>
                    <a:pt x="126" y="5"/>
                    <a:pt x="121" y="15"/>
                  </a:cubicBezTo>
                  <a:cubicBezTo>
                    <a:pt x="91" y="55"/>
                    <a:pt x="41" y="95"/>
                    <a:pt x="21" y="145"/>
                  </a:cubicBezTo>
                  <a:cubicBezTo>
                    <a:pt x="1" y="205"/>
                    <a:pt x="11" y="266"/>
                    <a:pt x="11" y="326"/>
                  </a:cubicBezTo>
                  <a:cubicBezTo>
                    <a:pt x="3" y="414"/>
                    <a:pt x="45" y="525"/>
                    <a:pt x="111" y="525"/>
                  </a:cubicBezTo>
                  <a:cubicBezTo>
                    <a:pt x="135" y="525"/>
                    <a:pt x="162" y="511"/>
                    <a:pt x="191" y="476"/>
                  </a:cubicBezTo>
                  <a:cubicBezTo>
                    <a:pt x="262" y="386"/>
                    <a:pt x="292" y="266"/>
                    <a:pt x="262" y="155"/>
                  </a:cubicBezTo>
                  <a:cubicBezTo>
                    <a:pt x="245" y="113"/>
                    <a:pt x="179" y="1"/>
                    <a:pt x="14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5" name="Google Shape;17025;p54">
              <a:extLst>
                <a:ext uri="{FF2B5EF4-FFF2-40B4-BE49-F238E27FC236}">
                  <a16:creationId xmlns:a16="http://schemas.microsoft.com/office/drawing/2014/main" id="{55F0DE30-94FD-CDBA-2964-0AEF54277235}"/>
                </a:ext>
              </a:extLst>
            </p:cNvPr>
            <p:cNvSpPr/>
            <p:nvPr/>
          </p:nvSpPr>
          <p:spPr>
            <a:xfrm>
              <a:off x="8404847" y="4042199"/>
              <a:ext cx="33886" cy="127506"/>
            </a:xfrm>
            <a:custGeom>
              <a:avLst/>
              <a:gdLst/>
              <a:ahLst/>
              <a:cxnLst/>
              <a:rect l="l" t="t" r="r" b="b"/>
              <a:pathLst>
                <a:path w="392" h="1475" extrusionOk="0">
                  <a:moveTo>
                    <a:pt x="332" y="1"/>
                  </a:moveTo>
                  <a:cubicBezTo>
                    <a:pt x="231" y="131"/>
                    <a:pt x="91" y="242"/>
                    <a:pt x="51" y="392"/>
                  </a:cubicBezTo>
                  <a:cubicBezTo>
                    <a:pt x="21" y="502"/>
                    <a:pt x="1" y="663"/>
                    <a:pt x="1" y="773"/>
                  </a:cubicBezTo>
                  <a:cubicBezTo>
                    <a:pt x="11" y="944"/>
                    <a:pt x="141" y="1034"/>
                    <a:pt x="181" y="1174"/>
                  </a:cubicBezTo>
                  <a:cubicBezTo>
                    <a:pt x="214" y="1266"/>
                    <a:pt x="213" y="1475"/>
                    <a:pt x="315" y="1475"/>
                  </a:cubicBezTo>
                  <a:cubicBezTo>
                    <a:pt x="336" y="1475"/>
                    <a:pt x="361" y="1466"/>
                    <a:pt x="392" y="1445"/>
                  </a:cubicBezTo>
                  <a:cubicBezTo>
                    <a:pt x="332" y="1164"/>
                    <a:pt x="281" y="843"/>
                    <a:pt x="281" y="623"/>
                  </a:cubicBezTo>
                  <a:cubicBezTo>
                    <a:pt x="281" y="362"/>
                    <a:pt x="332" y="212"/>
                    <a:pt x="332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6" name="Google Shape;17026;p54">
              <a:extLst>
                <a:ext uri="{FF2B5EF4-FFF2-40B4-BE49-F238E27FC236}">
                  <a16:creationId xmlns:a16="http://schemas.microsoft.com/office/drawing/2014/main" id="{61BC81DF-5478-3D2B-6A34-8FCD216164CA}"/>
                </a:ext>
              </a:extLst>
            </p:cNvPr>
            <p:cNvSpPr/>
            <p:nvPr/>
          </p:nvSpPr>
          <p:spPr>
            <a:xfrm>
              <a:off x="8412022" y="3879683"/>
              <a:ext cx="27576" cy="46940"/>
            </a:xfrm>
            <a:custGeom>
              <a:avLst/>
              <a:gdLst/>
              <a:ahLst/>
              <a:cxnLst/>
              <a:rect l="l" t="t" r="r" b="b"/>
              <a:pathLst>
                <a:path w="319" h="543" extrusionOk="0">
                  <a:moveTo>
                    <a:pt x="138" y="1"/>
                  </a:moveTo>
                  <a:cubicBezTo>
                    <a:pt x="127" y="1"/>
                    <a:pt x="117" y="5"/>
                    <a:pt x="108" y="15"/>
                  </a:cubicBezTo>
                  <a:cubicBezTo>
                    <a:pt x="65" y="58"/>
                    <a:pt x="0" y="542"/>
                    <a:pt x="115" y="542"/>
                  </a:cubicBezTo>
                  <a:cubicBezTo>
                    <a:pt x="134" y="542"/>
                    <a:pt x="158" y="528"/>
                    <a:pt x="188" y="497"/>
                  </a:cubicBezTo>
                  <a:cubicBezTo>
                    <a:pt x="249" y="437"/>
                    <a:pt x="319" y="296"/>
                    <a:pt x="299" y="216"/>
                  </a:cubicBezTo>
                  <a:cubicBezTo>
                    <a:pt x="290" y="156"/>
                    <a:pt x="201" y="1"/>
                    <a:pt x="138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7" name="Google Shape;17027;p54">
              <a:extLst>
                <a:ext uri="{FF2B5EF4-FFF2-40B4-BE49-F238E27FC236}">
                  <a16:creationId xmlns:a16="http://schemas.microsoft.com/office/drawing/2014/main" id="{19359DA1-86AF-A91E-E2FE-222204AD4F4B}"/>
                </a:ext>
              </a:extLst>
            </p:cNvPr>
            <p:cNvSpPr/>
            <p:nvPr/>
          </p:nvSpPr>
          <p:spPr>
            <a:xfrm>
              <a:off x="8619921" y="3877522"/>
              <a:ext cx="27835" cy="78924"/>
            </a:xfrm>
            <a:custGeom>
              <a:avLst/>
              <a:gdLst/>
              <a:ahLst/>
              <a:cxnLst/>
              <a:rect l="l" t="t" r="r" b="b"/>
              <a:pathLst>
                <a:path w="322" h="913" extrusionOk="0">
                  <a:moveTo>
                    <a:pt x="291" y="0"/>
                  </a:moveTo>
                  <a:lnTo>
                    <a:pt x="291" y="0"/>
                  </a:lnTo>
                  <a:cubicBezTo>
                    <a:pt x="161" y="40"/>
                    <a:pt x="100" y="251"/>
                    <a:pt x="70" y="361"/>
                  </a:cubicBezTo>
                  <a:cubicBezTo>
                    <a:pt x="30" y="542"/>
                    <a:pt x="0" y="642"/>
                    <a:pt x="110" y="793"/>
                  </a:cubicBezTo>
                  <a:cubicBezTo>
                    <a:pt x="141" y="833"/>
                    <a:pt x="191" y="883"/>
                    <a:pt x="241" y="913"/>
                  </a:cubicBezTo>
                  <a:cubicBezTo>
                    <a:pt x="241" y="833"/>
                    <a:pt x="251" y="752"/>
                    <a:pt x="261" y="682"/>
                  </a:cubicBezTo>
                  <a:cubicBezTo>
                    <a:pt x="321" y="391"/>
                    <a:pt x="321" y="241"/>
                    <a:pt x="29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8" name="Google Shape;17028;p54">
              <a:extLst>
                <a:ext uri="{FF2B5EF4-FFF2-40B4-BE49-F238E27FC236}">
                  <a16:creationId xmlns:a16="http://schemas.microsoft.com/office/drawing/2014/main" id="{631CD1A8-971C-81AE-82A6-E5C71202AFD4}"/>
                </a:ext>
              </a:extLst>
            </p:cNvPr>
            <p:cNvSpPr/>
            <p:nvPr/>
          </p:nvSpPr>
          <p:spPr>
            <a:xfrm>
              <a:off x="8273883" y="3977193"/>
              <a:ext cx="43482" cy="146006"/>
            </a:xfrm>
            <a:custGeom>
              <a:avLst/>
              <a:gdLst/>
              <a:ahLst/>
              <a:cxnLst/>
              <a:rect l="l" t="t" r="r" b="b"/>
              <a:pathLst>
                <a:path w="503" h="1689" extrusionOk="0">
                  <a:moveTo>
                    <a:pt x="1" y="1"/>
                  </a:moveTo>
                  <a:lnTo>
                    <a:pt x="1" y="1"/>
                  </a:lnTo>
                  <a:cubicBezTo>
                    <a:pt x="11" y="281"/>
                    <a:pt x="21" y="532"/>
                    <a:pt x="41" y="663"/>
                  </a:cubicBezTo>
                  <a:cubicBezTo>
                    <a:pt x="71" y="954"/>
                    <a:pt x="181" y="1044"/>
                    <a:pt x="101" y="1455"/>
                  </a:cubicBezTo>
                  <a:cubicBezTo>
                    <a:pt x="91" y="1525"/>
                    <a:pt x="71" y="1605"/>
                    <a:pt x="61" y="1686"/>
                  </a:cubicBezTo>
                  <a:cubicBezTo>
                    <a:pt x="77" y="1688"/>
                    <a:pt x="94" y="1689"/>
                    <a:pt x="110" y="1689"/>
                  </a:cubicBezTo>
                  <a:cubicBezTo>
                    <a:pt x="176" y="1689"/>
                    <a:pt x="244" y="1670"/>
                    <a:pt x="292" y="1605"/>
                  </a:cubicBezTo>
                  <a:cubicBezTo>
                    <a:pt x="502" y="1385"/>
                    <a:pt x="382" y="1024"/>
                    <a:pt x="332" y="703"/>
                  </a:cubicBezTo>
                  <a:cubicBezTo>
                    <a:pt x="292" y="382"/>
                    <a:pt x="282" y="211"/>
                    <a:pt x="1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" name="Google Shape;15276;p52">
            <a:extLst>
              <a:ext uri="{FF2B5EF4-FFF2-40B4-BE49-F238E27FC236}">
                <a16:creationId xmlns:a16="http://schemas.microsoft.com/office/drawing/2014/main" id="{9A0D7E16-A725-94D7-E955-4BB6517AB04F}"/>
              </a:ext>
            </a:extLst>
          </p:cNvPr>
          <p:cNvSpPr txBox="1">
            <a:spLocks/>
          </p:cNvSpPr>
          <p:nvPr/>
        </p:nvSpPr>
        <p:spPr>
          <a:xfrm>
            <a:off x="141024" y="104733"/>
            <a:ext cx="718784" cy="627697"/>
          </a:xfrm>
          <a:prstGeom prst="rect">
            <a:avLst/>
          </a:prstGeom>
          <a:solidFill>
            <a:schemeClr val="accent5">
              <a:lumMod val="90000"/>
              <a:lumOff val="1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45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R="0"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R="0"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R="0"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R="0"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R="0"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R="0"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R="0"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R="0"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pPr algn="ctr"/>
            <a:r>
              <a:rPr lang="en" sz="3200" dirty="0">
                <a:solidFill>
                  <a:schemeClr val="accent2"/>
                </a:solidFill>
              </a:rPr>
              <a:t>01</a:t>
            </a:r>
            <a:endParaRPr lang="en" dirty="0">
              <a:solidFill>
                <a:schemeClr val="accent2"/>
              </a:solidFill>
            </a:endParaRPr>
          </a:p>
        </p:txBody>
      </p:sp>
      <p:sp>
        <p:nvSpPr>
          <p:cNvPr id="9" name="Google Shape;16205;p54">
            <a:extLst>
              <a:ext uri="{FF2B5EF4-FFF2-40B4-BE49-F238E27FC236}">
                <a16:creationId xmlns:a16="http://schemas.microsoft.com/office/drawing/2014/main" id="{2CEA4087-7391-FDBF-0A08-B84A0E36D9D6}"/>
              </a:ext>
            </a:extLst>
          </p:cNvPr>
          <p:cNvSpPr txBox="1">
            <a:spLocks noGrp="1"/>
          </p:cNvSpPr>
          <p:nvPr/>
        </p:nvSpPr>
        <p:spPr>
          <a:xfrm>
            <a:off x="1034844" y="418581"/>
            <a:ext cx="7074312" cy="840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45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R="0"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R="0"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R="0"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R="0"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R="0"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R="0"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R="0"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R="0"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dirty="0"/>
              <a:t>Company Overview</a:t>
            </a:r>
            <a:endParaRPr sz="3600" dirty="0"/>
          </a:p>
        </p:txBody>
      </p:sp>
      <p:sp>
        <p:nvSpPr>
          <p:cNvPr id="10" name="Google Shape;17143;p56">
            <a:extLst>
              <a:ext uri="{FF2B5EF4-FFF2-40B4-BE49-F238E27FC236}">
                <a16:creationId xmlns:a16="http://schemas.microsoft.com/office/drawing/2014/main" id="{9437D7A2-5283-0718-C88F-57A250E5E31E}"/>
              </a:ext>
            </a:extLst>
          </p:cNvPr>
          <p:cNvSpPr txBox="1">
            <a:spLocks noGrp="1"/>
          </p:cNvSpPr>
          <p:nvPr/>
        </p:nvSpPr>
        <p:spPr>
          <a:xfrm>
            <a:off x="861724" y="1293604"/>
            <a:ext cx="6950797" cy="26093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hivo"/>
              <a:buNone/>
              <a:defRPr sz="15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 b="0" i="0" u="none" strike="noStrike" cap="none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9pPr>
          </a:lstStyle>
          <a:p>
            <a:pPr marL="0" indent="0">
              <a:spcAft>
                <a:spcPts val="1200"/>
              </a:spcAft>
            </a:pPr>
            <a:r>
              <a:rPr lang="en" i="1" dirty="0"/>
              <a:t>Some Key Features of our organization are</a:t>
            </a:r>
          </a:p>
          <a:p>
            <a:pPr marL="285750" indent="-285750"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" dirty="0"/>
              <a:t>Food and Agriculture critical infrastructure</a:t>
            </a:r>
          </a:p>
          <a:p>
            <a:pPr marL="285750" indent="-285750"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" dirty="0"/>
              <a:t>Mid-size</a:t>
            </a:r>
            <a:r>
              <a:rPr lang="en" i="1" dirty="0"/>
              <a:t> </a:t>
            </a:r>
            <a:r>
              <a:rPr lang="en" dirty="0"/>
              <a:t>cattle and meat packing company</a:t>
            </a:r>
          </a:p>
          <a:p>
            <a:pPr marL="285750" indent="-285750"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" dirty="0"/>
              <a:t>Located in upstate NY</a:t>
            </a:r>
          </a:p>
          <a:p>
            <a:pPr marL="285750" indent="-285750"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" dirty="0"/>
              <a:t>2,000 employees and growing</a:t>
            </a:r>
          </a:p>
          <a:p>
            <a:pPr marL="285750" indent="-285750"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" dirty="0"/>
              <a:t>Risk appetite – Moderate </a:t>
            </a:r>
          </a:p>
          <a:p>
            <a:pPr marL="285750" indent="-285750">
              <a:spcAft>
                <a:spcPts val="1200"/>
              </a:spcAft>
              <a:buFont typeface="Arial" panose="020B0604020202020204" pitchFamily="34" charset="0"/>
              <a:buChar char="•"/>
            </a:pPr>
            <a:endParaRPr lang="en" dirty="0"/>
          </a:p>
        </p:txBody>
      </p:sp>
    </p:spTree>
    <p:extLst>
      <p:ext uri="{BB962C8B-B14F-4D97-AF65-F5344CB8AC3E}">
        <p14:creationId xmlns:p14="http://schemas.microsoft.com/office/powerpoint/2010/main" val="31251619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123">
          <a:extLst>
            <a:ext uri="{FF2B5EF4-FFF2-40B4-BE49-F238E27FC236}">
              <a16:creationId xmlns:a16="http://schemas.microsoft.com/office/drawing/2014/main" id="{E120C08E-17CA-83C9-D63F-71AB16C69E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24" name="Google Shape;16124;p54">
            <a:extLst>
              <a:ext uri="{FF2B5EF4-FFF2-40B4-BE49-F238E27FC236}">
                <a16:creationId xmlns:a16="http://schemas.microsoft.com/office/drawing/2014/main" id="{EA593FD9-BF76-E489-2523-B96529D90AEF}"/>
              </a:ext>
            </a:extLst>
          </p:cNvPr>
          <p:cNvGrpSpPr/>
          <p:nvPr/>
        </p:nvGrpSpPr>
        <p:grpSpPr>
          <a:xfrm>
            <a:off x="4718578" y="3743827"/>
            <a:ext cx="4319814" cy="935874"/>
            <a:chOff x="4963752" y="4000536"/>
            <a:chExt cx="2501340" cy="541907"/>
          </a:xfrm>
        </p:grpSpPr>
        <p:sp>
          <p:nvSpPr>
            <p:cNvPr id="16125" name="Google Shape;16125;p54">
              <a:extLst>
                <a:ext uri="{FF2B5EF4-FFF2-40B4-BE49-F238E27FC236}">
                  <a16:creationId xmlns:a16="http://schemas.microsoft.com/office/drawing/2014/main" id="{190BF8E8-5E13-CC5B-96CC-85ADD58BA55D}"/>
                </a:ext>
              </a:extLst>
            </p:cNvPr>
            <p:cNvSpPr/>
            <p:nvPr/>
          </p:nvSpPr>
          <p:spPr>
            <a:xfrm>
              <a:off x="5654130" y="4242777"/>
              <a:ext cx="302221" cy="80900"/>
            </a:xfrm>
            <a:custGeom>
              <a:avLst/>
              <a:gdLst/>
              <a:ahLst/>
              <a:cxnLst/>
              <a:rect l="l" t="t" r="r" b="b"/>
              <a:pathLst>
                <a:path w="6743" h="1805" extrusionOk="0">
                  <a:moveTo>
                    <a:pt x="3531" y="1"/>
                  </a:moveTo>
                  <a:cubicBezTo>
                    <a:pt x="3435" y="1"/>
                    <a:pt x="3356" y="63"/>
                    <a:pt x="3341" y="228"/>
                  </a:cubicBezTo>
                  <a:cubicBezTo>
                    <a:pt x="3310" y="178"/>
                    <a:pt x="3270" y="97"/>
                    <a:pt x="3210" y="77"/>
                  </a:cubicBezTo>
                  <a:cubicBezTo>
                    <a:pt x="3189" y="66"/>
                    <a:pt x="3168" y="60"/>
                    <a:pt x="3146" y="60"/>
                  </a:cubicBezTo>
                  <a:cubicBezTo>
                    <a:pt x="2960" y="60"/>
                    <a:pt x="2757" y="455"/>
                    <a:pt x="2739" y="689"/>
                  </a:cubicBezTo>
                  <a:cubicBezTo>
                    <a:pt x="2679" y="639"/>
                    <a:pt x="2608" y="649"/>
                    <a:pt x="2548" y="629"/>
                  </a:cubicBezTo>
                  <a:cubicBezTo>
                    <a:pt x="2548" y="689"/>
                    <a:pt x="2518" y="739"/>
                    <a:pt x="2528" y="799"/>
                  </a:cubicBezTo>
                  <a:cubicBezTo>
                    <a:pt x="2433" y="745"/>
                    <a:pt x="2320" y="618"/>
                    <a:pt x="2226" y="618"/>
                  </a:cubicBezTo>
                  <a:cubicBezTo>
                    <a:pt x="2181" y="618"/>
                    <a:pt x="2139" y="648"/>
                    <a:pt x="2107" y="729"/>
                  </a:cubicBezTo>
                  <a:cubicBezTo>
                    <a:pt x="2028" y="662"/>
                    <a:pt x="1946" y="607"/>
                    <a:pt x="1872" y="607"/>
                  </a:cubicBezTo>
                  <a:cubicBezTo>
                    <a:pt x="1814" y="607"/>
                    <a:pt x="1760" y="641"/>
                    <a:pt x="1716" y="729"/>
                  </a:cubicBezTo>
                  <a:cubicBezTo>
                    <a:pt x="1655" y="654"/>
                    <a:pt x="1520" y="470"/>
                    <a:pt x="1428" y="470"/>
                  </a:cubicBezTo>
                  <a:cubicBezTo>
                    <a:pt x="1398" y="470"/>
                    <a:pt x="1372" y="489"/>
                    <a:pt x="1354" y="539"/>
                  </a:cubicBezTo>
                  <a:cubicBezTo>
                    <a:pt x="1320" y="445"/>
                    <a:pt x="1273" y="407"/>
                    <a:pt x="1220" y="407"/>
                  </a:cubicBezTo>
                  <a:cubicBezTo>
                    <a:pt x="1166" y="407"/>
                    <a:pt x="1105" y="447"/>
                    <a:pt x="1044" y="509"/>
                  </a:cubicBezTo>
                  <a:cubicBezTo>
                    <a:pt x="953" y="408"/>
                    <a:pt x="893" y="278"/>
                    <a:pt x="763" y="258"/>
                  </a:cubicBezTo>
                  <a:cubicBezTo>
                    <a:pt x="760" y="257"/>
                    <a:pt x="757" y="257"/>
                    <a:pt x="754" y="257"/>
                  </a:cubicBezTo>
                  <a:cubicBezTo>
                    <a:pt x="678" y="257"/>
                    <a:pt x="620" y="381"/>
                    <a:pt x="562" y="448"/>
                  </a:cubicBezTo>
                  <a:cubicBezTo>
                    <a:pt x="527" y="421"/>
                    <a:pt x="494" y="409"/>
                    <a:pt x="463" y="409"/>
                  </a:cubicBezTo>
                  <a:cubicBezTo>
                    <a:pt x="335" y="409"/>
                    <a:pt x="245" y="612"/>
                    <a:pt x="221" y="749"/>
                  </a:cubicBezTo>
                  <a:cubicBezTo>
                    <a:pt x="0" y="890"/>
                    <a:pt x="161" y="1221"/>
                    <a:pt x="341" y="1361"/>
                  </a:cubicBezTo>
                  <a:cubicBezTo>
                    <a:pt x="552" y="1522"/>
                    <a:pt x="893" y="1522"/>
                    <a:pt x="1134" y="1532"/>
                  </a:cubicBezTo>
                  <a:cubicBezTo>
                    <a:pt x="1675" y="1572"/>
                    <a:pt x="2207" y="1702"/>
                    <a:pt x="2749" y="1772"/>
                  </a:cubicBezTo>
                  <a:cubicBezTo>
                    <a:pt x="2920" y="1795"/>
                    <a:pt x="3090" y="1805"/>
                    <a:pt x="3261" y="1805"/>
                  </a:cubicBezTo>
                  <a:cubicBezTo>
                    <a:pt x="3983" y="1805"/>
                    <a:pt x="4707" y="1636"/>
                    <a:pt x="5437" y="1612"/>
                  </a:cubicBezTo>
                  <a:cubicBezTo>
                    <a:pt x="5668" y="1602"/>
                    <a:pt x="6671" y="1652"/>
                    <a:pt x="6711" y="1211"/>
                  </a:cubicBezTo>
                  <a:cubicBezTo>
                    <a:pt x="6742" y="951"/>
                    <a:pt x="6421" y="684"/>
                    <a:pt x="6180" y="684"/>
                  </a:cubicBezTo>
                  <a:cubicBezTo>
                    <a:pt x="6114" y="684"/>
                    <a:pt x="6054" y="704"/>
                    <a:pt x="6009" y="749"/>
                  </a:cubicBezTo>
                  <a:cubicBezTo>
                    <a:pt x="5967" y="642"/>
                    <a:pt x="5872" y="602"/>
                    <a:pt x="5763" y="602"/>
                  </a:cubicBezTo>
                  <a:cubicBezTo>
                    <a:pt x="5586" y="602"/>
                    <a:pt x="5373" y="706"/>
                    <a:pt x="5286" y="799"/>
                  </a:cubicBezTo>
                  <a:cubicBezTo>
                    <a:pt x="5216" y="736"/>
                    <a:pt x="5127" y="693"/>
                    <a:pt x="5042" y="693"/>
                  </a:cubicBezTo>
                  <a:cubicBezTo>
                    <a:pt x="5005" y="693"/>
                    <a:pt x="4969" y="701"/>
                    <a:pt x="4935" y="719"/>
                  </a:cubicBezTo>
                  <a:cubicBezTo>
                    <a:pt x="4888" y="636"/>
                    <a:pt x="4792" y="557"/>
                    <a:pt x="4715" y="557"/>
                  </a:cubicBezTo>
                  <a:cubicBezTo>
                    <a:pt x="4661" y="557"/>
                    <a:pt x="4617" y="596"/>
                    <a:pt x="4604" y="699"/>
                  </a:cubicBezTo>
                  <a:cubicBezTo>
                    <a:pt x="4566" y="544"/>
                    <a:pt x="4454" y="485"/>
                    <a:pt x="4327" y="485"/>
                  </a:cubicBezTo>
                  <a:cubicBezTo>
                    <a:pt x="4290" y="485"/>
                    <a:pt x="4252" y="489"/>
                    <a:pt x="4213" y="498"/>
                  </a:cubicBezTo>
                  <a:cubicBezTo>
                    <a:pt x="4223" y="353"/>
                    <a:pt x="4046" y="227"/>
                    <a:pt x="3926" y="227"/>
                  </a:cubicBezTo>
                  <a:cubicBezTo>
                    <a:pt x="3921" y="227"/>
                    <a:pt x="3917" y="227"/>
                    <a:pt x="3912" y="228"/>
                  </a:cubicBezTo>
                  <a:lnTo>
                    <a:pt x="3932" y="298"/>
                  </a:lnTo>
                  <a:cubicBezTo>
                    <a:pt x="3871" y="151"/>
                    <a:pt x="3680" y="1"/>
                    <a:pt x="35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6126" name="Google Shape;16126;p54">
              <a:extLst>
                <a:ext uri="{FF2B5EF4-FFF2-40B4-BE49-F238E27FC236}">
                  <a16:creationId xmlns:a16="http://schemas.microsoft.com/office/drawing/2014/main" id="{8923EAE8-B6F3-0647-DFB9-62AE438EC0FC}"/>
                </a:ext>
              </a:extLst>
            </p:cNvPr>
            <p:cNvGrpSpPr/>
            <p:nvPr/>
          </p:nvGrpSpPr>
          <p:grpSpPr>
            <a:xfrm rot="-278360">
              <a:off x="6533282" y="4037668"/>
              <a:ext cx="925757" cy="187175"/>
              <a:chOff x="1255200" y="4115196"/>
              <a:chExt cx="828298" cy="167470"/>
            </a:xfrm>
          </p:grpSpPr>
          <p:sp>
            <p:nvSpPr>
              <p:cNvPr id="16127" name="Google Shape;16127;p54">
                <a:extLst>
                  <a:ext uri="{FF2B5EF4-FFF2-40B4-BE49-F238E27FC236}">
                    <a16:creationId xmlns:a16="http://schemas.microsoft.com/office/drawing/2014/main" id="{D8803963-7122-E1B7-8780-0986A43F9870}"/>
                  </a:ext>
                </a:extLst>
              </p:cNvPr>
              <p:cNvSpPr/>
              <p:nvPr/>
            </p:nvSpPr>
            <p:spPr>
              <a:xfrm>
                <a:off x="1806305" y="4141304"/>
                <a:ext cx="203600" cy="110522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2756" extrusionOk="0">
                    <a:moveTo>
                      <a:pt x="4069" y="1"/>
                    </a:moveTo>
                    <a:cubicBezTo>
                      <a:pt x="3971" y="1"/>
                      <a:pt x="3853" y="67"/>
                      <a:pt x="3762" y="224"/>
                    </a:cubicBezTo>
                    <a:cubicBezTo>
                      <a:pt x="3742" y="204"/>
                      <a:pt x="3732" y="174"/>
                      <a:pt x="3712" y="154"/>
                    </a:cubicBezTo>
                    <a:cubicBezTo>
                      <a:pt x="3632" y="224"/>
                      <a:pt x="3562" y="324"/>
                      <a:pt x="3511" y="425"/>
                    </a:cubicBezTo>
                    <a:cubicBezTo>
                      <a:pt x="3478" y="387"/>
                      <a:pt x="3447" y="371"/>
                      <a:pt x="3417" y="371"/>
                    </a:cubicBezTo>
                    <a:cubicBezTo>
                      <a:pt x="3240" y="371"/>
                      <a:pt x="3124" y="949"/>
                      <a:pt x="3090" y="1087"/>
                    </a:cubicBezTo>
                    <a:cubicBezTo>
                      <a:pt x="3054" y="997"/>
                      <a:pt x="2994" y="923"/>
                      <a:pt x="2910" y="923"/>
                    </a:cubicBezTo>
                    <a:cubicBezTo>
                      <a:pt x="2900" y="923"/>
                      <a:pt x="2890" y="924"/>
                      <a:pt x="2879" y="926"/>
                    </a:cubicBezTo>
                    <a:cubicBezTo>
                      <a:pt x="2739" y="966"/>
                      <a:pt x="2719" y="1137"/>
                      <a:pt x="2719" y="1368"/>
                    </a:cubicBezTo>
                    <a:cubicBezTo>
                      <a:pt x="2729" y="1608"/>
                      <a:pt x="2849" y="1699"/>
                      <a:pt x="2859" y="1939"/>
                    </a:cubicBezTo>
                    <a:cubicBezTo>
                      <a:pt x="2830" y="1916"/>
                      <a:pt x="2808" y="1906"/>
                      <a:pt x="2784" y="1906"/>
                    </a:cubicBezTo>
                    <a:cubicBezTo>
                      <a:pt x="2767" y="1906"/>
                      <a:pt x="2750" y="1911"/>
                      <a:pt x="2729" y="1919"/>
                    </a:cubicBezTo>
                    <a:cubicBezTo>
                      <a:pt x="2619" y="1959"/>
                      <a:pt x="2669" y="2030"/>
                      <a:pt x="2639" y="2090"/>
                    </a:cubicBezTo>
                    <a:cubicBezTo>
                      <a:pt x="2619" y="2058"/>
                      <a:pt x="2573" y="2045"/>
                      <a:pt x="2523" y="2045"/>
                    </a:cubicBezTo>
                    <a:cubicBezTo>
                      <a:pt x="2447" y="2045"/>
                      <a:pt x="2362" y="2074"/>
                      <a:pt x="2338" y="2110"/>
                    </a:cubicBezTo>
                    <a:cubicBezTo>
                      <a:pt x="2299" y="1983"/>
                      <a:pt x="2317" y="1829"/>
                      <a:pt x="2208" y="1829"/>
                    </a:cubicBezTo>
                    <a:cubicBezTo>
                      <a:pt x="2204" y="1829"/>
                      <a:pt x="2201" y="1829"/>
                      <a:pt x="2197" y="1829"/>
                    </a:cubicBezTo>
                    <a:cubicBezTo>
                      <a:pt x="2188" y="1829"/>
                      <a:pt x="2179" y="1830"/>
                      <a:pt x="2170" y="1830"/>
                    </a:cubicBezTo>
                    <a:cubicBezTo>
                      <a:pt x="2060" y="1830"/>
                      <a:pt x="1957" y="1804"/>
                      <a:pt x="1870" y="1804"/>
                    </a:cubicBezTo>
                    <a:cubicBezTo>
                      <a:pt x="1776" y="1804"/>
                      <a:pt x="1701" y="1834"/>
                      <a:pt x="1656" y="1959"/>
                    </a:cubicBezTo>
                    <a:cubicBezTo>
                      <a:pt x="1568" y="1928"/>
                      <a:pt x="1454" y="1882"/>
                      <a:pt x="1357" y="1882"/>
                    </a:cubicBezTo>
                    <a:cubicBezTo>
                      <a:pt x="1265" y="1882"/>
                      <a:pt x="1189" y="1923"/>
                      <a:pt x="1164" y="2060"/>
                    </a:cubicBezTo>
                    <a:cubicBezTo>
                      <a:pt x="1023" y="1978"/>
                      <a:pt x="942" y="1929"/>
                      <a:pt x="868" y="1929"/>
                    </a:cubicBezTo>
                    <a:cubicBezTo>
                      <a:pt x="779" y="1929"/>
                      <a:pt x="701" y="2000"/>
                      <a:pt x="542" y="2170"/>
                    </a:cubicBezTo>
                    <a:cubicBezTo>
                      <a:pt x="468" y="2111"/>
                      <a:pt x="401" y="2086"/>
                      <a:pt x="341" y="2086"/>
                    </a:cubicBezTo>
                    <a:cubicBezTo>
                      <a:pt x="167" y="2086"/>
                      <a:pt x="53" y="2299"/>
                      <a:pt x="1" y="2501"/>
                    </a:cubicBezTo>
                    <a:cubicBezTo>
                      <a:pt x="161" y="2601"/>
                      <a:pt x="282" y="2672"/>
                      <a:pt x="582" y="2712"/>
                    </a:cubicBezTo>
                    <a:cubicBezTo>
                      <a:pt x="738" y="2732"/>
                      <a:pt x="893" y="2739"/>
                      <a:pt x="1050" y="2739"/>
                    </a:cubicBezTo>
                    <a:cubicBezTo>
                      <a:pt x="1207" y="2739"/>
                      <a:pt x="1365" y="2732"/>
                      <a:pt x="1525" y="2722"/>
                    </a:cubicBezTo>
                    <a:cubicBezTo>
                      <a:pt x="1556" y="2721"/>
                      <a:pt x="1586" y="2721"/>
                      <a:pt x="1617" y="2721"/>
                    </a:cubicBezTo>
                    <a:cubicBezTo>
                      <a:pt x="1920" y="2721"/>
                      <a:pt x="2218" y="2756"/>
                      <a:pt x="2520" y="2756"/>
                    </a:cubicBezTo>
                    <a:cubicBezTo>
                      <a:pt x="2576" y="2756"/>
                      <a:pt x="2632" y="2755"/>
                      <a:pt x="2689" y="2752"/>
                    </a:cubicBezTo>
                    <a:cubicBezTo>
                      <a:pt x="3221" y="2732"/>
                      <a:pt x="3722" y="2531"/>
                      <a:pt x="4244" y="2501"/>
                    </a:cubicBezTo>
                    <a:cubicBezTo>
                      <a:pt x="4424" y="2491"/>
                      <a:pt x="5076" y="2491"/>
                      <a:pt x="4916" y="2150"/>
                    </a:cubicBezTo>
                    <a:cubicBezTo>
                      <a:pt x="4956" y="2140"/>
                      <a:pt x="4996" y="2090"/>
                      <a:pt x="5036" y="2080"/>
                    </a:cubicBezTo>
                    <a:cubicBezTo>
                      <a:pt x="4956" y="1969"/>
                      <a:pt x="4815" y="1849"/>
                      <a:pt x="4765" y="1759"/>
                    </a:cubicBezTo>
                    <a:cubicBezTo>
                      <a:pt x="4765" y="1759"/>
                      <a:pt x="4795" y="1659"/>
                      <a:pt x="4775" y="1628"/>
                    </a:cubicBezTo>
                    <a:cubicBezTo>
                      <a:pt x="4765" y="1598"/>
                      <a:pt x="4615" y="1508"/>
                      <a:pt x="4575" y="1478"/>
                    </a:cubicBezTo>
                    <a:lnTo>
                      <a:pt x="4575" y="1478"/>
                    </a:lnTo>
                    <a:cubicBezTo>
                      <a:pt x="4588" y="1480"/>
                      <a:pt x="4600" y="1480"/>
                      <a:pt x="4611" y="1480"/>
                    </a:cubicBezTo>
                    <a:cubicBezTo>
                      <a:pt x="4803" y="1480"/>
                      <a:pt x="4697" y="1244"/>
                      <a:pt x="4555" y="1187"/>
                    </a:cubicBezTo>
                    <a:cubicBezTo>
                      <a:pt x="4728" y="1007"/>
                      <a:pt x="4534" y="916"/>
                      <a:pt x="4363" y="916"/>
                    </a:cubicBezTo>
                    <a:cubicBezTo>
                      <a:pt x="4306" y="916"/>
                      <a:pt x="4251" y="926"/>
                      <a:pt x="4214" y="946"/>
                    </a:cubicBezTo>
                    <a:cubicBezTo>
                      <a:pt x="4314" y="816"/>
                      <a:pt x="4234" y="615"/>
                      <a:pt x="4123" y="525"/>
                    </a:cubicBezTo>
                    <a:cubicBezTo>
                      <a:pt x="4372" y="231"/>
                      <a:pt x="4254" y="1"/>
                      <a:pt x="4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28" name="Google Shape;16128;p54">
                <a:extLst>
                  <a:ext uri="{FF2B5EF4-FFF2-40B4-BE49-F238E27FC236}">
                    <a16:creationId xmlns:a16="http://schemas.microsoft.com/office/drawing/2014/main" id="{CAE4EC10-B3F9-2274-0FE7-295DCD12B519}"/>
                  </a:ext>
                </a:extLst>
              </p:cNvPr>
              <p:cNvSpPr/>
              <p:nvPr/>
            </p:nvSpPr>
            <p:spPr>
              <a:xfrm>
                <a:off x="1807508" y="4214252"/>
                <a:ext cx="79684" cy="22538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62" extrusionOk="0">
                    <a:moveTo>
                      <a:pt x="1987" y="0"/>
                    </a:moveTo>
                    <a:cubicBezTo>
                      <a:pt x="1956" y="7"/>
                      <a:pt x="1924" y="8"/>
                      <a:pt x="1893" y="8"/>
                    </a:cubicBezTo>
                    <a:cubicBezTo>
                      <a:pt x="1873" y="8"/>
                      <a:pt x="1853" y="7"/>
                      <a:pt x="1833" y="7"/>
                    </a:cubicBezTo>
                    <a:cubicBezTo>
                      <a:pt x="1744" y="7"/>
                      <a:pt x="1664" y="18"/>
                      <a:pt x="1626" y="140"/>
                    </a:cubicBezTo>
                    <a:cubicBezTo>
                      <a:pt x="1538" y="109"/>
                      <a:pt x="1424" y="63"/>
                      <a:pt x="1327" y="63"/>
                    </a:cubicBezTo>
                    <a:cubicBezTo>
                      <a:pt x="1235" y="63"/>
                      <a:pt x="1159" y="104"/>
                      <a:pt x="1134" y="241"/>
                    </a:cubicBezTo>
                    <a:cubicBezTo>
                      <a:pt x="993" y="159"/>
                      <a:pt x="912" y="110"/>
                      <a:pt x="838" y="110"/>
                    </a:cubicBezTo>
                    <a:cubicBezTo>
                      <a:pt x="749" y="110"/>
                      <a:pt x="671" y="181"/>
                      <a:pt x="512" y="351"/>
                    </a:cubicBezTo>
                    <a:cubicBezTo>
                      <a:pt x="436" y="290"/>
                      <a:pt x="368" y="265"/>
                      <a:pt x="306" y="265"/>
                    </a:cubicBezTo>
                    <a:cubicBezTo>
                      <a:pt x="166" y="265"/>
                      <a:pt x="64" y="401"/>
                      <a:pt x="1" y="562"/>
                    </a:cubicBezTo>
                    <a:cubicBezTo>
                      <a:pt x="50" y="477"/>
                      <a:pt x="120" y="421"/>
                      <a:pt x="203" y="421"/>
                    </a:cubicBezTo>
                    <a:cubicBezTo>
                      <a:pt x="237" y="421"/>
                      <a:pt x="274" y="431"/>
                      <a:pt x="312" y="451"/>
                    </a:cubicBezTo>
                    <a:cubicBezTo>
                      <a:pt x="352" y="472"/>
                      <a:pt x="368" y="480"/>
                      <a:pt x="379" y="480"/>
                    </a:cubicBezTo>
                    <a:cubicBezTo>
                      <a:pt x="394" y="480"/>
                      <a:pt x="398" y="461"/>
                      <a:pt x="452" y="431"/>
                    </a:cubicBezTo>
                    <a:cubicBezTo>
                      <a:pt x="477" y="416"/>
                      <a:pt x="507" y="406"/>
                      <a:pt x="534" y="406"/>
                    </a:cubicBezTo>
                    <a:cubicBezTo>
                      <a:pt x="560" y="406"/>
                      <a:pt x="583" y="416"/>
                      <a:pt x="593" y="441"/>
                    </a:cubicBezTo>
                    <a:cubicBezTo>
                      <a:pt x="625" y="344"/>
                      <a:pt x="707" y="293"/>
                      <a:pt x="788" y="293"/>
                    </a:cubicBezTo>
                    <a:cubicBezTo>
                      <a:pt x="833" y="293"/>
                      <a:pt x="878" y="309"/>
                      <a:pt x="914" y="341"/>
                    </a:cubicBezTo>
                    <a:cubicBezTo>
                      <a:pt x="931" y="303"/>
                      <a:pt x="953" y="290"/>
                      <a:pt x="978" y="290"/>
                    </a:cubicBezTo>
                    <a:cubicBezTo>
                      <a:pt x="1011" y="290"/>
                      <a:pt x="1049" y="314"/>
                      <a:pt x="1084" y="331"/>
                    </a:cubicBezTo>
                    <a:cubicBezTo>
                      <a:pt x="1106" y="348"/>
                      <a:pt x="1122" y="358"/>
                      <a:pt x="1137" y="358"/>
                    </a:cubicBezTo>
                    <a:cubicBezTo>
                      <a:pt x="1157" y="358"/>
                      <a:pt x="1176" y="341"/>
                      <a:pt x="1204" y="301"/>
                    </a:cubicBezTo>
                    <a:cubicBezTo>
                      <a:pt x="1245" y="241"/>
                      <a:pt x="1245" y="201"/>
                      <a:pt x="1315" y="181"/>
                    </a:cubicBezTo>
                    <a:cubicBezTo>
                      <a:pt x="1328" y="178"/>
                      <a:pt x="1341" y="176"/>
                      <a:pt x="1352" y="176"/>
                    </a:cubicBezTo>
                    <a:cubicBezTo>
                      <a:pt x="1417" y="176"/>
                      <a:pt x="1451" y="223"/>
                      <a:pt x="1485" y="291"/>
                    </a:cubicBezTo>
                    <a:cubicBezTo>
                      <a:pt x="1498" y="276"/>
                      <a:pt x="1511" y="270"/>
                      <a:pt x="1525" y="270"/>
                    </a:cubicBezTo>
                    <a:cubicBezTo>
                      <a:pt x="1562" y="270"/>
                      <a:pt x="1602" y="312"/>
                      <a:pt x="1638" y="312"/>
                    </a:cubicBezTo>
                    <a:cubicBezTo>
                      <a:pt x="1640" y="312"/>
                      <a:pt x="1643" y="312"/>
                      <a:pt x="1646" y="311"/>
                    </a:cubicBezTo>
                    <a:cubicBezTo>
                      <a:pt x="1706" y="301"/>
                      <a:pt x="1706" y="261"/>
                      <a:pt x="1716" y="211"/>
                    </a:cubicBezTo>
                    <a:cubicBezTo>
                      <a:pt x="1746" y="140"/>
                      <a:pt x="1776" y="40"/>
                      <a:pt x="1856" y="40"/>
                    </a:cubicBezTo>
                    <a:cubicBezTo>
                      <a:pt x="1861" y="39"/>
                      <a:pt x="1865" y="39"/>
                      <a:pt x="1869" y="39"/>
                    </a:cubicBezTo>
                    <a:cubicBezTo>
                      <a:pt x="1895" y="39"/>
                      <a:pt x="1907" y="62"/>
                      <a:pt x="1927" y="62"/>
                    </a:cubicBezTo>
                    <a:cubicBezTo>
                      <a:pt x="1930" y="62"/>
                      <a:pt x="1933" y="61"/>
                      <a:pt x="1937" y="60"/>
                    </a:cubicBezTo>
                    <a:cubicBezTo>
                      <a:pt x="1967" y="50"/>
                      <a:pt x="1977" y="20"/>
                      <a:pt x="19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29" name="Google Shape;16129;p54">
                <a:extLst>
                  <a:ext uri="{FF2B5EF4-FFF2-40B4-BE49-F238E27FC236}">
                    <a16:creationId xmlns:a16="http://schemas.microsoft.com/office/drawing/2014/main" id="{AFC744BC-77E2-2A13-ACE9-2BBE1480511F}"/>
                  </a:ext>
                </a:extLst>
              </p:cNvPr>
              <p:cNvSpPr/>
              <p:nvPr/>
            </p:nvSpPr>
            <p:spPr>
              <a:xfrm>
                <a:off x="1915306" y="4141344"/>
                <a:ext cx="63202" cy="59231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1477" extrusionOk="0">
                    <a:moveTo>
                      <a:pt x="1352" y="0"/>
                    </a:moveTo>
                    <a:cubicBezTo>
                      <a:pt x="1253" y="0"/>
                      <a:pt x="1136" y="67"/>
                      <a:pt x="1044" y="223"/>
                    </a:cubicBezTo>
                    <a:cubicBezTo>
                      <a:pt x="1024" y="203"/>
                      <a:pt x="1014" y="173"/>
                      <a:pt x="994" y="153"/>
                    </a:cubicBezTo>
                    <a:cubicBezTo>
                      <a:pt x="914" y="223"/>
                      <a:pt x="844" y="323"/>
                      <a:pt x="793" y="424"/>
                    </a:cubicBezTo>
                    <a:cubicBezTo>
                      <a:pt x="760" y="386"/>
                      <a:pt x="729" y="370"/>
                      <a:pt x="699" y="370"/>
                    </a:cubicBezTo>
                    <a:cubicBezTo>
                      <a:pt x="522" y="370"/>
                      <a:pt x="406" y="948"/>
                      <a:pt x="372" y="1086"/>
                    </a:cubicBezTo>
                    <a:cubicBezTo>
                      <a:pt x="336" y="996"/>
                      <a:pt x="276" y="922"/>
                      <a:pt x="192" y="922"/>
                    </a:cubicBezTo>
                    <a:cubicBezTo>
                      <a:pt x="182" y="922"/>
                      <a:pt x="172" y="923"/>
                      <a:pt x="161" y="925"/>
                    </a:cubicBezTo>
                    <a:cubicBezTo>
                      <a:pt x="21" y="965"/>
                      <a:pt x="1" y="1136"/>
                      <a:pt x="1" y="1367"/>
                    </a:cubicBezTo>
                    <a:cubicBezTo>
                      <a:pt x="1" y="1407"/>
                      <a:pt x="11" y="1437"/>
                      <a:pt x="21" y="1477"/>
                    </a:cubicBezTo>
                    <a:cubicBezTo>
                      <a:pt x="21" y="1377"/>
                      <a:pt x="31" y="1276"/>
                      <a:pt x="81" y="1216"/>
                    </a:cubicBezTo>
                    <a:cubicBezTo>
                      <a:pt x="119" y="1161"/>
                      <a:pt x="148" y="1140"/>
                      <a:pt x="174" y="1140"/>
                    </a:cubicBezTo>
                    <a:cubicBezTo>
                      <a:pt x="235" y="1140"/>
                      <a:pt x="271" y="1264"/>
                      <a:pt x="342" y="1306"/>
                    </a:cubicBezTo>
                    <a:cubicBezTo>
                      <a:pt x="352" y="1276"/>
                      <a:pt x="352" y="1246"/>
                      <a:pt x="362" y="1216"/>
                    </a:cubicBezTo>
                    <a:lnTo>
                      <a:pt x="392" y="1226"/>
                    </a:lnTo>
                    <a:cubicBezTo>
                      <a:pt x="402" y="1196"/>
                      <a:pt x="402" y="1156"/>
                      <a:pt x="432" y="1126"/>
                    </a:cubicBezTo>
                    <a:cubicBezTo>
                      <a:pt x="434" y="1122"/>
                      <a:pt x="437" y="1120"/>
                      <a:pt x="441" y="1120"/>
                    </a:cubicBezTo>
                    <a:cubicBezTo>
                      <a:pt x="451" y="1120"/>
                      <a:pt x="464" y="1132"/>
                      <a:pt x="474" y="1132"/>
                    </a:cubicBezTo>
                    <a:cubicBezTo>
                      <a:pt x="477" y="1132"/>
                      <a:pt x="480" y="1130"/>
                      <a:pt x="482" y="1126"/>
                    </a:cubicBezTo>
                    <a:cubicBezTo>
                      <a:pt x="513" y="1096"/>
                      <a:pt x="492" y="955"/>
                      <a:pt x="492" y="925"/>
                    </a:cubicBezTo>
                    <a:cubicBezTo>
                      <a:pt x="482" y="795"/>
                      <a:pt x="482" y="725"/>
                      <a:pt x="553" y="604"/>
                    </a:cubicBezTo>
                    <a:cubicBezTo>
                      <a:pt x="596" y="534"/>
                      <a:pt x="643" y="498"/>
                      <a:pt x="692" y="498"/>
                    </a:cubicBezTo>
                    <a:cubicBezTo>
                      <a:pt x="734" y="498"/>
                      <a:pt x="778" y="524"/>
                      <a:pt x="823" y="574"/>
                    </a:cubicBezTo>
                    <a:cubicBezTo>
                      <a:pt x="841" y="530"/>
                      <a:pt x="891" y="397"/>
                      <a:pt x="944" y="397"/>
                    </a:cubicBezTo>
                    <a:cubicBezTo>
                      <a:pt x="951" y="397"/>
                      <a:pt x="957" y="399"/>
                      <a:pt x="964" y="404"/>
                    </a:cubicBezTo>
                    <a:cubicBezTo>
                      <a:pt x="1019" y="365"/>
                      <a:pt x="1055" y="265"/>
                      <a:pt x="1111" y="265"/>
                    </a:cubicBezTo>
                    <a:cubicBezTo>
                      <a:pt x="1127" y="265"/>
                      <a:pt x="1144" y="273"/>
                      <a:pt x="1165" y="293"/>
                    </a:cubicBezTo>
                    <a:cubicBezTo>
                      <a:pt x="1205" y="223"/>
                      <a:pt x="1315" y="83"/>
                      <a:pt x="1405" y="83"/>
                    </a:cubicBezTo>
                    <a:cubicBezTo>
                      <a:pt x="1475" y="93"/>
                      <a:pt x="1516" y="193"/>
                      <a:pt x="1536" y="283"/>
                    </a:cubicBezTo>
                    <a:cubicBezTo>
                      <a:pt x="1575" y="113"/>
                      <a:pt x="1480" y="0"/>
                      <a:pt x="13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0" name="Google Shape;16130;p54">
                <a:extLst>
                  <a:ext uri="{FF2B5EF4-FFF2-40B4-BE49-F238E27FC236}">
                    <a16:creationId xmlns:a16="http://schemas.microsoft.com/office/drawing/2014/main" id="{16617E94-CFBC-4300-CBF4-33D568474831}"/>
                  </a:ext>
                </a:extLst>
              </p:cNvPr>
              <p:cNvSpPr/>
              <p:nvPr/>
            </p:nvSpPr>
            <p:spPr>
              <a:xfrm>
                <a:off x="1984004" y="4115196"/>
                <a:ext cx="99494" cy="134263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3348" extrusionOk="0">
                    <a:moveTo>
                      <a:pt x="1197" y="0"/>
                    </a:moveTo>
                    <a:cubicBezTo>
                      <a:pt x="1129" y="0"/>
                      <a:pt x="1083" y="158"/>
                      <a:pt x="1046" y="273"/>
                    </a:cubicBezTo>
                    <a:lnTo>
                      <a:pt x="1076" y="364"/>
                    </a:lnTo>
                    <a:cubicBezTo>
                      <a:pt x="896" y="474"/>
                      <a:pt x="886" y="534"/>
                      <a:pt x="956" y="695"/>
                    </a:cubicBezTo>
                    <a:cubicBezTo>
                      <a:pt x="976" y="745"/>
                      <a:pt x="866" y="725"/>
                      <a:pt x="826" y="785"/>
                    </a:cubicBezTo>
                    <a:cubicBezTo>
                      <a:pt x="776" y="845"/>
                      <a:pt x="776" y="996"/>
                      <a:pt x="786" y="1076"/>
                    </a:cubicBezTo>
                    <a:cubicBezTo>
                      <a:pt x="485" y="1126"/>
                      <a:pt x="505" y="1407"/>
                      <a:pt x="575" y="1587"/>
                    </a:cubicBezTo>
                    <a:cubicBezTo>
                      <a:pt x="344" y="1688"/>
                      <a:pt x="625" y="2209"/>
                      <a:pt x="625" y="2410"/>
                    </a:cubicBezTo>
                    <a:cubicBezTo>
                      <a:pt x="224" y="2430"/>
                      <a:pt x="364" y="2691"/>
                      <a:pt x="364" y="2891"/>
                    </a:cubicBezTo>
                    <a:cubicBezTo>
                      <a:pt x="347" y="2889"/>
                      <a:pt x="330" y="2888"/>
                      <a:pt x="314" y="2888"/>
                    </a:cubicBezTo>
                    <a:cubicBezTo>
                      <a:pt x="0" y="2888"/>
                      <a:pt x="79" y="3253"/>
                      <a:pt x="394" y="3262"/>
                    </a:cubicBezTo>
                    <a:cubicBezTo>
                      <a:pt x="394" y="3262"/>
                      <a:pt x="1065" y="3348"/>
                      <a:pt x="1599" y="3348"/>
                    </a:cubicBezTo>
                    <a:cubicBezTo>
                      <a:pt x="1904" y="3348"/>
                      <a:pt x="2164" y="3320"/>
                      <a:pt x="2230" y="3232"/>
                    </a:cubicBezTo>
                    <a:cubicBezTo>
                      <a:pt x="2250" y="3212"/>
                      <a:pt x="2481" y="3112"/>
                      <a:pt x="2300" y="2841"/>
                    </a:cubicBezTo>
                    <a:cubicBezTo>
                      <a:pt x="2260" y="2771"/>
                      <a:pt x="2120" y="2801"/>
                      <a:pt x="2080" y="2721"/>
                    </a:cubicBezTo>
                    <a:cubicBezTo>
                      <a:pt x="2039" y="2620"/>
                      <a:pt x="1989" y="2530"/>
                      <a:pt x="1929" y="2460"/>
                    </a:cubicBezTo>
                    <a:cubicBezTo>
                      <a:pt x="1889" y="2410"/>
                      <a:pt x="1749" y="2420"/>
                      <a:pt x="1749" y="2360"/>
                    </a:cubicBezTo>
                    <a:cubicBezTo>
                      <a:pt x="1738" y="2320"/>
                      <a:pt x="1799" y="2229"/>
                      <a:pt x="1799" y="2189"/>
                    </a:cubicBezTo>
                    <a:cubicBezTo>
                      <a:pt x="1819" y="1908"/>
                      <a:pt x="1688" y="1958"/>
                      <a:pt x="1648" y="1868"/>
                    </a:cubicBezTo>
                    <a:cubicBezTo>
                      <a:pt x="1588" y="1768"/>
                      <a:pt x="1708" y="1768"/>
                      <a:pt x="1618" y="1507"/>
                    </a:cubicBezTo>
                    <a:cubicBezTo>
                      <a:pt x="1608" y="1467"/>
                      <a:pt x="1608" y="1357"/>
                      <a:pt x="1618" y="1236"/>
                    </a:cubicBezTo>
                    <a:cubicBezTo>
                      <a:pt x="1658" y="1016"/>
                      <a:pt x="1518" y="1026"/>
                      <a:pt x="1528" y="945"/>
                    </a:cubicBezTo>
                    <a:cubicBezTo>
                      <a:pt x="1548" y="835"/>
                      <a:pt x="1588" y="775"/>
                      <a:pt x="1458" y="655"/>
                    </a:cubicBezTo>
                    <a:lnTo>
                      <a:pt x="1458" y="655"/>
                    </a:lnTo>
                    <a:cubicBezTo>
                      <a:pt x="1463" y="655"/>
                      <a:pt x="1468" y="655"/>
                      <a:pt x="1473" y="655"/>
                    </a:cubicBezTo>
                    <a:cubicBezTo>
                      <a:pt x="1576" y="655"/>
                      <a:pt x="1449" y="552"/>
                      <a:pt x="1488" y="514"/>
                    </a:cubicBezTo>
                    <a:cubicBezTo>
                      <a:pt x="1461" y="451"/>
                      <a:pt x="1458" y="381"/>
                      <a:pt x="1386" y="381"/>
                    </a:cubicBezTo>
                    <a:cubicBezTo>
                      <a:pt x="1378" y="381"/>
                      <a:pt x="1368" y="382"/>
                      <a:pt x="1357" y="384"/>
                    </a:cubicBezTo>
                    <a:cubicBezTo>
                      <a:pt x="1397" y="344"/>
                      <a:pt x="1317" y="123"/>
                      <a:pt x="1287" y="83"/>
                    </a:cubicBezTo>
                    <a:cubicBezTo>
                      <a:pt x="1254" y="24"/>
                      <a:pt x="1224" y="0"/>
                      <a:pt x="11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1" name="Google Shape;16131;p54">
                <a:extLst>
                  <a:ext uri="{FF2B5EF4-FFF2-40B4-BE49-F238E27FC236}">
                    <a16:creationId xmlns:a16="http://schemas.microsoft.com/office/drawing/2014/main" id="{F3A6640D-8D87-6C41-F673-47549AB577F0}"/>
                  </a:ext>
                </a:extLst>
              </p:cNvPr>
              <p:cNvSpPr/>
              <p:nvPr/>
            </p:nvSpPr>
            <p:spPr>
              <a:xfrm>
                <a:off x="2003815" y="4141023"/>
                <a:ext cx="20974" cy="37857"/>
              </a:xfrm>
              <a:custGeom>
                <a:avLst/>
                <a:gdLst/>
                <a:ahLst/>
                <a:cxnLst/>
                <a:rect l="l" t="t" r="r" b="b"/>
                <a:pathLst>
                  <a:path w="523" h="944" extrusionOk="0">
                    <a:moveTo>
                      <a:pt x="442" y="0"/>
                    </a:moveTo>
                    <a:lnTo>
                      <a:pt x="442" y="0"/>
                    </a:lnTo>
                    <a:cubicBezTo>
                      <a:pt x="452" y="21"/>
                      <a:pt x="452" y="41"/>
                      <a:pt x="462" y="51"/>
                    </a:cubicBezTo>
                    <a:cubicBezTo>
                      <a:pt x="482" y="101"/>
                      <a:pt x="372" y="81"/>
                      <a:pt x="332" y="141"/>
                    </a:cubicBezTo>
                    <a:cubicBezTo>
                      <a:pt x="282" y="201"/>
                      <a:pt x="282" y="352"/>
                      <a:pt x="292" y="432"/>
                    </a:cubicBezTo>
                    <a:cubicBezTo>
                      <a:pt x="1" y="482"/>
                      <a:pt x="11" y="763"/>
                      <a:pt x="81" y="943"/>
                    </a:cubicBezTo>
                    <a:cubicBezTo>
                      <a:pt x="71" y="853"/>
                      <a:pt x="41" y="713"/>
                      <a:pt x="151" y="673"/>
                    </a:cubicBezTo>
                    <a:lnTo>
                      <a:pt x="171" y="683"/>
                    </a:lnTo>
                    <a:cubicBezTo>
                      <a:pt x="171" y="662"/>
                      <a:pt x="151" y="612"/>
                      <a:pt x="181" y="592"/>
                    </a:cubicBezTo>
                    <a:cubicBezTo>
                      <a:pt x="191" y="586"/>
                      <a:pt x="205" y="583"/>
                      <a:pt x="220" y="583"/>
                    </a:cubicBezTo>
                    <a:cubicBezTo>
                      <a:pt x="249" y="583"/>
                      <a:pt x="285" y="592"/>
                      <a:pt x="312" y="592"/>
                    </a:cubicBezTo>
                    <a:cubicBezTo>
                      <a:pt x="312" y="576"/>
                      <a:pt x="333" y="468"/>
                      <a:pt x="369" y="468"/>
                    </a:cubicBezTo>
                    <a:cubicBezTo>
                      <a:pt x="376" y="468"/>
                      <a:pt x="384" y="472"/>
                      <a:pt x="392" y="482"/>
                    </a:cubicBezTo>
                    <a:cubicBezTo>
                      <a:pt x="392" y="455"/>
                      <a:pt x="400" y="306"/>
                      <a:pt x="460" y="306"/>
                    </a:cubicBezTo>
                    <a:cubicBezTo>
                      <a:pt x="467" y="306"/>
                      <a:pt x="474" y="307"/>
                      <a:pt x="482" y="311"/>
                    </a:cubicBezTo>
                    <a:cubicBezTo>
                      <a:pt x="482" y="281"/>
                      <a:pt x="472" y="241"/>
                      <a:pt x="482" y="221"/>
                    </a:cubicBezTo>
                    <a:cubicBezTo>
                      <a:pt x="482" y="201"/>
                      <a:pt x="512" y="191"/>
                      <a:pt x="512" y="181"/>
                    </a:cubicBezTo>
                    <a:cubicBezTo>
                      <a:pt x="522" y="151"/>
                      <a:pt x="512" y="81"/>
                      <a:pt x="502" y="61"/>
                    </a:cubicBezTo>
                    <a:cubicBezTo>
                      <a:pt x="492" y="41"/>
                      <a:pt x="472" y="21"/>
                      <a:pt x="4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2" name="Google Shape;16132;p54">
                <a:extLst>
                  <a:ext uri="{FF2B5EF4-FFF2-40B4-BE49-F238E27FC236}">
                    <a16:creationId xmlns:a16="http://schemas.microsoft.com/office/drawing/2014/main" id="{8EA17CE2-B27A-390D-C86E-7294E2893409}"/>
                  </a:ext>
                </a:extLst>
              </p:cNvPr>
              <p:cNvSpPr/>
              <p:nvPr/>
            </p:nvSpPr>
            <p:spPr>
              <a:xfrm>
                <a:off x="2006622" y="4178841"/>
                <a:ext cx="842" cy="842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1" y="0"/>
                    </a:moveTo>
                    <a:lnTo>
                      <a:pt x="1" y="1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3" name="Google Shape;16133;p54">
                <a:extLst>
                  <a:ext uri="{FF2B5EF4-FFF2-40B4-BE49-F238E27FC236}">
                    <a16:creationId xmlns:a16="http://schemas.microsoft.com/office/drawing/2014/main" id="{75169ADC-FA94-5698-460C-958E7CA48CCB}"/>
                  </a:ext>
                </a:extLst>
              </p:cNvPr>
              <p:cNvSpPr/>
              <p:nvPr/>
            </p:nvSpPr>
            <p:spPr>
              <a:xfrm>
                <a:off x="2024348" y="4115276"/>
                <a:ext cx="7660" cy="1652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412" extrusionOk="0">
                    <a:moveTo>
                      <a:pt x="191" y="1"/>
                    </a:moveTo>
                    <a:cubicBezTo>
                      <a:pt x="121" y="1"/>
                      <a:pt x="81" y="151"/>
                      <a:pt x="40" y="271"/>
                    </a:cubicBezTo>
                    <a:lnTo>
                      <a:pt x="70" y="362"/>
                    </a:lnTo>
                    <a:cubicBezTo>
                      <a:pt x="40" y="382"/>
                      <a:pt x="20" y="392"/>
                      <a:pt x="0" y="412"/>
                    </a:cubicBezTo>
                    <a:lnTo>
                      <a:pt x="10" y="412"/>
                    </a:lnTo>
                    <a:cubicBezTo>
                      <a:pt x="40" y="412"/>
                      <a:pt x="91" y="412"/>
                      <a:pt x="121" y="392"/>
                    </a:cubicBezTo>
                    <a:cubicBezTo>
                      <a:pt x="111" y="372"/>
                      <a:pt x="91" y="362"/>
                      <a:pt x="81" y="342"/>
                    </a:cubicBezTo>
                    <a:cubicBezTo>
                      <a:pt x="70" y="281"/>
                      <a:pt x="141" y="281"/>
                      <a:pt x="191" y="241"/>
                    </a:cubicBezTo>
                    <a:cubicBezTo>
                      <a:pt x="171" y="201"/>
                      <a:pt x="161" y="171"/>
                      <a:pt x="191" y="141"/>
                    </a:cubicBezTo>
                    <a:cubicBezTo>
                      <a:pt x="181" y="121"/>
                      <a:pt x="151" y="101"/>
                      <a:pt x="151" y="81"/>
                    </a:cubicBezTo>
                    <a:cubicBezTo>
                      <a:pt x="141" y="51"/>
                      <a:pt x="161" y="2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4" name="Google Shape;16134;p54">
                <a:extLst>
                  <a:ext uri="{FF2B5EF4-FFF2-40B4-BE49-F238E27FC236}">
                    <a16:creationId xmlns:a16="http://schemas.microsoft.com/office/drawing/2014/main" id="{6C3CC50E-034E-A28D-E793-ADC440D67050}"/>
                  </a:ext>
                </a:extLst>
              </p:cNvPr>
              <p:cNvSpPr/>
              <p:nvPr/>
            </p:nvSpPr>
            <p:spPr>
              <a:xfrm>
                <a:off x="1471238" y="4158708"/>
                <a:ext cx="44233" cy="75433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881" extrusionOk="0">
                    <a:moveTo>
                      <a:pt x="261" y="1"/>
                    </a:moveTo>
                    <a:cubicBezTo>
                      <a:pt x="201" y="61"/>
                      <a:pt x="281" y="111"/>
                      <a:pt x="211" y="171"/>
                    </a:cubicBezTo>
                    <a:lnTo>
                      <a:pt x="171" y="252"/>
                    </a:lnTo>
                    <a:cubicBezTo>
                      <a:pt x="101" y="312"/>
                      <a:pt x="161" y="382"/>
                      <a:pt x="161" y="462"/>
                    </a:cubicBezTo>
                    <a:cubicBezTo>
                      <a:pt x="161" y="552"/>
                      <a:pt x="60" y="643"/>
                      <a:pt x="40" y="723"/>
                    </a:cubicBezTo>
                    <a:cubicBezTo>
                      <a:pt x="20" y="823"/>
                      <a:pt x="40" y="853"/>
                      <a:pt x="70" y="944"/>
                    </a:cubicBezTo>
                    <a:cubicBezTo>
                      <a:pt x="111" y="1054"/>
                      <a:pt x="81" y="1134"/>
                      <a:pt x="40" y="1235"/>
                    </a:cubicBezTo>
                    <a:cubicBezTo>
                      <a:pt x="0" y="1305"/>
                      <a:pt x="20" y="1345"/>
                      <a:pt x="40" y="1425"/>
                    </a:cubicBezTo>
                    <a:cubicBezTo>
                      <a:pt x="60" y="1525"/>
                      <a:pt x="81" y="1576"/>
                      <a:pt x="161" y="1666"/>
                    </a:cubicBezTo>
                    <a:cubicBezTo>
                      <a:pt x="271" y="1716"/>
                      <a:pt x="331" y="1746"/>
                      <a:pt x="422" y="1786"/>
                    </a:cubicBezTo>
                    <a:cubicBezTo>
                      <a:pt x="542" y="1836"/>
                      <a:pt x="702" y="1856"/>
                      <a:pt x="843" y="1877"/>
                    </a:cubicBezTo>
                    <a:cubicBezTo>
                      <a:pt x="867" y="1879"/>
                      <a:pt x="889" y="1881"/>
                      <a:pt x="910" y="1881"/>
                    </a:cubicBezTo>
                    <a:cubicBezTo>
                      <a:pt x="1037" y="1881"/>
                      <a:pt x="1102" y="1827"/>
                      <a:pt x="1094" y="1706"/>
                    </a:cubicBezTo>
                    <a:cubicBezTo>
                      <a:pt x="1084" y="1556"/>
                      <a:pt x="933" y="1415"/>
                      <a:pt x="853" y="1295"/>
                    </a:cubicBezTo>
                    <a:cubicBezTo>
                      <a:pt x="783" y="1194"/>
                      <a:pt x="793" y="1144"/>
                      <a:pt x="763" y="1044"/>
                    </a:cubicBezTo>
                    <a:cubicBezTo>
                      <a:pt x="732" y="944"/>
                      <a:pt x="632" y="934"/>
                      <a:pt x="582" y="843"/>
                    </a:cubicBezTo>
                    <a:cubicBezTo>
                      <a:pt x="542" y="763"/>
                      <a:pt x="542" y="713"/>
                      <a:pt x="472" y="643"/>
                    </a:cubicBezTo>
                    <a:cubicBezTo>
                      <a:pt x="422" y="593"/>
                      <a:pt x="482" y="573"/>
                      <a:pt x="472" y="522"/>
                    </a:cubicBezTo>
                    <a:cubicBezTo>
                      <a:pt x="452" y="482"/>
                      <a:pt x="472" y="452"/>
                      <a:pt x="442" y="422"/>
                    </a:cubicBezTo>
                    <a:cubicBezTo>
                      <a:pt x="432" y="402"/>
                      <a:pt x="391" y="392"/>
                      <a:pt x="371" y="372"/>
                    </a:cubicBezTo>
                    <a:cubicBezTo>
                      <a:pt x="351" y="342"/>
                      <a:pt x="351" y="322"/>
                      <a:pt x="341" y="282"/>
                    </a:cubicBezTo>
                    <a:cubicBezTo>
                      <a:pt x="331" y="242"/>
                      <a:pt x="331" y="171"/>
                      <a:pt x="321" y="121"/>
                    </a:cubicBezTo>
                    <a:cubicBezTo>
                      <a:pt x="311" y="71"/>
                      <a:pt x="271" y="41"/>
                      <a:pt x="2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5" name="Google Shape;16135;p54">
                <a:extLst>
                  <a:ext uri="{FF2B5EF4-FFF2-40B4-BE49-F238E27FC236}">
                    <a16:creationId xmlns:a16="http://schemas.microsoft.com/office/drawing/2014/main" id="{F2DBD106-D0A2-8FB7-017B-FA6EFEA3B81A}"/>
                  </a:ext>
                </a:extLst>
              </p:cNvPr>
              <p:cNvSpPr/>
              <p:nvPr/>
            </p:nvSpPr>
            <p:spPr>
              <a:xfrm>
                <a:off x="1399613" y="4139018"/>
                <a:ext cx="60394" cy="97569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433" extrusionOk="0">
                    <a:moveTo>
                      <a:pt x="573" y="0"/>
                    </a:moveTo>
                    <a:cubicBezTo>
                      <a:pt x="512" y="61"/>
                      <a:pt x="502" y="121"/>
                      <a:pt x="472" y="191"/>
                    </a:cubicBezTo>
                    <a:cubicBezTo>
                      <a:pt x="442" y="251"/>
                      <a:pt x="392" y="331"/>
                      <a:pt x="382" y="412"/>
                    </a:cubicBezTo>
                    <a:cubicBezTo>
                      <a:pt x="372" y="502"/>
                      <a:pt x="382" y="552"/>
                      <a:pt x="352" y="642"/>
                    </a:cubicBezTo>
                    <a:cubicBezTo>
                      <a:pt x="332" y="723"/>
                      <a:pt x="282" y="803"/>
                      <a:pt x="252" y="873"/>
                    </a:cubicBezTo>
                    <a:cubicBezTo>
                      <a:pt x="222" y="973"/>
                      <a:pt x="302" y="1084"/>
                      <a:pt x="252" y="1184"/>
                    </a:cubicBezTo>
                    <a:cubicBezTo>
                      <a:pt x="242" y="1204"/>
                      <a:pt x="191" y="1224"/>
                      <a:pt x="181" y="1254"/>
                    </a:cubicBezTo>
                    <a:cubicBezTo>
                      <a:pt x="161" y="1314"/>
                      <a:pt x="211" y="1364"/>
                      <a:pt x="222" y="1415"/>
                    </a:cubicBezTo>
                    <a:cubicBezTo>
                      <a:pt x="232" y="1495"/>
                      <a:pt x="322" y="1786"/>
                      <a:pt x="211" y="1786"/>
                    </a:cubicBezTo>
                    <a:cubicBezTo>
                      <a:pt x="191" y="1856"/>
                      <a:pt x="211" y="1946"/>
                      <a:pt x="171" y="2016"/>
                    </a:cubicBezTo>
                    <a:cubicBezTo>
                      <a:pt x="156" y="2011"/>
                      <a:pt x="139" y="2011"/>
                      <a:pt x="121" y="2011"/>
                    </a:cubicBezTo>
                    <a:cubicBezTo>
                      <a:pt x="104" y="2011"/>
                      <a:pt x="86" y="2011"/>
                      <a:pt x="71" y="2006"/>
                    </a:cubicBezTo>
                    <a:lnTo>
                      <a:pt x="71" y="2006"/>
                    </a:lnTo>
                    <a:cubicBezTo>
                      <a:pt x="1" y="2077"/>
                      <a:pt x="91" y="2217"/>
                      <a:pt x="151" y="2277"/>
                    </a:cubicBezTo>
                    <a:cubicBezTo>
                      <a:pt x="201" y="2297"/>
                      <a:pt x="292" y="2357"/>
                      <a:pt x="382" y="2368"/>
                    </a:cubicBezTo>
                    <a:cubicBezTo>
                      <a:pt x="492" y="2388"/>
                      <a:pt x="623" y="2388"/>
                      <a:pt x="733" y="2398"/>
                    </a:cubicBezTo>
                    <a:cubicBezTo>
                      <a:pt x="833" y="2407"/>
                      <a:pt x="989" y="2432"/>
                      <a:pt x="1133" y="2432"/>
                    </a:cubicBezTo>
                    <a:cubicBezTo>
                      <a:pt x="1307" y="2432"/>
                      <a:pt x="1463" y="2395"/>
                      <a:pt x="1485" y="2247"/>
                    </a:cubicBezTo>
                    <a:cubicBezTo>
                      <a:pt x="1505" y="2127"/>
                      <a:pt x="1465" y="1956"/>
                      <a:pt x="1395" y="1846"/>
                    </a:cubicBezTo>
                    <a:cubicBezTo>
                      <a:pt x="1345" y="1776"/>
                      <a:pt x="1174" y="1615"/>
                      <a:pt x="1154" y="1535"/>
                    </a:cubicBezTo>
                    <a:cubicBezTo>
                      <a:pt x="1134" y="1475"/>
                      <a:pt x="1204" y="1425"/>
                      <a:pt x="1184" y="1364"/>
                    </a:cubicBezTo>
                    <a:lnTo>
                      <a:pt x="1134" y="1314"/>
                    </a:lnTo>
                    <a:cubicBezTo>
                      <a:pt x="1084" y="1254"/>
                      <a:pt x="994" y="1204"/>
                      <a:pt x="964" y="1134"/>
                    </a:cubicBezTo>
                    <a:cubicBezTo>
                      <a:pt x="914" y="1033"/>
                      <a:pt x="1004" y="1064"/>
                      <a:pt x="1024" y="963"/>
                    </a:cubicBezTo>
                    <a:cubicBezTo>
                      <a:pt x="1034" y="933"/>
                      <a:pt x="984" y="873"/>
                      <a:pt x="984" y="833"/>
                    </a:cubicBezTo>
                    <a:cubicBezTo>
                      <a:pt x="974" y="813"/>
                      <a:pt x="1004" y="793"/>
                      <a:pt x="984" y="753"/>
                    </a:cubicBezTo>
                    <a:cubicBezTo>
                      <a:pt x="964" y="682"/>
                      <a:pt x="914" y="662"/>
                      <a:pt x="904" y="592"/>
                    </a:cubicBezTo>
                    <a:cubicBezTo>
                      <a:pt x="904" y="512"/>
                      <a:pt x="954" y="512"/>
                      <a:pt x="853" y="452"/>
                    </a:cubicBezTo>
                    <a:cubicBezTo>
                      <a:pt x="813" y="422"/>
                      <a:pt x="763" y="432"/>
                      <a:pt x="733" y="392"/>
                    </a:cubicBezTo>
                    <a:cubicBezTo>
                      <a:pt x="693" y="341"/>
                      <a:pt x="753" y="261"/>
                      <a:pt x="643" y="231"/>
                    </a:cubicBezTo>
                    <a:cubicBezTo>
                      <a:pt x="663" y="131"/>
                      <a:pt x="703" y="71"/>
                      <a:pt x="5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6" name="Google Shape;16136;p54">
                <a:extLst>
                  <a:ext uri="{FF2B5EF4-FFF2-40B4-BE49-F238E27FC236}">
                    <a16:creationId xmlns:a16="http://schemas.microsoft.com/office/drawing/2014/main" id="{1D940CD3-DE15-CA56-1C13-429F0EE3B01B}"/>
                  </a:ext>
                </a:extLst>
              </p:cNvPr>
              <p:cNvSpPr/>
              <p:nvPr/>
            </p:nvSpPr>
            <p:spPr>
              <a:xfrm>
                <a:off x="1618459" y="4185498"/>
                <a:ext cx="222489" cy="84656"/>
              </a:xfrm>
              <a:custGeom>
                <a:avLst/>
                <a:gdLst/>
                <a:ahLst/>
                <a:cxnLst/>
                <a:rect l="l" t="t" r="r" b="b"/>
                <a:pathLst>
                  <a:path w="5548" h="2111" extrusionOk="0">
                    <a:moveTo>
                      <a:pt x="2379" y="1"/>
                    </a:moveTo>
                    <a:cubicBezTo>
                      <a:pt x="2247" y="1"/>
                      <a:pt x="2147" y="156"/>
                      <a:pt x="2147" y="316"/>
                    </a:cubicBezTo>
                    <a:cubicBezTo>
                      <a:pt x="2047" y="225"/>
                      <a:pt x="1951" y="171"/>
                      <a:pt x="1870" y="171"/>
                    </a:cubicBezTo>
                    <a:cubicBezTo>
                      <a:pt x="1771" y="171"/>
                      <a:pt x="1694" y="250"/>
                      <a:pt x="1655" y="436"/>
                    </a:cubicBezTo>
                    <a:cubicBezTo>
                      <a:pt x="1655" y="429"/>
                      <a:pt x="1641" y="424"/>
                      <a:pt x="1618" y="424"/>
                    </a:cubicBezTo>
                    <a:cubicBezTo>
                      <a:pt x="1521" y="424"/>
                      <a:pt x="1266" y="505"/>
                      <a:pt x="1314" y="757"/>
                    </a:cubicBezTo>
                    <a:cubicBezTo>
                      <a:pt x="1268" y="746"/>
                      <a:pt x="1229" y="741"/>
                      <a:pt x="1194" y="741"/>
                    </a:cubicBezTo>
                    <a:cubicBezTo>
                      <a:pt x="1101" y="741"/>
                      <a:pt x="1038" y="776"/>
                      <a:pt x="943" y="827"/>
                    </a:cubicBezTo>
                    <a:cubicBezTo>
                      <a:pt x="930" y="831"/>
                      <a:pt x="919" y="832"/>
                      <a:pt x="909" y="832"/>
                    </a:cubicBezTo>
                    <a:cubicBezTo>
                      <a:pt x="884" y="832"/>
                      <a:pt x="865" y="824"/>
                      <a:pt x="844" y="824"/>
                    </a:cubicBezTo>
                    <a:cubicBezTo>
                      <a:pt x="827" y="824"/>
                      <a:pt x="808" y="829"/>
                      <a:pt x="783" y="847"/>
                    </a:cubicBezTo>
                    <a:cubicBezTo>
                      <a:pt x="733" y="878"/>
                      <a:pt x="743" y="1008"/>
                      <a:pt x="662" y="1058"/>
                    </a:cubicBezTo>
                    <a:cubicBezTo>
                      <a:pt x="636" y="1025"/>
                      <a:pt x="607" y="1013"/>
                      <a:pt x="580" y="1013"/>
                    </a:cubicBezTo>
                    <a:cubicBezTo>
                      <a:pt x="515" y="1013"/>
                      <a:pt x="456" y="1083"/>
                      <a:pt x="442" y="1118"/>
                    </a:cubicBezTo>
                    <a:cubicBezTo>
                      <a:pt x="383" y="1087"/>
                      <a:pt x="321" y="1071"/>
                      <a:pt x="262" y="1071"/>
                    </a:cubicBezTo>
                    <a:cubicBezTo>
                      <a:pt x="171" y="1071"/>
                      <a:pt x="89" y="1109"/>
                      <a:pt x="41" y="1188"/>
                    </a:cubicBezTo>
                    <a:cubicBezTo>
                      <a:pt x="0" y="1269"/>
                      <a:pt x="31" y="1289"/>
                      <a:pt x="71" y="1379"/>
                    </a:cubicBezTo>
                    <a:cubicBezTo>
                      <a:pt x="191" y="1600"/>
                      <a:pt x="462" y="1800"/>
                      <a:pt x="652" y="1891"/>
                    </a:cubicBezTo>
                    <a:cubicBezTo>
                      <a:pt x="942" y="2018"/>
                      <a:pt x="1413" y="2110"/>
                      <a:pt x="1776" y="2110"/>
                    </a:cubicBezTo>
                    <a:cubicBezTo>
                      <a:pt x="1840" y="2110"/>
                      <a:pt x="1901" y="2107"/>
                      <a:pt x="1956" y="2101"/>
                    </a:cubicBezTo>
                    <a:cubicBezTo>
                      <a:pt x="2348" y="2051"/>
                      <a:pt x="2719" y="1901"/>
                      <a:pt x="3120" y="1861"/>
                    </a:cubicBezTo>
                    <a:cubicBezTo>
                      <a:pt x="3410" y="1823"/>
                      <a:pt x="3689" y="1803"/>
                      <a:pt x="3974" y="1803"/>
                    </a:cubicBezTo>
                    <a:cubicBezTo>
                      <a:pt x="4073" y="1803"/>
                      <a:pt x="4172" y="1805"/>
                      <a:pt x="4273" y="1810"/>
                    </a:cubicBezTo>
                    <a:cubicBezTo>
                      <a:pt x="4306" y="1811"/>
                      <a:pt x="4342" y="1812"/>
                      <a:pt x="4383" y="1812"/>
                    </a:cubicBezTo>
                    <a:cubicBezTo>
                      <a:pt x="4748" y="1812"/>
                      <a:pt x="5407" y="1755"/>
                      <a:pt x="5497" y="1349"/>
                    </a:cubicBezTo>
                    <a:cubicBezTo>
                      <a:pt x="5547" y="1158"/>
                      <a:pt x="5447" y="1219"/>
                      <a:pt x="5347" y="1098"/>
                    </a:cubicBezTo>
                    <a:cubicBezTo>
                      <a:pt x="5246" y="988"/>
                      <a:pt x="5256" y="737"/>
                      <a:pt x="5116" y="697"/>
                    </a:cubicBezTo>
                    <a:cubicBezTo>
                      <a:pt x="5107" y="694"/>
                      <a:pt x="5097" y="692"/>
                      <a:pt x="5087" y="692"/>
                    </a:cubicBezTo>
                    <a:cubicBezTo>
                      <a:pt x="5034" y="692"/>
                      <a:pt x="4976" y="733"/>
                      <a:pt x="4925" y="767"/>
                    </a:cubicBezTo>
                    <a:cubicBezTo>
                      <a:pt x="4915" y="737"/>
                      <a:pt x="4905" y="687"/>
                      <a:pt x="4915" y="657"/>
                    </a:cubicBezTo>
                    <a:lnTo>
                      <a:pt x="4845" y="657"/>
                    </a:lnTo>
                    <a:cubicBezTo>
                      <a:pt x="4875" y="557"/>
                      <a:pt x="4855" y="547"/>
                      <a:pt x="4805" y="476"/>
                    </a:cubicBezTo>
                    <a:lnTo>
                      <a:pt x="4765" y="516"/>
                    </a:lnTo>
                    <a:cubicBezTo>
                      <a:pt x="4727" y="462"/>
                      <a:pt x="4690" y="440"/>
                      <a:pt x="4657" y="440"/>
                    </a:cubicBezTo>
                    <a:cubicBezTo>
                      <a:pt x="4567" y="440"/>
                      <a:pt x="4501" y="597"/>
                      <a:pt x="4494" y="707"/>
                    </a:cubicBezTo>
                    <a:cubicBezTo>
                      <a:pt x="4414" y="677"/>
                      <a:pt x="4354" y="607"/>
                      <a:pt x="4304" y="536"/>
                    </a:cubicBezTo>
                    <a:lnTo>
                      <a:pt x="4304" y="536"/>
                    </a:lnTo>
                    <a:cubicBezTo>
                      <a:pt x="4307" y="548"/>
                      <a:pt x="4311" y="558"/>
                      <a:pt x="4315" y="567"/>
                    </a:cubicBezTo>
                    <a:lnTo>
                      <a:pt x="4315" y="567"/>
                    </a:lnTo>
                    <a:cubicBezTo>
                      <a:pt x="4283" y="505"/>
                      <a:pt x="4232" y="481"/>
                      <a:pt x="4174" y="481"/>
                    </a:cubicBezTo>
                    <a:cubicBezTo>
                      <a:pt x="4086" y="481"/>
                      <a:pt x="3984" y="536"/>
                      <a:pt x="3912" y="597"/>
                    </a:cubicBezTo>
                    <a:cubicBezTo>
                      <a:pt x="3909" y="504"/>
                      <a:pt x="3863" y="471"/>
                      <a:pt x="3803" y="471"/>
                    </a:cubicBezTo>
                    <a:cubicBezTo>
                      <a:pt x="3700" y="471"/>
                      <a:pt x="3556" y="571"/>
                      <a:pt x="3511" y="647"/>
                    </a:cubicBezTo>
                    <a:cubicBezTo>
                      <a:pt x="3495" y="549"/>
                      <a:pt x="3419" y="498"/>
                      <a:pt x="3338" y="498"/>
                    </a:cubicBezTo>
                    <a:cubicBezTo>
                      <a:pt x="3319" y="498"/>
                      <a:pt x="3299" y="501"/>
                      <a:pt x="3280" y="506"/>
                    </a:cubicBezTo>
                    <a:cubicBezTo>
                      <a:pt x="3369" y="360"/>
                      <a:pt x="3221" y="299"/>
                      <a:pt x="3062" y="299"/>
                    </a:cubicBezTo>
                    <a:cubicBezTo>
                      <a:pt x="2970" y="299"/>
                      <a:pt x="2874" y="319"/>
                      <a:pt x="2819" y="356"/>
                    </a:cubicBezTo>
                    <a:cubicBezTo>
                      <a:pt x="2827" y="248"/>
                      <a:pt x="2713" y="45"/>
                      <a:pt x="2605" y="45"/>
                    </a:cubicBezTo>
                    <a:cubicBezTo>
                      <a:pt x="2582" y="45"/>
                      <a:pt x="2559" y="54"/>
                      <a:pt x="2538" y="75"/>
                    </a:cubicBezTo>
                    <a:cubicBezTo>
                      <a:pt x="2483" y="23"/>
                      <a:pt x="2429" y="1"/>
                      <a:pt x="23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7" name="Google Shape;16137;p54">
                <a:extLst>
                  <a:ext uri="{FF2B5EF4-FFF2-40B4-BE49-F238E27FC236}">
                    <a16:creationId xmlns:a16="http://schemas.microsoft.com/office/drawing/2014/main" id="{7D90817F-ACE0-AC38-DFC9-58D2D0256E57}"/>
                  </a:ext>
                </a:extLst>
              </p:cNvPr>
              <p:cNvSpPr/>
              <p:nvPr/>
            </p:nvSpPr>
            <p:spPr>
              <a:xfrm>
                <a:off x="1439436" y="4198531"/>
                <a:ext cx="71262" cy="43632"/>
              </a:xfrm>
              <a:custGeom>
                <a:avLst/>
                <a:gdLst/>
                <a:ahLst/>
                <a:cxnLst/>
                <a:rect l="l" t="t" r="r" b="b"/>
                <a:pathLst>
                  <a:path w="1777" h="1088" extrusionOk="0">
                    <a:moveTo>
                      <a:pt x="853" y="1"/>
                    </a:moveTo>
                    <a:cubicBezTo>
                      <a:pt x="753" y="1"/>
                      <a:pt x="633" y="171"/>
                      <a:pt x="583" y="232"/>
                    </a:cubicBezTo>
                    <a:cubicBezTo>
                      <a:pt x="522" y="302"/>
                      <a:pt x="472" y="382"/>
                      <a:pt x="402" y="422"/>
                    </a:cubicBezTo>
                    <a:cubicBezTo>
                      <a:pt x="392" y="402"/>
                      <a:pt x="372" y="382"/>
                      <a:pt x="372" y="362"/>
                    </a:cubicBezTo>
                    <a:cubicBezTo>
                      <a:pt x="302" y="402"/>
                      <a:pt x="222" y="452"/>
                      <a:pt x="181" y="512"/>
                    </a:cubicBezTo>
                    <a:cubicBezTo>
                      <a:pt x="171" y="502"/>
                      <a:pt x="161" y="492"/>
                      <a:pt x="151" y="472"/>
                    </a:cubicBezTo>
                    <a:cubicBezTo>
                      <a:pt x="81" y="532"/>
                      <a:pt x="1" y="603"/>
                      <a:pt x="1" y="713"/>
                    </a:cubicBezTo>
                    <a:cubicBezTo>
                      <a:pt x="11" y="753"/>
                      <a:pt x="51" y="884"/>
                      <a:pt x="81" y="984"/>
                    </a:cubicBezTo>
                    <a:cubicBezTo>
                      <a:pt x="129" y="991"/>
                      <a:pt x="176" y="993"/>
                      <a:pt x="223" y="993"/>
                    </a:cubicBezTo>
                    <a:cubicBezTo>
                      <a:pt x="273" y="993"/>
                      <a:pt x="324" y="991"/>
                      <a:pt x="375" y="991"/>
                    </a:cubicBezTo>
                    <a:cubicBezTo>
                      <a:pt x="404" y="991"/>
                      <a:pt x="433" y="992"/>
                      <a:pt x="462" y="994"/>
                    </a:cubicBezTo>
                    <a:cubicBezTo>
                      <a:pt x="621" y="1003"/>
                      <a:pt x="754" y="1065"/>
                      <a:pt x="918" y="1065"/>
                    </a:cubicBezTo>
                    <a:cubicBezTo>
                      <a:pt x="930" y="1065"/>
                      <a:pt x="942" y="1065"/>
                      <a:pt x="954" y="1064"/>
                    </a:cubicBezTo>
                    <a:cubicBezTo>
                      <a:pt x="1104" y="1064"/>
                      <a:pt x="1255" y="1064"/>
                      <a:pt x="1415" y="1074"/>
                    </a:cubicBezTo>
                    <a:cubicBezTo>
                      <a:pt x="1461" y="1074"/>
                      <a:pt x="1536" y="1087"/>
                      <a:pt x="1606" y="1087"/>
                    </a:cubicBezTo>
                    <a:cubicBezTo>
                      <a:pt x="1658" y="1087"/>
                      <a:pt x="1706" y="1080"/>
                      <a:pt x="1736" y="1054"/>
                    </a:cubicBezTo>
                    <a:cubicBezTo>
                      <a:pt x="1776" y="1024"/>
                      <a:pt x="1776" y="994"/>
                      <a:pt x="1776" y="954"/>
                    </a:cubicBezTo>
                    <a:cubicBezTo>
                      <a:pt x="1776" y="894"/>
                      <a:pt x="1756" y="823"/>
                      <a:pt x="1736" y="763"/>
                    </a:cubicBezTo>
                    <a:cubicBezTo>
                      <a:pt x="1712" y="706"/>
                      <a:pt x="1588" y="470"/>
                      <a:pt x="1499" y="470"/>
                    </a:cubicBezTo>
                    <a:cubicBezTo>
                      <a:pt x="1481" y="470"/>
                      <a:pt x="1464" y="480"/>
                      <a:pt x="1450" y="503"/>
                    </a:cubicBezTo>
                    <a:lnTo>
                      <a:pt x="1450" y="503"/>
                    </a:lnTo>
                    <a:cubicBezTo>
                      <a:pt x="1496" y="403"/>
                      <a:pt x="1173" y="412"/>
                      <a:pt x="1114" y="392"/>
                    </a:cubicBezTo>
                    <a:cubicBezTo>
                      <a:pt x="1136" y="348"/>
                      <a:pt x="1105" y="299"/>
                      <a:pt x="1071" y="299"/>
                    </a:cubicBezTo>
                    <a:cubicBezTo>
                      <a:pt x="1061" y="299"/>
                      <a:pt x="1052" y="302"/>
                      <a:pt x="1044" y="310"/>
                    </a:cubicBezTo>
                    <a:lnTo>
                      <a:pt x="1044" y="310"/>
                    </a:lnTo>
                    <a:cubicBezTo>
                      <a:pt x="1110" y="214"/>
                      <a:pt x="940" y="10"/>
                      <a:pt x="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8" name="Google Shape;16138;p54">
                <a:extLst>
                  <a:ext uri="{FF2B5EF4-FFF2-40B4-BE49-F238E27FC236}">
                    <a16:creationId xmlns:a16="http://schemas.microsoft.com/office/drawing/2014/main" id="{8712BF81-6378-D354-D3CD-3864DD944C93}"/>
                  </a:ext>
                </a:extLst>
              </p:cNvPr>
              <p:cNvSpPr/>
              <p:nvPr/>
            </p:nvSpPr>
            <p:spPr>
              <a:xfrm>
                <a:off x="1307495" y="4187583"/>
                <a:ext cx="87744" cy="42709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1065" extrusionOk="0">
                    <a:moveTo>
                      <a:pt x="979" y="1"/>
                    </a:moveTo>
                    <a:cubicBezTo>
                      <a:pt x="883" y="1"/>
                      <a:pt x="768" y="197"/>
                      <a:pt x="723" y="364"/>
                    </a:cubicBezTo>
                    <a:cubicBezTo>
                      <a:pt x="663" y="344"/>
                      <a:pt x="583" y="284"/>
                      <a:pt x="532" y="234"/>
                    </a:cubicBezTo>
                    <a:cubicBezTo>
                      <a:pt x="502" y="274"/>
                      <a:pt x="482" y="314"/>
                      <a:pt x="442" y="344"/>
                    </a:cubicBezTo>
                    <a:cubicBezTo>
                      <a:pt x="442" y="304"/>
                      <a:pt x="412" y="284"/>
                      <a:pt x="402" y="254"/>
                    </a:cubicBezTo>
                    <a:cubicBezTo>
                      <a:pt x="352" y="274"/>
                      <a:pt x="292" y="294"/>
                      <a:pt x="232" y="294"/>
                    </a:cubicBezTo>
                    <a:cubicBezTo>
                      <a:pt x="229" y="295"/>
                      <a:pt x="226" y="295"/>
                      <a:pt x="224" y="295"/>
                    </a:cubicBezTo>
                    <a:cubicBezTo>
                      <a:pt x="205" y="295"/>
                      <a:pt x="199" y="269"/>
                      <a:pt x="173" y="269"/>
                    </a:cubicBezTo>
                    <a:cubicBezTo>
                      <a:pt x="167" y="269"/>
                      <a:pt x="160" y="270"/>
                      <a:pt x="151" y="274"/>
                    </a:cubicBezTo>
                    <a:cubicBezTo>
                      <a:pt x="51" y="314"/>
                      <a:pt x="1" y="474"/>
                      <a:pt x="51" y="575"/>
                    </a:cubicBezTo>
                    <a:cubicBezTo>
                      <a:pt x="71" y="605"/>
                      <a:pt x="51" y="675"/>
                      <a:pt x="81" y="735"/>
                    </a:cubicBezTo>
                    <a:cubicBezTo>
                      <a:pt x="141" y="846"/>
                      <a:pt x="272" y="846"/>
                      <a:pt x="362" y="866"/>
                    </a:cubicBezTo>
                    <a:cubicBezTo>
                      <a:pt x="700" y="948"/>
                      <a:pt x="1071" y="1064"/>
                      <a:pt x="1427" y="1064"/>
                    </a:cubicBezTo>
                    <a:cubicBezTo>
                      <a:pt x="1504" y="1064"/>
                      <a:pt x="1581" y="1059"/>
                      <a:pt x="1656" y="1046"/>
                    </a:cubicBezTo>
                    <a:cubicBezTo>
                      <a:pt x="1947" y="996"/>
                      <a:pt x="2187" y="755"/>
                      <a:pt x="1856" y="535"/>
                    </a:cubicBezTo>
                    <a:cubicBezTo>
                      <a:pt x="1806" y="505"/>
                      <a:pt x="1696" y="464"/>
                      <a:pt x="1646" y="444"/>
                    </a:cubicBezTo>
                    <a:cubicBezTo>
                      <a:pt x="1606" y="434"/>
                      <a:pt x="1536" y="414"/>
                      <a:pt x="1485" y="384"/>
                    </a:cubicBezTo>
                    <a:cubicBezTo>
                      <a:pt x="1525" y="240"/>
                      <a:pt x="1398" y="207"/>
                      <a:pt x="1274" y="207"/>
                    </a:cubicBezTo>
                    <a:cubicBezTo>
                      <a:pt x="1208" y="207"/>
                      <a:pt x="1143" y="217"/>
                      <a:pt x="1104" y="224"/>
                    </a:cubicBezTo>
                    <a:cubicBezTo>
                      <a:pt x="1079" y="62"/>
                      <a:pt x="1032" y="1"/>
                      <a:pt x="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39" name="Google Shape;16139;p54">
                <a:extLst>
                  <a:ext uri="{FF2B5EF4-FFF2-40B4-BE49-F238E27FC236}">
                    <a16:creationId xmlns:a16="http://schemas.microsoft.com/office/drawing/2014/main" id="{058E5F25-C3D6-CC4C-B912-6DB8FA6A8BB9}"/>
                  </a:ext>
                </a:extLst>
              </p:cNvPr>
              <p:cNvSpPr/>
              <p:nvPr/>
            </p:nvSpPr>
            <p:spPr>
              <a:xfrm>
                <a:off x="1330033" y="4187703"/>
                <a:ext cx="347007" cy="94963"/>
              </a:xfrm>
              <a:custGeom>
                <a:avLst/>
                <a:gdLst/>
                <a:ahLst/>
                <a:cxnLst/>
                <a:rect l="l" t="t" r="r" b="b"/>
                <a:pathLst>
                  <a:path w="8653" h="2368" extrusionOk="0">
                    <a:moveTo>
                      <a:pt x="6049" y="0"/>
                    </a:moveTo>
                    <a:cubicBezTo>
                      <a:pt x="5858" y="90"/>
                      <a:pt x="5598" y="60"/>
                      <a:pt x="5598" y="341"/>
                    </a:cubicBezTo>
                    <a:cubicBezTo>
                      <a:pt x="5578" y="331"/>
                      <a:pt x="5567" y="301"/>
                      <a:pt x="5547" y="291"/>
                    </a:cubicBezTo>
                    <a:cubicBezTo>
                      <a:pt x="5267" y="421"/>
                      <a:pt x="5156" y="502"/>
                      <a:pt x="5126" y="843"/>
                    </a:cubicBezTo>
                    <a:cubicBezTo>
                      <a:pt x="5060" y="722"/>
                      <a:pt x="4954" y="667"/>
                      <a:pt x="4856" y="667"/>
                    </a:cubicBezTo>
                    <a:cubicBezTo>
                      <a:pt x="4716" y="667"/>
                      <a:pt x="4591" y="779"/>
                      <a:pt x="4615" y="973"/>
                    </a:cubicBezTo>
                    <a:cubicBezTo>
                      <a:pt x="4585" y="943"/>
                      <a:pt x="4554" y="913"/>
                      <a:pt x="4534" y="883"/>
                    </a:cubicBezTo>
                    <a:cubicBezTo>
                      <a:pt x="4534" y="953"/>
                      <a:pt x="4484" y="1023"/>
                      <a:pt x="4504" y="1123"/>
                    </a:cubicBezTo>
                    <a:cubicBezTo>
                      <a:pt x="4392" y="1080"/>
                      <a:pt x="4223" y="990"/>
                      <a:pt x="4098" y="990"/>
                    </a:cubicBezTo>
                    <a:cubicBezTo>
                      <a:pt x="4021" y="990"/>
                      <a:pt x="3962" y="1024"/>
                      <a:pt x="3943" y="1123"/>
                    </a:cubicBezTo>
                    <a:cubicBezTo>
                      <a:pt x="3863" y="1038"/>
                      <a:pt x="3710" y="953"/>
                      <a:pt x="3596" y="953"/>
                    </a:cubicBezTo>
                    <a:cubicBezTo>
                      <a:pt x="3521" y="953"/>
                      <a:pt x="3463" y="989"/>
                      <a:pt x="3451" y="1083"/>
                    </a:cubicBezTo>
                    <a:cubicBezTo>
                      <a:pt x="3421" y="973"/>
                      <a:pt x="3381" y="873"/>
                      <a:pt x="3341" y="782"/>
                    </a:cubicBezTo>
                    <a:cubicBezTo>
                      <a:pt x="3180" y="792"/>
                      <a:pt x="3030" y="873"/>
                      <a:pt x="2909" y="983"/>
                    </a:cubicBezTo>
                    <a:cubicBezTo>
                      <a:pt x="2899" y="923"/>
                      <a:pt x="2859" y="893"/>
                      <a:pt x="2849" y="833"/>
                    </a:cubicBezTo>
                    <a:cubicBezTo>
                      <a:pt x="2830" y="839"/>
                      <a:pt x="2811" y="842"/>
                      <a:pt x="2792" y="842"/>
                    </a:cubicBezTo>
                    <a:cubicBezTo>
                      <a:pt x="2706" y="842"/>
                      <a:pt x="2619" y="785"/>
                      <a:pt x="2546" y="785"/>
                    </a:cubicBezTo>
                    <a:cubicBezTo>
                      <a:pt x="2490" y="785"/>
                      <a:pt x="2442" y="818"/>
                      <a:pt x="2408" y="933"/>
                    </a:cubicBezTo>
                    <a:cubicBezTo>
                      <a:pt x="2324" y="789"/>
                      <a:pt x="2180" y="731"/>
                      <a:pt x="2036" y="731"/>
                    </a:cubicBezTo>
                    <a:cubicBezTo>
                      <a:pt x="1939" y="731"/>
                      <a:pt x="1843" y="758"/>
                      <a:pt x="1766" y="802"/>
                    </a:cubicBezTo>
                    <a:cubicBezTo>
                      <a:pt x="1736" y="722"/>
                      <a:pt x="1666" y="672"/>
                      <a:pt x="1636" y="592"/>
                    </a:cubicBezTo>
                    <a:cubicBezTo>
                      <a:pt x="1515" y="602"/>
                      <a:pt x="1445" y="592"/>
                      <a:pt x="1355" y="682"/>
                    </a:cubicBezTo>
                    <a:lnTo>
                      <a:pt x="1274" y="602"/>
                    </a:lnTo>
                    <a:cubicBezTo>
                      <a:pt x="1254" y="612"/>
                      <a:pt x="1234" y="632"/>
                      <a:pt x="1224" y="652"/>
                    </a:cubicBezTo>
                    <a:cubicBezTo>
                      <a:pt x="1194" y="602"/>
                      <a:pt x="1124" y="552"/>
                      <a:pt x="1094" y="512"/>
                    </a:cubicBezTo>
                    <a:cubicBezTo>
                      <a:pt x="1064" y="542"/>
                      <a:pt x="984" y="582"/>
                      <a:pt x="953" y="612"/>
                    </a:cubicBezTo>
                    <a:cubicBezTo>
                      <a:pt x="833" y="431"/>
                      <a:pt x="763" y="351"/>
                      <a:pt x="552" y="351"/>
                    </a:cubicBezTo>
                    <a:cubicBezTo>
                      <a:pt x="492" y="391"/>
                      <a:pt x="452" y="401"/>
                      <a:pt x="402" y="431"/>
                    </a:cubicBezTo>
                    <a:cubicBezTo>
                      <a:pt x="392" y="431"/>
                      <a:pt x="362" y="371"/>
                      <a:pt x="352" y="361"/>
                    </a:cubicBezTo>
                    <a:cubicBezTo>
                      <a:pt x="332" y="411"/>
                      <a:pt x="291" y="461"/>
                      <a:pt x="281" y="512"/>
                    </a:cubicBezTo>
                    <a:cubicBezTo>
                      <a:pt x="221" y="451"/>
                      <a:pt x="151" y="451"/>
                      <a:pt x="111" y="411"/>
                    </a:cubicBezTo>
                    <a:cubicBezTo>
                      <a:pt x="31" y="542"/>
                      <a:pt x="1" y="702"/>
                      <a:pt x="21" y="863"/>
                    </a:cubicBezTo>
                    <a:cubicBezTo>
                      <a:pt x="41" y="1224"/>
                      <a:pt x="1" y="1685"/>
                      <a:pt x="322" y="2006"/>
                    </a:cubicBezTo>
                    <a:cubicBezTo>
                      <a:pt x="582" y="2247"/>
                      <a:pt x="1102" y="2368"/>
                      <a:pt x="1445" y="2368"/>
                    </a:cubicBezTo>
                    <a:cubicBezTo>
                      <a:pt x="1459" y="2368"/>
                      <a:pt x="1472" y="2368"/>
                      <a:pt x="1485" y="2367"/>
                    </a:cubicBezTo>
                    <a:cubicBezTo>
                      <a:pt x="1866" y="2347"/>
                      <a:pt x="2247" y="2277"/>
                      <a:pt x="2639" y="2277"/>
                    </a:cubicBezTo>
                    <a:cubicBezTo>
                      <a:pt x="3086" y="2277"/>
                      <a:pt x="3539" y="2324"/>
                      <a:pt x="3990" y="2324"/>
                    </a:cubicBezTo>
                    <a:cubicBezTo>
                      <a:pt x="4165" y="2324"/>
                      <a:pt x="4340" y="2317"/>
                      <a:pt x="4514" y="2297"/>
                    </a:cubicBezTo>
                    <a:cubicBezTo>
                      <a:pt x="5527" y="2187"/>
                      <a:pt x="6561" y="1816"/>
                      <a:pt x="7564" y="1585"/>
                    </a:cubicBezTo>
                    <a:cubicBezTo>
                      <a:pt x="7864" y="1525"/>
                      <a:pt x="8376" y="1545"/>
                      <a:pt x="8527" y="1254"/>
                    </a:cubicBezTo>
                    <a:cubicBezTo>
                      <a:pt x="8653" y="1025"/>
                      <a:pt x="8537" y="771"/>
                      <a:pt x="8325" y="771"/>
                    </a:cubicBezTo>
                    <a:cubicBezTo>
                      <a:pt x="8268" y="771"/>
                      <a:pt x="8204" y="790"/>
                      <a:pt x="8135" y="833"/>
                    </a:cubicBezTo>
                    <a:cubicBezTo>
                      <a:pt x="8115" y="752"/>
                      <a:pt x="8045" y="722"/>
                      <a:pt x="8015" y="672"/>
                    </a:cubicBezTo>
                    <a:cubicBezTo>
                      <a:pt x="7975" y="692"/>
                      <a:pt x="7955" y="722"/>
                      <a:pt x="7925" y="752"/>
                    </a:cubicBezTo>
                    <a:cubicBezTo>
                      <a:pt x="7925" y="732"/>
                      <a:pt x="7925" y="672"/>
                      <a:pt x="7905" y="652"/>
                    </a:cubicBezTo>
                    <a:cubicBezTo>
                      <a:pt x="7764" y="672"/>
                      <a:pt x="7624" y="722"/>
                      <a:pt x="7503" y="792"/>
                    </a:cubicBezTo>
                    <a:cubicBezTo>
                      <a:pt x="7473" y="772"/>
                      <a:pt x="7373" y="692"/>
                      <a:pt x="7353" y="672"/>
                    </a:cubicBezTo>
                    <a:cubicBezTo>
                      <a:pt x="7403" y="582"/>
                      <a:pt x="7393" y="461"/>
                      <a:pt x="7413" y="361"/>
                    </a:cubicBezTo>
                    <a:lnTo>
                      <a:pt x="7413" y="361"/>
                    </a:lnTo>
                    <a:cubicBezTo>
                      <a:pt x="7182" y="381"/>
                      <a:pt x="6962" y="512"/>
                      <a:pt x="6751" y="562"/>
                    </a:cubicBezTo>
                    <a:cubicBezTo>
                      <a:pt x="6721" y="542"/>
                      <a:pt x="6631" y="481"/>
                      <a:pt x="6611" y="451"/>
                    </a:cubicBezTo>
                    <a:cubicBezTo>
                      <a:pt x="6591" y="471"/>
                      <a:pt x="6581" y="502"/>
                      <a:pt x="6550" y="522"/>
                    </a:cubicBezTo>
                    <a:cubicBezTo>
                      <a:pt x="6664" y="296"/>
                      <a:pt x="6553" y="84"/>
                      <a:pt x="6404" y="84"/>
                    </a:cubicBezTo>
                    <a:cubicBezTo>
                      <a:pt x="6341" y="84"/>
                      <a:pt x="6272" y="122"/>
                      <a:pt x="6209" y="211"/>
                    </a:cubicBezTo>
                    <a:cubicBezTo>
                      <a:pt x="6139" y="70"/>
                      <a:pt x="6169" y="171"/>
                      <a:pt x="6069" y="90"/>
                    </a:cubicBezTo>
                    <a:cubicBezTo>
                      <a:pt x="6059" y="70"/>
                      <a:pt x="6059" y="10"/>
                      <a:pt x="60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40" name="Google Shape;16140;p54">
                <a:extLst>
                  <a:ext uri="{FF2B5EF4-FFF2-40B4-BE49-F238E27FC236}">
                    <a16:creationId xmlns:a16="http://schemas.microsoft.com/office/drawing/2014/main" id="{D9A74E99-1439-3E81-C84E-26EFF32AF409}"/>
                  </a:ext>
                </a:extLst>
              </p:cNvPr>
              <p:cNvSpPr/>
              <p:nvPr/>
            </p:nvSpPr>
            <p:spPr>
              <a:xfrm>
                <a:off x="1509858" y="4187703"/>
                <a:ext cx="110242" cy="67452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1682" extrusionOk="0">
                    <a:moveTo>
                      <a:pt x="1565" y="0"/>
                    </a:moveTo>
                    <a:cubicBezTo>
                      <a:pt x="1374" y="90"/>
                      <a:pt x="1114" y="60"/>
                      <a:pt x="1114" y="341"/>
                    </a:cubicBezTo>
                    <a:cubicBezTo>
                      <a:pt x="1094" y="331"/>
                      <a:pt x="1083" y="301"/>
                      <a:pt x="1063" y="291"/>
                    </a:cubicBezTo>
                    <a:cubicBezTo>
                      <a:pt x="783" y="421"/>
                      <a:pt x="672" y="502"/>
                      <a:pt x="642" y="843"/>
                    </a:cubicBezTo>
                    <a:cubicBezTo>
                      <a:pt x="576" y="722"/>
                      <a:pt x="470" y="667"/>
                      <a:pt x="372" y="667"/>
                    </a:cubicBezTo>
                    <a:cubicBezTo>
                      <a:pt x="232" y="667"/>
                      <a:pt x="107" y="779"/>
                      <a:pt x="131" y="973"/>
                    </a:cubicBezTo>
                    <a:cubicBezTo>
                      <a:pt x="101" y="943"/>
                      <a:pt x="70" y="913"/>
                      <a:pt x="50" y="883"/>
                    </a:cubicBezTo>
                    <a:cubicBezTo>
                      <a:pt x="50" y="953"/>
                      <a:pt x="0" y="1023"/>
                      <a:pt x="20" y="1123"/>
                    </a:cubicBezTo>
                    <a:cubicBezTo>
                      <a:pt x="30" y="1194"/>
                      <a:pt x="0" y="1254"/>
                      <a:pt x="10" y="1304"/>
                    </a:cubicBezTo>
                    <a:cubicBezTo>
                      <a:pt x="40" y="1384"/>
                      <a:pt x="60" y="1354"/>
                      <a:pt x="111" y="1414"/>
                    </a:cubicBezTo>
                    <a:cubicBezTo>
                      <a:pt x="161" y="1454"/>
                      <a:pt x="151" y="1515"/>
                      <a:pt x="221" y="1545"/>
                    </a:cubicBezTo>
                    <a:cubicBezTo>
                      <a:pt x="251" y="1560"/>
                      <a:pt x="291" y="1563"/>
                      <a:pt x="336" y="1563"/>
                    </a:cubicBezTo>
                    <a:cubicBezTo>
                      <a:pt x="384" y="1563"/>
                      <a:pt x="437" y="1559"/>
                      <a:pt x="486" y="1559"/>
                    </a:cubicBezTo>
                    <a:cubicBezTo>
                      <a:pt x="513" y="1559"/>
                      <a:pt x="539" y="1560"/>
                      <a:pt x="562" y="1565"/>
                    </a:cubicBezTo>
                    <a:cubicBezTo>
                      <a:pt x="831" y="1626"/>
                      <a:pt x="1153" y="1682"/>
                      <a:pt x="1452" y="1682"/>
                    </a:cubicBezTo>
                    <a:cubicBezTo>
                      <a:pt x="1543" y="1682"/>
                      <a:pt x="1631" y="1677"/>
                      <a:pt x="1715" y="1665"/>
                    </a:cubicBezTo>
                    <a:cubicBezTo>
                      <a:pt x="1796" y="1655"/>
                      <a:pt x="1866" y="1605"/>
                      <a:pt x="1946" y="1595"/>
                    </a:cubicBezTo>
                    <a:cubicBezTo>
                      <a:pt x="1961" y="1593"/>
                      <a:pt x="1977" y="1592"/>
                      <a:pt x="1993" y="1592"/>
                    </a:cubicBezTo>
                    <a:cubicBezTo>
                      <a:pt x="2061" y="1592"/>
                      <a:pt x="2134" y="1607"/>
                      <a:pt x="2207" y="1615"/>
                    </a:cubicBezTo>
                    <a:cubicBezTo>
                      <a:pt x="2387" y="1615"/>
                      <a:pt x="2528" y="1595"/>
                      <a:pt x="2648" y="1454"/>
                    </a:cubicBezTo>
                    <a:cubicBezTo>
                      <a:pt x="2688" y="1404"/>
                      <a:pt x="2749" y="1334"/>
                      <a:pt x="2729" y="1284"/>
                    </a:cubicBezTo>
                    <a:cubicBezTo>
                      <a:pt x="2718" y="1229"/>
                      <a:pt x="2696" y="1219"/>
                      <a:pt x="2668" y="1219"/>
                    </a:cubicBezTo>
                    <a:cubicBezTo>
                      <a:pt x="2653" y="1219"/>
                      <a:pt x="2635" y="1222"/>
                      <a:pt x="2618" y="1222"/>
                    </a:cubicBezTo>
                    <a:cubicBezTo>
                      <a:pt x="2604" y="1222"/>
                      <a:pt x="2591" y="1220"/>
                      <a:pt x="2578" y="1214"/>
                    </a:cubicBezTo>
                    <a:cubicBezTo>
                      <a:pt x="2594" y="1173"/>
                      <a:pt x="2557" y="1138"/>
                      <a:pt x="2521" y="1138"/>
                    </a:cubicBezTo>
                    <a:cubicBezTo>
                      <a:pt x="2513" y="1138"/>
                      <a:pt x="2505" y="1140"/>
                      <a:pt x="2498" y="1143"/>
                    </a:cubicBezTo>
                    <a:cubicBezTo>
                      <a:pt x="2468" y="1103"/>
                      <a:pt x="2448" y="1043"/>
                      <a:pt x="2468" y="993"/>
                    </a:cubicBezTo>
                    <a:cubicBezTo>
                      <a:pt x="2439" y="979"/>
                      <a:pt x="2421" y="965"/>
                      <a:pt x="2399" y="965"/>
                    </a:cubicBezTo>
                    <a:cubicBezTo>
                      <a:pt x="2389" y="965"/>
                      <a:pt x="2379" y="967"/>
                      <a:pt x="2367" y="973"/>
                    </a:cubicBezTo>
                    <a:lnTo>
                      <a:pt x="2387" y="953"/>
                    </a:lnTo>
                    <a:cubicBezTo>
                      <a:pt x="2365" y="927"/>
                      <a:pt x="2344" y="918"/>
                      <a:pt x="2324" y="918"/>
                    </a:cubicBezTo>
                    <a:cubicBezTo>
                      <a:pt x="2283" y="918"/>
                      <a:pt x="2247" y="956"/>
                      <a:pt x="2207" y="963"/>
                    </a:cubicBezTo>
                    <a:cubicBezTo>
                      <a:pt x="2187" y="973"/>
                      <a:pt x="2177" y="993"/>
                      <a:pt x="2157" y="993"/>
                    </a:cubicBezTo>
                    <a:cubicBezTo>
                      <a:pt x="2137" y="993"/>
                      <a:pt x="2087" y="963"/>
                      <a:pt x="2056" y="963"/>
                    </a:cubicBezTo>
                    <a:cubicBezTo>
                      <a:pt x="2117" y="933"/>
                      <a:pt x="2247" y="742"/>
                      <a:pt x="2107" y="732"/>
                    </a:cubicBezTo>
                    <a:cubicBezTo>
                      <a:pt x="2127" y="702"/>
                      <a:pt x="2127" y="682"/>
                      <a:pt x="2157" y="652"/>
                    </a:cubicBezTo>
                    <a:cubicBezTo>
                      <a:pt x="2137" y="612"/>
                      <a:pt x="2087" y="602"/>
                      <a:pt x="2056" y="592"/>
                    </a:cubicBezTo>
                    <a:cubicBezTo>
                      <a:pt x="2077" y="542"/>
                      <a:pt x="2107" y="502"/>
                      <a:pt x="2127" y="461"/>
                    </a:cubicBezTo>
                    <a:lnTo>
                      <a:pt x="2127" y="451"/>
                    </a:lnTo>
                    <a:cubicBezTo>
                      <a:pt x="2107" y="471"/>
                      <a:pt x="2097" y="502"/>
                      <a:pt x="2066" y="522"/>
                    </a:cubicBezTo>
                    <a:cubicBezTo>
                      <a:pt x="2180" y="296"/>
                      <a:pt x="2069" y="84"/>
                      <a:pt x="1920" y="84"/>
                    </a:cubicBezTo>
                    <a:cubicBezTo>
                      <a:pt x="1857" y="84"/>
                      <a:pt x="1788" y="122"/>
                      <a:pt x="1725" y="211"/>
                    </a:cubicBezTo>
                    <a:cubicBezTo>
                      <a:pt x="1655" y="70"/>
                      <a:pt x="1685" y="171"/>
                      <a:pt x="1585" y="90"/>
                    </a:cubicBezTo>
                    <a:cubicBezTo>
                      <a:pt x="1575" y="70"/>
                      <a:pt x="1575" y="10"/>
                      <a:pt x="15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41" name="Google Shape;16141;p54">
                <a:extLst>
                  <a:ext uri="{FF2B5EF4-FFF2-40B4-BE49-F238E27FC236}">
                    <a16:creationId xmlns:a16="http://schemas.microsoft.com/office/drawing/2014/main" id="{E81CC730-8DA9-0D20-4578-13E40D127227}"/>
                  </a:ext>
                </a:extLst>
              </p:cNvPr>
              <p:cNvSpPr/>
              <p:nvPr/>
            </p:nvSpPr>
            <p:spPr>
              <a:xfrm>
                <a:off x="1255200" y="4198531"/>
                <a:ext cx="110282" cy="67493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683" extrusionOk="0">
                    <a:moveTo>
                      <a:pt x="1566" y="1"/>
                    </a:moveTo>
                    <a:cubicBezTo>
                      <a:pt x="1385" y="101"/>
                      <a:pt x="1124" y="61"/>
                      <a:pt x="1124" y="342"/>
                    </a:cubicBezTo>
                    <a:cubicBezTo>
                      <a:pt x="1104" y="332"/>
                      <a:pt x="1094" y="302"/>
                      <a:pt x="1074" y="302"/>
                    </a:cubicBezTo>
                    <a:cubicBezTo>
                      <a:pt x="793" y="432"/>
                      <a:pt x="683" y="502"/>
                      <a:pt x="643" y="843"/>
                    </a:cubicBezTo>
                    <a:cubicBezTo>
                      <a:pt x="581" y="725"/>
                      <a:pt x="478" y="671"/>
                      <a:pt x="380" y="671"/>
                    </a:cubicBezTo>
                    <a:cubicBezTo>
                      <a:pt x="238" y="671"/>
                      <a:pt x="108" y="784"/>
                      <a:pt x="131" y="974"/>
                    </a:cubicBezTo>
                    <a:cubicBezTo>
                      <a:pt x="111" y="954"/>
                      <a:pt x="81" y="914"/>
                      <a:pt x="61" y="894"/>
                    </a:cubicBezTo>
                    <a:cubicBezTo>
                      <a:pt x="61" y="954"/>
                      <a:pt x="1" y="1034"/>
                      <a:pt x="21" y="1134"/>
                    </a:cubicBezTo>
                    <a:lnTo>
                      <a:pt x="21" y="1124"/>
                    </a:lnTo>
                    <a:lnTo>
                      <a:pt x="21" y="1124"/>
                    </a:lnTo>
                    <a:cubicBezTo>
                      <a:pt x="31" y="1194"/>
                      <a:pt x="11" y="1255"/>
                      <a:pt x="21" y="1305"/>
                    </a:cubicBezTo>
                    <a:cubicBezTo>
                      <a:pt x="51" y="1385"/>
                      <a:pt x="71" y="1355"/>
                      <a:pt x="121" y="1415"/>
                    </a:cubicBezTo>
                    <a:cubicBezTo>
                      <a:pt x="161" y="1455"/>
                      <a:pt x="161" y="1515"/>
                      <a:pt x="222" y="1546"/>
                    </a:cubicBezTo>
                    <a:cubicBezTo>
                      <a:pt x="255" y="1560"/>
                      <a:pt x="298" y="1564"/>
                      <a:pt x="344" y="1564"/>
                    </a:cubicBezTo>
                    <a:cubicBezTo>
                      <a:pt x="394" y="1564"/>
                      <a:pt x="448" y="1560"/>
                      <a:pt x="497" y="1560"/>
                    </a:cubicBezTo>
                    <a:cubicBezTo>
                      <a:pt x="524" y="1560"/>
                      <a:pt x="550" y="1561"/>
                      <a:pt x="573" y="1566"/>
                    </a:cubicBezTo>
                    <a:cubicBezTo>
                      <a:pt x="842" y="1627"/>
                      <a:pt x="1164" y="1683"/>
                      <a:pt x="1462" y="1683"/>
                    </a:cubicBezTo>
                    <a:cubicBezTo>
                      <a:pt x="1553" y="1683"/>
                      <a:pt x="1642" y="1678"/>
                      <a:pt x="1726" y="1666"/>
                    </a:cubicBezTo>
                    <a:cubicBezTo>
                      <a:pt x="1806" y="1656"/>
                      <a:pt x="1877" y="1616"/>
                      <a:pt x="1947" y="1596"/>
                    </a:cubicBezTo>
                    <a:cubicBezTo>
                      <a:pt x="1964" y="1594"/>
                      <a:pt x="1981" y="1593"/>
                      <a:pt x="1998" y="1593"/>
                    </a:cubicBezTo>
                    <a:cubicBezTo>
                      <a:pt x="2071" y="1593"/>
                      <a:pt x="2143" y="1608"/>
                      <a:pt x="2208" y="1616"/>
                    </a:cubicBezTo>
                    <a:cubicBezTo>
                      <a:pt x="2229" y="1617"/>
                      <a:pt x="2250" y="1618"/>
                      <a:pt x="2271" y="1618"/>
                    </a:cubicBezTo>
                    <a:cubicBezTo>
                      <a:pt x="2430" y="1618"/>
                      <a:pt x="2551" y="1580"/>
                      <a:pt x="2649" y="1455"/>
                    </a:cubicBezTo>
                    <a:cubicBezTo>
                      <a:pt x="2689" y="1405"/>
                      <a:pt x="2749" y="1345"/>
                      <a:pt x="2739" y="1285"/>
                    </a:cubicBezTo>
                    <a:cubicBezTo>
                      <a:pt x="2730" y="1232"/>
                      <a:pt x="2709" y="1221"/>
                      <a:pt x="2682" y="1221"/>
                    </a:cubicBezTo>
                    <a:cubicBezTo>
                      <a:pt x="2660" y="1221"/>
                      <a:pt x="2635" y="1228"/>
                      <a:pt x="2608" y="1228"/>
                    </a:cubicBezTo>
                    <a:cubicBezTo>
                      <a:pt x="2599" y="1228"/>
                      <a:pt x="2589" y="1227"/>
                      <a:pt x="2579" y="1225"/>
                    </a:cubicBezTo>
                    <a:cubicBezTo>
                      <a:pt x="2603" y="1175"/>
                      <a:pt x="2567" y="1139"/>
                      <a:pt x="2526" y="1139"/>
                    </a:cubicBezTo>
                    <a:cubicBezTo>
                      <a:pt x="2517" y="1139"/>
                      <a:pt x="2507" y="1141"/>
                      <a:pt x="2498" y="1144"/>
                    </a:cubicBezTo>
                    <a:cubicBezTo>
                      <a:pt x="2468" y="1104"/>
                      <a:pt x="2458" y="1044"/>
                      <a:pt x="2468" y="994"/>
                    </a:cubicBezTo>
                    <a:cubicBezTo>
                      <a:pt x="2449" y="981"/>
                      <a:pt x="2434" y="968"/>
                      <a:pt x="2416" y="968"/>
                    </a:cubicBezTo>
                    <a:cubicBezTo>
                      <a:pt x="2405" y="968"/>
                      <a:pt x="2393" y="973"/>
                      <a:pt x="2378" y="984"/>
                    </a:cubicBezTo>
                    <a:lnTo>
                      <a:pt x="2388" y="954"/>
                    </a:lnTo>
                    <a:cubicBezTo>
                      <a:pt x="2369" y="928"/>
                      <a:pt x="2351" y="919"/>
                      <a:pt x="2333" y="919"/>
                    </a:cubicBezTo>
                    <a:cubicBezTo>
                      <a:pt x="2295" y="919"/>
                      <a:pt x="2258" y="960"/>
                      <a:pt x="2218" y="974"/>
                    </a:cubicBezTo>
                    <a:cubicBezTo>
                      <a:pt x="2198" y="974"/>
                      <a:pt x="2188" y="994"/>
                      <a:pt x="2167" y="994"/>
                    </a:cubicBezTo>
                    <a:cubicBezTo>
                      <a:pt x="2147" y="994"/>
                      <a:pt x="2097" y="964"/>
                      <a:pt x="2067" y="964"/>
                    </a:cubicBezTo>
                    <a:cubicBezTo>
                      <a:pt x="2127" y="934"/>
                      <a:pt x="2258" y="743"/>
                      <a:pt x="2117" y="733"/>
                    </a:cubicBezTo>
                    <a:cubicBezTo>
                      <a:pt x="2137" y="703"/>
                      <a:pt x="2137" y="683"/>
                      <a:pt x="2167" y="653"/>
                    </a:cubicBezTo>
                    <a:cubicBezTo>
                      <a:pt x="2147" y="613"/>
                      <a:pt x="2097" y="603"/>
                      <a:pt x="2057" y="593"/>
                    </a:cubicBezTo>
                    <a:cubicBezTo>
                      <a:pt x="2087" y="542"/>
                      <a:pt x="2107" y="502"/>
                      <a:pt x="2137" y="462"/>
                    </a:cubicBezTo>
                    <a:lnTo>
                      <a:pt x="2127" y="462"/>
                    </a:lnTo>
                    <a:cubicBezTo>
                      <a:pt x="2107" y="482"/>
                      <a:pt x="2107" y="512"/>
                      <a:pt x="2077" y="522"/>
                    </a:cubicBezTo>
                    <a:cubicBezTo>
                      <a:pt x="2189" y="298"/>
                      <a:pt x="2076" y="89"/>
                      <a:pt x="1930" y="89"/>
                    </a:cubicBezTo>
                    <a:cubicBezTo>
                      <a:pt x="1866" y="89"/>
                      <a:pt x="1797" y="128"/>
                      <a:pt x="1736" y="222"/>
                    </a:cubicBezTo>
                    <a:cubicBezTo>
                      <a:pt x="1656" y="71"/>
                      <a:pt x="1696" y="171"/>
                      <a:pt x="1586" y="91"/>
                    </a:cubicBezTo>
                    <a:cubicBezTo>
                      <a:pt x="1586" y="71"/>
                      <a:pt x="1586" y="21"/>
                      <a:pt x="15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42" name="Google Shape;16142;p54">
                <a:extLst>
                  <a:ext uri="{FF2B5EF4-FFF2-40B4-BE49-F238E27FC236}">
                    <a16:creationId xmlns:a16="http://schemas.microsoft.com/office/drawing/2014/main" id="{4B0F0A93-CDCE-64B6-5B05-F564EBDE7EB3}"/>
                  </a:ext>
                </a:extLst>
              </p:cNvPr>
              <p:cNvSpPr/>
              <p:nvPr/>
            </p:nvSpPr>
            <p:spPr>
              <a:xfrm>
                <a:off x="1510259" y="4187703"/>
                <a:ext cx="70019" cy="44273"/>
              </a:xfrm>
              <a:custGeom>
                <a:avLst/>
                <a:gdLst/>
                <a:ahLst/>
                <a:cxnLst/>
                <a:rect l="l" t="t" r="r" b="b"/>
                <a:pathLst>
                  <a:path w="1746" h="1104" extrusionOk="0">
                    <a:moveTo>
                      <a:pt x="1555" y="0"/>
                    </a:moveTo>
                    <a:cubicBezTo>
                      <a:pt x="1364" y="90"/>
                      <a:pt x="1104" y="60"/>
                      <a:pt x="1104" y="341"/>
                    </a:cubicBezTo>
                    <a:cubicBezTo>
                      <a:pt x="1084" y="331"/>
                      <a:pt x="1073" y="301"/>
                      <a:pt x="1053" y="291"/>
                    </a:cubicBezTo>
                    <a:cubicBezTo>
                      <a:pt x="773" y="421"/>
                      <a:pt x="662" y="502"/>
                      <a:pt x="632" y="843"/>
                    </a:cubicBezTo>
                    <a:cubicBezTo>
                      <a:pt x="566" y="722"/>
                      <a:pt x="460" y="667"/>
                      <a:pt x="362" y="667"/>
                    </a:cubicBezTo>
                    <a:cubicBezTo>
                      <a:pt x="222" y="667"/>
                      <a:pt x="97" y="779"/>
                      <a:pt x="121" y="973"/>
                    </a:cubicBezTo>
                    <a:cubicBezTo>
                      <a:pt x="91" y="943"/>
                      <a:pt x="60" y="913"/>
                      <a:pt x="40" y="883"/>
                    </a:cubicBezTo>
                    <a:cubicBezTo>
                      <a:pt x="40" y="943"/>
                      <a:pt x="0" y="1013"/>
                      <a:pt x="0" y="1103"/>
                    </a:cubicBezTo>
                    <a:cubicBezTo>
                      <a:pt x="20" y="1073"/>
                      <a:pt x="50" y="1043"/>
                      <a:pt x="80" y="1023"/>
                    </a:cubicBezTo>
                    <a:cubicBezTo>
                      <a:pt x="103" y="1012"/>
                      <a:pt x="122" y="1007"/>
                      <a:pt x="138" y="1007"/>
                    </a:cubicBezTo>
                    <a:cubicBezTo>
                      <a:pt x="208" y="1007"/>
                      <a:pt x="232" y="1093"/>
                      <a:pt x="321" y="1093"/>
                    </a:cubicBezTo>
                    <a:cubicBezTo>
                      <a:pt x="321" y="993"/>
                      <a:pt x="331" y="933"/>
                      <a:pt x="422" y="893"/>
                    </a:cubicBezTo>
                    <a:cubicBezTo>
                      <a:pt x="432" y="893"/>
                      <a:pt x="452" y="913"/>
                      <a:pt x="472" y="913"/>
                    </a:cubicBezTo>
                    <a:cubicBezTo>
                      <a:pt x="499" y="904"/>
                      <a:pt x="526" y="861"/>
                      <a:pt x="554" y="861"/>
                    </a:cubicBezTo>
                    <a:cubicBezTo>
                      <a:pt x="557" y="861"/>
                      <a:pt x="559" y="862"/>
                      <a:pt x="562" y="863"/>
                    </a:cubicBezTo>
                    <a:cubicBezTo>
                      <a:pt x="599" y="863"/>
                      <a:pt x="593" y="924"/>
                      <a:pt x="633" y="924"/>
                    </a:cubicBezTo>
                    <a:cubicBezTo>
                      <a:pt x="636" y="924"/>
                      <a:pt x="639" y="923"/>
                      <a:pt x="642" y="923"/>
                    </a:cubicBezTo>
                    <a:cubicBezTo>
                      <a:pt x="682" y="913"/>
                      <a:pt x="672" y="802"/>
                      <a:pt x="692" y="762"/>
                    </a:cubicBezTo>
                    <a:cubicBezTo>
                      <a:pt x="742" y="672"/>
                      <a:pt x="853" y="652"/>
                      <a:pt x="923" y="612"/>
                    </a:cubicBezTo>
                    <a:cubicBezTo>
                      <a:pt x="973" y="592"/>
                      <a:pt x="1003" y="542"/>
                      <a:pt x="1073" y="522"/>
                    </a:cubicBezTo>
                    <a:cubicBezTo>
                      <a:pt x="1174" y="502"/>
                      <a:pt x="1174" y="532"/>
                      <a:pt x="1244" y="421"/>
                    </a:cubicBezTo>
                    <a:cubicBezTo>
                      <a:pt x="1267" y="375"/>
                      <a:pt x="1255" y="328"/>
                      <a:pt x="1299" y="328"/>
                    </a:cubicBezTo>
                    <a:cubicBezTo>
                      <a:pt x="1312" y="328"/>
                      <a:pt x="1329" y="332"/>
                      <a:pt x="1354" y="341"/>
                    </a:cubicBezTo>
                    <a:cubicBezTo>
                      <a:pt x="1330" y="242"/>
                      <a:pt x="1386" y="157"/>
                      <a:pt x="1479" y="157"/>
                    </a:cubicBezTo>
                    <a:cubicBezTo>
                      <a:pt x="1499" y="157"/>
                      <a:pt x="1521" y="161"/>
                      <a:pt x="1545" y="171"/>
                    </a:cubicBezTo>
                    <a:cubicBezTo>
                      <a:pt x="1575" y="181"/>
                      <a:pt x="1595" y="221"/>
                      <a:pt x="1635" y="231"/>
                    </a:cubicBezTo>
                    <a:cubicBezTo>
                      <a:pt x="1639" y="233"/>
                      <a:pt x="1645" y="234"/>
                      <a:pt x="1652" y="234"/>
                    </a:cubicBezTo>
                    <a:cubicBezTo>
                      <a:pt x="1669" y="234"/>
                      <a:pt x="1695" y="228"/>
                      <a:pt x="1719" y="228"/>
                    </a:cubicBezTo>
                    <a:cubicBezTo>
                      <a:pt x="1728" y="228"/>
                      <a:pt x="1737" y="229"/>
                      <a:pt x="1746" y="231"/>
                    </a:cubicBezTo>
                    <a:lnTo>
                      <a:pt x="1736" y="191"/>
                    </a:lnTo>
                    <a:lnTo>
                      <a:pt x="1715" y="211"/>
                    </a:lnTo>
                    <a:cubicBezTo>
                      <a:pt x="1645" y="70"/>
                      <a:pt x="1675" y="171"/>
                      <a:pt x="1575" y="90"/>
                    </a:cubicBezTo>
                    <a:cubicBezTo>
                      <a:pt x="1565" y="70"/>
                      <a:pt x="1565" y="10"/>
                      <a:pt x="155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6143" name="Google Shape;16143;p54">
              <a:extLst>
                <a:ext uri="{FF2B5EF4-FFF2-40B4-BE49-F238E27FC236}">
                  <a16:creationId xmlns:a16="http://schemas.microsoft.com/office/drawing/2014/main" id="{0FBB4F5E-2C15-B59A-758F-B9EA80FBD1C6}"/>
                </a:ext>
              </a:extLst>
            </p:cNvPr>
            <p:cNvGrpSpPr/>
            <p:nvPr/>
          </p:nvGrpSpPr>
          <p:grpSpPr>
            <a:xfrm rot="-575426">
              <a:off x="4977464" y="4241675"/>
              <a:ext cx="824216" cy="233743"/>
              <a:chOff x="2436564" y="2774658"/>
              <a:chExt cx="737475" cy="209143"/>
            </a:xfrm>
          </p:grpSpPr>
          <p:sp>
            <p:nvSpPr>
              <p:cNvPr id="16144" name="Google Shape;16144;p54">
                <a:extLst>
                  <a:ext uri="{FF2B5EF4-FFF2-40B4-BE49-F238E27FC236}">
                    <a16:creationId xmlns:a16="http://schemas.microsoft.com/office/drawing/2014/main" id="{A55BE77A-76E1-01E9-822A-FCA93F1ACAA4}"/>
                  </a:ext>
                </a:extLst>
              </p:cNvPr>
              <p:cNvSpPr/>
              <p:nvPr/>
            </p:nvSpPr>
            <p:spPr>
              <a:xfrm>
                <a:off x="2436564" y="2775028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45" name="Google Shape;16145;p54">
                <a:extLst>
                  <a:ext uri="{FF2B5EF4-FFF2-40B4-BE49-F238E27FC236}">
                    <a16:creationId xmlns:a16="http://schemas.microsoft.com/office/drawing/2014/main" id="{A5961E04-484B-3497-8198-DF5E30E77973}"/>
                  </a:ext>
                </a:extLst>
              </p:cNvPr>
              <p:cNvSpPr/>
              <p:nvPr/>
            </p:nvSpPr>
            <p:spPr>
              <a:xfrm rot="-293525">
                <a:off x="2946011" y="2783857"/>
                <a:ext cx="222094" cy="148664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46" name="Google Shape;16146;p54">
                <a:extLst>
                  <a:ext uri="{FF2B5EF4-FFF2-40B4-BE49-F238E27FC236}">
                    <a16:creationId xmlns:a16="http://schemas.microsoft.com/office/drawing/2014/main" id="{56B52077-3D0A-CC7A-9426-F1D2E2DD813A}"/>
                  </a:ext>
                </a:extLst>
              </p:cNvPr>
              <p:cNvSpPr/>
              <p:nvPr/>
            </p:nvSpPr>
            <p:spPr>
              <a:xfrm>
                <a:off x="2530687" y="2788623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47" name="Google Shape;16147;p54">
                <a:extLst>
                  <a:ext uri="{FF2B5EF4-FFF2-40B4-BE49-F238E27FC236}">
                    <a16:creationId xmlns:a16="http://schemas.microsoft.com/office/drawing/2014/main" id="{A0E8FCA8-B18B-B4A8-8CF3-DF679AFF67E3}"/>
                  </a:ext>
                </a:extLst>
              </p:cNvPr>
              <p:cNvSpPr/>
              <p:nvPr/>
            </p:nvSpPr>
            <p:spPr>
              <a:xfrm>
                <a:off x="2874784" y="2820106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48" name="Google Shape;16148;p54">
                <a:extLst>
                  <a:ext uri="{FF2B5EF4-FFF2-40B4-BE49-F238E27FC236}">
                    <a16:creationId xmlns:a16="http://schemas.microsoft.com/office/drawing/2014/main" id="{62E2E402-4DC1-9EEB-0BF9-90DA7B843FBD}"/>
                  </a:ext>
                </a:extLst>
              </p:cNvPr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6149" name="Google Shape;16149;p54">
              <a:extLst>
                <a:ext uri="{FF2B5EF4-FFF2-40B4-BE49-F238E27FC236}">
                  <a16:creationId xmlns:a16="http://schemas.microsoft.com/office/drawing/2014/main" id="{1F53BFAF-31BB-28A3-68C1-4966C765256F}"/>
                </a:ext>
              </a:extLst>
            </p:cNvPr>
            <p:cNvGrpSpPr/>
            <p:nvPr/>
          </p:nvGrpSpPr>
          <p:grpSpPr>
            <a:xfrm rot="-263875">
              <a:off x="5836717" y="4098665"/>
              <a:ext cx="813287" cy="233323"/>
              <a:chOff x="2447923" y="2707800"/>
              <a:chExt cx="727715" cy="208774"/>
            </a:xfrm>
          </p:grpSpPr>
          <p:sp>
            <p:nvSpPr>
              <p:cNvPr id="16150" name="Google Shape;16150;p54">
                <a:extLst>
                  <a:ext uri="{FF2B5EF4-FFF2-40B4-BE49-F238E27FC236}">
                    <a16:creationId xmlns:a16="http://schemas.microsoft.com/office/drawing/2014/main" id="{D64BF7B0-58C9-D58B-1A25-FF37528AE807}"/>
                  </a:ext>
                </a:extLst>
              </p:cNvPr>
              <p:cNvSpPr/>
              <p:nvPr/>
            </p:nvSpPr>
            <p:spPr>
              <a:xfrm>
                <a:off x="2447923" y="2707800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51" name="Google Shape;16151;p54">
                <a:extLst>
                  <a:ext uri="{FF2B5EF4-FFF2-40B4-BE49-F238E27FC236}">
                    <a16:creationId xmlns:a16="http://schemas.microsoft.com/office/drawing/2014/main" id="{6B1EDA46-3BEC-C524-863E-334B64E7D55F}"/>
                  </a:ext>
                </a:extLst>
              </p:cNvPr>
              <p:cNvSpPr/>
              <p:nvPr/>
            </p:nvSpPr>
            <p:spPr>
              <a:xfrm>
                <a:off x="2953550" y="2749147"/>
                <a:ext cx="222088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52" name="Google Shape;16152;p54">
                <a:extLst>
                  <a:ext uri="{FF2B5EF4-FFF2-40B4-BE49-F238E27FC236}">
                    <a16:creationId xmlns:a16="http://schemas.microsoft.com/office/drawing/2014/main" id="{0869C411-D0C1-3500-C8CF-EAC8D4BFD964}"/>
                  </a:ext>
                </a:extLst>
              </p:cNvPr>
              <p:cNvSpPr/>
              <p:nvPr/>
            </p:nvSpPr>
            <p:spPr>
              <a:xfrm>
                <a:off x="2542046" y="2721395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53" name="Google Shape;16153;p54">
                <a:extLst>
                  <a:ext uri="{FF2B5EF4-FFF2-40B4-BE49-F238E27FC236}">
                    <a16:creationId xmlns:a16="http://schemas.microsoft.com/office/drawing/2014/main" id="{6D02B618-8092-8BBC-C60E-5C581C51FF38}"/>
                  </a:ext>
                </a:extLst>
              </p:cNvPr>
              <p:cNvSpPr/>
              <p:nvPr/>
            </p:nvSpPr>
            <p:spPr>
              <a:xfrm>
                <a:off x="2871498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54" name="Google Shape;16154;p54">
                <a:extLst>
                  <a:ext uri="{FF2B5EF4-FFF2-40B4-BE49-F238E27FC236}">
                    <a16:creationId xmlns:a16="http://schemas.microsoft.com/office/drawing/2014/main" id="{08AA3B73-7A41-03BC-CEA2-E78D1AD3C735}"/>
                  </a:ext>
                </a:extLst>
              </p:cNvPr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6155" name="Google Shape;16155;p54">
            <a:extLst>
              <a:ext uri="{FF2B5EF4-FFF2-40B4-BE49-F238E27FC236}">
                <a16:creationId xmlns:a16="http://schemas.microsoft.com/office/drawing/2014/main" id="{F3FC4771-807F-4CC0-9102-040100AECAC6}"/>
              </a:ext>
            </a:extLst>
          </p:cNvPr>
          <p:cNvGrpSpPr/>
          <p:nvPr/>
        </p:nvGrpSpPr>
        <p:grpSpPr>
          <a:xfrm rot="-137787" flipH="1">
            <a:off x="-75634" y="3780939"/>
            <a:ext cx="4319781" cy="935867"/>
            <a:chOff x="4963752" y="4000536"/>
            <a:chExt cx="2501340" cy="541907"/>
          </a:xfrm>
        </p:grpSpPr>
        <p:sp>
          <p:nvSpPr>
            <p:cNvPr id="16156" name="Google Shape;16156;p54">
              <a:extLst>
                <a:ext uri="{FF2B5EF4-FFF2-40B4-BE49-F238E27FC236}">
                  <a16:creationId xmlns:a16="http://schemas.microsoft.com/office/drawing/2014/main" id="{377417C6-7EF2-F511-6DD8-3229ABB1D744}"/>
                </a:ext>
              </a:extLst>
            </p:cNvPr>
            <p:cNvSpPr/>
            <p:nvPr/>
          </p:nvSpPr>
          <p:spPr>
            <a:xfrm>
              <a:off x="5654130" y="4242777"/>
              <a:ext cx="302221" cy="80900"/>
            </a:xfrm>
            <a:custGeom>
              <a:avLst/>
              <a:gdLst/>
              <a:ahLst/>
              <a:cxnLst/>
              <a:rect l="l" t="t" r="r" b="b"/>
              <a:pathLst>
                <a:path w="6743" h="1805" extrusionOk="0">
                  <a:moveTo>
                    <a:pt x="3531" y="1"/>
                  </a:moveTo>
                  <a:cubicBezTo>
                    <a:pt x="3435" y="1"/>
                    <a:pt x="3356" y="63"/>
                    <a:pt x="3341" y="228"/>
                  </a:cubicBezTo>
                  <a:cubicBezTo>
                    <a:pt x="3310" y="178"/>
                    <a:pt x="3270" y="97"/>
                    <a:pt x="3210" y="77"/>
                  </a:cubicBezTo>
                  <a:cubicBezTo>
                    <a:pt x="3189" y="66"/>
                    <a:pt x="3168" y="60"/>
                    <a:pt x="3146" y="60"/>
                  </a:cubicBezTo>
                  <a:cubicBezTo>
                    <a:pt x="2960" y="60"/>
                    <a:pt x="2757" y="455"/>
                    <a:pt x="2739" y="689"/>
                  </a:cubicBezTo>
                  <a:cubicBezTo>
                    <a:pt x="2679" y="639"/>
                    <a:pt x="2608" y="649"/>
                    <a:pt x="2548" y="629"/>
                  </a:cubicBezTo>
                  <a:cubicBezTo>
                    <a:pt x="2548" y="689"/>
                    <a:pt x="2518" y="739"/>
                    <a:pt x="2528" y="799"/>
                  </a:cubicBezTo>
                  <a:cubicBezTo>
                    <a:pt x="2433" y="745"/>
                    <a:pt x="2320" y="618"/>
                    <a:pt x="2226" y="618"/>
                  </a:cubicBezTo>
                  <a:cubicBezTo>
                    <a:pt x="2181" y="618"/>
                    <a:pt x="2139" y="648"/>
                    <a:pt x="2107" y="729"/>
                  </a:cubicBezTo>
                  <a:cubicBezTo>
                    <a:pt x="2028" y="662"/>
                    <a:pt x="1946" y="607"/>
                    <a:pt x="1872" y="607"/>
                  </a:cubicBezTo>
                  <a:cubicBezTo>
                    <a:pt x="1814" y="607"/>
                    <a:pt x="1760" y="641"/>
                    <a:pt x="1716" y="729"/>
                  </a:cubicBezTo>
                  <a:cubicBezTo>
                    <a:pt x="1655" y="654"/>
                    <a:pt x="1520" y="470"/>
                    <a:pt x="1428" y="470"/>
                  </a:cubicBezTo>
                  <a:cubicBezTo>
                    <a:pt x="1398" y="470"/>
                    <a:pt x="1372" y="489"/>
                    <a:pt x="1354" y="539"/>
                  </a:cubicBezTo>
                  <a:cubicBezTo>
                    <a:pt x="1320" y="445"/>
                    <a:pt x="1273" y="407"/>
                    <a:pt x="1220" y="407"/>
                  </a:cubicBezTo>
                  <a:cubicBezTo>
                    <a:pt x="1166" y="407"/>
                    <a:pt x="1105" y="447"/>
                    <a:pt x="1044" y="509"/>
                  </a:cubicBezTo>
                  <a:cubicBezTo>
                    <a:pt x="953" y="408"/>
                    <a:pt x="893" y="278"/>
                    <a:pt x="763" y="258"/>
                  </a:cubicBezTo>
                  <a:cubicBezTo>
                    <a:pt x="760" y="257"/>
                    <a:pt x="757" y="257"/>
                    <a:pt x="754" y="257"/>
                  </a:cubicBezTo>
                  <a:cubicBezTo>
                    <a:pt x="678" y="257"/>
                    <a:pt x="620" y="381"/>
                    <a:pt x="562" y="448"/>
                  </a:cubicBezTo>
                  <a:cubicBezTo>
                    <a:pt x="527" y="421"/>
                    <a:pt x="494" y="409"/>
                    <a:pt x="463" y="409"/>
                  </a:cubicBezTo>
                  <a:cubicBezTo>
                    <a:pt x="335" y="409"/>
                    <a:pt x="245" y="612"/>
                    <a:pt x="221" y="749"/>
                  </a:cubicBezTo>
                  <a:cubicBezTo>
                    <a:pt x="0" y="890"/>
                    <a:pt x="161" y="1221"/>
                    <a:pt x="341" y="1361"/>
                  </a:cubicBezTo>
                  <a:cubicBezTo>
                    <a:pt x="552" y="1522"/>
                    <a:pt x="893" y="1522"/>
                    <a:pt x="1134" y="1532"/>
                  </a:cubicBezTo>
                  <a:cubicBezTo>
                    <a:pt x="1675" y="1572"/>
                    <a:pt x="2207" y="1702"/>
                    <a:pt x="2749" y="1772"/>
                  </a:cubicBezTo>
                  <a:cubicBezTo>
                    <a:pt x="2920" y="1795"/>
                    <a:pt x="3090" y="1805"/>
                    <a:pt x="3261" y="1805"/>
                  </a:cubicBezTo>
                  <a:cubicBezTo>
                    <a:pt x="3983" y="1805"/>
                    <a:pt x="4707" y="1636"/>
                    <a:pt x="5437" y="1612"/>
                  </a:cubicBezTo>
                  <a:cubicBezTo>
                    <a:pt x="5668" y="1602"/>
                    <a:pt x="6671" y="1652"/>
                    <a:pt x="6711" y="1211"/>
                  </a:cubicBezTo>
                  <a:cubicBezTo>
                    <a:pt x="6742" y="951"/>
                    <a:pt x="6421" y="684"/>
                    <a:pt x="6180" y="684"/>
                  </a:cubicBezTo>
                  <a:cubicBezTo>
                    <a:pt x="6114" y="684"/>
                    <a:pt x="6054" y="704"/>
                    <a:pt x="6009" y="749"/>
                  </a:cubicBezTo>
                  <a:cubicBezTo>
                    <a:pt x="5967" y="642"/>
                    <a:pt x="5872" y="602"/>
                    <a:pt x="5763" y="602"/>
                  </a:cubicBezTo>
                  <a:cubicBezTo>
                    <a:pt x="5586" y="602"/>
                    <a:pt x="5373" y="706"/>
                    <a:pt x="5286" y="799"/>
                  </a:cubicBezTo>
                  <a:cubicBezTo>
                    <a:pt x="5216" y="736"/>
                    <a:pt x="5127" y="693"/>
                    <a:pt x="5042" y="693"/>
                  </a:cubicBezTo>
                  <a:cubicBezTo>
                    <a:pt x="5005" y="693"/>
                    <a:pt x="4969" y="701"/>
                    <a:pt x="4935" y="719"/>
                  </a:cubicBezTo>
                  <a:cubicBezTo>
                    <a:pt x="4888" y="636"/>
                    <a:pt x="4792" y="557"/>
                    <a:pt x="4715" y="557"/>
                  </a:cubicBezTo>
                  <a:cubicBezTo>
                    <a:pt x="4661" y="557"/>
                    <a:pt x="4617" y="596"/>
                    <a:pt x="4604" y="699"/>
                  </a:cubicBezTo>
                  <a:cubicBezTo>
                    <a:pt x="4566" y="544"/>
                    <a:pt x="4454" y="485"/>
                    <a:pt x="4327" y="485"/>
                  </a:cubicBezTo>
                  <a:cubicBezTo>
                    <a:pt x="4290" y="485"/>
                    <a:pt x="4252" y="489"/>
                    <a:pt x="4213" y="498"/>
                  </a:cubicBezTo>
                  <a:cubicBezTo>
                    <a:pt x="4223" y="353"/>
                    <a:pt x="4046" y="227"/>
                    <a:pt x="3926" y="227"/>
                  </a:cubicBezTo>
                  <a:cubicBezTo>
                    <a:pt x="3921" y="227"/>
                    <a:pt x="3917" y="227"/>
                    <a:pt x="3912" y="228"/>
                  </a:cubicBezTo>
                  <a:lnTo>
                    <a:pt x="3932" y="298"/>
                  </a:lnTo>
                  <a:cubicBezTo>
                    <a:pt x="3871" y="151"/>
                    <a:pt x="3680" y="1"/>
                    <a:pt x="35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6157" name="Google Shape;16157;p54">
              <a:extLst>
                <a:ext uri="{FF2B5EF4-FFF2-40B4-BE49-F238E27FC236}">
                  <a16:creationId xmlns:a16="http://schemas.microsoft.com/office/drawing/2014/main" id="{70C18987-E0AC-276A-F265-783ACFA56699}"/>
                </a:ext>
              </a:extLst>
            </p:cNvPr>
            <p:cNvGrpSpPr/>
            <p:nvPr/>
          </p:nvGrpSpPr>
          <p:grpSpPr>
            <a:xfrm rot="-278360">
              <a:off x="6533282" y="4037668"/>
              <a:ext cx="925757" cy="187175"/>
              <a:chOff x="1255200" y="4115196"/>
              <a:chExt cx="828298" cy="167470"/>
            </a:xfrm>
          </p:grpSpPr>
          <p:sp>
            <p:nvSpPr>
              <p:cNvPr id="16158" name="Google Shape;16158;p54">
                <a:extLst>
                  <a:ext uri="{FF2B5EF4-FFF2-40B4-BE49-F238E27FC236}">
                    <a16:creationId xmlns:a16="http://schemas.microsoft.com/office/drawing/2014/main" id="{38D42E07-A1C7-D10F-1D62-271F1AA22C70}"/>
                  </a:ext>
                </a:extLst>
              </p:cNvPr>
              <p:cNvSpPr/>
              <p:nvPr/>
            </p:nvSpPr>
            <p:spPr>
              <a:xfrm>
                <a:off x="1806305" y="4141304"/>
                <a:ext cx="203600" cy="110522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2756" extrusionOk="0">
                    <a:moveTo>
                      <a:pt x="4069" y="1"/>
                    </a:moveTo>
                    <a:cubicBezTo>
                      <a:pt x="3971" y="1"/>
                      <a:pt x="3853" y="67"/>
                      <a:pt x="3762" y="224"/>
                    </a:cubicBezTo>
                    <a:cubicBezTo>
                      <a:pt x="3742" y="204"/>
                      <a:pt x="3732" y="174"/>
                      <a:pt x="3712" y="154"/>
                    </a:cubicBezTo>
                    <a:cubicBezTo>
                      <a:pt x="3632" y="224"/>
                      <a:pt x="3562" y="324"/>
                      <a:pt x="3511" y="425"/>
                    </a:cubicBezTo>
                    <a:cubicBezTo>
                      <a:pt x="3478" y="387"/>
                      <a:pt x="3447" y="371"/>
                      <a:pt x="3417" y="371"/>
                    </a:cubicBezTo>
                    <a:cubicBezTo>
                      <a:pt x="3240" y="371"/>
                      <a:pt x="3124" y="949"/>
                      <a:pt x="3090" y="1087"/>
                    </a:cubicBezTo>
                    <a:cubicBezTo>
                      <a:pt x="3054" y="997"/>
                      <a:pt x="2994" y="923"/>
                      <a:pt x="2910" y="923"/>
                    </a:cubicBezTo>
                    <a:cubicBezTo>
                      <a:pt x="2900" y="923"/>
                      <a:pt x="2890" y="924"/>
                      <a:pt x="2879" y="926"/>
                    </a:cubicBezTo>
                    <a:cubicBezTo>
                      <a:pt x="2739" y="966"/>
                      <a:pt x="2719" y="1137"/>
                      <a:pt x="2719" y="1368"/>
                    </a:cubicBezTo>
                    <a:cubicBezTo>
                      <a:pt x="2729" y="1608"/>
                      <a:pt x="2849" y="1699"/>
                      <a:pt x="2859" y="1939"/>
                    </a:cubicBezTo>
                    <a:cubicBezTo>
                      <a:pt x="2830" y="1916"/>
                      <a:pt x="2808" y="1906"/>
                      <a:pt x="2784" y="1906"/>
                    </a:cubicBezTo>
                    <a:cubicBezTo>
                      <a:pt x="2767" y="1906"/>
                      <a:pt x="2750" y="1911"/>
                      <a:pt x="2729" y="1919"/>
                    </a:cubicBezTo>
                    <a:cubicBezTo>
                      <a:pt x="2619" y="1959"/>
                      <a:pt x="2669" y="2030"/>
                      <a:pt x="2639" y="2090"/>
                    </a:cubicBezTo>
                    <a:cubicBezTo>
                      <a:pt x="2619" y="2058"/>
                      <a:pt x="2573" y="2045"/>
                      <a:pt x="2523" y="2045"/>
                    </a:cubicBezTo>
                    <a:cubicBezTo>
                      <a:pt x="2447" y="2045"/>
                      <a:pt x="2362" y="2074"/>
                      <a:pt x="2338" y="2110"/>
                    </a:cubicBezTo>
                    <a:cubicBezTo>
                      <a:pt x="2299" y="1983"/>
                      <a:pt x="2317" y="1829"/>
                      <a:pt x="2208" y="1829"/>
                    </a:cubicBezTo>
                    <a:cubicBezTo>
                      <a:pt x="2204" y="1829"/>
                      <a:pt x="2201" y="1829"/>
                      <a:pt x="2197" y="1829"/>
                    </a:cubicBezTo>
                    <a:cubicBezTo>
                      <a:pt x="2188" y="1829"/>
                      <a:pt x="2179" y="1830"/>
                      <a:pt x="2170" y="1830"/>
                    </a:cubicBezTo>
                    <a:cubicBezTo>
                      <a:pt x="2060" y="1830"/>
                      <a:pt x="1957" y="1804"/>
                      <a:pt x="1870" y="1804"/>
                    </a:cubicBezTo>
                    <a:cubicBezTo>
                      <a:pt x="1776" y="1804"/>
                      <a:pt x="1701" y="1834"/>
                      <a:pt x="1656" y="1959"/>
                    </a:cubicBezTo>
                    <a:cubicBezTo>
                      <a:pt x="1568" y="1928"/>
                      <a:pt x="1454" y="1882"/>
                      <a:pt x="1357" y="1882"/>
                    </a:cubicBezTo>
                    <a:cubicBezTo>
                      <a:pt x="1265" y="1882"/>
                      <a:pt x="1189" y="1923"/>
                      <a:pt x="1164" y="2060"/>
                    </a:cubicBezTo>
                    <a:cubicBezTo>
                      <a:pt x="1023" y="1978"/>
                      <a:pt x="942" y="1929"/>
                      <a:pt x="868" y="1929"/>
                    </a:cubicBezTo>
                    <a:cubicBezTo>
                      <a:pt x="779" y="1929"/>
                      <a:pt x="701" y="2000"/>
                      <a:pt x="542" y="2170"/>
                    </a:cubicBezTo>
                    <a:cubicBezTo>
                      <a:pt x="468" y="2111"/>
                      <a:pt x="401" y="2086"/>
                      <a:pt x="341" y="2086"/>
                    </a:cubicBezTo>
                    <a:cubicBezTo>
                      <a:pt x="167" y="2086"/>
                      <a:pt x="53" y="2299"/>
                      <a:pt x="1" y="2501"/>
                    </a:cubicBezTo>
                    <a:cubicBezTo>
                      <a:pt x="161" y="2601"/>
                      <a:pt x="282" y="2672"/>
                      <a:pt x="582" y="2712"/>
                    </a:cubicBezTo>
                    <a:cubicBezTo>
                      <a:pt x="738" y="2732"/>
                      <a:pt x="893" y="2739"/>
                      <a:pt x="1050" y="2739"/>
                    </a:cubicBezTo>
                    <a:cubicBezTo>
                      <a:pt x="1207" y="2739"/>
                      <a:pt x="1365" y="2732"/>
                      <a:pt x="1525" y="2722"/>
                    </a:cubicBezTo>
                    <a:cubicBezTo>
                      <a:pt x="1556" y="2721"/>
                      <a:pt x="1586" y="2721"/>
                      <a:pt x="1617" y="2721"/>
                    </a:cubicBezTo>
                    <a:cubicBezTo>
                      <a:pt x="1920" y="2721"/>
                      <a:pt x="2218" y="2756"/>
                      <a:pt x="2520" y="2756"/>
                    </a:cubicBezTo>
                    <a:cubicBezTo>
                      <a:pt x="2576" y="2756"/>
                      <a:pt x="2632" y="2755"/>
                      <a:pt x="2689" y="2752"/>
                    </a:cubicBezTo>
                    <a:cubicBezTo>
                      <a:pt x="3221" y="2732"/>
                      <a:pt x="3722" y="2531"/>
                      <a:pt x="4244" y="2501"/>
                    </a:cubicBezTo>
                    <a:cubicBezTo>
                      <a:pt x="4424" y="2491"/>
                      <a:pt x="5076" y="2491"/>
                      <a:pt x="4916" y="2150"/>
                    </a:cubicBezTo>
                    <a:cubicBezTo>
                      <a:pt x="4956" y="2140"/>
                      <a:pt x="4996" y="2090"/>
                      <a:pt x="5036" y="2080"/>
                    </a:cubicBezTo>
                    <a:cubicBezTo>
                      <a:pt x="4956" y="1969"/>
                      <a:pt x="4815" y="1849"/>
                      <a:pt x="4765" y="1759"/>
                    </a:cubicBezTo>
                    <a:cubicBezTo>
                      <a:pt x="4765" y="1759"/>
                      <a:pt x="4795" y="1659"/>
                      <a:pt x="4775" y="1628"/>
                    </a:cubicBezTo>
                    <a:cubicBezTo>
                      <a:pt x="4765" y="1598"/>
                      <a:pt x="4615" y="1508"/>
                      <a:pt x="4575" y="1478"/>
                    </a:cubicBezTo>
                    <a:lnTo>
                      <a:pt x="4575" y="1478"/>
                    </a:lnTo>
                    <a:cubicBezTo>
                      <a:pt x="4588" y="1480"/>
                      <a:pt x="4600" y="1480"/>
                      <a:pt x="4611" y="1480"/>
                    </a:cubicBezTo>
                    <a:cubicBezTo>
                      <a:pt x="4803" y="1480"/>
                      <a:pt x="4697" y="1244"/>
                      <a:pt x="4555" y="1187"/>
                    </a:cubicBezTo>
                    <a:cubicBezTo>
                      <a:pt x="4728" y="1007"/>
                      <a:pt x="4534" y="916"/>
                      <a:pt x="4363" y="916"/>
                    </a:cubicBezTo>
                    <a:cubicBezTo>
                      <a:pt x="4306" y="916"/>
                      <a:pt x="4251" y="926"/>
                      <a:pt x="4214" y="946"/>
                    </a:cubicBezTo>
                    <a:cubicBezTo>
                      <a:pt x="4314" y="816"/>
                      <a:pt x="4234" y="615"/>
                      <a:pt x="4123" y="525"/>
                    </a:cubicBezTo>
                    <a:cubicBezTo>
                      <a:pt x="4372" y="231"/>
                      <a:pt x="4254" y="1"/>
                      <a:pt x="4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59" name="Google Shape;16159;p54">
                <a:extLst>
                  <a:ext uri="{FF2B5EF4-FFF2-40B4-BE49-F238E27FC236}">
                    <a16:creationId xmlns:a16="http://schemas.microsoft.com/office/drawing/2014/main" id="{8FAEB6B3-74B8-5B3A-33F6-9658D84F51F8}"/>
                  </a:ext>
                </a:extLst>
              </p:cNvPr>
              <p:cNvSpPr/>
              <p:nvPr/>
            </p:nvSpPr>
            <p:spPr>
              <a:xfrm>
                <a:off x="1807508" y="4214252"/>
                <a:ext cx="79684" cy="22538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62" extrusionOk="0">
                    <a:moveTo>
                      <a:pt x="1987" y="0"/>
                    </a:moveTo>
                    <a:cubicBezTo>
                      <a:pt x="1956" y="7"/>
                      <a:pt x="1924" y="8"/>
                      <a:pt x="1893" y="8"/>
                    </a:cubicBezTo>
                    <a:cubicBezTo>
                      <a:pt x="1873" y="8"/>
                      <a:pt x="1853" y="7"/>
                      <a:pt x="1833" y="7"/>
                    </a:cubicBezTo>
                    <a:cubicBezTo>
                      <a:pt x="1744" y="7"/>
                      <a:pt x="1664" y="18"/>
                      <a:pt x="1626" y="140"/>
                    </a:cubicBezTo>
                    <a:cubicBezTo>
                      <a:pt x="1538" y="109"/>
                      <a:pt x="1424" y="63"/>
                      <a:pt x="1327" y="63"/>
                    </a:cubicBezTo>
                    <a:cubicBezTo>
                      <a:pt x="1235" y="63"/>
                      <a:pt x="1159" y="104"/>
                      <a:pt x="1134" y="241"/>
                    </a:cubicBezTo>
                    <a:cubicBezTo>
                      <a:pt x="993" y="159"/>
                      <a:pt x="912" y="110"/>
                      <a:pt x="838" y="110"/>
                    </a:cubicBezTo>
                    <a:cubicBezTo>
                      <a:pt x="749" y="110"/>
                      <a:pt x="671" y="181"/>
                      <a:pt x="512" y="351"/>
                    </a:cubicBezTo>
                    <a:cubicBezTo>
                      <a:pt x="436" y="290"/>
                      <a:pt x="368" y="265"/>
                      <a:pt x="306" y="265"/>
                    </a:cubicBezTo>
                    <a:cubicBezTo>
                      <a:pt x="166" y="265"/>
                      <a:pt x="64" y="401"/>
                      <a:pt x="1" y="562"/>
                    </a:cubicBezTo>
                    <a:cubicBezTo>
                      <a:pt x="50" y="477"/>
                      <a:pt x="120" y="421"/>
                      <a:pt x="203" y="421"/>
                    </a:cubicBezTo>
                    <a:cubicBezTo>
                      <a:pt x="237" y="421"/>
                      <a:pt x="274" y="431"/>
                      <a:pt x="312" y="451"/>
                    </a:cubicBezTo>
                    <a:cubicBezTo>
                      <a:pt x="352" y="472"/>
                      <a:pt x="368" y="480"/>
                      <a:pt x="379" y="480"/>
                    </a:cubicBezTo>
                    <a:cubicBezTo>
                      <a:pt x="394" y="480"/>
                      <a:pt x="398" y="461"/>
                      <a:pt x="452" y="431"/>
                    </a:cubicBezTo>
                    <a:cubicBezTo>
                      <a:pt x="477" y="416"/>
                      <a:pt x="507" y="406"/>
                      <a:pt x="534" y="406"/>
                    </a:cubicBezTo>
                    <a:cubicBezTo>
                      <a:pt x="560" y="406"/>
                      <a:pt x="583" y="416"/>
                      <a:pt x="593" y="441"/>
                    </a:cubicBezTo>
                    <a:cubicBezTo>
                      <a:pt x="625" y="344"/>
                      <a:pt x="707" y="293"/>
                      <a:pt x="788" y="293"/>
                    </a:cubicBezTo>
                    <a:cubicBezTo>
                      <a:pt x="833" y="293"/>
                      <a:pt x="878" y="309"/>
                      <a:pt x="914" y="341"/>
                    </a:cubicBezTo>
                    <a:cubicBezTo>
                      <a:pt x="931" y="303"/>
                      <a:pt x="953" y="290"/>
                      <a:pt x="978" y="290"/>
                    </a:cubicBezTo>
                    <a:cubicBezTo>
                      <a:pt x="1011" y="290"/>
                      <a:pt x="1049" y="314"/>
                      <a:pt x="1084" y="331"/>
                    </a:cubicBezTo>
                    <a:cubicBezTo>
                      <a:pt x="1106" y="348"/>
                      <a:pt x="1122" y="358"/>
                      <a:pt x="1137" y="358"/>
                    </a:cubicBezTo>
                    <a:cubicBezTo>
                      <a:pt x="1157" y="358"/>
                      <a:pt x="1176" y="341"/>
                      <a:pt x="1204" y="301"/>
                    </a:cubicBezTo>
                    <a:cubicBezTo>
                      <a:pt x="1245" y="241"/>
                      <a:pt x="1245" y="201"/>
                      <a:pt x="1315" y="181"/>
                    </a:cubicBezTo>
                    <a:cubicBezTo>
                      <a:pt x="1328" y="178"/>
                      <a:pt x="1341" y="176"/>
                      <a:pt x="1352" y="176"/>
                    </a:cubicBezTo>
                    <a:cubicBezTo>
                      <a:pt x="1417" y="176"/>
                      <a:pt x="1451" y="223"/>
                      <a:pt x="1485" y="291"/>
                    </a:cubicBezTo>
                    <a:cubicBezTo>
                      <a:pt x="1498" y="276"/>
                      <a:pt x="1511" y="270"/>
                      <a:pt x="1525" y="270"/>
                    </a:cubicBezTo>
                    <a:cubicBezTo>
                      <a:pt x="1562" y="270"/>
                      <a:pt x="1602" y="312"/>
                      <a:pt x="1638" y="312"/>
                    </a:cubicBezTo>
                    <a:cubicBezTo>
                      <a:pt x="1640" y="312"/>
                      <a:pt x="1643" y="312"/>
                      <a:pt x="1646" y="311"/>
                    </a:cubicBezTo>
                    <a:cubicBezTo>
                      <a:pt x="1706" y="301"/>
                      <a:pt x="1706" y="261"/>
                      <a:pt x="1716" y="211"/>
                    </a:cubicBezTo>
                    <a:cubicBezTo>
                      <a:pt x="1746" y="140"/>
                      <a:pt x="1776" y="40"/>
                      <a:pt x="1856" y="40"/>
                    </a:cubicBezTo>
                    <a:cubicBezTo>
                      <a:pt x="1861" y="39"/>
                      <a:pt x="1865" y="39"/>
                      <a:pt x="1869" y="39"/>
                    </a:cubicBezTo>
                    <a:cubicBezTo>
                      <a:pt x="1895" y="39"/>
                      <a:pt x="1907" y="62"/>
                      <a:pt x="1927" y="62"/>
                    </a:cubicBezTo>
                    <a:cubicBezTo>
                      <a:pt x="1930" y="62"/>
                      <a:pt x="1933" y="61"/>
                      <a:pt x="1937" y="60"/>
                    </a:cubicBezTo>
                    <a:cubicBezTo>
                      <a:pt x="1967" y="50"/>
                      <a:pt x="1977" y="20"/>
                      <a:pt x="19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0" name="Google Shape;16160;p54">
                <a:extLst>
                  <a:ext uri="{FF2B5EF4-FFF2-40B4-BE49-F238E27FC236}">
                    <a16:creationId xmlns:a16="http://schemas.microsoft.com/office/drawing/2014/main" id="{EEDA3210-95B4-1B26-843F-F9DB8B892E46}"/>
                  </a:ext>
                </a:extLst>
              </p:cNvPr>
              <p:cNvSpPr/>
              <p:nvPr/>
            </p:nvSpPr>
            <p:spPr>
              <a:xfrm>
                <a:off x="1915306" y="4141344"/>
                <a:ext cx="63202" cy="59231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1477" extrusionOk="0">
                    <a:moveTo>
                      <a:pt x="1352" y="0"/>
                    </a:moveTo>
                    <a:cubicBezTo>
                      <a:pt x="1253" y="0"/>
                      <a:pt x="1136" y="67"/>
                      <a:pt x="1044" y="223"/>
                    </a:cubicBezTo>
                    <a:cubicBezTo>
                      <a:pt x="1024" y="203"/>
                      <a:pt x="1014" y="173"/>
                      <a:pt x="994" y="153"/>
                    </a:cubicBezTo>
                    <a:cubicBezTo>
                      <a:pt x="914" y="223"/>
                      <a:pt x="844" y="323"/>
                      <a:pt x="793" y="424"/>
                    </a:cubicBezTo>
                    <a:cubicBezTo>
                      <a:pt x="760" y="386"/>
                      <a:pt x="729" y="370"/>
                      <a:pt x="699" y="370"/>
                    </a:cubicBezTo>
                    <a:cubicBezTo>
                      <a:pt x="522" y="370"/>
                      <a:pt x="406" y="948"/>
                      <a:pt x="372" y="1086"/>
                    </a:cubicBezTo>
                    <a:cubicBezTo>
                      <a:pt x="336" y="996"/>
                      <a:pt x="276" y="922"/>
                      <a:pt x="192" y="922"/>
                    </a:cubicBezTo>
                    <a:cubicBezTo>
                      <a:pt x="182" y="922"/>
                      <a:pt x="172" y="923"/>
                      <a:pt x="161" y="925"/>
                    </a:cubicBezTo>
                    <a:cubicBezTo>
                      <a:pt x="21" y="965"/>
                      <a:pt x="1" y="1136"/>
                      <a:pt x="1" y="1367"/>
                    </a:cubicBezTo>
                    <a:cubicBezTo>
                      <a:pt x="1" y="1407"/>
                      <a:pt x="11" y="1437"/>
                      <a:pt x="21" y="1477"/>
                    </a:cubicBezTo>
                    <a:cubicBezTo>
                      <a:pt x="21" y="1377"/>
                      <a:pt x="31" y="1276"/>
                      <a:pt x="81" y="1216"/>
                    </a:cubicBezTo>
                    <a:cubicBezTo>
                      <a:pt x="119" y="1161"/>
                      <a:pt x="148" y="1140"/>
                      <a:pt x="174" y="1140"/>
                    </a:cubicBezTo>
                    <a:cubicBezTo>
                      <a:pt x="235" y="1140"/>
                      <a:pt x="271" y="1264"/>
                      <a:pt x="342" y="1306"/>
                    </a:cubicBezTo>
                    <a:cubicBezTo>
                      <a:pt x="352" y="1276"/>
                      <a:pt x="352" y="1246"/>
                      <a:pt x="362" y="1216"/>
                    </a:cubicBezTo>
                    <a:lnTo>
                      <a:pt x="392" y="1226"/>
                    </a:lnTo>
                    <a:cubicBezTo>
                      <a:pt x="402" y="1196"/>
                      <a:pt x="402" y="1156"/>
                      <a:pt x="432" y="1126"/>
                    </a:cubicBezTo>
                    <a:cubicBezTo>
                      <a:pt x="434" y="1122"/>
                      <a:pt x="437" y="1120"/>
                      <a:pt x="441" y="1120"/>
                    </a:cubicBezTo>
                    <a:cubicBezTo>
                      <a:pt x="451" y="1120"/>
                      <a:pt x="464" y="1132"/>
                      <a:pt x="474" y="1132"/>
                    </a:cubicBezTo>
                    <a:cubicBezTo>
                      <a:pt x="477" y="1132"/>
                      <a:pt x="480" y="1130"/>
                      <a:pt x="482" y="1126"/>
                    </a:cubicBezTo>
                    <a:cubicBezTo>
                      <a:pt x="513" y="1096"/>
                      <a:pt x="492" y="955"/>
                      <a:pt x="492" y="925"/>
                    </a:cubicBezTo>
                    <a:cubicBezTo>
                      <a:pt x="482" y="795"/>
                      <a:pt x="482" y="725"/>
                      <a:pt x="553" y="604"/>
                    </a:cubicBezTo>
                    <a:cubicBezTo>
                      <a:pt x="596" y="534"/>
                      <a:pt x="643" y="498"/>
                      <a:pt x="692" y="498"/>
                    </a:cubicBezTo>
                    <a:cubicBezTo>
                      <a:pt x="734" y="498"/>
                      <a:pt x="778" y="524"/>
                      <a:pt x="823" y="574"/>
                    </a:cubicBezTo>
                    <a:cubicBezTo>
                      <a:pt x="841" y="530"/>
                      <a:pt x="891" y="397"/>
                      <a:pt x="944" y="397"/>
                    </a:cubicBezTo>
                    <a:cubicBezTo>
                      <a:pt x="951" y="397"/>
                      <a:pt x="957" y="399"/>
                      <a:pt x="964" y="404"/>
                    </a:cubicBezTo>
                    <a:cubicBezTo>
                      <a:pt x="1019" y="365"/>
                      <a:pt x="1055" y="265"/>
                      <a:pt x="1111" y="265"/>
                    </a:cubicBezTo>
                    <a:cubicBezTo>
                      <a:pt x="1127" y="265"/>
                      <a:pt x="1144" y="273"/>
                      <a:pt x="1165" y="293"/>
                    </a:cubicBezTo>
                    <a:cubicBezTo>
                      <a:pt x="1205" y="223"/>
                      <a:pt x="1315" y="83"/>
                      <a:pt x="1405" y="83"/>
                    </a:cubicBezTo>
                    <a:cubicBezTo>
                      <a:pt x="1475" y="93"/>
                      <a:pt x="1516" y="193"/>
                      <a:pt x="1536" y="283"/>
                    </a:cubicBezTo>
                    <a:cubicBezTo>
                      <a:pt x="1575" y="113"/>
                      <a:pt x="1480" y="0"/>
                      <a:pt x="13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1" name="Google Shape;16161;p54">
                <a:extLst>
                  <a:ext uri="{FF2B5EF4-FFF2-40B4-BE49-F238E27FC236}">
                    <a16:creationId xmlns:a16="http://schemas.microsoft.com/office/drawing/2014/main" id="{DDF4D654-EBFB-0D76-EE8B-DDF80F5D86F7}"/>
                  </a:ext>
                </a:extLst>
              </p:cNvPr>
              <p:cNvSpPr/>
              <p:nvPr/>
            </p:nvSpPr>
            <p:spPr>
              <a:xfrm>
                <a:off x="1984004" y="4115196"/>
                <a:ext cx="99494" cy="134263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3348" extrusionOk="0">
                    <a:moveTo>
                      <a:pt x="1197" y="0"/>
                    </a:moveTo>
                    <a:cubicBezTo>
                      <a:pt x="1129" y="0"/>
                      <a:pt x="1083" y="158"/>
                      <a:pt x="1046" y="273"/>
                    </a:cubicBezTo>
                    <a:lnTo>
                      <a:pt x="1076" y="364"/>
                    </a:lnTo>
                    <a:cubicBezTo>
                      <a:pt x="896" y="474"/>
                      <a:pt x="886" y="534"/>
                      <a:pt x="956" y="695"/>
                    </a:cubicBezTo>
                    <a:cubicBezTo>
                      <a:pt x="976" y="745"/>
                      <a:pt x="866" y="725"/>
                      <a:pt x="826" y="785"/>
                    </a:cubicBezTo>
                    <a:cubicBezTo>
                      <a:pt x="776" y="845"/>
                      <a:pt x="776" y="996"/>
                      <a:pt x="786" y="1076"/>
                    </a:cubicBezTo>
                    <a:cubicBezTo>
                      <a:pt x="485" y="1126"/>
                      <a:pt x="505" y="1407"/>
                      <a:pt x="575" y="1587"/>
                    </a:cubicBezTo>
                    <a:cubicBezTo>
                      <a:pt x="344" y="1688"/>
                      <a:pt x="625" y="2209"/>
                      <a:pt x="625" y="2410"/>
                    </a:cubicBezTo>
                    <a:cubicBezTo>
                      <a:pt x="224" y="2430"/>
                      <a:pt x="364" y="2691"/>
                      <a:pt x="364" y="2891"/>
                    </a:cubicBezTo>
                    <a:cubicBezTo>
                      <a:pt x="347" y="2889"/>
                      <a:pt x="330" y="2888"/>
                      <a:pt x="314" y="2888"/>
                    </a:cubicBezTo>
                    <a:cubicBezTo>
                      <a:pt x="0" y="2888"/>
                      <a:pt x="79" y="3253"/>
                      <a:pt x="394" y="3262"/>
                    </a:cubicBezTo>
                    <a:cubicBezTo>
                      <a:pt x="394" y="3262"/>
                      <a:pt x="1065" y="3348"/>
                      <a:pt x="1599" y="3348"/>
                    </a:cubicBezTo>
                    <a:cubicBezTo>
                      <a:pt x="1904" y="3348"/>
                      <a:pt x="2164" y="3320"/>
                      <a:pt x="2230" y="3232"/>
                    </a:cubicBezTo>
                    <a:cubicBezTo>
                      <a:pt x="2250" y="3212"/>
                      <a:pt x="2481" y="3112"/>
                      <a:pt x="2300" y="2841"/>
                    </a:cubicBezTo>
                    <a:cubicBezTo>
                      <a:pt x="2260" y="2771"/>
                      <a:pt x="2120" y="2801"/>
                      <a:pt x="2080" y="2721"/>
                    </a:cubicBezTo>
                    <a:cubicBezTo>
                      <a:pt x="2039" y="2620"/>
                      <a:pt x="1989" y="2530"/>
                      <a:pt x="1929" y="2460"/>
                    </a:cubicBezTo>
                    <a:cubicBezTo>
                      <a:pt x="1889" y="2410"/>
                      <a:pt x="1749" y="2420"/>
                      <a:pt x="1749" y="2360"/>
                    </a:cubicBezTo>
                    <a:cubicBezTo>
                      <a:pt x="1738" y="2320"/>
                      <a:pt x="1799" y="2229"/>
                      <a:pt x="1799" y="2189"/>
                    </a:cubicBezTo>
                    <a:cubicBezTo>
                      <a:pt x="1819" y="1908"/>
                      <a:pt x="1688" y="1958"/>
                      <a:pt x="1648" y="1868"/>
                    </a:cubicBezTo>
                    <a:cubicBezTo>
                      <a:pt x="1588" y="1768"/>
                      <a:pt x="1708" y="1768"/>
                      <a:pt x="1618" y="1507"/>
                    </a:cubicBezTo>
                    <a:cubicBezTo>
                      <a:pt x="1608" y="1467"/>
                      <a:pt x="1608" y="1357"/>
                      <a:pt x="1618" y="1236"/>
                    </a:cubicBezTo>
                    <a:cubicBezTo>
                      <a:pt x="1658" y="1016"/>
                      <a:pt x="1518" y="1026"/>
                      <a:pt x="1528" y="945"/>
                    </a:cubicBezTo>
                    <a:cubicBezTo>
                      <a:pt x="1548" y="835"/>
                      <a:pt x="1588" y="775"/>
                      <a:pt x="1458" y="655"/>
                    </a:cubicBezTo>
                    <a:lnTo>
                      <a:pt x="1458" y="655"/>
                    </a:lnTo>
                    <a:cubicBezTo>
                      <a:pt x="1463" y="655"/>
                      <a:pt x="1468" y="655"/>
                      <a:pt x="1473" y="655"/>
                    </a:cubicBezTo>
                    <a:cubicBezTo>
                      <a:pt x="1576" y="655"/>
                      <a:pt x="1449" y="552"/>
                      <a:pt x="1488" y="514"/>
                    </a:cubicBezTo>
                    <a:cubicBezTo>
                      <a:pt x="1461" y="451"/>
                      <a:pt x="1458" y="381"/>
                      <a:pt x="1386" y="381"/>
                    </a:cubicBezTo>
                    <a:cubicBezTo>
                      <a:pt x="1378" y="381"/>
                      <a:pt x="1368" y="382"/>
                      <a:pt x="1357" y="384"/>
                    </a:cubicBezTo>
                    <a:cubicBezTo>
                      <a:pt x="1397" y="344"/>
                      <a:pt x="1317" y="123"/>
                      <a:pt x="1287" y="83"/>
                    </a:cubicBezTo>
                    <a:cubicBezTo>
                      <a:pt x="1254" y="24"/>
                      <a:pt x="1224" y="0"/>
                      <a:pt x="11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2" name="Google Shape;16162;p54">
                <a:extLst>
                  <a:ext uri="{FF2B5EF4-FFF2-40B4-BE49-F238E27FC236}">
                    <a16:creationId xmlns:a16="http://schemas.microsoft.com/office/drawing/2014/main" id="{60065F15-333B-36DC-9CA1-214BBD572779}"/>
                  </a:ext>
                </a:extLst>
              </p:cNvPr>
              <p:cNvSpPr/>
              <p:nvPr/>
            </p:nvSpPr>
            <p:spPr>
              <a:xfrm>
                <a:off x="2003815" y="4141023"/>
                <a:ext cx="20974" cy="37857"/>
              </a:xfrm>
              <a:custGeom>
                <a:avLst/>
                <a:gdLst/>
                <a:ahLst/>
                <a:cxnLst/>
                <a:rect l="l" t="t" r="r" b="b"/>
                <a:pathLst>
                  <a:path w="523" h="944" extrusionOk="0">
                    <a:moveTo>
                      <a:pt x="442" y="0"/>
                    </a:moveTo>
                    <a:lnTo>
                      <a:pt x="442" y="0"/>
                    </a:lnTo>
                    <a:cubicBezTo>
                      <a:pt x="452" y="21"/>
                      <a:pt x="452" y="41"/>
                      <a:pt x="462" y="51"/>
                    </a:cubicBezTo>
                    <a:cubicBezTo>
                      <a:pt x="482" y="101"/>
                      <a:pt x="372" y="81"/>
                      <a:pt x="332" y="141"/>
                    </a:cubicBezTo>
                    <a:cubicBezTo>
                      <a:pt x="282" y="201"/>
                      <a:pt x="282" y="352"/>
                      <a:pt x="292" y="432"/>
                    </a:cubicBezTo>
                    <a:cubicBezTo>
                      <a:pt x="1" y="482"/>
                      <a:pt x="11" y="763"/>
                      <a:pt x="81" y="943"/>
                    </a:cubicBezTo>
                    <a:cubicBezTo>
                      <a:pt x="71" y="853"/>
                      <a:pt x="41" y="713"/>
                      <a:pt x="151" y="673"/>
                    </a:cubicBezTo>
                    <a:lnTo>
                      <a:pt x="171" y="683"/>
                    </a:lnTo>
                    <a:cubicBezTo>
                      <a:pt x="171" y="662"/>
                      <a:pt x="151" y="612"/>
                      <a:pt x="181" y="592"/>
                    </a:cubicBezTo>
                    <a:cubicBezTo>
                      <a:pt x="191" y="586"/>
                      <a:pt x="205" y="583"/>
                      <a:pt x="220" y="583"/>
                    </a:cubicBezTo>
                    <a:cubicBezTo>
                      <a:pt x="249" y="583"/>
                      <a:pt x="285" y="592"/>
                      <a:pt x="312" y="592"/>
                    </a:cubicBezTo>
                    <a:cubicBezTo>
                      <a:pt x="312" y="576"/>
                      <a:pt x="333" y="468"/>
                      <a:pt x="369" y="468"/>
                    </a:cubicBezTo>
                    <a:cubicBezTo>
                      <a:pt x="376" y="468"/>
                      <a:pt x="384" y="472"/>
                      <a:pt x="392" y="482"/>
                    </a:cubicBezTo>
                    <a:cubicBezTo>
                      <a:pt x="392" y="455"/>
                      <a:pt x="400" y="306"/>
                      <a:pt x="460" y="306"/>
                    </a:cubicBezTo>
                    <a:cubicBezTo>
                      <a:pt x="467" y="306"/>
                      <a:pt x="474" y="307"/>
                      <a:pt x="482" y="311"/>
                    </a:cubicBezTo>
                    <a:cubicBezTo>
                      <a:pt x="482" y="281"/>
                      <a:pt x="472" y="241"/>
                      <a:pt x="482" y="221"/>
                    </a:cubicBezTo>
                    <a:cubicBezTo>
                      <a:pt x="482" y="201"/>
                      <a:pt x="512" y="191"/>
                      <a:pt x="512" y="181"/>
                    </a:cubicBezTo>
                    <a:cubicBezTo>
                      <a:pt x="522" y="151"/>
                      <a:pt x="512" y="81"/>
                      <a:pt x="502" y="61"/>
                    </a:cubicBezTo>
                    <a:cubicBezTo>
                      <a:pt x="492" y="41"/>
                      <a:pt x="472" y="21"/>
                      <a:pt x="4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3" name="Google Shape;16163;p54">
                <a:extLst>
                  <a:ext uri="{FF2B5EF4-FFF2-40B4-BE49-F238E27FC236}">
                    <a16:creationId xmlns:a16="http://schemas.microsoft.com/office/drawing/2014/main" id="{67881DC1-0CDC-E8C3-DC84-7457EE0ACBB1}"/>
                  </a:ext>
                </a:extLst>
              </p:cNvPr>
              <p:cNvSpPr/>
              <p:nvPr/>
            </p:nvSpPr>
            <p:spPr>
              <a:xfrm>
                <a:off x="2006622" y="4178841"/>
                <a:ext cx="842" cy="842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1" y="0"/>
                    </a:moveTo>
                    <a:lnTo>
                      <a:pt x="1" y="1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4" name="Google Shape;16164;p54">
                <a:extLst>
                  <a:ext uri="{FF2B5EF4-FFF2-40B4-BE49-F238E27FC236}">
                    <a16:creationId xmlns:a16="http://schemas.microsoft.com/office/drawing/2014/main" id="{CB82A5D5-45BF-904F-ED38-3426227595AA}"/>
                  </a:ext>
                </a:extLst>
              </p:cNvPr>
              <p:cNvSpPr/>
              <p:nvPr/>
            </p:nvSpPr>
            <p:spPr>
              <a:xfrm>
                <a:off x="2024348" y="4115276"/>
                <a:ext cx="7660" cy="1652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412" extrusionOk="0">
                    <a:moveTo>
                      <a:pt x="191" y="1"/>
                    </a:moveTo>
                    <a:cubicBezTo>
                      <a:pt x="121" y="1"/>
                      <a:pt x="81" y="151"/>
                      <a:pt x="40" y="271"/>
                    </a:cubicBezTo>
                    <a:lnTo>
                      <a:pt x="70" y="362"/>
                    </a:lnTo>
                    <a:cubicBezTo>
                      <a:pt x="40" y="382"/>
                      <a:pt x="20" y="392"/>
                      <a:pt x="0" y="412"/>
                    </a:cubicBezTo>
                    <a:lnTo>
                      <a:pt x="10" y="412"/>
                    </a:lnTo>
                    <a:cubicBezTo>
                      <a:pt x="40" y="412"/>
                      <a:pt x="91" y="412"/>
                      <a:pt x="121" y="392"/>
                    </a:cubicBezTo>
                    <a:cubicBezTo>
                      <a:pt x="111" y="372"/>
                      <a:pt x="91" y="362"/>
                      <a:pt x="81" y="342"/>
                    </a:cubicBezTo>
                    <a:cubicBezTo>
                      <a:pt x="70" y="281"/>
                      <a:pt x="141" y="281"/>
                      <a:pt x="191" y="241"/>
                    </a:cubicBezTo>
                    <a:cubicBezTo>
                      <a:pt x="171" y="201"/>
                      <a:pt x="161" y="171"/>
                      <a:pt x="191" y="141"/>
                    </a:cubicBezTo>
                    <a:cubicBezTo>
                      <a:pt x="181" y="121"/>
                      <a:pt x="151" y="101"/>
                      <a:pt x="151" y="81"/>
                    </a:cubicBezTo>
                    <a:cubicBezTo>
                      <a:pt x="141" y="51"/>
                      <a:pt x="161" y="2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5" name="Google Shape;16165;p54">
                <a:extLst>
                  <a:ext uri="{FF2B5EF4-FFF2-40B4-BE49-F238E27FC236}">
                    <a16:creationId xmlns:a16="http://schemas.microsoft.com/office/drawing/2014/main" id="{CA5B9A0E-4540-9BF5-888B-382F7F4896B3}"/>
                  </a:ext>
                </a:extLst>
              </p:cNvPr>
              <p:cNvSpPr/>
              <p:nvPr/>
            </p:nvSpPr>
            <p:spPr>
              <a:xfrm>
                <a:off x="1471238" y="4158708"/>
                <a:ext cx="44233" cy="75433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881" extrusionOk="0">
                    <a:moveTo>
                      <a:pt x="261" y="1"/>
                    </a:moveTo>
                    <a:cubicBezTo>
                      <a:pt x="201" y="61"/>
                      <a:pt x="281" y="111"/>
                      <a:pt x="211" y="171"/>
                    </a:cubicBezTo>
                    <a:lnTo>
                      <a:pt x="171" y="252"/>
                    </a:lnTo>
                    <a:cubicBezTo>
                      <a:pt x="101" y="312"/>
                      <a:pt x="161" y="382"/>
                      <a:pt x="161" y="462"/>
                    </a:cubicBezTo>
                    <a:cubicBezTo>
                      <a:pt x="161" y="552"/>
                      <a:pt x="60" y="643"/>
                      <a:pt x="40" y="723"/>
                    </a:cubicBezTo>
                    <a:cubicBezTo>
                      <a:pt x="20" y="823"/>
                      <a:pt x="40" y="853"/>
                      <a:pt x="70" y="944"/>
                    </a:cubicBezTo>
                    <a:cubicBezTo>
                      <a:pt x="111" y="1054"/>
                      <a:pt x="81" y="1134"/>
                      <a:pt x="40" y="1235"/>
                    </a:cubicBezTo>
                    <a:cubicBezTo>
                      <a:pt x="0" y="1305"/>
                      <a:pt x="20" y="1345"/>
                      <a:pt x="40" y="1425"/>
                    </a:cubicBezTo>
                    <a:cubicBezTo>
                      <a:pt x="60" y="1525"/>
                      <a:pt x="81" y="1576"/>
                      <a:pt x="161" y="1666"/>
                    </a:cubicBezTo>
                    <a:cubicBezTo>
                      <a:pt x="271" y="1716"/>
                      <a:pt x="331" y="1746"/>
                      <a:pt x="422" y="1786"/>
                    </a:cubicBezTo>
                    <a:cubicBezTo>
                      <a:pt x="542" y="1836"/>
                      <a:pt x="702" y="1856"/>
                      <a:pt x="843" y="1877"/>
                    </a:cubicBezTo>
                    <a:cubicBezTo>
                      <a:pt x="867" y="1879"/>
                      <a:pt x="889" y="1881"/>
                      <a:pt x="910" y="1881"/>
                    </a:cubicBezTo>
                    <a:cubicBezTo>
                      <a:pt x="1037" y="1881"/>
                      <a:pt x="1102" y="1827"/>
                      <a:pt x="1094" y="1706"/>
                    </a:cubicBezTo>
                    <a:cubicBezTo>
                      <a:pt x="1084" y="1556"/>
                      <a:pt x="933" y="1415"/>
                      <a:pt x="853" y="1295"/>
                    </a:cubicBezTo>
                    <a:cubicBezTo>
                      <a:pt x="783" y="1194"/>
                      <a:pt x="793" y="1144"/>
                      <a:pt x="763" y="1044"/>
                    </a:cubicBezTo>
                    <a:cubicBezTo>
                      <a:pt x="732" y="944"/>
                      <a:pt x="632" y="934"/>
                      <a:pt x="582" y="843"/>
                    </a:cubicBezTo>
                    <a:cubicBezTo>
                      <a:pt x="542" y="763"/>
                      <a:pt x="542" y="713"/>
                      <a:pt x="472" y="643"/>
                    </a:cubicBezTo>
                    <a:cubicBezTo>
                      <a:pt x="422" y="593"/>
                      <a:pt x="482" y="573"/>
                      <a:pt x="472" y="522"/>
                    </a:cubicBezTo>
                    <a:cubicBezTo>
                      <a:pt x="452" y="482"/>
                      <a:pt x="472" y="452"/>
                      <a:pt x="442" y="422"/>
                    </a:cubicBezTo>
                    <a:cubicBezTo>
                      <a:pt x="432" y="402"/>
                      <a:pt x="391" y="392"/>
                      <a:pt x="371" y="372"/>
                    </a:cubicBezTo>
                    <a:cubicBezTo>
                      <a:pt x="351" y="342"/>
                      <a:pt x="351" y="322"/>
                      <a:pt x="341" y="282"/>
                    </a:cubicBezTo>
                    <a:cubicBezTo>
                      <a:pt x="331" y="242"/>
                      <a:pt x="331" y="171"/>
                      <a:pt x="321" y="121"/>
                    </a:cubicBezTo>
                    <a:cubicBezTo>
                      <a:pt x="311" y="71"/>
                      <a:pt x="271" y="41"/>
                      <a:pt x="2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6" name="Google Shape;16166;p54">
                <a:extLst>
                  <a:ext uri="{FF2B5EF4-FFF2-40B4-BE49-F238E27FC236}">
                    <a16:creationId xmlns:a16="http://schemas.microsoft.com/office/drawing/2014/main" id="{1234BE3B-1058-8916-DAE9-E6045161FB35}"/>
                  </a:ext>
                </a:extLst>
              </p:cNvPr>
              <p:cNvSpPr/>
              <p:nvPr/>
            </p:nvSpPr>
            <p:spPr>
              <a:xfrm>
                <a:off x="1399613" y="4139018"/>
                <a:ext cx="60394" cy="97569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433" extrusionOk="0">
                    <a:moveTo>
                      <a:pt x="573" y="0"/>
                    </a:moveTo>
                    <a:cubicBezTo>
                      <a:pt x="512" y="61"/>
                      <a:pt x="502" y="121"/>
                      <a:pt x="472" y="191"/>
                    </a:cubicBezTo>
                    <a:cubicBezTo>
                      <a:pt x="442" y="251"/>
                      <a:pt x="392" y="331"/>
                      <a:pt x="382" y="412"/>
                    </a:cubicBezTo>
                    <a:cubicBezTo>
                      <a:pt x="372" y="502"/>
                      <a:pt x="382" y="552"/>
                      <a:pt x="352" y="642"/>
                    </a:cubicBezTo>
                    <a:cubicBezTo>
                      <a:pt x="332" y="723"/>
                      <a:pt x="282" y="803"/>
                      <a:pt x="252" y="873"/>
                    </a:cubicBezTo>
                    <a:cubicBezTo>
                      <a:pt x="222" y="973"/>
                      <a:pt x="302" y="1084"/>
                      <a:pt x="252" y="1184"/>
                    </a:cubicBezTo>
                    <a:cubicBezTo>
                      <a:pt x="242" y="1204"/>
                      <a:pt x="191" y="1224"/>
                      <a:pt x="181" y="1254"/>
                    </a:cubicBezTo>
                    <a:cubicBezTo>
                      <a:pt x="161" y="1314"/>
                      <a:pt x="211" y="1364"/>
                      <a:pt x="222" y="1415"/>
                    </a:cubicBezTo>
                    <a:cubicBezTo>
                      <a:pt x="232" y="1495"/>
                      <a:pt x="322" y="1786"/>
                      <a:pt x="211" y="1786"/>
                    </a:cubicBezTo>
                    <a:cubicBezTo>
                      <a:pt x="191" y="1856"/>
                      <a:pt x="211" y="1946"/>
                      <a:pt x="171" y="2016"/>
                    </a:cubicBezTo>
                    <a:cubicBezTo>
                      <a:pt x="156" y="2011"/>
                      <a:pt x="139" y="2011"/>
                      <a:pt x="121" y="2011"/>
                    </a:cubicBezTo>
                    <a:cubicBezTo>
                      <a:pt x="104" y="2011"/>
                      <a:pt x="86" y="2011"/>
                      <a:pt x="71" y="2006"/>
                    </a:cubicBezTo>
                    <a:lnTo>
                      <a:pt x="71" y="2006"/>
                    </a:lnTo>
                    <a:cubicBezTo>
                      <a:pt x="1" y="2077"/>
                      <a:pt x="91" y="2217"/>
                      <a:pt x="151" y="2277"/>
                    </a:cubicBezTo>
                    <a:cubicBezTo>
                      <a:pt x="201" y="2297"/>
                      <a:pt x="292" y="2357"/>
                      <a:pt x="382" y="2368"/>
                    </a:cubicBezTo>
                    <a:cubicBezTo>
                      <a:pt x="492" y="2388"/>
                      <a:pt x="623" y="2388"/>
                      <a:pt x="733" y="2398"/>
                    </a:cubicBezTo>
                    <a:cubicBezTo>
                      <a:pt x="833" y="2407"/>
                      <a:pt x="989" y="2432"/>
                      <a:pt x="1133" y="2432"/>
                    </a:cubicBezTo>
                    <a:cubicBezTo>
                      <a:pt x="1307" y="2432"/>
                      <a:pt x="1463" y="2395"/>
                      <a:pt x="1485" y="2247"/>
                    </a:cubicBezTo>
                    <a:cubicBezTo>
                      <a:pt x="1505" y="2127"/>
                      <a:pt x="1465" y="1956"/>
                      <a:pt x="1395" y="1846"/>
                    </a:cubicBezTo>
                    <a:cubicBezTo>
                      <a:pt x="1345" y="1776"/>
                      <a:pt x="1174" y="1615"/>
                      <a:pt x="1154" y="1535"/>
                    </a:cubicBezTo>
                    <a:cubicBezTo>
                      <a:pt x="1134" y="1475"/>
                      <a:pt x="1204" y="1425"/>
                      <a:pt x="1184" y="1364"/>
                    </a:cubicBezTo>
                    <a:lnTo>
                      <a:pt x="1134" y="1314"/>
                    </a:lnTo>
                    <a:cubicBezTo>
                      <a:pt x="1084" y="1254"/>
                      <a:pt x="994" y="1204"/>
                      <a:pt x="964" y="1134"/>
                    </a:cubicBezTo>
                    <a:cubicBezTo>
                      <a:pt x="914" y="1033"/>
                      <a:pt x="1004" y="1064"/>
                      <a:pt x="1024" y="963"/>
                    </a:cubicBezTo>
                    <a:cubicBezTo>
                      <a:pt x="1034" y="933"/>
                      <a:pt x="984" y="873"/>
                      <a:pt x="984" y="833"/>
                    </a:cubicBezTo>
                    <a:cubicBezTo>
                      <a:pt x="974" y="813"/>
                      <a:pt x="1004" y="793"/>
                      <a:pt x="984" y="753"/>
                    </a:cubicBezTo>
                    <a:cubicBezTo>
                      <a:pt x="964" y="682"/>
                      <a:pt x="914" y="662"/>
                      <a:pt x="904" y="592"/>
                    </a:cubicBezTo>
                    <a:cubicBezTo>
                      <a:pt x="904" y="512"/>
                      <a:pt x="954" y="512"/>
                      <a:pt x="853" y="452"/>
                    </a:cubicBezTo>
                    <a:cubicBezTo>
                      <a:pt x="813" y="422"/>
                      <a:pt x="763" y="432"/>
                      <a:pt x="733" y="392"/>
                    </a:cubicBezTo>
                    <a:cubicBezTo>
                      <a:pt x="693" y="341"/>
                      <a:pt x="753" y="261"/>
                      <a:pt x="643" y="231"/>
                    </a:cubicBezTo>
                    <a:cubicBezTo>
                      <a:pt x="663" y="131"/>
                      <a:pt x="703" y="71"/>
                      <a:pt x="5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7" name="Google Shape;16167;p54">
                <a:extLst>
                  <a:ext uri="{FF2B5EF4-FFF2-40B4-BE49-F238E27FC236}">
                    <a16:creationId xmlns:a16="http://schemas.microsoft.com/office/drawing/2014/main" id="{BE7AD538-6C39-1D5A-13EA-AB3C5F848619}"/>
                  </a:ext>
                </a:extLst>
              </p:cNvPr>
              <p:cNvSpPr/>
              <p:nvPr/>
            </p:nvSpPr>
            <p:spPr>
              <a:xfrm>
                <a:off x="1618459" y="4185498"/>
                <a:ext cx="222489" cy="84656"/>
              </a:xfrm>
              <a:custGeom>
                <a:avLst/>
                <a:gdLst/>
                <a:ahLst/>
                <a:cxnLst/>
                <a:rect l="l" t="t" r="r" b="b"/>
                <a:pathLst>
                  <a:path w="5548" h="2111" extrusionOk="0">
                    <a:moveTo>
                      <a:pt x="2379" y="1"/>
                    </a:moveTo>
                    <a:cubicBezTo>
                      <a:pt x="2247" y="1"/>
                      <a:pt x="2147" y="156"/>
                      <a:pt x="2147" y="316"/>
                    </a:cubicBezTo>
                    <a:cubicBezTo>
                      <a:pt x="2047" y="225"/>
                      <a:pt x="1951" y="171"/>
                      <a:pt x="1870" y="171"/>
                    </a:cubicBezTo>
                    <a:cubicBezTo>
                      <a:pt x="1771" y="171"/>
                      <a:pt x="1694" y="250"/>
                      <a:pt x="1655" y="436"/>
                    </a:cubicBezTo>
                    <a:cubicBezTo>
                      <a:pt x="1655" y="429"/>
                      <a:pt x="1641" y="424"/>
                      <a:pt x="1618" y="424"/>
                    </a:cubicBezTo>
                    <a:cubicBezTo>
                      <a:pt x="1521" y="424"/>
                      <a:pt x="1266" y="505"/>
                      <a:pt x="1314" y="757"/>
                    </a:cubicBezTo>
                    <a:cubicBezTo>
                      <a:pt x="1268" y="746"/>
                      <a:pt x="1229" y="741"/>
                      <a:pt x="1194" y="741"/>
                    </a:cubicBezTo>
                    <a:cubicBezTo>
                      <a:pt x="1101" y="741"/>
                      <a:pt x="1038" y="776"/>
                      <a:pt x="943" y="827"/>
                    </a:cubicBezTo>
                    <a:cubicBezTo>
                      <a:pt x="930" y="831"/>
                      <a:pt x="919" y="832"/>
                      <a:pt x="909" y="832"/>
                    </a:cubicBezTo>
                    <a:cubicBezTo>
                      <a:pt x="884" y="832"/>
                      <a:pt x="865" y="824"/>
                      <a:pt x="844" y="824"/>
                    </a:cubicBezTo>
                    <a:cubicBezTo>
                      <a:pt x="827" y="824"/>
                      <a:pt x="808" y="829"/>
                      <a:pt x="783" y="847"/>
                    </a:cubicBezTo>
                    <a:cubicBezTo>
                      <a:pt x="733" y="878"/>
                      <a:pt x="743" y="1008"/>
                      <a:pt x="662" y="1058"/>
                    </a:cubicBezTo>
                    <a:cubicBezTo>
                      <a:pt x="636" y="1025"/>
                      <a:pt x="607" y="1013"/>
                      <a:pt x="580" y="1013"/>
                    </a:cubicBezTo>
                    <a:cubicBezTo>
                      <a:pt x="515" y="1013"/>
                      <a:pt x="456" y="1083"/>
                      <a:pt x="442" y="1118"/>
                    </a:cubicBezTo>
                    <a:cubicBezTo>
                      <a:pt x="383" y="1087"/>
                      <a:pt x="321" y="1071"/>
                      <a:pt x="262" y="1071"/>
                    </a:cubicBezTo>
                    <a:cubicBezTo>
                      <a:pt x="171" y="1071"/>
                      <a:pt x="89" y="1109"/>
                      <a:pt x="41" y="1188"/>
                    </a:cubicBezTo>
                    <a:cubicBezTo>
                      <a:pt x="0" y="1269"/>
                      <a:pt x="31" y="1289"/>
                      <a:pt x="71" y="1379"/>
                    </a:cubicBezTo>
                    <a:cubicBezTo>
                      <a:pt x="191" y="1600"/>
                      <a:pt x="462" y="1800"/>
                      <a:pt x="652" y="1891"/>
                    </a:cubicBezTo>
                    <a:cubicBezTo>
                      <a:pt x="942" y="2018"/>
                      <a:pt x="1413" y="2110"/>
                      <a:pt x="1776" y="2110"/>
                    </a:cubicBezTo>
                    <a:cubicBezTo>
                      <a:pt x="1840" y="2110"/>
                      <a:pt x="1901" y="2107"/>
                      <a:pt x="1956" y="2101"/>
                    </a:cubicBezTo>
                    <a:cubicBezTo>
                      <a:pt x="2348" y="2051"/>
                      <a:pt x="2719" y="1901"/>
                      <a:pt x="3120" y="1861"/>
                    </a:cubicBezTo>
                    <a:cubicBezTo>
                      <a:pt x="3410" y="1823"/>
                      <a:pt x="3689" y="1803"/>
                      <a:pt x="3974" y="1803"/>
                    </a:cubicBezTo>
                    <a:cubicBezTo>
                      <a:pt x="4073" y="1803"/>
                      <a:pt x="4172" y="1805"/>
                      <a:pt x="4273" y="1810"/>
                    </a:cubicBezTo>
                    <a:cubicBezTo>
                      <a:pt x="4306" y="1811"/>
                      <a:pt x="4342" y="1812"/>
                      <a:pt x="4383" y="1812"/>
                    </a:cubicBezTo>
                    <a:cubicBezTo>
                      <a:pt x="4748" y="1812"/>
                      <a:pt x="5407" y="1755"/>
                      <a:pt x="5497" y="1349"/>
                    </a:cubicBezTo>
                    <a:cubicBezTo>
                      <a:pt x="5547" y="1158"/>
                      <a:pt x="5447" y="1219"/>
                      <a:pt x="5347" y="1098"/>
                    </a:cubicBezTo>
                    <a:cubicBezTo>
                      <a:pt x="5246" y="988"/>
                      <a:pt x="5256" y="737"/>
                      <a:pt x="5116" y="697"/>
                    </a:cubicBezTo>
                    <a:cubicBezTo>
                      <a:pt x="5107" y="694"/>
                      <a:pt x="5097" y="692"/>
                      <a:pt x="5087" y="692"/>
                    </a:cubicBezTo>
                    <a:cubicBezTo>
                      <a:pt x="5034" y="692"/>
                      <a:pt x="4976" y="733"/>
                      <a:pt x="4925" y="767"/>
                    </a:cubicBezTo>
                    <a:cubicBezTo>
                      <a:pt x="4915" y="737"/>
                      <a:pt x="4905" y="687"/>
                      <a:pt x="4915" y="657"/>
                    </a:cubicBezTo>
                    <a:lnTo>
                      <a:pt x="4845" y="657"/>
                    </a:lnTo>
                    <a:cubicBezTo>
                      <a:pt x="4875" y="557"/>
                      <a:pt x="4855" y="547"/>
                      <a:pt x="4805" y="476"/>
                    </a:cubicBezTo>
                    <a:lnTo>
                      <a:pt x="4765" y="516"/>
                    </a:lnTo>
                    <a:cubicBezTo>
                      <a:pt x="4727" y="462"/>
                      <a:pt x="4690" y="440"/>
                      <a:pt x="4657" y="440"/>
                    </a:cubicBezTo>
                    <a:cubicBezTo>
                      <a:pt x="4567" y="440"/>
                      <a:pt x="4501" y="597"/>
                      <a:pt x="4494" y="707"/>
                    </a:cubicBezTo>
                    <a:cubicBezTo>
                      <a:pt x="4414" y="677"/>
                      <a:pt x="4354" y="607"/>
                      <a:pt x="4304" y="536"/>
                    </a:cubicBezTo>
                    <a:lnTo>
                      <a:pt x="4304" y="536"/>
                    </a:lnTo>
                    <a:cubicBezTo>
                      <a:pt x="4307" y="548"/>
                      <a:pt x="4311" y="558"/>
                      <a:pt x="4315" y="567"/>
                    </a:cubicBezTo>
                    <a:lnTo>
                      <a:pt x="4315" y="567"/>
                    </a:lnTo>
                    <a:cubicBezTo>
                      <a:pt x="4283" y="505"/>
                      <a:pt x="4232" y="481"/>
                      <a:pt x="4174" y="481"/>
                    </a:cubicBezTo>
                    <a:cubicBezTo>
                      <a:pt x="4086" y="481"/>
                      <a:pt x="3984" y="536"/>
                      <a:pt x="3912" y="597"/>
                    </a:cubicBezTo>
                    <a:cubicBezTo>
                      <a:pt x="3909" y="504"/>
                      <a:pt x="3863" y="471"/>
                      <a:pt x="3803" y="471"/>
                    </a:cubicBezTo>
                    <a:cubicBezTo>
                      <a:pt x="3700" y="471"/>
                      <a:pt x="3556" y="571"/>
                      <a:pt x="3511" y="647"/>
                    </a:cubicBezTo>
                    <a:cubicBezTo>
                      <a:pt x="3495" y="549"/>
                      <a:pt x="3419" y="498"/>
                      <a:pt x="3338" y="498"/>
                    </a:cubicBezTo>
                    <a:cubicBezTo>
                      <a:pt x="3319" y="498"/>
                      <a:pt x="3299" y="501"/>
                      <a:pt x="3280" y="506"/>
                    </a:cubicBezTo>
                    <a:cubicBezTo>
                      <a:pt x="3369" y="360"/>
                      <a:pt x="3221" y="299"/>
                      <a:pt x="3062" y="299"/>
                    </a:cubicBezTo>
                    <a:cubicBezTo>
                      <a:pt x="2970" y="299"/>
                      <a:pt x="2874" y="319"/>
                      <a:pt x="2819" y="356"/>
                    </a:cubicBezTo>
                    <a:cubicBezTo>
                      <a:pt x="2827" y="248"/>
                      <a:pt x="2713" y="45"/>
                      <a:pt x="2605" y="45"/>
                    </a:cubicBezTo>
                    <a:cubicBezTo>
                      <a:pt x="2582" y="45"/>
                      <a:pt x="2559" y="54"/>
                      <a:pt x="2538" y="75"/>
                    </a:cubicBezTo>
                    <a:cubicBezTo>
                      <a:pt x="2483" y="23"/>
                      <a:pt x="2429" y="1"/>
                      <a:pt x="23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8" name="Google Shape;16168;p54">
                <a:extLst>
                  <a:ext uri="{FF2B5EF4-FFF2-40B4-BE49-F238E27FC236}">
                    <a16:creationId xmlns:a16="http://schemas.microsoft.com/office/drawing/2014/main" id="{9E284673-78FC-17EF-96CE-80E93A3D3D71}"/>
                  </a:ext>
                </a:extLst>
              </p:cNvPr>
              <p:cNvSpPr/>
              <p:nvPr/>
            </p:nvSpPr>
            <p:spPr>
              <a:xfrm>
                <a:off x="1439436" y="4198531"/>
                <a:ext cx="71262" cy="43632"/>
              </a:xfrm>
              <a:custGeom>
                <a:avLst/>
                <a:gdLst/>
                <a:ahLst/>
                <a:cxnLst/>
                <a:rect l="l" t="t" r="r" b="b"/>
                <a:pathLst>
                  <a:path w="1777" h="1088" extrusionOk="0">
                    <a:moveTo>
                      <a:pt x="853" y="1"/>
                    </a:moveTo>
                    <a:cubicBezTo>
                      <a:pt x="753" y="1"/>
                      <a:pt x="633" y="171"/>
                      <a:pt x="583" y="232"/>
                    </a:cubicBezTo>
                    <a:cubicBezTo>
                      <a:pt x="522" y="302"/>
                      <a:pt x="472" y="382"/>
                      <a:pt x="402" y="422"/>
                    </a:cubicBezTo>
                    <a:cubicBezTo>
                      <a:pt x="392" y="402"/>
                      <a:pt x="372" y="382"/>
                      <a:pt x="372" y="362"/>
                    </a:cubicBezTo>
                    <a:cubicBezTo>
                      <a:pt x="302" y="402"/>
                      <a:pt x="222" y="452"/>
                      <a:pt x="181" y="512"/>
                    </a:cubicBezTo>
                    <a:cubicBezTo>
                      <a:pt x="171" y="502"/>
                      <a:pt x="161" y="492"/>
                      <a:pt x="151" y="472"/>
                    </a:cubicBezTo>
                    <a:cubicBezTo>
                      <a:pt x="81" y="532"/>
                      <a:pt x="1" y="603"/>
                      <a:pt x="1" y="713"/>
                    </a:cubicBezTo>
                    <a:cubicBezTo>
                      <a:pt x="11" y="753"/>
                      <a:pt x="51" y="884"/>
                      <a:pt x="81" y="984"/>
                    </a:cubicBezTo>
                    <a:cubicBezTo>
                      <a:pt x="129" y="991"/>
                      <a:pt x="176" y="993"/>
                      <a:pt x="223" y="993"/>
                    </a:cubicBezTo>
                    <a:cubicBezTo>
                      <a:pt x="273" y="993"/>
                      <a:pt x="324" y="991"/>
                      <a:pt x="375" y="991"/>
                    </a:cubicBezTo>
                    <a:cubicBezTo>
                      <a:pt x="404" y="991"/>
                      <a:pt x="433" y="992"/>
                      <a:pt x="462" y="994"/>
                    </a:cubicBezTo>
                    <a:cubicBezTo>
                      <a:pt x="621" y="1003"/>
                      <a:pt x="754" y="1065"/>
                      <a:pt x="918" y="1065"/>
                    </a:cubicBezTo>
                    <a:cubicBezTo>
                      <a:pt x="930" y="1065"/>
                      <a:pt x="942" y="1065"/>
                      <a:pt x="954" y="1064"/>
                    </a:cubicBezTo>
                    <a:cubicBezTo>
                      <a:pt x="1104" y="1064"/>
                      <a:pt x="1255" y="1064"/>
                      <a:pt x="1415" y="1074"/>
                    </a:cubicBezTo>
                    <a:cubicBezTo>
                      <a:pt x="1461" y="1074"/>
                      <a:pt x="1536" y="1087"/>
                      <a:pt x="1606" y="1087"/>
                    </a:cubicBezTo>
                    <a:cubicBezTo>
                      <a:pt x="1658" y="1087"/>
                      <a:pt x="1706" y="1080"/>
                      <a:pt x="1736" y="1054"/>
                    </a:cubicBezTo>
                    <a:cubicBezTo>
                      <a:pt x="1776" y="1024"/>
                      <a:pt x="1776" y="994"/>
                      <a:pt x="1776" y="954"/>
                    </a:cubicBezTo>
                    <a:cubicBezTo>
                      <a:pt x="1776" y="894"/>
                      <a:pt x="1756" y="823"/>
                      <a:pt x="1736" y="763"/>
                    </a:cubicBezTo>
                    <a:cubicBezTo>
                      <a:pt x="1712" y="706"/>
                      <a:pt x="1588" y="470"/>
                      <a:pt x="1499" y="470"/>
                    </a:cubicBezTo>
                    <a:cubicBezTo>
                      <a:pt x="1481" y="470"/>
                      <a:pt x="1464" y="480"/>
                      <a:pt x="1450" y="503"/>
                    </a:cubicBezTo>
                    <a:lnTo>
                      <a:pt x="1450" y="503"/>
                    </a:lnTo>
                    <a:cubicBezTo>
                      <a:pt x="1496" y="403"/>
                      <a:pt x="1173" y="412"/>
                      <a:pt x="1114" y="392"/>
                    </a:cubicBezTo>
                    <a:cubicBezTo>
                      <a:pt x="1136" y="348"/>
                      <a:pt x="1105" y="299"/>
                      <a:pt x="1071" y="299"/>
                    </a:cubicBezTo>
                    <a:cubicBezTo>
                      <a:pt x="1061" y="299"/>
                      <a:pt x="1052" y="302"/>
                      <a:pt x="1044" y="310"/>
                    </a:cubicBezTo>
                    <a:lnTo>
                      <a:pt x="1044" y="310"/>
                    </a:lnTo>
                    <a:cubicBezTo>
                      <a:pt x="1110" y="214"/>
                      <a:pt x="940" y="10"/>
                      <a:pt x="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69" name="Google Shape;16169;p54">
                <a:extLst>
                  <a:ext uri="{FF2B5EF4-FFF2-40B4-BE49-F238E27FC236}">
                    <a16:creationId xmlns:a16="http://schemas.microsoft.com/office/drawing/2014/main" id="{F8F1EF6A-8781-B7BE-3BF5-E4F384154138}"/>
                  </a:ext>
                </a:extLst>
              </p:cNvPr>
              <p:cNvSpPr/>
              <p:nvPr/>
            </p:nvSpPr>
            <p:spPr>
              <a:xfrm>
                <a:off x="1307495" y="4187583"/>
                <a:ext cx="87744" cy="42709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1065" extrusionOk="0">
                    <a:moveTo>
                      <a:pt x="979" y="1"/>
                    </a:moveTo>
                    <a:cubicBezTo>
                      <a:pt x="883" y="1"/>
                      <a:pt x="768" y="197"/>
                      <a:pt x="723" y="364"/>
                    </a:cubicBezTo>
                    <a:cubicBezTo>
                      <a:pt x="663" y="344"/>
                      <a:pt x="583" y="284"/>
                      <a:pt x="532" y="234"/>
                    </a:cubicBezTo>
                    <a:cubicBezTo>
                      <a:pt x="502" y="274"/>
                      <a:pt x="482" y="314"/>
                      <a:pt x="442" y="344"/>
                    </a:cubicBezTo>
                    <a:cubicBezTo>
                      <a:pt x="442" y="304"/>
                      <a:pt x="412" y="284"/>
                      <a:pt x="402" y="254"/>
                    </a:cubicBezTo>
                    <a:cubicBezTo>
                      <a:pt x="352" y="274"/>
                      <a:pt x="292" y="294"/>
                      <a:pt x="232" y="294"/>
                    </a:cubicBezTo>
                    <a:cubicBezTo>
                      <a:pt x="229" y="295"/>
                      <a:pt x="226" y="295"/>
                      <a:pt x="224" y="295"/>
                    </a:cubicBezTo>
                    <a:cubicBezTo>
                      <a:pt x="205" y="295"/>
                      <a:pt x="199" y="269"/>
                      <a:pt x="173" y="269"/>
                    </a:cubicBezTo>
                    <a:cubicBezTo>
                      <a:pt x="167" y="269"/>
                      <a:pt x="160" y="270"/>
                      <a:pt x="151" y="274"/>
                    </a:cubicBezTo>
                    <a:cubicBezTo>
                      <a:pt x="51" y="314"/>
                      <a:pt x="1" y="474"/>
                      <a:pt x="51" y="575"/>
                    </a:cubicBezTo>
                    <a:cubicBezTo>
                      <a:pt x="71" y="605"/>
                      <a:pt x="51" y="675"/>
                      <a:pt x="81" y="735"/>
                    </a:cubicBezTo>
                    <a:cubicBezTo>
                      <a:pt x="141" y="846"/>
                      <a:pt x="272" y="846"/>
                      <a:pt x="362" y="866"/>
                    </a:cubicBezTo>
                    <a:cubicBezTo>
                      <a:pt x="700" y="948"/>
                      <a:pt x="1071" y="1064"/>
                      <a:pt x="1427" y="1064"/>
                    </a:cubicBezTo>
                    <a:cubicBezTo>
                      <a:pt x="1504" y="1064"/>
                      <a:pt x="1581" y="1059"/>
                      <a:pt x="1656" y="1046"/>
                    </a:cubicBezTo>
                    <a:cubicBezTo>
                      <a:pt x="1947" y="996"/>
                      <a:pt x="2187" y="755"/>
                      <a:pt x="1856" y="535"/>
                    </a:cubicBezTo>
                    <a:cubicBezTo>
                      <a:pt x="1806" y="505"/>
                      <a:pt x="1696" y="464"/>
                      <a:pt x="1646" y="444"/>
                    </a:cubicBezTo>
                    <a:cubicBezTo>
                      <a:pt x="1606" y="434"/>
                      <a:pt x="1536" y="414"/>
                      <a:pt x="1485" y="384"/>
                    </a:cubicBezTo>
                    <a:cubicBezTo>
                      <a:pt x="1525" y="240"/>
                      <a:pt x="1398" y="207"/>
                      <a:pt x="1274" y="207"/>
                    </a:cubicBezTo>
                    <a:cubicBezTo>
                      <a:pt x="1208" y="207"/>
                      <a:pt x="1143" y="217"/>
                      <a:pt x="1104" y="224"/>
                    </a:cubicBezTo>
                    <a:cubicBezTo>
                      <a:pt x="1079" y="62"/>
                      <a:pt x="1032" y="1"/>
                      <a:pt x="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70" name="Google Shape;16170;p54">
                <a:extLst>
                  <a:ext uri="{FF2B5EF4-FFF2-40B4-BE49-F238E27FC236}">
                    <a16:creationId xmlns:a16="http://schemas.microsoft.com/office/drawing/2014/main" id="{811A5546-74B5-E27B-F198-554B4EE4F06F}"/>
                  </a:ext>
                </a:extLst>
              </p:cNvPr>
              <p:cNvSpPr/>
              <p:nvPr/>
            </p:nvSpPr>
            <p:spPr>
              <a:xfrm>
                <a:off x="1330033" y="4187703"/>
                <a:ext cx="347007" cy="94963"/>
              </a:xfrm>
              <a:custGeom>
                <a:avLst/>
                <a:gdLst/>
                <a:ahLst/>
                <a:cxnLst/>
                <a:rect l="l" t="t" r="r" b="b"/>
                <a:pathLst>
                  <a:path w="8653" h="2368" extrusionOk="0">
                    <a:moveTo>
                      <a:pt x="6049" y="0"/>
                    </a:moveTo>
                    <a:cubicBezTo>
                      <a:pt x="5858" y="90"/>
                      <a:pt x="5598" y="60"/>
                      <a:pt x="5598" y="341"/>
                    </a:cubicBezTo>
                    <a:cubicBezTo>
                      <a:pt x="5578" y="331"/>
                      <a:pt x="5567" y="301"/>
                      <a:pt x="5547" y="291"/>
                    </a:cubicBezTo>
                    <a:cubicBezTo>
                      <a:pt x="5267" y="421"/>
                      <a:pt x="5156" y="502"/>
                      <a:pt x="5126" y="843"/>
                    </a:cubicBezTo>
                    <a:cubicBezTo>
                      <a:pt x="5060" y="722"/>
                      <a:pt x="4954" y="667"/>
                      <a:pt x="4856" y="667"/>
                    </a:cubicBezTo>
                    <a:cubicBezTo>
                      <a:pt x="4716" y="667"/>
                      <a:pt x="4591" y="779"/>
                      <a:pt x="4615" y="973"/>
                    </a:cubicBezTo>
                    <a:cubicBezTo>
                      <a:pt x="4585" y="943"/>
                      <a:pt x="4554" y="913"/>
                      <a:pt x="4534" y="883"/>
                    </a:cubicBezTo>
                    <a:cubicBezTo>
                      <a:pt x="4534" y="953"/>
                      <a:pt x="4484" y="1023"/>
                      <a:pt x="4504" y="1123"/>
                    </a:cubicBezTo>
                    <a:cubicBezTo>
                      <a:pt x="4392" y="1080"/>
                      <a:pt x="4223" y="990"/>
                      <a:pt x="4098" y="990"/>
                    </a:cubicBezTo>
                    <a:cubicBezTo>
                      <a:pt x="4021" y="990"/>
                      <a:pt x="3962" y="1024"/>
                      <a:pt x="3943" y="1123"/>
                    </a:cubicBezTo>
                    <a:cubicBezTo>
                      <a:pt x="3863" y="1038"/>
                      <a:pt x="3710" y="953"/>
                      <a:pt x="3596" y="953"/>
                    </a:cubicBezTo>
                    <a:cubicBezTo>
                      <a:pt x="3521" y="953"/>
                      <a:pt x="3463" y="989"/>
                      <a:pt x="3451" y="1083"/>
                    </a:cubicBezTo>
                    <a:cubicBezTo>
                      <a:pt x="3421" y="973"/>
                      <a:pt x="3381" y="873"/>
                      <a:pt x="3341" y="782"/>
                    </a:cubicBezTo>
                    <a:cubicBezTo>
                      <a:pt x="3180" y="792"/>
                      <a:pt x="3030" y="873"/>
                      <a:pt x="2909" y="983"/>
                    </a:cubicBezTo>
                    <a:cubicBezTo>
                      <a:pt x="2899" y="923"/>
                      <a:pt x="2859" y="893"/>
                      <a:pt x="2849" y="833"/>
                    </a:cubicBezTo>
                    <a:cubicBezTo>
                      <a:pt x="2830" y="839"/>
                      <a:pt x="2811" y="842"/>
                      <a:pt x="2792" y="842"/>
                    </a:cubicBezTo>
                    <a:cubicBezTo>
                      <a:pt x="2706" y="842"/>
                      <a:pt x="2619" y="785"/>
                      <a:pt x="2546" y="785"/>
                    </a:cubicBezTo>
                    <a:cubicBezTo>
                      <a:pt x="2490" y="785"/>
                      <a:pt x="2442" y="818"/>
                      <a:pt x="2408" y="933"/>
                    </a:cubicBezTo>
                    <a:cubicBezTo>
                      <a:pt x="2324" y="789"/>
                      <a:pt x="2180" y="731"/>
                      <a:pt x="2036" y="731"/>
                    </a:cubicBezTo>
                    <a:cubicBezTo>
                      <a:pt x="1939" y="731"/>
                      <a:pt x="1843" y="758"/>
                      <a:pt x="1766" y="802"/>
                    </a:cubicBezTo>
                    <a:cubicBezTo>
                      <a:pt x="1736" y="722"/>
                      <a:pt x="1666" y="672"/>
                      <a:pt x="1636" y="592"/>
                    </a:cubicBezTo>
                    <a:cubicBezTo>
                      <a:pt x="1515" y="602"/>
                      <a:pt x="1445" y="592"/>
                      <a:pt x="1355" y="682"/>
                    </a:cubicBezTo>
                    <a:lnTo>
                      <a:pt x="1274" y="602"/>
                    </a:lnTo>
                    <a:cubicBezTo>
                      <a:pt x="1254" y="612"/>
                      <a:pt x="1234" y="632"/>
                      <a:pt x="1224" y="652"/>
                    </a:cubicBezTo>
                    <a:cubicBezTo>
                      <a:pt x="1194" y="602"/>
                      <a:pt x="1124" y="552"/>
                      <a:pt x="1094" y="512"/>
                    </a:cubicBezTo>
                    <a:cubicBezTo>
                      <a:pt x="1064" y="542"/>
                      <a:pt x="984" y="582"/>
                      <a:pt x="953" y="612"/>
                    </a:cubicBezTo>
                    <a:cubicBezTo>
                      <a:pt x="833" y="431"/>
                      <a:pt x="763" y="351"/>
                      <a:pt x="552" y="351"/>
                    </a:cubicBezTo>
                    <a:cubicBezTo>
                      <a:pt x="492" y="391"/>
                      <a:pt x="452" y="401"/>
                      <a:pt x="402" y="431"/>
                    </a:cubicBezTo>
                    <a:cubicBezTo>
                      <a:pt x="392" y="431"/>
                      <a:pt x="362" y="371"/>
                      <a:pt x="352" y="361"/>
                    </a:cubicBezTo>
                    <a:cubicBezTo>
                      <a:pt x="332" y="411"/>
                      <a:pt x="291" y="461"/>
                      <a:pt x="281" y="512"/>
                    </a:cubicBezTo>
                    <a:cubicBezTo>
                      <a:pt x="221" y="451"/>
                      <a:pt x="151" y="451"/>
                      <a:pt x="111" y="411"/>
                    </a:cubicBezTo>
                    <a:cubicBezTo>
                      <a:pt x="31" y="542"/>
                      <a:pt x="1" y="702"/>
                      <a:pt x="21" y="863"/>
                    </a:cubicBezTo>
                    <a:cubicBezTo>
                      <a:pt x="41" y="1224"/>
                      <a:pt x="1" y="1685"/>
                      <a:pt x="322" y="2006"/>
                    </a:cubicBezTo>
                    <a:cubicBezTo>
                      <a:pt x="582" y="2247"/>
                      <a:pt x="1102" y="2368"/>
                      <a:pt x="1445" y="2368"/>
                    </a:cubicBezTo>
                    <a:cubicBezTo>
                      <a:pt x="1459" y="2368"/>
                      <a:pt x="1472" y="2368"/>
                      <a:pt x="1485" y="2367"/>
                    </a:cubicBezTo>
                    <a:cubicBezTo>
                      <a:pt x="1866" y="2347"/>
                      <a:pt x="2247" y="2277"/>
                      <a:pt x="2639" y="2277"/>
                    </a:cubicBezTo>
                    <a:cubicBezTo>
                      <a:pt x="3086" y="2277"/>
                      <a:pt x="3539" y="2324"/>
                      <a:pt x="3990" y="2324"/>
                    </a:cubicBezTo>
                    <a:cubicBezTo>
                      <a:pt x="4165" y="2324"/>
                      <a:pt x="4340" y="2317"/>
                      <a:pt x="4514" y="2297"/>
                    </a:cubicBezTo>
                    <a:cubicBezTo>
                      <a:pt x="5527" y="2187"/>
                      <a:pt x="6561" y="1816"/>
                      <a:pt x="7564" y="1585"/>
                    </a:cubicBezTo>
                    <a:cubicBezTo>
                      <a:pt x="7864" y="1525"/>
                      <a:pt x="8376" y="1545"/>
                      <a:pt x="8527" y="1254"/>
                    </a:cubicBezTo>
                    <a:cubicBezTo>
                      <a:pt x="8653" y="1025"/>
                      <a:pt x="8537" y="771"/>
                      <a:pt x="8325" y="771"/>
                    </a:cubicBezTo>
                    <a:cubicBezTo>
                      <a:pt x="8268" y="771"/>
                      <a:pt x="8204" y="790"/>
                      <a:pt x="8135" y="833"/>
                    </a:cubicBezTo>
                    <a:cubicBezTo>
                      <a:pt x="8115" y="752"/>
                      <a:pt x="8045" y="722"/>
                      <a:pt x="8015" y="672"/>
                    </a:cubicBezTo>
                    <a:cubicBezTo>
                      <a:pt x="7975" y="692"/>
                      <a:pt x="7955" y="722"/>
                      <a:pt x="7925" y="752"/>
                    </a:cubicBezTo>
                    <a:cubicBezTo>
                      <a:pt x="7925" y="732"/>
                      <a:pt x="7925" y="672"/>
                      <a:pt x="7905" y="652"/>
                    </a:cubicBezTo>
                    <a:cubicBezTo>
                      <a:pt x="7764" y="672"/>
                      <a:pt x="7624" y="722"/>
                      <a:pt x="7503" y="792"/>
                    </a:cubicBezTo>
                    <a:cubicBezTo>
                      <a:pt x="7473" y="772"/>
                      <a:pt x="7373" y="692"/>
                      <a:pt x="7353" y="672"/>
                    </a:cubicBezTo>
                    <a:cubicBezTo>
                      <a:pt x="7403" y="582"/>
                      <a:pt x="7393" y="461"/>
                      <a:pt x="7413" y="361"/>
                    </a:cubicBezTo>
                    <a:lnTo>
                      <a:pt x="7413" y="361"/>
                    </a:lnTo>
                    <a:cubicBezTo>
                      <a:pt x="7182" y="381"/>
                      <a:pt x="6962" y="512"/>
                      <a:pt x="6751" y="562"/>
                    </a:cubicBezTo>
                    <a:cubicBezTo>
                      <a:pt x="6721" y="542"/>
                      <a:pt x="6631" y="481"/>
                      <a:pt x="6611" y="451"/>
                    </a:cubicBezTo>
                    <a:cubicBezTo>
                      <a:pt x="6591" y="471"/>
                      <a:pt x="6581" y="502"/>
                      <a:pt x="6550" y="522"/>
                    </a:cubicBezTo>
                    <a:cubicBezTo>
                      <a:pt x="6664" y="296"/>
                      <a:pt x="6553" y="84"/>
                      <a:pt x="6404" y="84"/>
                    </a:cubicBezTo>
                    <a:cubicBezTo>
                      <a:pt x="6341" y="84"/>
                      <a:pt x="6272" y="122"/>
                      <a:pt x="6209" y="211"/>
                    </a:cubicBezTo>
                    <a:cubicBezTo>
                      <a:pt x="6139" y="70"/>
                      <a:pt x="6169" y="171"/>
                      <a:pt x="6069" y="90"/>
                    </a:cubicBezTo>
                    <a:cubicBezTo>
                      <a:pt x="6059" y="70"/>
                      <a:pt x="6059" y="10"/>
                      <a:pt x="60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71" name="Google Shape;16171;p54">
                <a:extLst>
                  <a:ext uri="{FF2B5EF4-FFF2-40B4-BE49-F238E27FC236}">
                    <a16:creationId xmlns:a16="http://schemas.microsoft.com/office/drawing/2014/main" id="{3E49DB88-3A85-BE65-01BB-E6E0A9540ED5}"/>
                  </a:ext>
                </a:extLst>
              </p:cNvPr>
              <p:cNvSpPr/>
              <p:nvPr/>
            </p:nvSpPr>
            <p:spPr>
              <a:xfrm>
                <a:off x="1509858" y="4187703"/>
                <a:ext cx="110242" cy="67452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1682" extrusionOk="0">
                    <a:moveTo>
                      <a:pt x="1565" y="0"/>
                    </a:moveTo>
                    <a:cubicBezTo>
                      <a:pt x="1374" y="90"/>
                      <a:pt x="1114" y="60"/>
                      <a:pt x="1114" y="341"/>
                    </a:cubicBezTo>
                    <a:cubicBezTo>
                      <a:pt x="1094" y="331"/>
                      <a:pt x="1083" y="301"/>
                      <a:pt x="1063" y="291"/>
                    </a:cubicBezTo>
                    <a:cubicBezTo>
                      <a:pt x="783" y="421"/>
                      <a:pt x="672" y="502"/>
                      <a:pt x="642" y="843"/>
                    </a:cubicBezTo>
                    <a:cubicBezTo>
                      <a:pt x="576" y="722"/>
                      <a:pt x="470" y="667"/>
                      <a:pt x="372" y="667"/>
                    </a:cubicBezTo>
                    <a:cubicBezTo>
                      <a:pt x="232" y="667"/>
                      <a:pt x="107" y="779"/>
                      <a:pt x="131" y="973"/>
                    </a:cubicBezTo>
                    <a:cubicBezTo>
                      <a:pt x="101" y="943"/>
                      <a:pt x="70" y="913"/>
                      <a:pt x="50" y="883"/>
                    </a:cubicBezTo>
                    <a:cubicBezTo>
                      <a:pt x="50" y="953"/>
                      <a:pt x="0" y="1023"/>
                      <a:pt x="20" y="1123"/>
                    </a:cubicBezTo>
                    <a:cubicBezTo>
                      <a:pt x="30" y="1194"/>
                      <a:pt x="0" y="1254"/>
                      <a:pt x="10" y="1304"/>
                    </a:cubicBezTo>
                    <a:cubicBezTo>
                      <a:pt x="40" y="1384"/>
                      <a:pt x="60" y="1354"/>
                      <a:pt x="111" y="1414"/>
                    </a:cubicBezTo>
                    <a:cubicBezTo>
                      <a:pt x="161" y="1454"/>
                      <a:pt x="151" y="1515"/>
                      <a:pt x="221" y="1545"/>
                    </a:cubicBezTo>
                    <a:cubicBezTo>
                      <a:pt x="251" y="1560"/>
                      <a:pt x="291" y="1563"/>
                      <a:pt x="336" y="1563"/>
                    </a:cubicBezTo>
                    <a:cubicBezTo>
                      <a:pt x="384" y="1563"/>
                      <a:pt x="437" y="1559"/>
                      <a:pt x="486" y="1559"/>
                    </a:cubicBezTo>
                    <a:cubicBezTo>
                      <a:pt x="513" y="1559"/>
                      <a:pt x="539" y="1560"/>
                      <a:pt x="562" y="1565"/>
                    </a:cubicBezTo>
                    <a:cubicBezTo>
                      <a:pt x="831" y="1626"/>
                      <a:pt x="1153" y="1682"/>
                      <a:pt x="1452" y="1682"/>
                    </a:cubicBezTo>
                    <a:cubicBezTo>
                      <a:pt x="1543" y="1682"/>
                      <a:pt x="1631" y="1677"/>
                      <a:pt x="1715" y="1665"/>
                    </a:cubicBezTo>
                    <a:cubicBezTo>
                      <a:pt x="1796" y="1655"/>
                      <a:pt x="1866" y="1605"/>
                      <a:pt x="1946" y="1595"/>
                    </a:cubicBezTo>
                    <a:cubicBezTo>
                      <a:pt x="1961" y="1593"/>
                      <a:pt x="1977" y="1592"/>
                      <a:pt x="1993" y="1592"/>
                    </a:cubicBezTo>
                    <a:cubicBezTo>
                      <a:pt x="2061" y="1592"/>
                      <a:pt x="2134" y="1607"/>
                      <a:pt x="2207" y="1615"/>
                    </a:cubicBezTo>
                    <a:cubicBezTo>
                      <a:pt x="2387" y="1615"/>
                      <a:pt x="2528" y="1595"/>
                      <a:pt x="2648" y="1454"/>
                    </a:cubicBezTo>
                    <a:cubicBezTo>
                      <a:pt x="2688" y="1404"/>
                      <a:pt x="2749" y="1334"/>
                      <a:pt x="2729" y="1284"/>
                    </a:cubicBezTo>
                    <a:cubicBezTo>
                      <a:pt x="2718" y="1229"/>
                      <a:pt x="2696" y="1219"/>
                      <a:pt x="2668" y="1219"/>
                    </a:cubicBezTo>
                    <a:cubicBezTo>
                      <a:pt x="2653" y="1219"/>
                      <a:pt x="2635" y="1222"/>
                      <a:pt x="2618" y="1222"/>
                    </a:cubicBezTo>
                    <a:cubicBezTo>
                      <a:pt x="2604" y="1222"/>
                      <a:pt x="2591" y="1220"/>
                      <a:pt x="2578" y="1214"/>
                    </a:cubicBezTo>
                    <a:cubicBezTo>
                      <a:pt x="2594" y="1173"/>
                      <a:pt x="2557" y="1138"/>
                      <a:pt x="2521" y="1138"/>
                    </a:cubicBezTo>
                    <a:cubicBezTo>
                      <a:pt x="2513" y="1138"/>
                      <a:pt x="2505" y="1140"/>
                      <a:pt x="2498" y="1143"/>
                    </a:cubicBezTo>
                    <a:cubicBezTo>
                      <a:pt x="2468" y="1103"/>
                      <a:pt x="2448" y="1043"/>
                      <a:pt x="2468" y="993"/>
                    </a:cubicBezTo>
                    <a:cubicBezTo>
                      <a:pt x="2439" y="979"/>
                      <a:pt x="2421" y="965"/>
                      <a:pt x="2399" y="965"/>
                    </a:cubicBezTo>
                    <a:cubicBezTo>
                      <a:pt x="2389" y="965"/>
                      <a:pt x="2379" y="967"/>
                      <a:pt x="2367" y="973"/>
                    </a:cubicBezTo>
                    <a:lnTo>
                      <a:pt x="2387" y="953"/>
                    </a:lnTo>
                    <a:cubicBezTo>
                      <a:pt x="2365" y="927"/>
                      <a:pt x="2344" y="918"/>
                      <a:pt x="2324" y="918"/>
                    </a:cubicBezTo>
                    <a:cubicBezTo>
                      <a:pt x="2283" y="918"/>
                      <a:pt x="2247" y="956"/>
                      <a:pt x="2207" y="963"/>
                    </a:cubicBezTo>
                    <a:cubicBezTo>
                      <a:pt x="2187" y="973"/>
                      <a:pt x="2177" y="993"/>
                      <a:pt x="2157" y="993"/>
                    </a:cubicBezTo>
                    <a:cubicBezTo>
                      <a:pt x="2137" y="993"/>
                      <a:pt x="2087" y="963"/>
                      <a:pt x="2056" y="963"/>
                    </a:cubicBezTo>
                    <a:cubicBezTo>
                      <a:pt x="2117" y="933"/>
                      <a:pt x="2247" y="742"/>
                      <a:pt x="2107" y="732"/>
                    </a:cubicBezTo>
                    <a:cubicBezTo>
                      <a:pt x="2127" y="702"/>
                      <a:pt x="2127" y="682"/>
                      <a:pt x="2157" y="652"/>
                    </a:cubicBezTo>
                    <a:cubicBezTo>
                      <a:pt x="2137" y="612"/>
                      <a:pt x="2087" y="602"/>
                      <a:pt x="2056" y="592"/>
                    </a:cubicBezTo>
                    <a:cubicBezTo>
                      <a:pt x="2077" y="542"/>
                      <a:pt x="2107" y="502"/>
                      <a:pt x="2127" y="461"/>
                    </a:cubicBezTo>
                    <a:lnTo>
                      <a:pt x="2127" y="451"/>
                    </a:lnTo>
                    <a:cubicBezTo>
                      <a:pt x="2107" y="471"/>
                      <a:pt x="2097" y="502"/>
                      <a:pt x="2066" y="522"/>
                    </a:cubicBezTo>
                    <a:cubicBezTo>
                      <a:pt x="2180" y="296"/>
                      <a:pt x="2069" y="84"/>
                      <a:pt x="1920" y="84"/>
                    </a:cubicBezTo>
                    <a:cubicBezTo>
                      <a:pt x="1857" y="84"/>
                      <a:pt x="1788" y="122"/>
                      <a:pt x="1725" y="211"/>
                    </a:cubicBezTo>
                    <a:cubicBezTo>
                      <a:pt x="1655" y="70"/>
                      <a:pt x="1685" y="171"/>
                      <a:pt x="1585" y="90"/>
                    </a:cubicBezTo>
                    <a:cubicBezTo>
                      <a:pt x="1575" y="70"/>
                      <a:pt x="1575" y="10"/>
                      <a:pt x="15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72" name="Google Shape;16172;p54">
                <a:extLst>
                  <a:ext uri="{FF2B5EF4-FFF2-40B4-BE49-F238E27FC236}">
                    <a16:creationId xmlns:a16="http://schemas.microsoft.com/office/drawing/2014/main" id="{6EA35EA8-EAD2-7DE9-A820-F95BD05E950C}"/>
                  </a:ext>
                </a:extLst>
              </p:cNvPr>
              <p:cNvSpPr/>
              <p:nvPr/>
            </p:nvSpPr>
            <p:spPr>
              <a:xfrm>
                <a:off x="1255200" y="4198531"/>
                <a:ext cx="110282" cy="67493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683" extrusionOk="0">
                    <a:moveTo>
                      <a:pt x="1566" y="1"/>
                    </a:moveTo>
                    <a:cubicBezTo>
                      <a:pt x="1385" y="101"/>
                      <a:pt x="1124" y="61"/>
                      <a:pt x="1124" y="342"/>
                    </a:cubicBezTo>
                    <a:cubicBezTo>
                      <a:pt x="1104" y="332"/>
                      <a:pt x="1094" y="302"/>
                      <a:pt x="1074" y="302"/>
                    </a:cubicBezTo>
                    <a:cubicBezTo>
                      <a:pt x="793" y="432"/>
                      <a:pt x="683" y="502"/>
                      <a:pt x="643" y="843"/>
                    </a:cubicBezTo>
                    <a:cubicBezTo>
                      <a:pt x="581" y="725"/>
                      <a:pt x="478" y="671"/>
                      <a:pt x="380" y="671"/>
                    </a:cubicBezTo>
                    <a:cubicBezTo>
                      <a:pt x="238" y="671"/>
                      <a:pt x="108" y="784"/>
                      <a:pt x="131" y="974"/>
                    </a:cubicBezTo>
                    <a:cubicBezTo>
                      <a:pt x="111" y="954"/>
                      <a:pt x="81" y="914"/>
                      <a:pt x="61" y="894"/>
                    </a:cubicBezTo>
                    <a:cubicBezTo>
                      <a:pt x="61" y="954"/>
                      <a:pt x="1" y="1034"/>
                      <a:pt x="21" y="1134"/>
                    </a:cubicBezTo>
                    <a:lnTo>
                      <a:pt x="21" y="1124"/>
                    </a:lnTo>
                    <a:lnTo>
                      <a:pt x="21" y="1124"/>
                    </a:lnTo>
                    <a:cubicBezTo>
                      <a:pt x="31" y="1194"/>
                      <a:pt x="11" y="1255"/>
                      <a:pt x="21" y="1305"/>
                    </a:cubicBezTo>
                    <a:cubicBezTo>
                      <a:pt x="51" y="1385"/>
                      <a:pt x="71" y="1355"/>
                      <a:pt x="121" y="1415"/>
                    </a:cubicBezTo>
                    <a:cubicBezTo>
                      <a:pt x="161" y="1455"/>
                      <a:pt x="161" y="1515"/>
                      <a:pt x="222" y="1546"/>
                    </a:cubicBezTo>
                    <a:cubicBezTo>
                      <a:pt x="255" y="1560"/>
                      <a:pt x="298" y="1564"/>
                      <a:pt x="344" y="1564"/>
                    </a:cubicBezTo>
                    <a:cubicBezTo>
                      <a:pt x="394" y="1564"/>
                      <a:pt x="448" y="1560"/>
                      <a:pt x="497" y="1560"/>
                    </a:cubicBezTo>
                    <a:cubicBezTo>
                      <a:pt x="524" y="1560"/>
                      <a:pt x="550" y="1561"/>
                      <a:pt x="573" y="1566"/>
                    </a:cubicBezTo>
                    <a:cubicBezTo>
                      <a:pt x="842" y="1627"/>
                      <a:pt x="1164" y="1683"/>
                      <a:pt x="1462" y="1683"/>
                    </a:cubicBezTo>
                    <a:cubicBezTo>
                      <a:pt x="1553" y="1683"/>
                      <a:pt x="1642" y="1678"/>
                      <a:pt x="1726" y="1666"/>
                    </a:cubicBezTo>
                    <a:cubicBezTo>
                      <a:pt x="1806" y="1656"/>
                      <a:pt x="1877" y="1616"/>
                      <a:pt x="1947" y="1596"/>
                    </a:cubicBezTo>
                    <a:cubicBezTo>
                      <a:pt x="1964" y="1594"/>
                      <a:pt x="1981" y="1593"/>
                      <a:pt x="1998" y="1593"/>
                    </a:cubicBezTo>
                    <a:cubicBezTo>
                      <a:pt x="2071" y="1593"/>
                      <a:pt x="2143" y="1608"/>
                      <a:pt x="2208" y="1616"/>
                    </a:cubicBezTo>
                    <a:cubicBezTo>
                      <a:pt x="2229" y="1617"/>
                      <a:pt x="2250" y="1618"/>
                      <a:pt x="2271" y="1618"/>
                    </a:cubicBezTo>
                    <a:cubicBezTo>
                      <a:pt x="2430" y="1618"/>
                      <a:pt x="2551" y="1580"/>
                      <a:pt x="2649" y="1455"/>
                    </a:cubicBezTo>
                    <a:cubicBezTo>
                      <a:pt x="2689" y="1405"/>
                      <a:pt x="2749" y="1345"/>
                      <a:pt x="2739" y="1285"/>
                    </a:cubicBezTo>
                    <a:cubicBezTo>
                      <a:pt x="2730" y="1232"/>
                      <a:pt x="2709" y="1221"/>
                      <a:pt x="2682" y="1221"/>
                    </a:cubicBezTo>
                    <a:cubicBezTo>
                      <a:pt x="2660" y="1221"/>
                      <a:pt x="2635" y="1228"/>
                      <a:pt x="2608" y="1228"/>
                    </a:cubicBezTo>
                    <a:cubicBezTo>
                      <a:pt x="2599" y="1228"/>
                      <a:pt x="2589" y="1227"/>
                      <a:pt x="2579" y="1225"/>
                    </a:cubicBezTo>
                    <a:cubicBezTo>
                      <a:pt x="2603" y="1175"/>
                      <a:pt x="2567" y="1139"/>
                      <a:pt x="2526" y="1139"/>
                    </a:cubicBezTo>
                    <a:cubicBezTo>
                      <a:pt x="2517" y="1139"/>
                      <a:pt x="2507" y="1141"/>
                      <a:pt x="2498" y="1144"/>
                    </a:cubicBezTo>
                    <a:cubicBezTo>
                      <a:pt x="2468" y="1104"/>
                      <a:pt x="2458" y="1044"/>
                      <a:pt x="2468" y="994"/>
                    </a:cubicBezTo>
                    <a:cubicBezTo>
                      <a:pt x="2449" y="981"/>
                      <a:pt x="2434" y="968"/>
                      <a:pt x="2416" y="968"/>
                    </a:cubicBezTo>
                    <a:cubicBezTo>
                      <a:pt x="2405" y="968"/>
                      <a:pt x="2393" y="973"/>
                      <a:pt x="2378" y="984"/>
                    </a:cubicBezTo>
                    <a:lnTo>
                      <a:pt x="2388" y="954"/>
                    </a:lnTo>
                    <a:cubicBezTo>
                      <a:pt x="2369" y="928"/>
                      <a:pt x="2351" y="919"/>
                      <a:pt x="2333" y="919"/>
                    </a:cubicBezTo>
                    <a:cubicBezTo>
                      <a:pt x="2295" y="919"/>
                      <a:pt x="2258" y="960"/>
                      <a:pt x="2218" y="974"/>
                    </a:cubicBezTo>
                    <a:cubicBezTo>
                      <a:pt x="2198" y="974"/>
                      <a:pt x="2188" y="994"/>
                      <a:pt x="2167" y="994"/>
                    </a:cubicBezTo>
                    <a:cubicBezTo>
                      <a:pt x="2147" y="994"/>
                      <a:pt x="2097" y="964"/>
                      <a:pt x="2067" y="964"/>
                    </a:cubicBezTo>
                    <a:cubicBezTo>
                      <a:pt x="2127" y="934"/>
                      <a:pt x="2258" y="743"/>
                      <a:pt x="2117" y="733"/>
                    </a:cubicBezTo>
                    <a:cubicBezTo>
                      <a:pt x="2137" y="703"/>
                      <a:pt x="2137" y="683"/>
                      <a:pt x="2167" y="653"/>
                    </a:cubicBezTo>
                    <a:cubicBezTo>
                      <a:pt x="2147" y="613"/>
                      <a:pt x="2097" y="603"/>
                      <a:pt x="2057" y="593"/>
                    </a:cubicBezTo>
                    <a:cubicBezTo>
                      <a:pt x="2087" y="542"/>
                      <a:pt x="2107" y="502"/>
                      <a:pt x="2137" y="462"/>
                    </a:cubicBezTo>
                    <a:lnTo>
                      <a:pt x="2127" y="462"/>
                    </a:lnTo>
                    <a:cubicBezTo>
                      <a:pt x="2107" y="482"/>
                      <a:pt x="2107" y="512"/>
                      <a:pt x="2077" y="522"/>
                    </a:cubicBezTo>
                    <a:cubicBezTo>
                      <a:pt x="2189" y="298"/>
                      <a:pt x="2076" y="89"/>
                      <a:pt x="1930" y="89"/>
                    </a:cubicBezTo>
                    <a:cubicBezTo>
                      <a:pt x="1866" y="89"/>
                      <a:pt x="1797" y="128"/>
                      <a:pt x="1736" y="222"/>
                    </a:cubicBezTo>
                    <a:cubicBezTo>
                      <a:pt x="1656" y="71"/>
                      <a:pt x="1696" y="171"/>
                      <a:pt x="1586" y="91"/>
                    </a:cubicBezTo>
                    <a:cubicBezTo>
                      <a:pt x="1586" y="71"/>
                      <a:pt x="1586" y="21"/>
                      <a:pt x="15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73" name="Google Shape;16173;p54">
                <a:extLst>
                  <a:ext uri="{FF2B5EF4-FFF2-40B4-BE49-F238E27FC236}">
                    <a16:creationId xmlns:a16="http://schemas.microsoft.com/office/drawing/2014/main" id="{F309A2DF-9081-BAEF-3ECF-5FC78EFE9726}"/>
                  </a:ext>
                </a:extLst>
              </p:cNvPr>
              <p:cNvSpPr/>
              <p:nvPr/>
            </p:nvSpPr>
            <p:spPr>
              <a:xfrm>
                <a:off x="1510259" y="4187703"/>
                <a:ext cx="70019" cy="44273"/>
              </a:xfrm>
              <a:custGeom>
                <a:avLst/>
                <a:gdLst/>
                <a:ahLst/>
                <a:cxnLst/>
                <a:rect l="l" t="t" r="r" b="b"/>
                <a:pathLst>
                  <a:path w="1746" h="1104" extrusionOk="0">
                    <a:moveTo>
                      <a:pt x="1555" y="0"/>
                    </a:moveTo>
                    <a:cubicBezTo>
                      <a:pt x="1364" y="90"/>
                      <a:pt x="1104" y="60"/>
                      <a:pt x="1104" y="341"/>
                    </a:cubicBezTo>
                    <a:cubicBezTo>
                      <a:pt x="1084" y="331"/>
                      <a:pt x="1073" y="301"/>
                      <a:pt x="1053" y="291"/>
                    </a:cubicBezTo>
                    <a:cubicBezTo>
                      <a:pt x="773" y="421"/>
                      <a:pt x="662" y="502"/>
                      <a:pt x="632" y="843"/>
                    </a:cubicBezTo>
                    <a:cubicBezTo>
                      <a:pt x="566" y="722"/>
                      <a:pt x="460" y="667"/>
                      <a:pt x="362" y="667"/>
                    </a:cubicBezTo>
                    <a:cubicBezTo>
                      <a:pt x="222" y="667"/>
                      <a:pt x="97" y="779"/>
                      <a:pt x="121" y="973"/>
                    </a:cubicBezTo>
                    <a:cubicBezTo>
                      <a:pt x="91" y="943"/>
                      <a:pt x="60" y="913"/>
                      <a:pt x="40" y="883"/>
                    </a:cubicBezTo>
                    <a:cubicBezTo>
                      <a:pt x="40" y="943"/>
                      <a:pt x="0" y="1013"/>
                      <a:pt x="0" y="1103"/>
                    </a:cubicBezTo>
                    <a:cubicBezTo>
                      <a:pt x="20" y="1073"/>
                      <a:pt x="50" y="1043"/>
                      <a:pt x="80" y="1023"/>
                    </a:cubicBezTo>
                    <a:cubicBezTo>
                      <a:pt x="103" y="1012"/>
                      <a:pt x="122" y="1007"/>
                      <a:pt x="138" y="1007"/>
                    </a:cubicBezTo>
                    <a:cubicBezTo>
                      <a:pt x="208" y="1007"/>
                      <a:pt x="232" y="1093"/>
                      <a:pt x="321" y="1093"/>
                    </a:cubicBezTo>
                    <a:cubicBezTo>
                      <a:pt x="321" y="993"/>
                      <a:pt x="331" y="933"/>
                      <a:pt x="422" y="893"/>
                    </a:cubicBezTo>
                    <a:cubicBezTo>
                      <a:pt x="432" y="893"/>
                      <a:pt x="452" y="913"/>
                      <a:pt x="472" y="913"/>
                    </a:cubicBezTo>
                    <a:cubicBezTo>
                      <a:pt x="499" y="904"/>
                      <a:pt x="526" y="861"/>
                      <a:pt x="554" y="861"/>
                    </a:cubicBezTo>
                    <a:cubicBezTo>
                      <a:pt x="557" y="861"/>
                      <a:pt x="559" y="862"/>
                      <a:pt x="562" y="863"/>
                    </a:cubicBezTo>
                    <a:cubicBezTo>
                      <a:pt x="599" y="863"/>
                      <a:pt x="593" y="924"/>
                      <a:pt x="633" y="924"/>
                    </a:cubicBezTo>
                    <a:cubicBezTo>
                      <a:pt x="636" y="924"/>
                      <a:pt x="639" y="923"/>
                      <a:pt x="642" y="923"/>
                    </a:cubicBezTo>
                    <a:cubicBezTo>
                      <a:pt x="682" y="913"/>
                      <a:pt x="672" y="802"/>
                      <a:pt x="692" y="762"/>
                    </a:cubicBezTo>
                    <a:cubicBezTo>
                      <a:pt x="742" y="672"/>
                      <a:pt x="853" y="652"/>
                      <a:pt x="923" y="612"/>
                    </a:cubicBezTo>
                    <a:cubicBezTo>
                      <a:pt x="973" y="592"/>
                      <a:pt x="1003" y="542"/>
                      <a:pt x="1073" y="522"/>
                    </a:cubicBezTo>
                    <a:cubicBezTo>
                      <a:pt x="1174" y="502"/>
                      <a:pt x="1174" y="532"/>
                      <a:pt x="1244" y="421"/>
                    </a:cubicBezTo>
                    <a:cubicBezTo>
                      <a:pt x="1267" y="375"/>
                      <a:pt x="1255" y="328"/>
                      <a:pt x="1299" y="328"/>
                    </a:cubicBezTo>
                    <a:cubicBezTo>
                      <a:pt x="1312" y="328"/>
                      <a:pt x="1329" y="332"/>
                      <a:pt x="1354" y="341"/>
                    </a:cubicBezTo>
                    <a:cubicBezTo>
                      <a:pt x="1330" y="242"/>
                      <a:pt x="1386" y="157"/>
                      <a:pt x="1479" y="157"/>
                    </a:cubicBezTo>
                    <a:cubicBezTo>
                      <a:pt x="1499" y="157"/>
                      <a:pt x="1521" y="161"/>
                      <a:pt x="1545" y="171"/>
                    </a:cubicBezTo>
                    <a:cubicBezTo>
                      <a:pt x="1575" y="181"/>
                      <a:pt x="1595" y="221"/>
                      <a:pt x="1635" y="231"/>
                    </a:cubicBezTo>
                    <a:cubicBezTo>
                      <a:pt x="1639" y="233"/>
                      <a:pt x="1645" y="234"/>
                      <a:pt x="1652" y="234"/>
                    </a:cubicBezTo>
                    <a:cubicBezTo>
                      <a:pt x="1669" y="234"/>
                      <a:pt x="1695" y="228"/>
                      <a:pt x="1719" y="228"/>
                    </a:cubicBezTo>
                    <a:cubicBezTo>
                      <a:pt x="1728" y="228"/>
                      <a:pt x="1737" y="229"/>
                      <a:pt x="1746" y="231"/>
                    </a:cubicBezTo>
                    <a:lnTo>
                      <a:pt x="1736" y="191"/>
                    </a:lnTo>
                    <a:lnTo>
                      <a:pt x="1715" y="211"/>
                    </a:lnTo>
                    <a:cubicBezTo>
                      <a:pt x="1645" y="70"/>
                      <a:pt x="1675" y="171"/>
                      <a:pt x="1575" y="90"/>
                    </a:cubicBezTo>
                    <a:cubicBezTo>
                      <a:pt x="1565" y="70"/>
                      <a:pt x="1565" y="10"/>
                      <a:pt x="155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6174" name="Google Shape;16174;p54">
              <a:extLst>
                <a:ext uri="{FF2B5EF4-FFF2-40B4-BE49-F238E27FC236}">
                  <a16:creationId xmlns:a16="http://schemas.microsoft.com/office/drawing/2014/main" id="{9319F55B-333E-44C4-35AA-FA682E45FC9E}"/>
                </a:ext>
              </a:extLst>
            </p:cNvPr>
            <p:cNvGrpSpPr/>
            <p:nvPr/>
          </p:nvGrpSpPr>
          <p:grpSpPr>
            <a:xfrm rot="-575426">
              <a:off x="4977464" y="4241675"/>
              <a:ext cx="824216" cy="233743"/>
              <a:chOff x="2436564" y="2774658"/>
              <a:chExt cx="737475" cy="209143"/>
            </a:xfrm>
          </p:grpSpPr>
          <p:sp>
            <p:nvSpPr>
              <p:cNvPr id="16175" name="Google Shape;16175;p54">
                <a:extLst>
                  <a:ext uri="{FF2B5EF4-FFF2-40B4-BE49-F238E27FC236}">
                    <a16:creationId xmlns:a16="http://schemas.microsoft.com/office/drawing/2014/main" id="{FAFE9B97-C306-6016-F078-438F1C9AFD7A}"/>
                  </a:ext>
                </a:extLst>
              </p:cNvPr>
              <p:cNvSpPr/>
              <p:nvPr/>
            </p:nvSpPr>
            <p:spPr>
              <a:xfrm>
                <a:off x="2436564" y="2775028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76" name="Google Shape;16176;p54">
                <a:extLst>
                  <a:ext uri="{FF2B5EF4-FFF2-40B4-BE49-F238E27FC236}">
                    <a16:creationId xmlns:a16="http://schemas.microsoft.com/office/drawing/2014/main" id="{3098E265-9E53-5B6C-81FE-FAEF4C4B3AEF}"/>
                  </a:ext>
                </a:extLst>
              </p:cNvPr>
              <p:cNvSpPr/>
              <p:nvPr/>
            </p:nvSpPr>
            <p:spPr>
              <a:xfrm rot="-293525">
                <a:off x="2946011" y="2783857"/>
                <a:ext cx="222094" cy="148664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77" name="Google Shape;16177;p54">
                <a:extLst>
                  <a:ext uri="{FF2B5EF4-FFF2-40B4-BE49-F238E27FC236}">
                    <a16:creationId xmlns:a16="http://schemas.microsoft.com/office/drawing/2014/main" id="{A323F01A-AE4E-D835-BBD5-F64D009BA654}"/>
                  </a:ext>
                </a:extLst>
              </p:cNvPr>
              <p:cNvSpPr/>
              <p:nvPr/>
            </p:nvSpPr>
            <p:spPr>
              <a:xfrm>
                <a:off x="2530687" y="2788623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78" name="Google Shape;16178;p54">
                <a:extLst>
                  <a:ext uri="{FF2B5EF4-FFF2-40B4-BE49-F238E27FC236}">
                    <a16:creationId xmlns:a16="http://schemas.microsoft.com/office/drawing/2014/main" id="{A79D051D-2A3A-2887-726E-7522F9784B5E}"/>
                  </a:ext>
                </a:extLst>
              </p:cNvPr>
              <p:cNvSpPr/>
              <p:nvPr/>
            </p:nvSpPr>
            <p:spPr>
              <a:xfrm>
                <a:off x="2874784" y="2820106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79" name="Google Shape;16179;p54">
                <a:extLst>
                  <a:ext uri="{FF2B5EF4-FFF2-40B4-BE49-F238E27FC236}">
                    <a16:creationId xmlns:a16="http://schemas.microsoft.com/office/drawing/2014/main" id="{4C7CF1E8-4A54-F5B4-2321-3D90F5C9C603}"/>
                  </a:ext>
                </a:extLst>
              </p:cNvPr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6180" name="Google Shape;16180;p54">
              <a:extLst>
                <a:ext uri="{FF2B5EF4-FFF2-40B4-BE49-F238E27FC236}">
                  <a16:creationId xmlns:a16="http://schemas.microsoft.com/office/drawing/2014/main" id="{293E965B-E5DC-05E2-1E89-83F99B7272DC}"/>
                </a:ext>
              </a:extLst>
            </p:cNvPr>
            <p:cNvGrpSpPr/>
            <p:nvPr/>
          </p:nvGrpSpPr>
          <p:grpSpPr>
            <a:xfrm rot="-263875">
              <a:off x="5836717" y="4098665"/>
              <a:ext cx="813287" cy="233323"/>
              <a:chOff x="2447923" y="2707800"/>
              <a:chExt cx="727715" cy="208774"/>
            </a:xfrm>
          </p:grpSpPr>
          <p:sp>
            <p:nvSpPr>
              <p:cNvPr id="16181" name="Google Shape;16181;p54">
                <a:extLst>
                  <a:ext uri="{FF2B5EF4-FFF2-40B4-BE49-F238E27FC236}">
                    <a16:creationId xmlns:a16="http://schemas.microsoft.com/office/drawing/2014/main" id="{44A48AD2-AC23-94CD-8F2F-FA3DA6048605}"/>
                  </a:ext>
                </a:extLst>
              </p:cNvPr>
              <p:cNvSpPr/>
              <p:nvPr/>
            </p:nvSpPr>
            <p:spPr>
              <a:xfrm>
                <a:off x="2447923" y="2707800"/>
                <a:ext cx="534606" cy="208774"/>
              </a:xfrm>
              <a:custGeom>
                <a:avLst/>
                <a:gdLst/>
                <a:ahLst/>
                <a:cxnLst/>
                <a:rect l="l" t="t" r="r" b="b"/>
                <a:pathLst>
                  <a:path w="13331" h="5206" extrusionOk="0">
                    <a:moveTo>
                      <a:pt x="2434" y="1"/>
                    </a:moveTo>
                    <a:cubicBezTo>
                      <a:pt x="2405" y="1"/>
                      <a:pt x="2376" y="4"/>
                      <a:pt x="2348" y="10"/>
                    </a:cubicBezTo>
                    <a:cubicBezTo>
                      <a:pt x="2057" y="60"/>
                      <a:pt x="2167" y="582"/>
                      <a:pt x="1976" y="812"/>
                    </a:cubicBezTo>
                    <a:cubicBezTo>
                      <a:pt x="1916" y="882"/>
                      <a:pt x="1836" y="933"/>
                      <a:pt x="1776" y="1003"/>
                    </a:cubicBezTo>
                    <a:cubicBezTo>
                      <a:pt x="1585" y="1234"/>
                      <a:pt x="1716" y="1565"/>
                      <a:pt x="1776" y="1855"/>
                    </a:cubicBezTo>
                    <a:cubicBezTo>
                      <a:pt x="1836" y="2176"/>
                      <a:pt x="1826" y="2688"/>
                      <a:pt x="1525" y="2808"/>
                    </a:cubicBezTo>
                    <a:cubicBezTo>
                      <a:pt x="1514" y="2813"/>
                      <a:pt x="1503" y="2815"/>
                      <a:pt x="1494" y="2815"/>
                    </a:cubicBezTo>
                    <a:cubicBezTo>
                      <a:pt x="1391" y="2815"/>
                      <a:pt x="1372" y="2586"/>
                      <a:pt x="1345" y="2467"/>
                    </a:cubicBezTo>
                    <a:cubicBezTo>
                      <a:pt x="1300" y="2164"/>
                      <a:pt x="1136" y="1575"/>
                      <a:pt x="896" y="1575"/>
                    </a:cubicBezTo>
                    <a:cubicBezTo>
                      <a:pt x="866" y="1575"/>
                      <a:pt x="835" y="1585"/>
                      <a:pt x="803" y="1605"/>
                    </a:cubicBezTo>
                    <a:cubicBezTo>
                      <a:pt x="729" y="1660"/>
                      <a:pt x="801" y="1880"/>
                      <a:pt x="732" y="1880"/>
                    </a:cubicBezTo>
                    <a:cubicBezTo>
                      <a:pt x="726" y="1880"/>
                      <a:pt x="720" y="1878"/>
                      <a:pt x="713" y="1875"/>
                    </a:cubicBezTo>
                    <a:cubicBezTo>
                      <a:pt x="562" y="1810"/>
                      <a:pt x="614" y="1409"/>
                      <a:pt x="481" y="1409"/>
                    </a:cubicBezTo>
                    <a:cubicBezTo>
                      <a:pt x="472" y="1409"/>
                      <a:pt x="462" y="1410"/>
                      <a:pt x="452" y="1414"/>
                    </a:cubicBezTo>
                    <a:cubicBezTo>
                      <a:pt x="101" y="1544"/>
                      <a:pt x="171" y="2066"/>
                      <a:pt x="91" y="2417"/>
                    </a:cubicBezTo>
                    <a:cubicBezTo>
                      <a:pt x="0" y="2818"/>
                      <a:pt x="121" y="3370"/>
                      <a:pt x="191" y="3771"/>
                    </a:cubicBezTo>
                    <a:cubicBezTo>
                      <a:pt x="221" y="3952"/>
                      <a:pt x="261" y="4132"/>
                      <a:pt x="372" y="4273"/>
                    </a:cubicBezTo>
                    <a:cubicBezTo>
                      <a:pt x="558" y="4505"/>
                      <a:pt x="864" y="4552"/>
                      <a:pt x="1174" y="4552"/>
                    </a:cubicBezTo>
                    <a:cubicBezTo>
                      <a:pt x="1265" y="4552"/>
                      <a:pt x="1356" y="4548"/>
                      <a:pt x="1445" y="4544"/>
                    </a:cubicBezTo>
                    <a:cubicBezTo>
                      <a:pt x="1561" y="4539"/>
                      <a:pt x="1678" y="4536"/>
                      <a:pt x="1795" y="4536"/>
                    </a:cubicBezTo>
                    <a:cubicBezTo>
                      <a:pt x="2613" y="4536"/>
                      <a:pt x="3432" y="4659"/>
                      <a:pt x="4213" y="4905"/>
                    </a:cubicBezTo>
                    <a:cubicBezTo>
                      <a:pt x="4645" y="5035"/>
                      <a:pt x="5066" y="5206"/>
                      <a:pt x="5507" y="5206"/>
                    </a:cubicBezTo>
                    <a:cubicBezTo>
                      <a:pt x="5828" y="5206"/>
                      <a:pt x="6149" y="5105"/>
                      <a:pt x="6460" y="5025"/>
                    </a:cubicBezTo>
                    <a:cubicBezTo>
                      <a:pt x="7566" y="4728"/>
                      <a:pt x="8715" y="4502"/>
                      <a:pt x="9854" y="4502"/>
                    </a:cubicBezTo>
                    <a:cubicBezTo>
                      <a:pt x="10368" y="4502"/>
                      <a:pt x="10880" y="4548"/>
                      <a:pt x="11385" y="4654"/>
                    </a:cubicBezTo>
                    <a:cubicBezTo>
                      <a:pt x="11686" y="4717"/>
                      <a:pt x="11993" y="4806"/>
                      <a:pt x="12301" y="4806"/>
                    </a:cubicBezTo>
                    <a:cubicBezTo>
                      <a:pt x="12383" y="4806"/>
                      <a:pt x="12466" y="4799"/>
                      <a:pt x="12549" y="4784"/>
                    </a:cubicBezTo>
                    <a:cubicBezTo>
                      <a:pt x="12940" y="4724"/>
                      <a:pt x="13331" y="4403"/>
                      <a:pt x="13321" y="3992"/>
                    </a:cubicBezTo>
                    <a:cubicBezTo>
                      <a:pt x="13311" y="3711"/>
                      <a:pt x="13120" y="3470"/>
                      <a:pt x="12960" y="3230"/>
                    </a:cubicBezTo>
                    <a:cubicBezTo>
                      <a:pt x="12809" y="2989"/>
                      <a:pt x="12900" y="2708"/>
                      <a:pt x="12850" y="2427"/>
                    </a:cubicBezTo>
                    <a:cubicBezTo>
                      <a:pt x="12789" y="2046"/>
                      <a:pt x="12739" y="1635"/>
                      <a:pt x="12438" y="1384"/>
                    </a:cubicBezTo>
                    <a:cubicBezTo>
                      <a:pt x="12338" y="1304"/>
                      <a:pt x="12188" y="1354"/>
                      <a:pt x="12097" y="1254"/>
                    </a:cubicBezTo>
                    <a:cubicBezTo>
                      <a:pt x="12007" y="1153"/>
                      <a:pt x="11937" y="1043"/>
                      <a:pt x="11816" y="983"/>
                    </a:cubicBezTo>
                    <a:cubicBezTo>
                      <a:pt x="11798" y="975"/>
                      <a:pt x="11780" y="972"/>
                      <a:pt x="11764" y="972"/>
                    </a:cubicBezTo>
                    <a:cubicBezTo>
                      <a:pt x="11676" y="972"/>
                      <a:pt x="11617" y="1072"/>
                      <a:pt x="11515" y="1123"/>
                    </a:cubicBezTo>
                    <a:cubicBezTo>
                      <a:pt x="11508" y="1128"/>
                      <a:pt x="11501" y="1130"/>
                      <a:pt x="11494" y="1130"/>
                    </a:cubicBezTo>
                    <a:cubicBezTo>
                      <a:pt x="11429" y="1130"/>
                      <a:pt x="11371" y="966"/>
                      <a:pt x="11307" y="966"/>
                    </a:cubicBezTo>
                    <a:cubicBezTo>
                      <a:pt x="11299" y="966"/>
                      <a:pt x="11292" y="968"/>
                      <a:pt x="11285" y="973"/>
                    </a:cubicBezTo>
                    <a:cubicBezTo>
                      <a:pt x="11154" y="1063"/>
                      <a:pt x="11184" y="1294"/>
                      <a:pt x="11044" y="1314"/>
                    </a:cubicBezTo>
                    <a:cubicBezTo>
                      <a:pt x="11036" y="1315"/>
                      <a:pt x="11029" y="1315"/>
                      <a:pt x="11021" y="1315"/>
                    </a:cubicBezTo>
                    <a:cubicBezTo>
                      <a:pt x="10887" y="1315"/>
                      <a:pt x="10827" y="1149"/>
                      <a:pt x="10713" y="1063"/>
                    </a:cubicBezTo>
                    <a:cubicBezTo>
                      <a:pt x="10708" y="1061"/>
                      <a:pt x="10704" y="1060"/>
                      <a:pt x="10699" y="1060"/>
                    </a:cubicBezTo>
                    <a:cubicBezTo>
                      <a:pt x="10661" y="1060"/>
                      <a:pt x="10619" y="1113"/>
                      <a:pt x="10585" y="1113"/>
                    </a:cubicBezTo>
                    <a:cubicBezTo>
                      <a:pt x="10577" y="1113"/>
                      <a:pt x="10569" y="1110"/>
                      <a:pt x="10563" y="1103"/>
                    </a:cubicBezTo>
                    <a:cubicBezTo>
                      <a:pt x="10502" y="1063"/>
                      <a:pt x="10603" y="933"/>
                      <a:pt x="10543" y="893"/>
                    </a:cubicBezTo>
                    <a:cubicBezTo>
                      <a:pt x="10511" y="868"/>
                      <a:pt x="10479" y="857"/>
                      <a:pt x="10448" y="857"/>
                    </a:cubicBezTo>
                    <a:cubicBezTo>
                      <a:pt x="10249" y="857"/>
                      <a:pt x="10064" y="1303"/>
                      <a:pt x="10081" y="1555"/>
                    </a:cubicBezTo>
                    <a:cubicBezTo>
                      <a:pt x="10091" y="1735"/>
                      <a:pt x="10171" y="1906"/>
                      <a:pt x="10161" y="2076"/>
                    </a:cubicBezTo>
                    <a:cubicBezTo>
                      <a:pt x="10154" y="2217"/>
                      <a:pt x="9999" y="2407"/>
                      <a:pt x="9893" y="2407"/>
                    </a:cubicBezTo>
                    <a:cubicBezTo>
                      <a:pt x="9864" y="2407"/>
                      <a:pt x="9838" y="2392"/>
                      <a:pt x="9820" y="2357"/>
                    </a:cubicBezTo>
                    <a:cubicBezTo>
                      <a:pt x="9650" y="2026"/>
                      <a:pt x="9921" y="1524"/>
                      <a:pt x="9650" y="1264"/>
                    </a:cubicBezTo>
                    <a:cubicBezTo>
                      <a:pt x="9642" y="1257"/>
                      <a:pt x="9635" y="1254"/>
                      <a:pt x="9628" y="1254"/>
                    </a:cubicBezTo>
                    <a:cubicBezTo>
                      <a:pt x="9567" y="1254"/>
                      <a:pt x="9542" y="1505"/>
                      <a:pt x="9458" y="1505"/>
                    </a:cubicBezTo>
                    <a:cubicBezTo>
                      <a:pt x="9455" y="1505"/>
                      <a:pt x="9452" y="1505"/>
                      <a:pt x="9449" y="1504"/>
                    </a:cubicBezTo>
                    <a:cubicBezTo>
                      <a:pt x="9259" y="1474"/>
                      <a:pt x="9509" y="1113"/>
                      <a:pt x="9479" y="923"/>
                    </a:cubicBezTo>
                    <a:cubicBezTo>
                      <a:pt x="9474" y="900"/>
                      <a:pt x="9462" y="890"/>
                      <a:pt x="9446" y="890"/>
                    </a:cubicBezTo>
                    <a:cubicBezTo>
                      <a:pt x="9400" y="890"/>
                      <a:pt x="9321" y="973"/>
                      <a:pt x="9299" y="1033"/>
                    </a:cubicBezTo>
                    <a:cubicBezTo>
                      <a:pt x="9208" y="1304"/>
                      <a:pt x="9128" y="1565"/>
                      <a:pt x="9048" y="1825"/>
                    </a:cubicBezTo>
                    <a:cubicBezTo>
                      <a:pt x="9018" y="1916"/>
                      <a:pt x="8988" y="2006"/>
                      <a:pt x="8998" y="2106"/>
                    </a:cubicBezTo>
                    <a:cubicBezTo>
                      <a:pt x="9008" y="2186"/>
                      <a:pt x="9048" y="2257"/>
                      <a:pt x="9058" y="2337"/>
                    </a:cubicBezTo>
                    <a:cubicBezTo>
                      <a:pt x="9090" y="2523"/>
                      <a:pt x="8881" y="2801"/>
                      <a:pt x="8730" y="2801"/>
                    </a:cubicBezTo>
                    <a:cubicBezTo>
                      <a:pt x="8694" y="2801"/>
                      <a:pt x="8662" y="2785"/>
                      <a:pt x="8637" y="2748"/>
                    </a:cubicBezTo>
                    <a:cubicBezTo>
                      <a:pt x="8466" y="2497"/>
                      <a:pt x="8346" y="2257"/>
                      <a:pt x="8276" y="1956"/>
                    </a:cubicBezTo>
                    <a:cubicBezTo>
                      <a:pt x="8235" y="1755"/>
                      <a:pt x="8486" y="1444"/>
                      <a:pt x="8296" y="1374"/>
                    </a:cubicBezTo>
                    <a:cubicBezTo>
                      <a:pt x="8284" y="1368"/>
                      <a:pt x="8271" y="1366"/>
                      <a:pt x="8258" y="1366"/>
                    </a:cubicBezTo>
                    <a:cubicBezTo>
                      <a:pt x="8180" y="1366"/>
                      <a:pt x="8073" y="1448"/>
                      <a:pt x="8006" y="1448"/>
                    </a:cubicBezTo>
                    <a:cubicBezTo>
                      <a:pt x="7984" y="1448"/>
                      <a:pt x="7966" y="1439"/>
                      <a:pt x="7955" y="1414"/>
                    </a:cubicBezTo>
                    <a:cubicBezTo>
                      <a:pt x="7884" y="1244"/>
                      <a:pt x="8266" y="1053"/>
                      <a:pt x="8165" y="903"/>
                    </a:cubicBezTo>
                    <a:cubicBezTo>
                      <a:pt x="8123" y="839"/>
                      <a:pt x="8040" y="805"/>
                      <a:pt x="7963" y="805"/>
                    </a:cubicBezTo>
                    <a:cubicBezTo>
                      <a:pt x="7931" y="805"/>
                      <a:pt x="7901" y="811"/>
                      <a:pt x="7874" y="822"/>
                    </a:cubicBezTo>
                    <a:cubicBezTo>
                      <a:pt x="7814" y="842"/>
                      <a:pt x="7834" y="963"/>
                      <a:pt x="7774" y="993"/>
                    </a:cubicBezTo>
                    <a:cubicBezTo>
                      <a:pt x="7767" y="996"/>
                      <a:pt x="7759" y="998"/>
                      <a:pt x="7752" y="998"/>
                    </a:cubicBezTo>
                    <a:cubicBezTo>
                      <a:pt x="7702" y="998"/>
                      <a:pt x="7648" y="930"/>
                      <a:pt x="7599" y="930"/>
                    </a:cubicBezTo>
                    <a:cubicBezTo>
                      <a:pt x="7594" y="930"/>
                      <a:pt x="7589" y="931"/>
                      <a:pt x="7584" y="933"/>
                    </a:cubicBezTo>
                    <a:cubicBezTo>
                      <a:pt x="7463" y="993"/>
                      <a:pt x="7513" y="1213"/>
                      <a:pt x="7423" y="1314"/>
                    </a:cubicBezTo>
                    <a:cubicBezTo>
                      <a:pt x="7303" y="1464"/>
                      <a:pt x="7293" y="1655"/>
                      <a:pt x="7162" y="1785"/>
                    </a:cubicBezTo>
                    <a:cubicBezTo>
                      <a:pt x="7152" y="1797"/>
                      <a:pt x="7140" y="1802"/>
                      <a:pt x="7126" y="1802"/>
                    </a:cubicBezTo>
                    <a:cubicBezTo>
                      <a:pt x="7082" y="1802"/>
                      <a:pt x="7023" y="1759"/>
                      <a:pt x="6983" y="1759"/>
                    </a:cubicBezTo>
                    <a:cubicBezTo>
                      <a:pt x="6970" y="1759"/>
                      <a:pt x="6959" y="1763"/>
                      <a:pt x="6952" y="1775"/>
                    </a:cubicBezTo>
                    <a:cubicBezTo>
                      <a:pt x="6811" y="1956"/>
                      <a:pt x="7303" y="2397"/>
                      <a:pt x="7082" y="2447"/>
                    </a:cubicBezTo>
                    <a:cubicBezTo>
                      <a:pt x="7081" y="2447"/>
                      <a:pt x="7079" y="2448"/>
                      <a:pt x="7078" y="2448"/>
                    </a:cubicBezTo>
                    <a:cubicBezTo>
                      <a:pt x="7025" y="2448"/>
                      <a:pt x="7081" y="2257"/>
                      <a:pt x="7022" y="2257"/>
                    </a:cubicBezTo>
                    <a:cubicBezTo>
                      <a:pt x="6791" y="2277"/>
                      <a:pt x="7072" y="2959"/>
                      <a:pt x="6841" y="2959"/>
                    </a:cubicBezTo>
                    <a:cubicBezTo>
                      <a:pt x="6420" y="2949"/>
                      <a:pt x="6560" y="2146"/>
                      <a:pt x="6300" y="1815"/>
                    </a:cubicBezTo>
                    <a:cubicBezTo>
                      <a:pt x="6229" y="1725"/>
                      <a:pt x="6159" y="1645"/>
                      <a:pt x="6109" y="1555"/>
                    </a:cubicBezTo>
                    <a:cubicBezTo>
                      <a:pt x="5938" y="1274"/>
                      <a:pt x="6229" y="722"/>
                      <a:pt x="5928" y="592"/>
                    </a:cubicBezTo>
                    <a:cubicBezTo>
                      <a:pt x="5917" y="586"/>
                      <a:pt x="5906" y="584"/>
                      <a:pt x="5895" y="584"/>
                    </a:cubicBezTo>
                    <a:cubicBezTo>
                      <a:pt x="5759" y="584"/>
                      <a:pt x="5687" y="1001"/>
                      <a:pt x="5550" y="1001"/>
                    </a:cubicBezTo>
                    <a:cubicBezTo>
                      <a:pt x="5540" y="1001"/>
                      <a:pt x="5529" y="998"/>
                      <a:pt x="5517" y="993"/>
                    </a:cubicBezTo>
                    <a:cubicBezTo>
                      <a:pt x="5417" y="943"/>
                      <a:pt x="5628" y="682"/>
                      <a:pt x="5517" y="652"/>
                    </a:cubicBezTo>
                    <a:cubicBezTo>
                      <a:pt x="5509" y="650"/>
                      <a:pt x="5502" y="649"/>
                      <a:pt x="5495" y="649"/>
                    </a:cubicBezTo>
                    <a:cubicBezTo>
                      <a:pt x="5349" y="649"/>
                      <a:pt x="5479" y="1145"/>
                      <a:pt x="5307" y="1183"/>
                    </a:cubicBezTo>
                    <a:cubicBezTo>
                      <a:pt x="5303" y="1184"/>
                      <a:pt x="5300" y="1184"/>
                      <a:pt x="5297" y="1184"/>
                    </a:cubicBezTo>
                    <a:cubicBezTo>
                      <a:pt x="5200" y="1184"/>
                      <a:pt x="5253" y="892"/>
                      <a:pt x="5146" y="862"/>
                    </a:cubicBezTo>
                    <a:cubicBezTo>
                      <a:pt x="5142" y="862"/>
                      <a:pt x="5139" y="861"/>
                      <a:pt x="5135" y="861"/>
                    </a:cubicBezTo>
                    <a:cubicBezTo>
                      <a:pt x="5066" y="861"/>
                      <a:pt x="5043" y="1043"/>
                      <a:pt x="4971" y="1043"/>
                    </a:cubicBezTo>
                    <a:cubicBezTo>
                      <a:pt x="4969" y="1043"/>
                      <a:pt x="4967" y="1043"/>
                      <a:pt x="4966" y="1043"/>
                    </a:cubicBezTo>
                    <a:cubicBezTo>
                      <a:pt x="4765" y="1023"/>
                      <a:pt x="4986" y="551"/>
                      <a:pt x="4815" y="451"/>
                    </a:cubicBezTo>
                    <a:cubicBezTo>
                      <a:pt x="4805" y="446"/>
                      <a:pt x="4796" y="444"/>
                      <a:pt x="4788" y="444"/>
                    </a:cubicBezTo>
                    <a:cubicBezTo>
                      <a:pt x="4685" y="444"/>
                      <a:pt x="4656" y="794"/>
                      <a:pt x="4529" y="794"/>
                    </a:cubicBezTo>
                    <a:cubicBezTo>
                      <a:pt x="4524" y="794"/>
                      <a:pt x="4519" y="793"/>
                      <a:pt x="4514" y="792"/>
                    </a:cubicBezTo>
                    <a:cubicBezTo>
                      <a:pt x="4354" y="762"/>
                      <a:pt x="4564" y="321"/>
                      <a:pt x="4404" y="301"/>
                    </a:cubicBezTo>
                    <a:cubicBezTo>
                      <a:pt x="4391" y="299"/>
                      <a:pt x="4379" y="298"/>
                      <a:pt x="4367" y="298"/>
                    </a:cubicBezTo>
                    <a:cubicBezTo>
                      <a:pt x="4058" y="298"/>
                      <a:pt x="3990" y="905"/>
                      <a:pt x="3932" y="1234"/>
                    </a:cubicBezTo>
                    <a:cubicBezTo>
                      <a:pt x="3902" y="1414"/>
                      <a:pt x="4093" y="1705"/>
                      <a:pt x="3922" y="1795"/>
                    </a:cubicBezTo>
                    <a:cubicBezTo>
                      <a:pt x="3913" y="1800"/>
                      <a:pt x="3904" y="1802"/>
                      <a:pt x="3895" y="1802"/>
                    </a:cubicBezTo>
                    <a:cubicBezTo>
                      <a:pt x="3812" y="1802"/>
                      <a:pt x="3710" y="1649"/>
                      <a:pt x="3637" y="1649"/>
                    </a:cubicBezTo>
                    <a:cubicBezTo>
                      <a:pt x="3624" y="1649"/>
                      <a:pt x="3612" y="1654"/>
                      <a:pt x="3601" y="1665"/>
                    </a:cubicBezTo>
                    <a:cubicBezTo>
                      <a:pt x="3511" y="1755"/>
                      <a:pt x="3652" y="1926"/>
                      <a:pt x="3652" y="2056"/>
                    </a:cubicBezTo>
                    <a:cubicBezTo>
                      <a:pt x="3642" y="2195"/>
                      <a:pt x="3495" y="2309"/>
                      <a:pt x="3362" y="2309"/>
                    </a:cubicBezTo>
                    <a:cubicBezTo>
                      <a:pt x="3351" y="2309"/>
                      <a:pt x="3341" y="2308"/>
                      <a:pt x="3331" y="2307"/>
                    </a:cubicBezTo>
                    <a:cubicBezTo>
                      <a:pt x="3240" y="2287"/>
                      <a:pt x="3240" y="2166"/>
                      <a:pt x="3220" y="2076"/>
                    </a:cubicBezTo>
                    <a:cubicBezTo>
                      <a:pt x="3206" y="2039"/>
                      <a:pt x="3149" y="2030"/>
                      <a:pt x="3100" y="2030"/>
                    </a:cubicBezTo>
                    <a:lnTo>
                      <a:pt x="3100" y="2030"/>
                    </a:lnTo>
                    <a:cubicBezTo>
                      <a:pt x="3422" y="1949"/>
                      <a:pt x="2909" y="1137"/>
                      <a:pt x="2689" y="792"/>
                    </a:cubicBezTo>
                    <a:cubicBezTo>
                      <a:pt x="2659" y="732"/>
                      <a:pt x="2618" y="682"/>
                      <a:pt x="2618" y="622"/>
                    </a:cubicBezTo>
                    <a:cubicBezTo>
                      <a:pt x="2598" y="431"/>
                      <a:pt x="2909" y="220"/>
                      <a:pt x="2769" y="110"/>
                    </a:cubicBezTo>
                    <a:cubicBezTo>
                      <a:pt x="2673" y="46"/>
                      <a:pt x="2551" y="1"/>
                      <a:pt x="24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82" name="Google Shape;16182;p54">
                <a:extLst>
                  <a:ext uri="{FF2B5EF4-FFF2-40B4-BE49-F238E27FC236}">
                    <a16:creationId xmlns:a16="http://schemas.microsoft.com/office/drawing/2014/main" id="{5C6C0C6B-7D4E-DAC3-A006-05B938E7F40A}"/>
                  </a:ext>
                </a:extLst>
              </p:cNvPr>
              <p:cNvSpPr/>
              <p:nvPr/>
            </p:nvSpPr>
            <p:spPr>
              <a:xfrm>
                <a:off x="2953550" y="2749147"/>
                <a:ext cx="222088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5538" h="3707" extrusionOk="0">
                    <a:moveTo>
                      <a:pt x="635" y="0"/>
                    </a:moveTo>
                    <a:cubicBezTo>
                      <a:pt x="628" y="0"/>
                      <a:pt x="620" y="1"/>
                      <a:pt x="613" y="2"/>
                    </a:cubicBezTo>
                    <a:cubicBezTo>
                      <a:pt x="522" y="12"/>
                      <a:pt x="492" y="122"/>
                      <a:pt x="492" y="213"/>
                    </a:cubicBezTo>
                    <a:cubicBezTo>
                      <a:pt x="472" y="564"/>
                      <a:pt x="452" y="915"/>
                      <a:pt x="422" y="1266"/>
                    </a:cubicBezTo>
                    <a:cubicBezTo>
                      <a:pt x="392" y="1577"/>
                      <a:pt x="272" y="1687"/>
                      <a:pt x="141" y="1928"/>
                    </a:cubicBezTo>
                    <a:cubicBezTo>
                      <a:pt x="1" y="2169"/>
                      <a:pt x="41" y="2500"/>
                      <a:pt x="51" y="2770"/>
                    </a:cubicBezTo>
                    <a:cubicBezTo>
                      <a:pt x="61" y="3041"/>
                      <a:pt x="111" y="3352"/>
                      <a:pt x="342" y="3472"/>
                    </a:cubicBezTo>
                    <a:cubicBezTo>
                      <a:pt x="414" y="3512"/>
                      <a:pt x="491" y="3527"/>
                      <a:pt x="571" y="3527"/>
                    </a:cubicBezTo>
                    <a:cubicBezTo>
                      <a:pt x="733" y="3527"/>
                      <a:pt x="906" y="3466"/>
                      <a:pt x="1074" y="3432"/>
                    </a:cubicBezTo>
                    <a:cubicBezTo>
                      <a:pt x="1155" y="3417"/>
                      <a:pt x="1238" y="3411"/>
                      <a:pt x="1322" y="3411"/>
                    </a:cubicBezTo>
                    <a:cubicBezTo>
                      <a:pt x="1518" y="3411"/>
                      <a:pt x="1720" y="3444"/>
                      <a:pt x="1917" y="3472"/>
                    </a:cubicBezTo>
                    <a:cubicBezTo>
                      <a:pt x="2952" y="3633"/>
                      <a:pt x="4004" y="3707"/>
                      <a:pt x="5058" y="3707"/>
                    </a:cubicBezTo>
                    <a:cubicBezTo>
                      <a:pt x="5188" y="3707"/>
                      <a:pt x="5317" y="3705"/>
                      <a:pt x="5447" y="3703"/>
                    </a:cubicBezTo>
                    <a:lnTo>
                      <a:pt x="5538" y="2359"/>
                    </a:lnTo>
                    <a:cubicBezTo>
                      <a:pt x="5451" y="2330"/>
                      <a:pt x="5355" y="1996"/>
                      <a:pt x="5268" y="1996"/>
                    </a:cubicBezTo>
                    <a:cubicBezTo>
                      <a:pt x="5264" y="1996"/>
                      <a:pt x="5260" y="1997"/>
                      <a:pt x="5257" y="1998"/>
                    </a:cubicBezTo>
                    <a:cubicBezTo>
                      <a:pt x="5249" y="2000"/>
                      <a:pt x="5242" y="2002"/>
                      <a:pt x="5234" y="2002"/>
                    </a:cubicBezTo>
                    <a:cubicBezTo>
                      <a:pt x="5164" y="2002"/>
                      <a:pt x="5079" y="1916"/>
                      <a:pt x="5023" y="1916"/>
                    </a:cubicBezTo>
                    <a:cubicBezTo>
                      <a:pt x="5008" y="1916"/>
                      <a:pt x="4996" y="1922"/>
                      <a:pt x="4986" y="1938"/>
                    </a:cubicBezTo>
                    <a:cubicBezTo>
                      <a:pt x="4943" y="2006"/>
                      <a:pt x="4871" y="2075"/>
                      <a:pt x="4801" y="2075"/>
                    </a:cubicBezTo>
                    <a:cubicBezTo>
                      <a:pt x="4789" y="2075"/>
                      <a:pt x="4777" y="2073"/>
                      <a:pt x="4765" y="2068"/>
                    </a:cubicBezTo>
                    <a:cubicBezTo>
                      <a:pt x="4666" y="2032"/>
                      <a:pt x="4632" y="1819"/>
                      <a:pt x="4561" y="1819"/>
                    </a:cubicBezTo>
                    <a:cubicBezTo>
                      <a:pt x="4553" y="1819"/>
                      <a:pt x="4544" y="1821"/>
                      <a:pt x="4535" y="1827"/>
                    </a:cubicBezTo>
                    <a:cubicBezTo>
                      <a:pt x="4474" y="1864"/>
                      <a:pt x="4409" y="1897"/>
                      <a:pt x="4354" y="1897"/>
                    </a:cubicBezTo>
                    <a:cubicBezTo>
                      <a:pt x="4319" y="1897"/>
                      <a:pt x="4287" y="1883"/>
                      <a:pt x="4264" y="1848"/>
                    </a:cubicBezTo>
                    <a:cubicBezTo>
                      <a:pt x="4194" y="1757"/>
                      <a:pt x="4254" y="1627"/>
                      <a:pt x="4234" y="1507"/>
                    </a:cubicBezTo>
                    <a:cubicBezTo>
                      <a:pt x="4204" y="1326"/>
                      <a:pt x="4093" y="1045"/>
                      <a:pt x="3913" y="1045"/>
                    </a:cubicBezTo>
                    <a:cubicBezTo>
                      <a:pt x="3742" y="1055"/>
                      <a:pt x="3562" y="1226"/>
                      <a:pt x="3532" y="1406"/>
                    </a:cubicBezTo>
                    <a:cubicBezTo>
                      <a:pt x="3501" y="1627"/>
                      <a:pt x="3742" y="1878"/>
                      <a:pt x="3572" y="2028"/>
                    </a:cubicBezTo>
                    <a:cubicBezTo>
                      <a:pt x="3554" y="2046"/>
                      <a:pt x="3535" y="2053"/>
                      <a:pt x="3515" y="2053"/>
                    </a:cubicBezTo>
                    <a:cubicBezTo>
                      <a:pt x="3432" y="2053"/>
                      <a:pt x="3341" y="1922"/>
                      <a:pt x="3341" y="1817"/>
                    </a:cubicBezTo>
                    <a:cubicBezTo>
                      <a:pt x="3331" y="1687"/>
                      <a:pt x="3381" y="1557"/>
                      <a:pt x="3341" y="1426"/>
                    </a:cubicBezTo>
                    <a:cubicBezTo>
                      <a:pt x="3331" y="1366"/>
                      <a:pt x="3291" y="1316"/>
                      <a:pt x="3281" y="1256"/>
                    </a:cubicBezTo>
                    <a:cubicBezTo>
                      <a:pt x="3261" y="1176"/>
                      <a:pt x="3291" y="1105"/>
                      <a:pt x="3301" y="1025"/>
                    </a:cubicBezTo>
                    <a:cubicBezTo>
                      <a:pt x="3301" y="945"/>
                      <a:pt x="3281" y="824"/>
                      <a:pt x="3211" y="824"/>
                    </a:cubicBezTo>
                    <a:cubicBezTo>
                      <a:pt x="3204" y="825"/>
                      <a:pt x="3198" y="825"/>
                      <a:pt x="3192" y="825"/>
                    </a:cubicBezTo>
                    <a:cubicBezTo>
                      <a:pt x="3128" y="825"/>
                      <a:pt x="3065" y="792"/>
                      <a:pt x="3006" y="792"/>
                    </a:cubicBezTo>
                    <a:cubicBezTo>
                      <a:pt x="2987" y="792"/>
                      <a:pt x="2968" y="795"/>
                      <a:pt x="2950" y="804"/>
                    </a:cubicBezTo>
                    <a:cubicBezTo>
                      <a:pt x="2881" y="827"/>
                      <a:pt x="2823" y="898"/>
                      <a:pt x="2769" y="898"/>
                    </a:cubicBezTo>
                    <a:cubicBezTo>
                      <a:pt x="2752" y="898"/>
                      <a:pt x="2736" y="891"/>
                      <a:pt x="2719" y="875"/>
                    </a:cubicBezTo>
                    <a:cubicBezTo>
                      <a:pt x="2689" y="855"/>
                      <a:pt x="2669" y="814"/>
                      <a:pt x="2629" y="804"/>
                    </a:cubicBezTo>
                    <a:cubicBezTo>
                      <a:pt x="2623" y="802"/>
                      <a:pt x="2617" y="800"/>
                      <a:pt x="2611" y="800"/>
                    </a:cubicBezTo>
                    <a:cubicBezTo>
                      <a:pt x="2593" y="800"/>
                      <a:pt x="2571" y="810"/>
                      <a:pt x="2549" y="824"/>
                    </a:cubicBezTo>
                    <a:cubicBezTo>
                      <a:pt x="2448" y="875"/>
                      <a:pt x="2298" y="865"/>
                      <a:pt x="2238" y="965"/>
                    </a:cubicBezTo>
                    <a:cubicBezTo>
                      <a:pt x="2107" y="1206"/>
                      <a:pt x="2298" y="1496"/>
                      <a:pt x="2328" y="1767"/>
                    </a:cubicBezTo>
                    <a:cubicBezTo>
                      <a:pt x="2338" y="1888"/>
                      <a:pt x="2348" y="2018"/>
                      <a:pt x="2288" y="2118"/>
                    </a:cubicBezTo>
                    <a:cubicBezTo>
                      <a:pt x="2252" y="2183"/>
                      <a:pt x="2179" y="2224"/>
                      <a:pt x="2112" y="2224"/>
                    </a:cubicBezTo>
                    <a:cubicBezTo>
                      <a:pt x="2065" y="2224"/>
                      <a:pt x="2022" y="2204"/>
                      <a:pt x="1997" y="2158"/>
                    </a:cubicBezTo>
                    <a:cubicBezTo>
                      <a:pt x="1967" y="2118"/>
                      <a:pt x="1967" y="2058"/>
                      <a:pt x="1957" y="2008"/>
                    </a:cubicBezTo>
                    <a:cubicBezTo>
                      <a:pt x="1937" y="1848"/>
                      <a:pt x="1846" y="1697"/>
                      <a:pt x="1796" y="1547"/>
                    </a:cubicBezTo>
                    <a:cubicBezTo>
                      <a:pt x="1746" y="1396"/>
                      <a:pt x="1897" y="1256"/>
                      <a:pt x="1866" y="1095"/>
                    </a:cubicBezTo>
                    <a:cubicBezTo>
                      <a:pt x="1836" y="955"/>
                      <a:pt x="1796" y="844"/>
                      <a:pt x="1686" y="764"/>
                    </a:cubicBezTo>
                    <a:cubicBezTo>
                      <a:pt x="1670" y="750"/>
                      <a:pt x="1651" y="744"/>
                      <a:pt x="1629" y="744"/>
                    </a:cubicBezTo>
                    <a:cubicBezTo>
                      <a:pt x="1545" y="744"/>
                      <a:pt x="1429" y="833"/>
                      <a:pt x="1354" y="833"/>
                    </a:cubicBezTo>
                    <a:cubicBezTo>
                      <a:pt x="1328" y="833"/>
                      <a:pt x="1308" y="822"/>
                      <a:pt x="1295" y="794"/>
                    </a:cubicBezTo>
                    <a:cubicBezTo>
                      <a:pt x="1247" y="699"/>
                      <a:pt x="1308" y="522"/>
                      <a:pt x="1220" y="522"/>
                    </a:cubicBezTo>
                    <a:cubicBezTo>
                      <a:pt x="1215" y="522"/>
                      <a:pt x="1210" y="523"/>
                      <a:pt x="1204" y="524"/>
                    </a:cubicBezTo>
                    <a:cubicBezTo>
                      <a:pt x="1164" y="534"/>
                      <a:pt x="1134" y="564"/>
                      <a:pt x="1094" y="584"/>
                    </a:cubicBezTo>
                    <a:cubicBezTo>
                      <a:pt x="1078" y="589"/>
                      <a:pt x="1064" y="592"/>
                      <a:pt x="1049" y="592"/>
                    </a:cubicBezTo>
                    <a:cubicBezTo>
                      <a:pt x="937" y="592"/>
                      <a:pt x="871" y="427"/>
                      <a:pt x="853" y="293"/>
                    </a:cubicBezTo>
                    <a:cubicBezTo>
                      <a:pt x="834" y="160"/>
                      <a:pt x="762" y="0"/>
                      <a:pt x="6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83" name="Google Shape;16183;p54">
                <a:extLst>
                  <a:ext uri="{FF2B5EF4-FFF2-40B4-BE49-F238E27FC236}">
                    <a16:creationId xmlns:a16="http://schemas.microsoft.com/office/drawing/2014/main" id="{F8E69D32-C2F8-70E6-D901-940A3C00FEBE}"/>
                  </a:ext>
                </a:extLst>
              </p:cNvPr>
              <p:cNvSpPr/>
              <p:nvPr/>
            </p:nvSpPr>
            <p:spPr>
              <a:xfrm>
                <a:off x="2542046" y="2721395"/>
                <a:ext cx="200352" cy="148660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3707" extrusionOk="0">
                    <a:moveTo>
                      <a:pt x="582" y="0"/>
                    </a:moveTo>
                    <a:cubicBezTo>
                      <a:pt x="575" y="0"/>
                      <a:pt x="569" y="1"/>
                      <a:pt x="562" y="2"/>
                    </a:cubicBezTo>
                    <a:cubicBezTo>
                      <a:pt x="482" y="12"/>
                      <a:pt x="442" y="122"/>
                      <a:pt x="442" y="212"/>
                    </a:cubicBezTo>
                    <a:cubicBezTo>
                      <a:pt x="432" y="564"/>
                      <a:pt x="402" y="915"/>
                      <a:pt x="382" y="1266"/>
                    </a:cubicBezTo>
                    <a:cubicBezTo>
                      <a:pt x="352" y="1577"/>
                      <a:pt x="241" y="1687"/>
                      <a:pt x="121" y="1928"/>
                    </a:cubicBezTo>
                    <a:cubicBezTo>
                      <a:pt x="1" y="2168"/>
                      <a:pt x="31" y="2499"/>
                      <a:pt x="41" y="2770"/>
                    </a:cubicBezTo>
                    <a:cubicBezTo>
                      <a:pt x="51" y="3041"/>
                      <a:pt x="101" y="3352"/>
                      <a:pt x="312" y="3472"/>
                    </a:cubicBezTo>
                    <a:cubicBezTo>
                      <a:pt x="378" y="3512"/>
                      <a:pt x="448" y="3527"/>
                      <a:pt x="521" y="3527"/>
                    </a:cubicBezTo>
                    <a:cubicBezTo>
                      <a:pt x="668" y="3527"/>
                      <a:pt x="825" y="3466"/>
                      <a:pt x="974" y="3432"/>
                    </a:cubicBezTo>
                    <a:cubicBezTo>
                      <a:pt x="1052" y="3417"/>
                      <a:pt x="1130" y="3411"/>
                      <a:pt x="1207" y="3411"/>
                    </a:cubicBezTo>
                    <a:cubicBezTo>
                      <a:pt x="1390" y="3411"/>
                      <a:pt x="1570" y="3444"/>
                      <a:pt x="1746" y="3472"/>
                    </a:cubicBezTo>
                    <a:cubicBezTo>
                      <a:pt x="2701" y="3633"/>
                      <a:pt x="3673" y="3706"/>
                      <a:pt x="4639" y="3706"/>
                    </a:cubicBezTo>
                    <a:cubicBezTo>
                      <a:pt x="4758" y="3706"/>
                      <a:pt x="4877" y="3705"/>
                      <a:pt x="4996" y="3703"/>
                    </a:cubicBezTo>
                    <a:lnTo>
                      <a:pt x="4996" y="2098"/>
                    </a:lnTo>
                    <a:cubicBezTo>
                      <a:pt x="4919" y="2069"/>
                      <a:pt x="4823" y="1735"/>
                      <a:pt x="4745" y="1735"/>
                    </a:cubicBezTo>
                    <a:cubicBezTo>
                      <a:pt x="4741" y="1735"/>
                      <a:pt x="4738" y="1736"/>
                      <a:pt x="4735" y="1737"/>
                    </a:cubicBezTo>
                    <a:cubicBezTo>
                      <a:pt x="4655" y="1767"/>
                      <a:pt x="4615" y="1857"/>
                      <a:pt x="4574" y="1938"/>
                    </a:cubicBezTo>
                    <a:cubicBezTo>
                      <a:pt x="4532" y="2006"/>
                      <a:pt x="4467" y="2075"/>
                      <a:pt x="4399" y="2075"/>
                    </a:cubicBezTo>
                    <a:cubicBezTo>
                      <a:pt x="4387" y="2075"/>
                      <a:pt x="4376" y="2073"/>
                      <a:pt x="4364" y="2068"/>
                    </a:cubicBezTo>
                    <a:cubicBezTo>
                      <a:pt x="4283" y="2032"/>
                      <a:pt x="4250" y="1818"/>
                      <a:pt x="4179" y="1818"/>
                    </a:cubicBezTo>
                    <a:cubicBezTo>
                      <a:pt x="4171" y="1818"/>
                      <a:pt x="4162" y="1821"/>
                      <a:pt x="4153" y="1827"/>
                    </a:cubicBezTo>
                    <a:cubicBezTo>
                      <a:pt x="4098" y="1864"/>
                      <a:pt x="4044" y="1897"/>
                      <a:pt x="3993" y="1897"/>
                    </a:cubicBezTo>
                    <a:cubicBezTo>
                      <a:pt x="3961" y="1897"/>
                      <a:pt x="3930" y="1883"/>
                      <a:pt x="3902" y="1847"/>
                    </a:cubicBezTo>
                    <a:cubicBezTo>
                      <a:pt x="3842" y="1757"/>
                      <a:pt x="3902" y="1627"/>
                      <a:pt x="3882" y="1506"/>
                    </a:cubicBezTo>
                    <a:cubicBezTo>
                      <a:pt x="3852" y="1326"/>
                      <a:pt x="3752" y="1045"/>
                      <a:pt x="3581" y="1045"/>
                    </a:cubicBezTo>
                    <a:cubicBezTo>
                      <a:pt x="3421" y="1055"/>
                      <a:pt x="3260" y="1226"/>
                      <a:pt x="3240" y="1406"/>
                    </a:cubicBezTo>
                    <a:cubicBezTo>
                      <a:pt x="3210" y="1627"/>
                      <a:pt x="3431" y="1878"/>
                      <a:pt x="3271" y="2028"/>
                    </a:cubicBezTo>
                    <a:cubicBezTo>
                      <a:pt x="3255" y="2046"/>
                      <a:pt x="3237" y="2053"/>
                      <a:pt x="3219" y="2053"/>
                    </a:cubicBezTo>
                    <a:cubicBezTo>
                      <a:pt x="3144" y="2053"/>
                      <a:pt x="3060" y="1922"/>
                      <a:pt x="3060" y="1817"/>
                    </a:cubicBezTo>
                    <a:cubicBezTo>
                      <a:pt x="3050" y="1687"/>
                      <a:pt x="3100" y="1557"/>
                      <a:pt x="3060" y="1426"/>
                    </a:cubicBezTo>
                    <a:cubicBezTo>
                      <a:pt x="3050" y="1366"/>
                      <a:pt x="3010" y="1316"/>
                      <a:pt x="3000" y="1256"/>
                    </a:cubicBezTo>
                    <a:cubicBezTo>
                      <a:pt x="2990" y="1175"/>
                      <a:pt x="3020" y="1105"/>
                      <a:pt x="3020" y="1025"/>
                    </a:cubicBezTo>
                    <a:cubicBezTo>
                      <a:pt x="3030" y="945"/>
                      <a:pt x="3010" y="824"/>
                      <a:pt x="2940" y="824"/>
                    </a:cubicBezTo>
                    <a:cubicBezTo>
                      <a:pt x="2934" y="825"/>
                      <a:pt x="2929" y="825"/>
                      <a:pt x="2923" y="825"/>
                    </a:cubicBezTo>
                    <a:cubicBezTo>
                      <a:pt x="2866" y="825"/>
                      <a:pt x="2810" y="792"/>
                      <a:pt x="2753" y="792"/>
                    </a:cubicBezTo>
                    <a:cubicBezTo>
                      <a:pt x="2735" y="792"/>
                      <a:pt x="2717" y="795"/>
                      <a:pt x="2699" y="804"/>
                    </a:cubicBezTo>
                    <a:cubicBezTo>
                      <a:pt x="2637" y="827"/>
                      <a:pt x="2588" y="897"/>
                      <a:pt x="2536" y="897"/>
                    </a:cubicBezTo>
                    <a:cubicBezTo>
                      <a:pt x="2520" y="897"/>
                      <a:pt x="2505" y="891"/>
                      <a:pt x="2488" y="874"/>
                    </a:cubicBezTo>
                    <a:cubicBezTo>
                      <a:pt x="2468" y="854"/>
                      <a:pt x="2448" y="814"/>
                      <a:pt x="2408" y="804"/>
                    </a:cubicBezTo>
                    <a:cubicBezTo>
                      <a:pt x="2403" y="802"/>
                      <a:pt x="2396" y="800"/>
                      <a:pt x="2390" y="800"/>
                    </a:cubicBezTo>
                    <a:cubicBezTo>
                      <a:pt x="2372" y="800"/>
                      <a:pt x="2350" y="810"/>
                      <a:pt x="2328" y="824"/>
                    </a:cubicBezTo>
                    <a:cubicBezTo>
                      <a:pt x="2237" y="874"/>
                      <a:pt x="2097" y="864"/>
                      <a:pt x="2047" y="965"/>
                    </a:cubicBezTo>
                    <a:cubicBezTo>
                      <a:pt x="1936" y="1205"/>
                      <a:pt x="2107" y="1496"/>
                      <a:pt x="2127" y="1767"/>
                    </a:cubicBezTo>
                    <a:cubicBezTo>
                      <a:pt x="2147" y="1888"/>
                      <a:pt x="2157" y="2018"/>
                      <a:pt x="2097" y="2118"/>
                    </a:cubicBezTo>
                    <a:cubicBezTo>
                      <a:pt x="2062" y="2183"/>
                      <a:pt x="1995" y="2224"/>
                      <a:pt x="1934" y="2224"/>
                    </a:cubicBezTo>
                    <a:cubicBezTo>
                      <a:pt x="1891" y="2224"/>
                      <a:pt x="1851" y="2204"/>
                      <a:pt x="1826" y="2158"/>
                    </a:cubicBezTo>
                    <a:cubicBezTo>
                      <a:pt x="1796" y="2118"/>
                      <a:pt x="1796" y="2058"/>
                      <a:pt x="1786" y="2008"/>
                    </a:cubicBezTo>
                    <a:cubicBezTo>
                      <a:pt x="1776" y="1847"/>
                      <a:pt x="1696" y="1697"/>
                      <a:pt x="1646" y="1547"/>
                    </a:cubicBezTo>
                    <a:cubicBezTo>
                      <a:pt x="1595" y="1396"/>
                      <a:pt x="1736" y="1256"/>
                      <a:pt x="1706" y="1095"/>
                    </a:cubicBezTo>
                    <a:cubicBezTo>
                      <a:pt x="1686" y="955"/>
                      <a:pt x="1636" y="844"/>
                      <a:pt x="1545" y="764"/>
                    </a:cubicBezTo>
                    <a:cubicBezTo>
                      <a:pt x="1529" y="750"/>
                      <a:pt x="1511" y="744"/>
                      <a:pt x="1491" y="744"/>
                    </a:cubicBezTo>
                    <a:cubicBezTo>
                      <a:pt x="1412" y="744"/>
                      <a:pt x="1308" y="833"/>
                      <a:pt x="1240" y="833"/>
                    </a:cubicBezTo>
                    <a:cubicBezTo>
                      <a:pt x="1216" y="833"/>
                      <a:pt x="1197" y="822"/>
                      <a:pt x="1184" y="794"/>
                    </a:cubicBezTo>
                    <a:cubicBezTo>
                      <a:pt x="1136" y="699"/>
                      <a:pt x="1198" y="522"/>
                      <a:pt x="1109" y="522"/>
                    </a:cubicBezTo>
                    <a:cubicBezTo>
                      <a:pt x="1104" y="522"/>
                      <a:pt x="1099" y="522"/>
                      <a:pt x="1094" y="523"/>
                    </a:cubicBezTo>
                    <a:cubicBezTo>
                      <a:pt x="1064" y="533"/>
                      <a:pt x="1034" y="564"/>
                      <a:pt x="994" y="584"/>
                    </a:cubicBezTo>
                    <a:cubicBezTo>
                      <a:pt x="980" y="589"/>
                      <a:pt x="967" y="592"/>
                      <a:pt x="955" y="592"/>
                    </a:cubicBezTo>
                    <a:cubicBezTo>
                      <a:pt x="856" y="592"/>
                      <a:pt x="791" y="426"/>
                      <a:pt x="773" y="293"/>
                    </a:cubicBezTo>
                    <a:cubicBezTo>
                      <a:pt x="763" y="160"/>
                      <a:pt x="691" y="0"/>
                      <a:pt x="5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84" name="Google Shape;16184;p54">
                <a:extLst>
                  <a:ext uri="{FF2B5EF4-FFF2-40B4-BE49-F238E27FC236}">
                    <a16:creationId xmlns:a16="http://schemas.microsoft.com/office/drawing/2014/main" id="{AAB97A0E-39C9-81AA-1D30-2A207EF0B220}"/>
                  </a:ext>
                </a:extLst>
              </p:cNvPr>
              <p:cNvSpPr/>
              <p:nvPr/>
            </p:nvSpPr>
            <p:spPr>
              <a:xfrm>
                <a:off x="2871498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08" y="1"/>
                    </a:moveTo>
                    <a:cubicBezTo>
                      <a:pt x="4294" y="1"/>
                      <a:pt x="4232" y="121"/>
                      <a:pt x="4213" y="224"/>
                    </a:cubicBezTo>
                    <a:cubicBezTo>
                      <a:pt x="4205" y="330"/>
                      <a:pt x="4140" y="461"/>
                      <a:pt x="4042" y="461"/>
                    </a:cubicBezTo>
                    <a:cubicBezTo>
                      <a:pt x="4029" y="461"/>
                      <a:pt x="4016" y="459"/>
                      <a:pt x="4003" y="454"/>
                    </a:cubicBezTo>
                    <a:cubicBezTo>
                      <a:pt x="3963" y="444"/>
                      <a:pt x="3933" y="414"/>
                      <a:pt x="3892" y="404"/>
                    </a:cubicBezTo>
                    <a:cubicBezTo>
                      <a:pt x="3889" y="404"/>
                      <a:pt x="3886" y="404"/>
                      <a:pt x="3883" y="404"/>
                    </a:cubicBezTo>
                    <a:cubicBezTo>
                      <a:pt x="3796" y="404"/>
                      <a:pt x="3861" y="547"/>
                      <a:pt x="3812" y="625"/>
                    </a:cubicBezTo>
                    <a:cubicBezTo>
                      <a:pt x="3800" y="643"/>
                      <a:pt x="3783" y="650"/>
                      <a:pt x="3762" y="650"/>
                    </a:cubicBezTo>
                    <a:cubicBezTo>
                      <a:pt x="3693" y="650"/>
                      <a:pt x="3587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51" y="665"/>
                      <a:pt x="3311" y="745"/>
                      <a:pt x="3291" y="855"/>
                    </a:cubicBezTo>
                    <a:cubicBezTo>
                      <a:pt x="3261" y="976"/>
                      <a:pt x="3391" y="1086"/>
                      <a:pt x="3351" y="1207"/>
                    </a:cubicBezTo>
                    <a:cubicBezTo>
                      <a:pt x="3301" y="1327"/>
                      <a:pt x="3220" y="1447"/>
                      <a:pt x="320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6" y="1721"/>
                      <a:pt x="3104" y="1735"/>
                      <a:pt x="3060" y="1735"/>
                    </a:cubicBezTo>
                    <a:cubicBezTo>
                      <a:pt x="2997" y="1735"/>
                      <a:pt x="2929" y="1705"/>
                      <a:pt x="2899" y="1658"/>
                    </a:cubicBezTo>
                    <a:cubicBezTo>
                      <a:pt x="2839" y="1578"/>
                      <a:pt x="2849" y="1477"/>
                      <a:pt x="2859" y="1377"/>
                    </a:cubicBezTo>
                    <a:cubicBezTo>
                      <a:pt x="2889" y="1166"/>
                      <a:pt x="3060" y="936"/>
                      <a:pt x="2950" y="755"/>
                    </a:cubicBezTo>
                    <a:cubicBezTo>
                      <a:pt x="2889" y="675"/>
                      <a:pt x="2759" y="675"/>
                      <a:pt x="2659" y="645"/>
                    </a:cubicBezTo>
                    <a:cubicBezTo>
                      <a:pt x="2642" y="637"/>
                      <a:pt x="2620" y="622"/>
                      <a:pt x="2596" y="622"/>
                    </a:cubicBezTo>
                    <a:cubicBezTo>
                      <a:pt x="2590" y="622"/>
                      <a:pt x="2584" y="623"/>
                      <a:pt x="2578" y="625"/>
                    </a:cubicBezTo>
                    <a:cubicBezTo>
                      <a:pt x="2548" y="635"/>
                      <a:pt x="2528" y="665"/>
                      <a:pt x="2508" y="685"/>
                    </a:cubicBezTo>
                    <a:cubicBezTo>
                      <a:pt x="2492" y="696"/>
                      <a:pt x="2477" y="701"/>
                      <a:pt x="2461" y="701"/>
                    </a:cubicBezTo>
                    <a:cubicBezTo>
                      <a:pt x="2409" y="701"/>
                      <a:pt x="2359" y="648"/>
                      <a:pt x="2298" y="625"/>
                    </a:cubicBezTo>
                    <a:cubicBezTo>
                      <a:pt x="2279" y="618"/>
                      <a:pt x="2261" y="615"/>
                      <a:pt x="2242" y="615"/>
                    </a:cubicBezTo>
                    <a:cubicBezTo>
                      <a:pt x="2180" y="615"/>
                      <a:pt x="2119" y="645"/>
                      <a:pt x="2057" y="645"/>
                    </a:cubicBezTo>
                    <a:cubicBezTo>
                      <a:pt x="1987" y="645"/>
                      <a:pt x="1967" y="735"/>
                      <a:pt x="1977" y="795"/>
                    </a:cubicBezTo>
                    <a:cubicBezTo>
                      <a:pt x="1977" y="855"/>
                      <a:pt x="2007" y="926"/>
                      <a:pt x="1987" y="986"/>
                    </a:cubicBezTo>
                    <a:cubicBezTo>
                      <a:pt x="1977" y="1026"/>
                      <a:pt x="1947" y="1066"/>
                      <a:pt x="1926" y="1116"/>
                    </a:cubicBezTo>
                    <a:cubicBezTo>
                      <a:pt x="1896" y="1217"/>
                      <a:pt x="1936" y="1317"/>
                      <a:pt x="1936" y="1417"/>
                    </a:cubicBezTo>
                    <a:cubicBezTo>
                      <a:pt x="1928" y="1499"/>
                      <a:pt x="1847" y="1607"/>
                      <a:pt x="1769" y="1607"/>
                    </a:cubicBezTo>
                    <a:cubicBezTo>
                      <a:pt x="1751" y="1607"/>
                      <a:pt x="1733" y="1601"/>
                      <a:pt x="1716" y="1588"/>
                    </a:cubicBezTo>
                    <a:cubicBezTo>
                      <a:pt x="1565" y="1467"/>
                      <a:pt x="1786" y="1267"/>
                      <a:pt x="1756" y="1096"/>
                    </a:cubicBezTo>
                    <a:cubicBezTo>
                      <a:pt x="1726" y="956"/>
                      <a:pt x="156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84" y="1447"/>
                    </a:cubicBezTo>
                    <a:cubicBezTo>
                      <a:pt x="1061" y="1474"/>
                      <a:pt x="1031" y="1485"/>
                      <a:pt x="999" y="1485"/>
                    </a:cubicBezTo>
                    <a:cubicBezTo>
                      <a:pt x="948" y="1485"/>
                      <a:pt x="889" y="1458"/>
                      <a:pt x="833" y="1427"/>
                    </a:cubicBezTo>
                    <a:cubicBezTo>
                      <a:pt x="826" y="1424"/>
                      <a:pt x="819" y="1422"/>
                      <a:pt x="813" y="1422"/>
                    </a:cubicBezTo>
                    <a:cubicBezTo>
                      <a:pt x="747" y="1422"/>
                      <a:pt x="715" y="1590"/>
                      <a:pt x="633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7" y="1625"/>
                      <a:pt x="464" y="1568"/>
                      <a:pt x="422" y="1517"/>
                    </a:cubicBezTo>
                    <a:cubicBezTo>
                      <a:pt x="382" y="1457"/>
                      <a:pt x="342" y="1377"/>
                      <a:pt x="251" y="1357"/>
                    </a:cubicBezTo>
                    <a:cubicBezTo>
                      <a:pt x="247" y="1356"/>
                      <a:pt x="243" y="1355"/>
                      <a:pt x="239" y="1355"/>
                    </a:cubicBezTo>
                    <a:cubicBezTo>
                      <a:pt x="162" y="1355"/>
                      <a:pt x="77" y="1619"/>
                      <a:pt x="1" y="1638"/>
                    </a:cubicBezTo>
                    <a:lnTo>
                      <a:pt x="1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5" y="2905"/>
                      <a:pt x="2301" y="2844"/>
                      <a:pt x="3240" y="2721"/>
                    </a:cubicBezTo>
                    <a:cubicBezTo>
                      <a:pt x="3423" y="2700"/>
                      <a:pt x="3605" y="2674"/>
                      <a:pt x="3784" y="2674"/>
                    </a:cubicBezTo>
                    <a:cubicBezTo>
                      <a:pt x="3861" y="2674"/>
                      <a:pt x="3937" y="2679"/>
                      <a:pt x="4013" y="2691"/>
                    </a:cubicBezTo>
                    <a:cubicBezTo>
                      <a:pt x="4170" y="2712"/>
                      <a:pt x="4333" y="2760"/>
                      <a:pt x="4484" y="2760"/>
                    </a:cubicBezTo>
                    <a:cubicBezTo>
                      <a:pt x="4554" y="2760"/>
                      <a:pt x="4621" y="2750"/>
                      <a:pt x="4685" y="2721"/>
                    </a:cubicBezTo>
                    <a:cubicBezTo>
                      <a:pt x="4895" y="2621"/>
                      <a:pt x="4946" y="2380"/>
                      <a:pt x="4956" y="2169"/>
                    </a:cubicBezTo>
                    <a:cubicBezTo>
                      <a:pt x="4966" y="1949"/>
                      <a:pt x="4996" y="1698"/>
                      <a:pt x="4875" y="1507"/>
                    </a:cubicBezTo>
                    <a:cubicBezTo>
                      <a:pt x="4755" y="1327"/>
                      <a:pt x="4635" y="1227"/>
                      <a:pt x="4615" y="996"/>
                    </a:cubicBezTo>
                    <a:cubicBezTo>
                      <a:pt x="4585" y="715"/>
                      <a:pt x="4564" y="434"/>
                      <a:pt x="4554" y="163"/>
                    </a:cubicBezTo>
                    <a:cubicBezTo>
                      <a:pt x="4544" y="93"/>
                      <a:pt x="4514" y="13"/>
                      <a:pt x="4434" y="3"/>
                    </a:cubicBezTo>
                    <a:cubicBezTo>
                      <a:pt x="4425" y="1"/>
                      <a:pt x="4416" y="1"/>
                      <a:pt x="44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85" name="Google Shape;16185;p54">
                <a:extLst>
                  <a:ext uri="{FF2B5EF4-FFF2-40B4-BE49-F238E27FC236}">
                    <a16:creationId xmlns:a16="http://schemas.microsoft.com/office/drawing/2014/main" id="{7478E85C-568B-D780-5CF5-3EBDBE8A4355}"/>
                  </a:ext>
                </a:extLst>
              </p:cNvPr>
              <p:cNvSpPr/>
              <p:nvPr/>
            </p:nvSpPr>
            <p:spPr>
              <a:xfrm>
                <a:off x="2695323" y="2774853"/>
                <a:ext cx="200352" cy="116538"/>
              </a:xfrm>
              <a:custGeom>
                <a:avLst/>
                <a:gdLst/>
                <a:ahLst/>
                <a:cxnLst/>
                <a:rect l="l" t="t" r="r" b="b"/>
                <a:pathLst>
                  <a:path w="4996" h="2906" extrusionOk="0">
                    <a:moveTo>
                      <a:pt x="4417" y="1"/>
                    </a:moveTo>
                    <a:cubicBezTo>
                      <a:pt x="4304" y="1"/>
                      <a:pt x="4242" y="121"/>
                      <a:pt x="4223" y="224"/>
                    </a:cubicBezTo>
                    <a:cubicBezTo>
                      <a:pt x="4205" y="330"/>
                      <a:pt x="4140" y="461"/>
                      <a:pt x="4041" y="461"/>
                    </a:cubicBezTo>
                    <a:cubicBezTo>
                      <a:pt x="4029" y="461"/>
                      <a:pt x="4016" y="459"/>
                      <a:pt x="4002" y="454"/>
                    </a:cubicBezTo>
                    <a:cubicBezTo>
                      <a:pt x="3962" y="444"/>
                      <a:pt x="3942" y="414"/>
                      <a:pt x="3902" y="404"/>
                    </a:cubicBezTo>
                    <a:cubicBezTo>
                      <a:pt x="3899" y="404"/>
                      <a:pt x="3895" y="404"/>
                      <a:pt x="3892" y="404"/>
                    </a:cubicBezTo>
                    <a:cubicBezTo>
                      <a:pt x="3796" y="404"/>
                      <a:pt x="3860" y="547"/>
                      <a:pt x="3812" y="625"/>
                    </a:cubicBezTo>
                    <a:cubicBezTo>
                      <a:pt x="3802" y="643"/>
                      <a:pt x="3786" y="650"/>
                      <a:pt x="3765" y="650"/>
                    </a:cubicBezTo>
                    <a:cubicBezTo>
                      <a:pt x="3699" y="650"/>
                      <a:pt x="3589" y="579"/>
                      <a:pt x="3507" y="579"/>
                    </a:cubicBezTo>
                    <a:cubicBezTo>
                      <a:pt x="3486" y="579"/>
                      <a:pt x="3467" y="583"/>
                      <a:pt x="3451" y="595"/>
                    </a:cubicBezTo>
                    <a:cubicBezTo>
                      <a:pt x="3360" y="665"/>
                      <a:pt x="3320" y="745"/>
                      <a:pt x="3290" y="855"/>
                    </a:cubicBezTo>
                    <a:cubicBezTo>
                      <a:pt x="3270" y="976"/>
                      <a:pt x="3401" y="1086"/>
                      <a:pt x="3350" y="1207"/>
                    </a:cubicBezTo>
                    <a:cubicBezTo>
                      <a:pt x="3310" y="1327"/>
                      <a:pt x="3230" y="1447"/>
                      <a:pt x="3210" y="1568"/>
                    </a:cubicBezTo>
                    <a:cubicBezTo>
                      <a:pt x="3200" y="1608"/>
                      <a:pt x="3200" y="1658"/>
                      <a:pt x="3170" y="1688"/>
                    </a:cubicBezTo>
                    <a:cubicBezTo>
                      <a:pt x="3145" y="1721"/>
                      <a:pt x="3105" y="1735"/>
                      <a:pt x="3063" y="1735"/>
                    </a:cubicBezTo>
                    <a:cubicBezTo>
                      <a:pt x="3002" y="1735"/>
                      <a:pt x="2935" y="1705"/>
                      <a:pt x="2899" y="1658"/>
                    </a:cubicBezTo>
                    <a:cubicBezTo>
                      <a:pt x="2849" y="1578"/>
                      <a:pt x="2859" y="1477"/>
                      <a:pt x="2869" y="1377"/>
                    </a:cubicBezTo>
                    <a:cubicBezTo>
                      <a:pt x="2899" y="1166"/>
                      <a:pt x="3070" y="936"/>
                      <a:pt x="2949" y="755"/>
                    </a:cubicBezTo>
                    <a:cubicBezTo>
                      <a:pt x="2899" y="675"/>
                      <a:pt x="2759" y="675"/>
                      <a:pt x="2668" y="645"/>
                    </a:cubicBezTo>
                    <a:cubicBezTo>
                      <a:pt x="2644" y="637"/>
                      <a:pt x="2620" y="622"/>
                      <a:pt x="2601" y="622"/>
                    </a:cubicBezTo>
                    <a:cubicBezTo>
                      <a:pt x="2596" y="622"/>
                      <a:pt x="2592" y="623"/>
                      <a:pt x="2588" y="625"/>
                    </a:cubicBezTo>
                    <a:cubicBezTo>
                      <a:pt x="2548" y="635"/>
                      <a:pt x="2538" y="665"/>
                      <a:pt x="2508" y="685"/>
                    </a:cubicBezTo>
                    <a:cubicBezTo>
                      <a:pt x="2492" y="696"/>
                      <a:pt x="2476" y="701"/>
                      <a:pt x="2461" y="701"/>
                    </a:cubicBezTo>
                    <a:cubicBezTo>
                      <a:pt x="2409" y="701"/>
                      <a:pt x="2359" y="648"/>
                      <a:pt x="2297" y="625"/>
                    </a:cubicBezTo>
                    <a:cubicBezTo>
                      <a:pt x="2279" y="618"/>
                      <a:pt x="2261" y="615"/>
                      <a:pt x="2243" y="615"/>
                    </a:cubicBezTo>
                    <a:cubicBezTo>
                      <a:pt x="2183" y="615"/>
                      <a:pt x="2126" y="645"/>
                      <a:pt x="2056" y="645"/>
                    </a:cubicBezTo>
                    <a:cubicBezTo>
                      <a:pt x="1986" y="645"/>
                      <a:pt x="1966" y="735"/>
                      <a:pt x="1976" y="795"/>
                    </a:cubicBezTo>
                    <a:cubicBezTo>
                      <a:pt x="1986" y="855"/>
                      <a:pt x="2006" y="926"/>
                      <a:pt x="1996" y="986"/>
                    </a:cubicBezTo>
                    <a:cubicBezTo>
                      <a:pt x="1986" y="1026"/>
                      <a:pt x="1946" y="1066"/>
                      <a:pt x="1936" y="1116"/>
                    </a:cubicBezTo>
                    <a:cubicBezTo>
                      <a:pt x="1896" y="1217"/>
                      <a:pt x="1946" y="1317"/>
                      <a:pt x="1936" y="1417"/>
                    </a:cubicBezTo>
                    <a:cubicBezTo>
                      <a:pt x="1936" y="1499"/>
                      <a:pt x="1850" y="1607"/>
                      <a:pt x="1775" y="1607"/>
                    </a:cubicBezTo>
                    <a:cubicBezTo>
                      <a:pt x="1757" y="1607"/>
                      <a:pt x="1741" y="1601"/>
                      <a:pt x="1725" y="1588"/>
                    </a:cubicBezTo>
                    <a:cubicBezTo>
                      <a:pt x="1565" y="1467"/>
                      <a:pt x="1796" y="1267"/>
                      <a:pt x="1756" y="1096"/>
                    </a:cubicBezTo>
                    <a:cubicBezTo>
                      <a:pt x="1735" y="956"/>
                      <a:pt x="1575" y="825"/>
                      <a:pt x="1415" y="815"/>
                    </a:cubicBezTo>
                    <a:cubicBezTo>
                      <a:pt x="1244" y="815"/>
                      <a:pt x="1144" y="1036"/>
                      <a:pt x="1114" y="1176"/>
                    </a:cubicBezTo>
                    <a:cubicBezTo>
                      <a:pt x="1094" y="1277"/>
                      <a:pt x="1154" y="1377"/>
                      <a:pt x="1094" y="1447"/>
                    </a:cubicBezTo>
                    <a:cubicBezTo>
                      <a:pt x="1070" y="1474"/>
                      <a:pt x="1041" y="1485"/>
                      <a:pt x="1009" y="1485"/>
                    </a:cubicBezTo>
                    <a:cubicBezTo>
                      <a:pt x="957" y="1485"/>
                      <a:pt x="898" y="1458"/>
                      <a:pt x="843" y="1427"/>
                    </a:cubicBezTo>
                    <a:cubicBezTo>
                      <a:pt x="835" y="1424"/>
                      <a:pt x="827" y="1422"/>
                      <a:pt x="820" y="1422"/>
                    </a:cubicBezTo>
                    <a:cubicBezTo>
                      <a:pt x="748" y="1422"/>
                      <a:pt x="723" y="1590"/>
                      <a:pt x="632" y="1618"/>
                    </a:cubicBezTo>
                    <a:cubicBezTo>
                      <a:pt x="619" y="1623"/>
                      <a:pt x="606" y="1625"/>
                      <a:pt x="593" y="1625"/>
                    </a:cubicBezTo>
                    <a:cubicBezTo>
                      <a:pt x="526" y="1625"/>
                      <a:pt x="465" y="1568"/>
                      <a:pt x="432" y="1517"/>
                    </a:cubicBezTo>
                    <a:cubicBezTo>
                      <a:pt x="381" y="1457"/>
                      <a:pt x="341" y="1377"/>
                      <a:pt x="261" y="1357"/>
                    </a:cubicBezTo>
                    <a:cubicBezTo>
                      <a:pt x="257" y="1356"/>
                      <a:pt x="253" y="1355"/>
                      <a:pt x="249" y="1355"/>
                    </a:cubicBezTo>
                    <a:cubicBezTo>
                      <a:pt x="171" y="1355"/>
                      <a:pt x="77" y="1619"/>
                      <a:pt x="0" y="1638"/>
                    </a:cubicBezTo>
                    <a:lnTo>
                      <a:pt x="0" y="2902"/>
                    </a:lnTo>
                    <a:cubicBezTo>
                      <a:pt x="136" y="2904"/>
                      <a:pt x="271" y="2905"/>
                      <a:pt x="407" y="2905"/>
                    </a:cubicBezTo>
                    <a:cubicBezTo>
                      <a:pt x="1357" y="2905"/>
                      <a:pt x="2311" y="2844"/>
                      <a:pt x="3250" y="2721"/>
                    </a:cubicBezTo>
                    <a:cubicBezTo>
                      <a:pt x="3425" y="2700"/>
                      <a:pt x="3606" y="2674"/>
                      <a:pt x="3787" y="2674"/>
                    </a:cubicBezTo>
                    <a:cubicBezTo>
                      <a:pt x="3865" y="2674"/>
                      <a:pt x="3944" y="2679"/>
                      <a:pt x="4022" y="2691"/>
                    </a:cubicBezTo>
                    <a:cubicBezTo>
                      <a:pt x="4173" y="2712"/>
                      <a:pt x="4333" y="2760"/>
                      <a:pt x="4484" y="2760"/>
                    </a:cubicBezTo>
                    <a:cubicBezTo>
                      <a:pt x="4553" y="2760"/>
                      <a:pt x="4621" y="2750"/>
                      <a:pt x="4684" y="2721"/>
                    </a:cubicBezTo>
                    <a:cubicBezTo>
                      <a:pt x="4895" y="2621"/>
                      <a:pt x="4945" y="2380"/>
                      <a:pt x="4955" y="2169"/>
                    </a:cubicBezTo>
                    <a:cubicBezTo>
                      <a:pt x="4965" y="1949"/>
                      <a:pt x="4995" y="1698"/>
                      <a:pt x="4875" y="1507"/>
                    </a:cubicBezTo>
                    <a:cubicBezTo>
                      <a:pt x="4755" y="1327"/>
                      <a:pt x="4644" y="1227"/>
                      <a:pt x="4624" y="996"/>
                    </a:cubicBezTo>
                    <a:cubicBezTo>
                      <a:pt x="4594" y="715"/>
                      <a:pt x="4574" y="434"/>
                      <a:pt x="4554" y="163"/>
                    </a:cubicBezTo>
                    <a:cubicBezTo>
                      <a:pt x="4554" y="93"/>
                      <a:pt x="4524" y="13"/>
                      <a:pt x="4444" y="3"/>
                    </a:cubicBezTo>
                    <a:cubicBezTo>
                      <a:pt x="4435" y="1"/>
                      <a:pt x="4426" y="1"/>
                      <a:pt x="44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6186" name="Google Shape;16186;p54">
            <a:extLst>
              <a:ext uri="{FF2B5EF4-FFF2-40B4-BE49-F238E27FC236}">
                <a16:creationId xmlns:a16="http://schemas.microsoft.com/office/drawing/2014/main" id="{59CDF25C-6B7B-C252-9EFC-0D9AF41B1631}"/>
              </a:ext>
            </a:extLst>
          </p:cNvPr>
          <p:cNvGrpSpPr/>
          <p:nvPr/>
        </p:nvGrpSpPr>
        <p:grpSpPr>
          <a:xfrm>
            <a:off x="501986" y="4077867"/>
            <a:ext cx="8667192" cy="1010605"/>
            <a:chOff x="501986" y="4001667"/>
            <a:chExt cx="8667192" cy="1010605"/>
          </a:xfrm>
        </p:grpSpPr>
        <p:grpSp>
          <p:nvGrpSpPr>
            <p:cNvPr id="16187" name="Google Shape;16187;p54">
              <a:extLst>
                <a:ext uri="{FF2B5EF4-FFF2-40B4-BE49-F238E27FC236}">
                  <a16:creationId xmlns:a16="http://schemas.microsoft.com/office/drawing/2014/main" id="{FEA58C17-D645-7DFA-189E-E525C9DF9ACE}"/>
                </a:ext>
              </a:extLst>
            </p:cNvPr>
            <p:cNvGrpSpPr/>
            <p:nvPr/>
          </p:nvGrpSpPr>
          <p:grpSpPr>
            <a:xfrm rot="154390">
              <a:off x="517825" y="4103182"/>
              <a:ext cx="4540489" cy="807574"/>
              <a:chOff x="2222738" y="1303375"/>
              <a:chExt cx="1965725" cy="349625"/>
            </a:xfrm>
          </p:grpSpPr>
          <p:sp>
            <p:nvSpPr>
              <p:cNvPr id="16188" name="Google Shape;16188;p54">
                <a:extLst>
                  <a:ext uri="{FF2B5EF4-FFF2-40B4-BE49-F238E27FC236}">
                    <a16:creationId xmlns:a16="http://schemas.microsoft.com/office/drawing/2014/main" id="{7F0F1608-CEE3-227B-3FA6-AF8F23C00330}"/>
                  </a:ext>
                </a:extLst>
              </p:cNvPr>
              <p:cNvSpPr/>
              <p:nvPr/>
            </p:nvSpPr>
            <p:spPr>
              <a:xfrm>
                <a:off x="2222738" y="1303375"/>
                <a:ext cx="1907300" cy="333750"/>
              </a:xfrm>
              <a:custGeom>
                <a:avLst/>
                <a:gdLst/>
                <a:ahLst/>
                <a:cxnLst/>
                <a:rect l="l" t="t" r="r" b="b"/>
                <a:pathLst>
                  <a:path w="76292" h="13350" extrusionOk="0">
                    <a:moveTo>
                      <a:pt x="71186" y="1"/>
                    </a:moveTo>
                    <a:cubicBezTo>
                      <a:pt x="64079" y="1"/>
                      <a:pt x="52095" y="313"/>
                      <a:pt x="44985" y="771"/>
                    </a:cubicBezTo>
                    <a:cubicBezTo>
                      <a:pt x="36397" y="1317"/>
                      <a:pt x="8778" y="4103"/>
                      <a:pt x="1540" y="4103"/>
                    </a:cubicBezTo>
                    <a:cubicBezTo>
                      <a:pt x="799" y="4103"/>
                      <a:pt x="272" y="4074"/>
                      <a:pt x="0" y="4010"/>
                    </a:cubicBezTo>
                    <a:lnTo>
                      <a:pt x="0" y="4010"/>
                    </a:lnTo>
                    <a:lnTo>
                      <a:pt x="12191" y="13349"/>
                    </a:lnTo>
                    <a:lnTo>
                      <a:pt x="75733" y="13238"/>
                    </a:lnTo>
                    <a:lnTo>
                      <a:pt x="76292" y="110"/>
                    </a:lnTo>
                    <a:cubicBezTo>
                      <a:pt x="75363" y="35"/>
                      <a:pt x="73543" y="1"/>
                      <a:pt x="7118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89" name="Google Shape;16189;p54">
                <a:extLst>
                  <a:ext uri="{FF2B5EF4-FFF2-40B4-BE49-F238E27FC236}">
                    <a16:creationId xmlns:a16="http://schemas.microsoft.com/office/drawing/2014/main" id="{0274BF29-023A-9FA7-BB8C-254FBD8E574A}"/>
                  </a:ext>
                </a:extLst>
              </p:cNvPr>
              <p:cNvSpPr/>
              <p:nvPr/>
            </p:nvSpPr>
            <p:spPr>
              <a:xfrm>
                <a:off x="2538038" y="1383525"/>
                <a:ext cx="1650425" cy="117425"/>
              </a:xfrm>
              <a:custGeom>
                <a:avLst/>
                <a:gdLst/>
                <a:ahLst/>
                <a:cxnLst/>
                <a:rect l="l" t="t" r="r" b="b"/>
                <a:pathLst>
                  <a:path w="66017" h="4697" extrusionOk="0">
                    <a:moveTo>
                      <a:pt x="64630" y="0"/>
                    </a:moveTo>
                    <a:cubicBezTo>
                      <a:pt x="50347" y="0"/>
                      <a:pt x="25262" y="1493"/>
                      <a:pt x="0" y="3854"/>
                    </a:cubicBezTo>
                    <a:lnTo>
                      <a:pt x="86" y="4696"/>
                    </a:lnTo>
                    <a:cubicBezTo>
                      <a:pt x="25319" y="2335"/>
                      <a:pt x="50366" y="851"/>
                      <a:pt x="64617" y="851"/>
                    </a:cubicBezTo>
                    <a:cubicBezTo>
                      <a:pt x="65093" y="851"/>
                      <a:pt x="65557" y="853"/>
                      <a:pt x="66008" y="856"/>
                    </a:cubicBezTo>
                    <a:lnTo>
                      <a:pt x="66017" y="5"/>
                    </a:lnTo>
                    <a:cubicBezTo>
                      <a:pt x="65567" y="2"/>
                      <a:pt x="65104" y="0"/>
                      <a:pt x="64630" y="0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90" name="Google Shape;16190;p54">
                <a:extLst>
                  <a:ext uri="{FF2B5EF4-FFF2-40B4-BE49-F238E27FC236}">
                    <a16:creationId xmlns:a16="http://schemas.microsoft.com/office/drawing/2014/main" id="{99673310-6221-4593-8D7F-A20543CBC613}"/>
                  </a:ext>
                </a:extLst>
              </p:cNvPr>
              <p:cNvSpPr/>
              <p:nvPr/>
            </p:nvSpPr>
            <p:spPr>
              <a:xfrm>
                <a:off x="2460713" y="1329600"/>
                <a:ext cx="1706925" cy="124525"/>
              </a:xfrm>
              <a:custGeom>
                <a:avLst/>
                <a:gdLst/>
                <a:ahLst/>
                <a:cxnLst/>
                <a:rect l="l" t="t" r="r" b="b"/>
                <a:pathLst>
                  <a:path w="68277" h="4981" extrusionOk="0">
                    <a:moveTo>
                      <a:pt x="64102" y="1"/>
                    </a:moveTo>
                    <a:cubicBezTo>
                      <a:pt x="61312" y="1"/>
                      <a:pt x="57250" y="21"/>
                      <a:pt x="52305" y="100"/>
                    </a:cubicBezTo>
                    <a:cubicBezTo>
                      <a:pt x="45028" y="212"/>
                      <a:pt x="36565" y="891"/>
                      <a:pt x="26771" y="1681"/>
                    </a:cubicBezTo>
                    <a:cubicBezTo>
                      <a:pt x="25611" y="1767"/>
                      <a:pt x="24443" y="1862"/>
                      <a:pt x="23249" y="1956"/>
                    </a:cubicBezTo>
                    <a:cubicBezTo>
                      <a:pt x="18652" y="2326"/>
                      <a:pt x="14047" y="2841"/>
                      <a:pt x="9588" y="3339"/>
                    </a:cubicBezTo>
                    <a:cubicBezTo>
                      <a:pt x="6221" y="3717"/>
                      <a:pt x="3042" y="4070"/>
                      <a:pt x="0" y="4345"/>
                    </a:cubicBezTo>
                    <a:lnTo>
                      <a:pt x="61" y="4980"/>
                    </a:lnTo>
                    <a:cubicBezTo>
                      <a:pt x="3111" y="4705"/>
                      <a:pt x="6298" y="4345"/>
                      <a:pt x="9666" y="3967"/>
                    </a:cubicBezTo>
                    <a:cubicBezTo>
                      <a:pt x="14116" y="3468"/>
                      <a:pt x="18721" y="2961"/>
                      <a:pt x="23300" y="2592"/>
                    </a:cubicBezTo>
                    <a:cubicBezTo>
                      <a:pt x="24495" y="2497"/>
                      <a:pt x="25672" y="2403"/>
                      <a:pt x="26823" y="2308"/>
                    </a:cubicBezTo>
                    <a:cubicBezTo>
                      <a:pt x="36608" y="1527"/>
                      <a:pt x="45062" y="848"/>
                      <a:pt x="52322" y="736"/>
                    </a:cubicBezTo>
                    <a:cubicBezTo>
                      <a:pt x="57259" y="657"/>
                      <a:pt x="61314" y="636"/>
                      <a:pt x="64099" y="636"/>
                    </a:cubicBezTo>
                    <a:cubicBezTo>
                      <a:pt x="66739" y="636"/>
                      <a:pt x="68238" y="655"/>
                      <a:pt x="68268" y="659"/>
                    </a:cubicBezTo>
                    <a:lnTo>
                      <a:pt x="68276" y="23"/>
                    </a:lnTo>
                    <a:cubicBezTo>
                      <a:pt x="68247" y="19"/>
                      <a:pt x="66745" y="1"/>
                      <a:pt x="64102" y="1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91" name="Google Shape;16191;p54">
                <a:extLst>
                  <a:ext uri="{FF2B5EF4-FFF2-40B4-BE49-F238E27FC236}">
                    <a16:creationId xmlns:a16="http://schemas.microsoft.com/office/drawing/2014/main" id="{A822A56F-C7E8-DEE8-A761-224B48D1697D}"/>
                  </a:ext>
                </a:extLst>
              </p:cNvPr>
              <p:cNvSpPr/>
              <p:nvPr/>
            </p:nvSpPr>
            <p:spPr>
              <a:xfrm>
                <a:off x="2612563" y="1454750"/>
                <a:ext cx="1564725" cy="108275"/>
              </a:xfrm>
              <a:custGeom>
                <a:avLst/>
                <a:gdLst/>
                <a:ahLst/>
                <a:cxnLst/>
                <a:rect l="l" t="t" r="r" b="b"/>
                <a:pathLst>
                  <a:path w="62589" h="4331" extrusionOk="0">
                    <a:moveTo>
                      <a:pt x="62555" y="0"/>
                    </a:moveTo>
                    <a:cubicBezTo>
                      <a:pt x="62288" y="9"/>
                      <a:pt x="34804" y="842"/>
                      <a:pt x="1" y="3273"/>
                    </a:cubicBezTo>
                    <a:lnTo>
                      <a:pt x="78" y="4330"/>
                    </a:lnTo>
                    <a:cubicBezTo>
                      <a:pt x="34856" y="1907"/>
                      <a:pt x="62314" y="1065"/>
                      <a:pt x="62589" y="1057"/>
                    </a:cubicBezTo>
                    <a:lnTo>
                      <a:pt x="62555" y="0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92" name="Google Shape;16192;p54">
                <a:extLst>
                  <a:ext uri="{FF2B5EF4-FFF2-40B4-BE49-F238E27FC236}">
                    <a16:creationId xmlns:a16="http://schemas.microsoft.com/office/drawing/2014/main" id="{04A8354B-A16D-F1DB-902D-048E8A02C78A}"/>
                  </a:ext>
                </a:extLst>
              </p:cNvPr>
              <p:cNvSpPr/>
              <p:nvPr/>
            </p:nvSpPr>
            <p:spPr>
              <a:xfrm>
                <a:off x="2644138" y="1536350"/>
                <a:ext cx="1530575" cy="116650"/>
              </a:xfrm>
              <a:custGeom>
                <a:avLst/>
                <a:gdLst/>
                <a:ahLst/>
                <a:cxnLst/>
                <a:rect l="l" t="t" r="r" b="b"/>
                <a:pathLst>
                  <a:path w="61223" h="4666" extrusionOk="0">
                    <a:moveTo>
                      <a:pt x="61154" y="1"/>
                    </a:moveTo>
                    <a:cubicBezTo>
                      <a:pt x="60845" y="18"/>
                      <a:pt x="30019" y="1711"/>
                      <a:pt x="1" y="3394"/>
                    </a:cubicBezTo>
                    <a:lnTo>
                      <a:pt x="69" y="4666"/>
                    </a:lnTo>
                    <a:cubicBezTo>
                      <a:pt x="30088" y="2982"/>
                      <a:pt x="60914" y="1290"/>
                      <a:pt x="61223" y="1272"/>
                    </a:cubicBezTo>
                    <a:lnTo>
                      <a:pt x="61154" y="1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6193" name="Google Shape;16193;p54">
              <a:extLst>
                <a:ext uri="{FF2B5EF4-FFF2-40B4-BE49-F238E27FC236}">
                  <a16:creationId xmlns:a16="http://schemas.microsoft.com/office/drawing/2014/main" id="{13D98EB8-D429-6E20-AA7F-1F68F61B0824}"/>
                </a:ext>
              </a:extLst>
            </p:cNvPr>
            <p:cNvGrpSpPr/>
            <p:nvPr/>
          </p:nvGrpSpPr>
          <p:grpSpPr>
            <a:xfrm rot="-154390" flipH="1">
              <a:off x="4612850" y="4103182"/>
              <a:ext cx="4540489" cy="807574"/>
              <a:chOff x="2222738" y="1303375"/>
              <a:chExt cx="1965725" cy="349625"/>
            </a:xfrm>
          </p:grpSpPr>
          <p:sp>
            <p:nvSpPr>
              <p:cNvPr id="16194" name="Google Shape;16194;p54">
                <a:extLst>
                  <a:ext uri="{FF2B5EF4-FFF2-40B4-BE49-F238E27FC236}">
                    <a16:creationId xmlns:a16="http://schemas.microsoft.com/office/drawing/2014/main" id="{45BAB94F-B4ED-BC1B-CB09-E4E6F764C075}"/>
                  </a:ext>
                </a:extLst>
              </p:cNvPr>
              <p:cNvSpPr/>
              <p:nvPr/>
            </p:nvSpPr>
            <p:spPr>
              <a:xfrm>
                <a:off x="2222738" y="1303375"/>
                <a:ext cx="1907300" cy="333750"/>
              </a:xfrm>
              <a:custGeom>
                <a:avLst/>
                <a:gdLst/>
                <a:ahLst/>
                <a:cxnLst/>
                <a:rect l="l" t="t" r="r" b="b"/>
                <a:pathLst>
                  <a:path w="76292" h="13350" extrusionOk="0">
                    <a:moveTo>
                      <a:pt x="71186" y="1"/>
                    </a:moveTo>
                    <a:cubicBezTo>
                      <a:pt x="64079" y="1"/>
                      <a:pt x="52095" y="313"/>
                      <a:pt x="44985" y="771"/>
                    </a:cubicBezTo>
                    <a:cubicBezTo>
                      <a:pt x="36397" y="1317"/>
                      <a:pt x="8778" y="4103"/>
                      <a:pt x="1540" y="4103"/>
                    </a:cubicBezTo>
                    <a:cubicBezTo>
                      <a:pt x="799" y="4103"/>
                      <a:pt x="272" y="4074"/>
                      <a:pt x="0" y="4010"/>
                    </a:cubicBezTo>
                    <a:lnTo>
                      <a:pt x="0" y="4010"/>
                    </a:lnTo>
                    <a:lnTo>
                      <a:pt x="12191" y="13349"/>
                    </a:lnTo>
                    <a:lnTo>
                      <a:pt x="75733" y="13238"/>
                    </a:lnTo>
                    <a:lnTo>
                      <a:pt x="76292" y="110"/>
                    </a:lnTo>
                    <a:cubicBezTo>
                      <a:pt x="75363" y="35"/>
                      <a:pt x="73543" y="1"/>
                      <a:pt x="7118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95" name="Google Shape;16195;p54">
                <a:extLst>
                  <a:ext uri="{FF2B5EF4-FFF2-40B4-BE49-F238E27FC236}">
                    <a16:creationId xmlns:a16="http://schemas.microsoft.com/office/drawing/2014/main" id="{C712A5CC-2736-9534-2A3E-140327E8CBE1}"/>
                  </a:ext>
                </a:extLst>
              </p:cNvPr>
              <p:cNvSpPr/>
              <p:nvPr/>
            </p:nvSpPr>
            <p:spPr>
              <a:xfrm>
                <a:off x="2538038" y="1383525"/>
                <a:ext cx="1650425" cy="117425"/>
              </a:xfrm>
              <a:custGeom>
                <a:avLst/>
                <a:gdLst/>
                <a:ahLst/>
                <a:cxnLst/>
                <a:rect l="l" t="t" r="r" b="b"/>
                <a:pathLst>
                  <a:path w="66017" h="4697" extrusionOk="0">
                    <a:moveTo>
                      <a:pt x="64630" y="0"/>
                    </a:moveTo>
                    <a:cubicBezTo>
                      <a:pt x="50347" y="0"/>
                      <a:pt x="25262" y="1493"/>
                      <a:pt x="0" y="3854"/>
                    </a:cubicBezTo>
                    <a:lnTo>
                      <a:pt x="86" y="4696"/>
                    </a:lnTo>
                    <a:cubicBezTo>
                      <a:pt x="25319" y="2335"/>
                      <a:pt x="50366" y="851"/>
                      <a:pt x="64617" y="851"/>
                    </a:cubicBezTo>
                    <a:cubicBezTo>
                      <a:pt x="65093" y="851"/>
                      <a:pt x="65557" y="853"/>
                      <a:pt x="66008" y="856"/>
                    </a:cubicBezTo>
                    <a:lnTo>
                      <a:pt x="66017" y="5"/>
                    </a:lnTo>
                    <a:cubicBezTo>
                      <a:pt x="65567" y="2"/>
                      <a:pt x="65104" y="0"/>
                      <a:pt x="64630" y="0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96" name="Google Shape;16196;p54">
                <a:extLst>
                  <a:ext uri="{FF2B5EF4-FFF2-40B4-BE49-F238E27FC236}">
                    <a16:creationId xmlns:a16="http://schemas.microsoft.com/office/drawing/2014/main" id="{5ADC4BE1-DBDD-EC3D-A6BD-60D92A2A7160}"/>
                  </a:ext>
                </a:extLst>
              </p:cNvPr>
              <p:cNvSpPr/>
              <p:nvPr/>
            </p:nvSpPr>
            <p:spPr>
              <a:xfrm>
                <a:off x="2460713" y="1329600"/>
                <a:ext cx="1706925" cy="124525"/>
              </a:xfrm>
              <a:custGeom>
                <a:avLst/>
                <a:gdLst/>
                <a:ahLst/>
                <a:cxnLst/>
                <a:rect l="l" t="t" r="r" b="b"/>
                <a:pathLst>
                  <a:path w="68277" h="4981" extrusionOk="0">
                    <a:moveTo>
                      <a:pt x="64102" y="1"/>
                    </a:moveTo>
                    <a:cubicBezTo>
                      <a:pt x="61312" y="1"/>
                      <a:pt x="57250" y="21"/>
                      <a:pt x="52305" y="100"/>
                    </a:cubicBezTo>
                    <a:cubicBezTo>
                      <a:pt x="45028" y="212"/>
                      <a:pt x="36565" y="891"/>
                      <a:pt x="26771" y="1681"/>
                    </a:cubicBezTo>
                    <a:cubicBezTo>
                      <a:pt x="25611" y="1767"/>
                      <a:pt x="24443" y="1862"/>
                      <a:pt x="23249" y="1956"/>
                    </a:cubicBezTo>
                    <a:cubicBezTo>
                      <a:pt x="18652" y="2326"/>
                      <a:pt x="14047" y="2841"/>
                      <a:pt x="9588" y="3339"/>
                    </a:cubicBezTo>
                    <a:cubicBezTo>
                      <a:pt x="6221" y="3717"/>
                      <a:pt x="3042" y="4070"/>
                      <a:pt x="0" y="4345"/>
                    </a:cubicBezTo>
                    <a:lnTo>
                      <a:pt x="61" y="4980"/>
                    </a:lnTo>
                    <a:cubicBezTo>
                      <a:pt x="3111" y="4705"/>
                      <a:pt x="6298" y="4345"/>
                      <a:pt x="9666" y="3967"/>
                    </a:cubicBezTo>
                    <a:cubicBezTo>
                      <a:pt x="14116" y="3468"/>
                      <a:pt x="18721" y="2961"/>
                      <a:pt x="23300" y="2592"/>
                    </a:cubicBezTo>
                    <a:cubicBezTo>
                      <a:pt x="24495" y="2497"/>
                      <a:pt x="25672" y="2403"/>
                      <a:pt x="26823" y="2308"/>
                    </a:cubicBezTo>
                    <a:cubicBezTo>
                      <a:pt x="36608" y="1527"/>
                      <a:pt x="45062" y="848"/>
                      <a:pt x="52322" y="736"/>
                    </a:cubicBezTo>
                    <a:cubicBezTo>
                      <a:pt x="57259" y="657"/>
                      <a:pt x="61314" y="636"/>
                      <a:pt x="64099" y="636"/>
                    </a:cubicBezTo>
                    <a:cubicBezTo>
                      <a:pt x="66739" y="636"/>
                      <a:pt x="68238" y="655"/>
                      <a:pt x="68268" y="659"/>
                    </a:cubicBezTo>
                    <a:lnTo>
                      <a:pt x="68276" y="23"/>
                    </a:lnTo>
                    <a:cubicBezTo>
                      <a:pt x="68247" y="19"/>
                      <a:pt x="66745" y="1"/>
                      <a:pt x="64102" y="1"/>
                    </a:cubicBez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97" name="Google Shape;16197;p54">
                <a:extLst>
                  <a:ext uri="{FF2B5EF4-FFF2-40B4-BE49-F238E27FC236}">
                    <a16:creationId xmlns:a16="http://schemas.microsoft.com/office/drawing/2014/main" id="{49B7D109-642A-2269-9E30-6135F4CBB8DC}"/>
                  </a:ext>
                </a:extLst>
              </p:cNvPr>
              <p:cNvSpPr/>
              <p:nvPr/>
            </p:nvSpPr>
            <p:spPr>
              <a:xfrm>
                <a:off x="2612563" y="1454750"/>
                <a:ext cx="1564725" cy="108275"/>
              </a:xfrm>
              <a:custGeom>
                <a:avLst/>
                <a:gdLst/>
                <a:ahLst/>
                <a:cxnLst/>
                <a:rect l="l" t="t" r="r" b="b"/>
                <a:pathLst>
                  <a:path w="62589" h="4331" extrusionOk="0">
                    <a:moveTo>
                      <a:pt x="62555" y="0"/>
                    </a:moveTo>
                    <a:cubicBezTo>
                      <a:pt x="62288" y="9"/>
                      <a:pt x="34804" y="842"/>
                      <a:pt x="1" y="3273"/>
                    </a:cubicBezTo>
                    <a:lnTo>
                      <a:pt x="78" y="4330"/>
                    </a:lnTo>
                    <a:cubicBezTo>
                      <a:pt x="34856" y="1907"/>
                      <a:pt x="62314" y="1065"/>
                      <a:pt x="62589" y="1057"/>
                    </a:cubicBezTo>
                    <a:lnTo>
                      <a:pt x="62555" y="0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198" name="Google Shape;16198;p54">
                <a:extLst>
                  <a:ext uri="{FF2B5EF4-FFF2-40B4-BE49-F238E27FC236}">
                    <a16:creationId xmlns:a16="http://schemas.microsoft.com/office/drawing/2014/main" id="{87E5EDCE-88E5-795A-D75A-D77F4B7F2244}"/>
                  </a:ext>
                </a:extLst>
              </p:cNvPr>
              <p:cNvSpPr/>
              <p:nvPr/>
            </p:nvSpPr>
            <p:spPr>
              <a:xfrm>
                <a:off x="2644138" y="1536350"/>
                <a:ext cx="1530575" cy="116650"/>
              </a:xfrm>
              <a:custGeom>
                <a:avLst/>
                <a:gdLst/>
                <a:ahLst/>
                <a:cxnLst/>
                <a:rect l="l" t="t" r="r" b="b"/>
                <a:pathLst>
                  <a:path w="61223" h="4666" extrusionOk="0">
                    <a:moveTo>
                      <a:pt x="61154" y="1"/>
                    </a:moveTo>
                    <a:cubicBezTo>
                      <a:pt x="60845" y="18"/>
                      <a:pt x="30019" y="1711"/>
                      <a:pt x="1" y="3394"/>
                    </a:cubicBezTo>
                    <a:lnTo>
                      <a:pt x="69" y="4666"/>
                    </a:lnTo>
                    <a:cubicBezTo>
                      <a:pt x="30088" y="2982"/>
                      <a:pt x="60914" y="1290"/>
                      <a:pt x="61223" y="1272"/>
                    </a:cubicBezTo>
                    <a:lnTo>
                      <a:pt x="61154" y="1"/>
                    </a:lnTo>
                    <a:close/>
                  </a:path>
                </a:pathLst>
              </a:custGeom>
              <a:solidFill>
                <a:srgbClr val="401E15">
                  <a:alpha val="1571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6199" name="Google Shape;16199;p54">
            <a:extLst>
              <a:ext uri="{FF2B5EF4-FFF2-40B4-BE49-F238E27FC236}">
                <a16:creationId xmlns:a16="http://schemas.microsoft.com/office/drawing/2014/main" id="{B79A84D2-C2F9-75C5-BF03-83C4E8683782}"/>
              </a:ext>
            </a:extLst>
          </p:cNvPr>
          <p:cNvGrpSpPr/>
          <p:nvPr/>
        </p:nvGrpSpPr>
        <p:grpSpPr>
          <a:xfrm>
            <a:off x="1596384" y="4056410"/>
            <a:ext cx="813294" cy="233325"/>
            <a:chOff x="2447923" y="2707800"/>
            <a:chExt cx="727715" cy="208774"/>
          </a:xfrm>
        </p:grpSpPr>
        <p:sp>
          <p:nvSpPr>
            <p:cNvPr id="16200" name="Google Shape;16200;p54">
              <a:extLst>
                <a:ext uri="{FF2B5EF4-FFF2-40B4-BE49-F238E27FC236}">
                  <a16:creationId xmlns:a16="http://schemas.microsoft.com/office/drawing/2014/main" id="{781887E5-88E8-C62F-FBD5-56354F6EF213}"/>
                </a:ext>
              </a:extLst>
            </p:cNvPr>
            <p:cNvSpPr/>
            <p:nvPr/>
          </p:nvSpPr>
          <p:spPr>
            <a:xfrm>
              <a:off x="2447923" y="2707800"/>
              <a:ext cx="534606" cy="208774"/>
            </a:xfrm>
            <a:custGeom>
              <a:avLst/>
              <a:gdLst/>
              <a:ahLst/>
              <a:cxnLst/>
              <a:rect l="l" t="t" r="r" b="b"/>
              <a:pathLst>
                <a:path w="13331" h="5206" extrusionOk="0">
                  <a:moveTo>
                    <a:pt x="2434" y="1"/>
                  </a:moveTo>
                  <a:cubicBezTo>
                    <a:pt x="2405" y="1"/>
                    <a:pt x="2376" y="4"/>
                    <a:pt x="2348" y="10"/>
                  </a:cubicBezTo>
                  <a:cubicBezTo>
                    <a:pt x="2057" y="60"/>
                    <a:pt x="2167" y="582"/>
                    <a:pt x="1976" y="812"/>
                  </a:cubicBezTo>
                  <a:cubicBezTo>
                    <a:pt x="1916" y="882"/>
                    <a:pt x="1836" y="933"/>
                    <a:pt x="1776" y="1003"/>
                  </a:cubicBezTo>
                  <a:cubicBezTo>
                    <a:pt x="1585" y="1234"/>
                    <a:pt x="1716" y="1565"/>
                    <a:pt x="1776" y="1855"/>
                  </a:cubicBezTo>
                  <a:cubicBezTo>
                    <a:pt x="1836" y="2176"/>
                    <a:pt x="1826" y="2688"/>
                    <a:pt x="1525" y="2808"/>
                  </a:cubicBezTo>
                  <a:cubicBezTo>
                    <a:pt x="1514" y="2813"/>
                    <a:pt x="1503" y="2815"/>
                    <a:pt x="1494" y="2815"/>
                  </a:cubicBezTo>
                  <a:cubicBezTo>
                    <a:pt x="1391" y="2815"/>
                    <a:pt x="1372" y="2586"/>
                    <a:pt x="1345" y="2467"/>
                  </a:cubicBezTo>
                  <a:cubicBezTo>
                    <a:pt x="1300" y="2164"/>
                    <a:pt x="1136" y="1575"/>
                    <a:pt x="896" y="1575"/>
                  </a:cubicBezTo>
                  <a:cubicBezTo>
                    <a:pt x="866" y="1575"/>
                    <a:pt x="835" y="1585"/>
                    <a:pt x="803" y="1605"/>
                  </a:cubicBezTo>
                  <a:cubicBezTo>
                    <a:pt x="729" y="1660"/>
                    <a:pt x="801" y="1880"/>
                    <a:pt x="732" y="1880"/>
                  </a:cubicBezTo>
                  <a:cubicBezTo>
                    <a:pt x="726" y="1880"/>
                    <a:pt x="720" y="1878"/>
                    <a:pt x="713" y="1875"/>
                  </a:cubicBezTo>
                  <a:cubicBezTo>
                    <a:pt x="562" y="1810"/>
                    <a:pt x="614" y="1409"/>
                    <a:pt x="481" y="1409"/>
                  </a:cubicBezTo>
                  <a:cubicBezTo>
                    <a:pt x="472" y="1409"/>
                    <a:pt x="462" y="1410"/>
                    <a:pt x="452" y="1414"/>
                  </a:cubicBezTo>
                  <a:cubicBezTo>
                    <a:pt x="101" y="1544"/>
                    <a:pt x="171" y="2066"/>
                    <a:pt x="91" y="2417"/>
                  </a:cubicBezTo>
                  <a:cubicBezTo>
                    <a:pt x="0" y="2818"/>
                    <a:pt x="121" y="3370"/>
                    <a:pt x="191" y="3771"/>
                  </a:cubicBezTo>
                  <a:cubicBezTo>
                    <a:pt x="221" y="3952"/>
                    <a:pt x="261" y="4132"/>
                    <a:pt x="372" y="4273"/>
                  </a:cubicBezTo>
                  <a:cubicBezTo>
                    <a:pt x="558" y="4505"/>
                    <a:pt x="864" y="4552"/>
                    <a:pt x="1174" y="4552"/>
                  </a:cubicBezTo>
                  <a:cubicBezTo>
                    <a:pt x="1265" y="4552"/>
                    <a:pt x="1356" y="4548"/>
                    <a:pt x="1445" y="4544"/>
                  </a:cubicBezTo>
                  <a:cubicBezTo>
                    <a:pt x="1561" y="4539"/>
                    <a:pt x="1678" y="4536"/>
                    <a:pt x="1795" y="4536"/>
                  </a:cubicBezTo>
                  <a:cubicBezTo>
                    <a:pt x="2613" y="4536"/>
                    <a:pt x="3432" y="4659"/>
                    <a:pt x="4213" y="4905"/>
                  </a:cubicBezTo>
                  <a:cubicBezTo>
                    <a:pt x="4645" y="5035"/>
                    <a:pt x="5066" y="5206"/>
                    <a:pt x="5507" y="5206"/>
                  </a:cubicBezTo>
                  <a:cubicBezTo>
                    <a:pt x="5828" y="5206"/>
                    <a:pt x="6149" y="5105"/>
                    <a:pt x="6460" y="5025"/>
                  </a:cubicBezTo>
                  <a:cubicBezTo>
                    <a:pt x="7566" y="4728"/>
                    <a:pt x="8715" y="4502"/>
                    <a:pt x="9854" y="4502"/>
                  </a:cubicBezTo>
                  <a:cubicBezTo>
                    <a:pt x="10368" y="4502"/>
                    <a:pt x="10880" y="4548"/>
                    <a:pt x="11385" y="4654"/>
                  </a:cubicBezTo>
                  <a:cubicBezTo>
                    <a:pt x="11686" y="4717"/>
                    <a:pt x="11993" y="4806"/>
                    <a:pt x="12301" y="4806"/>
                  </a:cubicBezTo>
                  <a:cubicBezTo>
                    <a:pt x="12383" y="4806"/>
                    <a:pt x="12466" y="4799"/>
                    <a:pt x="12549" y="4784"/>
                  </a:cubicBezTo>
                  <a:cubicBezTo>
                    <a:pt x="12940" y="4724"/>
                    <a:pt x="13331" y="4403"/>
                    <a:pt x="13321" y="3992"/>
                  </a:cubicBezTo>
                  <a:cubicBezTo>
                    <a:pt x="13311" y="3711"/>
                    <a:pt x="13120" y="3470"/>
                    <a:pt x="12960" y="3230"/>
                  </a:cubicBezTo>
                  <a:cubicBezTo>
                    <a:pt x="12809" y="2989"/>
                    <a:pt x="12900" y="2708"/>
                    <a:pt x="12850" y="2427"/>
                  </a:cubicBezTo>
                  <a:cubicBezTo>
                    <a:pt x="12789" y="2046"/>
                    <a:pt x="12739" y="1635"/>
                    <a:pt x="12438" y="1384"/>
                  </a:cubicBezTo>
                  <a:cubicBezTo>
                    <a:pt x="12338" y="1304"/>
                    <a:pt x="12188" y="1354"/>
                    <a:pt x="12097" y="1254"/>
                  </a:cubicBezTo>
                  <a:cubicBezTo>
                    <a:pt x="12007" y="1153"/>
                    <a:pt x="11937" y="1043"/>
                    <a:pt x="11816" y="983"/>
                  </a:cubicBezTo>
                  <a:cubicBezTo>
                    <a:pt x="11798" y="975"/>
                    <a:pt x="11780" y="972"/>
                    <a:pt x="11764" y="972"/>
                  </a:cubicBezTo>
                  <a:cubicBezTo>
                    <a:pt x="11676" y="972"/>
                    <a:pt x="11617" y="1072"/>
                    <a:pt x="11515" y="1123"/>
                  </a:cubicBezTo>
                  <a:cubicBezTo>
                    <a:pt x="11508" y="1128"/>
                    <a:pt x="11501" y="1130"/>
                    <a:pt x="11494" y="1130"/>
                  </a:cubicBezTo>
                  <a:cubicBezTo>
                    <a:pt x="11429" y="1130"/>
                    <a:pt x="11371" y="966"/>
                    <a:pt x="11307" y="966"/>
                  </a:cubicBezTo>
                  <a:cubicBezTo>
                    <a:pt x="11299" y="966"/>
                    <a:pt x="11292" y="968"/>
                    <a:pt x="11285" y="973"/>
                  </a:cubicBezTo>
                  <a:cubicBezTo>
                    <a:pt x="11154" y="1063"/>
                    <a:pt x="11184" y="1294"/>
                    <a:pt x="11044" y="1314"/>
                  </a:cubicBezTo>
                  <a:cubicBezTo>
                    <a:pt x="11036" y="1315"/>
                    <a:pt x="11029" y="1315"/>
                    <a:pt x="11021" y="1315"/>
                  </a:cubicBezTo>
                  <a:cubicBezTo>
                    <a:pt x="10887" y="1315"/>
                    <a:pt x="10827" y="1149"/>
                    <a:pt x="10713" y="1063"/>
                  </a:cubicBezTo>
                  <a:cubicBezTo>
                    <a:pt x="10708" y="1061"/>
                    <a:pt x="10704" y="1060"/>
                    <a:pt x="10699" y="1060"/>
                  </a:cubicBezTo>
                  <a:cubicBezTo>
                    <a:pt x="10661" y="1060"/>
                    <a:pt x="10619" y="1113"/>
                    <a:pt x="10585" y="1113"/>
                  </a:cubicBezTo>
                  <a:cubicBezTo>
                    <a:pt x="10577" y="1113"/>
                    <a:pt x="10569" y="1110"/>
                    <a:pt x="10563" y="1103"/>
                  </a:cubicBezTo>
                  <a:cubicBezTo>
                    <a:pt x="10502" y="1063"/>
                    <a:pt x="10603" y="933"/>
                    <a:pt x="10543" y="893"/>
                  </a:cubicBezTo>
                  <a:cubicBezTo>
                    <a:pt x="10511" y="868"/>
                    <a:pt x="10479" y="857"/>
                    <a:pt x="10448" y="857"/>
                  </a:cubicBezTo>
                  <a:cubicBezTo>
                    <a:pt x="10249" y="857"/>
                    <a:pt x="10064" y="1303"/>
                    <a:pt x="10081" y="1555"/>
                  </a:cubicBezTo>
                  <a:cubicBezTo>
                    <a:pt x="10091" y="1735"/>
                    <a:pt x="10171" y="1906"/>
                    <a:pt x="10161" y="2076"/>
                  </a:cubicBezTo>
                  <a:cubicBezTo>
                    <a:pt x="10154" y="2217"/>
                    <a:pt x="9999" y="2407"/>
                    <a:pt x="9893" y="2407"/>
                  </a:cubicBezTo>
                  <a:cubicBezTo>
                    <a:pt x="9864" y="2407"/>
                    <a:pt x="9838" y="2392"/>
                    <a:pt x="9820" y="2357"/>
                  </a:cubicBezTo>
                  <a:cubicBezTo>
                    <a:pt x="9650" y="2026"/>
                    <a:pt x="9921" y="1524"/>
                    <a:pt x="9650" y="1264"/>
                  </a:cubicBezTo>
                  <a:cubicBezTo>
                    <a:pt x="9642" y="1257"/>
                    <a:pt x="9635" y="1254"/>
                    <a:pt x="9628" y="1254"/>
                  </a:cubicBezTo>
                  <a:cubicBezTo>
                    <a:pt x="9567" y="1254"/>
                    <a:pt x="9542" y="1505"/>
                    <a:pt x="9458" y="1505"/>
                  </a:cubicBezTo>
                  <a:cubicBezTo>
                    <a:pt x="9455" y="1505"/>
                    <a:pt x="9452" y="1505"/>
                    <a:pt x="9449" y="1504"/>
                  </a:cubicBezTo>
                  <a:cubicBezTo>
                    <a:pt x="9259" y="1474"/>
                    <a:pt x="9509" y="1113"/>
                    <a:pt x="9479" y="923"/>
                  </a:cubicBezTo>
                  <a:cubicBezTo>
                    <a:pt x="9474" y="900"/>
                    <a:pt x="9462" y="890"/>
                    <a:pt x="9446" y="890"/>
                  </a:cubicBezTo>
                  <a:cubicBezTo>
                    <a:pt x="9400" y="890"/>
                    <a:pt x="9321" y="973"/>
                    <a:pt x="9299" y="1033"/>
                  </a:cubicBezTo>
                  <a:cubicBezTo>
                    <a:pt x="9208" y="1304"/>
                    <a:pt x="9128" y="1565"/>
                    <a:pt x="9048" y="1825"/>
                  </a:cubicBezTo>
                  <a:cubicBezTo>
                    <a:pt x="9018" y="1916"/>
                    <a:pt x="8988" y="2006"/>
                    <a:pt x="8998" y="2106"/>
                  </a:cubicBezTo>
                  <a:cubicBezTo>
                    <a:pt x="9008" y="2186"/>
                    <a:pt x="9048" y="2257"/>
                    <a:pt x="9058" y="2337"/>
                  </a:cubicBezTo>
                  <a:cubicBezTo>
                    <a:pt x="9090" y="2523"/>
                    <a:pt x="8881" y="2801"/>
                    <a:pt x="8730" y="2801"/>
                  </a:cubicBezTo>
                  <a:cubicBezTo>
                    <a:pt x="8694" y="2801"/>
                    <a:pt x="8662" y="2785"/>
                    <a:pt x="8637" y="2748"/>
                  </a:cubicBezTo>
                  <a:cubicBezTo>
                    <a:pt x="8466" y="2497"/>
                    <a:pt x="8346" y="2257"/>
                    <a:pt x="8276" y="1956"/>
                  </a:cubicBezTo>
                  <a:cubicBezTo>
                    <a:pt x="8235" y="1755"/>
                    <a:pt x="8486" y="1444"/>
                    <a:pt x="8296" y="1374"/>
                  </a:cubicBezTo>
                  <a:cubicBezTo>
                    <a:pt x="8284" y="1368"/>
                    <a:pt x="8271" y="1366"/>
                    <a:pt x="8258" y="1366"/>
                  </a:cubicBezTo>
                  <a:cubicBezTo>
                    <a:pt x="8180" y="1366"/>
                    <a:pt x="8073" y="1448"/>
                    <a:pt x="8006" y="1448"/>
                  </a:cubicBezTo>
                  <a:cubicBezTo>
                    <a:pt x="7984" y="1448"/>
                    <a:pt x="7966" y="1439"/>
                    <a:pt x="7955" y="1414"/>
                  </a:cubicBezTo>
                  <a:cubicBezTo>
                    <a:pt x="7884" y="1244"/>
                    <a:pt x="8266" y="1053"/>
                    <a:pt x="8165" y="903"/>
                  </a:cubicBezTo>
                  <a:cubicBezTo>
                    <a:pt x="8123" y="839"/>
                    <a:pt x="8040" y="805"/>
                    <a:pt x="7963" y="805"/>
                  </a:cubicBezTo>
                  <a:cubicBezTo>
                    <a:pt x="7931" y="805"/>
                    <a:pt x="7901" y="811"/>
                    <a:pt x="7874" y="822"/>
                  </a:cubicBezTo>
                  <a:cubicBezTo>
                    <a:pt x="7814" y="842"/>
                    <a:pt x="7834" y="963"/>
                    <a:pt x="7774" y="993"/>
                  </a:cubicBezTo>
                  <a:cubicBezTo>
                    <a:pt x="7767" y="996"/>
                    <a:pt x="7759" y="998"/>
                    <a:pt x="7752" y="998"/>
                  </a:cubicBezTo>
                  <a:cubicBezTo>
                    <a:pt x="7702" y="998"/>
                    <a:pt x="7648" y="930"/>
                    <a:pt x="7599" y="930"/>
                  </a:cubicBezTo>
                  <a:cubicBezTo>
                    <a:pt x="7594" y="930"/>
                    <a:pt x="7589" y="931"/>
                    <a:pt x="7584" y="933"/>
                  </a:cubicBezTo>
                  <a:cubicBezTo>
                    <a:pt x="7463" y="993"/>
                    <a:pt x="7513" y="1213"/>
                    <a:pt x="7423" y="1314"/>
                  </a:cubicBezTo>
                  <a:cubicBezTo>
                    <a:pt x="7303" y="1464"/>
                    <a:pt x="7293" y="1655"/>
                    <a:pt x="7162" y="1785"/>
                  </a:cubicBezTo>
                  <a:cubicBezTo>
                    <a:pt x="7152" y="1797"/>
                    <a:pt x="7140" y="1802"/>
                    <a:pt x="7126" y="1802"/>
                  </a:cubicBezTo>
                  <a:cubicBezTo>
                    <a:pt x="7082" y="1802"/>
                    <a:pt x="7023" y="1759"/>
                    <a:pt x="6983" y="1759"/>
                  </a:cubicBezTo>
                  <a:cubicBezTo>
                    <a:pt x="6970" y="1759"/>
                    <a:pt x="6959" y="1763"/>
                    <a:pt x="6952" y="1775"/>
                  </a:cubicBezTo>
                  <a:cubicBezTo>
                    <a:pt x="6811" y="1956"/>
                    <a:pt x="7303" y="2397"/>
                    <a:pt x="7082" y="2447"/>
                  </a:cubicBezTo>
                  <a:cubicBezTo>
                    <a:pt x="7081" y="2447"/>
                    <a:pt x="7079" y="2448"/>
                    <a:pt x="7078" y="2448"/>
                  </a:cubicBezTo>
                  <a:cubicBezTo>
                    <a:pt x="7025" y="2448"/>
                    <a:pt x="7081" y="2257"/>
                    <a:pt x="7022" y="2257"/>
                  </a:cubicBezTo>
                  <a:cubicBezTo>
                    <a:pt x="6791" y="2277"/>
                    <a:pt x="7072" y="2959"/>
                    <a:pt x="6841" y="2959"/>
                  </a:cubicBezTo>
                  <a:cubicBezTo>
                    <a:pt x="6420" y="2949"/>
                    <a:pt x="6560" y="2146"/>
                    <a:pt x="6300" y="1815"/>
                  </a:cubicBezTo>
                  <a:cubicBezTo>
                    <a:pt x="6229" y="1725"/>
                    <a:pt x="6159" y="1645"/>
                    <a:pt x="6109" y="1555"/>
                  </a:cubicBezTo>
                  <a:cubicBezTo>
                    <a:pt x="5938" y="1274"/>
                    <a:pt x="6229" y="722"/>
                    <a:pt x="5928" y="592"/>
                  </a:cubicBezTo>
                  <a:cubicBezTo>
                    <a:pt x="5917" y="586"/>
                    <a:pt x="5906" y="584"/>
                    <a:pt x="5895" y="584"/>
                  </a:cubicBezTo>
                  <a:cubicBezTo>
                    <a:pt x="5759" y="584"/>
                    <a:pt x="5687" y="1001"/>
                    <a:pt x="5550" y="1001"/>
                  </a:cubicBezTo>
                  <a:cubicBezTo>
                    <a:pt x="5540" y="1001"/>
                    <a:pt x="5529" y="998"/>
                    <a:pt x="5517" y="993"/>
                  </a:cubicBezTo>
                  <a:cubicBezTo>
                    <a:pt x="5417" y="943"/>
                    <a:pt x="5628" y="682"/>
                    <a:pt x="5517" y="652"/>
                  </a:cubicBezTo>
                  <a:cubicBezTo>
                    <a:pt x="5509" y="650"/>
                    <a:pt x="5502" y="649"/>
                    <a:pt x="5495" y="649"/>
                  </a:cubicBezTo>
                  <a:cubicBezTo>
                    <a:pt x="5349" y="649"/>
                    <a:pt x="5479" y="1145"/>
                    <a:pt x="5307" y="1183"/>
                  </a:cubicBezTo>
                  <a:cubicBezTo>
                    <a:pt x="5303" y="1184"/>
                    <a:pt x="5300" y="1184"/>
                    <a:pt x="5297" y="1184"/>
                  </a:cubicBezTo>
                  <a:cubicBezTo>
                    <a:pt x="5200" y="1184"/>
                    <a:pt x="5253" y="892"/>
                    <a:pt x="5146" y="862"/>
                  </a:cubicBezTo>
                  <a:cubicBezTo>
                    <a:pt x="5142" y="862"/>
                    <a:pt x="5139" y="861"/>
                    <a:pt x="5135" y="861"/>
                  </a:cubicBezTo>
                  <a:cubicBezTo>
                    <a:pt x="5066" y="861"/>
                    <a:pt x="5043" y="1043"/>
                    <a:pt x="4971" y="1043"/>
                  </a:cubicBezTo>
                  <a:cubicBezTo>
                    <a:pt x="4969" y="1043"/>
                    <a:pt x="4967" y="1043"/>
                    <a:pt x="4966" y="1043"/>
                  </a:cubicBezTo>
                  <a:cubicBezTo>
                    <a:pt x="4765" y="1023"/>
                    <a:pt x="4986" y="551"/>
                    <a:pt x="4815" y="451"/>
                  </a:cubicBezTo>
                  <a:cubicBezTo>
                    <a:pt x="4805" y="446"/>
                    <a:pt x="4796" y="444"/>
                    <a:pt x="4788" y="444"/>
                  </a:cubicBezTo>
                  <a:cubicBezTo>
                    <a:pt x="4685" y="444"/>
                    <a:pt x="4656" y="794"/>
                    <a:pt x="4529" y="794"/>
                  </a:cubicBezTo>
                  <a:cubicBezTo>
                    <a:pt x="4524" y="794"/>
                    <a:pt x="4519" y="793"/>
                    <a:pt x="4514" y="792"/>
                  </a:cubicBezTo>
                  <a:cubicBezTo>
                    <a:pt x="4354" y="762"/>
                    <a:pt x="4564" y="321"/>
                    <a:pt x="4404" y="301"/>
                  </a:cubicBezTo>
                  <a:cubicBezTo>
                    <a:pt x="4391" y="299"/>
                    <a:pt x="4379" y="298"/>
                    <a:pt x="4367" y="298"/>
                  </a:cubicBezTo>
                  <a:cubicBezTo>
                    <a:pt x="4058" y="298"/>
                    <a:pt x="3990" y="905"/>
                    <a:pt x="3932" y="1234"/>
                  </a:cubicBezTo>
                  <a:cubicBezTo>
                    <a:pt x="3902" y="1414"/>
                    <a:pt x="4093" y="1705"/>
                    <a:pt x="3922" y="1795"/>
                  </a:cubicBezTo>
                  <a:cubicBezTo>
                    <a:pt x="3913" y="1800"/>
                    <a:pt x="3904" y="1802"/>
                    <a:pt x="3895" y="1802"/>
                  </a:cubicBezTo>
                  <a:cubicBezTo>
                    <a:pt x="3812" y="1802"/>
                    <a:pt x="3710" y="1649"/>
                    <a:pt x="3637" y="1649"/>
                  </a:cubicBezTo>
                  <a:cubicBezTo>
                    <a:pt x="3624" y="1649"/>
                    <a:pt x="3612" y="1654"/>
                    <a:pt x="3601" y="1665"/>
                  </a:cubicBezTo>
                  <a:cubicBezTo>
                    <a:pt x="3511" y="1755"/>
                    <a:pt x="3652" y="1926"/>
                    <a:pt x="3652" y="2056"/>
                  </a:cubicBezTo>
                  <a:cubicBezTo>
                    <a:pt x="3642" y="2195"/>
                    <a:pt x="3495" y="2309"/>
                    <a:pt x="3362" y="2309"/>
                  </a:cubicBezTo>
                  <a:cubicBezTo>
                    <a:pt x="3351" y="2309"/>
                    <a:pt x="3341" y="2308"/>
                    <a:pt x="3331" y="2307"/>
                  </a:cubicBezTo>
                  <a:cubicBezTo>
                    <a:pt x="3240" y="2287"/>
                    <a:pt x="3240" y="2166"/>
                    <a:pt x="3220" y="2076"/>
                  </a:cubicBezTo>
                  <a:cubicBezTo>
                    <a:pt x="3206" y="2039"/>
                    <a:pt x="3149" y="2030"/>
                    <a:pt x="3100" y="2030"/>
                  </a:cubicBezTo>
                  <a:lnTo>
                    <a:pt x="3100" y="2030"/>
                  </a:lnTo>
                  <a:cubicBezTo>
                    <a:pt x="3422" y="1949"/>
                    <a:pt x="2909" y="1137"/>
                    <a:pt x="2689" y="792"/>
                  </a:cubicBezTo>
                  <a:cubicBezTo>
                    <a:pt x="2659" y="732"/>
                    <a:pt x="2618" y="682"/>
                    <a:pt x="2618" y="622"/>
                  </a:cubicBezTo>
                  <a:cubicBezTo>
                    <a:pt x="2598" y="431"/>
                    <a:pt x="2909" y="220"/>
                    <a:pt x="2769" y="110"/>
                  </a:cubicBezTo>
                  <a:cubicBezTo>
                    <a:pt x="2673" y="46"/>
                    <a:pt x="2551" y="1"/>
                    <a:pt x="2434" y="1"/>
                  </a:cubicBezTo>
                  <a:close/>
                </a:path>
              </a:pathLst>
            </a:custGeom>
            <a:solidFill>
              <a:srgbClr val="456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01" name="Google Shape;16201;p54">
              <a:extLst>
                <a:ext uri="{FF2B5EF4-FFF2-40B4-BE49-F238E27FC236}">
                  <a16:creationId xmlns:a16="http://schemas.microsoft.com/office/drawing/2014/main" id="{DA593DD7-80B2-862D-CCD6-F1324A4EA3E4}"/>
                </a:ext>
              </a:extLst>
            </p:cNvPr>
            <p:cNvSpPr/>
            <p:nvPr/>
          </p:nvSpPr>
          <p:spPr>
            <a:xfrm>
              <a:off x="2953550" y="2749147"/>
              <a:ext cx="222088" cy="148660"/>
            </a:xfrm>
            <a:custGeom>
              <a:avLst/>
              <a:gdLst/>
              <a:ahLst/>
              <a:cxnLst/>
              <a:rect l="l" t="t" r="r" b="b"/>
              <a:pathLst>
                <a:path w="5538" h="3707" extrusionOk="0">
                  <a:moveTo>
                    <a:pt x="635" y="0"/>
                  </a:moveTo>
                  <a:cubicBezTo>
                    <a:pt x="628" y="0"/>
                    <a:pt x="620" y="1"/>
                    <a:pt x="613" y="2"/>
                  </a:cubicBezTo>
                  <a:cubicBezTo>
                    <a:pt x="522" y="12"/>
                    <a:pt x="492" y="122"/>
                    <a:pt x="492" y="213"/>
                  </a:cubicBezTo>
                  <a:cubicBezTo>
                    <a:pt x="472" y="564"/>
                    <a:pt x="452" y="915"/>
                    <a:pt x="422" y="1266"/>
                  </a:cubicBezTo>
                  <a:cubicBezTo>
                    <a:pt x="392" y="1577"/>
                    <a:pt x="272" y="1687"/>
                    <a:pt x="141" y="1928"/>
                  </a:cubicBezTo>
                  <a:cubicBezTo>
                    <a:pt x="1" y="2169"/>
                    <a:pt x="41" y="2500"/>
                    <a:pt x="51" y="2770"/>
                  </a:cubicBezTo>
                  <a:cubicBezTo>
                    <a:pt x="61" y="3041"/>
                    <a:pt x="111" y="3352"/>
                    <a:pt x="342" y="3472"/>
                  </a:cubicBezTo>
                  <a:cubicBezTo>
                    <a:pt x="414" y="3512"/>
                    <a:pt x="491" y="3527"/>
                    <a:pt x="571" y="3527"/>
                  </a:cubicBezTo>
                  <a:cubicBezTo>
                    <a:pt x="733" y="3527"/>
                    <a:pt x="906" y="3466"/>
                    <a:pt x="1074" y="3432"/>
                  </a:cubicBezTo>
                  <a:cubicBezTo>
                    <a:pt x="1155" y="3417"/>
                    <a:pt x="1238" y="3411"/>
                    <a:pt x="1322" y="3411"/>
                  </a:cubicBezTo>
                  <a:cubicBezTo>
                    <a:pt x="1518" y="3411"/>
                    <a:pt x="1720" y="3444"/>
                    <a:pt x="1917" y="3472"/>
                  </a:cubicBezTo>
                  <a:cubicBezTo>
                    <a:pt x="2952" y="3633"/>
                    <a:pt x="4004" y="3707"/>
                    <a:pt x="5058" y="3707"/>
                  </a:cubicBezTo>
                  <a:cubicBezTo>
                    <a:pt x="5188" y="3707"/>
                    <a:pt x="5317" y="3705"/>
                    <a:pt x="5447" y="3703"/>
                  </a:cubicBezTo>
                  <a:lnTo>
                    <a:pt x="5538" y="2359"/>
                  </a:lnTo>
                  <a:cubicBezTo>
                    <a:pt x="5451" y="2330"/>
                    <a:pt x="5355" y="1996"/>
                    <a:pt x="5268" y="1996"/>
                  </a:cubicBezTo>
                  <a:cubicBezTo>
                    <a:pt x="5264" y="1996"/>
                    <a:pt x="5260" y="1997"/>
                    <a:pt x="5257" y="1998"/>
                  </a:cubicBezTo>
                  <a:cubicBezTo>
                    <a:pt x="5249" y="2000"/>
                    <a:pt x="5242" y="2002"/>
                    <a:pt x="5234" y="2002"/>
                  </a:cubicBezTo>
                  <a:cubicBezTo>
                    <a:pt x="5164" y="2002"/>
                    <a:pt x="5079" y="1916"/>
                    <a:pt x="5023" y="1916"/>
                  </a:cubicBezTo>
                  <a:cubicBezTo>
                    <a:pt x="5008" y="1916"/>
                    <a:pt x="4996" y="1922"/>
                    <a:pt x="4986" y="1938"/>
                  </a:cubicBezTo>
                  <a:cubicBezTo>
                    <a:pt x="4943" y="2006"/>
                    <a:pt x="4871" y="2075"/>
                    <a:pt x="4801" y="2075"/>
                  </a:cubicBezTo>
                  <a:cubicBezTo>
                    <a:pt x="4789" y="2075"/>
                    <a:pt x="4777" y="2073"/>
                    <a:pt x="4765" y="2068"/>
                  </a:cubicBezTo>
                  <a:cubicBezTo>
                    <a:pt x="4666" y="2032"/>
                    <a:pt x="4632" y="1819"/>
                    <a:pt x="4561" y="1819"/>
                  </a:cubicBezTo>
                  <a:cubicBezTo>
                    <a:pt x="4553" y="1819"/>
                    <a:pt x="4544" y="1821"/>
                    <a:pt x="4535" y="1827"/>
                  </a:cubicBezTo>
                  <a:cubicBezTo>
                    <a:pt x="4474" y="1864"/>
                    <a:pt x="4409" y="1897"/>
                    <a:pt x="4354" y="1897"/>
                  </a:cubicBezTo>
                  <a:cubicBezTo>
                    <a:pt x="4319" y="1897"/>
                    <a:pt x="4287" y="1883"/>
                    <a:pt x="4264" y="1848"/>
                  </a:cubicBezTo>
                  <a:cubicBezTo>
                    <a:pt x="4194" y="1757"/>
                    <a:pt x="4254" y="1627"/>
                    <a:pt x="4234" y="1507"/>
                  </a:cubicBezTo>
                  <a:cubicBezTo>
                    <a:pt x="4204" y="1326"/>
                    <a:pt x="4093" y="1045"/>
                    <a:pt x="3913" y="1045"/>
                  </a:cubicBezTo>
                  <a:cubicBezTo>
                    <a:pt x="3742" y="1055"/>
                    <a:pt x="3562" y="1226"/>
                    <a:pt x="3532" y="1406"/>
                  </a:cubicBezTo>
                  <a:cubicBezTo>
                    <a:pt x="3501" y="1627"/>
                    <a:pt x="3742" y="1878"/>
                    <a:pt x="3572" y="2028"/>
                  </a:cubicBezTo>
                  <a:cubicBezTo>
                    <a:pt x="3554" y="2046"/>
                    <a:pt x="3535" y="2053"/>
                    <a:pt x="3515" y="2053"/>
                  </a:cubicBezTo>
                  <a:cubicBezTo>
                    <a:pt x="3432" y="2053"/>
                    <a:pt x="3341" y="1922"/>
                    <a:pt x="3341" y="1817"/>
                  </a:cubicBezTo>
                  <a:cubicBezTo>
                    <a:pt x="3331" y="1687"/>
                    <a:pt x="3381" y="1557"/>
                    <a:pt x="3341" y="1426"/>
                  </a:cubicBezTo>
                  <a:cubicBezTo>
                    <a:pt x="3331" y="1366"/>
                    <a:pt x="3291" y="1316"/>
                    <a:pt x="3281" y="1256"/>
                  </a:cubicBezTo>
                  <a:cubicBezTo>
                    <a:pt x="3261" y="1176"/>
                    <a:pt x="3291" y="1105"/>
                    <a:pt x="3301" y="1025"/>
                  </a:cubicBezTo>
                  <a:cubicBezTo>
                    <a:pt x="3301" y="945"/>
                    <a:pt x="3281" y="824"/>
                    <a:pt x="3211" y="824"/>
                  </a:cubicBezTo>
                  <a:cubicBezTo>
                    <a:pt x="3204" y="825"/>
                    <a:pt x="3198" y="825"/>
                    <a:pt x="3192" y="825"/>
                  </a:cubicBezTo>
                  <a:cubicBezTo>
                    <a:pt x="3128" y="825"/>
                    <a:pt x="3065" y="792"/>
                    <a:pt x="3006" y="792"/>
                  </a:cubicBezTo>
                  <a:cubicBezTo>
                    <a:pt x="2987" y="792"/>
                    <a:pt x="2968" y="795"/>
                    <a:pt x="2950" y="804"/>
                  </a:cubicBezTo>
                  <a:cubicBezTo>
                    <a:pt x="2881" y="827"/>
                    <a:pt x="2823" y="898"/>
                    <a:pt x="2769" y="898"/>
                  </a:cubicBezTo>
                  <a:cubicBezTo>
                    <a:pt x="2752" y="898"/>
                    <a:pt x="2736" y="891"/>
                    <a:pt x="2719" y="875"/>
                  </a:cubicBezTo>
                  <a:cubicBezTo>
                    <a:pt x="2689" y="855"/>
                    <a:pt x="2669" y="814"/>
                    <a:pt x="2629" y="804"/>
                  </a:cubicBezTo>
                  <a:cubicBezTo>
                    <a:pt x="2623" y="802"/>
                    <a:pt x="2617" y="800"/>
                    <a:pt x="2611" y="800"/>
                  </a:cubicBezTo>
                  <a:cubicBezTo>
                    <a:pt x="2593" y="800"/>
                    <a:pt x="2571" y="810"/>
                    <a:pt x="2549" y="824"/>
                  </a:cubicBezTo>
                  <a:cubicBezTo>
                    <a:pt x="2448" y="875"/>
                    <a:pt x="2298" y="865"/>
                    <a:pt x="2238" y="965"/>
                  </a:cubicBezTo>
                  <a:cubicBezTo>
                    <a:pt x="2107" y="1206"/>
                    <a:pt x="2298" y="1496"/>
                    <a:pt x="2328" y="1767"/>
                  </a:cubicBezTo>
                  <a:cubicBezTo>
                    <a:pt x="2338" y="1888"/>
                    <a:pt x="2348" y="2018"/>
                    <a:pt x="2288" y="2118"/>
                  </a:cubicBezTo>
                  <a:cubicBezTo>
                    <a:pt x="2252" y="2183"/>
                    <a:pt x="2179" y="2224"/>
                    <a:pt x="2112" y="2224"/>
                  </a:cubicBezTo>
                  <a:cubicBezTo>
                    <a:pt x="2065" y="2224"/>
                    <a:pt x="2022" y="2204"/>
                    <a:pt x="1997" y="2158"/>
                  </a:cubicBezTo>
                  <a:cubicBezTo>
                    <a:pt x="1967" y="2118"/>
                    <a:pt x="1967" y="2058"/>
                    <a:pt x="1957" y="2008"/>
                  </a:cubicBezTo>
                  <a:cubicBezTo>
                    <a:pt x="1937" y="1848"/>
                    <a:pt x="1846" y="1697"/>
                    <a:pt x="1796" y="1547"/>
                  </a:cubicBezTo>
                  <a:cubicBezTo>
                    <a:pt x="1746" y="1396"/>
                    <a:pt x="1897" y="1256"/>
                    <a:pt x="1866" y="1095"/>
                  </a:cubicBezTo>
                  <a:cubicBezTo>
                    <a:pt x="1836" y="955"/>
                    <a:pt x="1796" y="844"/>
                    <a:pt x="1686" y="764"/>
                  </a:cubicBezTo>
                  <a:cubicBezTo>
                    <a:pt x="1670" y="750"/>
                    <a:pt x="1651" y="744"/>
                    <a:pt x="1629" y="744"/>
                  </a:cubicBezTo>
                  <a:cubicBezTo>
                    <a:pt x="1545" y="744"/>
                    <a:pt x="1429" y="833"/>
                    <a:pt x="1354" y="833"/>
                  </a:cubicBezTo>
                  <a:cubicBezTo>
                    <a:pt x="1328" y="833"/>
                    <a:pt x="1308" y="822"/>
                    <a:pt x="1295" y="794"/>
                  </a:cubicBezTo>
                  <a:cubicBezTo>
                    <a:pt x="1247" y="699"/>
                    <a:pt x="1308" y="522"/>
                    <a:pt x="1220" y="522"/>
                  </a:cubicBezTo>
                  <a:cubicBezTo>
                    <a:pt x="1215" y="522"/>
                    <a:pt x="1210" y="523"/>
                    <a:pt x="1204" y="524"/>
                  </a:cubicBezTo>
                  <a:cubicBezTo>
                    <a:pt x="1164" y="534"/>
                    <a:pt x="1134" y="564"/>
                    <a:pt x="1094" y="584"/>
                  </a:cubicBezTo>
                  <a:cubicBezTo>
                    <a:pt x="1078" y="589"/>
                    <a:pt x="1064" y="592"/>
                    <a:pt x="1049" y="592"/>
                  </a:cubicBezTo>
                  <a:cubicBezTo>
                    <a:pt x="937" y="592"/>
                    <a:pt x="871" y="427"/>
                    <a:pt x="853" y="293"/>
                  </a:cubicBezTo>
                  <a:cubicBezTo>
                    <a:pt x="834" y="160"/>
                    <a:pt x="762" y="0"/>
                    <a:pt x="635" y="0"/>
                  </a:cubicBezTo>
                  <a:close/>
                </a:path>
              </a:pathLst>
            </a:custGeom>
            <a:solidFill>
              <a:srgbClr val="456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02" name="Google Shape;16202;p54">
              <a:extLst>
                <a:ext uri="{FF2B5EF4-FFF2-40B4-BE49-F238E27FC236}">
                  <a16:creationId xmlns:a16="http://schemas.microsoft.com/office/drawing/2014/main" id="{C8FD84F2-EB9C-295F-402A-8A0B0B647156}"/>
                </a:ext>
              </a:extLst>
            </p:cNvPr>
            <p:cNvSpPr/>
            <p:nvPr/>
          </p:nvSpPr>
          <p:spPr>
            <a:xfrm>
              <a:off x="2542046" y="2721395"/>
              <a:ext cx="200352" cy="148660"/>
            </a:xfrm>
            <a:custGeom>
              <a:avLst/>
              <a:gdLst/>
              <a:ahLst/>
              <a:cxnLst/>
              <a:rect l="l" t="t" r="r" b="b"/>
              <a:pathLst>
                <a:path w="4996" h="3707" extrusionOk="0">
                  <a:moveTo>
                    <a:pt x="582" y="0"/>
                  </a:moveTo>
                  <a:cubicBezTo>
                    <a:pt x="575" y="0"/>
                    <a:pt x="569" y="1"/>
                    <a:pt x="562" y="2"/>
                  </a:cubicBezTo>
                  <a:cubicBezTo>
                    <a:pt x="482" y="12"/>
                    <a:pt x="442" y="122"/>
                    <a:pt x="442" y="212"/>
                  </a:cubicBezTo>
                  <a:cubicBezTo>
                    <a:pt x="432" y="564"/>
                    <a:pt x="402" y="915"/>
                    <a:pt x="382" y="1266"/>
                  </a:cubicBezTo>
                  <a:cubicBezTo>
                    <a:pt x="352" y="1577"/>
                    <a:pt x="241" y="1687"/>
                    <a:pt x="121" y="1928"/>
                  </a:cubicBezTo>
                  <a:cubicBezTo>
                    <a:pt x="1" y="2168"/>
                    <a:pt x="31" y="2499"/>
                    <a:pt x="41" y="2770"/>
                  </a:cubicBezTo>
                  <a:cubicBezTo>
                    <a:pt x="51" y="3041"/>
                    <a:pt x="101" y="3352"/>
                    <a:pt x="312" y="3472"/>
                  </a:cubicBezTo>
                  <a:cubicBezTo>
                    <a:pt x="378" y="3512"/>
                    <a:pt x="448" y="3527"/>
                    <a:pt x="521" y="3527"/>
                  </a:cubicBezTo>
                  <a:cubicBezTo>
                    <a:pt x="668" y="3527"/>
                    <a:pt x="825" y="3466"/>
                    <a:pt x="974" y="3432"/>
                  </a:cubicBezTo>
                  <a:cubicBezTo>
                    <a:pt x="1052" y="3417"/>
                    <a:pt x="1130" y="3411"/>
                    <a:pt x="1207" y="3411"/>
                  </a:cubicBezTo>
                  <a:cubicBezTo>
                    <a:pt x="1390" y="3411"/>
                    <a:pt x="1570" y="3444"/>
                    <a:pt x="1746" y="3472"/>
                  </a:cubicBezTo>
                  <a:cubicBezTo>
                    <a:pt x="2701" y="3633"/>
                    <a:pt x="3673" y="3706"/>
                    <a:pt x="4639" y="3706"/>
                  </a:cubicBezTo>
                  <a:cubicBezTo>
                    <a:pt x="4758" y="3706"/>
                    <a:pt x="4877" y="3705"/>
                    <a:pt x="4996" y="3703"/>
                  </a:cubicBezTo>
                  <a:lnTo>
                    <a:pt x="4996" y="2098"/>
                  </a:lnTo>
                  <a:cubicBezTo>
                    <a:pt x="4919" y="2069"/>
                    <a:pt x="4823" y="1735"/>
                    <a:pt x="4745" y="1735"/>
                  </a:cubicBezTo>
                  <a:cubicBezTo>
                    <a:pt x="4741" y="1735"/>
                    <a:pt x="4738" y="1736"/>
                    <a:pt x="4735" y="1737"/>
                  </a:cubicBezTo>
                  <a:cubicBezTo>
                    <a:pt x="4655" y="1767"/>
                    <a:pt x="4615" y="1857"/>
                    <a:pt x="4574" y="1938"/>
                  </a:cubicBezTo>
                  <a:cubicBezTo>
                    <a:pt x="4532" y="2006"/>
                    <a:pt x="4467" y="2075"/>
                    <a:pt x="4399" y="2075"/>
                  </a:cubicBezTo>
                  <a:cubicBezTo>
                    <a:pt x="4387" y="2075"/>
                    <a:pt x="4376" y="2073"/>
                    <a:pt x="4364" y="2068"/>
                  </a:cubicBezTo>
                  <a:cubicBezTo>
                    <a:pt x="4283" y="2032"/>
                    <a:pt x="4250" y="1818"/>
                    <a:pt x="4179" y="1818"/>
                  </a:cubicBezTo>
                  <a:cubicBezTo>
                    <a:pt x="4171" y="1818"/>
                    <a:pt x="4162" y="1821"/>
                    <a:pt x="4153" y="1827"/>
                  </a:cubicBezTo>
                  <a:cubicBezTo>
                    <a:pt x="4098" y="1864"/>
                    <a:pt x="4044" y="1897"/>
                    <a:pt x="3993" y="1897"/>
                  </a:cubicBezTo>
                  <a:cubicBezTo>
                    <a:pt x="3961" y="1897"/>
                    <a:pt x="3930" y="1883"/>
                    <a:pt x="3902" y="1847"/>
                  </a:cubicBezTo>
                  <a:cubicBezTo>
                    <a:pt x="3842" y="1757"/>
                    <a:pt x="3902" y="1627"/>
                    <a:pt x="3882" y="1506"/>
                  </a:cubicBezTo>
                  <a:cubicBezTo>
                    <a:pt x="3852" y="1326"/>
                    <a:pt x="3752" y="1045"/>
                    <a:pt x="3581" y="1045"/>
                  </a:cubicBezTo>
                  <a:cubicBezTo>
                    <a:pt x="3421" y="1055"/>
                    <a:pt x="3260" y="1226"/>
                    <a:pt x="3240" y="1406"/>
                  </a:cubicBezTo>
                  <a:cubicBezTo>
                    <a:pt x="3210" y="1627"/>
                    <a:pt x="3431" y="1878"/>
                    <a:pt x="3271" y="2028"/>
                  </a:cubicBezTo>
                  <a:cubicBezTo>
                    <a:pt x="3255" y="2046"/>
                    <a:pt x="3237" y="2053"/>
                    <a:pt x="3219" y="2053"/>
                  </a:cubicBezTo>
                  <a:cubicBezTo>
                    <a:pt x="3144" y="2053"/>
                    <a:pt x="3060" y="1922"/>
                    <a:pt x="3060" y="1817"/>
                  </a:cubicBezTo>
                  <a:cubicBezTo>
                    <a:pt x="3050" y="1687"/>
                    <a:pt x="3100" y="1557"/>
                    <a:pt x="3060" y="1426"/>
                  </a:cubicBezTo>
                  <a:cubicBezTo>
                    <a:pt x="3050" y="1366"/>
                    <a:pt x="3010" y="1316"/>
                    <a:pt x="3000" y="1256"/>
                  </a:cubicBezTo>
                  <a:cubicBezTo>
                    <a:pt x="2990" y="1175"/>
                    <a:pt x="3020" y="1105"/>
                    <a:pt x="3020" y="1025"/>
                  </a:cubicBezTo>
                  <a:cubicBezTo>
                    <a:pt x="3030" y="945"/>
                    <a:pt x="3010" y="824"/>
                    <a:pt x="2940" y="824"/>
                  </a:cubicBezTo>
                  <a:cubicBezTo>
                    <a:pt x="2934" y="825"/>
                    <a:pt x="2929" y="825"/>
                    <a:pt x="2923" y="825"/>
                  </a:cubicBezTo>
                  <a:cubicBezTo>
                    <a:pt x="2866" y="825"/>
                    <a:pt x="2810" y="792"/>
                    <a:pt x="2753" y="792"/>
                  </a:cubicBezTo>
                  <a:cubicBezTo>
                    <a:pt x="2735" y="792"/>
                    <a:pt x="2717" y="795"/>
                    <a:pt x="2699" y="804"/>
                  </a:cubicBezTo>
                  <a:cubicBezTo>
                    <a:pt x="2637" y="827"/>
                    <a:pt x="2588" y="897"/>
                    <a:pt x="2536" y="897"/>
                  </a:cubicBezTo>
                  <a:cubicBezTo>
                    <a:pt x="2520" y="897"/>
                    <a:pt x="2505" y="891"/>
                    <a:pt x="2488" y="874"/>
                  </a:cubicBezTo>
                  <a:cubicBezTo>
                    <a:pt x="2468" y="854"/>
                    <a:pt x="2448" y="814"/>
                    <a:pt x="2408" y="804"/>
                  </a:cubicBezTo>
                  <a:cubicBezTo>
                    <a:pt x="2403" y="802"/>
                    <a:pt x="2396" y="800"/>
                    <a:pt x="2390" y="800"/>
                  </a:cubicBezTo>
                  <a:cubicBezTo>
                    <a:pt x="2372" y="800"/>
                    <a:pt x="2350" y="810"/>
                    <a:pt x="2328" y="824"/>
                  </a:cubicBezTo>
                  <a:cubicBezTo>
                    <a:pt x="2237" y="874"/>
                    <a:pt x="2097" y="864"/>
                    <a:pt x="2047" y="965"/>
                  </a:cubicBezTo>
                  <a:cubicBezTo>
                    <a:pt x="1936" y="1205"/>
                    <a:pt x="2107" y="1496"/>
                    <a:pt x="2127" y="1767"/>
                  </a:cubicBezTo>
                  <a:cubicBezTo>
                    <a:pt x="2147" y="1888"/>
                    <a:pt x="2157" y="2018"/>
                    <a:pt x="2097" y="2118"/>
                  </a:cubicBezTo>
                  <a:cubicBezTo>
                    <a:pt x="2062" y="2183"/>
                    <a:pt x="1995" y="2224"/>
                    <a:pt x="1934" y="2224"/>
                  </a:cubicBezTo>
                  <a:cubicBezTo>
                    <a:pt x="1891" y="2224"/>
                    <a:pt x="1851" y="2204"/>
                    <a:pt x="1826" y="2158"/>
                  </a:cubicBezTo>
                  <a:cubicBezTo>
                    <a:pt x="1796" y="2118"/>
                    <a:pt x="1796" y="2058"/>
                    <a:pt x="1786" y="2008"/>
                  </a:cubicBezTo>
                  <a:cubicBezTo>
                    <a:pt x="1776" y="1847"/>
                    <a:pt x="1696" y="1697"/>
                    <a:pt x="1646" y="1547"/>
                  </a:cubicBezTo>
                  <a:cubicBezTo>
                    <a:pt x="1595" y="1396"/>
                    <a:pt x="1736" y="1256"/>
                    <a:pt x="1706" y="1095"/>
                  </a:cubicBezTo>
                  <a:cubicBezTo>
                    <a:pt x="1686" y="955"/>
                    <a:pt x="1636" y="844"/>
                    <a:pt x="1545" y="764"/>
                  </a:cubicBezTo>
                  <a:cubicBezTo>
                    <a:pt x="1529" y="750"/>
                    <a:pt x="1511" y="744"/>
                    <a:pt x="1491" y="744"/>
                  </a:cubicBezTo>
                  <a:cubicBezTo>
                    <a:pt x="1412" y="744"/>
                    <a:pt x="1308" y="833"/>
                    <a:pt x="1240" y="833"/>
                  </a:cubicBezTo>
                  <a:cubicBezTo>
                    <a:pt x="1216" y="833"/>
                    <a:pt x="1197" y="822"/>
                    <a:pt x="1184" y="794"/>
                  </a:cubicBezTo>
                  <a:cubicBezTo>
                    <a:pt x="1136" y="699"/>
                    <a:pt x="1198" y="522"/>
                    <a:pt x="1109" y="522"/>
                  </a:cubicBezTo>
                  <a:cubicBezTo>
                    <a:pt x="1104" y="522"/>
                    <a:pt x="1099" y="522"/>
                    <a:pt x="1094" y="523"/>
                  </a:cubicBezTo>
                  <a:cubicBezTo>
                    <a:pt x="1064" y="533"/>
                    <a:pt x="1034" y="564"/>
                    <a:pt x="994" y="584"/>
                  </a:cubicBezTo>
                  <a:cubicBezTo>
                    <a:pt x="980" y="589"/>
                    <a:pt x="967" y="592"/>
                    <a:pt x="955" y="592"/>
                  </a:cubicBezTo>
                  <a:cubicBezTo>
                    <a:pt x="856" y="592"/>
                    <a:pt x="791" y="426"/>
                    <a:pt x="773" y="293"/>
                  </a:cubicBezTo>
                  <a:cubicBezTo>
                    <a:pt x="763" y="160"/>
                    <a:pt x="691" y="0"/>
                    <a:pt x="582" y="0"/>
                  </a:cubicBezTo>
                  <a:close/>
                </a:path>
              </a:pathLst>
            </a:custGeom>
            <a:solidFill>
              <a:srgbClr val="456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03" name="Google Shape;16203;p54">
              <a:extLst>
                <a:ext uri="{FF2B5EF4-FFF2-40B4-BE49-F238E27FC236}">
                  <a16:creationId xmlns:a16="http://schemas.microsoft.com/office/drawing/2014/main" id="{FB78EA31-7D2C-6EE0-7756-C8E906119E29}"/>
                </a:ext>
              </a:extLst>
            </p:cNvPr>
            <p:cNvSpPr/>
            <p:nvPr/>
          </p:nvSpPr>
          <p:spPr>
            <a:xfrm>
              <a:off x="2871498" y="2774853"/>
              <a:ext cx="200352" cy="116538"/>
            </a:xfrm>
            <a:custGeom>
              <a:avLst/>
              <a:gdLst/>
              <a:ahLst/>
              <a:cxnLst/>
              <a:rect l="l" t="t" r="r" b="b"/>
              <a:pathLst>
                <a:path w="4996" h="2906" extrusionOk="0">
                  <a:moveTo>
                    <a:pt x="4408" y="1"/>
                  </a:moveTo>
                  <a:cubicBezTo>
                    <a:pt x="4294" y="1"/>
                    <a:pt x="4232" y="121"/>
                    <a:pt x="4213" y="224"/>
                  </a:cubicBezTo>
                  <a:cubicBezTo>
                    <a:pt x="4205" y="330"/>
                    <a:pt x="4140" y="461"/>
                    <a:pt x="4042" y="461"/>
                  </a:cubicBezTo>
                  <a:cubicBezTo>
                    <a:pt x="4029" y="461"/>
                    <a:pt x="4016" y="459"/>
                    <a:pt x="4003" y="454"/>
                  </a:cubicBezTo>
                  <a:cubicBezTo>
                    <a:pt x="3963" y="444"/>
                    <a:pt x="3933" y="414"/>
                    <a:pt x="3892" y="404"/>
                  </a:cubicBezTo>
                  <a:cubicBezTo>
                    <a:pt x="3889" y="404"/>
                    <a:pt x="3886" y="404"/>
                    <a:pt x="3883" y="404"/>
                  </a:cubicBezTo>
                  <a:cubicBezTo>
                    <a:pt x="3796" y="404"/>
                    <a:pt x="3861" y="547"/>
                    <a:pt x="3812" y="625"/>
                  </a:cubicBezTo>
                  <a:cubicBezTo>
                    <a:pt x="3800" y="643"/>
                    <a:pt x="3783" y="650"/>
                    <a:pt x="3762" y="650"/>
                  </a:cubicBezTo>
                  <a:cubicBezTo>
                    <a:pt x="3693" y="650"/>
                    <a:pt x="3587" y="579"/>
                    <a:pt x="3507" y="579"/>
                  </a:cubicBezTo>
                  <a:cubicBezTo>
                    <a:pt x="3486" y="579"/>
                    <a:pt x="3467" y="583"/>
                    <a:pt x="3451" y="595"/>
                  </a:cubicBezTo>
                  <a:cubicBezTo>
                    <a:pt x="3351" y="665"/>
                    <a:pt x="3311" y="745"/>
                    <a:pt x="3291" y="855"/>
                  </a:cubicBezTo>
                  <a:cubicBezTo>
                    <a:pt x="3261" y="976"/>
                    <a:pt x="3391" y="1086"/>
                    <a:pt x="3351" y="1207"/>
                  </a:cubicBezTo>
                  <a:cubicBezTo>
                    <a:pt x="3301" y="1327"/>
                    <a:pt x="3220" y="1447"/>
                    <a:pt x="3200" y="1568"/>
                  </a:cubicBezTo>
                  <a:cubicBezTo>
                    <a:pt x="3200" y="1608"/>
                    <a:pt x="3200" y="1658"/>
                    <a:pt x="3170" y="1688"/>
                  </a:cubicBezTo>
                  <a:cubicBezTo>
                    <a:pt x="3146" y="1721"/>
                    <a:pt x="3104" y="1735"/>
                    <a:pt x="3060" y="1735"/>
                  </a:cubicBezTo>
                  <a:cubicBezTo>
                    <a:pt x="2997" y="1735"/>
                    <a:pt x="2929" y="1705"/>
                    <a:pt x="2899" y="1658"/>
                  </a:cubicBezTo>
                  <a:cubicBezTo>
                    <a:pt x="2839" y="1578"/>
                    <a:pt x="2849" y="1477"/>
                    <a:pt x="2859" y="1377"/>
                  </a:cubicBezTo>
                  <a:cubicBezTo>
                    <a:pt x="2889" y="1166"/>
                    <a:pt x="3060" y="936"/>
                    <a:pt x="2950" y="755"/>
                  </a:cubicBezTo>
                  <a:cubicBezTo>
                    <a:pt x="2889" y="675"/>
                    <a:pt x="2759" y="675"/>
                    <a:pt x="2659" y="645"/>
                  </a:cubicBezTo>
                  <a:cubicBezTo>
                    <a:pt x="2642" y="637"/>
                    <a:pt x="2620" y="622"/>
                    <a:pt x="2596" y="622"/>
                  </a:cubicBezTo>
                  <a:cubicBezTo>
                    <a:pt x="2590" y="622"/>
                    <a:pt x="2584" y="623"/>
                    <a:pt x="2578" y="625"/>
                  </a:cubicBezTo>
                  <a:cubicBezTo>
                    <a:pt x="2548" y="635"/>
                    <a:pt x="2528" y="665"/>
                    <a:pt x="2508" y="685"/>
                  </a:cubicBezTo>
                  <a:cubicBezTo>
                    <a:pt x="2492" y="696"/>
                    <a:pt x="2477" y="701"/>
                    <a:pt x="2461" y="701"/>
                  </a:cubicBezTo>
                  <a:cubicBezTo>
                    <a:pt x="2409" y="701"/>
                    <a:pt x="2359" y="648"/>
                    <a:pt x="2298" y="625"/>
                  </a:cubicBezTo>
                  <a:cubicBezTo>
                    <a:pt x="2279" y="618"/>
                    <a:pt x="2261" y="615"/>
                    <a:pt x="2242" y="615"/>
                  </a:cubicBezTo>
                  <a:cubicBezTo>
                    <a:pt x="2180" y="615"/>
                    <a:pt x="2119" y="645"/>
                    <a:pt x="2057" y="645"/>
                  </a:cubicBezTo>
                  <a:cubicBezTo>
                    <a:pt x="1987" y="645"/>
                    <a:pt x="1967" y="735"/>
                    <a:pt x="1977" y="795"/>
                  </a:cubicBezTo>
                  <a:cubicBezTo>
                    <a:pt x="1977" y="855"/>
                    <a:pt x="2007" y="926"/>
                    <a:pt x="1987" y="986"/>
                  </a:cubicBezTo>
                  <a:cubicBezTo>
                    <a:pt x="1977" y="1026"/>
                    <a:pt x="1947" y="1066"/>
                    <a:pt x="1926" y="1116"/>
                  </a:cubicBezTo>
                  <a:cubicBezTo>
                    <a:pt x="1896" y="1217"/>
                    <a:pt x="1936" y="1317"/>
                    <a:pt x="1936" y="1417"/>
                  </a:cubicBezTo>
                  <a:cubicBezTo>
                    <a:pt x="1928" y="1499"/>
                    <a:pt x="1847" y="1607"/>
                    <a:pt x="1769" y="1607"/>
                  </a:cubicBezTo>
                  <a:cubicBezTo>
                    <a:pt x="1751" y="1607"/>
                    <a:pt x="1733" y="1601"/>
                    <a:pt x="1716" y="1588"/>
                  </a:cubicBezTo>
                  <a:cubicBezTo>
                    <a:pt x="1565" y="1467"/>
                    <a:pt x="1786" y="1267"/>
                    <a:pt x="1756" y="1096"/>
                  </a:cubicBezTo>
                  <a:cubicBezTo>
                    <a:pt x="1726" y="956"/>
                    <a:pt x="1565" y="825"/>
                    <a:pt x="1415" y="815"/>
                  </a:cubicBezTo>
                  <a:cubicBezTo>
                    <a:pt x="1244" y="815"/>
                    <a:pt x="1144" y="1036"/>
                    <a:pt x="1114" y="1176"/>
                  </a:cubicBezTo>
                  <a:cubicBezTo>
                    <a:pt x="1094" y="1277"/>
                    <a:pt x="1154" y="1377"/>
                    <a:pt x="1084" y="1447"/>
                  </a:cubicBezTo>
                  <a:cubicBezTo>
                    <a:pt x="1061" y="1474"/>
                    <a:pt x="1031" y="1485"/>
                    <a:pt x="999" y="1485"/>
                  </a:cubicBezTo>
                  <a:cubicBezTo>
                    <a:pt x="948" y="1485"/>
                    <a:pt x="889" y="1458"/>
                    <a:pt x="833" y="1427"/>
                  </a:cubicBezTo>
                  <a:cubicBezTo>
                    <a:pt x="826" y="1424"/>
                    <a:pt x="819" y="1422"/>
                    <a:pt x="813" y="1422"/>
                  </a:cubicBezTo>
                  <a:cubicBezTo>
                    <a:pt x="747" y="1422"/>
                    <a:pt x="715" y="1590"/>
                    <a:pt x="633" y="1618"/>
                  </a:cubicBezTo>
                  <a:cubicBezTo>
                    <a:pt x="619" y="1623"/>
                    <a:pt x="606" y="1625"/>
                    <a:pt x="593" y="1625"/>
                  </a:cubicBezTo>
                  <a:cubicBezTo>
                    <a:pt x="527" y="1625"/>
                    <a:pt x="464" y="1568"/>
                    <a:pt x="422" y="1517"/>
                  </a:cubicBezTo>
                  <a:cubicBezTo>
                    <a:pt x="382" y="1457"/>
                    <a:pt x="342" y="1377"/>
                    <a:pt x="251" y="1357"/>
                  </a:cubicBezTo>
                  <a:cubicBezTo>
                    <a:pt x="247" y="1356"/>
                    <a:pt x="243" y="1355"/>
                    <a:pt x="239" y="1355"/>
                  </a:cubicBezTo>
                  <a:cubicBezTo>
                    <a:pt x="162" y="1355"/>
                    <a:pt x="77" y="1619"/>
                    <a:pt x="1" y="1638"/>
                  </a:cubicBezTo>
                  <a:lnTo>
                    <a:pt x="1" y="2902"/>
                  </a:lnTo>
                  <a:cubicBezTo>
                    <a:pt x="136" y="2904"/>
                    <a:pt x="271" y="2905"/>
                    <a:pt x="407" y="2905"/>
                  </a:cubicBezTo>
                  <a:cubicBezTo>
                    <a:pt x="1355" y="2905"/>
                    <a:pt x="2301" y="2844"/>
                    <a:pt x="3240" y="2721"/>
                  </a:cubicBezTo>
                  <a:cubicBezTo>
                    <a:pt x="3423" y="2700"/>
                    <a:pt x="3605" y="2674"/>
                    <a:pt x="3784" y="2674"/>
                  </a:cubicBezTo>
                  <a:cubicBezTo>
                    <a:pt x="3861" y="2674"/>
                    <a:pt x="3937" y="2679"/>
                    <a:pt x="4013" y="2691"/>
                  </a:cubicBezTo>
                  <a:cubicBezTo>
                    <a:pt x="4170" y="2712"/>
                    <a:pt x="4333" y="2760"/>
                    <a:pt x="4484" y="2760"/>
                  </a:cubicBezTo>
                  <a:cubicBezTo>
                    <a:pt x="4554" y="2760"/>
                    <a:pt x="4621" y="2750"/>
                    <a:pt x="4685" y="2721"/>
                  </a:cubicBezTo>
                  <a:cubicBezTo>
                    <a:pt x="4895" y="2621"/>
                    <a:pt x="4946" y="2380"/>
                    <a:pt x="4956" y="2169"/>
                  </a:cubicBezTo>
                  <a:cubicBezTo>
                    <a:pt x="4966" y="1949"/>
                    <a:pt x="4996" y="1698"/>
                    <a:pt x="4875" y="1507"/>
                  </a:cubicBezTo>
                  <a:cubicBezTo>
                    <a:pt x="4755" y="1327"/>
                    <a:pt x="4635" y="1227"/>
                    <a:pt x="4615" y="996"/>
                  </a:cubicBezTo>
                  <a:cubicBezTo>
                    <a:pt x="4585" y="715"/>
                    <a:pt x="4564" y="434"/>
                    <a:pt x="4554" y="163"/>
                  </a:cubicBezTo>
                  <a:cubicBezTo>
                    <a:pt x="4544" y="93"/>
                    <a:pt x="4514" y="13"/>
                    <a:pt x="4434" y="3"/>
                  </a:cubicBezTo>
                  <a:cubicBezTo>
                    <a:pt x="4425" y="1"/>
                    <a:pt x="4416" y="1"/>
                    <a:pt x="4408" y="1"/>
                  </a:cubicBezTo>
                  <a:close/>
                </a:path>
              </a:pathLst>
            </a:custGeom>
            <a:solidFill>
              <a:srgbClr val="456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04" name="Google Shape;16204;p54">
              <a:extLst>
                <a:ext uri="{FF2B5EF4-FFF2-40B4-BE49-F238E27FC236}">
                  <a16:creationId xmlns:a16="http://schemas.microsoft.com/office/drawing/2014/main" id="{90373093-9FB9-C6AB-498B-476D17EC1CF8}"/>
                </a:ext>
              </a:extLst>
            </p:cNvPr>
            <p:cNvSpPr/>
            <p:nvPr/>
          </p:nvSpPr>
          <p:spPr>
            <a:xfrm>
              <a:off x="2695323" y="2774853"/>
              <a:ext cx="200352" cy="116538"/>
            </a:xfrm>
            <a:custGeom>
              <a:avLst/>
              <a:gdLst/>
              <a:ahLst/>
              <a:cxnLst/>
              <a:rect l="l" t="t" r="r" b="b"/>
              <a:pathLst>
                <a:path w="4996" h="2906" extrusionOk="0">
                  <a:moveTo>
                    <a:pt x="4417" y="1"/>
                  </a:moveTo>
                  <a:cubicBezTo>
                    <a:pt x="4304" y="1"/>
                    <a:pt x="4242" y="121"/>
                    <a:pt x="4223" y="224"/>
                  </a:cubicBezTo>
                  <a:cubicBezTo>
                    <a:pt x="4205" y="330"/>
                    <a:pt x="4140" y="461"/>
                    <a:pt x="4041" y="461"/>
                  </a:cubicBezTo>
                  <a:cubicBezTo>
                    <a:pt x="4029" y="461"/>
                    <a:pt x="4016" y="459"/>
                    <a:pt x="4002" y="454"/>
                  </a:cubicBezTo>
                  <a:cubicBezTo>
                    <a:pt x="3962" y="444"/>
                    <a:pt x="3942" y="414"/>
                    <a:pt x="3902" y="404"/>
                  </a:cubicBezTo>
                  <a:cubicBezTo>
                    <a:pt x="3899" y="404"/>
                    <a:pt x="3895" y="404"/>
                    <a:pt x="3892" y="404"/>
                  </a:cubicBezTo>
                  <a:cubicBezTo>
                    <a:pt x="3796" y="404"/>
                    <a:pt x="3860" y="547"/>
                    <a:pt x="3812" y="625"/>
                  </a:cubicBezTo>
                  <a:cubicBezTo>
                    <a:pt x="3802" y="643"/>
                    <a:pt x="3786" y="650"/>
                    <a:pt x="3765" y="650"/>
                  </a:cubicBezTo>
                  <a:cubicBezTo>
                    <a:pt x="3699" y="650"/>
                    <a:pt x="3589" y="579"/>
                    <a:pt x="3507" y="579"/>
                  </a:cubicBezTo>
                  <a:cubicBezTo>
                    <a:pt x="3486" y="579"/>
                    <a:pt x="3467" y="583"/>
                    <a:pt x="3451" y="595"/>
                  </a:cubicBezTo>
                  <a:cubicBezTo>
                    <a:pt x="3360" y="665"/>
                    <a:pt x="3320" y="745"/>
                    <a:pt x="3290" y="855"/>
                  </a:cubicBezTo>
                  <a:cubicBezTo>
                    <a:pt x="3270" y="976"/>
                    <a:pt x="3401" y="1086"/>
                    <a:pt x="3350" y="1207"/>
                  </a:cubicBezTo>
                  <a:cubicBezTo>
                    <a:pt x="3310" y="1327"/>
                    <a:pt x="3230" y="1447"/>
                    <a:pt x="3210" y="1568"/>
                  </a:cubicBezTo>
                  <a:cubicBezTo>
                    <a:pt x="3200" y="1608"/>
                    <a:pt x="3200" y="1658"/>
                    <a:pt x="3170" y="1688"/>
                  </a:cubicBezTo>
                  <a:cubicBezTo>
                    <a:pt x="3145" y="1721"/>
                    <a:pt x="3105" y="1735"/>
                    <a:pt x="3063" y="1735"/>
                  </a:cubicBezTo>
                  <a:cubicBezTo>
                    <a:pt x="3002" y="1735"/>
                    <a:pt x="2935" y="1705"/>
                    <a:pt x="2899" y="1658"/>
                  </a:cubicBezTo>
                  <a:cubicBezTo>
                    <a:pt x="2849" y="1578"/>
                    <a:pt x="2859" y="1477"/>
                    <a:pt x="2869" y="1377"/>
                  </a:cubicBezTo>
                  <a:cubicBezTo>
                    <a:pt x="2899" y="1166"/>
                    <a:pt x="3070" y="936"/>
                    <a:pt x="2949" y="755"/>
                  </a:cubicBezTo>
                  <a:cubicBezTo>
                    <a:pt x="2899" y="675"/>
                    <a:pt x="2759" y="675"/>
                    <a:pt x="2668" y="645"/>
                  </a:cubicBezTo>
                  <a:cubicBezTo>
                    <a:pt x="2644" y="637"/>
                    <a:pt x="2620" y="622"/>
                    <a:pt x="2601" y="622"/>
                  </a:cubicBezTo>
                  <a:cubicBezTo>
                    <a:pt x="2596" y="622"/>
                    <a:pt x="2592" y="623"/>
                    <a:pt x="2588" y="625"/>
                  </a:cubicBezTo>
                  <a:cubicBezTo>
                    <a:pt x="2548" y="635"/>
                    <a:pt x="2538" y="665"/>
                    <a:pt x="2508" y="685"/>
                  </a:cubicBezTo>
                  <a:cubicBezTo>
                    <a:pt x="2492" y="696"/>
                    <a:pt x="2476" y="701"/>
                    <a:pt x="2461" y="701"/>
                  </a:cubicBezTo>
                  <a:cubicBezTo>
                    <a:pt x="2409" y="701"/>
                    <a:pt x="2359" y="648"/>
                    <a:pt x="2297" y="625"/>
                  </a:cubicBezTo>
                  <a:cubicBezTo>
                    <a:pt x="2279" y="618"/>
                    <a:pt x="2261" y="615"/>
                    <a:pt x="2243" y="615"/>
                  </a:cubicBezTo>
                  <a:cubicBezTo>
                    <a:pt x="2183" y="615"/>
                    <a:pt x="2126" y="645"/>
                    <a:pt x="2056" y="645"/>
                  </a:cubicBezTo>
                  <a:cubicBezTo>
                    <a:pt x="1986" y="645"/>
                    <a:pt x="1966" y="735"/>
                    <a:pt x="1976" y="795"/>
                  </a:cubicBezTo>
                  <a:cubicBezTo>
                    <a:pt x="1986" y="855"/>
                    <a:pt x="2006" y="926"/>
                    <a:pt x="1996" y="986"/>
                  </a:cubicBezTo>
                  <a:cubicBezTo>
                    <a:pt x="1986" y="1026"/>
                    <a:pt x="1946" y="1066"/>
                    <a:pt x="1936" y="1116"/>
                  </a:cubicBezTo>
                  <a:cubicBezTo>
                    <a:pt x="1896" y="1217"/>
                    <a:pt x="1946" y="1317"/>
                    <a:pt x="1936" y="1417"/>
                  </a:cubicBezTo>
                  <a:cubicBezTo>
                    <a:pt x="1936" y="1499"/>
                    <a:pt x="1850" y="1607"/>
                    <a:pt x="1775" y="1607"/>
                  </a:cubicBezTo>
                  <a:cubicBezTo>
                    <a:pt x="1757" y="1607"/>
                    <a:pt x="1741" y="1601"/>
                    <a:pt x="1725" y="1588"/>
                  </a:cubicBezTo>
                  <a:cubicBezTo>
                    <a:pt x="1565" y="1467"/>
                    <a:pt x="1796" y="1267"/>
                    <a:pt x="1756" y="1096"/>
                  </a:cubicBezTo>
                  <a:cubicBezTo>
                    <a:pt x="1735" y="956"/>
                    <a:pt x="1575" y="825"/>
                    <a:pt x="1415" y="815"/>
                  </a:cubicBezTo>
                  <a:cubicBezTo>
                    <a:pt x="1244" y="815"/>
                    <a:pt x="1144" y="1036"/>
                    <a:pt x="1114" y="1176"/>
                  </a:cubicBezTo>
                  <a:cubicBezTo>
                    <a:pt x="1094" y="1277"/>
                    <a:pt x="1154" y="1377"/>
                    <a:pt x="1094" y="1447"/>
                  </a:cubicBezTo>
                  <a:cubicBezTo>
                    <a:pt x="1070" y="1474"/>
                    <a:pt x="1041" y="1485"/>
                    <a:pt x="1009" y="1485"/>
                  </a:cubicBezTo>
                  <a:cubicBezTo>
                    <a:pt x="957" y="1485"/>
                    <a:pt x="898" y="1458"/>
                    <a:pt x="843" y="1427"/>
                  </a:cubicBezTo>
                  <a:cubicBezTo>
                    <a:pt x="835" y="1424"/>
                    <a:pt x="827" y="1422"/>
                    <a:pt x="820" y="1422"/>
                  </a:cubicBezTo>
                  <a:cubicBezTo>
                    <a:pt x="748" y="1422"/>
                    <a:pt x="723" y="1590"/>
                    <a:pt x="632" y="1618"/>
                  </a:cubicBezTo>
                  <a:cubicBezTo>
                    <a:pt x="619" y="1623"/>
                    <a:pt x="606" y="1625"/>
                    <a:pt x="593" y="1625"/>
                  </a:cubicBezTo>
                  <a:cubicBezTo>
                    <a:pt x="526" y="1625"/>
                    <a:pt x="465" y="1568"/>
                    <a:pt x="432" y="1517"/>
                  </a:cubicBezTo>
                  <a:cubicBezTo>
                    <a:pt x="381" y="1457"/>
                    <a:pt x="341" y="1377"/>
                    <a:pt x="261" y="1357"/>
                  </a:cubicBezTo>
                  <a:cubicBezTo>
                    <a:pt x="257" y="1356"/>
                    <a:pt x="253" y="1355"/>
                    <a:pt x="249" y="1355"/>
                  </a:cubicBezTo>
                  <a:cubicBezTo>
                    <a:pt x="171" y="1355"/>
                    <a:pt x="77" y="1619"/>
                    <a:pt x="0" y="1638"/>
                  </a:cubicBezTo>
                  <a:lnTo>
                    <a:pt x="0" y="2902"/>
                  </a:lnTo>
                  <a:cubicBezTo>
                    <a:pt x="136" y="2904"/>
                    <a:pt x="271" y="2905"/>
                    <a:pt x="407" y="2905"/>
                  </a:cubicBezTo>
                  <a:cubicBezTo>
                    <a:pt x="1357" y="2905"/>
                    <a:pt x="2311" y="2844"/>
                    <a:pt x="3250" y="2721"/>
                  </a:cubicBezTo>
                  <a:cubicBezTo>
                    <a:pt x="3425" y="2700"/>
                    <a:pt x="3606" y="2674"/>
                    <a:pt x="3787" y="2674"/>
                  </a:cubicBezTo>
                  <a:cubicBezTo>
                    <a:pt x="3865" y="2674"/>
                    <a:pt x="3944" y="2679"/>
                    <a:pt x="4022" y="2691"/>
                  </a:cubicBezTo>
                  <a:cubicBezTo>
                    <a:pt x="4173" y="2712"/>
                    <a:pt x="4333" y="2760"/>
                    <a:pt x="4484" y="2760"/>
                  </a:cubicBezTo>
                  <a:cubicBezTo>
                    <a:pt x="4553" y="2760"/>
                    <a:pt x="4621" y="2750"/>
                    <a:pt x="4684" y="2721"/>
                  </a:cubicBezTo>
                  <a:cubicBezTo>
                    <a:pt x="4895" y="2621"/>
                    <a:pt x="4945" y="2380"/>
                    <a:pt x="4955" y="2169"/>
                  </a:cubicBezTo>
                  <a:cubicBezTo>
                    <a:pt x="4965" y="1949"/>
                    <a:pt x="4995" y="1698"/>
                    <a:pt x="4875" y="1507"/>
                  </a:cubicBezTo>
                  <a:cubicBezTo>
                    <a:pt x="4755" y="1327"/>
                    <a:pt x="4644" y="1227"/>
                    <a:pt x="4624" y="996"/>
                  </a:cubicBezTo>
                  <a:cubicBezTo>
                    <a:pt x="4594" y="715"/>
                    <a:pt x="4574" y="434"/>
                    <a:pt x="4554" y="163"/>
                  </a:cubicBezTo>
                  <a:cubicBezTo>
                    <a:pt x="4554" y="93"/>
                    <a:pt x="4524" y="13"/>
                    <a:pt x="4444" y="3"/>
                  </a:cubicBezTo>
                  <a:cubicBezTo>
                    <a:pt x="4435" y="1"/>
                    <a:pt x="4426" y="1"/>
                    <a:pt x="4417" y="1"/>
                  </a:cubicBezTo>
                  <a:close/>
                </a:path>
              </a:pathLst>
            </a:custGeom>
            <a:solidFill>
              <a:srgbClr val="456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6208" name="Google Shape;16208;p54">
            <a:extLst>
              <a:ext uri="{FF2B5EF4-FFF2-40B4-BE49-F238E27FC236}">
                <a16:creationId xmlns:a16="http://schemas.microsoft.com/office/drawing/2014/main" id="{8F60614D-98CA-383F-2686-F5553E3FAF94}"/>
              </a:ext>
            </a:extLst>
          </p:cNvPr>
          <p:cNvSpPr/>
          <p:nvPr/>
        </p:nvSpPr>
        <p:spPr>
          <a:xfrm flipH="1">
            <a:off x="272500" y="2455088"/>
            <a:ext cx="535608" cy="233315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6209" name="Google Shape;16209;p54">
            <a:extLst>
              <a:ext uri="{FF2B5EF4-FFF2-40B4-BE49-F238E27FC236}">
                <a16:creationId xmlns:a16="http://schemas.microsoft.com/office/drawing/2014/main" id="{8F0386C2-2B2B-4507-4754-A613A3B86E10}"/>
              </a:ext>
            </a:extLst>
          </p:cNvPr>
          <p:cNvSpPr/>
          <p:nvPr/>
        </p:nvSpPr>
        <p:spPr>
          <a:xfrm flipH="1">
            <a:off x="8764365" y="3178049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6210" name="Google Shape;16210;p54">
            <a:extLst>
              <a:ext uri="{FF2B5EF4-FFF2-40B4-BE49-F238E27FC236}">
                <a16:creationId xmlns:a16="http://schemas.microsoft.com/office/drawing/2014/main" id="{4BD9DD66-4786-DB2C-51EF-358C2A4D5770}"/>
              </a:ext>
            </a:extLst>
          </p:cNvPr>
          <p:cNvSpPr/>
          <p:nvPr/>
        </p:nvSpPr>
        <p:spPr>
          <a:xfrm flipH="1">
            <a:off x="5965297" y="3512242"/>
            <a:ext cx="257424" cy="112136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6211" name="Google Shape;16211;p54">
            <a:extLst>
              <a:ext uri="{FF2B5EF4-FFF2-40B4-BE49-F238E27FC236}">
                <a16:creationId xmlns:a16="http://schemas.microsoft.com/office/drawing/2014/main" id="{5E2B5F70-4137-F1C1-1C4D-CFDF3DD98C50}"/>
              </a:ext>
            </a:extLst>
          </p:cNvPr>
          <p:cNvSpPr/>
          <p:nvPr/>
        </p:nvSpPr>
        <p:spPr>
          <a:xfrm flipH="1">
            <a:off x="2265840" y="447549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6212" name="Google Shape;16212;p54">
            <a:extLst>
              <a:ext uri="{FF2B5EF4-FFF2-40B4-BE49-F238E27FC236}">
                <a16:creationId xmlns:a16="http://schemas.microsoft.com/office/drawing/2014/main" id="{505F83E5-0E31-C935-327A-A0264D1A452C}"/>
              </a:ext>
            </a:extLst>
          </p:cNvPr>
          <p:cNvSpPr/>
          <p:nvPr/>
        </p:nvSpPr>
        <p:spPr>
          <a:xfrm flipH="1">
            <a:off x="7812521" y="1175375"/>
            <a:ext cx="865000" cy="376800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6213" name="Google Shape;16213;p54">
            <a:extLst>
              <a:ext uri="{FF2B5EF4-FFF2-40B4-BE49-F238E27FC236}">
                <a16:creationId xmlns:a16="http://schemas.microsoft.com/office/drawing/2014/main" id="{57314C62-1D4E-F020-639B-208A5995BA9B}"/>
              </a:ext>
            </a:extLst>
          </p:cNvPr>
          <p:cNvGrpSpPr/>
          <p:nvPr/>
        </p:nvGrpSpPr>
        <p:grpSpPr>
          <a:xfrm>
            <a:off x="3898849" y="4310793"/>
            <a:ext cx="286467" cy="197579"/>
            <a:chOff x="5146375" y="1229175"/>
            <a:chExt cx="151875" cy="104750"/>
          </a:xfrm>
        </p:grpSpPr>
        <p:sp>
          <p:nvSpPr>
            <p:cNvPr id="16214" name="Google Shape;16214;p54">
              <a:extLst>
                <a:ext uri="{FF2B5EF4-FFF2-40B4-BE49-F238E27FC236}">
                  <a16:creationId xmlns:a16="http://schemas.microsoft.com/office/drawing/2014/main" id="{F171AD41-7101-5160-8B90-DE340F36AB53}"/>
                </a:ext>
              </a:extLst>
            </p:cNvPr>
            <p:cNvSpPr/>
            <p:nvPr/>
          </p:nvSpPr>
          <p:spPr>
            <a:xfrm>
              <a:off x="5185250" y="1229950"/>
              <a:ext cx="113000" cy="103975"/>
            </a:xfrm>
            <a:custGeom>
              <a:avLst/>
              <a:gdLst/>
              <a:ahLst/>
              <a:cxnLst/>
              <a:rect l="l" t="t" r="r" b="b"/>
              <a:pathLst>
                <a:path w="4520" h="4159" extrusionOk="0">
                  <a:moveTo>
                    <a:pt x="594" y="0"/>
                  </a:moveTo>
                  <a:cubicBezTo>
                    <a:pt x="679" y="9"/>
                    <a:pt x="765" y="9"/>
                    <a:pt x="851" y="17"/>
                  </a:cubicBezTo>
                  <a:cubicBezTo>
                    <a:pt x="1057" y="26"/>
                    <a:pt x="1247" y="112"/>
                    <a:pt x="1453" y="138"/>
                  </a:cubicBezTo>
                  <a:cubicBezTo>
                    <a:pt x="1659" y="163"/>
                    <a:pt x="1865" y="163"/>
                    <a:pt x="2080" y="181"/>
                  </a:cubicBezTo>
                  <a:cubicBezTo>
                    <a:pt x="2097" y="181"/>
                    <a:pt x="2123" y="181"/>
                    <a:pt x="2149" y="189"/>
                  </a:cubicBezTo>
                  <a:cubicBezTo>
                    <a:pt x="2174" y="206"/>
                    <a:pt x="2192" y="232"/>
                    <a:pt x="2217" y="249"/>
                  </a:cubicBezTo>
                  <a:cubicBezTo>
                    <a:pt x="2260" y="284"/>
                    <a:pt x="2329" y="284"/>
                    <a:pt x="2389" y="275"/>
                  </a:cubicBezTo>
                  <a:cubicBezTo>
                    <a:pt x="2518" y="275"/>
                    <a:pt x="2647" y="267"/>
                    <a:pt x="2767" y="267"/>
                  </a:cubicBezTo>
                  <a:cubicBezTo>
                    <a:pt x="2879" y="267"/>
                    <a:pt x="2999" y="258"/>
                    <a:pt x="3102" y="284"/>
                  </a:cubicBezTo>
                  <a:cubicBezTo>
                    <a:pt x="3197" y="301"/>
                    <a:pt x="3283" y="335"/>
                    <a:pt x="3369" y="352"/>
                  </a:cubicBezTo>
                  <a:cubicBezTo>
                    <a:pt x="3394" y="352"/>
                    <a:pt x="3420" y="352"/>
                    <a:pt x="3454" y="352"/>
                  </a:cubicBezTo>
                  <a:cubicBezTo>
                    <a:pt x="3515" y="352"/>
                    <a:pt x="3566" y="352"/>
                    <a:pt x="3601" y="370"/>
                  </a:cubicBezTo>
                  <a:cubicBezTo>
                    <a:pt x="3781" y="464"/>
                    <a:pt x="3867" y="645"/>
                    <a:pt x="4039" y="748"/>
                  </a:cubicBezTo>
                  <a:cubicBezTo>
                    <a:pt x="4073" y="765"/>
                    <a:pt x="4107" y="782"/>
                    <a:pt x="4116" y="816"/>
                  </a:cubicBezTo>
                  <a:cubicBezTo>
                    <a:pt x="4125" y="894"/>
                    <a:pt x="4107" y="911"/>
                    <a:pt x="4168" y="988"/>
                  </a:cubicBezTo>
                  <a:cubicBezTo>
                    <a:pt x="4193" y="1014"/>
                    <a:pt x="4202" y="1048"/>
                    <a:pt x="4228" y="1083"/>
                  </a:cubicBezTo>
                  <a:cubicBezTo>
                    <a:pt x="4331" y="1194"/>
                    <a:pt x="4391" y="1280"/>
                    <a:pt x="4425" y="1426"/>
                  </a:cubicBezTo>
                  <a:cubicBezTo>
                    <a:pt x="4451" y="1512"/>
                    <a:pt x="4494" y="1598"/>
                    <a:pt x="4511" y="1684"/>
                  </a:cubicBezTo>
                  <a:cubicBezTo>
                    <a:pt x="4520" y="1787"/>
                    <a:pt x="4511" y="1890"/>
                    <a:pt x="4503" y="1993"/>
                  </a:cubicBezTo>
                  <a:cubicBezTo>
                    <a:pt x="4503" y="2028"/>
                    <a:pt x="4477" y="2045"/>
                    <a:pt x="4468" y="2079"/>
                  </a:cubicBezTo>
                  <a:cubicBezTo>
                    <a:pt x="4443" y="2165"/>
                    <a:pt x="4468" y="2251"/>
                    <a:pt x="4477" y="2346"/>
                  </a:cubicBezTo>
                  <a:cubicBezTo>
                    <a:pt x="4485" y="2432"/>
                    <a:pt x="4477" y="2578"/>
                    <a:pt x="4451" y="2646"/>
                  </a:cubicBezTo>
                  <a:cubicBezTo>
                    <a:pt x="4425" y="2689"/>
                    <a:pt x="4314" y="2938"/>
                    <a:pt x="4288" y="3007"/>
                  </a:cubicBezTo>
                  <a:cubicBezTo>
                    <a:pt x="4262" y="3059"/>
                    <a:pt x="4193" y="3145"/>
                    <a:pt x="4176" y="3205"/>
                  </a:cubicBezTo>
                  <a:cubicBezTo>
                    <a:pt x="4168" y="3239"/>
                    <a:pt x="4082" y="3428"/>
                    <a:pt x="4004" y="3523"/>
                  </a:cubicBezTo>
                  <a:cubicBezTo>
                    <a:pt x="3927" y="3617"/>
                    <a:pt x="3867" y="3677"/>
                    <a:pt x="3704" y="3694"/>
                  </a:cubicBezTo>
                  <a:cubicBezTo>
                    <a:pt x="3652" y="3703"/>
                    <a:pt x="3463" y="3806"/>
                    <a:pt x="3403" y="3806"/>
                  </a:cubicBezTo>
                  <a:cubicBezTo>
                    <a:pt x="3360" y="3798"/>
                    <a:pt x="3326" y="3815"/>
                    <a:pt x="3291" y="3823"/>
                  </a:cubicBezTo>
                  <a:cubicBezTo>
                    <a:pt x="3274" y="3823"/>
                    <a:pt x="3257" y="3823"/>
                    <a:pt x="3240" y="3823"/>
                  </a:cubicBezTo>
                  <a:cubicBezTo>
                    <a:pt x="3223" y="3823"/>
                    <a:pt x="3205" y="3823"/>
                    <a:pt x="3188" y="3832"/>
                  </a:cubicBezTo>
                  <a:cubicBezTo>
                    <a:pt x="3059" y="3849"/>
                    <a:pt x="2836" y="3883"/>
                    <a:pt x="2759" y="3909"/>
                  </a:cubicBezTo>
                  <a:cubicBezTo>
                    <a:pt x="2664" y="3935"/>
                    <a:pt x="2501" y="3935"/>
                    <a:pt x="2415" y="3926"/>
                  </a:cubicBezTo>
                  <a:cubicBezTo>
                    <a:pt x="2303" y="3909"/>
                    <a:pt x="2106" y="4012"/>
                    <a:pt x="1994" y="4021"/>
                  </a:cubicBezTo>
                  <a:cubicBezTo>
                    <a:pt x="1908" y="4021"/>
                    <a:pt x="1848" y="4021"/>
                    <a:pt x="1805" y="4021"/>
                  </a:cubicBezTo>
                  <a:cubicBezTo>
                    <a:pt x="1710" y="4012"/>
                    <a:pt x="1650" y="4012"/>
                    <a:pt x="1487" y="4055"/>
                  </a:cubicBezTo>
                  <a:cubicBezTo>
                    <a:pt x="1453" y="4055"/>
                    <a:pt x="1393" y="4055"/>
                    <a:pt x="1341" y="4055"/>
                  </a:cubicBezTo>
                  <a:cubicBezTo>
                    <a:pt x="1281" y="4055"/>
                    <a:pt x="1212" y="4055"/>
                    <a:pt x="1169" y="4064"/>
                  </a:cubicBezTo>
                  <a:cubicBezTo>
                    <a:pt x="1143" y="4081"/>
                    <a:pt x="1109" y="4090"/>
                    <a:pt x="1083" y="4098"/>
                  </a:cubicBezTo>
                  <a:cubicBezTo>
                    <a:pt x="1015" y="4115"/>
                    <a:pt x="954" y="4115"/>
                    <a:pt x="886" y="4133"/>
                  </a:cubicBezTo>
                  <a:cubicBezTo>
                    <a:pt x="826" y="4150"/>
                    <a:pt x="808" y="4158"/>
                    <a:pt x="757" y="4150"/>
                  </a:cubicBezTo>
                  <a:cubicBezTo>
                    <a:pt x="542" y="4107"/>
                    <a:pt x="336" y="4064"/>
                    <a:pt x="104" y="4107"/>
                  </a:cubicBezTo>
                  <a:cubicBezTo>
                    <a:pt x="78" y="4115"/>
                    <a:pt x="1" y="3789"/>
                    <a:pt x="1" y="3737"/>
                  </a:cubicBezTo>
                  <a:cubicBezTo>
                    <a:pt x="27" y="3574"/>
                    <a:pt x="44" y="3411"/>
                    <a:pt x="69" y="3256"/>
                  </a:cubicBezTo>
                  <a:cubicBezTo>
                    <a:pt x="104" y="2947"/>
                    <a:pt x="147" y="2646"/>
                    <a:pt x="198" y="2346"/>
                  </a:cubicBezTo>
                  <a:cubicBezTo>
                    <a:pt x="233" y="2096"/>
                    <a:pt x="276" y="1839"/>
                    <a:pt x="301" y="1598"/>
                  </a:cubicBezTo>
                  <a:cubicBezTo>
                    <a:pt x="327" y="1358"/>
                    <a:pt x="327" y="1126"/>
                    <a:pt x="370" y="902"/>
                  </a:cubicBezTo>
                  <a:cubicBezTo>
                    <a:pt x="379" y="816"/>
                    <a:pt x="542" y="0"/>
                    <a:pt x="594" y="0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15" name="Google Shape;16215;p54">
              <a:extLst>
                <a:ext uri="{FF2B5EF4-FFF2-40B4-BE49-F238E27FC236}">
                  <a16:creationId xmlns:a16="http://schemas.microsoft.com/office/drawing/2014/main" id="{954DCD0B-AFAA-1D6D-3124-5F8784E7BBDF}"/>
                </a:ext>
              </a:extLst>
            </p:cNvPr>
            <p:cNvSpPr/>
            <p:nvPr/>
          </p:nvSpPr>
          <p:spPr>
            <a:xfrm>
              <a:off x="5177750" y="1229175"/>
              <a:ext cx="64875" cy="104625"/>
            </a:xfrm>
            <a:custGeom>
              <a:avLst/>
              <a:gdLst/>
              <a:ahLst/>
              <a:cxnLst/>
              <a:rect l="l" t="t" r="r" b="b"/>
              <a:pathLst>
                <a:path w="2595" h="4185" extrusionOk="0">
                  <a:moveTo>
                    <a:pt x="877" y="1"/>
                  </a:moveTo>
                  <a:cubicBezTo>
                    <a:pt x="752" y="1"/>
                    <a:pt x="637" y="29"/>
                    <a:pt x="601" y="57"/>
                  </a:cubicBezTo>
                  <a:cubicBezTo>
                    <a:pt x="593" y="61"/>
                    <a:pt x="599" y="63"/>
                    <a:pt x="613" y="63"/>
                  </a:cubicBezTo>
                  <a:cubicBezTo>
                    <a:pt x="627" y="63"/>
                    <a:pt x="649" y="61"/>
                    <a:pt x="670" y="57"/>
                  </a:cubicBezTo>
                  <a:cubicBezTo>
                    <a:pt x="700" y="52"/>
                    <a:pt x="730" y="47"/>
                    <a:pt x="748" y="47"/>
                  </a:cubicBezTo>
                  <a:cubicBezTo>
                    <a:pt x="761" y="47"/>
                    <a:pt x="768" y="50"/>
                    <a:pt x="765" y="57"/>
                  </a:cubicBezTo>
                  <a:cubicBezTo>
                    <a:pt x="739" y="91"/>
                    <a:pt x="705" y="126"/>
                    <a:pt x="679" y="160"/>
                  </a:cubicBezTo>
                  <a:cubicBezTo>
                    <a:pt x="584" y="272"/>
                    <a:pt x="558" y="409"/>
                    <a:pt x="498" y="538"/>
                  </a:cubicBezTo>
                  <a:cubicBezTo>
                    <a:pt x="455" y="641"/>
                    <a:pt x="412" y="761"/>
                    <a:pt x="369" y="865"/>
                  </a:cubicBezTo>
                  <a:cubicBezTo>
                    <a:pt x="344" y="942"/>
                    <a:pt x="318" y="1036"/>
                    <a:pt x="301" y="1122"/>
                  </a:cubicBezTo>
                  <a:cubicBezTo>
                    <a:pt x="292" y="1208"/>
                    <a:pt x="309" y="1303"/>
                    <a:pt x="309" y="1397"/>
                  </a:cubicBezTo>
                  <a:cubicBezTo>
                    <a:pt x="309" y="1440"/>
                    <a:pt x="309" y="1492"/>
                    <a:pt x="309" y="1535"/>
                  </a:cubicBezTo>
                  <a:cubicBezTo>
                    <a:pt x="327" y="1758"/>
                    <a:pt x="335" y="1999"/>
                    <a:pt x="284" y="2222"/>
                  </a:cubicBezTo>
                  <a:cubicBezTo>
                    <a:pt x="249" y="2368"/>
                    <a:pt x="206" y="2506"/>
                    <a:pt x="172" y="2652"/>
                  </a:cubicBezTo>
                  <a:cubicBezTo>
                    <a:pt x="146" y="2772"/>
                    <a:pt x="129" y="2892"/>
                    <a:pt x="103" y="3012"/>
                  </a:cubicBezTo>
                  <a:cubicBezTo>
                    <a:pt x="34" y="3296"/>
                    <a:pt x="0" y="3554"/>
                    <a:pt x="103" y="3829"/>
                  </a:cubicBezTo>
                  <a:cubicBezTo>
                    <a:pt x="129" y="3906"/>
                    <a:pt x="155" y="3966"/>
                    <a:pt x="223" y="4018"/>
                  </a:cubicBezTo>
                  <a:cubicBezTo>
                    <a:pt x="258" y="4052"/>
                    <a:pt x="309" y="4104"/>
                    <a:pt x="352" y="4129"/>
                  </a:cubicBezTo>
                  <a:cubicBezTo>
                    <a:pt x="455" y="4172"/>
                    <a:pt x="593" y="4172"/>
                    <a:pt x="705" y="4181"/>
                  </a:cubicBezTo>
                  <a:cubicBezTo>
                    <a:pt x="717" y="4183"/>
                    <a:pt x="727" y="4184"/>
                    <a:pt x="737" y="4184"/>
                  </a:cubicBezTo>
                  <a:cubicBezTo>
                    <a:pt x="760" y="4184"/>
                    <a:pt x="777" y="4178"/>
                    <a:pt x="808" y="4172"/>
                  </a:cubicBezTo>
                  <a:cubicBezTo>
                    <a:pt x="819" y="4169"/>
                    <a:pt x="829" y="4168"/>
                    <a:pt x="837" y="4168"/>
                  </a:cubicBezTo>
                  <a:cubicBezTo>
                    <a:pt x="853" y="4168"/>
                    <a:pt x="865" y="4172"/>
                    <a:pt x="876" y="4172"/>
                  </a:cubicBezTo>
                  <a:cubicBezTo>
                    <a:pt x="888" y="4172"/>
                    <a:pt x="899" y="4176"/>
                    <a:pt x="916" y="4176"/>
                  </a:cubicBezTo>
                  <a:cubicBezTo>
                    <a:pt x="924" y="4176"/>
                    <a:pt x="934" y="4175"/>
                    <a:pt x="945" y="4172"/>
                  </a:cubicBezTo>
                  <a:cubicBezTo>
                    <a:pt x="957" y="4169"/>
                    <a:pt x="968" y="4168"/>
                    <a:pt x="979" y="4168"/>
                  </a:cubicBezTo>
                  <a:cubicBezTo>
                    <a:pt x="1002" y="4168"/>
                    <a:pt x="1025" y="4172"/>
                    <a:pt x="1048" y="4172"/>
                  </a:cubicBezTo>
                  <a:cubicBezTo>
                    <a:pt x="1074" y="4177"/>
                    <a:pt x="1100" y="4181"/>
                    <a:pt x="1123" y="4181"/>
                  </a:cubicBezTo>
                  <a:cubicBezTo>
                    <a:pt x="1147" y="4181"/>
                    <a:pt x="1168" y="4177"/>
                    <a:pt x="1186" y="4164"/>
                  </a:cubicBezTo>
                  <a:cubicBezTo>
                    <a:pt x="1237" y="4129"/>
                    <a:pt x="1418" y="4121"/>
                    <a:pt x="1469" y="4078"/>
                  </a:cubicBezTo>
                  <a:cubicBezTo>
                    <a:pt x="1512" y="4052"/>
                    <a:pt x="1555" y="4018"/>
                    <a:pt x="1607" y="4000"/>
                  </a:cubicBezTo>
                  <a:cubicBezTo>
                    <a:pt x="1650" y="3975"/>
                    <a:pt x="1684" y="3966"/>
                    <a:pt x="1718" y="3940"/>
                  </a:cubicBezTo>
                  <a:cubicBezTo>
                    <a:pt x="1736" y="3923"/>
                    <a:pt x="1753" y="3914"/>
                    <a:pt x="1770" y="3897"/>
                  </a:cubicBezTo>
                  <a:cubicBezTo>
                    <a:pt x="1830" y="3846"/>
                    <a:pt x="1787" y="3743"/>
                    <a:pt x="1873" y="3717"/>
                  </a:cubicBezTo>
                  <a:cubicBezTo>
                    <a:pt x="1933" y="3700"/>
                    <a:pt x="1993" y="3683"/>
                    <a:pt x="2036" y="3631"/>
                  </a:cubicBezTo>
                  <a:cubicBezTo>
                    <a:pt x="2062" y="3605"/>
                    <a:pt x="2071" y="3597"/>
                    <a:pt x="2079" y="3554"/>
                  </a:cubicBezTo>
                  <a:cubicBezTo>
                    <a:pt x="2088" y="3528"/>
                    <a:pt x="2088" y="3502"/>
                    <a:pt x="2096" y="3476"/>
                  </a:cubicBezTo>
                  <a:cubicBezTo>
                    <a:pt x="2096" y="3451"/>
                    <a:pt x="2174" y="3451"/>
                    <a:pt x="2165" y="3416"/>
                  </a:cubicBezTo>
                  <a:lnTo>
                    <a:pt x="2156" y="3382"/>
                  </a:lnTo>
                  <a:cubicBezTo>
                    <a:pt x="2156" y="3365"/>
                    <a:pt x="2174" y="3365"/>
                    <a:pt x="2174" y="3347"/>
                  </a:cubicBezTo>
                  <a:cubicBezTo>
                    <a:pt x="2199" y="3305"/>
                    <a:pt x="2182" y="3253"/>
                    <a:pt x="2199" y="3210"/>
                  </a:cubicBezTo>
                  <a:cubicBezTo>
                    <a:pt x="2217" y="3150"/>
                    <a:pt x="2268" y="3098"/>
                    <a:pt x="2294" y="3047"/>
                  </a:cubicBezTo>
                  <a:cubicBezTo>
                    <a:pt x="2311" y="3012"/>
                    <a:pt x="2320" y="2978"/>
                    <a:pt x="2346" y="2952"/>
                  </a:cubicBezTo>
                  <a:cubicBezTo>
                    <a:pt x="2363" y="2935"/>
                    <a:pt x="2388" y="2918"/>
                    <a:pt x="2397" y="2901"/>
                  </a:cubicBezTo>
                  <a:cubicBezTo>
                    <a:pt x="2406" y="2875"/>
                    <a:pt x="2406" y="2849"/>
                    <a:pt x="2406" y="2823"/>
                  </a:cubicBezTo>
                  <a:cubicBezTo>
                    <a:pt x="2414" y="2772"/>
                    <a:pt x="2431" y="2737"/>
                    <a:pt x="2440" y="2695"/>
                  </a:cubicBezTo>
                  <a:cubicBezTo>
                    <a:pt x="2457" y="2652"/>
                    <a:pt x="2457" y="2600"/>
                    <a:pt x="2483" y="2557"/>
                  </a:cubicBezTo>
                  <a:cubicBezTo>
                    <a:pt x="2500" y="2540"/>
                    <a:pt x="2517" y="2531"/>
                    <a:pt x="2535" y="2514"/>
                  </a:cubicBezTo>
                  <a:cubicBezTo>
                    <a:pt x="2560" y="2488"/>
                    <a:pt x="2560" y="2437"/>
                    <a:pt x="2569" y="2394"/>
                  </a:cubicBezTo>
                  <a:cubicBezTo>
                    <a:pt x="2577" y="2359"/>
                    <a:pt x="2577" y="2316"/>
                    <a:pt x="2586" y="2282"/>
                  </a:cubicBezTo>
                  <a:cubicBezTo>
                    <a:pt x="2595" y="2248"/>
                    <a:pt x="2560" y="2205"/>
                    <a:pt x="2560" y="2170"/>
                  </a:cubicBezTo>
                  <a:cubicBezTo>
                    <a:pt x="2552" y="2119"/>
                    <a:pt x="2543" y="2110"/>
                    <a:pt x="2569" y="2067"/>
                  </a:cubicBezTo>
                  <a:cubicBezTo>
                    <a:pt x="2595" y="2033"/>
                    <a:pt x="2535" y="2016"/>
                    <a:pt x="2535" y="1964"/>
                  </a:cubicBezTo>
                  <a:cubicBezTo>
                    <a:pt x="2535" y="1930"/>
                    <a:pt x="2517" y="1904"/>
                    <a:pt x="2500" y="1870"/>
                  </a:cubicBezTo>
                  <a:cubicBezTo>
                    <a:pt x="2483" y="1818"/>
                    <a:pt x="2517" y="1758"/>
                    <a:pt x="2500" y="1698"/>
                  </a:cubicBezTo>
                  <a:cubicBezTo>
                    <a:pt x="2474" y="1612"/>
                    <a:pt x="2492" y="1509"/>
                    <a:pt x="2457" y="1423"/>
                  </a:cubicBezTo>
                  <a:cubicBezTo>
                    <a:pt x="2440" y="1371"/>
                    <a:pt x="2423" y="1337"/>
                    <a:pt x="2414" y="1286"/>
                  </a:cubicBezTo>
                  <a:cubicBezTo>
                    <a:pt x="2406" y="1251"/>
                    <a:pt x="2397" y="1208"/>
                    <a:pt x="2380" y="1174"/>
                  </a:cubicBezTo>
                  <a:cubicBezTo>
                    <a:pt x="2320" y="1079"/>
                    <a:pt x="2242" y="985"/>
                    <a:pt x="2234" y="873"/>
                  </a:cubicBezTo>
                  <a:cubicBezTo>
                    <a:pt x="2234" y="822"/>
                    <a:pt x="2225" y="761"/>
                    <a:pt x="2182" y="710"/>
                  </a:cubicBezTo>
                  <a:cubicBezTo>
                    <a:pt x="2174" y="701"/>
                    <a:pt x="2156" y="693"/>
                    <a:pt x="2139" y="684"/>
                  </a:cubicBezTo>
                  <a:cubicBezTo>
                    <a:pt x="2122" y="667"/>
                    <a:pt x="2114" y="650"/>
                    <a:pt x="2088" y="633"/>
                  </a:cubicBezTo>
                  <a:cubicBezTo>
                    <a:pt x="2028" y="607"/>
                    <a:pt x="2019" y="590"/>
                    <a:pt x="1993" y="538"/>
                  </a:cubicBezTo>
                  <a:cubicBezTo>
                    <a:pt x="1967" y="504"/>
                    <a:pt x="1916" y="478"/>
                    <a:pt x="1882" y="444"/>
                  </a:cubicBezTo>
                  <a:cubicBezTo>
                    <a:pt x="1847" y="409"/>
                    <a:pt x="1813" y="383"/>
                    <a:pt x="1778" y="349"/>
                  </a:cubicBezTo>
                  <a:cubicBezTo>
                    <a:pt x="1753" y="315"/>
                    <a:pt x="1718" y="289"/>
                    <a:pt x="1684" y="263"/>
                  </a:cubicBezTo>
                  <a:cubicBezTo>
                    <a:pt x="1658" y="246"/>
                    <a:pt x="1641" y="229"/>
                    <a:pt x="1607" y="220"/>
                  </a:cubicBezTo>
                  <a:cubicBezTo>
                    <a:pt x="1581" y="220"/>
                    <a:pt x="1564" y="212"/>
                    <a:pt x="1547" y="203"/>
                  </a:cubicBezTo>
                  <a:cubicBezTo>
                    <a:pt x="1512" y="194"/>
                    <a:pt x="1512" y="194"/>
                    <a:pt x="1486" y="169"/>
                  </a:cubicBezTo>
                  <a:cubicBezTo>
                    <a:pt x="1469" y="151"/>
                    <a:pt x="1452" y="151"/>
                    <a:pt x="1426" y="134"/>
                  </a:cubicBezTo>
                  <a:cubicBezTo>
                    <a:pt x="1409" y="117"/>
                    <a:pt x="1392" y="100"/>
                    <a:pt x="1357" y="100"/>
                  </a:cubicBezTo>
                  <a:cubicBezTo>
                    <a:pt x="1340" y="91"/>
                    <a:pt x="1323" y="91"/>
                    <a:pt x="1315" y="91"/>
                  </a:cubicBezTo>
                  <a:cubicBezTo>
                    <a:pt x="1306" y="91"/>
                    <a:pt x="1297" y="91"/>
                    <a:pt x="1272" y="83"/>
                  </a:cubicBezTo>
                  <a:cubicBezTo>
                    <a:pt x="1220" y="66"/>
                    <a:pt x="1126" y="66"/>
                    <a:pt x="1074" y="48"/>
                  </a:cubicBezTo>
                  <a:cubicBezTo>
                    <a:pt x="1040" y="40"/>
                    <a:pt x="988" y="23"/>
                    <a:pt x="962" y="5"/>
                  </a:cubicBezTo>
                  <a:cubicBezTo>
                    <a:pt x="934" y="2"/>
                    <a:pt x="905" y="1"/>
                    <a:pt x="87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16" name="Google Shape;16216;p54">
              <a:extLst>
                <a:ext uri="{FF2B5EF4-FFF2-40B4-BE49-F238E27FC236}">
                  <a16:creationId xmlns:a16="http://schemas.microsoft.com/office/drawing/2014/main" id="{BB8B6384-4624-37B3-E25C-C6AE2F9EA73C}"/>
                </a:ext>
              </a:extLst>
            </p:cNvPr>
            <p:cNvSpPr/>
            <p:nvPr/>
          </p:nvSpPr>
          <p:spPr>
            <a:xfrm>
              <a:off x="5146375" y="1281500"/>
              <a:ext cx="250" cy="25"/>
            </a:xfrm>
            <a:custGeom>
              <a:avLst/>
              <a:gdLst/>
              <a:ahLst/>
              <a:cxnLst/>
              <a:rect l="l" t="t" r="r" b="b"/>
              <a:pathLst>
                <a:path w="10" h="1" extrusionOk="0">
                  <a:moveTo>
                    <a:pt x="1" y="0"/>
                  </a:moveTo>
                  <a:lnTo>
                    <a:pt x="1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17" name="Google Shape;16217;p54">
              <a:extLst>
                <a:ext uri="{FF2B5EF4-FFF2-40B4-BE49-F238E27FC236}">
                  <a16:creationId xmlns:a16="http://schemas.microsoft.com/office/drawing/2014/main" id="{1BBE7945-C847-42A8-468B-AFC4B3F6B6CD}"/>
                </a:ext>
              </a:extLst>
            </p:cNvPr>
            <p:cNvSpPr/>
            <p:nvPr/>
          </p:nvSpPr>
          <p:spPr>
            <a:xfrm>
              <a:off x="5146375" y="1229300"/>
              <a:ext cx="90025" cy="103925"/>
            </a:xfrm>
            <a:custGeom>
              <a:avLst/>
              <a:gdLst/>
              <a:ahLst/>
              <a:cxnLst/>
              <a:rect l="l" t="t" r="r" b="b"/>
              <a:pathLst>
                <a:path w="3601" h="4157" extrusionOk="0">
                  <a:moveTo>
                    <a:pt x="1960" y="0"/>
                  </a:moveTo>
                  <a:cubicBezTo>
                    <a:pt x="1917" y="0"/>
                    <a:pt x="1856" y="43"/>
                    <a:pt x="1813" y="61"/>
                  </a:cubicBezTo>
                  <a:cubicBezTo>
                    <a:pt x="1753" y="78"/>
                    <a:pt x="1710" y="78"/>
                    <a:pt x="1659" y="78"/>
                  </a:cubicBezTo>
                  <a:cubicBezTo>
                    <a:pt x="1650" y="77"/>
                    <a:pt x="1641" y="76"/>
                    <a:pt x="1632" y="76"/>
                  </a:cubicBezTo>
                  <a:cubicBezTo>
                    <a:pt x="1555" y="76"/>
                    <a:pt x="1479" y="107"/>
                    <a:pt x="1410" y="138"/>
                  </a:cubicBezTo>
                  <a:cubicBezTo>
                    <a:pt x="1375" y="155"/>
                    <a:pt x="1332" y="155"/>
                    <a:pt x="1289" y="172"/>
                  </a:cubicBezTo>
                  <a:cubicBezTo>
                    <a:pt x="1229" y="189"/>
                    <a:pt x="1212" y="215"/>
                    <a:pt x="1169" y="250"/>
                  </a:cubicBezTo>
                  <a:cubicBezTo>
                    <a:pt x="1109" y="301"/>
                    <a:pt x="1057" y="353"/>
                    <a:pt x="997" y="413"/>
                  </a:cubicBezTo>
                  <a:cubicBezTo>
                    <a:pt x="946" y="464"/>
                    <a:pt x="894" y="533"/>
                    <a:pt x="808" y="533"/>
                  </a:cubicBezTo>
                  <a:cubicBezTo>
                    <a:pt x="748" y="533"/>
                    <a:pt x="645" y="602"/>
                    <a:pt x="636" y="671"/>
                  </a:cubicBezTo>
                  <a:cubicBezTo>
                    <a:pt x="611" y="765"/>
                    <a:pt x="645" y="782"/>
                    <a:pt x="559" y="868"/>
                  </a:cubicBezTo>
                  <a:cubicBezTo>
                    <a:pt x="533" y="903"/>
                    <a:pt x="508" y="937"/>
                    <a:pt x="473" y="954"/>
                  </a:cubicBezTo>
                  <a:cubicBezTo>
                    <a:pt x="447" y="971"/>
                    <a:pt x="439" y="1057"/>
                    <a:pt x="413" y="1066"/>
                  </a:cubicBezTo>
                  <a:cubicBezTo>
                    <a:pt x="396" y="1083"/>
                    <a:pt x="387" y="1100"/>
                    <a:pt x="370" y="1109"/>
                  </a:cubicBezTo>
                  <a:lnTo>
                    <a:pt x="344" y="1109"/>
                  </a:lnTo>
                  <a:lnTo>
                    <a:pt x="319" y="1152"/>
                  </a:lnTo>
                  <a:cubicBezTo>
                    <a:pt x="293" y="1169"/>
                    <a:pt x="267" y="1177"/>
                    <a:pt x="241" y="1186"/>
                  </a:cubicBezTo>
                  <a:cubicBezTo>
                    <a:pt x="173" y="1238"/>
                    <a:pt x="147" y="1306"/>
                    <a:pt x="121" y="1392"/>
                  </a:cubicBezTo>
                  <a:cubicBezTo>
                    <a:pt x="104" y="1427"/>
                    <a:pt x="78" y="1444"/>
                    <a:pt x="78" y="1487"/>
                  </a:cubicBezTo>
                  <a:cubicBezTo>
                    <a:pt x="69" y="1547"/>
                    <a:pt x="78" y="1590"/>
                    <a:pt x="87" y="1641"/>
                  </a:cubicBezTo>
                  <a:cubicBezTo>
                    <a:pt x="104" y="1744"/>
                    <a:pt x="26" y="1805"/>
                    <a:pt x="18" y="1899"/>
                  </a:cubicBezTo>
                  <a:cubicBezTo>
                    <a:pt x="18" y="1942"/>
                    <a:pt x="44" y="1968"/>
                    <a:pt x="52" y="2002"/>
                  </a:cubicBezTo>
                  <a:cubicBezTo>
                    <a:pt x="61" y="2037"/>
                    <a:pt x="52" y="2097"/>
                    <a:pt x="44" y="2131"/>
                  </a:cubicBezTo>
                  <a:cubicBezTo>
                    <a:pt x="35" y="2174"/>
                    <a:pt x="9" y="2226"/>
                    <a:pt x="1" y="2286"/>
                  </a:cubicBezTo>
                  <a:cubicBezTo>
                    <a:pt x="1" y="2320"/>
                    <a:pt x="9" y="2354"/>
                    <a:pt x="9" y="2397"/>
                  </a:cubicBezTo>
                  <a:cubicBezTo>
                    <a:pt x="26" y="2458"/>
                    <a:pt x="52" y="2501"/>
                    <a:pt x="78" y="2552"/>
                  </a:cubicBezTo>
                  <a:cubicBezTo>
                    <a:pt x="104" y="2612"/>
                    <a:pt x="69" y="2647"/>
                    <a:pt x="61" y="2707"/>
                  </a:cubicBezTo>
                  <a:cubicBezTo>
                    <a:pt x="52" y="2767"/>
                    <a:pt x="61" y="2836"/>
                    <a:pt x="69" y="2887"/>
                  </a:cubicBezTo>
                  <a:cubicBezTo>
                    <a:pt x="95" y="2982"/>
                    <a:pt x="138" y="3076"/>
                    <a:pt x="215" y="3136"/>
                  </a:cubicBezTo>
                  <a:cubicBezTo>
                    <a:pt x="241" y="3153"/>
                    <a:pt x="267" y="3179"/>
                    <a:pt x="284" y="3214"/>
                  </a:cubicBezTo>
                  <a:cubicBezTo>
                    <a:pt x="319" y="3265"/>
                    <a:pt x="336" y="3291"/>
                    <a:pt x="387" y="3334"/>
                  </a:cubicBezTo>
                  <a:cubicBezTo>
                    <a:pt x="473" y="3394"/>
                    <a:pt x="482" y="3489"/>
                    <a:pt x="533" y="3566"/>
                  </a:cubicBezTo>
                  <a:cubicBezTo>
                    <a:pt x="551" y="3592"/>
                    <a:pt x="576" y="3626"/>
                    <a:pt x="611" y="3643"/>
                  </a:cubicBezTo>
                  <a:cubicBezTo>
                    <a:pt x="662" y="3660"/>
                    <a:pt x="722" y="3643"/>
                    <a:pt x="783" y="3678"/>
                  </a:cubicBezTo>
                  <a:cubicBezTo>
                    <a:pt x="817" y="3703"/>
                    <a:pt x="851" y="3729"/>
                    <a:pt x="886" y="3755"/>
                  </a:cubicBezTo>
                  <a:cubicBezTo>
                    <a:pt x="937" y="3781"/>
                    <a:pt x="989" y="3815"/>
                    <a:pt x="1023" y="3858"/>
                  </a:cubicBezTo>
                  <a:cubicBezTo>
                    <a:pt x="1092" y="3944"/>
                    <a:pt x="1126" y="3995"/>
                    <a:pt x="1229" y="4038"/>
                  </a:cubicBezTo>
                  <a:cubicBezTo>
                    <a:pt x="1315" y="4081"/>
                    <a:pt x="1410" y="4099"/>
                    <a:pt x="1504" y="4107"/>
                  </a:cubicBezTo>
                  <a:cubicBezTo>
                    <a:pt x="1539" y="4116"/>
                    <a:pt x="1573" y="4116"/>
                    <a:pt x="1607" y="4124"/>
                  </a:cubicBezTo>
                  <a:cubicBezTo>
                    <a:pt x="1642" y="4124"/>
                    <a:pt x="1667" y="4150"/>
                    <a:pt x="1702" y="4150"/>
                  </a:cubicBezTo>
                  <a:cubicBezTo>
                    <a:pt x="1719" y="4153"/>
                    <a:pt x="1734" y="4154"/>
                    <a:pt x="1749" y="4154"/>
                  </a:cubicBezTo>
                  <a:cubicBezTo>
                    <a:pt x="1778" y="4154"/>
                    <a:pt x="1805" y="4150"/>
                    <a:pt x="1839" y="4150"/>
                  </a:cubicBezTo>
                  <a:lnTo>
                    <a:pt x="1891" y="4150"/>
                  </a:lnTo>
                  <a:cubicBezTo>
                    <a:pt x="1904" y="4154"/>
                    <a:pt x="1917" y="4156"/>
                    <a:pt x="1931" y="4156"/>
                  </a:cubicBezTo>
                  <a:cubicBezTo>
                    <a:pt x="1945" y="4156"/>
                    <a:pt x="1960" y="4154"/>
                    <a:pt x="1977" y="4150"/>
                  </a:cubicBezTo>
                  <a:cubicBezTo>
                    <a:pt x="2003" y="4133"/>
                    <a:pt x="2020" y="4124"/>
                    <a:pt x="2054" y="4099"/>
                  </a:cubicBezTo>
                  <a:cubicBezTo>
                    <a:pt x="2088" y="4081"/>
                    <a:pt x="2114" y="4073"/>
                    <a:pt x="2149" y="4064"/>
                  </a:cubicBezTo>
                  <a:cubicBezTo>
                    <a:pt x="2243" y="4038"/>
                    <a:pt x="2338" y="4038"/>
                    <a:pt x="2432" y="4004"/>
                  </a:cubicBezTo>
                  <a:cubicBezTo>
                    <a:pt x="2509" y="3978"/>
                    <a:pt x="2587" y="3944"/>
                    <a:pt x="2673" y="3918"/>
                  </a:cubicBezTo>
                  <a:cubicBezTo>
                    <a:pt x="2750" y="3901"/>
                    <a:pt x="2776" y="3824"/>
                    <a:pt x="2827" y="3781"/>
                  </a:cubicBezTo>
                  <a:cubicBezTo>
                    <a:pt x="2887" y="3738"/>
                    <a:pt x="2930" y="3729"/>
                    <a:pt x="2982" y="3678"/>
                  </a:cubicBezTo>
                  <a:cubicBezTo>
                    <a:pt x="3008" y="3660"/>
                    <a:pt x="3016" y="3660"/>
                    <a:pt x="3033" y="3635"/>
                  </a:cubicBezTo>
                  <a:cubicBezTo>
                    <a:pt x="3042" y="3609"/>
                    <a:pt x="3068" y="3574"/>
                    <a:pt x="3076" y="3549"/>
                  </a:cubicBezTo>
                  <a:cubicBezTo>
                    <a:pt x="3094" y="3514"/>
                    <a:pt x="3137" y="3514"/>
                    <a:pt x="3137" y="3480"/>
                  </a:cubicBezTo>
                  <a:cubicBezTo>
                    <a:pt x="3145" y="3446"/>
                    <a:pt x="3162" y="3420"/>
                    <a:pt x="3171" y="3385"/>
                  </a:cubicBezTo>
                  <a:cubicBezTo>
                    <a:pt x="3188" y="3334"/>
                    <a:pt x="3197" y="3282"/>
                    <a:pt x="3222" y="3231"/>
                  </a:cubicBezTo>
                  <a:cubicBezTo>
                    <a:pt x="3231" y="3196"/>
                    <a:pt x="3257" y="3153"/>
                    <a:pt x="3283" y="3119"/>
                  </a:cubicBezTo>
                  <a:cubicBezTo>
                    <a:pt x="3326" y="3050"/>
                    <a:pt x="3360" y="2964"/>
                    <a:pt x="3394" y="2896"/>
                  </a:cubicBezTo>
                  <a:cubicBezTo>
                    <a:pt x="3463" y="2767"/>
                    <a:pt x="3601" y="2604"/>
                    <a:pt x="3575" y="2449"/>
                  </a:cubicBezTo>
                  <a:cubicBezTo>
                    <a:pt x="3558" y="2346"/>
                    <a:pt x="3549" y="2226"/>
                    <a:pt x="3506" y="2131"/>
                  </a:cubicBezTo>
                  <a:cubicBezTo>
                    <a:pt x="3489" y="2097"/>
                    <a:pt x="3463" y="2062"/>
                    <a:pt x="3463" y="2028"/>
                  </a:cubicBezTo>
                  <a:cubicBezTo>
                    <a:pt x="3454" y="1959"/>
                    <a:pt x="3480" y="1873"/>
                    <a:pt x="3489" y="1805"/>
                  </a:cubicBezTo>
                  <a:cubicBezTo>
                    <a:pt x="3506" y="1719"/>
                    <a:pt x="3497" y="1659"/>
                    <a:pt x="3480" y="1573"/>
                  </a:cubicBezTo>
                  <a:cubicBezTo>
                    <a:pt x="3463" y="1512"/>
                    <a:pt x="3463" y="1444"/>
                    <a:pt x="3454" y="1384"/>
                  </a:cubicBezTo>
                  <a:cubicBezTo>
                    <a:pt x="3437" y="1272"/>
                    <a:pt x="3403" y="1134"/>
                    <a:pt x="3334" y="1040"/>
                  </a:cubicBezTo>
                  <a:cubicBezTo>
                    <a:pt x="3308" y="1006"/>
                    <a:pt x="3274" y="997"/>
                    <a:pt x="3240" y="971"/>
                  </a:cubicBezTo>
                  <a:cubicBezTo>
                    <a:pt x="3214" y="954"/>
                    <a:pt x="3188" y="911"/>
                    <a:pt x="3171" y="885"/>
                  </a:cubicBezTo>
                  <a:cubicBezTo>
                    <a:pt x="3145" y="842"/>
                    <a:pt x="3128" y="791"/>
                    <a:pt x="3128" y="739"/>
                  </a:cubicBezTo>
                  <a:cubicBezTo>
                    <a:pt x="3128" y="696"/>
                    <a:pt x="3145" y="645"/>
                    <a:pt x="3119" y="602"/>
                  </a:cubicBezTo>
                  <a:cubicBezTo>
                    <a:pt x="3094" y="567"/>
                    <a:pt x="3059" y="542"/>
                    <a:pt x="3033" y="499"/>
                  </a:cubicBezTo>
                  <a:cubicBezTo>
                    <a:pt x="3016" y="447"/>
                    <a:pt x="2991" y="421"/>
                    <a:pt x="2948" y="387"/>
                  </a:cubicBezTo>
                  <a:cubicBezTo>
                    <a:pt x="2862" y="335"/>
                    <a:pt x="2784" y="284"/>
                    <a:pt x="2698" y="232"/>
                  </a:cubicBezTo>
                  <a:cubicBezTo>
                    <a:pt x="2655" y="207"/>
                    <a:pt x="2621" y="215"/>
                    <a:pt x="2578" y="198"/>
                  </a:cubicBezTo>
                  <a:cubicBezTo>
                    <a:pt x="2544" y="189"/>
                    <a:pt x="2484" y="146"/>
                    <a:pt x="2466" y="146"/>
                  </a:cubicBezTo>
                  <a:cubicBezTo>
                    <a:pt x="2453" y="151"/>
                    <a:pt x="2440" y="153"/>
                    <a:pt x="2428" y="153"/>
                  </a:cubicBezTo>
                  <a:cubicBezTo>
                    <a:pt x="2393" y="153"/>
                    <a:pt x="2363" y="135"/>
                    <a:pt x="2338" y="104"/>
                  </a:cubicBezTo>
                  <a:cubicBezTo>
                    <a:pt x="2303" y="78"/>
                    <a:pt x="2286" y="52"/>
                    <a:pt x="2243" y="35"/>
                  </a:cubicBezTo>
                  <a:cubicBezTo>
                    <a:pt x="2229" y="32"/>
                    <a:pt x="2213" y="31"/>
                    <a:pt x="2196" y="31"/>
                  </a:cubicBezTo>
                  <a:cubicBezTo>
                    <a:pt x="2162" y="31"/>
                    <a:pt x="2126" y="35"/>
                    <a:pt x="2097" y="35"/>
                  </a:cubicBezTo>
                  <a:cubicBezTo>
                    <a:pt x="2071" y="26"/>
                    <a:pt x="2054" y="26"/>
                    <a:pt x="2028" y="26"/>
                  </a:cubicBezTo>
                  <a:lnTo>
                    <a:pt x="1994" y="2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18" name="Google Shape;16218;p54">
              <a:extLst>
                <a:ext uri="{FF2B5EF4-FFF2-40B4-BE49-F238E27FC236}">
                  <a16:creationId xmlns:a16="http://schemas.microsoft.com/office/drawing/2014/main" id="{45779DD0-29BF-80A8-9BEF-B13E33396774}"/>
                </a:ext>
              </a:extLst>
            </p:cNvPr>
            <p:cNvSpPr/>
            <p:nvPr/>
          </p:nvSpPr>
          <p:spPr>
            <a:xfrm>
              <a:off x="5186325" y="1332175"/>
              <a:ext cx="1975" cy="900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78" y="35"/>
                  </a:moveTo>
                  <a:lnTo>
                    <a:pt x="78" y="35"/>
                  </a:lnTo>
                  <a:cubicBezTo>
                    <a:pt x="52" y="26"/>
                    <a:pt x="35" y="9"/>
                    <a:pt x="9" y="9"/>
                  </a:cubicBezTo>
                  <a:cubicBezTo>
                    <a:pt x="9" y="9"/>
                    <a:pt x="9" y="1"/>
                    <a:pt x="1" y="1"/>
                  </a:cubicBezTo>
                  <a:lnTo>
                    <a:pt x="1" y="1"/>
                  </a:lnTo>
                  <a:cubicBezTo>
                    <a:pt x="9" y="1"/>
                    <a:pt x="9" y="9"/>
                    <a:pt x="9" y="9"/>
                  </a:cubicBezTo>
                  <a:cubicBezTo>
                    <a:pt x="35" y="9"/>
                    <a:pt x="52" y="26"/>
                    <a:pt x="78" y="35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19" name="Google Shape;16219;p54">
              <a:extLst>
                <a:ext uri="{FF2B5EF4-FFF2-40B4-BE49-F238E27FC236}">
                  <a16:creationId xmlns:a16="http://schemas.microsoft.com/office/drawing/2014/main" id="{B7B40ED8-7307-D93F-FFB5-B242AEEE1E75}"/>
                </a:ext>
              </a:extLst>
            </p:cNvPr>
            <p:cNvSpPr/>
            <p:nvPr/>
          </p:nvSpPr>
          <p:spPr>
            <a:xfrm>
              <a:off x="5220050" y="1239175"/>
              <a:ext cx="13775" cy="40825"/>
            </a:xfrm>
            <a:custGeom>
              <a:avLst/>
              <a:gdLst/>
              <a:ahLst/>
              <a:cxnLst/>
              <a:rect l="l" t="t" r="r" b="b"/>
              <a:pathLst>
                <a:path w="551" h="1633" extrusionOk="0">
                  <a:moveTo>
                    <a:pt x="516" y="1633"/>
                  </a:moveTo>
                  <a:cubicBezTo>
                    <a:pt x="507" y="1564"/>
                    <a:pt x="533" y="1478"/>
                    <a:pt x="542" y="1410"/>
                  </a:cubicBezTo>
                  <a:cubicBezTo>
                    <a:pt x="550" y="1384"/>
                    <a:pt x="550" y="1358"/>
                    <a:pt x="550" y="1332"/>
                  </a:cubicBezTo>
                  <a:cubicBezTo>
                    <a:pt x="550" y="1358"/>
                    <a:pt x="550" y="1384"/>
                    <a:pt x="542" y="1410"/>
                  </a:cubicBezTo>
                  <a:cubicBezTo>
                    <a:pt x="533" y="1478"/>
                    <a:pt x="507" y="1564"/>
                    <a:pt x="516" y="1633"/>
                  </a:cubicBezTo>
                  <a:close/>
                  <a:moveTo>
                    <a:pt x="86" y="104"/>
                  </a:moveTo>
                  <a:cubicBezTo>
                    <a:pt x="69" y="52"/>
                    <a:pt x="44" y="26"/>
                    <a:pt x="1" y="1"/>
                  </a:cubicBezTo>
                  <a:cubicBezTo>
                    <a:pt x="44" y="26"/>
                    <a:pt x="69" y="52"/>
                    <a:pt x="86" y="104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0" name="Google Shape;16220;p54">
              <a:extLst>
                <a:ext uri="{FF2B5EF4-FFF2-40B4-BE49-F238E27FC236}">
                  <a16:creationId xmlns:a16="http://schemas.microsoft.com/office/drawing/2014/main" id="{C3CEB611-38AE-D3B2-3FC1-E6CE7CC0098C}"/>
                </a:ext>
              </a:extLst>
            </p:cNvPr>
            <p:cNvSpPr/>
            <p:nvPr/>
          </p:nvSpPr>
          <p:spPr>
            <a:xfrm>
              <a:off x="5147875" y="1229300"/>
              <a:ext cx="87875" cy="103975"/>
            </a:xfrm>
            <a:custGeom>
              <a:avLst/>
              <a:gdLst/>
              <a:ahLst/>
              <a:cxnLst/>
              <a:rect l="l" t="t" r="r" b="b"/>
              <a:pathLst>
                <a:path w="3515" h="4159" extrusionOk="0">
                  <a:moveTo>
                    <a:pt x="1891" y="0"/>
                  </a:moveTo>
                  <a:cubicBezTo>
                    <a:pt x="1848" y="0"/>
                    <a:pt x="1788" y="43"/>
                    <a:pt x="1753" y="61"/>
                  </a:cubicBezTo>
                  <a:cubicBezTo>
                    <a:pt x="1711" y="69"/>
                    <a:pt x="1676" y="78"/>
                    <a:pt x="1642" y="78"/>
                  </a:cubicBezTo>
                  <a:lnTo>
                    <a:pt x="1573" y="78"/>
                  </a:lnTo>
                  <a:cubicBezTo>
                    <a:pt x="1496" y="78"/>
                    <a:pt x="1418" y="104"/>
                    <a:pt x="1350" y="138"/>
                  </a:cubicBezTo>
                  <a:lnTo>
                    <a:pt x="1341" y="138"/>
                  </a:lnTo>
                  <a:cubicBezTo>
                    <a:pt x="1367" y="164"/>
                    <a:pt x="1401" y="189"/>
                    <a:pt x="1436" y="198"/>
                  </a:cubicBezTo>
                  <a:cubicBezTo>
                    <a:pt x="1444" y="207"/>
                    <a:pt x="1461" y="207"/>
                    <a:pt x="1479" y="215"/>
                  </a:cubicBezTo>
                  <a:cubicBezTo>
                    <a:pt x="1496" y="224"/>
                    <a:pt x="1504" y="241"/>
                    <a:pt x="1522" y="258"/>
                  </a:cubicBezTo>
                  <a:cubicBezTo>
                    <a:pt x="1547" y="275"/>
                    <a:pt x="1582" y="293"/>
                    <a:pt x="1607" y="301"/>
                  </a:cubicBezTo>
                  <a:cubicBezTo>
                    <a:pt x="1633" y="301"/>
                    <a:pt x="1650" y="293"/>
                    <a:pt x="1676" y="293"/>
                  </a:cubicBezTo>
                  <a:cubicBezTo>
                    <a:pt x="1685" y="293"/>
                    <a:pt x="1693" y="293"/>
                    <a:pt x="1711" y="301"/>
                  </a:cubicBezTo>
                  <a:cubicBezTo>
                    <a:pt x="1745" y="310"/>
                    <a:pt x="1762" y="335"/>
                    <a:pt x="1796" y="344"/>
                  </a:cubicBezTo>
                  <a:cubicBezTo>
                    <a:pt x="1822" y="353"/>
                    <a:pt x="1839" y="353"/>
                    <a:pt x="1865" y="370"/>
                  </a:cubicBezTo>
                  <a:cubicBezTo>
                    <a:pt x="1925" y="413"/>
                    <a:pt x="1977" y="464"/>
                    <a:pt x="2028" y="507"/>
                  </a:cubicBezTo>
                  <a:cubicBezTo>
                    <a:pt x="2080" y="559"/>
                    <a:pt x="2123" y="610"/>
                    <a:pt x="2183" y="645"/>
                  </a:cubicBezTo>
                  <a:cubicBezTo>
                    <a:pt x="2235" y="679"/>
                    <a:pt x="2295" y="696"/>
                    <a:pt x="2346" y="722"/>
                  </a:cubicBezTo>
                  <a:cubicBezTo>
                    <a:pt x="2389" y="748"/>
                    <a:pt x="2441" y="774"/>
                    <a:pt x="2484" y="808"/>
                  </a:cubicBezTo>
                  <a:cubicBezTo>
                    <a:pt x="2518" y="834"/>
                    <a:pt x="2552" y="860"/>
                    <a:pt x="2587" y="894"/>
                  </a:cubicBezTo>
                  <a:cubicBezTo>
                    <a:pt x="2613" y="920"/>
                    <a:pt x="2656" y="937"/>
                    <a:pt x="2681" y="963"/>
                  </a:cubicBezTo>
                  <a:cubicBezTo>
                    <a:pt x="2716" y="980"/>
                    <a:pt x="2724" y="1014"/>
                    <a:pt x="2742" y="1049"/>
                  </a:cubicBezTo>
                  <a:cubicBezTo>
                    <a:pt x="2784" y="1134"/>
                    <a:pt x="2802" y="1220"/>
                    <a:pt x="2819" y="1306"/>
                  </a:cubicBezTo>
                  <a:cubicBezTo>
                    <a:pt x="2827" y="1349"/>
                    <a:pt x="2827" y="1384"/>
                    <a:pt x="2827" y="1427"/>
                  </a:cubicBezTo>
                  <a:cubicBezTo>
                    <a:pt x="2827" y="1444"/>
                    <a:pt x="2827" y="1461"/>
                    <a:pt x="2827" y="1470"/>
                  </a:cubicBezTo>
                  <a:cubicBezTo>
                    <a:pt x="2827" y="1504"/>
                    <a:pt x="2819" y="1512"/>
                    <a:pt x="2810" y="1538"/>
                  </a:cubicBezTo>
                  <a:cubicBezTo>
                    <a:pt x="2793" y="1573"/>
                    <a:pt x="2802" y="1616"/>
                    <a:pt x="2802" y="1659"/>
                  </a:cubicBezTo>
                  <a:cubicBezTo>
                    <a:pt x="2802" y="1676"/>
                    <a:pt x="2802" y="1693"/>
                    <a:pt x="2802" y="1710"/>
                  </a:cubicBezTo>
                  <a:cubicBezTo>
                    <a:pt x="2810" y="1736"/>
                    <a:pt x="2819" y="1753"/>
                    <a:pt x="2819" y="1779"/>
                  </a:cubicBezTo>
                  <a:cubicBezTo>
                    <a:pt x="2819" y="1787"/>
                    <a:pt x="2810" y="1805"/>
                    <a:pt x="2810" y="1822"/>
                  </a:cubicBezTo>
                  <a:cubicBezTo>
                    <a:pt x="2810" y="1839"/>
                    <a:pt x="2802" y="1856"/>
                    <a:pt x="2802" y="1873"/>
                  </a:cubicBezTo>
                  <a:lnTo>
                    <a:pt x="2784" y="1908"/>
                  </a:lnTo>
                  <a:cubicBezTo>
                    <a:pt x="2776" y="1933"/>
                    <a:pt x="2776" y="1968"/>
                    <a:pt x="2776" y="1994"/>
                  </a:cubicBezTo>
                  <a:cubicBezTo>
                    <a:pt x="2767" y="2019"/>
                    <a:pt x="2767" y="2028"/>
                    <a:pt x="2759" y="2054"/>
                  </a:cubicBezTo>
                  <a:cubicBezTo>
                    <a:pt x="2759" y="2088"/>
                    <a:pt x="2742" y="2122"/>
                    <a:pt x="2750" y="2148"/>
                  </a:cubicBezTo>
                  <a:cubicBezTo>
                    <a:pt x="2750" y="2191"/>
                    <a:pt x="2793" y="2243"/>
                    <a:pt x="2810" y="2286"/>
                  </a:cubicBezTo>
                  <a:cubicBezTo>
                    <a:pt x="2819" y="2311"/>
                    <a:pt x="2827" y="2329"/>
                    <a:pt x="2819" y="2363"/>
                  </a:cubicBezTo>
                  <a:cubicBezTo>
                    <a:pt x="2819" y="2380"/>
                    <a:pt x="2802" y="2406"/>
                    <a:pt x="2802" y="2423"/>
                  </a:cubicBezTo>
                  <a:cubicBezTo>
                    <a:pt x="2784" y="2475"/>
                    <a:pt x="2784" y="2518"/>
                    <a:pt x="2767" y="2569"/>
                  </a:cubicBezTo>
                  <a:cubicBezTo>
                    <a:pt x="2750" y="2604"/>
                    <a:pt x="2724" y="2647"/>
                    <a:pt x="2707" y="2690"/>
                  </a:cubicBezTo>
                  <a:cubicBezTo>
                    <a:pt x="2699" y="2724"/>
                    <a:pt x="2681" y="2758"/>
                    <a:pt x="2673" y="2793"/>
                  </a:cubicBezTo>
                  <a:cubicBezTo>
                    <a:pt x="2664" y="2836"/>
                    <a:pt x="2647" y="2870"/>
                    <a:pt x="2638" y="2913"/>
                  </a:cubicBezTo>
                  <a:cubicBezTo>
                    <a:pt x="2621" y="2973"/>
                    <a:pt x="2613" y="3025"/>
                    <a:pt x="2578" y="3076"/>
                  </a:cubicBezTo>
                  <a:cubicBezTo>
                    <a:pt x="2552" y="3119"/>
                    <a:pt x="2527" y="3153"/>
                    <a:pt x="2518" y="3196"/>
                  </a:cubicBezTo>
                  <a:cubicBezTo>
                    <a:pt x="2510" y="3282"/>
                    <a:pt x="2492" y="3360"/>
                    <a:pt x="2432" y="3411"/>
                  </a:cubicBezTo>
                  <a:cubicBezTo>
                    <a:pt x="2389" y="3454"/>
                    <a:pt x="2346" y="3480"/>
                    <a:pt x="2312" y="3523"/>
                  </a:cubicBezTo>
                  <a:cubicBezTo>
                    <a:pt x="2295" y="3540"/>
                    <a:pt x="2286" y="3566"/>
                    <a:pt x="2269" y="3600"/>
                  </a:cubicBezTo>
                  <a:cubicBezTo>
                    <a:pt x="2260" y="3617"/>
                    <a:pt x="2243" y="3635"/>
                    <a:pt x="2235" y="3660"/>
                  </a:cubicBezTo>
                  <a:lnTo>
                    <a:pt x="2200" y="3686"/>
                  </a:lnTo>
                  <a:cubicBezTo>
                    <a:pt x="2200" y="3695"/>
                    <a:pt x="2192" y="3695"/>
                    <a:pt x="2183" y="3695"/>
                  </a:cubicBezTo>
                  <a:lnTo>
                    <a:pt x="2157" y="3695"/>
                  </a:lnTo>
                  <a:cubicBezTo>
                    <a:pt x="2149" y="3686"/>
                    <a:pt x="2140" y="3686"/>
                    <a:pt x="2132" y="3686"/>
                  </a:cubicBezTo>
                  <a:lnTo>
                    <a:pt x="2114" y="3686"/>
                  </a:lnTo>
                  <a:cubicBezTo>
                    <a:pt x="2106" y="3703"/>
                    <a:pt x="2080" y="3703"/>
                    <a:pt x="2063" y="3703"/>
                  </a:cubicBezTo>
                  <a:lnTo>
                    <a:pt x="1900" y="3703"/>
                  </a:lnTo>
                  <a:cubicBezTo>
                    <a:pt x="1865" y="3703"/>
                    <a:pt x="1831" y="3703"/>
                    <a:pt x="1796" y="3712"/>
                  </a:cubicBezTo>
                  <a:cubicBezTo>
                    <a:pt x="1762" y="3720"/>
                    <a:pt x="1736" y="3729"/>
                    <a:pt x="1702" y="3729"/>
                  </a:cubicBezTo>
                  <a:lnTo>
                    <a:pt x="1685" y="3729"/>
                  </a:lnTo>
                  <a:cubicBezTo>
                    <a:pt x="1668" y="3729"/>
                    <a:pt x="1659" y="3738"/>
                    <a:pt x="1650" y="3746"/>
                  </a:cubicBezTo>
                  <a:cubicBezTo>
                    <a:pt x="1642" y="3755"/>
                    <a:pt x="1633" y="3763"/>
                    <a:pt x="1616" y="3763"/>
                  </a:cubicBezTo>
                  <a:lnTo>
                    <a:pt x="1607" y="3763"/>
                  </a:lnTo>
                  <a:cubicBezTo>
                    <a:pt x="1564" y="3755"/>
                    <a:pt x="1522" y="3746"/>
                    <a:pt x="1470" y="3738"/>
                  </a:cubicBezTo>
                  <a:cubicBezTo>
                    <a:pt x="1427" y="3729"/>
                    <a:pt x="1367" y="3720"/>
                    <a:pt x="1324" y="3712"/>
                  </a:cubicBezTo>
                  <a:lnTo>
                    <a:pt x="1169" y="3712"/>
                  </a:lnTo>
                  <a:cubicBezTo>
                    <a:pt x="1161" y="3712"/>
                    <a:pt x="1144" y="3720"/>
                    <a:pt x="1135" y="3720"/>
                  </a:cubicBezTo>
                  <a:cubicBezTo>
                    <a:pt x="1118" y="3720"/>
                    <a:pt x="1101" y="3712"/>
                    <a:pt x="1083" y="3703"/>
                  </a:cubicBezTo>
                  <a:lnTo>
                    <a:pt x="989" y="3703"/>
                  </a:lnTo>
                  <a:cubicBezTo>
                    <a:pt x="972" y="3703"/>
                    <a:pt x="954" y="3703"/>
                    <a:pt x="946" y="3695"/>
                  </a:cubicBezTo>
                  <a:cubicBezTo>
                    <a:pt x="903" y="3660"/>
                    <a:pt x="877" y="3635"/>
                    <a:pt x="834" y="3626"/>
                  </a:cubicBezTo>
                  <a:cubicBezTo>
                    <a:pt x="791" y="3617"/>
                    <a:pt x="774" y="3592"/>
                    <a:pt x="740" y="3566"/>
                  </a:cubicBezTo>
                  <a:cubicBezTo>
                    <a:pt x="723" y="3549"/>
                    <a:pt x="654" y="3549"/>
                    <a:pt x="637" y="3531"/>
                  </a:cubicBezTo>
                  <a:cubicBezTo>
                    <a:pt x="619" y="3514"/>
                    <a:pt x="491" y="3437"/>
                    <a:pt x="482" y="3420"/>
                  </a:cubicBezTo>
                  <a:cubicBezTo>
                    <a:pt x="465" y="3394"/>
                    <a:pt x="456" y="3377"/>
                    <a:pt x="439" y="3351"/>
                  </a:cubicBezTo>
                  <a:cubicBezTo>
                    <a:pt x="413" y="3308"/>
                    <a:pt x="370" y="3274"/>
                    <a:pt x="336" y="3231"/>
                  </a:cubicBezTo>
                  <a:cubicBezTo>
                    <a:pt x="302" y="3188"/>
                    <a:pt x="267" y="3153"/>
                    <a:pt x="224" y="3119"/>
                  </a:cubicBezTo>
                  <a:cubicBezTo>
                    <a:pt x="173" y="3076"/>
                    <a:pt x="216" y="2990"/>
                    <a:pt x="173" y="2939"/>
                  </a:cubicBezTo>
                  <a:lnTo>
                    <a:pt x="147" y="2904"/>
                  </a:lnTo>
                  <a:cubicBezTo>
                    <a:pt x="138" y="2896"/>
                    <a:pt x="113" y="2896"/>
                    <a:pt x="95" y="2887"/>
                  </a:cubicBezTo>
                  <a:cubicBezTo>
                    <a:pt x="70" y="2879"/>
                    <a:pt x="61" y="2870"/>
                    <a:pt x="44" y="2853"/>
                  </a:cubicBezTo>
                  <a:cubicBezTo>
                    <a:pt x="35" y="2836"/>
                    <a:pt x="18" y="2827"/>
                    <a:pt x="1" y="2818"/>
                  </a:cubicBezTo>
                  <a:lnTo>
                    <a:pt x="1" y="2818"/>
                  </a:lnTo>
                  <a:cubicBezTo>
                    <a:pt x="1" y="2844"/>
                    <a:pt x="9" y="2861"/>
                    <a:pt x="9" y="2887"/>
                  </a:cubicBezTo>
                  <a:cubicBezTo>
                    <a:pt x="35" y="2982"/>
                    <a:pt x="78" y="3076"/>
                    <a:pt x="155" y="3136"/>
                  </a:cubicBezTo>
                  <a:lnTo>
                    <a:pt x="164" y="3136"/>
                  </a:lnTo>
                  <a:cubicBezTo>
                    <a:pt x="190" y="3162"/>
                    <a:pt x="207" y="3179"/>
                    <a:pt x="224" y="3214"/>
                  </a:cubicBezTo>
                  <a:cubicBezTo>
                    <a:pt x="250" y="3265"/>
                    <a:pt x="267" y="3291"/>
                    <a:pt x="319" y="3325"/>
                  </a:cubicBezTo>
                  <a:cubicBezTo>
                    <a:pt x="319" y="3325"/>
                    <a:pt x="327" y="3334"/>
                    <a:pt x="327" y="3334"/>
                  </a:cubicBezTo>
                  <a:cubicBezTo>
                    <a:pt x="396" y="3385"/>
                    <a:pt x="413" y="3454"/>
                    <a:pt x="448" y="3514"/>
                  </a:cubicBezTo>
                  <a:cubicBezTo>
                    <a:pt x="456" y="3531"/>
                    <a:pt x="465" y="3549"/>
                    <a:pt x="473" y="3566"/>
                  </a:cubicBezTo>
                  <a:cubicBezTo>
                    <a:pt x="491" y="3592"/>
                    <a:pt x="516" y="3626"/>
                    <a:pt x="542" y="3635"/>
                  </a:cubicBezTo>
                  <a:cubicBezTo>
                    <a:pt x="542" y="3635"/>
                    <a:pt x="542" y="3635"/>
                    <a:pt x="551" y="3643"/>
                  </a:cubicBezTo>
                  <a:cubicBezTo>
                    <a:pt x="602" y="3660"/>
                    <a:pt x="662" y="3643"/>
                    <a:pt x="723" y="3678"/>
                  </a:cubicBezTo>
                  <a:cubicBezTo>
                    <a:pt x="757" y="3703"/>
                    <a:pt x="791" y="3729"/>
                    <a:pt x="826" y="3755"/>
                  </a:cubicBezTo>
                  <a:lnTo>
                    <a:pt x="834" y="3755"/>
                  </a:lnTo>
                  <a:cubicBezTo>
                    <a:pt x="877" y="3789"/>
                    <a:pt x="937" y="3815"/>
                    <a:pt x="963" y="3858"/>
                  </a:cubicBezTo>
                  <a:cubicBezTo>
                    <a:pt x="1032" y="3944"/>
                    <a:pt x="1066" y="3995"/>
                    <a:pt x="1169" y="4038"/>
                  </a:cubicBezTo>
                  <a:cubicBezTo>
                    <a:pt x="1255" y="4081"/>
                    <a:pt x="1350" y="4099"/>
                    <a:pt x="1444" y="4107"/>
                  </a:cubicBezTo>
                  <a:cubicBezTo>
                    <a:pt x="1479" y="4116"/>
                    <a:pt x="1513" y="4116"/>
                    <a:pt x="1539" y="4116"/>
                  </a:cubicBezTo>
                  <a:cubicBezTo>
                    <a:pt x="1547" y="4116"/>
                    <a:pt x="1547" y="4124"/>
                    <a:pt x="1547" y="4124"/>
                  </a:cubicBezTo>
                  <a:cubicBezTo>
                    <a:pt x="1573" y="4124"/>
                    <a:pt x="1590" y="4141"/>
                    <a:pt x="1616" y="4150"/>
                  </a:cubicBezTo>
                  <a:lnTo>
                    <a:pt x="1642" y="4150"/>
                  </a:lnTo>
                  <a:cubicBezTo>
                    <a:pt x="1659" y="4159"/>
                    <a:pt x="1676" y="4159"/>
                    <a:pt x="1693" y="4159"/>
                  </a:cubicBezTo>
                  <a:cubicBezTo>
                    <a:pt x="1719" y="4159"/>
                    <a:pt x="1745" y="4150"/>
                    <a:pt x="1779" y="4150"/>
                  </a:cubicBezTo>
                  <a:lnTo>
                    <a:pt x="1831" y="4150"/>
                  </a:lnTo>
                  <a:cubicBezTo>
                    <a:pt x="1848" y="4150"/>
                    <a:pt x="1857" y="4159"/>
                    <a:pt x="1865" y="4159"/>
                  </a:cubicBezTo>
                  <a:cubicBezTo>
                    <a:pt x="1882" y="4159"/>
                    <a:pt x="1900" y="4150"/>
                    <a:pt x="1917" y="4150"/>
                  </a:cubicBezTo>
                  <a:cubicBezTo>
                    <a:pt x="1943" y="4133"/>
                    <a:pt x="1960" y="4124"/>
                    <a:pt x="1994" y="4099"/>
                  </a:cubicBezTo>
                  <a:cubicBezTo>
                    <a:pt x="2028" y="4081"/>
                    <a:pt x="2054" y="4073"/>
                    <a:pt x="2089" y="4064"/>
                  </a:cubicBezTo>
                  <a:cubicBezTo>
                    <a:pt x="2183" y="4047"/>
                    <a:pt x="2278" y="4038"/>
                    <a:pt x="2363" y="4004"/>
                  </a:cubicBezTo>
                  <a:lnTo>
                    <a:pt x="2372" y="4004"/>
                  </a:lnTo>
                  <a:cubicBezTo>
                    <a:pt x="2449" y="3978"/>
                    <a:pt x="2527" y="3944"/>
                    <a:pt x="2613" y="3918"/>
                  </a:cubicBezTo>
                  <a:cubicBezTo>
                    <a:pt x="2690" y="3901"/>
                    <a:pt x="2716" y="3824"/>
                    <a:pt x="2767" y="3781"/>
                  </a:cubicBezTo>
                  <a:cubicBezTo>
                    <a:pt x="2827" y="3738"/>
                    <a:pt x="2870" y="3729"/>
                    <a:pt x="2922" y="3678"/>
                  </a:cubicBezTo>
                  <a:cubicBezTo>
                    <a:pt x="2948" y="3660"/>
                    <a:pt x="2956" y="3660"/>
                    <a:pt x="2973" y="3635"/>
                  </a:cubicBezTo>
                  <a:cubicBezTo>
                    <a:pt x="2982" y="3609"/>
                    <a:pt x="3008" y="3574"/>
                    <a:pt x="3016" y="3549"/>
                  </a:cubicBezTo>
                  <a:cubicBezTo>
                    <a:pt x="3034" y="3514"/>
                    <a:pt x="3077" y="3514"/>
                    <a:pt x="3077" y="3480"/>
                  </a:cubicBezTo>
                  <a:cubicBezTo>
                    <a:pt x="3085" y="3446"/>
                    <a:pt x="3102" y="3420"/>
                    <a:pt x="3111" y="3385"/>
                  </a:cubicBezTo>
                  <a:cubicBezTo>
                    <a:pt x="3128" y="3334"/>
                    <a:pt x="3137" y="3282"/>
                    <a:pt x="3162" y="3231"/>
                  </a:cubicBezTo>
                  <a:cubicBezTo>
                    <a:pt x="3171" y="3196"/>
                    <a:pt x="3197" y="3153"/>
                    <a:pt x="3223" y="3119"/>
                  </a:cubicBezTo>
                  <a:cubicBezTo>
                    <a:pt x="3266" y="3050"/>
                    <a:pt x="3300" y="2964"/>
                    <a:pt x="3334" y="2896"/>
                  </a:cubicBezTo>
                  <a:cubicBezTo>
                    <a:pt x="3403" y="2775"/>
                    <a:pt x="3515" y="2629"/>
                    <a:pt x="3515" y="2483"/>
                  </a:cubicBezTo>
                  <a:cubicBezTo>
                    <a:pt x="3515" y="2475"/>
                    <a:pt x="3515" y="2458"/>
                    <a:pt x="3515" y="2449"/>
                  </a:cubicBezTo>
                  <a:cubicBezTo>
                    <a:pt x="3498" y="2346"/>
                    <a:pt x="3489" y="2226"/>
                    <a:pt x="3446" y="2131"/>
                  </a:cubicBezTo>
                  <a:cubicBezTo>
                    <a:pt x="3429" y="2097"/>
                    <a:pt x="3403" y="2062"/>
                    <a:pt x="3403" y="2028"/>
                  </a:cubicBezTo>
                  <a:cubicBezTo>
                    <a:pt x="3394" y="1959"/>
                    <a:pt x="3420" y="1873"/>
                    <a:pt x="3429" y="1805"/>
                  </a:cubicBezTo>
                  <a:cubicBezTo>
                    <a:pt x="3437" y="1779"/>
                    <a:pt x="3437" y="1753"/>
                    <a:pt x="3437" y="1727"/>
                  </a:cubicBezTo>
                  <a:cubicBezTo>
                    <a:pt x="3437" y="1676"/>
                    <a:pt x="3429" y="1633"/>
                    <a:pt x="3420" y="1573"/>
                  </a:cubicBezTo>
                  <a:cubicBezTo>
                    <a:pt x="3403" y="1512"/>
                    <a:pt x="3403" y="1444"/>
                    <a:pt x="3394" y="1384"/>
                  </a:cubicBezTo>
                  <a:cubicBezTo>
                    <a:pt x="3377" y="1272"/>
                    <a:pt x="3343" y="1134"/>
                    <a:pt x="3274" y="1040"/>
                  </a:cubicBezTo>
                  <a:cubicBezTo>
                    <a:pt x="3248" y="1006"/>
                    <a:pt x="3214" y="997"/>
                    <a:pt x="3180" y="971"/>
                  </a:cubicBezTo>
                  <a:cubicBezTo>
                    <a:pt x="3154" y="954"/>
                    <a:pt x="3128" y="911"/>
                    <a:pt x="3111" y="885"/>
                  </a:cubicBezTo>
                  <a:cubicBezTo>
                    <a:pt x="3085" y="851"/>
                    <a:pt x="3068" y="799"/>
                    <a:pt x="3068" y="756"/>
                  </a:cubicBezTo>
                  <a:lnTo>
                    <a:pt x="3068" y="739"/>
                  </a:lnTo>
                  <a:cubicBezTo>
                    <a:pt x="3068" y="713"/>
                    <a:pt x="3077" y="688"/>
                    <a:pt x="3077" y="662"/>
                  </a:cubicBezTo>
                  <a:cubicBezTo>
                    <a:pt x="3077" y="645"/>
                    <a:pt x="3068" y="619"/>
                    <a:pt x="3059" y="602"/>
                  </a:cubicBezTo>
                  <a:cubicBezTo>
                    <a:pt x="3034" y="567"/>
                    <a:pt x="2999" y="542"/>
                    <a:pt x="2973" y="499"/>
                  </a:cubicBezTo>
                  <a:cubicBezTo>
                    <a:pt x="2956" y="447"/>
                    <a:pt x="2931" y="421"/>
                    <a:pt x="2888" y="396"/>
                  </a:cubicBezTo>
                  <a:cubicBezTo>
                    <a:pt x="2888" y="387"/>
                    <a:pt x="2888" y="387"/>
                    <a:pt x="2888" y="387"/>
                  </a:cubicBezTo>
                  <a:cubicBezTo>
                    <a:pt x="2802" y="335"/>
                    <a:pt x="2724" y="284"/>
                    <a:pt x="2638" y="232"/>
                  </a:cubicBezTo>
                  <a:cubicBezTo>
                    <a:pt x="2595" y="207"/>
                    <a:pt x="2561" y="215"/>
                    <a:pt x="2518" y="198"/>
                  </a:cubicBezTo>
                  <a:cubicBezTo>
                    <a:pt x="2484" y="189"/>
                    <a:pt x="2424" y="146"/>
                    <a:pt x="2406" y="146"/>
                  </a:cubicBezTo>
                  <a:cubicBezTo>
                    <a:pt x="2398" y="155"/>
                    <a:pt x="2381" y="155"/>
                    <a:pt x="2372" y="155"/>
                  </a:cubicBezTo>
                  <a:cubicBezTo>
                    <a:pt x="2338" y="155"/>
                    <a:pt x="2303" y="138"/>
                    <a:pt x="2278" y="104"/>
                  </a:cubicBezTo>
                  <a:cubicBezTo>
                    <a:pt x="2243" y="78"/>
                    <a:pt x="2226" y="52"/>
                    <a:pt x="2183" y="35"/>
                  </a:cubicBezTo>
                  <a:cubicBezTo>
                    <a:pt x="2169" y="32"/>
                    <a:pt x="2153" y="31"/>
                    <a:pt x="2136" y="31"/>
                  </a:cubicBezTo>
                  <a:cubicBezTo>
                    <a:pt x="2102" y="31"/>
                    <a:pt x="2066" y="35"/>
                    <a:pt x="2037" y="35"/>
                  </a:cubicBezTo>
                  <a:cubicBezTo>
                    <a:pt x="2011" y="26"/>
                    <a:pt x="1994" y="26"/>
                    <a:pt x="1968" y="26"/>
                  </a:cubicBezTo>
                  <a:lnTo>
                    <a:pt x="1934" y="26"/>
                  </a:lnTo>
                  <a:lnTo>
                    <a:pt x="1900" y="0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1" name="Google Shape;16221;p54">
              <a:extLst>
                <a:ext uri="{FF2B5EF4-FFF2-40B4-BE49-F238E27FC236}">
                  <a16:creationId xmlns:a16="http://schemas.microsoft.com/office/drawing/2014/main" id="{F13C0D3D-559E-BF34-F449-6F374E184BD9}"/>
                </a:ext>
              </a:extLst>
            </p:cNvPr>
            <p:cNvSpPr/>
            <p:nvPr/>
          </p:nvSpPr>
          <p:spPr>
            <a:xfrm>
              <a:off x="5155825" y="1284075"/>
              <a:ext cx="56100" cy="42825"/>
            </a:xfrm>
            <a:custGeom>
              <a:avLst/>
              <a:gdLst/>
              <a:ahLst/>
              <a:cxnLst/>
              <a:rect l="l" t="t" r="r" b="b"/>
              <a:pathLst>
                <a:path w="2244" h="1713" extrusionOk="0">
                  <a:moveTo>
                    <a:pt x="69" y="0"/>
                  </a:moveTo>
                  <a:lnTo>
                    <a:pt x="35" y="78"/>
                  </a:lnTo>
                  <a:cubicBezTo>
                    <a:pt x="35" y="95"/>
                    <a:pt x="52" y="120"/>
                    <a:pt x="52" y="146"/>
                  </a:cubicBezTo>
                  <a:cubicBezTo>
                    <a:pt x="69" y="189"/>
                    <a:pt x="52" y="215"/>
                    <a:pt x="44" y="258"/>
                  </a:cubicBezTo>
                  <a:cubicBezTo>
                    <a:pt x="27" y="301"/>
                    <a:pt x="1" y="352"/>
                    <a:pt x="27" y="404"/>
                  </a:cubicBezTo>
                  <a:cubicBezTo>
                    <a:pt x="44" y="447"/>
                    <a:pt x="87" y="490"/>
                    <a:pt x="95" y="541"/>
                  </a:cubicBezTo>
                  <a:cubicBezTo>
                    <a:pt x="104" y="576"/>
                    <a:pt x="112" y="610"/>
                    <a:pt x="121" y="636"/>
                  </a:cubicBezTo>
                  <a:cubicBezTo>
                    <a:pt x="130" y="679"/>
                    <a:pt x="138" y="705"/>
                    <a:pt x="164" y="748"/>
                  </a:cubicBezTo>
                  <a:cubicBezTo>
                    <a:pt x="173" y="765"/>
                    <a:pt x="190" y="799"/>
                    <a:pt x="190" y="816"/>
                  </a:cubicBezTo>
                  <a:lnTo>
                    <a:pt x="198" y="851"/>
                  </a:lnTo>
                  <a:lnTo>
                    <a:pt x="198" y="859"/>
                  </a:lnTo>
                  <a:lnTo>
                    <a:pt x="198" y="894"/>
                  </a:lnTo>
                  <a:cubicBezTo>
                    <a:pt x="207" y="911"/>
                    <a:pt x="224" y="937"/>
                    <a:pt x="241" y="954"/>
                  </a:cubicBezTo>
                  <a:lnTo>
                    <a:pt x="258" y="988"/>
                  </a:lnTo>
                  <a:lnTo>
                    <a:pt x="267" y="1014"/>
                  </a:lnTo>
                  <a:cubicBezTo>
                    <a:pt x="284" y="1031"/>
                    <a:pt x="301" y="1048"/>
                    <a:pt x="310" y="1074"/>
                  </a:cubicBezTo>
                  <a:cubicBezTo>
                    <a:pt x="319" y="1091"/>
                    <a:pt x="319" y="1109"/>
                    <a:pt x="319" y="1126"/>
                  </a:cubicBezTo>
                  <a:cubicBezTo>
                    <a:pt x="319" y="1143"/>
                    <a:pt x="301" y="1160"/>
                    <a:pt x="301" y="1169"/>
                  </a:cubicBezTo>
                  <a:cubicBezTo>
                    <a:pt x="301" y="1203"/>
                    <a:pt x="327" y="1203"/>
                    <a:pt x="353" y="1212"/>
                  </a:cubicBezTo>
                  <a:cubicBezTo>
                    <a:pt x="370" y="1220"/>
                    <a:pt x="396" y="1237"/>
                    <a:pt x="413" y="1237"/>
                  </a:cubicBezTo>
                  <a:cubicBezTo>
                    <a:pt x="439" y="1246"/>
                    <a:pt x="456" y="1255"/>
                    <a:pt x="473" y="1263"/>
                  </a:cubicBezTo>
                  <a:lnTo>
                    <a:pt x="508" y="1306"/>
                  </a:lnTo>
                  <a:lnTo>
                    <a:pt x="516" y="1332"/>
                  </a:lnTo>
                  <a:lnTo>
                    <a:pt x="525" y="1358"/>
                  </a:lnTo>
                  <a:lnTo>
                    <a:pt x="525" y="1392"/>
                  </a:lnTo>
                  <a:cubicBezTo>
                    <a:pt x="533" y="1401"/>
                    <a:pt x="551" y="1418"/>
                    <a:pt x="568" y="1426"/>
                  </a:cubicBezTo>
                  <a:cubicBezTo>
                    <a:pt x="585" y="1435"/>
                    <a:pt x="602" y="1444"/>
                    <a:pt x="619" y="1452"/>
                  </a:cubicBezTo>
                  <a:lnTo>
                    <a:pt x="645" y="1487"/>
                  </a:lnTo>
                  <a:cubicBezTo>
                    <a:pt x="671" y="1504"/>
                    <a:pt x="705" y="1521"/>
                    <a:pt x="740" y="1538"/>
                  </a:cubicBezTo>
                  <a:cubicBezTo>
                    <a:pt x="765" y="1547"/>
                    <a:pt x="783" y="1555"/>
                    <a:pt x="808" y="1572"/>
                  </a:cubicBezTo>
                  <a:cubicBezTo>
                    <a:pt x="817" y="1581"/>
                    <a:pt x="826" y="1581"/>
                    <a:pt x="843" y="1590"/>
                  </a:cubicBezTo>
                  <a:cubicBezTo>
                    <a:pt x="851" y="1590"/>
                    <a:pt x="860" y="1598"/>
                    <a:pt x="877" y="1598"/>
                  </a:cubicBezTo>
                  <a:cubicBezTo>
                    <a:pt x="903" y="1615"/>
                    <a:pt x="929" y="1624"/>
                    <a:pt x="954" y="1641"/>
                  </a:cubicBezTo>
                  <a:cubicBezTo>
                    <a:pt x="972" y="1658"/>
                    <a:pt x="997" y="1658"/>
                    <a:pt x="1032" y="1658"/>
                  </a:cubicBezTo>
                  <a:lnTo>
                    <a:pt x="1109" y="1658"/>
                  </a:lnTo>
                  <a:cubicBezTo>
                    <a:pt x="1118" y="1661"/>
                    <a:pt x="1125" y="1662"/>
                    <a:pt x="1132" y="1662"/>
                  </a:cubicBezTo>
                  <a:cubicBezTo>
                    <a:pt x="1146" y="1662"/>
                    <a:pt x="1158" y="1658"/>
                    <a:pt x="1169" y="1658"/>
                  </a:cubicBezTo>
                  <a:cubicBezTo>
                    <a:pt x="1186" y="1658"/>
                    <a:pt x="1229" y="1676"/>
                    <a:pt x="1246" y="1684"/>
                  </a:cubicBezTo>
                  <a:lnTo>
                    <a:pt x="1281" y="1701"/>
                  </a:lnTo>
                  <a:cubicBezTo>
                    <a:pt x="1289" y="1710"/>
                    <a:pt x="1315" y="1710"/>
                    <a:pt x="1332" y="1710"/>
                  </a:cubicBezTo>
                  <a:cubicBezTo>
                    <a:pt x="1367" y="1710"/>
                    <a:pt x="1401" y="1710"/>
                    <a:pt x="1444" y="1701"/>
                  </a:cubicBezTo>
                  <a:cubicBezTo>
                    <a:pt x="1465" y="1701"/>
                    <a:pt x="1480" y="1712"/>
                    <a:pt x="1498" y="1712"/>
                  </a:cubicBezTo>
                  <a:cubicBezTo>
                    <a:pt x="1503" y="1712"/>
                    <a:pt x="1508" y="1712"/>
                    <a:pt x="1513" y="1710"/>
                  </a:cubicBezTo>
                  <a:lnTo>
                    <a:pt x="1547" y="1701"/>
                  </a:lnTo>
                  <a:cubicBezTo>
                    <a:pt x="1550" y="1698"/>
                    <a:pt x="1554" y="1697"/>
                    <a:pt x="1558" y="1697"/>
                  </a:cubicBezTo>
                  <a:cubicBezTo>
                    <a:pt x="1567" y="1697"/>
                    <a:pt x="1579" y="1701"/>
                    <a:pt x="1590" y="1701"/>
                  </a:cubicBezTo>
                  <a:cubicBezTo>
                    <a:pt x="1642" y="1693"/>
                    <a:pt x="1676" y="1684"/>
                    <a:pt x="1719" y="1684"/>
                  </a:cubicBezTo>
                  <a:cubicBezTo>
                    <a:pt x="1736" y="1687"/>
                    <a:pt x="1751" y="1688"/>
                    <a:pt x="1766" y="1688"/>
                  </a:cubicBezTo>
                  <a:cubicBezTo>
                    <a:pt x="1795" y="1688"/>
                    <a:pt x="1822" y="1684"/>
                    <a:pt x="1856" y="1684"/>
                  </a:cubicBezTo>
                  <a:cubicBezTo>
                    <a:pt x="1882" y="1684"/>
                    <a:pt x="1899" y="1667"/>
                    <a:pt x="1925" y="1650"/>
                  </a:cubicBezTo>
                  <a:cubicBezTo>
                    <a:pt x="1951" y="1633"/>
                    <a:pt x="1977" y="1624"/>
                    <a:pt x="1994" y="1615"/>
                  </a:cubicBezTo>
                  <a:cubicBezTo>
                    <a:pt x="2028" y="1590"/>
                    <a:pt x="2071" y="1598"/>
                    <a:pt x="2106" y="1581"/>
                  </a:cubicBezTo>
                  <a:cubicBezTo>
                    <a:pt x="2149" y="1564"/>
                    <a:pt x="2192" y="1512"/>
                    <a:pt x="2243" y="1504"/>
                  </a:cubicBezTo>
                  <a:cubicBezTo>
                    <a:pt x="2240" y="1494"/>
                    <a:pt x="2222" y="1490"/>
                    <a:pt x="2201" y="1490"/>
                  </a:cubicBezTo>
                  <a:cubicBezTo>
                    <a:pt x="2168" y="1490"/>
                    <a:pt x="2128" y="1498"/>
                    <a:pt x="2123" y="1504"/>
                  </a:cubicBezTo>
                  <a:cubicBezTo>
                    <a:pt x="2080" y="1512"/>
                    <a:pt x="2054" y="1529"/>
                    <a:pt x="2011" y="1538"/>
                  </a:cubicBezTo>
                  <a:cubicBezTo>
                    <a:pt x="1977" y="1538"/>
                    <a:pt x="1951" y="1547"/>
                    <a:pt x="1917" y="1555"/>
                  </a:cubicBezTo>
                  <a:cubicBezTo>
                    <a:pt x="1891" y="1564"/>
                    <a:pt x="1865" y="1581"/>
                    <a:pt x="1831" y="1590"/>
                  </a:cubicBezTo>
                  <a:cubicBezTo>
                    <a:pt x="1823" y="1592"/>
                    <a:pt x="1814" y="1593"/>
                    <a:pt x="1804" y="1593"/>
                  </a:cubicBezTo>
                  <a:cubicBezTo>
                    <a:pt x="1780" y="1593"/>
                    <a:pt x="1752" y="1587"/>
                    <a:pt x="1728" y="1581"/>
                  </a:cubicBezTo>
                  <a:lnTo>
                    <a:pt x="1590" y="1581"/>
                  </a:lnTo>
                  <a:cubicBezTo>
                    <a:pt x="1573" y="1581"/>
                    <a:pt x="1564" y="1572"/>
                    <a:pt x="1539" y="1564"/>
                  </a:cubicBezTo>
                  <a:lnTo>
                    <a:pt x="1470" y="1564"/>
                  </a:lnTo>
                  <a:cubicBezTo>
                    <a:pt x="1453" y="1564"/>
                    <a:pt x="1444" y="1555"/>
                    <a:pt x="1427" y="1555"/>
                  </a:cubicBezTo>
                  <a:cubicBezTo>
                    <a:pt x="1418" y="1552"/>
                    <a:pt x="1410" y="1551"/>
                    <a:pt x="1401" y="1551"/>
                  </a:cubicBezTo>
                  <a:cubicBezTo>
                    <a:pt x="1385" y="1551"/>
                    <a:pt x="1370" y="1555"/>
                    <a:pt x="1358" y="1555"/>
                  </a:cubicBezTo>
                  <a:cubicBezTo>
                    <a:pt x="1341" y="1547"/>
                    <a:pt x="1315" y="1547"/>
                    <a:pt x="1298" y="1538"/>
                  </a:cubicBezTo>
                  <a:cubicBezTo>
                    <a:pt x="1281" y="1529"/>
                    <a:pt x="1264" y="1521"/>
                    <a:pt x="1238" y="1512"/>
                  </a:cubicBezTo>
                  <a:cubicBezTo>
                    <a:pt x="1212" y="1504"/>
                    <a:pt x="1178" y="1504"/>
                    <a:pt x="1152" y="1487"/>
                  </a:cubicBezTo>
                  <a:cubicBezTo>
                    <a:pt x="1083" y="1452"/>
                    <a:pt x="1032" y="1418"/>
                    <a:pt x="963" y="1392"/>
                  </a:cubicBezTo>
                  <a:cubicBezTo>
                    <a:pt x="929" y="1383"/>
                    <a:pt x="911" y="1383"/>
                    <a:pt x="886" y="1366"/>
                  </a:cubicBezTo>
                  <a:lnTo>
                    <a:pt x="860" y="1340"/>
                  </a:lnTo>
                  <a:cubicBezTo>
                    <a:pt x="834" y="1315"/>
                    <a:pt x="808" y="1289"/>
                    <a:pt x="783" y="1255"/>
                  </a:cubicBezTo>
                  <a:cubicBezTo>
                    <a:pt x="765" y="1229"/>
                    <a:pt x="740" y="1212"/>
                    <a:pt x="714" y="1186"/>
                  </a:cubicBezTo>
                  <a:cubicBezTo>
                    <a:pt x="688" y="1169"/>
                    <a:pt x="688" y="1151"/>
                    <a:pt x="671" y="1134"/>
                  </a:cubicBezTo>
                  <a:cubicBezTo>
                    <a:pt x="654" y="1100"/>
                    <a:pt x="628" y="1074"/>
                    <a:pt x="611" y="1048"/>
                  </a:cubicBezTo>
                  <a:cubicBezTo>
                    <a:pt x="602" y="1031"/>
                    <a:pt x="594" y="1014"/>
                    <a:pt x="576" y="997"/>
                  </a:cubicBezTo>
                  <a:cubicBezTo>
                    <a:pt x="551" y="962"/>
                    <a:pt x="516" y="937"/>
                    <a:pt x="490" y="902"/>
                  </a:cubicBezTo>
                  <a:cubicBezTo>
                    <a:pt x="447" y="851"/>
                    <a:pt x="422" y="791"/>
                    <a:pt x="387" y="739"/>
                  </a:cubicBezTo>
                  <a:cubicBezTo>
                    <a:pt x="336" y="662"/>
                    <a:pt x="293" y="584"/>
                    <a:pt x="258" y="499"/>
                  </a:cubicBezTo>
                  <a:cubicBezTo>
                    <a:pt x="233" y="447"/>
                    <a:pt x="198" y="404"/>
                    <a:pt x="173" y="352"/>
                  </a:cubicBezTo>
                  <a:cubicBezTo>
                    <a:pt x="155" y="310"/>
                    <a:pt x="138" y="275"/>
                    <a:pt x="112" y="241"/>
                  </a:cubicBezTo>
                  <a:lnTo>
                    <a:pt x="95" y="224"/>
                  </a:lnTo>
                  <a:lnTo>
                    <a:pt x="87" y="198"/>
                  </a:lnTo>
                  <a:cubicBezTo>
                    <a:pt x="78" y="172"/>
                    <a:pt x="87" y="163"/>
                    <a:pt x="147" y="138"/>
                  </a:cubicBezTo>
                  <a:lnTo>
                    <a:pt x="112" y="103"/>
                  </a:lnTo>
                  <a:cubicBezTo>
                    <a:pt x="87" y="78"/>
                    <a:pt x="78" y="35"/>
                    <a:pt x="69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2" name="Google Shape;16222;p54">
              <a:extLst>
                <a:ext uri="{FF2B5EF4-FFF2-40B4-BE49-F238E27FC236}">
                  <a16:creationId xmlns:a16="http://schemas.microsoft.com/office/drawing/2014/main" id="{D756A524-83E5-BCE5-C2B8-4456849056FD}"/>
                </a:ext>
              </a:extLst>
            </p:cNvPr>
            <p:cNvSpPr/>
            <p:nvPr/>
          </p:nvSpPr>
          <p:spPr>
            <a:xfrm>
              <a:off x="5195775" y="1270325"/>
              <a:ext cx="33525" cy="47100"/>
            </a:xfrm>
            <a:custGeom>
              <a:avLst/>
              <a:gdLst/>
              <a:ahLst/>
              <a:cxnLst/>
              <a:rect l="l" t="t" r="r" b="b"/>
              <a:pathLst>
                <a:path w="1341" h="1884" extrusionOk="0">
                  <a:moveTo>
                    <a:pt x="929" y="0"/>
                  </a:moveTo>
                  <a:lnTo>
                    <a:pt x="929" y="26"/>
                  </a:lnTo>
                  <a:lnTo>
                    <a:pt x="929" y="35"/>
                  </a:lnTo>
                  <a:cubicBezTo>
                    <a:pt x="937" y="52"/>
                    <a:pt x="946" y="61"/>
                    <a:pt x="954" y="69"/>
                  </a:cubicBezTo>
                  <a:cubicBezTo>
                    <a:pt x="972" y="86"/>
                    <a:pt x="989" y="103"/>
                    <a:pt x="1006" y="121"/>
                  </a:cubicBezTo>
                  <a:cubicBezTo>
                    <a:pt x="1015" y="129"/>
                    <a:pt x="1023" y="138"/>
                    <a:pt x="1032" y="146"/>
                  </a:cubicBezTo>
                  <a:cubicBezTo>
                    <a:pt x="1049" y="155"/>
                    <a:pt x="1075" y="155"/>
                    <a:pt x="1083" y="164"/>
                  </a:cubicBezTo>
                  <a:cubicBezTo>
                    <a:pt x="1100" y="172"/>
                    <a:pt x="1118" y="181"/>
                    <a:pt x="1135" y="189"/>
                  </a:cubicBezTo>
                  <a:cubicBezTo>
                    <a:pt x="1143" y="207"/>
                    <a:pt x="1152" y="224"/>
                    <a:pt x="1152" y="241"/>
                  </a:cubicBezTo>
                  <a:cubicBezTo>
                    <a:pt x="1152" y="267"/>
                    <a:pt x="1152" y="284"/>
                    <a:pt x="1143" y="310"/>
                  </a:cubicBezTo>
                  <a:cubicBezTo>
                    <a:pt x="1143" y="335"/>
                    <a:pt x="1143" y="353"/>
                    <a:pt x="1143" y="378"/>
                  </a:cubicBezTo>
                  <a:cubicBezTo>
                    <a:pt x="1135" y="421"/>
                    <a:pt x="1135" y="464"/>
                    <a:pt x="1118" y="507"/>
                  </a:cubicBezTo>
                  <a:cubicBezTo>
                    <a:pt x="1109" y="533"/>
                    <a:pt x="1100" y="550"/>
                    <a:pt x="1100" y="567"/>
                  </a:cubicBezTo>
                  <a:cubicBezTo>
                    <a:pt x="1092" y="585"/>
                    <a:pt x="1083" y="602"/>
                    <a:pt x="1083" y="619"/>
                  </a:cubicBezTo>
                  <a:cubicBezTo>
                    <a:pt x="1066" y="662"/>
                    <a:pt x="1049" y="705"/>
                    <a:pt x="1066" y="748"/>
                  </a:cubicBezTo>
                  <a:cubicBezTo>
                    <a:pt x="1075" y="774"/>
                    <a:pt x="1083" y="808"/>
                    <a:pt x="1083" y="842"/>
                  </a:cubicBezTo>
                  <a:lnTo>
                    <a:pt x="1083" y="868"/>
                  </a:lnTo>
                  <a:lnTo>
                    <a:pt x="1100" y="885"/>
                  </a:lnTo>
                  <a:lnTo>
                    <a:pt x="1092" y="911"/>
                  </a:lnTo>
                  <a:cubicBezTo>
                    <a:pt x="1083" y="937"/>
                    <a:pt x="1075" y="954"/>
                    <a:pt x="1066" y="980"/>
                  </a:cubicBezTo>
                  <a:lnTo>
                    <a:pt x="1049" y="1014"/>
                  </a:lnTo>
                  <a:lnTo>
                    <a:pt x="1032" y="1031"/>
                  </a:lnTo>
                  <a:lnTo>
                    <a:pt x="1023" y="1049"/>
                  </a:lnTo>
                  <a:cubicBezTo>
                    <a:pt x="997" y="1083"/>
                    <a:pt x="997" y="1117"/>
                    <a:pt x="963" y="1134"/>
                  </a:cubicBezTo>
                  <a:cubicBezTo>
                    <a:pt x="946" y="1152"/>
                    <a:pt x="920" y="1152"/>
                    <a:pt x="894" y="1160"/>
                  </a:cubicBezTo>
                  <a:cubicBezTo>
                    <a:pt x="851" y="1177"/>
                    <a:pt x="817" y="1203"/>
                    <a:pt x="783" y="1238"/>
                  </a:cubicBezTo>
                  <a:cubicBezTo>
                    <a:pt x="757" y="1255"/>
                    <a:pt x="731" y="1272"/>
                    <a:pt x="722" y="1298"/>
                  </a:cubicBezTo>
                  <a:cubicBezTo>
                    <a:pt x="705" y="1323"/>
                    <a:pt x="705" y="1349"/>
                    <a:pt x="705" y="1375"/>
                  </a:cubicBezTo>
                  <a:cubicBezTo>
                    <a:pt x="697" y="1409"/>
                    <a:pt x="697" y="1444"/>
                    <a:pt x="671" y="1469"/>
                  </a:cubicBezTo>
                  <a:cubicBezTo>
                    <a:pt x="654" y="1495"/>
                    <a:pt x="628" y="1512"/>
                    <a:pt x="602" y="1538"/>
                  </a:cubicBezTo>
                  <a:cubicBezTo>
                    <a:pt x="585" y="1555"/>
                    <a:pt x="559" y="1564"/>
                    <a:pt x="542" y="1590"/>
                  </a:cubicBezTo>
                  <a:cubicBezTo>
                    <a:pt x="533" y="1598"/>
                    <a:pt x="525" y="1607"/>
                    <a:pt x="508" y="1616"/>
                  </a:cubicBezTo>
                  <a:cubicBezTo>
                    <a:pt x="490" y="1633"/>
                    <a:pt x="473" y="1641"/>
                    <a:pt x="456" y="1659"/>
                  </a:cubicBezTo>
                  <a:cubicBezTo>
                    <a:pt x="430" y="1676"/>
                    <a:pt x="405" y="1676"/>
                    <a:pt x="379" y="1693"/>
                  </a:cubicBezTo>
                  <a:cubicBezTo>
                    <a:pt x="353" y="1701"/>
                    <a:pt x="327" y="1710"/>
                    <a:pt x="301" y="1710"/>
                  </a:cubicBezTo>
                  <a:cubicBezTo>
                    <a:pt x="290" y="1710"/>
                    <a:pt x="279" y="1706"/>
                    <a:pt x="267" y="1706"/>
                  </a:cubicBezTo>
                  <a:cubicBezTo>
                    <a:pt x="261" y="1706"/>
                    <a:pt x="256" y="1707"/>
                    <a:pt x="250" y="1710"/>
                  </a:cubicBezTo>
                  <a:cubicBezTo>
                    <a:pt x="233" y="1710"/>
                    <a:pt x="216" y="1727"/>
                    <a:pt x="198" y="1727"/>
                  </a:cubicBezTo>
                  <a:cubicBezTo>
                    <a:pt x="173" y="1736"/>
                    <a:pt x="147" y="1744"/>
                    <a:pt x="130" y="1762"/>
                  </a:cubicBezTo>
                  <a:cubicBezTo>
                    <a:pt x="95" y="1779"/>
                    <a:pt x="78" y="1787"/>
                    <a:pt x="44" y="1796"/>
                  </a:cubicBezTo>
                  <a:lnTo>
                    <a:pt x="9" y="1822"/>
                  </a:lnTo>
                  <a:cubicBezTo>
                    <a:pt x="1" y="1830"/>
                    <a:pt x="9" y="1839"/>
                    <a:pt x="27" y="1856"/>
                  </a:cubicBezTo>
                  <a:cubicBezTo>
                    <a:pt x="44" y="1865"/>
                    <a:pt x="61" y="1873"/>
                    <a:pt x="78" y="1882"/>
                  </a:cubicBezTo>
                  <a:cubicBezTo>
                    <a:pt x="82" y="1883"/>
                    <a:pt x="85" y="1884"/>
                    <a:pt x="89" y="1884"/>
                  </a:cubicBezTo>
                  <a:cubicBezTo>
                    <a:pt x="111" y="1884"/>
                    <a:pt x="133" y="1862"/>
                    <a:pt x="155" y="1848"/>
                  </a:cubicBezTo>
                  <a:cubicBezTo>
                    <a:pt x="173" y="1842"/>
                    <a:pt x="203" y="1832"/>
                    <a:pt x="229" y="1832"/>
                  </a:cubicBezTo>
                  <a:cubicBezTo>
                    <a:pt x="240" y="1832"/>
                    <a:pt x="250" y="1834"/>
                    <a:pt x="258" y="1839"/>
                  </a:cubicBezTo>
                  <a:lnTo>
                    <a:pt x="284" y="1848"/>
                  </a:lnTo>
                  <a:lnTo>
                    <a:pt x="310" y="1848"/>
                  </a:lnTo>
                  <a:cubicBezTo>
                    <a:pt x="327" y="1852"/>
                    <a:pt x="344" y="1852"/>
                    <a:pt x="362" y="1852"/>
                  </a:cubicBezTo>
                  <a:cubicBezTo>
                    <a:pt x="379" y="1852"/>
                    <a:pt x="396" y="1852"/>
                    <a:pt x="413" y="1856"/>
                  </a:cubicBezTo>
                  <a:lnTo>
                    <a:pt x="490" y="1856"/>
                  </a:lnTo>
                  <a:cubicBezTo>
                    <a:pt x="499" y="1865"/>
                    <a:pt x="508" y="1865"/>
                    <a:pt x="525" y="1865"/>
                  </a:cubicBezTo>
                  <a:cubicBezTo>
                    <a:pt x="551" y="1865"/>
                    <a:pt x="568" y="1856"/>
                    <a:pt x="594" y="1848"/>
                  </a:cubicBezTo>
                  <a:cubicBezTo>
                    <a:pt x="611" y="1830"/>
                    <a:pt x="645" y="1830"/>
                    <a:pt x="662" y="1813"/>
                  </a:cubicBezTo>
                  <a:lnTo>
                    <a:pt x="671" y="1796"/>
                  </a:lnTo>
                  <a:cubicBezTo>
                    <a:pt x="688" y="1787"/>
                    <a:pt x="714" y="1787"/>
                    <a:pt x="722" y="1779"/>
                  </a:cubicBezTo>
                  <a:cubicBezTo>
                    <a:pt x="757" y="1770"/>
                    <a:pt x="783" y="1770"/>
                    <a:pt x="808" y="1762"/>
                  </a:cubicBezTo>
                  <a:cubicBezTo>
                    <a:pt x="826" y="1753"/>
                    <a:pt x="843" y="1727"/>
                    <a:pt x="860" y="1727"/>
                  </a:cubicBezTo>
                  <a:cubicBezTo>
                    <a:pt x="877" y="1719"/>
                    <a:pt x="886" y="1719"/>
                    <a:pt x="894" y="1710"/>
                  </a:cubicBezTo>
                  <a:lnTo>
                    <a:pt x="911" y="1701"/>
                  </a:lnTo>
                  <a:cubicBezTo>
                    <a:pt x="920" y="1684"/>
                    <a:pt x="937" y="1676"/>
                    <a:pt x="946" y="1659"/>
                  </a:cubicBezTo>
                  <a:cubicBezTo>
                    <a:pt x="972" y="1633"/>
                    <a:pt x="989" y="1598"/>
                    <a:pt x="1006" y="1564"/>
                  </a:cubicBezTo>
                  <a:lnTo>
                    <a:pt x="1023" y="1547"/>
                  </a:lnTo>
                  <a:lnTo>
                    <a:pt x="1040" y="1530"/>
                  </a:lnTo>
                  <a:cubicBezTo>
                    <a:pt x="1049" y="1504"/>
                    <a:pt x="1075" y="1495"/>
                    <a:pt x="1092" y="1478"/>
                  </a:cubicBezTo>
                  <a:cubicBezTo>
                    <a:pt x="1118" y="1444"/>
                    <a:pt x="1143" y="1418"/>
                    <a:pt x="1178" y="1401"/>
                  </a:cubicBezTo>
                  <a:cubicBezTo>
                    <a:pt x="1195" y="1392"/>
                    <a:pt x="1212" y="1384"/>
                    <a:pt x="1221" y="1375"/>
                  </a:cubicBezTo>
                  <a:cubicBezTo>
                    <a:pt x="1238" y="1366"/>
                    <a:pt x="1255" y="1366"/>
                    <a:pt x="1272" y="1358"/>
                  </a:cubicBezTo>
                  <a:cubicBezTo>
                    <a:pt x="1289" y="1349"/>
                    <a:pt x="1298" y="1332"/>
                    <a:pt x="1307" y="1306"/>
                  </a:cubicBezTo>
                  <a:cubicBezTo>
                    <a:pt x="1315" y="1272"/>
                    <a:pt x="1324" y="1238"/>
                    <a:pt x="1315" y="1203"/>
                  </a:cubicBezTo>
                  <a:cubicBezTo>
                    <a:pt x="1315" y="1177"/>
                    <a:pt x="1307" y="1152"/>
                    <a:pt x="1307" y="1134"/>
                  </a:cubicBezTo>
                  <a:cubicBezTo>
                    <a:pt x="1307" y="1117"/>
                    <a:pt x="1307" y="1109"/>
                    <a:pt x="1307" y="1091"/>
                  </a:cubicBezTo>
                  <a:cubicBezTo>
                    <a:pt x="1315" y="1066"/>
                    <a:pt x="1324" y="1031"/>
                    <a:pt x="1332" y="1006"/>
                  </a:cubicBezTo>
                  <a:cubicBezTo>
                    <a:pt x="1341" y="971"/>
                    <a:pt x="1341" y="945"/>
                    <a:pt x="1341" y="920"/>
                  </a:cubicBezTo>
                  <a:cubicBezTo>
                    <a:pt x="1341" y="885"/>
                    <a:pt x="1324" y="860"/>
                    <a:pt x="1324" y="825"/>
                  </a:cubicBezTo>
                  <a:cubicBezTo>
                    <a:pt x="1315" y="791"/>
                    <a:pt x="1332" y="748"/>
                    <a:pt x="1315" y="705"/>
                  </a:cubicBezTo>
                  <a:cubicBezTo>
                    <a:pt x="1307" y="679"/>
                    <a:pt x="1289" y="653"/>
                    <a:pt x="1281" y="628"/>
                  </a:cubicBezTo>
                  <a:cubicBezTo>
                    <a:pt x="1281" y="602"/>
                    <a:pt x="1281" y="585"/>
                    <a:pt x="1281" y="567"/>
                  </a:cubicBezTo>
                  <a:cubicBezTo>
                    <a:pt x="1289" y="542"/>
                    <a:pt x="1281" y="524"/>
                    <a:pt x="1289" y="507"/>
                  </a:cubicBezTo>
                  <a:cubicBezTo>
                    <a:pt x="1298" y="490"/>
                    <a:pt x="1289" y="473"/>
                    <a:pt x="1289" y="456"/>
                  </a:cubicBezTo>
                  <a:cubicBezTo>
                    <a:pt x="1298" y="439"/>
                    <a:pt x="1307" y="421"/>
                    <a:pt x="1307" y="396"/>
                  </a:cubicBezTo>
                  <a:cubicBezTo>
                    <a:pt x="1307" y="378"/>
                    <a:pt x="1298" y="361"/>
                    <a:pt x="1298" y="335"/>
                  </a:cubicBezTo>
                  <a:lnTo>
                    <a:pt x="1289" y="318"/>
                  </a:lnTo>
                  <a:lnTo>
                    <a:pt x="1272" y="301"/>
                  </a:lnTo>
                  <a:cubicBezTo>
                    <a:pt x="1264" y="292"/>
                    <a:pt x="1264" y="267"/>
                    <a:pt x="1255" y="241"/>
                  </a:cubicBezTo>
                  <a:cubicBezTo>
                    <a:pt x="1246" y="215"/>
                    <a:pt x="1238" y="198"/>
                    <a:pt x="1221" y="172"/>
                  </a:cubicBezTo>
                  <a:cubicBezTo>
                    <a:pt x="1212" y="155"/>
                    <a:pt x="1195" y="129"/>
                    <a:pt x="1178" y="121"/>
                  </a:cubicBezTo>
                  <a:lnTo>
                    <a:pt x="1152" y="103"/>
                  </a:lnTo>
                  <a:cubicBezTo>
                    <a:pt x="1135" y="86"/>
                    <a:pt x="1126" y="78"/>
                    <a:pt x="1118" y="69"/>
                  </a:cubicBezTo>
                  <a:cubicBezTo>
                    <a:pt x="1092" y="61"/>
                    <a:pt x="1075" y="52"/>
                    <a:pt x="1049" y="43"/>
                  </a:cubicBezTo>
                  <a:cubicBezTo>
                    <a:pt x="1032" y="43"/>
                    <a:pt x="1023" y="35"/>
                    <a:pt x="1006" y="35"/>
                  </a:cubicBezTo>
                  <a:lnTo>
                    <a:pt x="972" y="35"/>
                  </a:lnTo>
                  <a:cubicBezTo>
                    <a:pt x="954" y="26"/>
                    <a:pt x="929" y="26"/>
                    <a:pt x="929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3" name="Google Shape;16223;p54">
              <a:extLst>
                <a:ext uri="{FF2B5EF4-FFF2-40B4-BE49-F238E27FC236}">
                  <a16:creationId xmlns:a16="http://schemas.microsoft.com/office/drawing/2014/main" id="{4278BB8C-E3F8-C70F-D3AC-29AE7705482D}"/>
                </a:ext>
              </a:extLst>
            </p:cNvPr>
            <p:cNvSpPr/>
            <p:nvPr/>
          </p:nvSpPr>
          <p:spPr>
            <a:xfrm>
              <a:off x="5189125" y="1265875"/>
              <a:ext cx="36525" cy="50225"/>
            </a:xfrm>
            <a:custGeom>
              <a:avLst/>
              <a:gdLst/>
              <a:ahLst/>
              <a:cxnLst/>
              <a:rect l="l" t="t" r="r" b="b"/>
              <a:pathLst>
                <a:path w="1461" h="2009" extrusionOk="0">
                  <a:moveTo>
                    <a:pt x="960" y="0"/>
                  </a:moveTo>
                  <a:cubicBezTo>
                    <a:pt x="935" y="0"/>
                    <a:pt x="929" y="94"/>
                    <a:pt x="937" y="101"/>
                  </a:cubicBezTo>
                  <a:lnTo>
                    <a:pt x="963" y="135"/>
                  </a:lnTo>
                  <a:cubicBezTo>
                    <a:pt x="980" y="161"/>
                    <a:pt x="1006" y="178"/>
                    <a:pt x="1031" y="204"/>
                  </a:cubicBezTo>
                  <a:cubicBezTo>
                    <a:pt x="1066" y="230"/>
                    <a:pt x="1092" y="273"/>
                    <a:pt x="1117" y="299"/>
                  </a:cubicBezTo>
                  <a:cubicBezTo>
                    <a:pt x="1143" y="324"/>
                    <a:pt x="1152" y="324"/>
                    <a:pt x="1160" y="359"/>
                  </a:cubicBezTo>
                  <a:cubicBezTo>
                    <a:pt x="1169" y="376"/>
                    <a:pt x="1177" y="393"/>
                    <a:pt x="1177" y="419"/>
                  </a:cubicBezTo>
                  <a:cubicBezTo>
                    <a:pt x="1177" y="436"/>
                    <a:pt x="1177" y="436"/>
                    <a:pt x="1177" y="453"/>
                  </a:cubicBezTo>
                  <a:cubicBezTo>
                    <a:pt x="1195" y="505"/>
                    <a:pt x="1212" y="556"/>
                    <a:pt x="1212" y="608"/>
                  </a:cubicBezTo>
                  <a:cubicBezTo>
                    <a:pt x="1220" y="677"/>
                    <a:pt x="1220" y="754"/>
                    <a:pt x="1220" y="831"/>
                  </a:cubicBezTo>
                  <a:cubicBezTo>
                    <a:pt x="1229" y="874"/>
                    <a:pt x="1212" y="917"/>
                    <a:pt x="1203" y="969"/>
                  </a:cubicBezTo>
                  <a:cubicBezTo>
                    <a:pt x="1195" y="995"/>
                    <a:pt x="1177" y="1020"/>
                    <a:pt x="1160" y="1046"/>
                  </a:cubicBezTo>
                  <a:cubicBezTo>
                    <a:pt x="1134" y="1089"/>
                    <a:pt x="1143" y="1132"/>
                    <a:pt x="1117" y="1175"/>
                  </a:cubicBezTo>
                  <a:cubicBezTo>
                    <a:pt x="1092" y="1209"/>
                    <a:pt x="1040" y="1252"/>
                    <a:pt x="997" y="1278"/>
                  </a:cubicBezTo>
                  <a:lnTo>
                    <a:pt x="945" y="1287"/>
                  </a:lnTo>
                  <a:lnTo>
                    <a:pt x="945" y="1330"/>
                  </a:lnTo>
                  <a:cubicBezTo>
                    <a:pt x="937" y="1381"/>
                    <a:pt x="902" y="1424"/>
                    <a:pt x="877" y="1458"/>
                  </a:cubicBezTo>
                  <a:cubicBezTo>
                    <a:pt x="868" y="1476"/>
                    <a:pt x="860" y="1501"/>
                    <a:pt x="851" y="1519"/>
                  </a:cubicBezTo>
                  <a:cubicBezTo>
                    <a:pt x="834" y="1536"/>
                    <a:pt x="834" y="1570"/>
                    <a:pt x="817" y="1587"/>
                  </a:cubicBezTo>
                  <a:cubicBezTo>
                    <a:pt x="799" y="1613"/>
                    <a:pt x="765" y="1622"/>
                    <a:pt x="731" y="1630"/>
                  </a:cubicBezTo>
                  <a:cubicBezTo>
                    <a:pt x="705" y="1630"/>
                    <a:pt x="671" y="1639"/>
                    <a:pt x="653" y="1665"/>
                  </a:cubicBezTo>
                  <a:cubicBezTo>
                    <a:pt x="645" y="1682"/>
                    <a:pt x="636" y="1699"/>
                    <a:pt x="636" y="1725"/>
                  </a:cubicBezTo>
                  <a:cubicBezTo>
                    <a:pt x="628" y="1733"/>
                    <a:pt x="619" y="1751"/>
                    <a:pt x="610" y="1759"/>
                  </a:cubicBezTo>
                  <a:cubicBezTo>
                    <a:pt x="593" y="1785"/>
                    <a:pt x="593" y="1794"/>
                    <a:pt x="559" y="1802"/>
                  </a:cubicBezTo>
                  <a:cubicBezTo>
                    <a:pt x="533" y="1811"/>
                    <a:pt x="499" y="1819"/>
                    <a:pt x="473" y="1828"/>
                  </a:cubicBezTo>
                  <a:cubicBezTo>
                    <a:pt x="421" y="1837"/>
                    <a:pt x="378" y="1854"/>
                    <a:pt x="327" y="1854"/>
                  </a:cubicBezTo>
                  <a:cubicBezTo>
                    <a:pt x="293" y="1862"/>
                    <a:pt x="258" y="1871"/>
                    <a:pt x="232" y="1879"/>
                  </a:cubicBezTo>
                  <a:cubicBezTo>
                    <a:pt x="208" y="1886"/>
                    <a:pt x="192" y="1892"/>
                    <a:pt x="173" y="1892"/>
                  </a:cubicBezTo>
                  <a:cubicBezTo>
                    <a:pt x="165" y="1892"/>
                    <a:pt x="157" y="1891"/>
                    <a:pt x="146" y="1888"/>
                  </a:cubicBezTo>
                  <a:cubicBezTo>
                    <a:pt x="129" y="1888"/>
                    <a:pt x="112" y="1879"/>
                    <a:pt x="86" y="1871"/>
                  </a:cubicBezTo>
                  <a:lnTo>
                    <a:pt x="43" y="1871"/>
                  </a:lnTo>
                  <a:cubicBezTo>
                    <a:pt x="0" y="1871"/>
                    <a:pt x="0" y="1897"/>
                    <a:pt x="9" y="1914"/>
                  </a:cubicBezTo>
                  <a:cubicBezTo>
                    <a:pt x="18" y="1922"/>
                    <a:pt x="35" y="1940"/>
                    <a:pt x="52" y="1948"/>
                  </a:cubicBezTo>
                  <a:lnTo>
                    <a:pt x="86" y="1957"/>
                  </a:lnTo>
                  <a:lnTo>
                    <a:pt x="103" y="1965"/>
                  </a:lnTo>
                  <a:lnTo>
                    <a:pt x="129" y="1974"/>
                  </a:lnTo>
                  <a:lnTo>
                    <a:pt x="164" y="1991"/>
                  </a:lnTo>
                  <a:cubicBezTo>
                    <a:pt x="172" y="1995"/>
                    <a:pt x="181" y="1995"/>
                    <a:pt x="189" y="1995"/>
                  </a:cubicBezTo>
                  <a:cubicBezTo>
                    <a:pt x="198" y="1995"/>
                    <a:pt x="207" y="1995"/>
                    <a:pt x="215" y="2000"/>
                  </a:cubicBezTo>
                  <a:cubicBezTo>
                    <a:pt x="232" y="2000"/>
                    <a:pt x="250" y="2008"/>
                    <a:pt x="258" y="2008"/>
                  </a:cubicBezTo>
                  <a:cubicBezTo>
                    <a:pt x="293" y="2008"/>
                    <a:pt x="344" y="2000"/>
                    <a:pt x="370" y="1983"/>
                  </a:cubicBezTo>
                  <a:cubicBezTo>
                    <a:pt x="378" y="1974"/>
                    <a:pt x="396" y="1957"/>
                    <a:pt x="413" y="1948"/>
                  </a:cubicBezTo>
                  <a:cubicBezTo>
                    <a:pt x="439" y="1940"/>
                    <a:pt x="482" y="1931"/>
                    <a:pt x="507" y="1931"/>
                  </a:cubicBezTo>
                  <a:cubicBezTo>
                    <a:pt x="514" y="1930"/>
                    <a:pt x="521" y="1930"/>
                    <a:pt x="527" y="1930"/>
                  </a:cubicBezTo>
                  <a:cubicBezTo>
                    <a:pt x="605" y="1930"/>
                    <a:pt x="678" y="1962"/>
                    <a:pt x="754" y="1962"/>
                  </a:cubicBezTo>
                  <a:cubicBezTo>
                    <a:pt x="780" y="1962"/>
                    <a:pt x="807" y="1959"/>
                    <a:pt x="834" y="1948"/>
                  </a:cubicBezTo>
                  <a:cubicBezTo>
                    <a:pt x="860" y="1940"/>
                    <a:pt x="868" y="1914"/>
                    <a:pt x="894" y="1897"/>
                  </a:cubicBezTo>
                  <a:cubicBezTo>
                    <a:pt x="911" y="1879"/>
                    <a:pt x="928" y="1862"/>
                    <a:pt x="937" y="1845"/>
                  </a:cubicBezTo>
                  <a:cubicBezTo>
                    <a:pt x="971" y="1794"/>
                    <a:pt x="988" y="1725"/>
                    <a:pt x="1014" y="1673"/>
                  </a:cubicBezTo>
                  <a:cubicBezTo>
                    <a:pt x="1023" y="1622"/>
                    <a:pt x="1040" y="1562"/>
                    <a:pt x="1066" y="1510"/>
                  </a:cubicBezTo>
                  <a:cubicBezTo>
                    <a:pt x="1083" y="1476"/>
                    <a:pt x="1109" y="1458"/>
                    <a:pt x="1143" y="1441"/>
                  </a:cubicBezTo>
                  <a:cubicBezTo>
                    <a:pt x="1186" y="1424"/>
                    <a:pt x="1220" y="1407"/>
                    <a:pt x="1263" y="1381"/>
                  </a:cubicBezTo>
                  <a:cubicBezTo>
                    <a:pt x="1306" y="1355"/>
                    <a:pt x="1349" y="1338"/>
                    <a:pt x="1375" y="1295"/>
                  </a:cubicBezTo>
                  <a:cubicBezTo>
                    <a:pt x="1401" y="1244"/>
                    <a:pt x="1401" y="1192"/>
                    <a:pt x="1409" y="1149"/>
                  </a:cubicBezTo>
                  <a:cubicBezTo>
                    <a:pt x="1418" y="1089"/>
                    <a:pt x="1444" y="1038"/>
                    <a:pt x="1435" y="977"/>
                  </a:cubicBezTo>
                  <a:cubicBezTo>
                    <a:pt x="1435" y="943"/>
                    <a:pt x="1427" y="909"/>
                    <a:pt x="1427" y="883"/>
                  </a:cubicBezTo>
                  <a:cubicBezTo>
                    <a:pt x="1418" y="840"/>
                    <a:pt x="1392" y="806"/>
                    <a:pt x="1401" y="763"/>
                  </a:cubicBezTo>
                  <a:cubicBezTo>
                    <a:pt x="1401" y="745"/>
                    <a:pt x="1401" y="720"/>
                    <a:pt x="1409" y="711"/>
                  </a:cubicBezTo>
                  <a:lnTo>
                    <a:pt x="1418" y="694"/>
                  </a:lnTo>
                  <a:cubicBezTo>
                    <a:pt x="1427" y="668"/>
                    <a:pt x="1435" y="642"/>
                    <a:pt x="1435" y="617"/>
                  </a:cubicBezTo>
                  <a:cubicBezTo>
                    <a:pt x="1444" y="582"/>
                    <a:pt x="1452" y="556"/>
                    <a:pt x="1461" y="522"/>
                  </a:cubicBezTo>
                  <a:cubicBezTo>
                    <a:pt x="1461" y="496"/>
                    <a:pt x="1452" y="453"/>
                    <a:pt x="1444" y="428"/>
                  </a:cubicBezTo>
                  <a:cubicBezTo>
                    <a:pt x="1435" y="402"/>
                    <a:pt x="1427" y="376"/>
                    <a:pt x="1401" y="359"/>
                  </a:cubicBezTo>
                  <a:cubicBezTo>
                    <a:pt x="1375" y="333"/>
                    <a:pt x="1341" y="316"/>
                    <a:pt x="1315" y="299"/>
                  </a:cubicBezTo>
                  <a:cubicBezTo>
                    <a:pt x="1298" y="273"/>
                    <a:pt x="1281" y="256"/>
                    <a:pt x="1255" y="239"/>
                  </a:cubicBezTo>
                  <a:cubicBezTo>
                    <a:pt x="1220" y="213"/>
                    <a:pt x="1203" y="178"/>
                    <a:pt x="1169" y="153"/>
                  </a:cubicBezTo>
                  <a:cubicBezTo>
                    <a:pt x="1134" y="135"/>
                    <a:pt x="1100" y="118"/>
                    <a:pt x="1066" y="92"/>
                  </a:cubicBezTo>
                  <a:cubicBezTo>
                    <a:pt x="1031" y="75"/>
                    <a:pt x="1006" y="32"/>
                    <a:pt x="971" y="7"/>
                  </a:cubicBezTo>
                  <a:cubicBezTo>
                    <a:pt x="967" y="2"/>
                    <a:pt x="963" y="0"/>
                    <a:pt x="96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4" name="Google Shape;16224;p54">
              <a:extLst>
                <a:ext uri="{FF2B5EF4-FFF2-40B4-BE49-F238E27FC236}">
                  <a16:creationId xmlns:a16="http://schemas.microsoft.com/office/drawing/2014/main" id="{58975965-9F83-B9BC-7169-72050DA0DE28}"/>
                </a:ext>
              </a:extLst>
            </p:cNvPr>
            <p:cNvSpPr/>
            <p:nvPr/>
          </p:nvSpPr>
          <p:spPr>
            <a:xfrm>
              <a:off x="5146375" y="1229300"/>
              <a:ext cx="78425" cy="79700"/>
            </a:xfrm>
            <a:custGeom>
              <a:avLst/>
              <a:gdLst/>
              <a:ahLst/>
              <a:cxnLst/>
              <a:rect l="l" t="t" r="r" b="b"/>
              <a:pathLst>
                <a:path w="3137" h="3188" extrusionOk="0">
                  <a:moveTo>
                    <a:pt x="1960" y="0"/>
                  </a:moveTo>
                  <a:cubicBezTo>
                    <a:pt x="1917" y="0"/>
                    <a:pt x="1856" y="43"/>
                    <a:pt x="1813" y="61"/>
                  </a:cubicBezTo>
                  <a:cubicBezTo>
                    <a:pt x="1753" y="78"/>
                    <a:pt x="1710" y="78"/>
                    <a:pt x="1659" y="78"/>
                  </a:cubicBezTo>
                  <a:cubicBezTo>
                    <a:pt x="1650" y="77"/>
                    <a:pt x="1641" y="76"/>
                    <a:pt x="1632" y="76"/>
                  </a:cubicBezTo>
                  <a:cubicBezTo>
                    <a:pt x="1555" y="76"/>
                    <a:pt x="1479" y="107"/>
                    <a:pt x="1410" y="138"/>
                  </a:cubicBezTo>
                  <a:cubicBezTo>
                    <a:pt x="1375" y="155"/>
                    <a:pt x="1332" y="155"/>
                    <a:pt x="1289" y="172"/>
                  </a:cubicBezTo>
                  <a:cubicBezTo>
                    <a:pt x="1229" y="189"/>
                    <a:pt x="1212" y="215"/>
                    <a:pt x="1169" y="250"/>
                  </a:cubicBezTo>
                  <a:cubicBezTo>
                    <a:pt x="1109" y="301"/>
                    <a:pt x="1057" y="353"/>
                    <a:pt x="997" y="413"/>
                  </a:cubicBezTo>
                  <a:cubicBezTo>
                    <a:pt x="946" y="464"/>
                    <a:pt x="894" y="533"/>
                    <a:pt x="808" y="533"/>
                  </a:cubicBezTo>
                  <a:cubicBezTo>
                    <a:pt x="748" y="533"/>
                    <a:pt x="645" y="602"/>
                    <a:pt x="636" y="671"/>
                  </a:cubicBezTo>
                  <a:cubicBezTo>
                    <a:pt x="611" y="765"/>
                    <a:pt x="645" y="782"/>
                    <a:pt x="559" y="868"/>
                  </a:cubicBezTo>
                  <a:cubicBezTo>
                    <a:pt x="533" y="903"/>
                    <a:pt x="508" y="937"/>
                    <a:pt x="473" y="954"/>
                  </a:cubicBezTo>
                  <a:cubicBezTo>
                    <a:pt x="447" y="971"/>
                    <a:pt x="439" y="1057"/>
                    <a:pt x="413" y="1066"/>
                  </a:cubicBezTo>
                  <a:cubicBezTo>
                    <a:pt x="396" y="1083"/>
                    <a:pt x="387" y="1100"/>
                    <a:pt x="370" y="1109"/>
                  </a:cubicBezTo>
                  <a:lnTo>
                    <a:pt x="344" y="1109"/>
                  </a:lnTo>
                  <a:lnTo>
                    <a:pt x="319" y="1152"/>
                  </a:lnTo>
                  <a:cubicBezTo>
                    <a:pt x="293" y="1169"/>
                    <a:pt x="267" y="1177"/>
                    <a:pt x="241" y="1186"/>
                  </a:cubicBezTo>
                  <a:cubicBezTo>
                    <a:pt x="173" y="1238"/>
                    <a:pt x="147" y="1306"/>
                    <a:pt x="121" y="1392"/>
                  </a:cubicBezTo>
                  <a:cubicBezTo>
                    <a:pt x="104" y="1427"/>
                    <a:pt x="78" y="1444"/>
                    <a:pt x="78" y="1487"/>
                  </a:cubicBezTo>
                  <a:cubicBezTo>
                    <a:pt x="69" y="1547"/>
                    <a:pt x="78" y="1590"/>
                    <a:pt x="87" y="1641"/>
                  </a:cubicBezTo>
                  <a:cubicBezTo>
                    <a:pt x="104" y="1744"/>
                    <a:pt x="26" y="1805"/>
                    <a:pt x="18" y="1899"/>
                  </a:cubicBezTo>
                  <a:cubicBezTo>
                    <a:pt x="18" y="1942"/>
                    <a:pt x="44" y="1968"/>
                    <a:pt x="52" y="2002"/>
                  </a:cubicBezTo>
                  <a:cubicBezTo>
                    <a:pt x="61" y="2037"/>
                    <a:pt x="52" y="2097"/>
                    <a:pt x="44" y="2131"/>
                  </a:cubicBezTo>
                  <a:cubicBezTo>
                    <a:pt x="35" y="2174"/>
                    <a:pt x="9" y="2226"/>
                    <a:pt x="1" y="2286"/>
                  </a:cubicBezTo>
                  <a:cubicBezTo>
                    <a:pt x="1" y="2320"/>
                    <a:pt x="9" y="2354"/>
                    <a:pt x="9" y="2397"/>
                  </a:cubicBezTo>
                  <a:cubicBezTo>
                    <a:pt x="26" y="2458"/>
                    <a:pt x="52" y="2501"/>
                    <a:pt x="78" y="2552"/>
                  </a:cubicBezTo>
                  <a:cubicBezTo>
                    <a:pt x="104" y="2612"/>
                    <a:pt x="69" y="2647"/>
                    <a:pt x="61" y="2707"/>
                  </a:cubicBezTo>
                  <a:cubicBezTo>
                    <a:pt x="52" y="2767"/>
                    <a:pt x="61" y="2836"/>
                    <a:pt x="69" y="2887"/>
                  </a:cubicBezTo>
                  <a:cubicBezTo>
                    <a:pt x="95" y="2982"/>
                    <a:pt x="138" y="3076"/>
                    <a:pt x="215" y="3136"/>
                  </a:cubicBezTo>
                  <a:cubicBezTo>
                    <a:pt x="233" y="3153"/>
                    <a:pt x="250" y="3171"/>
                    <a:pt x="267" y="3188"/>
                  </a:cubicBezTo>
                  <a:cubicBezTo>
                    <a:pt x="258" y="3171"/>
                    <a:pt x="258" y="3162"/>
                    <a:pt x="250" y="3145"/>
                  </a:cubicBezTo>
                  <a:cubicBezTo>
                    <a:pt x="241" y="3110"/>
                    <a:pt x="224" y="3076"/>
                    <a:pt x="215" y="3042"/>
                  </a:cubicBezTo>
                  <a:cubicBezTo>
                    <a:pt x="207" y="3016"/>
                    <a:pt x="207" y="2990"/>
                    <a:pt x="198" y="2964"/>
                  </a:cubicBezTo>
                  <a:cubicBezTo>
                    <a:pt x="198" y="2956"/>
                    <a:pt x="181" y="2939"/>
                    <a:pt x="181" y="2921"/>
                  </a:cubicBezTo>
                  <a:lnTo>
                    <a:pt x="198" y="2879"/>
                  </a:lnTo>
                  <a:cubicBezTo>
                    <a:pt x="250" y="2732"/>
                    <a:pt x="181" y="2586"/>
                    <a:pt x="181" y="2440"/>
                  </a:cubicBezTo>
                  <a:cubicBezTo>
                    <a:pt x="181" y="2354"/>
                    <a:pt x="198" y="2277"/>
                    <a:pt x="207" y="2200"/>
                  </a:cubicBezTo>
                  <a:cubicBezTo>
                    <a:pt x="207" y="2183"/>
                    <a:pt x="207" y="2157"/>
                    <a:pt x="207" y="2148"/>
                  </a:cubicBezTo>
                  <a:cubicBezTo>
                    <a:pt x="207" y="2140"/>
                    <a:pt x="215" y="2140"/>
                    <a:pt x="215" y="2122"/>
                  </a:cubicBezTo>
                  <a:lnTo>
                    <a:pt x="198" y="2114"/>
                  </a:lnTo>
                  <a:cubicBezTo>
                    <a:pt x="181" y="2071"/>
                    <a:pt x="181" y="2019"/>
                    <a:pt x="181" y="1976"/>
                  </a:cubicBezTo>
                  <a:cubicBezTo>
                    <a:pt x="164" y="1891"/>
                    <a:pt x="173" y="1796"/>
                    <a:pt x="233" y="1727"/>
                  </a:cubicBezTo>
                  <a:cubicBezTo>
                    <a:pt x="241" y="1710"/>
                    <a:pt x="250" y="1702"/>
                    <a:pt x="258" y="1684"/>
                  </a:cubicBezTo>
                  <a:cubicBezTo>
                    <a:pt x="258" y="1659"/>
                    <a:pt x="250" y="1641"/>
                    <a:pt x="250" y="1616"/>
                  </a:cubicBezTo>
                  <a:cubicBezTo>
                    <a:pt x="250" y="1598"/>
                    <a:pt x="250" y="1573"/>
                    <a:pt x="250" y="1547"/>
                  </a:cubicBezTo>
                  <a:cubicBezTo>
                    <a:pt x="258" y="1521"/>
                    <a:pt x="293" y="1495"/>
                    <a:pt x="301" y="1470"/>
                  </a:cubicBezTo>
                  <a:cubicBezTo>
                    <a:pt x="344" y="1418"/>
                    <a:pt x="405" y="1392"/>
                    <a:pt x="456" y="1349"/>
                  </a:cubicBezTo>
                  <a:cubicBezTo>
                    <a:pt x="465" y="1332"/>
                    <a:pt x="473" y="1323"/>
                    <a:pt x="482" y="1306"/>
                  </a:cubicBezTo>
                  <a:cubicBezTo>
                    <a:pt x="499" y="1289"/>
                    <a:pt x="490" y="1281"/>
                    <a:pt x="499" y="1255"/>
                  </a:cubicBezTo>
                  <a:cubicBezTo>
                    <a:pt x="499" y="1220"/>
                    <a:pt x="533" y="1195"/>
                    <a:pt x="559" y="1169"/>
                  </a:cubicBezTo>
                  <a:cubicBezTo>
                    <a:pt x="602" y="1134"/>
                    <a:pt x="636" y="1126"/>
                    <a:pt x="688" y="1126"/>
                  </a:cubicBezTo>
                  <a:cubicBezTo>
                    <a:pt x="697" y="1057"/>
                    <a:pt x="731" y="988"/>
                    <a:pt x="765" y="928"/>
                  </a:cubicBezTo>
                  <a:cubicBezTo>
                    <a:pt x="791" y="868"/>
                    <a:pt x="808" y="808"/>
                    <a:pt x="817" y="739"/>
                  </a:cubicBezTo>
                  <a:cubicBezTo>
                    <a:pt x="817" y="713"/>
                    <a:pt x="808" y="688"/>
                    <a:pt x="825" y="662"/>
                  </a:cubicBezTo>
                  <a:lnTo>
                    <a:pt x="825" y="645"/>
                  </a:lnTo>
                  <a:cubicBezTo>
                    <a:pt x="843" y="636"/>
                    <a:pt x="860" y="628"/>
                    <a:pt x="877" y="628"/>
                  </a:cubicBezTo>
                  <a:cubicBezTo>
                    <a:pt x="894" y="619"/>
                    <a:pt x="911" y="610"/>
                    <a:pt x="929" y="602"/>
                  </a:cubicBezTo>
                  <a:cubicBezTo>
                    <a:pt x="940" y="602"/>
                    <a:pt x="955" y="606"/>
                    <a:pt x="969" y="606"/>
                  </a:cubicBezTo>
                  <a:cubicBezTo>
                    <a:pt x="976" y="606"/>
                    <a:pt x="983" y="605"/>
                    <a:pt x="989" y="602"/>
                  </a:cubicBezTo>
                  <a:cubicBezTo>
                    <a:pt x="1006" y="593"/>
                    <a:pt x="1014" y="585"/>
                    <a:pt x="1023" y="576"/>
                  </a:cubicBezTo>
                  <a:cubicBezTo>
                    <a:pt x="1049" y="550"/>
                    <a:pt x="1075" y="542"/>
                    <a:pt x="1092" y="516"/>
                  </a:cubicBezTo>
                  <a:cubicBezTo>
                    <a:pt x="1118" y="490"/>
                    <a:pt x="1143" y="456"/>
                    <a:pt x="1161" y="430"/>
                  </a:cubicBezTo>
                  <a:cubicBezTo>
                    <a:pt x="1169" y="404"/>
                    <a:pt x="1178" y="387"/>
                    <a:pt x="1195" y="378"/>
                  </a:cubicBezTo>
                  <a:cubicBezTo>
                    <a:pt x="1212" y="361"/>
                    <a:pt x="1246" y="353"/>
                    <a:pt x="1272" y="353"/>
                  </a:cubicBezTo>
                  <a:cubicBezTo>
                    <a:pt x="1307" y="344"/>
                    <a:pt x="1332" y="335"/>
                    <a:pt x="1367" y="327"/>
                  </a:cubicBezTo>
                  <a:cubicBezTo>
                    <a:pt x="1410" y="310"/>
                    <a:pt x="1470" y="310"/>
                    <a:pt x="1496" y="267"/>
                  </a:cubicBezTo>
                  <a:cubicBezTo>
                    <a:pt x="1503" y="263"/>
                    <a:pt x="1516" y="261"/>
                    <a:pt x="1538" y="261"/>
                  </a:cubicBezTo>
                  <a:cubicBezTo>
                    <a:pt x="1570" y="261"/>
                    <a:pt x="1621" y="265"/>
                    <a:pt x="1702" y="275"/>
                  </a:cubicBezTo>
                  <a:cubicBezTo>
                    <a:pt x="1736" y="275"/>
                    <a:pt x="1994" y="301"/>
                    <a:pt x="2028" y="301"/>
                  </a:cubicBezTo>
                  <a:lnTo>
                    <a:pt x="2071" y="301"/>
                  </a:lnTo>
                  <a:cubicBezTo>
                    <a:pt x="2088" y="301"/>
                    <a:pt x="2106" y="293"/>
                    <a:pt x="2114" y="293"/>
                  </a:cubicBezTo>
                  <a:cubicBezTo>
                    <a:pt x="2131" y="301"/>
                    <a:pt x="2140" y="310"/>
                    <a:pt x="2149" y="318"/>
                  </a:cubicBezTo>
                  <a:cubicBezTo>
                    <a:pt x="2174" y="344"/>
                    <a:pt x="2200" y="378"/>
                    <a:pt x="2234" y="387"/>
                  </a:cubicBezTo>
                  <a:cubicBezTo>
                    <a:pt x="2277" y="404"/>
                    <a:pt x="2329" y="421"/>
                    <a:pt x="2372" y="421"/>
                  </a:cubicBezTo>
                  <a:cubicBezTo>
                    <a:pt x="2406" y="421"/>
                    <a:pt x="2441" y="396"/>
                    <a:pt x="2466" y="378"/>
                  </a:cubicBezTo>
                  <a:cubicBezTo>
                    <a:pt x="2484" y="370"/>
                    <a:pt x="2501" y="353"/>
                    <a:pt x="2518" y="353"/>
                  </a:cubicBezTo>
                  <a:lnTo>
                    <a:pt x="2544" y="370"/>
                  </a:lnTo>
                  <a:cubicBezTo>
                    <a:pt x="2561" y="387"/>
                    <a:pt x="2570" y="387"/>
                    <a:pt x="2587" y="396"/>
                  </a:cubicBezTo>
                  <a:cubicBezTo>
                    <a:pt x="2621" y="413"/>
                    <a:pt x="2655" y="430"/>
                    <a:pt x="2690" y="439"/>
                  </a:cubicBezTo>
                  <a:cubicBezTo>
                    <a:pt x="2724" y="447"/>
                    <a:pt x="2767" y="447"/>
                    <a:pt x="2793" y="464"/>
                  </a:cubicBezTo>
                  <a:lnTo>
                    <a:pt x="2819" y="490"/>
                  </a:lnTo>
                  <a:cubicBezTo>
                    <a:pt x="2836" y="499"/>
                    <a:pt x="2853" y="499"/>
                    <a:pt x="2870" y="507"/>
                  </a:cubicBezTo>
                  <a:cubicBezTo>
                    <a:pt x="2896" y="516"/>
                    <a:pt x="2913" y="524"/>
                    <a:pt x="2930" y="542"/>
                  </a:cubicBezTo>
                  <a:cubicBezTo>
                    <a:pt x="2956" y="550"/>
                    <a:pt x="2991" y="559"/>
                    <a:pt x="3008" y="567"/>
                  </a:cubicBezTo>
                  <a:cubicBezTo>
                    <a:pt x="3042" y="585"/>
                    <a:pt x="3068" y="610"/>
                    <a:pt x="3085" y="636"/>
                  </a:cubicBezTo>
                  <a:cubicBezTo>
                    <a:pt x="3102" y="653"/>
                    <a:pt x="3119" y="662"/>
                    <a:pt x="3137" y="679"/>
                  </a:cubicBezTo>
                  <a:cubicBezTo>
                    <a:pt x="3137" y="653"/>
                    <a:pt x="3137" y="628"/>
                    <a:pt x="3119" y="602"/>
                  </a:cubicBezTo>
                  <a:cubicBezTo>
                    <a:pt x="3094" y="567"/>
                    <a:pt x="3059" y="542"/>
                    <a:pt x="3033" y="499"/>
                  </a:cubicBezTo>
                  <a:cubicBezTo>
                    <a:pt x="3016" y="447"/>
                    <a:pt x="2991" y="421"/>
                    <a:pt x="2948" y="387"/>
                  </a:cubicBezTo>
                  <a:cubicBezTo>
                    <a:pt x="2862" y="335"/>
                    <a:pt x="2784" y="284"/>
                    <a:pt x="2698" y="232"/>
                  </a:cubicBezTo>
                  <a:cubicBezTo>
                    <a:pt x="2655" y="207"/>
                    <a:pt x="2621" y="215"/>
                    <a:pt x="2578" y="198"/>
                  </a:cubicBezTo>
                  <a:cubicBezTo>
                    <a:pt x="2544" y="189"/>
                    <a:pt x="2484" y="146"/>
                    <a:pt x="2466" y="146"/>
                  </a:cubicBezTo>
                  <a:cubicBezTo>
                    <a:pt x="2453" y="151"/>
                    <a:pt x="2440" y="153"/>
                    <a:pt x="2428" y="153"/>
                  </a:cubicBezTo>
                  <a:cubicBezTo>
                    <a:pt x="2393" y="153"/>
                    <a:pt x="2363" y="135"/>
                    <a:pt x="2338" y="104"/>
                  </a:cubicBezTo>
                  <a:cubicBezTo>
                    <a:pt x="2303" y="78"/>
                    <a:pt x="2286" y="52"/>
                    <a:pt x="2243" y="35"/>
                  </a:cubicBezTo>
                  <a:cubicBezTo>
                    <a:pt x="2229" y="32"/>
                    <a:pt x="2213" y="31"/>
                    <a:pt x="2196" y="31"/>
                  </a:cubicBezTo>
                  <a:cubicBezTo>
                    <a:pt x="2162" y="31"/>
                    <a:pt x="2126" y="35"/>
                    <a:pt x="2097" y="35"/>
                  </a:cubicBezTo>
                  <a:cubicBezTo>
                    <a:pt x="2071" y="26"/>
                    <a:pt x="2054" y="26"/>
                    <a:pt x="2028" y="26"/>
                  </a:cubicBezTo>
                  <a:lnTo>
                    <a:pt x="1994" y="2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5" name="Google Shape;16225;p54">
              <a:extLst>
                <a:ext uri="{FF2B5EF4-FFF2-40B4-BE49-F238E27FC236}">
                  <a16:creationId xmlns:a16="http://schemas.microsoft.com/office/drawing/2014/main" id="{0B3424B6-E53B-B554-1CE1-B01991EA58F2}"/>
                </a:ext>
              </a:extLst>
            </p:cNvPr>
            <p:cNvSpPr/>
            <p:nvPr/>
          </p:nvSpPr>
          <p:spPr>
            <a:xfrm>
              <a:off x="5169575" y="1242175"/>
              <a:ext cx="56300" cy="26450"/>
            </a:xfrm>
            <a:custGeom>
              <a:avLst/>
              <a:gdLst/>
              <a:ahLst/>
              <a:cxnLst/>
              <a:rect l="l" t="t" r="r" b="b"/>
              <a:pathLst>
                <a:path w="2252" h="1058" extrusionOk="0">
                  <a:moveTo>
                    <a:pt x="66" y="502"/>
                  </a:moveTo>
                  <a:cubicBezTo>
                    <a:pt x="56" y="513"/>
                    <a:pt x="49" y="526"/>
                    <a:pt x="45" y="539"/>
                  </a:cubicBezTo>
                  <a:lnTo>
                    <a:pt x="45" y="539"/>
                  </a:lnTo>
                  <a:cubicBezTo>
                    <a:pt x="52" y="528"/>
                    <a:pt x="58" y="516"/>
                    <a:pt x="66" y="502"/>
                  </a:cubicBezTo>
                  <a:close/>
                  <a:moveTo>
                    <a:pt x="45" y="539"/>
                  </a:moveTo>
                  <a:cubicBezTo>
                    <a:pt x="42" y="543"/>
                    <a:pt x="38" y="547"/>
                    <a:pt x="35" y="551"/>
                  </a:cubicBezTo>
                  <a:cubicBezTo>
                    <a:pt x="35" y="551"/>
                    <a:pt x="35" y="551"/>
                    <a:pt x="35" y="551"/>
                  </a:cubicBezTo>
                  <a:lnTo>
                    <a:pt x="35" y="551"/>
                  </a:lnTo>
                  <a:cubicBezTo>
                    <a:pt x="38" y="548"/>
                    <a:pt x="41" y="545"/>
                    <a:pt x="44" y="542"/>
                  </a:cubicBezTo>
                  <a:cubicBezTo>
                    <a:pt x="44" y="541"/>
                    <a:pt x="44" y="540"/>
                    <a:pt x="45" y="539"/>
                  </a:cubicBezTo>
                  <a:close/>
                  <a:moveTo>
                    <a:pt x="35" y="551"/>
                  </a:moveTo>
                  <a:lnTo>
                    <a:pt x="35" y="551"/>
                  </a:lnTo>
                  <a:cubicBezTo>
                    <a:pt x="19" y="568"/>
                    <a:pt x="1" y="589"/>
                    <a:pt x="1" y="611"/>
                  </a:cubicBezTo>
                  <a:cubicBezTo>
                    <a:pt x="1" y="594"/>
                    <a:pt x="26" y="568"/>
                    <a:pt x="35" y="551"/>
                  </a:cubicBezTo>
                  <a:close/>
                  <a:moveTo>
                    <a:pt x="1066" y="1"/>
                  </a:moveTo>
                  <a:cubicBezTo>
                    <a:pt x="1040" y="1"/>
                    <a:pt x="1014" y="9"/>
                    <a:pt x="997" y="9"/>
                  </a:cubicBezTo>
                  <a:cubicBezTo>
                    <a:pt x="980" y="14"/>
                    <a:pt x="965" y="14"/>
                    <a:pt x="951" y="14"/>
                  </a:cubicBezTo>
                  <a:cubicBezTo>
                    <a:pt x="937" y="14"/>
                    <a:pt x="924" y="14"/>
                    <a:pt x="911" y="18"/>
                  </a:cubicBezTo>
                  <a:cubicBezTo>
                    <a:pt x="894" y="18"/>
                    <a:pt x="868" y="18"/>
                    <a:pt x="860" y="27"/>
                  </a:cubicBezTo>
                  <a:cubicBezTo>
                    <a:pt x="825" y="44"/>
                    <a:pt x="817" y="61"/>
                    <a:pt x="782" y="70"/>
                  </a:cubicBezTo>
                  <a:cubicBezTo>
                    <a:pt x="714" y="87"/>
                    <a:pt x="654" y="95"/>
                    <a:pt x="585" y="104"/>
                  </a:cubicBezTo>
                  <a:cubicBezTo>
                    <a:pt x="559" y="104"/>
                    <a:pt x="525" y="121"/>
                    <a:pt x="499" y="138"/>
                  </a:cubicBezTo>
                  <a:cubicBezTo>
                    <a:pt x="482" y="147"/>
                    <a:pt x="490" y="164"/>
                    <a:pt x="482" y="173"/>
                  </a:cubicBezTo>
                  <a:cubicBezTo>
                    <a:pt x="473" y="216"/>
                    <a:pt x="430" y="233"/>
                    <a:pt x="396" y="259"/>
                  </a:cubicBezTo>
                  <a:cubicBezTo>
                    <a:pt x="353" y="284"/>
                    <a:pt x="310" y="319"/>
                    <a:pt x="258" y="345"/>
                  </a:cubicBezTo>
                  <a:cubicBezTo>
                    <a:pt x="190" y="370"/>
                    <a:pt x="112" y="422"/>
                    <a:pt x="78" y="482"/>
                  </a:cubicBezTo>
                  <a:cubicBezTo>
                    <a:pt x="73" y="489"/>
                    <a:pt x="70" y="495"/>
                    <a:pt x="66" y="502"/>
                  </a:cubicBezTo>
                  <a:lnTo>
                    <a:pt x="66" y="502"/>
                  </a:lnTo>
                  <a:cubicBezTo>
                    <a:pt x="74" y="493"/>
                    <a:pt x="84" y="486"/>
                    <a:pt x="95" y="482"/>
                  </a:cubicBezTo>
                  <a:cubicBezTo>
                    <a:pt x="104" y="473"/>
                    <a:pt x="121" y="465"/>
                    <a:pt x="138" y="456"/>
                  </a:cubicBezTo>
                  <a:cubicBezTo>
                    <a:pt x="172" y="448"/>
                    <a:pt x="207" y="448"/>
                    <a:pt x="233" y="439"/>
                  </a:cubicBezTo>
                  <a:cubicBezTo>
                    <a:pt x="276" y="422"/>
                    <a:pt x="310" y="405"/>
                    <a:pt x="336" y="388"/>
                  </a:cubicBezTo>
                  <a:cubicBezTo>
                    <a:pt x="344" y="379"/>
                    <a:pt x="355" y="377"/>
                    <a:pt x="366" y="377"/>
                  </a:cubicBezTo>
                  <a:cubicBezTo>
                    <a:pt x="376" y="377"/>
                    <a:pt x="387" y="379"/>
                    <a:pt x="396" y="379"/>
                  </a:cubicBezTo>
                  <a:cubicBezTo>
                    <a:pt x="422" y="379"/>
                    <a:pt x="439" y="379"/>
                    <a:pt x="465" y="370"/>
                  </a:cubicBezTo>
                  <a:cubicBezTo>
                    <a:pt x="482" y="362"/>
                    <a:pt x="507" y="362"/>
                    <a:pt x="525" y="353"/>
                  </a:cubicBezTo>
                  <a:cubicBezTo>
                    <a:pt x="533" y="345"/>
                    <a:pt x="542" y="336"/>
                    <a:pt x="559" y="336"/>
                  </a:cubicBezTo>
                  <a:lnTo>
                    <a:pt x="593" y="336"/>
                  </a:lnTo>
                  <a:cubicBezTo>
                    <a:pt x="611" y="327"/>
                    <a:pt x="619" y="319"/>
                    <a:pt x="628" y="319"/>
                  </a:cubicBezTo>
                  <a:cubicBezTo>
                    <a:pt x="645" y="310"/>
                    <a:pt x="662" y="310"/>
                    <a:pt x="679" y="302"/>
                  </a:cubicBezTo>
                  <a:lnTo>
                    <a:pt x="705" y="293"/>
                  </a:lnTo>
                  <a:cubicBezTo>
                    <a:pt x="731" y="284"/>
                    <a:pt x="757" y="284"/>
                    <a:pt x="782" y="276"/>
                  </a:cubicBezTo>
                  <a:cubicBezTo>
                    <a:pt x="800" y="267"/>
                    <a:pt x="817" y="267"/>
                    <a:pt x="834" y="267"/>
                  </a:cubicBezTo>
                  <a:cubicBezTo>
                    <a:pt x="843" y="267"/>
                    <a:pt x="860" y="259"/>
                    <a:pt x="868" y="250"/>
                  </a:cubicBezTo>
                  <a:lnTo>
                    <a:pt x="911" y="259"/>
                  </a:lnTo>
                  <a:lnTo>
                    <a:pt x="937" y="276"/>
                  </a:lnTo>
                  <a:cubicBezTo>
                    <a:pt x="963" y="293"/>
                    <a:pt x="989" y="302"/>
                    <a:pt x="1014" y="310"/>
                  </a:cubicBezTo>
                  <a:cubicBezTo>
                    <a:pt x="1032" y="310"/>
                    <a:pt x="1057" y="327"/>
                    <a:pt x="1075" y="327"/>
                  </a:cubicBezTo>
                  <a:lnTo>
                    <a:pt x="1117" y="319"/>
                  </a:lnTo>
                  <a:lnTo>
                    <a:pt x="1169" y="302"/>
                  </a:lnTo>
                  <a:lnTo>
                    <a:pt x="1186" y="293"/>
                  </a:lnTo>
                  <a:cubicBezTo>
                    <a:pt x="1190" y="291"/>
                    <a:pt x="1193" y="291"/>
                    <a:pt x="1197" y="291"/>
                  </a:cubicBezTo>
                  <a:cubicBezTo>
                    <a:pt x="1214" y="291"/>
                    <a:pt x="1234" y="302"/>
                    <a:pt x="1255" y="302"/>
                  </a:cubicBezTo>
                  <a:cubicBezTo>
                    <a:pt x="1315" y="310"/>
                    <a:pt x="1375" y="336"/>
                    <a:pt x="1444" y="353"/>
                  </a:cubicBezTo>
                  <a:cubicBezTo>
                    <a:pt x="1504" y="362"/>
                    <a:pt x="1573" y="396"/>
                    <a:pt x="1616" y="430"/>
                  </a:cubicBezTo>
                  <a:cubicBezTo>
                    <a:pt x="1650" y="448"/>
                    <a:pt x="1676" y="482"/>
                    <a:pt x="1710" y="499"/>
                  </a:cubicBezTo>
                  <a:cubicBezTo>
                    <a:pt x="1727" y="508"/>
                    <a:pt x="1745" y="516"/>
                    <a:pt x="1762" y="525"/>
                  </a:cubicBezTo>
                  <a:cubicBezTo>
                    <a:pt x="1796" y="534"/>
                    <a:pt x="1831" y="559"/>
                    <a:pt x="1856" y="585"/>
                  </a:cubicBezTo>
                  <a:cubicBezTo>
                    <a:pt x="1891" y="611"/>
                    <a:pt x="1908" y="637"/>
                    <a:pt x="1925" y="671"/>
                  </a:cubicBezTo>
                  <a:cubicBezTo>
                    <a:pt x="1934" y="688"/>
                    <a:pt x="1934" y="714"/>
                    <a:pt x="1942" y="723"/>
                  </a:cubicBezTo>
                  <a:cubicBezTo>
                    <a:pt x="1968" y="748"/>
                    <a:pt x="2002" y="766"/>
                    <a:pt x="2020" y="791"/>
                  </a:cubicBezTo>
                  <a:cubicBezTo>
                    <a:pt x="2045" y="808"/>
                    <a:pt x="2071" y="834"/>
                    <a:pt x="2088" y="869"/>
                  </a:cubicBezTo>
                  <a:cubicBezTo>
                    <a:pt x="2114" y="894"/>
                    <a:pt x="2123" y="937"/>
                    <a:pt x="2157" y="955"/>
                  </a:cubicBezTo>
                  <a:cubicBezTo>
                    <a:pt x="2183" y="972"/>
                    <a:pt x="2217" y="997"/>
                    <a:pt x="2234" y="1023"/>
                  </a:cubicBezTo>
                  <a:lnTo>
                    <a:pt x="2252" y="1058"/>
                  </a:lnTo>
                  <a:cubicBezTo>
                    <a:pt x="2252" y="1032"/>
                    <a:pt x="2234" y="1015"/>
                    <a:pt x="2226" y="997"/>
                  </a:cubicBezTo>
                  <a:cubicBezTo>
                    <a:pt x="2217" y="980"/>
                    <a:pt x="2209" y="972"/>
                    <a:pt x="2209" y="963"/>
                  </a:cubicBezTo>
                  <a:cubicBezTo>
                    <a:pt x="2209" y="937"/>
                    <a:pt x="2217" y="920"/>
                    <a:pt x="2209" y="903"/>
                  </a:cubicBezTo>
                  <a:cubicBezTo>
                    <a:pt x="2200" y="877"/>
                    <a:pt x="2191" y="860"/>
                    <a:pt x="2183" y="834"/>
                  </a:cubicBezTo>
                  <a:cubicBezTo>
                    <a:pt x="2174" y="817"/>
                    <a:pt x="2166" y="791"/>
                    <a:pt x="2157" y="774"/>
                  </a:cubicBezTo>
                  <a:cubicBezTo>
                    <a:pt x="2148" y="757"/>
                    <a:pt x="2140" y="731"/>
                    <a:pt x="2131" y="714"/>
                  </a:cubicBezTo>
                  <a:cubicBezTo>
                    <a:pt x="2114" y="680"/>
                    <a:pt x="2114" y="654"/>
                    <a:pt x="2097" y="619"/>
                  </a:cubicBezTo>
                  <a:cubicBezTo>
                    <a:pt x="2088" y="602"/>
                    <a:pt x="2063" y="568"/>
                    <a:pt x="2045" y="542"/>
                  </a:cubicBezTo>
                  <a:cubicBezTo>
                    <a:pt x="2037" y="534"/>
                    <a:pt x="2020" y="525"/>
                    <a:pt x="2002" y="516"/>
                  </a:cubicBezTo>
                  <a:cubicBezTo>
                    <a:pt x="1977" y="499"/>
                    <a:pt x="1959" y="473"/>
                    <a:pt x="1942" y="456"/>
                  </a:cubicBezTo>
                  <a:lnTo>
                    <a:pt x="1934" y="422"/>
                  </a:lnTo>
                  <a:cubicBezTo>
                    <a:pt x="1925" y="405"/>
                    <a:pt x="1908" y="396"/>
                    <a:pt x="1891" y="388"/>
                  </a:cubicBezTo>
                  <a:cubicBezTo>
                    <a:pt x="1874" y="370"/>
                    <a:pt x="1874" y="353"/>
                    <a:pt x="1856" y="327"/>
                  </a:cubicBezTo>
                  <a:cubicBezTo>
                    <a:pt x="1839" y="293"/>
                    <a:pt x="1822" y="250"/>
                    <a:pt x="1788" y="216"/>
                  </a:cubicBezTo>
                  <a:cubicBezTo>
                    <a:pt x="1770" y="198"/>
                    <a:pt x="1745" y="190"/>
                    <a:pt x="1727" y="181"/>
                  </a:cubicBezTo>
                  <a:cubicBezTo>
                    <a:pt x="1710" y="173"/>
                    <a:pt x="1693" y="164"/>
                    <a:pt x="1684" y="156"/>
                  </a:cubicBezTo>
                  <a:lnTo>
                    <a:pt x="1650" y="156"/>
                  </a:lnTo>
                  <a:lnTo>
                    <a:pt x="1616" y="147"/>
                  </a:lnTo>
                  <a:cubicBezTo>
                    <a:pt x="1581" y="147"/>
                    <a:pt x="1547" y="147"/>
                    <a:pt x="1521" y="138"/>
                  </a:cubicBezTo>
                  <a:cubicBezTo>
                    <a:pt x="1487" y="130"/>
                    <a:pt x="1453" y="130"/>
                    <a:pt x="1427" y="104"/>
                  </a:cubicBezTo>
                  <a:cubicBezTo>
                    <a:pt x="1410" y="87"/>
                    <a:pt x="1401" y="78"/>
                    <a:pt x="1375" y="70"/>
                  </a:cubicBezTo>
                  <a:cubicBezTo>
                    <a:pt x="1349" y="52"/>
                    <a:pt x="1324" y="35"/>
                    <a:pt x="1298" y="27"/>
                  </a:cubicBezTo>
                  <a:cubicBezTo>
                    <a:pt x="1264" y="9"/>
                    <a:pt x="1221" y="9"/>
                    <a:pt x="117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6" name="Google Shape;16226;p54">
              <a:extLst>
                <a:ext uri="{FF2B5EF4-FFF2-40B4-BE49-F238E27FC236}">
                  <a16:creationId xmlns:a16="http://schemas.microsoft.com/office/drawing/2014/main" id="{8FC5A978-C6B8-3D6B-BC35-362B92FA7493}"/>
                </a:ext>
              </a:extLst>
            </p:cNvPr>
            <p:cNvSpPr/>
            <p:nvPr/>
          </p:nvSpPr>
          <p:spPr>
            <a:xfrm>
              <a:off x="5157250" y="1266250"/>
              <a:ext cx="45425" cy="58950"/>
            </a:xfrm>
            <a:custGeom>
              <a:avLst/>
              <a:gdLst/>
              <a:ahLst/>
              <a:cxnLst/>
              <a:rect l="l" t="t" r="r" b="b"/>
              <a:pathLst>
                <a:path w="1817" h="2358" extrusionOk="0">
                  <a:moveTo>
                    <a:pt x="390" y="0"/>
                  </a:moveTo>
                  <a:cubicBezTo>
                    <a:pt x="373" y="17"/>
                    <a:pt x="356" y="43"/>
                    <a:pt x="348" y="69"/>
                  </a:cubicBezTo>
                  <a:cubicBezTo>
                    <a:pt x="339" y="95"/>
                    <a:pt x="322" y="129"/>
                    <a:pt x="305" y="155"/>
                  </a:cubicBezTo>
                  <a:cubicBezTo>
                    <a:pt x="270" y="206"/>
                    <a:pt x="201" y="258"/>
                    <a:pt x="150" y="301"/>
                  </a:cubicBezTo>
                  <a:cubicBezTo>
                    <a:pt x="98" y="344"/>
                    <a:pt x="64" y="395"/>
                    <a:pt x="47" y="455"/>
                  </a:cubicBezTo>
                  <a:cubicBezTo>
                    <a:pt x="38" y="498"/>
                    <a:pt x="12" y="541"/>
                    <a:pt x="12" y="584"/>
                  </a:cubicBezTo>
                  <a:cubicBezTo>
                    <a:pt x="12" y="619"/>
                    <a:pt x="21" y="644"/>
                    <a:pt x="21" y="670"/>
                  </a:cubicBezTo>
                  <a:cubicBezTo>
                    <a:pt x="12" y="687"/>
                    <a:pt x="12" y="713"/>
                    <a:pt x="12" y="730"/>
                  </a:cubicBezTo>
                  <a:cubicBezTo>
                    <a:pt x="12" y="756"/>
                    <a:pt x="4" y="791"/>
                    <a:pt x="21" y="816"/>
                  </a:cubicBezTo>
                  <a:cubicBezTo>
                    <a:pt x="21" y="833"/>
                    <a:pt x="38" y="851"/>
                    <a:pt x="38" y="868"/>
                  </a:cubicBezTo>
                  <a:cubicBezTo>
                    <a:pt x="38" y="885"/>
                    <a:pt x="38" y="902"/>
                    <a:pt x="38" y="911"/>
                  </a:cubicBezTo>
                  <a:cubicBezTo>
                    <a:pt x="25" y="905"/>
                    <a:pt x="17" y="903"/>
                    <a:pt x="12" y="903"/>
                  </a:cubicBezTo>
                  <a:cubicBezTo>
                    <a:pt x="1" y="903"/>
                    <a:pt x="7" y="913"/>
                    <a:pt x="12" y="919"/>
                  </a:cubicBezTo>
                  <a:cubicBezTo>
                    <a:pt x="12" y="945"/>
                    <a:pt x="21" y="971"/>
                    <a:pt x="30" y="997"/>
                  </a:cubicBezTo>
                  <a:cubicBezTo>
                    <a:pt x="47" y="1040"/>
                    <a:pt x="55" y="1083"/>
                    <a:pt x="73" y="1134"/>
                  </a:cubicBezTo>
                  <a:cubicBezTo>
                    <a:pt x="81" y="1169"/>
                    <a:pt x="98" y="1194"/>
                    <a:pt x="116" y="1229"/>
                  </a:cubicBezTo>
                  <a:cubicBezTo>
                    <a:pt x="141" y="1272"/>
                    <a:pt x="159" y="1323"/>
                    <a:pt x="176" y="1375"/>
                  </a:cubicBezTo>
                  <a:cubicBezTo>
                    <a:pt x="184" y="1409"/>
                    <a:pt x="201" y="1435"/>
                    <a:pt x="219" y="1461"/>
                  </a:cubicBezTo>
                  <a:cubicBezTo>
                    <a:pt x="236" y="1486"/>
                    <a:pt x="262" y="1495"/>
                    <a:pt x="279" y="1521"/>
                  </a:cubicBezTo>
                  <a:cubicBezTo>
                    <a:pt x="305" y="1538"/>
                    <a:pt x="322" y="1572"/>
                    <a:pt x="348" y="1598"/>
                  </a:cubicBezTo>
                  <a:cubicBezTo>
                    <a:pt x="373" y="1632"/>
                    <a:pt x="390" y="1667"/>
                    <a:pt x="433" y="1693"/>
                  </a:cubicBezTo>
                  <a:cubicBezTo>
                    <a:pt x="468" y="1727"/>
                    <a:pt x="528" y="1761"/>
                    <a:pt x="545" y="1796"/>
                  </a:cubicBezTo>
                  <a:cubicBezTo>
                    <a:pt x="571" y="1830"/>
                    <a:pt x="588" y="1873"/>
                    <a:pt x="597" y="1907"/>
                  </a:cubicBezTo>
                  <a:cubicBezTo>
                    <a:pt x="597" y="1925"/>
                    <a:pt x="605" y="1942"/>
                    <a:pt x="614" y="1959"/>
                  </a:cubicBezTo>
                  <a:lnTo>
                    <a:pt x="631" y="2002"/>
                  </a:lnTo>
                  <a:lnTo>
                    <a:pt x="665" y="2028"/>
                  </a:lnTo>
                  <a:cubicBezTo>
                    <a:pt x="691" y="2045"/>
                    <a:pt x="708" y="2045"/>
                    <a:pt x="734" y="2062"/>
                  </a:cubicBezTo>
                  <a:cubicBezTo>
                    <a:pt x="769" y="2079"/>
                    <a:pt x="751" y="2114"/>
                    <a:pt x="777" y="2131"/>
                  </a:cubicBezTo>
                  <a:cubicBezTo>
                    <a:pt x="794" y="2139"/>
                    <a:pt x="803" y="2139"/>
                    <a:pt x="820" y="2139"/>
                  </a:cubicBezTo>
                  <a:lnTo>
                    <a:pt x="846" y="2157"/>
                  </a:lnTo>
                  <a:cubicBezTo>
                    <a:pt x="872" y="2174"/>
                    <a:pt x="906" y="2217"/>
                    <a:pt x="940" y="2225"/>
                  </a:cubicBezTo>
                  <a:cubicBezTo>
                    <a:pt x="975" y="2242"/>
                    <a:pt x="1026" y="2268"/>
                    <a:pt x="1061" y="2294"/>
                  </a:cubicBezTo>
                  <a:cubicBezTo>
                    <a:pt x="1064" y="2296"/>
                    <a:pt x="1070" y="2297"/>
                    <a:pt x="1076" y="2297"/>
                  </a:cubicBezTo>
                  <a:cubicBezTo>
                    <a:pt x="1095" y="2297"/>
                    <a:pt x="1121" y="2292"/>
                    <a:pt x="1139" y="2292"/>
                  </a:cubicBezTo>
                  <a:cubicBezTo>
                    <a:pt x="1146" y="2292"/>
                    <a:pt x="1151" y="2292"/>
                    <a:pt x="1155" y="2294"/>
                  </a:cubicBezTo>
                  <a:cubicBezTo>
                    <a:pt x="1172" y="2303"/>
                    <a:pt x="1189" y="2311"/>
                    <a:pt x="1198" y="2320"/>
                  </a:cubicBezTo>
                  <a:cubicBezTo>
                    <a:pt x="1216" y="2329"/>
                    <a:pt x="1235" y="2332"/>
                    <a:pt x="1253" y="2332"/>
                  </a:cubicBezTo>
                  <a:cubicBezTo>
                    <a:pt x="1279" y="2332"/>
                    <a:pt x="1306" y="2327"/>
                    <a:pt x="1334" y="2327"/>
                  </a:cubicBezTo>
                  <a:cubicBezTo>
                    <a:pt x="1343" y="2327"/>
                    <a:pt x="1352" y="2327"/>
                    <a:pt x="1361" y="2328"/>
                  </a:cubicBezTo>
                  <a:cubicBezTo>
                    <a:pt x="1404" y="2337"/>
                    <a:pt x="1439" y="2354"/>
                    <a:pt x="1482" y="2354"/>
                  </a:cubicBezTo>
                  <a:cubicBezTo>
                    <a:pt x="1487" y="2357"/>
                    <a:pt x="1492" y="2358"/>
                    <a:pt x="1497" y="2358"/>
                  </a:cubicBezTo>
                  <a:cubicBezTo>
                    <a:pt x="1509" y="2358"/>
                    <a:pt x="1521" y="2352"/>
                    <a:pt x="1533" y="2346"/>
                  </a:cubicBezTo>
                  <a:cubicBezTo>
                    <a:pt x="1568" y="2337"/>
                    <a:pt x="1593" y="2337"/>
                    <a:pt x="1619" y="2328"/>
                  </a:cubicBezTo>
                  <a:cubicBezTo>
                    <a:pt x="1636" y="2324"/>
                    <a:pt x="1651" y="2324"/>
                    <a:pt x="1665" y="2324"/>
                  </a:cubicBezTo>
                  <a:cubicBezTo>
                    <a:pt x="1679" y="2324"/>
                    <a:pt x="1692" y="2324"/>
                    <a:pt x="1705" y="2320"/>
                  </a:cubicBezTo>
                  <a:cubicBezTo>
                    <a:pt x="1731" y="2320"/>
                    <a:pt x="1817" y="2303"/>
                    <a:pt x="1817" y="2277"/>
                  </a:cubicBezTo>
                  <a:cubicBezTo>
                    <a:pt x="1774" y="2268"/>
                    <a:pt x="1722" y="2268"/>
                    <a:pt x="1679" y="2268"/>
                  </a:cubicBezTo>
                  <a:cubicBezTo>
                    <a:pt x="1645" y="2268"/>
                    <a:pt x="1621" y="2257"/>
                    <a:pt x="1591" y="2257"/>
                  </a:cubicBezTo>
                  <a:cubicBezTo>
                    <a:pt x="1584" y="2257"/>
                    <a:pt x="1576" y="2258"/>
                    <a:pt x="1568" y="2260"/>
                  </a:cubicBezTo>
                  <a:cubicBezTo>
                    <a:pt x="1547" y="2260"/>
                    <a:pt x="1532" y="2271"/>
                    <a:pt x="1513" y="2271"/>
                  </a:cubicBezTo>
                  <a:cubicBezTo>
                    <a:pt x="1509" y="2271"/>
                    <a:pt x="1504" y="2270"/>
                    <a:pt x="1499" y="2268"/>
                  </a:cubicBezTo>
                  <a:cubicBezTo>
                    <a:pt x="1482" y="2268"/>
                    <a:pt x="1464" y="2260"/>
                    <a:pt x="1447" y="2251"/>
                  </a:cubicBezTo>
                  <a:lnTo>
                    <a:pt x="1413" y="2251"/>
                  </a:lnTo>
                  <a:lnTo>
                    <a:pt x="1387" y="2242"/>
                  </a:lnTo>
                  <a:cubicBezTo>
                    <a:pt x="1361" y="2234"/>
                    <a:pt x="1353" y="2234"/>
                    <a:pt x="1336" y="2217"/>
                  </a:cubicBezTo>
                  <a:cubicBezTo>
                    <a:pt x="1310" y="2208"/>
                    <a:pt x="1275" y="2191"/>
                    <a:pt x="1241" y="2182"/>
                  </a:cubicBezTo>
                  <a:cubicBezTo>
                    <a:pt x="1207" y="2174"/>
                    <a:pt x="1172" y="2157"/>
                    <a:pt x="1138" y="2139"/>
                  </a:cubicBezTo>
                  <a:cubicBezTo>
                    <a:pt x="1104" y="2122"/>
                    <a:pt x="1069" y="2105"/>
                    <a:pt x="1035" y="2088"/>
                  </a:cubicBezTo>
                  <a:cubicBezTo>
                    <a:pt x="1000" y="2079"/>
                    <a:pt x="966" y="2053"/>
                    <a:pt x="932" y="2028"/>
                  </a:cubicBezTo>
                  <a:cubicBezTo>
                    <a:pt x="889" y="2011"/>
                    <a:pt x="863" y="1993"/>
                    <a:pt x="829" y="1968"/>
                  </a:cubicBezTo>
                  <a:cubicBezTo>
                    <a:pt x="811" y="1950"/>
                    <a:pt x="794" y="1942"/>
                    <a:pt x="786" y="1933"/>
                  </a:cubicBezTo>
                  <a:cubicBezTo>
                    <a:pt x="769" y="1907"/>
                    <a:pt x="760" y="1882"/>
                    <a:pt x="743" y="1856"/>
                  </a:cubicBezTo>
                  <a:cubicBezTo>
                    <a:pt x="717" y="1822"/>
                    <a:pt x="683" y="1787"/>
                    <a:pt x="657" y="1744"/>
                  </a:cubicBezTo>
                  <a:cubicBezTo>
                    <a:pt x="640" y="1718"/>
                    <a:pt x="605" y="1684"/>
                    <a:pt x="579" y="1658"/>
                  </a:cubicBezTo>
                  <a:cubicBezTo>
                    <a:pt x="554" y="1615"/>
                    <a:pt x="528" y="1572"/>
                    <a:pt x="511" y="1529"/>
                  </a:cubicBezTo>
                  <a:cubicBezTo>
                    <a:pt x="485" y="1486"/>
                    <a:pt x="476" y="1443"/>
                    <a:pt x="459" y="1401"/>
                  </a:cubicBezTo>
                  <a:cubicBezTo>
                    <a:pt x="442" y="1383"/>
                    <a:pt x="442" y="1375"/>
                    <a:pt x="433" y="1349"/>
                  </a:cubicBezTo>
                  <a:lnTo>
                    <a:pt x="433" y="1323"/>
                  </a:lnTo>
                  <a:lnTo>
                    <a:pt x="433" y="1289"/>
                  </a:lnTo>
                  <a:cubicBezTo>
                    <a:pt x="416" y="1220"/>
                    <a:pt x="390" y="1151"/>
                    <a:pt x="365" y="1083"/>
                  </a:cubicBezTo>
                  <a:cubicBezTo>
                    <a:pt x="356" y="1048"/>
                    <a:pt x="365" y="1023"/>
                    <a:pt x="356" y="997"/>
                  </a:cubicBezTo>
                  <a:cubicBezTo>
                    <a:pt x="356" y="971"/>
                    <a:pt x="348" y="945"/>
                    <a:pt x="348" y="919"/>
                  </a:cubicBezTo>
                  <a:cubicBezTo>
                    <a:pt x="339" y="851"/>
                    <a:pt x="322" y="782"/>
                    <a:pt x="287" y="722"/>
                  </a:cubicBezTo>
                  <a:cubicBezTo>
                    <a:pt x="270" y="696"/>
                    <a:pt x="253" y="679"/>
                    <a:pt x="253" y="644"/>
                  </a:cubicBezTo>
                  <a:cubicBezTo>
                    <a:pt x="244" y="584"/>
                    <a:pt x="253" y="524"/>
                    <a:pt x="253" y="464"/>
                  </a:cubicBezTo>
                  <a:cubicBezTo>
                    <a:pt x="253" y="413"/>
                    <a:pt x="262" y="370"/>
                    <a:pt x="279" y="327"/>
                  </a:cubicBezTo>
                  <a:cubicBezTo>
                    <a:pt x="296" y="292"/>
                    <a:pt x="322" y="258"/>
                    <a:pt x="330" y="224"/>
                  </a:cubicBezTo>
                  <a:cubicBezTo>
                    <a:pt x="348" y="172"/>
                    <a:pt x="348" y="129"/>
                    <a:pt x="365" y="77"/>
                  </a:cubicBezTo>
                  <a:cubicBezTo>
                    <a:pt x="373" y="52"/>
                    <a:pt x="373" y="17"/>
                    <a:pt x="39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7" name="Google Shape;16227;p54">
              <a:extLst>
                <a:ext uri="{FF2B5EF4-FFF2-40B4-BE49-F238E27FC236}">
                  <a16:creationId xmlns:a16="http://schemas.microsoft.com/office/drawing/2014/main" id="{8DD926E2-43A3-C3AC-7908-FF8982270656}"/>
                </a:ext>
              </a:extLst>
            </p:cNvPr>
            <p:cNvSpPr/>
            <p:nvPr/>
          </p:nvSpPr>
          <p:spPr>
            <a:xfrm>
              <a:off x="5169150" y="1253900"/>
              <a:ext cx="42125" cy="24175"/>
            </a:xfrm>
            <a:custGeom>
              <a:avLst/>
              <a:gdLst/>
              <a:ahLst/>
              <a:cxnLst/>
              <a:rect l="l" t="t" r="r" b="b"/>
              <a:pathLst>
                <a:path w="1685" h="967" extrusionOk="0">
                  <a:moveTo>
                    <a:pt x="1002" y="1"/>
                  </a:moveTo>
                  <a:cubicBezTo>
                    <a:pt x="973" y="1"/>
                    <a:pt x="944" y="7"/>
                    <a:pt x="920" y="13"/>
                  </a:cubicBezTo>
                  <a:cubicBezTo>
                    <a:pt x="877" y="22"/>
                    <a:pt x="842" y="22"/>
                    <a:pt x="799" y="22"/>
                  </a:cubicBezTo>
                  <a:cubicBezTo>
                    <a:pt x="791" y="26"/>
                    <a:pt x="782" y="26"/>
                    <a:pt x="774" y="26"/>
                  </a:cubicBezTo>
                  <a:cubicBezTo>
                    <a:pt x="765" y="26"/>
                    <a:pt x="756" y="26"/>
                    <a:pt x="748" y="30"/>
                  </a:cubicBezTo>
                  <a:cubicBezTo>
                    <a:pt x="696" y="56"/>
                    <a:pt x="645" y="65"/>
                    <a:pt x="593" y="82"/>
                  </a:cubicBezTo>
                  <a:cubicBezTo>
                    <a:pt x="559" y="90"/>
                    <a:pt x="524" y="108"/>
                    <a:pt x="490" y="125"/>
                  </a:cubicBezTo>
                  <a:lnTo>
                    <a:pt x="464" y="133"/>
                  </a:lnTo>
                  <a:cubicBezTo>
                    <a:pt x="456" y="150"/>
                    <a:pt x="447" y="168"/>
                    <a:pt x="447" y="176"/>
                  </a:cubicBezTo>
                  <a:cubicBezTo>
                    <a:pt x="439" y="219"/>
                    <a:pt x="404" y="219"/>
                    <a:pt x="370" y="228"/>
                  </a:cubicBezTo>
                  <a:cubicBezTo>
                    <a:pt x="318" y="245"/>
                    <a:pt x="275" y="262"/>
                    <a:pt x="241" y="297"/>
                  </a:cubicBezTo>
                  <a:cubicBezTo>
                    <a:pt x="215" y="322"/>
                    <a:pt x="198" y="357"/>
                    <a:pt x="181" y="382"/>
                  </a:cubicBezTo>
                  <a:cubicBezTo>
                    <a:pt x="155" y="425"/>
                    <a:pt x="121" y="460"/>
                    <a:pt x="112" y="511"/>
                  </a:cubicBezTo>
                  <a:cubicBezTo>
                    <a:pt x="112" y="520"/>
                    <a:pt x="104" y="561"/>
                    <a:pt x="87" y="563"/>
                  </a:cubicBezTo>
                  <a:lnTo>
                    <a:pt x="87" y="563"/>
                  </a:lnTo>
                  <a:cubicBezTo>
                    <a:pt x="88" y="561"/>
                    <a:pt x="89" y="561"/>
                    <a:pt x="89" y="561"/>
                  </a:cubicBezTo>
                  <a:lnTo>
                    <a:pt x="89" y="561"/>
                  </a:lnTo>
                  <a:cubicBezTo>
                    <a:pt x="89" y="561"/>
                    <a:pt x="88" y="561"/>
                    <a:pt x="86" y="563"/>
                  </a:cubicBezTo>
                  <a:cubicBezTo>
                    <a:pt x="87" y="563"/>
                    <a:pt x="87" y="563"/>
                    <a:pt x="87" y="563"/>
                  </a:cubicBezTo>
                  <a:lnTo>
                    <a:pt x="87" y="563"/>
                  </a:lnTo>
                  <a:cubicBezTo>
                    <a:pt x="84" y="568"/>
                    <a:pt x="75" y="581"/>
                    <a:pt x="69" y="597"/>
                  </a:cubicBezTo>
                  <a:cubicBezTo>
                    <a:pt x="52" y="649"/>
                    <a:pt x="18" y="692"/>
                    <a:pt x="26" y="743"/>
                  </a:cubicBezTo>
                  <a:cubicBezTo>
                    <a:pt x="35" y="795"/>
                    <a:pt x="0" y="864"/>
                    <a:pt x="18" y="907"/>
                  </a:cubicBezTo>
                  <a:lnTo>
                    <a:pt x="35" y="932"/>
                  </a:lnTo>
                  <a:lnTo>
                    <a:pt x="43" y="967"/>
                  </a:lnTo>
                  <a:lnTo>
                    <a:pt x="43" y="924"/>
                  </a:lnTo>
                  <a:lnTo>
                    <a:pt x="78" y="812"/>
                  </a:lnTo>
                  <a:cubicBezTo>
                    <a:pt x="103" y="760"/>
                    <a:pt x="146" y="760"/>
                    <a:pt x="164" y="709"/>
                  </a:cubicBezTo>
                  <a:cubicBezTo>
                    <a:pt x="181" y="649"/>
                    <a:pt x="215" y="632"/>
                    <a:pt x="267" y="606"/>
                  </a:cubicBezTo>
                  <a:cubicBezTo>
                    <a:pt x="293" y="597"/>
                    <a:pt x="310" y="580"/>
                    <a:pt x="327" y="563"/>
                  </a:cubicBezTo>
                  <a:cubicBezTo>
                    <a:pt x="344" y="546"/>
                    <a:pt x="361" y="537"/>
                    <a:pt x="378" y="520"/>
                  </a:cubicBezTo>
                  <a:cubicBezTo>
                    <a:pt x="387" y="494"/>
                    <a:pt x="396" y="468"/>
                    <a:pt x="421" y="451"/>
                  </a:cubicBezTo>
                  <a:cubicBezTo>
                    <a:pt x="447" y="434"/>
                    <a:pt x="482" y="434"/>
                    <a:pt x="507" y="425"/>
                  </a:cubicBezTo>
                  <a:cubicBezTo>
                    <a:pt x="524" y="408"/>
                    <a:pt x="542" y="400"/>
                    <a:pt x="567" y="391"/>
                  </a:cubicBezTo>
                  <a:cubicBezTo>
                    <a:pt x="602" y="374"/>
                    <a:pt x="628" y="339"/>
                    <a:pt x="662" y="322"/>
                  </a:cubicBezTo>
                  <a:cubicBezTo>
                    <a:pt x="688" y="305"/>
                    <a:pt x="705" y="297"/>
                    <a:pt x="739" y="297"/>
                  </a:cubicBezTo>
                  <a:cubicBezTo>
                    <a:pt x="791" y="297"/>
                    <a:pt x="842" y="279"/>
                    <a:pt x="885" y="271"/>
                  </a:cubicBezTo>
                  <a:cubicBezTo>
                    <a:pt x="945" y="262"/>
                    <a:pt x="1006" y="262"/>
                    <a:pt x="1057" y="245"/>
                  </a:cubicBezTo>
                  <a:cubicBezTo>
                    <a:pt x="1081" y="239"/>
                    <a:pt x="1110" y="233"/>
                    <a:pt x="1134" y="233"/>
                  </a:cubicBezTo>
                  <a:cubicBezTo>
                    <a:pt x="1144" y="233"/>
                    <a:pt x="1153" y="234"/>
                    <a:pt x="1160" y="236"/>
                  </a:cubicBezTo>
                  <a:lnTo>
                    <a:pt x="1186" y="254"/>
                  </a:lnTo>
                  <a:cubicBezTo>
                    <a:pt x="1238" y="271"/>
                    <a:pt x="1298" y="271"/>
                    <a:pt x="1349" y="271"/>
                  </a:cubicBezTo>
                  <a:cubicBezTo>
                    <a:pt x="1384" y="271"/>
                    <a:pt x="1401" y="262"/>
                    <a:pt x="1435" y="254"/>
                  </a:cubicBezTo>
                  <a:cubicBezTo>
                    <a:pt x="1440" y="252"/>
                    <a:pt x="1445" y="251"/>
                    <a:pt x="1451" y="251"/>
                  </a:cubicBezTo>
                  <a:cubicBezTo>
                    <a:pt x="1472" y="251"/>
                    <a:pt x="1494" y="262"/>
                    <a:pt x="1521" y="262"/>
                  </a:cubicBezTo>
                  <a:cubicBezTo>
                    <a:pt x="1573" y="279"/>
                    <a:pt x="1633" y="279"/>
                    <a:pt x="1684" y="305"/>
                  </a:cubicBezTo>
                  <a:cubicBezTo>
                    <a:pt x="1659" y="271"/>
                    <a:pt x="1633" y="245"/>
                    <a:pt x="1598" y="228"/>
                  </a:cubicBezTo>
                  <a:cubicBezTo>
                    <a:pt x="1573" y="211"/>
                    <a:pt x="1547" y="193"/>
                    <a:pt x="1530" y="176"/>
                  </a:cubicBezTo>
                  <a:cubicBezTo>
                    <a:pt x="1495" y="150"/>
                    <a:pt x="1461" y="142"/>
                    <a:pt x="1435" y="125"/>
                  </a:cubicBezTo>
                  <a:cubicBezTo>
                    <a:pt x="1401" y="108"/>
                    <a:pt x="1375" y="99"/>
                    <a:pt x="1349" y="90"/>
                  </a:cubicBezTo>
                  <a:lnTo>
                    <a:pt x="1323" y="82"/>
                  </a:lnTo>
                  <a:lnTo>
                    <a:pt x="1298" y="90"/>
                  </a:lnTo>
                  <a:cubicBezTo>
                    <a:pt x="1293" y="93"/>
                    <a:pt x="1288" y="94"/>
                    <a:pt x="1284" y="94"/>
                  </a:cubicBezTo>
                  <a:cubicBezTo>
                    <a:pt x="1275" y="94"/>
                    <a:pt x="1267" y="88"/>
                    <a:pt x="1255" y="82"/>
                  </a:cubicBezTo>
                  <a:cubicBezTo>
                    <a:pt x="1246" y="82"/>
                    <a:pt x="1229" y="82"/>
                    <a:pt x="1220" y="73"/>
                  </a:cubicBezTo>
                  <a:cubicBezTo>
                    <a:pt x="1195" y="65"/>
                    <a:pt x="1186" y="56"/>
                    <a:pt x="1160" y="47"/>
                  </a:cubicBezTo>
                  <a:cubicBezTo>
                    <a:pt x="1126" y="30"/>
                    <a:pt x="1083" y="13"/>
                    <a:pt x="1040" y="4"/>
                  </a:cubicBezTo>
                  <a:cubicBezTo>
                    <a:pt x="1027" y="2"/>
                    <a:pt x="1015" y="1"/>
                    <a:pt x="1002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8" name="Google Shape;16228;p54">
              <a:extLst>
                <a:ext uri="{FF2B5EF4-FFF2-40B4-BE49-F238E27FC236}">
                  <a16:creationId xmlns:a16="http://schemas.microsoft.com/office/drawing/2014/main" id="{CB6B9EC7-CAED-C5E8-A93C-02DAF9F3FD4F}"/>
                </a:ext>
              </a:extLst>
            </p:cNvPr>
            <p:cNvSpPr/>
            <p:nvPr/>
          </p:nvSpPr>
          <p:spPr>
            <a:xfrm>
              <a:off x="5179450" y="1272900"/>
              <a:ext cx="30950" cy="32325"/>
            </a:xfrm>
            <a:custGeom>
              <a:avLst/>
              <a:gdLst/>
              <a:ahLst/>
              <a:cxnLst/>
              <a:rect l="l" t="t" r="r" b="b"/>
              <a:pathLst>
                <a:path w="1238" h="1293" extrusionOk="0">
                  <a:moveTo>
                    <a:pt x="937" y="0"/>
                  </a:moveTo>
                  <a:lnTo>
                    <a:pt x="937" y="43"/>
                  </a:lnTo>
                  <a:cubicBezTo>
                    <a:pt x="937" y="52"/>
                    <a:pt x="946" y="69"/>
                    <a:pt x="954" y="86"/>
                  </a:cubicBezTo>
                  <a:lnTo>
                    <a:pt x="963" y="121"/>
                  </a:lnTo>
                  <a:cubicBezTo>
                    <a:pt x="972" y="129"/>
                    <a:pt x="980" y="147"/>
                    <a:pt x="989" y="155"/>
                  </a:cubicBezTo>
                  <a:cubicBezTo>
                    <a:pt x="989" y="164"/>
                    <a:pt x="1015" y="215"/>
                    <a:pt x="997" y="224"/>
                  </a:cubicBezTo>
                  <a:lnTo>
                    <a:pt x="989" y="215"/>
                  </a:lnTo>
                  <a:cubicBezTo>
                    <a:pt x="980" y="232"/>
                    <a:pt x="980" y="258"/>
                    <a:pt x="972" y="284"/>
                  </a:cubicBezTo>
                  <a:lnTo>
                    <a:pt x="954" y="318"/>
                  </a:lnTo>
                  <a:lnTo>
                    <a:pt x="937" y="327"/>
                  </a:lnTo>
                  <a:lnTo>
                    <a:pt x="920" y="310"/>
                  </a:lnTo>
                  <a:lnTo>
                    <a:pt x="920" y="310"/>
                  </a:lnTo>
                  <a:cubicBezTo>
                    <a:pt x="920" y="327"/>
                    <a:pt x="920" y="344"/>
                    <a:pt x="929" y="353"/>
                  </a:cubicBezTo>
                  <a:lnTo>
                    <a:pt x="929" y="396"/>
                  </a:lnTo>
                  <a:lnTo>
                    <a:pt x="946" y="421"/>
                  </a:lnTo>
                  <a:lnTo>
                    <a:pt x="946" y="456"/>
                  </a:lnTo>
                  <a:cubicBezTo>
                    <a:pt x="954" y="482"/>
                    <a:pt x="954" y="507"/>
                    <a:pt x="954" y="525"/>
                  </a:cubicBezTo>
                  <a:cubicBezTo>
                    <a:pt x="963" y="567"/>
                    <a:pt x="972" y="610"/>
                    <a:pt x="963" y="653"/>
                  </a:cubicBezTo>
                  <a:cubicBezTo>
                    <a:pt x="963" y="688"/>
                    <a:pt x="954" y="714"/>
                    <a:pt x="946" y="748"/>
                  </a:cubicBezTo>
                  <a:lnTo>
                    <a:pt x="929" y="791"/>
                  </a:lnTo>
                  <a:lnTo>
                    <a:pt x="920" y="774"/>
                  </a:lnTo>
                  <a:cubicBezTo>
                    <a:pt x="903" y="808"/>
                    <a:pt x="911" y="842"/>
                    <a:pt x="894" y="868"/>
                  </a:cubicBezTo>
                  <a:cubicBezTo>
                    <a:pt x="877" y="911"/>
                    <a:pt x="834" y="937"/>
                    <a:pt x="800" y="954"/>
                  </a:cubicBezTo>
                  <a:cubicBezTo>
                    <a:pt x="783" y="963"/>
                    <a:pt x="757" y="971"/>
                    <a:pt x="740" y="971"/>
                  </a:cubicBezTo>
                  <a:cubicBezTo>
                    <a:pt x="722" y="971"/>
                    <a:pt x="714" y="963"/>
                    <a:pt x="705" y="963"/>
                  </a:cubicBezTo>
                  <a:lnTo>
                    <a:pt x="680" y="946"/>
                  </a:lnTo>
                  <a:lnTo>
                    <a:pt x="671" y="937"/>
                  </a:lnTo>
                  <a:cubicBezTo>
                    <a:pt x="654" y="937"/>
                    <a:pt x="654" y="971"/>
                    <a:pt x="645" y="980"/>
                  </a:cubicBezTo>
                  <a:cubicBezTo>
                    <a:pt x="637" y="997"/>
                    <a:pt x="628" y="1014"/>
                    <a:pt x="619" y="1031"/>
                  </a:cubicBezTo>
                  <a:cubicBezTo>
                    <a:pt x="609" y="1041"/>
                    <a:pt x="605" y="1046"/>
                    <a:pt x="600" y="1046"/>
                  </a:cubicBezTo>
                  <a:cubicBezTo>
                    <a:pt x="596" y="1046"/>
                    <a:pt x="592" y="1044"/>
                    <a:pt x="585" y="1040"/>
                  </a:cubicBezTo>
                  <a:cubicBezTo>
                    <a:pt x="579" y="1037"/>
                    <a:pt x="574" y="1036"/>
                    <a:pt x="568" y="1036"/>
                  </a:cubicBezTo>
                  <a:cubicBezTo>
                    <a:pt x="556" y="1036"/>
                    <a:pt x="545" y="1040"/>
                    <a:pt x="533" y="1040"/>
                  </a:cubicBezTo>
                  <a:cubicBezTo>
                    <a:pt x="513" y="1047"/>
                    <a:pt x="497" y="1060"/>
                    <a:pt x="474" y="1060"/>
                  </a:cubicBezTo>
                  <a:cubicBezTo>
                    <a:pt x="469" y="1060"/>
                    <a:pt x="463" y="1059"/>
                    <a:pt x="456" y="1057"/>
                  </a:cubicBezTo>
                  <a:cubicBezTo>
                    <a:pt x="456" y="1040"/>
                    <a:pt x="473" y="1023"/>
                    <a:pt x="473" y="1006"/>
                  </a:cubicBezTo>
                  <a:lnTo>
                    <a:pt x="473" y="1006"/>
                  </a:lnTo>
                  <a:lnTo>
                    <a:pt x="456" y="1023"/>
                  </a:lnTo>
                  <a:lnTo>
                    <a:pt x="422" y="1040"/>
                  </a:lnTo>
                  <a:cubicBezTo>
                    <a:pt x="405" y="1049"/>
                    <a:pt x="379" y="1049"/>
                    <a:pt x="353" y="1057"/>
                  </a:cubicBezTo>
                  <a:cubicBezTo>
                    <a:pt x="336" y="1057"/>
                    <a:pt x="310" y="1057"/>
                    <a:pt x="284" y="1049"/>
                  </a:cubicBezTo>
                  <a:cubicBezTo>
                    <a:pt x="224" y="1040"/>
                    <a:pt x="173" y="1023"/>
                    <a:pt x="121" y="997"/>
                  </a:cubicBezTo>
                  <a:lnTo>
                    <a:pt x="87" y="980"/>
                  </a:lnTo>
                  <a:lnTo>
                    <a:pt x="61" y="963"/>
                  </a:lnTo>
                  <a:cubicBezTo>
                    <a:pt x="1" y="988"/>
                    <a:pt x="1" y="1023"/>
                    <a:pt x="18" y="1049"/>
                  </a:cubicBezTo>
                  <a:cubicBezTo>
                    <a:pt x="27" y="1066"/>
                    <a:pt x="44" y="1074"/>
                    <a:pt x="61" y="1092"/>
                  </a:cubicBezTo>
                  <a:cubicBezTo>
                    <a:pt x="78" y="1109"/>
                    <a:pt x="95" y="1126"/>
                    <a:pt x="104" y="1152"/>
                  </a:cubicBezTo>
                  <a:lnTo>
                    <a:pt x="121" y="1186"/>
                  </a:lnTo>
                  <a:lnTo>
                    <a:pt x="147" y="1195"/>
                  </a:lnTo>
                  <a:cubicBezTo>
                    <a:pt x="164" y="1203"/>
                    <a:pt x="181" y="1203"/>
                    <a:pt x="198" y="1212"/>
                  </a:cubicBezTo>
                  <a:cubicBezTo>
                    <a:pt x="207" y="1212"/>
                    <a:pt x="233" y="1220"/>
                    <a:pt x="250" y="1229"/>
                  </a:cubicBezTo>
                  <a:lnTo>
                    <a:pt x="267" y="1255"/>
                  </a:lnTo>
                  <a:cubicBezTo>
                    <a:pt x="284" y="1255"/>
                    <a:pt x="310" y="1255"/>
                    <a:pt x="327" y="1263"/>
                  </a:cubicBezTo>
                  <a:cubicBezTo>
                    <a:pt x="344" y="1263"/>
                    <a:pt x="370" y="1272"/>
                    <a:pt x="387" y="1272"/>
                  </a:cubicBezTo>
                  <a:cubicBezTo>
                    <a:pt x="405" y="1281"/>
                    <a:pt x="422" y="1281"/>
                    <a:pt x="430" y="1289"/>
                  </a:cubicBezTo>
                  <a:lnTo>
                    <a:pt x="465" y="1289"/>
                  </a:lnTo>
                  <a:cubicBezTo>
                    <a:pt x="476" y="1289"/>
                    <a:pt x="488" y="1293"/>
                    <a:pt x="499" y="1293"/>
                  </a:cubicBezTo>
                  <a:cubicBezTo>
                    <a:pt x="505" y="1293"/>
                    <a:pt x="511" y="1292"/>
                    <a:pt x="516" y="1289"/>
                  </a:cubicBezTo>
                  <a:lnTo>
                    <a:pt x="551" y="1272"/>
                  </a:lnTo>
                  <a:cubicBezTo>
                    <a:pt x="576" y="1255"/>
                    <a:pt x="602" y="1255"/>
                    <a:pt x="628" y="1255"/>
                  </a:cubicBezTo>
                  <a:cubicBezTo>
                    <a:pt x="680" y="1246"/>
                    <a:pt x="731" y="1238"/>
                    <a:pt x="774" y="1229"/>
                  </a:cubicBezTo>
                  <a:cubicBezTo>
                    <a:pt x="808" y="1229"/>
                    <a:pt x="834" y="1229"/>
                    <a:pt x="860" y="1220"/>
                  </a:cubicBezTo>
                  <a:cubicBezTo>
                    <a:pt x="894" y="1203"/>
                    <a:pt x="911" y="1186"/>
                    <a:pt x="929" y="1169"/>
                  </a:cubicBezTo>
                  <a:cubicBezTo>
                    <a:pt x="946" y="1152"/>
                    <a:pt x="963" y="1135"/>
                    <a:pt x="980" y="1117"/>
                  </a:cubicBezTo>
                  <a:lnTo>
                    <a:pt x="1006" y="1092"/>
                  </a:lnTo>
                  <a:cubicBezTo>
                    <a:pt x="1015" y="1074"/>
                    <a:pt x="1023" y="1049"/>
                    <a:pt x="1032" y="1031"/>
                  </a:cubicBezTo>
                  <a:cubicBezTo>
                    <a:pt x="1040" y="1023"/>
                    <a:pt x="1049" y="1006"/>
                    <a:pt x="1058" y="988"/>
                  </a:cubicBezTo>
                  <a:cubicBezTo>
                    <a:pt x="1075" y="963"/>
                    <a:pt x="1092" y="937"/>
                    <a:pt x="1118" y="920"/>
                  </a:cubicBezTo>
                  <a:cubicBezTo>
                    <a:pt x="1143" y="903"/>
                    <a:pt x="1161" y="885"/>
                    <a:pt x="1178" y="860"/>
                  </a:cubicBezTo>
                  <a:cubicBezTo>
                    <a:pt x="1204" y="808"/>
                    <a:pt x="1204" y="739"/>
                    <a:pt x="1221" y="688"/>
                  </a:cubicBezTo>
                  <a:cubicBezTo>
                    <a:pt x="1238" y="636"/>
                    <a:pt x="1212" y="602"/>
                    <a:pt x="1204" y="550"/>
                  </a:cubicBezTo>
                  <a:cubicBezTo>
                    <a:pt x="1186" y="507"/>
                    <a:pt x="1178" y="456"/>
                    <a:pt x="1169" y="413"/>
                  </a:cubicBezTo>
                  <a:cubicBezTo>
                    <a:pt x="1161" y="370"/>
                    <a:pt x="1135" y="336"/>
                    <a:pt x="1118" y="301"/>
                  </a:cubicBezTo>
                  <a:lnTo>
                    <a:pt x="1109" y="258"/>
                  </a:lnTo>
                  <a:lnTo>
                    <a:pt x="1092" y="232"/>
                  </a:lnTo>
                  <a:cubicBezTo>
                    <a:pt x="1075" y="215"/>
                    <a:pt x="1075" y="198"/>
                    <a:pt x="1066" y="181"/>
                  </a:cubicBezTo>
                  <a:lnTo>
                    <a:pt x="1040" y="155"/>
                  </a:lnTo>
                  <a:cubicBezTo>
                    <a:pt x="1023" y="121"/>
                    <a:pt x="1006" y="86"/>
                    <a:pt x="980" y="61"/>
                  </a:cubicBezTo>
                  <a:cubicBezTo>
                    <a:pt x="963" y="43"/>
                    <a:pt x="954" y="18"/>
                    <a:pt x="937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9" name="Google Shape;16229;p54">
              <a:extLst>
                <a:ext uri="{FF2B5EF4-FFF2-40B4-BE49-F238E27FC236}">
                  <a16:creationId xmlns:a16="http://schemas.microsoft.com/office/drawing/2014/main" id="{46CE45B8-4191-D4E5-0876-46B856CF3CBC}"/>
                </a:ext>
              </a:extLst>
            </p:cNvPr>
            <p:cNvSpPr/>
            <p:nvPr/>
          </p:nvSpPr>
          <p:spPr>
            <a:xfrm>
              <a:off x="5173650" y="1267950"/>
              <a:ext cx="27750" cy="35225"/>
            </a:xfrm>
            <a:custGeom>
              <a:avLst/>
              <a:gdLst/>
              <a:ahLst/>
              <a:cxnLst/>
              <a:rect l="l" t="t" r="r" b="b"/>
              <a:pathLst>
                <a:path w="1110" h="1409" extrusionOk="0">
                  <a:moveTo>
                    <a:pt x="783" y="1"/>
                  </a:moveTo>
                  <a:cubicBezTo>
                    <a:pt x="748" y="9"/>
                    <a:pt x="705" y="18"/>
                    <a:pt x="662" y="18"/>
                  </a:cubicBezTo>
                  <a:cubicBezTo>
                    <a:pt x="637" y="27"/>
                    <a:pt x="619" y="35"/>
                    <a:pt x="594" y="52"/>
                  </a:cubicBezTo>
                  <a:cubicBezTo>
                    <a:pt x="568" y="61"/>
                    <a:pt x="559" y="70"/>
                    <a:pt x="533" y="78"/>
                  </a:cubicBezTo>
                  <a:cubicBezTo>
                    <a:pt x="516" y="87"/>
                    <a:pt x="499" y="87"/>
                    <a:pt x="482" y="95"/>
                  </a:cubicBezTo>
                  <a:cubicBezTo>
                    <a:pt x="396" y="130"/>
                    <a:pt x="319" y="181"/>
                    <a:pt x="250" y="241"/>
                  </a:cubicBezTo>
                  <a:cubicBezTo>
                    <a:pt x="233" y="259"/>
                    <a:pt x="207" y="276"/>
                    <a:pt x="190" y="293"/>
                  </a:cubicBezTo>
                  <a:cubicBezTo>
                    <a:pt x="173" y="310"/>
                    <a:pt x="164" y="327"/>
                    <a:pt x="155" y="336"/>
                  </a:cubicBezTo>
                  <a:cubicBezTo>
                    <a:pt x="113" y="379"/>
                    <a:pt x="87" y="422"/>
                    <a:pt x="52" y="473"/>
                  </a:cubicBezTo>
                  <a:cubicBezTo>
                    <a:pt x="44" y="482"/>
                    <a:pt x="35" y="499"/>
                    <a:pt x="27" y="508"/>
                  </a:cubicBezTo>
                  <a:cubicBezTo>
                    <a:pt x="18" y="534"/>
                    <a:pt x="18" y="559"/>
                    <a:pt x="18" y="585"/>
                  </a:cubicBezTo>
                  <a:cubicBezTo>
                    <a:pt x="18" y="611"/>
                    <a:pt x="18" y="637"/>
                    <a:pt x="18" y="662"/>
                  </a:cubicBezTo>
                  <a:cubicBezTo>
                    <a:pt x="9" y="688"/>
                    <a:pt x="1" y="714"/>
                    <a:pt x="1" y="740"/>
                  </a:cubicBezTo>
                  <a:cubicBezTo>
                    <a:pt x="1" y="757"/>
                    <a:pt x="1" y="791"/>
                    <a:pt x="9" y="808"/>
                  </a:cubicBezTo>
                  <a:cubicBezTo>
                    <a:pt x="27" y="860"/>
                    <a:pt x="44" y="903"/>
                    <a:pt x="52" y="955"/>
                  </a:cubicBezTo>
                  <a:cubicBezTo>
                    <a:pt x="70" y="989"/>
                    <a:pt x="70" y="1032"/>
                    <a:pt x="95" y="1075"/>
                  </a:cubicBezTo>
                  <a:cubicBezTo>
                    <a:pt x="104" y="1092"/>
                    <a:pt x="121" y="1118"/>
                    <a:pt x="138" y="1135"/>
                  </a:cubicBezTo>
                  <a:cubicBezTo>
                    <a:pt x="147" y="1152"/>
                    <a:pt x="155" y="1161"/>
                    <a:pt x="164" y="1178"/>
                  </a:cubicBezTo>
                  <a:cubicBezTo>
                    <a:pt x="198" y="1212"/>
                    <a:pt x="241" y="1247"/>
                    <a:pt x="276" y="1281"/>
                  </a:cubicBezTo>
                  <a:cubicBezTo>
                    <a:pt x="310" y="1315"/>
                    <a:pt x="353" y="1341"/>
                    <a:pt x="396" y="1358"/>
                  </a:cubicBezTo>
                  <a:cubicBezTo>
                    <a:pt x="413" y="1367"/>
                    <a:pt x="422" y="1375"/>
                    <a:pt x="439" y="1384"/>
                  </a:cubicBezTo>
                  <a:lnTo>
                    <a:pt x="465" y="1401"/>
                  </a:lnTo>
                  <a:cubicBezTo>
                    <a:pt x="470" y="1407"/>
                    <a:pt x="473" y="1409"/>
                    <a:pt x="474" y="1409"/>
                  </a:cubicBezTo>
                  <a:cubicBezTo>
                    <a:pt x="477" y="1409"/>
                    <a:pt x="471" y="1399"/>
                    <a:pt x="465" y="1393"/>
                  </a:cubicBezTo>
                  <a:lnTo>
                    <a:pt x="439" y="1375"/>
                  </a:lnTo>
                  <a:lnTo>
                    <a:pt x="413" y="1350"/>
                  </a:lnTo>
                  <a:lnTo>
                    <a:pt x="379" y="1315"/>
                  </a:lnTo>
                  <a:cubicBezTo>
                    <a:pt x="362" y="1298"/>
                    <a:pt x="353" y="1272"/>
                    <a:pt x="336" y="1255"/>
                  </a:cubicBezTo>
                  <a:cubicBezTo>
                    <a:pt x="319" y="1229"/>
                    <a:pt x="310" y="1221"/>
                    <a:pt x="310" y="1195"/>
                  </a:cubicBezTo>
                  <a:cubicBezTo>
                    <a:pt x="319" y="1161"/>
                    <a:pt x="293" y="1135"/>
                    <a:pt x="293" y="1101"/>
                  </a:cubicBezTo>
                  <a:lnTo>
                    <a:pt x="284" y="1075"/>
                  </a:lnTo>
                  <a:lnTo>
                    <a:pt x="293" y="1032"/>
                  </a:lnTo>
                  <a:cubicBezTo>
                    <a:pt x="284" y="1023"/>
                    <a:pt x="250" y="1023"/>
                    <a:pt x="241" y="1006"/>
                  </a:cubicBezTo>
                  <a:cubicBezTo>
                    <a:pt x="233" y="997"/>
                    <a:pt x="233" y="980"/>
                    <a:pt x="233" y="972"/>
                  </a:cubicBezTo>
                  <a:cubicBezTo>
                    <a:pt x="241" y="955"/>
                    <a:pt x="241" y="946"/>
                    <a:pt x="250" y="929"/>
                  </a:cubicBezTo>
                  <a:cubicBezTo>
                    <a:pt x="259" y="912"/>
                    <a:pt x="259" y="894"/>
                    <a:pt x="259" y="869"/>
                  </a:cubicBezTo>
                  <a:cubicBezTo>
                    <a:pt x="259" y="826"/>
                    <a:pt x="259" y="783"/>
                    <a:pt x="259" y="731"/>
                  </a:cubicBezTo>
                  <a:cubicBezTo>
                    <a:pt x="259" y="705"/>
                    <a:pt x="267" y="662"/>
                    <a:pt x="293" y="645"/>
                  </a:cubicBezTo>
                  <a:cubicBezTo>
                    <a:pt x="319" y="628"/>
                    <a:pt x="336" y="611"/>
                    <a:pt x="353" y="585"/>
                  </a:cubicBezTo>
                  <a:lnTo>
                    <a:pt x="370" y="559"/>
                  </a:lnTo>
                  <a:cubicBezTo>
                    <a:pt x="387" y="534"/>
                    <a:pt x="370" y="491"/>
                    <a:pt x="396" y="465"/>
                  </a:cubicBezTo>
                  <a:cubicBezTo>
                    <a:pt x="405" y="448"/>
                    <a:pt x="439" y="430"/>
                    <a:pt x="439" y="405"/>
                  </a:cubicBezTo>
                  <a:lnTo>
                    <a:pt x="430" y="370"/>
                  </a:lnTo>
                  <a:cubicBezTo>
                    <a:pt x="422" y="345"/>
                    <a:pt x="422" y="336"/>
                    <a:pt x="439" y="310"/>
                  </a:cubicBezTo>
                  <a:lnTo>
                    <a:pt x="473" y="284"/>
                  </a:lnTo>
                  <a:cubicBezTo>
                    <a:pt x="491" y="276"/>
                    <a:pt x="499" y="267"/>
                    <a:pt x="516" y="250"/>
                  </a:cubicBezTo>
                  <a:cubicBezTo>
                    <a:pt x="525" y="241"/>
                    <a:pt x="542" y="233"/>
                    <a:pt x="559" y="224"/>
                  </a:cubicBezTo>
                  <a:lnTo>
                    <a:pt x="637" y="224"/>
                  </a:lnTo>
                  <a:cubicBezTo>
                    <a:pt x="645" y="224"/>
                    <a:pt x="662" y="224"/>
                    <a:pt x="680" y="216"/>
                  </a:cubicBezTo>
                  <a:cubicBezTo>
                    <a:pt x="697" y="216"/>
                    <a:pt x="705" y="207"/>
                    <a:pt x="722" y="207"/>
                  </a:cubicBezTo>
                  <a:cubicBezTo>
                    <a:pt x="731" y="207"/>
                    <a:pt x="740" y="198"/>
                    <a:pt x="757" y="198"/>
                  </a:cubicBezTo>
                  <a:lnTo>
                    <a:pt x="791" y="190"/>
                  </a:lnTo>
                  <a:lnTo>
                    <a:pt x="826" y="190"/>
                  </a:lnTo>
                  <a:cubicBezTo>
                    <a:pt x="843" y="190"/>
                    <a:pt x="864" y="198"/>
                    <a:pt x="884" y="198"/>
                  </a:cubicBezTo>
                  <a:cubicBezTo>
                    <a:pt x="893" y="198"/>
                    <a:pt x="903" y="196"/>
                    <a:pt x="912" y="190"/>
                  </a:cubicBezTo>
                  <a:lnTo>
                    <a:pt x="946" y="173"/>
                  </a:lnTo>
                  <a:cubicBezTo>
                    <a:pt x="963" y="164"/>
                    <a:pt x="972" y="156"/>
                    <a:pt x="989" y="156"/>
                  </a:cubicBezTo>
                  <a:cubicBezTo>
                    <a:pt x="1015" y="156"/>
                    <a:pt x="1049" y="156"/>
                    <a:pt x="1066" y="164"/>
                  </a:cubicBezTo>
                  <a:lnTo>
                    <a:pt x="1109" y="181"/>
                  </a:lnTo>
                  <a:lnTo>
                    <a:pt x="1092" y="164"/>
                  </a:lnTo>
                  <a:lnTo>
                    <a:pt x="1075" y="147"/>
                  </a:lnTo>
                  <a:cubicBezTo>
                    <a:pt x="1066" y="130"/>
                    <a:pt x="1066" y="121"/>
                    <a:pt x="1058" y="121"/>
                  </a:cubicBezTo>
                  <a:cubicBezTo>
                    <a:pt x="1040" y="113"/>
                    <a:pt x="1032" y="113"/>
                    <a:pt x="1023" y="95"/>
                  </a:cubicBezTo>
                  <a:lnTo>
                    <a:pt x="1006" y="87"/>
                  </a:lnTo>
                  <a:cubicBezTo>
                    <a:pt x="989" y="70"/>
                    <a:pt x="972" y="61"/>
                    <a:pt x="954" y="52"/>
                  </a:cubicBezTo>
                  <a:lnTo>
                    <a:pt x="929" y="35"/>
                  </a:lnTo>
                  <a:cubicBezTo>
                    <a:pt x="903" y="27"/>
                    <a:pt x="886" y="18"/>
                    <a:pt x="860" y="18"/>
                  </a:cubicBezTo>
                  <a:cubicBezTo>
                    <a:pt x="834" y="9"/>
                    <a:pt x="808" y="1"/>
                    <a:pt x="78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0" name="Google Shape;16230;p54">
              <a:extLst>
                <a:ext uri="{FF2B5EF4-FFF2-40B4-BE49-F238E27FC236}">
                  <a16:creationId xmlns:a16="http://schemas.microsoft.com/office/drawing/2014/main" id="{BCB50422-1835-76A1-66D2-B9BEA96BEE21}"/>
                </a:ext>
              </a:extLst>
            </p:cNvPr>
            <p:cNvSpPr/>
            <p:nvPr/>
          </p:nvSpPr>
          <p:spPr>
            <a:xfrm>
              <a:off x="5186550" y="1277800"/>
              <a:ext cx="13325" cy="16825"/>
            </a:xfrm>
            <a:custGeom>
              <a:avLst/>
              <a:gdLst/>
              <a:ahLst/>
              <a:cxnLst/>
              <a:rect l="l" t="t" r="r" b="b"/>
              <a:pathLst>
                <a:path w="533" h="673" extrusionOk="0">
                  <a:moveTo>
                    <a:pt x="311" y="0"/>
                  </a:moveTo>
                  <a:cubicBezTo>
                    <a:pt x="261" y="0"/>
                    <a:pt x="217" y="22"/>
                    <a:pt x="172" y="36"/>
                  </a:cubicBezTo>
                  <a:cubicBezTo>
                    <a:pt x="155" y="45"/>
                    <a:pt x="129" y="54"/>
                    <a:pt x="103" y="62"/>
                  </a:cubicBezTo>
                  <a:lnTo>
                    <a:pt x="78" y="71"/>
                  </a:lnTo>
                  <a:cubicBezTo>
                    <a:pt x="60" y="71"/>
                    <a:pt x="60" y="79"/>
                    <a:pt x="52" y="88"/>
                  </a:cubicBezTo>
                  <a:lnTo>
                    <a:pt x="26" y="122"/>
                  </a:lnTo>
                  <a:lnTo>
                    <a:pt x="9" y="140"/>
                  </a:lnTo>
                  <a:lnTo>
                    <a:pt x="0" y="157"/>
                  </a:lnTo>
                  <a:cubicBezTo>
                    <a:pt x="17" y="157"/>
                    <a:pt x="35" y="148"/>
                    <a:pt x="52" y="140"/>
                  </a:cubicBezTo>
                  <a:cubicBezTo>
                    <a:pt x="63" y="140"/>
                    <a:pt x="75" y="143"/>
                    <a:pt x="86" y="143"/>
                  </a:cubicBezTo>
                  <a:cubicBezTo>
                    <a:pt x="92" y="143"/>
                    <a:pt x="98" y="142"/>
                    <a:pt x="103" y="140"/>
                  </a:cubicBezTo>
                  <a:cubicBezTo>
                    <a:pt x="109" y="140"/>
                    <a:pt x="115" y="132"/>
                    <a:pt x="118" y="132"/>
                  </a:cubicBezTo>
                  <a:cubicBezTo>
                    <a:pt x="120" y="132"/>
                    <a:pt x="121" y="134"/>
                    <a:pt x="121" y="140"/>
                  </a:cubicBezTo>
                  <a:cubicBezTo>
                    <a:pt x="132" y="140"/>
                    <a:pt x="151" y="136"/>
                    <a:pt x="170" y="136"/>
                  </a:cubicBezTo>
                  <a:cubicBezTo>
                    <a:pt x="180" y="136"/>
                    <a:pt x="189" y="137"/>
                    <a:pt x="198" y="140"/>
                  </a:cubicBezTo>
                  <a:lnTo>
                    <a:pt x="224" y="157"/>
                  </a:lnTo>
                  <a:cubicBezTo>
                    <a:pt x="232" y="165"/>
                    <a:pt x="241" y="174"/>
                    <a:pt x="258" y="182"/>
                  </a:cubicBezTo>
                  <a:cubicBezTo>
                    <a:pt x="292" y="200"/>
                    <a:pt x="335" y="225"/>
                    <a:pt x="344" y="268"/>
                  </a:cubicBezTo>
                  <a:cubicBezTo>
                    <a:pt x="361" y="311"/>
                    <a:pt x="353" y="354"/>
                    <a:pt x="344" y="397"/>
                  </a:cubicBezTo>
                  <a:cubicBezTo>
                    <a:pt x="344" y="440"/>
                    <a:pt x="301" y="466"/>
                    <a:pt x="301" y="509"/>
                  </a:cubicBezTo>
                  <a:cubicBezTo>
                    <a:pt x="301" y="535"/>
                    <a:pt x="310" y="561"/>
                    <a:pt x="301" y="578"/>
                  </a:cubicBezTo>
                  <a:lnTo>
                    <a:pt x="292" y="595"/>
                  </a:lnTo>
                  <a:lnTo>
                    <a:pt x="267" y="621"/>
                  </a:lnTo>
                  <a:cubicBezTo>
                    <a:pt x="258" y="638"/>
                    <a:pt x="241" y="664"/>
                    <a:pt x="232" y="672"/>
                  </a:cubicBezTo>
                  <a:lnTo>
                    <a:pt x="267" y="655"/>
                  </a:lnTo>
                  <a:cubicBezTo>
                    <a:pt x="292" y="646"/>
                    <a:pt x="318" y="638"/>
                    <a:pt x="335" y="629"/>
                  </a:cubicBezTo>
                  <a:cubicBezTo>
                    <a:pt x="361" y="612"/>
                    <a:pt x="387" y="586"/>
                    <a:pt x="421" y="569"/>
                  </a:cubicBezTo>
                  <a:lnTo>
                    <a:pt x="438" y="552"/>
                  </a:lnTo>
                  <a:lnTo>
                    <a:pt x="456" y="526"/>
                  </a:lnTo>
                  <a:cubicBezTo>
                    <a:pt x="473" y="492"/>
                    <a:pt x="481" y="457"/>
                    <a:pt x="499" y="423"/>
                  </a:cubicBezTo>
                  <a:cubicBezTo>
                    <a:pt x="499" y="406"/>
                    <a:pt x="507" y="406"/>
                    <a:pt x="516" y="397"/>
                  </a:cubicBezTo>
                  <a:lnTo>
                    <a:pt x="516" y="371"/>
                  </a:lnTo>
                  <a:cubicBezTo>
                    <a:pt x="533" y="320"/>
                    <a:pt x="533" y="277"/>
                    <a:pt x="516" y="234"/>
                  </a:cubicBezTo>
                  <a:cubicBezTo>
                    <a:pt x="507" y="208"/>
                    <a:pt x="507" y="182"/>
                    <a:pt x="499" y="157"/>
                  </a:cubicBezTo>
                  <a:cubicBezTo>
                    <a:pt x="490" y="122"/>
                    <a:pt x="456" y="97"/>
                    <a:pt x="430" y="79"/>
                  </a:cubicBezTo>
                  <a:cubicBezTo>
                    <a:pt x="396" y="45"/>
                    <a:pt x="387" y="11"/>
                    <a:pt x="335" y="2"/>
                  </a:cubicBezTo>
                  <a:cubicBezTo>
                    <a:pt x="327" y="1"/>
                    <a:pt x="319" y="0"/>
                    <a:pt x="311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6231" name="Google Shape;16231;p54">
            <a:extLst>
              <a:ext uri="{FF2B5EF4-FFF2-40B4-BE49-F238E27FC236}">
                <a16:creationId xmlns:a16="http://schemas.microsoft.com/office/drawing/2014/main" id="{90DB3B91-B0F5-3824-783E-0CC6A5A34CEC}"/>
              </a:ext>
            </a:extLst>
          </p:cNvPr>
          <p:cNvGrpSpPr/>
          <p:nvPr/>
        </p:nvGrpSpPr>
        <p:grpSpPr>
          <a:xfrm>
            <a:off x="5489370" y="4297447"/>
            <a:ext cx="190892" cy="131650"/>
            <a:chOff x="5146375" y="1229175"/>
            <a:chExt cx="151875" cy="104750"/>
          </a:xfrm>
        </p:grpSpPr>
        <p:sp>
          <p:nvSpPr>
            <p:cNvPr id="16232" name="Google Shape;16232;p54">
              <a:extLst>
                <a:ext uri="{FF2B5EF4-FFF2-40B4-BE49-F238E27FC236}">
                  <a16:creationId xmlns:a16="http://schemas.microsoft.com/office/drawing/2014/main" id="{7CC80823-F5A3-ADDA-E896-799C4732A1A8}"/>
                </a:ext>
              </a:extLst>
            </p:cNvPr>
            <p:cNvSpPr/>
            <p:nvPr/>
          </p:nvSpPr>
          <p:spPr>
            <a:xfrm>
              <a:off x="5185250" y="1229950"/>
              <a:ext cx="113000" cy="103975"/>
            </a:xfrm>
            <a:custGeom>
              <a:avLst/>
              <a:gdLst/>
              <a:ahLst/>
              <a:cxnLst/>
              <a:rect l="l" t="t" r="r" b="b"/>
              <a:pathLst>
                <a:path w="4520" h="4159" extrusionOk="0">
                  <a:moveTo>
                    <a:pt x="594" y="0"/>
                  </a:moveTo>
                  <a:cubicBezTo>
                    <a:pt x="679" y="9"/>
                    <a:pt x="765" y="9"/>
                    <a:pt x="851" y="17"/>
                  </a:cubicBezTo>
                  <a:cubicBezTo>
                    <a:pt x="1057" y="26"/>
                    <a:pt x="1247" y="112"/>
                    <a:pt x="1453" y="138"/>
                  </a:cubicBezTo>
                  <a:cubicBezTo>
                    <a:pt x="1659" y="163"/>
                    <a:pt x="1865" y="163"/>
                    <a:pt x="2080" y="181"/>
                  </a:cubicBezTo>
                  <a:cubicBezTo>
                    <a:pt x="2097" y="181"/>
                    <a:pt x="2123" y="181"/>
                    <a:pt x="2149" y="189"/>
                  </a:cubicBezTo>
                  <a:cubicBezTo>
                    <a:pt x="2174" y="206"/>
                    <a:pt x="2192" y="232"/>
                    <a:pt x="2217" y="249"/>
                  </a:cubicBezTo>
                  <a:cubicBezTo>
                    <a:pt x="2260" y="284"/>
                    <a:pt x="2329" y="284"/>
                    <a:pt x="2389" y="275"/>
                  </a:cubicBezTo>
                  <a:cubicBezTo>
                    <a:pt x="2518" y="275"/>
                    <a:pt x="2647" y="267"/>
                    <a:pt x="2767" y="267"/>
                  </a:cubicBezTo>
                  <a:cubicBezTo>
                    <a:pt x="2879" y="267"/>
                    <a:pt x="2999" y="258"/>
                    <a:pt x="3102" y="284"/>
                  </a:cubicBezTo>
                  <a:cubicBezTo>
                    <a:pt x="3197" y="301"/>
                    <a:pt x="3283" y="335"/>
                    <a:pt x="3369" y="352"/>
                  </a:cubicBezTo>
                  <a:cubicBezTo>
                    <a:pt x="3394" y="352"/>
                    <a:pt x="3420" y="352"/>
                    <a:pt x="3454" y="352"/>
                  </a:cubicBezTo>
                  <a:cubicBezTo>
                    <a:pt x="3515" y="352"/>
                    <a:pt x="3566" y="352"/>
                    <a:pt x="3601" y="370"/>
                  </a:cubicBezTo>
                  <a:cubicBezTo>
                    <a:pt x="3781" y="464"/>
                    <a:pt x="3867" y="645"/>
                    <a:pt x="4039" y="748"/>
                  </a:cubicBezTo>
                  <a:cubicBezTo>
                    <a:pt x="4073" y="765"/>
                    <a:pt x="4107" y="782"/>
                    <a:pt x="4116" y="816"/>
                  </a:cubicBezTo>
                  <a:cubicBezTo>
                    <a:pt x="4125" y="894"/>
                    <a:pt x="4107" y="911"/>
                    <a:pt x="4168" y="988"/>
                  </a:cubicBezTo>
                  <a:cubicBezTo>
                    <a:pt x="4193" y="1014"/>
                    <a:pt x="4202" y="1048"/>
                    <a:pt x="4228" y="1083"/>
                  </a:cubicBezTo>
                  <a:cubicBezTo>
                    <a:pt x="4331" y="1194"/>
                    <a:pt x="4391" y="1280"/>
                    <a:pt x="4425" y="1426"/>
                  </a:cubicBezTo>
                  <a:cubicBezTo>
                    <a:pt x="4451" y="1512"/>
                    <a:pt x="4494" y="1598"/>
                    <a:pt x="4511" y="1684"/>
                  </a:cubicBezTo>
                  <a:cubicBezTo>
                    <a:pt x="4520" y="1787"/>
                    <a:pt x="4511" y="1890"/>
                    <a:pt x="4503" y="1993"/>
                  </a:cubicBezTo>
                  <a:cubicBezTo>
                    <a:pt x="4503" y="2028"/>
                    <a:pt x="4477" y="2045"/>
                    <a:pt x="4468" y="2079"/>
                  </a:cubicBezTo>
                  <a:cubicBezTo>
                    <a:pt x="4443" y="2165"/>
                    <a:pt x="4468" y="2251"/>
                    <a:pt x="4477" y="2346"/>
                  </a:cubicBezTo>
                  <a:cubicBezTo>
                    <a:pt x="4485" y="2432"/>
                    <a:pt x="4477" y="2578"/>
                    <a:pt x="4451" y="2646"/>
                  </a:cubicBezTo>
                  <a:cubicBezTo>
                    <a:pt x="4425" y="2689"/>
                    <a:pt x="4314" y="2938"/>
                    <a:pt x="4288" y="3007"/>
                  </a:cubicBezTo>
                  <a:cubicBezTo>
                    <a:pt x="4262" y="3059"/>
                    <a:pt x="4193" y="3145"/>
                    <a:pt x="4176" y="3205"/>
                  </a:cubicBezTo>
                  <a:cubicBezTo>
                    <a:pt x="4168" y="3239"/>
                    <a:pt x="4082" y="3428"/>
                    <a:pt x="4004" y="3523"/>
                  </a:cubicBezTo>
                  <a:cubicBezTo>
                    <a:pt x="3927" y="3617"/>
                    <a:pt x="3867" y="3677"/>
                    <a:pt x="3704" y="3694"/>
                  </a:cubicBezTo>
                  <a:cubicBezTo>
                    <a:pt x="3652" y="3703"/>
                    <a:pt x="3463" y="3806"/>
                    <a:pt x="3403" y="3806"/>
                  </a:cubicBezTo>
                  <a:cubicBezTo>
                    <a:pt x="3360" y="3798"/>
                    <a:pt x="3326" y="3815"/>
                    <a:pt x="3291" y="3823"/>
                  </a:cubicBezTo>
                  <a:cubicBezTo>
                    <a:pt x="3274" y="3823"/>
                    <a:pt x="3257" y="3823"/>
                    <a:pt x="3240" y="3823"/>
                  </a:cubicBezTo>
                  <a:cubicBezTo>
                    <a:pt x="3223" y="3823"/>
                    <a:pt x="3205" y="3823"/>
                    <a:pt x="3188" y="3832"/>
                  </a:cubicBezTo>
                  <a:cubicBezTo>
                    <a:pt x="3059" y="3849"/>
                    <a:pt x="2836" y="3883"/>
                    <a:pt x="2759" y="3909"/>
                  </a:cubicBezTo>
                  <a:cubicBezTo>
                    <a:pt x="2664" y="3935"/>
                    <a:pt x="2501" y="3935"/>
                    <a:pt x="2415" y="3926"/>
                  </a:cubicBezTo>
                  <a:cubicBezTo>
                    <a:pt x="2303" y="3909"/>
                    <a:pt x="2106" y="4012"/>
                    <a:pt x="1994" y="4021"/>
                  </a:cubicBezTo>
                  <a:cubicBezTo>
                    <a:pt x="1908" y="4021"/>
                    <a:pt x="1848" y="4021"/>
                    <a:pt x="1805" y="4021"/>
                  </a:cubicBezTo>
                  <a:cubicBezTo>
                    <a:pt x="1710" y="4012"/>
                    <a:pt x="1650" y="4012"/>
                    <a:pt x="1487" y="4055"/>
                  </a:cubicBezTo>
                  <a:cubicBezTo>
                    <a:pt x="1453" y="4055"/>
                    <a:pt x="1393" y="4055"/>
                    <a:pt x="1341" y="4055"/>
                  </a:cubicBezTo>
                  <a:cubicBezTo>
                    <a:pt x="1281" y="4055"/>
                    <a:pt x="1212" y="4055"/>
                    <a:pt x="1169" y="4064"/>
                  </a:cubicBezTo>
                  <a:cubicBezTo>
                    <a:pt x="1143" y="4081"/>
                    <a:pt x="1109" y="4090"/>
                    <a:pt x="1083" y="4098"/>
                  </a:cubicBezTo>
                  <a:cubicBezTo>
                    <a:pt x="1015" y="4115"/>
                    <a:pt x="954" y="4115"/>
                    <a:pt x="886" y="4133"/>
                  </a:cubicBezTo>
                  <a:cubicBezTo>
                    <a:pt x="826" y="4150"/>
                    <a:pt x="808" y="4158"/>
                    <a:pt x="757" y="4150"/>
                  </a:cubicBezTo>
                  <a:cubicBezTo>
                    <a:pt x="542" y="4107"/>
                    <a:pt x="336" y="4064"/>
                    <a:pt x="104" y="4107"/>
                  </a:cubicBezTo>
                  <a:cubicBezTo>
                    <a:pt x="78" y="4115"/>
                    <a:pt x="1" y="3789"/>
                    <a:pt x="1" y="3737"/>
                  </a:cubicBezTo>
                  <a:cubicBezTo>
                    <a:pt x="27" y="3574"/>
                    <a:pt x="44" y="3411"/>
                    <a:pt x="69" y="3256"/>
                  </a:cubicBezTo>
                  <a:cubicBezTo>
                    <a:pt x="104" y="2947"/>
                    <a:pt x="147" y="2646"/>
                    <a:pt x="198" y="2346"/>
                  </a:cubicBezTo>
                  <a:cubicBezTo>
                    <a:pt x="233" y="2096"/>
                    <a:pt x="276" y="1839"/>
                    <a:pt x="301" y="1598"/>
                  </a:cubicBezTo>
                  <a:cubicBezTo>
                    <a:pt x="327" y="1358"/>
                    <a:pt x="327" y="1126"/>
                    <a:pt x="370" y="902"/>
                  </a:cubicBezTo>
                  <a:cubicBezTo>
                    <a:pt x="379" y="816"/>
                    <a:pt x="542" y="0"/>
                    <a:pt x="594" y="0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3" name="Google Shape;16233;p54">
              <a:extLst>
                <a:ext uri="{FF2B5EF4-FFF2-40B4-BE49-F238E27FC236}">
                  <a16:creationId xmlns:a16="http://schemas.microsoft.com/office/drawing/2014/main" id="{BA74E3FD-786E-C520-A85D-59503C9B18D4}"/>
                </a:ext>
              </a:extLst>
            </p:cNvPr>
            <p:cNvSpPr/>
            <p:nvPr/>
          </p:nvSpPr>
          <p:spPr>
            <a:xfrm>
              <a:off x="5177750" y="1229175"/>
              <a:ext cx="64875" cy="104625"/>
            </a:xfrm>
            <a:custGeom>
              <a:avLst/>
              <a:gdLst/>
              <a:ahLst/>
              <a:cxnLst/>
              <a:rect l="l" t="t" r="r" b="b"/>
              <a:pathLst>
                <a:path w="2595" h="4185" extrusionOk="0">
                  <a:moveTo>
                    <a:pt x="877" y="1"/>
                  </a:moveTo>
                  <a:cubicBezTo>
                    <a:pt x="752" y="1"/>
                    <a:pt x="637" y="29"/>
                    <a:pt x="601" y="57"/>
                  </a:cubicBezTo>
                  <a:cubicBezTo>
                    <a:pt x="593" y="61"/>
                    <a:pt x="599" y="63"/>
                    <a:pt x="613" y="63"/>
                  </a:cubicBezTo>
                  <a:cubicBezTo>
                    <a:pt x="627" y="63"/>
                    <a:pt x="649" y="61"/>
                    <a:pt x="670" y="57"/>
                  </a:cubicBezTo>
                  <a:cubicBezTo>
                    <a:pt x="700" y="52"/>
                    <a:pt x="730" y="47"/>
                    <a:pt x="748" y="47"/>
                  </a:cubicBezTo>
                  <a:cubicBezTo>
                    <a:pt x="761" y="47"/>
                    <a:pt x="768" y="50"/>
                    <a:pt x="765" y="57"/>
                  </a:cubicBezTo>
                  <a:cubicBezTo>
                    <a:pt x="739" y="91"/>
                    <a:pt x="705" y="126"/>
                    <a:pt x="679" y="160"/>
                  </a:cubicBezTo>
                  <a:cubicBezTo>
                    <a:pt x="584" y="272"/>
                    <a:pt x="558" y="409"/>
                    <a:pt x="498" y="538"/>
                  </a:cubicBezTo>
                  <a:cubicBezTo>
                    <a:pt x="455" y="641"/>
                    <a:pt x="412" y="761"/>
                    <a:pt x="369" y="865"/>
                  </a:cubicBezTo>
                  <a:cubicBezTo>
                    <a:pt x="344" y="942"/>
                    <a:pt x="318" y="1036"/>
                    <a:pt x="301" y="1122"/>
                  </a:cubicBezTo>
                  <a:cubicBezTo>
                    <a:pt x="292" y="1208"/>
                    <a:pt x="309" y="1303"/>
                    <a:pt x="309" y="1397"/>
                  </a:cubicBezTo>
                  <a:cubicBezTo>
                    <a:pt x="309" y="1440"/>
                    <a:pt x="309" y="1492"/>
                    <a:pt x="309" y="1535"/>
                  </a:cubicBezTo>
                  <a:cubicBezTo>
                    <a:pt x="327" y="1758"/>
                    <a:pt x="335" y="1999"/>
                    <a:pt x="284" y="2222"/>
                  </a:cubicBezTo>
                  <a:cubicBezTo>
                    <a:pt x="249" y="2368"/>
                    <a:pt x="206" y="2506"/>
                    <a:pt x="172" y="2652"/>
                  </a:cubicBezTo>
                  <a:cubicBezTo>
                    <a:pt x="146" y="2772"/>
                    <a:pt x="129" y="2892"/>
                    <a:pt x="103" y="3012"/>
                  </a:cubicBezTo>
                  <a:cubicBezTo>
                    <a:pt x="34" y="3296"/>
                    <a:pt x="0" y="3554"/>
                    <a:pt x="103" y="3829"/>
                  </a:cubicBezTo>
                  <a:cubicBezTo>
                    <a:pt x="129" y="3906"/>
                    <a:pt x="155" y="3966"/>
                    <a:pt x="223" y="4018"/>
                  </a:cubicBezTo>
                  <a:cubicBezTo>
                    <a:pt x="258" y="4052"/>
                    <a:pt x="309" y="4104"/>
                    <a:pt x="352" y="4129"/>
                  </a:cubicBezTo>
                  <a:cubicBezTo>
                    <a:pt x="455" y="4172"/>
                    <a:pt x="593" y="4172"/>
                    <a:pt x="705" y="4181"/>
                  </a:cubicBezTo>
                  <a:cubicBezTo>
                    <a:pt x="717" y="4183"/>
                    <a:pt x="727" y="4184"/>
                    <a:pt x="737" y="4184"/>
                  </a:cubicBezTo>
                  <a:cubicBezTo>
                    <a:pt x="760" y="4184"/>
                    <a:pt x="777" y="4178"/>
                    <a:pt x="808" y="4172"/>
                  </a:cubicBezTo>
                  <a:cubicBezTo>
                    <a:pt x="819" y="4169"/>
                    <a:pt x="829" y="4168"/>
                    <a:pt x="837" y="4168"/>
                  </a:cubicBezTo>
                  <a:cubicBezTo>
                    <a:pt x="853" y="4168"/>
                    <a:pt x="865" y="4172"/>
                    <a:pt x="876" y="4172"/>
                  </a:cubicBezTo>
                  <a:cubicBezTo>
                    <a:pt x="888" y="4172"/>
                    <a:pt x="899" y="4176"/>
                    <a:pt x="916" y="4176"/>
                  </a:cubicBezTo>
                  <a:cubicBezTo>
                    <a:pt x="924" y="4176"/>
                    <a:pt x="934" y="4175"/>
                    <a:pt x="945" y="4172"/>
                  </a:cubicBezTo>
                  <a:cubicBezTo>
                    <a:pt x="957" y="4169"/>
                    <a:pt x="968" y="4168"/>
                    <a:pt x="979" y="4168"/>
                  </a:cubicBezTo>
                  <a:cubicBezTo>
                    <a:pt x="1002" y="4168"/>
                    <a:pt x="1025" y="4172"/>
                    <a:pt x="1048" y="4172"/>
                  </a:cubicBezTo>
                  <a:cubicBezTo>
                    <a:pt x="1074" y="4177"/>
                    <a:pt x="1100" y="4181"/>
                    <a:pt x="1123" y="4181"/>
                  </a:cubicBezTo>
                  <a:cubicBezTo>
                    <a:pt x="1147" y="4181"/>
                    <a:pt x="1168" y="4177"/>
                    <a:pt x="1186" y="4164"/>
                  </a:cubicBezTo>
                  <a:cubicBezTo>
                    <a:pt x="1237" y="4129"/>
                    <a:pt x="1418" y="4121"/>
                    <a:pt x="1469" y="4078"/>
                  </a:cubicBezTo>
                  <a:cubicBezTo>
                    <a:pt x="1512" y="4052"/>
                    <a:pt x="1555" y="4018"/>
                    <a:pt x="1607" y="4000"/>
                  </a:cubicBezTo>
                  <a:cubicBezTo>
                    <a:pt x="1650" y="3975"/>
                    <a:pt x="1684" y="3966"/>
                    <a:pt x="1718" y="3940"/>
                  </a:cubicBezTo>
                  <a:cubicBezTo>
                    <a:pt x="1736" y="3923"/>
                    <a:pt x="1753" y="3914"/>
                    <a:pt x="1770" y="3897"/>
                  </a:cubicBezTo>
                  <a:cubicBezTo>
                    <a:pt x="1830" y="3846"/>
                    <a:pt x="1787" y="3743"/>
                    <a:pt x="1873" y="3717"/>
                  </a:cubicBezTo>
                  <a:cubicBezTo>
                    <a:pt x="1933" y="3700"/>
                    <a:pt x="1993" y="3683"/>
                    <a:pt x="2036" y="3631"/>
                  </a:cubicBezTo>
                  <a:cubicBezTo>
                    <a:pt x="2062" y="3605"/>
                    <a:pt x="2071" y="3597"/>
                    <a:pt x="2079" y="3554"/>
                  </a:cubicBezTo>
                  <a:cubicBezTo>
                    <a:pt x="2088" y="3528"/>
                    <a:pt x="2088" y="3502"/>
                    <a:pt x="2096" y="3476"/>
                  </a:cubicBezTo>
                  <a:cubicBezTo>
                    <a:pt x="2096" y="3451"/>
                    <a:pt x="2174" y="3451"/>
                    <a:pt x="2165" y="3416"/>
                  </a:cubicBezTo>
                  <a:lnTo>
                    <a:pt x="2156" y="3382"/>
                  </a:lnTo>
                  <a:cubicBezTo>
                    <a:pt x="2156" y="3365"/>
                    <a:pt x="2174" y="3365"/>
                    <a:pt x="2174" y="3347"/>
                  </a:cubicBezTo>
                  <a:cubicBezTo>
                    <a:pt x="2199" y="3305"/>
                    <a:pt x="2182" y="3253"/>
                    <a:pt x="2199" y="3210"/>
                  </a:cubicBezTo>
                  <a:cubicBezTo>
                    <a:pt x="2217" y="3150"/>
                    <a:pt x="2268" y="3098"/>
                    <a:pt x="2294" y="3047"/>
                  </a:cubicBezTo>
                  <a:cubicBezTo>
                    <a:pt x="2311" y="3012"/>
                    <a:pt x="2320" y="2978"/>
                    <a:pt x="2346" y="2952"/>
                  </a:cubicBezTo>
                  <a:cubicBezTo>
                    <a:pt x="2363" y="2935"/>
                    <a:pt x="2388" y="2918"/>
                    <a:pt x="2397" y="2901"/>
                  </a:cubicBezTo>
                  <a:cubicBezTo>
                    <a:pt x="2406" y="2875"/>
                    <a:pt x="2406" y="2849"/>
                    <a:pt x="2406" y="2823"/>
                  </a:cubicBezTo>
                  <a:cubicBezTo>
                    <a:pt x="2414" y="2772"/>
                    <a:pt x="2431" y="2737"/>
                    <a:pt x="2440" y="2695"/>
                  </a:cubicBezTo>
                  <a:cubicBezTo>
                    <a:pt x="2457" y="2652"/>
                    <a:pt x="2457" y="2600"/>
                    <a:pt x="2483" y="2557"/>
                  </a:cubicBezTo>
                  <a:cubicBezTo>
                    <a:pt x="2500" y="2540"/>
                    <a:pt x="2517" y="2531"/>
                    <a:pt x="2535" y="2514"/>
                  </a:cubicBezTo>
                  <a:cubicBezTo>
                    <a:pt x="2560" y="2488"/>
                    <a:pt x="2560" y="2437"/>
                    <a:pt x="2569" y="2394"/>
                  </a:cubicBezTo>
                  <a:cubicBezTo>
                    <a:pt x="2577" y="2359"/>
                    <a:pt x="2577" y="2316"/>
                    <a:pt x="2586" y="2282"/>
                  </a:cubicBezTo>
                  <a:cubicBezTo>
                    <a:pt x="2595" y="2248"/>
                    <a:pt x="2560" y="2205"/>
                    <a:pt x="2560" y="2170"/>
                  </a:cubicBezTo>
                  <a:cubicBezTo>
                    <a:pt x="2552" y="2119"/>
                    <a:pt x="2543" y="2110"/>
                    <a:pt x="2569" y="2067"/>
                  </a:cubicBezTo>
                  <a:cubicBezTo>
                    <a:pt x="2595" y="2033"/>
                    <a:pt x="2535" y="2016"/>
                    <a:pt x="2535" y="1964"/>
                  </a:cubicBezTo>
                  <a:cubicBezTo>
                    <a:pt x="2535" y="1930"/>
                    <a:pt x="2517" y="1904"/>
                    <a:pt x="2500" y="1870"/>
                  </a:cubicBezTo>
                  <a:cubicBezTo>
                    <a:pt x="2483" y="1818"/>
                    <a:pt x="2517" y="1758"/>
                    <a:pt x="2500" y="1698"/>
                  </a:cubicBezTo>
                  <a:cubicBezTo>
                    <a:pt x="2474" y="1612"/>
                    <a:pt x="2492" y="1509"/>
                    <a:pt x="2457" y="1423"/>
                  </a:cubicBezTo>
                  <a:cubicBezTo>
                    <a:pt x="2440" y="1371"/>
                    <a:pt x="2423" y="1337"/>
                    <a:pt x="2414" y="1286"/>
                  </a:cubicBezTo>
                  <a:cubicBezTo>
                    <a:pt x="2406" y="1251"/>
                    <a:pt x="2397" y="1208"/>
                    <a:pt x="2380" y="1174"/>
                  </a:cubicBezTo>
                  <a:cubicBezTo>
                    <a:pt x="2320" y="1079"/>
                    <a:pt x="2242" y="985"/>
                    <a:pt x="2234" y="873"/>
                  </a:cubicBezTo>
                  <a:cubicBezTo>
                    <a:pt x="2234" y="822"/>
                    <a:pt x="2225" y="761"/>
                    <a:pt x="2182" y="710"/>
                  </a:cubicBezTo>
                  <a:cubicBezTo>
                    <a:pt x="2174" y="701"/>
                    <a:pt x="2156" y="693"/>
                    <a:pt x="2139" y="684"/>
                  </a:cubicBezTo>
                  <a:cubicBezTo>
                    <a:pt x="2122" y="667"/>
                    <a:pt x="2114" y="650"/>
                    <a:pt x="2088" y="633"/>
                  </a:cubicBezTo>
                  <a:cubicBezTo>
                    <a:pt x="2028" y="607"/>
                    <a:pt x="2019" y="590"/>
                    <a:pt x="1993" y="538"/>
                  </a:cubicBezTo>
                  <a:cubicBezTo>
                    <a:pt x="1967" y="504"/>
                    <a:pt x="1916" y="478"/>
                    <a:pt x="1882" y="444"/>
                  </a:cubicBezTo>
                  <a:cubicBezTo>
                    <a:pt x="1847" y="409"/>
                    <a:pt x="1813" y="383"/>
                    <a:pt x="1778" y="349"/>
                  </a:cubicBezTo>
                  <a:cubicBezTo>
                    <a:pt x="1753" y="315"/>
                    <a:pt x="1718" y="289"/>
                    <a:pt x="1684" y="263"/>
                  </a:cubicBezTo>
                  <a:cubicBezTo>
                    <a:pt x="1658" y="246"/>
                    <a:pt x="1641" y="229"/>
                    <a:pt x="1607" y="220"/>
                  </a:cubicBezTo>
                  <a:cubicBezTo>
                    <a:pt x="1581" y="220"/>
                    <a:pt x="1564" y="212"/>
                    <a:pt x="1547" y="203"/>
                  </a:cubicBezTo>
                  <a:cubicBezTo>
                    <a:pt x="1512" y="194"/>
                    <a:pt x="1512" y="194"/>
                    <a:pt x="1486" y="169"/>
                  </a:cubicBezTo>
                  <a:cubicBezTo>
                    <a:pt x="1469" y="151"/>
                    <a:pt x="1452" y="151"/>
                    <a:pt x="1426" y="134"/>
                  </a:cubicBezTo>
                  <a:cubicBezTo>
                    <a:pt x="1409" y="117"/>
                    <a:pt x="1392" y="100"/>
                    <a:pt x="1357" y="100"/>
                  </a:cubicBezTo>
                  <a:cubicBezTo>
                    <a:pt x="1340" y="91"/>
                    <a:pt x="1323" y="91"/>
                    <a:pt x="1315" y="91"/>
                  </a:cubicBezTo>
                  <a:cubicBezTo>
                    <a:pt x="1306" y="91"/>
                    <a:pt x="1297" y="91"/>
                    <a:pt x="1272" y="83"/>
                  </a:cubicBezTo>
                  <a:cubicBezTo>
                    <a:pt x="1220" y="66"/>
                    <a:pt x="1126" y="66"/>
                    <a:pt x="1074" y="48"/>
                  </a:cubicBezTo>
                  <a:cubicBezTo>
                    <a:pt x="1040" y="40"/>
                    <a:pt x="988" y="23"/>
                    <a:pt x="962" y="5"/>
                  </a:cubicBezTo>
                  <a:cubicBezTo>
                    <a:pt x="934" y="2"/>
                    <a:pt x="905" y="1"/>
                    <a:pt x="87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4" name="Google Shape;16234;p54">
              <a:extLst>
                <a:ext uri="{FF2B5EF4-FFF2-40B4-BE49-F238E27FC236}">
                  <a16:creationId xmlns:a16="http://schemas.microsoft.com/office/drawing/2014/main" id="{F426F483-323B-3949-ADC9-23BEEFE39980}"/>
                </a:ext>
              </a:extLst>
            </p:cNvPr>
            <p:cNvSpPr/>
            <p:nvPr/>
          </p:nvSpPr>
          <p:spPr>
            <a:xfrm>
              <a:off x="5146375" y="1281500"/>
              <a:ext cx="250" cy="25"/>
            </a:xfrm>
            <a:custGeom>
              <a:avLst/>
              <a:gdLst/>
              <a:ahLst/>
              <a:cxnLst/>
              <a:rect l="l" t="t" r="r" b="b"/>
              <a:pathLst>
                <a:path w="10" h="1" extrusionOk="0">
                  <a:moveTo>
                    <a:pt x="1" y="0"/>
                  </a:moveTo>
                  <a:lnTo>
                    <a:pt x="1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5" name="Google Shape;16235;p54">
              <a:extLst>
                <a:ext uri="{FF2B5EF4-FFF2-40B4-BE49-F238E27FC236}">
                  <a16:creationId xmlns:a16="http://schemas.microsoft.com/office/drawing/2014/main" id="{8AD21D06-78DA-19F5-3730-24F7E675EEA9}"/>
                </a:ext>
              </a:extLst>
            </p:cNvPr>
            <p:cNvSpPr/>
            <p:nvPr/>
          </p:nvSpPr>
          <p:spPr>
            <a:xfrm>
              <a:off x="5146375" y="1229300"/>
              <a:ext cx="90025" cy="103925"/>
            </a:xfrm>
            <a:custGeom>
              <a:avLst/>
              <a:gdLst/>
              <a:ahLst/>
              <a:cxnLst/>
              <a:rect l="l" t="t" r="r" b="b"/>
              <a:pathLst>
                <a:path w="3601" h="4157" extrusionOk="0">
                  <a:moveTo>
                    <a:pt x="1960" y="0"/>
                  </a:moveTo>
                  <a:cubicBezTo>
                    <a:pt x="1917" y="0"/>
                    <a:pt x="1856" y="43"/>
                    <a:pt x="1813" y="61"/>
                  </a:cubicBezTo>
                  <a:cubicBezTo>
                    <a:pt x="1753" y="78"/>
                    <a:pt x="1710" y="78"/>
                    <a:pt x="1659" y="78"/>
                  </a:cubicBezTo>
                  <a:cubicBezTo>
                    <a:pt x="1650" y="77"/>
                    <a:pt x="1641" y="76"/>
                    <a:pt x="1632" y="76"/>
                  </a:cubicBezTo>
                  <a:cubicBezTo>
                    <a:pt x="1555" y="76"/>
                    <a:pt x="1479" y="107"/>
                    <a:pt x="1410" y="138"/>
                  </a:cubicBezTo>
                  <a:cubicBezTo>
                    <a:pt x="1375" y="155"/>
                    <a:pt x="1332" y="155"/>
                    <a:pt x="1289" y="172"/>
                  </a:cubicBezTo>
                  <a:cubicBezTo>
                    <a:pt x="1229" y="189"/>
                    <a:pt x="1212" y="215"/>
                    <a:pt x="1169" y="250"/>
                  </a:cubicBezTo>
                  <a:cubicBezTo>
                    <a:pt x="1109" y="301"/>
                    <a:pt x="1057" y="353"/>
                    <a:pt x="997" y="413"/>
                  </a:cubicBezTo>
                  <a:cubicBezTo>
                    <a:pt x="946" y="464"/>
                    <a:pt x="894" y="533"/>
                    <a:pt x="808" y="533"/>
                  </a:cubicBezTo>
                  <a:cubicBezTo>
                    <a:pt x="748" y="533"/>
                    <a:pt x="645" y="602"/>
                    <a:pt x="636" y="671"/>
                  </a:cubicBezTo>
                  <a:cubicBezTo>
                    <a:pt x="611" y="765"/>
                    <a:pt x="645" y="782"/>
                    <a:pt x="559" y="868"/>
                  </a:cubicBezTo>
                  <a:cubicBezTo>
                    <a:pt x="533" y="903"/>
                    <a:pt x="508" y="937"/>
                    <a:pt x="473" y="954"/>
                  </a:cubicBezTo>
                  <a:cubicBezTo>
                    <a:pt x="447" y="971"/>
                    <a:pt x="439" y="1057"/>
                    <a:pt x="413" y="1066"/>
                  </a:cubicBezTo>
                  <a:cubicBezTo>
                    <a:pt x="396" y="1083"/>
                    <a:pt x="387" y="1100"/>
                    <a:pt x="370" y="1109"/>
                  </a:cubicBezTo>
                  <a:lnTo>
                    <a:pt x="344" y="1109"/>
                  </a:lnTo>
                  <a:lnTo>
                    <a:pt x="319" y="1152"/>
                  </a:lnTo>
                  <a:cubicBezTo>
                    <a:pt x="293" y="1169"/>
                    <a:pt x="267" y="1177"/>
                    <a:pt x="241" y="1186"/>
                  </a:cubicBezTo>
                  <a:cubicBezTo>
                    <a:pt x="173" y="1238"/>
                    <a:pt x="147" y="1306"/>
                    <a:pt x="121" y="1392"/>
                  </a:cubicBezTo>
                  <a:cubicBezTo>
                    <a:pt x="104" y="1427"/>
                    <a:pt x="78" y="1444"/>
                    <a:pt x="78" y="1487"/>
                  </a:cubicBezTo>
                  <a:cubicBezTo>
                    <a:pt x="69" y="1547"/>
                    <a:pt x="78" y="1590"/>
                    <a:pt x="87" y="1641"/>
                  </a:cubicBezTo>
                  <a:cubicBezTo>
                    <a:pt x="104" y="1744"/>
                    <a:pt x="26" y="1805"/>
                    <a:pt x="18" y="1899"/>
                  </a:cubicBezTo>
                  <a:cubicBezTo>
                    <a:pt x="18" y="1942"/>
                    <a:pt x="44" y="1968"/>
                    <a:pt x="52" y="2002"/>
                  </a:cubicBezTo>
                  <a:cubicBezTo>
                    <a:pt x="61" y="2037"/>
                    <a:pt x="52" y="2097"/>
                    <a:pt x="44" y="2131"/>
                  </a:cubicBezTo>
                  <a:cubicBezTo>
                    <a:pt x="35" y="2174"/>
                    <a:pt x="9" y="2226"/>
                    <a:pt x="1" y="2286"/>
                  </a:cubicBezTo>
                  <a:cubicBezTo>
                    <a:pt x="1" y="2320"/>
                    <a:pt x="9" y="2354"/>
                    <a:pt x="9" y="2397"/>
                  </a:cubicBezTo>
                  <a:cubicBezTo>
                    <a:pt x="26" y="2458"/>
                    <a:pt x="52" y="2501"/>
                    <a:pt x="78" y="2552"/>
                  </a:cubicBezTo>
                  <a:cubicBezTo>
                    <a:pt x="104" y="2612"/>
                    <a:pt x="69" y="2647"/>
                    <a:pt x="61" y="2707"/>
                  </a:cubicBezTo>
                  <a:cubicBezTo>
                    <a:pt x="52" y="2767"/>
                    <a:pt x="61" y="2836"/>
                    <a:pt x="69" y="2887"/>
                  </a:cubicBezTo>
                  <a:cubicBezTo>
                    <a:pt x="95" y="2982"/>
                    <a:pt x="138" y="3076"/>
                    <a:pt x="215" y="3136"/>
                  </a:cubicBezTo>
                  <a:cubicBezTo>
                    <a:pt x="241" y="3153"/>
                    <a:pt x="267" y="3179"/>
                    <a:pt x="284" y="3214"/>
                  </a:cubicBezTo>
                  <a:cubicBezTo>
                    <a:pt x="319" y="3265"/>
                    <a:pt x="336" y="3291"/>
                    <a:pt x="387" y="3334"/>
                  </a:cubicBezTo>
                  <a:cubicBezTo>
                    <a:pt x="473" y="3394"/>
                    <a:pt x="482" y="3489"/>
                    <a:pt x="533" y="3566"/>
                  </a:cubicBezTo>
                  <a:cubicBezTo>
                    <a:pt x="551" y="3592"/>
                    <a:pt x="576" y="3626"/>
                    <a:pt x="611" y="3643"/>
                  </a:cubicBezTo>
                  <a:cubicBezTo>
                    <a:pt x="662" y="3660"/>
                    <a:pt x="722" y="3643"/>
                    <a:pt x="783" y="3678"/>
                  </a:cubicBezTo>
                  <a:cubicBezTo>
                    <a:pt x="817" y="3703"/>
                    <a:pt x="851" y="3729"/>
                    <a:pt x="886" y="3755"/>
                  </a:cubicBezTo>
                  <a:cubicBezTo>
                    <a:pt x="937" y="3781"/>
                    <a:pt x="989" y="3815"/>
                    <a:pt x="1023" y="3858"/>
                  </a:cubicBezTo>
                  <a:cubicBezTo>
                    <a:pt x="1092" y="3944"/>
                    <a:pt x="1126" y="3995"/>
                    <a:pt x="1229" y="4038"/>
                  </a:cubicBezTo>
                  <a:cubicBezTo>
                    <a:pt x="1315" y="4081"/>
                    <a:pt x="1410" y="4099"/>
                    <a:pt x="1504" y="4107"/>
                  </a:cubicBezTo>
                  <a:cubicBezTo>
                    <a:pt x="1539" y="4116"/>
                    <a:pt x="1573" y="4116"/>
                    <a:pt x="1607" y="4124"/>
                  </a:cubicBezTo>
                  <a:cubicBezTo>
                    <a:pt x="1642" y="4124"/>
                    <a:pt x="1667" y="4150"/>
                    <a:pt x="1702" y="4150"/>
                  </a:cubicBezTo>
                  <a:cubicBezTo>
                    <a:pt x="1719" y="4153"/>
                    <a:pt x="1734" y="4154"/>
                    <a:pt x="1749" y="4154"/>
                  </a:cubicBezTo>
                  <a:cubicBezTo>
                    <a:pt x="1778" y="4154"/>
                    <a:pt x="1805" y="4150"/>
                    <a:pt x="1839" y="4150"/>
                  </a:cubicBezTo>
                  <a:lnTo>
                    <a:pt x="1891" y="4150"/>
                  </a:lnTo>
                  <a:cubicBezTo>
                    <a:pt x="1904" y="4154"/>
                    <a:pt x="1917" y="4156"/>
                    <a:pt x="1931" y="4156"/>
                  </a:cubicBezTo>
                  <a:cubicBezTo>
                    <a:pt x="1945" y="4156"/>
                    <a:pt x="1960" y="4154"/>
                    <a:pt x="1977" y="4150"/>
                  </a:cubicBezTo>
                  <a:cubicBezTo>
                    <a:pt x="2003" y="4133"/>
                    <a:pt x="2020" y="4124"/>
                    <a:pt x="2054" y="4099"/>
                  </a:cubicBezTo>
                  <a:cubicBezTo>
                    <a:pt x="2088" y="4081"/>
                    <a:pt x="2114" y="4073"/>
                    <a:pt x="2149" y="4064"/>
                  </a:cubicBezTo>
                  <a:cubicBezTo>
                    <a:pt x="2243" y="4038"/>
                    <a:pt x="2338" y="4038"/>
                    <a:pt x="2432" y="4004"/>
                  </a:cubicBezTo>
                  <a:cubicBezTo>
                    <a:pt x="2509" y="3978"/>
                    <a:pt x="2587" y="3944"/>
                    <a:pt x="2673" y="3918"/>
                  </a:cubicBezTo>
                  <a:cubicBezTo>
                    <a:pt x="2750" y="3901"/>
                    <a:pt x="2776" y="3824"/>
                    <a:pt x="2827" y="3781"/>
                  </a:cubicBezTo>
                  <a:cubicBezTo>
                    <a:pt x="2887" y="3738"/>
                    <a:pt x="2930" y="3729"/>
                    <a:pt x="2982" y="3678"/>
                  </a:cubicBezTo>
                  <a:cubicBezTo>
                    <a:pt x="3008" y="3660"/>
                    <a:pt x="3016" y="3660"/>
                    <a:pt x="3033" y="3635"/>
                  </a:cubicBezTo>
                  <a:cubicBezTo>
                    <a:pt x="3042" y="3609"/>
                    <a:pt x="3068" y="3574"/>
                    <a:pt x="3076" y="3549"/>
                  </a:cubicBezTo>
                  <a:cubicBezTo>
                    <a:pt x="3094" y="3514"/>
                    <a:pt x="3137" y="3514"/>
                    <a:pt x="3137" y="3480"/>
                  </a:cubicBezTo>
                  <a:cubicBezTo>
                    <a:pt x="3145" y="3446"/>
                    <a:pt x="3162" y="3420"/>
                    <a:pt x="3171" y="3385"/>
                  </a:cubicBezTo>
                  <a:cubicBezTo>
                    <a:pt x="3188" y="3334"/>
                    <a:pt x="3197" y="3282"/>
                    <a:pt x="3222" y="3231"/>
                  </a:cubicBezTo>
                  <a:cubicBezTo>
                    <a:pt x="3231" y="3196"/>
                    <a:pt x="3257" y="3153"/>
                    <a:pt x="3283" y="3119"/>
                  </a:cubicBezTo>
                  <a:cubicBezTo>
                    <a:pt x="3326" y="3050"/>
                    <a:pt x="3360" y="2964"/>
                    <a:pt x="3394" y="2896"/>
                  </a:cubicBezTo>
                  <a:cubicBezTo>
                    <a:pt x="3463" y="2767"/>
                    <a:pt x="3601" y="2604"/>
                    <a:pt x="3575" y="2449"/>
                  </a:cubicBezTo>
                  <a:cubicBezTo>
                    <a:pt x="3558" y="2346"/>
                    <a:pt x="3549" y="2226"/>
                    <a:pt x="3506" y="2131"/>
                  </a:cubicBezTo>
                  <a:cubicBezTo>
                    <a:pt x="3489" y="2097"/>
                    <a:pt x="3463" y="2062"/>
                    <a:pt x="3463" y="2028"/>
                  </a:cubicBezTo>
                  <a:cubicBezTo>
                    <a:pt x="3454" y="1959"/>
                    <a:pt x="3480" y="1873"/>
                    <a:pt x="3489" y="1805"/>
                  </a:cubicBezTo>
                  <a:cubicBezTo>
                    <a:pt x="3506" y="1719"/>
                    <a:pt x="3497" y="1659"/>
                    <a:pt x="3480" y="1573"/>
                  </a:cubicBezTo>
                  <a:cubicBezTo>
                    <a:pt x="3463" y="1512"/>
                    <a:pt x="3463" y="1444"/>
                    <a:pt x="3454" y="1384"/>
                  </a:cubicBezTo>
                  <a:cubicBezTo>
                    <a:pt x="3437" y="1272"/>
                    <a:pt x="3403" y="1134"/>
                    <a:pt x="3334" y="1040"/>
                  </a:cubicBezTo>
                  <a:cubicBezTo>
                    <a:pt x="3308" y="1006"/>
                    <a:pt x="3274" y="997"/>
                    <a:pt x="3240" y="971"/>
                  </a:cubicBezTo>
                  <a:cubicBezTo>
                    <a:pt x="3214" y="954"/>
                    <a:pt x="3188" y="911"/>
                    <a:pt x="3171" y="885"/>
                  </a:cubicBezTo>
                  <a:cubicBezTo>
                    <a:pt x="3145" y="842"/>
                    <a:pt x="3128" y="791"/>
                    <a:pt x="3128" y="739"/>
                  </a:cubicBezTo>
                  <a:cubicBezTo>
                    <a:pt x="3128" y="696"/>
                    <a:pt x="3145" y="645"/>
                    <a:pt x="3119" y="602"/>
                  </a:cubicBezTo>
                  <a:cubicBezTo>
                    <a:pt x="3094" y="567"/>
                    <a:pt x="3059" y="542"/>
                    <a:pt x="3033" y="499"/>
                  </a:cubicBezTo>
                  <a:cubicBezTo>
                    <a:pt x="3016" y="447"/>
                    <a:pt x="2991" y="421"/>
                    <a:pt x="2948" y="387"/>
                  </a:cubicBezTo>
                  <a:cubicBezTo>
                    <a:pt x="2862" y="335"/>
                    <a:pt x="2784" y="284"/>
                    <a:pt x="2698" y="232"/>
                  </a:cubicBezTo>
                  <a:cubicBezTo>
                    <a:pt x="2655" y="207"/>
                    <a:pt x="2621" y="215"/>
                    <a:pt x="2578" y="198"/>
                  </a:cubicBezTo>
                  <a:cubicBezTo>
                    <a:pt x="2544" y="189"/>
                    <a:pt x="2484" y="146"/>
                    <a:pt x="2466" y="146"/>
                  </a:cubicBezTo>
                  <a:cubicBezTo>
                    <a:pt x="2453" y="151"/>
                    <a:pt x="2440" y="153"/>
                    <a:pt x="2428" y="153"/>
                  </a:cubicBezTo>
                  <a:cubicBezTo>
                    <a:pt x="2393" y="153"/>
                    <a:pt x="2363" y="135"/>
                    <a:pt x="2338" y="104"/>
                  </a:cubicBezTo>
                  <a:cubicBezTo>
                    <a:pt x="2303" y="78"/>
                    <a:pt x="2286" y="52"/>
                    <a:pt x="2243" y="35"/>
                  </a:cubicBezTo>
                  <a:cubicBezTo>
                    <a:pt x="2229" y="32"/>
                    <a:pt x="2213" y="31"/>
                    <a:pt x="2196" y="31"/>
                  </a:cubicBezTo>
                  <a:cubicBezTo>
                    <a:pt x="2162" y="31"/>
                    <a:pt x="2126" y="35"/>
                    <a:pt x="2097" y="35"/>
                  </a:cubicBezTo>
                  <a:cubicBezTo>
                    <a:pt x="2071" y="26"/>
                    <a:pt x="2054" y="26"/>
                    <a:pt x="2028" y="26"/>
                  </a:cubicBezTo>
                  <a:lnTo>
                    <a:pt x="1994" y="2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6" name="Google Shape;16236;p54">
              <a:extLst>
                <a:ext uri="{FF2B5EF4-FFF2-40B4-BE49-F238E27FC236}">
                  <a16:creationId xmlns:a16="http://schemas.microsoft.com/office/drawing/2014/main" id="{55B58C9F-A945-EC92-6D60-6A0907FED27D}"/>
                </a:ext>
              </a:extLst>
            </p:cNvPr>
            <p:cNvSpPr/>
            <p:nvPr/>
          </p:nvSpPr>
          <p:spPr>
            <a:xfrm>
              <a:off x="5186325" y="1332175"/>
              <a:ext cx="1975" cy="900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78" y="35"/>
                  </a:moveTo>
                  <a:lnTo>
                    <a:pt x="78" y="35"/>
                  </a:lnTo>
                  <a:cubicBezTo>
                    <a:pt x="52" y="26"/>
                    <a:pt x="35" y="9"/>
                    <a:pt x="9" y="9"/>
                  </a:cubicBezTo>
                  <a:cubicBezTo>
                    <a:pt x="9" y="9"/>
                    <a:pt x="9" y="1"/>
                    <a:pt x="1" y="1"/>
                  </a:cubicBezTo>
                  <a:lnTo>
                    <a:pt x="1" y="1"/>
                  </a:lnTo>
                  <a:cubicBezTo>
                    <a:pt x="9" y="1"/>
                    <a:pt x="9" y="9"/>
                    <a:pt x="9" y="9"/>
                  </a:cubicBezTo>
                  <a:cubicBezTo>
                    <a:pt x="35" y="9"/>
                    <a:pt x="52" y="26"/>
                    <a:pt x="78" y="35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7" name="Google Shape;16237;p54">
              <a:extLst>
                <a:ext uri="{FF2B5EF4-FFF2-40B4-BE49-F238E27FC236}">
                  <a16:creationId xmlns:a16="http://schemas.microsoft.com/office/drawing/2014/main" id="{F9702422-E501-A4ED-B543-7450C4BA7639}"/>
                </a:ext>
              </a:extLst>
            </p:cNvPr>
            <p:cNvSpPr/>
            <p:nvPr/>
          </p:nvSpPr>
          <p:spPr>
            <a:xfrm>
              <a:off x="5220050" y="1239175"/>
              <a:ext cx="13775" cy="40825"/>
            </a:xfrm>
            <a:custGeom>
              <a:avLst/>
              <a:gdLst/>
              <a:ahLst/>
              <a:cxnLst/>
              <a:rect l="l" t="t" r="r" b="b"/>
              <a:pathLst>
                <a:path w="551" h="1633" extrusionOk="0">
                  <a:moveTo>
                    <a:pt x="516" y="1633"/>
                  </a:moveTo>
                  <a:cubicBezTo>
                    <a:pt x="507" y="1564"/>
                    <a:pt x="533" y="1478"/>
                    <a:pt x="542" y="1410"/>
                  </a:cubicBezTo>
                  <a:cubicBezTo>
                    <a:pt x="550" y="1384"/>
                    <a:pt x="550" y="1358"/>
                    <a:pt x="550" y="1332"/>
                  </a:cubicBezTo>
                  <a:cubicBezTo>
                    <a:pt x="550" y="1358"/>
                    <a:pt x="550" y="1384"/>
                    <a:pt x="542" y="1410"/>
                  </a:cubicBezTo>
                  <a:cubicBezTo>
                    <a:pt x="533" y="1478"/>
                    <a:pt x="507" y="1564"/>
                    <a:pt x="516" y="1633"/>
                  </a:cubicBezTo>
                  <a:close/>
                  <a:moveTo>
                    <a:pt x="86" y="104"/>
                  </a:moveTo>
                  <a:cubicBezTo>
                    <a:pt x="69" y="52"/>
                    <a:pt x="44" y="26"/>
                    <a:pt x="1" y="1"/>
                  </a:cubicBezTo>
                  <a:cubicBezTo>
                    <a:pt x="44" y="26"/>
                    <a:pt x="69" y="52"/>
                    <a:pt x="86" y="104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8" name="Google Shape;16238;p54">
              <a:extLst>
                <a:ext uri="{FF2B5EF4-FFF2-40B4-BE49-F238E27FC236}">
                  <a16:creationId xmlns:a16="http://schemas.microsoft.com/office/drawing/2014/main" id="{4E46F986-7486-A8B0-EFAB-B38B7383CBC3}"/>
                </a:ext>
              </a:extLst>
            </p:cNvPr>
            <p:cNvSpPr/>
            <p:nvPr/>
          </p:nvSpPr>
          <p:spPr>
            <a:xfrm>
              <a:off x="5147875" y="1229300"/>
              <a:ext cx="87875" cy="103975"/>
            </a:xfrm>
            <a:custGeom>
              <a:avLst/>
              <a:gdLst/>
              <a:ahLst/>
              <a:cxnLst/>
              <a:rect l="l" t="t" r="r" b="b"/>
              <a:pathLst>
                <a:path w="3515" h="4159" extrusionOk="0">
                  <a:moveTo>
                    <a:pt x="1891" y="0"/>
                  </a:moveTo>
                  <a:cubicBezTo>
                    <a:pt x="1848" y="0"/>
                    <a:pt x="1788" y="43"/>
                    <a:pt x="1753" y="61"/>
                  </a:cubicBezTo>
                  <a:cubicBezTo>
                    <a:pt x="1711" y="69"/>
                    <a:pt x="1676" y="78"/>
                    <a:pt x="1642" y="78"/>
                  </a:cubicBezTo>
                  <a:lnTo>
                    <a:pt x="1573" y="78"/>
                  </a:lnTo>
                  <a:cubicBezTo>
                    <a:pt x="1496" y="78"/>
                    <a:pt x="1418" y="104"/>
                    <a:pt x="1350" y="138"/>
                  </a:cubicBezTo>
                  <a:lnTo>
                    <a:pt x="1341" y="138"/>
                  </a:lnTo>
                  <a:cubicBezTo>
                    <a:pt x="1367" y="164"/>
                    <a:pt x="1401" y="189"/>
                    <a:pt x="1436" y="198"/>
                  </a:cubicBezTo>
                  <a:cubicBezTo>
                    <a:pt x="1444" y="207"/>
                    <a:pt x="1461" y="207"/>
                    <a:pt x="1479" y="215"/>
                  </a:cubicBezTo>
                  <a:cubicBezTo>
                    <a:pt x="1496" y="224"/>
                    <a:pt x="1504" y="241"/>
                    <a:pt x="1522" y="258"/>
                  </a:cubicBezTo>
                  <a:cubicBezTo>
                    <a:pt x="1547" y="275"/>
                    <a:pt x="1582" y="293"/>
                    <a:pt x="1607" y="301"/>
                  </a:cubicBezTo>
                  <a:cubicBezTo>
                    <a:pt x="1633" y="301"/>
                    <a:pt x="1650" y="293"/>
                    <a:pt x="1676" y="293"/>
                  </a:cubicBezTo>
                  <a:cubicBezTo>
                    <a:pt x="1685" y="293"/>
                    <a:pt x="1693" y="293"/>
                    <a:pt x="1711" y="301"/>
                  </a:cubicBezTo>
                  <a:cubicBezTo>
                    <a:pt x="1745" y="310"/>
                    <a:pt x="1762" y="335"/>
                    <a:pt x="1796" y="344"/>
                  </a:cubicBezTo>
                  <a:cubicBezTo>
                    <a:pt x="1822" y="353"/>
                    <a:pt x="1839" y="353"/>
                    <a:pt x="1865" y="370"/>
                  </a:cubicBezTo>
                  <a:cubicBezTo>
                    <a:pt x="1925" y="413"/>
                    <a:pt x="1977" y="464"/>
                    <a:pt x="2028" y="507"/>
                  </a:cubicBezTo>
                  <a:cubicBezTo>
                    <a:pt x="2080" y="559"/>
                    <a:pt x="2123" y="610"/>
                    <a:pt x="2183" y="645"/>
                  </a:cubicBezTo>
                  <a:cubicBezTo>
                    <a:pt x="2235" y="679"/>
                    <a:pt x="2295" y="696"/>
                    <a:pt x="2346" y="722"/>
                  </a:cubicBezTo>
                  <a:cubicBezTo>
                    <a:pt x="2389" y="748"/>
                    <a:pt x="2441" y="774"/>
                    <a:pt x="2484" y="808"/>
                  </a:cubicBezTo>
                  <a:cubicBezTo>
                    <a:pt x="2518" y="834"/>
                    <a:pt x="2552" y="860"/>
                    <a:pt x="2587" y="894"/>
                  </a:cubicBezTo>
                  <a:cubicBezTo>
                    <a:pt x="2613" y="920"/>
                    <a:pt x="2656" y="937"/>
                    <a:pt x="2681" y="963"/>
                  </a:cubicBezTo>
                  <a:cubicBezTo>
                    <a:pt x="2716" y="980"/>
                    <a:pt x="2724" y="1014"/>
                    <a:pt x="2742" y="1049"/>
                  </a:cubicBezTo>
                  <a:cubicBezTo>
                    <a:pt x="2784" y="1134"/>
                    <a:pt x="2802" y="1220"/>
                    <a:pt x="2819" y="1306"/>
                  </a:cubicBezTo>
                  <a:cubicBezTo>
                    <a:pt x="2827" y="1349"/>
                    <a:pt x="2827" y="1384"/>
                    <a:pt x="2827" y="1427"/>
                  </a:cubicBezTo>
                  <a:cubicBezTo>
                    <a:pt x="2827" y="1444"/>
                    <a:pt x="2827" y="1461"/>
                    <a:pt x="2827" y="1470"/>
                  </a:cubicBezTo>
                  <a:cubicBezTo>
                    <a:pt x="2827" y="1504"/>
                    <a:pt x="2819" y="1512"/>
                    <a:pt x="2810" y="1538"/>
                  </a:cubicBezTo>
                  <a:cubicBezTo>
                    <a:pt x="2793" y="1573"/>
                    <a:pt x="2802" y="1616"/>
                    <a:pt x="2802" y="1659"/>
                  </a:cubicBezTo>
                  <a:cubicBezTo>
                    <a:pt x="2802" y="1676"/>
                    <a:pt x="2802" y="1693"/>
                    <a:pt x="2802" y="1710"/>
                  </a:cubicBezTo>
                  <a:cubicBezTo>
                    <a:pt x="2810" y="1736"/>
                    <a:pt x="2819" y="1753"/>
                    <a:pt x="2819" y="1779"/>
                  </a:cubicBezTo>
                  <a:cubicBezTo>
                    <a:pt x="2819" y="1787"/>
                    <a:pt x="2810" y="1805"/>
                    <a:pt x="2810" y="1822"/>
                  </a:cubicBezTo>
                  <a:cubicBezTo>
                    <a:pt x="2810" y="1839"/>
                    <a:pt x="2802" y="1856"/>
                    <a:pt x="2802" y="1873"/>
                  </a:cubicBezTo>
                  <a:lnTo>
                    <a:pt x="2784" y="1908"/>
                  </a:lnTo>
                  <a:cubicBezTo>
                    <a:pt x="2776" y="1933"/>
                    <a:pt x="2776" y="1968"/>
                    <a:pt x="2776" y="1994"/>
                  </a:cubicBezTo>
                  <a:cubicBezTo>
                    <a:pt x="2767" y="2019"/>
                    <a:pt x="2767" y="2028"/>
                    <a:pt x="2759" y="2054"/>
                  </a:cubicBezTo>
                  <a:cubicBezTo>
                    <a:pt x="2759" y="2088"/>
                    <a:pt x="2742" y="2122"/>
                    <a:pt x="2750" y="2148"/>
                  </a:cubicBezTo>
                  <a:cubicBezTo>
                    <a:pt x="2750" y="2191"/>
                    <a:pt x="2793" y="2243"/>
                    <a:pt x="2810" y="2286"/>
                  </a:cubicBezTo>
                  <a:cubicBezTo>
                    <a:pt x="2819" y="2311"/>
                    <a:pt x="2827" y="2329"/>
                    <a:pt x="2819" y="2363"/>
                  </a:cubicBezTo>
                  <a:cubicBezTo>
                    <a:pt x="2819" y="2380"/>
                    <a:pt x="2802" y="2406"/>
                    <a:pt x="2802" y="2423"/>
                  </a:cubicBezTo>
                  <a:cubicBezTo>
                    <a:pt x="2784" y="2475"/>
                    <a:pt x="2784" y="2518"/>
                    <a:pt x="2767" y="2569"/>
                  </a:cubicBezTo>
                  <a:cubicBezTo>
                    <a:pt x="2750" y="2604"/>
                    <a:pt x="2724" y="2647"/>
                    <a:pt x="2707" y="2690"/>
                  </a:cubicBezTo>
                  <a:cubicBezTo>
                    <a:pt x="2699" y="2724"/>
                    <a:pt x="2681" y="2758"/>
                    <a:pt x="2673" y="2793"/>
                  </a:cubicBezTo>
                  <a:cubicBezTo>
                    <a:pt x="2664" y="2836"/>
                    <a:pt x="2647" y="2870"/>
                    <a:pt x="2638" y="2913"/>
                  </a:cubicBezTo>
                  <a:cubicBezTo>
                    <a:pt x="2621" y="2973"/>
                    <a:pt x="2613" y="3025"/>
                    <a:pt x="2578" y="3076"/>
                  </a:cubicBezTo>
                  <a:cubicBezTo>
                    <a:pt x="2552" y="3119"/>
                    <a:pt x="2527" y="3153"/>
                    <a:pt x="2518" y="3196"/>
                  </a:cubicBezTo>
                  <a:cubicBezTo>
                    <a:pt x="2510" y="3282"/>
                    <a:pt x="2492" y="3360"/>
                    <a:pt x="2432" y="3411"/>
                  </a:cubicBezTo>
                  <a:cubicBezTo>
                    <a:pt x="2389" y="3454"/>
                    <a:pt x="2346" y="3480"/>
                    <a:pt x="2312" y="3523"/>
                  </a:cubicBezTo>
                  <a:cubicBezTo>
                    <a:pt x="2295" y="3540"/>
                    <a:pt x="2286" y="3566"/>
                    <a:pt x="2269" y="3600"/>
                  </a:cubicBezTo>
                  <a:cubicBezTo>
                    <a:pt x="2260" y="3617"/>
                    <a:pt x="2243" y="3635"/>
                    <a:pt x="2235" y="3660"/>
                  </a:cubicBezTo>
                  <a:lnTo>
                    <a:pt x="2200" y="3686"/>
                  </a:lnTo>
                  <a:cubicBezTo>
                    <a:pt x="2200" y="3695"/>
                    <a:pt x="2192" y="3695"/>
                    <a:pt x="2183" y="3695"/>
                  </a:cubicBezTo>
                  <a:lnTo>
                    <a:pt x="2157" y="3695"/>
                  </a:lnTo>
                  <a:cubicBezTo>
                    <a:pt x="2149" y="3686"/>
                    <a:pt x="2140" y="3686"/>
                    <a:pt x="2132" y="3686"/>
                  </a:cubicBezTo>
                  <a:lnTo>
                    <a:pt x="2114" y="3686"/>
                  </a:lnTo>
                  <a:cubicBezTo>
                    <a:pt x="2106" y="3703"/>
                    <a:pt x="2080" y="3703"/>
                    <a:pt x="2063" y="3703"/>
                  </a:cubicBezTo>
                  <a:lnTo>
                    <a:pt x="1900" y="3703"/>
                  </a:lnTo>
                  <a:cubicBezTo>
                    <a:pt x="1865" y="3703"/>
                    <a:pt x="1831" y="3703"/>
                    <a:pt x="1796" y="3712"/>
                  </a:cubicBezTo>
                  <a:cubicBezTo>
                    <a:pt x="1762" y="3720"/>
                    <a:pt x="1736" y="3729"/>
                    <a:pt x="1702" y="3729"/>
                  </a:cubicBezTo>
                  <a:lnTo>
                    <a:pt x="1685" y="3729"/>
                  </a:lnTo>
                  <a:cubicBezTo>
                    <a:pt x="1668" y="3729"/>
                    <a:pt x="1659" y="3738"/>
                    <a:pt x="1650" y="3746"/>
                  </a:cubicBezTo>
                  <a:cubicBezTo>
                    <a:pt x="1642" y="3755"/>
                    <a:pt x="1633" y="3763"/>
                    <a:pt x="1616" y="3763"/>
                  </a:cubicBezTo>
                  <a:lnTo>
                    <a:pt x="1607" y="3763"/>
                  </a:lnTo>
                  <a:cubicBezTo>
                    <a:pt x="1564" y="3755"/>
                    <a:pt x="1522" y="3746"/>
                    <a:pt x="1470" y="3738"/>
                  </a:cubicBezTo>
                  <a:cubicBezTo>
                    <a:pt x="1427" y="3729"/>
                    <a:pt x="1367" y="3720"/>
                    <a:pt x="1324" y="3712"/>
                  </a:cubicBezTo>
                  <a:lnTo>
                    <a:pt x="1169" y="3712"/>
                  </a:lnTo>
                  <a:cubicBezTo>
                    <a:pt x="1161" y="3712"/>
                    <a:pt x="1144" y="3720"/>
                    <a:pt x="1135" y="3720"/>
                  </a:cubicBezTo>
                  <a:cubicBezTo>
                    <a:pt x="1118" y="3720"/>
                    <a:pt x="1101" y="3712"/>
                    <a:pt x="1083" y="3703"/>
                  </a:cubicBezTo>
                  <a:lnTo>
                    <a:pt x="989" y="3703"/>
                  </a:lnTo>
                  <a:cubicBezTo>
                    <a:pt x="972" y="3703"/>
                    <a:pt x="954" y="3703"/>
                    <a:pt x="946" y="3695"/>
                  </a:cubicBezTo>
                  <a:cubicBezTo>
                    <a:pt x="903" y="3660"/>
                    <a:pt x="877" y="3635"/>
                    <a:pt x="834" y="3626"/>
                  </a:cubicBezTo>
                  <a:cubicBezTo>
                    <a:pt x="791" y="3617"/>
                    <a:pt x="774" y="3592"/>
                    <a:pt x="740" y="3566"/>
                  </a:cubicBezTo>
                  <a:cubicBezTo>
                    <a:pt x="723" y="3549"/>
                    <a:pt x="654" y="3549"/>
                    <a:pt x="637" y="3531"/>
                  </a:cubicBezTo>
                  <a:cubicBezTo>
                    <a:pt x="619" y="3514"/>
                    <a:pt x="491" y="3437"/>
                    <a:pt x="482" y="3420"/>
                  </a:cubicBezTo>
                  <a:cubicBezTo>
                    <a:pt x="465" y="3394"/>
                    <a:pt x="456" y="3377"/>
                    <a:pt x="439" y="3351"/>
                  </a:cubicBezTo>
                  <a:cubicBezTo>
                    <a:pt x="413" y="3308"/>
                    <a:pt x="370" y="3274"/>
                    <a:pt x="336" y="3231"/>
                  </a:cubicBezTo>
                  <a:cubicBezTo>
                    <a:pt x="302" y="3188"/>
                    <a:pt x="267" y="3153"/>
                    <a:pt x="224" y="3119"/>
                  </a:cubicBezTo>
                  <a:cubicBezTo>
                    <a:pt x="173" y="3076"/>
                    <a:pt x="216" y="2990"/>
                    <a:pt x="173" y="2939"/>
                  </a:cubicBezTo>
                  <a:lnTo>
                    <a:pt x="147" y="2904"/>
                  </a:lnTo>
                  <a:cubicBezTo>
                    <a:pt x="138" y="2896"/>
                    <a:pt x="113" y="2896"/>
                    <a:pt x="95" y="2887"/>
                  </a:cubicBezTo>
                  <a:cubicBezTo>
                    <a:pt x="70" y="2879"/>
                    <a:pt x="61" y="2870"/>
                    <a:pt x="44" y="2853"/>
                  </a:cubicBezTo>
                  <a:cubicBezTo>
                    <a:pt x="35" y="2836"/>
                    <a:pt x="18" y="2827"/>
                    <a:pt x="1" y="2818"/>
                  </a:cubicBezTo>
                  <a:lnTo>
                    <a:pt x="1" y="2818"/>
                  </a:lnTo>
                  <a:cubicBezTo>
                    <a:pt x="1" y="2844"/>
                    <a:pt x="9" y="2861"/>
                    <a:pt x="9" y="2887"/>
                  </a:cubicBezTo>
                  <a:cubicBezTo>
                    <a:pt x="35" y="2982"/>
                    <a:pt x="78" y="3076"/>
                    <a:pt x="155" y="3136"/>
                  </a:cubicBezTo>
                  <a:lnTo>
                    <a:pt x="164" y="3136"/>
                  </a:lnTo>
                  <a:cubicBezTo>
                    <a:pt x="190" y="3162"/>
                    <a:pt x="207" y="3179"/>
                    <a:pt x="224" y="3214"/>
                  </a:cubicBezTo>
                  <a:cubicBezTo>
                    <a:pt x="250" y="3265"/>
                    <a:pt x="267" y="3291"/>
                    <a:pt x="319" y="3325"/>
                  </a:cubicBezTo>
                  <a:cubicBezTo>
                    <a:pt x="319" y="3325"/>
                    <a:pt x="327" y="3334"/>
                    <a:pt x="327" y="3334"/>
                  </a:cubicBezTo>
                  <a:cubicBezTo>
                    <a:pt x="396" y="3385"/>
                    <a:pt x="413" y="3454"/>
                    <a:pt x="448" y="3514"/>
                  </a:cubicBezTo>
                  <a:cubicBezTo>
                    <a:pt x="456" y="3531"/>
                    <a:pt x="465" y="3549"/>
                    <a:pt x="473" y="3566"/>
                  </a:cubicBezTo>
                  <a:cubicBezTo>
                    <a:pt x="491" y="3592"/>
                    <a:pt x="516" y="3626"/>
                    <a:pt x="542" y="3635"/>
                  </a:cubicBezTo>
                  <a:cubicBezTo>
                    <a:pt x="542" y="3635"/>
                    <a:pt x="542" y="3635"/>
                    <a:pt x="551" y="3643"/>
                  </a:cubicBezTo>
                  <a:cubicBezTo>
                    <a:pt x="602" y="3660"/>
                    <a:pt x="662" y="3643"/>
                    <a:pt x="723" y="3678"/>
                  </a:cubicBezTo>
                  <a:cubicBezTo>
                    <a:pt x="757" y="3703"/>
                    <a:pt x="791" y="3729"/>
                    <a:pt x="826" y="3755"/>
                  </a:cubicBezTo>
                  <a:lnTo>
                    <a:pt x="834" y="3755"/>
                  </a:lnTo>
                  <a:cubicBezTo>
                    <a:pt x="877" y="3789"/>
                    <a:pt x="937" y="3815"/>
                    <a:pt x="963" y="3858"/>
                  </a:cubicBezTo>
                  <a:cubicBezTo>
                    <a:pt x="1032" y="3944"/>
                    <a:pt x="1066" y="3995"/>
                    <a:pt x="1169" y="4038"/>
                  </a:cubicBezTo>
                  <a:cubicBezTo>
                    <a:pt x="1255" y="4081"/>
                    <a:pt x="1350" y="4099"/>
                    <a:pt x="1444" y="4107"/>
                  </a:cubicBezTo>
                  <a:cubicBezTo>
                    <a:pt x="1479" y="4116"/>
                    <a:pt x="1513" y="4116"/>
                    <a:pt x="1539" y="4116"/>
                  </a:cubicBezTo>
                  <a:cubicBezTo>
                    <a:pt x="1547" y="4116"/>
                    <a:pt x="1547" y="4124"/>
                    <a:pt x="1547" y="4124"/>
                  </a:cubicBezTo>
                  <a:cubicBezTo>
                    <a:pt x="1573" y="4124"/>
                    <a:pt x="1590" y="4141"/>
                    <a:pt x="1616" y="4150"/>
                  </a:cubicBezTo>
                  <a:lnTo>
                    <a:pt x="1642" y="4150"/>
                  </a:lnTo>
                  <a:cubicBezTo>
                    <a:pt x="1659" y="4159"/>
                    <a:pt x="1676" y="4159"/>
                    <a:pt x="1693" y="4159"/>
                  </a:cubicBezTo>
                  <a:cubicBezTo>
                    <a:pt x="1719" y="4159"/>
                    <a:pt x="1745" y="4150"/>
                    <a:pt x="1779" y="4150"/>
                  </a:cubicBezTo>
                  <a:lnTo>
                    <a:pt x="1831" y="4150"/>
                  </a:lnTo>
                  <a:cubicBezTo>
                    <a:pt x="1848" y="4150"/>
                    <a:pt x="1857" y="4159"/>
                    <a:pt x="1865" y="4159"/>
                  </a:cubicBezTo>
                  <a:cubicBezTo>
                    <a:pt x="1882" y="4159"/>
                    <a:pt x="1900" y="4150"/>
                    <a:pt x="1917" y="4150"/>
                  </a:cubicBezTo>
                  <a:cubicBezTo>
                    <a:pt x="1943" y="4133"/>
                    <a:pt x="1960" y="4124"/>
                    <a:pt x="1994" y="4099"/>
                  </a:cubicBezTo>
                  <a:cubicBezTo>
                    <a:pt x="2028" y="4081"/>
                    <a:pt x="2054" y="4073"/>
                    <a:pt x="2089" y="4064"/>
                  </a:cubicBezTo>
                  <a:cubicBezTo>
                    <a:pt x="2183" y="4047"/>
                    <a:pt x="2278" y="4038"/>
                    <a:pt x="2363" y="4004"/>
                  </a:cubicBezTo>
                  <a:lnTo>
                    <a:pt x="2372" y="4004"/>
                  </a:lnTo>
                  <a:cubicBezTo>
                    <a:pt x="2449" y="3978"/>
                    <a:pt x="2527" y="3944"/>
                    <a:pt x="2613" y="3918"/>
                  </a:cubicBezTo>
                  <a:cubicBezTo>
                    <a:pt x="2690" y="3901"/>
                    <a:pt x="2716" y="3824"/>
                    <a:pt x="2767" y="3781"/>
                  </a:cubicBezTo>
                  <a:cubicBezTo>
                    <a:pt x="2827" y="3738"/>
                    <a:pt x="2870" y="3729"/>
                    <a:pt x="2922" y="3678"/>
                  </a:cubicBezTo>
                  <a:cubicBezTo>
                    <a:pt x="2948" y="3660"/>
                    <a:pt x="2956" y="3660"/>
                    <a:pt x="2973" y="3635"/>
                  </a:cubicBezTo>
                  <a:cubicBezTo>
                    <a:pt x="2982" y="3609"/>
                    <a:pt x="3008" y="3574"/>
                    <a:pt x="3016" y="3549"/>
                  </a:cubicBezTo>
                  <a:cubicBezTo>
                    <a:pt x="3034" y="3514"/>
                    <a:pt x="3077" y="3514"/>
                    <a:pt x="3077" y="3480"/>
                  </a:cubicBezTo>
                  <a:cubicBezTo>
                    <a:pt x="3085" y="3446"/>
                    <a:pt x="3102" y="3420"/>
                    <a:pt x="3111" y="3385"/>
                  </a:cubicBezTo>
                  <a:cubicBezTo>
                    <a:pt x="3128" y="3334"/>
                    <a:pt x="3137" y="3282"/>
                    <a:pt x="3162" y="3231"/>
                  </a:cubicBezTo>
                  <a:cubicBezTo>
                    <a:pt x="3171" y="3196"/>
                    <a:pt x="3197" y="3153"/>
                    <a:pt x="3223" y="3119"/>
                  </a:cubicBezTo>
                  <a:cubicBezTo>
                    <a:pt x="3266" y="3050"/>
                    <a:pt x="3300" y="2964"/>
                    <a:pt x="3334" y="2896"/>
                  </a:cubicBezTo>
                  <a:cubicBezTo>
                    <a:pt x="3403" y="2775"/>
                    <a:pt x="3515" y="2629"/>
                    <a:pt x="3515" y="2483"/>
                  </a:cubicBezTo>
                  <a:cubicBezTo>
                    <a:pt x="3515" y="2475"/>
                    <a:pt x="3515" y="2458"/>
                    <a:pt x="3515" y="2449"/>
                  </a:cubicBezTo>
                  <a:cubicBezTo>
                    <a:pt x="3498" y="2346"/>
                    <a:pt x="3489" y="2226"/>
                    <a:pt x="3446" y="2131"/>
                  </a:cubicBezTo>
                  <a:cubicBezTo>
                    <a:pt x="3429" y="2097"/>
                    <a:pt x="3403" y="2062"/>
                    <a:pt x="3403" y="2028"/>
                  </a:cubicBezTo>
                  <a:cubicBezTo>
                    <a:pt x="3394" y="1959"/>
                    <a:pt x="3420" y="1873"/>
                    <a:pt x="3429" y="1805"/>
                  </a:cubicBezTo>
                  <a:cubicBezTo>
                    <a:pt x="3437" y="1779"/>
                    <a:pt x="3437" y="1753"/>
                    <a:pt x="3437" y="1727"/>
                  </a:cubicBezTo>
                  <a:cubicBezTo>
                    <a:pt x="3437" y="1676"/>
                    <a:pt x="3429" y="1633"/>
                    <a:pt x="3420" y="1573"/>
                  </a:cubicBezTo>
                  <a:cubicBezTo>
                    <a:pt x="3403" y="1512"/>
                    <a:pt x="3403" y="1444"/>
                    <a:pt x="3394" y="1384"/>
                  </a:cubicBezTo>
                  <a:cubicBezTo>
                    <a:pt x="3377" y="1272"/>
                    <a:pt x="3343" y="1134"/>
                    <a:pt x="3274" y="1040"/>
                  </a:cubicBezTo>
                  <a:cubicBezTo>
                    <a:pt x="3248" y="1006"/>
                    <a:pt x="3214" y="997"/>
                    <a:pt x="3180" y="971"/>
                  </a:cubicBezTo>
                  <a:cubicBezTo>
                    <a:pt x="3154" y="954"/>
                    <a:pt x="3128" y="911"/>
                    <a:pt x="3111" y="885"/>
                  </a:cubicBezTo>
                  <a:cubicBezTo>
                    <a:pt x="3085" y="851"/>
                    <a:pt x="3068" y="799"/>
                    <a:pt x="3068" y="756"/>
                  </a:cubicBezTo>
                  <a:lnTo>
                    <a:pt x="3068" y="739"/>
                  </a:lnTo>
                  <a:cubicBezTo>
                    <a:pt x="3068" y="713"/>
                    <a:pt x="3077" y="688"/>
                    <a:pt x="3077" y="662"/>
                  </a:cubicBezTo>
                  <a:cubicBezTo>
                    <a:pt x="3077" y="645"/>
                    <a:pt x="3068" y="619"/>
                    <a:pt x="3059" y="602"/>
                  </a:cubicBezTo>
                  <a:cubicBezTo>
                    <a:pt x="3034" y="567"/>
                    <a:pt x="2999" y="542"/>
                    <a:pt x="2973" y="499"/>
                  </a:cubicBezTo>
                  <a:cubicBezTo>
                    <a:pt x="2956" y="447"/>
                    <a:pt x="2931" y="421"/>
                    <a:pt x="2888" y="396"/>
                  </a:cubicBezTo>
                  <a:cubicBezTo>
                    <a:pt x="2888" y="387"/>
                    <a:pt x="2888" y="387"/>
                    <a:pt x="2888" y="387"/>
                  </a:cubicBezTo>
                  <a:cubicBezTo>
                    <a:pt x="2802" y="335"/>
                    <a:pt x="2724" y="284"/>
                    <a:pt x="2638" y="232"/>
                  </a:cubicBezTo>
                  <a:cubicBezTo>
                    <a:pt x="2595" y="207"/>
                    <a:pt x="2561" y="215"/>
                    <a:pt x="2518" y="198"/>
                  </a:cubicBezTo>
                  <a:cubicBezTo>
                    <a:pt x="2484" y="189"/>
                    <a:pt x="2424" y="146"/>
                    <a:pt x="2406" y="146"/>
                  </a:cubicBezTo>
                  <a:cubicBezTo>
                    <a:pt x="2398" y="155"/>
                    <a:pt x="2381" y="155"/>
                    <a:pt x="2372" y="155"/>
                  </a:cubicBezTo>
                  <a:cubicBezTo>
                    <a:pt x="2338" y="155"/>
                    <a:pt x="2303" y="138"/>
                    <a:pt x="2278" y="104"/>
                  </a:cubicBezTo>
                  <a:cubicBezTo>
                    <a:pt x="2243" y="78"/>
                    <a:pt x="2226" y="52"/>
                    <a:pt x="2183" y="35"/>
                  </a:cubicBezTo>
                  <a:cubicBezTo>
                    <a:pt x="2169" y="32"/>
                    <a:pt x="2153" y="31"/>
                    <a:pt x="2136" y="31"/>
                  </a:cubicBezTo>
                  <a:cubicBezTo>
                    <a:pt x="2102" y="31"/>
                    <a:pt x="2066" y="35"/>
                    <a:pt x="2037" y="35"/>
                  </a:cubicBezTo>
                  <a:cubicBezTo>
                    <a:pt x="2011" y="26"/>
                    <a:pt x="1994" y="26"/>
                    <a:pt x="1968" y="26"/>
                  </a:cubicBezTo>
                  <a:lnTo>
                    <a:pt x="1934" y="26"/>
                  </a:lnTo>
                  <a:lnTo>
                    <a:pt x="1900" y="0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9" name="Google Shape;16239;p54">
              <a:extLst>
                <a:ext uri="{FF2B5EF4-FFF2-40B4-BE49-F238E27FC236}">
                  <a16:creationId xmlns:a16="http://schemas.microsoft.com/office/drawing/2014/main" id="{3FC67C31-A43E-6C12-8C07-D108B44B61FD}"/>
                </a:ext>
              </a:extLst>
            </p:cNvPr>
            <p:cNvSpPr/>
            <p:nvPr/>
          </p:nvSpPr>
          <p:spPr>
            <a:xfrm>
              <a:off x="5155825" y="1284075"/>
              <a:ext cx="56100" cy="42825"/>
            </a:xfrm>
            <a:custGeom>
              <a:avLst/>
              <a:gdLst/>
              <a:ahLst/>
              <a:cxnLst/>
              <a:rect l="l" t="t" r="r" b="b"/>
              <a:pathLst>
                <a:path w="2244" h="1713" extrusionOk="0">
                  <a:moveTo>
                    <a:pt x="69" y="0"/>
                  </a:moveTo>
                  <a:lnTo>
                    <a:pt x="35" y="78"/>
                  </a:lnTo>
                  <a:cubicBezTo>
                    <a:pt x="35" y="95"/>
                    <a:pt x="52" y="120"/>
                    <a:pt x="52" y="146"/>
                  </a:cubicBezTo>
                  <a:cubicBezTo>
                    <a:pt x="69" y="189"/>
                    <a:pt x="52" y="215"/>
                    <a:pt x="44" y="258"/>
                  </a:cubicBezTo>
                  <a:cubicBezTo>
                    <a:pt x="27" y="301"/>
                    <a:pt x="1" y="352"/>
                    <a:pt x="27" y="404"/>
                  </a:cubicBezTo>
                  <a:cubicBezTo>
                    <a:pt x="44" y="447"/>
                    <a:pt x="87" y="490"/>
                    <a:pt x="95" y="541"/>
                  </a:cubicBezTo>
                  <a:cubicBezTo>
                    <a:pt x="104" y="576"/>
                    <a:pt x="112" y="610"/>
                    <a:pt x="121" y="636"/>
                  </a:cubicBezTo>
                  <a:cubicBezTo>
                    <a:pt x="130" y="679"/>
                    <a:pt x="138" y="705"/>
                    <a:pt x="164" y="748"/>
                  </a:cubicBezTo>
                  <a:cubicBezTo>
                    <a:pt x="173" y="765"/>
                    <a:pt x="190" y="799"/>
                    <a:pt x="190" y="816"/>
                  </a:cubicBezTo>
                  <a:lnTo>
                    <a:pt x="198" y="851"/>
                  </a:lnTo>
                  <a:lnTo>
                    <a:pt x="198" y="859"/>
                  </a:lnTo>
                  <a:lnTo>
                    <a:pt x="198" y="894"/>
                  </a:lnTo>
                  <a:cubicBezTo>
                    <a:pt x="207" y="911"/>
                    <a:pt x="224" y="937"/>
                    <a:pt x="241" y="954"/>
                  </a:cubicBezTo>
                  <a:lnTo>
                    <a:pt x="258" y="988"/>
                  </a:lnTo>
                  <a:lnTo>
                    <a:pt x="267" y="1014"/>
                  </a:lnTo>
                  <a:cubicBezTo>
                    <a:pt x="284" y="1031"/>
                    <a:pt x="301" y="1048"/>
                    <a:pt x="310" y="1074"/>
                  </a:cubicBezTo>
                  <a:cubicBezTo>
                    <a:pt x="319" y="1091"/>
                    <a:pt x="319" y="1109"/>
                    <a:pt x="319" y="1126"/>
                  </a:cubicBezTo>
                  <a:cubicBezTo>
                    <a:pt x="319" y="1143"/>
                    <a:pt x="301" y="1160"/>
                    <a:pt x="301" y="1169"/>
                  </a:cubicBezTo>
                  <a:cubicBezTo>
                    <a:pt x="301" y="1203"/>
                    <a:pt x="327" y="1203"/>
                    <a:pt x="353" y="1212"/>
                  </a:cubicBezTo>
                  <a:cubicBezTo>
                    <a:pt x="370" y="1220"/>
                    <a:pt x="396" y="1237"/>
                    <a:pt x="413" y="1237"/>
                  </a:cubicBezTo>
                  <a:cubicBezTo>
                    <a:pt x="439" y="1246"/>
                    <a:pt x="456" y="1255"/>
                    <a:pt x="473" y="1263"/>
                  </a:cubicBezTo>
                  <a:lnTo>
                    <a:pt x="508" y="1306"/>
                  </a:lnTo>
                  <a:lnTo>
                    <a:pt x="516" y="1332"/>
                  </a:lnTo>
                  <a:lnTo>
                    <a:pt x="525" y="1358"/>
                  </a:lnTo>
                  <a:lnTo>
                    <a:pt x="525" y="1392"/>
                  </a:lnTo>
                  <a:cubicBezTo>
                    <a:pt x="533" y="1401"/>
                    <a:pt x="551" y="1418"/>
                    <a:pt x="568" y="1426"/>
                  </a:cubicBezTo>
                  <a:cubicBezTo>
                    <a:pt x="585" y="1435"/>
                    <a:pt x="602" y="1444"/>
                    <a:pt x="619" y="1452"/>
                  </a:cubicBezTo>
                  <a:lnTo>
                    <a:pt x="645" y="1487"/>
                  </a:lnTo>
                  <a:cubicBezTo>
                    <a:pt x="671" y="1504"/>
                    <a:pt x="705" y="1521"/>
                    <a:pt x="740" y="1538"/>
                  </a:cubicBezTo>
                  <a:cubicBezTo>
                    <a:pt x="765" y="1547"/>
                    <a:pt x="783" y="1555"/>
                    <a:pt x="808" y="1572"/>
                  </a:cubicBezTo>
                  <a:cubicBezTo>
                    <a:pt x="817" y="1581"/>
                    <a:pt x="826" y="1581"/>
                    <a:pt x="843" y="1590"/>
                  </a:cubicBezTo>
                  <a:cubicBezTo>
                    <a:pt x="851" y="1590"/>
                    <a:pt x="860" y="1598"/>
                    <a:pt x="877" y="1598"/>
                  </a:cubicBezTo>
                  <a:cubicBezTo>
                    <a:pt x="903" y="1615"/>
                    <a:pt x="929" y="1624"/>
                    <a:pt x="954" y="1641"/>
                  </a:cubicBezTo>
                  <a:cubicBezTo>
                    <a:pt x="972" y="1658"/>
                    <a:pt x="997" y="1658"/>
                    <a:pt x="1032" y="1658"/>
                  </a:cubicBezTo>
                  <a:lnTo>
                    <a:pt x="1109" y="1658"/>
                  </a:lnTo>
                  <a:cubicBezTo>
                    <a:pt x="1118" y="1661"/>
                    <a:pt x="1125" y="1662"/>
                    <a:pt x="1132" y="1662"/>
                  </a:cubicBezTo>
                  <a:cubicBezTo>
                    <a:pt x="1146" y="1662"/>
                    <a:pt x="1158" y="1658"/>
                    <a:pt x="1169" y="1658"/>
                  </a:cubicBezTo>
                  <a:cubicBezTo>
                    <a:pt x="1186" y="1658"/>
                    <a:pt x="1229" y="1676"/>
                    <a:pt x="1246" y="1684"/>
                  </a:cubicBezTo>
                  <a:lnTo>
                    <a:pt x="1281" y="1701"/>
                  </a:lnTo>
                  <a:cubicBezTo>
                    <a:pt x="1289" y="1710"/>
                    <a:pt x="1315" y="1710"/>
                    <a:pt x="1332" y="1710"/>
                  </a:cubicBezTo>
                  <a:cubicBezTo>
                    <a:pt x="1367" y="1710"/>
                    <a:pt x="1401" y="1710"/>
                    <a:pt x="1444" y="1701"/>
                  </a:cubicBezTo>
                  <a:cubicBezTo>
                    <a:pt x="1465" y="1701"/>
                    <a:pt x="1480" y="1712"/>
                    <a:pt x="1498" y="1712"/>
                  </a:cubicBezTo>
                  <a:cubicBezTo>
                    <a:pt x="1503" y="1712"/>
                    <a:pt x="1508" y="1712"/>
                    <a:pt x="1513" y="1710"/>
                  </a:cubicBezTo>
                  <a:lnTo>
                    <a:pt x="1547" y="1701"/>
                  </a:lnTo>
                  <a:cubicBezTo>
                    <a:pt x="1550" y="1698"/>
                    <a:pt x="1554" y="1697"/>
                    <a:pt x="1558" y="1697"/>
                  </a:cubicBezTo>
                  <a:cubicBezTo>
                    <a:pt x="1567" y="1697"/>
                    <a:pt x="1579" y="1701"/>
                    <a:pt x="1590" y="1701"/>
                  </a:cubicBezTo>
                  <a:cubicBezTo>
                    <a:pt x="1642" y="1693"/>
                    <a:pt x="1676" y="1684"/>
                    <a:pt x="1719" y="1684"/>
                  </a:cubicBezTo>
                  <a:cubicBezTo>
                    <a:pt x="1736" y="1687"/>
                    <a:pt x="1751" y="1688"/>
                    <a:pt x="1766" y="1688"/>
                  </a:cubicBezTo>
                  <a:cubicBezTo>
                    <a:pt x="1795" y="1688"/>
                    <a:pt x="1822" y="1684"/>
                    <a:pt x="1856" y="1684"/>
                  </a:cubicBezTo>
                  <a:cubicBezTo>
                    <a:pt x="1882" y="1684"/>
                    <a:pt x="1899" y="1667"/>
                    <a:pt x="1925" y="1650"/>
                  </a:cubicBezTo>
                  <a:cubicBezTo>
                    <a:pt x="1951" y="1633"/>
                    <a:pt x="1977" y="1624"/>
                    <a:pt x="1994" y="1615"/>
                  </a:cubicBezTo>
                  <a:cubicBezTo>
                    <a:pt x="2028" y="1590"/>
                    <a:pt x="2071" y="1598"/>
                    <a:pt x="2106" y="1581"/>
                  </a:cubicBezTo>
                  <a:cubicBezTo>
                    <a:pt x="2149" y="1564"/>
                    <a:pt x="2192" y="1512"/>
                    <a:pt x="2243" y="1504"/>
                  </a:cubicBezTo>
                  <a:cubicBezTo>
                    <a:pt x="2240" y="1494"/>
                    <a:pt x="2222" y="1490"/>
                    <a:pt x="2201" y="1490"/>
                  </a:cubicBezTo>
                  <a:cubicBezTo>
                    <a:pt x="2168" y="1490"/>
                    <a:pt x="2128" y="1498"/>
                    <a:pt x="2123" y="1504"/>
                  </a:cubicBezTo>
                  <a:cubicBezTo>
                    <a:pt x="2080" y="1512"/>
                    <a:pt x="2054" y="1529"/>
                    <a:pt x="2011" y="1538"/>
                  </a:cubicBezTo>
                  <a:cubicBezTo>
                    <a:pt x="1977" y="1538"/>
                    <a:pt x="1951" y="1547"/>
                    <a:pt x="1917" y="1555"/>
                  </a:cubicBezTo>
                  <a:cubicBezTo>
                    <a:pt x="1891" y="1564"/>
                    <a:pt x="1865" y="1581"/>
                    <a:pt x="1831" y="1590"/>
                  </a:cubicBezTo>
                  <a:cubicBezTo>
                    <a:pt x="1823" y="1592"/>
                    <a:pt x="1814" y="1593"/>
                    <a:pt x="1804" y="1593"/>
                  </a:cubicBezTo>
                  <a:cubicBezTo>
                    <a:pt x="1780" y="1593"/>
                    <a:pt x="1752" y="1587"/>
                    <a:pt x="1728" y="1581"/>
                  </a:cubicBezTo>
                  <a:lnTo>
                    <a:pt x="1590" y="1581"/>
                  </a:lnTo>
                  <a:cubicBezTo>
                    <a:pt x="1573" y="1581"/>
                    <a:pt x="1564" y="1572"/>
                    <a:pt x="1539" y="1564"/>
                  </a:cubicBezTo>
                  <a:lnTo>
                    <a:pt x="1470" y="1564"/>
                  </a:lnTo>
                  <a:cubicBezTo>
                    <a:pt x="1453" y="1564"/>
                    <a:pt x="1444" y="1555"/>
                    <a:pt x="1427" y="1555"/>
                  </a:cubicBezTo>
                  <a:cubicBezTo>
                    <a:pt x="1418" y="1552"/>
                    <a:pt x="1410" y="1551"/>
                    <a:pt x="1401" y="1551"/>
                  </a:cubicBezTo>
                  <a:cubicBezTo>
                    <a:pt x="1385" y="1551"/>
                    <a:pt x="1370" y="1555"/>
                    <a:pt x="1358" y="1555"/>
                  </a:cubicBezTo>
                  <a:cubicBezTo>
                    <a:pt x="1341" y="1547"/>
                    <a:pt x="1315" y="1547"/>
                    <a:pt x="1298" y="1538"/>
                  </a:cubicBezTo>
                  <a:cubicBezTo>
                    <a:pt x="1281" y="1529"/>
                    <a:pt x="1264" y="1521"/>
                    <a:pt x="1238" y="1512"/>
                  </a:cubicBezTo>
                  <a:cubicBezTo>
                    <a:pt x="1212" y="1504"/>
                    <a:pt x="1178" y="1504"/>
                    <a:pt x="1152" y="1487"/>
                  </a:cubicBezTo>
                  <a:cubicBezTo>
                    <a:pt x="1083" y="1452"/>
                    <a:pt x="1032" y="1418"/>
                    <a:pt x="963" y="1392"/>
                  </a:cubicBezTo>
                  <a:cubicBezTo>
                    <a:pt x="929" y="1383"/>
                    <a:pt x="911" y="1383"/>
                    <a:pt x="886" y="1366"/>
                  </a:cubicBezTo>
                  <a:lnTo>
                    <a:pt x="860" y="1340"/>
                  </a:lnTo>
                  <a:cubicBezTo>
                    <a:pt x="834" y="1315"/>
                    <a:pt x="808" y="1289"/>
                    <a:pt x="783" y="1255"/>
                  </a:cubicBezTo>
                  <a:cubicBezTo>
                    <a:pt x="765" y="1229"/>
                    <a:pt x="740" y="1212"/>
                    <a:pt x="714" y="1186"/>
                  </a:cubicBezTo>
                  <a:cubicBezTo>
                    <a:pt x="688" y="1169"/>
                    <a:pt x="688" y="1151"/>
                    <a:pt x="671" y="1134"/>
                  </a:cubicBezTo>
                  <a:cubicBezTo>
                    <a:pt x="654" y="1100"/>
                    <a:pt x="628" y="1074"/>
                    <a:pt x="611" y="1048"/>
                  </a:cubicBezTo>
                  <a:cubicBezTo>
                    <a:pt x="602" y="1031"/>
                    <a:pt x="594" y="1014"/>
                    <a:pt x="576" y="997"/>
                  </a:cubicBezTo>
                  <a:cubicBezTo>
                    <a:pt x="551" y="962"/>
                    <a:pt x="516" y="937"/>
                    <a:pt x="490" y="902"/>
                  </a:cubicBezTo>
                  <a:cubicBezTo>
                    <a:pt x="447" y="851"/>
                    <a:pt x="422" y="791"/>
                    <a:pt x="387" y="739"/>
                  </a:cubicBezTo>
                  <a:cubicBezTo>
                    <a:pt x="336" y="662"/>
                    <a:pt x="293" y="584"/>
                    <a:pt x="258" y="499"/>
                  </a:cubicBezTo>
                  <a:cubicBezTo>
                    <a:pt x="233" y="447"/>
                    <a:pt x="198" y="404"/>
                    <a:pt x="173" y="352"/>
                  </a:cubicBezTo>
                  <a:cubicBezTo>
                    <a:pt x="155" y="310"/>
                    <a:pt x="138" y="275"/>
                    <a:pt x="112" y="241"/>
                  </a:cubicBezTo>
                  <a:lnTo>
                    <a:pt x="95" y="224"/>
                  </a:lnTo>
                  <a:lnTo>
                    <a:pt x="87" y="198"/>
                  </a:lnTo>
                  <a:cubicBezTo>
                    <a:pt x="78" y="172"/>
                    <a:pt x="87" y="163"/>
                    <a:pt x="147" y="138"/>
                  </a:cubicBezTo>
                  <a:lnTo>
                    <a:pt x="112" y="103"/>
                  </a:lnTo>
                  <a:cubicBezTo>
                    <a:pt x="87" y="78"/>
                    <a:pt x="78" y="35"/>
                    <a:pt x="69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0" name="Google Shape;16240;p54">
              <a:extLst>
                <a:ext uri="{FF2B5EF4-FFF2-40B4-BE49-F238E27FC236}">
                  <a16:creationId xmlns:a16="http://schemas.microsoft.com/office/drawing/2014/main" id="{91ADD657-BA72-F43D-D1C6-414EE1145AEB}"/>
                </a:ext>
              </a:extLst>
            </p:cNvPr>
            <p:cNvSpPr/>
            <p:nvPr/>
          </p:nvSpPr>
          <p:spPr>
            <a:xfrm>
              <a:off x="5195775" y="1270325"/>
              <a:ext cx="33525" cy="47100"/>
            </a:xfrm>
            <a:custGeom>
              <a:avLst/>
              <a:gdLst/>
              <a:ahLst/>
              <a:cxnLst/>
              <a:rect l="l" t="t" r="r" b="b"/>
              <a:pathLst>
                <a:path w="1341" h="1884" extrusionOk="0">
                  <a:moveTo>
                    <a:pt x="929" y="0"/>
                  </a:moveTo>
                  <a:lnTo>
                    <a:pt x="929" y="26"/>
                  </a:lnTo>
                  <a:lnTo>
                    <a:pt x="929" y="35"/>
                  </a:lnTo>
                  <a:cubicBezTo>
                    <a:pt x="937" y="52"/>
                    <a:pt x="946" y="61"/>
                    <a:pt x="954" y="69"/>
                  </a:cubicBezTo>
                  <a:cubicBezTo>
                    <a:pt x="972" y="86"/>
                    <a:pt x="989" y="103"/>
                    <a:pt x="1006" y="121"/>
                  </a:cubicBezTo>
                  <a:cubicBezTo>
                    <a:pt x="1015" y="129"/>
                    <a:pt x="1023" y="138"/>
                    <a:pt x="1032" y="146"/>
                  </a:cubicBezTo>
                  <a:cubicBezTo>
                    <a:pt x="1049" y="155"/>
                    <a:pt x="1075" y="155"/>
                    <a:pt x="1083" y="164"/>
                  </a:cubicBezTo>
                  <a:cubicBezTo>
                    <a:pt x="1100" y="172"/>
                    <a:pt x="1118" y="181"/>
                    <a:pt x="1135" y="189"/>
                  </a:cubicBezTo>
                  <a:cubicBezTo>
                    <a:pt x="1143" y="207"/>
                    <a:pt x="1152" y="224"/>
                    <a:pt x="1152" y="241"/>
                  </a:cubicBezTo>
                  <a:cubicBezTo>
                    <a:pt x="1152" y="267"/>
                    <a:pt x="1152" y="284"/>
                    <a:pt x="1143" y="310"/>
                  </a:cubicBezTo>
                  <a:cubicBezTo>
                    <a:pt x="1143" y="335"/>
                    <a:pt x="1143" y="353"/>
                    <a:pt x="1143" y="378"/>
                  </a:cubicBezTo>
                  <a:cubicBezTo>
                    <a:pt x="1135" y="421"/>
                    <a:pt x="1135" y="464"/>
                    <a:pt x="1118" y="507"/>
                  </a:cubicBezTo>
                  <a:cubicBezTo>
                    <a:pt x="1109" y="533"/>
                    <a:pt x="1100" y="550"/>
                    <a:pt x="1100" y="567"/>
                  </a:cubicBezTo>
                  <a:cubicBezTo>
                    <a:pt x="1092" y="585"/>
                    <a:pt x="1083" y="602"/>
                    <a:pt x="1083" y="619"/>
                  </a:cubicBezTo>
                  <a:cubicBezTo>
                    <a:pt x="1066" y="662"/>
                    <a:pt x="1049" y="705"/>
                    <a:pt x="1066" y="748"/>
                  </a:cubicBezTo>
                  <a:cubicBezTo>
                    <a:pt x="1075" y="774"/>
                    <a:pt x="1083" y="808"/>
                    <a:pt x="1083" y="842"/>
                  </a:cubicBezTo>
                  <a:lnTo>
                    <a:pt x="1083" y="868"/>
                  </a:lnTo>
                  <a:lnTo>
                    <a:pt x="1100" y="885"/>
                  </a:lnTo>
                  <a:lnTo>
                    <a:pt x="1092" y="911"/>
                  </a:lnTo>
                  <a:cubicBezTo>
                    <a:pt x="1083" y="937"/>
                    <a:pt x="1075" y="954"/>
                    <a:pt x="1066" y="980"/>
                  </a:cubicBezTo>
                  <a:lnTo>
                    <a:pt x="1049" y="1014"/>
                  </a:lnTo>
                  <a:lnTo>
                    <a:pt x="1032" y="1031"/>
                  </a:lnTo>
                  <a:lnTo>
                    <a:pt x="1023" y="1049"/>
                  </a:lnTo>
                  <a:cubicBezTo>
                    <a:pt x="997" y="1083"/>
                    <a:pt x="997" y="1117"/>
                    <a:pt x="963" y="1134"/>
                  </a:cubicBezTo>
                  <a:cubicBezTo>
                    <a:pt x="946" y="1152"/>
                    <a:pt x="920" y="1152"/>
                    <a:pt x="894" y="1160"/>
                  </a:cubicBezTo>
                  <a:cubicBezTo>
                    <a:pt x="851" y="1177"/>
                    <a:pt x="817" y="1203"/>
                    <a:pt x="783" y="1238"/>
                  </a:cubicBezTo>
                  <a:cubicBezTo>
                    <a:pt x="757" y="1255"/>
                    <a:pt x="731" y="1272"/>
                    <a:pt x="722" y="1298"/>
                  </a:cubicBezTo>
                  <a:cubicBezTo>
                    <a:pt x="705" y="1323"/>
                    <a:pt x="705" y="1349"/>
                    <a:pt x="705" y="1375"/>
                  </a:cubicBezTo>
                  <a:cubicBezTo>
                    <a:pt x="697" y="1409"/>
                    <a:pt x="697" y="1444"/>
                    <a:pt x="671" y="1469"/>
                  </a:cubicBezTo>
                  <a:cubicBezTo>
                    <a:pt x="654" y="1495"/>
                    <a:pt x="628" y="1512"/>
                    <a:pt x="602" y="1538"/>
                  </a:cubicBezTo>
                  <a:cubicBezTo>
                    <a:pt x="585" y="1555"/>
                    <a:pt x="559" y="1564"/>
                    <a:pt x="542" y="1590"/>
                  </a:cubicBezTo>
                  <a:cubicBezTo>
                    <a:pt x="533" y="1598"/>
                    <a:pt x="525" y="1607"/>
                    <a:pt x="508" y="1616"/>
                  </a:cubicBezTo>
                  <a:cubicBezTo>
                    <a:pt x="490" y="1633"/>
                    <a:pt x="473" y="1641"/>
                    <a:pt x="456" y="1659"/>
                  </a:cubicBezTo>
                  <a:cubicBezTo>
                    <a:pt x="430" y="1676"/>
                    <a:pt x="405" y="1676"/>
                    <a:pt x="379" y="1693"/>
                  </a:cubicBezTo>
                  <a:cubicBezTo>
                    <a:pt x="353" y="1701"/>
                    <a:pt x="327" y="1710"/>
                    <a:pt x="301" y="1710"/>
                  </a:cubicBezTo>
                  <a:cubicBezTo>
                    <a:pt x="290" y="1710"/>
                    <a:pt x="279" y="1706"/>
                    <a:pt x="267" y="1706"/>
                  </a:cubicBezTo>
                  <a:cubicBezTo>
                    <a:pt x="261" y="1706"/>
                    <a:pt x="256" y="1707"/>
                    <a:pt x="250" y="1710"/>
                  </a:cubicBezTo>
                  <a:cubicBezTo>
                    <a:pt x="233" y="1710"/>
                    <a:pt x="216" y="1727"/>
                    <a:pt x="198" y="1727"/>
                  </a:cubicBezTo>
                  <a:cubicBezTo>
                    <a:pt x="173" y="1736"/>
                    <a:pt x="147" y="1744"/>
                    <a:pt x="130" y="1762"/>
                  </a:cubicBezTo>
                  <a:cubicBezTo>
                    <a:pt x="95" y="1779"/>
                    <a:pt x="78" y="1787"/>
                    <a:pt x="44" y="1796"/>
                  </a:cubicBezTo>
                  <a:lnTo>
                    <a:pt x="9" y="1822"/>
                  </a:lnTo>
                  <a:cubicBezTo>
                    <a:pt x="1" y="1830"/>
                    <a:pt x="9" y="1839"/>
                    <a:pt x="27" y="1856"/>
                  </a:cubicBezTo>
                  <a:cubicBezTo>
                    <a:pt x="44" y="1865"/>
                    <a:pt x="61" y="1873"/>
                    <a:pt x="78" y="1882"/>
                  </a:cubicBezTo>
                  <a:cubicBezTo>
                    <a:pt x="82" y="1883"/>
                    <a:pt x="85" y="1884"/>
                    <a:pt x="89" y="1884"/>
                  </a:cubicBezTo>
                  <a:cubicBezTo>
                    <a:pt x="111" y="1884"/>
                    <a:pt x="133" y="1862"/>
                    <a:pt x="155" y="1848"/>
                  </a:cubicBezTo>
                  <a:cubicBezTo>
                    <a:pt x="173" y="1842"/>
                    <a:pt x="203" y="1832"/>
                    <a:pt x="229" y="1832"/>
                  </a:cubicBezTo>
                  <a:cubicBezTo>
                    <a:pt x="240" y="1832"/>
                    <a:pt x="250" y="1834"/>
                    <a:pt x="258" y="1839"/>
                  </a:cubicBezTo>
                  <a:lnTo>
                    <a:pt x="284" y="1848"/>
                  </a:lnTo>
                  <a:lnTo>
                    <a:pt x="310" y="1848"/>
                  </a:lnTo>
                  <a:cubicBezTo>
                    <a:pt x="327" y="1852"/>
                    <a:pt x="344" y="1852"/>
                    <a:pt x="362" y="1852"/>
                  </a:cubicBezTo>
                  <a:cubicBezTo>
                    <a:pt x="379" y="1852"/>
                    <a:pt x="396" y="1852"/>
                    <a:pt x="413" y="1856"/>
                  </a:cubicBezTo>
                  <a:lnTo>
                    <a:pt x="490" y="1856"/>
                  </a:lnTo>
                  <a:cubicBezTo>
                    <a:pt x="499" y="1865"/>
                    <a:pt x="508" y="1865"/>
                    <a:pt x="525" y="1865"/>
                  </a:cubicBezTo>
                  <a:cubicBezTo>
                    <a:pt x="551" y="1865"/>
                    <a:pt x="568" y="1856"/>
                    <a:pt x="594" y="1848"/>
                  </a:cubicBezTo>
                  <a:cubicBezTo>
                    <a:pt x="611" y="1830"/>
                    <a:pt x="645" y="1830"/>
                    <a:pt x="662" y="1813"/>
                  </a:cubicBezTo>
                  <a:lnTo>
                    <a:pt x="671" y="1796"/>
                  </a:lnTo>
                  <a:cubicBezTo>
                    <a:pt x="688" y="1787"/>
                    <a:pt x="714" y="1787"/>
                    <a:pt x="722" y="1779"/>
                  </a:cubicBezTo>
                  <a:cubicBezTo>
                    <a:pt x="757" y="1770"/>
                    <a:pt x="783" y="1770"/>
                    <a:pt x="808" y="1762"/>
                  </a:cubicBezTo>
                  <a:cubicBezTo>
                    <a:pt x="826" y="1753"/>
                    <a:pt x="843" y="1727"/>
                    <a:pt x="860" y="1727"/>
                  </a:cubicBezTo>
                  <a:cubicBezTo>
                    <a:pt x="877" y="1719"/>
                    <a:pt x="886" y="1719"/>
                    <a:pt x="894" y="1710"/>
                  </a:cubicBezTo>
                  <a:lnTo>
                    <a:pt x="911" y="1701"/>
                  </a:lnTo>
                  <a:cubicBezTo>
                    <a:pt x="920" y="1684"/>
                    <a:pt x="937" y="1676"/>
                    <a:pt x="946" y="1659"/>
                  </a:cubicBezTo>
                  <a:cubicBezTo>
                    <a:pt x="972" y="1633"/>
                    <a:pt x="989" y="1598"/>
                    <a:pt x="1006" y="1564"/>
                  </a:cubicBezTo>
                  <a:lnTo>
                    <a:pt x="1023" y="1547"/>
                  </a:lnTo>
                  <a:lnTo>
                    <a:pt x="1040" y="1530"/>
                  </a:lnTo>
                  <a:cubicBezTo>
                    <a:pt x="1049" y="1504"/>
                    <a:pt x="1075" y="1495"/>
                    <a:pt x="1092" y="1478"/>
                  </a:cubicBezTo>
                  <a:cubicBezTo>
                    <a:pt x="1118" y="1444"/>
                    <a:pt x="1143" y="1418"/>
                    <a:pt x="1178" y="1401"/>
                  </a:cubicBezTo>
                  <a:cubicBezTo>
                    <a:pt x="1195" y="1392"/>
                    <a:pt x="1212" y="1384"/>
                    <a:pt x="1221" y="1375"/>
                  </a:cubicBezTo>
                  <a:cubicBezTo>
                    <a:pt x="1238" y="1366"/>
                    <a:pt x="1255" y="1366"/>
                    <a:pt x="1272" y="1358"/>
                  </a:cubicBezTo>
                  <a:cubicBezTo>
                    <a:pt x="1289" y="1349"/>
                    <a:pt x="1298" y="1332"/>
                    <a:pt x="1307" y="1306"/>
                  </a:cubicBezTo>
                  <a:cubicBezTo>
                    <a:pt x="1315" y="1272"/>
                    <a:pt x="1324" y="1238"/>
                    <a:pt x="1315" y="1203"/>
                  </a:cubicBezTo>
                  <a:cubicBezTo>
                    <a:pt x="1315" y="1177"/>
                    <a:pt x="1307" y="1152"/>
                    <a:pt x="1307" y="1134"/>
                  </a:cubicBezTo>
                  <a:cubicBezTo>
                    <a:pt x="1307" y="1117"/>
                    <a:pt x="1307" y="1109"/>
                    <a:pt x="1307" y="1091"/>
                  </a:cubicBezTo>
                  <a:cubicBezTo>
                    <a:pt x="1315" y="1066"/>
                    <a:pt x="1324" y="1031"/>
                    <a:pt x="1332" y="1006"/>
                  </a:cubicBezTo>
                  <a:cubicBezTo>
                    <a:pt x="1341" y="971"/>
                    <a:pt x="1341" y="945"/>
                    <a:pt x="1341" y="920"/>
                  </a:cubicBezTo>
                  <a:cubicBezTo>
                    <a:pt x="1341" y="885"/>
                    <a:pt x="1324" y="860"/>
                    <a:pt x="1324" y="825"/>
                  </a:cubicBezTo>
                  <a:cubicBezTo>
                    <a:pt x="1315" y="791"/>
                    <a:pt x="1332" y="748"/>
                    <a:pt x="1315" y="705"/>
                  </a:cubicBezTo>
                  <a:cubicBezTo>
                    <a:pt x="1307" y="679"/>
                    <a:pt x="1289" y="653"/>
                    <a:pt x="1281" y="628"/>
                  </a:cubicBezTo>
                  <a:cubicBezTo>
                    <a:pt x="1281" y="602"/>
                    <a:pt x="1281" y="585"/>
                    <a:pt x="1281" y="567"/>
                  </a:cubicBezTo>
                  <a:cubicBezTo>
                    <a:pt x="1289" y="542"/>
                    <a:pt x="1281" y="524"/>
                    <a:pt x="1289" y="507"/>
                  </a:cubicBezTo>
                  <a:cubicBezTo>
                    <a:pt x="1298" y="490"/>
                    <a:pt x="1289" y="473"/>
                    <a:pt x="1289" y="456"/>
                  </a:cubicBezTo>
                  <a:cubicBezTo>
                    <a:pt x="1298" y="439"/>
                    <a:pt x="1307" y="421"/>
                    <a:pt x="1307" y="396"/>
                  </a:cubicBezTo>
                  <a:cubicBezTo>
                    <a:pt x="1307" y="378"/>
                    <a:pt x="1298" y="361"/>
                    <a:pt x="1298" y="335"/>
                  </a:cubicBezTo>
                  <a:lnTo>
                    <a:pt x="1289" y="318"/>
                  </a:lnTo>
                  <a:lnTo>
                    <a:pt x="1272" y="301"/>
                  </a:lnTo>
                  <a:cubicBezTo>
                    <a:pt x="1264" y="292"/>
                    <a:pt x="1264" y="267"/>
                    <a:pt x="1255" y="241"/>
                  </a:cubicBezTo>
                  <a:cubicBezTo>
                    <a:pt x="1246" y="215"/>
                    <a:pt x="1238" y="198"/>
                    <a:pt x="1221" y="172"/>
                  </a:cubicBezTo>
                  <a:cubicBezTo>
                    <a:pt x="1212" y="155"/>
                    <a:pt x="1195" y="129"/>
                    <a:pt x="1178" y="121"/>
                  </a:cubicBezTo>
                  <a:lnTo>
                    <a:pt x="1152" y="103"/>
                  </a:lnTo>
                  <a:cubicBezTo>
                    <a:pt x="1135" y="86"/>
                    <a:pt x="1126" y="78"/>
                    <a:pt x="1118" y="69"/>
                  </a:cubicBezTo>
                  <a:cubicBezTo>
                    <a:pt x="1092" y="61"/>
                    <a:pt x="1075" y="52"/>
                    <a:pt x="1049" y="43"/>
                  </a:cubicBezTo>
                  <a:cubicBezTo>
                    <a:pt x="1032" y="43"/>
                    <a:pt x="1023" y="35"/>
                    <a:pt x="1006" y="35"/>
                  </a:cubicBezTo>
                  <a:lnTo>
                    <a:pt x="972" y="35"/>
                  </a:lnTo>
                  <a:cubicBezTo>
                    <a:pt x="954" y="26"/>
                    <a:pt x="929" y="26"/>
                    <a:pt x="929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1" name="Google Shape;16241;p54">
              <a:extLst>
                <a:ext uri="{FF2B5EF4-FFF2-40B4-BE49-F238E27FC236}">
                  <a16:creationId xmlns:a16="http://schemas.microsoft.com/office/drawing/2014/main" id="{16FB8ED7-78D8-13EB-BFA9-2A9B24F055DC}"/>
                </a:ext>
              </a:extLst>
            </p:cNvPr>
            <p:cNvSpPr/>
            <p:nvPr/>
          </p:nvSpPr>
          <p:spPr>
            <a:xfrm>
              <a:off x="5189125" y="1265875"/>
              <a:ext cx="36525" cy="50225"/>
            </a:xfrm>
            <a:custGeom>
              <a:avLst/>
              <a:gdLst/>
              <a:ahLst/>
              <a:cxnLst/>
              <a:rect l="l" t="t" r="r" b="b"/>
              <a:pathLst>
                <a:path w="1461" h="2009" extrusionOk="0">
                  <a:moveTo>
                    <a:pt x="960" y="0"/>
                  </a:moveTo>
                  <a:cubicBezTo>
                    <a:pt x="935" y="0"/>
                    <a:pt x="929" y="94"/>
                    <a:pt x="937" y="101"/>
                  </a:cubicBezTo>
                  <a:lnTo>
                    <a:pt x="963" y="135"/>
                  </a:lnTo>
                  <a:cubicBezTo>
                    <a:pt x="980" y="161"/>
                    <a:pt x="1006" y="178"/>
                    <a:pt x="1031" y="204"/>
                  </a:cubicBezTo>
                  <a:cubicBezTo>
                    <a:pt x="1066" y="230"/>
                    <a:pt x="1092" y="273"/>
                    <a:pt x="1117" y="299"/>
                  </a:cubicBezTo>
                  <a:cubicBezTo>
                    <a:pt x="1143" y="324"/>
                    <a:pt x="1152" y="324"/>
                    <a:pt x="1160" y="359"/>
                  </a:cubicBezTo>
                  <a:cubicBezTo>
                    <a:pt x="1169" y="376"/>
                    <a:pt x="1177" y="393"/>
                    <a:pt x="1177" y="419"/>
                  </a:cubicBezTo>
                  <a:cubicBezTo>
                    <a:pt x="1177" y="436"/>
                    <a:pt x="1177" y="436"/>
                    <a:pt x="1177" y="453"/>
                  </a:cubicBezTo>
                  <a:cubicBezTo>
                    <a:pt x="1195" y="505"/>
                    <a:pt x="1212" y="556"/>
                    <a:pt x="1212" y="608"/>
                  </a:cubicBezTo>
                  <a:cubicBezTo>
                    <a:pt x="1220" y="677"/>
                    <a:pt x="1220" y="754"/>
                    <a:pt x="1220" y="831"/>
                  </a:cubicBezTo>
                  <a:cubicBezTo>
                    <a:pt x="1229" y="874"/>
                    <a:pt x="1212" y="917"/>
                    <a:pt x="1203" y="969"/>
                  </a:cubicBezTo>
                  <a:cubicBezTo>
                    <a:pt x="1195" y="995"/>
                    <a:pt x="1177" y="1020"/>
                    <a:pt x="1160" y="1046"/>
                  </a:cubicBezTo>
                  <a:cubicBezTo>
                    <a:pt x="1134" y="1089"/>
                    <a:pt x="1143" y="1132"/>
                    <a:pt x="1117" y="1175"/>
                  </a:cubicBezTo>
                  <a:cubicBezTo>
                    <a:pt x="1092" y="1209"/>
                    <a:pt x="1040" y="1252"/>
                    <a:pt x="997" y="1278"/>
                  </a:cubicBezTo>
                  <a:lnTo>
                    <a:pt x="945" y="1287"/>
                  </a:lnTo>
                  <a:lnTo>
                    <a:pt x="945" y="1330"/>
                  </a:lnTo>
                  <a:cubicBezTo>
                    <a:pt x="937" y="1381"/>
                    <a:pt x="902" y="1424"/>
                    <a:pt x="877" y="1458"/>
                  </a:cubicBezTo>
                  <a:cubicBezTo>
                    <a:pt x="868" y="1476"/>
                    <a:pt x="860" y="1501"/>
                    <a:pt x="851" y="1519"/>
                  </a:cubicBezTo>
                  <a:cubicBezTo>
                    <a:pt x="834" y="1536"/>
                    <a:pt x="834" y="1570"/>
                    <a:pt x="817" y="1587"/>
                  </a:cubicBezTo>
                  <a:cubicBezTo>
                    <a:pt x="799" y="1613"/>
                    <a:pt x="765" y="1622"/>
                    <a:pt x="731" y="1630"/>
                  </a:cubicBezTo>
                  <a:cubicBezTo>
                    <a:pt x="705" y="1630"/>
                    <a:pt x="671" y="1639"/>
                    <a:pt x="653" y="1665"/>
                  </a:cubicBezTo>
                  <a:cubicBezTo>
                    <a:pt x="645" y="1682"/>
                    <a:pt x="636" y="1699"/>
                    <a:pt x="636" y="1725"/>
                  </a:cubicBezTo>
                  <a:cubicBezTo>
                    <a:pt x="628" y="1733"/>
                    <a:pt x="619" y="1751"/>
                    <a:pt x="610" y="1759"/>
                  </a:cubicBezTo>
                  <a:cubicBezTo>
                    <a:pt x="593" y="1785"/>
                    <a:pt x="593" y="1794"/>
                    <a:pt x="559" y="1802"/>
                  </a:cubicBezTo>
                  <a:cubicBezTo>
                    <a:pt x="533" y="1811"/>
                    <a:pt x="499" y="1819"/>
                    <a:pt x="473" y="1828"/>
                  </a:cubicBezTo>
                  <a:cubicBezTo>
                    <a:pt x="421" y="1837"/>
                    <a:pt x="378" y="1854"/>
                    <a:pt x="327" y="1854"/>
                  </a:cubicBezTo>
                  <a:cubicBezTo>
                    <a:pt x="293" y="1862"/>
                    <a:pt x="258" y="1871"/>
                    <a:pt x="232" y="1879"/>
                  </a:cubicBezTo>
                  <a:cubicBezTo>
                    <a:pt x="208" y="1886"/>
                    <a:pt x="192" y="1892"/>
                    <a:pt x="173" y="1892"/>
                  </a:cubicBezTo>
                  <a:cubicBezTo>
                    <a:pt x="165" y="1892"/>
                    <a:pt x="157" y="1891"/>
                    <a:pt x="146" y="1888"/>
                  </a:cubicBezTo>
                  <a:cubicBezTo>
                    <a:pt x="129" y="1888"/>
                    <a:pt x="112" y="1879"/>
                    <a:pt x="86" y="1871"/>
                  </a:cubicBezTo>
                  <a:lnTo>
                    <a:pt x="43" y="1871"/>
                  </a:lnTo>
                  <a:cubicBezTo>
                    <a:pt x="0" y="1871"/>
                    <a:pt x="0" y="1897"/>
                    <a:pt x="9" y="1914"/>
                  </a:cubicBezTo>
                  <a:cubicBezTo>
                    <a:pt x="18" y="1922"/>
                    <a:pt x="35" y="1940"/>
                    <a:pt x="52" y="1948"/>
                  </a:cubicBezTo>
                  <a:lnTo>
                    <a:pt x="86" y="1957"/>
                  </a:lnTo>
                  <a:lnTo>
                    <a:pt x="103" y="1965"/>
                  </a:lnTo>
                  <a:lnTo>
                    <a:pt x="129" y="1974"/>
                  </a:lnTo>
                  <a:lnTo>
                    <a:pt x="164" y="1991"/>
                  </a:lnTo>
                  <a:cubicBezTo>
                    <a:pt x="172" y="1995"/>
                    <a:pt x="181" y="1995"/>
                    <a:pt x="189" y="1995"/>
                  </a:cubicBezTo>
                  <a:cubicBezTo>
                    <a:pt x="198" y="1995"/>
                    <a:pt x="207" y="1995"/>
                    <a:pt x="215" y="2000"/>
                  </a:cubicBezTo>
                  <a:cubicBezTo>
                    <a:pt x="232" y="2000"/>
                    <a:pt x="250" y="2008"/>
                    <a:pt x="258" y="2008"/>
                  </a:cubicBezTo>
                  <a:cubicBezTo>
                    <a:pt x="293" y="2008"/>
                    <a:pt x="344" y="2000"/>
                    <a:pt x="370" y="1983"/>
                  </a:cubicBezTo>
                  <a:cubicBezTo>
                    <a:pt x="378" y="1974"/>
                    <a:pt x="396" y="1957"/>
                    <a:pt x="413" y="1948"/>
                  </a:cubicBezTo>
                  <a:cubicBezTo>
                    <a:pt x="439" y="1940"/>
                    <a:pt x="482" y="1931"/>
                    <a:pt x="507" y="1931"/>
                  </a:cubicBezTo>
                  <a:cubicBezTo>
                    <a:pt x="514" y="1930"/>
                    <a:pt x="521" y="1930"/>
                    <a:pt x="527" y="1930"/>
                  </a:cubicBezTo>
                  <a:cubicBezTo>
                    <a:pt x="605" y="1930"/>
                    <a:pt x="678" y="1962"/>
                    <a:pt x="754" y="1962"/>
                  </a:cubicBezTo>
                  <a:cubicBezTo>
                    <a:pt x="780" y="1962"/>
                    <a:pt x="807" y="1959"/>
                    <a:pt x="834" y="1948"/>
                  </a:cubicBezTo>
                  <a:cubicBezTo>
                    <a:pt x="860" y="1940"/>
                    <a:pt x="868" y="1914"/>
                    <a:pt x="894" y="1897"/>
                  </a:cubicBezTo>
                  <a:cubicBezTo>
                    <a:pt x="911" y="1879"/>
                    <a:pt x="928" y="1862"/>
                    <a:pt x="937" y="1845"/>
                  </a:cubicBezTo>
                  <a:cubicBezTo>
                    <a:pt x="971" y="1794"/>
                    <a:pt x="988" y="1725"/>
                    <a:pt x="1014" y="1673"/>
                  </a:cubicBezTo>
                  <a:cubicBezTo>
                    <a:pt x="1023" y="1622"/>
                    <a:pt x="1040" y="1562"/>
                    <a:pt x="1066" y="1510"/>
                  </a:cubicBezTo>
                  <a:cubicBezTo>
                    <a:pt x="1083" y="1476"/>
                    <a:pt x="1109" y="1458"/>
                    <a:pt x="1143" y="1441"/>
                  </a:cubicBezTo>
                  <a:cubicBezTo>
                    <a:pt x="1186" y="1424"/>
                    <a:pt x="1220" y="1407"/>
                    <a:pt x="1263" y="1381"/>
                  </a:cubicBezTo>
                  <a:cubicBezTo>
                    <a:pt x="1306" y="1355"/>
                    <a:pt x="1349" y="1338"/>
                    <a:pt x="1375" y="1295"/>
                  </a:cubicBezTo>
                  <a:cubicBezTo>
                    <a:pt x="1401" y="1244"/>
                    <a:pt x="1401" y="1192"/>
                    <a:pt x="1409" y="1149"/>
                  </a:cubicBezTo>
                  <a:cubicBezTo>
                    <a:pt x="1418" y="1089"/>
                    <a:pt x="1444" y="1038"/>
                    <a:pt x="1435" y="977"/>
                  </a:cubicBezTo>
                  <a:cubicBezTo>
                    <a:pt x="1435" y="943"/>
                    <a:pt x="1427" y="909"/>
                    <a:pt x="1427" y="883"/>
                  </a:cubicBezTo>
                  <a:cubicBezTo>
                    <a:pt x="1418" y="840"/>
                    <a:pt x="1392" y="806"/>
                    <a:pt x="1401" y="763"/>
                  </a:cubicBezTo>
                  <a:cubicBezTo>
                    <a:pt x="1401" y="745"/>
                    <a:pt x="1401" y="720"/>
                    <a:pt x="1409" y="711"/>
                  </a:cubicBezTo>
                  <a:lnTo>
                    <a:pt x="1418" y="694"/>
                  </a:lnTo>
                  <a:cubicBezTo>
                    <a:pt x="1427" y="668"/>
                    <a:pt x="1435" y="642"/>
                    <a:pt x="1435" y="617"/>
                  </a:cubicBezTo>
                  <a:cubicBezTo>
                    <a:pt x="1444" y="582"/>
                    <a:pt x="1452" y="556"/>
                    <a:pt x="1461" y="522"/>
                  </a:cubicBezTo>
                  <a:cubicBezTo>
                    <a:pt x="1461" y="496"/>
                    <a:pt x="1452" y="453"/>
                    <a:pt x="1444" y="428"/>
                  </a:cubicBezTo>
                  <a:cubicBezTo>
                    <a:pt x="1435" y="402"/>
                    <a:pt x="1427" y="376"/>
                    <a:pt x="1401" y="359"/>
                  </a:cubicBezTo>
                  <a:cubicBezTo>
                    <a:pt x="1375" y="333"/>
                    <a:pt x="1341" y="316"/>
                    <a:pt x="1315" y="299"/>
                  </a:cubicBezTo>
                  <a:cubicBezTo>
                    <a:pt x="1298" y="273"/>
                    <a:pt x="1281" y="256"/>
                    <a:pt x="1255" y="239"/>
                  </a:cubicBezTo>
                  <a:cubicBezTo>
                    <a:pt x="1220" y="213"/>
                    <a:pt x="1203" y="178"/>
                    <a:pt x="1169" y="153"/>
                  </a:cubicBezTo>
                  <a:cubicBezTo>
                    <a:pt x="1134" y="135"/>
                    <a:pt x="1100" y="118"/>
                    <a:pt x="1066" y="92"/>
                  </a:cubicBezTo>
                  <a:cubicBezTo>
                    <a:pt x="1031" y="75"/>
                    <a:pt x="1006" y="32"/>
                    <a:pt x="971" y="7"/>
                  </a:cubicBezTo>
                  <a:cubicBezTo>
                    <a:pt x="967" y="2"/>
                    <a:pt x="963" y="0"/>
                    <a:pt x="96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2" name="Google Shape;16242;p54">
              <a:extLst>
                <a:ext uri="{FF2B5EF4-FFF2-40B4-BE49-F238E27FC236}">
                  <a16:creationId xmlns:a16="http://schemas.microsoft.com/office/drawing/2014/main" id="{76207268-B934-7123-701C-79769090814C}"/>
                </a:ext>
              </a:extLst>
            </p:cNvPr>
            <p:cNvSpPr/>
            <p:nvPr/>
          </p:nvSpPr>
          <p:spPr>
            <a:xfrm>
              <a:off x="5146375" y="1229300"/>
              <a:ext cx="78425" cy="79700"/>
            </a:xfrm>
            <a:custGeom>
              <a:avLst/>
              <a:gdLst/>
              <a:ahLst/>
              <a:cxnLst/>
              <a:rect l="l" t="t" r="r" b="b"/>
              <a:pathLst>
                <a:path w="3137" h="3188" extrusionOk="0">
                  <a:moveTo>
                    <a:pt x="1960" y="0"/>
                  </a:moveTo>
                  <a:cubicBezTo>
                    <a:pt x="1917" y="0"/>
                    <a:pt x="1856" y="43"/>
                    <a:pt x="1813" y="61"/>
                  </a:cubicBezTo>
                  <a:cubicBezTo>
                    <a:pt x="1753" y="78"/>
                    <a:pt x="1710" y="78"/>
                    <a:pt x="1659" y="78"/>
                  </a:cubicBezTo>
                  <a:cubicBezTo>
                    <a:pt x="1650" y="77"/>
                    <a:pt x="1641" y="76"/>
                    <a:pt x="1632" y="76"/>
                  </a:cubicBezTo>
                  <a:cubicBezTo>
                    <a:pt x="1555" y="76"/>
                    <a:pt x="1479" y="107"/>
                    <a:pt x="1410" y="138"/>
                  </a:cubicBezTo>
                  <a:cubicBezTo>
                    <a:pt x="1375" y="155"/>
                    <a:pt x="1332" y="155"/>
                    <a:pt x="1289" y="172"/>
                  </a:cubicBezTo>
                  <a:cubicBezTo>
                    <a:pt x="1229" y="189"/>
                    <a:pt x="1212" y="215"/>
                    <a:pt x="1169" y="250"/>
                  </a:cubicBezTo>
                  <a:cubicBezTo>
                    <a:pt x="1109" y="301"/>
                    <a:pt x="1057" y="353"/>
                    <a:pt x="997" y="413"/>
                  </a:cubicBezTo>
                  <a:cubicBezTo>
                    <a:pt x="946" y="464"/>
                    <a:pt x="894" y="533"/>
                    <a:pt x="808" y="533"/>
                  </a:cubicBezTo>
                  <a:cubicBezTo>
                    <a:pt x="748" y="533"/>
                    <a:pt x="645" y="602"/>
                    <a:pt x="636" y="671"/>
                  </a:cubicBezTo>
                  <a:cubicBezTo>
                    <a:pt x="611" y="765"/>
                    <a:pt x="645" y="782"/>
                    <a:pt x="559" y="868"/>
                  </a:cubicBezTo>
                  <a:cubicBezTo>
                    <a:pt x="533" y="903"/>
                    <a:pt x="508" y="937"/>
                    <a:pt x="473" y="954"/>
                  </a:cubicBezTo>
                  <a:cubicBezTo>
                    <a:pt x="447" y="971"/>
                    <a:pt x="439" y="1057"/>
                    <a:pt x="413" y="1066"/>
                  </a:cubicBezTo>
                  <a:cubicBezTo>
                    <a:pt x="396" y="1083"/>
                    <a:pt x="387" y="1100"/>
                    <a:pt x="370" y="1109"/>
                  </a:cubicBezTo>
                  <a:lnTo>
                    <a:pt x="344" y="1109"/>
                  </a:lnTo>
                  <a:lnTo>
                    <a:pt x="319" y="1152"/>
                  </a:lnTo>
                  <a:cubicBezTo>
                    <a:pt x="293" y="1169"/>
                    <a:pt x="267" y="1177"/>
                    <a:pt x="241" y="1186"/>
                  </a:cubicBezTo>
                  <a:cubicBezTo>
                    <a:pt x="173" y="1238"/>
                    <a:pt x="147" y="1306"/>
                    <a:pt x="121" y="1392"/>
                  </a:cubicBezTo>
                  <a:cubicBezTo>
                    <a:pt x="104" y="1427"/>
                    <a:pt x="78" y="1444"/>
                    <a:pt x="78" y="1487"/>
                  </a:cubicBezTo>
                  <a:cubicBezTo>
                    <a:pt x="69" y="1547"/>
                    <a:pt x="78" y="1590"/>
                    <a:pt x="87" y="1641"/>
                  </a:cubicBezTo>
                  <a:cubicBezTo>
                    <a:pt x="104" y="1744"/>
                    <a:pt x="26" y="1805"/>
                    <a:pt x="18" y="1899"/>
                  </a:cubicBezTo>
                  <a:cubicBezTo>
                    <a:pt x="18" y="1942"/>
                    <a:pt x="44" y="1968"/>
                    <a:pt x="52" y="2002"/>
                  </a:cubicBezTo>
                  <a:cubicBezTo>
                    <a:pt x="61" y="2037"/>
                    <a:pt x="52" y="2097"/>
                    <a:pt x="44" y="2131"/>
                  </a:cubicBezTo>
                  <a:cubicBezTo>
                    <a:pt x="35" y="2174"/>
                    <a:pt x="9" y="2226"/>
                    <a:pt x="1" y="2286"/>
                  </a:cubicBezTo>
                  <a:cubicBezTo>
                    <a:pt x="1" y="2320"/>
                    <a:pt x="9" y="2354"/>
                    <a:pt x="9" y="2397"/>
                  </a:cubicBezTo>
                  <a:cubicBezTo>
                    <a:pt x="26" y="2458"/>
                    <a:pt x="52" y="2501"/>
                    <a:pt x="78" y="2552"/>
                  </a:cubicBezTo>
                  <a:cubicBezTo>
                    <a:pt x="104" y="2612"/>
                    <a:pt x="69" y="2647"/>
                    <a:pt x="61" y="2707"/>
                  </a:cubicBezTo>
                  <a:cubicBezTo>
                    <a:pt x="52" y="2767"/>
                    <a:pt x="61" y="2836"/>
                    <a:pt x="69" y="2887"/>
                  </a:cubicBezTo>
                  <a:cubicBezTo>
                    <a:pt x="95" y="2982"/>
                    <a:pt x="138" y="3076"/>
                    <a:pt x="215" y="3136"/>
                  </a:cubicBezTo>
                  <a:cubicBezTo>
                    <a:pt x="233" y="3153"/>
                    <a:pt x="250" y="3171"/>
                    <a:pt x="267" y="3188"/>
                  </a:cubicBezTo>
                  <a:cubicBezTo>
                    <a:pt x="258" y="3171"/>
                    <a:pt x="258" y="3162"/>
                    <a:pt x="250" y="3145"/>
                  </a:cubicBezTo>
                  <a:cubicBezTo>
                    <a:pt x="241" y="3110"/>
                    <a:pt x="224" y="3076"/>
                    <a:pt x="215" y="3042"/>
                  </a:cubicBezTo>
                  <a:cubicBezTo>
                    <a:pt x="207" y="3016"/>
                    <a:pt x="207" y="2990"/>
                    <a:pt x="198" y="2964"/>
                  </a:cubicBezTo>
                  <a:cubicBezTo>
                    <a:pt x="198" y="2956"/>
                    <a:pt x="181" y="2939"/>
                    <a:pt x="181" y="2921"/>
                  </a:cubicBezTo>
                  <a:lnTo>
                    <a:pt x="198" y="2879"/>
                  </a:lnTo>
                  <a:cubicBezTo>
                    <a:pt x="250" y="2732"/>
                    <a:pt x="181" y="2586"/>
                    <a:pt x="181" y="2440"/>
                  </a:cubicBezTo>
                  <a:cubicBezTo>
                    <a:pt x="181" y="2354"/>
                    <a:pt x="198" y="2277"/>
                    <a:pt x="207" y="2200"/>
                  </a:cubicBezTo>
                  <a:cubicBezTo>
                    <a:pt x="207" y="2183"/>
                    <a:pt x="207" y="2157"/>
                    <a:pt x="207" y="2148"/>
                  </a:cubicBezTo>
                  <a:cubicBezTo>
                    <a:pt x="207" y="2140"/>
                    <a:pt x="215" y="2140"/>
                    <a:pt x="215" y="2122"/>
                  </a:cubicBezTo>
                  <a:lnTo>
                    <a:pt x="198" y="2114"/>
                  </a:lnTo>
                  <a:cubicBezTo>
                    <a:pt x="181" y="2071"/>
                    <a:pt x="181" y="2019"/>
                    <a:pt x="181" y="1976"/>
                  </a:cubicBezTo>
                  <a:cubicBezTo>
                    <a:pt x="164" y="1891"/>
                    <a:pt x="173" y="1796"/>
                    <a:pt x="233" y="1727"/>
                  </a:cubicBezTo>
                  <a:cubicBezTo>
                    <a:pt x="241" y="1710"/>
                    <a:pt x="250" y="1702"/>
                    <a:pt x="258" y="1684"/>
                  </a:cubicBezTo>
                  <a:cubicBezTo>
                    <a:pt x="258" y="1659"/>
                    <a:pt x="250" y="1641"/>
                    <a:pt x="250" y="1616"/>
                  </a:cubicBezTo>
                  <a:cubicBezTo>
                    <a:pt x="250" y="1598"/>
                    <a:pt x="250" y="1573"/>
                    <a:pt x="250" y="1547"/>
                  </a:cubicBezTo>
                  <a:cubicBezTo>
                    <a:pt x="258" y="1521"/>
                    <a:pt x="293" y="1495"/>
                    <a:pt x="301" y="1470"/>
                  </a:cubicBezTo>
                  <a:cubicBezTo>
                    <a:pt x="344" y="1418"/>
                    <a:pt x="405" y="1392"/>
                    <a:pt x="456" y="1349"/>
                  </a:cubicBezTo>
                  <a:cubicBezTo>
                    <a:pt x="465" y="1332"/>
                    <a:pt x="473" y="1323"/>
                    <a:pt x="482" y="1306"/>
                  </a:cubicBezTo>
                  <a:cubicBezTo>
                    <a:pt x="499" y="1289"/>
                    <a:pt x="490" y="1281"/>
                    <a:pt x="499" y="1255"/>
                  </a:cubicBezTo>
                  <a:cubicBezTo>
                    <a:pt x="499" y="1220"/>
                    <a:pt x="533" y="1195"/>
                    <a:pt x="559" y="1169"/>
                  </a:cubicBezTo>
                  <a:cubicBezTo>
                    <a:pt x="602" y="1134"/>
                    <a:pt x="636" y="1126"/>
                    <a:pt x="688" y="1126"/>
                  </a:cubicBezTo>
                  <a:cubicBezTo>
                    <a:pt x="697" y="1057"/>
                    <a:pt x="731" y="988"/>
                    <a:pt x="765" y="928"/>
                  </a:cubicBezTo>
                  <a:cubicBezTo>
                    <a:pt x="791" y="868"/>
                    <a:pt x="808" y="808"/>
                    <a:pt x="817" y="739"/>
                  </a:cubicBezTo>
                  <a:cubicBezTo>
                    <a:pt x="817" y="713"/>
                    <a:pt x="808" y="688"/>
                    <a:pt x="825" y="662"/>
                  </a:cubicBezTo>
                  <a:lnTo>
                    <a:pt x="825" y="645"/>
                  </a:lnTo>
                  <a:cubicBezTo>
                    <a:pt x="843" y="636"/>
                    <a:pt x="860" y="628"/>
                    <a:pt x="877" y="628"/>
                  </a:cubicBezTo>
                  <a:cubicBezTo>
                    <a:pt x="894" y="619"/>
                    <a:pt x="911" y="610"/>
                    <a:pt x="929" y="602"/>
                  </a:cubicBezTo>
                  <a:cubicBezTo>
                    <a:pt x="940" y="602"/>
                    <a:pt x="955" y="606"/>
                    <a:pt x="969" y="606"/>
                  </a:cubicBezTo>
                  <a:cubicBezTo>
                    <a:pt x="976" y="606"/>
                    <a:pt x="983" y="605"/>
                    <a:pt x="989" y="602"/>
                  </a:cubicBezTo>
                  <a:cubicBezTo>
                    <a:pt x="1006" y="593"/>
                    <a:pt x="1014" y="585"/>
                    <a:pt x="1023" y="576"/>
                  </a:cubicBezTo>
                  <a:cubicBezTo>
                    <a:pt x="1049" y="550"/>
                    <a:pt x="1075" y="542"/>
                    <a:pt x="1092" y="516"/>
                  </a:cubicBezTo>
                  <a:cubicBezTo>
                    <a:pt x="1118" y="490"/>
                    <a:pt x="1143" y="456"/>
                    <a:pt x="1161" y="430"/>
                  </a:cubicBezTo>
                  <a:cubicBezTo>
                    <a:pt x="1169" y="404"/>
                    <a:pt x="1178" y="387"/>
                    <a:pt x="1195" y="378"/>
                  </a:cubicBezTo>
                  <a:cubicBezTo>
                    <a:pt x="1212" y="361"/>
                    <a:pt x="1246" y="353"/>
                    <a:pt x="1272" y="353"/>
                  </a:cubicBezTo>
                  <a:cubicBezTo>
                    <a:pt x="1307" y="344"/>
                    <a:pt x="1332" y="335"/>
                    <a:pt x="1367" y="327"/>
                  </a:cubicBezTo>
                  <a:cubicBezTo>
                    <a:pt x="1410" y="310"/>
                    <a:pt x="1470" y="310"/>
                    <a:pt x="1496" y="267"/>
                  </a:cubicBezTo>
                  <a:cubicBezTo>
                    <a:pt x="1503" y="263"/>
                    <a:pt x="1516" y="261"/>
                    <a:pt x="1538" y="261"/>
                  </a:cubicBezTo>
                  <a:cubicBezTo>
                    <a:pt x="1570" y="261"/>
                    <a:pt x="1621" y="265"/>
                    <a:pt x="1702" y="275"/>
                  </a:cubicBezTo>
                  <a:cubicBezTo>
                    <a:pt x="1736" y="275"/>
                    <a:pt x="1994" y="301"/>
                    <a:pt x="2028" y="301"/>
                  </a:cubicBezTo>
                  <a:lnTo>
                    <a:pt x="2071" y="301"/>
                  </a:lnTo>
                  <a:cubicBezTo>
                    <a:pt x="2088" y="301"/>
                    <a:pt x="2106" y="293"/>
                    <a:pt x="2114" y="293"/>
                  </a:cubicBezTo>
                  <a:cubicBezTo>
                    <a:pt x="2131" y="301"/>
                    <a:pt x="2140" y="310"/>
                    <a:pt x="2149" y="318"/>
                  </a:cubicBezTo>
                  <a:cubicBezTo>
                    <a:pt x="2174" y="344"/>
                    <a:pt x="2200" y="378"/>
                    <a:pt x="2234" y="387"/>
                  </a:cubicBezTo>
                  <a:cubicBezTo>
                    <a:pt x="2277" y="404"/>
                    <a:pt x="2329" y="421"/>
                    <a:pt x="2372" y="421"/>
                  </a:cubicBezTo>
                  <a:cubicBezTo>
                    <a:pt x="2406" y="421"/>
                    <a:pt x="2441" y="396"/>
                    <a:pt x="2466" y="378"/>
                  </a:cubicBezTo>
                  <a:cubicBezTo>
                    <a:pt x="2484" y="370"/>
                    <a:pt x="2501" y="353"/>
                    <a:pt x="2518" y="353"/>
                  </a:cubicBezTo>
                  <a:lnTo>
                    <a:pt x="2544" y="370"/>
                  </a:lnTo>
                  <a:cubicBezTo>
                    <a:pt x="2561" y="387"/>
                    <a:pt x="2570" y="387"/>
                    <a:pt x="2587" y="396"/>
                  </a:cubicBezTo>
                  <a:cubicBezTo>
                    <a:pt x="2621" y="413"/>
                    <a:pt x="2655" y="430"/>
                    <a:pt x="2690" y="439"/>
                  </a:cubicBezTo>
                  <a:cubicBezTo>
                    <a:pt x="2724" y="447"/>
                    <a:pt x="2767" y="447"/>
                    <a:pt x="2793" y="464"/>
                  </a:cubicBezTo>
                  <a:lnTo>
                    <a:pt x="2819" y="490"/>
                  </a:lnTo>
                  <a:cubicBezTo>
                    <a:pt x="2836" y="499"/>
                    <a:pt x="2853" y="499"/>
                    <a:pt x="2870" y="507"/>
                  </a:cubicBezTo>
                  <a:cubicBezTo>
                    <a:pt x="2896" y="516"/>
                    <a:pt x="2913" y="524"/>
                    <a:pt x="2930" y="542"/>
                  </a:cubicBezTo>
                  <a:cubicBezTo>
                    <a:pt x="2956" y="550"/>
                    <a:pt x="2991" y="559"/>
                    <a:pt x="3008" y="567"/>
                  </a:cubicBezTo>
                  <a:cubicBezTo>
                    <a:pt x="3042" y="585"/>
                    <a:pt x="3068" y="610"/>
                    <a:pt x="3085" y="636"/>
                  </a:cubicBezTo>
                  <a:cubicBezTo>
                    <a:pt x="3102" y="653"/>
                    <a:pt x="3119" y="662"/>
                    <a:pt x="3137" y="679"/>
                  </a:cubicBezTo>
                  <a:cubicBezTo>
                    <a:pt x="3137" y="653"/>
                    <a:pt x="3137" y="628"/>
                    <a:pt x="3119" y="602"/>
                  </a:cubicBezTo>
                  <a:cubicBezTo>
                    <a:pt x="3094" y="567"/>
                    <a:pt x="3059" y="542"/>
                    <a:pt x="3033" y="499"/>
                  </a:cubicBezTo>
                  <a:cubicBezTo>
                    <a:pt x="3016" y="447"/>
                    <a:pt x="2991" y="421"/>
                    <a:pt x="2948" y="387"/>
                  </a:cubicBezTo>
                  <a:cubicBezTo>
                    <a:pt x="2862" y="335"/>
                    <a:pt x="2784" y="284"/>
                    <a:pt x="2698" y="232"/>
                  </a:cubicBezTo>
                  <a:cubicBezTo>
                    <a:pt x="2655" y="207"/>
                    <a:pt x="2621" y="215"/>
                    <a:pt x="2578" y="198"/>
                  </a:cubicBezTo>
                  <a:cubicBezTo>
                    <a:pt x="2544" y="189"/>
                    <a:pt x="2484" y="146"/>
                    <a:pt x="2466" y="146"/>
                  </a:cubicBezTo>
                  <a:cubicBezTo>
                    <a:pt x="2453" y="151"/>
                    <a:pt x="2440" y="153"/>
                    <a:pt x="2428" y="153"/>
                  </a:cubicBezTo>
                  <a:cubicBezTo>
                    <a:pt x="2393" y="153"/>
                    <a:pt x="2363" y="135"/>
                    <a:pt x="2338" y="104"/>
                  </a:cubicBezTo>
                  <a:cubicBezTo>
                    <a:pt x="2303" y="78"/>
                    <a:pt x="2286" y="52"/>
                    <a:pt x="2243" y="35"/>
                  </a:cubicBezTo>
                  <a:cubicBezTo>
                    <a:pt x="2229" y="32"/>
                    <a:pt x="2213" y="31"/>
                    <a:pt x="2196" y="31"/>
                  </a:cubicBezTo>
                  <a:cubicBezTo>
                    <a:pt x="2162" y="31"/>
                    <a:pt x="2126" y="35"/>
                    <a:pt x="2097" y="35"/>
                  </a:cubicBezTo>
                  <a:cubicBezTo>
                    <a:pt x="2071" y="26"/>
                    <a:pt x="2054" y="26"/>
                    <a:pt x="2028" y="26"/>
                  </a:cubicBezTo>
                  <a:lnTo>
                    <a:pt x="1994" y="2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3" name="Google Shape;16243;p54">
              <a:extLst>
                <a:ext uri="{FF2B5EF4-FFF2-40B4-BE49-F238E27FC236}">
                  <a16:creationId xmlns:a16="http://schemas.microsoft.com/office/drawing/2014/main" id="{146B3007-BA2F-E615-3C11-9C8EA111A372}"/>
                </a:ext>
              </a:extLst>
            </p:cNvPr>
            <p:cNvSpPr/>
            <p:nvPr/>
          </p:nvSpPr>
          <p:spPr>
            <a:xfrm>
              <a:off x="5169575" y="1242175"/>
              <a:ext cx="56300" cy="26450"/>
            </a:xfrm>
            <a:custGeom>
              <a:avLst/>
              <a:gdLst/>
              <a:ahLst/>
              <a:cxnLst/>
              <a:rect l="l" t="t" r="r" b="b"/>
              <a:pathLst>
                <a:path w="2252" h="1058" extrusionOk="0">
                  <a:moveTo>
                    <a:pt x="66" y="502"/>
                  </a:moveTo>
                  <a:cubicBezTo>
                    <a:pt x="56" y="513"/>
                    <a:pt x="49" y="526"/>
                    <a:pt x="45" y="539"/>
                  </a:cubicBezTo>
                  <a:lnTo>
                    <a:pt x="45" y="539"/>
                  </a:lnTo>
                  <a:cubicBezTo>
                    <a:pt x="52" y="528"/>
                    <a:pt x="58" y="516"/>
                    <a:pt x="66" y="502"/>
                  </a:cubicBezTo>
                  <a:close/>
                  <a:moveTo>
                    <a:pt x="45" y="539"/>
                  </a:moveTo>
                  <a:cubicBezTo>
                    <a:pt x="42" y="543"/>
                    <a:pt x="38" y="547"/>
                    <a:pt x="35" y="551"/>
                  </a:cubicBezTo>
                  <a:cubicBezTo>
                    <a:pt x="35" y="551"/>
                    <a:pt x="35" y="551"/>
                    <a:pt x="35" y="551"/>
                  </a:cubicBezTo>
                  <a:lnTo>
                    <a:pt x="35" y="551"/>
                  </a:lnTo>
                  <a:cubicBezTo>
                    <a:pt x="38" y="548"/>
                    <a:pt x="41" y="545"/>
                    <a:pt x="44" y="542"/>
                  </a:cubicBezTo>
                  <a:cubicBezTo>
                    <a:pt x="44" y="541"/>
                    <a:pt x="44" y="540"/>
                    <a:pt x="45" y="539"/>
                  </a:cubicBezTo>
                  <a:close/>
                  <a:moveTo>
                    <a:pt x="35" y="551"/>
                  </a:moveTo>
                  <a:lnTo>
                    <a:pt x="35" y="551"/>
                  </a:lnTo>
                  <a:cubicBezTo>
                    <a:pt x="19" y="568"/>
                    <a:pt x="1" y="589"/>
                    <a:pt x="1" y="611"/>
                  </a:cubicBezTo>
                  <a:cubicBezTo>
                    <a:pt x="1" y="594"/>
                    <a:pt x="26" y="568"/>
                    <a:pt x="35" y="551"/>
                  </a:cubicBezTo>
                  <a:close/>
                  <a:moveTo>
                    <a:pt x="1066" y="1"/>
                  </a:moveTo>
                  <a:cubicBezTo>
                    <a:pt x="1040" y="1"/>
                    <a:pt x="1014" y="9"/>
                    <a:pt x="997" y="9"/>
                  </a:cubicBezTo>
                  <a:cubicBezTo>
                    <a:pt x="980" y="14"/>
                    <a:pt x="965" y="14"/>
                    <a:pt x="951" y="14"/>
                  </a:cubicBezTo>
                  <a:cubicBezTo>
                    <a:pt x="937" y="14"/>
                    <a:pt x="924" y="14"/>
                    <a:pt x="911" y="18"/>
                  </a:cubicBezTo>
                  <a:cubicBezTo>
                    <a:pt x="894" y="18"/>
                    <a:pt x="868" y="18"/>
                    <a:pt x="860" y="27"/>
                  </a:cubicBezTo>
                  <a:cubicBezTo>
                    <a:pt x="825" y="44"/>
                    <a:pt x="817" y="61"/>
                    <a:pt x="782" y="70"/>
                  </a:cubicBezTo>
                  <a:cubicBezTo>
                    <a:pt x="714" y="87"/>
                    <a:pt x="654" y="95"/>
                    <a:pt x="585" y="104"/>
                  </a:cubicBezTo>
                  <a:cubicBezTo>
                    <a:pt x="559" y="104"/>
                    <a:pt x="525" y="121"/>
                    <a:pt x="499" y="138"/>
                  </a:cubicBezTo>
                  <a:cubicBezTo>
                    <a:pt x="482" y="147"/>
                    <a:pt x="490" y="164"/>
                    <a:pt x="482" y="173"/>
                  </a:cubicBezTo>
                  <a:cubicBezTo>
                    <a:pt x="473" y="216"/>
                    <a:pt x="430" y="233"/>
                    <a:pt x="396" y="259"/>
                  </a:cubicBezTo>
                  <a:cubicBezTo>
                    <a:pt x="353" y="284"/>
                    <a:pt x="310" y="319"/>
                    <a:pt x="258" y="345"/>
                  </a:cubicBezTo>
                  <a:cubicBezTo>
                    <a:pt x="190" y="370"/>
                    <a:pt x="112" y="422"/>
                    <a:pt x="78" y="482"/>
                  </a:cubicBezTo>
                  <a:cubicBezTo>
                    <a:pt x="73" y="489"/>
                    <a:pt x="70" y="495"/>
                    <a:pt x="66" y="502"/>
                  </a:cubicBezTo>
                  <a:lnTo>
                    <a:pt x="66" y="502"/>
                  </a:lnTo>
                  <a:cubicBezTo>
                    <a:pt x="74" y="493"/>
                    <a:pt x="84" y="486"/>
                    <a:pt x="95" y="482"/>
                  </a:cubicBezTo>
                  <a:cubicBezTo>
                    <a:pt x="104" y="473"/>
                    <a:pt x="121" y="465"/>
                    <a:pt x="138" y="456"/>
                  </a:cubicBezTo>
                  <a:cubicBezTo>
                    <a:pt x="172" y="448"/>
                    <a:pt x="207" y="448"/>
                    <a:pt x="233" y="439"/>
                  </a:cubicBezTo>
                  <a:cubicBezTo>
                    <a:pt x="276" y="422"/>
                    <a:pt x="310" y="405"/>
                    <a:pt x="336" y="388"/>
                  </a:cubicBezTo>
                  <a:cubicBezTo>
                    <a:pt x="344" y="379"/>
                    <a:pt x="355" y="377"/>
                    <a:pt x="366" y="377"/>
                  </a:cubicBezTo>
                  <a:cubicBezTo>
                    <a:pt x="376" y="377"/>
                    <a:pt x="387" y="379"/>
                    <a:pt x="396" y="379"/>
                  </a:cubicBezTo>
                  <a:cubicBezTo>
                    <a:pt x="422" y="379"/>
                    <a:pt x="439" y="379"/>
                    <a:pt x="465" y="370"/>
                  </a:cubicBezTo>
                  <a:cubicBezTo>
                    <a:pt x="482" y="362"/>
                    <a:pt x="507" y="362"/>
                    <a:pt x="525" y="353"/>
                  </a:cubicBezTo>
                  <a:cubicBezTo>
                    <a:pt x="533" y="345"/>
                    <a:pt x="542" y="336"/>
                    <a:pt x="559" y="336"/>
                  </a:cubicBezTo>
                  <a:lnTo>
                    <a:pt x="593" y="336"/>
                  </a:lnTo>
                  <a:cubicBezTo>
                    <a:pt x="611" y="327"/>
                    <a:pt x="619" y="319"/>
                    <a:pt x="628" y="319"/>
                  </a:cubicBezTo>
                  <a:cubicBezTo>
                    <a:pt x="645" y="310"/>
                    <a:pt x="662" y="310"/>
                    <a:pt x="679" y="302"/>
                  </a:cubicBezTo>
                  <a:lnTo>
                    <a:pt x="705" y="293"/>
                  </a:lnTo>
                  <a:cubicBezTo>
                    <a:pt x="731" y="284"/>
                    <a:pt x="757" y="284"/>
                    <a:pt x="782" y="276"/>
                  </a:cubicBezTo>
                  <a:cubicBezTo>
                    <a:pt x="800" y="267"/>
                    <a:pt x="817" y="267"/>
                    <a:pt x="834" y="267"/>
                  </a:cubicBezTo>
                  <a:cubicBezTo>
                    <a:pt x="843" y="267"/>
                    <a:pt x="860" y="259"/>
                    <a:pt x="868" y="250"/>
                  </a:cubicBezTo>
                  <a:lnTo>
                    <a:pt x="911" y="259"/>
                  </a:lnTo>
                  <a:lnTo>
                    <a:pt x="937" y="276"/>
                  </a:lnTo>
                  <a:cubicBezTo>
                    <a:pt x="963" y="293"/>
                    <a:pt x="989" y="302"/>
                    <a:pt x="1014" y="310"/>
                  </a:cubicBezTo>
                  <a:cubicBezTo>
                    <a:pt x="1032" y="310"/>
                    <a:pt x="1057" y="327"/>
                    <a:pt x="1075" y="327"/>
                  </a:cubicBezTo>
                  <a:lnTo>
                    <a:pt x="1117" y="319"/>
                  </a:lnTo>
                  <a:lnTo>
                    <a:pt x="1169" y="302"/>
                  </a:lnTo>
                  <a:lnTo>
                    <a:pt x="1186" y="293"/>
                  </a:lnTo>
                  <a:cubicBezTo>
                    <a:pt x="1190" y="291"/>
                    <a:pt x="1193" y="291"/>
                    <a:pt x="1197" y="291"/>
                  </a:cubicBezTo>
                  <a:cubicBezTo>
                    <a:pt x="1214" y="291"/>
                    <a:pt x="1234" y="302"/>
                    <a:pt x="1255" y="302"/>
                  </a:cubicBezTo>
                  <a:cubicBezTo>
                    <a:pt x="1315" y="310"/>
                    <a:pt x="1375" y="336"/>
                    <a:pt x="1444" y="353"/>
                  </a:cubicBezTo>
                  <a:cubicBezTo>
                    <a:pt x="1504" y="362"/>
                    <a:pt x="1573" y="396"/>
                    <a:pt x="1616" y="430"/>
                  </a:cubicBezTo>
                  <a:cubicBezTo>
                    <a:pt x="1650" y="448"/>
                    <a:pt x="1676" y="482"/>
                    <a:pt x="1710" y="499"/>
                  </a:cubicBezTo>
                  <a:cubicBezTo>
                    <a:pt x="1727" y="508"/>
                    <a:pt x="1745" y="516"/>
                    <a:pt x="1762" y="525"/>
                  </a:cubicBezTo>
                  <a:cubicBezTo>
                    <a:pt x="1796" y="534"/>
                    <a:pt x="1831" y="559"/>
                    <a:pt x="1856" y="585"/>
                  </a:cubicBezTo>
                  <a:cubicBezTo>
                    <a:pt x="1891" y="611"/>
                    <a:pt x="1908" y="637"/>
                    <a:pt x="1925" y="671"/>
                  </a:cubicBezTo>
                  <a:cubicBezTo>
                    <a:pt x="1934" y="688"/>
                    <a:pt x="1934" y="714"/>
                    <a:pt x="1942" y="723"/>
                  </a:cubicBezTo>
                  <a:cubicBezTo>
                    <a:pt x="1968" y="748"/>
                    <a:pt x="2002" y="766"/>
                    <a:pt x="2020" y="791"/>
                  </a:cubicBezTo>
                  <a:cubicBezTo>
                    <a:pt x="2045" y="808"/>
                    <a:pt x="2071" y="834"/>
                    <a:pt x="2088" y="869"/>
                  </a:cubicBezTo>
                  <a:cubicBezTo>
                    <a:pt x="2114" y="894"/>
                    <a:pt x="2123" y="937"/>
                    <a:pt x="2157" y="955"/>
                  </a:cubicBezTo>
                  <a:cubicBezTo>
                    <a:pt x="2183" y="972"/>
                    <a:pt x="2217" y="997"/>
                    <a:pt x="2234" y="1023"/>
                  </a:cubicBezTo>
                  <a:lnTo>
                    <a:pt x="2252" y="1058"/>
                  </a:lnTo>
                  <a:cubicBezTo>
                    <a:pt x="2252" y="1032"/>
                    <a:pt x="2234" y="1015"/>
                    <a:pt x="2226" y="997"/>
                  </a:cubicBezTo>
                  <a:cubicBezTo>
                    <a:pt x="2217" y="980"/>
                    <a:pt x="2209" y="972"/>
                    <a:pt x="2209" y="963"/>
                  </a:cubicBezTo>
                  <a:cubicBezTo>
                    <a:pt x="2209" y="937"/>
                    <a:pt x="2217" y="920"/>
                    <a:pt x="2209" y="903"/>
                  </a:cubicBezTo>
                  <a:cubicBezTo>
                    <a:pt x="2200" y="877"/>
                    <a:pt x="2191" y="860"/>
                    <a:pt x="2183" y="834"/>
                  </a:cubicBezTo>
                  <a:cubicBezTo>
                    <a:pt x="2174" y="817"/>
                    <a:pt x="2166" y="791"/>
                    <a:pt x="2157" y="774"/>
                  </a:cubicBezTo>
                  <a:cubicBezTo>
                    <a:pt x="2148" y="757"/>
                    <a:pt x="2140" y="731"/>
                    <a:pt x="2131" y="714"/>
                  </a:cubicBezTo>
                  <a:cubicBezTo>
                    <a:pt x="2114" y="680"/>
                    <a:pt x="2114" y="654"/>
                    <a:pt x="2097" y="619"/>
                  </a:cubicBezTo>
                  <a:cubicBezTo>
                    <a:pt x="2088" y="602"/>
                    <a:pt x="2063" y="568"/>
                    <a:pt x="2045" y="542"/>
                  </a:cubicBezTo>
                  <a:cubicBezTo>
                    <a:pt x="2037" y="534"/>
                    <a:pt x="2020" y="525"/>
                    <a:pt x="2002" y="516"/>
                  </a:cubicBezTo>
                  <a:cubicBezTo>
                    <a:pt x="1977" y="499"/>
                    <a:pt x="1959" y="473"/>
                    <a:pt x="1942" y="456"/>
                  </a:cubicBezTo>
                  <a:lnTo>
                    <a:pt x="1934" y="422"/>
                  </a:lnTo>
                  <a:cubicBezTo>
                    <a:pt x="1925" y="405"/>
                    <a:pt x="1908" y="396"/>
                    <a:pt x="1891" y="388"/>
                  </a:cubicBezTo>
                  <a:cubicBezTo>
                    <a:pt x="1874" y="370"/>
                    <a:pt x="1874" y="353"/>
                    <a:pt x="1856" y="327"/>
                  </a:cubicBezTo>
                  <a:cubicBezTo>
                    <a:pt x="1839" y="293"/>
                    <a:pt x="1822" y="250"/>
                    <a:pt x="1788" y="216"/>
                  </a:cubicBezTo>
                  <a:cubicBezTo>
                    <a:pt x="1770" y="198"/>
                    <a:pt x="1745" y="190"/>
                    <a:pt x="1727" y="181"/>
                  </a:cubicBezTo>
                  <a:cubicBezTo>
                    <a:pt x="1710" y="173"/>
                    <a:pt x="1693" y="164"/>
                    <a:pt x="1684" y="156"/>
                  </a:cubicBezTo>
                  <a:lnTo>
                    <a:pt x="1650" y="156"/>
                  </a:lnTo>
                  <a:lnTo>
                    <a:pt x="1616" y="147"/>
                  </a:lnTo>
                  <a:cubicBezTo>
                    <a:pt x="1581" y="147"/>
                    <a:pt x="1547" y="147"/>
                    <a:pt x="1521" y="138"/>
                  </a:cubicBezTo>
                  <a:cubicBezTo>
                    <a:pt x="1487" y="130"/>
                    <a:pt x="1453" y="130"/>
                    <a:pt x="1427" y="104"/>
                  </a:cubicBezTo>
                  <a:cubicBezTo>
                    <a:pt x="1410" y="87"/>
                    <a:pt x="1401" y="78"/>
                    <a:pt x="1375" y="70"/>
                  </a:cubicBezTo>
                  <a:cubicBezTo>
                    <a:pt x="1349" y="52"/>
                    <a:pt x="1324" y="35"/>
                    <a:pt x="1298" y="27"/>
                  </a:cubicBezTo>
                  <a:cubicBezTo>
                    <a:pt x="1264" y="9"/>
                    <a:pt x="1221" y="9"/>
                    <a:pt x="117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4" name="Google Shape;16244;p54">
              <a:extLst>
                <a:ext uri="{FF2B5EF4-FFF2-40B4-BE49-F238E27FC236}">
                  <a16:creationId xmlns:a16="http://schemas.microsoft.com/office/drawing/2014/main" id="{C86A9870-4D31-CCA4-840B-3A9007624E5D}"/>
                </a:ext>
              </a:extLst>
            </p:cNvPr>
            <p:cNvSpPr/>
            <p:nvPr/>
          </p:nvSpPr>
          <p:spPr>
            <a:xfrm>
              <a:off x="5157250" y="1266250"/>
              <a:ext cx="45425" cy="58950"/>
            </a:xfrm>
            <a:custGeom>
              <a:avLst/>
              <a:gdLst/>
              <a:ahLst/>
              <a:cxnLst/>
              <a:rect l="l" t="t" r="r" b="b"/>
              <a:pathLst>
                <a:path w="1817" h="2358" extrusionOk="0">
                  <a:moveTo>
                    <a:pt x="390" y="0"/>
                  </a:moveTo>
                  <a:cubicBezTo>
                    <a:pt x="373" y="17"/>
                    <a:pt x="356" y="43"/>
                    <a:pt x="348" y="69"/>
                  </a:cubicBezTo>
                  <a:cubicBezTo>
                    <a:pt x="339" y="95"/>
                    <a:pt x="322" y="129"/>
                    <a:pt x="305" y="155"/>
                  </a:cubicBezTo>
                  <a:cubicBezTo>
                    <a:pt x="270" y="206"/>
                    <a:pt x="201" y="258"/>
                    <a:pt x="150" y="301"/>
                  </a:cubicBezTo>
                  <a:cubicBezTo>
                    <a:pt x="98" y="344"/>
                    <a:pt x="64" y="395"/>
                    <a:pt x="47" y="455"/>
                  </a:cubicBezTo>
                  <a:cubicBezTo>
                    <a:pt x="38" y="498"/>
                    <a:pt x="12" y="541"/>
                    <a:pt x="12" y="584"/>
                  </a:cubicBezTo>
                  <a:cubicBezTo>
                    <a:pt x="12" y="619"/>
                    <a:pt x="21" y="644"/>
                    <a:pt x="21" y="670"/>
                  </a:cubicBezTo>
                  <a:cubicBezTo>
                    <a:pt x="12" y="687"/>
                    <a:pt x="12" y="713"/>
                    <a:pt x="12" y="730"/>
                  </a:cubicBezTo>
                  <a:cubicBezTo>
                    <a:pt x="12" y="756"/>
                    <a:pt x="4" y="791"/>
                    <a:pt x="21" y="816"/>
                  </a:cubicBezTo>
                  <a:cubicBezTo>
                    <a:pt x="21" y="833"/>
                    <a:pt x="38" y="851"/>
                    <a:pt x="38" y="868"/>
                  </a:cubicBezTo>
                  <a:cubicBezTo>
                    <a:pt x="38" y="885"/>
                    <a:pt x="38" y="902"/>
                    <a:pt x="38" y="911"/>
                  </a:cubicBezTo>
                  <a:cubicBezTo>
                    <a:pt x="25" y="905"/>
                    <a:pt x="17" y="903"/>
                    <a:pt x="12" y="903"/>
                  </a:cubicBezTo>
                  <a:cubicBezTo>
                    <a:pt x="1" y="903"/>
                    <a:pt x="7" y="913"/>
                    <a:pt x="12" y="919"/>
                  </a:cubicBezTo>
                  <a:cubicBezTo>
                    <a:pt x="12" y="945"/>
                    <a:pt x="21" y="971"/>
                    <a:pt x="30" y="997"/>
                  </a:cubicBezTo>
                  <a:cubicBezTo>
                    <a:pt x="47" y="1040"/>
                    <a:pt x="55" y="1083"/>
                    <a:pt x="73" y="1134"/>
                  </a:cubicBezTo>
                  <a:cubicBezTo>
                    <a:pt x="81" y="1169"/>
                    <a:pt x="98" y="1194"/>
                    <a:pt x="116" y="1229"/>
                  </a:cubicBezTo>
                  <a:cubicBezTo>
                    <a:pt x="141" y="1272"/>
                    <a:pt x="159" y="1323"/>
                    <a:pt x="176" y="1375"/>
                  </a:cubicBezTo>
                  <a:cubicBezTo>
                    <a:pt x="184" y="1409"/>
                    <a:pt x="201" y="1435"/>
                    <a:pt x="219" y="1461"/>
                  </a:cubicBezTo>
                  <a:cubicBezTo>
                    <a:pt x="236" y="1486"/>
                    <a:pt x="262" y="1495"/>
                    <a:pt x="279" y="1521"/>
                  </a:cubicBezTo>
                  <a:cubicBezTo>
                    <a:pt x="305" y="1538"/>
                    <a:pt x="322" y="1572"/>
                    <a:pt x="348" y="1598"/>
                  </a:cubicBezTo>
                  <a:cubicBezTo>
                    <a:pt x="373" y="1632"/>
                    <a:pt x="390" y="1667"/>
                    <a:pt x="433" y="1693"/>
                  </a:cubicBezTo>
                  <a:cubicBezTo>
                    <a:pt x="468" y="1727"/>
                    <a:pt x="528" y="1761"/>
                    <a:pt x="545" y="1796"/>
                  </a:cubicBezTo>
                  <a:cubicBezTo>
                    <a:pt x="571" y="1830"/>
                    <a:pt x="588" y="1873"/>
                    <a:pt x="597" y="1907"/>
                  </a:cubicBezTo>
                  <a:cubicBezTo>
                    <a:pt x="597" y="1925"/>
                    <a:pt x="605" y="1942"/>
                    <a:pt x="614" y="1959"/>
                  </a:cubicBezTo>
                  <a:lnTo>
                    <a:pt x="631" y="2002"/>
                  </a:lnTo>
                  <a:lnTo>
                    <a:pt x="665" y="2028"/>
                  </a:lnTo>
                  <a:cubicBezTo>
                    <a:pt x="691" y="2045"/>
                    <a:pt x="708" y="2045"/>
                    <a:pt x="734" y="2062"/>
                  </a:cubicBezTo>
                  <a:cubicBezTo>
                    <a:pt x="769" y="2079"/>
                    <a:pt x="751" y="2114"/>
                    <a:pt x="777" y="2131"/>
                  </a:cubicBezTo>
                  <a:cubicBezTo>
                    <a:pt x="794" y="2139"/>
                    <a:pt x="803" y="2139"/>
                    <a:pt x="820" y="2139"/>
                  </a:cubicBezTo>
                  <a:lnTo>
                    <a:pt x="846" y="2157"/>
                  </a:lnTo>
                  <a:cubicBezTo>
                    <a:pt x="872" y="2174"/>
                    <a:pt x="906" y="2217"/>
                    <a:pt x="940" y="2225"/>
                  </a:cubicBezTo>
                  <a:cubicBezTo>
                    <a:pt x="975" y="2242"/>
                    <a:pt x="1026" y="2268"/>
                    <a:pt x="1061" y="2294"/>
                  </a:cubicBezTo>
                  <a:cubicBezTo>
                    <a:pt x="1064" y="2296"/>
                    <a:pt x="1070" y="2297"/>
                    <a:pt x="1076" y="2297"/>
                  </a:cubicBezTo>
                  <a:cubicBezTo>
                    <a:pt x="1095" y="2297"/>
                    <a:pt x="1121" y="2292"/>
                    <a:pt x="1139" y="2292"/>
                  </a:cubicBezTo>
                  <a:cubicBezTo>
                    <a:pt x="1146" y="2292"/>
                    <a:pt x="1151" y="2292"/>
                    <a:pt x="1155" y="2294"/>
                  </a:cubicBezTo>
                  <a:cubicBezTo>
                    <a:pt x="1172" y="2303"/>
                    <a:pt x="1189" y="2311"/>
                    <a:pt x="1198" y="2320"/>
                  </a:cubicBezTo>
                  <a:cubicBezTo>
                    <a:pt x="1216" y="2329"/>
                    <a:pt x="1235" y="2332"/>
                    <a:pt x="1253" y="2332"/>
                  </a:cubicBezTo>
                  <a:cubicBezTo>
                    <a:pt x="1279" y="2332"/>
                    <a:pt x="1306" y="2327"/>
                    <a:pt x="1334" y="2327"/>
                  </a:cubicBezTo>
                  <a:cubicBezTo>
                    <a:pt x="1343" y="2327"/>
                    <a:pt x="1352" y="2327"/>
                    <a:pt x="1361" y="2328"/>
                  </a:cubicBezTo>
                  <a:cubicBezTo>
                    <a:pt x="1404" y="2337"/>
                    <a:pt x="1439" y="2354"/>
                    <a:pt x="1482" y="2354"/>
                  </a:cubicBezTo>
                  <a:cubicBezTo>
                    <a:pt x="1487" y="2357"/>
                    <a:pt x="1492" y="2358"/>
                    <a:pt x="1497" y="2358"/>
                  </a:cubicBezTo>
                  <a:cubicBezTo>
                    <a:pt x="1509" y="2358"/>
                    <a:pt x="1521" y="2352"/>
                    <a:pt x="1533" y="2346"/>
                  </a:cubicBezTo>
                  <a:cubicBezTo>
                    <a:pt x="1568" y="2337"/>
                    <a:pt x="1593" y="2337"/>
                    <a:pt x="1619" y="2328"/>
                  </a:cubicBezTo>
                  <a:cubicBezTo>
                    <a:pt x="1636" y="2324"/>
                    <a:pt x="1651" y="2324"/>
                    <a:pt x="1665" y="2324"/>
                  </a:cubicBezTo>
                  <a:cubicBezTo>
                    <a:pt x="1679" y="2324"/>
                    <a:pt x="1692" y="2324"/>
                    <a:pt x="1705" y="2320"/>
                  </a:cubicBezTo>
                  <a:cubicBezTo>
                    <a:pt x="1731" y="2320"/>
                    <a:pt x="1817" y="2303"/>
                    <a:pt x="1817" y="2277"/>
                  </a:cubicBezTo>
                  <a:cubicBezTo>
                    <a:pt x="1774" y="2268"/>
                    <a:pt x="1722" y="2268"/>
                    <a:pt x="1679" y="2268"/>
                  </a:cubicBezTo>
                  <a:cubicBezTo>
                    <a:pt x="1645" y="2268"/>
                    <a:pt x="1621" y="2257"/>
                    <a:pt x="1591" y="2257"/>
                  </a:cubicBezTo>
                  <a:cubicBezTo>
                    <a:pt x="1584" y="2257"/>
                    <a:pt x="1576" y="2258"/>
                    <a:pt x="1568" y="2260"/>
                  </a:cubicBezTo>
                  <a:cubicBezTo>
                    <a:pt x="1547" y="2260"/>
                    <a:pt x="1532" y="2271"/>
                    <a:pt x="1513" y="2271"/>
                  </a:cubicBezTo>
                  <a:cubicBezTo>
                    <a:pt x="1509" y="2271"/>
                    <a:pt x="1504" y="2270"/>
                    <a:pt x="1499" y="2268"/>
                  </a:cubicBezTo>
                  <a:cubicBezTo>
                    <a:pt x="1482" y="2268"/>
                    <a:pt x="1464" y="2260"/>
                    <a:pt x="1447" y="2251"/>
                  </a:cubicBezTo>
                  <a:lnTo>
                    <a:pt x="1413" y="2251"/>
                  </a:lnTo>
                  <a:lnTo>
                    <a:pt x="1387" y="2242"/>
                  </a:lnTo>
                  <a:cubicBezTo>
                    <a:pt x="1361" y="2234"/>
                    <a:pt x="1353" y="2234"/>
                    <a:pt x="1336" y="2217"/>
                  </a:cubicBezTo>
                  <a:cubicBezTo>
                    <a:pt x="1310" y="2208"/>
                    <a:pt x="1275" y="2191"/>
                    <a:pt x="1241" y="2182"/>
                  </a:cubicBezTo>
                  <a:cubicBezTo>
                    <a:pt x="1207" y="2174"/>
                    <a:pt x="1172" y="2157"/>
                    <a:pt x="1138" y="2139"/>
                  </a:cubicBezTo>
                  <a:cubicBezTo>
                    <a:pt x="1104" y="2122"/>
                    <a:pt x="1069" y="2105"/>
                    <a:pt x="1035" y="2088"/>
                  </a:cubicBezTo>
                  <a:cubicBezTo>
                    <a:pt x="1000" y="2079"/>
                    <a:pt x="966" y="2053"/>
                    <a:pt x="932" y="2028"/>
                  </a:cubicBezTo>
                  <a:cubicBezTo>
                    <a:pt x="889" y="2011"/>
                    <a:pt x="863" y="1993"/>
                    <a:pt x="829" y="1968"/>
                  </a:cubicBezTo>
                  <a:cubicBezTo>
                    <a:pt x="811" y="1950"/>
                    <a:pt x="794" y="1942"/>
                    <a:pt x="786" y="1933"/>
                  </a:cubicBezTo>
                  <a:cubicBezTo>
                    <a:pt x="769" y="1907"/>
                    <a:pt x="760" y="1882"/>
                    <a:pt x="743" y="1856"/>
                  </a:cubicBezTo>
                  <a:cubicBezTo>
                    <a:pt x="717" y="1822"/>
                    <a:pt x="683" y="1787"/>
                    <a:pt x="657" y="1744"/>
                  </a:cubicBezTo>
                  <a:cubicBezTo>
                    <a:pt x="640" y="1718"/>
                    <a:pt x="605" y="1684"/>
                    <a:pt x="579" y="1658"/>
                  </a:cubicBezTo>
                  <a:cubicBezTo>
                    <a:pt x="554" y="1615"/>
                    <a:pt x="528" y="1572"/>
                    <a:pt x="511" y="1529"/>
                  </a:cubicBezTo>
                  <a:cubicBezTo>
                    <a:pt x="485" y="1486"/>
                    <a:pt x="476" y="1443"/>
                    <a:pt x="459" y="1401"/>
                  </a:cubicBezTo>
                  <a:cubicBezTo>
                    <a:pt x="442" y="1383"/>
                    <a:pt x="442" y="1375"/>
                    <a:pt x="433" y="1349"/>
                  </a:cubicBezTo>
                  <a:lnTo>
                    <a:pt x="433" y="1323"/>
                  </a:lnTo>
                  <a:lnTo>
                    <a:pt x="433" y="1289"/>
                  </a:lnTo>
                  <a:cubicBezTo>
                    <a:pt x="416" y="1220"/>
                    <a:pt x="390" y="1151"/>
                    <a:pt x="365" y="1083"/>
                  </a:cubicBezTo>
                  <a:cubicBezTo>
                    <a:pt x="356" y="1048"/>
                    <a:pt x="365" y="1023"/>
                    <a:pt x="356" y="997"/>
                  </a:cubicBezTo>
                  <a:cubicBezTo>
                    <a:pt x="356" y="971"/>
                    <a:pt x="348" y="945"/>
                    <a:pt x="348" y="919"/>
                  </a:cubicBezTo>
                  <a:cubicBezTo>
                    <a:pt x="339" y="851"/>
                    <a:pt x="322" y="782"/>
                    <a:pt x="287" y="722"/>
                  </a:cubicBezTo>
                  <a:cubicBezTo>
                    <a:pt x="270" y="696"/>
                    <a:pt x="253" y="679"/>
                    <a:pt x="253" y="644"/>
                  </a:cubicBezTo>
                  <a:cubicBezTo>
                    <a:pt x="244" y="584"/>
                    <a:pt x="253" y="524"/>
                    <a:pt x="253" y="464"/>
                  </a:cubicBezTo>
                  <a:cubicBezTo>
                    <a:pt x="253" y="413"/>
                    <a:pt x="262" y="370"/>
                    <a:pt x="279" y="327"/>
                  </a:cubicBezTo>
                  <a:cubicBezTo>
                    <a:pt x="296" y="292"/>
                    <a:pt x="322" y="258"/>
                    <a:pt x="330" y="224"/>
                  </a:cubicBezTo>
                  <a:cubicBezTo>
                    <a:pt x="348" y="172"/>
                    <a:pt x="348" y="129"/>
                    <a:pt x="365" y="77"/>
                  </a:cubicBezTo>
                  <a:cubicBezTo>
                    <a:pt x="373" y="52"/>
                    <a:pt x="373" y="17"/>
                    <a:pt x="39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5" name="Google Shape;16245;p54">
              <a:extLst>
                <a:ext uri="{FF2B5EF4-FFF2-40B4-BE49-F238E27FC236}">
                  <a16:creationId xmlns:a16="http://schemas.microsoft.com/office/drawing/2014/main" id="{D613F988-88D2-1C3A-BC04-7B34509D52C6}"/>
                </a:ext>
              </a:extLst>
            </p:cNvPr>
            <p:cNvSpPr/>
            <p:nvPr/>
          </p:nvSpPr>
          <p:spPr>
            <a:xfrm>
              <a:off x="5169150" y="1253900"/>
              <a:ext cx="42125" cy="24175"/>
            </a:xfrm>
            <a:custGeom>
              <a:avLst/>
              <a:gdLst/>
              <a:ahLst/>
              <a:cxnLst/>
              <a:rect l="l" t="t" r="r" b="b"/>
              <a:pathLst>
                <a:path w="1685" h="967" extrusionOk="0">
                  <a:moveTo>
                    <a:pt x="1002" y="1"/>
                  </a:moveTo>
                  <a:cubicBezTo>
                    <a:pt x="973" y="1"/>
                    <a:pt x="944" y="7"/>
                    <a:pt x="920" y="13"/>
                  </a:cubicBezTo>
                  <a:cubicBezTo>
                    <a:pt x="877" y="22"/>
                    <a:pt x="842" y="22"/>
                    <a:pt x="799" y="22"/>
                  </a:cubicBezTo>
                  <a:cubicBezTo>
                    <a:pt x="791" y="26"/>
                    <a:pt x="782" y="26"/>
                    <a:pt x="774" y="26"/>
                  </a:cubicBezTo>
                  <a:cubicBezTo>
                    <a:pt x="765" y="26"/>
                    <a:pt x="756" y="26"/>
                    <a:pt x="748" y="30"/>
                  </a:cubicBezTo>
                  <a:cubicBezTo>
                    <a:pt x="696" y="56"/>
                    <a:pt x="645" y="65"/>
                    <a:pt x="593" y="82"/>
                  </a:cubicBezTo>
                  <a:cubicBezTo>
                    <a:pt x="559" y="90"/>
                    <a:pt x="524" y="108"/>
                    <a:pt x="490" y="125"/>
                  </a:cubicBezTo>
                  <a:lnTo>
                    <a:pt x="464" y="133"/>
                  </a:lnTo>
                  <a:cubicBezTo>
                    <a:pt x="456" y="150"/>
                    <a:pt x="447" y="168"/>
                    <a:pt x="447" y="176"/>
                  </a:cubicBezTo>
                  <a:cubicBezTo>
                    <a:pt x="439" y="219"/>
                    <a:pt x="404" y="219"/>
                    <a:pt x="370" y="228"/>
                  </a:cubicBezTo>
                  <a:cubicBezTo>
                    <a:pt x="318" y="245"/>
                    <a:pt x="275" y="262"/>
                    <a:pt x="241" y="297"/>
                  </a:cubicBezTo>
                  <a:cubicBezTo>
                    <a:pt x="215" y="322"/>
                    <a:pt x="198" y="357"/>
                    <a:pt x="181" y="382"/>
                  </a:cubicBezTo>
                  <a:cubicBezTo>
                    <a:pt x="155" y="425"/>
                    <a:pt x="121" y="460"/>
                    <a:pt x="112" y="511"/>
                  </a:cubicBezTo>
                  <a:cubicBezTo>
                    <a:pt x="112" y="520"/>
                    <a:pt x="104" y="561"/>
                    <a:pt x="87" y="563"/>
                  </a:cubicBezTo>
                  <a:lnTo>
                    <a:pt x="87" y="563"/>
                  </a:lnTo>
                  <a:cubicBezTo>
                    <a:pt x="88" y="561"/>
                    <a:pt x="89" y="561"/>
                    <a:pt x="89" y="561"/>
                  </a:cubicBezTo>
                  <a:lnTo>
                    <a:pt x="89" y="561"/>
                  </a:lnTo>
                  <a:cubicBezTo>
                    <a:pt x="89" y="561"/>
                    <a:pt x="88" y="561"/>
                    <a:pt x="86" y="563"/>
                  </a:cubicBezTo>
                  <a:cubicBezTo>
                    <a:pt x="87" y="563"/>
                    <a:pt x="87" y="563"/>
                    <a:pt x="87" y="563"/>
                  </a:cubicBezTo>
                  <a:lnTo>
                    <a:pt x="87" y="563"/>
                  </a:lnTo>
                  <a:cubicBezTo>
                    <a:pt x="84" y="568"/>
                    <a:pt x="75" y="581"/>
                    <a:pt x="69" y="597"/>
                  </a:cubicBezTo>
                  <a:cubicBezTo>
                    <a:pt x="52" y="649"/>
                    <a:pt x="18" y="692"/>
                    <a:pt x="26" y="743"/>
                  </a:cubicBezTo>
                  <a:cubicBezTo>
                    <a:pt x="35" y="795"/>
                    <a:pt x="0" y="864"/>
                    <a:pt x="18" y="907"/>
                  </a:cubicBezTo>
                  <a:lnTo>
                    <a:pt x="35" y="932"/>
                  </a:lnTo>
                  <a:lnTo>
                    <a:pt x="43" y="967"/>
                  </a:lnTo>
                  <a:lnTo>
                    <a:pt x="43" y="924"/>
                  </a:lnTo>
                  <a:lnTo>
                    <a:pt x="78" y="812"/>
                  </a:lnTo>
                  <a:cubicBezTo>
                    <a:pt x="103" y="760"/>
                    <a:pt x="146" y="760"/>
                    <a:pt x="164" y="709"/>
                  </a:cubicBezTo>
                  <a:cubicBezTo>
                    <a:pt x="181" y="649"/>
                    <a:pt x="215" y="632"/>
                    <a:pt x="267" y="606"/>
                  </a:cubicBezTo>
                  <a:cubicBezTo>
                    <a:pt x="293" y="597"/>
                    <a:pt x="310" y="580"/>
                    <a:pt x="327" y="563"/>
                  </a:cubicBezTo>
                  <a:cubicBezTo>
                    <a:pt x="344" y="546"/>
                    <a:pt x="361" y="537"/>
                    <a:pt x="378" y="520"/>
                  </a:cubicBezTo>
                  <a:cubicBezTo>
                    <a:pt x="387" y="494"/>
                    <a:pt x="396" y="468"/>
                    <a:pt x="421" y="451"/>
                  </a:cubicBezTo>
                  <a:cubicBezTo>
                    <a:pt x="447" y="434"/>
                    <a:pt x="482" y="434"/>
                    <a:pt x="507" y="425"/>
                  </a:cubicBezTo>
                  <a:cubicBezTo>
                    <a:pt x="524" y="408"/>
                    <a:pt x="542" y="400"/>
                    <a:pt x="567" y="391"/>
                  </a:cubicBezTo>
                  <a:cubicBezTo>
                    <a:pt x="602" y="374"/>
                    <a:pt x="628" y="339"/>
                    <a:pt x="662" y="322"/>
                  </a:cubicBezTo>
                  <a:cubicBezTo>
                    <a:pt x="688" y="305"/>
                    <a:pt x="705" y="297"/>
                    <a:pt x="739" y="297"/>
                  </a:cubicBezTo>
                  <a:cubicBezTo>
                    <a:pt x="791" y="297"/>
                    <a:pt x="842" y="279"/>
                    <a:pt x="885" y="271"/>
                  </a:cubicBezTo>
                  <a:cubicBezTo>
                    <a:pt x="945" y="262"/>
                    <a:pt x="1006" y="262"/>
                    <a:pt x="1057" y="245"/>
                  </a:cubicBezTo>
                  <a:cubicBezTo>
                    <a:pt x="1081" y="239"/>
                    <a:pt x="1110" y="233"/>
                    <a:pt x="1134" y="233"/>
                  </a:cubicBezTo>
                  <a:cubicBezTo>
                    <a:pt x="1144" y="233"/>
                    <a:pt x="1153" y="234"/>
                    <a:pt x="1160" y="236"/>
                  </a:cubicBezTo>
                  <a:lnTo>
                    <a:pt x="1186" y="254"/>
                  </a:lnTo>
                  <a:cubicBezTo>
                    <a:pt x="1238" y="271"/>
                    <a:pt x="1298" y="271"/>
                    <a:pt x="1349" y="271"/>
                  </a:cubicBezTo>
                  <a:cubicBezTo>
                    <a:pt x="1384" y="271"/>
                    <a:pt x="1401" y="262"/>
                    <a:pt x="1435" y="254"/>
                  </a:cubicBezTo>
                  <a:cubicBezTo>
                    <a:pt x="1440" y="252"/>
                    <a:pt x="1445" y="251"/>
                    <a:pt x="1451" y="251"/>
                  </a:cubicBezTo>
                  <a:cubicBezTo>
                    <a:pt x="1472" y="251"/>
                    <a:pt x="1494" y="262"/>
                    <a:pt x="1521" y="262"/>
                  </a:cubicBezTo>
                  <a:cubicBezTo>
                    <a:pt x="1573" y="279"/>
                    <a:pt x="1633" y="279"/>
                    <a:pt x="1684" y="305"/>
                  </a:cubicBezTo>
                  <a:cubicBezTo>
                    <a:pt x="1659" y="271"/>
                    <a:pt x="1633" y="245"/>
                    <a:pt x="1598" y="228"/>
                  </a:cubicBezTo>
                  <a:cubicBezTo>
                    <a:pt x="1573" y="211"/>
                    <a:pt x="1547" y="193"/>
                    <a:pt x="1530" y="176"/>
                  </a:cubicBezTo>
                  <a:cubicBezTo>
                    <a:pt x="1495" y="150"/>
                    <a:pt x="1461" y="142"/>
                    <a:pt x="1435" y="125"/>
                  </a:cubicBezTo>
                  <a:cubicBezTo>
                    <a:pt x="1401" y="108"/>
                    <a:pt x="1375" y="99"/>
                    <a:pt x="1349" y="90"/>
                  </a:cubicBezTo>
                  <a:lnTo>
                    <a:pt x="1323" y="82"/>
                  </a:lnTo>
                  <a:lnTo>
                    <a:pt x="1298" y="90"/>
                  </a:lnTo>
                  <a:cubicBezTo>
                    <a:pt x="1293" y="93"/>
                    <a:pt x="1288" y="94"/>
                    <a:pt x="1284" y="94"/>
                  </a:cubicBezTo>
                  <a:cubicBezTo>
                    <a:pt x="1275" y="94"/>
                    <a:pt x="1267" y="88"/>
                    <a:pt x="1255" y="82"/>
                  </a:cubicBezTo>
                  <a:cubicBezTo>
                    <a:pt x="1246" y="82"/>
                    <a:pt x="1229" y="82"/>
                    <a:pt x="1220" y="73"/>
                  </a:cubicBezTo>
                  <a:cubicBezTo>
                    <a:pt x="1195" y="65"/>
                    <a:pt x="1186" y="56"/>
                    <a:pt x="1160" y="47"/>
                  </a:cubicBezTo>
                  <a:cubicBezTo>
                    <a:pt x="1126" y="30"/>
                    <a:pt x="1083" y="13"/>
                    <a:pt x="1040" y="4"/>
                  </a:cubicBezTo>
                  <a:cubicBezTo>
                    <a:pt x="1027" y="2"/>
                    <a:pt x="1015" y="1"/>
                    <a:pt x="1002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6" name="Google Shape;16246;p54">
              <a:extLst>
                <a:ext uri="{FF2B5EF4-FFF2-40B4-BE49-F238E27FC236}">
                  <a16:creationId xmlns:a16="http://schemas.microsoft.com/office/drawing/2014/main" id="{FAB36506-C2E4-D46A-58A9-438C41298FEB}"/>
                </a:ext>
              </a:extLst>
            </p:cNvPr>
            <p:cNvSpPr/>
            <p:nvPr/>
          </p:nvSpPr>
          <p:spPr>
            <a:xfrm>
              <a:off x="5179450" y="1272900"/>
              <a:ext cx="30950" cy="32325"/>
            </a:xfrm>
            <a:custGeom>
              <a:avLst/>
              <a:gdLst/>
              <a:ahLst/>
              <a:cxnLst/>
              <a:rect l="l" t="t" r="r" b="b"/>
              <a:pathLst>
                <a:path w="1238" h="1293" extrusionOk="0">
                  <a:moveTo>
                    <a:pt x="937" y="0"/>
                  </a:moveTo>
                  <a:lnTo>
                    <a:pt x="937" y="43"/>
                  </a:lnTo>
                  <a:cubicBezTo>
                    <a:pt x="937" y="52"/>
                    <a:pt x="946" y="69"/>
                    <a:pt x="954" y="86"/>
                  </a:cubicBezTo>
                  <a:lnTo>
                    <a:pt x="963" y="121"/>
                  </a:lnTo>
                  <a:cubicBezTo>
                    <a:pt x="972" y="129"/>
                    <a:pt x="980" y="147"/>
                    <a:pt x="989" y="155"/>
                  </a:cubicBezTo>
                  <a:cubicBezTo>
                    <a:pt x="989" y="164"/>
                    <a:pt x="1015" y="215"/>
                    <a:pt x="997" y="224"/>
                  </a:cubicBezTo>
                  <a:lnTo>
                    <a:pt x="989" y="215"/>
                  </a:lnTo>
                  <a:cubicBezTo>
                    <a:pt x="980" y="232"/>
                    <a:pt x="980" y="258"/>
                    <a:pt x="972" y="284"/>
                  </a:cubicBezTo>
                  <a:lnTo>
                    <a:pt x="954" y="318"/>
                  </a:lnTo>
                  <a:lnTo>
                    <a:pt x="937" y="327"/>
                  </a:lnTo>
                  <a:lnTo>
                    <a:pt x="920" y="310"/>
                  </a:lnTo>
                  <a:lnTo>
                    <a:pt x="920" y="310"/>
                  </a:lnTo>
                  <a:cubicBezTo>
                    <a:pt x="920" y="327"/>
                    <a:pt x="920" y="344"/>
                    <a:pt x="929" y="353"/>
                  </a:cubicBezTo>
                  <a:lnTo>
                    <a:pt x="929" y="396"/>
                  </a:lnTo>
                  <a:lnTo>
                    <a:pt x="946" y="421"/>
                  </a:lnTo>
                  <a:lnTo>
                    <a:pt x="946" y="456"/>
                  </a:lnTo>
                  <a:cubicBezTo>
                    <a:pt x="954" y="482"/>
                    <a:pt x="954" y="507"/>
                    <a:pt x="954" y="525"/>
                  </a:cubicBezTo>
                  <a:cubicBezTo>
                    <a:pt x="963" y="567"/>
                    <a:pt x="972" y="610"/>
                    <a:pt x="963" y="653"/>
                  </a:cubicBezTo>
                  <a:cubicBezTo>
                    <a:pt x="963" y="688"/>
                    <a:pt x="954" y="714"/>
                    <a:pt x="946" y="748"/>
                  </a:cubicBezTo>
                  <a:lnTo>
                    <a:pt x="929" y="791"/>
                  </a:lnTo>
                  <a:lnTo>
                    <a:pt x="920" y="774"/>
                  </a:lnTo>
                  <a:cubicBezTo>
                    <a:pt x="903" y="808"/>
                    <a:pt x="911" y="842"/>
                    <a:pt x="894" y="868"/>
                  </a:cubicBezTo>
                  <a:cubicBezTo>
                    <a:pt x="877" y="911"/>
                    <a:pt x="834" y="937"/>
                    <a:pt x="800" y="954"/>
                  </a:cubicBezTo>
                  <a:cubicBezTo>
                    <a:pt x="783" y="963"/>
                    <a:pt x="757" y="971"/>
                    <a:pt x="740" y="971"/>
                  </a:cubicBezTo>
                  <a:cubicBezTo>
                    <a:pt x="722" y="971"/>
                    <a:pt x="714" y="963"/>
                    <a:pt x="705" y="963"/>
                  </a:cubicBezTo>
                  <a:lnTo>
                    <a:pt x="680" y="946"/>
                  </a:lnTo>
                  <a:lnTo>
                    <a:pt x="671" y="937"/>
                  </a:lnTo>
                  <a:cubicBezTo>
                    <a:pt x="654" y="937"/>
                    <a:pt x="654" y="971"/>
                    <a:pt x="645" y="980"/>
                  </a:cubicBezTo>
                  <a:cubicBezTo>
                    <a:pt x="637" y="997"/>
                    <a:pt x="628" y="1014"/>
                    <a:pt x="619" y="1031"/>
                  </a:cubicBezTo>
                  <a:cubicBezTo>
                    <a:pt x="609" y="1041"/>
                    <a:pt x="605" y="1046"/>
                    <a:pt x="600" y="1046"/>
                  </a:cubicBezTo>
                  <a:cubicBezTo>
                    <a:pt x="596" y="1046"/>
                    <a:pt x="592" y="1044"/>
                    <a:pt x="585" y="1040"/>
                  </a:cubicBezTo>
                  <a:cubicBezTo>
                    <a:pt x="579" y="1037"/>
                    <a:pt x="574" y="1036"/>
                    <a:pt x="568" y="1036"/>
                  </a:cubicBezTo>
                  <a:cubicBezTo>
                    <a:pt x="556" y="1036"/>
                    <a:pt x="545" y="1040"/>
                    <a:pt x="533" y="1040"/>
                  </a:cubicBezTo>
                  <a:cubicBezTo>
                    <a:pt x="513" y="1047"/>
                    <a:pt x="497" y="1060"/>
                    <a:pt x="474" y="1060"/>
                  </a:cubicBezTo>
                  <a:cubicBezTo>
                    <a:pt x="469" y="1060"/>
                    <a:pt x="463" y="1059"/>
                    <a:pt x="456" y="1057"/>
                  </a:cubicBezTo>
                  <a:cubicBezTo>
                    <a:pt x="456" y="1040"/>
                    <a:pt x="473" y="1023"/>
                    <a:pt x="473" y="1006"/>
                  </a:cubicBezTo>
                  <a:lnTo>
                    <a:pt x="473" y="1006"/>
                  </a:lnTo>
                  <a:lnTo>
                    <a:pt x="456" y="1023"/>
                  </a:lnTo>
                  <a:lnTo>
                    <a:pt x="422" y="1040"/>
                  </a:lnTo>
                  <a:cubicBezTo>
                    <a:pt x="405" y="1049"/>
                    <a:pt x="379" y="1049"/>
                    <a:pt x="353" y="1057"/>
                  </a:cubicBezTo>
                  <a:cubicBezTo>
                    <a:pt x="336" y="1057"/>
                    <a:pt x="310" y="1057"/>
                    <a:pt x="284" y="1049"/>
                  </a:cubicBezTo>
                  <a:cubicBezTo>
                    <a:pt x="224" y="1040"/>
                    <a:pt x="173" y="1023"/>
                    <a:pt x="121" y="997"/>
                  </a:cubicBezTo>
                  <a:lnTo>
                    <a:pt x="87" y="980"/>
                  </a:lnTo>
                  <a:lnTo>
                    <a:pt x="61" y="963"/>
                  </a:lnTo>
                  <a:cubicBezTo>
                    <a:pt x="1" y="988"/>
                    <a:pt x="1" y="1023"/>
                    <a:pt x="18" y="1049"/>
                  </a:cubicBezTo>
                  <a:cubicBezTo>
                    <a:pt x="27" y="1066"/>
                    <a:pt x="44" y="1074"/>
                    <a:pt x="61" y="1092"/>
                  </a:cubicBezTo>
                  <a:cubicBezTo>
                    <a:pt x="78" y="1109"/>
                    <a:pt x="95" y="1126"/>
                    <a:pt x="104" y="1152"/>
                  </a:cubicBezTo>
                  <a:lnTo>
                    <a:pt x="121" y="1186"/>
                  </a:lnTo>
                  <a:lnTo>
                    <a:pt x="147" y="1195"/>
                  </a:lnTo>
                  <a:cubicBezTo>
                    <a:pt x="164" y="1203"/>
                    <a:pt x="181" y="1203"/>
                    <a:pt x="198" y="1212"/>
                  </a:cubicBezTo>
                  <a:cubicBezTo>
                    <a:pt x="207" y="1212"/>
                    <a:pt x="233" y="1220"/>
                    <a:pt x="250" y="1229"/>
                  </a:cubicBezTo>
                  <a:lnTo>
                    <a:pt x="267" y="1255"/>
                  </a:lnTo>
                  <a:cubicBezTo>
                    <a:pt x="284" y="1255"/>
                    <a:pt x="310" y="1255"/>
                    <a:pt x="327" y="1263"/>
                  </a:cubicBezTo>
                  <a:cubicBezTo>
                    <a:pt x="344" y="1263"/>
                    <a:pt x="370" y="1272"/>
                    <a:pt x="387" y="1272"/>
                  </a:cubicBezTo>
                  <a:cubicBezTo>
                    <a:pt x="405" y="1281"/>
                    <a:pt x="422" y="1281"/>
                    <a:pt x="430" y="1289"/>
                  </a:cubicBezTo>
                  <a:lnTo>
                    <a:pt x="465" y="1289"/>
                  </a:lnTo>
                  <a:cubicBezTo>
                    <a:pt x="476" y="1289"/>
                    <a:pt x="488" y="1293"/>
                    <a:pt x="499" y="1293"/>
                  </a:cubicBezTo>
                  <a:cubicBezTo>
                    <a:pt x="505" y="1293"/>
                    <a:pt x="511" y="1292"/>
                    <a:pt x="516" y="1289"/>
                  </a:cubicBezTo>
                  <a:lnTo>
                    <a:pt x="551" y="1272"/>
                  </a:lnTo>
                  <a:cubicBezTo>
                    <a:pt x="576" y="1255"/>
                    <a:pt x="602" y="1255"/>
                    <a:pt x="628" y="1255"/>
                  </a:cubicBezTo>
                  <a:cubicBezTo>
                    <a:pt x="680" y="1246"/>
                    <a:pt x="731" y="1238"/>
                    <a:pt x="774" y="1229"/>
                  </a:cubicBezTo>
                  <a:cubicBezTo>
                    <a:pt x="808" y="1229"/>
                    <a:pt x="834" y="1229"/>
                    <a:pt x="860" y="1220"/>
                  </a:cubicBezTo>
                  <a:cubicBezTo>
                    <a:pt x="894" y="1203"/>
                    <a:pt x="911" y="1186"/>
                    <a:pt x="929" y="1169"/>
                  </a:cubicBezTo>
                  <a:cubicBezTo>
                    <a:pt x="946" y="1152"/>
                    <a:pt x="963" y="1135"/>
                    <a:pt x="980" y="1117"/>
                  </a:cubicBezTo>
                  <a:lnTo>
                    <a:pt x="1006" y="1092"/>
                  </a:lnTo>
                  <a:cubicBezTo>
                    <a:pt x="1015" y="1074"/>
                    <a:pt x="1023" y="1049"/>
                    <a:pt x="1032" y="1031"/>
                  </a:cubicBezTo>
                  <a:cubicBezTo>
                    <a:pt x="1040" y="1023"/>
                    <a:pt x="1049" y="1006"/>
                    <a:pt x="1058" y="988"/>
                  </a:cubicBezTo>
                  <a:cubicBezTo>
                    <a:pt x="1075" y="963"/>
                    <a:pt x="1092" y="937"/>
                    <a:pt x="1118" y="920"/>
                  </a:cubicBezTo>
                  <a:cubicBezTo>
                    <a:pt x="1143" y="903"/>
                    <a:pt x="1161" y="885"/>
                    <a:pt x="1178" y="860"/>
                  </a:cubicBezTo>
                  <a:cubicBezTo>
                    <a:pt x="1204" y="808"/>
                    <a:pt x="1204" y="739"/>
                    <a:pt x="1221" y="688"/>
                  </a:cubicBezTo>
                  <a:cubicBezTo>
                    <a:pt x="1238" y="636"/>
                    <a:pt x="1212" y="602"/>
                    <a:pt x="1204" y="550"/>
                  </a:cubicBezTo>
                  <a:cubicBezTo>
                    <a:pt x="1186" y="507"/>
                    <a:pt x="1178" y="456"/>
                    <a:pt x="1169" y="413"/>
                  </a:cubicBezTo>
                  <a:cubicBezTo>
                    <a:pt x="1161" y="370"/>
                    <a:pt x="1135" y="336"/>
                    <a:pt x="1118" y="301"/>
                  </a:cubicBezTo>
                  <a:lnTo>
                    <a:pt x="1109" y="258"/>
                  </a:lnTo>
                  <a:lnTo>
                    <a:pt x="1092" y="232"/>
                  </a:lnTo>
                  <a:cubicBezTo>
                    <a:pt x="1075" y="215"/>
                    <a:pt x="1075" y="198"/>
                    <a:pt x="1066" y="181"/>
                  </a:cubicBezTo>
                  <a:lnTo>
                    <a:pt x="1040" y="155"/>
                  </a:lnTo>
                  <a:cubicBezTo>
                    <a:pt x="1023" y="121"/>
                    <a:pt x="1006" y="86"/>
                    <a:pt x="980" y="61"/>
                  </a:cubicBezTo>
                  <a:cubicBezTo>
                    <a:pt x="963" y="43"/>
                    <a:pt x="954" y="18"/>
                    <a:pt x="937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7" name="Google Shape;16247;p54">
              <a:extLst>
                <a:ext uri="{FF2B5EF4-FFF2-40B4-BE49-F238E27FC236}">
                  <a16:creationId xmlns:a16="http://schemas.microsoft.com/office/drawing/2014/main" id="{3FD365B0-3030-C807-0633-FDA084DECBF2}"/>
                </a:ext>
              </a:extLst>
            </p:cNvPr>
            <p:cNvSpPr/>
            <p:nvPr/>
          </p:nvSpPr>
          <p:spPr>
            <a:xfrm>
              <a:off x="5173650" y="1267950"/>
              <a:ext cx="27750" cy="35225"/>
            </a:xfrm>
            <a:custGeom>
              <a:avLst/>
              <a:gdLst/>
              <a:ahLst/>
              <a:cxnLst/>
              <a:rect l="l" t="t" r="r" b="b"/>
              <a:pathLst>
                <a:path w="1110" h="1409" extrusionOk="0">
                  <a:moveTo>
                    <a:pt x="783" y="1"/>
                  </a:moveTo>
                  <a:cubicBezTo>
                    <a:pt x="748" y="9"/>
                    <a:pt x="705" y="18"/>
                    <a:pt x="662" y="18"/>
                  </a:cubicBezTo>
                  <a:cubicBezTo>
                    <a:pt x="637" y="27"/>
                    <a:pt x="619" y="35"/>
                    <a:pt x="594" y="52"/>
                  </a:cubicBezTo>
                  <a:cubicBezTo>
                    <a:pt x="568" y="61"/>
                    <a:pt x="559" y="70"/>
                    <a:pt x="533" y="78"/>
                  </a:cubicBezTo>
                  <a:cubicBezTo>
                    <a:pt x="516" y="87"/>
                    <a:pt x="499" y="87"/>
                    <a:pt x="482" y="95"/>
                  </a:cubicBezTo>
                  <a:cubicBezTo>
                    <a:pt x="396" y="130"/>
                    <a:pt x="319" y="181"/>
                    <a:pt x="250" y="241"/>
                  </a:cubicBezTo>
                  <a:cubicBezTo>
                    <a:pt x="233" y="259"/>
                    <a:pt x="207" y="276"/>
                    <a:pt x="190" y="293"/>
                  </a:cubicBezTo>
                  <a:cubicBezTo>
                    <a:pt x="173" y="310"/>
                    <a:pt x="164" y="327"/>
                    <a:pt x="155" y="336"/>
                  </a:cubicBezTo>
                  <a:cubicBezTo>
                    <a:pt x="113" y="379"/>
                    <a:pt x="87" y="422"/>
                    <a:pt x="52" y="473"/>
                  </a:cubicBezTo>
                  <a:cubicBezTo>
                    <a:pt x="44" y="482"/>
                    <a:pt x="35" y="499"/>
                    <a:pt x="27" y="508"/>
                  </a:cubicBezTo>
                  <a:cubicBezTo>
                    <a:pt x="18" y="534"/>
                    <a:pt x="18" y="559"/>
                    <a:pt x="18" y="585"/>
                  </a:cubicBezTo>
                  <a:cubicBezTo>
                    <a:pt x="18" y="611"/>
                    <a:pt x="18" y="637"/>
                    <a:pt x="18" y="662"/>
                  </a:cubicBezTo>
                  <a:cubicBezTo>
                    <a:pt x="9" y="688"/>
                    <a:pt x="1" y="714"/>
                    <a:pt x="1" y="740"/>
                  </a:cubicBezTo>
                  <a:cubicBezTo>
                    <a:pt x="1" y="757"/>
                    <a:pt x="1" y="791"/>
                    <a:pt x="9" y="808"/>
                  </a:cubicBezTo>
                  <a:cubicBezTo>
                    <a:pt x="27" y="860"/>
                    <a:pt x="44" y="903"/>
                    <a:pt x="52" y="955"/>
                  </a:cubicBezTo>
                  <a:cubicBezTo>
                    <a:pt x="70" y="989"/>
                    <a:pt x="70" y="1032"/>
                    <a:pt x="95" y="1075"/>
                  </a:cubicBezTo>
                  <a:cubicBezTo>
                    <a:pt x="104" y="1092"/>
                    <a:pt x="121" y="1118"/>
                    <a:pt x="138" y="1135"/>
                  </a:cubicBezTo>
                  <a:cubicBezTo>
                    <a:pt x="147" y="1152"/>
                    <a:pt x="155" y="1161"/>
                    <a:pt x="164" y="1178"/>
                  </a:cubicBezTo>
                  <a:cubicBezTo>
                    <a:pt x="198" y="1212"/>
                    <a:pt x="241" y="1247"/>
                    <a:pt x="276" y="1281"/>
                  </a:cubicBezTo>
                  <a:cubicBezTo>
                    <a:pt x="310" y="1315"/>
                    <a:pt x="353" y="1341"/>
                    <a:pt x="396" y="1358"/>
                  </a:cubicBezTo>
                  <a:cubicBezTo>
                    <a:pt x="413" y="1367"/>
                    <a:pt x="422" y="1375"/>
                    <a:pt x="439" y="1384"/>
                  </a:cubicBezTo>
                  <a:lnTo>
                    <a:pt x="465" y="1401"/>
                  </a:lnTo>
                  <a:cubicBezTo>
                    <a:pt x="470" y="1407"/>
                    <a:pt x="473" y="1409"/>
                    <a:pt x="474" y="1409"/>
                  </a:cubicBezTo>
                  <a:cubicBezTo>
                    <a:pt x="477" y="1409"/>
                    <a:pt x="471" y="1399"/>
                    <a:pt x="465" y="1393"/>
                  </a:cubicBezTo>
                  <a:lnTo>
                    <a:pt x="439" y="1375"/>
                  </a:lnTo>
                  <a:lnTo>
                    <a:pt x="413" y="1350"/>
                  </a:lnTo>
                  <a:lnTo>
                    <a:pt x="379" y="1315"/>
                  </a:lnTo>
                  <a:cubicBezTo>
                    <a:pt x="362" y="1298"/>
                    <a:pt x="353" y="1272"/>
                    <a:pt x="336" y="1255"/>
                  </a:cubicBezTo>
                  <a:cubicBezTo>
                    <a:pt x="319" y="1229"/>
                    <a:pt x="310" y="1221"/>
                    <a:pt x="310" y="1195"/>
                  </a:cubicBezTo>
                  <a:cubicBezTo>
                    <a:pt x="319" y="1161"/>
                    <a:pt x="293" y="1135"/>
                    <a:pt x="293" y="1101"/>
                  </a:cubicBezTo>
                  <a:lnTo>
                    <a:pt x="284" y="1075"/>
                  </a:lnTo>
                  <a:lnTo>
                    <a:pt x="293" y="1032"/>
                  </a:lnTo>
                  <a:cubicBezTo>
                    <a:pt x="284" y="1023"/>
                    <a:pt x="250" y="1023"/>
                    <a:pt x="241" y="1006"/>
                  </a:cubicBezTo>
                  <a:cubicBezTo>
                    <a:pt x="233" y="997"/>
                    <a:pt x="233" y="980"/>
                    <a:pt x="233" y="972"/>
                  </a:cubicBezTo>
                  <a:cubicBezTo>
                    <a:pt x="241" y="955"/>
                    <a:pt x="241" y="946"/>
                    <a:pt x="250" y="929"/>
                  </a:cubicBezTo>
                  <a:cubicBezTo>
                    <a:pt x="259" y="912"/>
                    <a:pt x="259" y="894"/>
                    <a:pt x="259" y="869"/>
                  </a:cubicBezTo>
                  <a:cubicBezTo>
                    <a:pt x="259" y="826"/>
                    <a:pt x="259" y="783"/>
                    <a:pt x="259" y="731"/>
                  </a:cubicBezTo>
                  <a:cubicBezTo>
                    <a:pt x="259" y="705"/>
                    <a:pt x="267" y="662"/>
                    <a:pt x="293" y="645"/>
                  </a:cubicBezTo>
                  <a:cubicBezTo>
                    <a:pt x="319" y="628"/>
                    <a:pt x="336" y="611"/>
                    <a:pt x="353" y="585"/>
                  </a:cubicBezTo>
                  <a:lnTo>
                    <a:pt x="370" y="559"/>
                  </a:lnTo>
                  <a:cubicBezTo>
                    <a:pt x="387" y="534"/>
                    <a:pt x="370" y="491"/>
                    <a:pt x="396" y="465"/>
                  </a:cubicBezTo>
                  <a:cubicBezTo>
                    <a:pt x="405" y="448"/>
                    <a:pt x="439" y="430"/>
                    <a:pt x="439" y="405"/>
                  </a:cubicBezTo>
                  <a:lnTo>
                    <a:pt x="430" y="370"/>
                  </a:lnTo>
                  <a:cubicBezTo>
                    <a:pt x="422" y="345"/>
                    <a:pt x="422" y="336"/>
                    <a:pt x="439" y="310"/>
                  </a:cubicBezTo>
                  <a:lnTo>
                    <a:pt x="473" y="284"/>
                  </a:lnTo>
                  <a:cubicBezTo>
                    <a:pt x="491" y="276"/>
                    <a:pt x="499" y="267"/>
                    <a:pt x="516" y="250"/>
                  </a:cubicBezTo>
                  <a:cubicBezTo>
                    <a:pt x="525" y="241"/>
                    <a:pt x="542" y="233"/>
                    <a:pt x="559" y="224"/>
                  </a:cubicBezTo>
                  <a:lnTo>
                    <a:pt x="637" y="224"/>
                  </a:lnTo>
                  <a:cubicBezTo>
                    <a:pt x="645" y="224"/>
                    <a:pt x="662" y="224"/>
                    <a:pt x="680" y="216"/>
                  </a:cubicBezTo>
                  <a:cubicBezTo>
                    <a:pt x="697" y="216"/>
                    <a:pt x="705" y="207"/>
                    <a:pt x="722" y="207"/>
                  </a:cubicBezTo>
                  <a:cubicBezTo>
                    <a:pt x="731" y="207"/>
                    <a:pt x="740" y="198"/>
                    <a:pt x="757" y="198"/>
                  </a:cubicBezTo>
                  <a:lnTo>
                    <a:pt x="791" y="190"/>
                  </a:lnTo>
                  <a:lnTo>
                    <a:pt x="826" y="190"/>
                  </a:lnTo>
                  <a:cubicBezTo>
                    <a:pt x="843" y="190"/>
                    <a:pt x="864" y="198"/>
                    <a:pt x="884" y="198"/>
                  </a:cubicBezTo>
                  <a:cubicBezTo>
                    <a:pt x="893" y="198"/>
                    <a:pt x="903" y="196"/>
                    <a:pt x="912" y="190"/>
                  </a:cubicBezTo>
                  <a:lnTo>
                    <a:pt x="946" y="173"/>
                  </a:lnTo>
                  <a:cubicBezTo>
                    <a:pt x="963" y="164"/>
                    <a:pt x="972" y="156"/>
                    <a:pt x="989" y="156"/>
                  </a:cubicBezTo>
                  <a:cubicBezTo>
                    <a:pt x="1015" y="156"/>
                    <a:pt x="1049" y="156"/>
                    <a:pt x="1066" y="164"/>
                  </a:cubicBezTo>
                  <a:lnTo>
                    <a:pt x="1109" y="181"/>
                  </a:lnTo>
                  <a:lnTo>
                    <a:pt x="1092" y="164"/>
                  </a:lnTo>
                  <a:lnTo>
                    <a:pt x="1075" y="147"/>
                  </a:lnTo>
                  <a:cubicBezTo>
                    <a:pt x="1066" y="130"/>
                    <a:pt x="1066" y="121"/>
                    <a:pt x="1058" y="121"/>
                  </a:cubicBezTo>
                  <a:cubicBezTo>
                    <a:pt x="1040" y="113"/>
                    <a:pt x="1032" y="113"/>
                    <a:pt x="1023" y="95"/>
                  </a:cubicBezTo>
                  <a:lnTo>
                    <a:pt x="1006" y="87"/>
                  </a:lnTo>
                  <a:cubicBezTo>
                    <a:pt x="989" y="70"/>
                    <a:pt x="972" y="61"/>
                    <a:pt x="954" y="52"/>
                  </a:cubicBezTo>
                  <a:lnTo>
                    <a:pt x="929" y="35"/>
                  </a:lnTo>
                  <a:cubicBezTo>
                    <a:pt x="903" y="27"/>
                    <a:pt x="886" y="18"/>
                    <a:pt x="860" y="18"/>
                  </a:cubicBezTo>
                  <a:cubicBezTo>
                    <a:pt x="834" y="9"/>
                    <a:pt x="808" y="1"/>
                    <a:pt x="78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8" name="Google Shape;16248;p54">
              <a:extLst>
                <a:ext uri="{FF2B5EF4-FFF2-40B4-BE49-F238E27FC236}">
                  <a16:creationId xmlns:a16="http://schemas.microsoft.com/office/drawing/2014/main" id="{065421D6-1FA2-7AD5-9F1F-1CE32DF12BB5}"/>
                </a:ext>
              </a:extLst>
            </p:cNvPr>
            <p:cNvSpPr/>
            <p:nvPr/>
          </p:nvSpPr>
          <p:spPr>
            <a:xfrm>
              <a:off x="5186550" y="1277800"/>
              <a:ext cx="13325" cy="16825"/>
            </a:xfrm>
            <a:custGeom>
              <a:avLst/>
              <a:gdLst/>
              <a:ahLst/>
              <a:cxnLst/>
              <a:rect l="l" t="t" r="r" b="b"/>
              <a:pathLst>
                <a:path w="533" h="673" extrusionOk="0">
                  <a:moveTo>
                    <a:pt x="311" y="0"/>
                  </a:moveTo>
                  <a:cubicBezTo>
                    <a:pt x="261" y="0"/>
                    <a:pt x="217" y="22"/>
                    <a:pt x="172" y="36"/>
                  </a:cubicBezTo>
                  <a:cubicBezTo>
                    <a:pt x="155" y="45"/>
                    <a:pt x="129" y="54"/>
                    <a:pt x="103" y="62"/>
                  </a:cubicBezTo>
                  <a:lnTo>
                    <a:pt x="78" y="71"/>
                  </a:lnTo>
                  <a:cubicBezTo>
                    <a:pt x="60" y="71"/>
                    <a:pt x="60" y="79"/>
                    <a:pt x="52" y="88"/>
                  </a:cubicBezTo>
                  <a:lnTo>
                    <a:pt x="26" y="122"/>
                  </a:lnTo>
                  <a:lnTo>
                    <a:pt x="9" y="140"/>
                  </a:lnTo>
                  <a:lnTo>
                    <a:pt x="0" y="157"/>
                  </a:lnTo>
                  <a:cubicBezTo>
                    <a:pt x="17" y="157"/>
                    <a:pt x="35" y="148"/>
                    <a:pt x="52" y="140"/>
                  </a:cubicBezTo>
                  <a:cubicBezTo>
                    <a:pt x="63" y="140"/>
                    <a:pt x="75" y="143"/>
                    <a:pt x="86" y="143"/>
                  </a:cubicBezTo>
                  <a:cubicBezTo>
                    <a:pt x="92" y="143"/>
                    <a:pt x="98" y="142"/>
                    <a:pt x="103" y="140"/>
                  </a:cubicBezTo>
                  <a:cubicBezTo>
                    <a:pt x="109" y="140"/>
                    <a:pt x="115" y="132"/>
                    <a:pt x="118" y="132"/>
                  </a:cubicBezTo>
                  <a:cubicBezTo>
                    <a:pt x="120" y="132"/>
                    <a:pt x="121" y="134"/>
                    <a:pt x="121" y="140"/>
                  </a:cubicBezTo>
                  <a:cubicBezTo>
                    <a:pt x="132" y="140"/>
                    <a:pt x="151" y="136"/>
                    <a:pt x="170" y="136"/>
                  </a:cubicBezTo>
                  <a:cubicBezTo>
                    <a:pt x="180" y="136"/>
                    <a:pt x="189" y="137"/>
                    <a:pt x="198" y="140"/>
                  </a:cubicBezTo>
                  <a:lnTo>
                    <a:pt x="224" y="157"/>
                  </a:lnTo>
                  <a:cubicBezTo>
                    <a:pt x="232" y="165"/>
                    <a:pt x="241" y="174"/>
                    <a:pt x="258" y="182"/>
                  </a:cubicBezTo>
                  <a:cubicBezTo>
                    <a:pt x="292" y="200"/>
                    <a:pt x="335" y="225"/>
                    <a:pt x="344" y="268"/>
                  </a:cubicBezTo>
                  <a:cubicBezTo>
                    <a:pt x="361" y="311"/>
                    <a:pt x="353" y="354"/>
                    <a:pt x="344" y="397"/>
                  </a:cubicBezTo>
                  <a:cubicBezTo>
                    <a:pt x="344" y="440"/>
                    <a:pt x="301" y="466"/>
                    <a:pt x="301" y="509"/>
                  </a:cubicBezTo>
                  <a:cubicBezTo>
                    <a:pt x="301" y="535"/>
                    <a:pt x="310" y="561"/>
                    <a:pt x="301" y="578"/>
                  </a:cubicBezTo>
                  <a:lnTo>
                    <a:pt x="292" y="595"/>
                  </a:lnTo>
                  <a:lnTo>
                    <a:pt x="267" y="621"/>
                  </a:lnTo>
                  <a:cubicBezTo>
                    <a:pt x="258" y="638"/>
                    <a:pt x="241" y="664"/>
                    <a:pt x="232" y="672"/>
                  </a:cubicBezTo>
                  <a:lnTo>
                    <a:pt x="267" y="655"/>
                  </a:lnTo>
                  <a:cubicBezTo>
                    <a:pt x="292" y="646"/>
                    <a:pt x="318" y="638"/>
                    <a:pt x="335" y="629"/>
                  </a:cubicBezTo>
                  <a:cubicBezTo>
                    <a:pt x="361" y="612"/>
                    <a:pt x="387" y="586"/>
                    <a:pt x="421" y="569"/>
                  </a:cubicBezTo>
                  <a:lnTo>
                    <a:pt x="438" y="552"/>
                  </a:lnTo>
                  <a:lnTo>
                    <a:pt x="456" y="526"/>
                  </a:lnTo>
                  <a:cubicBezTo>
                    <a:pt x="473" y="492"/>
                    <a:pt x="481" y="457"/>
                    <a:pt x="499" y="423"/>
                  </a:cubicBezTo>
                  <a:cubicBezTo>
                    <a:pt x="499" y="406"/>
                    <a:pt x="507" y="406"/>
                    <a:pt x="516" y="397"/>
                  </a:cubicBezTo>
                  <a:lnTo>
                    <a:pt x="516" y="371"/>
                  </a:lnTo>
                  <a:cubicBezTo>
                    <a:pt x="533" y="320"/>
                    <a:pt x="533" y="277"/>
                    <a:pt x="516" y="234"/>
                  </a:cubicBezTo>
                  <a:cubicBezTo>
                    <a:pt x="507" y="208"/>
                    <a:pt x="507" y="182"/>
                    <a:pt x="499" y="157"/>
                  </a:cubicBezTo>
                  <a:cubicBezTo>
                    <a:pt x="490" y="122"/>
                    <a:pt x="456" y="97"/>
                    <a:pt x="430" y="79"/>
                  </a:cubicBezTo>
                  <a:cubicBezTo>
                    <a:pt x="396" y="45"/>
                    <a:pt x="387" y="11"/>
                    <a:pt x="335" y="2"/>
                  </a:cubicBezTo>
                  <a:cubicBezTo>
                    <a:pt x="327" y="1"/>
                    <a:pt x="319" y="0"/>
                    <a:pt x="311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6249" name="Google Shape;16249;p54">
            <a:extLst>
              <a:ext uri="{FF2B5EF4-FFF2-40B4-BE49-F238E27FC236}">
                <a16:creationId xmlns:a16="http://schemas.microsoft.com/office/drawing/2014/main" id="{110DF107-BB3C-8554-B191-1F0EE1757920}"/>
              </a:ext>
            </a:extLst>
          </p:cNvPr>
          <p:cNvGrpSpPr/>
          <p:nvPr/>
        </p:nvGrpSpPr>
        <p:grpSpPr>
          <a:xfrm>
            <a:off x="-969523" y="4009680"/>
            <a:ext cx="5150547" cy="1525513"/>
            <a:chOff x="-13849" y="4011750"/>
            <a:chExt cx="3821164" cy="1131770"/>
          </a:xfrm>
        </p:grpSpPr>
        <p:sp>
          <p:nvSpPr>
            <p:cNvPr id="16250" name="Google Shape;16250;p54">
              <a:extLst>
                <a:ext uri="{FF2B5EF4-FFF2-40B4-BE49-F238E27FC236}">
                  <a16:creationId xmlns:a16="http://schemas.microsoft.com/office/drawing/2014/main" id="{35931179-857F-CAD6-C5EA-F5F52A4B97E5}"/>
                </a:ext>
              </a:extLst>
            </p:cNvPr>
            <p:cNvSpPr/>
            <p:nvPr/>
          </p:nvSpPr>
          <p:spPr>
            <a:xfrm>
              <a:off x="5721" y="4011750"/>
              <a:ext cx="3801593" cy="1131770"/>
            </a:xfrm>
            <a:custGeom>
              <a:avLst/>
              <a:gdLst/>
              <a:ahLst/>
              <a:cxnLst/>
              <a:rect l="l" t="t" r="r" b="b"/>
              <a:pathLst>
                <a:path w="66444" h="19781" extrusionOk="0">
                  <a:moveTo>
                    <a:pt x="61" y="0"/>
                  </a:moveTo>
                  <a:lnTo>
                    <a:pt x="1" y="19781"/>
                  </a:lnTo>
                  <a:cubicBezTo>
                    <a:pt x="1" y="19781"/>
                    <a:pt x="29054" y="19749"/>
                    <a:pt x="48541" y="19749"/>
                  </a:cubicBezTo>
                  <a:cubicBezTo>
                    <a:pt x="58285" y="19749"/>
                    <a:pt x="65637" y="19757"/>
                    <a:pt x="65771" y="19781"/>
                  </a:cubicBezTo>
                  <a:cubicBezTo>
                    <a:pt x="65773" y="19781"/>
                    <a:pt x="65774" y="19781"/>
                    <a:pt x="65776" y="19781"/>
                  </a:cubicBezTo>
                  <a:cubicBezTo>
                    <a:pt x="66174" y="19781"/>
                    <a:pt x="66443" y="10853"/>
                    <a:pt x="66443" y="10853"/>
                  </a:cubicBezTo>
                  <a:cubicBezTo>
                    <a:pt x="45881" y="532"/>
                    <a:pt x="61" y="0"/>
                    <a:pt x="61" y="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6251" name="Google Shape;16251;p54">
              <a:extLst>
                <a:ext uri="{FF2B5EF4-FFF2-40B4-BE49-F238E27FC236}">
                  <a16:creationId xmlns:a16="http://schemas.microsoft.com/office/drawing/2014/main" id="{27D5D58F-D6F9-6A8A-CA51-BF5FA7FDFEB6}"/>
                </a:ext>
              </a:extLst>
            </p:cNvPr>
            <p:cNvGrpSpPr/>
            <p:nvPr/>
          </p:nvGrpSpPr>
          <p:grpSpPr>
            <a:xfrm>
              <a:off x="-13849" y="4011750"/>
              <a:ext cx="3801593" cy="1131760"/>
              <a:chOff x="-13849" y="4011750"/>
              <a:chExt cx="3801593" cy="1131760"/>
            </a:xfrm>
          </p:grpSpPr>
          <p:sp>
            <p:nvSpPr>
              <p:cNvPr id="16252" name="Google Shape;16252;p54">
                <a:extLst>
                  <a:ext uri="{FF2B5EF4-FFF2-40B4-BE49-F238E27FC236}">
                    <a16:creationId xmlns:a16="http://schemas.microsoft.com/office/drawing/2014/main" id="{08067078-3804-B08E-BBD4-CA8A5E94BC03}"/>
                  </a:ext>
                </a:extLst>
              </p:cNvPr>
              <p:cNvSpPr/>
              <p:nvPr/>
            </p:nvSpPr>
            <p:spPr>
              <a:xfrm>
                <a:off x="-2349" y="4373857"/>
                <a:ext cx="3790093" cy="374243"/>
              </a:xfrm>
              <a:custGeom>
                <a:avLst/>
                <a:gdLst/>
                <a:ahLst/>
                <a:cxnLst/>
                <a:rect l="l" t="t" r="r" b="b"/>
                <a:pathLst>
                  <a:path w="66243" h="6541" extrusionOk="0">
                    <a:moveTo>
                      <a:pt x="33954" y="1"/>
                    </a:moveTo>
                    <a:cubicBezTo>
                      <a:pt x="32128" y="1"/>
                      <a:pt x="30243" y="21"/>
                      <a:pt x="28307" y="61"/>
                    </a:cubicBezTo>
                    <a:cubicBezTo>
                      <a:pt x="19630" y="261"/>
                      <a:pt x="9429" y="633"/>
                      <a:pt x="0" y="2298"/>
                    </a:cubicBezTo>
                    <a:lnTo>
                      <a:pt x="71" y="6541"/>
                    </a:lnTo>
                    <a:cubicBezTo>
                      <a:pt x="4093" y="5467"/>
                      <a:pt x="14856" y="2990"/>
                      <a:pt x="28949" y="1916"/>
                    </a:cubicBezTo>
                    <a:cubicBezTo>
                      <a:pt x="32680" y="1636"/>
                      <a:pt x="36582" y="1435"/>
                      <a:pt x="40704" y="1435"/>
                    </a:cubicBezTo>
                    <a:cubicBezTo>
                      <a:pt x="47605" y="1435"/>
                      <a:pt x="55118" y="1987"/>
                      <a:pt x="63414" y="3642"/>
                    </a:cubicBezTo>
                    <a:cubicBezTo>
                      <a:pt x="63985" y="3752"/>
                      <a:pt x="65680" y="4906"/>
                      <a:pt x="66222" y="5006"/>
                    </a:cubicBezTo>
                    <a:cubicBezTo>
                      <a:pt x="66232" y="4725"/>
                      <a:pt x="66242" y="4554"/>
                      <a:pt x="66242" y="4524"/>
                    </a:cubicBezTo>
                    <a:cubicBezTo>
                      <a:pt x="66232" y="4524"/>
                      <a:pt x="66222" y="4514"/>
                      <a:pt x="66212" y="4514"/>
                    </a:cubicBezTo>
                    <a:cubicBezTo>
                      <a:pt x="66202" y="4504"/>
                      <a:pt x="66202" y="4504"/>
                      <a:pt x="66202" y="4504"/>
                    </a:cubicBezTo>
                    <a:cubicBezTo>
                      <a:pt x="66192" y="4504"/>
                      <a:pt x="66182" y="4494"/>
                      <a:pt x="66172" y="4494"/>
                    </a:cubicBezTo>
                    <a:cubicBezTo>
                      <a:pt x="66172" y="4494"/>
                      <a:pt x="66172" y="4494"/>
                      <a:pt x="66162" y="4484"/>
                    </a:cubicBezTo>
                    <a:cubicBezTo>
                      <a:pt x="66162" y="4484"/>
                      <a:pt x="66152" y="4484"/>
                      <a:pt x="66142" y="4474"/>
                    </a:cubicBezTo>
                    <a:lnTo>
                      <a:pt x="66132" y="4474"/>
                    </a:lnTo>
                    <a:cubicBezTo>
                      <a:pt x="66122" y="4464"/>
                      <a:pt x="66112" y="4464"/>
                      <a:pt x="66102" y="4464"/>
                    </a:cubicBezTo>
                    <a:cubicBezTo>
                      <a:pt x="66102" y="4454"/>
                      <a:pt x="66102" y="4454"/>
                      <a:pt x="66102" y="4454"/>
                    </a:cubicBezTo>
                    <a:cubicBezTo>
                      <a:pt x="64647" y="3732"/>
                      <a:pt x="63073" y="3060"/>
                      <a:pt x="61407" y="2438"/>
                    </a:cubicBezTo>
                    <a:cubicBezTo>
                      <a:pt x="57024" y="1054"/>
                      <a:pt x="46994" y="1"/>
                      <a:pt x="33954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253" name="Google Shape;16253;p54">
                <a:extLst>
                  <a:ext uri="{FF2B5EF4-FFF2-40B4-BE49-F238E27FC236}">
                    <a16:creationId xmlns:a16="http://schemas.microsoft.com/office/drawing/2014/main" id="{6B0D1017-AA83-9372-2C58-7D47A8373529}"/>
                  </a:ext>
                </a:extLst>
              </p:cNvPr>
              <p:cNvSpPr/>
              <p:nvPr/>
            </p:nvSpPr>
            <p:spPr>
              <a:xfrm>
                <a:off x="-13849" y="4558659"/>
                <a:ext cx="3549619" cy="584852"/>
              </a:xfrm>
              <a:custGeom>
                <a:avLst/>
                <a:gdLst/>
                <a:ahLst/>
                <a:cxnLst/>
                <a:rect l="l" t="t" r="r" b="b"/>
                <a:pathLst>
                  <a:path w="62040" h="10222" extrusionOk="0">
                    <a:moveTo>
                      <a:pt x="49993" y="0"/>
                    </a:moveTo>
                    <a:cubicBezTo>
                      <a:pt x="48458" y="0"/>
                      <a:pt x="46793" y="41"/>
                      <a:pt x="45028" y="121"/>
                    </a:cubicBezTo>
                    <a:cubicBezTo>
                      <a:pt x="31687" y="783"/>
                      <a:pt x="18006" y="1645"/>
                      <a:pt x="11" y="6611"/>
                    </a:cubicBezTo>
                    <a:lnTo>
                      <a:pt x="1" y="10222"/>
                    </a:lnTo>
                    <a:lnTo>
                      <a:pt x="71" y="10222"/>
                    </a:lnTo>
                    <a:cubicBezTo>
                      <a:pt x="1285" y="10222"/>
                      <a:pt x="18557" y="10201"/>
                      <a:pt x="35028" y="10191"/>
                    </a:cubicBezTo>
                    <a:cubicBezTo>
                      <a:pt x="45921" y="7122"/>
                      <a:pt x="62040" y="823"/>
                      <a:pt x="62040" y="823"/>
                    </a:cubicBezTo>
                    <a:cubicBezTo>
                      <a:pt x="62040" y="823"/>
                      <a:pt x="57366" y="0"/>
                      <a:pt x="49993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254" name="Google Shape;16254;p54">
                <a:extLst>
                  <a:ext uri="{FF2B5EF4-FFF2-40B4-BE49-F238E27FC236}">
                    <a16:creationId xmlns:a16="http://schemas.microsoft.com/office/drawing/2014/main" id="{B72FA16A-A7A9-BC81-8BAD-16EEDB944487}"/>
                  </a:ext>
                </a:extLst>
              </p:cNvPr>
              <p:cNvSpPr/>
              <p:nvPr/>
            </p:nvSpPr>
            <p:spPr>
              <a:xfrm>
                <a:off x="-7499" y="4181046"/>
                <a:ext cx="3075535" cy="192872"/>
              </a:xfrm>
              <a:custGeom>
                <a:avLst/>
                <a:gdLst/>
                <a:ahLst/>
                <a:cxnLst/>
                <a:rect l="l" t="t" r="r" b="b"/>
                <a:pathLst>
                  <a:path w="53754" h="3371" extrusionOk="0">
                    <a:moveTo>
                      <a:pt x="16761" y="0"/>
                    </a:moveTo>
                    <a:cubicBezTo>
                      <a:pt x="9569" y="0"/>
                      <a:pt x="3601" y="311"/>
                      <a:pt x="0" y="622"/>
                    </a:cubicBezTo>
                    <a:lnTo>
                      <a:pt x="40" y="2759"/>
                    </a:lnTo>
                    <a:cubicBezTo>
                      <a:pt x="7854" y="1665"/>
                      <a:pt x="15848" y="1294"/>
                      <a:pt x="23171" y="1294"/>
                    </a:cubicBezTo>
                    <a:cubicBezTo>
                      <a:pt x="39340" y="1294"/>
                      <a:pt x="52159" y="3130"/>
                      <a:pt x="52159" y="3130"/>
                    </a:cubicBezTo>
                    <a:lnTo>
                      <a:pt x="53754" y="3371"/>
                    </a:lnTo>
                    <a:cubicBezTo>
                      <a:pt x="52430" y="3020"/>
                      <a:pt x="51076" y="2689"/>
                      <a:pt x="49702" y="2368"/>
                    </a:cubicBezTo>
                    <a:cubicBezTo>
                      <a:pt x="38317" y="552"/>
                      <a:pt x="26431" y="0"/>
                      <a:pt x="16761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255" name="Google Shape;16255;p54">
                <a:extLst>
                  <a:ext uri="{FF2B5EF4-FFF2-40B4-BE49-F238E27FC236}">
                    <a16:creationId xmlns:a16="http://schemas.microsoft.com/office/drawing/2014/main" id="{E9C2B569-BB1D-C72F-A767-69A42B83F8E5}"/>
                  </a:ext>
                </a:extLst>
              </p:cNvPr>
              <p:cNvSpPr/>
              <p:nvPr/>
            </p:nvSpPr>
            <p:spPr>
              <a:xfrm>
                <a:off x="-10931" y="4011750"/>
                <a:ext cx="2320297" cy="202656"/>
              </a:xfrm>
              <a:custGeom>
                <a:avLst/>
                <a:gdLst/>
                <a:ahLst/>
                <a:cxnLst/>
                <a:rect l="l" t="t" r="r" b="b"/>
                <a:pathLst>
                  <a:path w="40554" h="3542" extrusionOk="0">
                    <a:moveTo>
                      <a:pt x="10" y="0"/>
                    </a:moveTo>
                    <a:lnTo>
                      <a:pt x="0" y="1565"/>
                    </a:lnTo>
                    <a:cubicBezTo>
                      <a:pt x="1675" y="1485"/>
                      <a:pt x="3631" y="1455"/>
                      <a:pt x="5778" y="1455"/>
                    </a:cubicBezTo>
                    <a:cubicBezTo>
                      <a:pt x="16089" y="1455"/>
                      <a:pt x="30844" y="2297"/>
                      <a:pt x="40553" y="3541"/>
                    </a:cubicBezTo>
                    <a:cubicBezTo>
                      <a:pt x="21546" y="372"/>
                      <a:pt x="1705" y="30"/>
                      <a:pt x="110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6256" name="Google Shape;16256;p54">
            <a:extLst>
              <a:ext uri="{FF2B5EF4-FFF2-40B4-BE49-F238E27FC236}">
                <a16:creationId xmlns:a16="http://schemas.microsoft.com/office/drawing/2014/main" id="{EF7A7A98-7F1F-3810-F448-CAC7710D9669}"/>
              </a:ext>
            </a:extLst>
          </p:cNvPr>
          <p:cNvGrpSpPr/>
          <p:nvPr/>
        </p:nvGrpSpPr>
        <p:grpSpPr>
          <a:xfrm>
            <a:off x="1888320" y="3613504"/>
            <a:ext cx="7318608" cy="1849125"/>
            <a:chOff x="1888320" y="3587521"/>
            <a:chExt cx="7318608" cy="1849125"/>
          </a:xfrm>
        </p:grpSpPr>
        <p:sp>
          <p:nvSpPr>
            <p:cNvPr id="16257" name="Google Shape;16257;p54">
              <a:extLst>
                <a:ext uri="{FF2B5EF4-FFF2-40B4-BE49-F238E27FC236}">
                  <a16:creationId xmlns:a16="http://schemas.microsoft.com/office/drawing/2014/main" id="{629A8313-05BA-AE83-E7DC-8820DB4A697A}"/>
                </a:ext>
              </a:extLst>
            </p:cNvPr>
            <p:cNvSpPr/>
            <p:nvPr/>
          </p:nvSpPr>
          <p:spPr>
            <a:xfrm rot="143046">
              <a:off x="1917384" y="3737863"/>
              <a:ext cx="7260480" cy="1548441"/>
            </a:xfrm>
            <a:custGeom>
              <a:avLst/>
              <a:gdLst/>
              <a:ahLst/>
              <a:cxnLst/>
              <a:rect l="l" t="t" r="r" b="b"/>
              <a:pathLst>
                <a:path w="93506" h="19942" extrusionOk="0">
                  <a:moveTo>
                    <a:pt x="93505" y="1"/>
                  </a:moveTo>
                  <a:cubicBezTo>
                    <a:pt x="93504" y="1"/>
                    <a:pt x="16962" y="15739"/>
                    <a:pt x="1" y="19941"/>
                  </a:cubicBezTo>
                  <a:lnTo>
                    <a:pt x="93375" y="17905"/>
                  </a:lnTo>
                  <a:lnTo>
                    <a:pt x="93505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lt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58" name="Google Shape;16258;p54">
              <a:extLst>
                <a:ext uri="{FF2B5EF4-FFF2-40B4-BE49-F238E27FC236}">
                  <a16:creationId xmlns:a16="http://schemas.microsoft.com/office/drawing/2014/main" id="{FAF14057-660B-72F5-3E71-19C890948EED}"/>
                </a:ext>
              </a:extLst>
            </p:cNvPr>
            <p:cNvSpPr/>
            <p:nvPr/>
          </p:nvSpPr>
          <p:spPr>
            <a:xfrm rot="143046">
              <a:off x="5997787" y="4442569"/>
              <a:ext cx="3158223" cy="781985"/>
            </a:xfrm>
            <a:custGeom>
              <a:avLst/>
              <a:gdLst/>
              <a:ahLst/>
              <a:cxnLst/>
              <a:rect l="l" t="t" r="r" b="b"/>
              <a:pathLst>
                <a:path w="40674" h="10071" extrusionOk="0">
                  <a:moveTo>
                    <a:pt x="33653" y="10071"/>
                  </a:moveTo>
                  <a:lnTo>
                    <a:pt x="33653" y="10071"/>
                  </a:lnTo>
                  <a:lnTo>
                    <a:pt x="40674" y="9920"/>
                  </a:lnTo>
                  <a:lnTo>
                    <a:pt x="33653" y="10071"/>
                  </a:lnTo>
                  <a:close/>
                  <a:moveTo>
                    <a:pt x="0" y="502"/>
                  </a:moveTo>
                  <a:lnTo>
                    <a:pt x="0" y="502"/>
                  </a:lnTo>
                  <a:cubicBezTo>
                    <a:pt x="803" y="331"/>
                    <a:pt x="1595" y="161"/>
                    <a:pt x="2387" y="0"/>
                  </a:cubicBezTo>
                  <a:cubicBezTo>
                    <a:pt x="1595" y="161"/>
                    <a:pt x="803" y="331"/>
                    <a:pt x="0" y="502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59" name="Google Shape;16259;p54">
              <a:extLst>
                <a:ext uri="{FF2B5EF4-FFF2-40B4-BE49-F238E27FC236}">
                  <a16:creationId xmlns:a16="http://schemas.microsoft.com/office/drawing/2014/main" id="{F5FEFD89-531C-16E8-A9E9-C653C04170DE}"/>
                </a:ext>
              </a:extLst>
            </p:cNvPr>
            <p:cNvSpPr/>
            <p:nvPr/>
          </p:nvSpPr>
          <p:spPr>
            <a:xfrm rot="143046">
              <a:off x="5998047" y="4430090"/>
              <a:ext cx="3158999" cy="794486"/>
            </a:xfrm>
            <a:custGeom>
              <a:avLst/>
              <a:gdLst/>
              <a:ahLst/>
              <a:cxnLst/>
              <a:rect l="l" t="t" r="r" b="b"/>
              <a:pathLst>
                <a:path w="40684" h="10232" extrusionOk="0">
                  <a:moveTo>
                    <a:pt x="3150" y="1"/>
                  </a:moveTo>
                  <a:cubicBezTo>
                    <a:pt x="2899" y="51"/>
                    <a:pt x="2648" y="101"/>
                    <a:pt x="2387" y="161"/>
                  </a:cubicBezTo>
                  <a:cubicBezTo>
                    <a:pt x="1595" y="322"/>
                    <a:pt x="803" y="492"/>
                    <a:pt x="0" y="663"/>
                  </a:cubicBezTo>
                  <a:cubicBezTo>
                    <a:pt x="11716" y="1676"/>
                    <a:pt x="25879" y="6982"/>
                    <a:pt x="33653" y="10232"/>
                  </a:cubicBezTo>
                  <a:lnTo>
                    <a:pt x="40674" y="10081"/>
                  </a:lnTo>
                  <a:lnTo>
                    <a:pt x="40684" y="9409"/>
                  </a:lnTo>
                  <a:cubicBezTo>
                    <a:pt x="38066" y="8286"/>
                    <a:pt x="31947" y="5828"/>
                    <a:pt x="23672" y="3571"/>
                  </a:cubicBezTo>
                  <a:cubicBezTo>
                    <a:pt x="17764" y="1957"/>
                    <a:pt x="10763" y="422"/>
                    <a:pt x="315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0" name="Google Shape;16260;p54">
              <a:extLst>
                <a:ext uri="{FF2B5EF4-FFF2-40B4-BE49-F238E27FC236}">
                  <a16:creationId xmlns:a16="http://schemas.microsoft.com/office/drawing/2014/main" id="{0940DA6F-8F79-2DB3-15AC-56A2F32267D7}"/>
                </a:ext>
              </a:extLst>
            </p:cNvPr>
            <p:cNvSpPr/>
            <p:nvPr/>
          </p:nvSpPr>
          <p:spPr>
            <a:xfrm rot="143046">
              <a:off x="6673450" y="4294666"/>
              <a:ext cx="2496280" cy="622420"/>
            </a:xfrm>
            <a:custGeom>
              <a:avLst/>
              <a:gdLst/>
              <a:ahLst/>
              <a:cxnLst/>
              <a:rect l="l" t="t" r="r" b="b"/>
              <a:pathLst>
                <a:path w="32149" h="8016" extrusionOk="0">
                  <a:moveTo>
                    <a:pt x="3792" y="1"/>
                  </a:moveTo>
                  <a:cubicBezTo>
                    <a:pt x="2568" y="252"/>
                    <a:pt x="1334" y="512"/>
                    <a:pt x="80" y="773"/>
                  </a:cubicBezTo>
                  <a:lnTo>
                    <a:pt x="0" y="793"/>
                  </a:lnTo>
                  <a:cubicBezTo>
                    <a:pt x="8035" y="1355"/>
                    <a:pt x="22158" y="3792"/>
                    <a:pt x="32128" y="8015"/>
                  </a:cubicBezTo>
                  <a:lnTo>
                    <a:pt x="32148" y="4805"/>
                  </a:lnTo>
                  <a:cubicBezTo>
                    <a:pt x="27133" y="3592"/>
                    <a:pt x="13572" y="482"/>
                    <a:pt x="3792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1" name="Google Shape;16261;p54">
              <a:extLst>
                <a:ext uri="{FF2B5EF4-FFF2-40B4-BE49-F238E27FC236}">
                  <a16:creationId xmlns:a16="http://schemas.microsoft.com/office/drawing/2014/main" id="{203D3624-66EC-E898-C2F6-9CBFDDB64DFD}"/>
                </a:ext>
              </a:extLst>
            </p:cNvPr>
            <p:cNvSpPr/>
            <p:nvPr/>
          </p:nvSpPr>
          <p:spPr>
            <a:xfrm rot="143046">
              <a:off x="5401255" y="4552724"/>
              <a:ext cx="2533706" cy="668387"/>
            </a:xfrm>
            <a:custGeom>
              <a:avLst/>
              <a:gdLst/>
              <a:ahLst/>
              <a:cxnLst/>
              <a:rect l="l" t="t" r="r" b="b"/>
              <a:pathLst>
                <a:path w="32631" h="8608" extrusionOk="0">
                  <a:moveTo>
                    <a:pt x="21205" y="8607"/>
                  </a:moveTo>
                  <a:cubicBezTo>
                    <a:pt x="21205" y="8607"/>
                    <a:pt x="21205" y="8607"/>
                    <a:pt x="21205" y="8607"/>
                  </a:cubicBezTo>
                  <a:lnTo>
                    <a:pt x="32630" y="8356"/>
                  </a:lnTo>
                  <a:lnTo>
                    <a:pt x="32630" y="8356"/>
                  </a:lnTo>
                  <a:lnTo>
                    <a:pt x="21205" y="8607"/>
                  </a:lnTo>
                  <a:close/>
                  <a:moveTo>
                    <a:pt x="1" y="201"/>
                  </a:moveTo>
                  <a:cubicBezTo>
                    <a:pt x="322" y="131"/>
                    <a:pt x="643" y="61"/>
                    <a:pt x="964" y="1"/>
                  </a:cubicBezTo>
                  <a:cubicBezTo>
                    <a:pt x="643" y="61"/>
                    <a:pt x="322" y="131"/>
                    <a:pt x="1" y="20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2" name="Google Shape;16262;p54">
              <a:extLst>
                <a:ext uri="{FF2B5EF4-FFF2-40B4-BE49-F238E27FC236}">
                  <a16:creationId xmlns:a16="http://schemas.microsoft.com/office/drawing/2014/main" id="{81362946-3A79-FF54-F7E7-0DEEF4876E6D}"/>
                </a:ext>
              </a:extLst>
            </p:cNvPr>
            <p:cNvSpPr/>
            <p:nvPr/>
          </p:nvSpPr>
          <p:spPr>
            <a:xfrm rot="143046">
              <a:off x="5301147" y="4535112"/>
              <a:ext cx="2634182" cy="683917"/>
            </a:xfrm>
            <a:custGeom>
              <a:avLst/>
              <a:gdLst/>
              <a:ahLst/>
              <a:cxnLst/>
              <a:rect l="l" t="t" r="r" b="b"/>
              <a:pathLst>
                <a:path w="33925" h="8808" extrusionOk="0">
                  <a:moveTo>
                    <a:pt x="3211" y="0"/>
                  </a:moveTo>
                  <a:cubicBezTo>
                    <a:pt x="2890" y="60"/>
                    <a:pt x="2569" y="131"/>
                    <a:pt x="2258" y="201"/>
                  </a:cubicBezTo>
                  <a:cubicBezTo>
                    <a:pt x="1937" y="261"/>
                    <a:pt x="1616" y="331"/>
                    <a:pt x="1295" y="401"/>
                  </a:cubicBezTo>
                  <a:cubicBezTo>
                    <a:pt x="864" y="492"/>
                    <a:pt x="432" y="582"/>
                    <a:pt x="1" y="672"/>
                  </a:cubicBezTo>
                  <a:cubicBezTo>
                    <a:pt x="10804" y="2759"/>
                    <a:pt x="18337" y="6470"/>
                    <a:pt x="22499" y="8807"/>
                  </a:cubicBezTo>
                  <a:lnTo>
                    <a:pt x="33924" y="8556"/>
                  </a:lnTo>
                  <a:cubicBezTo>
                    <a:pt x="24967" y="3902"/>
                    <a:pt x="12359" y="933"/>
                    <a:pt x="3211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3" name="Google Shape;16263;p54">
              <a:extLst>
                <a:ext uri="{FF2B5EF4-FFF2-40B4-BE49-F238E27FC236}">
                  <a16:creationId xmlns:a16="http://schemas.microsoft.com/office/drawing/2014/main" id="{EC936278-1F75-7B22-1066-D4A231E8631C}"/>
                </a:ext>
              </a:extLst>
            </p:cNvPr>
            <p:cNvSpPr/>
            <p:nvPr/>
          </p:nvSpPr>
          <p:spPr>
            <a:xfrm rot="143046">
              <a:off x="6061508" y="5216857"/>
              <a:ext cx="252431" cy="5513"/>
            </a:xfrm>
            <a:custGeom>
              <a:avLst/>
              <a:gdLst/>
              <a:ahLst/>
              <a:cxnLst/>
              <a:rect l="l" t="t" r="r" b="b"/>
              <a:pathLst>
                <a:path w="3251" h="71" extrusionOk="0">
                  <a:moveTo>
                    <a:pt x="0" y="71"/>
                  </a:moveTo>
                  <a:lnTo>
                    <a:pt x="3250" y="1"/>
                  </a:lnTo>
                  <a:lnTo>
                    <a:pt x="3250" y="1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4" name="Google Shape;16264;p54">
              <a:extLst>
                <a:ext uri="{FF2B5EF4-FFF2-40B4-BE49-F238E27FC236}">
                  <a16:creationId xmlns:a16="http://schemas.microsoft.com/office/drawing/2014/main" id="{89B41EAC-B089-C97C-90FE-956753D8B5B2}"/>
                </a:ext>
              </a:extLst>
            </p:cNvPr>
            <p:cNvSpPr/>
            <p:nvPr/>
          </p:nvSpPr>
          <p:spPr>
            <a:xfrm rot="143046">
              <a:off x="4636540" y="4632656"/>
              <a:ext cx="1689448" cy="566359"/>
            </a:xfrm>
            <a:custGeom>
              <a:avLst/>
              <a:gdLst/>
              <a:ahLst/>
              <a:cxnLst/>
              <a:rect l="l" t="t" r="r" b="b"/>
              <a:pathLst>
                <a:path w="21758" h="7294" extrusionOk="0">
                  <a:moveTo>
                    <a:pt x="2910" y="1"/>
                  </a:moveTo>
                  <a:cubicBezTo>
                    <a:pt x="1937" y="202"/>
                    <a:pt x="964" y="412"/>
                    <a:pt x="1" y="613"/>
                  </a:cubicBezTo>
                  <a:cubicBezTo>
                    <a:pt x="2709" y="1536"/>
                    <a:pt x="5417" y="2709"/>
                    <a:pt x="7022" y="3381"/>
                  </a:cubicBezTo>
                  <a:cubicBezTo>
                    <a:pt x="12158" y="5528"/>
                    <a:pt x="14134" y="6711"/>
                    <a:pt x="14906" y="7293"/>
                  </a:cubicBezTo>
                  <a:lnTo>
                    <a:pt x="18507" y="7213"/>
                  </a:lnTo>
                  <a:lnTo>
                    <a:pt x="21757" y="7143"/>
                  </a:lnTo>
                  <a:cubicBezTo>
                    <a:pt x="18878" y="4113"/>
                    <a:pt x="9711" y="1335"/>
                    <a:pt x="2910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5" name="Google Shape;16265;p54">
              <a:extLst>
                <a:ext uri="{FF2B5EF4-FFF2-40B4-BE49-F238E27FC236}">
                  <a16:creationId xmlns:a16="http://schemas.microsoft.com/office/drawing/2014/main" id="{E429362B-1A96-5C4B-A0B6-BDFB77F5EFB9}"/>
                </a:ext>
              </a:extLst>
            </p:cNvPr>
            <p:cNvSpPr/>
            <p:nvPr/>
          </p:nvSpPr>
          <p:spPr>
            <a:xfrm rot="143046">
              <a:off x="7395956" y="4106506"/>
              <a:ext cx="1791399" cy="352907"/>
            </a:xfrm>
            <a:custGeom>
              <a:avLst/>
              <a:gdLst/>
              <a:ahLst/>
              <a:cxnLst/>
              <a:rect l="l" t="t" r="r" b="b"/>
              <a:pathLst>
                <a:path w="23071" h="4545" extrusionOk="0">
                  <a:moveTo>
                    <a:pt x="9399" y="1"/>
                  </a:moveTo>
                  <a:cubicBezTo>
                    <a:pt x="8666" y="1"/>
                    <a:pt x="7904" y="11"/>
                    <a:pt x="7112" y="31"/>
                  </a:cubicBezTo>
                  <a:cubicBezTo>
                    <a:pt x="4895" y="482"/>
                    <a:pt x="2518" y="984"/>
                    <a:pt x="0" y="1505"/>
                  </a:cubicBezTo>
                  <a:cubicBezTo>
                    <a:pt x="7573" y="1636"/>
                    <a:pt x="18918" y="2990"/>
                    <a:pt x="23040" y="4545"/>
                  </a:cubicBezTo>
                  <a:lnTo>
                    <a:pt x="23060" y="2749"/>
                  </a:lnTo>
                  <a:lnTo>
                    <a:pt x="23070" y="1154"/>
                  </a:lnTo>
                  <a:cubicBezTo>
                    <a:pt x="23060" y="1154"/>
                    <a:pt x="18767" y="1"/>
                    <a:pt x="9399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6" name="Google Shape;16266;p54">
              <a:extLst>
                <a:ext uri="{FF2B5EF4-FFF2-40B4-BE49-F238E27FC236}">
                  <a16:creationId xmlns:a16="http://schemas.microsoft.com/office/drawing/2014/main" id="{2A41AF75-3960-F8D6-A099-368BCE5D60FC}"/>
                </a:ext>
              </a:extLst>
            </p:cNvPr>
            <p:cNvSpPr/>
            <p:nvPr/>
          </p:nvSpPr>
          <p:spPr>
            <a:xfrm rot="143046">
              <a:off x="8460094" y="3874023"/>
              <a:ext cx="743860" cy="153509"/>
            </a:xfrm>
            <a:custGeom>
              <a:avLst/>
              <a:gdLst/>
              <a:ahLst/>
              <a:cxnLst/>
              <a:rect l="l" t="t" r="r" b="b"/>
              <a:pathLst>
                <a:path w="9580" h="1977" extrusionOk="0">
                  <a:moveTo>
                    <a:pt x="9569" y="1"/>
                  </a:moveTo>
                  <a:lnTo>
                    <a:pt x="9569" y="11"/>
                  </a:lnTo>
                  <a:lnTo>
                    <a:pt x="9549" y="11"/>
                  </a:lnTo>
                  <a:cubicBezTo>
                    <a:pt x="9228" y="71"/>
                    <a:pt x="5627" y="813"/>
                    <a:pt x="0" y="1977"/>
                  </a:cubicBezTo>
                  <a:cubicBezTo>
                    <a:pt x="4032" y="1887"/>
                    <a:pt x="7443" y="1846"/>
                    <a:pt x="9569" y="1826"/>
                  </a:cubicBezTo>
                  <a:lnTo>
                    <a:pt x="9579" y="1"/>
                  </a:ln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7" name="Google Shape;16267;p54">
              <a:extLst>
                <a:ext uri="{FF2B5EF4-FFF2-40B4-BE49-F238E27FC236}">
                  <a16:creationId xmlns:a16="http://schemas.microsoft.com/office/drawing/2014/main" id="{5EF4A97E-4DFD-DC3F-F127-9989A1B33005}"/>
                </a:ext>
              </a:extLst>
            </p:cNvPr>
            <p:cNvSpPr/>
            <p:nvPr/>
          </p:nvSpPr>
          <p:spPr>
            <a:xfrm rot="143046">
              <a:off x="3990951" y="4756076"/>
              <a:ext cx="1383285" cy="396467"/>
            </a:xfrm>
            <a:custGeom>
              <a:avLst/>
              <a:gdLst/>
              <a:ahLst/>
              <a:cxnLst/>
              <a:rect l="l" t="t" r="r" b="b"/>
              <a:pathLst>
                <a:path w="17815" h="5106" extrusionOk="0">
                  <a:moveTo>
                    <a:pt x="1716" y="0"/>
                  </a:moveTo>
                  <a:cubicBezTo>
                    <a:pt x="1134" y="120"/>
                    <a:pt x="562" y="241"/>
                    <a:pt x="1" y="361"/>
                  </a:cubicBezTo>
                  <a:cubicBezTo>
                    <a:pt x="3190" y="1615"/>
                    <a:pt x="11295" y="5106"/>
                    <a:pt x="11295" y="5106"/>
                  </a:cubicBezTo>
                  <a:lnTo>
                    <a:pt x="17815" y="3912"/>
                  </a:lnTo>
                  <a:cubicBezTo>
                    <a:pt x="17815" y="3912"/>
                    <a:pt x="8627" y="1344"/>
                    <a:pt x="1716" y="0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8" name="Google Shape;16268;p54">
              <a:extLst>
                <a:ext uri="{FF2B5EF4-FFF2-40B4-BE49-F238E27FC236}">
                  <a16:creationId xmlns:a16="http://schemas.microsoft.com/office/drawing/2014/main" id="{3F14A46A-1CC3-99FE-87A2-D43D64E381AF}"/>
                </a:ext>
              </a:extLst>
            </p:cNvPr>
            <p:cNvSpPr/>
            <p:nvPr/>
          </p:nvSpPr>
          <p:spPr>
            <a:xfrm rot="143046">
              <a:off x="3540962" y="4844831"/>
              <a:ext cx="784314" cy="331088"/>
            </a:xfrm>
            <a:custGeom>
              <a:avLst/>
              <a:gdLst/>
              <a:ahLst/>
              <a:cxnLst/>
              <a:rect l="l" t="t" r="r" b="b"/>
              <a:pathLst>
                <a:path w="10101" h="4264" extrusionOk="0">
                  <a:moveTo>
                    <a:pt x="4534" y="4264"/>
                  </a:moveTo>
                  <a:cubicBezTo>
                    <a:pt x="4534" y="4264"/>
                    <a:pt x="4534" y="4264"/>
                    <a:pt x="4534" y="4264"/>
                  </a:cubicBezTo>
                  <a:lnTo>
                    <a:pt x="10101" y="4143"/>
                  </a:lnTo>
                  <a:lnTo>
                    <a:pt x="4534" y="4264"/>
                  </a:lnTo>
                  <a:close/>
                  <a:moveTo>
                    <a:pt x="0" y="61"/>
                  </a:moveTo>
                  <a:cubicBezTo>
                    <a:pt x="90" y="41"/>
                    <a:pt x="191" y="21"/>
                    <a:pt x="281" y="1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191" y="21"/>
                    <a:pt x="90" y="41"/>
                    <a:pt x="0" y="6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9" name="Google Shape;16269;p54">
              <a:extLst>
                <a:ext uri="{FF2B5EF4-FFF2-40B4-BE49-F238E27FC236}">
                  <a16:creationId xmlns:a16="http://schemas.microsoft.com/office/drawing/2014/main" id="{D55A789D-D541-AE9B-5619-7086393669FF}"/>
                </a:ext>
              </a:extLst>
            </p:cNvPr>
            <p:cNvSpPr/>
            <p:nvPr/>
          </p:nvSpPr>
          <p:spPr>
            <a:xfrm rot="143046">
              <a:off x="3251978" y="4844116"/>
              <a:ext cx="1328000" cy="331088"/>
            </a:xfrm>
            <a:custGeom>
              <a:avLst/>
              <a:gdLst/>
              <a:ahLst/>
              <a:cxnLst/>
              <a:rect l="l" t="t" r="r" b="b"/>
              <a:pathLst>
                <a:path w="17103" h="4264" extrusionOk="0">
                  <a:moveTo>
                    <a:pt x="4003" y="1"/>
                  </a:moveTo>
                  <a:cubicBezTo>
                    <a:pt x="3913" y="21"/>
                    <a:pt x="3812" y="41"/>
                    <a:pt x="3722" y="61"/>
                  </a:cubicBezTo>
                  <a:cubicBezTo>
                    <a:pt x="2448" y="332"/>
                    <a:pt x="1205" y="603"/>
                    <a:pt x="1" y="873"/>
                  </a:cubicBezTo>
                  <a:cubicBezTo>
                    <a:pt x="1776" y="1545"/>
                    <a:pt x="5648" y="3160"/>
                    <a:pt x="8256" y="4264"/>
                  </a:cubicBezTo>
                  <a:lnTo>
                    <a:pt x="13823" y="4143"/>
                  </a:lnTo>
                  <a:lnTo>
                    <a:pt x="17103" y="4073"/>
                  </a:lnTo>
                  <a:cubicBezTo>
                    <a:pt x="15719" y="3562"/>
                    <a:pt x="9640" y="1335"/>
                    <a:pt x="4003" y="1"/>
                  </a:cubicBezTo>
                  <a:close/>
                </a:path>
              </a:pathLst>
            </a:custGeom>
            <a:solidFill>
              <a:srgbClr val="401E15">
                <a:alpha val="10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6270" name="Google Shape;16270;p54">
            <a:extLst>
              <a:ext uri="{FF2B5EF4-FFF2-40B4-BE49-F238E27FC236}">
                <a16:creationId xmlns:a16="http://schemas.microsoft.com/office/drawing/2014/main" id="{10D789FB-FC3B-F232-6BA7-F2A5FEFC31FB}"/>
              </a:ext>
            </a:extLst>
          </p:cNvPr>
          <p:cNvGrpSpPr/>
          <p:nvPr/>
        </p:nvGrpSpPr>
        <p:grpSpPr>
          <a:xfrm>
            <a:off x="8170494" y="3043996"/>
            <a:ext cx="507025" cy="1405667"/>
            <a:chOff x="4978550" y="2483100"/>
            <a:chExt cx="87025" cy="241250"/>
          </a:xfrm>
        </p:grpSpPr>
        <p:sp>
          <p:nvSpPr>
            <p:cNvPr id="16271" name="Google Shape;16271;p54">
              <a:extLst>
                <a:ext uri="{FF2B5EF4-FFF2-40B4-BE49-F238E27FC236}">
                  <a16:creationId xmlns:a16="http://schemas.microsoft.com/office/drawing/2014/main" id="{B59814BB-F6E2-EF4C-5F68-A768CC93D0C7}"/>
                </a:ext>
              </a:extLst>
            </p:cNvPr>
            <p:cNvSpPr/>
            <p:nvPr/>
          </p:nvSpPr>
          <p:spPr>
            <a:xfrm>
              <a:off x="5012150" y="2502650"/>
              <a:ext cx="1025" cy="13825"/>
            </a:xfrm>
            <a:custGeom>
              <a:avLst/>
              <a:gdLst/>
              <a:ahLst/>
              <a:cxnLst/>
              <a:rect l="l" t="t" r="r" b="b"/>
              <a:pathLst>
                <a:path w="41" h="553" extrusionOk="0">
                  <a:moveTo>
                    <a:pt x="0" y="1"/>
                  </a:moveTo>
                  <a:lnTo>
                    <a:pt x="0" y="553"/>
                  </a:lnTo>
                  <a:lnTo>
                    <a:pt x="41" y="553"/>
                  </a:lnTo>
                  <a:lnTo>
                    <a:pt x="4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2" name="Google Shape;16272;p54">
              <a:extLst>
                <a:ext uri="{FF2B5EF4-FFF2-40B4-BE49-F238E27FC236}">
                  <a16:creationId xmlns:a16="http://schemas.microsoft.com/office/drawing/2014/main" id="{73DA29EE-BEE0-507F-38E1-74B920316BFD}"/>
                </a:ext>
              </a:extLst>
            </p:cNvPr>
            <p:cNvSpPr/>
            <p:nvPr/>
          </p:nvSpPr>
          <p:spPr>
            <a:xfrm>
              <a:off x="4999350" y="2511675"/>
              <a:ext cx="13575" cy="5300"/>
            </a:xfrm>
            <a:custGeom>
              <a:avLst/>
              <a:gdLst/>
              <a:ahLst/>
              <a:cxnLst/>
              <a:rect l="l" t="t" r="r" b="b"/>
              <a:pathLst>
                <a:path w="543" h="212" extrusionOk="0">
                  <a:moveTo>
                    <a:pt x="11" y="1"/>
                  </a:moveTo>
                  <a:lnTo>
                    <a:pt x="1" y="41"/>
                  </a:lnTo>
                  <a:lnTo>
                    <a:pt x="522" y="212"/>
                  </a:lnTo>
                  <a:lnTo>
                    <a:pt x="543" y="171"/>
                  </a:lnTo>
                  <a:lnTo>
                    <a:pt x="1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3" name="Google Shape;16273;p54">
              <a:extLst>
                <a:ext uri="{FF2B5EF4-FFF2-40B4-BE49-F238E27FC236}">
                  <a16:creationId xmlns:a16="http://schemas.microsoft.com/office/drawing/2014/main" id="{4D3BE990-65EC-4339-41AE-7AD314E72953}"/>
                </a:ext>
              </a:extLst>
            </p:cNvPr>
            <p:cNvSpPr/>
            <p:nvPr/>
          </p:nvSpPr>
          <p:spPr>
            <a:xfrm>
              <a:off x="5004125" y="2515950"/>
              <a:ext cx="9050" cy="11800"/>
            </a:xfrm>
            <a:custGeom>
              <a:avLst/>
              <a:gdLst/>
              <a:ahLst/>
              <a:cxnLst/>
              <a:rect l="l" t="t" r="r" b="b"/>
              <a:pathLst>
                <a:path w="362" h="472" extrusionOk="0">
                  <a:moveTo>
                    <a:pt x="321" y="0"/>
                  </a:moveTo>
                  <a:lnTo>
                    <a:pt x="0" y="452"/>
                  </a:lnTo>
                  <a:lnTo>
                    <a:pt x="31" y="472"/>
                  </a:lnTo>
                  <a:lnTo>
                    <a:pt x="362" y="31"/>
                  </a:lnTo>
                  <a:lnTo>
                    <a:pt x="32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4" name="Google Shape;16274;p54">
              <a:extLst>
                <a:ext uri="{FF2B5EF4-FFF2-40B4-BE49-F238E27FC236}">
                  <a16:creationId xmlns:a16="http://schemas.microsoft.com/office/drawing/2014/main" id="{9C566441-FC92-8EBA-1E7E-332F32251CF2}"/>
                </a:ext>
              </a:extLst>
            </p:cNvPr>
            <p:cNvSpPr/>
            <p:nvPr/>
          </p:nvSpPr>
          <p:spPr>
            <a:xfrm>
              <a:off x="5012150" y="2515950"/>
              <a:ext cx="9050" cy="11800"/>
            </a:xfrm>
            <a:custGeom>
              <a:avLst/>
              <a:gdLst/>
              <a:ahLst/>
              <a:cxnLst/>
              <a:rect l="l" t="t" r="r" b="b"/>
              <a:pathLst>
                <a:path w="362" h="472" extrusionOk="0">
                  <a:moveTo>
                    <a:pt x="41" y="0"/>
                  </a:moveTo>
                  <a:lnTo>
                    <a:pt x="0" y="31"/>
                  </a:lnTo>
                  <a:lnTo>
                    <a:pt x="331" y="472"/>
                  </a:lnTo>
                  <a:lnTo>
                    <a:pt x="362" y="452"/>
                  </a:lnTo>
                  <a:lnTo>
                    <a:pt x="4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5" name="Google Shape;16275;p54">
              <a:extLst>
                <a:ext uri="{FF2B5EF4-FFF2-40B4-BE49-F238E27FC236}">
                  <a16:creationId xmlns:a16="http://schemas.microsoft.com/office/drawing/2014/main" id="{45BC6FFD-BAB3-C78C-A7EF-B544510C8FEB}"/>
                </a:ext>
              </a:extLst>
            </p:cNvPr>
            <p:cNvSpPr/>
            <p:nvPr/>
          </p:nvSpPr>
          <p:spPr>
            <a:xfrm>
              <a:off x="5012400" y="2511675"/>
              <a:ext cx="13575" cy="5300"/>
            </a:xfrm>
            <a:custGeom>
              <a:avLst/>
              <a:gdLst/>
              <a:ahLst/>
              <a:cxnLst/>
              <a:rect l="l" t="t" r="r" b="b"/>
              <a:pathLst>
                <a:path w="543" h="212" extrusionOk="0">
                  <a:moveTo>
                    <a:pt x="532" y="1"/>
                  </a:moveTo>
                  <a:lnTo>
                    <a:pt x="0" y="171"/>
                  </a:lnTo>
                  <a:lnTo>
                    <a:pt x="21" y="212"/>
                  </a:lnTo>
                  <a:lnTo>
                    <a:pt x="542" y="41"/>
                  </a:lnTo>
                  <a:lnTo>
                    <a:pt x="53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6" name="Google Shape;16276;p54">
              <a:extLst>
                <a:ext uri="{FF2B5EF4-FFF2-40B4-BE49-F238E27FC236}">
                  <a16:creationId xmlns:a16="http://schemas.microsoft.com/office/drawing/2014/main" id="{861EB821-9837-40D4-76DC-C785AC37163F}"/>
                </a:ext>
              </a:extLst>
            </p:cNvPr>
            <p:cNvSpPr/>
            <p:nvPr/>
          </p:nvSpPr>
          <p:spPr>
            <a:xfrm>
              <a:off x="4986575" y="2491000"/>
              <a:ext cx="52175" cy="50550"/>
            </a:xfrm>
            <a:custGeom>
              <a:avLst/>
              <a:gdLst/>
              <a:ahLst/>
              <a:cxnLst/>
              <a:rect l="l" t="t" r="r" b="b"/>
              <a:pathLst>
                <a:path w="2087" h="2022" extrusionOk="0">
                  <a:moveTo>
                    <a:pt x="1043" y="46"/>
                  </a:moveTo>
                  <a:cubicBezTo>
                    <a:pt x="1144" y="46"/>
                    <a:pt x="1244" y="66"/>
                    <a:pt x="1344" y="96"/>
                  </a:cubicBezTo>
                  <a:cubicBezTo>
                    <a:pt x="1595" y="176"/>
                    <a:pt x="1796" y="346"/>
                    <a:pt x="1906" y="577"/>
                  </a:cubicBezTo>
                  <a:cubicBezTo>
                    <a:pt x="2026" y="808"/>
                    <a:pt x="2047" y="1069"/>
                    <a:pt x="1966" y="1319"/>
                  </a:cubicBezTo>
                  <a:cubicBezTo>
                    <a:pt x="1886" y="1560"/>
                    <a:pt x="1705" y="1761"/>
                    <a:pt x="1475" y="1881"/>
                  </a:cubicBezTo>
                  <a:cubicBezTo>
                    <a:pt x="1342" y="1950"/>
                    <a:pt x="1199" y="1983"/>
                    <a:pt x="1056" y="1983"/>
                  </a:cubicBezTo>
                  <a:cubicBezTo>
                    <a:pt x="951" y="1983"/>
                    <a:pt x="845" y="1965"/>
                    <a:pt x="743" y="1931"/>
                  </a:cubicBezTo>
                  <a:cubicBezTo>
                    <a:pt x="492" y="1851"/>
                    <a:pt x="291" y="1681"/>
                    <a:pt x="181" y="1450"/>
                  </a:cubicBezTo>
                  <a:cubicBezTo>
                    <a:pt x="60" y="1219"/>
                    <a:pt x="40" y="958"/>
                    <a:pt x="121" y="708"/>
                  </a:cubicBezTo>
                  <a:cubicBezTo>
                    <a:pt x="201" y="467"/>
                    <a:pt x="371" y="266"/>
                    <a:pt x="602" y="146"/>
                  </a:cubicBezTo>
                  <a:cubicBezTo>
                    <a:pt x="743" y="76"/>
                    <a:pt x="893" y="46"/>
                    <a:pt x="1043" y="46"/>
                  </a:cubicBezTo>
                  <a:close/>
                  <a:moveTo>
                    <a:pt x="1042" y="0"/>
                  </a:moveTo>
                  <a:cubicBezTo>
                    <a:pt x="887" y="0"/>
                    <a:pt x="734" y="39"/>
                    <a:pt x="592" y="116"/>
                  </a:cubicBezTo>
                  <a:cubicBezTo>
                    <a:pt x="341" y="236"/>
                    <a:pt x="171" y="437"/>
                    <a:pt x="81" y="698"/>
                  </a:cubicBezTo>
                  <a:cubicBezTo>
                    <a:pt x="0" y="958"/>
                    <a:pt x="20" y="1229"/>
                    <a:pt x="141" y="1470"/>
                  </a:cubicBezTo>
                  <a:cubicBezTo>
                    <a:pt x="261" y="1711"/>
                    <a:pt x="472" y="1891"/>
                    <a:pt x="722" y="1971"/>
                  </a:cubicBezTo>
                  <a:cubicBezTo>
                    <a:pt x="833" y="2012"/>
                    <a:pt x="933" y="2022"/>
                    <a:pt x="1043" y="2022"/>
                  </a:cubicBezTo>
                  <a:cubicBezTo>
                    <a:pt x="1194" y="2022"/>
                    <a:pt x="1354" y="1991"/>
                    <a:pt x="1495" y="1921"/>
                  </a:cubicBezTo>
                  <a:cubicBezTo>
                    <a:pt x="1736" y="1801"/>
                    <a:pt x="1916" y="1590"/>
                    <a:pt x="2006" y="1329"/>
                  </a:cubicBezTo>
                  <a:cubicBezTo>
                    <a:pt x="2087" y="1079"/>
                    <a:pt x="2067" y="798"/>
                    <a:pt x="1946" y="557"/>
                  </a:cubicBezTo>
                  <a:cubicBezTo>
                    <a:pt x="1826" y="316"/>
                    <a:pt x="1615" y="136"/>
                    <a:pt x="1364" y="56"/>
                  </a:cubicBezTo>
                  <a:cubicBezTo>
                    <a:pt x="1258" y="19"/>
                    <a:pt x="1149" y="0"/>
                    <a:pt x="104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7" name="Google Shape;16277;p54">
              <a:extLst>
                <a:ext uri="{FF2B5EF4-FFF2-40B4-BE49-F238E27FC236}">
                  <a16:creationId xmlns:a16="http://schemas.microsoft.com/office/drawing/2014/main" id="{47BA2CB0-8F65-6A8E-F397-8239B104358D}"/>
                </a:ext>
              </a:extLst>
            </p:cNvPr>
            <p:cNvSpPr/>
            <p:nvPr/>
          </p:nvSpPr>
          <p:spPr>
            <a:xfrm>
              <a:off x="5011150" y="2536500"/>
              <a:ext cx="3775" cy="187850"/>
            </a:xfrm>
            <a:custGeom>
              <a:avLst/>
              <a:gdLst/>
              <a:ahLst/>
              <a:cxnLst/>
              <a:rect l="l" t="t" r="r" b="b"/>
              <a:pathLst>
                <a:path w="151" h="7514" extrusionOk="0">
                  <a:moveTo>
                    <a:pt x="60" y="1"/>
                  </a:moveTo>
                  <a:cubicBezTo>
                    <a:pt x="20" y="1"/>
                    <a:pt x="0" y="31"/>
                    <a:pt x="0" y="61"/>
                  </a:cubicBezTo>
                  <a:lnTo>
                    <a:pt x="20" y="7454"/>
                  </a:lnTo>
                  <a:cubicBezTo>
                    <a:pt x="20" y="7494"/>
                    <a:pt x="50" y="7514"/>
                    <a:pt x="81" y="7514"/>
                  </a:cubicBezTo>
                  <a:cubicBezTo>
                    <a:pt x="121" y="7514"/>
                    <a:pt x="151" y="7494"/>
                    <a:pt x="151" y="7454"/>
                  </a:cubicBezTo>
                  <a:lnTo>
                    <a:pt x="121" y="61"/>
                  </a:lnTo>
                  <a:cubicBezTo>
                    <a:pt x="121" y="31"/>
                    <a:pt x="91" y="1"/>
                    <a:pt x="6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8" name="Google Shape;16278;p54">
              <a:extLst>
                <a:ext uri="{FF2B5EF4-FFF2-40B4-BE49-F238E27FC236}">
                  <a16:creationId xmlns:a16="http://schemas.microsoft.com/office/drawing/2014/main" id="{3F11F5F7-A298-0628-282A-1B1072BEAAB3}"/>
                </a:ext>
              </a:extLst>
            </p:cNvPr>
            <p:cNvSpPr/>
            <p:nvPr/>
          </p:nvSpPr>
          <p:spPr>
            <a:xfrm>
              <a:off x="4978800" y="2555075"/>
              <a:ext cx="74000" cy="168275"/>
            </a:xfrm>
            <a:custGeom>
              <a:avLst/>
              <a:gdLst/>
              <a:ahLst/>
              <a:cxnLst/>
              <a:rect l="l" t="t" r="r" b="b"/>
              <a:pathLst>
                <a:path w="2960" h="6731" extrusionOk="0">
                  <a:moveTo>
                    <a:pt x="1354" y="0"/>
                  </a:moveTo>
                  <a:cubicBezTo>
                    <a:pt x="1324" y="0"/>
                    <a:pt x="1294" y="20"/>
                    <a:pt x="1294" y="50"/>
                  </a:cubicBezTo>
                  <a:lnTo>
                    <a:pt x="0" y="6640"/>
                  </a:lnTo>
                  <a:cubicBezTo>
                    <a:pt x="0" y="6681"/>
                    <a:pt x="20" y="6711"/>
                    <a:pt x="51" y="6721"/>
                  </a:cubicBezTo>
                  <a:cubicBezTo>
                    <a:pt x="91" y="6721"/>
                    <a:pt x="121" y="6701"/>
                    <a:pt x="131" y="6671"/>
                  </a:cubicBezTo>
                  <a:lnTo>
                    <a:pt x="1365" y="371"/>
                  </a:lnTo>
                  <a:lnTo>
                    <a:pt x="2829" y="6681"/>
                  </a:lnTo>
                  <a:cubicBezTo>
                    <a:pt x="2839" y="6711"/>
                    <a:pt x="2859" y="6731"/>
                    <a:pt x="2889" y="6731"/>
                  </a:cubicBezTo>
                  <a:lnTo>
                    <a:pt x="2899" y="6731"/>
                  </a:lnTo>
                  <a:cubicBezTo>
                    <a:pt x="2939" y="6721"/>
                    <a:pt x="2959" y="6691"/>
                    <a:pt x="2949" y="6650"/>
                  </a:cubicBezTo>
                  <a:lnTo>
                    <a:pt x="1415" y="50"/>
                  </a:lnTo>
                  <a:cubicBezTo>
                    <a:pt x="1405" y="20"/>
                    <a:pt x="1385" y="0"/>
                    <a:pt x="1354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9" name="Google Shape;16279;p54">
              <a:extLst>
                <a:ext uri="{FF2B5EF4-FFF2-40B4-BE49-F238E27FC236}">
                  <a16:creationId xmlns:a16="http://schemas.microsoft.com/office/drawing/2014/main" id="{CC533A24-9F75-1670-F045-35D9DEFB19C1}"/>
                </a:ext>
              </a:extLst>
            </p:cNvPr>
            <p:cNvSpPr/>
            <p:nvPr/>
          </p:nvSpPr>
          <p:spPr>
            <a:xfrm>
              <a:off x="4987575" y="2670675"/>
              <a:ext cx="54950" cy="3275"/>
            </a:xfrm>
            <a:custGeom>
              <a:avLst/>
              <a:gdLst/>
              <a:ahLst/>
              <a:cxnLst/>
              <a:rect l="l" t="t" r="r" b="b"/>
              <a:pathLst>
                <a:path w="2198" h="131" extrusionOk="0">
                  <a:moveTo>
                    <a:pt x="61" y="0"/>
                  </a:moveTo>
                  <a:cubicBezTo>
                    <a:pt x="20" y="0"/>
                    <a:pt x="0" y="30"/>
                    <a:pt x="0" y="70"/>
                  </a:cubicBezTo>
                  <a:cubicBezTo>
                    <a:pt x="0" y="101"/>
                    <a:pt x="20" y="131"/>
                    <a:pt x="61" y="131"/>
                  </a:cubicBezTo>
                  <a:lnTo>
                    <a:pt x="2127" y="131"/>
                  </a:lnTo>
                  <a:cubicBezTo>
                    <a:pt x="2167" y="131"/>
                    <a:pt x="2197" y="101"/>
                    <a:pt x="2197" y="70"/>
                  </a:cubicBezTo>
                  <a:cubicBezTo>
                    <a:pt x="2197" y="30"/>
                    <a:pt x="2167" y="0"/>
                    <a:pt x="2127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0" name="Google Shape;16280;p54">
              <a:extLst>
                <a:ext uri="{FF2B5EF4-FFF2-40B4-BE49-F238E27FC236}">
                  <a16:creationId xmlns:a16="http://schemas.microsoft.com/office/drawing/2014/main" id="{E29EF1D7-0195-5E8C-EAEF-838FE2648918}"/>
                </a:ext>
              </a:extLst>
            </p:cNvPr>
            <p:cNvSpPr/>
            <p:nvPr/>
          </p:nvSpPr>
          <p:spPr>
            <a:xfrm>
              <a:off x="4998600" y="2618500"/>
              <a:ext cx="30375" cy="105850"/>
            </a:xfrm>
            <a:custGeom>
              <a:avLst/>
              <a:gdLst/>
              <a:ahLst/>
              <a:cxnLst/>
              <a:rect l="l" t="t" r="r" b="b"/>
              <a:pathLst>
                <a:path w="1215" h="4234" extrusionOk="0">
                  <a:moveTo>
                    <a:pt x="1074" y="121"/>
                  </a:moveTo>
                  <a:lnTo>
                    <a:pt x="593" y="3692"/>
                  </a:lnTo>
                  <a:lnTo>
                    <a:pt x="141" y="121"/>
                  </a:lnTo>
                  <a:close/>
                  <a:moveTo>
                    <a:pt x="71" y="1"/>
                  </a:moveTo>
                  <a:cubicBezTo>
                    <a:pt x="51" y="1"/>
                    <a:pt x="31" y="1"/>
                    <a:pt x="21" y="21"/>
                  </a:cubicBezTo>
                  <a:cubicBezTo>
                    <a:pt x="11" y="31"/>
                    <a:pt x="1" y="51"/>
                    <a:pt x="1" y="71"/>
                  </a:cubicBezTo>
                  <a:lnTo>
                    <a:pt x="522" y="4184"/>
                  </a:lnTo>
                  <a:cubicBezTo>
                    <a:pt x="532" y="4214"/>
                    <a:pt x="552" y="4234"/>
                    <a:pt x="583" y="4234"/>
                  </a:cubicBezTo>
                  <a:cubicBezTo>
                    <a:pt x="623" y="4234"/>
                    <a:pt x="643" y="4214"/>
                    <a:pt x="653" y="4184"/>
                  </a:cubicBezTo>
                  <a:lnTo>
                    <a:pt x="1214" y="71"/>
                  </a:lnTo>
                  <a:cubicBezTo>
                    <a:pt x="1214" y="51"/>
                    <a:pt x="1214" y="31"/>
                    <a:pt x="1194" y="21"/>
                  </a:cubicBezTo>
                  <a:cubicBezTo>
                    <a:pt x="1184" y="1"/>
                    <a:pt x="1174" y="1"/>
                    <a:pt x="1154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1" name="Google Shape;16281;p54">
              <a:extLst>
                <a:ext uri="{FF2B5EF4-FFF2-40B4-BE49-F238E27FC236}">
                  <a16:creationId xmlns:a16="http://schemas.microsoft.com/office/drawing/2014/main" id="{25189369-3F01-C9BF-4AA2-F32B94A35F06}"/>
                </a:ext>
              </a:extLst>
            </p:cNvPr>
            <p:cNvSpPr/>
            <p:nvPr/>
          </p:nvSpPr>
          <p:spPr>
            <a:xfrm>
              <a:off x="5001125" y="2587425"/>
              <a:ext cx="24600" cy="3025"/>
            </a:xfrm>
            <a:custGeom>
              <a:avLst/>
              <a:gdLst/>
              <a:ahLst/>
              <a:cxnLst/>
              <a:rect l="l" t="t" r="r" b="b"/>
              <a:pathLst>
                <a:path w="984" h="121" extrusionOk="0">
                  <a:moveTo>
                    <a:pt x="70" y="0"/>
                  </a:moveTo>
                  <a:cubicBezTo>
                    <a:pt x="30" y="0"/>
                    <a:pt x="0" y="30"/>
                    <a:pt x="0" y="60"/>
                  </a:cubicBezTo>
                  <a:cubicBezTo>
                    <a:pt x="0" y="100"/>
                    <a:pt x="30" y="121"/>
                    <a:pt x="70" y="121"/>
                  </a:cubicBezTo>
                  <a:lnTo>
                    <a:pt x="913" y="121"/>
                  </a:lnTo>
                  <a:cubicBezTo>
                    <a:pt x="953" y="121"/>
                    <a:pt x="983" y="100"/>
                    <a:pt x="983" y="60"/>
                  </a:cubicBezTo>
                  <a:cubicBezTo>
                    <a:pt x="983" y="30"/>
                    <a:pt x="953" y="0"/>
                    <a:pt x="913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2" name="Google Shape;16282;p54">
              <a:extLst>
                <a:ext uri="{FF2B5EF4-FFF2-40B4-BE49-F238E27FC236}">
                  <a16:creationId xmlns:a16="http://schemas.microsoft.com/office/drawing/2014/main" id="{5CF4F08D-73E8-8321-CC16-748A95204E48}"/>
                </a:ext>
              </a:extLst>
            </p:cNvPr>
            <p:cNvSpPr/>
            <p:nvPr/>
          </p:nvSpPr>
          <p:spPr>
            <a:xfrm>
              <a:off x="5001125" y="2588425"/>
              <a:ext cx="24600" cy="2025"/>
            </a:xfrm>
            <a:custGeom>
              <a:avLst/>
              <a:gdLst/>
              <a:ahLst/>
              <a:cxnLst/>
              <a:rect l="l" t="t" r="r" b="b"/>
              <a:pathLst>
                <a:path w="984" h="81" extrusionOk="0">
                  <a:moveTo>
                    <a:pt x="973" y="0"/>
                  </a:moveTo>
                  <a:cubicBezTo>
                    <a:pt x="973" y="30"/>
                    <a:pt x="943" y="50"/>
                    <a:pt x="913" y="50"/>
                  </a:cubicBezTo>
                  <a:lnTo>
                    <a:pt x="60" y="50"/>
                  </a:lnTo>
                  <a:cubicBezTo>
                    <a:pt x="40" y="50"/>
                    <a:pt x="10" y="30"/>
                    <a:pt x="0" y="10"/>
                  </a:cubicBezTo>
                  <a:lnTo>
                    <a:pt x="0" y="20"/>
                  </a:lnTo>
                  <a:cubicBezTo>
                    <a:pt x="0" y="60"/>
                    <a:pt x="30" y="81"/>
                    <a:pt x="70" y="81"/>
                  </a:cubicBezTo>
                  <a:lnTo>
                    <a:pt x="913" y="81"/>
                  </a:lnTo>
                  <a:cubicBezTo>
                    <a:pt x="953" y="81"/>
                    <a:pt x="983" y="60"/>
                    <a:pt x="983" y="20"/>
                  </a:cubicBezTo>
                  <a:lnTo>
                    <a:pt x="973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3" name="Google Shape;16283;p54">
              <a:extLst>
                <a:ext uri="{FF2B5EF4-FFF2-40B4-BE49-F238E27FC236}">
                  <a16:creationId xmlns:a16="http://schemas.microsoft.com/office/drawing/2014/main" id="{3FBA7DCC-5193-2D53-A7F5-54FE52D75F97}"/>
                </a:ext>
              </a:extLst>
            </p:cNvPr>
            <p:cNvSpPr/>
            <p:nvPr/>
          </p:nvSpPr>
          <p:spPr>
            <a:xfrm>
              <a:off x="4978550" y="2618450"/>
              <a:ext cx="74250" cy="104900"/>
            </a:xfrm>
            <a:custGeom>
              <a:avLst/>
              <a:gdLst/>
              <a:ahLst/>
              <a:cxnLst/>
              <a:rect l="l" t="t" r="r" b="b"/>
              <a:pathLst>
                <a:path w="2970" h="4196" extrusionOk="0">
                  <a:moveTo>
                    <a:pt x="1390" y="0"/>
                  </a:moveTo>
                  <a:cubicBezTo>
                    <a:pt x="1385" y="0"/>
                    <a:pt x="1380" y="1"/>
                    <a:pt x="1375" y="3"/>
                  </a:cubicBezTo>
                  <a:cubicBezTo>
                    <a:pt x="1344" y="3"/>
                    <a:pt x="1324" y="13"/>
                    <a:pt x="1314" y="43"/>
                  </a:cubicBezTo>
                  <a:lnTo>
                    <a:pt x="10" y="4105"/>
                  </a:lnTo>
                  <a:cubicBezTo>
                    <a:pt x="0" y="4136"/>
                    <a:pt x="20" y="4176"/>
                    <a:pt x="61" y="4186"/>
                  </a:cubicBezTo>
                  <a:cubicBezTo>
                    <a:pt x="66" y="4187"/>
                    <a:pt x="71" y="4188"/>
                    <a:pt x="76" y="4188"/>
                  </a:cubicBezTo>
                  <a:cubicBezTo>
                    <a:pt x="101" y="4188"/>
                    <a:pt x="124" y="4170"/>
                    <a:pt x="141" y="4146"/>
                  </a:cubicBezTo>
                  <a:lnTo>
                    <a:pt x="1385" y="254"/>
                  </a:lnTo>
                  <a:lnTo>
                    <a:pt x="2839" y="4156"/>
                  </a:lnTo>
                  <a:cubicBezTo>
                    <a:pt x="2849" y="4176"/>
                    <a:pt x="2879" y="4196"/>
                    <a:pt x="2899" y="4196"/>
                  </a:cubicBezTo>
                  <a:lnTo>
                    <a:pt x="2919" y="4186"/>
                  </a:lnTo>
                  <a:cubicBezTo>
                    <a:pt x="2959" y="4176"/>
                    <a:pt x="2969" y="4146"/>
                    <a:pt x="2959" y="4105"/>
                  </a:cubicBezTo>
                  <a:lnTo>
                    <a:pt x="1435" y="43"/>
                  </a:lnTo>
                  <a:cubicBezTo>
                    <a:pt x="1426" y="18"/>
                    <a:pt x="1411" y="0"/>
                    <a:pt x="139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4" name="Google Shape;16284;p54">
              <a:extLst>
                <a:ext uri="{FF2B5EF4-FFF2-40B4-BE49-F238E27FC236}">
                  <a16:creationId xmlns:a16="http://schemas.microsoft.com/office/drawing/2014/main" id="{53B428AD-AD81-6E6D-4C47-A4D4ADEE4D6B}"/>
                </a:ext>
              </a:extLst>
            </p:cNvPr>
            <p:cNvSpPr/>
            <p:nvPr/>
          </p:nvSpPr>
          <p:spPr>
            <a:xfrm>
              <a:off x="5011150" y="2514700"/>
              <a:ext cx="3025" cy="44400"/>
            </a:xfrm>
            <a:custGeom>
              <a:avLst/>
              <a:gdLst/>
              <a:ahLst/>
              <a:cxnLst/>
              <a:rect l="l" t="t" r="r" b="b"/>
              <a:pathLst>
                <a:path w="121" h="1776" extrusionOk="0">
                  <a:moveTo>
                    <a:pt x="60" y="0"/>
                  </a:moveTo>
                  <a:cubicBezTo>
                    <a:pt x="20" y="0"/>
                    <a:pt x="0" y="30"/>
                    <a:pt x="0" y="71"/>
                  </a:cubicBezTo>
                  <a:lnTo>
                    <a:pt x="0" y="1716"/>
                  </a:lnTo>
                  <a:cubicBezTo>
                    <a:pt x="0" y="1746"/>
                    <a:pt x="20" y="1776"/>
                    <a:pt x="60" y="1776"/>
                  </a:cubicBezTo>
                  <a:cubicBezTo>
                    <a:pt x="91" y="1776"/>
                    <a:pt x="121" y="1746"/>
                    <a:pt x="121" y="1716"/>
                  </a:cubicBezTo>
                  <a:lnTo>
                    <a:pt x="121" y="71"/>
                  </a:lnTo>
                  <a:cubicBezTo>
                    <a:pt x="121" y="30"/>
                    <a:pt x="91" y="0"/>
                    <a:pt x="6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5" name="Google Shape;16285;p54">
              <a:extLst>
                <a:ext uri="{FF2B5EF4-FFF2-40B4-BE49-F238E27FC236}">
                  <a16:creationId xmlns:a16="http://schemas.microsoft.com/office/drawing/2014/main" id="{62DE1C50-4E72-2575-EBF3-63D858768563}"/>
                </a:ext>
              </a:extLst>
            </p:cNvPr>
            <p:cNvSpPr/>
            <p:nvPr/>
          </p:nvSpPr>
          <p:spPr>
            <a:xfrm>
              <a:off x="5007875" y="2512200"/>
              <a:ext cx="9575" cy="8425"/>
            </a:xfrm>
            <a:custGeom>
              <a:avLst/>
              <a:gdLst/>
              <a:ahLst/>
              <a:cxnLst/>
              <a:rect l="l" t="t" r="r" b="b"/>
              <a:pathLst>
                <a:path w="383" h="337" extrusionOk="0">
                  <a:moveTo>
                    <a:pt x="182" y="0"/>
                  </a:moveTo>
                  <a:cubicBezTo>
                    <a:pt x="114" y="0"/>
                    <a:pt x="54" y="40"/>
                    <a:pt x="31" y="110"/>
                  </a:cubicBezTo>
                  <a:cubicBezTo>
                    <a:pt x="1" y="201"/>
                    <a:pt x="51" y="301"/>
                    <a:pt x="141" y="331"/>
                  </a:cubicBezTo>
                  <a:cubicBezTo>
                    <a:pt x="155" y="334"/>
                    <a:pt x="169" y="336"/>
                    <a:pt x="183" y="336"/>
                  </a:cubicBezTo>
                  <a:cubicBezTo>
                    <a:pt x="253" y="336"/>
                    <a:pt x="327" y="296"/>
                    <a:pt x="352" y="221"/>
                  </a:cubicBezTo>
                  <a:cubicBezTo>
                    <a:pt x="382" y="130"/>
                    <a:pt x="332" y="40"/>
                    <a:pt x="242" y="10"/>
                  </a:cubicBezTo>
                  <a:cubicBezTo>
                    <a:pt x="222" y="3"/>
                    <a:pt x="202" y="0"/>
                    <a:pt x="18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6" name="Google Shape;16286;p54">
              <a:extLst>
                <a:ext uri="{FF2B5EF4-FFF2-40B4-BE49-F238E27FC236}">
                  <a16:creationId xmlns:a16="http://schemas.microsoft.com/office/drawing/2014/main" id="{FE2FA2A5-7B20-0589-71B1-AE92C0ACA43D}"/>
                </a:ext>
              </a:extLst>
            </p:cNvPr>
            <p:cNvSpPr/>
            <p:nvPr/>
          </p:nvSpPr>
          <p:spPr>
            <a:xfrm>
              <a:off x="5014900" y="2483850"/>
              <a:ext cx="10825" cy="22100"/>
            </a:xfrm>
            <a:custGeom>
              <a:avLst/>
              <a:gdLst/>
              <a:ahLst/>
              <a:cxnLst/>
              <a:rect l="l" t="t" r="r" b="b"/>
              <a:pathLst>
                <a:path w="433" h="884" extrusionOk="0">
                  <a:moveTo>
                    <a:pt x="221" y="1"/>
                  </a:moveTo>
                  <a:lnTo>
                    <a:pt x="1" y="843"/>
                  </a:lnTo>
                  <a:lnTo>
                    <a:pt x="111" y="883"/>
                  </a:lnTo>
                  <a:lnTo>
                    <a:pt x="432" y="71"/>
                  </a:lnTo>
                  <a:lnTo>
                    <a:pt x="22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7" name="Google Shape;16287;p54">
              <a:extLst>
                <a:ext uri="{FF2B5EF4-FFF2-40B4-BE49-F238E27FC236}">
                  <a16:creationId xmlns:a16="http://schemas.microsoft.com/office/drawing/2014/main" id="{1408B500-E61F-D957-94D4-B78428E7672D}"/>
                </a:ext>
              </a:extLst>
            </p:cNvPr>
            <p:cNvSpPr/>
            <p:nvPr/>
          </p:nvSpPr>
          <p:spPr>
            <a:xfrm>
              <a:off x="5010150" y="2483100"/>
              <a:ext cx="5525" cy="21850"/>
            </a:xfrm>
            <a:custGeom>
              <a:avLst/>
              <a:gdLst/>
              <a:ahLst/>
              <a:cxnLst/>
              <a:rect l="l" t="t" r="r" b="b"/>
              <a:pathLst>
                <a:path w="221" h="874" extrusionOk="0">
                  <a:moveTo>
                    <a:pt x="0" y="0"/>
                  </a:moveTo>
                  <a:lnTo>
                    <a:pt x="50" y="873"/>
                  </a:lnTo>
                  <a:lnTo>
                    <a:pt x="161" y="873"/>
                  </a:lnTo>
                  <a:lnTo>
                    <a:pt x="22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8" name="Google Shape;16288;p54">
              <a:extLst>
                <a:ext uri="{FF2B5EF4-FFF2-40B4-BE49-F238E27FC236}">
                  <a16:creationId xmlns:a16="http://schemas.microsoft.com/office/drawing/2014/main" id="{94E403E4-3A3D-BB95-1CB9-709294DF366E}"/>
                </a:ext>
              </a:extLst>
            </p:cNvPr>
            <p:cNvSpPr/>
            <p:nvPr/>
          </p:nvSpPr>
          <p:spPr>
            <a:xfrm>
              <a:off x="4999850" y="2483850"/>
              <a:ext cx="10575" cy="22100"/>
            </a:xfrm>
            <a:custGeom>
              <a:avLst/>
              <a:gdLst/>
              <a:ahLst/>
              <a:cxnLst/>
              <a:rect l="l" t="t" r="r" b="b"/>
              <a:pathLst>
                <a:path w="423" h="884" extrusionOk="0">
                  <a:moveTo>
                    <a:pt x="212" y="1"/>
                  </a:moveTo>
                  <a:lnTo>
                    <a:pt x="1" y="71"/>
                  </a:lnTo>
                  <a:lnTo>
                    <a:pt x="322" y="883"/>
                  </a:lnTo>
                  <a:lnTo>
                    <a:pt x="422" y="843"/>
                  </a:lnTo>
                  <a:lnTo>
                    <a:pt x="21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9" name="Google Shape;16289;p54">
              <a:extLst>
                <a:ext uri="{FF2B5EF4-FFF2-40B4-BE49-F238E27FC236}">
                  <a16:creationId xmlns:a16="http://schemas.microsoft.com/office/drawing/2014/main" id="{A8C97750-949F-1EBD-F0FD-7759C9DDD873}"/>
                </a:ext>
              </a:extLst>
            </p:cNvPr>
            <p:cNvSpPr/>
            <p:nvPr/>
          </p:nvSpPr>
          <p:spPr>
            <a:xfrm>
              <a:off x="4990825" y="2487625"/>
              <a:ext cx="16325" cy="20325"/>
            </a:xfrm>
            <a:custGeom>
              <a:avLst/>
              <a:gdLst/>
              <a:ahLst/>
              <a:cxnLst/>
              <a:rect l="l" t="t" r="r" b="b"/>
              <a:pathLst>
                <a:path w="653" h="813" extrusionOk="0">
                  <a:moveTo>
                    <a:pt x="181" y="0"/>
                  </a:moveTo>
                  <a:lnTo>
                    <a:pt x="1" y="130"/>
                  </a:lnTo>
                  <a:lnTo>
                    <a:pt x="563" y="812"/>
                  </a:lnTo>
                  <a:lnTo>
                    <a:pt x="653" y="742"/>
                  </a:lnTo>
                  <a:lnTo>
                    <a:pt x="18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0" name="Google Shape;16290;p54">
              <a:extLst>
                <a:ext uri="{FF2B5EF4-FFF2-40B4-BE49-F238E27FC236}">
                  <a16:creationId xmlns:a16="http://schemas.microsoft.com/office/drawing/2014/main" id="{87A9CA48-F243-4F7A-B85F-2B066AF6647E}"/>
                </a:ext>
              </a:extLst>
            </p:cNvPr>
            <p:cNvSpPr/>
            <p:nvPr/>
          </p:nvSpPr>
          <p:spPr>
            <a:xfrm>
              <a:off x="4984050" y="2494375"/>
              <a:ext cx="20100" cy="16325"/>
            </a:xfrm>
            <a:custGeom>
              <a:avLst/>
              <a:gdLst/>
              <a:ahLst/>
              <a:cxnLst/>
              <a:rect l="l" t="t" r="r" b="b"/>
              <a:pathLst>
                <a:path w="804" h="653" extrusionOk="0">
                  <a:moveTo>
                    <a:pt x="131" y="1"/>
                  </a:moveTo>
                  <a:lnTo>
                    <a:pt x="1" y="181"/>
                  </a:lnTo>
                  <a:lnTo>
                    <a:pt x="743" y="653"/>
                  </a:lnTo>
                  <a:lnTo>
                    <a:pt x="803" y="563"/>
                  </a:lnTo>
                  <a:lnTo>
                    <a:pt x="13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1" name="Google Shape;16291;p54">
              <a:extLst>
                <a:ext uri="{FF2B5EF4-FFF2-40B4-BE49-F238E27FC236}">
                  <a16:creationId xmlns:a16="http://schemas.microsoft.com/office/drawing/2014/main" id="{B2895323-D814-5C23-3997-01AC0EB0FD8C}"/>
                </a:ext>
              </a:extLst>
            </p:cNvPr>
            <p:cNvSpPr/>
            <p:nvPr/>
          </p:nvSpPr>
          <p:spPr>
            <a:xfrm>
              <a:off x="4980300" y="2503150"/>
              <a:ext cx="21850" cy="10825"/>
            </a:xfrm>
            <a:custGeom>
              <a:avLst/>
              <a:gdLst/>
              <a:ahLst/>
              <a:cxnLst/>
              <a:rect l="l" t="t" r="r" b="b"/>
              <a:pathLst>
                <a:path w="874" h="433" extrusionOk="0">
                  <a:moveTo>
                    <a:pt x="61" y="1"/>
                  </a:moveTo>
                  <a:lnTo>
                    <a:pt x="1" y="212"/>
                  </a:lnTo>
                  <a:lnTo>
                    <a:pt x="843" y="432"/>
                  </a:lnTo>
                  <a:lnTo>
                    <a:pt x="873" y="332"/>
                  </a:lnTo>
                  <a:lnTo>
                    <a:pt x="6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2" name="Google Shape;16292;p54">
              <a:extLst>
                <a:ext uri="{FF2B5EF4-FFF2-40B4-BE49-F238E27FC236}">
                  <a16:creationId xmlns:a16="http://schemas.microsoft.com/office/drawing/2014/main" id="{56C83962-4B25-4B9B-429A-32C2A450F203}"/>
                </a:ext>
              </a:extLst>
            </p:cNvPr>
            <p:cNvSpPr/>
            <p:nvPr/>
          </p:nvSpPr>
          <p:spPr>
            <a:xfrm>
              <a:off x="4979300" y="2513450"/>
              <a:ext cx="21850" cy="5525"/>
            </a:xfrm>
            <a:custGeom>
              <a:avLst/>
              <a:gdLst/>
              <a:ahLst/>
              <a:cxnLst/>
              <a:rect l="l" t="t" r="r" b="b"/>
              <a:pathLst>
                <a:path w="874" h="221" extrusionOk="0">
                  <a:moveTo>
                    <a:pt x="0" y="0"/>
                  </a:moveTo>
                  <a:lnTo>
                    <a:pt x="0" y="221"/>
                  </a:lnTo>
                  <a:lnTo>
                    <a:pt x="873" y="171"/>
                  </a:lnTo>
                  <a:lnTo>
                    <a:pt x="873" y="6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3" name="Google Shape;16293;p54">
              <a:extLst>
                <a:ext uri="{FF2B5EF4-FFF2-40B4-BE49-F238E27FC236}">
                  <a16:creationId xmlns:a16="http://schemas.microsoft.com/office/drawing/2014/main" id="{771EF7AB-D5C9-D0F4-3ED9-E139207B692D}"/>
                </a:ext>
              </a:extLst>
            </p:cNvPr>
            <p:cNvSpPr/>
            <p:nvPr/>
          </p:nvSpPr>
          <p:spPr>
            <a:xfrm>
              <a:off x="4980050" y="2518450"/>
              <a:ext cx="22100" cy="10825"/>
            </a:xfrm>
            <a:custGeom>
              <a:avLst/>
              <a:gdLst/>
              <a:ahLst/>
              <a:cxnLst/>
              <a:rect l="l" t="t" r="r" b="b"/>
              <a:pathLst>
                <a:path w="884" h="433" extrusionOk="0">
                  <a:moveTo>
                    <a:pt x="853" y="1"/>
                  </a:moveTo>
                  <a:lnTo>
                    <a:pt x="1" y="221"/>
                  </a:lnTo>
                  <a:lnTo>
                    <a:pt x="71" y="432"/>
                  </a:lnTo>
                  <a:lnTo>
                    <a:pt x="883" y="111"/>
                  </a:lnTo>
                  <a:lnTo>
                    <a:pt x="8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4" name="Google Shape;16294;p54">
              <a:extLst>
                <a:ext uri="{FF2B5EF4-FFF2-40B4-BE49-F238E27FC236}">
                  <a16:creationId xmlns:a16="http://schemas.microsoft.com/office/drawing/2014/main" id="{F31193B4-6B05-AF54-5353-11E6D487B812}"/>
                </a:ext>
              </a:extLst>
            </p:cNvPr>
            <p:cNvSpPr/>
            <p:nvPr/>
          </p:nvSpPr>
          <p:spPr>
            <a:xfrm>
              <a:off x="4984050" y="2521975"/>
              <a:ext cx="20100" cy="16075"/>
            </a:xfrm>
            <a:custGeom>
              <a:avLst/>
              <a:gdLst/>
              <a:ahLst/>
              <a:cxnLst/>
              <a:rect l="l" t="t" r="r" b="b"/>
              <a:pathLst>
                <a:path w="804" h="643" extrusionOk="0">
                  <a:moveTo>
                    <a:pt x="733" y="0"/>
                  </a:moveTo>
                  <a:lnTo>
                    <a:pt x="1" y="462"/>
                  </a:lnTo>
                  <a:lnTo>
                    <a:pt x="131" y="642"/>
                  </a:lnTo>
                  <a:lnTo>
                    <a:pt x="803" y="90"/>
                  </a:lnTo>
                  <a:lnTo>
                    <a:pt x="733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5" name="Google Shape;16295;p54">
              <a:extLst>
                <a:ext uri="{FF2B5EF4-FFF2-40B4-BE49-F238E27FC236}">
                  <a16:creationId xmlns:a16="http://schemas.microsoft.com/office/drawing/2014/main" id="{B5F11D18-26B0-585C-523D-F33BEF156A85}"/>
                </a:ext>
              </a:extLst>
            </p:cNvPr>
            <p:cNvSpPr/>
            <p:nvPr/>
          </p:nvSpPr>
          <p:spPr>
            <a:xfrm>
              <a:off x="4990575" y="2524725"/>
              <a:ext cx="16325" cy="20075"/>
            </a:xfrm>
            <a:custGeom>
              <a:avLst/>
              <a:gdLst/>
              <a:ahLst/>
              <a:cxnLst/>
              <a:rect l="l" t="t" r="r" b="b"/>
              <a:pathLst>
                <a:path w="653" h="803" extrusionOk="0">
                  <a:moveTo>
                    <a:pt x="562" y="1"/>
                  </a:moveTo>
                  <a:lnTo>
                    <a:pt x="1" y="673"/>
                  </a:lnTo>
                  <a:lnTo>
                    <a:pt x="181" y="803"/>
                  </a:lnTo>
                  <a:lnTo>
                    <a:pt x="653" y="71"/>
                  </a:lnTo>
                  <a:lnTo>
                    <a:pt x="56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6" name="Google Shape;16296;p54">
              <a:extLst>
                <a:ext uri="{FF2B5EF4-FFF2-40B4-BE49-F238E27FC236}">
                  <a16:creationId xmlns:a16="http://schemas.microsoft.com/office/drawing/2014/main" id="{8C6C0C6D-4D7A-535D-E1C5-412BE7F0F240}"/>
                </a:ext>
              </a:extLst>
            </p:cNvPr>
            <p:cNvSpPr/>
            <p:nvPr/>
          </p:nvSpPr>
          <p:spPr>
            <a:xfrm>
              <a:off x="4999600" y="2526725"/>
              <a:ext cx="10825" cy="22100"/>
            </a:xfrm>
            <a:custGeom>
              <a:avLst/>
              <a:gdLst/>
              <a:ahLst/>
              <a:cxnLst/>
              <a:rect l="l" t="t" r="r" b="b"/>
              <a:pathLst>
                <a:path w="433" h="884" extrusionOk="0">
                  <a:moveTo>
                    <a:pt x="322" y="1"/>
                  </a:moveTo>
                  <a:lnTo>
                    <a:pt x="1" y="813"/>
                  </a:lnTo>
                  <a:lnTo>
                    <a:pt x="212" y="883"/>
                  </a:lnTo>
                  <a:lnTo>
                    <a:pt x="432" y="41"/>
                  </a:lnTo>
                  <a:lnTo>
                    <a:pt x="32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7" name="Google Shape;16297;p54">
              <a:extLst>
                <a:ext uri="{FF2B5EF4-FFF2-40B4-BE49-F238E27FC236}">
                  <a16:creationId xmlns:a16="http://schemas.microsoft.com/office/drawing/2014/main" id="{0F275E7D-89EF-3E39-42FA-1ACC7B5CD7EB}"/>
                </a:ext>
              </a:extLst>
            </p:cNvPr>
            <p:cNvSpPr/>
            <p:nvPr/>
          </p:nvSpPr>
          <p:spPr>
            <a:xfrm>
              <a:off x="5009650" y="2527725"/>
              <a:ext cx="5525" cy="21850"/>
            </a:xfrm>
            <a:custGeom>
              <a:avLst/>
              <a:gdLst/>
              <a:ahLst/>
              <a:cxnLst/>
              <a:rect l="l" t="t" r="r" b="b"/>
              <a:pathLst>
                <a:path w="221" h="874" extrusionOk="0">
                  <a:moveTo>
                    <a:pt x="60" y="1"/>
                  </a:moveTo>
                  <a:lnTo>
                    <a:pt x="0" y="874"/>
                  </a:lnTo>
                  <a:lnTo>
                    <a:pt x="221" y="874"/>
                  </a:lnTo>
                  <a:lnTo>
                    <a:pt x="17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8" name="Google Shape;16298;p54">
              <a:extLst>
                <a:ext uri="{FF2B5EF4-FFF2-40B4-BE49-F238E27FC236}">
                  <a16:creationId xmlns:a16="http://schemas.microsoft.com/office/drawing/2014/main" id="{6B9D89C0-F461-6F0E-C1CB-1092F8612D71}"/>
                </a:ext>
              </a:extLst>
            </p:cNvPr>
            <p:cNvSpPr/>
            <p:nvPr/>
          </p:nvSpPr>
          <p:spPr>
            <a:xfrm>
              <a:off x="5014900" y="2526725"/>
              <a:ext cx="10575" cy="22100"/>
            </a:xfrm>
            <a:custGeom>
              <a:avLst/>
              <a:gdLst/>
              <a:ahLst/>
              <a:cxnLst/>
              <a:rect l="l" t="t" r="r" b="b"/>
              <a:pathLst>
                <a:path w="423" h="884" extrusionOk="0">
                  <a:moveTo>
                    <a:pt x="101" y="1"/>
                  </a:moveTo>
                  <a:lnTo>
                    <a:pt x="1" y="41"/>
                  </a:lnTo>
                  <a:lnTo>
                    <a:pt x="211" y="883"/>
                  </a:lnTo>
                  <a:lnTo>
                    <a:pt x="422" y="823"/>
                  </a:lnTo>
                  <a:lnTo>
                    <a:pt x="10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9" name="Google Shape;16299;p54">
              <a:extLst>
                <a:ext uri="{FF2B5EF4-FFF2-40B4-BE49-F238E27FC236}">
                  <a16:creationId xmlns:a16="http://schemas.microsoft.com/office/drawing/2014/main" id="{2FC5D005-357C-0E44-05CA-DDA227C907DD}"/>
                </a:ext>
              </a:extLst>
            </p:cNvPr>
            <p:cNvSpPr/>
            <p:nvPr/>
          </p:nvSpPr>
          <p:spPr>
            <a:xfrm>
              <a:off x="5018175" y="2524975"/>
              <a:ext cx="16075" cy="20075"/>
            </a:xfrm>
            <a:custGeom>
              <a:avLst/>
              <a:gdLst/>
              <a:ahLst/>
              <a:cxnLst/>
              <a:rect l="l" t="t" r="r" b="b"/>
              <a:pathLst>
                <a:path w="643" h="803" extrusionOk="0">
                  <a:moveTo>
                    <a:pt x="90" y="1"/>
                  </a:moveTo>
                  <a:lnTo>
                    <a:pt x="0" y="61"/>
                  </a:lnTo>
                  <a:lnTo>
                    <a:pt x="462" y="803"/>
                  </a:lnTo>
                  <a:lnTo>
                    <a:pt x="642" y="673"/>
                  </a:lnTo>
                  <a:lnTo>
                    <a:pt x="90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0" name="Google Shape;16300;p54">
              <a:extLst>
                <a:ext uri="{FF2B5EF4-FFF2-40B4-BE49-F238E27FC236}">
                  <a16:creationId xmlns:a16="http://schemas.microsoft.com/office/drawing/2014/main" id="{8ED03336-A798-141C-50C4-CF5E9799AE7E}"/>
                </a:ext>
              </a:extLst>
            </p:cNvPr>
            <p:cNvSpPr/>
            <p:nvPr/>
          </p:nvSpPr>
          <p:spPr>
            <a:xfrm>
              <a:off x="5021175" y="2521975"/>
              <a:ext cx="19825" cy="16325"/>
            </a:xfrm>
            <a:custGeom>
              <a:avLst/>
              <a:gdLst/>
              <a:ahLst/>
              <a:cxnLst/>
              <a:rect l="l" t="t" r="r" b="b"/>
              <a:pathLst>
                <a:path w="793" h="653" extrusionOk="0">
                  <a:moveTo>
                    <a:pt x="61" y="0"/>
                  </a:moveTo>
                  <a:lnTo>
                    <a:pt x="1" y="90"/>
                  </a:lnTo>
                  <a:lnTo>
                    <a:pt x="663" y="652"/>
                  </a:lnTo>
                  <a:lnTo>
                    <a:pt x="793" y="472"/>
                  </a:lnTo>
                  <a:lnTo>
                    <a:pt x="6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1" name="Google Shape;16301;p54">
              <a:extLst>
                <a:ext uri="{FF2B5EF4-FFF2-40B4-BE49-F238E27FC236}">
                  <a16:creationId xmlns:a16="http://schemas.microsoft.com/office/drawing/2014/main" id="{9F2C9478-BF44-171D-25FD-82D028AE11AD}"/>
                </a:ext>
              </a:extLst>
            </p:cNvPr>
            <p:cNvSpPr/>
            <p:nvPr/>
          </p:nvSpPr>
          <p:spPr>
            <a:xfrm>
              <a:off x="5023175" y="2518700"/>
              <a:ext cx="21850" cy="10825"/>
            </a:xfrm>
            <a:custGeom>
              <a:avLst/>
              <a:gdLst/>
              <a:ahLst/>
              <a:cxnLst/>
              <a:rect l="l" t="t" r="r" b="b"/>
              <a:pathLst>
                <a:path w="874" h="433" extrusionOk="0">
                  <a:moveTo>
                    <a:pt x="31" y="1"/>
                  </a:moveTo>
                  <a:lnTo>
                    <a:pt x="1" y="101"/>
                  </a:lnTo>
                  <a:lnTo>
                    <a:pt x="803" y="432"/>
                  </a:lnTo>
                  <a:lnTo>
                    <a:pt x="873" y="221"/>
                  </a:lnTo>
                  <a:lnTo>
                    <a:pt x="3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2" name="Google Shape;16302;p54">
              <a:extLst>
                <a:ext uri="{FF2B5EF4-FFF2-40B4-BE49-F238E27FC236}">
                  <a16:creationId xmlns:a16="http://schemas.microsoft.com/office/drawing/2014/main" id="{1625373F-5800-B193-82A9-B4DD206555FC}"/>
                </a:ext>
              </a:extLst>
            </p:cNvPr>
            <p:cNvSpPr/>
            <p:nvPr/>
          </p:nvSpPr>
          <p:spPr>
            <a:xfrm>
              <a:off x="5023925" y="2513700"/>
              <a:ext cx="21850" cy="5525"/>
            </a:xfrm>
            <a:custGeom>
              <a:avLst/>
              <a:gdLst/>
              <a:ahLst/>
              <a:cxnLst/>
              <a:rect l="l" t="t" r="r" b="b"/>
              <a:pathLst>
                <a:path w="874" h="221" extrusionOk="0">
                  <a:moveTo>
                    <a:pt x="874" y="0"/>
                  </a:moveTo>
                  <a:lnTo>
                    <a:pt x="11" y="50"/>
                  </a:lnTo>
                  <a:lnTo>
                    <a:pt x="1" y="161"/>
                  </a:lnTo>
                  <a:lnTo>
                    <a:pt x="874" y="221"/>
                  </a:lnTo>
                  <a:lnTo>
                    <a:pt x="874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3" name="Google Shape;16303;p54">
              <a:extLst>
                <a:ext uri="{FF2B5EF4-FFF2-40B4-BE49-F238E27FC236}">
                  <a16:creationId xmlns:a16="http://schemas.microsoft.com/office/drawing/2014/main" id="{775630DA-4D50-3944-C730-B949FF92BF55}"/>
                </a:ext>
              </a:extLst>
            </p:cNvPr>
            <p:cNvSpPr/>
            <p:nvPr/>
          </p:nvSpPr>
          <p:spPr>
            <a:xfrm>
              <a:off x="5023175" y="2503650"/>
              <a:ext cx="21850" cy="10575"/>
            </a:xfrm>
            <a:custGeom>
              <a:avLst/>
              <a:gdLst/>
              <a:ahLst/>
              <a:cxnLst/>
              <a:rect l="l" t="t" r="r" b="b"/>
              <a:pathLst>
                <a:path w="874" h="423" extrusionOk="0">
                  <a:moveTo>
                    <a:pt x="813" y="1"/>
                  </a:moveTo>
                  <a:lnTo>
                    <a:pt x="1" y="312"/>
                  </a:lnTo>
                  <a:lnTo>
                    <a:pt x="31" y="422"/>
                  </a:lnTo>
                  <a:lnTo>
                    <a:pt x="873" y="212"/>
                  </a:lnTo>
                  <a:lnTo>
                    <a:pt x="81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4" name="Google Shape;16304;p54">
              <a:extLst>
                <a:ext uri="{FF2B5EF4-FFF2-40B4-BE49-F238E27FC236}">
                  <a16:creationId xmlns:a16="http://schemas.microsoft.com/office/drawing/2014/main" id="{982FDD76-3D3C-7C7A-B84B-33C64CB8A5E8}"/>
                </a:ext>
              </a:extLst>
            </p:cNvPr>
            <p:cNvSpPr/>
            <p:nvPr/>
          </p:nvSpPr>
          <p:spPr>
            <a:xfrm>
              <a:off x="5021175" y="2494625"/>
              <a:ext cx="20075" cy="16075"/>
            </a:xfrm>
            <a:custGeom>
              <a:avLst/>
              <a:gdLst/>
              <a:ahLst/>
              <a:cxnLst/>
              <a:rect l="l" t="t" r="r" b="b"/>
              <a:pathLst>
                <a:path w="803" h="643" extrusionOk="0">
                  <a:moveTo>
                    <a:pt x="673" y="1"/>
                  </a:moveTo>
                  <a:lnTo>
                    <a:pt x="1" y="553"/>
                  </a:lnTo>
                  <a:lnTo>
                    <a:pt x="61" y="643"/>
                  </a:lnTo>
                  <a:lnTo>
                    <a:pt x="803" y="181"/>
                  </a:lnTo>
                  <a:lnTo>
                    <a:pt x="67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5" name="Google Shape;16305;p54">
              <a:extLst>
                <a:ext uri="{FF2B5EF4-FFF2-40B4-BE49-F238E27FC236}">
                  <a16:creationId xmlns:a16="http://schemas.microsoft.com/office/drawing/2014/main" id="{4553C806-7B80-3255-3AD9-228A2405052A}"/>
                </a:ext>
              </a:extLst>
            </p:cNvPr>
            <p:cNvSpPr/>
            <p:nvPr/>
          </p:nvSpPr>
          <p:spPr>
            <a:xfrm>
              <a:off x="5018425" y="2487875"/>
              <a:ext cx="16075" cy="20075"/>
            </a:xfrm>
            <a:custGeom>
              <a:avLst/>
              <a:gdLst/>
              <a:ahLst/>
              <a:cxnLst/>
              <a:rect l="l" t="t" r="r" b="b"/>
              <a:pathLst>
                <a:path w="643" h="803" extrusionOk="0">
                  <a:moveTo>
                    <a:pt x="472" y="0"/>
                  </a:moveTo>
                  <a:lnTo>
                    <a:pt x="0" y="732"/>
                  </a:lnTo>
                  <a:lnTo>
                    <a:pt x="80" y="802"/>
                  </a:lnTo>
                  <a:lnTo>
                    <a:pt x="642" y="130"/>
                  </a:lnTo>
                  <a:lnTo>
                    <a:pt x="472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6" name="Google Shape;16306;p54">
              <a:extLst>
                <a:ext uri="{FF2B5EF4-FFF2-40B4-BE49-F238E27FC236}">
                  <a16:creationId xmlns:a16="http://schemas.microsoft.com/office/drawing/2014/main" id="{858024AE-A71E-E188-9372-12EE24F580DB}"/>
                </a:ext>
              </a:extLst>
            </p:cNvPr>
            <p:cNvSpPr/>
            <p:nvPr/>
          </p:nvSpPr>
          <p:spPr>
            <a:xfrm>
              <a:off x="5002625" y="2587425"/>
              <a:ext cx="21325" cy="775"/>
            </a:xfrm>
            <a:custGeom>
              <a:avLst/>
              <a:gdLst/>
              <a:ahLst/>
              <a:cxnLst/>
              <a:rect l="l" t="t" r="r" b="b"/>
              <a:pathLst>
                <a:path w="853" h="31" extrusionOk="0">
                  <a:moveTo>
                    <a:pt x="432" y="0"/>
                  </a:moveTo>
                  <a:cubicBezTo>
                    <a:pt x="191" y="0"/>
                    <a:pt x="0" y="10"/>
                    <a:pt x="0" y="20"/>
                  </a:cubicBezTo>
                  <a:cubicBezTo>
                    <a:pt x="0" y="30"/>
                    <a:pt x="191" y="30"/>
                    <a:pt x="432" y="30"/>
                  </a:cubicBezTo>
                  <a:cubicBezTo>
                    <a:pt x="662" y="30"/>
                    <a:pt x="853" y="30"/>
                    <a:pt x="853" y="20"/>
                  </a:cubicBezTo>
                  <a:cubicBezTo>
                    <a:pt x="853" y="10"/>
                    <a:pt x="662" y="0"/>
                    <a:pt x="43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7" name="Google Shape;16307;p54">
              <a:extLst>
                <a:ext uri="{FF2B5EF4-FFF2-40B4-BE49-F238E27FC236}">
                  <a16:creationId xmlns:a16="http://schemas.microsoft.com/office/drawing/2014/main" id="{B3A2BD3E-B541-760D-4D84-F828A997DC5D}"/>
                </a:ext>
              </a:extLst>
            </p:cNvPr>
            <p:cNvSpPr/>
            <p:nvPr/>
          </p:nvSpPr>
          <p:spPr>
            <a:xfrm>
              <a:off x="4998100" y="2671175"/>
              <a:ext cx="32625" cy="525"/>
            </a:xfrm>
            <a:custGeom>
              <a:avLst/>
              <a:gdLst/>
              <a:ahLst/>
              <a:cxnLst/>
              <a:rect l="l" t="t" r="r" b="b"/>
              <a:pathLst>
                <a:path w="1305" h="21" extrusionOk="0">
                  <a:moveTo>
                    <a:pt x="1" y="0"/>
                  </a:moveTo>
                  <a:lnTo>
                    <a:pt x="1" y="20"/>
                  </a:lnTo>
                  <a:lnTo>
                    <a:pt x="282" y="20"/>
                  </a:lnTo>
                  <a:lnTo>
                    <a:pt x="282" y="0"/>
                  </a:lnTo>
                  <a:close/>
                  <a:moveTo>
                    <a:pt x="412" y="0"/>
                  </a:moveTo>
                  <a:lnTo>
                    <a:pt x="412" y="20"/>
                  </a:lnTo>
                  <a:lnTo>
                    <a:pt x="823" y="20"/>
                  </a:lnTo>
                  <a:lnTo>
                    <a:pt x="823" y="0"/>
                  </a:lnTo>
                  <a:close/>
                  <a:moveTo>
                    <a:pt x="954" y="0"/>
                  </a:moveTo>
                  <a:lnTo>
                    <a:pt x="954" y="20"/>
                  </a:lnTo>
                  <a:lnTo>
                    <a:pt x="1305" y="20"/>
                  </a:lnTo>
                  <a:lnTo>
                    <a:pt x="1295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8" name="Google Shape;16308;p54">
              <a:extLst>
                <a:ext uri="{FF2B5EF4-FFF2-40B4-BE49-F238E27FC236}">
                  <a16:creationId xmlns:a16="http://schemas.microsoft.com/office/drawing/2014/main" id="{07831009-AACF-59BB-867B-56F168A8F2D7}"/>
                </a:ext>
              </a:extLst>
            </p:cNvPr>
            <p:cNvSpPr/>
            <p:nvPr/>
          </p:nvSpPr>
          <p:spPr>
            <a:xfrm>
              <a:off x="5005125" y="2671175"/>
              <a:ext cx="16825" cy="525"/>
            </a:xfrm>
            <a:custGeom>
              <a:avLst/>
              <a:gdLst/>
              <a:ahLst/>
              <a:cxnLst/>
              <a:rect l="l" t="t" r="r" b="b"/>
              <a:pathLst>
                <a:path w="673" h="21" extrusionOk="0">
                  <a:moveTo>
                    <a:pt x="1" y="0"/>
                  </a:moveTo>
                  <a:lnTo>
                    <a:pt x="1" y="20"/>
                  </a:lnTo>
                  <a:lnTo>
                    <a:pt x="131" y="20"/>
                  </a:lnTo>
                  <a:lnTo>
                    <a:pt x="131" y="0"/>
                  </a:lnTo>
                  <a:close/>
                  <a:moveTo>
                    <a:pt x="542" y="0"/>
                  </a:moveTo>
                  <a:lnTo>
                    <a:pt x="542" y="20"/>
                  </a:lnTo>
                  <a:lnTo>
                    <a:pt x="673" y="20"/>
                  </a:lnTo>
                  <a:lnTo>
                    <a:pt x="673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9" name="Google Shape;16309;p54">
              <a:extLst>
                <a:ext uri="{FF2B5EF4-FFF2-40B4-BE49-F238E27FC236}">
                  <a16:creationId xmlns:a16="http://schemas.microsoft.com/office/drawing/2014/main" id="{368D5690-931C-1341-17B1-47C81A221338}"/>
                </a:ext>
              </a:extLst>
            </p:cNvPr>
            <p:cNvSpPr/>
            <p:nvPr/>
          </p:nvSpPr>
          <p:spPr>
            <a:xfrm>
              <a:off x="4989075" y="2671175"/>
              <a:ext cx="51425" cy="525"/>
            </a:xfrm>
            <a:custGeom>
              <a:avLst/>
              <a:gdLst/>
              <a:ahLst/>
              <a:cxnLst/>
              <a:rect l="l" t="t" r="r" b="b"/>
              <a:pathLst>
                <a:path w="2057" h="21" extrusionOk="0">
                  <a:moveTo>
                    <a:pt x="231" y="0"/>
                  </a:moveTo>
                  <a:cubicBezTo>
                    <a:pt x="91" y="0"/>
                    <a:pt x="1" y="10"/>
                    <a:pt x="1" y="10"/>
                  </a:cubicBezTo>
                  <a:cubicBezTo>
                    <a:pt x="1" y="10"/>
                    <a:pt x="91" y="20"/>
                    <a:pt x="221" y="20"/>
                  </a:cubicBezTo>
                  <a:lnTo>
                    <a:pt x="231" y="0"/>
                  </a:lnTo>
                  <a:close/>
                  <a:moveTo>
                    <a:pt x="1786" y="0"/>
                  </a:moveTo>
                  <a:lnTo>
                    <a:pt x="1796" y="20"/>
                  </a:lnTo>
                  <a:cubicBezTo>
                    <a:pt x="1957" y="20"/>
                    <a:pt x="2057" y="10"/>
                    <a:pt x="2057" y="10"/>
                  </a:cubicBezTo>
                  <a:cubicBezTo>
                    <a:pt x="2057" y="10"/>
                    <a:pt x="1957" y="0"/>
                    <a:pt x="1786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0" name="Google Shape;16310;p54">
              <a:extLst>
                <a:ext uri="{FF2B5EF4-FFF2-40B4-BE49-F238E27FC236}">
                  <a16:creationId xmlns:a16="http://schemas.microsoft.com/office/drawing/2014/main" id="{3C6C64E4-EC34-8142-BA1E-AD44EF9488F6}"/>
                </a:ext>
              </a:extLst>
            </p:cNvPr>
            <p:cNvSpPr/>
            <p:nvPr/>
          </p:nvSpPr>
          <p:spPr>
            <a:xfrm>
              <a:off x="4994600" y="2671175"/>
              <a:ext cx="39400" cy="525"/>
            </a:xfrm>
            <a:custGeom>
              <a:avLst/>
              <a:gdLst/>
              <a:ahLst/>
              <a:cxnLst/>
              <a:rect l="l" t="t" r="r" b="b"/>
              <a:pathLst>
                <a:path w="1576" h="21" extrusionOk="0">
                  <a:moveTo>
                    <a:pt x="10" y="0"/>
                  </a:moveTo>
                  <a:lnTo>
                    <a:pt x="0" y="20"/>
                  </a:lnTo>
                  <a:lnTo>
                    <a:pt x="141" y="20"/>
                  </a:lnTo>
                  <a:lnTo>
                    <a:pt x="141" y="0"/>
                  </a:lnTo>
                  <a:close/>
                  <a:moveTo>
                    <a:pt x="1435" y="0"/>
                  </a:moveTo>
                  <a:lnTo>
                    <a:pt x="1445" y="20"/>
                  </a:lnTo>
                  <a:lnTo>
                    <a:pt x="1575" y="20"/>
                  </a:lnTo>
                  <a:lnTo>
                    <a:pt x="1565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1" name="Google Shape;16311;p54">
              <a:extLst>
                <a:ext uri="{FF2B5EF4-FFF2-40B4-BE49-F238E27FC236}">
                  <a16:creationId xmlns:a16="http://schemas.microsoft.com/office/drawing/2014/main" id="{1206CAED-B40F-EE40-4435-F126173B951C}"/>
                </a:ext>
              </a:extLst>
            </p:cNvPr>
            <p:cNvSpPr/>
            <p:nvPr/>
          </p:nvSpPr>
          <p:spPr>
            <a:xfrm>
              <a:off x="5034475" y="2671925"/>
              <a:ext cx="8050" cy="2025"/>
            </a:xfrm>
            <a:custGeom>
              <a:avLst/>
              <a:gdLst/>
              <a:ahLst/>
              <a:cxnLst/>
              <a:rect l="l" t="t" r="r" b="b"/>
              <a:pathLst>
                <a:path w="322" h="81" extrusionOk="0">
                  <a:moveTo>
                    <a:pt x="311" y="0"/>
                  </a:moveTo>
                  <a:cubicBezTo>
                    <a:pt x="301" y="20"/>
                    <a:pt x="281" y="41"/>
                    <a:pt x="251" y="41"/>
                  </a:cubicBezTo>
                  <a:lnTo>
                    <a:pt x="0" y="41"/>
                  </a:lnTo>
                  <a:lnTo>
                    <a:pt x="10" y="81"/>
                  </a:lnTo>
                  <a:lnTo>
                    <a:pt x="251" y="81"/>
                  </a:lnTo>
                  <a:cubicBezTo>
                    <a:pt x="291" y="81"/>
                    <a:pt x="321" y="51"/>
                    <a:pt x="321" y="20"/>
                  </a:cubicBezTo>
                  <a:lnTo>
                    <a:pt x="31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2" name="Google Shape;16312;p54">
              <a:extLst>
                <a:ext uri="{FF2B5EF4-FFF2-40B4-BE49-F238E27FC236}">
                  <a16:creationId xmlns:a16="http://schemas.microsoft.com/office/drawing/2014/main" id="{769A1AC1-3A6D-654A-2E5A-1CBC961ED2A3}"/>
                </a:ext>
              </a:extLst>
            </p:cNvPr>
            <p:cNvSpPr/>
            <p:nvPr/>
          </p:nvSpPr>
          <p:spPr>
            <a:xfrm>
              <a:off x="4997350" y="2672925"/>
              <a:ext cx="34125" cy="1025"/>
            </a:xfrm>
            <a:custGeom>
              <a:avLst/>
              <a:gdLst/>
              <a:ahLst/>
              <a:cxnLst/>
              <a:rect l="l" t="t" r="r" b="b"/>
              <a:pathLst>
                <a:path w="1365" h="41" extrusionOk="0">
                  <a:moveTo>
                    <a:pt x="11" y="1"/>
                  </a:moveTo>
                  <a:lnTo>
                    <a:pt x="1" y="41"/>
                  </a:lnTo>
                  <a:lnTo>
                    <a:pt x="322" y="41"/>
                  </a:lnTo>
                  <a:lnTo>
                    <a:pt x="322" y="1"/>
                  </a:lnTo>
                  <a:close/>
                  <a:moveTo>
                    <a:pt x="452" y="1"/>
                  </a:moveTo>
                  <a:lnTo>
                    <a:pt x="452" y="41"/>
                  </a:lnTo>
                  <a:lnTo>
                    <a:pt x="843" y="41"/>
                  </a:lnTo>
                  <a:lnTo>
                    <a:pt x="843" y="1"/>
                  </a:lnTo>
                  <a:close/>
                  <a:moveTo>
                    <a:pt x="974" y="1"/>
                  </a:moveTo>
                  <a:lnTo>
                    <a:pt x="974" y="41"/>
                  </a:lnTo>
                  <a:lnTo>
                    <a:pt x="1365" y="41"/>
                  </a:lnTo>
                  <a:lnTo>
                    <a:pt x="1345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3" name="Google Shape;16313;p54">
              <a:extLst>
                <a:ext uri="{FF2B5EF4-FFF2-40B4-BE49-F238E27FC236}">
                  <a16:creationId xmlns:a16="http://schemas.microsoft.com/office/drawing/2014/main" id="{3623906B-752A-9282-570B-4E192EB5BEC7}"/>
                </a:ext>
              </a:extLst>
            </p:cNvPr>
            <p:cNvSpPr/>
            <p:nvPr/>
          </p:nvSpPr>
          <p:spPr>
            <a:xfrm>
              <a:off x="5005375" y="2672925"/>
              <a:ext cx="16325" cy="1025"/>
            </a:xfrm>
            <a:custGeom>
              <a:avLst/>
              <a:gdLst/>
              <a:ahLst/>
              <a:cxnLst/>
              <a:rect l="l" t="t" r="r" b="b"/>
              <a:pathLst>
                <a:path w="653" h="41" extrusionOk="0">
                  <a:moveTo>
                    <a:pt x="1" y="1"/>
                  </a:moveTo>
                  <a:lnTo>
                    <a:pt x="1" y="41"/>
                  </a:lnTo>
                  <a:lnTo>
                    <a:pt x="131" y="41"/>
                  </a:lnTo>
                  <a:lnTo>
                    <a:pt x="131" y="1"/>
                  </a:lnTo>
                  <a:close/>
                  <a:moveTo>
                    <a:pt x="522" y="1"/>
                  </a:moveTo>
                  <a:lnTo>
                    <a:pt x="522" y="41"/>
                  </a:lnTo>
                  <a:lnTo>
                    <a:pt x="653" y="41"/>
                  </a:lnTo>
                  <a:lnTo>
                    <a:pt x="6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4" name="Google Shape;16314;p54">
              <a:extLst>
                <a:ext uri="{FF2B5EF4-FFF2-40B4-BE49-F238E27FC236}">
                  <a16:creationId xmlns:a16="http://schemas.microsoft.com/office/drawing/2014/main" id="{E167F70E-4110-F56B-246D-ACF28DBEF803}"/>
                </a:ext>
              </a:extLst>
            </p:cNvPr>
            <p:cNvSpPr/>
            <p:nvPr/>
          </p:nvSpPr>
          <p:spPr>
            <a:xfrm>
              <a:off x="4987575" y="2671925"/>
              <a:ext cx="6800" cy="2025"/>
            </a:xfrm>
            <a:custGeom>
              <a:avLst/>
              <a:gdLst/>
              <a:ahLst/>
              <a:cxnLst/>
              <a:rect l="l" t="t" r="r" b="b"/>
              <a:pathLst>
                <a:path w="272" h="81" extrusionOk="0">
                  <a:moveTo>
                    <a:pt x="0" y="0"/>
                  </a:moveTo>
                  <a:lnTo>
                    <a:pt x="0" y="20"/>
                  </a:lnTo>
                  <a:cubicBezTo>
                    <a:pt x="0" y="41"/>
                    <a:pt x="10" y="61"/>
                    <a:pt x="20" y="71"/>
                  </a:cubicBezTo>
                  <a:cubicBezTo>
                    <a:pt x="31" y="81"/>
                    <a:pt x="51" y="81"/>
                    <a:pt x="61" y="81"/>
                  </a:cubicBezTo>
                  <a:lnTo>
                    <a:pt x="261" y="81"/>
                  </a:lnTo>
                  <a:lnTo>
                    <a:pt x="271" y="41"/>
                  </a:lnTo>
                  <a:lnTo>
                    <a:pt x="61" y="41"/>
                  </a:lnTo>
                  <a:cubicBezTo>
                    <a:pt x="31" y="41"/>
                    <a:pt x="10" y="20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5" name="Google Shape;16315;p54">
              <a:extLst>
                <a:ext uri="{FF2B5EF4-FFF2-40B4-BE49-F238E27FC236}">
                  <a16:creationId xmlns:a16="http://schemas.microsoft.com/office/drawing/2014/main" id="{752F72EC-C9EA-F790-C647-82DB03572562}"/>
                </a:ext>
              </a:extLst>
            </p:cNvPr>
            <p:cNvSpPr/>
            <p:nvPr/>
          </p:nvSpPr>
          <p:spPr>
            <a:xfrm>
              <a:off x="4994100" y="2672925"/>
              <a:ext cx="40650" cy="1025"/>
            </a:xfrm>
            <a:custGeom>
              <a:avLst/>
              <a:gdLst/>
              <a:ahLst/>
              <a:cxnLst/>
              <a:rect l="l" t="t" r="r" b="b"/>
              <a:pathLst>
                <a:path w="1626" h="41" extrusionOk="0">
                  <a:moveTo>
                    <a:pt x="10" y="1"/>
                  </a:moveTo>
                  <a:lnTo>
                    <a:pt x="0" y="41"/>
                  </a:lnTo>
                  <a:lnTo>
                    <a:pt x="131" y="41"/>
                  </a:lnTo>
                  <a:lnTo>
                    <a:pt x="141" y="1"/>
                  </a:lnTo>
                  <a:close/>
                  <a:moveTo>
                    <a:pt x="1475" y="1"/>
                  </a:moveTo>
                  <a:lnTo>
                    <a:pt x="1495" y="41"/>
                  </a:lnTo>
                  <a:lnTo>
                    <a:pt x="1625" y="41"/>
                  </a:lnTo>
                  <a:lnTo>
                    <a:pt x="1615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6" name="Google Shape;16316;p54">
              <a:extLst>
                <a:ext uri="{FF2B5EF4-FFF2-40B4-BE49-F238E27FC236}">
                  <a16:creationId xmlns:a16="http://schemas.microsoft.com/office/drawing/2014/main" id="{77C368FD-3EA8-A1B8-A99F-13B2B1A2CF8C}"/>
                </a:ext>
              </a:extLst>
            </p:cNvPr>
            <p:cNvSpPr/>
            <p:nvPr/>
          </p:nvSpPr>
          <p:spPr>
            <a:xfrm>
              <a:off x="4997600" y="2618500"/>
              <a:ext cx="32125" cy="3050"/>
            </a:xfrm>
            <a:custGeom>
              <a:avLst/>
              <a:gdLst/>
              <a:ahLst/>
              <a:cxnLst/>
              <a:rect l="l" t="t" r="r" b="b"/>
              <a:pathLst>
                <a:path w="1285" h="122" extrusionOk="0">
                  <a:moveTo>
                    <a:pt x="61" y="1"/>
                  </a:moveTo>
                  <a:cubicBezTo>
                    <a:pt x="21" y="1"/>
                    <a:pt x="1" y="21"/>
                    <a:pt x="1" y="61"/>
                  </a:cubicBezTo>
                  <a:cubicBezTo>
                    <a:pt x="1" y="91"/>
                    <a:pt x="21" y="121"/>
                    <a:pt x="61" y="121"/>
                  </a:cubicBezTo>
                  <a:lnTo>
                    <a:pt x="1224" y="121"/>
                  </a:lnTo>
                  <a:cubicBezTo>
                    <a:pt x="1264" y="121"/>
                    <a:pt x="1285" y="91"/>
                    <a:pt x="1285" y="61"/>
                  </a:cubicBezTo>
                  <a:cubicBezTo>
                    <a:pt x="1285" y="21"/>
                    <a:pt x="1264" y="1"/>
                    <a:pt x="1224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7" name="Google Shape;16317;p54">
              <a:extLst>
                <a:ext uri="{FF2B5EF4-FFF2-40B4-BE49-F238E27FC236}">
                  <a16:creationId xmlns:a16="http://schemas.microsoft.com/office/drawing/2014/main" id="{F94A419D-27B9-45AD-C40E-2BD4A0937475}"/>
                </a:ext>
              </a:extLst>
            </p:cNvPr>
            <p:cNvSpPr/>
            <p:nvPr/>
          </p:nvSpPr>
          <p:spPr>
            <a:xfrm>
              <a:off x="4997600" y="2619275"/>
              <a:ext cx="32125" cy="2275"/>
            </a:xfrm>
            <a:custGeom>
              <a:avLst/>
              <a:gdLst/>
              <a:ahLst/>
              <a:cxnLst/>
              <a:rect l="l" t="t" r="r" b="b"/>
              <a:pathLst>
                <a:path w="1285" h="91" extrusionOk="0">
                  <a:moveTo>
                    <a:pt x="1285" y="0"/>
                  </a:moveTo>
                  <a:cubicBezTo>
                    <a:pt x="1275" y="30"/>
                    <a:pt x="1254" y="60"/>
                    <a:pt x="1224" y="60"/>
                  </a:cubicBezTo>
                  <a:lnTo>
                    <a:pt x="61" y="60"/>
                  </a:lnTo>
                  <a:cubicBezTo>
                    <a:pt x="31" y="60"/>
                    <a:pt x="11" y="40"/>
                    <a:pt x="1" y="20"/>
                  </a:cubicBezTo>
                  <a:lnTo>
                    <a:pt x="1" y="30"/>
                  </a:lnTo>
                  <a:cubicBezTo>
                    <a:pt x="1" y="60"/>
                    <a:pt x="21" y="90"/>
                    <a:pt x="51" y="90"/>
                  </a:cubicBezTo>
                  <a:lnTo>
                    <a:pt x="1224" y="90"/>
                  </a:lnTo>
                  <a:cubicBezTo>
                    <a:pt x="1264" y="90"/>
                    <a:pt x="1285" y="60"/>
                    <a:pt x="1285" y="30"/>
                  </a:cubicBezTo>
                  <a:lnTo>
                    <a:pt x="1285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8" name="Google Shape;16318;p54">
              <a:extLst>
                <a:ext uri="{FF2B5EF4-FFF2-40B4-BE49-F238E27FC236}">
                  <a16:creationId xmlns:a16="http://schemas.microsoft.com/office/drawing/2014/main" id="{7B64CF3C-EA0B-6EB7-FE02-226C120DA25C}"/>
                </a:ext>
              </a:extLst>
            </p:cNvPr>
            <p:cNvSpPr/>
            <p:nvPr/>
          </p:nvSpPr>
          <p:spPr>
            <a:xfrm>
              <a:off x="4998850" y="2618500"/>
              <a:ext cx="29375" cy="800"/>
            </a:xfrm>
            <a:custGeom>
              <a:avLst/>
              <a:gdLst/>
              <a:ahLst/>
              <a:cxnLst/>
              <a:rect l="l" t="t" r="r" b="b"/>
              <a:pathLst>
                <a:path w="1175" h="32" extrusionOk="0">
                  <a:moveTo>
                    <a:pt x="573" y="1"/>
                  </a:moveTo>
                  <a:cubicBezTo>
                    <a:pt x="332" y="1"/>
                    <a:pt x="1" y="11"/>
                    <a:pt x="1" y="21"/>
                  </a:cubicBezTo>
                  <a:cubicBezTo>
                    <a:pt x="1" y="31"/>
                    <a:pt x="332" y="31"/>
                    <a:pt x="573" y="31"/>
                  </a:cubicBezTo>
                  <a:cubicBezTo>
                    <a:pt x="803" y="31"/>
                    <a:pt x="1174" y="31"/>
                    <a:pt x="1174" y="21"/>
                  </a:cubicBezTo>
                  <a:cubicBezTo>
                    <a:pt x="1174" y="11"/>
                    <a:pt x="803" y="1"/>
                    <a:pt x="573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9" name="Google Shape;16319;p54">
              <a:extLst>
                <a:ext uri="{FF2B5EF4-FFF2-40B4-BE49-F238E27FC236}">
                  <a16:creationId xmlns:a16="http://schemas.microsoft.com/office/drawing/2014/main" id="{7CDF2E51-B6B1-AA4C-79C5-0EDC3E7F1929}"/>
                </a:ext>
              </a:extLst>
            </p:cNvPr>
            <p:cNvSpPr/>
            <p:nvPr/>
          </p:nvSpPr>
          <p:spPr>
            <a:xfrm>
              <a:off x="5044250" y="2509175"/>
              <a:ext cx="21325" cy="8550"/>
            </a:xfrm>
            <a:custGeom>
              <a:avLst/>
              <a:gdLst/>
              <a:ahLst/>
              <a:cxnLst/>
              <a:rect l="l" t="t" r="r" b="b"/>
              <a:pathLst>
                <a:path w="853" h="342" extrusionOk="0">
                  <a:moveTo>
                    <a:pt x="853" y="1"/>
                  </a:moveTo>
                  <a:lnTo>
                    <a:pt x="0" y="221"/>
                  </a:lnTo>
                  <a:lnTo>
                    <a:pt x="0" y="342"/>
                  </a:lnTo>
                  <a:lnTo>
                    <a:pt x="853" y="342"/>
                  </a:lnTo>
                  <a:lnTo>
                    <a:pt x="8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20" name="Google Shape;16320;p54">
              <a:extLst>
                <a:ext uri="{FF2B5EF4-FFF2-40B4-BE49-F238E27FC236}">
                  <a16:creationId xmlns:a16="http://schemas.microsoft.com/office/drawing/2014/main" id="{009A5FAA-D4FB-DEEE-E5C3-102861F58863}"/>
                </a:ext>
              </a:extLst>
            </p:cNvPr>
            <p:cNvSpPr/>
            <p:nvPr/>
          </p:nvSpPr>
          <p:spPr>
            <a:xfrm>
              <a:off x="5044250" y="2518450"/>
              <a:ext cx="21325" cy="8550"/>
            </a:xfrm>
            <a:custGeom>
              <a:avLst/>
              <a:gdLst/>
              <a:ahLst/>
              <a:cxnLst/>
              <a:rect l="l" t="t" r="r" b="b"/>
              <a:pathLst>
                <a:path w="853" h="342" extrusionOk="0">
                  <a:moveTo>
                    <a:pt x="0" y="1"/>
                  </a:moveTo>
                  <a:lnTo>
                    <a:pt x="0" y="121"/>
                  </a:lnTo>
                  <a:lnTo>
                    <a:pt x="853" y="342"/>
                  </a:lnTo>
                  <a:lnTo>
                    <a:pt x="8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6321" name="Google Shape;16321;p54">
            <a:extLst>
              <a:ext uri="{FF2B5EF4-FFF2-40B4-BE49-F238E27FC236}">
                <a16:creationId xmlns:a16="http://schemas.microsoft.com/office/drawing/2014/main" id="{3FEED0FF-D6C8-182E-559E-3E0D3970F395}"/>
              </a:ext>
            </a:extLst>
          </p:cNvPr>
          <p:cNvGrpSpPr/>
          <p:nvPr/>
        </p:nvGrpSpPr>
        <p:grpSpPr>
          <a:xfrm flipH="1">
            <a:off x="44830" y="3954707"/>
            <a:ext cx="8901933" cy="1094777"/>
            <a:chOff x="-75995" y="4254507"/>
            <a:chExt cx="8901933" cy="1094777"/>
          </a:xfrm>
        </p:grpSpPr>
        <p:grpSp>
          <p:nvGrpSpPr>
            <p:cNvPr id="16322" name="Google Shape;16322;p54">
              <a:extLst>
                <a:ext uri="{FF2B5EF4-FFF2-40B4-BE49-F238E27FC236}">
                  <a16:creationId xmlns:a16="http://schemas.microsoft.com/office/drawing/2014/main" id="{267DB20E-D03E-E192-9DBE-6EFB70E2E38B}"/>
                </a:ext>
              </a:extLst>
            </p:cNvPr>
            <p:cNvGrpSpPr/>
            <p:nvPr/>
          </p:nvGrpSpPr>
          <p:grpSpPr>
            <a:xfrm>
              <a:off x="1847659" y="4405094"/>
              <a:ext cx="5081829" cy="944189"/>
              <a:chOff x="238125" y="2195725"/>
              <a:chExt cx="7120400" cy="1322950"/>
            </a:xfrm>
          </p:grpSpPr>
          <p:sp>
            <p:nvSpPr>
              <p:cNvPr id="16323" name="Google Shape;16323;p54">
                <a:extLst>
                  <a:ext uri="{FF2B5EF4-FFF2-40B4-BE49-F238E27FC236}">
                    <a16:creationId xmlns:a16="http://schemas.microsoft.com/office/drawing/2014/main" id="{D0236BFB-6E52-2CDC-600E-F762FCDE12E1}"/>
                  </a:ext>
                </a:extLst>
              </p:cNvPr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24" name="Google Shape;16324;p54">
                <a:extLst>
                  <a:ext uri="{FF2B5EF4-FFF2-40B4-BE49-F238E27FC236}">
                    <a16:creationId xmlns:a16="http://schemas.microsoft.com/office/drawing/2014/main" id="{280DF12B-F1C4-D288-47CE-9C931088E605}"/>
                  </a:ext>
                </a:extLst>
              </p:cNvPr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25" name="Google Shape;16325;p54">
                <a:extLst>
                  <a:ext uri="{FF2B5EF4-FFF2-40B4-BE49-F238E27FC236}">
                    <a16:creationId xmlns:a16="http://schemas.microsoft.com/office/drawing/2014/main" id="{2BF2776D-9B5D-1C13-FDD4-C5B074177D3C}"/>
                  </a:ext>
                </a:extLst>
              </p:cNvPr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26" name="Google Shape;16326;p54">
                <a:extLst>
                  <a:ext uri="{FF2B5EF4-FFF2-40B4-BE49-F238E27FC236}">
                    <a16:creationId xmlns:a16="http://schemas.microsoft.com/office/drawing/2014/main" id="{ACBD17DF-2B83-D303-D0A9-E9FEDA875514}"/>
                  </a:ext>
                </a:extLst>
              </p:cNvPr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27" name="Google Shape;16327;p54">
                <a:extLst>
                  <a:ext uri="{FF2B5EF4-FFF2-40B4-BE49-F238E27FC236}">
                    <a16:creationId xmlns:a16="http://schemas.microsoft.com/office/drawing/2014/main" id="{DA629305-8BA4-392B-1D34-94F809F659A4}"/>
                  </a:ext>
                </a:extLst>
              </p:cNvPr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28" name="Google Shape;16328;p54">
                <a:extLst>
                  <a:ext uri="{FF2B5EF4-FFF2-40B4-BE49-F238E27FC236}">
                    <a16:creationId xmlns:a16="http://schemas.microsoft.com/office/drawing/2014/main" id="{FB590A0D-6E85-9F6F-2FF3-3C16A163DAF3}"/>
                  </a:ext>
                </a:extLst>
              </p:cNvPr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29" name="Google Shape;16329;p54">
                <a:extLst>
                  <a:ext uri="{FF2B5EF4-FFF2-40B4-BE49-F238E27FC236}">
                    <a16:creationId xmlns:a16="http://schemas.microsoft.com/office/drawing/2014/main" id="{3519D6EC-C8DF-12E6-DF42-B27A2696038B}"/>
                  </a:ext>
                </a:extLst>
              </p:cNvPr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0" name="Google Shape;16330;p54">
                <a:extLst>
                  <a:ext uri="{FF2B5EF4-FFF2-40B4-BE49-F238E27FC236}">
                    <a16:creationId xmlns:a16="http://schemas.microsoft.com/office/drawing/2014/main" id="{D35DE47D-43FD-8C57-63C6-53F5C2C2B1D3}"/>
                  </a:ext>
                </a:extLst>
              </p:cNvPr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1" name="Google Shape;16331;p54">
                <a:extLst>
                  <a:ext uri="{FF2B5EF4-FFF2-40B4-BE49-F238E27FC236}">
                    <a16:creationId xmlns:a16="http://schemas.microsoft.com/office/drawing/2014/main" id="{8689ABF1-30BF-553C-380C-FE8E5935FC87}"/>
                  </a:ext>
                </a:extLst>
              </p:cNvPr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2" name="Google Shape;16332;p54">
                <a:extLst>
                  <a:ext uri="{FF2B5EF4-FFF2-40B4-BE49-F238E27FC236}">
                    <a16:creationId xmlns:a16="http://schemas.microsoft.com/office/drawing/2014/main" id="{137D19C2-843A-9709-C212-94D4927CADA9}"/>
                  </a:ext>
                </a:extLst>
              </p:cNvPr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3" name="Google Shape;16333;p54">
                <a:extLst>
                  <a:ext uri="{FF2B5EF4-FFF2-40B4-BE49-F238E27FC236}">
                    <a16:creationId xmlns:a16="http://schemas.microsoft.com/office/drawing/2014/main" id="{CD690767-AB0D-3D7A-FB5E-82967EFE2034}"/>
                  </a:ext>
                </a:extLst>
              </p:cNvPr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4" name="Google Shape;16334;p54">
                <a:extLst>
                  <a:ext uri="{FF2B5EF4-FFF2-40B4-BE49-F238E27FC236}">
                    <a16:creationId xmlns:a16="http://schemas.microsoft.com/office/drawing/2014/main" id="{2822E93F-2277-37BA-705F-D7AC41988088}"/>
                  </a:ext>
                </a:extLst>
              </p:cNvPr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5" name="Google Shape;16335;p54">
                <a:extLst>
                  <a:ext uri="{FF2B5EF4-FFF2-40B4-BE49-F238E27FC236}">
                    <a16:creationId xmlns:a16="http://schemas.microsoft.com/office/drawing/2014/main" id="{A0230B8F-74A8-F49F-2E00-7B3C4F00E116}"/>
                  </a:ext>
                </a:extLst>
              </p:cNvPr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6" name="Google Shape;16336;p54">
                <a:extLst>
                  <a:ext uri="{FF2B5EF4-FFF2-40B4-BE49-F238E27FC236}">
                    <a16:creationId xmlns:a16="http://schemas.microsoft.com/office/drawing/2014/main" id="{872C9796-3BD7-D620-0960-EDB62C0CE570}"/>
                  </a:ext>
                </a:extLst>
              </p:cNvPr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7" name="Google Shape;16337;p54">
                <a:extLst>
                  <a:ext uri="{FF2B5EF4-FFF2-40B4-BE49-F238E27FC236}">
                    <a16:creationId xmlns:a16="http://schemas.microsoft.com/office/drawing/2014/main" id="{330757E8-7FF7-4D23-053B-3CF10D3FA05E}"/>
                  </a:ext>
                </a:extLst>
              </p:cNvPr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8" name="Google Shape;16338;p54">
                <a:extLst>
                  <a:ext uri="{FF2B5EF4-FFF2-40B4-BE49-F238E27FC236}">
                    <a16:creationId xmlns:a16="http://schemas.microsoft.com/office/drawing/2014/main" id="{5DF0834C-FF71-3C23-9DAE-622CC2C01589}"/>
                  </a:ext>
                </a:extLst>
              </p:cNvPr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39" name="Google Shape;16339;p54">
                <a:extLst>
                  <a:ext uri="{FF2B5EF4-FFF2-40B4-BE49-F238E27FC236}">
                    <a16:creationId xmlns:a16="http://schemas.microsoft.com/office/drawing/2014/main" id="{BB650E28-A1BD-E9E9-E3BD-A817FB482A87}"/>
                  </a:ext>
                </a:extLst>
              </p:cNvPr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0" name="Google Shape;16340;p54">
                <a:extLst>
                  <a:ext uri="{FF2B5EF4-FFF2-40B4-BE49-F238E27FC236}">
                    <a16:creationId xmlns:a16="http://schemas.microsoft.com/office/drawing/2014/main" id="{7ADD5698-1ACE-8953-61E7-A72190D3E121}"/>
                  </a:ext>
                </a:extLst>
              </p:cNvPr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1" name="Google Shape;16341;p54">
                <a:extLst>
                  <a:ext uri="{FF2B5EF4-FFF2-40B4-BE49-F238E27FC236}">
                    <a16:creationId xmlns:a16="http://schemas.microsoft.com/office/drawing/2014/main" id="{E8A5AC48-7438-EE3A-9864-79CAFDE83AFE}"/>
                  </a:ext>
                </a:extLst>
              </p:cNvPr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2" name="Google Shape;16342;p54">
                <a:extLst>
                  <a:ext uri="{FF2B5EF4-FFF2-40B4-BE49-F238E27FC236}">
                    <a16:creationId xmlns:a16="http://schemas.microsoft.com/office/drawing/2014/main" id="{D9123510-374E-1484-F090-0BAA2D894015}"/>
                  </a:ext>
                </a:extLst>
              </p:cNvPr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3" name="Google Shape;16343;p54">
                <a:extLst>
                  <a:ext uri="{FF2B5EF4-FFF2-40B4-BE49-F238E27FC236}">
                    <a16:creationId xmlns:a16="http://schemas.microsoft.com/office/drawing/2014/main" id="{4DD55DCE-87B9-4632-1848-40019BDC5B48}"/>
                  </a:ext>
                </a:extLst>
              </p:cNvPr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4" name="Google Shape;16344;p54">
                <a:extLst>
                  <a:ext uri="{FF2B5EF4-FFF2-40B4-BE49-F238E27FC236}">
                    <a16:creationId xmlns:a16="http://schemas.microsoft.com/office/drawing/2014/main" id="{1ECDDC73-BF0E-A91F-1BF7-A9D1AF5EB8EB}"/>
                  </a:ext>
                </a:extLst>
              </p:cNvPr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5" name="Google Shape;16345;p54">
                <a:extLst>
                  <a:ext uri="{FF2B5EF4-FFF2-40B4-BE49-F238E27FC236}">
                    <a16:creationId xmlns:a16="http://schemas.microsoft.com/office/drawing/2014/main" id="{58550FDF-20A2-43E7-D878-4549CBA4EC99}"/>
                  </a:ext>
                </a:extLst>
              </p:cNvPr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6" name="Google Shape;16346;p54">
                <a:extLst>
                  <a:ext uri="{FF2B5EF4-FFF2-40B4-BE49-F238E27FC236}">
                    <a16:creationId xmlns:a16="http://schemas.microsoft.com/office/drawing/2014/main" id="{6ECF894F-823C-F941-8D6D-DD61B2E7C0C5}"/>
                  </a:ext>
                </a:extLst>
              </p:cNvPr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7" name="Google Shape;16347;p54">
                <a:extLst>
                  <a:ext uri="{FF2B5EF4-FFF2-40B4-BE49-F238E27FC236}">
                    <a16:creationId xmlns:a16="http://schemas.microsoft.com/office/drawing/2014/main" id="{B356FB5D-F346-CF28-D585-BA737D41D74A}"/>
                  </a:ext>
                </a:extLst>
              </p:cNvPr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8" name="Google Shape;16348;p54">
                <a:extLst>
                  <a:ext uri="{FF2B5EF4-FFF2-40B4-BE49-F238E27FC236}">
                    <a16:creationId xmlns:a16="http://schemas.microsoft.com/office/drawing/2014/main" id="{D8055143-F008-10C9-913E-FC58E8E6CA83}"/>
                  </a:ext>
                </a:extLst>
              </p:cNvPr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49" name="Google Shape;16349;p54">
                <a:extLst>
                  <a:ext uri="{FF2B5EF4-FFF2-40B4-BE49-F238E27FC236}">
                    <a16:creationId xmlns:a16="http://schemas.microsoft.com/office/drawing/2014/main" id="{D9654470-9642-C7D9-967B-ACA5DE069F68}"/>
                  </a:ext>
                </a:extLst>
              </p:cNvPr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0" name="Google Shape;16350;p54">
                <a:extLst>
                  <a:ext uri="{FF2B5EF4-FFF2-40B4-BE49-F238E27FC236}">
                    <a16:creationId xmlns:a16="http://schemas.microsoft.com/office/drawing/2014/main" id="{27625C48-940E-2748-7DE3-57A1CC5BB51D}"/>
                  </a:ext>
                </a:extLst>
              </p:cNvPr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1" name="Google Shape;16351;p54">
                <a:extLst>
                  <a:ext uri="{FF2B5EF4-FFF2-40B4-BE49-F238E27FC236}">
                    <a16:creationId xmlns:a16="http://schemas.microsoft.com/office/drawing/2014/main" id="{4629F70C-A179-DCE3-DEE5-16FBC9C87BAB}"/>
                  </a:ext>
                </a:extLst>
              </p:cNvPr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2" name="Google Shape;16352;p54">
                <a:extLst>
                  <a:ext uri="{FF2B5EF4-FFF2-40B4-BE49-F238E27FC236}">
                    <a16:creationId xmlns:a16="http://schemas.microsoft.com/office/drawing/2014/main" id="{31FF86A9-FCCF-3CF4-9A02-9A7D734DD2B4}"/>
                  </a:ext>
                </a:extLst>
              </p:cNvPr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3" name="Google Shape;16353;p54">
                <a:extLst>
                  <a:ext uri="{FF2B5EF4-FFF2-40B4-BE49-F238E27FC236}">
                    <a16:creationId xmlns:a16="http://schemas.microsoft.com/office/drawing/2014/main" id="{0BA78268-3C56-6C69-1817-1DCEAE4BA74B}"/>
                  </a:ext>
                </a:extLst>
              </p:cNvPr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4" name="Google Shape;16354;p54">
                <a:extLst>
                  <a:ext uri="{FF2B5EF4-FFF2-40B4-BE49-F238E27FC236}">
                    <a16:creationId xmlns:a16="http://schemas.microsoft.com/office/drawing/2014/main" id="{1A560FA0-6039-31E1-9CC9-098C2415EE1F}"/>
                  </a:ext>
                </a:extLst>
              </p:cNvPr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5" name="Google Shape;16355;p54">
                <a:extLst>
                  <a:ext uri="{FF2B5EF4-FFF2-40B4-BE49-F238E27FC236}">
                    <a16:creationId xmlns:a16="http://schemas.microsoft.com/office/drawing/2014/main" id="{AFFBC089-F740-E0D6-0A9E-18BD6E3EA671}"/>
                  </a:ext>
                </a:extLst>
              </p:cNvPr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6" name="Google Shape;16356;p54">
                <a:extLst>
                  <a:ext uri="{FF2B5EF4-FFF2-40B4-BE49-F238E27FC236}">
                    <a16:creationId xmlns:a16="http://schemas.microsoft.com/office/drawing/2014/main" id="{3EC7DD17-0383-FC6B-F379-0B888D73B406}"/>
                  </a:ext>
                </a:extLst>
              </p:cNvPr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7" name="Google Shape;16357;p54">
                <a:extLst>
                  <a:ext uri="{FF2B5EF4-FFF2-40B4-BE49-F238E27FC236}">
                    <a16:creationId xmlns:a16="http://schemas.microsoft.com/office/drawing/2014/main" id="{E0095B73-D1A4-6BF4-D60E-9E09E0F79E0C}"/>
                  </a:ext>
                </a:extLst>
              </p:cNvPr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8" name="Google Shape;16358;p54">
                <a:extLst>
                  <a:ext uri="{FF2B5EF4-FFF2-40B4-BE49-F238E27FC236}">
                    <a16:creationId xmlns:a16="http://schemas.microsoft.com/office/drawing/2014/main" id="{193897B0-E87B-F151-8440-0677106D1E23}"/>
                  </a:ext>
                </a:extLst>
              </p:cNvPr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59" name="Google Shape;16359;p54">
                <a:extLst>
                  <a:ext uri="{FF2B5EF4-FFF2-40B4-BE49-F238E27FC236}">
                    <a16:creationId xmlns:a16="http://schemas.microsoft.com/office/drawing/2014/main" id="{6CF27643-5275-7DE1-319C-066A1620316D}"/>
                  </a:ext>
                </a:extLst>
              </p:cNvPr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0" name="Google Shape;16360;p54">
                <a:extLst>
                  <a:ext uri="{FF2B5EF4-FFF2-40B4-BE49-F238E27FC236}">
                    <a16:creationId xmlns:a16="http://schemas.microsoft.com/office/drawing/2014/main" id="{97E73D1C-7F53-2CD7-D9F1-DBD9334D9D2D}"/>
                  </a:ext>
                </a:extLst>
              </p:cNvPr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1" name="Google Shape;16361;p54">
                <a:extLst>
                  <a:ext uri="{FF2B5EF4-FFF2-40B4-BE49-F238E27FC236}">
                    <a16:creationId xmlns:a16="http://schemas.microsoft.com/office/drawing/2014/main" id="{821395C1-B9CE-3B99-8DD5-098AA963713D}"/>
                  </a:ext>
                </a:extLst>
              </p:cNvPr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2" name="Google Shape;16362;p54">
                <a:extLst>
                  <a:ext uri="{FF2B5EF4-FFF2-40B4-BE49-F238E27FC236}">
                    <a16:creationId xmlns:a16="http://schemas.microsoft.com/office/drawing/2014/main" id="{032B1964-3B67-8F16-F7BF-4B41202CD72C}"/>
                  </a:ext>
                </a:extLst>
              </p:cNvPr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3" name="Google Shape;16363;p54">
                <a:extLst>
                  <a:ext uri="{FF2B5EF4-FFF2-40B4-BE49-F238E27FC236}">
                    <a16:creationId xmlns:a16="http://schemas.microsoft.com/office/drawing/2014/main" id="{A1C629B7-5C39-BFC2-4023-09A6EBE81659}"/>
                  </a:ext>
                </a:extLst>
              </p:cNvPr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4" name="Google Shape;16364;p54">
                <a:extLst>
                  <a:ext uri="{FF2B5EF4-FFF2-40B4-BE49-F238E27FC236}">
                    <a16:creationId xmlns:a16="http://schemas.microsoft.com/office/drawing/2014/main" id="{7E6A6639-DD81-2DF3-472B-E28ABC77FDDA}"/>
                  </a:ext>
                </a:extLst>
              </p:cNvPr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5" name="Google Shape;16365;p54">
                <a:extLst>
                  <a:ext uri="{FF2B5EF4-FFF2-40B4-BE49-F238E27FC236}">
                    <a16:creationId xmlns:a16="http://schemas.microsoft.com/office/drawing/2014/main" id="{C2C6B000-C02D-9722-C532-DB8CFE4A3B93}"/>
                  </a:ext>
                </a:extLst>
              </p:cNvPr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6" name="Google Shape;16366;p54">
                <a:extLst>
                  <a:ext uri="{FF2B5EF4-FFF2-40B4-BE49-F238E27FC236}">
                    <a16:creationId xmlns:a16="http://schemas.microsoft.com/office/drawing/2014/main" id="{D02FBBFD-7977-91B8-3721-D8FE974757EC}"/>
                  </a:ext>
                </a:extLst>
              </p:cNvPr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7" name="Google Shape;16367;p54">
                <a:extLst>
                  <a:ext uri="{FF2B5EF4-FFF2-40B4-BE49-F238E27FC236}">
                    <a16:creationId xmlns:a16="http://schemas.microsoft.com/office/drawing/2014/main" id="{7461641E-E5AB-084B-562C-D075342891C3}"/>
                  </a:ext>
                </a:extLst>
              </p:cNvPr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8" name="Google Shape;16368;p54">
                <a:extLst>
                  <a:ext uri="{FF2B5EF4-FFF2-40B4-BE49-F238E27FC236}">
                    <a16:creationId xmlns:a16="http://schemas.microsoft.com/office/drawing/2014/main" id="{0A8C016E-9A8B-3493-F610-391A2614677F}"/>
                  </a:ext>
                </a:extLst>
              </p:cNvPr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69" name="Google Shape;16369;p54">
                <a:extLst>
                  <a:ext uri="{FF2B5EF4-FFF2-40B4-BE49-F238E27FC236}">
                    <a16:creationId xmlns:a16="http://schemas.microsoft.com/office/drawing/2014/main" id="{377B95D9-644B-5166-E30D-30346E5DEBF4}"/>
                  </a:ext>
                </a:extLst>
              </p:cNvPr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0" name="Google Shape;16370;p54">
                <a:extLst>
                  <a:ext uri="{FF2B5EF4-FFF2-40B4-BE49-F238E27FC236}">
                    <a16:creationId xmlns:a16="http://schemas.microsoft.com/office/drawing/2014/main" id="{EAFFC19A-FA1F-61EA-407B-0F0718C3E651}"/>
                  </a:ext>
                </a:extLst>
              </p:cNvPr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1" name="Google Shape;16371;p54">
                <a:extLst>
                  <a:ext uri="{FF2B5EF4-FFF2-40B4-BE49-F238E27FC236}">
                    <a16:creationId xmlns:a16="http://schemas.microsoft.com/office/drawing/2014/main" id="{361BB261-E03F-E4E4-3F7F-C7CEBED7A496}"/>
                  </a:ext>
                </a:extLst>
              </p:cNvPr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2" name="Google Shape;16372;p54">
                <a:extLst>
                  <a:ext uri="{FF2B5EF4-FFF2-40B4-BE49-F238E27FC236}">
                    <a16:creationId xmlns:a16="http://schemas.microsoft.com/office/drawing/2014/main" id="{97B83E27-B958-42DF-BD09-72C88384D2A0}"/>
                  </a:ext>
                </a:extLst>
              </p:cNvPr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3" name="Google Shape;16373;p54">
                <a:extLst>
                  <a:ext uri="{FF2B5EF4-FFF2-40B4-BE49-F238E27FC236}">
                    <a16:creationId xmlns:a16="http://schemas.microsoft.com/office/drawing/2014/main" id="{80AD7518-B7D9-9254-30B8-786215046A2D}"/>
                  </a:ext>
                </a:extLst>
              </p:cNvPr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4" name="Google Shape;16374;p54">
                <a:extLst>
                  <a:ext uri="{FF2B5EF4-FFF2-40B4-BE49-F238E27FC236}">
                    <a16:creationId xmlns:a16="http://schemas.microsoft.com/office/drawing/2014/main" id="{23CBEC71-BEF4-650F-0C2A-943A854ABCEC}"/>
                  </a:ext>
                </a:extLst>
              </p:cNvPr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5" name="Google Shape;16375;p54">
                <a:extLst>
                  <a:ext uri="{FF2B5EF4-FFF2-40B4-BE49-F238E27FC236}">
                    <a16:creationId xmlns:a16="http://schemas.microsoft.com/office/drawing/2014/main" id="{F35B1825-8B62-D89F-69BD-CFFBE41A7FD2}"/>
                  </a:ext>
                </a:extLst>
              </p:cNvPr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6" name="Google Shape;16376;p54">
                <a:extLst>
                  <a:ext uri="{FF2B5EF4-FFF2-40B4-BE49-F238E27FC236}">
                    <a16:creationId xmlns:a16="http://schemas.microsoft.com/office/drawing/2014/main" id="{959805FE-919D-1FBC-CBC4-D2058C930D8E}"/>
                  </a:ext>
                </a:extLst>
              </p:cNvPr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7" name="Google Shape;16377;p54">
                <a:extLst>
                  <a:ext uri="{FF2B5EF4-FFF2-40B4-BE49-F238E27FC236}">
                    <a16:creationId xmlns:a16="http://schemas.microsoft.com/office/drawing/2014/main" id="{2B874CBE-D5BD-C04A-35BE-D918CF5610FD}"/>
                  </a:ext>
                </a:extLst>
              </p:cNvPr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8" name="Google Shape;16378;p54">
                <a:extLst>
                  <a:ext uri="{FF2B5EF4-FFF2-40B4-BE49-F238E27FC236}">
                    <a16:creationId xmlns:a16="http://schemas.microsoft.com/office/drawing/2014/main" id="{22A6B63D-04B7-FF99-C5A1-AFD75E0D693A}"/>
                  </a:ext>
                </a:extLst>
              </p:cNvPr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79" name="Google Shape;16379;p54">
                <a:extLst>
                  <a:ext uri="{FF2B5EF4-FFF2-40B4-BE49-F238E27FC236}">
                    <a16:creationId xmlns:a16="http://schemas.microsoft.com/office/drawing/2014/main" id="{C1F22CF1-FF17-8075-1E53-A6D4286996FB}"/>
                  </a:ext>
                </a:extLst>
              </p:cNvPr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0" name="Google Shape;16380;p54">
                <a:extLst>
                  <a:ext uri="{FF2B5EF4-FFF2-40B4-BE49-F238E27FC236}">
                    <a16:creationId xmlns:a16="http://schemas.microsoft.com/office/drawing/2014/main" id="{9B303D56-AEC5-40FA-5D41-EA00B37D1844}"/>
                  </a:ext>
                </a:extLst>
              </p:cNvPr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1" name="Google Shape;16381;p54">
                <a:extLst>
                  <a:ext uri="{FF2B5EF4-FFF2-40B4-BE49-F238E27FC236}">
                    <a16:creationId xmlns:a16="http://schemas.microsoft.com/office/drawing/2014/main" id="{8E4AF8E6-2677-B771-C7FE-0EECC8C25563}"/>
                  </a:ext>
                </a:extLst>
              </p:cNvPr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2" name="Google Shape;16382;p54">
                <a:extLst>
                  <a:ext uri="{FF2B5EF4-FFF2-40B4-BE49-F238E27FC236}">
                    <a16:creationId xmlns:a16="http://schemas.microsoft.com/office/drawing/2014/main" id="{569CE81A-26F4-5538-FD85-1F54B32B8F59}"/>
                  </a:ext>
                </a:extLst>
              </p:cNvPr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3" name="Google Shape;16383;p54">
                <a:extLst>
                  <a:ext uri="{FF2B5EF4-FFF2-40B4-BE49-F238E27FC236}">
                    <a16:creationId xmlns:a16="http://schemas.microsoft.com/office/drawing/2014/main" id="{3E1E2251-8288-9D33-5055-E95E8D1DD4C5}"/>
                  </a:ext>
                </a:extLst>
              </p:cNvPr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4" name="Google Shape;16384;p54">
                <a:extLst>
                  <a:ext uri="{FF2B5EF4-FFF2-40B4-BE49-F238E27FC236}">
                    <a16:creationId xmlns:a16="http://schemas.microsoft.com/office/drawing/2014/main" id="{9BB6323B-98F2-48C9-A749-DE3607412E6C}"/>
                  </a:ext>
                </a:extLst>
              </p:cNvPr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5" name="Google Shape;16385;p54">
                <a:extLst>
                  <a:ext uri="{FF2B5EF4-FFF2-40B4-BE49-F238E27FC236}">
                    <a16:creationId xmlns:a16="http://schemas.microsoft.com/office/drawing/2014/main" id="{3004CC80-2705-0A9C-2E73-8B6F67BACBB5}"/>
                  </a:ext>
                </a:extLst>
              </p:cNvPr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6" name="Google Shape;16386;p54">
                <a:extLst>
                  <a:ext uri="{FF2B5EF4-FFF2-40B4-BE49-F238E27FC236}">
                    <a16:creationId xmlns:a16="http://schemas.microsoft.com/office/drawing/2014/main" id="{F4C6B778-89AF-9414-B81D-21038BA710FC}"/>
                  </a:ext>
                </a:extLst>
              </p:cNvPr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7" name="Google Shape;16387;p54">
                <a:extLst>
                  <a:ext uri="{FF2B5EF4-FFF2-40B4-BE49-F238E27FC236}">
                    <a16:creationId xmlns:a16="http://schemas.microsoft.com/office/drawing/2014/main" id="{52D66983-04D0-6DDD-2812-E058CB0EA6AC}"/>
                  </a:ext>
                </a:extLst>
              </p:cNvPr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8" name="Google Shape;16388;p54">
                <a:extLst>
                  <a:ext uri="{FF2B5EF4-FFF2-40B4-BE49-F238E27FC236}">
                    <a16:creationId xmlns:a16="http://schemas.microsoft.com/office/drawing/2014/main" id="{B7566874-D323-8E00-7E47-68DE6BD48866}"/>
                  </a:ext>
                </a:extLst>
              </p:cNvPr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89" name="Google Shape;16389;p54">
                <a:extLst>
                  <a:ext uri="{FF2B5EF4-FFF2-40B4-BE49-F238E27FC236}">
                    <a16:creationId xmlns:a16="http://schemas.microsoft.com/office/drawing/2014/main" id="{A4C512F1-83E1-A56E-7421-74EF3665124A}"/>
                  </a:ext>
                </a:extLst>
              </p:cNvPr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0" name="Google Shape;16390;p54">
                <a:extLst>
                  <a:ext uri="{FF2B5EF4-FFF2-40B4-BE49-F238E27FC236}">
                    <a16:creationId xmlns:a16="http://schemas.microsoft.com/office/drawing/2014/main" id="{0D86879D-EFDC-2F5A-0EB4-7E8E4173ABDB}"/>
                  </a:ext>
                </a:extLst>
              </p:cNvPr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1" name="Google Shape;16391;p54">
                <a:extLst>
                  <a:ext uri="{FF2B5EF4-FFF2-40B4-BE49-F238E27FC236}">
                    <a16:creationId xmlns:a16="http://schemas.microsoft.com/office/drawing/2014/main" id="{FD773C01-49F8-413B-86E3-A69705A20D99}"/>
                  </a:ext>
                </a:extLst>
              </p:cNvPr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2" name="Google Shape;16392;p54">
                <a:extLst>
                  <a:ext uri="{FF2B5EF4-FFF2-40B4-BE49-F238E27FC236}">
                    <a16:creationId xmlns:a16="http://schemas.microsoft.com/office/drawing/2014/main" id="{7A9473AD-17CF-3BA4-4D4B-4CFBC8D7C874}"/>
                  </a:ext>
                </a:extLst>
              </p:cNvPr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3" name="Google Shape;16393;p54">
                <a:extLst>
                  <a:ext uri="{FF2B5EF4-FFF2-40B4-BE49-F238E27FC236}">
                    <a16:creationId xmlns:a16="http://schemas.microsoft.com/office/drawing/2014/main" id="{AC7D4321-4081-71D0-33AE-1248A833476D}"/>
                  </a:ext>
                </a:extLst>
              </p:cNvPr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4" name="Google Shape;16394;p54">
                <a:extLst>
                  <a:ext uri="{FF2B5EF4-FFF2-40B4-BE49-F238E27FC236}">
                    <a16:creationId xmlns:a16="http://schemas.microsoft.com/office/drawing/2014/main" id="{6DEDDB63-93B5-1A2B-B86D-0ACC26684BB9}"/>
                  </a:ext>
                </a:extLst>
              </p:cNvPr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5" name="Google Shape;16395;p54">
                <a:extLst>
                  <a:ext uri="{FF2B5EF4-FFF2-40B4-BE49-F238E27FC236}">
                    <a16:creationId xmlns:a16="http://schemas.microsoft.com/office/drawing/2014/main" id="{EBBFE1C2-EB80-4F2F-3625-64B4C7550075}"/>
                  </a:ext>
                </a:extLst>
              </p:cNvPr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6" name="Google Shape;16396;p54">
                <a:extLst>
                  <a:ext uri="{FF2B5EF4-FFF2-40B4-BE49-F238E27FC236}">
                    <a16:creationId xmlns:a16="http://schemas.microsoft.com/office/drawing/2014/main" id="{39B8DDC9-4CEE-E519-18D7-903305FD98A1}"/>
                  </a:ext>
                </a:extLst>
              </p:cNvPr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7" name="Google Shape;16397;p54">
                <a:extLst>
                  <a:ext uri="{FF2B5EF4-FFF2-40B4-BE49-F238E27FC236}">
                    <a16:creationId xmlns:a16="http://schemas.microsoft.com/office/drawing/2014/main" id="{0ECC782D-DA35-6FC8-DC7F-E97E602D8F2B}"/>
                  </a:ext>
                </a:extLst>
              </p:cNvPr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8" name="Google Shape;16398;p54">
                <a:extLst>
                  <a:ext uri="{FF2B5EF4-FFF2-40B4-BE49-F238E27FC236}">
                    <a16:creationId xmlns:a16="http://schemas.microsoft.com/office/drawing/2014/main" id="{8F965A03-F9B6-0E72-31FD-43DD39812235}"/>
                  </a:ext>
                </a:extLst>
              </p:cNvPr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399" name="Google Shape;16399;p54">
                <a:extLst>
                  <a:ext uri="{FF2B5EF4-FFF2-40B4-BE49-F238E27FC236}">
                    <a16:creationId xmlns:a16="http://schemas.microsoft.com/office/drawing/2014/main" id="{367587B7-BA80-CF73-9304-EEEDE4995751}"/>
                  </a:ext>
                </a:extLst>
              </p:cNvPr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0" name="Google Shape;16400;p54">
                <a:extLst>
                  <a:ext uri="{FF2B5EF4-FFF2-40B4-BE49-F238E27FC236}">
                    <a16:creationId xmlns:a16="http://schemas.microsoft.com/office/drawing/2014/main" id="{FE1A0B5E-619E-42F5-738E-A9CA72F98005}"/>
                  </a:ext>
                </a:extLst>
              </p:cNvPr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1" name="Google Shape;16401;p54">
                <a:extLst>
                  <a:ext uri="{FF2B5EF4-FFF2-40B4-BE49-F238E27FC236}">
                    <a16:creationId xmlns:a16="http://schemas.microsoft.com/office/drawing/2014/main" id="{EC988EAB-AAF2-ABE4-7889-8AF1B73530A5}"/>
                  </a:ext>
                </a:extLst>
              </p:cNvPr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2" name="Google Shape;16402;p54">
                <a:extLst>
                  <a:ext uri="{FF2B5EF4-FFF2-40B4-BE49-F238E27FC236}">
                    <a16:creationId xmlns:a16="http://schemas.microsoft.com/office/drawing/2014/main" id="{2F76D407-CF60-EF39-EBB0-13F41B2A8652}"/>
                  </a:ext>
                </a:extLst>
              </p:cNvPr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3" name="Google Shape;16403;p54">
                <a:extLst>
                  <a:ext uri="{FF2B5EF4-FFF2-40B4-BE49-F238E27FC236}">
                    <a16:creationId xmlns:a16="http://schemas.microsoft.com/office/drawing/2014/main" id="{B8F07D86-F476-736D-1955-7D504B3A57CE}"/>
                  </a:ext>
                </a:extLst>
              </p:cNvPr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4" name="Google Shape;16404;p54">
                <a:extLst>
                  <a:ext uri="{FF2B5EF4-FFF2-40B4-BE49-F238E27FC236}">
                    <a16:creationId xmlns:a16="http://schemas.microsoft.com/office/drawing/2014/main" id="{E85C5614-4B56-C8F5-543D-6764164E2BE0}"/>
                  </a:ext>
                </a:extLst>
              </p:cNvPr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5" name="Google Shape;16405;p54">
                <a:extLst>
                  <a:ext uri="{FF2B5EF4-FFF2-40B4-BE49-F238E27FC236}">
                    <a16:creationId xmlns:a16="http://schemas.microsoft.com/office/drawing/2014/main" id="{2D836C88-B4EB-2889-2246-CE949B7207B5}"/>
                  </a:ext>
                </a:extLst>
              </p:cNvPr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6" name="Google Shape;16406;p54">
                <a:extLst>
                  <a:ext uri="{FF2B5EF4-FFF2-40B4-BE49-F238E27FC236}">
                    <a16:creationId xmlns:a16="http://schemas.microsoft.com/office/drawing/2014/main" id="{F83130A5-CB2C-18CF-32EC-43E8C3F2AF14}"/>
                  </a:ext>
                </a:extLst>
              </p:cNvPr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7" name="Google Shape;16407;p54">
                <a:extLst>
                  <a:ext uri="{FF2B5EF4-FFF2-40B4-BE49-F238E27FC236}">
                    <a16:creationId xmlns:a16="http://schemas.microsoft.com/office/drawing/2014/main" id="{1266A818-50C9-8F19-2A58-C1DDAF7DF7DD}"/>
                  </a:ext>
                </a:extLst>
              </p:cNvPr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8" name="Google Shape;16408;p54">
                <a:extLst>
                  <a:ext uri="{FF2B5EF4-FFF2-40B4-BE49-F238E27FC236}">
                    <a16:creationId xmlns:a16="http://schemas.microsoft.com/office/drawing/2014/main" id="{3246F7C2-609B-ED7F-5B33-0ECCAF3D7821}"/>
                  </a:ext>
                </a:extLst>
              </p:cNvPr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09" name="Google Shape;16409;p54">
                <a:extLst>
                  <a:ext uri="{FF2B5EF4-FFF2-40B4-BE49-F238E27FC236}">
                    <a16:creationId xmlns:a16="http://schemas.microsoft.com/office/drawing/2014/main" id="{A18C166F-2B9D-2394-D029-4BE955374CB1}"/>
                  </a:ext>
                </a:extLst>
              </p:cNvPr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0" name="Google Shape;16410;p54">
                <a:extLst>
                  <a:ext uri="{FF2B5EF4-FFF2-40B4-BE49-F238E27FC236}">
                    <a16:creationId xmlns:a16="http://schemas.microsoft.com/office/drawing/2014/main" id="{886909D1-1A87-F580-D2E6-268C4AA6288A}"/>
                  </a:ext>
                </a:extLst>
              </p:cNvPr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1" name="Google Shape;16411;p54">
                <a:extLst>
                  <a:ext uri="{FF2B5EF4-FFF2-40B4-BE49-F238E27FC236}">
                    <a16:creationId xmlns:a16="http://schemas.microsoft.com/office/drawing/2014/main" id="{43B58DE3-8C19-AE1A-37AB-5BE9C388F443}"/>
                  </a:ext>
                </a:extLst>
              </p:cNvPr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2" name="Google Shape;16412;p54">
                <a:extLst>
                  <a:ext uri="{FF2B5EF4-FFF2-40B4-BE49-F238E27FC236}">
                    <a16:creationId xmlns:a16="http://schemas.microsoft.com/office/drawing/2014/main" id="{AD30799B-22A9-47C5-010C-27F1E02E03D1}"/>
                  </a:ext>
                </a:extLst>
              </p:cNvPr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3" name="Google Shape;16413;p54">
                <a:extLst>
                  <a:ext uri="{FF2B5EF4-FFF2-40B4-BE49-F238E27FC236}">
                    <a16:creationId xmlns:a16="http://schemas.microsoft.com/office/drawing/2014/main" id="{C1DBCF50-7E01-E64F-E870-FACFBA802451}"/>
                  </a:ext>
                </a:extLst>
              </p:cNvPr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4" name="Google Shape;16414;p54">
                <a:extLst>
                  <a:ext uri="{FF2B5EF4-FFF2-40B4-BE49-F238E27FC236}">
                    <a16:creationId xmlns:a16="http://schemas.microsoft.com/office/drawing/2014/main" id="{A5BD651A-6EFB-379B-2AA0-95ED02CAF03B}"/>
                  </a:ext>
                </a:extLst>
              </p:cNvPr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5" name="Google Shape;16415;p54">
                <a:extLst>
                  <a:ext uri="{FF2B5EF4-FFF2-40B4-BE49-F238E27FC236}">
                    <a16:creationId xmlns:a16="http://schemas.microsoft.com/office/drawing/2014/main" id="{A6CF220F-2CED-5B4F-9C23-5D8C60D40A2A}"/>
                  </a:ext>
                </a:extLst>
              </p:cNvPr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6" name="Google Shape;16416;p54">
                <a:extLst>
                  <a:ext uri="{FF2B5EF4-FFF2-40B4-BE49-F238E27FC236}">
                    <a16:creationId xmlns:a16="http://schemas.microsoft.com/office/drawing/2014/main" id="{FE6B27D0-66F6-3022-F080-1404F133AFB4}"/>
                  </a:ext>
                </a:extLst>
              </p:cNvPr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7" name="Google Shape;16417;p54">
                <a:extLst>
                  <a:ext uri="{FF2B5EF4-FFF2-40B4-BE49-F238E27FC236}">
                    <a16:creationId xmlns:a16="http://schemas.microsoft.com/office/drawing/2014/main" id="{33B0B3A9-09D6-9401-CF1A-7FA8D60EA1A3}"/>
                  </a:ext>
                </a:extLst>
              </p:cNvPr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8" name="Google Shape;16418;p54">
                <a:extLst>
                  <a:ext uri="{FF2B5EF4-FFF2-40B4-BE49-F238E27FC236}">
                    <a16:creationId xmlns:a16="http://schemas.microsoft.com/office/drawing/2014/main" id="{BCC6B80A-46E7-321A-6357-55AA8DD7E4BD}"/>
                  </a:ext>
                </a:extLst>
              </p:cNvPr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19" name="Google Shape;16419;p54">
                <a:extLst>
                  <a:ext uri="{FF2B5EF4-FFF2-40B4-BE49-F238E27FC236}">
                    <a16:creationId xmlns:a16="http://schemas.microsoft.com/office/drawing/2014/main" id="{BC8238E3-53E8-3E96-1377-B6A003F18FFA}"/>
                  </a:ext>
                </a:extLst>
              </p:cNvPr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0" name="Google Shape;16420;p54">
                <a:extLst>
                  <a:ext uri="{FF2B5EF4-FFF2-40B4-BE49-F238E27FC236}">
                    <a16:creationId xmlns:a16="http://schemas.microsoft.com/office/drawing/2014/main" id="{FC48E6DC-E596-9CF1-D02D-29B0BDFBE5C6}"/>
                  </a:ext>
                </a:extLst>
              </p:cNvPr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1" name="Google Shape;16421;p54">
                <a:extLst>
                  <a:ext uri="{FF2B5EF4-FFF2-40B4-BE49-F238E27FC236}">
                    <a16:creationId xmlns:a16="http://schemas.microsoft.com/office/drawing/2014/main" id="{DE64F157-0D85-459F-D36A-C450B314595D}"/>
                  </a:ext>
                </a:extLst>
              </p:cNvPr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2" name="Google Shape;16422;p54">
                <a:extLst>
                  <a:ext uri="{FF2B5EF4-FFF2-40B4-BE49-F238E27FC236}">
                    <a16:creationId xmlns:a16="http://schemas.microsoft.com/office/drawing/2014/main" id="{35529D47-971F-ABAD-7178-9771423A617B}"/>
                  </a:ext>
                </a:extLst>
              </p:cNvPr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3" name="Google Shape;16423;p54">
                <a:extLst>
                  <a:ext uri="{FF2B5EF4-FFF2-40B4-BE49-F238E27FC236}">
                    <a16:creationId xmlns:a16="http://schemas.microsoft.com/office/drawing/2014/main" id="{CA95889C-441F-9B0D-4DDC-90C60E6BC9B3}"/>
                  </a:ext>
                </a:extLst>
              </p:cNvPr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4" name="Google Shape;16424;p54">
                <a:extLst>
                  <a:ext uri="{FF2B5EF4-FFF2-40B4-BE49-F238E27FC236}">
                    <a16:creationId xmlns:a16="http://schemas.microsoft.com/office/drawing/2014/main" id="{62CD3D69-F8C4-8B57-68CE-8217257E5791}"/>
                  </a:ext>
                </a:extLst>
              </p:cNvPr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5" name="Google Shape;16425;p54">
                <a:extLst>
                  <a:ext uri="{FF2B5EF4-FFF2-40B4-BE49-F238E27FC236}">
                    <a16:creationId xmlns:a16="http://schemas.microsoft.com/office/drawing/2014/main" id="{D20EB28F-9753-A244-9554-268283F0FF38}"/>
                  </a:ext>
                </a:extLst>
              </p:cNvPr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6" name="Google Shape;16426;p54">
                <a:extLst>
                  <a:ext uri="{FF2B5EF4-FFF2-40B4-BE49-F238E27FC236}">
                    <a16:creationId xmlns:a16="http://schemas.microsoft.com/office/drawing/2014/main" id="{35C1696E-9E3A-D793-E9C8-B90E938453D7}"/>
                  </a:ext>
                </a:extLst>
              </p:cNvPr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7" name="Google Shape;16427;p54">
                <a:extLst>
                  <a:ext uri="{FF2B5EF4-FFF2-40B4-BE49-F238E27FC236}">
                    <a16:creationId xmlns:a16="http://schemas.microsoft.com/office/drawing/2014/main" id="{8E1E3FAC-A345-9F07-E5E4-5535760DED7D}"/>
                  </a:ext>
                </a:extLst>
              </p:cNvPr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8" name="Google Shape;16428;p54">
                <a:extLst>
                  <a:ext uri="{FF2B5EF4-FFF2-40B4-BE49-F238E27FC236}">
                    <a16:creationId xmlns:a16="http://schemas.microsoft.com/office/drawing/2014/main" id="{B14F424F-EF7B-B348-C762-E7CA7B019BCB}"/>
                  </a:ext>
                </a:extLst>
              </p:cNvPr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29" name="Google Shape;16429;p54">
                <a:extLst>
                  <a:ext uri="{FF2B5EF4-FFF2-40B4-BE49-F238E27FC236}">
                    <a16:creationId xmlns:a16="http://schemas.microsoft.com/office/drawing/2014/main" id="{552ED5E1-DB08-51DD-4ACF-CA3FD97E82ED}"/>
                  </a:ext>
                </a:extLst>
              </p:cNvPr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0" name="Google Shape;16430;p54">
                <a:extLst>
                  <a:ext uri="{FF2B5EF4-FFF2-40B4-BE49-F238E27FC236}">
                    <a16:creationId xmlns:a16="http://schemas.microsoft.com/office/drawing/2014/main" id="{FAAD721A-CA7B-C577-BE76-747170F2E444}"/>
                  </a:ext>
                </a:extLst>
              </p:cNvPr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1" name="Google Shape;16431;p54">
                <a:extLst>
                  <a:ext uri="{FF2B5EF4-FFF2-40B4-BE49-F238E27FC236}">
                    <a16:creationId xmlns:a16="http://schemas.microsoft.com/office/drawing/2014/main" id="{BEF9984A-13A1-6A08-E95F-27A85ADEB973}"/>
                  </a:ext>
                </a:extLst>
              </p:cNvPr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2" name="Google Shape;16432;p54">
                <a:extLst>
                  <a:ext uri="{FF2B5EF4-FFF2-40B4-BE49-F238E27FC236}">
                    <a16:creationId xmlns:a16="http://schemas.microsoft.com/office/drawing/2014/main" id="{5BFBBDB2-7937-88BC-3707-C7FE70DED693}"/>
                  </a:ext>
                </a:extLst>
              </p:cNvPr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3" name="Google Shape;16433;p54">
                <a:extLst>
                  <a:ext uri="{FF2B5EF4-FFF2-40B4-BE49-F238E27FC236}">
                    <a16:creationId xmlns:a16="http://schemas.microsoft.com/office/drawing/2014/main" id="{4E771AC8-3352-F0C0-CF1F-37CEEEE3F39E}"/>
                  </a:ext>
                </a:extLst>
              </p:cNvPr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4" name="Google Shape;16434;p54">
                <a:extLst>
                  <a:ext uri="{FF2B5EF4-FFF2-40B4-BE49-F238E27FC236}">
                    <a16:creationId xmlns:a16="http://schemas.microsoft.com/office/drawing/2014/main" id="{3EF26550-4713-2489-45FA-A8917D81FCBC}"/>
                  </a:ext>
                </a:extLst>
              </p:cNvPr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5" name="Google Shape;16435;p54">
                <a:extLst>
                  <a:ext uri="{FF2B5EF4-FFF2-40B4-BE49-F238E27FC236}">
                    <a16:creationId xmlns:a16="http://schemas.microsoft.com/office/drawing/2014/main" id="{0F0A55BE-B1C1-CD80-8F51-DB7B89855C32}"/>
                  </a:ext>
                </a:extLst>
              </p:cNvPr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6" name="Google Shape;16436;p54">
                <a:extLst>
                  <a:ext uri="{FF2B5EF4-FFF2-40B4-BE49-F238E27FC236}">
                    <a16:creationId xmlns:a16="http://schemas.microsoft.com/office/drawing/2014/main" id="{D9607EEB-896A-DFA9-44DA-E82A7EF9DDE5}"/>
                  </a:ext>
                </a:extLst>
              </p:cNvPr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7" name="Google Shape;16437;p54">
                <a:extLst>
                  <a:ext uri="{FF2B5EF4-FFF2-40B4-BE49-F238E27FC236}">
                    <a16:creationId xmlns:a16="http://schemas.microsoft.com/office/drawing/2014/main" id="{3A8B87AE-8D81-E377-F172-C8E28BCBDB02}"/>
                  </a:ext>
                </a:extLst>
              </p:cNvPr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8" name="Google Shape;16438;p54">
                <a:extLst>
                  <a:ext uri="{FF2B5EF4-FFF2-40B4-BE49-F238E27FC236}">
                    <a16:creationId xmlns:a16="http://schemas.microsoft.com/office/drawing/2014/main" id="{C7F88547-B271-D104-2152-42DDA4763020}"/>
                  </a:ext>
                </a:extLst>
              </p:cNvPr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39" name="Google Shape;16439;p54">
                <a:extLst>
                  <a:ext uri="{FF2B5EF4-FFF2-40B4-BE49-F238E27FC236}">
                    <a16:creationId xmlns:a16="http://schemas.microsoft.com/office/drawing/2014/main" id="{E2DE8960-0F09-CE3A-034D-502BF3FF45A4}"/>
                  </a:ext>
                </a:extLst>
              </p:cNvPr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0" name="Google Shape;16440;p54">
                <a:extLst>
                  <a:ext uri="{FF2B5EF4-FFF2-40B4-BE49-F238E27FC236}">
                    <a16:creationId xmlns:a16="http://schemas.microsoft.com/office/drawing/2014/main" id="{B9C2C3E7-7249-D941-37D8-F391696F1317}"/>
                  </a:ext>
                </a:extLst>
              </p:cNvPr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1" name="Google Shape;16441;p54">
                <a:extLst>
                  <a:ext uri="{FF2B5EF4-FFF2-40B4-BE49-F238E27FC236}">
                    <a16:creationId xmlns:a16="http://schemas.microsoft.com/office/drawing/2014/main" id="{1D3B3373-D299-6665-6EBD-449DD9ED1F66}"/>
                  </a:ext>
                </a:extLst>
              </p:cNvPr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2" name="Google Shape;16442;p54">
                <a:extLst>
                  <a:ext uri="{FF2B5EF4-FFF2-40B4-BE49-F238E27FC236}">
                    <a16:creationId xmlns:a16="http://schemas.microsoft.com/office/drawing/2014/main" id="{41CC0FAB-A856-397C-BB09-553B63F6E2BE}"/>
                  </a:ext>
                </a:extLst>
              </p:cNvPr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3" name="Google Shape;16443;p54">
                <a:extLst>
                  <a:ext uri="{FF2B5EF4-FFF2-40B4-BE49-F238E27FC236}">
                    <a16:creationId xmlns:a16="http://schemas.microsoft.com/office/drawing/2014/main" id="{B0F5AE21-E4A3-3AB7-8C84-CC51F9CDA7F0}"/>
                  </a:ext>
                </a:extLst>
              </p:cNvPr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4" name="Google Shape;16444;p54">
                <a:extLst>
                  <a:ext uri="{FF2B5EF4-FFF2-40B4-BE49-F238E27FC236}">
                    <a16:creationId xmlns:a16="http://schemas.microsoft.com/office/drawing/2014/main" id="{EDFE812D-9455-67E6-E60C-13A6700D4295}"/>
                  </a:ext>
                </a:extLst>
              </p:cNvPr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5" name="Google Shape;16445;p54">
                <a:extLst>
                  <a:ext uri="{FF2B5EF4-FFF2-40B4-BE49-F238E27FC236}">
                    <a16:creationId xmlns:a16="http://schemas.microsoft.com/office/drawing/2014/main" id="{C7640304-E134-A0F5-585D-C1A6308B7E9A}"/>
                  </a:ext>
                </a:extLst>
              </p:cNvPr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6" name="Google Shape;16446;p54">
                <a:extLst>
                  <a:ext uri="{FF2B5EF4-FFF2-40B4-BE49-F238E27FC236}">
                    <a16:creationId xmlns:a16="http://schemas.microsoft.com/office/drawing/2014/main" id="{05C04035-13A8-8193-5075-B3C81BEE6863}"/>
                  </a:ext>
                </a:extLst>
              </p:cNvPr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7" name="Google Shape;16447;p54">
                <a:extLst>
                  <a:ext uri="{FF2B5EF4-FFF2-40B4-BE49-F238E27FC236}">
                    <a16:creationId xmlns:a16="http://schemas.microsoft.com/office/drawing/2014/main" id="{69CDDDD8-BABF-4C55-B550-14BB4A35949C}"/>
                  </a:ext>
                </a:extLst>
              </p:cNvPr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8" name="Google Shape;16448;p54">
                <a:extLst>
                  <a:ext uri="{FF2B5EF4-FFF2-40B4-BE49-F238E27FC236}">
                    <a16:creationId xmlns:a16="http://schemas.microsoft.com/office/drawing/2014/main" id="{CB659D97-A853-30B7-B058-2EE482CE1972}"/>
                  </a:ext>
                </a:extLst>
              </p:cNvPr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49" name="Google Shape;16449;p54">
                <a:extLst>
                  <a:ext uri="{FF2B5EF4-FFF2-40B4-BE49-F238E27FC236}">
                    <a16:creationId xmlns:a16="http://schemas.microsoft.com/office/drawing/2014/main" id="{CAE50992-841A-07A8-84DE-F2AC95A0743F}"/>
                  </a:ext>
                </a:extLst>
              </p:cNvPr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0" name="Google Shape;16450;p54">
                <a:extLst>
                  <a:ext uri="{FF2B5EF4-FFF2-40B4-BE49-F238E27FC236}">
                    <a16:creationId xmlns:a16="http://schemas.microsoft.com/office/drawing/2014/main" id="{B005639E-AF3C-AB45-B94C-206CEB4B65A1}"/>
                  </a:ext>
                </a:extLst>
              </p:cNvPr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1" name="Google Shape;16451;p54">
                <a:extLst>
                  <a:ext uri="{FF2B5EF4-FFF2-40B4-BE49-F238E27FC236}">
                    <a16:creationId xmlns:a16="http://schemas.microsoft.com/office/drawing/2014/main" id="{78D8755C-9132-107C-51B8-924E982084D3}"/>
                  </a:ext>
                </a:extLst>
              </p:cNvPr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2" name="Google Shape;16452;p54">
                <a:extLst>
                  <a:ext uri="{FF2B5EF4-FFF2-40B4-BE49-F238E27FC236}">
                    <a16:creationId xmlns:a16="http://schemas.microsoft.com/office/drawing/2014/main" id="{449B23EB-3E02-B3A3-F72B-B730618BAE5A}"/>
                  </a:ext>
                </a:extLst>
              </p:cNvPr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3" name="Google Shape;16453;p54">
                <a:extLst>
                  <a:ext uri="{FF2B5EF4-FFF2-40B4-BE49-F238E27FC236}">
                    <a16:creationId xmlns:a16="http://schemas.microsoft.com/office/drawing/2014/main" id="{94BDCB1D-1AAA-7343-C819-3B8AC6B21D12}"/>
                  </a:ext>
                </a:extLst>
              </p:cNvPr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4" name="Google Shape;16454;p54">
                <a:extLst>
                  <a:ext uri="{FF2B5EF4-FFF2-40B4-BE49-F238E27FC236}">
                    <a16:creationId xmlns:a16="http://schemas.microsoft.com/office/drawing/2014/main" id="{B16E9504-9851-77C3-DFE5-FF76652D1587}"/>
                  </a:ext>
                </a:extLst>
              </p:cNvPr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5" name="Google Shape;16455;p54">
                <a:extLst>
                  <a:ext uri="{FF2B5EF4-FFF2-40B4-BE49-F238E27FC236}">
                    <a16:creationId xmlns:a16="http://schemas.microsoft.com/office/drawing/2014/main" id="{C92B6BF8-7A67-9A37-F7E3-84A30ECB5140}"/>
                  </a:ext>
                </a:extLst>
              </p:cNvPr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6" name="Google Shape;16456;p54">
                <a:extLst>
                  <a:ext uri="{FF2B5EF4-FFF2-40B4-BE49-F238E27FC236}">
                    <a16:creationId xmlns:a16="http://schemas.microsoft.com/office/drawing/2014/main" id="{CFD7B7B0-376A-CFF2-59F4-0D2ADC0271EF}"/>
                  </a:ext>
                </a:extLst>
              </p:cNvPr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7" name="Google Shape;16457;p54">
                <a:extLst>
                  <a:ext uri="{FF2B5EF4-FFF2-40B4-BE49-F238E27FC236}">
                    <a16:creationId xmlns:a16="http://schemas.microsoft.com/office/drawing/2014/main" id="{A71E6C80-38F4-CE1B-D648-B31B237FF087}"/>
                  </a:ext>
                </a:extLst>
              </p:cNvPr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8" name="Google Shape;16458;p54">
                <a:extLst>
                  <a:ext uri="{FF2B5EF4-FFF2-40B4-BE49-F238E27FC236}">
                    <a16:creationId xmlns:a16="http://schemas.microsoft.com/office/drawing/2014/main" id="{6FF72BCA-D2C0-4D53-B902-B34E1295048E}"/>
                  </a:ext>
                </a:extLst>
              </p:cNvPr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59" name="Google Shape;16459;p54">
                <a:extLst>
                  <a:ext uri="{FF2B5EF4-FFF2-40B4-BE49-F238E27FC236}">
                    <a16:creationId xmlns:a16="http://schemas.microsoft.com/office/drawing/2014/main" id="{5E2FD82D-ACAB-E773-EDAD-F1BF82A89DBD}"/>
                  </a:ext>
                </a:extLst>
              </p:cNvPr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0" name="Google Shape;16460;p54">
                <a:extLst>
                  <a:ext uri="{FF2B5EF4-FFF2-40B4-BE49-F238E27FC236}">
                    <a16:creationId xmlns:a16="http://schemas.microsoft.com/office/drawing/2014/main" id="{37523735-309F-9A0A-80ED-E945A00E5B5D}"/>
                  </a:ext>
                </a:extLst>
              </p:cNvPr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1" name="Google Shape;16461;p54">
                <a:extLst>
                  <a:ext uri="{FF2B5EF4-FFF2-40B4-BE49-F238E27FC236}">
                    <a16:creationId xmlns:a16="http://schemas.microsoft.com/office/drawing/2014/main" id="{AB375BF1-9877-1F6A-279A-716FB173DDDD}"/>
                  </a:ext>
                </a:extLst>
              </p:cNvPr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2" name="Google Shape;16462;p54">
                <a:extLst>
                  <a:ext uri="{FF2B5EF4-FFF2-40B4-BE49-F238E27FC236}">
                    <a16:creationId xmlns:a16="http://schemas.microsoft.com/office/drawing/2014/main" id="{15B9AACD-1C64-D8C7-4A23-018341A662BA}"/>
                  </a:ext>
                </a:extLst>
              </p:cNvPr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3" name="Google Shape;16463;p54">
                <a:extLst>
                  <a:ext uri="{FF2B5EF4-FFF2-40B4-BE49-F238E27FC236}">
                    <a16:creationId xmlns:a16="http://schemas.microsoft.com/office/drawing/2014/main" id="{F329DCE4-5996-D9F5-67DD-3E8F0C503842}"/>
                  </a:ext>
                </a:extLst>
              </p:cNvPr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4" name="Google Shape;16464;p54">
                <a:extLst>
                  <a:ext uri="{FF2B5EF4-FFF2-40B4-BE49-F238E27FC236}">
                    <a16:creationId xmlns:a16="http://schemas.microsoft.com/office/drawing/2014/main" id="{7D36E8B1-E48B-4017-060C-B9CBD5E65629}"/>
                  </a:ext>
                </a:extLst>
              </p:cNvPr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5" name="Google Shape;16465;p54">
                <a:extLst>
                  <a:ext uri="{FF2B5EF4-FFF2-40B4-BE49-F238E27FC236}">
                    <a16:creationId xmlns:a16="http://schemas.microsoft.com/office/drawing/2014/main" id="{A9507B0A-95EB-0792-8D5D-ADA651E91632}"/>
                  </a:ext>
                </a:extLst>
              </p:cNvPr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6" name="Google Shape;16466;p54">
                <a:extLst>
                  <a:ext uri="{FF2B5EF4-FFF2-40B4-BE49-F238E27FC236}">
                    <a16:creationId xmlns:a16="http://schemas.microsoft.com/office/drawing/2014/main" id="{CD82C113-1575-092A-EE6A-9B6E8F44AC4E}"/>
                  </a:ext>
                </a:extLst>
              </p:cNvPr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7" name="Google Shape;16467;p54">
                <a:extLst>
                  <a:ext uri="{FF2B5EF4-FFF2-40B4-BE49-F238E27FC236}">
                    <a16:creationId xmlns:a16="http://schemas.microsoft.com/office/drawing/2014/main" id="{E6323968-5CA0-5286-F936-7F7D72759213}"/>
                  </a:ext>
                </a:extLst>
              </p:cNvPr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8" name="Google Shape;16468;p54">
                <a:extLst>
                  <a:ext uri="{FF2B5EF4-FFF2-40B4-BE49-F238E27FC236}">
                    <a16:creationId xmlns:a16="http://schemas.microsoft.com/office/drawing/2014/main" id="{849BE3D6-31CC-6E6E-A7AB-E9F62336B010}"/>
                  </a:ext>
                </a:extLst>
              </p:cNvPr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69" name="Google Shape;16469;p54">
                <a:extLst>
                  <a:ext uri="{FF2B5EF4-FFF2-40B4-BE49-F238E27FC236}">
                    <a16:creationId xmlns:a16="http://schemas.microsoft.com/office/drawing/2014/main" id="{7643B9E6-0392-9C13-9FE5-172D8E475A3E}"/>
                  </a:ext>
                </a:extLst>
              </p:cNvPr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6470" name="Google Shape;16470;p54">
              <a:extLst>
                <a:ext uri="{FF2B5EF4-FFF2-40B4-BE49-F238E27FC236}">
                  <a16:creationId xmlns:a16="http://schemas.microsoft.com/office/drawing/2014/main" id="{034061C8-BD14-7AA4-5869-DFA9F45812B8}"/>
                </a:ext>
              </a:extLst>
            </p:cNvPr>
            <p:cNvGrpSpPr/>
            <p:nvPr/>
          </p:nvGrpSpPr>
          <p:grpSpPr>
            <a:xfrm>
              <a:off x="3744109" y="4254507"/>
              <a:ext cx="5081829" cy="944189"/>
              <a:chOff x="238125" y="2195725"/>
              <a:chExt cx="7120400" cy="1322950"/>
            </a:xfrm>
          </p:grpSpPr>
          <p:sp>
            <p:nvSpPr>
              <p:cNvPr id="16471" name="Google Shape;16471;p54">
                <a:extLst>
                  <a:ext uri="{FF2B5EF4-FFF2-40B4-BE49-F238E27FC236}">
                    <a16:creationId xmlns:a16="http://schemas.microsoft.com/office/drawing/2014/main" id="{4B12B772-1DAF-9AB3-A3A6-04CEDEB3A1B9}"/>
                  </a:ext>
                </a:extLst>
              </p:cNvPr>
              <p:cNvSpPr/>
              <p:nvPr/>
            </p:nvSpPr>
            <p:spPr>
              <a:xfrm>
                <a:off x="6053075" y="2269275"/>
                <a:ext cx="26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72" name="Google Shape;16472;p54">
                <a:extLst>
                  <a:ext uri="{FF2B5EF4-FFF2-40B4-BE49-F238E27FC236}">
                    <a16:creationId xmlns:a16="http://schemas.microsoft.com/office/drawing/2014/main" id="{F54B797E-B462-C107-B7E0-412B7EA9D122}"/>
                  </a:ext>
                </a:extLst>
              </p:cNvPr>
              <p:cNvSpPr/>
              <p:nvPr/>
            </p:nvSpPr>
            <p:spPr>
              <a:xfrm>
                <a:off x="6088100" y="2277450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73" name="Google Shape;16473;p54">
                <a:extLst>
                  <a:ext uri="{FF2B5EF4-FFF2-40B4-BE49-F238E27FC236}">
                    <a16:creationId xmlns:a16="http://schemas.microsoft.com/office/drawing/2014/main" id="{2961C1A2-43D4-2B68-DC5E-B96A69AF96D0}"/>
                  </a:ext>
                </a:extLst>
              </p:cNvPr>
              <p:cNvSpPr/>
              <p:nvPr/>
            </p:nvSpPr>
            <p:spPr>
              <a:xfrm>
                <a:off x="6114950" y="2366775"/>
                <a:ext cx="29800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74" name="Google Shape;16474;p54">
                <a:extLst>
                  <a:ext uri="{FF2B5EF4-FFF2-40B4-BE49-F238E27FC236}">
                    <a16:creationId xmlns:a16="http://schemas.microsoft.com/office/drawing/2014/main" id="{A5E1E799-6C97-B11D-CC08-8E0E2AC70AAA}"/>
                  </a:ext>
                </a:extLst>
              </p:cNvPr>
              <p:cNvSpPr/>
              <p:nvPr/>
            </p:nvSpPr>
            <p:spPr>
              <a:xfrm>
                <a:off x="7040325" y="2569950"/>
                <a:ext cx="26300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75" name="Google Shape;16475;p54">
                <a:extLst>
                  <a:ext uri="{FF2B5EF4-FFF2-40B4-BE49-F238E27FC236}">
                    <a16:creationId xmlns:a16="http://schemas.microsoft.com/office/drawing/2014/main" id="{F8099115-1BC2-96F4-04EC-0634EA7DDEA9}"/>
                  </a:ext>
                </a:extLst>
              </p:cNvPr>
              <p:cNvSpPr/>
              <p:nvPr/>
            </p:nvSpPr>
            <p:spPr>
              <a:xfrm>
                <a:off x="7075350" y="2578125"/>
                <a:ext cx="51400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76" name="Google Shape;16476;p54">
                <a:extLst>
                  <a:ext uri="{FF2B5EF4-FFF2-40B4-BE49-F238E27FC236}">
                    <a16:creationId xmlns:a16="http://schemas.microsoft.com/office/drawing/2014/main" id="{94BD95C1-3DD2-21F2-E24A-8199611AC4B3}"/>
                  </a:ext>
                </a:extLst>
              </p:cNvPr>
              <p:cNvSpPr/>
              <p:nvPr/>
            </p:nvSpPr>
            <p:spPr>
              <a:xfrm>
                <a:off x="7101625" y="2667450"/>
                <a:ext cx="3037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77" name="Google Shape;16477;p54">
                <a:extLst>
                  <a:ext uri="{FF2B5EF4-FFF2-40B4-BE49-F238E27FC236}">
                    <a16:creationId xmlns:a16="http://schemas.microsoft.com/office/drawing/2014/main" id="{FAFA07CE-63C5-48C9-09C3-E35EAB360ABD}"/>
                  </a:ext>
                </a:extLst>
              </p:cNvPr>
              <p:cNvSpPr/>
              <p:nvPr/>
            </p:nvSpPr>
            <p:spPr>
              <a:xfrm>
                <a:off x="6875675" y="2281525"/>
                <a:ext cx="21625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78" name="Google Shape;16478;p54">
                <a:extLst>
                  <a:ext uri="{FF2B5EF4-FFF2-40B4-BE49-F238E27FC236}">
                    <a16:creationId xmlns:a16="http://schemas.microsoft.com/office/drawing/2014/main" id="{5EFBB1D1-CDFB-9D8C-7521-19ECEFB7E761}"/>
                  </a:ext>
                </a:extLst>
              </p:cNvPr>
              <p:cNvSpPr/>
              <p:nvPr/>
            </p:nvSpPr>
            <p:spPr>
              <a:xfrm>
                <a:off x="6902550" y="2287375"/>
                <a:ext cx="39725" cy="120875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79" name="Google Shape;16479;p54">
                <a:extLst>
                  <a:ext uri="{FF2B5EF4-FFF2-40B4-BE49-F238E27FC236}">
                    <a16:creationId xmlns:a16="http://schemas.microsoft.com/office/drawing/2014/main" id="{1D2389DA-A0E8-067F-4FE4-B2118DEB55C5}"/>
                  </a:ext>
                </a:extLst>
              </p:cNvPr>
              <p:cNvSpPr/>
              <p:nvPr/>
            </p:nvSpPr>
            <p:spPr>
              <a:xfrm>
                <a:off x="6922400" y="2355675"/>
                <a:ext cx="23950" cy="98700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0" name="Google Shape;16480;p54">
                <a:extLst>
                  <a:ext uri="{FF2B5EF4-FFF2-40B4-BE49-F238E27FC236}">
                    <a16:creationId xmlns:a16="http://schemas.microsoft.com/office/drawing/2014/main" id="{B00F41F8-B291-2783-4D1F-41D9E8A1F278}"/>
                  </a:ext>
                </a:extLst>
              </p:cNvPr>
              <p:cNvSpPr/>
              <p:nvPr/>
            </p:nvSpPr>
            <p:spPr>
              <a:xfrm>
                <a:off x="7324650" y="2597975"/>
                <a:ext cx="23375" cy="981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1" name="Google Shape;16481;p54">
                <a:extLst>
                  <a:ext uri="{FF2B5EF4-FFF2-40B4-BE49-F238E27FC236}">
                    <a16:creationId xmlns:a16="http://schemas.microsoft.com/office/drawing/2014/main" id="{D8C45D85-0620-EBC6-7F6A-1178A52B5689}"/>
                  </a:ext>
                </a:extLst>
              </p:cNvPr>
              <p:cNvSpPr/>
              <p:nvPr/>
            </p:nvSpPr>
            <p:spPr>
              <a:xfrm>
                <a:off x="4643125" y="2401225"/>
                <a:ext cx="210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2" name="Google Shape;16482;p54">
                <a:extLst>
                  <a:ext uri="{FF2B5EF4-FFF2-40B4-BE49-F238E27FC236}">
                    <a16:creationId xmlns:a16="http://schemas.microsoft.com/office/drawing/2014/main" id="{E1E6EE56-4DBC-EE2E-E536-AA740598BD96}"/>
                  </a:ext>
                </a:extLst>
              </p:cNvPr>
              <p:cNvSpPr/>
              <p:nvPr/>
            </p:nvSpPr>
            <p:spPr>
              <a:xfrm>
                <a:off x="4675800" y="2411150"/>
                <a:ext cx="14050" cy="1337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3" name="Google Shape;16483;p54">
                <a:extLst>
                  <a:ext uri="{FF2B5EF4-FFF2-40B4-BE49-F238E27FC236}">
                    <a16:creationId xmlns:a16="http://schemas.microsoft.com/office/drawing/2014/main" id="{8A5385D8-B3FC-D200-437D-4EDE7612E2D6}"/>
                  </a:ext>
                </a:extLst>
              </p:cNvPr>
              <p:cNvSpPr/>
              <p:nvPr/>
            </p:nvSpPr>
            <p:spPr>
              <a:xfrm>
                <a:off x="4702675" y="2471850"/>
                <a:ext cx="233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4" name="Google Shape;16484;p54">
                <a:extLst>
                  <a:ext uri="{FF2B5EF4-FFF2-40B4-BE49-F238E27FC236}">
                    <a16:creationId xmlns:a16="http://schemas.microsoft.com/office/drawing/2014/main" id="{FAF36DD3-EE22-2AD1-A660-B0A6ADBD54FB}"/>
                  </a:ext>
                </a:extLst>
              </p:cNvPr>
              <p:cNvSpPr/>
              <p:nvPr/>
            </p:nvSpPr>
            <p:spPr>
              <a:xfrm>
                <a:off x="4244950" y="26149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5" name="Google Shape;16485;p54">
                <a:extLst>
                  <a:ext uri="{FF2B5EF4-FFF2-40B4-BE49-F238E27FC236}">
                    <a16:creationId xmlns:a16="http://schemas.microsoft.com/office/drawing/2014/main" id="{EBA47E1B-87FC-3F22-73B0-5298FDCF0456}"/>
                  </a:ext>
                </a:extLst>
              </p:cNvPr>
              <p:cNvSpPr/>
              <p:nvPr/>
            </p:nvSpPr>
            <p:spPr>
              <a:xfrm>
                <a:off x="4392075" y="2659850"/>
                <a:ext cx="222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6" name="Google Shape;16486;p54">
                <a:extLst>
                  <a:ext uri="{FF2B5EF4-FFF2-40B4-BE49-F238E27FC236}">
                    <a16:creationId xmlns:a16="http://schemas.microsoft.com/office/drawing/2014/main" id="{2EFCA08F-BDE6-26B6-AF32-3CE5887CFD66}"/>
                  </a:ext>
                </a:extLst>
              </p:cNvPr>
              <p:cNvSpPr/>
              <p:nvPr/>
            </p:nvSpPr>
            <p:spPr>
              <a:xfrm>
                <a:off x="4686325" y="2473600"/>
                <a:ext cx="22200" cy="116225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7" name="Google Shape;16487;p54">
                <a:extLst>
                  <a:ext uri="{FF2B5EF4-FFF2-40B4-BE49-F238E27FC236}">
                    <a16:creationId xmlns:a16="http://schemas.microsoft.com/office/drawing/2014/main" id="{61005094-D667-227E-F627-638E9E8FCE22}"/>
                  </a:ext>
                </a:extLst>
              </p:cNvPr>
              <p:cNvSpPr/>
              <p:nvPr/>
            </p:nvSpPr>
            <p:spPr>
              <a:xfrm>
                <a:off x="4330775" y="2676775"/>
                <a:ext cx="5275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8" name="Google Shape;16488;p54">
                <a:extLst>
                  <a:ext uri="{FF2B5EF4-FFF2-40B4-BE49-F238E27FC236}">
                    <a16:creationId xmlns:a16="http://schemas.microsoft.com/office/drawing/2014/main" id="{CCE426FB-D035-D3C1-ABE7-D1F5A3484BF1}"/>
                  </a:ext>
                </a:extLst>
              </p:cNvPr>
              <p:cNvSpPr/>
              <p:nvPr/>
            </p:nvSpPr>
            <p:spPr>
              <a:xfrm>
                <a:off x="4305650" y="2608475"/>
                <a:ext cx="25725" cy="1810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89" name="Google Shape;16489;p54">
                <a:extLst>
                  <a:ext uri="{FF2B5EF4-FFF2-40B4-BE49-F238E27FC236}">
                    <a16:creationId xmlns:a16="http://schemas.microsoft.com/office/drawing/2014/main" id="{B6829123-6243-422A-7F4B-B3FB2B2CB0FD}"/>
                  </a:ext>
                </a:extLst>
              </p:cNvPr>
              <p:cNvSpPr/>
              <p:nvPr/>
            </p:nvSpPr>
            <p:spPr>
              <a:xfrm>
                <a:off x="4338350" y="2613150"/>
                <a:ext cx="3740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0" name="Google Shape;16490;p54">
                <a:extLst>
                  <a:ext uri="{FF2B5EF4-FFF2-40B4-BE49-F238E27FC236}">
                    <a16:creationId xmlns:a16="http://schemas.microsoft.com/office/drawing/2014/main" id="{13525A06-7D89-6FD7-1447-9A5C3A4243D6}"/>
                  </a:ext>
                </a:extLst>
              </p:cNvPr>
              <p:cNvSpPr/>
              <p:nvPr/>
            </p:nvSpPr>
            <p:spPr>
              <a:xfrm>
                <a:off x="4362300" y="2685550"/>
                <a:ext cx="20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1" name="Google Shape;16491;p54">
                <a:extLst>
                  <a:ext uri="{FF2B5EF4-FFF2-40B4-BE49-F238E27FC236}">
                    <a16:creationId xmlns:a16="http://schemas.microsoft.com/office/drawing/2014/main" id="{CE7D83D5-84FC-50D1-56A2-F34BF3DD799C}"/>
                  </a:ext>
                </a:extLst>
              </p:cNvPr>
              <p:cNvSpPr/>
              <p:nvPr/>
            </p:nvSpPr>
            <p:spPr>
              <a:xfrm>
                <a:off x="2619550" y="2882300"/>
                <a:ext cx="54900" cy="1740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561" y="1098"/>
                      <a:pt x="1028" y="2242"/>
                      <a:pt x="1379" y="3410"/>
                    </a:cubicBezTo>
                    <a:cubicBezTo>
                      <a:pt x="1729" y="4577"/>
                      <a:pt x="1986" y="5768"/>
                      <a:pt x="2196" y="6959"/>
                    </a:cubicBezTo>
                    <a:cubicBezTo>
                      <a:pt x="2149" y="5745"/>
                      <a:pt x="1892" y="4530"/>
                      <a:pt x="1495" y="3363"/>
                    </a:cubicBezTo>
                    <a:cubicBezTo>
                      <a:pt x="1122" y="2195"/>
                      <a:pt x="631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2" name="Google Shape;16492;p54">
                <a:extLst>
                  <a:ext uri="{FF2B5EF4-FFF2-40B4-BE49-F238E27FC236}">
                    <a16:creationId xmlns:a16="http://schemas.microsoft.com/office/drawing/2014/main" id="{96B95A42-54FA-FD67-A453-EDFF19E84FF0}"/>
                  </a:ext>
                </a:extLst>
              </p:cNvPr>
              <p:cNvSpPr/>
              <p:nvPr/>
            </p:nvSpPr>
            <p:spPr>
              <a:xfrm>
                <a:off x="2766675" y="2927825"/>
                <a:ext cx="22800" cy="1168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4672" extrusionOk="0">
                    <a:moveTo>
                      <a:pt x="888" y="1"/>
                    </a:moveTo>
                    <a:lnTo>
                      <a:pt x="398" y="2312"/>
                    </a:lnTo>
                    <a:cubicBezTo>
                      <a:pt x="211" y="3083"/>
                      <a:pt x="71" y="3877"/>
                      <a:pt x="1" y="4648"/>
                    </a:cubicBezTo>
                    <a:lnTo>
                      <a:pt x="24" y="4671"/>
                    </a:lnTo>
                    <a:cubicBezTo>
                      <a:pt x="258" y="3900"/>
                      <a:pt x="398" y="3130"/>
                      <a:pt x="515" y="2336"/>
                    </a:cubicBez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3" name="Google Shape;16493;p54">
                <a:extLst>
                  <a:ext uri="{FF2B5EF4-FFF2-40B4-BE49-F238E27FC236}">
                    <a16:creationId xmlns:a16="http://schemas.microsoft.com/office/drawing/2014/main" id="{68100018-1E16-42DD-B7DC-FF5D64FC4855}"/>
                  </a:ext>
                </a:extLst>
              </p:cNvPr>
              <p:cNvSpPr/>
              <p:nvPr/>
            </p:nvSpPr>
            <p:spPr>
              <a:xfrm>
                <a:off x="2705375" y="2944175"/>
                <a:ext cx="5275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4" extrusionOk="0">
                    <a:moveTo>
                      <a:pt x="164" y="0"/>
                    </a:moveTo>
                    <a:cubicBezTo>
                      <a:pt x="94" y="701"/>
                      <a:pt x="47" y="1425"/>
                      <a:pt x="24" y="2126"/>
                    </a:cubicBezTo>
                    <a:cubicBezTo>
                      <a:pt x="1" y="2849"/>
                      <a:pt x="47" y="3573"/>
                      <a:pt x="188" y="4274"/>
                    </a:cubicBezTo>
                    <a:lnTo>
                      <a:pt x="211" y="4274"/>
                    </a:lnTo>
                    <a:cubicBezTo>
                      <a:pt x="211" y="3550"/>
                      <a:pt x="188" y="2849"/>
                      <a:pt x="164" y="2126"/>
                    </a:cubicBezTo>
                    <a:cubicBezTo>
                      <a:pt x="141" y="1425"/>
                      <a:pt x="141" y="701"/>
                      <a:pt x="18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4" name="Google Shape;16494;p54">
                <a:extLst>
                  <a:ext uri="{FF2B5EF4-FFF2-40B4-BE49-F238E27FC236}">
                    <a16:creationId xmlns:a16="http://schemas.microsoft.com/office/drawing/2014/main" id="{E76C5594-FE36-D021-14B6-EB7CD5F4694F}"/>
                  </a:ext>
                </a:extLst>
              </p:cNvPr>
              <p:cNvSpPr/>
              <p:nvPr/>
            </p:nvSpPr>
            <p:spPr>
              <a:xfrm>
                <a:off x="2680850" y="2876450"/>
                <a:ext cx="251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21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51" y="1168"/>
                      <a:pt x="585" y="2359"/>
                      <a:pt x="701" y="3573"/>
                    </a:cubicBezTo>
                    <a:cubicBezTo>
                      <a:pt x="818" y="4788"/>
                      <a:pt x="842" y="6002"/>
                      <a:pt x="818" y="7217"/>
                    </a:cubicBezTo>
                    <a:cubicBezTo>
                      <a:pt x="1005" y="6002"/>
                      <a:pt x="982" y="4764"/>
                      <a:pt x="818" y="3573"/>
                    </a:cubicBezTo>
                    <a:cubicBezTo>
                      <a:pt x="678" y="2359"/>
                      <a:pt x="398" y="1145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5" name="Google Shape;16495;p54">
                <a:extLst>
                  <a:ext uri="{FF2B5EF4-FFF2-40B4-BE49-F238E27FC236}">
                    <a16:creationId xmlns:a16="http://schemas.microsoft.com/office/drawing/2014/main" id="{C40B8B9A-B51A-0F56-A003-D9EEE86BAB47}"/>
                  </a:ext>
                </a:extLst>
              </p:cNvPr>
              <p:cNvSpPr/>
              <p:nvPr/>
            </p:nvSpPr>
            <p:spPr>
              <a:xfrm>
                <a:off x="2713550" y="2880525"/>
                <a:ext cx="37400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86" extrusionOk="0">
                    <a:moveTo>
                      <a:pt x="1472" y="1"/>
                    </a:moveTo>
                    <a:lnTo>
                      <a:pt x="701" y="2570"/>
                    </a:lnTo>
                    <a:cubicBezTo>
                      <a:pt x="421" y="3434"/>
                      <a:pt x="164" y="4298"/>
                      <a:pt x="1" y="5185"/>
                    </a:cubicBezTo>
                    <a:lnTo>
                      <a:pt x="24" y="5185"/>
                    </a:lnTo>
                    <a:cubicBezTo>
                      <a:pt x="351" y="4345"/>
                      <a:pt x="584" y="3481"/>
                      <a:pt x="818" y="2616"/>
                    </a:cubicBezTo>
                    <a:lnTo>
                      <a:pt x="1495" y="24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6" name="Google Shape;16496;p54">
                <a:extLst>
                  <a:ext uri="{FF2B5EF4-FFF2-40B4-BE49-F238E27FC236}">
                    <a16:creationId xmlns:a16="http://schemas.microsoft.com/office/drawing/2014/main" id="{0DE9986D-0B78-CDEE-8B02-7AA798E3A4BB}"/>
                  </a:ext>
                </a:extLst>
              </p:cNvPr>
              <p:cNvSpPr/>
              <p:nvPr/>
            </p:nvSpPr>
            <p:spPr>
              <a:xfrm>
                <a:off x="2737500" y="2952925"/>
                <a:ext cx="19875" cy="1051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205" extrusionOk="0">
                    <a:moveTo>
                      <a:pt x="794" y="1"/>
                    </a:moveTo>
                    <a:lnTo>
                      <a:pt x="794" y="1"/>
                    </a:lnTo>
                    <a:cubicBezTo>
                      <a:pt x="584" y="678"/>
                      <a:pt x="397" y="1379"/>
                      <a:pt x="257" y="2079"/>
                    </a:cubicBezTo>
                    <a:cubicBezTo>
                      <a:pt x="94" y="2780"/>
                      <a:pt x="0" y="3480"/>
                      <a:pt x="0" y="4204"/>
                    </a:cubicBezTo>
                    <a:lnTo>
                      <a:pt x="23" y="4204"/>
                    </a:lnTo>
                    <a:cubicBezTo>
                      <a:pt x="164" y="3504"/>
                      <a:pt x="280" y="2803"/>
                      <a:pt x="374" y="2102"/>
                    </a:cubicBezTo>
                    <a:cubicBezTo>
                      <a:pt x="491" y="1402"/>
                      <a:pt x="631" y="701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7" name="Google Shape;16497;p54">
                <a:extLst>
                  <a:ext uri="{FF2B5EF4-FFF2-40B4-BE49-F238E27FC236}">
                    <a16:creationId xmlns:a16="http://schemas.microsoft.com/office/drawing/2014/main" id="{78CFC22B-E570-DCA5-2A14-2BF691C83E0B}"/>
                  </a:ext>
                </a:extLst>
              </p:cNvPr>
              <p:cNvSpPr/>
              <p:nvPr/>
            </p:nvSpPr>
            <p:spPr>
              <a:xfrm>
                <a:off x="708100" y="2358600"/>
                <a:ext cx="321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4111" extrusionOk="0">
                    <a:moveTo>
                      <a:pt x="0" y="0"/>
                    </a:moveTo>
                    <a:cubicBezTo>
                      <a:pt x="327" y="654"/>
                      <a:pt x="608" y="1308"/>
                      <a:pt x="818" y="2009"/>
                    </a:cubicBezTo>
                    <a:cubicBezTo>
                      <a:pt x="1005" y="2686"/>
                      <a:pt x="1168" y="3387"/>
                      <a:pt x="1285" y="4111"/>
                    </a:cubicBezTo>
                    <a:cubicBezTo>
                      <a:pt x="1261" y="3387"/>
                      <a:pt x="1121" y="2663"/>
                      <a:pt x="888" y="1985"/>
                    </a:cubicBezTo>
                    <a:cubicBezTo>
                      <a:pt x="654" y="1285"/>
                      <a:pt x="374" y="63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8" name="Google Shape;16498;p54">
                <a:extLst>
                  <a:ext uri="{FF2B5EF4-FFF2-40B4-BE49-F238E27FC236}">
                    <a16:creationId xmlns:a16="http://schemas.microsoft.com/office/drawing/2014/main" id="{3BEECA0F-A5CF-E939-55DA-1A2075FB1060}"/>
                  </a:ext>
                </a:extLst>
              </p:cNvPr>
              <p:cNvSpPr/>
              <p:nvPr/>
            </p:nvSpPr>
            <p:spPr>
              <a:xfrm>
                <a:off x="795075" y="2385450"/>
                <a:ext cx="1287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733" extrusionOk="0">
                    <a:moveTo>
                      <a:pt x="515" y="1"/>
                    </a:moveTo>
                    <a:lnTo>
                      <a:pt x="211" y="1355"/>
                    </a:lnTo>
                    <a:cubicBezTo>
                      <a:pt x="118" y="1822"/>
                      <a:pt x="24" y="2266"/>
                      <a:pt x="1" y="2733"/>
                    </a:cubicBezTo>
                    <a:cubicBezTo>
                      <a:pt x="141" y="2289"/>
                      <a:pt x="211" y="1846"/>
                      <a:pt x="281" y="1379"/>
                    </a:cubicBez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499" name="Google Shape;16499;p54">
                <a:extLst>
                  <a:ext uri="{FF2B5EF4-FFF2-40B4-BE49-F238E27FC236}">
                    <a16:creationId xmlns:a16="http://schemas.microsoft.com/office/drawing/2014/main" id="{0F6BFD8E-E22C-EA22-5234-7A616D81FEDE}"/>
                  </a:ext>
                </a:extLst>
              </p:cNvPr>
              <p:cNvSpPr/>
              <p:nvPr/>
            </p:nvSpPr>
            <p:spPr>
              <a:xfrm>
                <a:off x="758900" y="2394800"/>
                <a:ext cx="29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523" extrusionOk="0">
                    <a:moveTo>
                      <a:pt x="93" y="0"/>
                    </a:moveTo>
                    <a:cubicBezTo>
                      <a:pt x="47" y="421"/>
                      <a:pt x="23" y="841"/>
                      <a:pt x="0" y="1261"/>
                    </a:cubicBezTo>
                    <a:cubicBezTo>
                      <a:pt x="0" y="1682"/>
                      <a:pt x="23" y="2102"/>
                      <a:pt x="93" y="2522"/>
                    </a:cubicBezTo>
                    <a:lnTo>
                      <a:pt x="117" y="2522"/>
                    </a:lnTo>
                    <a:cubicBezTo>
                      <a:pt x="117" y="2102"/>
                      <a:pt x="93" y="1682"/>
                      <a:pt x="70" y="1261"/>
                    </a:cubicBezTo>
                    <a:cubicBezTo>
                      <a:pt x="70" y="841"/>
                      <a:pt x="70" y="421"/>
                      <a:pt x="9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0" name="Google Shape;16500;p54">
                <a:extLst>
                  <a:ext uri="{FF2B5EF4-FFF2-40B4-BE49-F238E27FC236}">
                    <a16:creationId xmlns:a16="http://schemas.microsoft.com/office/drawing/2014/main" id="{0D496C70-DB9D-A8F2-B02D-FD14FB196264}"/>
                  </a:ext>
                </a:extLst>
              </p:cNvPr>
              <p:cNvSpPr/>
              <p:nvPr/>
            </p:nvSpPr>
            <p:spPr>
              <a:xfrm>
                <a:off x="743700" y="2355100"/>
                <a:ext cx="15225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51" extrusionOk="0">
                    <a:moveTo>
                      <a:pt x="1" y="0"/>
                    </a:moveTo>
                    <a:cubicBezTo>
                      <a:pt x="211" y="678"/>
                      <a:pt x="351" y="1402"/>
                      <a:pt x="421" y="2102"/>
                    </a:cubicBezTo>
                    <a:cubicBezTo>
                      <a:pt x="491" y="2826"/>
                      <a:pt x="515" y="3527"/>
                      <a:pt x="491" y="4251"/>
                    </a:cubicBezTo>
                    <a:lnTo>
                      <a:pt x="515" y="4251"/>
                    </a:lnTo>
                    <a:cubicBezTo>
                      <a:pt x="608" y="3550"/>
                      <a:pt x="608" y="2803"/>
                      <a:pt x="491" y="2102"/>
                    </a:cubicBezTo>
                    <a:cubicBezTo>
                      <a:pt x="421" y="1378"/>
                      <a:pt x="258" y="67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1" name="Google Shape;16501;p54">
                <a:extLst>
                  <a:ext uri="{FF2B5EF4-FFF2-40B4-BE49-F238E27FC236}">
                    <a16:creationId xmlns:a16="http://schemas.microsoft.com/office/drawing/2014/main" id="{DF68F9C4-0F0C-4A0F-BE2A-ED140D1F1D3B}"/>
                  </a:ext>
                </a:extLst>
              </p:cNvPr>
              <p:cNvSpPr/>
              <p:nvPr/>
            </p:nvSpPr>
            <p:spPr>
              <a:xfrm>
                <a:off x="763550" y="2357425"/>
                <a:ext cx="21625" cy="76500"/>
              </a:xfrm>
              <a:custGeom>
                <a:avLst/>
                <a:gdLst/>
                <a:ahLst/>
                <a:cxnLst/>
                <a:rect l="l" t="t" r="r" b="b"/>
                <a:pathLst>
                  <a:path w="865" h="3060" extrusionOk="0">
                    <a:moveTo>
                      <a:pt x="865" y="1"/>
                    </a:moveTo>
                    <a:lnTo>
                      <a:pt x="398" y="1519"/>
                    </a:lnTo>
                    <a:cubicBezTo>
                      <a:pt x="234" y="2032"/>
                      <a:pt x="94" y="2523"/>
                      <a:pt x="1" y="3060"/>
                    </a:cubicBezTo>
                    <a:cubicBezTo>
                      <a:pt x="188" y="2570"/>
                      <a:pt x="351" y="2056"/>
                      <a:pt x="468" y="1542"/>
                    </a:cubicBezTo>
                    <a:lnTo>
                      <a:pt x="86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2" name="Google Shape;16502;p54">
                <a:extLst>
                  <a:ext uri="{FF2B5EF4-FFF2-40B4-BE49-F238E27FC236}">
                    <a16:creationId xmlns:a16="http://schemas.microsoft.com/office/drawing/2014/main" id="{B67166D7-AE3E-BE12-78DF-DF88F5A41FED}"/>
                  </a:ext>
                </a:extLst>
              </p:cNvPr>
              <p:cNvSpPr/>
              <p:nvPr/>
            </p:nvSpPr>
            <p:spPr>
              <a:xfrm>
                <a:off x="777575" y="2400050"/>
                <a:ext cx="11700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476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327" y="398"/>
                      <a:pt x="234" y="818"/>
                      <a:pt x="140" y="1238"/>
                    </a:cubicBezTo>
                    <a:cubicBezTo>
                      <a:pt x="47" y="1635"/>
                      <a:pt x="0" y="2056"/>
                      <a:pt x="0" y="2476"/>
                    </a:cubicBezTo>
                    <a:cubicBezTo>
                      <a:pt x="94" y="2079"/>
                      <a:pt x="164" y="1659"/>
                      <a:pt x="211" y="1238"/>
                    </a:cubicBezTo>
                    <a:cubicBezTo>
                      <a:pt x="281" y="818"/>
                      <a:pt x="374" y="421"/>
                      <a:pt x="467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3" name="Google Shape;16503;p54">
                <a:extLst>
                  <a:ext uri="{FF2B5EF4-FFF2-40B4-BE49-F238E27FC236}">
                    <a16:creationId xmlns:a16="http://schemas.microsoft.com/office/drawing/2014/main" id="{B6E13310-D582-77BB-F9A9-8D5DFC849725}"/>
                  </a:ext>
                </a:extLst>
              </p:cNvPr>
              <p:cNvSpPr/>
              <p:nvPr/>
            </p:nvSpPr>
            <p:spPr>
              <a:xfrm>
                <a:off x="1663825" y="3195225"/>
                <a:ext cx="101625" cy="320525"/>
              </a:xfrm>
              <a:custGeom>
                <a:avLst/>
                <a:gdLst/>
                <a:ahLst/>
                <a:cxnLst/>
                <a:rect l="l" t="t" r="r" b="b"/>
                <a:pathLst>
                  <a:path w="4065" h="12821" extrusionOk="0">
                    <a:moveTo>
                      <a:pt x="1" y="0"/>
                    </a:moveTo>
                    <a:cubicBezTo>
                      <a:pt x="1051" y="2008"/>
                      <a:pt x="1916" y="4110"/>
                      <a:pt x="2546" y="6259"/>
                    </a:cubicBezTo>
                    <a:cubicBezTo>
                      <a:pt x="3177" y="8407"/>
                      <a:pt x="3644" y="10602"/>
                      <a:pt x="4041" y="12821"/>
                    </a:cubicBezTo>
                    <a:lnTo>
                      <a:pt x="4064" y="12821"/>
                    </a:lnTo>
                    <a:cubicBezTo>
                      <a:pt x="3971" y="10579"/>
                      <a:pt x="3504" y="8337"/>
                      <a:pt x="2780" y="6189"/>
                    </a:cubicBezTo>
                    <a:cubicBezTo>
                      <a:pt x="2079" y="4040"/>
                      <a:pt x="1145" y="1962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4" name="Google Shape;16504;p54">
                <a:extLst>
                  <a:ext uri="{FF2B5EF4-FFF2-40B4-BE49-F238E27FC236}">
                    <a16:creationId xmlns:a16="http://schemas.microsoft.com/office/drawing/2014/main" id="{E36309A7-57FE-A8A3-DAAB-ED91B7DCB331}"/>
                  </a:ext>
                </a:extLst>
              </p:cNvPr>
              <p:cNvSpPr/>
              <p:nvPr/>
            </p:nvSpPr>
            <p:spPr>
              <a:xfrm>
                <a:off x="1935900" y="3278700"/>
                <a:ext cx="40875" cy="214875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595" extrusionOk="0">
                    <a:moveTo>
                      <a:pt x="1612" y="1"/>
                    </a:moveTo>
                    <a:lnTo>
                      <a:pt x="701" y="4274"/>
                    </a:lnTo>
                    <a:cubicBezTo>
                      <a:pt x="374" y="5699"/>
                      <a:pt x="117" y="7147"/>
                      <a:pt x="0" y="8594"/>
                    </a:cubicBezTo>
                    <a:lnTo>
                      <a:pt x="24" y="8594"/>
                    </a:lnTo>
                    <a:cubicBezTo>
                      <a:pt x="444" y="7193"/>
                      <a:pt x="701" y="5769"/>
                      <a:pt x="934" y="4321"/>
                    </a:cubicBezTo>
                    <a:lnTo>
                      <a:pt x="1635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5" name="Google Shape;16505;p54">
                <a:extLst>
                  <a:ext uri="{FF2B5EF4-FFF2-40B4-BE49-F238E27FC236}">
                    <a16:creationId xmlns:a16="http://schemas.microsoft.com/office/drawing/2014/main" id="{8BA60C49-BA7D-CE6E-ADE4-3CD9AB937D42}"/>
                  </a:ext>
                </a:extLst>
              </p:cNvPr>
              <p:cNvSpPr/>
              <p:nvPr/>
            </p:nvSpPr>
            <p:spPr>
              <a:xfrm>
                <a:off x="1822625" y="3309050"/>
                <a:ext cx="9375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7871" extrusionOk="0">
                    <a:moveTo>
                      <a:pt x="281" y="1"/>
                    </a:moveTo>
                    <a:cubicBezTo>
                      <a:pt x="141" y="1285"/>
                      <a:pt x="71" y="2616"/>
                      <a:pt x="47" y="3924"/>
                    </a:cubicBezTo>
                    <a:cubicBezTo>
                      <a:pt x="1" y="5255"/>
                      <a:pt x="71" y="6563"/>
                      <a:pt x="328" y="7871"/>
                    </a:cubicBezTo>
                    <a:lnTo>
                      <a:pt x="351" y="7871"/>
                    </a:lnTo>
                    <a:cubicBezTo>
                      <a:pt x="374" y="6540"/>
                      <a:pt x="328" y="5232"/>
                      <a:pt x="258" y="3924"/>
                    </a:cubicBezTo>
                    <a:cubicBezTo>
                      <a:pt x="234" y="2616"/>
                      <a:pt x="258" y="1309"/>
                      <a:pt x="30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6" name="Google Shape;16506;p54">
                <a:extLst>
                  <a:ext uri="{FF2B5EF4-FFF2-40B4-BE49-F238E27FC236}">
                    <a16:creationId xmlns:a16="http://schemas.microsoft.com/office/drawing/2014/main" id="{FA81F283-E330-353E-BAF2-F0EC02D74332}"/>
                  </a:ext>
                </a:extLst>
              </p:cNvPr>
              <p:cNvSpPr/>
              <p:nvPr/>
            </p:nvSpPr>
            <p:spPr>
              <a:xfrm>
                <a:off x="1776500" y="3183550"/>
                <a:ext cx="4672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3335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55" y="2172"/>
                      <a:pt x="1075" y="4390"/>
                      <a:pt x="1309" y="6609"/>
                    </a:cubicBezTo>
                    <a:cubicBezTo>
                      <a:pt x="1519" y="8851"/>
                      <a:pt x="1565" y="11093"/>
                      <a:pt x="1519" y="13335"/>
                    </a:cubicBezTo>
                    <a:lnTo>
                      <a:pt x="1542" y="13335"/>
                    </a:lnTo>
                    <a:cubicBezTo>
                      <a:pt x="1869" y="11116"/>
                      <a:pt x="1846" y="8827"/>
                      <a:pt x="1542" y="6586"/>
                    </a:cubicBezTo>
                    <a:cubicBezTo>
                      <a:pt x="1262" y="4344"/>
                      <a:pt x="748" y="2149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7" name="Google Shape;16507;p54">
                <a:extLst>
                  <a:ext uri="{FF2B5EF4-FFF2-40B4-BE49-F238E27FC236}">
                    <a16:creationId xmlns:a16="http://schemas.microsoft.com/office/drawing/2014/main" id="{ED3C2016-85FD-FAD2-9617-875CFD9CF628}"/>
                  </a:ext>
                </a:extLst>
              </p:cNvPr>
              <p:cNvSpPr/>
              <p:nvPr/>
            </p:nvSpPr>
            <p:spPr>
              <a:xfrm>
                <a:off x="1837225" y="3191725"/>
                <a:ext cx="68925" cy="23880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9552" extrusionOk="0">
                    <a:moveTo>
                      <a:pt x="2733" y="0"/>
                    </a:moveTo>
                    <a:lnTo>
                      <a:pt x="1285" y="4741"/>
                    </a:lnTo>
                    <a:cubicBezTo>
                      <a:pt x="771" y="6329"/>
                      <a:pt x="304" y="7917"/>
                      <a:pt x="0" y="9551"/>
                    </a:cubicBezTo>
                    <a:lnTo>
                      <a:pt x="24" y="9551"/>
                    </a:lnTo>
                    <a:cubicBezTo>
                      <a:pt x="631" y="7987"/>
                      <a:pt x="1075" y="6422"/>
                      <a:pt x="1495" y="4811"/>
                    </a:cubicBezTo>
                    <a:lnTo>
                      <a:pt x="2756" y="23"/>
                    </a:lnTo>
                    <a:lnTo>
                      <a:pt x="2733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8" name="Google Shape;16508;p54">
                <a:extLst>
                  <a:ext uri="{FF2B5EF4-FFF2-40B4-BE49-F238E27FC236}">
                    <a16:creationId xmlns:a16="http://schemas.microsoft.com/office/drawing/2014/main" id="{67BB2759-60B0-A929-9C95-05AD22D7FE13}"/>
                  </a:ext>
                </a:extLst>
              </p:cNvPr>
              <p:cNvSpPr/>
              <p:nvPr/>
            </p:nvSpPr>
            <p:spPr>
              <a:xfrm>
                <a:off x="1881000" y="3325400"/>
                <a:ext cx="37400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7731" extrusionOk="0">
                    <a:moveTo>
                      <a:pt x="1472" y="1"/>
                    </a:moveTo>
                    <a:cubicBezTo>
                      <a:pt x="1075" y="1262"/>
                      <a:pt x="748" y="2523"/>
                      <a:pt x="491" y="3807"/>
                    </a:cubicBezTo>
                    <a:cubicBezTo>
                      <a:pt x="188" y="5092"/>
                      <a:pt x="1" y="6423"/>
                      <a:pt x="24" y="7731"/>
                    </a:cubicBezTo>
                    <a:lnTo>
                      <a:pt x="48" y="7731"/>
                    </a:lnTo>
                    <a:cubicBezTo>
                      <a:pt x="328" y="6446"/>
                      <a:pt x="515" y="5162"/>
                      <a:pt x="702" y="3854"/>
                    </a:cubicBezTo>
                    <a:cubicBezTo>
                      <a:pt x="912" y="2570"/>
                      <a:pt x="1192" y="1285"/>
                      <a:pt x="1496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09" name="Google Shape;16509;p54">
                <a:extLst>
                  <a:ext uri="{FF2B5EF4-FFF2-40B4-BE49-F238E27FC236}">
                    <a16:creationId xmlns:a16="http://schemas.microsoft.com/office/drawing/2014/main" id="{605FF822-CF5A-C378-7BD8-4F043EF47B30}"/>
                  </a:ext>
                </a:extLst>
              </p:cNvPr>
              <p:cNvSpPr/>
              <p:nvPr/>
            </p:nvSpPr>
            <p:spPr>
              <a:xfrm>
                <a:off x="1611275" y="2955275"/>
                <a:ext cx="8002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3201" h="3971" extrusionOk="0">
                    <a:moveTo>
                      <a:pt x="24" y="0"/>
                    </a:moveTo>
                    <a:lnTo>
                      <a:pt x="1" y="23"/>
                    </a:lnTo>
                    <a:cubicBezTo>
                      <a:pt x="678" y="561"/>
                      <a:pt x="1285" y="1168"/>
                      <a:pt x="1799" y="1822"/>
                    </a:cubicBezTo>
                    <a:cubicBezTo>
                      <a:pt x="2336" y="2499"/>
                      <a:pt x="2780" y="3223"/>
                      <a:pt x="3177" y="3970"/>
                    </a:cubicBezTo>
                    <a:lnTo>
                      <a:pt x="3200" y="3947"/>
                    </a:lnTo>
                    <a:cubicBezTo>
                      <a:pt x="2943" y="3153"/>
                      <a:pt x="2476" y="2405"/>
                      <a:pt x="1892" y="1752"/>
                    </a:cubicBezTo>
                    <a:cubicBezTo>
                      <a:pt x="1355" y="1098"/>
                      <a:pt x="701" y="5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0" name="Google Shape;16510;p54">
                <a:extLst>
                  <a:ext uri="{FF2B5EF4-FFF2-40B4-BE49-F238E27FC236}">
                    <a16:creationId xmlns:a16="http://schemas.microsoft.com/office/drawing/2014/main" id="{4C968985-A498-0799-E0D2-406DDF76E3FA}"/>
                  </a:ext>
                </a:extLst>
              </p:cNvPr>
              <p:cNvSpPr/>
              <p:nvPr/>
            </p:nvSpPr>
            <p:spPr>
              <a:xfrm>
                <a:off x="1778250" y="2955850"/>
                <a:ext cx="6450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037" extrusionOk="0">
                    <a:moveTo>
                      <a:pt x="258" y="0"/>
                    </a:moveTo>
                    <a:cubicBezTo>
                      <a:pt x="164" y="491"/>
                      <a:pt x="118" y="1005"/>
                      <a:pt x="71" y="1518"/>
                    </a:cubicBezTo>
                    <a:cubicBezTo>
                      <a:pt x="1" y="2009"/>
                      <a:pt x="1" y="2523"/>
                      <a:pt x="71" y="3036"/>
                    </a:cubicBezTo>
                    <a:lnTo>
                      <a:pt x="94" y="3036"/>
                    </a:lnTo>
                    <a:cubicBezTo>
                      <a:pt x="164" y="2523"/>
                      <a:pt x="188" y="2032"/>
                      <a:pt x="188" y="1518"/>
                    </a:cubicBezTo>
                    <a:cubicBezTo>
                      <a:pt x="211" y="1005"/>
                      <a:pt x="234" y="514"/>
                      <a:pt x="25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1" name="Google Shape;16511;p54">
                <a:extLst>
                  <a:ext uri="{FF2B5EF4-FFF2-40B4-BE49-F238E27FC236}">
                    <a16:creationId xmlns:a16="http://schemas.microsoft.com/office/drawing/2014/main" id="{99B6C520-145A-EAA9-0B7E-FCFBBFE5E4AF}"/>
                  </a:ext>
                </a:extLst>
              </p:cNvPr>
              <p:cNvSpPr/>
              <p:nvPr/>
            </p:nvSpPr>
            <p:spPr>
              <a:xfrm>
                <a:off x="1708775" y="2978625"/>
                <a:ext cx="16975" cy="665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2663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24" y="467"/>
                      <a:pt x="94" y="911"/>
                      <a:pt x="188" y="1378"/>
                    </a:cubicBezTo>
                    <a:cubicBezTo>
                      <a:pt x="281" y="1822"/>
                      <a:pt x="421" y="2265"/>
                      <a:pt x="655" y="2662"/>
                    </a:cubicBezTo>
                    <a:lnTo>
                      <a:pt x="678" y="2662"/>
                    </a:lnTo>
                    <a:cubicBezTo>
                      <a:pt x="585" y="2195"/>
                      <a:pt x="444" y="1775"/>
                      <a:pt x="304" y="1331"/>
                    </a:cubicBezTo>
                    <a:cubicBezTo>
                      <a:pt x="188" y="911"/>
                      <a:pt x="94" y="46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2" name="Google Shape;16512;p54">
                <a:extLst>
                  <a:ext uri="{FF2B5EF4-FFF2-40B4-BE49-F238E27FC236}">
                    <a16:creationId xmlns:a16="http://schemas.microsoft.com/office/drawing/2014/main" id="{F5CD65E0-37FD-0476-73F8-70620B4ECFE9}"/>
                  </a:ext>
                </a:extLst>
              </p:cNvPr>
              <p:cNvSpPr/>
              <p:nvPr/>
            </p:nvSpPr>
            <p:spPr>
              <a:xfrm>
                <a:off x="1670250" y="2941250"/>
                <a:ext cx="4732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4368" extrusionOk="0">
                    <a:moveTo>
                      <a:pt x="24" y="1"/>
                    </a:moveTo>
                    <a:lnTo>
                      <a:pt x="0" y="24"/>
                    </a:lnTo>
                    <a:cubicBezTo>
                      <a:pt x="491" y="655"/>
                      <a:pt x="911" y="1355"/>
                      <a:pt x="1215" y="2079"/>
                    </a:cubicBezTo>
                    <a:cubicBezTo>
                      <a:pt x="1518" y="2826"/>
                      <a:pt x="1729" y="3574"/>
                      <a:pt x="1892" y="4368"/>
                    </a:cubicBezTo>
                    <a:cubicBezTo>
                      <a:pt x="1892" y="3550"/>
                      <a:pt x="1682" y="2756"/>
                      <a:pt x="1332" y="2032"/>
                    </a:cubicBezTo>
                    <a:cubicBezTo>
                      <a:pt x="981" y="1308"/>
                      <a:pt x="538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3" name="Google Shape;16513;p54">
                <a:extLst>
                  <a:ext uri="{FF2B5EF4-FFF2-40B4-BE49-F238E27FC236}">
                    <a16:creationId xmlns:a16="http://schemas.microsoft.com/office/drawing/2014/main" id="{6076CC51-BAF5-998F-46FC-15B889FEDB23}"/>
                  </a:ext>
                </a:extLst>
              </p:cNvPr>
              <p:cNvSpPr/>
              <p:nvPr/>
            </p:nvSpPr>
            <p:spPr>
              <a:xfrm>
                <a:off x="1722800" y="2933075"/>
                <a:ext cx="17525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3434" extrusionOk="0">
                    <a:moveTo>
                      <a:pt x="677" y="1"/>
                    </a:moveTo>
                    <a:lnTo>
                      <a:pt x="280" y="1705"/>
                    </a:lnTo>
                    <a:cubicBezTo>
                      <a:pt x="140" y="2266"/>
                      <a:pt x="24" y="2850"/>
                      <a:pt x="0" y="3434"/>
                    </a:cubicBezTo>
                    <a:cubicBezTo>
                      <a:pt x="210" y="2873"/>
                      <a:pt x="327" y="2313"/>
                      <a:pt x="397" y="1729"/>
                    </a:cubicBez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4" name="Google Shape;16514;p54">
                <a:extLst>
                  <a:ext uri="{FF2B5EF4-FFF2-40B4-BE49-F238E27FC236}">
                    <a16:creationId xmlns:a16="http://schemas.microsoft.com/office/drawing/2014/main" id="{45A9B6E0-678C-14DF-90B4-4A5DD02BABEA}"/>
                  </a:ext>
                </a:extLst>
              </p:cNvPr>
              <p:cNvSpPr/>
              <p:nvPr/>
            </p:nvSpPr>
            <p:spPr>
              <a:xfrm>
                <a:off x="1750225" y="2976875"/>
                <a:ext cx="7050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733" extrusionOk="0">
                    <a:moveTo>
                      <a:pt x="281" y="0"/>
                    </a:moveTo>
                    <a:lnTo>
                      <a:pt x="281" y="0"/>
                    </a:lnTo>
                    <a:cubicBezTo>
                      <a:pt x="164" y="444"/>
                      <a:pt x="94" y="888"/>
                      <a:pt x="48" y="1355"/>
                    </a:cubicBezTo>
                    <a:cubicBezTo>
                      <a:pt x="1" y="1798"/>
                      <a:pt x="1" y="2265"/>
                      <a:pt x="118" y="2732"/>
                    </a:cubicBezTo>
                    <a:lnTo>
                      <a:pt x="141" y="2732"/>
                    </a:lnTo>
                    <a:cubicBezTo>
                      <a:pt x="188" y="2265"/>
                      <a:pt x="188" y="1822"/>
                      <a:pt x="188" y="1355"/>
                    </a:cubicBezTo>
                    <a:cubicBezTo>
                      <a:pt x="188" y="911"/>
                      <a:pt x="234" y="44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5" name="Google Shape;16515;p54">
                <a:extLst>
                  <a:ext uri="{FF2B5EF4-FFF2-40B4-BE49-F238E27FC236}">
                    <a16:creationId xmlns:a16="http://schemas.microsoft.com/office/drawing/2014/main" id="{95EB8B4A-0C8A-0EEF-01C4-E9BA9E036B21}"/>
                  </a:ext>
                </a:extLst>
              </p:cNvPr>
              <p:cNvSpPr/>
              <p:nvPr/>
            </p:nvSpPr>
            <p:spPr>
              <a:xfrm>
                <a:off x="859900" y="2567600"/>
                <a:ext cx="78825" cy="9812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3925" extrusionOk="0">
                    <a:moveTo>
                      <a:pt x="0" y="1"/>
                    </a:moveTo>
                    <a:cubicBezTo>
                      <a:pt x="654" y="538"/>
                      <a:pt x="1261" y="1145"/>
                      <a:pt x="1775" y="1799"/>
                    </a:cubicBezTo>
                    <a:cubicBezTo>
                      <a:pt x="2289" y="2476"/>
                      <a:pt x="2733" y="3177"/>
                      <a:pt x="3130" y="3924"/>
                    </a:cubicBezTo>
                    <a:lnTo>
                      <a:pt x="3153" y="3924"/>
                    </a:lnTo>
                    <a:cubicBezTo>
                      <a:pt x="2896" y="3107"/>
                      <a:pt x="2429" y="2383"/>
                      <a:pt x="1868" y="1729"/>
                    </a:cubicBezTo>
                    <a:cubicBezTo>
                      <a:pt x="1331" y="1075"/>
                      <a:pt x="677" y="51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6" name="Google Shape;16516;p54">
                <a:extLst>
                  <a:ext uri="{FF2B5EF4-FFF2-40B4-BE49-F238E27FC236}">
                    <a16:creationId xmlns:a16="http://schemas.microsoft.com/office/drawing/2014/main" id="{CB6D820F-7CE2-9304-CC2E-0BCC1CC3C417}"/>
                  </a:ext>
                </a:extLst>
              </p:cNvPr>
              <p:cNvSpPr/>
              <p:nvPr/>
            </p:nvSpPr>
            <p:spPr>
              <a:xfrm>
                <a:off x="1025125" y="2568200"/>
                <a:ext cx="6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90" extrusionOk="0">
                    <a:moveTo>
                      <a:pt x="234" y="0"/>
                    </a:moveTo>
                    <a:cubicBezTo>
                      <a:pt x="164" y="491"/>
                      <a:pt x="94" y="981"/>
                      <a:pt x="70" y="1495"/>
                    </a:cubicBezTo>
                    <a:cubicBezTo>
                      <a:pt x="0" y="1985"/>
                      <a:pt x="0" y="2499"/>
                      <a:pt x="70" y="2989"/>
                    </a:cubicBezTo>
                    <a:lnTo>
                      <a:pt x="94" y="2989"/>
                    </a:lnTo>
                    <a:cubicBezTo>
                      <a:pt x="164" y="2499"/>
                      <a:pt x="187" y="2008"/>
                      <a:pt x="187" y="1495"/>
                    </a:cubicBezTo>
                    <a:cubicBezTo>
                      <a:pt x="187" y="1004"/>
                      <a:pt x="210" y="491"/>
                      <a:pt x="25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7" name="Google Shape;16517;p54">
                <a:extLst>
                  <a:ext uri="{FF2B5EF4-FFF2-40B4-BE49-F238E27FC236}">
                    <a16:creationId xmlns:a16="http://schemas.microsoft.com/office/drawing/2014/main" id="{77AC1DC7-740B-4516-C82A-D350FB76AA04}"/>
                  </a:ext>
                </a:extLst>
              </p:cNvPr>
              <p:cNvSpPr/>
              <p:nvPr/>
            </p:nvSpPr>
            <p:spPr>
              <a:xfrm>
                <a:off x="956225" y="2590950"/>
                <a:ext cx="16375" cy="65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17" extrusionOk="0">
                    <a:moveTo>
                      <a:pt x="0" y="1"/>
                    </a:moveTo>
                    <a:cubicBezTo>
                      <a:pt x="24" y="445"/>
                      <a:pt x="94" y="912"/>
                      <a:pt x="187" y="1332"/>
                    </a:cubicBezTo>
                    <a:cubicBezTo>
                      <a:pt x="257" y="1799"/>
                      <a:pt x="397" y="2219"/>
                      <a:pt x="654" y="2616"/>
                    </a:cubicBezTo>
                    <a:cubicBezTo>
                      <a:pt x="561" y="2173"/>
                      <a:pt x="444" y="1752"/>
                      <a:pt x="304" y="1309"/>
                    </a:cubicBezTo>
                    <a:cubicBezTo>
                      <a:pt x="187" y="888"/>
                      <a:pt x="94" y="44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8" name="Google Shape;16518;p54">
                <a:extLst>
                  <a:ext uri="{FF2B5EF4-FFF2-40B4-BE49-F238E27FC236}">
                    <a16:creationId xmlns:a16="http://schemas.microsoft.com/office/drawing/2014/main" id="{BF37A350-B66C-43CE-3514-E1F12171E43A}"/>
                  </a:ext>
                </a:extLst>
              </p:cNvPr>
              <p:cNvSpPr/>
              <p:nvPr/>
            </p:nvSpPr>
            <p:spPr>
              <a:xfrm>
                <a:off x="918275" y="2554175"/>
                <a:ext cx="467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298" extrusionOk="0">
                    <a:moveTo>
                      <a:pt x="1" y="1"/>
                    </a:moveTo>
                    <a:cubicBezTo>
                      <a:pt x="491" y="631"/>
                      <a:pt x="888" y="1308"/>
                      <a:pt x="1192" y="2032"/>
                    </a:cubicBezTo>
                    <a:cubicBezTo>
                      <a:pt x="1495" y="2780"/>
                      <a:pt x="1682" y="3527"/>
                      <a:pt x="1845" y="4298"/>
                    </a:cubicBezTo>
                    <a:lnTo>
                      <a:pt x="1869" y="4298"/>
                    </a:lnTo>
                    <a:cubicBezTo>
                      <a:pt x="1869" y="3504"/>
                      <a:pt x="1659" y="2710"/>
                      <a:pt x="1308" y="1986"/>
                    </a:cubicBezTo>
                    <a:cubicBezTo>
                      <a:pt x="981" y="1262"/>
                      <a:pt x="514" y="58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19" name="Google Shape;16519;p54">
                <a:extLst>
                  <a:ext uri="{FF2B5EF4-FFF2-40B4-BE49-F238E27FC236}">
                    <a16:creationId xmlns:a16="http://schemas.microsoft.com/office/drawing/2014/main" id="{E729E42B-B879-598B-7C4D-5784EE335C96}"/>
                  </a:ext>
                </a:extLst>
              </p:cNvPr>
              <p:cNvSpPr/>
              <p:nvPr/>
            </p:nvSpPr>
            <p:spPr>
              <a:xfrm>
                <a:off x="969650" y="2545425"/>
                <a:ext cx="17550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410" extrusionOk="0">
                    <a:moveTo>
                      <a:pt x="701" y="0"/>
                    </a:moveTo>
                    <a:lnTo>
                      <a:pt x="304" y="1705"/>
                    </a:lnTo>
                    <a:cubicBezTo>
                      <a:pt x="164" y="2266"/>
                      <a:pt x="47" y="2826"/>
                      <a:pt x="1" y="3410"/>
                    </a:cubicBezTo>
                    <a:lnTo>
                      <a:pt x="24" y="3410"/>
                    </a:lnTo>
                    <a:cubicBezTo>
                      <a:pt x="211" y="2849"/>
                      <a:pt x="328" y="2289"/>
                      <a:pt x="421" y="172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0" name="Google Shape;16520;p54">
                <a:extLst>
                  <a:ext uri="{FF2B5EF4-FFF2-40B4-BE49-F238E27FC236}">
                    <a16:creationId xmlns:a16="http://schemas.microsoft.com/office/drawing/2014/main" id="{8DD81AEE-8120-21CD-07F8-1E570C722897}"/>
                  </a:ext>
                </a:extLst>
              </p:cNvPr>
              <p:cNvSpPr/>
              <p:nvPr/>
            </p:nvSpPr>
            <p:spPr>
              <a:xfrm>
                <a:off x="997100" y="2588625"/>
                <a:ext cx="702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710" extrusionOk="0">
                    <a:moveTo>
                      <a:pt x="280" y="0"/>
                    </a:moveTo>
                    <a:cubicBezTo>
                      <a:pt x="164" y="444"/>
                      <a:pt x="94" y="888"/>
                      <a:pt x="70" y="1355"/>
                    </a:cubicBezTo>
                    <a:cubicBezTo>
                      <a:pt x="0" y="1799"/>
                      <a:pt x="0" y="2266"/>
                      <a:pt x="117" y="2709"/>
                    </a:cubicBezTo>
                    <a:lnTo>
                      <a:pt x="140" y="2709"/>
                    </a:lnTo>
                    <a:cubicBezTo>
                      <a:pt x="187" y="2242"/>
                      <a:pt x="187" y="1799"/>
                      <a:pt x="187" y="1355"/>
                    </a:cubicBezTo>
                    <a:cubicBezTo>
                      <a:pt x="187" y="911"/>
                      <a:pt x="234" y="444"/>
                      <a:pt x="28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1" name="Google Shape;16521;p54">
                <a:extLst>
                  <a:ext uri="{FF2B5EF4-FFF2-40B4-BE49-F238E27FC236}">
                    <a16:creationId xmlns:a16="http://schemas.microsoft.com/office/drawing/2014/main" id="{35D3F475-867D-DAB5-4AA4-2D26C7DBBE7F}"/>
                  </a:ext>
                </a:extLst>
              </p:cNvPr>
              <p:cNvSpPr/>
              <p:nvPr/>
            </p:nvSpPr>
            <p:spPr>
              <a:xfrm>
                <a:off x="981325" y="2548350"/>
                <a:ext cx="7625" cy="683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33" extrusionOk="0">
                    <a:moveTo>
                      <a:pt x="281" y="0"/>
                    </a:moveTo>
                    <a:cubicBezTo>
                      <a:pt x="187" y="444"/>
                      <a:pt x="94" y="911"/>
                      <a:pt x="71" y="1355"/>
                    </a:cubicBezTo>
                    <a:cubicBezTo>
                      <a:pt x="1" y="1822"/>
                      <a:pt x="24" y="2289"/>
                      <a:pt x="117" y="2732"/>
                    </a:cubicBezTo>
                    <a:lnTo>
                      <a:pt x="141" y="2732"/>
                    </a:lnTo>
                    <a:cubicBezTo>
                      <a:pt x="187" y="2265"/>
                      <a:pt x="187" y="1822"/>
                      <a:pt x="187" y="1378"/>
                    </a:cubicBezTo>
                    <a:cubicBezTo>
                      <a:pt x="187" y="911"/>
                      <a:pt x="234" y="467"/>
                      <a:pt x="30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2" name="Google Shape;16522;p54">
                <a:extLst>
                  <a:ext uri="{FF2B5EF4-FFF2-40B4-BE49-F238E27FC236}">
                    <a16:creationId xmlns:a16="http://schemas.microsoft.com/office/drawing/2014/main" id="{F39AF323-D47E-06AB-D99C-790461B6DC1B}"/>
                  </a:ext>
                </a:extLst>
              </p:cNvPr>
              <p:cNvSpPr/>
              <p:nvPr/>
            </p:nvSpPr>
            <p:spPr>
              <a:xfrm>
                <a:off x="816100" y="3215075"/>
                <a:ext cx="189775" cy="23587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9435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589" y="1308"/>
                      <a:pt x="3037" y="2756"/>
                      <a:pt x="4298" y="4344"/>
                    </a:cubicBezTo>
                    <a:cubicBezTo>
                      <a:pt x="5535" y="5955"/>
                      <a:pt x="6610" y="7637"/>
                      <a:pt x="7567" y="9435"/>
                    </a:cubicBezTo>
                    <a:lnTo>
                      <a:pt x="7590" y="9411"/>
                    </a:lnTo>
                    <a:cubicBezTo>
                      <a:pt x="6983" y="7473"/>
                      <a:pt x="5886" y="5698"/>
                      <a:pt x="4531" y="4157"/>
                    </a:cubicBezTo>
                    <a:cubicBezTo>
                      <a:pt x="3200" y="2592"/>
                      <a:pt x="1682" y="121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3" name="Google Shape;16523;p54">
                <a:extLst>
                  <a:ext uri="{FF2B5EF4-FFF2-40B4-BE49-F238E27FC236}">
                    <a16:creationId xmlns:a16="http://schemas.microsoft.com/office/drawing/2014/main" id="{549238CA-A21A-D169-89ED-1087386046D1}"/>
                  </a:ext>
                </a:extLst>
              </p:cNvPr>
              <p:cNvSpPr/>
              <p:nvPr/>
            </p:nvSpPr>
            <p:spPr>
              <a:xfrm>
                <a:off x="1213100" y="3216225"/>
                <a:ext cx="16375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7217" extrusionOk="0">
                    <a:moveTo>
                      <a:pt x="608" y="1"/>
                    </a:moveTo>
                    <a:cubicBezTo>
                      <a:pt x="421" y="1192"/>
                      <a:pt x="281" y="2383"/>
                      <a:pt x="164" y="3597"/>
                    </a:cubicBezTo>
                    <a:cubicBezTo>
                      <a:pt x="48" y="4788"/>
                      <a:pt x="1" y="6003"/>
                      <a:pt x="211" y="7217"/>
                    </a:cubicBezTo>
                    <a:lnTo>
                      <a:pt x="234" y="7217"/>
                    </a:lnTo>
                    <a:cubicBezTo>
                      <a:pt x="421" y="6026"/>
                      <a:pt x="468" y="4812"/>
                      <a:pt x="468" y="3621"/>
                    </a:cubicBezTo>
                    <a:cubicBezTo>
                      <a:pt x="491" y="2406"/>
                      <a:pt x="561" y="1192"/>
                      <a:pt x="6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4" name="Google Shape;16524;p54">
                <a:extLst>
                  <a:ext uri="{FF2B5EF4-FFF2-40B4-BE49-F238E27FC236}">
                    <a16:creationId xmlns:a16="http://schemas.microsoft.com/office/drawing/2014/main" id="{FB819DA4-F41F-7660-5124-9390F94FBFCA}"/>
                  </a:ext>
                </a:extLst>
              </p:cNvPr>
              <p:cNvSpPr/>
              <p:nvPr/>
            </p:nvSpPr>
            <p:spPr>
              <a:xfrm>
                <a:off x="1048475" y="3271125"/>
                <a:ext cx="39725" cy="157650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6306" extrusionOk="0">
                    <a:moveTo>
                      <a:pt x="0" y="0"/>
                    </a:moveTo>
                    <a:cubicBezTo>
                      <a:pt x="70" y="1098"/>
                      <a:pt x="210" y="2172"/>
                      <a:pt x="444" y="3223"/>
                    </a:cubicBezTo>
                    <a:cubicBezTo>
                      <a:pt x="631" y="4297"/>
                      <a:pt x="981" y="5348"/>
                      <a:pt x="1542" y="6305"/>
                    </a:cubicBezTo>
                    <a:lnTo>
                      <a:pt x="1588" y="6282"/>
                    </a:lnTo>
                    <a:cubicBezTo>
                      <a:pt x="1355" y="5208"/>
                      <a:pt x="1051" y="4204"/>
                      <a:pt x="724" y="3153"/>
                    </a:cubicBezTo>
                    <a:cubicBezTo>
                      <a:pt x="421" y="2125"/>
                      <a:pt x="210" y="107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5" name="Google Shape;16525;p54">
                <a:extLst>
                  <a:ext uri="{FF2B5EF4-FFF2-40B4-BE49-F238E27FC236}">
                    <a16:creationId xmlns:a16="http://schemas.microsoft.com/office/drawing/2014/main" id="{C18FC5BA-9B82-BFCF-0B9B-A2D3E51A59AB}"/>
                  </a:ext>
                </a:extLst>
              </p:cNvPr>
              <p:cNvSpPr/>
              <p:nvPr/>
            </p:nvSpPr>
            <p:spPr>
              <a:xfrm>
                <a:off x="956800" y="3182375"/>
                <a:ext cx="112700" cy="258650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10346" extrusionOk="0">
                    <a:moveTo>
                      <a:pt x="24" y="0"/>
                    </a:moveTo>
                    <a:lnTo>
                      <a:pt x="1" y="24"/>
                    </a:lnTo>
                    <a:cubicBezTo>
                      <a:pt x="1168" y="1518"/>
                      <a:pt x="2149" y="3176"/>
                      <a:pt x="2873" y="4928"/>
                    </a:cubicBezTo>
                    <a:cubicBezTo>
                      <a:pt x="3574" y="6679"/>
                      <a:pt x="4088" y="8477"/>
                      <a:pt x="4461" y="10346"/>
                    </a:cubicBezTo>
                    <a:lnTo>
                      <a:pt x="4508" y="10346"/>
                    </a:lnTo>
                    <a:cubicBezTo>
                      <a:pt x="4508" y="8431"/>
                      <a:pt x="3994" y="6539"/>
                      <a:pt x="3154" y="4811"/>
                    </a:cubicBezTo>
                    <a:cubicBezTo>
                      <a:pt x="2336" y="3060"/>
                      <a:pt x="1285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6" name="Google Shape;16526;p54">
                <a:extLst>
                  <a:ext uri="{FF2B5EF4-FFF2-40B4-BE49-F238E27FC236}">
                    <a16:creationId xmlns:a16="http://schemas.microsoft.com/office/drawing/2014/main" id="{6BF229F1-2B5E-F250-942F-9F6DBD518258}"/>
                  </a:ext>
                </a:extLst>
              </p:cNvPr>
              <p:cNvSpPr/>
              <p:nvPr/>
            </p:nvSpPr>
            <p:spPr>
              <a:xfrm>
                <a:off x="1081175" y="3161950"/>
                <a:ext cx="42050" cy="2049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8197" extrusionOk="0">
                    <a:moveTo>
                      <a:pt x="1635" y="0"/>
                    </a:moveTo>
                    <a:lnTo>
                      <a:pt x="701" y="4063"/>
                    </a:lnTo>
                    <a:cubicBezTo>
                      <a:pt x="350" y="5418"/>
                      <a:pt x="70" y="6796"/>
                      <a:pt x="0" y="8197"/>
                    </a:cubicBezTo>
                    <a:lnTo>
                      <a:pt x="23" y="8197"/>
                    </a:lnTo>
                    <a:cubicBezTo>
                      <a:pt x="490" y="6866"/>
                      <a:pt x="771" y="5511"/>
                      <a:pt x="981" y="4133"/>
                    </a:cubicBezTo>
                    <a:lnTo>
                      <a:pt x="16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7" name="Google Shape;16527;p54">
                <a:extLst>
                  <a:ext uri="{FF2B5EF4-FFF2-40B4-BE49-F238E27FC236}">
                    <a16:creationId xmlns:a16="http://schemas.microsoft.com/office/drawing/2014/main" id="{0F360BEA-6AC7-E264-2970-E1A5C9310667}"/>
                  </a:ext>
                </a:extLst>
              </p:cNvPr>
              <p:cNvSpPr/>
              <p:nvPr/>
            </p:nvSpPr>
            <p:spPr>
              <a:xfrm>
                <a:off x="1146550" y="3265850"/>
                <a:ext cx="17550" cy="1623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93" extrusionOk="0">
                    <a:moveTo>
                      <a:pt x="678" y="1"/>
                    </a:moveTo>
                    <a:cubicBezTo>
                      <a:pt x="421" y="1052"/>
                      <a:pt x="234" y="2149"/>
                      <a:pt x="141" y="3224"/>
                    </a:cubicBezTo>
                    <a:cubicBezTo>
                      <a:pt x="1" y="4321"/>
                      <a:pt x="24" y="5419"/>
                      <a:pt x="304" y="6493"/>
                    </a:cubicBezTo>
                    <a:lnTo>
                      <a:pt x="328" y="6493"/>
                    </a:lnTo>
                    <a:cubicBezTo>
                      <a:pt x="444" y="5395"/>
                      <a:pt x="444" y="4321"/>
                      <a:pt x="421" y="3247"/>
                    </a:cubicBezTo>
                    <a:cubicBezTo>
                      <a:pt x="468" y="2173"/>
                      <a:pt x="561" y="1075"/>
                      <a:pt x="7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8" name="Google Shape;16528;p54">
                <a:extLst>
                  <a:ext uri="{FF2B5EF4-FFF2-40B4-BE49-F238E27FC236}">
                    <a16:creationId xmlns:a16="http://schemas.microsoft.com/office/drawing/2014/main" id="{AEED7F22-5181-AAFA-D529-84EFCF65BC71}"/>
                  </a:ext>
                </a:extLst>
              </p:cNvPr>
              <p:cNvSpPr/>
              <p:nvPr/>
            </p:nvSpPr>
            <p:spPr>
              <a:xfrm>
                <a:off x="2658675" y="2637675"/>
                <a:ext cx="103950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4158" h="6072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865" y="911"/>
                      <a:pt x="1635" y="1868"/>
                      <a:pt x="2336" y="2873"/>
                    </a:cubicBezTo>
                    <a:cubicBezTo>
                      <a:pt x="2990" y="3900"/>
                      <a:pt x="3573" y="4974"/>
                      <a:pt x="4134" y="6072"/>
                    </a:cubicBezTo>
                    <a:lnTo>
                      <a:pt x="4157" y="6072"/>
                    </a:lnTo>
                    <a:cubicBezTo>
                      <a:pt x="3737" y="4904"/>
                      <a:pt x="3153" y="3807"/>
                      <a:pt x="2429" y="2802"/>
                    </a:cubicBezTo>
                    <a:cubicBezTo>
                      <a:pt x="1729" y="1798"/>
                      <a:pt x="911" y="86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29" name="Google Shape;16529;p54">
                <a:extLst>
                  <a:ext uri="{FF2B5EF4-FFF2-40B4-BE49-F238E27FC236}">
                    <a16:creationId xmlns:a16="http://schemas.microsoft.com/office/drawing/2014/main" id="{9D69F408-A9E8-E86C-B372-4C2064CDE86E}"/>
                  </a:ext>
                </a:extLst>
              </p:cNvPr>
              <p:cNvSpPr/>
              <p:nvPr/>
            </p:nvSpPr>
            <p:spPr>
              <a:xfrm>
                <a:off x="2833825" y="2634175"/>
                <a:ext cx="1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4718" extrusionOk="0">
                    <a:moveTo>
                      <a:pt x="0" y="0"/>
                    </a:moveTo>
                    <a:lnTo>
                      <a:pt x="234" y="2359"/>
                    </a:lnTo>
                    <a:cubicBezTo>
                      <a:pt x="281" y="3153"/>
                      <a:pt x="374" y="3923"/>
                      <a:pt x="538" y="4717"/>
                    </a:cubicBezTo>
                    <a:lnTo>
                      <a:pt x="561" y="4694"/>
                    </a:lnTo>
                    <a:cubicBezTo>
                      <a:pt x="538" y="3900"/>
                      <a:pt x="467" y="3129"/>
                      <a:pt x="351" y="2335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0" name="Google Shape;16530;p54">
                <a:extLst>
                  <a:ext uri="{FF2B5EF4-FFF2-40B4-BE49-F238E27FC236}">
                    <a16:creationId xmlns:a16="http://schemas.microsoft.com/office/drawing/2014/main" id="{5AD4A0AF-29BF-776F-FBED-285F9E8EA0E5}"/>
                  </a:ext>
                </a:extLst>
              </p:cNvPr>
              <p:cNvSpPr/>
              <p:nvPr/>
            </p:nvSpPr>
            <p:spPr>
              <a:xfrm>
                <a:off x="2762600" y="2672100"/>
                <a:ext cx="32725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4088" extrusionOk="0">
                    <a:moveTo>
                      <a:pt x="0" y="1"/>
                    </a:moveTo>
                    <a:cubicBezTo>
                      <a:pt x="140" y="702"/>
                      <a:pt x="304" y="1379"/>
                      <a:pt x="514" y="2079"/>
                    </a:cubicBezTo>
                    <a:cubicBezTo>
                      <a:pt x="701" y="2757"/>
                      <a:pt x="934" y="3434"/>
                      <a:pt x="1285" y="4088"/>
                    </a:cubicBezTo>
                    <a:lnTo>
                      <a:pt x="1308" y="4064"/>
                    </a:lnTo>
                    <a:cubicBezTo>
                      <a:pt x="1098" y="3387"/>
                      <a:pt x="864" y="2710"/>
                      <a:pt x="631" y="2033"/>
                    </a:cubicBezTo>
                    <a:cubicBezTo>
                      <a:pt x="397" y="1355"/>
                      <a:pt x="211" y="67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1" name="Google Shape;16531;p54">
                <a:extLst>
                  <a:ext uri="{FF2B5EF4-FFF2-40B4-BE49-F238E27FC236}">
                    <a16:creationId xmlns:a16="http://schemas.microsoft.com/office/drawing/2014/main" id="{C66D1D7B-EE41-0721-F282-D090684A3A5C}"/>
                  </a:ext>
                </a:extLst>
              </p:cNvPr>
              <p:cNvSpPr/>
              <p:nvPr/>
            </p:nvSpPr>
            <p:spPr>
              <a:xfrm>
                <a:off x="2715300" y="2614900"/>
                <a:ext cx="73000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6703" extrusionOk="0">
                    <a:moveTo>
                      <a:pt x="1" y="0"/>
                    </a:moveTo>
                    <a:cubicBezTo>
                      <a:pt x="678" y="1028"/>
                      <a:pt x="1262" y="2102"/>
                      <a:pt x="1729" y="3246"/>
                    </a:cubicBezTo>
                    <a:cubicBezTo>
                      <a:pt x="2196" y="4367"/>
                      <a:pt x="2570" y="5512"/>
                      <a:pt x="2920" y="6703"/>
                    </a:cubicBezTo>
                    <a:cubicBezTo>
                      <a:pt x="2733" y="5488"/>
                      <a:pt x="2359" y="4297"/>
                      <a:pt x="1846" y="3200"/>
                    </a:cubicBezTo>
                    <a:cubicBezTo>
                      <a:pt x="1355" y="2079"/>
                      <a:pt x="725" y="100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2" name="Google Shape;16532;p54">
                <a:extLst>
                  <a:ext uri="{FF2B5EF4-FFF2-40B4-BE49-F238E27FC236}">
                    <a16:creationId xmlns:a16="http://schemas.microsoft.com/office/drawing/2014/main" id="{535C72E1-6E58-3E1A-1AE5-037303FA0564}"/>
                  </a:ext>
                </a:extLst>
              </p:cNvPr>
              <p:cNvSpPr/>
              <p:nvPr/>
            </p:nvSpPr>
            <p:spPr>
              <a:xfrm>
                <a:off x="2783025" y="2599725"/>
                <a:ext cx="5275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5372" extrusionOk="0">
                    <a:moveTo>
                      <a:pt x="24" y="0"/>
                    </a:moveTo>
                    <a:lnTo>
                      <a:pt x="24" y="2686"/>
                    </a:lnTo>
                    <a:cubicBezTo>
                      <a:pt x="1" y="3573"/>
                      <a:pt x="24" y="4484"/>
                      <a:pt x="117" y="5371"/>
                    </a:cubicBezTo>
                    <a:lnTo>
                      <a:pt x="141" y="5371"/>
                    </a:lnTo>
                    <a:cubicBezTo>
                      <a:pt x="211" y="4461"/>
                      <a:pt x="188" y="3573"/>
                      <a:pt x="141" y="268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3" name="Google Shape;16533;p54">
                <a:extLst>
                  <a:ext uri="{FF2B5EF4-FFF2-40B4-BE49-F238E27FC236}">
                    <a16:creationId xmlns:a16="http://schemas.microsoft.com/office/drawing/2014/main" id="{B17E3A99-8290-3028-6FE4-EC1E9D903857}"/>
                  </a:ext>
                </a:extLst>
              </p:cNvPr>
              <p:cNvSpPr/>
              <p:nvPr/>
            </p:nvSpPr>
            <p:spPr>
              <a:xfrm>
                <a:off x="2811050" y="2666850"/>
                <a:ext cx="12300" cy="1063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52" extrusionOk="0">
                    <a:moveTo>
                      <a:pt x="1" y="1"/>
                    </a:moveTo>
                    <a:cubicBezTo>
                      <a:pt x="1" y="725"/>
                      <a:pt x="47" y="1425"/>
                      <a:pt x="94" y="2149"/>
                    </a:cubicBezTo>
                    <a:cubicBezTo>
                      <a:pt x="164" y="2850"/>
                      <a:pt x="258" y="3574"/>
                      <a:pt x="491" y="4251"/>
                    </a:cubicBezTo>
                    <a:cubicBezTo>
                      <a:pt x="444" y="3527"/>
                      <a:pt x="328" y="2826"/>
                      <a:pt x="234" y="2126"/>
                    </a:cubicBezTo>
                    <a:cubicBezTo>
                      <a:pt x="141" y="1425"/>
                      <a:pt x="71" y="72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4" name="Google Shape;16534;p54">
                <a:extLst>
                  <a:ext uri="{FF2B5EF4-FFF2-40B4-BE49-F238E27FC236}">
                    <a16:creationId xmlns:a16="http://schemas.microsoft.com/office/drawing/2014/main" id="{66382EA8-0927-4301-A40D-D42B36A8AC5A}"/>
                  </a:ext>
                </a:extLst>
              </p:cNvPr>
              <p:cNvSpPr/>
              <p:nvPr/>
            </p:nvSpPr>
            <p:spPr>
              <a:xfrm>
                <a:off x="510750" y="2913225"/>
                <a:ext cx="78275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3131" h="66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02" y="1005"/>
                      <a:pt x="1332" y="2079"/>
                      <a:pt x="1823" y="3177"/>
                    </a:cubicBezTo>
                    <a:cubicBezTo>
                      <a:pt x="2336" y="4298"/>
                      <a:pt x="2733" y="5442"/>
                      <a:pt x="3107" y="6610"/>
                    </a:cubicBezTo>
                    <a:lnTo>
                      <a:pt x="3130" y="6610"/>
                    </a:lnTo>
                    <a:cubicBezTo>
                      <a:pt x="2897" y="5395"/>
                      <a:pt x="2500" y="4228"/>
                      <a:pt x="1939" y="3130"/>
                    </a:cubicBezTo>
                    <a:cubicBezTo>
                      <a:pt x="1402" y="2032"/>
                      <a:pt x="748" y="982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5" name="Google Shape;16535;p54">
                <a:extLst>
                  <a:ext uri="{FF2B5EF4-FFF2-40B4-BE49-F238E27FC236}">
                    <a16:creationId xmlns:a16="http://schemas.microsoft.com/office/drawing/2014/main" id="{FFF10B79-D742-5FBE-11F0-DF175BF82499}"/>
                  </a:ext>
                </a:extLst>
              </p:cNvPr>
              <p:cNvSpPr/>
              <p:nvPr/>
            </p:nvSpPr>
            <p:spPr>
              <a:xfrm>
                <a:off x="677725" y="2936000"/>
                <a:ext cx="7050" cy="1185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742" extrusionOk="0">
                    <a:moveTo>
                      <a:pt x="281" y="0"/>
                    </a:moveTo>
                    <a:lnTo>
                      <a:pt x="94" y="2359"/>
                    </a:lnTo>
                    <a:cubicBezTo>
                      <a:pt x="24" y="3153"/>
                      <a:pt x="1" y="3947"/>
                      <a:pt x="48" y="4741"/>
                    </a:cubicBezTo>
                    <a:cubicBezTo>
                      <a:pt x="164" y="3947"/>
                      <a:pt x="211" y="3153"/>
                      <a:pt x="235" y="2359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6" name="Google Shape;16536;p54">
                <a:extLst>
                  <a:ext uri="{FF2B5EF4-FFF2-40B4-BE49-F238E27FC236}">
                    <a16:creationId xmlns:a16="http://schemas.microsoft.com/office/drawing/2014/main" id="{A3AF1058-7253-D60A-3E17-9FCBE412DC6D}"/>
                  </a:ext>
                </a:extLst>
              </p:cNvPr>
              <p:cNvSpPr/>
              <p:nvPr/>
            </p:nvSpPr>
            <p:spPr>
              <a:xfrm>
                <a:off x="608250" y="2962275"/>
                <a:ext cx="1522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2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4" y="724"/>
                      <a:pt x="71" y="1425"/>
                      <a:pt x="164" y="2149"/>
                    </a:cubicBezTo>
                    <a:cubicBezTo>
                      <a:pt x="234" y="2849"/>
                      <a:pt x="375" y="3550"/>
                      <a:pt x="608" y="4227"/>
                    </a:cubicBezTo>
                    <a:cubicBezTo>
                      <a:pt x="538" y="3527"/>
                      <a:pt x="398" y="2826"/>
                      <a:pt x="281" y="2125"/>
                    </a:cubicBezTo>
                    <a:cubicBezTo>
                      <a:pt x="164" y="1425"/>
                      <a:pt x="71" y="724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7" name="Google Shape;16537;p54">
                <a:extLst>
                  <a:ext uri="{FF2B5EF4-FFF2-40B4-BE49-F238E27FC236}">
                    <a16:creationId xmlns:a16="http://schemas.microsoft.com/office/drawing/2014/main" id="{13FC2D83-2288-91B8-9D07-51949F40744B}"/>
                  </a:ext>
                </a:extLst>
              </p:cNvPr>
              <p:cNvSpPr/>
              <p:nvPr/>
            </p:nvSpPr>
            <p:spPr>
              <a:xfrm>
                <a:off x="570300" y="2899225"/>
                <a:ext cx="45575" cy="176325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7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1" y="1121"/>
                      <a:pt x="912" y="2265"/>
                      <a:pt x="1192" y="3456"/>
                    </a:cubicBezTo>
                    <a:cubicBezTo>
                      <a:pt x="1472" y="4647"/>
                      <a:pt x="1659" y="5838"/>
                      <a:pt x="1799" y="7053"/>
                    </a:cubicBezTo>
                    <a:lnTo>
                      <a:pt x="1823" y="7053"/>
                    </a:lnTo>
                    <a:cubicBezTo>
                      <a:pt x="1823" y="5815"/>
                      <a:pt x="1636" y="4601"/>
                      <a:pt x="1309" y="3433"/>
                    </a:cubicBezTo>
                    <a:cubicBezTo>
                      <a:pt x="1005" y="2242"/>
                      <a:pt x="561" y="109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8" name="Google Shape;16538;p54">
                <a:extLst>
                  <a:ext uri="{FF2B5EF4-FFF2-40B4-BE49-F238E27FC236}">
                    <a16:creationId xmlns:a16="http://schemas.microsoft.com/office/drawing/2014/main" id="{5245A1D0-DF80-6DD1-0ED2-3859D760230D}"/>
                  </a:ext>
                </a:extLst>
              </p:cNvPr>
              <p:cNvSpPr/>
              <p:nvPr/>
            </p:nvSpPr>
            <p:spPr>
              <a:xfrm>
                <a:off x="621100" y="2894550"/>
                <a:ext cx="1930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302" extrusionOk="0">
                    <a:moveTo>
                      <a:pt x="748" y="0"/>
                    </a:moveTo>
                    <a:lnTo>
                      <a:pt x="328" y="2639"/>
                    </a:lnTo>
                    <a:cubicBezTo>
                      <a:pt x="164" y="3527"/>
                      <a:pt x="47" y="4414"/>
                      <a:pt x="1" y="5302"/>
                    </a:cubicBezTo>
                    <a:lnTo>
                      <a:pt x="24" y="5302"/>
                    </a:lnTo>
                    <a:cubicBezTo>
                      <a:pt x="234" y="4437"/>
                      <a:pt x="351" y="3550"/>
                      <a:pt x="444" y="2663"/>
                    </a:cubicBezTo>
                    <a:lnTo>
                      <a:pt x="77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39" name="Google Shape;16539;p54">
                <a:extLst>
                  <a:ext uri="{FF2B5EF4-FFF2-40B4-BE49-F238E27FC236}">
                    <a16:creationId xmlns:a16="http://schemas.microsoft.com/office/drawing/2014/main" id="{7B315894-F8DE-7566-2AA0-21E3E1EAC446}"/>
                  </a:ext>
                </a:extLst>
              </p:cNvPr>
              <p:cNvSpPr/>
              <p:nvPr/>
            </p:nvSpPr>
            <p:spPr>
              <a:xfrm>
                <a:off x="648550" y="2965200"/>
                <a:ext cx="820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251" extrusionOk="0">
                    <a:moveTo>
                      <a:pt x="327" y="0"/>
                    </a:moveTo>
                    <a:lnTo>
                      <a:pt x="327" y="0"/>
                    </a:lnTo>
                    <a:cubicBezTo>
                      <a:pt x="210" y="701"/>
                      <a:pt x="117" y="1401"/>
                      <a:pt x="70" y="2125"/>
                    </a:cubicBezTo>
                    <a:cubicBezTo>
                      <a:pt x="24" y="2826"/>
                      <a:pt x="0" y="3550"/>
                      <a:pt x="117" y="4250"/>
                    </a:cubicBezTo>
                    <a:lnTo>
                      <a:pt x="140" y="4250"/>
                    </a:lnTo>
                    <a:cubicBezTo>
                      <a:pt x="187" y="3550"/>
                      <a:pt x="187" y="2849"/>
                      <a:pt x="187" y="2125"/>
                    </a:cubicBezTo>
                    <a:cubicBezTo>
                      <a:pt x="210" y="1425"/>
                      <a:pt x="257" y="701"/>
                      <a:pt x="32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0" name="Google Shape;16540;p54">
                <a:extLst>
                  <a:ext uri="{FF2B5EF4-FFF2-40B4-BE49-F238E27FC236}">
                    <a16:creationId xmlns:a16="http://schemas.microsoft.com/office/drawing/2014/main" id="{F2B26547-A91F-90FB-473E-9E877560874D}"/>
                  </a:ext>
                </a:extLst>
              </p:cNvPr>
              <p:cNvSpPr/>
              <p:nvPr/>
            </p:nvSpPr>
            <p:spPr>
              <a:xfrm>
                <a:off x="238125" y="2912650"/>
                <a:ext cx="65975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5232" extrusionOk="0">
                    <a:moveTo>
                      <a:pt x="0" y="0"/>
                    </a:moveTo>
                    <a:cubicBezTo>
                      <a:pt x="584" y="794"/>
                      <a:pt x="1098" y="1635"/>
                      <a:pt x="1518" y="2522"/>
                    </a:cubicBezTo>
                    <a:cubicBezTo>
                      <a:pt x="1938" y="3410"/>
                      <a:pt x="2289" y="4321"/>
                      <a:pt x="2639" y="5231"/>
                    </a:cubicBezTo>
                    <a:cubicBezTo>
                      <a:pt x="2452" y="4274"/>
                      <a:pt x="2102" y="3340"/>
                      <a:pt x="1635" y="2476"/>
                    </a:cubicBezTo>
                    <a:cubicBezTo>
                      <a:pt x="1191" y="1588"/>
                      <a:pt x="631" y="771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1" name="Google Shape;16541;p54">
                <a:extLst>
                  <a:ext uri="{FF2B5EF4-FFF2-40B4-BE49-F238E27FC236}">
                    <a16:creationId xmlns:a16="http://schemas.microsoft.com/office/drawing/2014/main" id="{AF38F9C9-40F7-3B0D-2A1A-F4337064595B}"/>
                  </a:ext>
                </a:extLst>
              </p:cNvPr>
              <p:cNvSpPr/>
              <p:nvPr/>
            </p:nvSpPr>
            <p:spPr>
              <a:xfrm>
                <a:off x="3839175" y="2528500"/>
                <a:ext cx="52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784" extrusionOk="0">
                    <a:moveTo>
                      <a:pt x="164" y="0"/>
                    </a:moveTo>
                    <a:lnTo>
                      <a:pt x="71" y="1892"/>
                    </a:lnTo>
                    <a:cubicBezTo>
                      <a:pt x="24" y="2522"/>
                      <a:pt x="1" y="3153"/>
                      <a:pt x="71" y="3783"/>
                    </a:cubicBezTo>
                    <a:lnTo>
                      <a:pt x="94" y="3783"/>
                    </a:lnTo>
                    <a:cubicBezTo>
                      <a:pt x="187" y="3153"/>
                      <a:pt x="211" y="2522"/>
                      <a:pt x="187" y="1892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2" name="Google Shape;16542;p54">
                <a:extLst>
                  <a:ext uri="{FF2B5EF4-FFF2-40B4-BE49-F238E27FC236}">
                    <a16:creationId xmlns:a16="http://schemas.microsoft.com/office/drawing/2014/main" id="{F9E9A143-29A8-6A12-6CFB-5CC89052741A}"/>
                  </a:ext>
                </a:extLst>
              </p:cNvPr>
              <p:cNvSpPr/>
              <p:nvPr/>
            </p:nvSpPr>
            <p:spPr>
              <a:xfrm>
                <a:off x="3782550" y="2551250"/>
                <a:ext cx="146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364" extrusionOk="0">
                    <a:moveTo>
                      <a:pt x="0" y="1"/>
                    </a:moveTo>
                    <a:cubicBezTo>
                      <a:pt x="24" y="561"/>
                      <a:pt x="94" y="1145"/>
                      <a:pt x="164" y="1706"/>
                    </a:cubicBezTo>
                    <a:cubicBezTo>
                      <a:pt x="234" y="2266"/>
                      <a:pt x="351" y="2827"/>
                      <a:pt x="584" y="3364"/>
                    </a:cubicBezTo>
                    <a:cubicBezTo>
                      <a:pt x="538" y="2803"/>
                      <a:pt x="421" y="2243"/>
                      <a:pt x="281" y="1682"/>
                    </a:cubicBezTo>
                    <a:cubicBezTo>
                      <a:pt x="187" y="1122"/>
                      <a:pt x="94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3" name="Google Shape;16543;p54">
                <a:extLst>
                  <a:ext uri="{FF2B5EF4-FFF2-40B4-BE49-F238E27FC236}">
                    <a16:creationId xmlns:a16="http://schemas.microsoft.com/office/drawing/2014/main" id="{66D09B15-D024-0C96-A843-C2A5481C7A27}"/>
                  </a:ext>
                </a:extLst>
              </p:cNvPr>
              <p:cNvSpPr/>
              <p:nvPr/>
            </p:nvSpPr>
            <p:spPr>
              <a:xfrm>
                <a:off x="3751025" y="2501050"/>
                <a:ext cx="40300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56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1" y="888"/>
                      <a:pt x="771" y="1799"/>
                      <a:pt x="1005" y="2756"/>
                    </a:cubicBezTo>
                    <a:cubicBezTo>
                      <a:pt x="1261" y="3690"/>
                      <a:pt x="1425" y="4648"/>
                      <a:pt x="1588" y="5605"/>
                    </a:cubicBezTo>
                    <a:lnTo>
                      <a:pt x="1612" y="5605"/>
                    </a:lnTo>
                    <a:cubicBezTo>
                      <a:pt x="1612" y="4624"/>
                      <a:pt x="1425" y="3644"/>
                      <a:pt x="1121" y="2710"/>
                    </a:cubicBezTo>
                    <a:cubicBezTo>
                      <a:pt x="841" y="1775"/>
                      <a:pt x="467" y="86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4" name="Google Shape;16544;p54">
                <a:extLst>
                  <a:ext uri="{FF2B5EF4-FFF2-40B4-BE49-F238E27FC236}">
                    <a16:creationId xmlns:a16="http://schemas.microsoft.com/office/drawing/2014/main" id="{96E6026E-7263-E42B-54AC-FB89D2FB1E19}"/>
                  </a:ext>
                </a:extLst>
              </p:cNvPr>
              <p:cNvSpPr/>
              <p:nvPr/>
            </p:nvSpPr>
            <p:spPr>
              <a:xfrm>
                <a:off x="3816400" y="2552425"/>
                <a:ext cx="53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411" extrusionOk="0">
                    <a:moveTo>
                      <a:pt x="211" y="1"/>
                    </a:moveTo>
                    <a:cubicBezTo>
                      <a:pt x="118" y="561"/>
                      <a:pt x="71" y="1122"/>
                      <a:pt x="48" y="1705"/>
                    </a:cubicBezTo>
                    <a:cubicBezTo>
                      <a:pt x="1" y="2266"/>
                      <a:pt x="24" y="2850"/>
                      <a:pt x="118" y="3410"/>
                    </a:cubicBezTo>
                    <a:lnTo>
                      <a:pt x="141" y="3410"/>
                    </a:lnTo>
                    <a:cubicBezTo>
                      <a:pt x="188" y="2826"/>
                      <a:pt x="188" y="2266"/>
                      <a:pt x="164" y="1705"/>
                    </a:cubicBezTo>
                    <a:cubicBezTo>
                      <a:pt x="164" y="1122"/>
                      <a:pt x="188" y="561"/>
                      <a:pt x="21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5" name="Google Shape;16545;p54">
                <a:extLst>
                  <a:ext uri="{FF2B5EF4-FFF2-40B4-BE49-F238E27FC236}">
                    <a16:creationId xmlns:a16="http://schemas.microsoft.com/office/drawing/2014/main" id="{100C357E-1ED3-5F04-79CD-EB9F6C6E939C}"/>
                  </a:ext>
                </a:extLst>
              </p:cNvPr>
              <p:cNvSpPr/>
              <p:nvPr/>
            </p:nvSpPr>
            <p:spPr>
              <a:xfrm>
                <a:off x="1147725" y="2799375"/>
                <a:ext cx="5275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808" extrusionOk="0">
                    <a:moveTo>
                      <a:pt x="164" y="1"/>
                    </a:moveTo>
                    <a:lnTo>
                      <a:pt x="70" y="1916"/>
                    </a:lnTo>
                    <a:cubicBezTo>
                      <a:pt x="24" y="2546"/>
                      <a:pt x="0" y="3177"/>
                      <a:pt x="70" y="3807"/>
                    </a:cubicBezTo>
                    <a:lnTo>
                      <a:pt x="94" y="3807"/>
                    </a:lnTo>
                    <a:cubicBezTo>
                      <a:pt x="187" y="3177"/>
                      <a:pt x="210" y="2546"/>
                      <a:pt x="187" y="1916"/>
                    </a:cubicBez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6" name="Google Shape;16546;p54">
                <a:extLst>
                  <a:ext uri="{FF2B5EF4-FFF2-40B4-BE49-F238E27FC236}">
                    <a16:creationId xmlns:a16="http://schemas.microsoft.com/office/drawing/2014/main" id="{B0C46653-36DE-76F8-CD6C-14A6BCE39739}"/>
                  </a:ext>
                </a:extLst>
              </p:cNvPr>
              <p:cNvSpPr/>
              <p:nvPr/>
            </p:nvSpPr>
            <p:spPr>
              <a:xfrm>
                <a:off x="1091100" y="2822750"/>
                <a:ext cx="14600" cy="840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63" extrusionOk="0">
                    <a:moveTo>
                      <a:pt x="0" y="0"/>
                    </a:moveTo>
                    <a:cubicBezTo>
                      <a:pt x="23" y="560"/>
                      <a:pt x="70" y="1121"/>
                      <a:pt x="164" y="1705"/>
                    </a:cubicBezTo>
                    <a:cubicBezTo>
                      <a:pt x="234" y="2265"/>
                      <a:pt x="350" y="2826"/>
                      <a:pt x="584" y="3363"/>
                    </a:cubicBezTo>
                    <a:cubicBezTo>
                      <a:pt x="514" y="2779"/>
                      <a:pt x="397" y="2242"/>
                      <a:pt x="280" y="1681"/>
                    </a:cubicBezTo>
                    <a:cubicBezTo>
                      <a:pt x="164" y="1121"/>
                      <a:pt x="93" y="560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7" name="Google Shape;16547;p54">
                <a:extLst>
                  <a:ext uri="{FF2B5EF4-FFF2-40B4-BE49-F238E27FC236}">
                    <a16:creationId xmlns:a16="http://schemas.microsoft.com/office/drawing/2014/main" id="{90433CE3-BC3A-9637-38BD-87E6609C0439}"/>
                  </a:ext>
                </a:extLst>
              </p:cNvPr>
              <p:cNvSpPr/>
              <p:nvPr/>
            </p:nvSpPr>
            <p:spPr>
              <a:xfrm>
                <a:off x="1059550" y="2772525"/>
                <a:ext cx="40325" cy="14015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5606" extrusionOk="0">
                    <a:moveTo>
                      <a:pt x="1" y="1"/>
                    </a:moveTo>
                    <a:cubicBezTo>
                      <a:pt x="421" y="888"/>
                      <a:pt x="772" y="1799"/>
                      <a:pt x="1005" y="2756"/>
                    </a:cubicBezTo>
                    <a:cubicBezTo>
                      <a:pt x="1262" y="3690"/>
                      <a:pt x="1426" y="4648"/>
                      <a:pt x="1589" y="5605"/>
                    </a:cubicBezTo>
                    <a:lnTo>
                      <a:pt x="1612" y="5605"/>
                    </a:lnTo>
                    <a:cubicBezTo>
                      <a:pt x="1612" y="4625"/>
                      <a:pt x="1426" y="3644"/>
                      <a:pt x="1122" y="2710"/>
                    </a:cubicBezTo>
                    <a:cubicBezTo>
                      <a:pt x="842" y="1775"/>
                      <a:pt x="468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8" name="Google Shape;16548;p54">
                <a:extLst>
                  <a:ext uri="{FF2B5EF4-FFF2-40B4-BE49-F238E27FC236}">
                    <a16:creationId xmlns:a16="http://schemas.microsoft.com/office/drawing/2014/main" id="{AA67B287-9B20-682D-E0FE-C542A920E82A}"/>
                  </a:ext>
                </a:extLst>
              </p:cNvPr>
              <p:cNvSpPr/>
              <p:nvPr/>
            </p:nvSpPr>
            <p:spPr>
              <a:xfrm>
                <a:off x="395175" y="3018325"/>
                <a:ext cx="5275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410" extrusionOk="0">
                    <a:moveTo>
                      <a:pt x="210" y="0"/>
                    </a:moveTo>
                    <a:cubicBezTo>
                      <a:pt x="117" y="561"/>
                      <a:pt x="70" y="1121"/>
                      <a:pt x="47" y="1705"/>
                    </a:cubicBezTo>
                    <a:cubicBezTo>
                      <a:pt x="0" y="2265"/>
                      <a:pt x="0" y="2849"/>
                      <a:pt x="117" y="3410"/>
                    </a:cubicBezTo>
                    <a:lnTo>
                      <a:pt x="140" y="3410"/>
                    </a:lnTo>
                    <a:cubicBezTo>
                      <a:pt x="187" y="2849"/>
                      <a:pt x="187" y="2265"/>
                      <a:pt x="163" y="1705"/>
                    </a:cubicBezTo>
                    <a:cubicBezTo>
                      <a:pt x="163" y="1145"/>
                      <a:pt x="187" y="561"/>
                      <a:pt x="21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49" name="Google Shape;16549;p54">
                <a:extLst>
                  <a:ext uri="{FF2B5EF4-FFF2-40B4-BE49-F238E27FC236}">
                    <a16:creationId xmlns:a16="http://schemas.microsoft.com/office/drawing/2014/main" id="{A4A89C5E-E6B8-42CB-113B-5A8A5FE1705E}"/>
                  </a:ext>
                </a:extLst>
              </p:cNvPr>
              <p:cNvSpPr/>
              <p:nvPr/>
            </p:nvSpPr>
            <p:spPr>
              <a:xfrm>
                <a:off x="5039525" y="2835000"/>
                <a:ext cx="62500" cy="367250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0" name="Google Shape;16550;p54">
                <a:extLst>
                  <a:ext uri="{FF2B5EF4-FFF2-40B4-BE49-F238E27FC236}">
                    <a16:creationId xmlns:a16="http://schemas.microsoft.com/office/drawing/2014/main" id="{E8AE870E-3BE3-CAFE-8083-9E238197A8FE}"/>
                  </a:ext>
                </a:extLst>
              </p:cNvPr>
              <p:cNvSpPr/>
              <p:nvPr/>
            </p:nvSpPr>
            <p:spPr>
              <a:xfrm>
                <a:off x="5227525" y="2926650"/>
                <a:ext cx="37975" cy="247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1" name="Google Shape;16551;p54">
                <a:extLst>
                  <a:ext uri="{FF2B5EF4-FFF2-40B4-BE49-F238E27FC236}">
                    <a16:creationId xmlns:a16="http://schemas.microsoft.com/office/drawing/2014/main" id="{FC4F18D8-25CA-A764-BE25-DFE9D5CB6913}"/>
                  </a:ext>
                </a:extLst>
              </p:cNvPr>
              <p:cNvSpPr/>
              <p:nvPr/>
            </p:nvSpPr>
            <p:spPr>
              <a:xfrm>
                <a:off x="5148125" y="2962850"/>
                <a:ext cx="8775" cy="22655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2" name="Google Shape;16552;p54">
                <a:extLst>
                  <a:ext uri="{FF2B5EF4-FFF2-40B4-BE49-F238E27FC236}">
                    <a16:creationId xmlns:a16="http://schemas.microsoft.com/office/drawing/2014/main" id="{2D877D78-620A-90E7-FFD1-60D3F54B6398}"/>
                  </a:ext>
                </a:extLst>
              </p:cNvPr>
              <p:cNvSpPr/>
              <p:nvPr/>
            </p:nvSpPr>
            <p:spPr>
              <a:xfrm>
                <a:off x="5122450" y="2819825"/>
                <a:ext cx="23375" cy="383000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3" name="Google Shape;16553;p54">
                <a:extLst>
                  <a:ext uri="{FF2B5EF4-FFF2-40B4-BE49-F238E27FC236}">
                    <a16:creationId xmlns:a16="http://schemas.microsoft.com/office/drawing/2014/main" id="{E86BBF39-5886-146B-F578-05B0E0E80A79}"/>
                  </a:ext>
                </a:extLst>
              </p:cNvPr>
              <p:cNvSpPr/>
              <p:nvPr/>
            </p:nvSpPr>
            <p:spPr>
              <a:xfrm>
                <a:off x="5158050" y="2828000"/>
                <a:ext cx="59000" cy="275000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4" name="Google Shape;16554;p54">
                <a:extLst>
                  <a:ext uri="{FF2B5EF4-FFF2-40B4-BE49-F238E27FC236}">
                    <a16:creationId xmlns:a16="http://schemas.microsoft.com/office/drawing/2014/main" id="{0A721904-BC8F-4911-5BF0-1CC3BD5159F2}"/>
                  </a:ext>
                </a:extLst>
              </p:cNvPr>
              <p:cNvSpPr/>
              <p:nvPr/>
            </p:nvSpPr>
            <p:spPr>
              <a:xfrm>
                <a:off x="5187250" y="2980950"/>
                <a:ext cx="33875" cy="22305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5" name="Google Shape;16555;p54">
                <a:extLst>
                  <a:ext uri="{FF2B5EF4-FFF2-40B4-BE49-F238E27FC236}">
                    <a16:creationId xmlns:a16="http://schemas.microsoft.com/office/drawing/2014/main" id="{5351A326-60C1-68EE-D66D-2AF672838B60}"/>
                  </a:ext>
                </a:extLst>
              </p:cNvPr>
              <p:cNvSpPr/>
              <p:nvPr/>
            </p:nvSpPr>
            <p:spPr>
              <a:xfrm>
                <a:off x="1922475" y="2485875"/>
                <a:ext cx="43225" cy="11270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45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44" y="678"/>
                      <a:pt x="794" y="1425"/>
                      <a:pt x="1074" y="2172"/>
                    </a:cubicBezTo>
                    <a:cubicBezTo>
                      <a:pt x="1331" y="2943"/>
                      <a:pt x="1541" y="3713"/>
                      <a:pt x="1728" y="4507"/>
                    </a:cubicBezTo>
                    <a:cubicBezTo>
                      <a:pt x="1681" y="3690"/>
                      <a:pt x="1495" y="2896"/>
                      <a:pt x="1168" y="2149"/>
                    </a:cubicBezTo>
                    <a:cubicBezTo>
                      <a:pt x="864" y="1378"/>
                      <a:pt x="467" y="654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6" name="Google Shape;16556;p54">
                <a:extLst>
                  <a:ext uri="{FF2B5EF4-FFF2-40B4-BE49-F238E27FC236}">
                    <a16:creationId xmlns:a16="http://schemas.microsoft.com/office/drawing/2014/main" id="{1C9C3854-B889-55EB-E39B-02BD943CC28F}"/>
                  </a:ext>
                </a:extLst>
              </p:cNvPr>
              <p:cNvSpPr/>
              <p:nvPr/>
            </p:nvSpPr>
            <p:spPr>
              <a:xfrm>
                <a:off x="2038650" y="2517400"/>
                <a:ext cx="175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2990" extrusionOk="0">
                    <a:moveTo>
                      <a:pt x="678" y="0"/>
                    </a:moveTo>
                    <a:lnTo>
                      <a:pt x="304" y="1495"/>
                    </a:lnTo>
                    <a:cubicBezTo>
                      <a:pt x="164" y="1985"/>
                      <a:pt x="47" y="2476"/>
                      <a:pt x="0" y="2990"/>
                    </a:cubicBezTo>
                    <a:cubicBezTo>
                      <a:pt x="187" y="2499"/>
                      <a:pt x="304" y="2009"/>
                      <a:pt x="397" y="1518"/>
                    </a:cubicBez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7" name="Google Shape;16557;p54">
                <a:extLst>
                  <a:ext uri="{FF2B5EF4-FFF2-40B4-BE49-F238E27FC236}">
                    <a16:creationId xmlns:a16="http://schemas.microsoft.com/office/drawing/2014/main" id="{0EDD54D4-5EDE-CE86-8E88-334F63329456}"/>
                  </a:ext>
                </a:extLst>
              </p:cNvPr>
              <p:cNvSpPr/>
              <p:nvPr/>
            </p:nvSpPr>
            <p:spPr>
              <a:xfrm>
                <a:off x="1990200" y="2526750"/>
                <a:ext cx="4100" cy="6890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756" extrusionOk="0">
                    <a:moveTo>
                      <a:pt x="117" y="0"/>
                    </a:moveTo>
                    <a:cubicBezTo>
                      <a:pt x="70" y="467"/>
                      <a:pt x="23" y="911"/>
                      <a:pt x="23" y="1378"/>
                    </a:cubicBezTo>
                    <a:cubicBezTo>
                      <a:pt x="0" y="1845"/>
                      <a:pt x="23" y="2312"/>
                      <a:pt x="140" y="2756"/>
                    </a:cubicBezTo>
                    <a:cubicBezTo>
                      <a:pt x="163" y="2289"/>
                      <a:pt x="140" y="1845"/>
                      <a:pt x="117" y="1378"/>
                    </a:cubicBezTo>
                    <a:cubicBezTo>
                      <a:pt x="93" y="911"/>
                      <a:pt x="117" y="467"/>
                      <a:pt x="14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8" name="Google Shape;16558;p54">
                <a:extLst>
                  <a:ext uri="{FF2B5EF4-FFF2-40B4-BE49-F238E27FC236}">
                    <a16:creationId xmlns:a16="http://schemas.microsoft.com/office/drawing/2014/main" id="{0208FFB3-C924-E3F2-7013-D94FE67E3C1D}"/>
                  </a:ext>
                </a:extLst>
              </p:cNvPr>
              <p:cNvSpPr/>
              <p:nvPr/>
            </p:nvSpPr>
            <p:spPr>
              <a:xfrm>
                <a:off x="1970350" y="2482950"/>
                <a:ext cx="20450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648" extrusionOk="0">
                    <a:moveTo>
                      <a:pt x="0" y="1"/>
                    </a:moveTo>
                    <a:cubicBezTo>
                      <a:pt x="280" y="748"/>
                      <a:pt x="467" y="1519"/>
                      <a:pt x="560" y="2289"/>
                    </a:cubicBezTo>
                    <a:cubicBezTo>
                      <a:pt x="654" y="3083"/>
                      <a:pt x="677" y="3854"/>
                      <a:pt x="654" y="4648"/>
                    </a:cubicBezTo>
                    <a:cubicBezTo>
                      <a:pt x="817" y="3877"/>
                      <a:pt x="794" y="3060"/>
                      <a:pt x="654" y="2289"/>
                    </a:cubicBezTo>
                    <a:cubicBezTo>
                      <a:pt x="537" y="1495"/>
                      <a:pt x="327" y="72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59" name="Google Shape;16559;p54">
                <a:extLst>
                  <a:ext uri="{FF2B5EF4-FFF2-40B4-BE49-F238E27FC236}">
                    <a16:creationId xmlns:a16="http://schemas.microsoft.com/office/drawing/2014/main" id="{9DD468D5-CC79-80DE-D835-BF79DAF34181}"/>
                  </a:ext>
                </a:extLst>
              </p:cNvPr>
              <p:cNvSpPr/>
              <p:nvPr/>
            </p:nvSpPr>
            <p:spPr>
              <a:xfrm>
                <a:off x="1996600" y="2486450"/>
                <a:ext cx="29225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3317" extrusionOk="0">
                    <a:moveTo>
                      <a:pt x="1169" y="1"/>
                    </a:moveTo>
                    <a:lnTo>
                      <a:pt x="538" y="1659"/>
                    </a:lnTo>
                    <a:cubicBezTo>
                      <a:pt x="328" y="2196"/>
                      <a:pt x="118" y="2733"/>
                      <a:pt x="1" y="3317"/>
                    </a:cubicBezTo>
                    <a:cubicBezTo>
                      <a:pt x="258" y="2780"/>
                      <a:pt x="468" y="2243"/>
                      <a:pt x="631" y="1682"/>
                    </a:cubicBezTo>
                    <a:lnTo>
                      <a:pt x="1169" y="24"/>
                    </a:ln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0" name="Google Shape;16560;p54">
                <a:extLst>
                  <a:ext uri="{FF2B5EF4-FFF2-40B4-BE49-F238E27FC236}">
                    <a16:creationId xmlns:a16="http://schemas.microsoft.com/office/drawing/2014/main" id="{CE2077BA-8FA7-FC3F-04DB-A798B363583C}"/>
                  </a:ext>
                </a:extLst>
              </p:cNvPr>
              <p:cNvSpPr/>
              <p:nvPr/>
            </p:nvSpPr>
            <p:spPr>
              <a:xfrm>
                <a:off x="2015300" y="2533150"/>
                <a:ext cx="157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2687" extrusionOk="0">
                    <a:moveTo>
                      <a:pt x="631" y="1"/>
                    </a:moveTo>
                    <a:lnTo>
                      <a:pt x="631" y="1"/>
                    </a:lnTo>
                    <a:cubicBezTo>
                      <a:pt x="444" y="445"/>
                      <a:pt x="304" y="888"/>
                      <a:pt x="187" y="1332"/>
                    </a:cubicBezTo>
                    <a:cubicBezTo>
                      <a:pt x="70" y="1776"/>
                      <a:pt x="0" y="2219"/>
                      <a:pt x="0" y="2687"/>
                    </a:cubicBezTo>
                    <a:cubicBezTo>
                      <a:pt x="140" y="2243"/>
                      <a:pt x="210" y="1799"/>
                      <a:pt x="304" y="1355"/>
                    </a:cubicBezTo>
                    <a:cubicBezTo>
                      <a:pt x="397" y="888"/>
                      <a:pt x="491" y="445"/>
                      <a:pt x="63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1" name="Google Shape;16561;p54">
                <a:extLst>
                  <a:ext uri="{FF2B5EF4-FFF2-40B4-BE49-F238E27FC236}">
                    <a16:creationId xmlns:a16="http://schemas.microsoft.com/office/drawing/2014/main" id="{82C7C108-54FA-5E78-CD59-7E57BA29EF28}"/>
                  </a:ext>
                </a:extLst>
              </p:cNvPr>
              <p:cNvSpPr/>
              <p:nvPr/>
            </p:nvSpPr>
            <p:spPr>
              <a:xfrm>
                <a:off x="5277750" y="2381375"/>
                <a:ext cx="56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2" name="Google Shape;16562;p54">
                <a:extLst>
                  <a:ext uri="{FF2B5EF4-FFF2-40B4-BE49-F238E27FC236}">
                    <a16:creationId xmlns:a16="http://schemas.microsoft.com/office/drawing/2014/main" id="{D64FEB92-927C-D6B3-8A24-F0E500285876}"/>
                  </a:ext>
                </a:extLst>
              </p:cNvPr>
              <p:cNvSpPr/>
              <p:nvPr/>
            </p:nvSpPr>
            <p:spPr>
              <a:xfrm>
                <a:off x="5328525" y="2398875"/>
                <a:ext cx="30400" cy="10045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3" name="Google Shape;16563;p54">
                <a:extLst>
                  <a:ext uri="{FF2B5EF4-FFF2-40B4-BE49-F238E27FC236}">
                    <a16:creationId xmlns:a16="http://schemas.microsoft.com/office/drawing/2014/main" id="{DA2F4454-3235-3A3F-B1EE-2926A0E37793}"/>
                  </a:ext>
                </a:extLst>
              </p:cNvPr>
              <p:cNvSpPr/>
              <p:nvPr/>
            </p:nvSpPr>
            <p:spPr>
              <a:xfrm>
                <a:off x="5220525" y="2382525"/>
                <a:ext cx="2570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4" name="Google Shape;16564;p54">
                <a:extLst>
                  <a:ext uri="{FF2B5EF4-FFF2-40B4-BE49-F238E27FC236}">
                    <a16:creationId xmlns:a16="http://schemas.microsoft.com/office/drawing/2014/main" id="{EFA4495E-043E-3F6D-5F29-4EA6B5C72C30}"/>
                  </a:ext>
                </a:extLst>
              </p:cNvPr>
              <p:cNvSpPr/>
              <p:nvPr/>
            </p:nvSpPr>
            <p:spPr>
              <a:xfrm>
                <a:off x="5365300" y="2593300"/>
                <a:ext cx="28050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5" name="Google Shape;16565;p54">
                <a:extLst>
                  <a:ext uri="{FF2B5EF4-FFF2-40B4-BE49-F238E27FC236}">
                    <a16:creationId xmlns:a16="http://schemas.microsoft.com/office/drawing/2014/main" id="{BD3E631C-9B04-F6A8-3387-82A63F00BF96}"/>
                  </a:ext>
                </a:extLst>
              </p:cNvPr>
              <p:cNvSpPr/>
              <p:nvPr/>
            </p:nvSpPr>
            <p:spPr>
              <a:xfrm>
                <a:off x="5404425" y="2704800"/>
                <a:ext cx="1052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6" name="Google Shape;16566;p54">
                <a:extLst>
                  <a:ext uri="{FF2B5EF4-FFF2-40B4-BE49-F238E27FC236}">
                    <a16:creationId xmlns:a16="http://schemas.microsoft.com/office/drawing/2014/main" id="{8CFF05F5-CE80-92E9-D425-BB726A9531E4}"/>
                  </a:ext>
                </a:extLst>
              </p:cNvPr>
              <p:cNvSpPr/>
              <p:nvPr/>
            </p:nvSpPr>
            <p:spPr>
              <a:xfrm>
                <a:off x="5190175" y="2602625"/>
                <a:ext cx="33875" cy="21547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7" name="Google Shape;16567;p54">
                <a:extLst>
                  <a:ext uri="{FF2B5EF4-FFF2-40B4-BE49-F238E27FC236}">
                    <a16:creationId xmlns:a16="http://schemas.microsoft.com/office/drawing/2014/main" id="{4F29CE18-8EA2-9C53-70F6-6344B8492C67}"/>
                  </a:ext>
                </a:extLst>
              </p:cNvPr>
              <p:cNvSpPr/>
              <p:nvPr/>
            </p:nvSpPr>
            <p:spPr>
              <a:xfrm>
                <a:off x="5125350" y="2670350"/>
                <a:ext cx="146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8" name="Google Shape;16568;p54">
                <a:extLst>
                  <a:ext uri="{FF2B5EF4-FFF2-40B4-BE49-F238E27FC236}">
                    <a16:creationId xmlns:a16="http://schemas.microsoft.com/office/drawing/2014/main" id="{956DCD91-B1AE-D02D-8ECD-3D4470D8C9C5}"/>
                  </a:ext>
                </a:extLst>
              </p:cNvPr>
              <p:cNvSpPr/>
              <p:nvPr/>
            </p:nvSpPr>
            <p:spPr>
              <a:xfrm>
                <a:off x="5043625" y="2641750"/>
                <a:ext cx="1577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69" name="Google Shape;16569;p54">
                <a:extLst>
                  <a:ext uri="{FF2B5EF4-FFF2-40B4-BE49-F238E27FC236}">
                    <a16:creationId xmlns:a16="http://schemas.microsoft.com/office/drawing/2014/main" id="{ADA776C1-CB28-D243-713F-1E3547B96DB0}"/>
                  </a:ext>
                </a:extLst>
              </p:cNvPr>
              <p:cNvSpPr/>
              <p:nvPr/>
            </p:nvSpPr>
            <p:spPr>
              <a:xfrm>
                <a:off x="4840450" y="2532000"/>
                <a:ext cx="25125" cy="1483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0" name="Google Shape;16570;p54">
                <a:extLst>
                  <a:ext uri="{FF2B5EF4-FFF2-40B4-BE49-F238E27FC236}">
                    <a16:creationId xmlns:a16="http://schemas.microsoft.com/office/drawing/2014/main" id="{1B37C0AB-DD7C-69BF-1542-0B8484EA4E14}"/>
                  </a:ext>
                </a:extLst>
              </p:cNvPr>
              <p:cNvSpPr/>
              <p:nvPr/>
            </p:nvSpPr>
            <p:spPr>
              <a:xfrm>
                <a:off x="4893000" y="2607900"/>
                <a:ext cx="21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1" name="Google Shape;16571;p54">
                <a:extLst>
                  <a:ext uri="{FF2B5EF4-FFF2-40B4-BE49-F238E27FC236}">
                    <a16:creationId xmlns:a16="http://schemas.microsoft.com/office/drawing/2014/main" id="{B3F07977-B102-B2E1-85D2-9550D6150679}"/>
                  </a:ext>
                </a:extLst>
              </p:cNvPr>
              <p:cNvSpPr/>
              <p:nvPr/>
            </p:nvSpPr>
            <p:spPr>
              <a:xfrm>
                <a:off x="4817100" y="2581025"/>
                <a:ext cx="2630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2" name="Google Shape;16572;p54">
                <a:extLst>
                  <a:ext uri="{FF2B5EF4-FFF2-40B4-BE49-F238E27FC236}">
                    <a16:creationId xmlns:a16="http://schemas.microsoft.com/office/drawing/2014/main" id="{6017E959-0FC9-F959-09E1-BD68DB82CCB4}"/>
                  </a:ext>
                </a:extLst>
              </p:cNvPr>
              <p:cNvSpPr/>
              <p:nvPr/>
            </p:nvSpPr>
            <p:spPr>
              <a:xfrm>
                <a:off x="5956725" y="2653425"/>
                <a:ext cx="115050" cy="656250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3" name="Google Shape;16573;p54">
                <a:extLst>
                  <a:ext uri="{FF2B5EF4-FFF2-40B4-BE49-F238E27FC236}">
                    <a16:creationId xmlns:a16="http://schemas.microsoft.com/office/drawing/2014/main" id="{05A8A62C-6009-4D39-D2C2-0709CEFC25B6}"/>
                  </a:ext>
                </a:extLst>
              </p:cNvPr>
              <p:cNvSpPr/>
              <p:nvPr/>
            </p:nvSpPr>
            <p:spPr>
              <a:xfrm>
                <a:off x="5938625" y="2676775"/>
                <a:ext cx="34475" cy="5202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4" name="Google Shape;16574;p54">
                <a:extLst>
                  <a:ext uri="{FF2B5EF4-FFF2-40B4-BE49-F238E27FC236}">
                    <a16:creationId xmlns:a16="http://schemas.microsoft.com/office/drawing/2014/main" id="{3F1431C2-09AB-B7EF-C9BD-AE0B268B3141}"/>
                  </a:ext>
                </a:extLst>
              </p:cNvPr>
              <p:cNvSpPr/>
              <p:nvPr/>
            </p:nvSpPr>
            <p:spPr>
              <a:xfrm>
                <a:off x="5852800" y="2840250"/>
                <a:ext cx="20475" cy="45832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5" name="Google Shape;16575;p54">
                <a:extLst>
                  <a:ext uri="{FF2B5EF4-FFF2-40B4-BE49-F238E27FC236}">
                    <a16:creationId xmlns:a16="http://schemas.microsoft.com/office/drawing/2014/main" id="{6DD58EA9-8D30-A034-32DC-C5A409021728}"/>
                  </a:ext>
                </a:extLst>
              </p:cNvPr>
              <p:cNvSpPr/>
              <p:nvPr/>
            </p:nvSpPr>
            <p:spPr>
              <a:xfrm>
                <a:off x="6203700" y="2693125"/>
                <a:ext cx="44975" cy="4997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6" name="Google Shape;16576;p54">
                <a:extLst>
                  <a:ext uri="{FF2B5EF4-FFF2-40B4-BE49-F238E27FC236}">
                    <a16:creationId xmlns:a16="http://schemas.microsoft.com/office/drawing/2014/main" id="{0206BC6B-5D68-4D26-17C8-556CB30938EB}"/>
                  </a:ext>
                </a:extLst>
              </p:cNvPr>
              <p:cNvSpPr/>
              <p:nvPr/>
            </p:nvSpPr>
            <p:spPr>
              <a:xfrm>
                <a:off x="6173325" y="2718825"/>
                <a:ext cx="28050" cy="39117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7" name="Google Shape;16577;p54">
                <a:extLst>
                  <a:ext uri="{FF2B5EF4-FFF2-40B4-BE49-F238E27FC236}">
                    <a16:creationId xmlns:a16="http://schemas.microsoft.com/office/drawing/2014/main" id="{9777391E-F1D5-C549-F2F4-0DCAF53B5B0A}"/>
                  </a:ext>
                </a:extLst>
              </p:cNvPr>
              <p:cNvSpPr/>
              <p:nvPr/>
            </p:nvSpPr>
            <p:spPr>
              <a:xfrm>
                <a:off x="6635150" y="2544850"/>
                <a:ext cx="56075" cy="663825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8" name="Google Shape;16578;p54">
                <a:extLst>
                  <a:ext uri="{FF2B5EF4-FFF2-40B4-BE49-F238E27FC236}">
                    <a16:creationId xmlns:a16="http://schemas.microsoft.com/office/drawing/2014/main" id="{014FAE97-9DFF-4243-5C29-95EDEA8D3937}"/>
                  </a:ext>
                </a:extLst>
              </p:cNvPr>
              <p:cNvSpPr/>
              <p:nvPr/>
            </p:nvSpPr>
            <p:spPr>
              <a:xfrm>
                <a:off x="6591950" y="2578700"/>
                <a:ext cx="34450" cy="5202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79" name="Google Shape;16579;p54">
                <a:extLst>
                  <a:ext uri="{FF2B5EF4-FFF2-40B4-BE49-F238E27FC236}">
                    <a16:creationId xmlns:a16="http://schemas.microsoft.com/office/drawing/2014/main" id="{4649F4E8-1E9B-7DD1-A917-66F4AFA75F17}"/>
                  </a:ext>
                </a:extLst>
              </p:cNvPr>
              <p:cNvSpPr/>
              <p:nvPr/>
            </p:nvSpPr>
            <p:spPr>
              <a:xfrm>
                <a:off x="6495600" y="2753275"/>
                <a:ext cx="61925" cy="4559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0" name="Google Shape;16580;p54">
                <a:extLst>
                  <a:ext uri="{FF2B5EF4-FFF2-40B4-BE49-F238E27FC236}">
                    <a16:creationId xmlns:a16="http://schemas.microsoft.com/office/drawing/2014/main" id="{E2ACE70B-9A4E-E974-232E-79642896363F}"/>
                  </a:ext>
                </a:extLst>
              </p:cNvPr>
              <p:cNvSpPr/>
              <p:nvPr/>
            </p:nvSpPr>
            <p:spPr>
              <a:xfrm>
                <a:off x="5622200" y="2419900"/>
                <a:ext cx="47900" cy="2288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1" name="Google Shape;16581;p54">
                <a:extLst>
                  <a:ext uri="{FF2B5EF4-FFF2-40B4-BE49-F238E27FC236}">
                    <a16:creationId xmlns:a16="http://schemas.microsoft.com/office/drawing/2014/main" id="{3D02CE45-6FEF-01C1-D91A-CFEAA325DE1B}"/>
                  </a:ext>
                </a:extLst>
              </p:cNvPr>
              <p:cNvSpPr/>
              <p:nvPr/>
            </p:nvSpPr>
            <p:spPr>
              <a:xfrm>
                <a:off x="5650800" y="2501050"/>
                <a:ext cx="36225" cy="181600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2" name="Google Shape;16582;p54">
                <a:extLst>
                  <a:ext uri="{FF2B5EF4-FFF2-40B4-BE49-F238E27FC236}">
                    <a16:creationId xmlns:a16="http://schemas.microsoft.com/office/drawing/2014/main" id="{0A6B8467-D99B-3A00-0B5E-8F2957125700}"/>
                  </a:ext>
                </a:extLst>
              </p:cNvPr>
              <p:cNvSpPr/>
              <p:nvPr/>
            </p:nvSpPr>
            <p:spPr>
              <a:xfrm>
                <a:off x="5564400" y="2464850"/>
                <a:ext cx="15200" cy="2294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3" name="Google Shape;16583;p54">
                <a:extLst>
                  <a:ext uri="{FF2B5EF4-FFF2-40B4-BE49-F238E27FC236}">
                    <a16:creationId xmlns:a16="http://schemas.microsoft.com/office/drawing/2014/main" id="{8CFE5F50-1A64-15C7-EDCB-C033BC98A144}"/>
                  </a:ext>
                </a:extLst>
              </p:cNvPr>
              <p:cNvSpPr/>
              <p:nvPr/>
            </p:nvSpPr>
            <p:spPr>
              <a:xfrm>
                <a:off x="6825475" y="2476525"/>
                <a:ext cx="57225" cy="269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4" name="Google Shape;16584;p54">
                <a:extLst>
                  <a:ext uri="{FF2B5EF4-FFF2-40B4-BE49-F238E27FC236}">
                    <a16:creationId xmlns:a16="http://schemas.microsoft.com/office/drawing/2014/main" id="{D3C1447C-8B26-8531-4D45-C559E97D9B19}"/>
                  </a:ext>
                </a:extLst>
              </p:cNvPr>
              <p:cNvSpPr/>
              <p:nvPr/>
            </p:nvSpPr>
            <p:spPr>
              <a:xfrm>
                <a:off x="6814975" y="2485875"/>
                <a:ext cx="15200" cy="21312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5" name="Google Shape;16585;p54">
                <a:extLst>
                  <a:ext uri="{FF2B5EF4-FFF2-40B4-BE49-F238E27FC236}">
                    <a16:creationId xmlns:a16="http://schemas.microsoft.com/office/drawing/2014/main" id="{F2E88543-B103-87C7-5DD0-CA9F87AF59EF}"/>
                  </a:ext>
                </a:extLst>
              </p:cNvPr>
              <p:cNvSpPr/>
              <p:nvPr/>
            </p:nvSpPr>
            <p:spPr>
              <a:xfrm>
                <a:off x="6765925" y="2551850"/>
                <a:ext cx="1227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6" name="Google Shape;16586;p54">
                <a:extLst>
                  <a:ext uri="{FF2B5EF4-FFF2-40B4-BE49-F238E27FC236}">
                    <a16:creationId xmlns:a16="http://schemas.microsoft.com/office/drawing/2014/main" id="{47AAF658-1DD1-5CB4-5370-CAC1CA7000EC}"/>
                  </a:ext>
                </a:extLst>
              </p:cNvPr>
              <p:cNvSpPr/>
              <p:nvPr/>
            </p:nvSpPr>
            <p:spPr>
              <a:xfrm>
                <a:off x="6869250" y="2550100"/>
                <a:ext cx="14625" cy="1886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7" name="Google Shape;16587;p54">
                <a:extLst>
                  <a:ext uri="{FF2B5EF4-FFF2-40B4-BE49-F238E27FC236}">
                    <a16:creationId xmlns:a16="http://schemas.microsoft.com/office/drawing/2014/main" id="{FA1FD979-88FB-31D6-5F5A-E4CB02C7195A}"/>
                  </a:ext>
                </a:extLst>
              </p:cNvPr>
              <p:cNvSpPr/>
              <p:nvPr/>
            </p:nvSpPr>
            <p:spPr>
              <a:xfrm>
                <a:off x="5811350" y="2335250"/>
                <a:ext cx="1287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8" name="Google Shape;16588;p54">
                <a:extLst>
                  <a:ext uri="{FF2B5EF4-FFF2-40B4-BE49-F238E27FC236}">
                    <a16:creationId xmlns:a16="http://schemas.microsoft.com/office/drawing/2014/main" id="{08614528-305F-5EBD-177D-5A9A114DAD6D}"/>
                  </a:ext>
                </a:extLst>
              </p:cNvPr>
              <p:cNvSpPr/>
              <p:nvPr/>
            </p:nvSpPr>
            <p:spPr>
              <a:xfrm>
                <a:off x="5791500" y="2346350"/>
                <a:ext cx="17550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89" name="Google Shape;16589;p54">
                <a:extLst>
                  <a:ext uri="{FF2B5EF4-FFF2-40B4-BE49-F238E27FC236}">
                    <a16:creationId xmlns:a16="http://schemas.microsoft.com/office/drawing/2014/main" id="{4DFF6E51-5C5B-CE81-1DEF-6169A176B0E3}"/>
                  </a:ext>
                </a:extLst>
              </p:cNvPr>
              <p:cNvSpPr/>
              <p:nvPr/>
            </p:nvSpPr>
            <p:spPr>
              <a:xfrm>
                <a:off x="5762900" y="2390700"/>
                <a:ext cx="2105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0" name="Google Shape;16590;p54">
                <a:extLst>
                  <a:ext uri="{FF2B5EF4-FFF2-40B4-BE49-F238E27FC236}">
                    <a16:creationId xmlns:a16="http://schemas.microsoft.com/office/drawing/2014/main" id="{F187A1FF-1E18-241D-AB78-862A352E5B9B}"/>
                  </a:ext>
                </a:extLst>
              </p:cNvPr>
              <p:cNvSpPr/>
              <p:nvPr/>
            </p:nvSpPr>
            <p:spPr>
              <a:xfrm>
                <a:off x="5828875" y="2379625"/>
                <a:ext cx="18125" cy="113850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1" name="Google Shape;16591;p54">
                <a:extLst>
                  <a:ext uri="{FF2B5EF4-FFF2-40B4-BE49-F238E27FC236}">
                    <a16:creationId xmlns:a16="http://schemas.microsoft.com/office/drawing/2014/main" id="{BAEF3728-4437-2E6B-7941-24F2A27C9FF9}"/>
                  </a:ext>
                </a:extLst>
              </p:cNvPr>
              <p:cNvSpPr/>
              <p:nvPr/>
            </p:nvSpPr>
            <p:spPr>
              <a:xfrm>
                <a:off x="5887850" y="2606150"/>
                <a:ext cx="12850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2" name="Google Shape;16592;p54">
                <a:extLst>
                  <a:ext uri="{FF2B5EF4-FFF2-40B4-BE49-F238E27FC236}">
                    <a16:creationId xmlns:a16="http://schemas.microsoft.com/office/drawing/2014/main" id="{E84673D8-95D8-1127-7BFF-59847DB04651}"/>
                  </a:ext>
                </a:extLst>
              </p:cNvPr>
              <p:cNvSpPr/>
              <p:nvPr/>
            </p:nvSpPr>
            <p:spPr>
              <a:xfrm>
                <a:off x="5868000" y="2617225"/>
                <a:ext cx="17525" cy="1296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3" name="Google Shape;16593;p54">
                <a:extLst>
                  <a:ext uri="{FF2B5EF4-FFF2-40B4-BE49-F238E27FC236}">
                    <a16:creationId xmlns:a16="http://schemas.microsoft.com/office/drawing/2014/main" id="{AB3C039D-EB97-1967-FA64-7068B400BFD5}"/>
                  </a:ext>
                </a:extLst>
              </p:cNvPr>
              <p:cNvSpPr/>
              <p:nvPr/>
            </p:nvSpPr>
            <p:spPr>
              <a:xfrm>
                <a:off x="5905350" y="2651100"/>
                <a:ext cx="18125" cy="11327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4" name="Google Shape;16594;p54">
                <a:extLst>
                  <a:ext uri="{FF2B5EF4-FFF2-40B4-BE49-F238E27FC236}">
                    <a16:creationId xmlns:a16="http://schemas.microsoft.com/office/drawing/2014/main" id="{29A4B4A6-4E0B-DE5C-A26D-AC336401956E}"/>
                  </a:ext>
                </a:extLst>
              </p:cNvPr>
              <p:cNvSpPr/>
              <p:nvPr/>
            </p:nvSpPr>
            <p:spPr>
              <a:xfrm>
                <a:off x="6327475" y="2243575"/>
                <a:ext cx="18125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5" name="Google Shape;16595;p54">
                <a:extLst>
                  <a:ext uri="{FF2B5EF4-FFF2-40B4-BE49-F238E27FC236}">
                    <a16:creationId xmlns:a16="http://schemas.microsoft.com/office/drawing/2014/main" id="{9FD03AE5-0459-AAD6-DFE1-3ADA251FA406}"/>
                  </a:ext>
                </a:extLst>
              </p:cNvPr>
              <p:cNvSpPr/>
              <p:nvPr/>
            </p:nvSpPr>
            <p:spPr>
              <a:xfrm>
                <a:off x="6318125" y="2250600"/>
                <a:ext cx="7625" cy="107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6" name="Google Shape;16596;p54">
                <a:extLst>
                  <a:ext uri="{FF2B5EF4-FFF2-40B4-BE49-F238E27FC236}">
                    <a16:creationId xmlns:a16="http://schemas.microsoft.com/office/drawing/2014/main" id="{D2B86851-FEEF-1C7E-CB26-6866B9C2DCCA}"/>
                  </a:ext>
                </a:extLst>
              </p:cNvPr>
              <p:cNvSpPr/>
              <p:nvPr/>
            </p:nvSpPr>
            <p:spPr>
              <a:xfrm>
                <a:off x="6346725" y="2280950"/>
                <a:ext cx="93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7" name="Google Shape;16597;p54">
                <a:extLst>
                  <a:ext uri="{FF2B5EF4-FFF2-40B4-BE49-F238E27FC236}">
                    <a16:creationId xmlns:a16="http://schemas.microsoft.com/office/drawing/2014/main" id="{13C7BA01-A45C-22DE-8262-258B46E369A1}"/>
                  </a:ext>
                </a:extLst>
              </p:cNvPr>
              <p:cNvSpPr/>
              <p:nvPr/>
            </p:nvSpPr>
            <p:spPr>
              <a:xfrm>
                <a:off x="6283100" y="2276875"/>
                <a:ext cx="8775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8" name="Google Shape;16598;p54">
                <a:extLst>
                  <a:ext uri="{FF2B5EF4-FFF2-40B4-BE49-F238E27FC236}">
                    <a16:creationId xmlns:a16="http://schemas.microsoft.com/office/drawing/2014/main" id="{C957D782-4336-A60B-32AB-1D411FE668CE}"/>
                  </a:ext>
                </a:extLst>
              </p:cNvPr>
              <p:cNvSpPr/>
              <p:nvPr/>
            </p:nvSpPr>
            <p:spPr>
              <a:xfrm>
                <a:off x="2408800" y="2876450"/>
                <a:ext cx="28050" cy="137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489" extrusionOk="0">
                    <a:moveTo>
                      <a:pt x="1098" y="0"/>
                    </a:moveTo>
                    <a:cubicBezTo>
                      <a:pt x="654" y="841"/>
                      <a:pt x="327" y="1729"/>
                      <a:pt x="164" y="2686"/>
                    </a:cubicBezTo>
                    <a:cubicBezTo>
                      <a:pt x="0" y="3620"/>
                      <a:pt x="70" y="4578"/>
                      <a:pt x="374" y="5488"/>
                    </a:cubicBezTo>
                    <a:cubicBezTo>
                      <a:pt x="234" y="4554"/>
                      <a:pt x="187" y="3620"/>
                      <a:pt x="304" y="2686"/>
                    </a:cubicBezTo>
                    <a:cubicBezTo>
                      <a:pt x="421" y="1775"/>
                      <a:pt x="701" y="865"/>
                      <a:pt x="1121" y="24"/>
                    </a:cubicBezTo>
                    <a:lnTo>
                      <a:pt x="1098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599" name="Google Shape;16599;p54">
                <a:extLst>
                  <a:ext uri="{FF2B5EF4-FFF2-40B4-BE49-F238E27FC236}">
                    <a16:creationId xmlns:a16="http://schemas.microsoft.com/office/drawing/2014/main" id="{B8D15911-E2F1-5503-BB14-9F86742BE2D5}"/>
                  </a:ext>
                </a:extLst>
              </p:cNvPr>
              <p:cNvSpPr/>
              <p:nvPr/>
            </p:nvSpPr>
            <p:spPr>
              <a:xfrm>
                <a:off x="2384850" y="2882300"/>
                <a:ext cx="17550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321" extrusionOk="0">
                    <a:moveTo>
                      <a:pt x="1" y="0"/>
                    </a:moveTo>
                    <a:cubicBezTo>
                      <a:pt x="188" y="701"/>
                      <a:pt x="328" y="1425"/>
                      <a:pt x="421" y="2148"/>
                    </a:cubicBezTo>
                    <a:cubicBezTo>
                      <a:pt x="491" y="2872"/>
                      <a:pt x="538" y="3596"/>
                      <a:pt x="608" y="4320"/>
                    </a:cubicBezTo>
                    <a:cubicBezTo>
                      <a:pt x="701" y="3596"/>
                      <a:pt x="655" y="2849"/>
                      <a:pt x="538" y="2125"/>
                    </a:cubicBezTo>
                    <a:cubicBezTo>
                      <a:pt x="421" y="1401"/>
                      <a:pt x="234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0" name="Google Shape;16600;p54">
                <a:extLst>
                  <a:ext uri="{FF2B5EF4-FFF2-40B4-BE49-F238E27FC236}">
                    <a16:creationId xmlns:a16="http://schemas.microsoft.com/office/drawing/2014/main" id="{CDF8B3CA-0557-3DC0-388F-0E15C1D28B25}"/>
                  </a:ext>
                </a:extLst>
              </p:cNvPr>
              <p:cNvSpPr/>
              <p:nvPr/>
            </p:nvSpPr>
            <p:spPr>
              <a:xfrm>
                <a:off x="2432150" y="2944750"/>
                <a:ext cx="19300" cy="952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38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31"/>
                      <a:pt x="397" y="1238"/>
                      <a:pt x="491" y="1892"/>
                    </a:cubicBezTo>
                    <a:cubicBezTo>
                      <a:pt x="561" y="2523"/>
                      <a:pt x="584" y="3177"/>
                      <a:pt x="608" y="3807"/>
                    </a:cubicBezTo>
                    <a:lnTo>
                      <a:pt x="631" y="3807"/>
                    </a:lnTo>
                    <a:cubicBezTo>
                      <a:pt x="771" y="3177"/>
                      <a:pt x="748" y="2500"/>
                      <a:pt x="608" y="1869"/>
                    </a:cubicBezTo>
                    <a:cubicBezTo>
                      <a:pt x="491" y="1215"/>
                      <a:pt x="281" y="608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1" name="Google Shape;16601;p54">
                <a:extLst>
                  <a:ext uri="{FF2B5EF4-FFF2-40B4-BE49-F238E27FC236}">
                    <a16:creationId xmlns:a16="http://schemas.microsoft.com/office/drawing/2014/main" id="{B254C311-7BA3-98BC-3E38-242849C4F78E}"/>
                  </a:ext>
                </a:extLst>
              </p:cNvPr>
              <p:cNvSpPr/>
              <p:nvPr/>
            </p:nvSpPr>
            <p:spPr>
              <a:xfrm>
                <a:off x="4647775" y="2679125"/>
                <a:ext cx="13450" cy="138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2" name="Google Shape;16602;p54">
                <a:extLst>
                  <a:ext uri="{FF2B5EF4-FFF2-40B4-BE49-F238E27FC236}">
                    <a16:creationId xmlns:a16="http://schemas.microsoft.com/office/drawing/2014/main" id="{4CE16859-E295-8EF5-4325-AF942ABC9034}"/>
                  </a:ext>
                </a:extLst>
              </p:cNvPr>
              <p:cNvSpPr/>
              <p:nvPr/>
            </p:nvSpPr>
            <p:spPr>
              <a:xfrm>
                <a:off x="4623850" y="2687875"/>
                <a:ext cx="23375" cy="10802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3" name="Google Shape;16603;p54">
                <a:extLst>
                  <a:ext uri="{FF2B5EF4-FFF2-40B4-BE49-F238E27FC236}">
                    <a16:creationId xmlns:a16="http://schemas.microsoft.com/office/drawing/2014/main" id="{8CACD7B0-EFF5-739D-D449-261150068A5A}"/>
                  </a:ext>
                </a:extLst>
              </p:cNvPr>
              <p:cNvSpPr/>
              <p:nvPr/>
            </p:nvSpPr>
            <p:spPr>
              <a:xfrm>
                <a:off x="466180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4" name="Google Shape;16604;p54">
                <a:extLst>
                  <a:ext uri="{FF2B5EF4-FFF2-40B4-BE49-F238E27FC236}">
                    <a16:creationId xmlns:a16="http://schemas.microsoft.com/office/drawing/2014/main" id="{FC5E1542-C627-6705-4EA1-E428814C04F9}"/>
                  </a:ext>
                </a:extLst>
              </p:cNvPr>
              <p:cNvSpPr/>
              <p:nvPr/>
            </p:nvSpPr>
            <p:spPr>
              <a:xfrm>
                <a:off x="4587650" y="2716475"/>
                <a:ext cx="22800" cy="946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5" name="Google Shape;16605;p54">
                <a:extLst>
                  <a:ext uri="{FF2B5EF4-FFF2-40B4-BE49-F238E27FC236}">
                    <a16:creationId xmlns:a16="http://schemas.microsoft.com/office/drawing/2014/main" id="{54876C80-20CD-5AB9-CA79-54832E87CAC0}"/>
                  </a:ext>
                </a:extLst>
              </p:cNvPr>
              <p:cNvSpPr/>
              <p:nvPr/>
            </p:nvSpPr>
            <p:spPr>
              <a:xfrm>
                <a:off x="5444125" y="2929000"/>
                <a:ext cx="35050" cy="28317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6" name="Google Shape;16606;p54">
                <a:extLst>
                  <a:ext uri="{FF2B5EF4-FFF2-40B4-BE49-F238E27FC236}">
                    <a16:creationId xmlns:a16="http://schemas.microsoft.com/office/drawing/2014/main" id="{6D3CDCFD-E0EA-3A5B-FCB3-AF78F907D351}"/>
                  </a:ext>
                </a:extLst>
              </p:cNvPr>
              <p:cNvSpPr/>
              <p:nvPr/>
            </p:nvSpPr>
            <p:spPr>
              <a:xfrm>
                <a:off x="5414950" y="2938925"/>
                <a:ext cx="16950" cy="2248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7" name="Google Shape;16607;p54">
                <a:extLst>
                  <a:ext uri="{FF2B5EF4-FFF2-40B4-BE49-F238E27FC236}">
                    <a16:creationId xmlns:a16="http://schemas.microsoft.com/office/drawing/2014/main" id="{75D05CD2-26E8-A44D-6114-56A1F215FB2E}"/>
                  </a:ext>
                </a:extLst>
              </p:cNvPr>
              <p:cNvSpPr/>
              <p:nvPr/>
            </p:nvSpPr>
            <p:spPr>
              <a:xfrm>
                <a:off x="5483250" y="3006650"/>
                <a:ext cx="21050" cy="197925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8" name="Google Shape;16608;p54">
                <a:extLst>
                  <a:ext uri="{FF2B5EF4-FFF2-40B4-BE49-F238E27FC236}">
                    <a16:creationId xmlns:a16="http://schemas.microsoft.com/office/drawing/2014/main" id="{1871CD88-4C8D-5CD3-2267-56E6B68F8F3F}"/>
                  </a:ext>
                </a:extLst>
              </p:cNvPr>
              <p:cNvSpPr/>
              <p:nvPr/>
            </p:nvSpPr>
            <p:spPr>
              <a:xfrm>
                <a:off x="5332625" y="2986200"/>
                <a:ext cx="20450" cy="1979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09" name="Google Shape;16609;p54">
                <a:extLst>
                  <a:ext uri="{FF2B5EF4-FFF2-40B4-BE49-F238E27FC236}">
                    <a16:creationId xmlns:a16="http://schemas.microsoft.com/office/drawing/2014/main" id="{473C7AFB-65F6-349E-8FAA-F508B8878410}"/>
                  </a:ext>
                </a:extLst>
              </p:cNvPr>
              <p:cNvSpPr/>
              <p:nvPr/>
            </p:nvSpPr>
            <p:spPr>
              <a:xfrm>
                <a:off x="7305975" y="2195725"/>
                <a:ext cx="52550" cy="1815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10" name="Google Shape;16610;p54">
                <a:extLst>
                  <a:ext uri="{FF2B5EF4-FFF2-40B4-BE49-F238E27FC236}">
                    <a16:creationId xmlns:a16="http://schemas.microsoft.com/office/drawing/2014/main" id="{5DB2AA8F-B759-4285-AD48-A84654CBB363}"/>
                  </a:ext>
                </a:extLst>
              </p:cNvPr>
              <p:cNvSpPr/>
              <p:nvPr/>
            </p:nvSpPr>
            <p:spPr>
              <a:xfrm>
                <a:off x="7299550" y="2198625"/>
                <a:ext cx="21025" cy="1459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11" name="Google Shape;16611;p54">
                <a:extLst>
                  <a:ext uri="{FF2B5EF4-FFF2-40B4-BE49-F238E27FC236}">
                    <a16:creationId xmlns:a16="http://schemas.microsoft.com/office/drawing/2014/main" id="{A387D084-A026-8D74-DCEA-A0FA779BD661}"/>
                  </a:ext>
                </a:extLst>
              </p:cNvPr>
              <p:cNvSpPr/>
              <p:nvPr/>
            </p:nvSpPr>
            <p:spPr>
              <a:xfrm>
                <a:off x="7263350" y="2239500"/>
                <a:ext cx="14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12" name="Google Shape;16612;p54">
                <a:extLst>
                  <a:ext uri="{FF2B5EF4-FFF2-40B4-BE49-F238E27FC236}">
                    <a16:creationId xmlns:a16="http://schemas.microsoft.com/office/drawing/2014/main" id="{31943A29-771E-55EA-2366-5B3DB4BF63E7}"/>
                  </a:ext>
                </a:extLst>
              </p:cNvPr>
              <p:cNvSpPr/>
              <p:nvPr/>
            </p:nvSpPr>
            <p:spPr>
              <a:xfrm>
                <a:off x="7334575" y="2245925"/>
                <a:ext cx="17525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13" name="Google Shape;16613;p54">
                <a:extLst>
                  <a:ext uri="{FF2B5EF4-FFF2-40B4-BE49-F238E27FC236}">
                    <a16:creationId xmlns:a16="http://schemas.microsoft.com/office/drawing/2014/main" id="{A252465B-7EF3-9673-C76B-5331B48BFD1F}"/>
                  </a:ext>
                </a:extLst>
              </p:cNvPr>
              <p:cNvSpPr/>
              <p:nvPr/>
            </p:nvSpPr>
            <p:spPr>
              <a:xfrm>
                <a:off x="7227150" y="2308400"/>
                <a:ext cx="19875" cy="1278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14" name="Google Shape;16614;p54">
                <a:extLst>
                  <a:ext uri="{FF2B5EF4-FFF2-40B4-BE49-F238E27FC236}">
                    <a16:creationId xmlns:a16="http://schemas.microsoft.com/office/drawing/2014/main" id="{AC9A9B00-0F0E-C8EB-A10F-ADA13C6CF56F}"/>
                  </a:ext>
                </a:extLst>
              </p:cNvPr>
              <p:cNvSpPr/>
              <p:nvPr/>
            </p:nvSpPr>
            <p:spPr>
              <a:xfrm>
                <a:off x="6500275" y="2309550"/>
                <a:ext cx="22225" cy="16585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15" name="Google Shape;16615;p54">
                <a:extLst>
                  <a:ext uri="{FF2B5EF4-FFF2-40B4-BE49-F238E27FC236}">
                    <a16:creationId xmlns:a16="http://schemas.microsoft.com/office/drawing/2014/main" id="{86CF4AFA-B5AE-41C4-6BEE-478E933BDC9B}"/>
                  </a:ext>
                </a:extLst>
              </p:cNvPr>
              <p:cNvSpPr/>
              <p:nvPr/>
            </p:nvSpPr>
            <p:spPr>
              <a:xfrm>
                <a:off x="6489175" y="2317725"/>
                <a:ext cx="820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16" name="Google Shape;16616;p54">
                <a:extLst>
                  <a:ext uri="{FF2B5EF4-FFF2-40B4-BE49-F238E27FC236}">
                    <a16:creationId xmlns:a16="http://schemas.microsoft.com/office/drawing/2014/main" id="{D67A4B25-B0EA-46AC-C63B-0CDF577BB639}"/>
                  </a:ext>
                </a:extLst>
              </p:cNvPr>
              <p:cNvSpPr/>
              <p:nvPr/>
            </p:nvSpPr>
            <p:spPr>
              <a:xfrm>
                <a:off x="6523625" y="2354500"/>
                <a:ext cx="10550" cy="114475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17" name="Google Shape;16617;p54">
                <a:extLst>
                  <a:ext uri="{FF2B5EF4-FFF2-40B4-BE49-F238E27FC236}">
                    <a16:creationId xmlns:a16="http://schemas.microsoft.com/office/drawing/2014/main" id="{CB397AA2-94C7-9957-2EB7-D346EB494E92}"/>
                  </a:ext>
                </a:extLst>
              </p:cNvPr>
              <p:cNvSpPr/>
              <p:nvPr/>
            </p:nvSpPr>
            <p:spPr>
              <a:xfrm>
                <a:off x="6629900" y="2269850"/>
                <a:ext cx="198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6618" name="Google Shape;16618;p54">
              <a:extLst>
                <a:ext uri="{FF2B5EF4-FFF2-40B4-BE49-F238E27FC236}">
                  <a16:creationId xmlns:a16="http://schemas.microsoft.com/office/drawing/2014/main" id="{FBF9A09F-75B3-DC41-290E-894CD45DB0CF}"/>
                </a:ext>
              </a:extLst>
            </p:cNvPr>
            <p:cNvGrpSpPr/>
            <p:nvPr/>
          </p:nvGrpSpPr>
          <p:grpSpPr>
            <a:xfrm>
              <a:off x="-75995" y="4389444"/>
              <a:ext cx="2222158" cy="795026"/>
              <a:chOff x="-75995" y="6598257"/>
              <a:chExt cx="2222158" cy="795026"/>
            </a:xfrm>
          </p:grpSpPr>
          <p:sp>
            <p:nvSpPr>
              <p:cNvPr id="16619" name="Google Shape;16619;p54">
                <a:extLst>
                  <a:ext uri="{FF2B5EF4-FFF2-40B4-BE49-F238E27FC236}">
                    <a16:creationId xmlns:a16="http://schemas.microsoft.com/office/drawing/2014/main" id="{3E5F3EAD-810D-7A49-BFDE-E93615E5B396}"/>
                  </a:ext>
                </a:extLst>
              </p:cNvPr>
              <p:cNvSpPr/>
              <p:nvPr/>
            </p:nvSpPr>
            <p:spPr>
              <a:xfrm>
                <a:off x="1214464" y="6650750"/>
                <a:ext cx="19181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8922" extrusionOk="0">
                    <a:moveTo>
                      <a:pt x="0" y="0"/>
                    </a:moveTo>
                    <a:cubicBezTo>
                      <a:pt x="374" y="1472"/>
                      <a:pt x="607" y="2943"/>
                      <a:pt x="701" y="4438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7" y="7403"/>
                      <a:pt x="724" y="8151"/>
                      <a:pt x="724" y="8921"/>
                    </a:cubicBezTo>
                    <a:lnTo>
                      <a:pt x="747" y="8921"/>
                    </a:lnTo>
                    <a:cubicBezTo>
                      <a:pt x="911" y="8174"/>
                      <a:pt x="981" y="7427"/>
                      <a:pt x="1028" y="6679"/>
                    </a:cubicBezTo>
                    <a:cubicBezTo>
                      <a:pt x="1074" y="5932"/>
                      <a:pt x="1004" y="5161"/>
                      <a:pt x="934" y="4414"/>
                    </a:cubicBezTo>
                    <a:cubicBezTo>
                      <a:pt x="794" y="2920"/>
                      <a:pt x="490" y="1425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0" name="Google Shape;16620;p54">
                <a:extLst>
                  <a:ext uri="{FF2B5EF4-FFF2-40B4-BE49-F238E27FC236}">
                    <a16:creationId xmlns:a16="http://schemas.microsoft.com/office/drawing/2014/main" id="{19E8377A-4D1E-5D45-BD9C-B6F0FD82A8A1}"/>
                  </a:ext>
                </a:extLst>
              </p:cNvPr>
              <p:cNvSpPr/>
              <p:nvPr/>
            </p:nvSpPr>
            <p:spPr>
              <a:xfrm>
                <a:off x="1239462" y="6656584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8" y="1028"/>
                      <a:pt x="1285" y="2079"/>
                      <a:pt x="911" y="3106"/>
                    </a:cubicBezTo>
                    <a:cubicBezTo>
                      <a:pt x="724" y="3643"/>
                      <a:pt x="537" y="4157"/>
                      <a:pt x="374" y="4694"/>
                    </a:cubicBezTo>
                    <a:cubicBezTo>
                      <a:pt x="234" y="5208"/>
                      <a:pt x="94" y="5745"/>
                      <a:pt x="0" y="6306"/>
                    </a:cubicBezTo>
                    <a:lnTo>
                      <a:pt x="24" y="6306"/>
                    </a:lnTo>
                    <a:cubicBezTo>
                      <a:pt x="281" y="5792"/>
                      <a:pt x="467" y="5278"/>
                      <a:pt x="678" y="4764"/>
                    </a:cubicBezTo>
                    <a:cubicBezTo>
                      <a:pt x="864" y="4251"/>
                      <a:pt x="1004" y="3714"/>
                      <a:pt x="1145" y="3200"/>
                    </a:cubicBezTo>
                    <a:cubicBezTo>
                      <a:pt x="1472" y="2126"/>
                      <a:pt x="1775" y="1075"/>
                      <a:pt x="205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1" name="Google Shape;16621;p54">
                <a:extLst>
                  <a:ext uri="{FF2B5EF4-FFF2-40B4-BE49-F238E27FC236}">
                    <a16:creationId xmlns:a16="http://schemas.microsoft.com/office/drawing/2014/main" id="{B4DC60DC-3DAF-0BA3-FE03-37AF4E7D234F}"/>
                  </a:ext>
                </a:extLst>
              </p:cNvPr>
              <p:cNvSpPr/>
              <p:nvPr/>
            </p:nvSpPr>
            <p:spPr>
              <a:xfrm>
                <a:off x="1258624" y="6720335"/>
                <a:ext cx="21268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5115" extrusionOk="0">
                    <a:moveTo>
                      <a:pt x="1168" y="0"/>
                    </a:moveTo>
                    <a:cubicBezTo>
                      <a:pt x="865" y="818"/>
                      <a:pt x="608" y="1658"/>
                      <a:pt x="374" y="2523"/>
                    </a:cubicBezTo>
                    <a:cubicBezTo>
                      <a:pt x="281" y="2943"/>
                      <a:pt x="141" y="3363"/>
                      <a:pt x="94" y="3807"/>
                    </a:cubicBezTo>
                    <a:cubicBezTo>
                      <a:pt x="47" y="4227"/>
                      <a:pt x="1" y="4671"/>
                      <a:pt x="24" y="5115"/>
                    </a:cubicBezTo>
                    <a:lnTo>
                      <a:pt x="47" y="5115"/>
                    </a:lnTo>
                    <a:cubicBezTo>
                      <a:pt x="187" y="4694"/>
                      <a:pt x="281" y="4274"/>
                      <a:pt x="398" y="3854"/>
                    </a:cubicBezTo>
                    <a:cubicBezTo>
                      <a:pt x="491" y="3433"/>
                      <a:pt x="538" y="2990"/>
                      <a:pt x="631" y="2569"/>
                    </a:cubicBezTo>
                    <a:cubicBezTo>
                      <a:pt x="795" y="1705"/>
                      <a:pt x="981" y="841"/>
                      <a:pt x="119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2" name="Google Shape;16622;p54">
                <a:extLst>
                  <a:ext uri="{FF2B5EF4-FFF2-40B4-BE49-F238E27FC236}">
                    <a16:creationId xmlns:a16="http://schemas.microsoft.com/office/drawing/2014/main" id="{8D7BA793-D7B1-FF22-DAFF-B7719E886357}"/>
                  </a:ext>
                </a:extLst>
              </p:cNvPr>
              <p:cNvSpPr/>
              <p:nvPr/>
            </p:nvSpPr>
            <p:spPr>
              <a:xfrm>
                <a:off x="1919064" y="6865341"/>
                <a:ext cx="18770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8922" extrusionOk="0">
                    <a:moveTo>
                      <a:pt x="24" y="0"/>
                    </a:moveTo>
                    <a:lnTo>
                      <a:pt x="0" y="24"/>
                    </a:lnTo>
                    <a:cubicBezTo>
                      <a:pt x="374" y="1471"/>
                      <a:pt x="584" y="2943"/>
                      <a:pt x="678" y="4437"/>
                    </a:cubicBezTo>
                    <a:cubicBezTo>
                      <a:pt x="724" y="5185"/>
                      <a:pt x="724" y="5932"/>
                      <a:pt x="724" y="6679"/>
                    </a:cubicBezTo>
                    <a:cubicBezTo>
                      <a:pt x="748" y="7426"/>
                      <a:pt x="701" y="8174"/>
                      <a:pt x="701" y="8921"/>
                    </a:cubicBezTo>
                    <a:lnTo>
                      <a:pt x="748" y="8921"/>
                    </a:lnTo>
                    <a:cubicBezTo>
                      <a:pt x="911" y="8174"/>
                      <a:pt x="981" y="7426"/>
                      <a:pt x="1028" y="6679"/>
                    </a:cubicBezTo>
                    <a:cubicBezTo>
                      <a:pt x="1051" y="5932"/>
                      <a:pt x="1005" y="5161"/>
                      <a:pt x="935" y="4414"/>
                    </a:cubicBezTo>
                    <a:cubicBezTo>
                      <a:pt x="771" y="2919"/>
                      <a:pt x="467" y="144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3" name="Google Shape;16623;p54">
                <a:extLst>
                  <a:ext uri="{FF2B5EF4-FFF2-40B4-BE49-F238E27FC236}">
                    <a16:creationId xmlns:a16="http://schemas.microsoft.com/office/drawing/2014/main" id="{211DD595-A34F-BE48-D3B6-58D6DE470EBE}"/>
                  </a:ext>
                </a:extLst>
              </p:cNvPr>
              <p:cNvSpPr/>
              <p:nvPr/>
            </p:nvSpPr>
            <p:spPr>
              <a:xfrm>
                <a:off x="1944062" y="6871176"/>
                <a:ext cx="36684" cy="112515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6306" extrusionOk="0">
                    <a:moveTo>
                      <a:pt x="2032" y="0"/>
                    </a:moveTo>
                    <a:cubicBezTo>
                      <a:pt x="1659" y="1051"/>
                      <a:pt x="1285" y="2079"/>
                      <a:pt x="911" y="3129"/>
                    </a:cubicBezTo>
                    <a:cubicBezTo>
                      <a:pt x="725" y="3643"/>
                      <a:pt x="514" y="4157"/>
                      <a:pt x="374" y="4694"/>
                    </a:cubicBezTo>
                    <a:cubicBezTo>
                      <a:pt x="234" y="5231"/>
                      <a:pt x="71" y="5745"/>
                      <a:pt x="1" y="6305"/>
                    </a:cubicBezTo>
                    <a:lnTo>
                      <a:pt x="24" y="6305"/>
                    </a:lnTo>
                    <a:cubicBezTo>
                      <a:pt x="281" y="5815"/>
                      <a:pt x="468" y="5301"/>
                      <a:pt x="654" y="4764"/>
                    </a:cubicBezTo>
                    <a:cubicBezTo>
                      <a:pt x="841" y="4250"/>
                      <a:pt x="981" y="3713"/>
                      <a:pt x="1145" y="3199"/>
                    </a:cubicBezTo>
                    <a:cubicBezTo>
                      <a:pt x="1448" y="2149"/>
                      <a:pt x="1752" y="1074"/>
                      <a:pt x="2056" y="23"/>
                    </a:cubicBezTo>
                    <a:lnTo>
                      <a:pt x="2032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4" name="Google Shape;16624;p54">
                <a:extLst>
                  <a:ext uri="{FF2B5EF4-FFF2-40B4-BE49-F238E27FC236}">
                    <a16:creationId xmlns:a16="http://schemas.microsoft.com/office/drawing/2014/main" id="{0A852F92-7014-D287-D628-E74C1A0FD285}"/>
                  </a:ext>
                </a:extLst>
              </p:cNvPr>
              <p:cNvSpPr/>
              <p:nvPr/>
            </p:nvSpPr>
            <p:spPr>
              <a:xfrm>
                <a:off x="1962814" y="6934927"/>
                <a:ext cx="21679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5138" extrusionOk="0">
                    <a:moveTo>
                      <a:pt x="1191" y="0"/>
                    </a:moveTo>
                    <a:cubicBezTo>
                      <a:pt x="888" y="817"/>
                      <a:pt x="608" y="1658"/>
                      <a:pt x="397" y="2522"/>
                    </a:cubicBezTo>
                    <a:cubicBezTo>
                      <a:pt x="281" y="2943"/>
                      <a:pt x="164" y="3363"/>
                      <a:pt x="117" y="3807"/>
                    </a:cubicBezTo>
                    <a:cubicBezTo>
                      <a:pt x="47" y="4250"/>
                      <a:pt x="0" y="4671"/>
                      <a:pt x="47" y="5114"/>
                    </a:cubicBezTo>
                    <a:lnTo>
                      <a:pt x="71" y="5138"/>
                    </a:lnTo>
                    <a:cubicBezTo>
                      <a:pt x="211" y="4717"/>
                      <a:pt x="304" y="4274"/>
                      <a:pt x="397" y="3853"/>
                    </a:cubicBezTo>
                    <a:cubicBezTo>
                      <a:pt x="514" y="3433"/>
                      <a:pt x="561" y="2989"/>
                      <a:pt x="631" y="2569"/>
                    </a:cubicBezTo>
                    <a:cubicBezTo>
                      <a:pt x="794" y="1705"/>
                      <a:pt x="1005" y="864"/>
                      <a:pt x="12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5" name="Google Shape;16625;p54">
                <a:extLst>
                  <a:ext uri="{FF2B5EF4-FFF2-40B4-BE49-F238E27FC236}">
                    <a16:creationId xmlns:a16="http://schemas.microsoft.com/office/drawing/2014/main" id="{47B4A016-E8D3-B8B7-FE9A-0FC71554EDD8}"/>
                  </a:ext>
                </a:extLst>
              </p:cNvPr>
              <p:cNvSpPr/>
              <p:nvPr/>
            </p:nvSpPr>
            <p:spPr>
              <a:xfrm>
                <a:off x="1801554" y="6659492"/>
                <a:ext cx="15434" cy="121686"/>
              </a:xfrm>
              <a:custGeom>
                <a:avLst/>
                <a:gdLst/>
                <a:ahLst/>
                <a:cxnLst/>
                <a:rect l="l" t="t" r="r" b="b"/>
                <a:pathLst>
                  <a:path w="865" h="6820" extrusionOk="0">
                    <a:moveTo>
                      <a:pt x="1" y="1"/>
                    </a:moveTo>
                    <a:cubicBezTo>
                      <a:pt x="281" y="1122"/>
                      <a:pt x="444" y="2243"/>
                      <a:pt x="515" y="3387"/>
                    </a:cubicBezTo>
                    <a:cubicBezTo>
                      <a:pt x="538" y="3971"/>
                      <a:pt x="515" y="4531"/>
                      <a:pt x="515" y="5092"/>
                    </a:cubicBezTo>
                    <a:lnTo>
                      <a:pt x="538" y="6820"/>
                    </a:lnTo>
                    <a:lnTo>
                      <a:pt x="585" y="6820"/>
                    </a:lnTo>
                    <a:cubicBezTo>
                      <a:pt x="725" y="6259"/>
                      <a:pt x="795" y="5676"/>
                      <a:pt x="818" y="5115"/>
                    </a:cubicBezTo>
                    <a:cubicBezTo>
                      <a:pt x="865" y="4531"/>
                      <a:pt x="818" y="3948"/>
                      <a:pt x="748" y="3387"/>
                    </a:cubicBezTo>
                    <a:cubicBezTo>
                      <a:pt x="631" y="2219"/>
                      <a:pt x="398" y="109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6" name="Google Shape;16626;p54">
                <a:extLst>
                  <a:ext uri="{FF2B5EF4-FFF2-40B4-BE49-F238E27FC236}">
                    <a16:creationId xmlns:a16="http://schemas.microsoft.com/office/drawing/2014/main" id="{DAD67D52-F32A-E259-41E2-FE27AAF8A0C3}"/>
                  </a:ext>
                </a:extLst>
              </p:cNvPr>
              <p:cNvSpPr/>
              <p:nvPr/>
            </p:nvSpPr>
            <p:spPr>
              <a:xfrm>
                <a:off x="1820734" y="6663668"/>
                <a:ext cx="28352" cy="86268"/>
              </a:xfrm>
              <a:custGeom>
                <a:avLst/>
                <a:gdLst/>
                <a:ahLst/>
                <a:cxnLst/>
                <a:rect l="l" t="t" r="r" b="b"/>
                <a:pathLst>
                  <a:path w="1589" h="4835" extrusionOk="0">
                    <a:moveTo>
                      <a:pt x="1565" y="0"/>
                    </a:moveTo>
                    <a:cubicBezTo>
                      <a:pt x="1261" y="794"/>
                      <a:pt x="958" y="1588"/>
                      <a:pt x="677" y="2382"/>
                    </a:cubicBezTo>
                    <a:cubicBezTo>
                      <a:pt x="537" y="2779"/>
                      <a:pt x="374" y="3176"/>
                      <a:pt x="257" y="3597"/>
                    </a:cubicBezTo>
                    <a:cubicBezTo>
                      <a:pt x="163" y="3994"/>
                      <a:pt x="47" y="4414"/>
                      <a:pt x="0" y="4834"/>
                    </a:cubicBezTo>
                    <a:lnTo>
                      <a:pt x="23" y="4834"/>
                    </a:lnTo>
                    <a:cubicBezTo>
                      <a:pt x="234" y="4461"/>
                      <a:pt x="397" y="4064"/>
                      <a:pt x="537" y="3667"/>
                    </a:cubicBezTo>
                    <a:cubicBezTo>
                      <a:pt x="701" y="3270"/>
                      <a:pt x="794" y="2873"/>
                      <a:pt x="911" y="2452"/>
                    </a:cubicBezTo>
                    <a:cubicBezTo>
                      <a:pt x="1144" y="1658"/>
                      <a:pt x="1378" y="841"/>
                      <a:pt x="1588" y="24"/>
                    </a:cubicBez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7" name="Google Shape;16627;p54">
                <a:extLst>
                  <a:ext uri="{FF2B5EF4-FFF2-40B4-BE49-F238E27FC236}">
                    <a16:creationId xmlns:a16="http://schemas.microsoft.com/office/drawing/2014/main" id="{3BD743ED-AAE1-D8A8-EDD1-1BB24D4EAE79}"/>
                  </a:ext>
                </a:extLst>
              </p:cNvPr>
              <p:cNvSpPr/>
              <p:nvPr/>
            </p:nvSpPr>
            <p:spPr>
              <a:xfrm>
                <a:off x="1834901" y="6712413"/>
                <a:ext cx="17093" cy="70442"/>
              </a:xfrm>
              <a:custGeom>
                <a:avLst/>
                <a:gdLst/>
                <a:ahLst/>
                <a:cxnLst/>
                <a:rect l="l" t="t" r="r" b="b"/>
                <a:pathLst>
                  <a:path w="958" h="3948" extrusionOk="0">
                    <a:moveTo>
                      <a:pt x="911" y="1"/>
                    </a:moveTo>
                    <a:cubicBezTo>
                      <a:pt x="677" y="631"/>
                      <a:pt x="467" y="1285"/>
                      <a:pt x="304" y="1939"/>
                    </a:cubicBezTo>
                    <a:cubicBezTo>
                      <a:pt x="210" y="2266"/>
                      <a:pt x="117" y="2593"/>
                      <a:pt x="70" y="2920"/>
                    </a:cubicBezTo>
                    <a:cubicBezTo>
                      <a:pt x="23" y="3247"/>
                      <a:pt x="0" y="3597"/>
                      <a:pt x="47" y="3947"/>
                    </a:cubicBezTo>
                    <a:lnTo>
                      <a:pt x="70" y="3947"/>
                    </a:lnTo>
                    <a:cubicBezTo>
                      <a:pt x="210" y="3620"/>
                      <a:pt x="280" y="3293"/>
                      <a:pt x="374" y="2967"/>
                    </a:cubicBezTo>
                    <a:cubicBezTo>
                      <a:pt x="444" y="2640"/>
                      <a:pt x="467" y="2313"/>
                      <a:pt x="537" y="1986"/>
                    </a:cubicBezTo>
                    <a:cubicBezTo>
                      <a:pt x="654" y="1332"/>
                      <a:pt x="794" y="678"/>
                      <a:pt x="958" y="24"/>
                    </a:cubicBezTo>
                    <a:lnTo>
                      <a:pt x="911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8" name="Google Shape;16628;p54">
                <a:extLst>
                  <a:ext uri="{FF2B5EF4-FFF2-40B4-BE49-F238E27FC236}">
                    <a16:creationId xmlns:a16="http://schemas.microsoft.com/office/drawing/2014/main" id="{C983EE4A-325C-5E23-99B9-1F07D916AF77}"/>
                  </a:ext>
                </a:extLst>
              </p:cNvPr>
              <p:cNvSpPr/>
              <p:nvPr/>
            </p:nvSpPr>
            <p:spPr>
              <a:xfrm>
                <a:off x="2121987" y="6885343"/>
                <a:ext cx="16683" cy="70014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924" extrusionOk="0">
                    <a:moveTo>
                      <a:pt x="911" y="0"/>
                    </a:moveTo>
                    <a:cubicBezTo>
                      <a:pt x="678" y="631"/>
                      <a:pt x="467" y="1261"/>
                      <a:pt x="281" y="1915"/>
                    </a:cubicBezTo>
                    <a:cubicBezTo>
                      <a:pt x="211" y="2242"/>
                      <a:pt x="94" y="2569"/>
                      <a:pt x="47" y="2896"/>
                    </a:cubicBezTo>
                    <a:cubicBezTo>
                      <a:pt x="24" y="3246"/>
                      <a:pt x="0" y="3573"/>
                      <a:pt x="24" y="3923"/>
                    </a:cubicBezTo>
                    <a:lnTo>
                      <a:pt x="70" y="3923"/>
                    </a:lnTo>
                    <a:cubicBezTo>
                      <a:pt x="187" y="3596"/>
                      <a:pt x="281" y="3270"/>
                      <a:pt x="351" y="2966"/>
                    </a:cubicBezTo>
                    <a:cubicBezTo>
                      <a:pt x="444" y="2639"/>
                      <a:pt x="467" y="2289"/>
                      <a:pt x="514" y="1962"/>
                    </a:cubicBezTo>
                    <a:cubicBezTo>
                      <a:pt x="654" y="1308"/>
                      <a:pt x="794" y="654"/>
                      <a:pt x="93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29" name="Google Shape;16629;p54">
                <a:extLst>
                  <a:ext uri="{FF2B5EF4-FFF2-40B4-BE49-F238E27FC236}">
                    <a16:creationId xmlns:a16="http://schemas.microsoft.com/office/drawing/2014/main" id="{924F4DF2-1364-4EA3-729B-4AE178B26FA7}"/>
                  </a:ext>
                </a:extLst>
              </p:cNvPr>
              <p:cNvSpPr/>
              <p:nvPr/>
            </p:nvSpPr>
            <p:spPr>
              <a:xfrm>
                <a:off x="208183" y="6744922"/>
                <a:ext cx="15006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72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04" y="1168"/>
                      <a:pt x="490" y="2382"/>
                      <a:pt x="584" y="3597"/>
                    </a:cubicBezTo>
                    <a:cubicBezTo>
                      <a:pt x="654" y="4811"/>
                      <a:pt x="631" y="6025"/>
                      <a:pt x="561" y="7240"/>
                    </a:cubicBezTo>
                    <a:lnTo>
                      <a:pt x="584" y="7240"/>
                    </a:lnTo>
                    <a:cubicBezTo>
                      <a:pt x="817" y="6025"/>
                      <a:pt x="841" y="4788"/>
                      <a:pt x="701" y="3573"/>
                    </a:cubicBezTo>
                    <a:cubicBezTo>
                      <a:pt x="584" y="2359"/>
                      <a:pt x="350" y="1168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0" name="Google Shape;16630;p54">
                <a:extLst>
                  <a:ext uri="{FF2B5EF4-FFF2-40B4-BE49-F238E27FC236}">
                    <a16:creationId xmlns:a16="http://schemas.microsoft.com/office/drawing/2014/main" id="{96E7675D-9247-97FE-CE6F-46E2587F6679}"/>
                  </a:ext>
                </a:extLst>
              </p:cNvPr>
              <p:cNvSpPr/>
              <p:nvPr/>
            </p:nvSpPr>
            <p:spPr>
              <a:xfrm>
                <a:off x="231503" y="6752006"/>
                <a:ext cx="10027" cy="95440"/>
              </a:xfrm>
              <a:custGeom>
                <a:avLst/>
                <a:gdLst/>
                <a:ahLst/>
                <a:cxnLst/>
                <a:rect l="l" t="t" r="r" b="b"/>
                <a:pathLst>
                  <a:path w="562" h="5349" extrusionOk="0">
                    <a:moveTo>
                      <a:pt x="561" y="0"/>
                    </a:moveTo>
                    <a:lnTo>
                      <a:pt x="234" y="2662"/>
                    </a:lnTo>
                    <a:cubicBezTo>
                      <a:pt x="118" y="3550"/>
                      <a:pt x="24" y="4437"/>
                      <a:pt x="1" y="5348"/>
                    </a:cubicBezTo>
                    <a:lnTo>
                      <a:pt x="24" y="5348"/>
                    </a:lnTo>
                    <a:cubicBezTo>
                      <a:pt x="188" y="4461"/>
                      <a:pt x="281" y="3573"/>
                      <a:pt x="351" y="2686"/>
                    </a:cubicBezTo>
                    <a:lnTo>
                      <a:pt x="561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1" name="Google Shape;16631;p54">
                <a:extLst>
                  <a:ext uri="{FF2B5EF4-FFF2-40B4-BE49-F238E27FC236}">
                    <a16:creationId xmlns:a16="http://schemas.microsoft.com/office/drawing/2014/main" id="{C5F8EFFB-D672-85D4-C30B-78170E8BD273}"/>
                  </a:ext>
                </a:extLst>
              </p:cNvPr>
              <p:cNvSpPr/>
              <p:nvPr/>
            </p:nvSpPr>
            <p:spPr>
              <a:xfrm>
                <a:off x="250684" y="6795327"/>
                <a:ext cx="16683" cy="74189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58" extrusionOk="0">
                    <a:moveTo>
                      <a:pt x="911" y="1"/>
                    </a:moveTo>
                    <a:cubicBezTo>
                      <a:pt x="677" y="655"/>
                      <a:pt x="490" y="1355"/>
                      <a:pt x="327" y="2033"/>
                    </a:cubicBezTo>
                    <a:cubicBezTo>
                      <a:pt x="140" y="2733"/>
                      <a:pt x="0" y="3434"/>
                      <a:pt x="0" y="4158"/>
                    </a:cubicBezTo>
                    <a:cubicBezTo>
                      <a:pt x="187" y="3457"/>
                      <a:pt x="304" y="2780"/>
                      <a:pt x="444" y="2079"/>
                    </a:cubicBezTo>
                    <a:cubicBezTo>
                      <a:pt x="584" y="1379"/>
                      <a:pt x="747" y="678"/>
                      <a:pt x="93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2" name="Google Shape;16632;p54">
                <a:extLst>
                  <a:ext uri="{FF2B5EF4-FFF2-40B4-BE49-F238E27FC236}">
                    <a16:creationId xmlns:a16="http://schemas.microsoft.com/office/drawing/2014/main" id="{45A0DE7B-DDD5-DE56-36BD-0B78D9809DB2}"/>
                  </a:ext>
                </a:extLst>
              </p:cNvPr>
              <p:cNvSpPr/>
              <p:nvPr/>
            </p:nvSpPr>
            <p:spPr>
              <a:xfrm>
                <a:off x="-75995" y="6897422"/>
                <a:ext cx="39182" cy="124184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6960" extrusionOk="0">
                    <a:moveTo>
                      <a:pt x="0" y="0"/>
                    </a:moveTo>
                    <a:cubicBezTo>
                      <a:pt x="561" y="1098"/>
                      <a:pt x="1028" y="2219"/>
                      <a:pt x="1378" y="3387"/>
                    </a:cubicBezTo>
                    <a:cubicBezTo>
                      <a:pt x="1705" y="4554"/>
                      <a:pt x="1962" y="5745"/>
                      <a:pt x="2172" y="6960"/>
                    </a:cubicBezTo>
                    <a:lnTo>
                      <a:pt x="2195" y="6960"/>
                    </a:lnTo>
                    <a:cubicBezTo>
                      <a:pt x="2125" y="5722"/>
                      <a:pt x="1892" y="4531"/>
                      <a:pt x="1495" y="3363"/>
                    </a:cubicBezTo>
                    <a:cubicBezTo>
                      <a:pt x="1098" y="2196"/>
                      <a:pt x="607" y="1075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3" name="Google Shape;16633;p54">
                <a:extLst>
                  <a:ext uri="{FF2B5EF4-FFF2-40B4-BE49-F238E27FC236}">
                    <a16:creationId xmlns:a16="http://schemas.microsoft.com/office/drawing/2014/main" id="{EE2E1C9A-657A-5538-8CE0-2BD4884BF478}"/>
                  </a:ext>
                </a:extLst>
              </p:cNvPr>
              <p:cNvSpPr/>
              <p:nvPr/>
            </p:nvSpPr>
            <p:spPr>
              <a:xfrm>
                <a:off x="29008" y="6929503"/>
                <a:ext cx="15844" cy="8336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72" extrusionOk="0">
                    <a:moveTo>
                      <a:pt x="864" y="1"/>
                    </a:moveTo>
                    <a:lnTo>
                      <a:pt x="374" y="2336"/>
                    </a:lnTo>
                    <a:cubicBezTo>
                      <a:pt x="210" y="3106"/>
                      <a:pt x="70" y="3877"/>
                      <a:pt x="0" y="4671"/>
                    </a:cubicBezTo>
                    <a:cubicBezTo>
                      <a:pt x="234" y="3900"/>
                      <a:pt x="374" y="3130"/>
                      <a:pt x="491" y="2359"/>
                    </a:cubicBezTo>
                    <a:lnTo>
                      <a:pt x="888" y="24"/>
                    </a:lnTo>
                    <a:lnTo>
                      <a:pt x="864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4" name="Google Shape;16634;p54">
                <a:extLst>
                  <a:ext uri="{FF2B5EF4-FFF2-40B4-BE49-F238E27FC236}">
                    <a16:creationId xmlns:a16="http://schemas.microsoft.com/office/drawing/2014/main" id="{FC075958-9223-9302-C8EA-CD6744F50D31}"/>
                  </a:ext>
                </a:extLst>
              </p:cNvPr>
              <p:cNvSpPr/>
              <p:nvPr/>
            </p:nvSpPr>
            <p:spPr>
              <a:xfrm>
                <a:off x="239015" y="6796576"/>
                <a:ext cx="15844" cy="82950"/>
              </a:xfrm>
              <a:custGeom>
                <a:avLst/>
                <a:gdLst/>
                <a:ahLst/>
                <a:cxnLst/>
                <a:rect l="l" t="t" r="r" b="b"/>
                <a:pathLst>
                  <a:path w="888" h="4649" extrusionOk="0">
                    <a:moveTo>
                      <a:pt x="864" y="1"/>
                    </a:moveTo>
                    <a:lnTo>
                      <a:pt x="374" y="2313"/>
                    </a:lnTo>
                    <a:cubicBezTo>
                      <a:pt x="210" y="3084"/>
                      <a:pt x="47" y="3854"/>
                      <a:pt x="0" y="4648"/>
                    </a:cubicBezTo>
                    <a:cubicBezTo>
                      <a:pt x="234" y="3878"/>
                      <a:pt x="374" y="3107"/>
                      <a:pt x="491" y="2336"/>
                    </a:cubicBez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5" name="Google Shape;16635;p54">
                <a:extLst>
                  <a:ext uri="{FF2B5EF4-FFF2-40B4-BE49-F238E27FC236}">
                    <a16:creationId xmlns:a16="http://schemas.microsoft.com/office/drawing/2014/main" id="{1FC4B8F6-2C9E-4CCB-2744-47267E052C65}"/>
                  </a:ext>
                </a:extLst>
              </p:cNvPr>
              <p:cNvSpPr/>
              <p:nvPr/>
            </p:nvSpPr>
            <p:spPr>
              <a:xfrm>
                <a:off x="-14741" y="6941582"/>
                <a:ext cx="3765" cy="75866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52" extrusionOk="0">
                    <a:moveTo>
                      <a:pt x="140" y="1"/>
                    </a:moveTo>
                    <a:cubicBezTo>
                      <a:pt x="70" y="701"/>
                      <a:pt x="23" y="1402"/>
                      <a:pt x="23" y="2126"/>
                    </a:cubicBezTo>
                    <a:cubicBezTo>
                      <a:pt x="0" y="2826"/>
                      <a:pt x="23" y="3550"/>
                      <a:pt x="164" y="4251"/>
                    </a:cubicBezTo>
                    <a:lnTo>
                      <a:pt x="187" y="4251"/>
                    </a:lnTo>
                    <a:cubicBezTo>
                      <a:pt x="210" y="3550"/>
                      <a:pt x="164" y="2826"/>
                      <a:pt x="140" y="2126"/>
                    </a:cubicBezTo>
                    <a:cubicBezTo>
                      <a:pt x="117" y="1425"/>
                      <a:pt x="140" y="701"/>
                      <a:pt x="16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6" name="Google Shape;16636;p54">
                <a:extLst>
                  <a:ext uri="{FF2B5EF4-FFF2-40B4-BE49-F238E27FC236}">
                    <a16:creationId xmlns:a16="http://schemas.microsoft.com/office/drawing/2014/main" id="{3F111C28-D71E-A7C7-18C6-418A3F9956E8}"/>
                  </a:ext>
                </a:extLst>
              </p:cNvPr>
              <p:cNvSpPr/>
              <p:nvPr/>
            </p:nvSpPr>
            <p:spPr>
              <a:xfrm>
                <a:off x="-32673" y="6892837"/>
                <a:ext cx="18360" cy="12918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240" extrusionOk="0">
                    <a:moveTo>
                      <a:pt x="1" y="0"/>
                    </a:moveTo>
                    <a:lnTo>
                      <a:pt x="1" y="24"/>
                    </a:lnTo>
                    <a:cubicBezTo>
                      <a:pt x="351" y="1191"/>
                      <a:pt x="585" y="2382"/>
                      <a:pt x="701" y="3597"/>
                    </a:cubicBezTo>
                    <a:cubicBezTo>
                      <a:pt x="818" y="4811"/>
                      <a:pt x="842" y="6002"/>
                      <a:pt x="818" y="7240"/>
                    </a:cubicBezTo>
                    <a:lnTo>
                      <a:pt x="842" y="7240"/>
                    </a:lnTo>
                    <a:cubicBezTo>
                      <a:pt x="1028" y="6026"/>
                      <a:pt x="1005" y="4788"/>
                      <a:pt x="842" y="3573"/>
                    </a:cubicBezTo>
                    <a:cubicBezTo>
                      <a:pt x="678" y="2359"/>
                      <a:pt x="398" y="1168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7" name="Google Shape;16637;p54">
                <a:extLst>
                  <a:ext uri="{FF2B5EF4-FFF2-40B4-BE49-F238E27FC236}">
                    <a16:creationId xmlns:a16="http://schemas.microsoft.com/office/drawing/2014/main" id="{F74B765F-E3B9-49F6-3031-4FDA79292ED3}"/>
                  </a:ext>
                </a:extLst>
              </p:cNvPr>
              <p:cNvSpPr/>
              <p:nvPr/>
            </p:nvSpPr>
            <p:spPr>
              <a:xfrm>
                <a:off x="-9335" y="6896173"/>
                <a:ext cx="26692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5162" extrusionOk="0">
                    <a:moveTo>
                      <a:pt x="1495" y="0"/>
                    </a:moveTo>
                    <a:lnTo>
                      <a:pt x="701" y="2569"/>
                    </a:lnTo>
                    <a:cubicBezTo>
                      <a:pt x="421" y="3433"/>
                      <a:pt x="187" y="4297"/>
                      <a:pt x="1" y="5161"/>
                    </a:cubicBezTo>
                    <a:lnTo>
                      <a:pt x="24" y="5161"/>
                    </a:lnTo>
                    <a:cubicBezTo>
                      <a:pt x="351" y="4321"/>
                      <a:pt x="585" y="3480"/>
                      <a:pt x="818" y="2592"/>
                    </a:cubicBezTo>
                    <a:lnTo>
                      <a:pt x="1495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8" name="Google Shape;16638;p54">
                <a:extLst>
                  <a:ext uri="{FF2B5EF4-FFF2-40B4-BE49-F238E27FC236}">
                    <a16:creationId xmlns:a16="http://schemas.microsoft.com/office/drawing/2014/main" id="{ECD74F6D-8BD8-EEC8-AAF3-E927C255D4C3}"/>
                  </a:ext>
                </a:extLst>
              </p:cNvPr>
              <p:cNvSpPr/>
              <p:nvPr/>
            </p:nvSpPr>
            <p:spPr>
              <a:xfrm>
                <a:off x="7758" y="6947845"/>
                <a:ext cx="14595" cy="7501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4204" extrusionOk="0">
                    <a:moveTo>
                      <a:pt x="794" y="0"/>
                    </a:moveTo>
                    <a:cubicBezTo>
                      <a:pt x="584" y="677"/>
                      <a:pt x="397" y="1378"/>
                      <a:pt x="257" y="2078"/>
                    </a:cubicBezTo>
                    <a:cubicBezTo>
                      <a:pt x="94" y="2756"/>
                      <a:pt x="0" y="3480"/>
                      <a:pt x="0" y="4180"/>
                    </a:cubicBezTo>
                    <a:lnTo>
                      <a:pt x="24" y="4204"/>
                    </a:lnTo>
                    <a:cubicBezTo>
                      <a:pt x="164" y="3503"/>
                      <a:pt x="280" y="2802"/>
                      <a:pt x="374" y="2078"/>
                    </a:cubicBezTo>
                    <a:cubicBezTo>
                      <a:pt x="491" y="1378"/>
                      <a:pt x="654" y="701"/>
                      <a:pt x="8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39" name="Google Shape;16639;p54">
                <a:extLst>
                  <a:ext uri="{FF2B5EF4-FFF2-40B4-BE49-F238E27FC236}">
                    <a16:creationId xmlns:a16="http://schemas.microsoft.com/office/drawing/2014/main" id="{0701D970-C5CA-2BBB-FEE2-727F34F7E158}"/>
                  </a:ext>
                </a:extLst>
              </p:cNvPr>
              <p:cNvSpPr/>
              <p:nvPr/>
            </p:nvSpPr>
            <p:spPr>
              <a:xfrm>
                <a:off x="491094" y="7054507"/>
                <a:ext cx="44606" cy="262106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1469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25" y="2382"/>
                      <a:pt x="1285" y="4811"/>
                      <a:pt x="1682" y="7263"/>
                    </a:cubicBezTo>
                    <a:cubicBezTo>
                      <a:pt x="1869" y="8501"/>
                      <a:pt x="2033" y="9739"/>
                      <a:pt x="2149" y="10976"/>
                    </a:cubicBezTo>
                    <a:cubicBezTo>
                      <a:pt x="2313" y="12191"/>
                      <a:pt x="2383" y="13452"/>
                      <a:pt x="2476" y="14689"/>
                    </a:cubicBezTo>
                    <a:lnTo>
                      <a:pt x="2500" y="14689"/>
                    </a:lnTo>
                    <a:cubicBezTo>
                      <a:pt x="2500" y="13428"/>
                      <a:pt x="2406" y="12191"/>
                      <a:pt x="2313" y="10953"/>
                    </a:cubicBezTo>
                    <a:cubicBezTo>
                      <a:pt x="2196" y="9715"/>
                      <a:pt x="2009" y="8478"/>
                      <a:pt x="1799" y="7240"/>
                    </a:cubicBezTo>
                    <a:cubicBezTo>
                      <a:pt x="1379" y="4788"/>
                      <a:pt x="795" y="2359"/>
                      <a:pt x="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0" name="Google Shape;16640;p54">
                <a:extLst>
                  <a:ext uri="{FF2B5EF4-FFF2-40B4-BE49-F238E27FC236}">
                    <a16:creationId xmlns:a16="http://schemas.microsoft.com/office/drawing/2014/main" id="{747B67AB-F509-6F77-205B-5C3D47AEF841}"/>
                  </a:ext>
                </a:extLst>
              </p:cNvPr>
              <p:cNvSpPr/>
              <p:nvPr/>
            </p:nvSpPr>
            <p:spPr>
              <a:xfrm>
                <a:off x="625269" y="7119918"/>
                <a:ext cx="27103" cy="176694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903" extrusionOk="0">
                    <a:moveTo>
                      <a:pt x="1519" y="1"/>
                    </a:moveTo>
                    <a:lnTo>
                      <a:pt x="701" y="4928"/>
                    </a:lnTo>
                    <a:cubicBezTo>
                      <a:pt x="561" y="5769"/>
                      <a:pt x="444" y="6586"/>
                      <a:pt x="328" y="7427"/>
                    </a:cubicBezTo>
                    <a:cubicBezTo>
                      <a:pt x="211" y="8244"/>
                      <a:pt x="94" y="9062"/>
                      <a:pt x="1" y="9902"/>
                    </a:cubicBezTo>
                    <a:lnTo>
                      <a:pt x="24" y="9902"/>
                    </a:lnTo>
                    <a:cubicBezTo>
                      <a:pt x="187" y="9085"/>
                      <a:pt x="328" y="8268"/>
                      <a:pt x="468" y="7427"/>
                    </a:cubicBezTo>
                    <a:cubicBezTo>
                      <a:pt x="584" y="6610"/>
                      <a:pt x="725" y="5792"/>
                      <a:pt x="818" y="4952"/>
                    </a:cubicBez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1" name="Google Shape;16641;p54">
                <a:extLst>
                  <a:ext uri="{FF2B5EF4-FFF2-40B4-BE49-F238E27FC236}">
                    <a16:creationId xmlns:a16="http://schemas.microsoft.com/office/drawing/2014/main" id="{88F455BD-9CCD-A4CF-1D89-F42C7DABDE62}"/>
                  </a:ext>
                </a:extLst>
              </p:cNvPr>
              <p:cNvSpPr/>
              <p:nvPr/>
            </p:nvSpPr>
            <p:spPr>
              <a:xfrm>
                <a:off x="568601" y="7145754"/>
                <a:ext cx="6263" cy="161689"/>
              </a:xfrm>
              <a:custGeom>
                <a:avLst/>
                <a:gdLst/>
                <a:ahLst/>
                <a:cxnLst/>
                <a:rect l="l" t="t" r="r" b="b"/>
                <a:pathLst>
                  <a:path w="351" h="9062" extrusionOk="0">
                    <a:moveTo>
                      <a:pt x="351" y="1"/>
                    </a:moveTo>
                    <a:lnTo>
                      <a:pt x="351" y="1"/>
                    </a:lnTo>
                    <a:cubicBezTo>
                      <a:pt x="211" y="1519"/>
                      <a:pt x="94" y="3013"/>
                      <a:pt x="47" y="4531"/>
                    </a:cubicBezTo>
                    <a:cubicBezTo>
                      <a:pt x="1" y="5278"/>
                      <a:pt x="1" y="6049"/>
                      <a:pt x="1" y="6796"/>
                    </a:cubicBezTo>
                    <a:cubicBezTo>
                      <a:pt x="24" y="7544"/>
                      <a:pt x="24" y="8314"/>
                      <a:pt x="94" y="9062"/>
                    </a:cubicBezTo>
                    <a:lnTo>
                      <a:pt x="117" y="9062"/>
                    </a:lnTo>
                    <a:lnTo>
                      <a:pt x="141" y="6796"/>
                    </a:lnTo>
                    <a:lnTo>
                      <a:pt x="164" y="4531"/>
                    </a:lnTo>
                    <a:cubicBezTo>
                      <a:pt x="187" y="3037"/>
                      <a:pt x="257" y="1519"/>
                      <a:pt x="35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2" name="Google Shape;16642;p54">
                <a:extLst>
                  <a:ext uri="{FF2B5EF4-FFF2-40B4-BE49-F238E27FC236}">
                    <a16:creationId xmlns:a16="http://schemas.microsoft.com/office/drawing/2014/main" id="{E0BF8252-6D0E-39DE-7B91-4857978B546C}"/>
                  </a:ext>
                </a:extLst>
              </p:cNvPr>
              <p:cNvSpPr/>
              <p:nvPr/>
            </p:nvSpPr>
            <p:spPr>
              <a:xfrm>
                <a:off x="550277" y="7043677"/>
                <a:ext cx="16683" cy="27334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5320" extrusionOk="0">
                    <a:moveTo>
                      <a:pt x="0" y="0"/>
                    </a:moveTo>
                    <a:lnTo>
                      <a:pt x="0" y="24"/>
                    </a:lnTo>
                    <a:cubicBezTo>
                      <a:pt x="397" y="2546"/>
                      <a:pt x="654" y="5091"/>
                      <a:pt x="747" y="7637"/>
                    </a:cubicBezTo>
                    <a:cubicBezTo>
                      <a:pt x="771" y="8921"/>
                      <a:pt x="794" y="10205"/>
                      <a:pt x="747" y="11467"/>
                    </a:cubicBezTo>
                    <a:cubicBezTo>
                      <a:pt x="747" y="12751"/>
                      <a:pt x="677" y="14035"/>
                      <a:pt x="631" y="15320"/>
                    </a:cubicBezTo>
                    <a:cubicBezTo>
                      <a:pt x="794" y="14035"/>
                      <a:pt x="864" y="12751"/>
                      <a:pt x="911" y="11490"/>
                    </a:cubicBezTo>
                    <a:cubicBezTo>
                      <a:pt x="934" y="10205"/>
                      <a:pt x="934" y="8921"/>
                      <a:pt x="864" y="7637"/>
                    </a:cubicBezTo>
                    <a:cubicBezTo>
                      <a:pt x="747" y="5091"/>
                      <a:pt x="467" y="2522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3" name="Google Shape;16643;p54">
                <a:extLst>
                  <a:ext uri="{FF2B5EF4-FFF2-40B4-BE49-F238E27FC236}">
                    <a16:creationId xmlns:a16="http://schemas.microsoft.com/office/drawing/2014/main" id="{F2635CFF-8A3D-0D6C-5FFB-4F4B710FF2CB}"/>
                  </a:ext>
                </a:extLst>
              </p:cNvPr>
              <p:cNvSpPr/>
              <p:nvPr/>
            </p:nvSpPr>
            <p:spPr>
              <a:xfrm>
                <a:off x="575685" y="7049512"/>
                <a:ext cx="42108" cy="196268"/>
              </a:xfrm>
              <a:custGeom>
                <a:avLst/>
                <a:gdLst/>
                <a:ahLst/>
                <a:cxnLst/>
                <a:rect l="l" t="t" r="r" b="b"/>
                <a:pathLst>
                  <a:path w="2360" h="11000" extrusionOk="0">
                    <a:moveTo>
                      <a:pt x="2336" y="0"/>
                    </a:moveTo>
                    <a:lnTo>
                      <a:pt x="1122" y="5488"/>
                    </a:lnTo>
                    <a:cubicBezTo>
                      <a:pt x="911" y="6399"/>
                      <a:pt x="701" y="7310"/>
                      <a:pt x="514" y="8220"/>
                    </a:cubicBezTo>
                    <a:cubicBezTo>
                      <a:pt x="351" y="9155"/>
                      <a:pt x="141" y="10065"/>
                      <a:pt x="1" y="10999"/>
                    </a:cubicBezTo>
                    <a:cubicBezTo>
                      <a:pt x="257" y="10089"/>
                      <a:pt x="444" y="9178"/>
                      <a:pt x="654" y="8244"/>
                    </a:cubicBezTo>
                    <a:cubicBezTo>
                      <a:pt x="865" y="7333"/>
                      <a:pt x="1051" y="6422"/>
                      <a:pt x="1238" y="5511"/>
                    </a:cubicBezTo>
                    <a:lnTo>
                      <a:pt x="235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4" name="Google Shape;16644;p54">
                <a:extLst>
                  <a:ext uri="{FF2B5EF4-FFF2-40B4-BE49-F238E27FC236}">
                    <a16:creationId xmlns:a16="http://schemas.microsoft.com/office/drawing/2014/main" id="{CB0400A7-D701-88DD-8656-D19D301B10AA}"/>
                  </a:ext>
                </a:extLst>
              </p:cNvPr>
              <p:cNvSpPr/>
              <p:nvPr/>
            </p:nvSpPr>
            <p:spPr>
              <a:xfrm>
                <a:off x="596525" y="7158672"/>
                <a:ext cx="24177" cy="159191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922" extrusionOk="0">
                    <a:moveTo>
                      <a:pt x="1331" y="1"/>
                    </a:moveTo>
                    <a:cubicBezTo>
                      <a:pt x="1004" y="1472"/>
                      <a:pt x="724" y="2943"/>
                      <a:pt x="491" y="4438"/>
                    </a:cubicBezTo>
                    <a:cubicBezTo>
                      <a:pt x="374" y="5185"/>
                      <a:pt x="257" y="5909"/>
                      <a:pt x="164" y="6656"/>
                    </a:cubicBezTo>
                    <a:cubicBezTo>
                      <a:pt x="94" y="7427"/>
                      <a:pt x="24" y="8174"/>
                      <a:pt x="0" y="8921"/>
                    </a:cubicBezTo>
                    <a:lnTo>
                      <a:pt x="327" y="6680"/>
                    </a:lnTo>
                    <a:lnTo>
                      <a:pt x="607" y="4461"/>
                    </a:lnTo>
                    <a:cubicBezTo>
                      <a:pt x="818" y="2966"/>
                      <a:pt x="1075" y="1472"/>
                      <a:pt x="1355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5" name="Google Shape;16645;p54">
                <a:extLst>
                  <a:ext uri="{FF2B5EF4-FFF2-40B4-BE49-F238E27FC236}">
                    <a16:creationId xmlns:a16="http://schemas.microsoft.com/office/drawing/2014/main" id="{52E26FA8-13D0-DE14-FB17-B67C2BA24061}"/>
                  </a:ext>
                </a:extLst>
              </p:cNvPr>
              <p:cNvSpPr/>
              <p:nvPr/>
            </p:nvSpPr>
            <p:spPr>
              <a:xfrm>
                <a:off x="661115" y="6730755"/>
                <a:ext cx="40431" cy="117939"/>
              </a:xfrm>
              <a:custGeom>
                <a:avLst/>
                <a:gdLst/>
                <a:ahLst/>
                <a:cxnLst/>
                <a:rect l="l" t="t" r="r" b="b"/>
                <a:pathLst>
                  <a:path w="2266" h="6610" extrusionOk="0">
                    <a:moveTo>
                      <a:pt x="0" y="0"/>
                    </a:moveTo>
                    <a:cubicBezTo>
                      <a:pt x="584" y="1028"/>
                      <a:pt x="1051" y="2102"/>
                      <a:pt x="1378" y="3200"/>
                    </a:cubicBezTo>
                    <a:cubicBezTo>
                      <a:pt x="1541" y="3760"/>
                      <a:pt x="1658" y="4344"/>
                      <a:pt x="1798" y="4904"/>
                    </a:cubicBezTo>
                    <a:cubicBezTo>
                      <a:pt x="1938" y="5465"/>
                      <a:pt x="2055" y="6025"/>
                      <a:pt x="2195" y="6609"/>
                    </a:cubicBezTo>
                    <a:lnTo>
                      <a:pt x="2219" y="6586"/>
                    </a:lnTo>
                    <a:cubicBezTo>
                      <a:pt x="2265" y="6002"/>
                      <a:pt x="2195" y="5418"/>
                      <a:pt x="2102" y="4834"/>
                    </a:cubicBezTo>
                    <a:cubicBezTo>
                      <a:pt x="2008" y="4250"/>
                      <a:pt x="1822" y="3690"/>
                      <a:pt x="1611" y="3130"/>
                    </a:cubicBezTo>
                    <a:cubicBezTo>
                      <a:pt x="1214" y="2032"/>
                      <a:pt x="677" y="958"/>
                      <a:pt x="23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6" name="Google Shape;16646;p54">
                <a:extLst>
                  <a:ext uri="{FF2B5EF4-FFF2-40B4-BE49-F238E27FC236}">
                    <a16:creationId xmlns:a16="http://schemas.microsoft.com/office/drawing/2014/main" id="{19E7271C-C2F3-24AE-E2DC-219D06F84280}"/>
                  </a:ext>
                </a:extLst>
              </p:cNvPr>
              <p:cNvSpPr/>
              <p:nvPr/>
            </p:nvSpPr>
            <p:spPr>
              <a:xfrm>
                <a:off x="697353" y="6743245"/>
                <a:ext cx="21696" cy="71691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018" extrusionOk="0">
                    <a:moveTo>
                      <a:pt x="1" y="1"/>
                    </a:moveTo>
                    <a:cubicBezTo>
                      <a:pt x="304" y="655"/>
                      <a:pt x="538" y="1309"/>
                      <a:pt x="678" y="1986"/>
                    </a:cubicBezTo>
                    <a:cubicBezTo>
                      <a:pt x="771" y="2313"/>
                      <a:pt x="795" y="2663"/>
                      <a:pt x="865" y="2990"/>
                    </a:cubicBezTo>
                    <a:cubicBezTo>
                      <a:pt x="958" y="3340"/>
                      <a:pt x="1005" y="3667"/>
                      <a:pt x="1098" y="4018"/>
                    </a:cubicBezTo>
                    <a:lnTo>
                      <a:pt x="1122" y="4018"/>
                    </a:lnTo>
                    <a:cubicBezTo>
                      <a:pt x="1215" y="3667"/>
                      <a:pt x="1192" y="3317"/>
                      <a:pt x="1168" y="2967"/>
                    </a:cubicBezTo>
                    <a:cubicBezTo>
                      <a:pt x="1145" y="2593"/>
                      <a:pt x="1028" y="2266"/>
                      <a:pt x="912" y="1916"/>
                    </a:cubicBezTo>
                    <a:cubicBezTo>
                      <a:pt x="701" y="1239"/>
                      <a:pt x="398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7" name="Google Shape;16647;p54">
                <a:extLst>
                  <a:ext uri="{FF2B5EF4-FFF2-40B4-BE49-F238E27FC236}">
                    <a16:creationId xmlns:a16="http://schemas.microsoft.com/office/drawing/2014/main" id="{1FE50CBF-0433-0D90-5178-B222EBCE5E08}"/>
                  </a:ext>
                </a:extLst>
              </p:cNvPr>
              <p:cNvSpPr/>
              <p:nvPr/>
            </p:nvSpPr>
            <p:spPr>
              <a:xfrm>
                <a:off x="620273" y="6731576"/>
                <a:ext cx="18342" cy="107519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026" extrusionOk="0">
                    <a:moveTo>
                      <a:pt x="0" y="1"/>
                    </a:moveTo>
                    <a:cubicBezTo>
                      <a:pt x="304" y="982"/>
                      <a:pt x="514" y="1986"/>
                      <a:pt x="631" y="2990"/>
                    </a:cubicBezTo>
                    <a:cubicBezTo>
                      <a:pt x="678" y="3481"/>
                      <a:pt x="701" y="3994"/>
                      <a:pt x="724" y="4508"/>
                    </a:cubicBezTo>
                    <a:lnTo>
                      <a:pt x="841" y="6026"/>
                    </a:lnTo>
                    <a:lnTo>
                      <a:pt x="864" y="6026"/>
                    </a:lnTo>
                    <a:cubicBezTo>
                      <a:pt x="981" y="5512"/>
                      <a:pt x="1028" y="4998"/>
                      <a:pt x="1028" y="4485"/>
                    </a:cubicBezTo>
                    <a:cubicBezTo>
                      <a:pt x="1028" y="3971"/>
                      <a:pt x="958" y="3457"/>
                      <a:pt x="864" y="2943"/>
                    </a:cubicBezTo>
                    <a:cubicBezTo>
                      <a:pt x="701" y="1939"/>
                      <a:pt x="421" y="93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8" name="Google Shape;16648;p54">
                <a:extLst>
                  <a:ext uri="{FF2B5EF4-FFF2-40B4-BE49-F238E27FC236}">
                    <a16:creationId xmlns:a16="http://schemas.microsoft.com/office/drawing/2014/main" id="{E651C3BA-3753-9DC1-AD3F-463433BA44B8}"/>
                  </a:ext>
                </a:extLst>
              </p:cNvPr>
              <p:cNvSpPr/>
              <p:nvPr/>
            </p:nvSpPr>
            <p:spPr>
              <a:xfrm>
                <a:off x="723599" y="6882006"/>
                <a:ext cx="20019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7264" extrusionOk="0">
                    <a:moveTo>
                      <a:pt x="1075" y="0"/>
                    </a:moveTo>
                    <a:cubicBezTo>
                      <a:pt x="561" y="1121"/>
                      <a:pt x="235" y="2336"/>
                      <a:pt x="94" y="3573"/>
                    </a:cubicBezTo>
                    <a:cubicBezTo>
                      <a:pt x="24" y="4204"/>
                      <a:pt x="1" y="4834"/>
                      <a:pt x="71" y="5442"/>
                    </a:cubicBezTo>
                    <a:cubicBezTo>
                      <a:pt x="141" y="6072"/>
                      <a:pt x="235" y="6679"/>
                      <a:pt x="468" y="7263"/>
                    </a:cubicBezTo>
                    <a:lnTo>
                      <a:pt x="491" y="7263"/>
                    </a:lnTo>
                    <a:cubicBezTo>
                      <a:pt x="445" y="6656"/>
                      <a:pt x="375" y="6049"/>
                      <a:pt x="351" y="5418"/>
                    </a:cubicBezTo>
                    <a:cubicBezTo>
                      <a:pt x="351" y="4811"/>
                      <a:pt x="305" y="4204"/>
                      <a:pt x="351" y="3597"/>
                    </a:cubicBezTo>
                    <a:cubicBezTo>
                      <a:pt x="421" y="2382"/>
                      <a:pt x="678" y="1168"/>
                      <a:pt x="112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49" name="Google Shape;16649;p54">
                <a:extLst>
                  <a:ext uri="{FF2B5EF4-FFF2-40B4-BE49-F238E27FC236}">
                    <a16:creationId xmlns:a16="http://schemas.microsoft.com/office/drawing/2014/main" id="{8E0CA2C4-21A9-BF67-F8D9-229F90D073B6}"/>
                  </a:ext>
                </a:extLst>
              </p:cNvPr>
              <p:cNvSpPr/>
              <p:nvPr/>
            </p:nvSpPr>
            <p:spPr>
              <a:xfrm>
                <a:off x="751523" y="6961584"/>
                <a:ext cx="751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784" extrusionOk="0">
                    <a:moveTo>
                      <a:pt x="1" y="1"/>
                    </a:moveTo>
                    <a:cubicBezTo>
                      <a:pt x="47" y="631"/>
                      <a:pt x="94" y="1262"/>
                      <a:pt x="94" y="1892"/>
                    </a:cubicBezTo>
                    <a:cubicBezTo>
                      <a:pt x="117" y="2196"/>
                      <a:pt x="71" y="2523"/>
                      <a:pt x="94" y="2826"/>
                    </a:cubicBezTo>
                    <a:cubicBezTo>
                      <a:pt x="141" y="3153"/>
                      <a:pt x="141" y="3457"/>
                      <a:pt x="211" y="3784"/>
                    </a:cubicBezTo>
                    <a:lnTo>
                      <a:pt x="258" y="3784"/>
                    </a:lnTo>
                    <a:cubicBezTo>
                      <a:pt x="351" y="3457"/>
                      <a:pt x="374" y="3153"/>
                      <a:pt x="398" y="2826"/>
                    </a:cubicBezTo>
                    <a:cubicBezTo>
                      <a:pt x="421" y="2523"/>
                      <a:pt x="374" y="2196"/>
                      <a:pt x="351" y="1869"/>
                    </a:cubicBezTo>
                    <a:cubicBezTo>
                      <a:pt x="281" y="1238"/>
                      <a:pt x="164" y="63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0" name="Google Shape;16650;p54">
                <a:extLst>
                  <a:ext uri="{FF2B5EF4-FFF2-40B4-BE49-F238E27FC236}">
                    <a16:creationId xmlns:a16="http://schemas.microsoft.com/office/drawing/2014/main" id="{6485B778-23DD-0B9A-70E3-821B29A8F6CF}"/>
                  </a:ext>
                </a:extLst>
              </p:cNvPr>
              <p:cNvSpPr/>
              <p:nvPr/>
            </p:nvSpPr>
            <p:spPr>
              <a:xfrm>
                <a:off x="598612" y="6888661"/>
                <a:ext cx="24177" cy="153785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619" extrusionOk="0">
                    <a:moveTo>
                      <a:pt x="0" y="1"/>
                    </a:moveTo>
                    <a:cubicBezTo>
                      <a:pt x="514" y="1379"/>
                      <a:pt x="841" y="2827"/>
                      <a:pt x="958" y="4251"/>
                    </a:cubicBezTo>
                    <a:cubicBezTo>
                      <a:pt x="1028" y="4975"/>
                      <a:pt x="1004" y="5699"/>
                      <a:pt x="1004" y="6423"/>
                    </a:cubicBezTo>
                    <a:cubicBezTo>
                      <a:pt x="1004" y="7147"/>
                      <a:pt x="958" y="7871"/>
                      <a:pt x="911" y="8618"/>
                    </a:cubicBezTo>
                    <a:lnTo>
                      <a:pt x="934" y="8618"/>
                    </a:lnTo>
                    <a:cubicBezTo>
                      <a:pt x="1144" y="7918"/>
                      <a:pt x="1261" y="7170"/>
                      <a:pt x="1308" y="6446"/>
                    </a:cubicBezTo>
                    <a:cubicBezTo>
                      <a:pt x="1355" y="5699"/>
                      <a:pt x="1308" y="4975"/>
                      <a:pt x="1214" y="4228"/>
                    </a:cubicBezTo>
                    <a:cubicBezTo>
                      <a:pt x="1028" y="2780"/>
                      <a:pt x="631" y="1332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1" name="Google Shape;16651;p54">
                <a:extLst>
                  <a:ext uri="{FF2B5EF4-FFF2-40B4-BE49-F238E27FC236}">
                    <a16:creationId xmlns:a16="http://schemas.microsoft.com/office/drawing/2014/main" id="{5AAE5EB1-2D93-1818-0689-69C45D5DC678}"/>
                  </a:ext>
                </a:extLst>
              </p:cNvPr>
              <p:cNvSpPr/>
              <p:nvPr/>
            </p:nvSpPr>
            <p:spPr>
              <a:xfrm>
                <a:off x="552347" y="6936997"/>
                <a:ext cx="10438" cy="52118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921" extrusionOk="0">
                    <a:moveTo>
                      <a:pt x="1" y="1"/>
                    </a:moveTo>
                    <a:cubicBezTo>
                      <a:pt x="94" y="491"/>
                      <a:pt x="164" y="982"/>
                      <a:pt x="211" y="1449"/>
                    </a:cubicBezTo>
                    <a:cubicBezTo>
                      <a:pt x="234" y="1706"/>
                      <a:pt x="234" y="1939"/>
                      <a:pt x="281" y="2196"/>
                    </a:cubicBezTo>
                    <a:cubicBezTo>
                      <a:pt x="328" y="2430"/>
                      <a:pt x="374" y="2663"/>
                      <a:pt x="468" y="2920"/>
                    </a:cubicBezTo>
                    <a:lnTo>
                      <a:pt x="491" y="2920"/>
                    </a:lnTo>
                    <a:cubicBezTo>
                      <a:pt x="561" y="2663"/>
                      <a:pt x="561" y="2406"/>
                      <a:pt x="585" y="2149"/>
                    </a:cubicBezTo>
                    <a:cubicBezTo>
                      <a:pt x="561" y="1916"/>
                      <a:pt x="515" y="1659"/>
                      <a:pt x="445" y="1425"/>
                    </a:cubicBezTo>
                    <a:cubicBezTo>
                      <a:pt x="351" y="935"/>
                      <a:pt x="211" y="46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2" name="Google Shape;16652;p54">
                <a:extLst>
                  <a:ext uri="{FF2B5EF4-FFF2-40B4-BE49-F238E27FC236}">
                    <a16:creationId xmlns:a16="http://schemas.microsoft.com/office/drawing/2014/main" id="{497699C8-1FF2-545F-E660-CD445E49767B}"/>
                  </a:ext>
                </a:extLst>
              </p:cNvPr>
              <p:cNvSpPr/>
              <p:nvPr/>
            </p:nvSpPr>
            <p:spPr>
              <a:xfrm>
                <a:off x="494020" y="6916585"/>
                <a:ext cx="11259" cy="65446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668" extrusionOk="0">
                    <a:moveTo>
                      <a:pt x="0" y="1"/>
                    </a:moveTo>
                    <a:cubicBezTo>
                      <a:pt x="164" y="608"/>
                      <a:pt x="257" y="1215"/>
                      <a:pt x="281" y="1822"/>
                    </a:cubicBezTo>
                    <a:cubicBezTo>
                      <a:pt x="304" y="2126"/>
                      <a:pt x="281" y="2429"/>
                      <a:pt x="304" y="2733"/>
                    </a:cubicBezTo>
                    <a:cubicBezTo>
                      <a:pt x="351" y="3036"/>
                      <a:pt x="351" y="3340"/>
                      <a:pt x="397" y="3667"/>
                    </a:cubicBezTo>
                    <a:lnTo>
                      <a:pt x="444" y="3667"/>
                    </a:lnTo>
                    <a:cubicBezTo>
                      <a:pt x="561" y="3363"/>
                      <a:pt x="584" y="3036"/>
                      <a:pt x="608" y="2733"/>
                    </a:cubicBezTo>
                    <a:cubicBezTo>
                      <a:pt x="631" y="2429"/>
                      <a:pt x="584" y="2102"/>
                      <a:pt x="537" y="1799"/>
                    </a:cubicBezTo>
                    <a:cubicBezTo>
                      <a:pt x="444" y="1168"/>
                      <a:pt x="257" y="561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3" name="Google Shape;16653;p54">
                <a:extLst>
                  <a:ext uri="{FF2B5EF4-FFF2-40B4-BE49-F238E27FC236}">
                    <a16:creationId xmlns:a16="http://schemas.microsoft.com/office/drawing/2014/main" id="{3DAEBFBE-9322-DF13-D288-80943D94B574}"/>
                  </a:ext>
                </a:extLst>
              </p:cNvPr>
              <p:cNvSpPr/>
              <p:nvPr/>
            </p:nvSpPr>
            <p:spPr>
              <a:xfrm>
                <a:off x="349014" y="6838256"/>
                <a:ext cx="17932" cy="105842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5932" extrusionOk="0">
                    <a:moveTo>
                      <a:pt x="24" y="0"/>
                    </a:moveTo>
                    <a:cubicBezTo>
                      <a:pt x="0" y="1004"/>
                      <a:pt x="47" y="2009"/>
                      <a:pt x="187" y="3013"/>
                    </a:cubicBezTo>
                    <a:cubicBezTo>
                      <a:pt x="257" y="3503"/>
                      <a:pt x="327" y="4017"/>
                      <a:pt x="444" y="4507"/>
                    </a:cubicBezTo>
                    <a:cubicBezTo>
                      <a:pt x="608" y="4998"/>
                      <a:pt x="748" y="5488"/>
                      <a:pt x="981" y="5932"/>
                    </a:cubicBezTo>
                    <a:lnTo>
                      <a:pt x="1005" y="5932"/>
                    </a:lnTo>
                    <a:cubicBezTo>
                      <a:pt x="958" y="5418"/>
                      <a:pt x="841" y="4928"/>
                      <a:pt x="748" y="4437"/>
                    </a:cubicBezTo>
                    <a:lnTo>
                      <a:pt x="421" y="2966"/>
                    </a:lnTo>
                    <a:cubicBezTo>
                      <a:pt x="234" y="1985"/>
                      <a:pt x="117" y="1004"/>
                      <a:pt x="47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4" name="Google Shape;16654;p54">
                <a:extLst>
                  <a:ext uri="{FF2B5EF4-FFF2-40B4-BE49-F238E27FC236}">
                    <a16:creationId xmlns:a16="http://schemas.microsoft.com/office/drawing/2014/main" id="{C58E363C-598D-84D6-465C-AC3E2C573D92}"/>
                  </a:ext>
                </a:extLst>
              </p:cNvPr>
              <p:cNvSpPr/>
              <p:nvPr/>
            </p:nvSpPr>
            <p:spPr>
              <a:xfrm>
                <a:off x="386519" y="6892426"/>
                <a:ext cx="15006" cy="74171"/>
              </a:xfrm>
              <a:custGeom>
                <a:avLst/>
                <a:gdLst/>
                <a:ahLst/>
                <a:cxnLst/>
                <a:rect l="l" t="t" r="r" b="b"/>
                <a:pathLst>
                  <a:path w="841" h="4157" extrusionOk="0">
                    <a:moveTo>
                      <a:pt x="24" y="0"/>
                    </a:moveTo>
                    <a:lnTo>
                      <a:pt x="0" y="23"/>
                    </a:lnTo>
                    <a:cubicBezTo>
                      <a:pt x="304" y="677"/>
                      <a:pt x="467" y="1355"/>
                      <a:pt x="514" y="2055"/>
                    </a:cubicBezTo>
                    <a:cubicBezTo>
                      <a:pt x="537" y="2405"/>
                      <a:pt x="514" y="2756"/>
                      <a:pt x="491" y="3083"/>
                    </a:cubicBezTo>
                    <a:cubicBezTo>
                      <a:pt x="491" y="3433"/>
                      <a:pt x="444" y="3783"/>
                      <a:pt x="421" y="4134"/>
                    </a:cubicBezTo>
                    <a:lnTo>
                      <a:pt x="444" y="4157"/>
                    </a:lnTo>
                    <a:cubicBezTo>
                      <a:pt x="631" y="3830"/>
                      <a:pt x="724" y="3480"/>
                      <a:pt x="794" y="3129"/>
                    </a:cubicBezTo>
                    <a:cubicBezTo>
                      <a:pt x="841" y="2756"/>
                      <a:pt x="818" y="2382"/>
                      <a:pt x="771" y="2032"/>
                    </a:cubicBezTo>
                    <a:cubicBezTo>
                      <a:pt x="654" y="1308"/>
                      <a:pt x="421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5" name="Google Shape;16655;p54">
                <a:extLst>
                  <a:ext uri="{FF2B5EF4-FFF2-40B4-BE49-F238E27FC236}">
                    <a16:creationId xmlns:a16="http://schemas.microsoft.com/office/drawing/2014/main" id="{E179964B-9D9A-8AD3-40F9-1744DD02DFE1}"/>
                  </a:ext>
                </a:extLst>
              </p:cNvPr>
              <p:cNvSpPr/>
              <p:nvPr/>
            </p:nvSpPr>
            <p:spPr>
              <a:xfrm>
                <a:off x="332349" y="6873246"/>
                <a:ext cx="18770" cy="95029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5326" extrusionOk="0">
                    <a:moveTo>
                      <a:pt x="0" y="1"/>
                    </a:moveTo>
                    <a:cubicBezTo>
                      <a:pt x="0" y="912"/>
                      <a:pt x="70" y="1822"/>
                      <a:pt x="210" y="2710"/>
                    </a:cubicBezTo>
                    <a:cubicBezTo>
                      <a:pt x="281" y="3177"/>
                      <a:pt x="351" y="3621"/>
                      <a:pt x="491" y="4064"/>
                    </a:cubicBezTo>
                    <a:cubicBezTo>
                      <a:pt x="631" y="4485"/>
                      <a:pt x="794" y="4928"/>
                      <a:pt x="1028" y="5325"/>
                    </a:cubicBezTo>
                    <a:lnTo>
                      <a:pt x="1051" y="5325"/>
                    </a:lnTo>
                    <a:cubicBezTo>
                      <a:pt x="981" y="4858"/>
                      <a:pt x="864" y="4438"/>
                      <a:pt x="771" y="3994"/>
                    </a:cubicBezTo>
                    <a:cubicBezTo>
                      <a:pt x="678" y="3551"/>
                      <a:pt x="537" y="3107"/>
                      <a:pt x="444" y="2663"/>
                    </a:cubicBezTo>
                    <a:cubicBezTo>
                      <a:pt x="257" y="1799"/>
                      <a:pt x="117" y="88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6" name="Google Shape;16656;p54">
                <a:extLst>
                  <a:ext uri="{FF2B5EF4-FFF2-40B4-BE49-F238E27FC236}">
                    <a16:creationId xmlns:a16="http://schemas.microsoft.com/office/drawing/2014/main" id="{7E8F938C-DD21-028B-3C6D-EDA6382533A5}"/>
                  </a:ext>
                </a:extLst>
              </p:cNvPr>
              <p:cNvSpPr/>
              <p:nvPr/>
            </p:nvSpPr>
            <p:spPr>
              <a:xfrm>
                <a:off x="1145699" y="6924917"/>
                <a:ext cx="82111" cy="468366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26250" extrusionOk="0">
                    <a:moveTo>
                      <a:pt x="4555" y="1"/>
                    </a:moveTo>
                    <a:cubicBezTo>
                      <a:pt x="3083" y="4204"/>
                      <a:pt x="1962" y="8548"/>
                      <a:pt x="1168" y="12938"/>
                    </a:cubicBezTo>
                    <a:cubicBezTo>
                      <a:pt x="771" y="15133"/>
                      <a:pt x="398" y="17329"/>
                      <a:pt x="234" y="19547"/>
                    </a:cubicBezTo>
                    <a:cubicBezTo>
                      <a:pt x="71" y="21789"/>
                      <a:pt x="1" y="24007"/>
                      <a:pt x="118" y="26249"/>
                    </a:cubicBezTo>
                    <a:lnTo>
                      <a:pt x="188" y="26249"/>
                    </a:lnTo>
                    <a:cubicBezTo>
                      <a:pt x="398" y="24031"/>
                      <a:pt x="585" y="21812"/>
                      <a:pt x="842" y="19617"/>
                    </a:cubicBezTo>
                    <a:cubicBezTo>
                      <a:pt x="1075" y="17399"/>
                      <a:pt x="1309" y="15203"/>
                      <a:pt x="1636" y="13008"/>
                    </a:cubicBezTo>
                    <a:cubicBezTo>
                      <a:pt x="2336" y="8618"/>
                      <a:pt x="3317" y="4274"/>
                      <a:pt x="460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7" name="Google Shape;16657;p54">
                <a:extLst>
                  <a:ext uri="{FF2B5EF4-FFF2-40B4-BE49-F238E27FC236}">
                    <a16:creationId xmlns:a16="http://schemas.microsoft.com/office/drawing/2014/main" id="{05414B42-6B0D-DED8-AD7A-D2A4BD665490}"/>
                  </a:ext>
                </a:extLst>
              </p:cNvPr>
              <p:cNvSpPr/>
              <p:nvPr/>
            </p:nvSpPr>
            <p:spPr>
              <a:xfrm>
                <a:off x="1132781" y="6941582"/>
                <a:ext cx="24605" cy="37128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20809" extrusionOk="0">
                    <a:moveTo>
                      <a:pt x="1239" y="1"/>
                    </a:moveTo>
                    <a:cubicBezTo>
                      <a:pt x="1145" y="3480"/>
                      <a:pt x="982" y="6937"/>
                      <a:pt x="725" y="10416"/>
                    </a:cubicBezTo>
                    <a:cubicBezTo>
                      <a:pt x="585" y="12144"/>
                      <a:pt x="374" y="13872"/>
                      <a:pt x="258" y="15601"/>
                    </a:cubicBezTo>
                    <a:cubicBezTo>
                      <a:pt x="164" y="17329"/>
                      <a:pt x="24" y="19057"/>
                      <a:pt x="1" y="20808"/>
                    </a:cubicBezTo>
                    <a:lnTo>
                      <a:pt x="48" y="20808"/>
                    </a:lnTo>
                    <a:cubicBezTo>
                      <a:pt x="421" y="19103"/>
                      <a:pt x="655" y="17375"/>
                      <a:pt x="865" y="15647"/>
                    </a:cubicBezTo>
                    <a:cubicBezTo>
                      <a:pt x="1075" y="13919"/>
                      <a:pt x="1122" y="12168"/>
                      <a:pt x="1192" y="10440"/>
                    </a:cubicBezTo>
                    <a:cubicBezTo>
                      <a:pt x="1355" y="6960"/>
                      <a:pt x="1379" y="3480"/>
                      <a:pt x="130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8" name="Google Shape;16658;p54">
                <a:extLst>
                  <a:ext uri="{FF2B5EF4-FFF2-40B4-BE49-F238E27FC236}">
                    <a16:creationId xmlns:a16="http://schemas.microsoft.com/office/drawing/2014/main" id="{A8FA6C20-8FC0-AE0F-7BD6-14D249ED968B}"/>
                  </a:ext>
                </a:extLst>
              </p:cNvPr>
              <p:cNvSpPr/>
              <p:nvPr/>
            </p:nvSpPr>
            <p:spPr>
              <a:xfrm>
                <a:off x="1071528" y="7058254"/>
                <a:ext cx="14613" cy="327107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8333" extrusionOk="0">
                    <a:moveTo>
                      <a:pt x="141" y="1"/>
                    </a:moveTo>
                    <a:lnTo>
                      <a:pt x="71" y="24"/>
                    </a:lnTo>
                    <a:cubicBezTo>
                      <a:pt x="281" y="3060"/>
                      <a:pt x="351" y="6119"/>
                      <a:pt x="281" y="9178"/>
                    </a:cubicBezTo>
                    <a:cubicBezTo>
                      <a:pt x="258" y="10696"/>
                      <a:pt x="141" y="12214"/>
                      <a:pt x="94" y="13755"/>
                    </a:cubicBezTo>
                    <a:cubicBezTo>
                      <a:pt x="71" y="15273"/>
                      <a:pt x="1" y="16791"/>
                      <a:pt x="1" y="18333"/>
                    </a:cubicBezTo>
                    <a:lnTo>
                      <a:pt x="71" y="18333"/>
                    </a:lnTo>
                    <a:cubicBezTo>
                      <a:pt x="398" y="16838"/>
                      <a:pt x="561" y="15297"/>
                      <a:pt x="702" y="13779"/>
                    </a:cubicBezTo>
                    <a:cubicBezTo>
                      <a:pt x="818" y="12238"/>
                      <a:pt x="795" y="10720"/>
                      <a:pt x="772" y="9178"/>
                    </a:cubicBezTo>
                    <a:cubicBezTo>
                      <a:pt x="725" y="6119"/>
                      <a:pt x="515" y="3060"/>
                      <a:pt x="1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59" name="Google Shape;16659;p54">
                <a:extLst>
                  <a:ext uri="{FF2B5EF4-FFF2-40B4-BE49-F238E27FC236}">
                    <a16:creationId xmlns:a16="http://schemas.microsoft.com/office/drawing/2014/main" id="{A1833C8E-0269-5900-B429-9D86EEAF403B}"/>
                  </a:ext>
                </a:extLst>
              </p:cNvPr>
              <p:cNvSpPr/>
              <p:nvPr/>
            </p:nvSpPr>
            <p:spPr>
              <a:xfrm>
                <a:off x="1321965" y="6953251"/>
                <a:ext cx="32099" cy="356689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9991" extrusionOk="0">
                    <a:moveTo>
                      <a:pt x="1728" y="1"/>
                    </a:moveTo>
                    <a:cubicBezTo>
                      <a:pt x="981" y="3270"/>
                      <a:pt x="467" y="6586"/>
                      <a:pt x="234" y="9949"/>
                    </a:cubicBezTo>
                    <a:cubicBezTo>
                      <a:pt x="94" y="11630"/>
                      <a:pt x="0" y="13312"/>
                      <a:pt x="70" y="14970"/>
                    </a:cubicBezTo>
                    <a:cubicBezTo>
                      <a:pt x="164" y="16651"/>
                      <a:pt x="304" y="18333"/>
                      <a:pt x="607" y="19991"/>
                    </a:cubicBezTo>
                    <a:lnTo>
                      <a:pt x="677" y="19991"/>
                    </a:lnTo>
                    <a:cubicBezTo>
                      <a:pt x="701" y="18309"/>
                      <a:pt x="654" y="16628"/>
                      <a:pt x="677" y="14970"/>
                    </a:cubicBezTo>
                    <a:cubicBezTo>
                      <a:pt x="701" y="13312"/>
                      <a:pt x="654" y="11630"/>
                      <a:pt x="724" y="9972"/>
                    </a:cubicBezTo>
                    <a:cubicBezTo>
                      <a:pt x="841" y="6633"/>
                      <a:pt x="1215" y="3317"/>
                      <a:pt x="1798" y="24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0" name="Google Shape;16660;p54">
                <a:extLst>
                  <a:ext uri="{FF2B5EF4-FFF2-40B4-BE49-F238E27FC236}">
                    <a16:creationId xmlns:a16="http://schemas.microsoft.com/office/drawing/2014/main" id="{20623138-539D-CFDB-1296-E6C0E3396BBE}"/>
                  </a:ext>
                </a:extLst>
              </p:cNvPr>
              <p:cNvSpPr/>
              <p:nvPr/>
            </p:nvSpPr>
            <p:spPr>
              <a:xfrm>
                <a:off x="1300287" y="6971593"/>
                <a:ext cx="20019" cy="27918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5647" extrusionOk="0">
                    <a:moveTo>
                      <a:pt x="1" y="0"/>
                    </a:moveTo>
                    <a:cubicBezTo>
                      <a:pt x="211" y="2616"/>
                      <a:pt x="351" y="5231"/>
                      <a:pt x="445" y="7823"/>
                    </a:cubicBezTo>
                    <a:cubicBezTo>
                      <a:pt x="468" y="9131"/>
                      <a:pt x="445" y="10439"/>
                      <a:pt x="515" y="11747"/>
                    </a:cubicBezTo>
                    <a:cubicBezTo>
                      <a:pt x="608" y="13054"/>
                      <a:pt x="655" y="14339"/>
                      <a:pt x="818" y="15647"/>
                    </a:cubicBezTo>
                    <a:lnTo>
                      <a:pt x="865" y="15647"/>
                    </a:lnTo>
                    <a:cubicBezTo>
                      <a:pt x="1052" y="14362"/>
                      <a:pt x="1098" y="13031"/>
                      <a:pt x="1122" y="11723"/>
                    </a:cubicBezTo>
                    <a:cubicBezTo>
                      <a:pt x="1122" y="10416"/>
                      <a:pt x="1028" y="9108"/>
                      <a:pt x="912" y="7800"/>
                    </a:cubicBezTo>
                    <a:cubicBezTo>
                      <a:pt x="725" y="5185"/>
                      <a:pt x="445" y="2592"/>
                      <a:pt x="7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1" name="Google Shape;16661;p54">
                <a:extLst>
                  <a:ext uri="{FF2B5EF4-FFF2-40B4-BE49-F238E27FC236}">
                    <a16:creationId xmlns:a16="http://schemas.microsoft.com/office/drawing/2014/main" id="{55182D98-C0D6-0621-CBDB-E67EB8597487}"/>
                  </a:ext>
                </a:extLst>
              </p:cNvPr>
              <p:cNvSpPr/>
              <p:nvPr/>
            </p:nvSpPr>
            <p:spPr>
              <a:xfrm>
                <a:off x="1629891" y="6847427"/>
                <a:ext cx="40021" cy="473772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6553" extrusionOk="0">
                    <a:moveTo>
                      <a:pt x="2195" y="0"/>
                    </a:moveTo>
                    <a:cubicBezTo>
                      <a:pt x="1215" y="4344"/>
                      <a:pt x="561" y="8757"/>
                      <a:pt x="257" y="13218"/>
                    </a:cubicBezTo>
                    <a:cubicBezTo>
                      <a:pt x="94" y="15436"/>
                      <a:pt x="0" y="17678"/>
                      <a:pt x="70" y="19897"/>
                    </a:cubicBezTo>
                    <a:cubicBezTo>
                      <a:pt x="164" y="22139"/>
                      <a:pt x="327" y="24357"/>
                      <a:pt x="701" y="26552"/>
                    </a:cubicBezTo>
                    <a:lnTo>
                      <a:pt x="771" y="26552"/>
                    </a:lnTo>
                    <a:cubicBezTo>
                      <a:pt x="724" y="24334"/>
                      <a:pt x="654" y="22115"/>
                      <a:pt x="677" y="19897"/>
                    </a:cubicBezTo>
                    <a:cubicBezTo>
                      <a:pt x="677" y="17678"/>
                      <a:pt x="654" y="15460"/>
                      <a:pt x="748" y="13241"/>
                    </a:cubicBezTo>
                    <a:cubicBezTo>
                      <a:pt x="934" y="8804"/>
                      <a:pt x="1448" y="4390"/>
                      <a:pt x="224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2" name="Google Shape;16662;p54">
                <a:extLst>
                  <a:ext uri="{FF2B5EF4-FFF2-40B4-BE49-F238E27FC236}">
                    <a16:creationId xmlns:a16="http://schemas.microsoft.com/office/drawing/2014/main" id="{2A1F00EE-3EA1-D853-AFC8-522098275E5F}"/>
                  </a:ext>
                </a:extLst>
              </p:cNvPr>
              <p:cNvSpPr/>
              <p:nvPr/>
            </p:nvSpPr>
            <p:spPr>
              <a:xfrm>
                <a:off x="1599059" y="6871586"/>
                <a:ext cx="24587" cy="371267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0808" extrusionOk="0">
                    <a:moveTo>
                      <a:pt x="0" y="0"/>
                    </a:moveTo>
                    <a:cubicBezTo>
                      <a:pt x="304" y="3457"/>
                      <a:pt x="514" y="6936"/>
                      <a:pt x="654" y="10393"/>
                    </a:cubicBezTo>
                    <a:cubicBezTo>
                      <a:pt x="701" y="12144"/>
                      <a:pt x="701" y="13872"/>
                      <a:pt x="771" y="15600"/>
                    </a:cubicBezTo>
                    <a:cubicBezTo>
                      <a:pt x="864" y="17328"/>
                      <a:pt x="911" y="19080"/>
                      <a:pt x="1074" y="20808"/>
                    </a:cubicBezTo>
                    <a:lnTo>
                      <a:pt x="1144" y="20808"/>
                    </a:lnTo>
                    <a:cubicBezTo>
                      <a:pt x="1331" y="19080"/>
                      <a:pt x="1355" y="17328"/>
                      <a:pt x="1378" y="15600"/>
                    </a:cubicBezTo>
                    <a:cubicBezTo>
                      <a:pt x="1378" y="13849"/>
                      <a:pt x="1238" y="12121"/>
                      <a:pt x="1121" y="10369"/>
                    </a:cubicBezTo>
                    <a:cubicBezTo>
                      <a:pt x="888" y="6913"/>
                      <a:pt x="537" y="3433"/>
                      <a:pt x="7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3" name="Google Shape;16663;p54">
                <a:extLst>
                  <a:ext uri="{FF2B5EF4-FFF2-40B4-BE49-F238E27FC236}">
                    <a16:creationId xmlns:a16="http://schemas.microsoft.com/office/drawing/2014/main" id="{3A306B71-7D9B-770A-B88A-E5AE7BE6484D}"/>
                  </a:ext>
                </a:extLst>
              </p:cNvPr>
              <p:cNvSpPr/>
              <p:nvPr/>
            </p:nvSpPr>
            <p:spPr>
              <a:xfrm>
                <a:off x="1530294" y="6996180"/>
                <a:ext cx="44196" cy="325429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239" extrusionOk="0">
                    <a:moveTo>
                      <a:pt x="118" y="0"/>
                    </a:moveTo>
                    <a:lnTo>
                      <a:pt x="1" y="23"/>
                    </a:lnTo>
                    <a:cubicBezTo>
                      <a:pt x="211" y="1541"/>
                      <a:pt x="421" y="3059"/>
                      <a:pt x="585" y="4577"/>
                    </a:cubicBezTo>
                    <a:cubicBezTo>
                      <a:pt x="771" y="6095"/>
                      <a:pt x="912" y="7613"/>
                      <a:pt x="1005" y="9131"/>
                    </a:cubicBezTo>
                    <a:cubicBezTo>
                      <a:pt x="1122" y="10649"/>
                      <a:pt x="1075" y="12167"/>
                      <a:pt x="1262" y="13685"/>
                    </a:cubicBezTo>
                    <a:cubicBezTo>
                      <a:pt x="1425" y="15203"/>
                      <a:pt x="1612" y="16721"/>
                      <a:pt x="1962" y="18239"/>
                    </a:cubicBezTo>
                    <a:lnTo>
                      <a:pt x="2079" y="18239"/>
                    </a:lnTo>
                    <a:cubicBezTo>
                      <a:pt x="2406" y="16697"/>
                      <a:pt x="2476" y="15156"/>
                      <a:pt x="2476" y="13615"/>
                    </a:cubicBezTo>
                    <a:cubicBezTo>
                      <a:pt x="2476" y="12073"/>
                      <a:pt x="2196" y="10556"/>
                      <a:pt x="1962" y="9038"/>
                    </a:cubicBezTo>
                    <a:cubicBezTo>
                      <a:pt x="1752" y="7520"/>
                      <a:pt x="1495" y="6002"/>
                      <a:pt x="1192" y="4484"/>
                    </a:cubicBezTo>
                    <a:cubicBezTo>
                      <a:pt x="865" y="2989"/>
                      <a:pt x="538" y="1471"/>
                      <a:pt x="11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4" name="Google Shape;16664;p54">
                <a:extLst>
                  <a:ext uri="{FF2B5EF4-FFF2-40B4-BE49-F238E27FC236}">
                    <a16:creationId xmlns:a16="http://schemas.microsoft.com/office/drawing/2014/main" id="{CDD1A1FE-7D1F-5749-2DE5-9E93CECF7409}"/>
                  </a:ext>
                </a:extLst>
              </p:cNvPr>
              <p:cNvSpPr/>
              <p:nvPr/>
            </p:nvSpPr>
            <p:spPr>
              <a:xfrm>
                <a:off x="906949" y="6758251"/>
                <a:ext cx="34186" cy="163348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155" extrusionOk="0">
                    <a:moveTo>
                      <a:pt x="1869" y="1"/>
                    </a:moveTo>
                    <a:cubicBezTo>
                      <a:pt x="1121" y="1378"/>
                      <a:pt x="561" y="2896"/>
                      <a:pt x="257" y="4438"/>
                    </a:cubicBezTo>
                    <a:cubicBezTo>
                      <a:pt x="117" y="5208"/>
                      <a:pt x="0" y="6002"/>
                      <a:pt x="24" y="6796"/>
                    </a:cubicBezTo>
                    <a:cubicBezTo>
                      <a:pt x="24" y="7590"/>
                      <a:pt x="94" y="8384"/>
                      <a:pt x="304" y="9155"/>
                    </a:cubicBezTo>
                    <a:lnTo>
                      <a:pt x="327" y="9155"/>
                    </a:lnTo>
                    <a:cubicBezTo>
                      <a:pt x="304" y="8361"/>
                      <a:pt x="281" y="7590"/>
                      <a:pt x="304" y="6796"/>
                    </a:cubicBezTo>
                    <a:cubicBezTo>
                      <a:pt x="351" y="6026"/>
                      <a:pt x="397" y="5255"/>
                      <a:pt x="514" y="4484"/>
                    </a:cubicBezTo>
                    <a:cubicBezTo>
                      <a:pt x="748" y="2943"/>
                      <a:pt x="1215" y="1448"/>
                      <a:pt x="1915" y="24"/>
                    </a:cubicBezTo>
                    <a:lnTo>
                      <a:pt x="1869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5" name="Google Shape;16665;p54">
                <a:extLst>
                  <a:ext uri="{FF2B5EF4-FFF2-40B4-BE49-F238E27FC236}">
                    <a16:creationId xmlns:a16="http://schemas.microsoft.com/office/drawing/2014/main" id="{FAF45917-2111-A396-9FF2-C5A4832684AA}"/>
                  </a:ext>
                </a:extLst>
              </p:cNvPr>
              <p:cNvSpPr/>
              <p:nvPr/>
            </p:nvSpPr>
            <p:spPr>
              <a:xfrm>
                <a:off x="927360" y="6816167"/>
                <a:ext cx="25854" cy="129608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64" extrusionOk="0">
                    <a:moveTo>
                      <a:pt x="1402" y="1"/>
                    </a:moveTo>
                    <a:cubicBezTo>
                      <a:pt x="1308" y="1215"/>
                      <a:pt x="1122" y="2453"/>
                      <a:pt x="865" y="3644"/>
                    </a:cubicBezTo>
                    <a:cubicBezTo>
                      <a:pt x="725" y="4251"/>
                      <a:pt x="561" y="4835"/>
                      <a:pt x="421" y="5442"/>
                    </a:cubicBezTo>
                    <a:cubicBezTo>
                      <a:pt x="281" y="6049"/>
                      <a:pt x="117" y="6633"/>
                      <a:pt x="1" y="7240"/>
                    </a:cubicBezTo>
                    <a:lnTo>
                      <a:pt x="24" y="7263"/>
                    </a:lnTo>
                    <a:cubicBezTo>
                      <a:pt x="304" y="6703"/>
                      <a:pt x="514" y="6119"/>
                      <a:pt x="701" y="5512"/>
                    </a:cubicBezTo>
                    <a:cubicBezTo>
                      <a:pt x="888" y="4928"/>
                      <a:pt x="1005" y="4297"/>
                      <a:pt x="1098" y="3690"/>
                    </a:cubicBezTo>
                    <a:cubicBezTo>
                      <a:pt x="1308" y="2476"/>
                      <a:pt x="1425" y="1238"/>
                      <a:pt x="1449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6" name="Google Shape;16666;p54">
                <a:extLst>
                  <a:ext uri="{FF2B5EF4-FFF2-40B4-BE49-F238E27FC236}">
                    <a16:creationId xmlns:a16="http://schemas.microsoft.com/office/drawing/2014/main" id="{AEFE55CA-C4C6-58DC-991A-F4CB82A61DE6}"/>
                  </a:ext>
                </a:extLst>
              </p:cNvPr>
              <p:cNvSpPr/>
              <p:nvPr/>
            </p:nvSpPr>
            <p:spPr>
              <a:xfrm>
                <a:off x="865697" y="6790331"/>
                <a:ext cx="10848" cy="163776"/>
              </a:xfrm>
              <a:custGeom>
                <a:avLst/>
                <a:gdLst/>
                <a:ahLst/>
                <a:cxnLst/>
                <a:rect l="l" t="t" r="r" b="b"/>
                <a:pathLst>
                  <a:path w="608" h="9179" extrusionOk="0">
                    <a:moveTo>
                      <a:pt x="0" y="1"/>
                    </a:moveTo>
                    <a:cubicBezTo>
                      <a:pt x="164" y="1519"/>
                      <a:pt x="257" y="3060"/>
                      <a:pt x="281" y="4578"/>
                    </a:cubicBezTo>
                    <a:lnTo>
                      <a:pt x="257" y="6866"/>
                    </a:lnTo>
                    <a:cubicBezTo>
                      <a:pt x="257" y="7637"/>
                      <a:pt x="257" y="8408"/>
                      <a:pt x="281" y="9178"/>
                    </a:cubicBezTo>
                    <a:lnTo>
                      <a:pt x="304" y="9178"/>
                    </a:lnTo>
                    <a:cubicBezTo>
                      <a:pt x="467" y="8408"/>
                      <a:pt x="514" y="7637"/>
                      <a:pt x="561" y="6890"/>
                    </a:cubicBezTo>
                    <a:cubicBezTo>
                      <a:pt x="608" y="6119"/>
                      <a:pt x="561" y="5348"/>
                      <a:pt x="514" y="4578"/>
                    </a:cubicBezTo>
                    <a:cubicBezTo>
                      <a:pt x="444" y="3037"/>
                      <a:pt x="281" y="1519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7" name="Google Shape;16667;p54">
                <a:extLst>
                  <a:ext uri="{FF2B5EF4-FFF2-40B4-BE49-F238E27FC236}">
                    <a16:creationId xmlns:a16="http://schemas.microsoft.com/office/drawing/2014/main" id="{7BFF74C8-2C1B-D0C9-7F70-4A26CBE475B4}"/>
                  </a:ext>
                </a:extLst>
              </p:cNvPr>
              <p:cNvSpPr/>
              <p:nvPr/>
            </p:nvSpPr>
            <p:spPr>
              <a:xfrm>
                <a:off x="1765726" y="6798664"/>
                <a:ext cx="40841" cy="192110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10767" extrusionOk="0">
                    <a:moveTo>
                      <a:pt x="2266" y="1"/>
                    </a:moveTo>
                    <a:cubicBezTo>
                      <a:pt x="1518" y="1706"/>
                      <a:pt x="935" y="3457"/>
                      <a:pt x="538" y="5255"/>
                    </a:cubicBezTo>
                    <a:cubicBezTo>
                      <a:pt x="351" y="6166"/>
                      <a:pt x="164" y="7077"/>
                      <a:pt x="94" y="7987"/>
                    </a:cubicBezTo>
                    <a:cubicBezTo>
                      <a:pt x="24" y="8922"/>
                      <a:pt x="0" y="9856"/>
                      <a:pt x="70" y="10766"/>
                    </a:cubicBezTo>
                    <a:lnTo>
                      <a:pt x="117" y="10766"/>
                    </a:lnTo>
                    <a:cubicBezTo>
                      <a:pt x="211" y="9856"/>
                      <a:pt x="281" y="8945"/>
                      <a:pt x="397" y="8034"/>
                    </a:cubicBezTo>
                    <a:cubicBezTo>
                      <a:pt x="514" y="7123"/>
                      <a:pt x="608" y="6213"/>
                      <a:pt x="794" y="5302"/>
                    </a:cubicBezTo>
                    <a:cubicBezTo>
                      <a:pt x="1121" y="3504"/>
                      <a:pt x="1635" y="1729"/>
                      <a:pt x="2289" y="24"/>
                    </a:cubicBezTo>
                    <a:lnTo>
                      <a:pt x="2266" y="1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8" name="Google Shape;16668;p54">
                <a:extLst>
                  <a:ext uri="{FF2B5EF4-FFF2-40B4-BE49-F238E27FC236}">
                    <a16:creationId xmlns:a16="http://schemas.microsoft.com/office/drawing/2014/main" id="{91850F92-99A5-1692-EE58-690471C33F46}"/>
                  </a:ext>
                </a:extLst>
              </p:cNvPr>
              <p:cNvSpPr/>
              <p:nvPr/>
            </p:nvSpPr>
            <p:spPr>
              <a:xfrm>
                <a:off x="1758232" y="6805337"/>
                <a:ext cx="10848" cy="152107"/>
              </a:xfrm>
              <a:custGeom>
                <a:avLst/>
                <a:gdLst/>
                <a:ahLst/>
                <a:cxnLst/>
                <a:rect l="l" t="t" r="r" b="b"/>
                <a:pathLst>
                  <a:path w="608" h="8525" extrusionOk="0">
                    <a:moveTo>
                      <a:pt x="490" y="0"/>
                    </a:moveTo>
                    <a:cubicBezTo>
                      <a:pt x="467" y="1425"/>
                      <a:pt x="420" y="2849"/>
                      <a:pt x="304" y="4274"/>
                    </a:cubicBezTo>
                    <a:cubicBezTo>
                      <a:pt x="234" y="4975"/>
                      <a:pt x="164" y="5675"/>
                      <a:pt x="117" y="6399"/>
                    </a:cubicBezTo>
                    <a:cubicBezTo>
                      <a:pt x="70" y="7100"/>
                      <a:pt x="0" y="7800"/>
                      <a:pt x="0" y="8524"/>
                    </a:cubicBezTo>
                    <a:lnTo>
                      <a:pt x="23" y="8524"/>
                    </a:lnTo>
                    <a:cubicBezTo>
                      <a:pt x="210" y="7847"/>
                      <a:pt x="304" y="7123"/>
                      <a:pt x="397" y="6422"/>
                    </a:cubicBezTo>
                    <a:cubicBezTo>
                      <a:pt x="490" y="5698"/>
                      <a:pt x="514" y="4998"/>
                      <a:pt x="537" y="4274"/>
                    </a:cubicBezTo>
                    <a:cubicBezTo>
                      <a:pt x="607" y="2849"/>
                      <a:pt x="584" y="1425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69" name="Google Shape;16669;p54">
                <a:extLst>
                  <a:ext uri="{FF2B5EF4-FFF2-40B4-BE49-F238E27FC236}">
                    <a16:creationId xmlns:a16="http://schemas.microsoft.com/office/drawing/2014/main" id="{A01E3950-3B17-F10E-9608-7106563EB723}"/>
                  </a:ext>
                </a:extLst>
              </p:cNvPr>
              <p:cNvSpPr/>
              <p:nvPr/>
            </p:nvSpPr>
            <p:spPr>
              <a:xfrm>
                <a:off x="1723225" y="6852423"/>
                <a:ext cx="8761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491" h="7544" extrusionOk="0">
                    <a:moveTo>
                      <a:pt x="0" y="0"/>
                    </a:moveTo>
                    <a:cubicBezTo>
                      <a:pt x="140" y="1261"/>
                      <a:pt x="211" y="2522"/>
                      <a:pt x="187" y="3760"/>
                    </a:cubicBezTo>
                    <a:cubicBezTo>
                      <a:pt x="187" y="4391"/>
                      <a:pt x="140" y="5021"/>
                      <a:pt x="140" y="5652"/>
                    </a:cubicBezTo>
                    <a:cubicBezTo>
                      <a:pt x="140" y="6282"/>
                      <a:pt x="94" y="6889"/>
                      <a:pt x="117" y="7543"/>
                    </a:cubicBezTo>
                    <a:lnTo>
                      <a:pt x="140" y="7543"/>
                    </a:lnTo>
                    <a:cubicBezTo>
                      <a:pt x="304" y="6913"/>
                      <a:pt x="374" y="6282"/>
                      <a:pt x="444" y="5652"/>
                    </a:cubicBezTo>
                    <a:cubicBezTo>
                      <a:pt x="491" y="5021"/>
                      <a:pt x="467" y="4391"/>
                      <a:pt x="444" y="3760"/>
                    </a:cubicBezTo>
                    <a:cubicBezTo>
                      <a:pt x="397" y="2499"/>
                      <a:pt x="257" y="1238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0" name="Google Shape;16670;p54">
                <a:extLst>
                  <a:ext uri="{FF2B5EF4-FFF2-40B4-BE49-F238E27FC236}">
                    <a16:creationId xmlns:a16="http://schemas.microsoft.com/office/drawing/2014/main" id="{61F60BF1-6459-2443-E5F9-A0A643029D00}"/>
                  </a:ext>
                </a:extLst>
              </p:cNvPr>
              <p:cNvSpPr/>
              <p:nvPr/>
            </p:nvSpPr>
            <p:spPr>
              <a:xfrm>
                <a:off x="1796968" y="6851174"/>
                <a:ext cx="10438" cy="134604"/>
              </a:xfrm>
              <a:custGeom>
                <a:avLst/>
                <a:gdLst/>
                <a:ahLst/>
                <a:cxnLst/>
                <a:rect l="l" t="t" r="r" b="b"/>
                <a:pathLst>
                  <a:path w="585" h="7544" extrusionOk="0">
                    <a:moveTo>
                      <a:pt x="351" y="0"/>
                    </a:moveTo>
                    <a:lnTo>
                      <a:pt x="328" y="24"/>
                    </a:lnTo>
                    <a:cubicBezTo>
                      <a:pt x="398" y="1261"/>
                      <a:pt x="398" y="2522"/>
                      <a:pt x="304" y="3783"/>
                    </a:cubicBezTo>
                    <a:cubicBezTo>
                      <a:pt x="258" y="4414"/>
                      <a:pt x="188" y="5021"/>
                      <a:pt x="141" y="5652"/>
                    </a:cubicBezTo>
                    <a:cubicBezTo>
                      <a:pt x="94" y="6282"/>
                      <a:pt x="24" y="6889"/>
                      <a:pt x="1" y="7543"/>
                    </a:cubicBezTo>
                    <a:lnTo>
                      <a:pt x="24" y="7543"/>
                    </a:lnTo>
                    <a:cubicBezTo>
                      <a:pt x="234" y="6936"/>
                      <a:pt x="328" y="6305"/>
                      <a:pt x="421" y="5675"/>
                    </a:cubicBezTo>
                    <a:cubicBezTo>
                      <a:pt x="515" y="5068"/>
                      <a:pt x="538" y="4414"/>
                      <a:pt x="538" y="3783"/>
                    </a:cubicBezTo>
                    <a:cubicBezTo>
                      <a:pt x="585" y="2522"/>
                      <a:pt x="515" y="1261"/>
                      <a:pt x="35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1" name="Google Shape;16671;p54">
                <a:extLst>
                  <a:ext uri="{FF2B5EF4-FFF2-40B4-BE49-F238E27FC236}">
                    <a16:creationId xmlns:a16="http://schemas.microsoft.com/office/drawing/2014/main" id="{8A1D3849-C9BB-984D-366F-1C8AE2D45F62}"/>
                  </a:ext>
                </a:extLst>
              </p:cNvPr>
              <p:cNvSpPr/>
              <p:nvPr/>
            </p:nvSpPr>
            <p:spPr>
              <a:xfrm>
                <a:off x="1041945" y="6697836"/>
                <a:ext cx="9189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5" h="6680" extrusionOk="0">
                    <a:moveTo>
                      <a:pt x="491" y="0"/>
                    </a:moveTo>
                    <a:cubicBezTo>
                      <a:pt x="234" y="1098"/>
                      <a:pt x="94" y="2196"/>
                      <a:pt x="48" y="3316"/>
                    </a:cubicBezTo>
                    <a:cubicBezTo>
                      <a:pt x="1" y="4461"/>
                      <a:pt x="94" y="5582"/>
                      <a:pt x="374" y="6679"/>
                    </a:cubicBezTo>
                    <a:lnTo>
                      <a:pt x="398" y="6679"/>
                    </a:lnTo>
                    <a:cubicBezTo>
                      <a:pt x="258" y="5558"/>
                      <a:pt x="188" y="4437"/>
                      <a:pt x="164" y="3340"/>
                    </a:cubicBezTo>
                    <a:cubicBezTo>
                      <a:pt x="188" y="2219"/>
                      <a:pt x="304" y="1098"/>
                      <a:pt x="515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2" name="Google Shape;16672;p54">
                <a:extLst>
                  <a:ext uri="{FF2B5EF4-FFF2-40B4-BE49-F238E27FC236}">
                    <a16:creationId xmlns:a16="http://schemas.microsoft.com/office/drawing/2014/main" id="{87ACBD87-86D8-BE42-0DE4-42A650087938}"/>
                  </a:ext>
                </a:extLst>
              </p:cNvPr>
              <p:cNvSpPr/>
              <p:nvPr/>
            </p:nvSpPr>
            <p:spPr>
              <a:xfrm>
                <a:off x="1027778" y="6705758"/>
                <a:ext cx="12525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702" h="5162" extrusionOk="0">
                    <a:moveTo>
                      <a:pt x="1" y="0"/>
                    </a:moveTo>
                    <a:cubicBezTo>
                      <a:pt x="164" y="864"/>
                      <a:pt x="281" y="1705"/>
                      <a:pt x="374" y="2569"/>
                    </a:cubicBezTo>
                    <a:cubicBezTo>
                      <a:pt x="468" y="3433"/>
                      <a:pt x="538" y="4297"/>
                      <a:pt x="655" y="5161"/>
                    </a:cubicBezTo>
                    <a:lnTo>
                      <a:pt x="678" y="5161"/>
                    </a:lnTo>
                    <a:cubicBezTo>
                      <a:pt x="701" y="4297"/>
                      <a:pt x="631" y="3433"/>
                      <a:pt x="491" y="2569"/>
                    </a:cubicBezTo>
                    <a:cubicBezTo>
                      <a:pt x="374" y="1705"/>
                      <a:pt x="211" y="84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3" name="Google Shape;16673;p54">
                <a:extLst>
                  <a:ext uri="{FF2B5EF4-FFF2-40B4-BE49-F238E27FC236}">
                    <a16:creationId xmlns:a16="http://schemas.microsoft.com/office/drawing/2014/main" id="{F3E91955-183C-227D-6EF1-0CB11FFA5911}"/>
                  </a:ext>
                </a:extLst>
              </p:cNvPr>
              <p:cNvSpPr/>
              <p:nvPr/>
            </p:nvSpPr>
            <p:spPr>
              <a:xfrm>
                <a:off x="1007366" y="6737411"/>
                <a:ext cx="15023" cy="80862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53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211" y="748"/>
                      <a:pt x="374" y="1495"/>
                      <a:pt x="491" y="2266"/>
                    </a:cubicBezTo>
                    <a:lnTo>
                      <a:pt x="795" y="4531"/>
                    </a:lnTo>
                    <a:cubicBezTo>
                      <a:pt x="841" y="3761"/>
                      <a:pt x="771" y="2990"/>
                      <a:pt x="608" y="2243"/>
                    </a:cubicBezTo>
                    <a:cubicBezTo>
                      <a:pt x="468" y="1495"/>
                      <a:pt x="257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4" name="Google Shape;16674;p54">
                <a:extLst>
                  <a:ext uri="{FF2B5EF4-FFF2-40B4-BE49-F238E27FC236}">
                    <a16:creationId xmlns:a16="http://schemas.microsoft.com/office/drawing/2014/main" id="{1F6C22B8-4C6E-65A9-CA3F-5AB6E7EAA13D}"/>
                  </a:ext>
                </a:extLst>
              </p:cNvPr>
              <p:cNvSpPr/>
              <p:nvPr/>
            </p:nvSpPr>
            <p:spPr>
              <a:xfrm>
                <a:off x="1054453" y="6729506"/>
                <a:ext cx="12936" cy="8125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54" extrusionOk="0">
                    <a:moveTo>
                      <a:pt x="0" y="0"/>
                    </a:moveTo>
                    <a:cubicBezTo>
                      <a:pt x="187" y="747"/>
                      <a:pt x="327" y="1495"/>
                      <a:pt x="421" y="2265"/>
                    </a:cubicBezTo>
                    <a:lnTo>
                      <a:pt x="631" y="4554"/>
                    </a:lnTo>
                    <a:lnTo>
                      <a:pt x="654" y="4554"/>
                    </a:lnTo>
                    <a:cubicBezTo>
                      <a:pt x="724" y="3783"/>
                      <a:pt x="678" y="3013"/>
                      <a:pt x="538" y="2242"/>
                    </a:cubicBezTo>
                    <a:cubicBezTo>
                      <a:pt x="421" y="1495"/>
                      <a:pt x="234" y="74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5" name="Google Shape;16675;p54">
                <a:extLst>
                  <a:ext uri="{FF2B5EF4-FFF2-40B4-BE49-F238E27FC236}">
                    <a16:creationId xmlns:a16="http://schemas.microsoft.com/office/drawing/2014/main" id="{4212B4B8-DCA7-005D-0CFD-3419E2A27CC3}"/>
                  </a:ext>
                </a:extLst>
              </p:cNvPr>
              <p:cNvSpPr/>
              <p:nvPr/>
            </p:nvSpPr>
            <p:spPr>
              <a:xfrm>
                <a:off x="1096543" y="6891177"/>
                <a:ext cx="9171" cy="119188"/>
              </a:xfrm>
              <a:custGeom>
                <a:avLst/>
                <a:gdLst/>
                <a:ahLst/>
                <a:cxnLst/>
                <a:rect l="l" t="t" r="r" b="b"/>
                <a:pathLst>
                  <a:path w="514" h="6680" extrusionOk="0">
                    <a:moveTo>
                      <a:pt x="491" y="0"/>
                    </a:moveTo>
                    <a:cubicBezTo>
                      <a:pt x="234" y="1098"/>
                      <a:pt x="94" y="2219"/>
                      <a:pt x="47" y="3340"/>
                    </a:cubicBezTo>
                    <a:cubicBezTo>
                      <a:pt x="0" y="4460"/>
                      <a:pt x="94" y="5605"/>
                      <a:pt x="374" y="6679"/>
                    </a:cubicBezTo>
                    <a:lnTo>
                      <a:pt x="397" y="6679"/>
                    </a:lnTo>
                    <a:cubicBezTo>
                      <a:pt x="280" y="5558"/>
                      <a:pt x="187" y="4460"/>
                      <a:pt x="187" y="3340"/>
                    </a:cubicBezTo>
                    <a:cubicBezTo>
                      <a:pt x="187" y="2219"/>
                      <a:pt x="304" y="1121"/>
                      <a:pt x="51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6" name="Google Shape;16676;p54">
                <a:extLst>
                  <a:ext uri="{FF2B5EF4-FFF2-40B4-BE49-F238E27FC236}">
                    <a16:creationId xmlns:a16="http://schemas.microsoft.com/office/drawing/2014/main" id="{6255344E-AEE4-E46B-1746-746E6EC64354}"/>
                  </a:ext>
                </a:extLst>
              </p:cNvPr>
              <p:cNvSpPr/>
              <p:nvPr/>
            </p:nvSpPr>
            <p:spPr>
              <a:xfrm>
                <a:off x="1082376" y="6899081"/>
                <a:ext cx="12508" cy="92531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86" extrusionOk="0">
                    <a:moveTo>
                      <a:pt x="0" y="1"/>
                    </a:moveTo>
                    <a:cubicBezTo>
                      <a:pt x="164" y="865"/>
                      <a:pt x="280" y="1729"/>
                      <a:pt x="374" y="2593"/>
                    </a:cubicBezTo>
                    <a:cubicBezTo>
                      <a:pt x="467" y="3457"/>
                      <a:pt x="537" y="4321"/>
                      <a:pt x="654" y="5185"/>
                    </a:cubicBezTo>
                    <a:lnTo>
                      <a:pt x="677" y="5185"/>
                    </a:lnTo>
                    <a:cubicBezTo>
                      <a:pt x="701" y="4298"/>
                      <a:pt x="631" y="3434"/>
                      <a:pt x="491" y="2570"/>
                    </a:cubicBezTo>
                    <a:cubicBezTo>
                      <a:pt x="374" y="1706"/>
                      <a:pt x="210" y="865"/>
                      <a:pt x="23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7" name="Google Shape;16677;p54">
                <a:extLst>
                  <a:ext uri="{FF2B5EF4-FFF2-40B4-BE49-F238E27FC236}">
                    <a16:creationId xmlns:a16="http://schemas.microsoft.com/office/drawing/2014/main" id="{CFB37D6F-86DF-FC7B-3424-F7C8040B6B21}"/>
                  </a:ext>
                </a:extLst>
              </p:cNvPr>
              <p:cNvSpPr/>
              <p:nvPr/>
            </p:nvSpPr>
            <p:spPr>
              <a:xfrm>
                <a:off x="1109033" y="6923258"/>
                <a:ext cx="12936" cy="80844"/>
              </a:xfrm>
              <a:custGeom>
                <a:avLst/>
                <a:gdLst/>
                <a:ahLst/>
                <a:cxnLst/>
                <a:rect l="l" t="t" r="r" b="b"/>
                <a:pathLst>
                  <a:path w="725" h="4531" extrusionOk="0">
                    <a:moveTo>
                      <a:pt x="1" y="0"/>
                    </a:moveTo>
                    <a:cubicBezTo>
                      <a:pt x="188" y="748"/>
                      <a:pt x="328" y="1495"/>
                      <a:pt x="421" y="2265"/>
                    </a:cubicBezTo>
                    <a:lnTo>
                      <a:pt x="631" y="4531"/>
                    </a:lnTo>
                    <a:lnTo>
                      <a:pt x="655" y="4531"/>
                    </a:lnTo>
                    <a:cubicBezTo>
                      <a:pt x="725" y="3783"/>
                      <a:pt x="678" y="2989"/>
                      <a:pt x="538" y="2242"/>
                    </a:cubicBezTo>
                    <a:cubicBezTo>
                      <a:pt x="421" y="1471"/>
                      <a:pt x="234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8" name="Google Shape;16678;p54">
                <a:extLst>
                  <a:ext uri="{FF2B5EF4-FFF2-40B4-BE49-F238E27FC236}">
                    <a16:creationId xmlns:a16="http://schemas.microsoft.com/office/drawing/2014/main" id="{BE5AA1AB-048E-ABC5-6668-F745CFCE5B5E}"/>
                  </a:ext>
                </a:extLst>
              </p:cNvPr>
              <p:cNvSpPr/>
              <p:nvPr/>
            </p:nvSpPr>
            <p:spPr>
              <a:xfrm>
                <a:off x="1410303" y="6632407"/>
                <a:ext cx="12936" cy="97937"/>
              </a:xfrm>
              <a:custGeom>
                <a:avLst/>
                <a:gdLst/>
                <a:ahLst/>
                <a:cxnLst/>
                <a:rect l="l" t="t" r="r" b="b"/>
                <a:pathLst>
                  <a:path w="725" h="5489" extrusionOk="0">
                    <a:moveTo>
                      <a:pt x="724" y="1"/>
                    </a:moveTo>
                    <a:cubicBezTo>
                      <a:pt x="420" y="888"/>
                      <a:pt x="234" y="1799"/>
                      <a:pt x="117" y="2710"/>
                    </a:cubicBezTo>
                    <a:cubicBezTo>
                      <a:pt x="0" y="3644"/>
                      <a:pt x="0" y="4578"/>
                      <a:pt x="164" y="5489"/>
                    </a:cubicBezTo>
                    <a:lnTo>
                      <a:pt x="187" y="5489"/>
                    </a:lnTo>
                    <a:cubicBezTo>
                      <a:pt x="164" y="4578"/>
                      <a:pt x="187" y="3644"/>
                      <a:pt x="234" y="2733"/>
                    </a:cubicBezTo>
                    <a:cubicBezTo>
                      <a:pt x="327" y="1822"/>
                      <a:pt x="491" y="912"/>
                      <a:pt x="7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79" name="Google Shape;16679;p54">
                <a:extLst>
                  <a:ext uri="{FF2B5EF4-FFF2-40B4-BE49-F238E27FC236}">
                    <a16:creationId xmlns:a16="http://schemas.microsoft.com/office/drawing/2014/main" id="{6405F4A1-ACFA-A1BC-4381-D8A13A21E397}"/>
                  </a:ext>
                </a:extLst>
              </p:cNvPr>
              <p:cNvSpPr/>
              <p:nvPr/>
            </p:nvSpPr>
            <p:spPr>
              <a:xfrm>
                <a:off x="1403630" y="6637421"/>
                <a:ext cx="5442" cy="76687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298" extrusionOk="0">
                    <a:moveTo>
                      <a:pt x="0" y="0"/>
                    </a:moveTo>
                    <a:cubicBezTo>
                      <a:pt x="71" y="724"/>
                      <a:pt x="117" y="1448"/>
                      <a:pt x="141" y="2149"/>
                    </a:cubicBezTo>
                    <a:cubicBezTo>
                      <a:pt x="141" y="2873"/>
                      <a:pt x="141" y="3597"/>
                      <a:pt x="187" y="4297"/>
                    </a:cubicBezTo>
                    <a:lnTo>
                      <a:pt x="211" y="4297"/>
                    </a:lnTo>
                    <a:cubicBezTo>
                      <a:pt x="304" y="3597"/>
                      <a:pt x="304" y="2873"/>
                      <a:pt x="257" y="2149"/>
                    </a:cubicBezTo>
                    <a:cubicBezTo>
                      <a:pt x="211" y="1425"/>
                      <a:pt x="141" y="724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0" name="Google Shape;16680;p54">
                <a:extLst>
                  <a:ext uri="{FF2B5EF4-FFF2-40B4-BE49-F238E27FC236}">
                    <a16:creationId xmlns:a16="http://schemas.microsoft.com/office/drawing/2014/main" id="{571C5CBE-7F3E-C287-5CAC-655023DFCF30}"/>
                  </a:ext>
                </a:extLst>
              </p:cNvPr>
              <p:cNvSpPr/>
              <p:nvPr/>
            </p:nvSpPr>
            <p:spPr>
              <a:xfrm>
                <a:off x="1424042" y="6659082"/>
                <a:ext cx="6691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84" extrusionOk="0">
                    <a:moveTo>
                      <a:pt x="1" y="1"/>
                    </a:moveTo>
                    <a:cubicBezTo>
                      <a:pt x="94" y="631"/>
                      <a:pt x="164" y="1262"/>
                      <a:pt x="188" y="1892"/>
                    </a:cubicBezTo>
                    <a:cubicBezTo>
                      <a:pt x="188" y="2523"/>
                      <a:pt x="188" y="3130"/>
                      <a:pt x="211" y="3784"/>
                    </a:cubicBezTo>
                    <a:lnTo>
                      <a:pt x="234" y="3784"/>
                    </a:lnTo>
                    <a:cubicBezTo>
                      <a:pt x="351" y="3153"/>
                      <a:pt x="374" y="2499"/>
                      <a:pt x="304" y="1869"/>
                    </a:cubicBezTo>
                    <a:cubicBezTo>
                      <a:pt x="258" y="1238"/>
                      <a:pt x="164" y="608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1" name="Google Shape;16681;p54">
                <a:extLst>
                  <a:ext uri="{FF2B5EF4-FFF2-40B4-BE49-F238E27FC236}">
                    <a16:creationId xmlns:a16="http://schemas.microsoft.com/office/drawing/2014/main" id="{1835B4A5-D46A-6690-C6D6-DA7F94579935}"/>
                  </a:ext>
                </a:extLst>
              </p:cNvPr>
              <p:cNvSpPr/>
              <p:nvPr/>
            </p:nvSpPr>
            <p:spPr>
              <a:xfrm>
                <a:off x="1378633" y="6656174"/>
                <a:ext cx="6263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351" h="3784" extrusionOk="0">
                    <a:moveTo>
                      <a:pt x="0" y="0"/>
                    </a:moveTo>
                    <a:cubicBezTo>
                      <a:pt x="94" y="631"/>
                      <a:pt x="164" y="1261"/>
                      <a:pt x="187" y="1892"/>
                    </a:cubicBezTo>
                    <a:cubicBezTo>
                      <a:pt x="187" y="2522"/>
                      <a:pt x="187" y="3153"/>
                      <a:pt x="210" y="3783"/>
                    </a:cubicBezTo>
                    <a:lnTo>
                      <a:pt x="234" y="3783"/>
                    </a:lnTo>
                    <a:cubicBezTo>
                      <a:pt x="351" y="3153"/>
                      <a:pt x="351" y="2522"/>
                      <a:pt x="304" y="1868"/>
                    </a:cubicBezTo>
                    <a:cubicBezTo>
                      <a:pt x="257" y="1238"/>
                      <a:pt x="164" y="607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2" name="Google Shape;16682;p54">
                <a:extLst>
                  <a:ext uri="{FF2B5EF4-FFF2-40B4-BE49-F238E27FC236}">
                    <a16:creationId xmlns:a16="http://schemas.microsoft.com/office/drawing/2014/main" id="{F0359446-25DE-FA2E-D8D2-63905E9906E3}"/>
                  </a:ext>
                </a:extLst>
              </p:cNvPr>
              <p:cNvSpPr/>
              <p:nvPr/>
            </p:nvSpPr>
            <p:spPr>
              <a:xfrm>
                <a:off x="211502" y="6943259"/>
                <a:ext cx="9599" cy="99186"/>
              </a:xfrm>
              <a:custGeom>
                <a:avLst/>
                <a:gdLst/>
                <a:ahLst/>
                <a:cxnLst/>
                <a:rect l="l" t="t" r="r" b="b"/>
                <a:pathLst>
                  <a:path w="538" h="5559" extrusionOk="0">
                    <a:moveTo>
                      <a:pt x="258" y="0"/>
                    </a:moveTo>
                    <a:cubicBezTo>
                      <a:pt x="71" y="911"/>
                      <a:pt x="1" y="1868"/>
                      <a:pt x="24" y="2803"/>
                    </a:cubicBezTo>
                    <a:cubicBezTo>
                      <a:pt x="48" y="3737"/>
                      <a:pt x="188" y="4671"/>
                      <a:pt x="515" y="5558"/>
                    </a:cubicBezTo>
                    <a:lnTo>
                      <a:pt x="538" y="5558"/>
                    </a:lnTo>
                    <a:cubicBezTo>
                      <a:pt x="375" y="4647"/>
                      <a:pt x="211" y="3713"/>
                      <a:pt x="141" y="2803"/>
                    </a:cubicBezTo>
                    <a:cubicBezTo>
                      <a:pt x="94" y="1868"/>
                      <a:pt x="141" y="934"/>
                      <a:pt x="28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3" name="Google Shape;16683;p54">
                <a:extLst>
                  <a:ext uri="{FF2B5EF4-FFF2-40B4-BE49-F238E27FC236}">
                    <a16:creationId xmlns:a16="http://schemas.microsoft.com/office/drawing/2014/main" id="{878F8E13-AB5D-ECD0-74DB-7476FB7758FC}"/>
                  </a:ext>
                </a:extLst>
              </p:cNvPr>
              <p:cNvSpPr/>
              <p:nvPr/>
            </p:nvSpPr>
            <p:spPr>
              <a:xfrm>
                <a:off x="194426" y="6949504"/>
                <a:ext cx="16683" cy="7709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321" extrusionOk="0">
                    <a:moveTo>
                      <a:pt x="0" y="0"/>
                    </a:moveTo>
                    <a:cubicBezTo>
                      <a:pt x="211" y="724"/>
                      <a:pt x="374" y="1425"/>
                      <a:pt x="514" y="2149"/>
                    </a:cubicBezTo>
                    <a:cubicBezTo>
                      <a:pt x="631" y="2873"/>
                      <a:pt x="748" y="3597"/>
                      <a:pt x="911" y="4321"/>
                    </a:cubicBezTo>
                    <a:lnTo>
                      <a:pt x="935" y="4321"/>
                    </a:lnTo>
                    <a:cubicBezTo>
                      <a:pt x="935" y="3573"/>
                      <a:pt x="818" y="2850"/>
                      <a:pt x="631" y="2126"/>
                    </a:cubicBezTo>
                    <a:cubicBezTo>
                      <a:pt x="467" y="1402"/>
                      <a:pt x="257" y="701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4" name="Google Shape;16684;p54">
                <a:extLst>
                  <a:ext uri="{FF2B5EF4-FFF2-40B4-BE49-F238E27FC236}">
                    <a16:creationId xmlns:a16="http://schemas.microsoft.com/office/drawing/2014/main" id="{F5598AB2-9D0A-E999-DD8E-F8DEAFC44E50}"/>
                  </a:ext>
                </a:extLst>
              </p:cNvPr>
              <p:cNvSpPr/>
              <p:nvPr/>
            </p:nvSpPr>
            <p:spPr>
              <a:xfrm>
                <a:off x="221511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cubicBezTo>
                      <a:pt x="211" y="608"/>
                      <a:pt x="397" y="1238"/>
                      <a:pt x="537" y="1869"/>
                    </a:cubicBezTo>
                    <a:cubicBezTo>
                      <a:pt x="654" y="2523"/>
                      <a:pt x="748" y="3153"/>
                      <a:pt x="864" y="3784"/>
                    </a:cubicBezTo>
                    <a:lnTo>
                      <a:pt x="888" y="3784"/>
                    </a:lnTo>
                    <a:cubicBezTo>
                      <a:pt x="911" y="3130"/>
                      <a:pt x="818" y="2476"/>
                      <a:pt x="654" y="1846"/>
                    </a:cubicBezTo>
                    <a:cubicBezTo>
                      <a:pt x="491" y="1215"/>
                      <a:pt x="281" y="585"/>
                      <a:pt x="2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5" name="Google Shape;16685;p54">
                <a:extLst>
                  <a:ext uri="{FF2B5EF4-FFF2-40B4-BE49-F238E27FC236}">
                    <a16:creationId xmlns:a16="http://schemas.microsoft.com/office/drawing/2014/main" id="{F7E99154-CEE0-CF8A-50C2-8C13F6997591}"/>
                  </a:ext>
                </a:extLst>
              </p:cNvPr>
              <p:cNvSpPr/>
              <p:nvPr/>
            </p:nvSpPr>
            <p:spPr>
              <a:xfrm>
                <a:off x="168590" y="6969916"/>
                <a:ext cx="16272" cy="6751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378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11" y="608"/>
                      <a:pt x="374" y="1238"/>
                      <a:pt x="514" y="1869"/>
                    </a:cubicBezTo>
                    <a:cubicBezTo>
                      <a:pt x="631" y="2523"/>
                      <a:pt x="724" y="3153"/>
                      <a:pt x="865" y="3784"/>
                    </a:cubicBezTo>
                    <a:cubicBezTo>
                      <a:pt x="911" y="3130"/>
                      <a:pt x="818" y="2476"/>
                      <a:pt x="631" y="1846"/>
                    </a:cubicBezTo>
                    <a:cubicBezTo>
                      <a:pt x="468" y="1215"/>
                      <a:pt x="257" y="5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6" name="Google Shape;16686;p54">
                <a:extLst>
                  <a:ext uri="{FF2B5EF4-FFF2-40B4-BE49-F238E27FC236}">
                    <a16:creationId xmlns:a16="http://schemas.microsoft.com/office/drawing/2014/main" id="{54BF4C48-758D-9CAE-9A80-0C2E64D92F5E}"/>
                  </a:ext>
                </a:extLst>
              </p:cNvPr>
              <p:cNvSpPr/>
              <p:nvPr/>
            </p:nvSpPr>
            <p:spPr>
              <a:xfrm>
                <a:off x="779857" y="7121595"/>
                <a:ext cx="25015" cy="202102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1327" extrusionOk="0">
                    <a:moveTo>
                      <a:pt x="1379" y="0"/>
                    </a:moveTo>
                    <a:cubicBezTo>
                      <a:pt x="748" y="1822"/>
                      <a:pt x="328" y="3690"/>
                      <a:pt x="141" y="5605"/>
                    </a:cubicBezTo>
                    <a:cubicBezTo>
                      <a:pt x="47" y="6562"/>
                      <a:pt x="1" y="7520"/>
                      <a:pt x="24" y="8477"/>
                    </a:cubicBezTo>
                    <a:cubicBezTo>
                      <a:pt x="47" y="9435"/>
                      <a:pt x="117" y="10392"/>
                      <a:pt x="281" y="11326"/>
                    </a:cubicBezTo>
                    <a:lnTo>
                      <a:pt x="304" y="11326"/>
                    </a:lnTo>
                    <a:cubicBezTo>
                      <a:pt x="234" y="10392"/>
                      <a:pt x="164" y="9435"/>
                      <a:pt x="164" y="8477"/>
                    </a:cubicBezTo>
                    <a:cubicBezTo>
                      <a:pt x="141" y="7520"/>
                      <a:pt x="187" y="6562"/>
                      <a:pt x="258" y="5628"/>
                    </a:cubicBezTo>
                    <a:cubicBezTo>
                      <a:pt x="421" y="3713"/>
                      <a:pt x="818" y="1845"/>
                      <a:pt x="1402" y="24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7" name="Google Shape;16687;p54">
                <a:extLst>
                  <a:ext uri="{FF2B5EF4-FFF2-40B4-BE49-F238E27FC236}">
                    <a16:creationId xmlns:a16="http://schemas.microsoft.com/office/drawing/2014/main" id="{C4CFB2A5-893C-3B9B-93DB-34EC36F0FBD2}"/>
                  </a:ext>
                </a:extLst>
              </p:cNvPr>
              <p:cNvSpPr/>
              <p:nvPr/>
            </p:nvSpPr>
            <p:spPr>
              <a:xfrm>
                <a:off x="759034" y="7128679"/>
                <a:ext cx="12097" cy="16044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89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10" y="1471"/>
                      <a:pt x="350" y="2989"/>
                      <a:pt x="444" y="4484"/>
                    </a:cubicBezTo>
                    <a:cubicBezTo>
                      <a:pt x="467" y="5231"/>
                      <a:pt x="514" y="5979"/>
                      <a:pt x="514" y="6726"/>
                    </a:cubicBezTo>
                    <a:cubicBezTo>
                      <a:pt x="560" y="7473"/>
                      <a:pt x="560" y="8220"/>
                      <a:pt x="584" y="8991"/>
                    </a:cubicBezTo>
                    <a:lnTo>
                      <a:pt x="607" y="8991"/>
                    </a:lnTo>
                    <a:cubicBezTo>
                      <a:pt x="677" y="8220"/>
                      <a:pt x="677" y="7473"/>
                      <a:pt x="677" y="6726"/>
                    </a:cubicBezTo>
                    <a:cubicBezTo>
                      <a:pt x="654" y="5979"/>
                      <a:pt x="631" y="5231"/>
                      <a:pt x="560" y="4461"/>
                    </a:cubicBezTo>
                    <a:cubicBezTo>
                      <a:pt x="444" y="2966"/>
                      <a:pt x="257" y="1471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8" name="Google Shape;16688;p54">
                <a:extLst>
                  <a:ext uri="{FF2B5EF4-FFF2-40B4-BE49-F238E27FC236}">
                    <a16:creationId xmlns:a16="http://schemas.microsoft.com/office/drawing/2014/main" id="{0820AECA-DFD2-7617-8D98-FCEA42EAA73C}"/>
                  </a:ext>
                </a:extLst>
              </p:cNvPr>
              <p:cNvSpPr/>
              <p:nvPr/>
            </p:nvSpPr>
            <p:spPr>
              <a:xfrm>
                <a:off x="807780" y="7177014"/>
                <a:ext cx="15023" cy="141259"/>
              </a:xfrm>
              <a:custGeom>
                <a:avLst/>
                <a:gdLst/>
                <a:ahLst/>
                <a:cxnLst/>
                <a:rect l="l" t="t" r="r" b="b"/>
                <a:pathLst>
                  <a:path w="842" h="7917" extrusionOk="0">
                    <a:moveTo>
                      <a:pt x="0" y="0"/>
                    </a:moveTo>
                    <a:cubicBezTo>
                      <a:pt x="281" y="1308"/>
                      <a:pt x="467" y="2616"/>
                      <a:pt x="561" y="3947"/>
                    </a:cubicBezTo>
                    <a:cubicBezTo>
                      <a:pt x="654" y="5278"/>
                      <a:pt x="654" y="6586"/>
                      <a:pt x="654" y="7917"/>
                    </a:cubicBezTo>
                    <a:cubicBezTo>
                      <a:pt x="841" y="6609"/>
                      <a:pt x="818" y="5255"/>
                      <a:pt x="678" y="3923"/>
                    </a:cubicBezTo>
                    <a:cubicBezTo>
                      <a:pt x="561" y="2616"/>
                      <a:pt x="327" y="1285"/>
                      <a:pt x="2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89" name="Google Shape;16689;p54">
                <a:extLst>
                  <a:ext uri="{FF2B5EF4-FFF2-40B4-BE49-F238E27FC236}">
                    <a16:creationId xmlns:a16="http://schemas.microsoft.com/office/drawing/2014/main" id="{14ED7173-80E5-834B-0A32-75765935D86D}"/>
                  </a:ext>
                </a:extLst>
              </p:cNvPr>
              <p:cNvSpPr/>
              <p:nvPr/>
            </p:nvSpPr>
            <p:spPr>
              <a:xfrm>
                <a:off x="700279" y="7162419"/>
                <a:ext cx="14595" cy="141277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918" extrusionOk="0">
                    <a:moveTo>
                      <a:pt x="0" y="1"/>
                    </a:moveTo>
                    <a:cubicBezTo>
                      <a:pt x="280" y="1309"/>
                      <a:pt x="467" y="2616"/>
                      <a:pt x="561" y="3947"/>
                    </a:cubicBezTo>
                    <a:cubicBezTo>
                      <a:pt x="631" y="5279"/>
                      <a:pt x="654" y="6586"/>
                      <a:pt x="631" y="7917"/>
                    </a:cubicBezTo>
                    <a:lnTo>
                      <a:pt x="654" y="7917"/>
                    </a:lnTo>
                    <a:cubicBezTo>
                      <a:pt x="818" y="6610"/>
                      <a:pt x="818" y="5255"/>
                      <a:pt x="677" y="3924"/>
                    </a:cubicBezTo>
                    <a:cubicBezTo>
                      <a:pt x="561" y="2616"/>
                      <a:pt x="327" y="1285"/>
                      <a:pt x="0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0" name="Google Shape;16690;p54">
                <a:extLst>
                  <a:ext uri="{FF2B5EF4-FFF2-40B4-BE49-F238E27FC236}">
                    <a16:creationId xmlns:a16="http://schemas.microsoft.com/office/drawing/2014/main" id="{F6F74A9C-C31E-43D6-C5C5-2C9F9A527684}"/>
                  </a:ext>
                </a:extLst>
              </p:cNvPr>
              <p:cNvSpPr/>
              <p:nvPr/>
            </p:nvSpPr>
            <p:spPr>
              <a:xfrm>
                <a:off x="2108659" y="6598257"/>
                <a:ext cx="37505" cy="12959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7263" extrusionOk="0">
                    <a:moveTo>
                      <a:pt x="2102" y="0"/>
                    </a:moveTo>
                    <a:cubicBezTo>
                      <a:pt x="1495" y="1121"/>
                      <a:pt x="1004" y="2289"/>
                      <a:pt x="631" y="3503"/>
                    </a:cubicBezTo>
                    <a:cubicBezTo>
                      <a:pt x="257" y="4717"/>
                      <a:pt x="23" y="5978"/>
                      <a:pt x="0" y="7263"/>
                    </a:cubicBezTo>
                    <a:cubicBezTo>
                      <a:pt x="187" y="6002"/>
                      <a:pt x="420" y="4764"/>
                      <a:pt x="747" y="3550"/>
                    </a:cubicBezTo>
                    <a:cubicBezTo>
                      <a:pt x="1098" y="2335"/>
                      <a:pt x="1541" y="1144"/>
                      <a:pt x="2102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1" name="Google Shape;16691;p54">
                <a:extLst>
                  <a:ext uri="{FF2B5EF4-FFF2-40B4-BE49-F238E27FC236}">
                    <a16:creationId xmlns:a16="http://schemas.microsoft.com/office/drawing/2014/main" id="{6599D620-7B0E-BCE5-4C86-E594D5594E57}"/>
                  </a:ext>
                </a:extLst>
              </p:cNvPr>
              <p:cNvSpPr/>
              <p:nvPr/>
            </p:nvSpPr>
            <p:spPr>
              <a:xfrm>
                <a:off x="2104073" y="6600327"/>
                <a:ext cx="15006" cy="104182"/>
              </a:xfrm>
              <a:custGeom>
                <a:avLst/>
                <a:gdLst/>
                <a:ahLst/>
                <a:cxnLst/>
                <a:rect l="l" t="t" r="r" b="b"/>
                <a:pathLst>
                  <a:path w="841" h="5839" extrusionOk="0">
                    <a:moveTo>
                      <a:pt x="818" y="1"/>
                    </a:moveTo>
                    <a:cubicBezTo>
                      <a:pt x="748" y="982"/>
                      <a:pt x="631" y="1962"/>
                      <a:pt x="467" y="2920"/>
                    </a:cubicBezTo>
                    <a:cubicBezTo>
                      <a:pt x="304" y="3901"/>
                      <a:pt x="140" y="4858"/>
                      <a:pt x="0" y="5839"/>
                    </a:cubicBezTo>
                    <a:lnTo>
                      <a:pt x="24" y="5839"/>
                    </a:lnTo>
                    <a:cubicBezTo>
                      <a:pt x="304" y="4882"/>
                      <a:pt x="491" y="3924"/>
                      <a:pt x="584" y="2943"/>
                    </a:cubicBezTo>
                    <a:cubicBezTo>
                      <a:pt x="724" y="1962"/>
                      <a:pt x="794" y="982"/>
                      <a:pt x="84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2" name="Google Shape;16692;p54">
                <a:extLst>
                  <a:ext uri="{FF2B5EF4-FFF2-40B4-BE49-F238E27FC236}">
                    <a16:creationId xmlns:a16="http://schemas.microsoft.com/office/drawing/2014/main" id="{B68F588E-0347-BD20-A1BF-769994754E71}"/>
                  </a:ext>
                </a:extLst>
              </p:cNvPr>
              <p:cNvSpPr/>
              <p:nvPr/>
            </p:nvSpPr>
            <p:spPr>
              <a:xfrm>
                <a:off x="2078237" y="6629499"/>
                <a:ext cx="10010" cy="92103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162" extrusionOk="0">
                    <a:moveTo>
                      <a:pt x="491" y="0"/>
                    </a:moveTo>
                    <a:cubicBezTo>
                      <a:pt x="491" y="865"/>
                      <a:pt x="444" y="1729"/>
                      <a:pt x="374" y="2593"/>
                    </a:cubicBezTo>
                    <a:cubicBezTo>
                      <a:pt x="257" y="3457"/>
                      <a:pt x="117" y="4297"/>
                      <a:pt x="0" y="5161"/>
                    </a:cubicBezTo>
                    <a:lnTo>
                      <a:pt x="24" y="5161"/>
                    </a:lnTo>
                    <a:cubicBezTo>
                      <a:pt x="281" y="4344"/>
                      <a:pt x="444" y="3480"/>
                      <a:pt x="491" y="2593"/>
                    </a:cubicBezTo>
                    <a:cubicBezTo>
                      <a:pt x="561" y="1729"/>
                      <a:pt x="561" y="865"/>
                      <a:pt x="491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3" name="Google Shape;16693;p54">
                <a:extLst>
                  <a:ext uri="{FF2B5EF4-FFF2-40B4-BE49-F238E27FC236}">
                    <a16:creationId xmlns:a16="http://schemas.microsoft.com/office/drawing/2014/main" id="{C1EF16F2-EBF3-057E-EF22-8AF71B4164F5}"/>
                  </a:ext>
                </a:extLst>
              </p:cNvPr>
              <p:cNvSpPr/>
              <p:nvPr/>
            </p:nvSpPr>
            <p:spPr>
              <a:xfrm>
                <a:off x="2129071" y="6634085"/>
                <a:ext cx="12508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138" extrusionOk="0">
                    <a:moveTo>
                      <a:pt x="654" y="0"/>
                    </a:moveTo>
                    <a:cubicBezTo>
                      <a:pt x="631" y="864"/>
                      <a:pt x="561" y="1728"/>
                      <a:pt x="444" y="2593"/>
                    </a:cubicBezTo>
                    <a:cubicBezTo>
                      <a:pt x="304" y="3433"/>
                      <a:pt x="141" y="4274"/>
                      <a:pt x="0" y="5138"/>
                    </a:cubicBezTo>
                    <a:lnTo>
                      <a:pt x="24" y="5138"/>
                    </a:lnTo>
                    <a:cubicBezTo>
                      <a:pt x="327" y="4321"/>
                      <a:pt x="491" y="3457"/>
                      <a:pt x="561" y="2593"/>
                    </a:cubicBezTo>
                    <a:cubicBezTo>
                      <a:pt x="654" y="1728"/>
                      <a:pt x="701" y="864"/>
                      <a:pt x="678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4" name="Google Shape;16694;p54">
                <a:extLst>
                  <a:ext uri="{FF2B5EF4-FFF2-40B4-BE49-F238E27FC236}">
                    <a16:creationId xmlns:a16="http://schemas.microsoft.com/office/drawing/2014/main" id="{6AB7BFDD-1180-379C-D41C-23482ED93DAB}"/>
                  </a:ext>
                </a:extLst>
              </p:cNvPr>
              <p:cNvSpPr/>
              <p:nvPr/>
            </p:nvSpPr>
            <p:spPr>
              <a:xfrm>
                <a:off x="2052401" y="6678673"/>
                <a:ext cx="14185" cy="91264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15" extrusionOk="0">
                    <a:moveTo>
                      <a:pt x="771" y="0"/>
                    </a:moveTo>
                    <a:cubicBezTo>
                      <a:pt x="748" y="864"/>
                      <a:pt x="654" y="1705"/>
                      <a:pt x="491" y="2569"/>
                    </a:cubicBezTo>
                    <a:cubicBezTo>
                      <a:pt x="351" y="3410"/>
                      <a:pt x="164" y="4250"/>
                      <a:pt x="0" y="5114"/>
                    </a:cubicBezTo>
                    <a:cubicBezTo>
                      <a:pt x="327" y="4297"/>
                      <a:pt x="514" y="3456"/>
                      <a:pt x="631" y="2592"/>
                    </a:cubicBezTo>
                    <a:cubicBezTo>
                      <a:pt x="748" y="1728"/>
                      <a:pt x="794" y="864"/>
                      <a:pt x="794" y="0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5" name="Google Shape;16695;p54">
                <a:extLst>
                  <a:ext uri="{FF2B5EF4-FFF2-40B4-BE49-F238E27FC236}">
                    <a16:creationId xmlns:a16="http://schemas.microsoft.com/office/drawing/2014/main" id="{DCF80119-8B71-B9F0-CAF1-5CD88D9DE6A3}"/>
                  </a:ext>
                </a:extLst>
              </p:cNvPr>
              <p:cNvSpPr/>
              <p:nvPr/>
            </p:nvSpPr>
            <p:spPr>
              <a:xfrm>
                <a:off x="1533631" y="6679494"/>
                <a:ext cx="15862" cy="118367"/>
              </a:xfrm>
              <a:custGeom>
                <a:avLst/>
                <a:gdLst/>
                <a:ahLst/>
                <a:cxnLst/>
                <a:rect l="l" t="t" r="r" b="b"/>
                <a:pathLst>
                  <a:path w="889" h="6634" extrusionOk="0">
                    <a:moveTo>
                      <a:pt x="865" y="1"/>
                    </a:moveTo>
                    <a:cubicBezTo>
                      <a:pt x="514" y="1052"/>
                      <a:pt x="281" y="2173"/>
                      <a:pt x="141" y="3270"/>
                    </a:cubicBezTo>
                    <a:cubicBezTo>
                      <a:pt x="1" y="4391"/>
                      <a:pt x="1" y="5535"/>
                      <a:pt x="187" y="6633"/>
                    </a:cubicBezTo>
                    <a:lnTo>
                      <a:pt x="211" y="6633"/>
                    </a:lnTo>
                    <a:cubicBezTo>
                      <a:pt x="187" y="5512"/>
                      <a:pt x="187" y="4415"/>
                      <a:pt x="281" y="3294"/>
                    </a:cubicBezTo>
                    <a:cubicBezTo>
                      <a:pt x="374" y="2173"/>
                      <a:pt x="584" y="1075"/>
                      <a:pt x="888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6" name="Google Shape;16696;p54">
                <a:extLst>
                  <a:ext uri="{FF2B5EF4-FFF2-40B4-BE49-F238E27FC236}">
                    <a16:creationId xmlns:a16="http://schemas.microsoft.com/office/drawing/2014/main" id="{35EC61D0-66D2-3281-39E1-794C053D1175}"/>
                  </a:ext>
                </a:extLst>
              </p:cNvPr>
              <p:cNvSpPr/>
              <p:nvPr/>
            </p:nvSpPr>
            <p:spPr>
              <a:xfrm>
                <a:off x="1525709" y="6685328"/>
                <a:ext cx="5852" cy="92942"/>
              </a:xfrm>
              <a:custGeom>
                <a:avLst/>
                <a:gdLst/>
                <a:ahLst/>
                <a:cxnLst/>
                <a:rect l="l" t="t" r="r" b="b"/>
                <a:pathLst>
                  <a:path w="328" h="5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" y="865"/>
                      <a:pt x="118" y="1752"/>
                      <a:pt x="141" y="2616"/>
                    </a:cubicBezTo>
                    <a:cubicBezTo>
                      <a:pt x="164" y="3480"/>
                      <a:pt x="164" y="4344"/>
                      <a:pt x="211" y="5208"/>
                    </a:cubicBezTo>
                    <a:lnTo>
                      <a:pt x="234" y="5208"/>
                    </a:lnTo>
                    <a:cubicBezTo>
                      <a:pt x="328" y="4344"/>
                      <a:pt x="328" y="3480"/>
                      <a:pt x="281" y="2616"/>
                    </a:cubicBezTo>
                    <a:cubicBezTo>
                      <a:pt x="211" y="1729"/>
                      <a:pt x="141" y="865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7" name="Google Shape;16697;p54">
                <a:extLst>
                  <a:ext uri="{FF2B5EF4-FFF2-40B4-BE49-F238E27FC236}">
                    <a16:creationId xmlns:a16="http://schemas.microsoft.com/office/drawing/2014/main" id="{8CC077DA-AF5F-2867-98C9-D64E32021DE6}"/>
                  </a:ext>
                </a:extLst>
              </p:cNvPr>
              <p:cNvSpPr/>
              <p:nvPr/>
            </p:nvSpPr>
            <p:spPr>
              <a:xfrm>
                <a:off x="1550296" y="6711575"/>
                <a:ext cx="7530" cy="81701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579" extrusionOk="0">
                    <a:moveTo>
                      <a:pt x="1" y="1"/>
                    </a:moveTo>
                    <a:cubicBezTo>
                      <a:pt x="118" y="748"/>
                      <a:pt x="188" y="1519"/>
                      <a:pt x="211" y="2290"/>
                    </a:cubicBezTo>
                    <a:lnTo>
                      <a:pt x="234" y="4578"/>
                    </a:lnTo>
                    <a:lnTo>
                      <a:pt x="258" y="4578"/>
                    </a:lnTo>
                    <a:cubicBezTo>
                      <a:pt x="398" y="3808"/>
                      <a:pt x="421" y="3037"/>
                      <a:pt x="328" y="2266"/>
                    </a:cubicBezTo>
                    <a:cubicBezTo>
                      <a:pt x="281" y="1496"/>
                      <a:pt x="164" y="748"/>
                      <a:pt x="1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6698" name="Google Shape;16698;p54">
                <a:extLst>
                  <a:ext uri="{FF2B5EF4-FFF2-40B4-BE49-F238E27FC236}">
                    <a16:creationId xmlns:a16="http://schemas.microsoft.com/office/drawing/2014/main" id="{BCF8EDB3-5091-5915-F7A0-0887BFCCFDC8}"/>
                  </a:ext>
                </a:extLst>
              </p:cNvPr>
              <p:cNvSpPr/>
              <p:nvPr/>
            </p:nvSpPr>
            <p:spPr>
              <a:xfrm>
                <a:off x="1626144" y="6651160"/>
                <a:ext cx="14185" cy="91693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139" extrusionOk="0">
                    <a:moveTo>
                      <a:pt x="771" y="1"/>
                    </a:moveTo>
                    <a:cubicBezTo>
                      <a:pt x="747" y="865"/>
                      <a:pt x="654" y="1729"/>
                      <a:pt x="514" y="2593"/>
                    </a:cubicBezTo>
                    <a:cubicBezTo>
                      <a:pt x="350" y="3434"/>
                      <a:pt x="164" y="4274"/>
                      <a:pt x="0" y="5138"/>
                    </a:cubicBezTo>
                    <a:cubicBezTo>
                      <a:pt x="327" y="4321"/>
                      <a:pt x="514" y="3457"/>
                      <a:pt x="631" y="2593"/>
                    </a:cubicBezTo>
                    <a:cubicBezTo>
                      <a:pt x="747" y="1752"/>
                      <a:pt x="794" y="888"/>
                      <a:pt x="794" y="1"/>
                    </a:cubicBezTo>
                    <a:close/>
                  </a:path>
                </a:pathLst>
              </a:custGeom>
              <a:solidFill>
                <a:srgbClr val="401E15">
                  <a:alpha val="132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6797" name="Google Shape;16797;p54">
            <a:extLst>
              <a:ext uri="{FF2B5EF4-FFF2-40B4-BE49-F238E27FC236}">
                <a16:creationId xmlns:a16="http://schemas.microsoft.com/office/drawing/2014/main" id="{72F9923C-AB81-64ED-4771-6561DA560FC7}"/>
              </a:ext>
            </a:extLst>
          </p:cNvPr>
          <p:cNvGrpSpPr/>
          <p:nvPr/>
        </p:nvGrpSpPr>
        <p:grpSpPr>
          <a:xfrm>
            <a:off x="3595619" y="4080338"/>
            <a:ext cx="333882" cy="483472"/>
            <a:chOff x="3595619" y="4080338"/>
            <a:chExt cx="333882" cy="483472"/>
          </a:xfrm>
        </p:grpSpPr>
        <p:sp>
          <p:nvSpPr>
            <p:cNvPr id="16798" name="Google Shape;16798;p54">
              <a:extLst>
                <a:ext uri="{FF2B5EF4-FFF2-40B4-BE49-F238E27FC236}">
                  <a16:creationId xmlns:a16="http://schemas.microsoft.com/office/drawing/2014/main" id="{754372E3-767C-B254-A7D2-4F7C19649467}"/>
                </a:ext>
              </a:extLst>
            </p:cNvPr>
            <p:cNvSpPr/>
            <p:nvPr/>
          </p:nvSpPr>
          <p:spPr>
            <a:xfrm>
              <a:off x="3644069" y="4471961"/>
              <a:ext cx="34125" cy="23384"/>
            </a:xfrm>
            <a:custGeom>
              <a:avLst/>
              <a:gdLst/>
              <a:ahLst/>
              <a:cxnLst/>
              <a:rect l="l" t="t" r="r" b="b"/>
              <a:pathLst>
                <a:path w="162" h="111" extrusionOk="0">
                  <a:moveTo>
                    <a:pt x="31" y="0"/>
                  </a:moveTo>
                  <a:cubicBezTo>
                    <a:pt x="31" y="0"/>
                    <a:pt x="1" y="100"/>
                    <a:pt x="41" y="110"/>
                  </a:cubicBezTo>
                  <a:cubicBezTo>
                    <a:pt x="91" y="110"/>
                    <a:pt x="161" y="100"/>
                    <a:pt x="161" y="90"/>
                  </a:cubicBezTo>
                  <a:cubicBezTo>
                    <a:pt x="161" y="70"/>
                    <a:pt x="151" y="40"/>
                    <a:pt x="1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99" name="Google Shape;16799;p54">
              <a:extLst>
                <a:ext uri="{FF2B5EF4-FFF2-40B4-BE49-F238E27FC236}">
                  <a16:creationId xmlns:a16="http://schemas.microsoft.com/office/drawing/2014/main" id="{60A6F22D-5F14-C8E9-60DB-AC28427E5B76}"/>
                </a:ext>
              </a:extLst>
            </p:cNvPr>
            <p:cNvSpPr/>
            <p:nvPr/>
          </p:nvSpPr>
          <p:spPr>
            <a:xfrm>
              <a:off x="3652495" y="4476175"/>
              <a:ext cx="25699" cy="19170"/>
            </a:xfrm>
            <a:custGeom>
              <a:avLst/>
              <a:gdLst/>
              <a:ahLst/>
              <a:cxnLst/>
              <a:rect l="l" t="t" r="r" b="b"/>
              <a:pathLst>
                <a:path w="122" h="91" extrusionOk="0">
                  <a:moveTo>
                    <a:pt x="11" y="0"/>
                  </a:moveTo>
                  <a:cubicBezTo>
                    <a:pt x="11" y="0"/>
                    <a:pt x="11" y="10"/>
                    <a:pt x="11" y="10"/>
                  </a:cubicBezTo>
                  <a:cubicBezTo>
                    <a:pt x="11" y="20"/>
                    <a:pt x="11" y="20"/>
                    <a:pt x="1" y="30"/>
                  </a:cubicBezTo>
                  <a:cubicBezTo>
                    <a:pt x="11" y="50"/>
                    <a:pt x="11" y="70"/>
                    <a:pt x="11" y="90"/>
                  </a:cubicBezTo>
                  <a:lnTo>
                    <a:pt x="31" y="90"/>
                  </a:lnTo>
                  <a:cubicBezTo>
                    <a:pt x="71" y="90"/>
                    <a:pt x="121" y="70"/>
                    <a:pt x="121" y="70"/>
                  </a:cubicBezTo>
                  <a:lnTo>
                    <a:pt x="121" y="50"/>
                  </a:lnTo>
                  <a:lnTo>
                    <a:pt x="91" y="50"/>
                  </a:lnTo>
                  <a:cubicBezTo>
                    <a:pt x="81" y="50"/>
                    <a:pt x="71" y="60"/>
                    <a:pt x="61" y="60"/>
                  </a:cubicBezTo>
                  <a:cubicBezTo>
                    <a:pt x="51" y="60"/>
                    <a:pt x="51" y="60"/>
                    <a:pt x="41" y="50"/>
                  </a:cubicBezTo>
                  <a:cubicBezTo>
                    <a:pt x="31" y="40"/>
                    <a:pt x="31" y="2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0" name="Google Shape;16800;p54">
              <a:extLst>
                <a:ext uri="{FF2B5EF4-FFF2-40B4-BE49-F238E27FC236}">
                  <a16:creationId xmlns:a16="http://schemas.microsoft.com/office/drawing/2014/main" id="{8051EF4C-EA94-400B-4055-CC804A9A95A2}"/>
                </a:ext>
              </a:extLst>
            </p:cNvPr>
            <p:cNvSpPr/>
            <p:nvPr/>
          </p:nvSpPr>
          <p:spPr>
            <a:xfrm>
              <a:off x="3637749" y="4283839"/>
              <a:ext cx="38338" cy="193388"/>
            </a:xfrm>
            <a:custGeom>
              <a:avLst/>
              <a:gdLst/>
              <a:ahLst/>
              <a:cxnLst/>
              <a:rect l="l" t="t" r="r" b="b"/>
              <a:pathLst>
                <a:path w="182" h="918" extrusionOk="0">
                  <a:moveTo>
                    <a:pt x="91" y="0"/>
                  </a:moveTo>
                  <a:lnTo>
                    <a:pt x="41" y="20"/>
                  </a:lnTo>
                  <a:lnTo>
                    <a:pt x="1" y="231"/>
                  </a:lnTo>
                  <a:lnTo>
                    <a:pt x="41" y="733"/>
                  </a:lnTo>
                  <a:cubicBezTo>
                    <a:pt x="41" y="733"/>
                    <a:pt x="31" y="893"/>
                    <a:pt x="61" y="913"/>
                  </a:cubicBezTo>
                  <a:cubicBezTo>
                    <a:pt x="70" y="916"/>
                    <a:pt x="83" y="917"/>
                    <a:pt x="97" y="917"/>
                  </a:cubicBezTo>
                  <a:cubicBezTo>
                    <a:pt x="131" y="917"/>
                    <a:pt x="171" y="910"/>
                    <a:pt x="171" y="903"/>
                  </a:cubicBezTo>
                  <a:cubicBezTo>
                    <a:pt x="181" y="893"/>
                    <a:pt x="161" y="833"/>
                    <a:pt x="161" y="783"/>
                  </a:cubicBezTo>
                  <a:cubicBezTo>
                    <a:pt x="151" y="743"/>
                    <a:pt x="161" y="723"/>
                    <a:pt x="161" y="652"/>
                  </a:cubicBezTo>
                  <a:cubicBezTo>
                    <a:pt x="151" y="582"/>
                    <a:pt x="141" y="502"/>
                    <a:pt x="141" y="432"/>
                  </a:cubicBezTo>
                  <a:cubicBezTo>
                    <a:pt x="141" y="371"/>
                    <a:pt x="151" y="211"/>
                    <a:pt x="171" y="131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1" name="Google Shape;16801;p54">
              <a:extLst>
                <a:ext uri="{FF2B5EF4-FFF2-40B4-BE49-F238E27FC236}">
                  <a16:creationId xmlns:a16="http://schemas.microsoft.com/office/drawing/2014/main" id="{41C0212D-E9A6-2C0A-A035-C724CA85FE5A}"/>
                </a:ext>
              </a:extLst>
            </p:cNvPr>
            <p:cNvSpPr/>
            <p:nvPr/>
          </p:nvSpPr>
          <p:spPr>
            <a:xfrm>
              <a:off x="3656708" y="4302799"/>
              <a:ext cx="19380" cy="173586"/>
            </a:xfrm>
            <a:custGeom>
              <a:avLst/>
              <a:gdLst/>
              <a:ahLst/>
              <a:cxnLst/>
              <a:rect l="l" t="t" r="r" b="b"/>
              <a:pathLst>
                <a:path w="92" h="824" extrusionOk="0">
                  <a:moveTo>
                    <a:pt x="41" y="1"/>
                  </a:moveTo>
                  <a:lnTo>
                    <a:pt x="41" y="1"/>
                  </a:lnTo>
                  <a:cubicBezTo>
                    <a:pt x="61" y="131"/>
                    <a:pt x="1" y="271"/>
                    <a:pt x="21" y="442"/>
                  </a:cubicBezTo>
                  <a:cubicBezTo>
                    <a:pt x="31" y="602"/>
                    <a:pt x="11" y="703"/>
                    <a:pt x="41" y="823"/>
                  </a:cubicBezTo>
                  <a:cubicBezTo>
                    <a:pt x="61" y="823"/>
                    <a:pt x="81" y="813"/>
                    <a:pt x="81" y="813"/>
                  </a:cubicBezTo>
                  <a:cubicBezTo>
                    <a:pt x="91" y="803"/>
                    <a:pt x="71" y="743"/>
                    <a:pt x="71" y="693"/>
                  </a:cubicBezTo>
                  <a:cubicBezTo>
                    <a:pt x="61" y="653"/>
                    <a:pt x="71" y="633"/>
                    <a:pt x="71" y="562"/>
                  </a:cubicBezTo>
                  <a:cubicBezTo>
                    <a:pt x="61" y="492"/>
                    <a:pt x="51" y="412"/>
                    <a:pt x="51" y="342"/>
                  </a:cubicBezTo>
                  <a:cubicBezTo>
                    <a:pt x="51" y="281"/>
                    <a:pt x="61" y="121"/>
                    <a:pt x="81" y="41"/>
                  </a:cubicBezTo>
                  <a:lnTo>
                    <a:pt x="71" y="2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2" name="Google Shape;16802;p54">
              <a:extLst>
                <a:ext uri="{FF2B5EF4-FFF2-40B4-BE49-F238E27FC236}">
                  <a16:creationId xmlns:a16="http://schemas.microsoft.com/office/drawing/2014/main" id="{D00B3F65-C3D9-6E4C-F807-A3CEDE152078}"/>
                </a:ext>
              </a:extLst>
            </p:cNvPr>
            <p:cNvSpPr/>
            <p:nvPr/>
          </p:nvSpPr>
          <p:spPr>
            <a:xfrm>
              <a:off x="3620897" y="4478281"/>
              <a:ext cx="33915" cy="25490"/>
            </a:xfrm>
            <a:custGeom>
              <a:avLst/>
              <a:gdLst/>
              <a:ahLst/>
              <a:cxnLst/>
              <a:rect l="l" t="t" r="r" b="b"/>
              <a:pathLst>
                <a:path w="161" h="121" extrusionOk="0">
                  <a:moveTo>
                    <a:pt x="21" y="0"/>
                  </a:moveTo>
                  <a:lnTo>
                    <a:pt x="0" y="100"/>
                  </a:lnTo>
                  <a:cubicBezTo>
                    <a:pt x="0" y="110"/>
                    <a:pt x="31" y="121"/>
                    <a:pt x="61" y="121"/>
                  </a:cubicBezTo>
                  <a:cubicBezTo>
                    <a:pt x="101" y="121"/>
                    <a:pt x="151" y="110"/>
                    <a:pt x="161" y="100"/>
                  </a:cubicBezTo>
                  <a:cubicBezTo>
                    <a:pt x="161" y="80"/>
                    <a:pt x="161" y="50"/>
                    <a:pt x="151" y="10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3" name="Google Shape;16803;p54">
              <a:extLst>
                <a:ext uri="{FF2B5EF4-FFF2-40B4-BE49-F238E27FC236}">
                  <a16:creationId xmlns:a16="http://schemas.microsoft.com/office/drawing/2014/main" id="{9D217852-28A7-B693-6A5F-D75016B2A3DF}"/>
                </a:ext>
              </a:extLst>
            </p:cNvPr>
            <p:cNvSpPr/>
            <p:nvPr/>
          </p:nvSpPr>
          <p:spPr>
            <a:xfrm>
              <a:off x="3620897" y="4482494"/>
              <a:ext cx="33915" cy="21277"/>
            </a:xfrm>
            <a:custGeom>
              <a:avLst/>
              <a:gdLst/>
              <a:ahLst/>
              <a:cxnLst/>
              <a:rect l="l" t="t" r="r" b="b"/>
              <a:pathLst>
                <a:path w="161" h="101" extrusionOk="0">
                  <a:moveTo>
                    <a:pt x="21" y="0"/>
                  </a:moveTo>
                  <a:lnTo>
                    <a:pt x="0" y="80"/>
                  </a:lnTo>
                  <a:cubicBezTo>
                    <a:pt x="0" y="90"/>
                    <a:pt x="31" y="101"/>
                    <a:pt x="61" y="101"/>
                  </a:cubicBezTo>
                  <a:lnTo>
                    <a:pt x="71" y="101"/>
                  </a:lnTo>
                  <a:cubicBezTo>
                    <a:pt x="101" y="101"/>
                    <a:pt x="151" y="90"/>
                    <a:pt x="161" y="80"/>
                  </a:cubicBezTo>
                  <a:lnTo>
                    <a:pt x="161" y="70"/>
                  </a:lnTo>
                  <a:cubicBezTo>
                    <a:pt x="151" y="80"/>
                    <a:pt x="141" y="80"/>
                    <a:pt x="131" y="80"/>
                  </a:cubicBezTo>
                  <a:lnTo>
                    <a:pt x="121" y="80"/>
                  </a:lnTo>
                  <a:cubicBezTo>
                    <a:pt x="111" y="70"/>
                    <a:pt x="101" y="70"/>
                    <a:pt x="101" y="70"/>
                  </a:cubicBezTo>
                  <a:lnTo>
                    <a:pt x="91" y="70"/>
                  </a:lnTo>
                  <a:lnTo>
                    <a:pt x="71" y="80"/>
                  </a:lnTo>
                  <a:lnTo>
                    <a:pt x="61" y="40"/>
                  </a:lnTo>
                  <a:cubicBezTo>
                    <a:pt x="61" y="30"/>
                    <a:pt x="61" y="10"/>
                    <a:pt x="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4" name="Google Shape;16804;p54">
              <a:extLst>
                <a:ext uri="{FF2B5EF4-FFF2-40B4-BE49-F238E27FC236}">
                  <a16:creationId xmlns:a16="http://schemas.microsoft.com/office/drawing/2014/main" id="{506637AD-956D-274B-F2A0-D02B1CCAD64C}"/>
                </a:ext>
              </a:extLst>
            </p:cNvPr>
            <p:cNvSpPr/>
            <p:nvPr/>
          </p:nvSpPr>
          <p:spPr>
            <a:xfrm>
              <a:off x="3809009" y="4537478"/>
              <a:ext cx="38128" cy="26333"/>
            </a:xfrm>
            <a:custGeom>
              <a:avLst/>
              <a:gdLst/>
              <a:ahLst/>
              <a:cxnLst/>
              <a:rect l="l" t="t" r="r" b="b"/>
              <a:pathLst>
                <a:path w="181" h="125" extrusionOk="0">
                  <a:moveTo>
                    <a:pt x="141" y="0"/>
                  </a:moveTo>
                  <a:lnTo>
                    <a:pt x="10" y="20"/>
                  </a:lnTo>
                  <a:lnTo>
                    <a:pt x="0" y="120"/>
                  </a:lnTo>
                  <a:cubicBezTo>
                    <a:pt x="7" y="120"/>
                    <a:pt x="22" y="125"/>
                    <a:pt x="47" y="125"/>
                  </a:cubicBezTo>
                  <a:cubicBezTo>
                    <a:pt x="59" y="125"/>
                    <a:pt x="74" y="124"/>
                    <a:pt x="90" y="120"/>
                  </a:cubicBezTo>
                  <a:cubicBezTo>
                    <a:pt x="141" y="120"/>
                    <a:pt x="171" y="110"/>
                    <a:pt x="181" y="100"/>
                  </a:cubicBezTo>
                  <a:cubicBezTo>
                    <a:pt x="181" y="90"/>
                    <a:pt x="161" y="40"/>
                    <a:pt x="1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5" name="Google Shape;16805;p54">
              <a:extLst>
                <a:ext uri="{FF2B5EF4-FFF2-40B4-BE49-F238E27FC236}">
                  <a16:creationId xmlns:a16="http://schemas.microsoft.com/office/drawing/2014/main" id="{198DB33B-05AC-1108-9683-85F07C85A7CE}"/>
                </a:ext>
              </a:extLst>
            </p:cNvPr>
            <p:cNvSpPr/>
            <p:nvPr/>
          </p:nvSpPr>
          <p:spPr>
            <a:xfrm>
              <a:off x="3809009" y="4545904"/>
              <a:ext cx="2317" cy="17064"/>
            </a:xfrm>
            <a:custGeom>
              <a:avLst/>
              <a:gdLst/>
              <a:ahLst/>
              <a:cxnLst/>
              <a:rect l="l" t="t" r="r" b="b"/>
              <a:pathLst>
                <a:path w="11" h="81" extrusionOk="0"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lnTo>
                    <a:pt x="10" y="80"/>
                  </a:lnTo>
                  <a:lnTo>
                    <a:pt x="10" y="80"/>
                  </a:lnTo>
                  <a:close/>
                  <a:moveTo>
                    <a:pt x="10" y="80"/>
                  </a:move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lose/>
                  <a:moveTo>
                    <a:pt x="10" y="80"/>
                  </a:moveTo>
                  <a:cubicBezTo>
                    <a:pt x="0" y="80"/>
                    <a:pt x="0" y="80"/>
                    <a:pt x="0" y="80"/>
                  </a:cubicBezTo>
                  <a:lnTo>
                    <a:pt x="0" y="80"/>
                  </a:lnTo>
                  <a:cubicBezTo>
                    <a:pt x="0" y="80"/>
                    <a:pt x="0" y="80"/>
                    <a:pt x="10" y="80"/>
                  </a:cubicBezTo>
                  <a:close/>
                  <a:moveTo>
                    <a:pt x="0" y="80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B6CD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6" name="Google Shape;16806;p54">
              <a:extLst>
                <a:ext uri="{FF2B5EF4-FFF2-40B4-BE49-F238E27FC236}">
                  <a16:creationId xmlns:a16="http://schemas.microsoft.com/office/drawing/2014/main" id="{54D3F334-4CB2-9CD9-DDD7-408BF32C4DC7}"/>
                </a:ext>
              </a:extLst>
            </p:cNvPr>
            <p:cNvSpPr/>
            <p:nvPr/>
          </p:nvSpPr>
          <p:spPr>
            <a:xfrm>
              <a:off x="3809009" y="4543798"/>
              <a:ext cx="38128" cy="19170"/>
            </a:xfrm>
            <a:custGeom>
              <a:avLst/>
              <a:gdLst/>
              <a:ahLst/>
              <a:cxnLst/>
              <a:rect l="l" t="t" r="r" b="b"/>
              <a:pathLst>
                <a:path w="181" h="91" extrusionOk="0">
                  <a:moveTo>
                    <a:pt x="50" y="0"/>
                  </a:moveTo>
                  <a:cubicBezTo>
                    <a:pt x="30" y="0"/>
                    <a:pt x="20" y="10"/>
                    <a:pt x="10" y="10"/>
                  </a:cubicBezTo>
                  <a:lnTo>
                    <a:pt x="0" y="90"/>
                  </a:lnTo>
                  <a:lnTo>
                    <a:pt x="90" y="90"/>
                  </a:lnTo>
                  <a:cubicBezTo>
                    <a:pt x="131" y="90"/>
                    <a:pt x="161" y="80"/>
                    <a:pt x="171" y="70"/>
                  </a:cubicBezTo>
                  <a:lnTo>
                    <a:pt x="181" y="70"/>
                  </a:lnTo>
                  <a:lnTo>
                    <a:pt x="171" y="50"/>
                  </a:lnTo>
                  <a:cubicBezTo>
                    <a:pt x="151" y="50"/>
                    <a:pt x="121" y="70"/>
                    <a:pt x="111" y="70"/>
                  </a:cubicBezTo>
                  <a:lnTo>
                    <a:pt x="90" y="70"/>
                  </a:lnTo>
                  <a:cubicBezTo>
                    <a:pt x="70" y="70"/>
                    <a:pt x="50" y="70"/>
                    <a:pt x="50" y="60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7" name="Google Shape;16807;p54">
              <a:extLst>
                <a:ext uri="{FF2B5EF4-FFF2-40B4-BE49-F238E27FC236}">
                  <a16:creationId xmlns:a16="http://schemas.microsoft.com/office/drawing/2014/main" id="{E74D62EB-95F1-6E87-DC3F-05747531C777}"/>
                </a:ext>
              </a:extLst>
            </p:cNvPr>
            <p:cNvSpPr/>
            <p:nvPr/>
          </p:nvSpPr>
          <p:spPr>
            <a:xfrm>
              <a:off x="3728751" y="4535160"/>
              <a:ext cx="40234" cy="27807"/>
            </a:xfrm>
            <a:custGeom>
              <a:avLst/>
              <a:gdLst/>
              <a:ahLst/>
              <a:cxnLst/>
              <a:rect l="l" t="t" r="r" b="b"/>
              <a:pathLst>
                <a:path w="191" h="132" extrusionOk="0">
                  <a:moveTo>
                    <a:pt x="30" y="1"/>
                  </a:moveTo>
                  <a:lnTo>
                    <a:pt x="0" y="111"/>
                  </a:lnTo>
                  <a:cubicBezTo>
                    <a:pt x="10" y="111"/>
                    <a:pt x="30" y="131"/>
                    <a:pt x="70" y="131"/>
                  </a:cubicBezTo>
                  <a:cubicBezTo>
                    <a:pt x="120" y="131"/>
                    <a:pt x="161" y="131"/>
                    <a:pt x="181" y="121"/>
                  </a:cubicBezTo>
                  <a:cubicBezTo>
                    <a:pt x="191" y="111"/>
                    <a:pt x="181" y="81"/>
                    <a:pt x="181" y="41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8" name="Google Shape;16808;p54">
              <a:extLst>
                <a:ext uri="{FF2B5EF4-FFF2-40B4-BE49-F238E27FC236}">
                  <a16:creationId xmlns:a16="http://schemas.microsoft.com/office/drawing/2014/main" id="{E1BB36BB-51F8-6B8C-F9D2-A7BE9AD19157}"/>
                </a:ext>
              </a:extLst>
            </p:cNvPr>
            <p:cNvSpPr/>
            <p:nvPr/>
          </p:nvSpPr>
          <p:spPr>
            <a:xfrm>
              <a:off x="3728751" y="4541691"/>
              <a:ext cx="4424" cy="17064"/>
            </a:xfrm>
            <a:custGeom>
              <a:avLst/>
              <a:gdLst/>
              <a:ahLst/>
              <a:cxnLst/>
              <a:rect l="l" t="t" r="r" b="b"/>
              <a:pathLst>
                <a:path w="21" h="81" extrusionOk="0">
                  <a:moveTo>
                    <a:pt x="20" y="0"/>
                  </a:moveTo>
                  <a:cubicBezTo>
                    <a:pt x="10" y="30"/>
                    <a:pt x="0" y="70"/>
                    <a:pt x="0" y="8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B6CD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9" name="Google Shape;16809;p54">
              <a:extLst>
                <a:ext uri="{FF2B5EF4-FFF2-40B4-BE49-F238E27FC236}">
                  <a16:creationId xmlns:a16="http://schemas.microsoft.com/office/drawing/2014/main" id="{B3ADA5BF-A29B-1C95-4297-5BA0F59908F2}"/>
                </a:ext>
              </a:extLst>
            </p:cNvPr>
            <p:cNvSpPr/>
            <p:nvPr/>
          </p:nvSpPr>
          <p:spPr>
            <a:xfrm>
              <a:off x="3728751" y="4541691"/>
              <a:ext cx="38128" cy="21277"/>
            </a:xfrm>
            <a:custGeom>
              <a:avLst/>
              <a:gdLst/>
              <a:ahLst/>
              <a:cxnLst/>
              <a:rect l="l" t="t" r="r" b="b"/>
              <a:pathLst>
                <a:path w="181" h="101" extrusionOk="0">
                  <a:moveTo>
                    <a:pt x="20" y="0"/>
                  </a:moveTo>
                  <a:lnTo>
                    <a:pt x="0" y="80"/>
                  </a:lnTo>
                  <a:cubicBezTo>
                    <a:pt x="10" y="80"/>
                    <a:pt x="30" y="100"/>
                    <a:pt x="70" y="100"/>
                  </a:cubicBezTo>
                  <a:lnTo>
                    <a:pt x="100" y="100"/>
                  </a:lnTo>
                  <a:cubicBezTo>
                    <a:pt x="140" y="100"/>
                    <a:pt x="171" y="100"/>
                    <a:pt x="181" y="90"/>
                  </a:cubicBezTo>
                  <a:lnTo>
                    <a:pt x="181" y="70"/>
                  </a:lnTo>
                  <a:cubicBezTo>
                    <a:pt x="161" y="80"/>
                    <a:pt x="120" y="80"/>
                    <a:pt x="100" y="80"/>
                  </a:cubicBezTo>
                  <a:lnTo>
                    <a:pt x="80" y="80"/>
                  </a:lnTo>
                  <a:cubicBezTo>
                    <a:pt x="60" y="70"/>
                    <a:pt x="40" y="60"/>
                    <a:pt x="40" y="40"/>
                  </a:cubicBezTo>
                  <a:lnTo>
                    <a:pt x="50" y="10"/>
                  </a:lnTo>
                  <a:cubicBezTo>
                    <a:pt x="30" y="10"/>
                    <a:pt x="30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0" name="Google Shape;16810;p54">
              <a:extLst>
                <a:ext uri="{FF2B5EF4-FFF2-40B4-BE49-F238E27FC236}">
                  <a16:creationId xmlns:a16="http://schemas.microsoft.com/office/drawing/2014/main" id="{156FA068-FA48-C2BF-31B2-84ADC2D782D7}"/>
                </a:ext>
              </a:extLst>
            </p:cNvPr>
            <p:cNvSpPr/>
            <p:nvPr/>
          </p:nvSpPr>
          <p:spPr>
            <a:xfrm>
              <a:off x="3595619" y="4080759"/>
              <a:ext cx="257836" cy="465353"/>
            </a:xfrm>
            <a:custGeom>
              <a:avLst/>
              <a:gdLst/>
              <a:ahLst/>
              <a:cxnLst/>
              <a:rect l="l" t="t" r="r" b="b"/>
              <a:pathLst>
                <a:path w="1224" h="2209" extrusionOk="0">
                  <a:moveTo>
                    <a:pt x="331" y="1"/>
                  </a:moveTo>
                  <a:cubicBezTo>
                    <a:pt x="311" y="1"/>
                    <a:pt x="292" y="4"/>
                    <a:pt x="271" y="11"/>
                  </a:cubicBezTo>
                  <a:cubicBezTo>
                    <a:pt x="181" y="52"/>
                    <a:pt x="120" y="72"/>
                    <a:pt x="80" y="142"/>
                  </a:cubicBezTo>
                  <a:cubicBezTo>
                    <a:pt x="30" y="222"/>
                    <a:pt x="0" y="373"/>
                    <a:pt x="40" y="523"/>
                  </a:cubicBezTo>
                  <a:cubicBezTo>
                    <a:pt x="80" y="673"/>
                    <a:pt x="70" y="694"/>
                    <a:pt x="100" y="824"/>
                  </a:cubicBezTo>
                  <a:cubicBezTo>
                    <a:pt x="120" y="954"/>
                    <a:pt x="171" y="1155"/>
                    <a:pt x="161" y="1225"/>
                  </a:cubicBezTo>
                  <a:cubicBezTo>
                    <a:pt x="151" y="1295"/>
                    <a:pt x="151" y="1335"/>
                    <a:pt x="161" y="1406"/>
                  </a:cubicBezTo>
                  <a:cubicBezTo>
                    <a:pt x="171" y="1486"/>
                    <a:pt x="171" y="1586"/>
                    <a:pt x="161" y="1656"/>
                  </a:cubicBezTo>
                  <a:cubicBezTo>
                    <a:pt x="141" y="1727"/>
                    <a:pt x="151" y="1777"/>
                    <a:pt x="151" y="1807"/>
                  </a:cubicBezTo>
                  <a:cubicBezTo>
                    <a:pt x="151" y="1837"/>
                    <a:pt x="130" y="1887"/>
                    <a:pt x="141" y="1897"/>
                  </a:cubicBezTo>
                  <a:cubicBezTo>
                    <a:pt x="141" y="1907"/>
                    <a:pt x="151" y="1907"/>
                    <a:pt x="191" y="1907"/>
                  </a:cubicBezTo>
                  <a:lnTo>
                    <a:pt x="231" y="1907"/>
                  </a:lnTo>
                  <a:cubicBezTo>
                    <a:pt x="241" y="1909"/>
                    <a:pt x="248" y="1910"/>
                    <a:pt x="255" y="1910"/>
                  </a:cubicBezTo>
                  <a:cubicBezTo>
                    <a:pt x="288" y="1910"/>
                    <a:pt x="279" y="1887"/>
                    <a:pt x="271" y="1837"/>
                  </a:cubicBezTo>
                  <a:cubicBezTo>
                    <a:pt x="271" y="1787"/>
                    <a:pt x="291" y="1737"/>
                    <a:pt x="281" y="1687"/>
                  </a:cubicBezTo>
                  <a:cubicBezTo>
                    <a:pt x="271" y="1636"/>
                    <a:pt x="261" y="1476"/>
                    <a:pt x="271" y="1396"/>
                  </a:cubicBezTo>
                  <a:cubicBezTo>
                    <a:pt x="281" y="1325"/>
                    <a:pt x="271" y="1315"/>
                    <a:pt x="271" y="1245"/>
                  </a:cubicBezTo>
                  <a:cubicBezTo>
                    <a:pt x="271" y="1175"/>
                    <a:pt x="281" y="1035"/>
                    <a:pt x="281" y="1035"/>
                  </a:cubicBezTo>
                  <a:cubicBezTo>
                    <a:pt x="411" y="1145"/>
                    <a:pt x="612" y="1145"/>
                    <a:pt x="622" y="1155"/>
                  </a:cubicBezTo>
                  <a:cubicBezTo>
                    <a:pt x="642" y="1165"/>
                    <a:pt x="652" y="1235"/>
                    <a:pt x="662" y="1295"/>
                  </a:cubicBezTo>
                  <a:cubicBezTo>
                    <a:pt x="672" y="1345"/>
                    <a:pt x="722" y="1556"/>
                    <a:pt x="712" y="1636"/>
                  </a:cubicBezTo>
                  <a:cubicBezTo>
                    <a:pt x="692" y="1707"/>
                    <a:pt x="712" y="1747"/>
                    <a:pt x="712" y="1827"/>
                  </a:cubicBezTo>
                  <a:cubicBezTo>
                    <a:pt x="712" y="1897"/>
                    <a:pt x="692" y="2038"/>
                    <a:pt x="672" y="2098"/>
                  </a:cubicBezTo>
                  <a:cubicBezTo>
                    <a:pt x="652" y="2168"/>
                    <a:pt x="642" y="2168"/>
                    <a:pt x="652" y="2188"/>
                  </a:cubicBezTo>
                  <a:cubicBezTo>
                    <a:pt x="662" y="2198"/>
                    <a:pt x="772" y="2208"/>
                    <a:pt x="793" y="2208"/>
                  </a:cubicBezTo>
                  <a:cubicBezTo>
                    <a:pt x="823" y="2208"/>
                    <a:pt x="813" y="2198"/>
                    <a:pt x="813" y="2148"/>
                  </a:cubicBezTo>
                  <a:cubicBezTo>
                    <a:pt x="803" y="2098"/>
                    <a:pt x="823" y="2038"/>
                    <a:pt x="813" y="1967"/>
                  </a:cubicBezTo>
                  <a:cubicBezTo>
                    <a:pt x="803" y="1887"/>
                    <a:pt x="833" y="1757"/>
                    <a:pt x="843" y="1697"/>
                  </a:cubicBezTo>
                  <a:cubicBezTo>
                    <a:pt x="853" y="1626"/>
                    <a:pt x="823" y="1596"/>
                    <a:pt x="823" y="1486"/>
                  </a:cubicBezTo>
                  <a:cubicBezTo>
                    <a:pt x="833" y="1376"/>
                    <a:pt x="843" y="1275"/>
                    <a:pt x="843" y="1275"/>
                  </a:cubicBezTo>
                  <a:cubicBezTo>
                    <a:pt x="883" y="1302"/>
                    <a:pt x="923" y="1306"/>
                    <a:pt x="945" y="1306"/>
                  </a:cubicBezTo>
                  <a:cubicBezTo>
                    <a:pt x="956" y="1306"/>
                    <a:pt x="963" y="1305"/>
                    <a:pt x="963" y="1305"/>
                  </a:cubicBezTo>
                  <a:cubicBezTo>
                    <a:pt x="963" y="1305"/>
                    <a:pt x="973" y="1426"/>
                    <a:pt x="963" y="1546"/>
                  </a:cubicBezTo>
                  <a:cubicBezTo>
                    <a:pt x="963" y="1656"/>
                    <a:pt x="963" y="1687"/>
                    <a:pt x="983" y="1767"/>
                  </a:cubicBezTo>
                  <a:cubicBezTo>
                    <a:pt x="993" y="1847"/>
                    <a:pt x="993" y="2058"/>
                    <a:pt x="1003" y="2098"/>
                  </a:cubicBezTo>
                  <a:cubicBezTo>
                    <a:pt x="1013" y="2128"/>
                    <a:pt x="1003" y="2198"/>
                    <a:pt x="1013" y="2198"/>
                  </a:cubicBezTo>
                  <a:lnTo>
                    <a:pt x="1164" y="2178"/>
                  </a:lnTo>
                  <a:cubicBezTo>
                    <a:pt x="1164" y="2168"/>
                    <a:pt x="1134" y="2138"/>
                    <a:pt x="1134" y="2108"/>
                  </a:cubicBezTo>
                  <a:cubicBezTo>
                    <a:pt x="1134" y="2068"/>
                    <a:pt x="1113" y="1937"/>
                    <a:pt x="1093" y="1837"/>
                  </a:cubicBezTo>
                  <a:cubicBezTo>
                    <a:pt x="1073" y="1747"/>
                    <a:pt x="1103" y="1727"/>
                    <a:pt x="1113" y="1666"/>
                  </a:cubicBezTo>
                  <a:cubicBezTo>
                    <a:pt x="1113" y="1596"/>
                    <a:pt x="1113" y="1416"/>
                    <a:pt x="1144" y="1295"/>
                  </a:cubicBezTo>
                  <a:cubicBezTo>
                    <a:pt x="1164" y="1175"/>
                    <a:pt x="1144" y="1125"/>
                    <a:pt x="1174" y="1045"/>
                  </a:cubicBezTo>
                  <a:cubicBezTo>
                    <a:pt x="1214" y="964"/>
                    <a:pt x="1224" y="874"/>
                    <a:pt x="1204" y="724"/>
                  </a:cubicBezTo>
                  <a:cubicBezTo>
                    <a:pt x="1204" y="724"/>
                    <a:pt x="1124" y="262"/>
                    <a:pt x="1033" y="252"/>
                  </a:cubicBezTo>
                  <a:cubicBezTo>
                    <a:pt x="933" y="242"/>
                    <a:pt x="823" y="212"/>
                    <a:pt x="692" y="152"/>
                  </a:cubicBezTo>
                  <a:cubicBezTo>
                    <a:pt x="562" y="92"/>
                    <a:pt x="612" y="62"/>
                    <a:pt x="522" y="42"/>
                  </a:cubicBezTo>
                  <a:cubicBezTo>
                    <a:pt x="447" y="27"/>
                    <a:pt x="389" y="1"/>
                    <a:pt x="331" y="1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2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1" name="Google Shape;16811;p54">
              <a:extLst>
                <a:ext uri="{FF2B5EF4-FFF2-40B4-BE49-F238E27FC236}">
                  <a16:creationId xmlns:a16="http://schemas.microsoft.com/office/drawing/2014/main" id="{71E588F5-71BC-67B2-815D-82F80F33F540}"/>
                </a:ext>
              </a:extLst>
            </p:cNvPr>
            <p:cNvSpPr/>
            <p:nvPr/>
          </p:nvSpPr>
          <p:spPr>
            <a:xfrm>
              <a:off x="3811116" y="4229066"/>
              <a:ext cx="40234" cy="60460"/>
            </a:xfrm>
            <a:custGeom>
              <a:avLst/>
              <a:gdLst/>
              <a:ahLst/>
              <a:cxnLst/>
              <a:rect l="l" t="t" r="r" b="b"/>
              <a:pathLst>
                <a:path w="191" h="287" extrusionOk="0">
                  <a:moveTo>
                    <a:pt x="66" y="1"/>
                  </a:moveTo>
                  <a:cubicBezTo>
                    <a:pt x="42" y="1"/>
                    <a:pt x="25" y="6"/>
                    <a:pt x="20" y="20"/>
                  </a:cubicBezTo>
                  <a:cubicBezTo>
                    <a:pt x="0" y="140"/>
                    <a:pt x="60" y="170"/>
                    <a:pt x="90" y="250"/>
                  </a:cubicBezTo>
                  <a:cubicBezTo>
                    <a:pt x="97" y="275"/>
                    <a:pt x="107" y="287"/>
                    <a:pt x="119" y="287"/>
                  </a:cubicBezTo>
                  <a:cubicBezTo>
                    <a:pt x="144" y="287"/>
                    <a:pt x="177" y="233"/>
                    <a:pt x="191" y="150"/>
                  </a:cubicBezTo>
                  <a:cubicBezTo>
                    <a:pt x="191" y="120"/>
                    <a:pt x="191" y="70"/>
                    <a:pt x="181" y="20"/>
                  </a:cubicBezTo>
                  <a:cubicBezTo>
                    <a:pt x="137" y="9"/>
                    <a:pt x="96" y="1"/>
                    <a:pt x="66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2" name="Google Shape;16812;p54">
              <a:extLst>
                <a:ext uri="{FF2B5EF4-FFF2-40B4-BE49-F238E27FC236}">
                  <a16:creationId xmlns:a16="http://schemas.microsoft.com/office/drawing/2014/main" id="{58DA8DAD-392F-52E9-06D1-F95157AD6BB1}"/>
                </a:ext>
              </a:extLst>
            </p:cNvPr>
            <p:cNvSpPr/>
            <p:nvPr/>
          </p:nvSpPr>
          <p:spPr>
            <a:xfrm>
              <a:off x="3610365" y="4080338"/>
              <a:ext cx="207280" cy="222038"/>
            </a:xfrm>
            <a:custGeom>
              <a:avLst/>
              <a:gdLst/>
              <a:ahLst/>
              <a:cxnLst/>
              <a:rect l="l" t="t" r="r" b="b"/>
              <a:pathLst>
                <a:path w="984" h="1054" extrusionOk="0">
                  <a:moveTo>
                    <a:pt x="258" y="1"/>
                  </a:moveTo>
                  <a:cubicBezTo>
                    <a:pt x="238" y="1"/>
                    <a:pt x="219" y="4"/>
                    <a:pt x="201" y="13"/>
                  </a:cubicBezTo>
                  <a:cubicBezTo>
                    <a:pt x="111" y="54"/>
                    <a:pt x="50" y="74"/>
                    <a:pt x="10" y="144"/>
                  </a:cubicBezTo>
                  <a:lnTo>
                    <a:pt x="0" y="164"/>
                  </a:lnTo>
                  <a:lnTo>
                    <a:pt x="10" y="174"/>
                  </a:lnTo>
                  <a:cubicBezTo>
                    <a:pt x="40" y="204"/>
                    <a:pt x="101" y="204"/>
                    <a:pt x="131" y="234"/>
                  </a:cubicBezTo>
                  <a:cubicBezTo>
                    <a:pt x="141" y="254"/>
                    <a:pt x="141" y="284"/>
                    <a:pt x="141" y="314"/>
                  </a:cubicBezTo>
                  <a:cubicBezTo>
                    <a:pt x="141" y="344"/>
                    <a:pt x="131" y="365"/>
                    <a:pt x="121" y="395"/>
                  </a:cubicBezTo>
                  <a:cubicBezTo>
                    <a:pt x="121" y="485"/>
                    <a:pt x="341" y="545"/>
                    <a:pt x="341" y="635"/>
                  </a:cubicBezTo>
                  <a:cubicBezTo>
                    <a:pt x="351" y="696"/>
                    <a:pt x="321" y="746"/>
                    <a:pt x="331" y="806"/>
                  </a:cubicBezTo>
                  <a:cubicBezTo>
                    <a:pt x="341" y="886"/>
                    <a:pt x="251" y="946"/>
                    <a:pt x="311" y="986"/>
                  </a:cubicBezTo>
                  <a:cubicBezTo>
                    <a:pt x="336" y="995"/>
                    <a:pt x="353" y="1009"/>
                    <a:pt x="375" y="1009"/>
                  </a:cubicBezTo>
                  <a:cubicBezTo>
                    <a:pt x="380" y="1009"/>
                    <a:pt x="386" y="1008"/>
                    <a:pt x="391" y="1006"/>
                  </a:cubicBezTo>
                  <a:cubicBezTo>
                    <a:pt x="432" y="996"/>
                    <a:pt x="442" y="956"/>
                    <a:pt x="482" y="946"/>
                  </a:cubicBezTo>
                  <a:cubicBezTo>
                    <a:pt x="485" y="944"/>
                    <a:pt x="488" y="943"/>
                    <a:pt x="492" y="943"/>
                  </a:cubicBezTo>
                  <a:cubicBezTo>
                    <a:pt x="524" y="943"/>
                    <a:pt x="576" y="1018"/>
                    <a:pt x="612" y="1037"/>
                  </a:cubicBezTo>
                  <a:cubicBezTo>
                    <a:pt x="636" y="1048"/>
                    <a:pt x="659" y="1053"/>
                    <a:pt x="683" y="1053"/>
                  </a:cubicBezTo>
                  <a:cubicBezTo>
                    <a:pt x="699" y="1053"/>
                    <a:pt x="716" y="1051"/>
                    <a:pt x="733" y="1047"/>
                  </a:cubicBezTo>
                  <a:lnTo>
                    <a:pt x="803" y="1047"/>
                  </a:lnTo>
                  <a:cubicBezTo>
                    <a:pt x="833" y="1047"/>
                    <a:pt x="863" y="1047"/>
                    <a:pt x="883" y="1037"/>
                  </a:cubicBezTo>
                  <a:cubicBezTo>
                    <a:pt x="913" y="1016"/>
                    <a:pt x="923" y="996"/>
                    <a:pt x="943" y="966"/>
                  </a:cubicBezTo>
                  <a:cubicBezTo>
                    <a:pt x="963" y="936"/>
                    <a:pt x="983" y="896"/>
                    <a:pt x="973" y="856"/>
                  </a:cubicBezTo>
                  <a:cubicBezTo>
                    <a:pt x="973" y="826"/>
                    <a:pt x="953" y="806"/>
                    <a:pt x="943" y="776"/>
                  </a:cubicBezTo>
                  <a:cubicBezTo>
                    <a:pt x="903" y="726"/>
                    <a:pt x="773" y="756"/>
                    <a:pt x="733" y="696"/>
                  </a:cubicBezTo>
                  <a:cubicBezTo>
                    <a:pt x="702" y="645"/>
                    <a:pt x="863" y="575"/>
                    <a:pt x="763" y="505"/>
                  </a:cubicBezTo>
                  <a:cubicBezTo>
                    <a:pt x="712" y="475"/>
                    <a:pt x="602" y="415"/>
                    <a:pt x="552" y="385"/>
                  </a:cubicBezTo>
                  <a:lnTo>
                    <a:pt x="532" y="365"/>
                  </a:lnTo>
                  <a:cubicBezTo>
                    <a:pt x="522" y="354"/>
                    <a:pt x="532" y="324"/>
                    <a:pt x="552" y="314"/>
                  </a:cubicBezTo>
                  <a:cubicBezTo>
                    <a:pt x="572" y="304"/>
                    <a:pt x="592" y="294"/>
                    <a:pt x="602" y="284"/>
                  </a:cubicBezTo>
                  <a:cubicBezTo>
                    <a:pt x="612" y="264"/>
                    <a:pt x="612" y="234"/>
                    <a:pt x="602" y="214"/>
                  </a:cubicBezTo>
                  <a:cubicBezTo>
                    <a:pt x="592" y="184"/>
                    <a:pt x="572" y="174"/>
                    <a:pt x="552" y="154"/>
                  </a:cubicBezTo>
                  <a:cubicBezTo>
                    <a:pt x="502" y="114"/>
                    <a:pt x="452" y="74"/>
                    <a:pt x="402" y="34"/>
                  </a:cubicBezTo>
                  <a:cubicBezTo>
                    <a:pt x="353" y="20"/>
                    <a:pt x="304" y="1"/>
                    <a:pt x="258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3" name="Google Shape;16813;p54">
              <a:extLst>
                <a:ext uri="{FF2B5EF4-FFF2-40B4-BE49-F238E27FC236}">
                  <a16:creationId xmlns:a16="http://schemas.microsoft.com/office/drawing/2014/main" id="{370F1895-165D-4822-86B0-912A3B5E4792}"/>
                </a:ext>
              </a:extLst>
            </p:cNvPr>
            <p:cNvSpPr/>
            <p:nvPr/>
          </p:nvSpPr>
          <p:spPr>
            <a:xfrm>
              <a:off x="3838500" y="4237282"/>
              <a:ext cx="4424" cy="4424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" y="21"/>
                  </a:moveTo>
                  <a:lnTo>
                    <a:pt x="21" y="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8F2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4" name="Google Shape;16814;p54">
              <a:extLst>
                <a:ext uri="{FF2B5EF4-FFF2-40B4-BE49-F238E27FC236}">
                  <a16:creationId xmlns:a16="http://schemas.microsoft.com/office/drawing/2014/main" id="{CE4800CE-4AB9-0039-5B58-BF57C1CD8A7B}"/>
                </a:ext>
              </a:extLst>
            </p:cNvPr>
            <p:cNvSpPr/>
            <p:nvPr/>
          </p:nvSpPr>
          <p:spPr>
            <a:xfrm>
              <a:off x="3677984" y="4083077"/>
              <a:ext cx="173365" cy="154416"/>
            </a:xfrm>
            <a:custGeom>
              <a:avLst/>
              <a:gdLst/>
              <a:ahLst/>
              <a:cxnLst/>
              <a:rect l="l" t="t" r="r" b="b"/>
              <a:pathLst>
                <a:path w="823" h="733" extrusionOk="0">
                  <a:moveTo>
                    <a:pt x="0" y="0"/>
                  </a:moveTo>
                  <a:cubicBezTo>
                    <a:pt x="60" y="10"/>
                    <a:pt x="101" y="61"/>
                    <a:pt x="191" y="121"/>
                  </a:cubicBezTo>
                  <a:cubicBezTo>
                    <a:pt x="281" y="181"/>
                    <a:pt x="502" y="281"/>
                    <a:pt x="582" y="291"/>
                  </a:cubicBezTo>
                  <a:cubicBezTo>
                    <a:pt x="662" y="311"/>
                    <a:pt x="823" y="652"/>
                    <a:pt x="783" y="733"/>
                  </a:cubicBezTo>
                  <a:lnTo>
                    <a:pt x="813" y="713"/>
                  </a:lnTo>
                  <a:cubicBezTo>
                    <a:pt x="813" y="683"/>
                    <a:pt x="753" y="392"/>
                    <a:pt x="682" y="281"/>
                  </a:cubicBezTo>
                  <a:lnTo>
                    <a:pt x="622" y="241"/>
                  </a:lnTo>
                  <a:cubicBezTo>
                    <a:pt x="532" y="231"/>
                    <a:pt x="422" y="201"/>
                    <a:pt x="301" y="141"/>
                  </a:cubicBezTo>
                  <a:lnTo>
                    <a:pt x="281" y="131"/>
                  </a:lnTo>
                  <a:lnTo>
                    <a:pt x="271" y="131"/>
                  </a:lnTo>
                  <a:cubicBezTo>
                    <a:pt x="231" y="101"/>
                    <a:pt x="151" y="61"/>
                    <a:pt x="91" y="21"/>
                  </a:cubicBezTo>
                  <a:cubicBezTo>
                    <a:pt x="60" y="10"/>
                    <a:pt x="30" y="0"/>
                    <a:pt x="0" y="0"/>
                  </a:cubicBezTo>
                  <a:close/>
                </a:path>
              </a:pathLst>
            </a:custGeom>
            <a:solidFill>
              <a:srgbClr val="401E15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5" name="Google Shape;16815;p54">
              <a:extLst>
                <a:ext uri="{FF2B5EF4-FFF2-40B4-BE49-F238E27FC236}">
                  <a16:creationId xmlns:a16="http://schemas.microsoft.com/office/drawing/2014/main" id="{663EDB54-3BB7-6504-DD97-0E35E66AECB1}"/>
                </a:ext>
              </a:extLst>
            </p:cNvPr>
            <p:cNvSpPr/>
            <p:nvPr/>
          </p:nvSpPr>
          <p:spPr>
            <a:xfrm>
              <a:off x="3809009" y="4543798"/>
              <a:ext cx="2317" cy="2317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cubicBezTo>
                    <a:pt x="0" y="10"/>
                    <a:pt x="0" y="10"/>
                    <a:pt x="10" y="1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B4CB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6" name="Google Shape;16816;p54">
              <a:extLst>
                <a:ext uri="{FF2B5EF4-FFF2-40B4-BE49-F238E27FC236}">
                  <a16:creationId xmlns:a16="http://schemas.microsoft.com/office/drawing/2014/main" id="{C45A7BB1-08AD-B95E-9FFF-BF79614B9A24}"/>
                </a:ext>
              </a:extLst>
            </p:cNvPr>
            <p:cNvSpPr/>
            <p:nvPr/>
          </p:nvSpPr>
          <p:spPr>
            <a:xfrm>
              <a:off x="3819542" y="4541691"/>
              <a:ext cx="4424" cy="2317"/>
            </a:xfrm>
            <a:custGeom>
              <a:avLst/>
              <a:gdLst/>
              <a:ahLst/>
              <a:cxnLst/>
              <a:rect l="l" t="t" r="r" b="b"/>
              <a:pathLst>
                <a:path w="21" h="11" extrusionOk="0">
                  <a:moveTo>
                    <a:pt x="20" y="0"/>
                  </a:moveTo>
                  <a:lnTo>
                    <a:pt x="0" y="10"/>
                  </a:lnTo>
                  <a:lnTo>
                    <a:pt x="10" y="10"/>
                  </a:lnTo>
                  <a:cubicBezTo>
                    <a:pt x="10" y="10"/>
                    <a:pt x="20" y="10"/>
                    <a:pt x="20" y="0"/>
                  </a:cubicBezTo>
                  <a:close/>
                </a:path>
              </a:pathLst>
            </a:custGeom>
            <a:solidFill>
              <a:srgbClr val="7675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7" name="Google Shape;16817;p54">
              <a:extLst>
                <a:ext uri="{FF2B5EF4-FFF2-40B4-BE49-F238E27FC236}">
                  <a16:creationId xmlns:a16="http://schemas.microsoft.com/office/drawing/2014/main" id="{A6F803F3-6404-3F58-AEAD-8966131E8A01}"/>
                </a:ext>
              </a:extLst>
            </p:cNvPr>
            <p:cNvSpPr/>
            <p:nvPr/>
          </p:nvSpPr>
          <p:spPr>
            <a:xfrm>
              <a:off x="3811116" y="4543798"/>
              <a:ext cx="211" cy="2317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0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9EAF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8" name="Google Shape;16818;p54">
              <a:extLst>
                <a:ext uri="{FF2B5EF4-FFF2-40B4-BE49-F238E27FC236}">
                  <a16:creationId xmlns:a16="http://schemas.microsoft.com/office/drawing/2014/main" id="{20EA51CD-5975-1484-E32F-D4601675918C}"/>
                </a:ext>
              </a:extLst>
            </p:cNvPr>
            <p:cNvSpPr/>
            <p:nvPr/>
          </p:nvSpPr>
          <p:spPr>
            <a:xfrm>
              <a:off x="3811116" y="4543798"/>
              <a:ext cx="8637" cy="2317"/>
            </a:xfrm>
            <a:custGeom>
              <a:avLst/>
              <a:gdLst/>
              <a:ahLst/>
              <a:cxnLst/>
              <a:rect l="l" t="t" r="r" b="b"/>
              <a:pathLst>
                <a:path w="41" h="11" extrusionOk="0">
                  <a:moveTo>
                    <a:pt x="0" y="0"/>
                  </a:moveTo>
                  <a:lnTo>
                    <a:pt x="0" y="10"/>
                  </a:lnTo>
                  <a:cubicBezTo>
                    <a:pt x="10" y="10"/>
                    <a:pt x="20" y="0"/>
                    <a:pt x="40" y="0"/>
                  </a:cubicBezTo>
                  <a:close/>
                </a:path>
              </a:pathLst>
            </a:custGeom>
            <a:solidFill>
              <a:srgbClr val="6765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9" name="Google Shape;16819;p54">
              <a:extLst>
                <a:ext uri="{FF2B5EF4-FFF2-40B4-BE49-F238E27FC236}">
                  <a16:creationId xmlns:a16="http://schemas.microsoft.com/office/drawing/2014/main" id="{F8DC30AC-2C85-109D-5D8D-B04BAE8DD6D2}"/>
                </a:ext>
              </a:extLst>
            </p:cNvPr>
            <p:cNvSpPr/>
            <p:nvPr/>
          </p:nvSpPr>
          <p:spPr>
            <a:xfrm>
              <a:off x="3798477" y="4334609"/>
              <a:ext cx="25489" cy="209399"/>
            </a:xfrm>
            <a:custGeom>
              <a:avLst/>
              <a:gdLst/>
              <a:ahLst/>
              <a:cxnLst/>
              <a:rect l="l" t="t" r="r" b="b"/>
              <a:pathLst>
                <a:path w="121" h="994" extrusionOk="0">
                  <a:moveTo>
                    <a:pt x="110" y="0"/>
                  </a:moveTo>
                  <a:cubicBezTo>
                    <a:pt x="90" y="50"/>
                    <a:pt x="60" y="80"/>
                    <a:pt x="0" y="100"/>
                  </a:cubicBezTo>
                  <a:cubicBezTo>
                    <a:pt x="0" y="100"/>
                    <a:pt x="10" y="161"/>
                    <a:pt x="10" y="241"/>
                  </a:cubicBezTo>
                  <a:cubicBezTo>
                    <a:pt x="10" y="271"/>
                    <a:pt x="10" y="311"/>
                    <a:pt x="0" y="341"/>
                  </a:cubicBezTo>
                  <a:cubicBezTo>
                    <a:pt x="0" y="371"/>
                    <a:pt x="0" y="391"/>
                    <a:pt x="0" y="411"/>
                  </a:cubicBezTo>
                  <a:cubicBezTo>
                    <a:pt x="0" y="472"/>
                    <a:pt x="10" y="502"/>
                    <a:pt x="20" y="562"/>
                  </a:cubicBezTo>
                  <a:cubicBezTo>
                    <a:pt x="30" y="632"/>
                    <a:pt x="30" y="803"/>
                    <a:pt x="30" y="863"/>
                  </a:cubicBezTo>
                  <a:cubicBezTo>
                    <a:pt x="30" y="873"/>
                    <a:pt x="40" y="883"/>
                    <a:pt x="40" y="893"/>
                  </a:cubicBezTo>
                  <a:cubicBezTo>
                    <a:pt x="50" y="923"/>
                    <a:pt x="40" y="993"/>
                    <a:pt x="50" y="993"/>
                  </a:cubicBezTo>
                  <a:lnTo>
                    <a:pt x="100" y="993"/>
                  </a:lnTo>
                  <a:lnTo>
                    <a:pt x="120" y="983"/>
                  </a:lnTo>
                  <a:cubicBezTo>
                    <a:pt x="110" y="933"/>
                    <a:pt x="40" y="582"/>
                    <a:pt x="50" y="542"/>
                  </a:cubicBezTo>
                  <a:cubicBezTo>
                    <a:pt x="60" y="492"/>
                    <a:pt x="60" y="371"/>
                    <a:pt x="60" y="301"/>
                  </a:cubicBezTo>
                  <a:cubicBezTo>
                    <a:pt x="60" y="231"/>
                    <a:pt x="100" y="70"/>
                    <a:pt x="110" y="20"/>
                  </a:cubicBezTo>
                  <a:cubicBezTo>
                    <a:pt x="110" y="10"/>
                    <a:pt x="120" y="0"/>
                    <a:pt x="11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0" name="Google Shape;16820;p54">
              <a:extLst>
                <a:ext uri="{FF2B5EF4-FFF2-40B4-BE49-F238E27FC236}">
                  <a16:creationId xmlns:a16="http://schemas.microsoft.com/office/drawing/2014/main" id="{E8CA68BD-E480-94F8-B027-8DF2B9EB2182}"/>
                </a:ext>
              </a:extLst>
            </p:cNvPr>
            <p:cNvSpPr/>
            <p:nvPr/>
          </p:nvSpPr>
          <p:spPr>
            <a:xfrm>
              <a:off x="3664713" y="4245709"/>
              <a:ext cx="169784" cy="113126"/>
            </a:xfrm>
            <a:custGeom>
              <a:avLst/>
              <a:gdLst/>
              <a:ahLst/>
              <a:cxnLst/>
              <a:rect l="l" t="t" r="r" b="b"/>
              <a:pathLst>
                <a:path w="806" h="537" extrusionOk="0">
                  <a:moveTo>
                    <a:pt x="635" y="1"/>
                  </a:moveTo>
                  <a:cubicBezTo>
                    <a:pt x="635" y="1"/>
                    <a:pt x="625" y="21"/>
                    <a:pt x="605" y="31"/>
                  </a:cubicBezTo>
                  <a:cubicBezTo>
                    <a:pt x="595" y="51"/>
                    <a:pt x="575" y="61"/>
                    <a:pt x="555" y="61"/>
                  </a:cubicBezTo>
                  <a:cubicBezTo>
                    <a:pt x="495" y="61"/>
                    <a:pt x="545" y="121"/>
                    <a:pt x="545" y="161"/>
                  </a:cubicBezTo>
                  <a:cubicBezTo>
                    <a:pt x="545" y="201"/>
                    <a:pt x="545" y="231"/>
                    <a:pt x="525" y="252"/>
                  </a:cubicBezTo>
                  <a:cubicBezTo>
                    <a:pt x="524" y="252"/>
                    <a:pt x="523" y="253"/>
                    <a:pt x="521" y="253"/>
                  </a:cubicBezTo>
                  <a:cubicBezTo>
                    <a:pt x="507" y="253"/>
                    <a:pt x="471" y="211"/>
                    <a:pt x="434" y="201"/>
                  </a:cubicBezTo>
                  <a:cubicBezTo>
                    <a:pt x="424" y="196"/>
                    <a:pt x="414" y="194"/>
                    <a:pt x="406" y="194"/>
                  </a:cubicBezTo>
                  <a:cubicBezTo>
                    <a:pt x="397" y="194"/>
                    <a:pt x="389" y="196"/>
                    <a:pt x="384" y="201"/>
                  </a:cubicBezTo>
                  <a:cubicBezTo>
                    <a:pt x="371" y="201"/>
                    <a:pt x="362" y="206"/>
                    <a:pt x="352" y="206"/>
                  </a:cubicBezTo>
                  <a:cubicBezTo>
                    <a:pt x="346" y="206"/>
                    <a:pt x="341" y="205"/>
                    <a:pt x="334" y="201"/>
                  </a:cubicBezTo>
                  <a:cubicBezTo>
                    <a:pt x="304" y="171"/>
                    <a:pt x="304" y="141"/>
                    <a:pt x="284" y="121"/>
                  </a:cubicBezTo>
                  <a:cubicBezTo>
                    <a:pt x="264" y="94"/>
                    <a:pt x="244" y="77"/>
                    <a:pt x="230" y="77"/>
                  </a:cubicBezTo>
                  <a:cubicBezTo>
                    <a:pt x="223" y="77"/>
                    <a:pt x="217" y="81"/>
                    <a:pt x="214" y="91"/>
                  </a:cubicBezTo>
                  <a:cubicBezTo>
                    <a:pt x="195" y="117"/>
                    <a:pt x="188" y="127"/>
                    <a:pt x="181" y="127"/>
                  </a:cubicBezTo>
                  <a:cubicBezTo>
                    <a:pt x="169" y="127"/>
                    <a:pt x="160" y="100"/>
                    <a:pt x="103" y="81"/>
                  </a:cubicBezTo>
                  <a:cubicBezTo>
                    <a:pt x="97" y="79"/>
                    <a:pt x="91" y="78"/>
                    <a:pt x="86" y="78"/>
                  </a:cubicBezTo>
                  <a:cubicBezTo>
                    <a:pt x="19" y="78"/>
                    <a:pt x="0" y="232"/>
                    <a:pt x="83" y="242"/>
                  </a:cubicBezTo>
                  <a:cubicBezTo>
                    <a:pt x="174" y="252"/>
                    <a:pt x="123" y="322"/>
                    <a:pt x="83" y="322"/>
                  </a:cubicBezTo>
                  <a:cubicBezTo>
                    <a:pt x="113" y="332"/>
                    <a:pt x="144" y="342"/>
                    <a:pt x="174" y="352"/>
                  </a:cubicBezTo>
                  <a:cubicBezTo>
                    <a:pt x="194" y="352"/>
                    <a:pt x="284" y="362"/>
                    <a:pt x="294" y="372"/>
                  </a:cubicBezTo>
                  <a:cubicBezTo>
                    <a:pt x="314" y="382"/>
                    <a:pt x="314" y="462"/>
                    <a:pt x="334" y="512"/>
                  </a:cubicBezTo>
                  <a:cubicBezTo>
                    <a:pt x="345" y="529"/>
                    <a:pt x="362" y="536"/>
                    <a:pt x="377" y="536"/>
                  </a:cubicBezTo>
                  <a:cubicBezTo>
                    <a:pt x="389" y="536"/>
                    <a:pt x="400" y="531"/>
                    <a:pt x="404" y="522"/>
                  </a:cubicBezTo>
                  <a:cubicBezTo>
                    <a:pt x="424" y="495"/>
                    <a:pt x="450" y="486"/>
                    <a:pt x="476" y="486"/>
                  </a:cubicBezTo>
                  <a:cubicBezTo>
                    <a:pt x="515" y="486"/>
                    <a:pt x="553" y="506"/>
                    <a:pt x="565" y="512"/>
                  </a:cubicBezTo>
                  <a:cubicBezTo>
                    <a:pt x="605" y="522"/>
                    <a:pt x="635" y="522"/>
                    <a:pt x="635" y="522"/>
                  </a:cubicBezTo>
                  <a:cubicBezTo>
                    <a:pt x="715" y="502"/>
                    <a:pt x="755" y="442"/>
                    <a:pt x="775" y="332"/>
                  </a:cubicBezTo>
                  <a:cubicBezTo>
                    <a:pt x="806" y="221"/>
                    <a:pt x="705" y="231"/>
                    <a:pt x="705" y="111"/>
                  </a:cubicBezTo>
                  <a:cubicBezTo>
                    <a:pt x="705" y="71"/>
                    <a:pt x="695" y="11"/>
                    <a:pt x="635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1" name="Google Shape;16821;p54">
              <a:extLst>
                <a:ext uri="{FF2B5EF4-FFF2-40B4-BE49-F238E27FC236}">
                  <a16:creationId xmlns:a16="http://schemas.microsoft.com/office/drawing/2014/main" id="{6BC9A825-0C20-1990-9560-85A799BC77C6}"/>
                </a:ext>
              </a:extLst>
            </p:cNvPr>
            <p:cNvSpPr/>
            <p:nvPr/>
          </p:nvSpPr>
          <p:spPr>
            <a:xfrm>
              <a:off x="3815329" y="4311225"/>
              <a:ext cx="25489" cy="155048"/>
            </a:xfrm>
            <a:custGeom>
              <a:avLst/>
              <a:gdLst/>
              <a:ahLst/>
              <a:cxnLst/>
              <a:rect l="l" t="t" r="r" b="b"/>
              <a:pathLst>
                <a:path w="121" h="736" extrusionOk="0">
                  <a:moveTo>
                    <a:pt x="121" y="1"/>
                  </a:moveTo>
                  <a:cubicBezTo>
                    <a:pt x="91" y="71"/>
                    <a:pt x="81" y="91"/>
                    <a:pt x="60" y="201"/>
                  </a:cubicBezTo>
                  <a:cubicBezTo>
                    <a:pt x="40" y="322"/>
                    <a:pt x="40" y="492"/>
                    <a:pt x="30" y="552"/>
                  </a:cubicBezTo>
                  <a:cubicBezTo>
                    <a:pt x="20" y="613"/>
                    <a:pt x="0" y="723"/>
                    <a:pt x="30" y="733"/>
                  </a:cubicBezTo>
                  <a:cubicBezTo>
                    <a:pt x="30" y="735"/>
                    <a:pt x="31" y="736"/>
                    <a:pt x="31" y="736"/>
                  </a:cubicBezTo>
                  <a:cubicBezTo>
                    <a:pt x="34" y="736"/>
                    <a:pt x="42" y="719"/>
                    <a:pt x="50" y="703"/>
                  </a:cubicBezTo>
                  <a:cubicBezTo>
                    <a:pt x="40" y="653"/>
                    <a:pt x="60" y="623"/>
                    <a:pt x="70" y="572"/>
                  </a:cubicBezTo>
                  <a:cubicBezTo>
                    <a:pt x="70" y="502"/>
                    <a:pt x="70" y="322"/>
                    <a:pt x="101" y="201"/>
                  </a:cubicBezTo>
                  <a:cubicBezTo>
                    <a:pt x="121" y="101"/>
                    <a:pt x="111" y="51"/>
                    <a:pt x="121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2" name="Google Shape;16822;p54">
              <a:extLst>
                <a:ext uri="{FF2B5EF4-FFF2-40B4-BE49-F238E27FC236}">
                  <a16:creationId xmlns:a16="http://schemas.microsoft.com/office/drawing/2014/main" id="{9CA638A4-5EC7-ECB2-FF2C-9757ED558D81}"/>
                </a:ext>
              </a:extLst>
            </p:cNvPr>
            <p:cNvSpPr/>
            <p:nvPr/>
          </p:nvSpPr>
          <p:spPr>
            <a:xfrm>
              <a:off x="3825861" y="4497873"/>
              <a:ext cx="14956" cy="46135"/>
            </a:xfrm>
            <a:custGeom>
              <a:avLst/>
              <a:gdLst/>
              <a:ahLst/>
              <a:cxnLst/>
              <a:rect l="l" t="t" r="r" b="b"/>
              <a:pathLst>
                <a:path w="71" h="219" extrusionOk="0">
                  <a:moveTo>
                    <a:pt x="13" y="1"/>
                  </a:moveTo>
                  <a:cubicBezTo>
                    <a:pt x="1" y="1"/>
                    <a:pt x="2" y="69"/>
                    <a:pt x="10" y="138"/>
                  </a:cubicBezTo>
                  <a:cubicBezTo>
                    <a:pt x="10" y="168"/>
                    <a:pt x="10" y="198"/>
                    <a:pt x="20" y="218"/>
                  </a:cubicBezTo>
                  <a:cubicBezTo>
                    <a:pt x="41" y="208"/>
                    <a:pt x="71" y="208"/>
                    <a:pt x="71" y="198"/>
                  </a:cubicBezTo>
                  <a:cubicBezTo>
                    <a:pt x="71" y="188"/>
                    <a:pt x="41" y="158"/>
                    <a:pt x="41" y="128"/>
                  </a:cubicBezTo>
                  <a:cubicBezTo>
                    <a:pt x="41" y="108"/>
                    <a:pt x="31" y="58"/>
                    <a:pt x="20" y="7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3" name="Google Shape;16823;p54">
              <a:extLst>
                <a:ext uri="{FF2B5EF4-FFF2-40B4-BE49-F238E27FC236}">
                  <a16:creationId xmlns:a16="http://schemas.microsoft.com/office/drawing/2014/main" id="{05DABE9E-251E-268C-650A-54B2823A13CD}"/>
                </a:ext>
              </a:extLst>
            </p:cNvPr>
            <p:cNvSpPr/>
            <p:nvPr/>
          </p:nvSpPr>
          <p:spPr>
            <a:xfrm>
              <a:off x="3791946" y="4104143"/>
              <a:ext cx="80679" cy="141776"/>
            </a:xfrm>
            <a:custGeom>
              <a:avLst/>
              <a:gdLst/>
              <a:ahLst/>
              <a:cxnLst/>
              <a:rect l="l" t="t" r="r" b="b"/>
              <a:pathLst>
                <a:path w="383" h="673" extrusionOk="0">
                  <a:moveTo>
                    <a:pt x="181" y="1"/>
                  </a:moveTo>
                  <a:cubicBezTo>
                    <a:pt x="51" y="1"/>
                    <a:pt x="21" y="71"/>
                    <a:pt x="21" y="121"/>
                  </a:cubicBezTo>
                  <a:cubicBezTo>
                    <a:pt x="11" y="171"/>
                    <a:pt x="11" y="221"/>
                    <a:pt x="11" y="252"/>
                  </a:cubicBezTo>
                  <a:cubicBezTo>
                    <a:pt x="1" y="272"/>
                    <a:pt x="21" y="272"/>
                    <a:pt x="21" y="292"/>
                  </a:cubicBezTo>
                  <a:cubicBezTo>
                    <a:pt x="21" y="312"/>
                    <a:pt x="21" y="312"/>
                    <a:pt x="21" y="342"/>
                  </a:cubicBezTo>
                  <a:cubicBezTo>
                    <a:pt x="31" y="362"/>
                    <a:pt x="31" y="452"/>
                    <a:pt x="51" y="492"/>
                  </a:cubicBezTo>
                  <a:cubicBezTo>
                    <a:pt x="71" y="542"/>
                    <a:pt x="71" y="593"/>
                    <a:pt x="91" y="623"/>
                  </a:cubicBezTo>
                  <a:cubicBezTo>
                    <a:pt x="101" y="653"/>
                    <a:pt x="151" y="673"/>
                    <a:pt x="202" y="673"/>
                  </a:cubicBezTo>
                  <a:cubicBezTo>
                    <a:pt x="242" y="673"/>
                    <a:pt x="282" y="673"/>
                    <a:pt x="312" y="643"/>
                  </a:cubicBezTo>
                  <a:cubicBezTo>
                    <a:pt x="332" y="623"/>
                    <a:pt x="322" y="552"/>
                    <a:pt x="342" y="502"/>
                  </a:cubicBezTo>
                  <a:cubicBezTo>
                    <a:pt x="352" y="442"/>
                    <a:pt x="342" y="382"/>
                    <a:pt x="342" y="352"/>
                  </a:cubicBezTo>
                  <a:cubicBezTo>
                    <a:pt x="352" y="332"/>
                    <a:pt x="352" y="322"/>
                    <a:pt x="362" y="312"/>
                  </a:cubicBezTo>
                  <a:cubicBezTo>
                    <a:pt x="362" y="302"/>
                    <a:pt x="362" y="272"/>
                    <a:pt x="372" y="252"/>
                  </a:cubicBezTo>
                  <a:cubicBezTo>
                    <a:pt x="382" y="231"/>
                    <a:pt x="342" y="91"/>
                    <a:pt x="322" y="51"/>
                  </a:cubicBezTo>
                  <a:cubicBezTo>
                    <a:pt x="292" y="21"/>
                    <a:pt x="242" y="1"/>
                    <a:pt x="1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4" name="Google Shape;16824;p54">
              <a:extLst>
                <a:ext uri="{FF2B5EF4-FFF2-40B4-BE49-F238E27FC236}">
                  <a16:creationId xmlns:a16="http://schemas.microsoft.com/office/drawing/2014/main" id="{DC87930C-15FE-28DB-2F7F-17F092647DDD}"/>
                </a:ext>
              </a:extLst>
            </p:cNvPr>
            <p:cNvSpPr/>
            <p:nvPr/>
          </p:nvSpPr>
          <p:spPr>
            <a:xfrm>
              <a:off x="3798477" y="4104143"/>
              <a:ext cx="63406" cy="19381"/>
            </a:xfrm>
            <a:custGeom>
              <a:avLst/>
              <a:gdLst/>
              <a:ahLst/>
              <a:cxnLst/>
              <a:rect l="l" t="t" r="r" b="b"/>
              <a:pathLst>
                <a:path w="301" h="92" extrusionOk="0">
                  <a:moveTo>
                    <a:pt x="150" y="1"/>
                  </a:moveTo>
                  <a:cubicBezTo>
                    <a:pt x="60" y="1"/>
                    <a:pt x="10" y="41"/>
                    <a:pt x="0" y="71"/>
                  </a:cubicBezTo>
                  <a:cubicBezTo>
                    <a:pt x="9" y="53"/>
                    <a:pt x="20" y="47"/>
                    <a:pt x="36" y="47"/>
                  </a:cubicBezTo>
                  <a:cubicBezTo>
                    <a:pt x="56" y="47"/>
                    <a:pt x="82" y="55"/>
                    <a:pt x="120" y="61"/>
                  </a:cubicBezTo>
                  <a:cubicBezTo>
                    <a:pt x="128" y="62"/>
                    <a:pt x="135" y="63"/>
                    <a:pt x="142" y="63"/>
                  </a:cubicBezTo>
                  <a:cubicBezTo>
                    <a:pt x="169" y="63"/>
                    <a:pt x="194" y="55"/>
                    <a:pt x="215" y="55"/>
                  </a:cubicBezTo>
                  <a:cubicBezTo>
                    <a:pt x="233" y="55"/>
                    <a:pt x="249" y="61"/>
                    <a:pt x="261" y="81"/>
                  </a:cubicBezTo>
                  <a:lnTo>
                    <a:pt x="301" y="91"/>
                  </a:lnTo>
                  <a:lnTo>
                    <a:pt x="291" y="51"/>
                  </a:lnTo>
                  <a:cubicBezTo>
                    <a:pt x="261" y="21"/>
                    <a:pt x="211" y="1"/>
                    <a:pt x="15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5" name="Google Shape;16825;p54">
              <a:extLst>
                <a:ext uri="{FF2B5EF4-FFF2-40B4-BE49-F238E27FC236}">
                  <a16:creationId xmlns:a16="http://schemas.microsoft.com/office/drawing/2014/main" id="{044813B7-3830-5510-0BDF-B5F975DC52D3}"/>
                </a:ext>
              </a:extLst>
            </p:cNvPr>
            <p:cNvSpPr/>
            <p:nvPr/>
          </p:nvSpPr>
          <p:spPr>
            <a:xfrm>
              <a:off x="3851139" y="4243602"/>
              <a:ext cx="211" cy="21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B9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6" name="Google Shape;16826;p54">
              <a:extLst>
                <a:ext uri="{FF2B5EF4-FFF2-40B4-BE49-F238E27FC236}">
                  <a16:creationId xmlns:a16="http://schemas.microsoft.com/office/drawing/2014/main" id="{4F76BD39-68A5-484E-CE0E-A6E32EB95D76}"/>
                </a:ext>
              </a:extLst>
            </p:cNvPr>
            <p:cNvSpPr/>
            <p:nvPr/>
          </p:nvSpPr>
          <p:spPr>
            <a:xfrm>
              <a:off x="3851139" y="4243602"/>
              <a:ext cx="211" cy="21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7" name="Google Shape;16827;p54">
              <a:extLst>
                <a:ext uri="{FF2B5EF4-FFF2-40B4-BE49-F238E27FC236}">
                  <a16:creationId xmlns:a16="http://schemas.microsoft.com/office/drawing/2014/main" id="{7491D4CE-37E3-3E2C-2017-8017723EC279}"/>
                </a:ext>
              </a:extLst>
            </p:cNvPr>
            <p:cNvSpPr/>
            <p:nvPr/>
          </p:nvSpPr>
          <p:spPr>
            <a:xfrm>
              <a:off x="3819542" y="4241495"/>
              <a:ext cx="31808" cy="4424"/>
            </a:xfrm>
            <a:custGeom>
              <a:avLst/>
              <a:gdLst/>
              <a:ahLst/>
              <a:cxnLst/>
              <a:rect l="l" t="t" r="r" b="b"/>
              <a:pathLst>
                <a:path w="151" h="21" extrusionOk="0">
                  <a:moveTo>
                    <a:pt x="91" y="21"/>
                  </a:moveTo>
                  <a:cubicBezTo>
                    <a:pt x="81" y="21"/>
                    <a:pt x="71" y="21"/>
                    <a:pt x="71" y="21"/>
                  </a:cubicBezTo>
                  <a:cubicBezTo>
                    <a:pt x="71" y="21"/>
                    <a:pt x="81" y="21"/>
                    <a:pt x="91" y="21"/>
                  </a:cubicBezTo>
                  <a:cubicBezTo>
                    <a:pt x="111" y="21"/>
                    <a:pt x="131" y="21"/>
                    <a:pt x="151" y="11"/>
                  </a:cubicBezTo>
                  <a:lnTo>
                    <a:pt x="151" y="11"/>
                  </a:lnTo>
                  <a:cubicBezTo>
                    <a:pt x="131" y="21"/>
                    <a:pt x="111" y="21"/>
                    <a:pt x="91" y="21"/>
                  </a:cubicBezTo>
                  <a:close/>
                  <a:moveTo>
                    <a:pt x="61" y="21"/>
                  </a:moveTo>
                  <a:lnTo>
                    <a:pt x="61" y="21"/>
                  </a:lnTo>
                  <a:lnTo>
                    <a:pt x="61" y="21"/>
                  </a:lnTo>
                  <a:close/>
                  <a:moveTo>
                    <a:pt x="61" y="21"/>
                  </a:moveTo>
                  <a:cubicBezTo>
                    <a:pt x="50" y="21"/>
                    <a:pt x="40" y="21"/>
                    <a:pt x="30" y="11"/>
                  </a:cubicBezTo>
                  <a:cubicBezTo>
                    <a:pt x="40" y="21"/>
                    <a:pt x="50" y="21"/>
                    <a:pt x="61" y="21"/>
                  </a:cubicBezTo>
                  <a:close/>
                  <a:moveTo>
                    <a:pt x="30" y="11"/>
                  </a:moveTo>
                  <a:cubicBezTo>
                    <a:pt x="30" y="11"/>
                    <a:pt x="30" y="11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lnTo>
                    <a:pt x="20" y="11"/>
                  </a:lnTo>
                  <a:lnTo>
                    <a:pt x="20" y="11"/>
                  </a:ln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0" y="11"/>
                  </a:moveTo>
                  <a:lnTo>
                    <a:pt x="0" y="1"/>
                  </a:lnTo>
                  <a:lnTo>
                    <a:pt x="0" y="11"/>
                  </a:ln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AB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8" name="Google Shape;16828;p54">
              <a:extLst>
                <a:ext uri="{FF2B5EF4-FFF2-40B4-BE49-F238E27FC236}">
                  <a16:creationId xmlns:a16="http://schemas.microsoft.com/office/drawing/2014/main" id="{BDEA9A42-319D-E9EE-A3A8-BA66998F3579}"/>
                </a:ext>
              </a:extLst>
            </p:cNvPr>
            <p:cNvSpPr/>
            <p:nvPr/>
          </p:nvSpPr>
          <p:spPr>
            <a:xfrm>
              <a:off x="3815329" y="4216216"/>
              <a:ext cx="40234" cy="25490"/>
            </a:xfrm>
            <a:custGeom>
              <a:avLst/>
              <a:gdLst/>
              <a:ahLst/>
              <a:cxnLst/>
              <a:rect l="l" t="t" r="r" b="b"/>
              <a:pathLst>
                <a:path w="191" h="121" extrusionOk="0">
                  <a:moveTo>
                    <a:pt x="30" y="30"/>
                  </a:moveTo>
                  <a:cubicBezTo>
                    <a:pt x="50" y="30"/>
                    <a:pt x="70" y="71"/>
                    <a:pt x="60" y="81"/>
                  </a:cubicBezTo>
                  <a:lnTo>
                    <a:pt x="50" y="71"/>
                  </a:lnTo>
                  <a:lnTo>
                    <a:pt x="50" y="51"/>
                  </a:lnTo>
                  <a:lnTo>
                    <a:pt x="30" y="30"/>
                  </a:lnTo>
                  <a:close/>
                  <a:moveTo>
                    <a:pt x="161" y="30"/>
                  </a:moveTo>
                  <a:lnTo>
                    <a:pt x="151" y="51"/>
                  </a:lnTo>
                  <a:lnTo>
                    <a:pt x="151" y="71"/>
                  </a:lnTo>
                  <a:lnTo>
                    <a:pt x="141" y="81"/>
                  </a:lnTo>
                  <a:cubicBezTo>
                    <a:pt x="131" y="71"/>
                    <a:pt x="151" y="30"/>
                    <a:pt x="161" y="30"/>
                  </a:cubicBezTo>
                  <a:close/>
                  <a:moveTo>
                    <a:pt x="141" y="0"/>
                  </a:moveTo>
                  <a:cubicBezTo>
                    <a:pt x="141" y="0"/>
                    <a:pt x="131" y="10"/>
                    <a:pt x="121" y="10"/>
                  </a:cubicBezTo>
                  <a:lnTo>
                    <a:pt x="50" y="10"/>
                  </a:lnTo>
                  <a:cubicBezTo>
                    <a:pt x="40" y="10"/>
                    <a:pt x="30" y="10"/>
                    <a:pt x="20" y="20"/>
                  </a:cubicBezTo>
                  <a:cubicBezTo>
                    <a:pt x="0" y="30"/>
                    <a:pt x="40" y="81"/>
                    <a:pt x="30" y="91"/>
                  </a:cubicBezTo>
                  <a:lnTo>
                    <a:pt x="20" y="121"/>
                  </a:lnTo>
                  <a:lnTo>
                    <a:pt x="40" y="121"/>
                  </a:lnTo>
                  <a:cubicBezTo>
                    <a:pt x="60" y="121"/>
                    <a:pt x="70" y="121"/>
                    <a:pt x="81" y="111"/>
                  </a:cubicBezTo>
                  <a:lnTo>
                    <a:pt x="141" y="111"/>
                  </a:lnTo>
                  <a:cubicBezTo>
                    <a:pt x="141" y="111"/>
                    <a:pt x="151" y="121"/>
                    <a:pt x="161" y="121"/>
                  </a:cubicBezTo>
                  <a:cubicBezTo>
                    <a:pt x="161" y="121"/>
                    <a:pt x="171" y="121"/>
                    <a:pt x="171" y="111"/>
                  </a:cubicBezTo>
                  <a:cubicBezTo>
                    <a:pt x="171" y="101"/>
                    <a:pt x="161" y="91"/>
                    <a:pt x="161" y="81"/>
                  </a:cubicBezTo>
                  <a:cubicBezTo>
                    <a:pt x="161" y="71"/>
                    <a:pt x="191" y="40"/>
                    <a:pt x="181" y="20"/>
                  </a:cubicBezTo>
                  <a:cubicBezTo>
                    <a:pt x="171" y="10"/>
                    <a:pt x="161" y="0"/>
                    <a:pt x="141" y="0"/>
                  </a:cubicBez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9" name="Google Shape;16829;p54">
              <a:extLst>
                <a:ext uri="{FF2B5EF4-FFF2-40B4-BE49-F238E27FC236}">
                  <a16:creationId xmlns:a16="http://schemas.microsoft.com/office/drawing/2014/main" id="{4524D495-7BBC-78E4-7393-8C299757D9AB}"/>
                </a:ext>
              </a:extLst>
            </p:cNvPr>
            <p:cNvSpPr/>
            <p:nvPr/>
          </p:nvSpPr>
          <p:spPr>
            <a:xfrm>
              <a:off x="3821648" y="4222536"/>
              <a:ext cx="8637" cy="10744"/>
            </a:xfrm>
            <a:custGeom>
              <a:avLst/>
              <a:gdLst/>
              <a:ahLst/>
              <a:cxnLst/>
              <a:rect l="l" t="t" r="r" b="b"/>
              <a:pathLst>
                <a:path w="41" h="51" extrusionOk="0">
                  <a:moveTo>
                    <a:pt x="0" y="0"/>
                  </a:moveTo>
                  <a:lnTo>
                    <a:pt x="20" y="21"/>
                  </a:lnTo>
                  <a:lnTo>
                    <a:pt x="20" y="41"/>
                  </a:lnTo>
                  <a:lnTo>
                    <a:pt x="30" y="51"/>
                  </a:lnTo>
                  <a:cubicBezTo>
                    <a:pt x="40" y="41"/>
                    <a:pt x="20" y="0"/>
                    <a:pt x="0" y="0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0" name="Google Shape;16830;p54">
              <a:extLst>
                <a:ext uri="{FF2B5EF4-FFF2-40B4-BE49-F238E27FC236}">
                  <a16:creationId xmlns:a16="http://schemas.microsoft.com/office/drawing/2014/main" id="{6064A56C-FF5D-D4B1-F693-763CA6A23DC3}"/>
                </a:ext>
              </a:extLst>
            </p:cNvPr>
            <p:cNvSpPr/>
            <p:nvPr/>
          </p:nvSpPr>
          <p:spPr>
            <a:xfrm>
              <a:off x="3842713" y="4222536"/>
              <a:ext cx="6530" cy="10744"/>
            </a:xfrm>
            <a:custGeom>
              <a:avLst/>
              <a:gdLst/>
              <a:ahLst/>
              <a:cxnLst/>
              <a:rect l="l" t="t" r="r" b="b"/>
              <a:pathLst>
                <a:path w="31" h="51" extrusionOk="0">
                  <a:moveTo>
                    <a:pt x="31" y="0"/>
                  </a:moveTo>
                  <a:cubicBezTo>
                    <a:pt x="21" y="0"/>
                    <a:pt x="1" y="41"/>
                    <a:pt x="11" y="51"/>
                  </a:cubicBezTo>
                  <a:lnTo>
                    <a:pt x="21" y="41"/>
                  </a:lnTo>
                  <a:lnTo>
                    <a:pt x="21" y="2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1" name="Google Shape;16831;p54">
              <a:extLst>
                <a:ext uri="{FF2B5EF4-FFF2-40B4-BE49-F238E27FC236}">
                  <a16:creationId xmlns:a16="http://schemas.microsoft.com/office/drawing/2014/main" id="{7928FB5D-B79D-9CAB-AB6D-07C7CCB506F5}"/>
                </a:ext>
              </a:extLst>
            </p:cNvPr>
            <p:cNvSpPr/>
            <p:nvPr/>
          </p:nvSpPr>
          <p:spPr>
            <a:xfrm>
              <a:off x="3823755" y="4243602"/>
              <a:ext cx="10743" cy="2317"/>
            </a:xfrm>
            <a:custGeom>
              <a:avLst/>
              <a:gdLst/>
              <a:ahLst/>
              <a:cxnLst/>
              <a:rect l="l" t="t" r="r" b="b"/>
              <a:pathLst>
                <a:path w="51" h="11" extrusionOk="0">
                  <a:moveTo>
                    <a:pt x="51" y="11"/>
                  </a:moveTo>
                  <a:lnTo>
                    <a:pt x="51" y="11"/>
                  </a:lnTo>
                  <a:lnTo>
                    <a:pt x="41" y="11"/>
                  </a:lnTo>
                  <a:lnTo>
                    <a:pt x="51" y="11"/>
                  </a:lnTo>
                  <a:lnTo>
                    <a:pt x="51" y="11"/>
                  </a:lnTo>
                  <a:close/>
                  <a:moveTo>
                    <a:pt x="41" y="11"/>
                  </a:moveTo>
                  <a:lnTo>
                    <a:pt x="41" y="11"/>
                  </a:lnTo>
                  <a:lnTo>
                    <a:pt x="41" y="11"/>
                  </a:lnTo>
                  <a:close/>
                  <a:moveTo>
                    <a:pt x="10" y="1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lose/>
                  <a:moveTo>
                    <a:pt x="10" y="1"/>
                  </a:moveTo>
                  <a:cubicBezTo>
                    <a:pt x="10" y="1"/>
                    <a:pt x="0" y="1"/>
                    <a:pt x="0" y="1"/>
                  </a:cubicBezTo>
                  <a:cubicBezTo>
                    <a:pt x="0" y="1"/>
                    <a:pt x="10" y="1"/>
                    <a:pt x="10" y="1"/>
                  </a:cubicBezTo>
                  <a:close/>
                </a:path>
              </a:pathLst>
            </a:custGeom>
            <a:solidFill>
              <a:srgbClr val="CEC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2" name="Google Shape;16832;p54">
              <a:extLst>
                <a:ext uri="{FF2B5EF4-FFF2-40B4-BE49-F238E27FC236}">
                  <a16:creationId xmlns:a16="http://schemas.microsoft.com/office/drawing/2014/main" id="{9AD5182F-32EB-DC1E-4AFD-72AB4E5E9322}"/>
                </a:ext>
              </a:extLst>
            </p:cNvPr>
            <p:cNvSpPr/>
            <p:nvPr/>
          </p:nvSpPr>
          <p:spPr>
            <a:xfrm>
              <a:off x="3819542" y="4241495"/>
              <a:ext cx="4424" cy="2317"/>
            </a:xfrm>
            <a:custGeom>
              <a:avLst/>
              <a:gdLst/>
              <a:ahLst/>
              <a:cxnLst/>
              <a:rect l="l" t="t" r="r" b="b"/>
              <a:pathLst>
                <a:path w="21" h="11" extrusionOk="0"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20" y="11"/>
                  </a:moveTo>
                  <a:cubicBezTo>
                    <a:pt x="20" y="11"/>
                    <a:pt x="10" y="11"/>
                    <a:pt x="10" y="11"/>
                  </a:cubicBezTo>
                  <a:cubicBezTo>
                    <a:pt x="10" y="11"/>
                    <a:pt x="20" y="11"/>
                    <a:pt x="2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1"/>
                  </a:moveTo>
                  <a:lnTo>
                    <a:pt x="0" y="11"/>
                  </a:lnTo>
                  <a:lnTo>
                    <a:pt x="10" y="11"/>
                  </a:ln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EC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3" name="Google Shape;16833;p54">
              <a:extLst>
                <a:ext uri="{FF2B5EF4-FFF2-40B4-BE49-F238E27FC236}">
                  <a16:creationId xmlns:a16="http://schemas.microsoft.com/office/drawing/2014/main" id="{0EC5C6ED-E2BF-8360-0596-D767F08BF20C}"/>
                </a:ext>
              </a:extLst>
            </p:cNvPr>
            <p:cNvSpPr/>
            <p:nvPr/>
          </p:nvSpPr>
          <p:spPr>
            <a:xfrm>
              <a:off x="3851139" y="4237282"/>
              <a:ext cx="6530" cy="6531"/>
            </a:xfrm>
            <a:custGeom>
              <a:avLst/>
              <a:gdLst/>
              <a:ahLst/>
              <a:cxnLst/>
              <a:rect l="l" t="t" r="r" b="b"/>
              <a:pathLst>
                <a:path w="31" h="31" extrusionOk="0">
                  <a:moveTo>
                    <a:pt x="31" y="1"/>
                  </a:moveTo>
                  <a:cubicBezTo>
                    <a:pt x="31" y="11"/>
                    <a:pt x="21" y="11"/>
                    <a:pt x="1" y="11"/>
                  </a:cubicBezTo>
                  <a:cubicBezTo>
                    <a:pt x="1" y="21"/>
                    <a:pt x="1" y="31"/>
                    <a:pt x="1" y="31"/>
                  </a:cubicBezTo>
                  <a:cubicBezTo>
                    <a:pt x="11" y="31"/>
                    <a:pt x="21" y="21"/>
                    <a:pt x="31" y="11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BBB2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4" name="Google Shape;16834;p54">
              <a:extLst>
                <a:ext uri="{FF2B5EF4-FFF2-40B4-BE49-F238E27FC236}">
                  <a16:creationId xmlns:a16="http://schemas.microsoft.com/office/drawing/2014/main" id="{33177006-B084-1B60-E982-40FB418A053F}"/>
                </a:ext>
              </a:extLst>
            </p:cNvPr>
            <p:cNvSpPr/>
            <p:nvPr/>
          </p:nvSpPr>
          <p:spPr>
            <a:xfrm>
              <a:off x="3819542" y="4241495"/>
              <a:ext cx="14956" cy="4424"/>
            </a:xfrm>
            <a:custGeom>
              <a:avLst/>
              <a:gdLst/>
              <a:ahLst/>
              <a:cxnLst/>
              <a:rect l="l" t="t" r="r" b="b"/>
              <a:pathLst>
                <a:path w="71" h="21" extrusionOk="0">
                  <a:moveTo>
                    <a:pt x="0" y="1"/>
                  </a:moveTo>
                  <a:lnTo>
                    <a:pt x="0" y="11"/>
                  </a:lnTo>
                  <a:lnTo>
                    <a:pt x="24" y="11"/>
                  </a:lnTo>
                  <a:cubicBezTo>
                    <a:pt x="15" y="8"/>
                    <a:pt x="7" y="4"/>
                    <a:pt x="0" y="1"/>
                  </a:cubicBezTo>
                  <a:close/>
                  <a:moveTo>
                    <a:pt x="24" y="11"/>
                  </a:moveTo>
                  <a:cubicBezTo>
                    <a:pt x="27" y="12"/>
                    <a:pt x="31" y="13"/>
                    <a:pt x="34" y="14"/>
                  </a:cubicBezTo>
                  <a:lnTo>
                    <a:pt x="34" y="14"/>
                  </a:lnTo>
                  <a:cubicBezTo>
                    <a:pt x="33" y="13"/>
                    <a:pt x="32" y="12"/>
                    <a:pt x="30" y="11"/>
                  </a:cubicBezTo>
                  <a:close/>
                  <a:moveTo>
                    <a:pt x="34" y="14"/>
                  </a:moveTo>
                  <a:lnTo>
                    <a:pt x="34" y="14"/>
                  </a:lnTo>
                  <a:cubicBezTo>
                    <a:pt x="43" y="21"/>
                    <a:pt x="52" y="21"/>
                    <a:pt x="61" y="21"/>
                  </a:cubicBezTo>
                  <a:lnTo>
                    <a:pt x="71" y="21"/>
                  </a:lnTo>
                  <a:cubicBezTo>
                    <a:pt x="60" y="21"/>
                    <a:pt x="47" y="18"/>
                    <a:pt x="34" y="14"/>
                  </a:cubicBezTo>
                  <a:close/>
                </a:path>
              </a:pathLst>
            </a:custGeom>
            <a:solidFill>
              <a:srgbClr val="C39D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5" name="Google Shape;16835;p54">
              <a:extLst>
                <a:ext uri="{FF2B5EF4-FFF2-40B4-BE49-F238E27FC236}">
                  <a16:creationId xmlns:a16="http://schemas.microsoft.com/office/drawing/2014/main" id="{51F4B489-6111-FC75-5A14-5D9DE63EC15C}"/>
                </a:ext>
              </a:extLst>
            </p:cNvPr>
            <p:cNvSpPr/>
            <p:nvPr/>
          </p:nvSpPr>
          <p:spPr>
            <a:xfrm>
              <a:off x="3819542" y="4239389"/>
              <a:ext cx="31808" cy="6531"/>
            </a:xfrm>
            <a:custGeom>
              <a:avLst/>
              <a:gdLst/>
              <a:ahLst/>
              <a:cxnLst/>
              <a:rect l="l" t="t" r="r" b="b"/>
              <a:pathLst>
                <a:path w="151" h="31" extrusionOk="0">
                  <a:moveTo>
                    <a:pt x="61" y="1"/>
                  </a:moveTo>
                  <a:cubicBezTo>
                    <a:pt x="50" y="11"/>
                    <a:pt x="40" y="11"/>
                    <a:pt x="20" y="11"/>
                  </a:cubicBezTo>
                  <a:lnTo>
                    <a:pt x="0" y="11"/>
                  </a:lnTo>
                  <a:cubicBezTo>
                    <a:pt x="20" y="21"/>
                    <a:pt x="50" y="31"/>
                    <a:pt x="71" y="31"/>
                  </a:cubicBezTo>
                  <a:lnTo>
                    <a:pt x="91" y="31"/>
                  </a:lnTo>
                  <a:cubicBezTo>
                    <a:pt x="111" y="31"/>
                    <a:pt x="131" y="31"/>
                    <a:pt x="151" y="21"/>
                  </a:cubicBezTo>
                  <a:cubicBezTo>
                    <a:pt x="151" y="21"/>
                    <a:pt x="151" y="11"/>
                    <a:pt x="151" y="1"/>
                  </a:cubicBezTo>
                  <a:cubicBezTo>
                    <a:pt x="151" y="11"/>
                    <a:pt x="141" y="11"/>
                    <a:pt x="141" y="11"/>
                  </a:cubicBezTo>
                  <a:cubicBezTo>
                    <a:pt x="131" y="11"/>
                    <a:pt x="121" y="1"/>
                    <a:pt x="121" y="1"/>
                  </a:cubicBezTo>
                  <a:close/>
                </a:path>
              </a:pathLst>
            </a:custGeom>
            <a:solidFill>
              <a:srgbClr val="BF96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6" name="Google Shape;16836;p54">
              <a:extLst>
                <a:ext uri="{FF2B5EF4-FFF2-40B4-BE49-F238E27FC236}">
                  <a16:creationId xmlns:a16="http://schemas.microsoft.com/office/drawing/2014/main" id="{5D7A1745-6F6C-356E-1B64-9085B16879A4}"/>
                </a:ext>
              </a:extLst>
            </p:cNvPr>
            <p:cNvSpPr/>
            <p:nvPr/>
          </p:nvSpPr>
          <p:spPr>
            <a:xfrm>
              <a:off x="3857459" y="4125420"/>
              <a:ext cx="72042" cy="31810"/>
            </a:xfrm>
            <a:custGeom>
              <a:avLst/>
              <a:gdLst/>
              <a:ahLst/>
              <a:cxnLst/>
              <a:rect l="l" t="t" r="r" b="b"/>
              <a:pathLst>
                <a:path w="342" h="151" extrusionOk="0">
                  <a:moveTo>
                    <a:pt x="31" y="0"/>
                  </a:moveTo>
                  <a:lnTo>
                    <a:pt x="1" y="40"/>
                  </a:lnTo>
                  <a:cubicBezTo>
                    <a:pt x="1" y="40"/>
                    <a:pt x="51" y="123"/>
                    <a:pt x="60" y="123"/>
                  </a:cubicBezTo>
                  <a:cubicBezTo>
                    <a:pt x="61" y="123"/>
                    <a:pt x="61" y="122"/>
                    <a:pt x="61" y="120"/>
                  </a:cubicBezTo>
                  <a:cubicBezTo>
                    <a:pt x="61" y="115"/>
                    <a:pt x="71" y="109"/>
                    <a:pt x="83" y="109"/>
                  </a:cubicBezTo>
                  <a:cubicBezTo>
                    <a:pt x="92" y="109"/>
                    <a:pt x="103" y="112"/>
                    <a:pt x="111" y="120"/>
                  </a:cubicBezTo>
                  <a:cubicBezTo>
                    <a:pt x="141" y="140"/>
                    <a:pt x="181" y="151"/>
                    <a:pt x="222" y="151"/>
                  </a:cubicBezTo>
                  <a:cubicBezTo>
                    <a:pt x="252" y="140"/>
                    <a:pt x="342" y="80"/>
                    <a:pt x="292" y="40"/>
                  </a:cubicBezTo>
                  <a:cubicBezTo>
                    <a:pt x="262" y="15"/>
                    <a:pt x="232" y="8"/>
                    <a:pt x="203" y="8"/>
                  </a:cubicBezTo>
                  <a:cubicBezTo>
                    <a:pt x="174" y="8"/>
                    <a:pt x="146" y="15"/>
                    <a:pt x="121" y="20"/>
                  </a:cubicBezTo>
                  <a:cubicBezTo>
                    <a:pt x="98" y="29"/>
                    <a:pt x="83" y="37"/>
                    <a:pt x="71" y="37"/>
                  </a:cubicBezTo>
                  <a:cubicBezTo>
                    <a:pt x="57" y="37"/>
                    <a:pt x="47" y="27"/>
                    <a:pt x="3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7" name="Google Shape;16837;p54">
              <a:extLst>
                <a:ext uri="{FF2B5EF4-FFF2-40B4-BE49-F238E27FC236}">
                  <a16:creationId xmlns:a16="http://schemas.microsoft.com/office/drawing/2014/main" id="{2DE0FFE2-D27D-47A6-E205-9627841D44A7}"/>
                </a:ext>
              </a:extLst>
            </p:cNvPr>
            <p:cNvSpPr/>
            <p:nvPr/>
          </p:nvSpPr>
          <p:spPr>
            <a:xfrm>
              <a:off x="3726434" y="4125420"/>
              <a:ext cx="78572" cy="32442"/>
            </a:xfrm>
            <a:custGeom>
              <a:avLst/>
              <a:gdLst/>
              <a:ahLst/>
              <a:cxnLst/>
              <a:rect l="l" t="t" r="r" b="b"/>
              <a:pathLst>
                <a:path w="373" h="154" extrusionOk="0">
                  <a:moveTo>
                    <a:pt x="332" y="0"/>
                  </a:moveTo>
                  <a:cubicBezTo>
                    <a:pt x="321" y="27"/>
                    <a:pt x="313" y="37"/>
                    <a:pt x="299" y="37"/>
                  </a:cubicBezTo>
                  <a:cubicBezTo>
                    <a:pt x="287" y="37"/>
                    <a:pt x="270" y="29"/>
                    <a:pt x="242" y="20"/>
                  </a:cubicBezTo>
                  <a:cubicBezTo>
                    <a:pt x="217" y="10"/>
                    <a:pt x="187" y="3"/>
                    <a:pt x="155" y="3"/>
                  </a:cubicBezTo>
                  <a:cubicBezTo>
                    <a:pt x="124" y="3"/>
                    <a:pt x="91" y="10"/>
                    <a:pt x="61" y="30"/>
                  </a:cubicBezTo>
                  <a:cubicBezTo>
                    <a:pt x="1" y="80"/>
                    <a:pt x="111" y="151"/>
                    <a:pt x="141" y="151"/>
                  </a:cubicBezTo>
                  <a:cubicBezTo>
                    <a:pt x="149" y="152"/>
                    <a:pt x="156" y="153"/>
                    <a:pt x="164" y="153"/>
                  </a:cubicBezTo>
                  <a:cubicBezTo>
                    <a:pt x="196" y="153"/>
                    <a:pt x="229" y="137"/>
                    <a:pt x="262" y="120"/>
                  </a:cubicBezTo>
                  <a:cubicBezTo>
                    <a:pt x="272" y="115"/>
                    <a:pt x="287" y="110"/>
                    <a:pt x="299" y="110"/>
                  </a:cubicBezTo>
                  <a:cubicBezTo>
                    <a:pt x="312" y="110"/>
                    <a:pt x="322" y="115"/>
                    <a:pt x="322" y="130"/>
                  </a:cubicBezTo>
                  <a:cubicBezTo>
                    <a:pt x="322" y="131"/>
                    <a:pt x="322" y="131"/>
                    <a:pt x="322" y="131"/>
                  </a:cubicBezTo>
                  <a:cubicBezTo>
                    <a:pt x="327" y="131"/>
                    <a:pt x="372" y="40"/>
                    <a:pt x="372" y="40"/>
                  </a:cubicBezTo>
                  <a:lnTo>
                    <a:pt x="332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8" name="Google Shape;16838;p54">
              <a:extLst>
                <a:ext uri="{FF2B5EF4-FFF2-40B4-BE49-F238E27FC236}">
                  <a16:creationId xmlns:a16="http://schemas.microsoft.com/office/drawing/2014/main" id="{C5FEBD46-5304-85FC-7943-E89E47B2F8CD}"/>
                </a:ext>
              </a:extLst>
            </p:cNvPr>
            <p:cNvSpPr/>
            <p:nvPr/>
          </p:nvSpPr>
          <p:spPr>
            <a:xfrm>
              <a:off x="3838500" y="4110463"/>
              <a:ext cx="34125" cy="101750"/>
            </a:xfrm>
            <a:custGeom>
              <a:avLst/>
              <a:gdLst/>
              <a:ahLst/>
              <a:cxnLst/>
              <a:rect l="l" t="t" r="r" b="b"/>
              <a:pathLst>
                <a:path w="162" h="483" extrusionOk="0">
                  <a:moveTo>
                    <a:pt x="81" y="1"/>
                  </a:moveTo>
                  <a:cubicBezTo>
                    <a:pt x="111" y="51"/>
                    <a:pt x="11" y="101"/>
                    <a:pt x="1" y="181"/>
                  </a:cubicBezTo>
                  <a:cubicBezTo>
                    <a:pt x="1" y="272"/>
                    <a:pt x="91" y="282"/>
                    <a:pt x="61" y="352"/>
                  </a:cubicBezTo>
                  <a:cubicBezTo>
                    <a:pt x="31" y="402"/>
                    <a:pt x="101" y="422"/>
                    <a:pt x="121" y="482"/>
                  </a:cubicBezTo>
                  <a:lnTo>
                    <a:pt x="121" y="472"/>
                  </a:lnTo>
                  <a:cubicBezTo>
                    <a:pt x="131" y="412"/>
                    <a:pt x="121" y="352"/>
                    <a:pt x="121" y="322"/>
                  </a:cubicBezTo>
                  <a:cubicBezTo>
                    <a:pt x="131" y="302"/>
                    <a:pt x="131" y="292"/>
                    <a:pt x="141" y="282"/>
                  </a:cubicBezTo>
                  <a:cubicBezTo>
                    <a:pt x="141" y="272"/>
                    <a:pt x="141" y="242"/>
                    <a:pt x="151" y="222"/>
                  </a:cubicBezTo>
                  <a:cubicBezTo>
                    <a:pt x="161" y="201"/>
                    <a:pt x="121" y="61"/>
                    <a:pt x="101" y="21"/>
                  </a:cubicBezTo>
                  <a:lnTo>
                    <a:pt x="81" y="1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9" name="Google Shape;16839;p54">
              <a:extLst>
                <a:ext uri="{FF2B5EF4-FFF2-40B4-BE49-F238E27FC236}">
                  <a16:creationId xmlns:a16="http://schemas.microsoft.com/office/drawing/2014/main" id="{5856D82B-58B0-7691-EF21-4295DC8BD3D5}"/>
                </a:ext>
              </a:extLst>
            </p:cNvPr>
            <p:cNvSpPr/>
            <p:nvPr/>
          </p:nvSpPr>
          <p:spPr>
            <a:xfrm>
              <a:off x="3868202" y="4159126"/>
              <a:ext cx="2317" cy="8637"/>
            </a:xfrm>
            <a:custGeom>
              <a:avLst/>
              <a:gdLst/>
              <a:ahLst/>
              <a:cxnLst/>
              <a:rect l="l" t="t" r="r" b="b"/>
              <a:pathLst>
                <a:path w="11" h="41" extrusionOk="0">
                  <a:moveTo>
                    <a:pt x="0" y="41"/>
                  </a:moveTo>
                  <a:lnTo>
                    <a:pt x="0" y="41"/>
                  </a:lnTo>
                  <a:cubicBezTo>
                    <a:pt x="0" y="41"/>
                    <a:pt x="0" y="41"/>
                    <a:pt x="0" y="41"/>
                  </a:cubicBezTo>
                  <a:lnTo>
                    <a:pt x="0" y="41"/>
                  </a:lnTo>
                  <a:lnTo>
                    <a:pt x="10" y="1"/>
                  </a:lnTo>
                  <a:lnTo>
                    <a:pt x="0" y="41"/>
                  </a:lnTo>
                  <a:close/>
                  <a:moveTo>
                    <a:pt x="10" y="1"/>
                  </a:moveTo>
                  <a:lnTo>
                    <a:pt x="10" y="1"/>
                  </a:lnTo>
                  <a:lnTo>
                    <a:pt x="10" y="1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0" name="Google Shape;16840;p54">
              <a:extLst>
                <a:ext uri="{FF2B5EF4-FFF2-40B4-BE49-F238E27FC236}">
                  <a16:creationId xmlns:a16="http://schemas.microsoft.com/office/drawing/2014/main" id="{C41A4108-BFC1-1F6C-582C-B38733E65C8E}"/>
                </a:ext>
              </a:extLst>
            </p:cNvPr>
            <p:cNvSpPr/>
            <p:nvPr/>
          </p:nvSpPr>
          <p:spPr>
            <a:xfrm>
              <a:off x="3861672" y="4157019"/>
              <a:ext cx="8847" cy="10744"/>
            </a:xfrm>
            <a:custGeom>
              <a:avLst/>
              <a:gdLst/>
              <a:ahLst/>
              <a:cxnLst/>
              <a:rect l="l" t="t" r="r" b="b"/>
              <a:pathLst>
                <a:path w="42" h="51" extrusionOk="0">
                  <a:moveTo>
                    <a:pt x="11" y="1"/>
                  </a:moveTo>
                  <a:lnTo>
                    <a:pt x="1" y="21"/>
                  </a:lnTo>
                  <a:lnTo>
                    <a:pt x="11" y="21"/>
                  </a:lnTo>
                  <a:lnTo>
                    <a:pt x="11" y="11"/>
                  </a:lnTo>
                  <a:lnTo>
                    <a:pt x="41" y="11"/>
                  </a:lnTo>
                  <a:lnTo>
                    <a:pt x="11" y="1"/>
                  </a:lnTo>
                  <a:close/>
                  <a:moveTo>
                    <a:pt x="1" y="21"/>
                  </a:moveTo>
                  <a:lnTo>
                    <a:pt x="1" y="41"/>
                  </a:lnTo>
                  <a:lnTo>
                    <a:pt x="11" y="31"/>
                  </a:lnTo>
                  <a:lnTo>
                    <a:pt x="1" y="21"/>
                  </a:lnTo>
                  <a:close/>
                  <a:moveTo>
                    <a:pt x="1" y="41"/>
                  </a:moveTo>
                  <a:lnTo>
                    <a:pt x="1" y="51"/>
                  </a:lnTo>
                  <a:lnTo>
                    <a:pt x="31" y="51"/>
                  </a:lnTo>
                  <a:lnTo>
                    <a:pt x="1" y="41"/>
                  </a:lnTo>
                  <a:close/>
                </a:path>
              </a:pathLst>
            </a:custGeom>
            <a:solidFill>
              <a:srgbClr val="515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1" name="Google Shape;16841;p54">
              <a:extLst>
                <a:ext uri="{FF2B5EF4-FFF2-40B4-BE49-F238E27FC236}">
                  <a16:creationId xmlns:a16="http://schemas.microsoft.com/office/drawing/2014/main" id="{2A61D6A2-6EDE-18CC-4E72-3262524A9ED1}"/>
                </a:ext>
              </a:extLst>
            </p:cNvPr>
            <p:cNvSpPr/>
            <p:nvPr/>
          </p:nvSpPr>
          <p:spPr>
            <a:xfrm>
              <a:off x="3861672" y="4159126"/>
              <a:ext cx="8847" cy="8637"/>
            </a:xfrm>
            <a:custGeom>
              <a:avLst/>
              <a:gdLst/>
              <a:ahLst/>
              <a:cxnLst/>
              <a:rect l="l" t="t" r="r" b="b"/>
              <a:pathLst>
                <a:path w="42" h="41" extrusionOk="0">
                  <a:moveTo>
                    <a:pt x="11" y="1"/>
                  </a:moveTo>
                  <a:lnTo>
                    <a:pt x="1" y="31"/>
                  </a:lnTo>
                  <a:lnTo>
                    <a:pt x="31" y="4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2" name="Google Shape;16842;p54">
              <a:extLst>
                <a:ext uri="{FF2B5EF4-FFF2-40B4-BE49-F238E27FC236}">
                  <a16:creationId xmlns:a16="http://schemas.microsoft.com/office/drawing/2014/main" id="{84938E7C-579D-7C9D-44D2-B448D3B229EB}"/>
                </a:ext>
              </a:extLst>
            </p:cNvPr>
            <p:cNvSpPr/>
            <p:nvPr/>
          </p:nvSpPr>
          <p:spPr>
            <a:xfrm>
              <a:off x="3863779" y="4159126"/>
              <a:ext cx="4634" cy="2317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"/>
                  </a:moveTo>
                  <a:lnTo>
                    <a:pt x="11" y="11"/>
                  </a:lnTo>
                  <a:lnTo>
                    <a:pt x="21" y="1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3" name="Google Shape;16843;p54">
              <a:extLst>
                <a:ext uri="{FF2B5EF4-FFF2-40B4-BE49-F238E27FC236}">
                  <a16:creationId xmlns:a16="http://schemas.microsoft.com/office/drawing/2014/main" id="{62046FE1-C935-05BB-8215-2D0B3BF1D003}"/>
                </a:ext>
              </a:extLst>
            </p:cNvPr>
            <p:cNvSpPr/>
            <p:nvPr/>
          </p:nvSpPr>
          <p:spPr>
            <a:xfrm>
              <a:off x="3861672" y="4161233"/>
              <a:ext cx="211" cy="21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893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4" name="Google Shape;16844;p54">
              <a:extLst>
                <a:ext uri="{FF2B5EF4-FFF2-40B4-BE49-F238E27FC236}">
                  <a16:creationId xmlns:a16="http://schemas.microsoft.com/office/drawing/2014/main" id="{8FC9568D-519A-425D-4D03-0F86D4538AEE}"/>
                </a:ext>
              </a:extLst>
            </p:cNvPr>
            <p:cNvSpPr/>
            <p:nvPr/>
          </p:nvSpPr>
          <p:spPr>
            <a:xfrm>
              <a:off x="3861672" y="4161233"/>
              <a:ext cx="2317" cy="2317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" y="1"/>
                  </a:moveTo>
                  <a:lnTo>
                    <a:pt x="11" y="1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A29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5" name="Google Shape;16845;p54">
              <a:extLst>
                <a:ext uri="{FF2B5EF4-FFF2-40B4-BE49-F238E27FC236}">
                  <a16:creationId xmlns:a16="http://schemas.microsoft.com/office/drawing/2014/main" id="{F52B996E-8DD2-EDB0-8ACE-E7588CF001A8}"/>
                </a:ext>
              </a:extLst>
            </p:cNvPr>
            <p:cNvSpPr/>
            <p:nvPr/>
          </p:nvSpPr>
          <p:spPr>
            <a:xfrm>
              <a:off x="3863779" y="4161233"/>
              <a:ext cx="211" cy="2317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lnTo>
                    <a:pt x="1" y="1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6" name="Google Shape;16846;p54">
              <a:extLst>
                <a:ext uri="{FF2B5EF4-FFF2-40B4-BE49-F238E27FC236}">
                  <a16:creationId xmlns:a16="http://schemas.microsoft.com/office/drawing/2014/main" id="{623CAE53-31E2-D57D-AD0E-A08110E6D6E6}"/>
                </a:ext>
              </a:extLst>
            </p:cNvPr>
            <p:cNvSpPr/>
            <p:nvPr/>
          </p:nvSpPr>
          <p:spPr>
            <a:xfrm>
              <a:off x="3791946" y="4118889"/>
              <a:ext cx="34125" cy="118603"/>
            </a:xfrm>
            <a:custGeom>
              <a:avLst/>
              <a:gdLst/>
              <a:ahLst/>
              <a:cxnLst/>
              <a:rect l="l" t="t" r="r" b="b"/>
              <a:pathLst>
                <a:path w="162" h="563" extrusionOk="0">
                  <a:moveTo>
                    <a:pt x="31" y="1"/>
                  </a:moveTo>
                  <a:cubicBezTo>
                    <a:pt x="21" y="21"/>
                    <a:pt x="21" y="41"/>
                    <a:pt x="21" y="51"/>
                  </a:cubicBezTo>
                  <a:cubicBezTo>
                    <a:pt x="11" y="101"/>
                    <a:pt x="11" y="151"/>
                    <a:pt x="11" y="182"/>
                  </a:cubicBezTo>
                  <a:cubicBezTo>
                    <a:pt x="1" y="202"/>
                    <a:pt x="21" y="202"/>
                    <a:pt x="21" y="222"/>
                  </a:cubicBezTo>
                  <a:cubicBezTo>
                    <a:pt x="21" y="242"/>
                    <a:pt x="21" y="242"/>
                    <a:pt x="21" y="272"/>
                  </a:cubicBezTo>
                  <a:cubicBezTo>
                    <a:pt x="31" y="292"/>
                    <a:pt x="31" y="382"/>
                    <a:pt x="51" y="422"/>
                  </a:cubicBezTo>
                  <a:cubicBezTo>
                    <a:pt x="71" y="472"/>
                    <a:pt x="71" y="523"/>
                    <a:pt x="91" y="553"/>
                  </a:cubicBezTo>
                  <a:lnTo>
                    <a:pt x="101" y="563"/>
                  </a:lnTo>
                  <a:cubicBezTo>
                    <a:pt x="61" y="442"/>
                    <a:pt x="111" y="422"/>
                    <a:pt x="131" y="362"/>
                  </a:cubicBezTo>
                  <a:cubicBezTo>
                    <a:pt x="151" y="302"/>
                    <a:pt x="91" y="322"/>
                    <a:pt x="141" y="212"/>
                  </a:cubicBezTo>
                  <a:cubicBezTo>
                    <a:pt x="161" y="141"/>
                    <a:pt x="121" y="111"/>
                    <a:pt x="71" y="61"/>
                  </a:cubicBezTo>
                  <a:cubicBezTo>
                    <a:pt x="51" y="41"/>
                    <a:pt x="41" y="31"/>
                    <a:pt x="31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7" name="Google Shape;16847;p54">
              <a:extLst>
                <a:ext uri="{FF2B5EF4-FFF2-40B4-BE49-F238E27FC236}">
                  <a16:creationId xmlns:a16="http://schemas.microsoft.com/office/drawing/2014/main" id="{FEABE191-C68A-F2BB-9B22-2380844D7AEB}"/>
                </a:ext>
              </a:extLst>
            </p:cNvPr>
            <p:cNvSpPr/>
            <p:nvPr/>
          </p:nvSpPr>
          <p:spPr>
            <a:xfrm>
              <a:off x="3796159" y="4165446"/>
              <a:ext cx="211" cy="4424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ubicBezTo>
                    <a:pt x="1" y="21"/>
                    <a:pt x="1" y="21"/>
                    <a:pt x="1" y="21"/>
                  </a:cubicBezTo>
                  <a:close/>
                </a:path>
              </a:pathLst>
            </a:custGeom>
            <a:solidFill>
              <a:srgbClr val="E3D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8" name="Google Shape;16848;p54">
              <a:extLst>
                <a:ext uri="{FF2B5EF4-FFF2-40B4-BE49-F238E27FC236}">
                  <a16:creationId xmlns:a16="http://schemas.microsoft.com/office/drawing/2014/main" id="{A8291C52-88BF-66EF-A169-DE82B29B70B5}"/>
                </a:ext>
              </a:extLst>
            </p:cNvPr>
            <p:cNvSpPr/>
            <p:nvPr/>
          </p:nvSpPr>
          <p:spPr>
            <a:xfrm>
              <a:off x="3794053" y="4161233"/>
              <a:ext cx="2317" cy="4424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1" y="2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1" y="21"/>
                  </a:lnTo>
                  <a:close/>
                </a:path>
              </a:pathLst>
            </a:custGeom>
            <a:solidFill>
              <a:srgbClr val="E3D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9" name="Google Shape;16849;p54">
              <a:extLst>
                <a:ext uri="{FF2B5EF4-FFF2-40B4-BE49-F238E27FC236}">
                  <a16:creationId xmlns:a16="http://schemas.microsoft.com/office/drawing/2014/main" id="{C26A929E-BAAE-738D-B56B-BB89A9DE8707}"/>
                </a:ext>
              </a:extLst>
            </p:cNvPr>
            <p:cNvSpPr/>
            <p:nvPr/>
          </p:nvSpPr>
          <p:spPr>
            <a:xfrm>
              <a:off x="3802690" y="4161233"/>
              <a:ext cx="4424" cy="8637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0" y="1"/>
                  </a:moveTo>
                  <a:cubicBezTo>
                    <a:pt x="10" y="11"/>
                    <a:pt x="10" y="31"/>
                    <a:pt x="0" y="41"/>
                  </a:cubicBezTo>
                  <a:lnTo>
                    <a:pt x="10" y="41"/>
                  </a:lnTo>
                  <a:cubicBezTo>
                    <a:pt x="20" y="31"/>
                    <a:pt x="10" y="11"/>
                    <a:pt x="0" y="1"/>
                  </a:cubicBezTo>
                  <a:close/>
                </a:path>
              </a:pathLst>
            </a:custGeom>
            <a:solidFill>
              <a:srgbClr val="515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0" name="Google Shape;16850;p54">
              <a:extLst>
                <a:ext uri="{FF2B5EF4-FFF2-40B4-BE49-F238E27FC236}">
                  <a16:creationId xmlns:a16="http://schemas.microsoft.com/office/drawing/2014/main" id="{CF4A605F-B7D9-7245-BD0D-050B67ED745B}"/>
                </a:ext>
              </a:extLst>
            </p:cNvPr>
            <p:cNvSpPr/>
            <p:nvPr/>
          </p:nvSpPr>
          <p:spPr>
            <a:xfrm>
              <a:off x="3794053" y="4161233"/>
              <a:ext cx="10954" cy="8637"/>
            </a:xfrm>
            <a:custGeom>
              <a:avLst/>
              <a:gdLst/>
              <a:ahLst/>
              <a:cxnLst/>
              <a:rect l="l" t="t" r="r" b="b"/>
              <a:pathLst>
                <a:path w="52" h="41" extrusionOk="0">
                  <a:moveTo>
                    <a:pt x="1" y="1"/>
                  </a:moveTo>
                  <a:lnTo>
                    <a:pt x="11" y="21"/>
                  </a:lnTo>
                  <a:lnTo>
                    <a:pt x="11" y="41"/>
                  </a:lnTo>
                  <a:lnTo>
                    <a:pt x="41" y="41"/>
                  </a:lnTo>
                  <a:cubicBezTo>
                    <a:pt x="51" y="31"/>
                    <a:pt x="51" y="11"/>
                    <a:pt x="41" y="1"/>
                  </a:cubicBez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1" name="Google Shape;16851;p54">
              <a:extLst>
                <a:ext uri="{FF2B5EF4-FFF2-40B4-BE49-F238E27FC236}">
                  <a16:creationId xmlns:a16="http://schemas.microsoft.com/office/drawing/2014/main" id="{C2B5553D-BCA5-25BF-F463-B329CC679CC4}"/>
                </a:ext>
              </a:extLst>
            </p:cNvPr>
            <p:cNvSpPr/>
            <p:nvPr/>
          </p:nvSpPr>
          <p:spPr>
            <a:xfrm>
              <a:off x="3798477" y="4161233"/>
              <a:ext cx="4424" cy="4424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0" y="21"/>
                  </a:moveTo>
                  <a:lnTo>
                    <a:pt x="10" y="11"/>
                  </a:lnTo>
                  <a:lnTo>
                    <a:pt x="0" y="1"/>
                  </a:lnTo>
                  <a:lnTo>
                    <a:pt x="10" y="11"/>
                  </a:lnTo>
                  <a:lnTo>
                    <a:pt x="20" y="21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2" name="Google Shape;16852;p54">
              <a:extLst>
                <a:ext uri="{FF2B5EF4-FFF2-40B4-BE49-F238E27FC236}">
                  <a16:creationId xmlns:a16="http://schemas.microsoft.com/office/drawing/2014/main" id="{04DBB517-9CCB-B6E5-3CCF-C35584FAAD48}"/>
                </a:ext>
              </a:extLst>
            </p:cNvPr>
            <p:cNvSpPr/>
            <p:nvPr/>
          </p:nvSpPr>
          <p:spPr>
            <a:xfrm>
              <a:off x="3796159" y="4165446"/>
              <a:ext cx="2528" cy="211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1" y="1"/>
                  </a:lnTo>
                  <a:lnTo>
                    <a:pt x="1" y="1"/>
                  </a:lnTo>
                  <a:lnTo>
                    <a:pt x="11" y="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3" name="Google Shape;16853;p54">
              <a:extLst>
                <a:ext uri="{FF2B5EF4-FFF2-40B4-BE49-F238E27FC236}">
                  <a16:creationId xmlns:a16="http://schemas.microsoft.com/office/drawing/2014/main" id="{CFFB717F-FE2E-5178-F6F9-158AD0351721}"/>
                </a:ext>
              </a:extLst>
            </p:cNvPr>
            <p:cNvSpPr/>
            <p:nvPr/>
          </p:nvSpPr>
          <p:spPr>
            <a:xfrm>
              <a:off x="3872415" y="4129633"/>
              <a:ext cx="48660" cy="25490"/>
            </a:xfrm>
            <a:custGeom>
              <a:avLst/>
              <a:gdLst/>
              <a:ahLst/>
              <a:cxnLst/>
              <a:rect l="l" t="t" r="r" b="b"/>
              <a:pathLst>
                <a:path w="231" h="121" extrusionOk="0">
                  <a:moveTo>
                    <a:pt x="151" y="0"/>
                  </a:moveTo>
                  <a:cubicBezTo>
                    <a:pt x="130" y="0"/>
                    <a:pt x="90" y="10"/>
                    <a:pt x="70" y="20"/>
                  </a:cubicBezTo>
                  <a:cubicBezTo>
                    <a:pt x="40" y="30"/>
                    <a:pt x="10" y="30"/>
                    <a:pt x="40" y="30"/>
                  </a:cubicBezTo>
                  <a:cubicBezTo>
                    <a:pt x="70" y="30"/>
                    <a:pt x="60" y="40"/>
                    <a:pt x="30" y="40"/>
                  </a:cubicBezTo>
                  <a:cubicBezTo>
                    <a:pt x="10" y="50"/>
                    <a:pt x="0" y="60"/>
                    <a:pt x="40" y="60"/>
                  </a:cubicBezTo>
                  <a:cubicBezTo>
                    <a:pt x="80" y="60"/>
                    <a:pt x="90" y="70"/>
                    <a:pt x="70" y="70"/>
                  </a:cubicBezTo>
                  <a:lnTo>
                    <a:pt x="30" y="70"/>
                  </a:lnTo>
                  <a:cubicBezTo>
                    <a:pt x="40" y="80"/>
                    <a:pt x="100" y="120"/>
                    <a:pt x="141" y="120"/>
                  </a:cubicBezTo>
                  <a:cubicBezTo>
                    <a:pt x="181" y="120"/>
                    <a:pt x="221" y="70"/>
                    <a:pt x="231" y="50"/>
                  </a:cubicBezTo>
                  <a:cubicBezTo>
                    <a:pt x="231" y="30"/>
                    <a:pt x="191" y="10"/>
                    <a:pt x="1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4" name="Google Shape;16854;p54">
              <a:extLst>
                <a:ext uri="{FF2B5EF4-FFF2-40B4-BE49-F238E27FC236}">
                  <a16:creationId xmlns:a16="http://schemas.microsoft.com/office/drawing/2014/main" id="{1713B3C2-E551-2D12-ABE7-B533C325EEA4}"/>
                </a:ext>
              </a:extLst>
            </p:cNvPr>
            <p:cNvSpPr/>
            <p:nvPr/>
          </p:nvSpPr>
          <p:spPr>
            <a:xfrm>
              <a:off x="3737177" y="4129633"/>
              <a:ext cx="54980" cy="26333"/>
            </a:xfrm>
            <a:custGeom>
              <a:avLst/>
              <a:gdLst/>
              <a:ahLst/>
              <a:cxnLst/>
              <a:rect l="l" t="t" r="r" b="b"/>
              <a:pathLst>
                <a:path w="261" h="125" extrusionOk="0">
                  <a:moveTo>
                    <a:pt x="100" y="0"/>
                  </a:moveTo>
                  <a:cubicBezTo>
                    <a:pt x="50" y="0"/>
                    <a:pt x="20" y="20"/>
                    <a:pt x="10" y="40"/>
                  </a:cubicBezTo>
                  <a:cubicBezTo>
                    <a:pt x="0" y="70"/>
                    <a:pt x="40" y="110"/>
                    <a:pt x="90" y="120"/>
                  </a:cubicBezTo>
                  <a:cubicBezTo>
                    <a:pt x="96" y="123"/>
                    <a:pt x="102" y="125"/>
                    <a:pt x="108" y="125"/>
                  </a:cubicBezTo>
                  <a:cubicBezTo>
                    <a:pt x="122" y="125"/>
                    <a:pt x="136" y="118"/>
                    <a:pt x="151" y="110"/>
                  </a:cubicBezTo>
                  <a:cubicBezTo>
                    <a:pt x="171" y="110"/>
                    <a:pt x="181" y="100"/>
                    <a:pt x="201" y="90"/>
                  </a:cubicBezTo>
                  <a:cubicBezTo>
                    <a:pt x="241" y="70"/>
                    <a:pt x="261" y="80"/>
                    <a:pt x="261" y="70"/>
                  </a:cubicBezTo>
                  <a:cubicBezTo>
                    <a:pt x="251" y="70"/>
                    <a:pt x="231" y="60"/>
                    <a:pt x="201" y="60"/>
                  </a:cubicBezTo>
                  <a:lnTo>
                    <a:pt x="221" y="60"/>
                  </a:lnTo>
                  <a:cubicBezTo>
                    <a:pt x="245" y="60"/>
                    <a:pt x="250" y="47"/>
                    <a:pt x="240" y="47"/>
                  </a:cubicBezTo>
                  <a:cubicBezTo>
                    <a:pt x="238" y="47"/>
                    <a:pt x="235" y="48"/>
                    <a:pt x="231" y="50"/>
                  </a:cubicBezTo>
                  <a:cubicBezTo>
                    <a:pt x="221" y="50"/>
                    <a:pt x="191" y="50"/>
                    <a:pt x="211" y="40"/>
                  </a:cubicBezTo>
                  <a:cubicBezTo>
                    <a:pt x="221" y="40"/>
                    <a:pt x="261" y="40"/>
                    <a:pt x="241" y="30"/>
                  </a:cubicBezTo>
                  <a:cubicBezTo>
                    <a:pt x="221" y="20"/>
                    <a:pt x="201" y="20"/>
                    <a:pt x="171" y="10"/>
                  </a:cubicBezTo>
                  <a:cubicBezTo>
                    <a:pt x="151" y="0"/>
                    <a:pt x="121" y="0"/>
                    <a:pt x="1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5" name="Google Shape;16855;p54">
              <a:extLst>
                <a:ext uri="{FF2B5EF4-FFF2-40B4-BE49-F238E27FC236}">
                  <a16:creationId xmlns:a16="http://schemas.microsoft.com/office/drawing/2014/main" id="{55AE11F1-B6E6-0118-75AD-05D137EE9BFC}"/>
                </a:ext>
              </a:extLst>
            </p:cNvPr>
            <p:cNvSpPr/>
            <p:nvPr/>
          </p:nvSpPr>
          <p:spPr>
            <a:xfrm>
              <a:off x="3874522" y="4129633"/>
              <a:ext cx="27595" cy="10744"/>
            </a:xfrm>
            <a:custGeom>
              <a:avLst/>
              <a:gdLst/>
              <a:ahLst/>
              <a:cxnLst/>
              <a:rect l="l" t="t" r="r" b="b"/>
              <a:pathLst>
                <a:path w="131" h="51" extrusionOk="0">
                  <a:moveTo>
                    <a:pt x="0" y="50"/>
                  </a:moveTo>
                  <a:cubicBezTo>
                    <a:pt x="0" y="50"/>
                    <a:pt x="10" y="50"/>
                    <a:pt x="20" y="40"/>
                  </a:cubicBezTo>
                  <a:cubicBezTo>
                    <a:pt x="10" y="50"/>
                    <a:pt x="0" y="50"/>
                    <a:pt x="0" y="50"/>
                  </a:cubicBezTo>
                  <a:close/>
                  <a:moveTo>
                    <a:pt x="50" y="40"/>
                  </a:moveTo>
                  <a:cubicBezTo>
                    <a:pt x="50" y="40"/>
                    <a:pt x="40" y="30"/>
                    <a:pt x="30" y="30"/>
                  </a:cubicBezTo>
                  <a:cubicBezTo>
                    <a:pt x="0" y="30"/>
                    <a:pt x="30" y="30"/>
                    <a:pt x="60" y="20"/>
                  </a:cubicBezTo>
                  <a:cubicBezTo>
                    <a:pt x="80" y="10"/>
                    <a:pt x="110" y="0"/>
                    <a:pt x="131" y="0"/>
                  </a:cubicBezTo>
                  <a:lnTo>
                    <a:pt x="131" y="0"/>
                  </a:lnTo>
                  <a:cubicBezTo>
                    <a:pt x="110" y="0"/>
                    <a:pt x="80" y="10"/>
                    <a:pt x="60" y="20"/>
                  </a:cubicBezTo>
                  <a:cubicBezTo>
                    <a:pt x="30" y="30"/>
                    <a:pt x="0" y="30"/>
                    <a:pt x="30" y="30"/>
                  </a:cubicBezTo>
                  <a:cubicBezTo>
                    <a:pt x="40" y="30"/>
                    <a:pt x="50" y="40"/>
                    <a:pt x="50" y="40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6" name="Google Shape;16856;p54">
              <a:extLst>
                <a:ext uri="{FF2B5EF4-FFF2-40B4-BE49-F238E27FC236}">
                  <a16:creationId xmlns:a16="http://schemas.microsoft.com/office/drawing/2014/main" id="{0CB4298A-8270-E006-EDDB-2BDC26D3C7D8}"/>
                </a:ext>
              </a:extLst>
            </p:cNvPr>
            <p:cNvSpPr/>
            <p:nvPr/>
          </p:nvSpPr>
          <p:spPr>
            <a:xfrm>
              <a:off x="3874522" y="4129633"/>
              <a:ext cx="46554" cy="14957"/>
            </a:xfrm>
            <a:custGeom>
              <a:avLst/>
              <a:gdLst/>
              <a:ahLst/>
              <a:cxnLst/>
              <a:rect l="l" t="t" r="r" b="b"/>
              <a:pathLst>
                <a:path w="221" h="71" extrusionOk="0">
                  <a:moveTo>
                    <a:pt x="131" y="0"/>
                  </a:moveTo>
                  <a:cubicBezTo>
                    <a:pt x="110" y="0"/>
                    <a:pt x="80" y="10"/>
                    <a:pt x="60" y="20"/>
                  </a:cubicBezTo>
                  <a:cubicBezTo>
                    <a:pt x="30" y="30"/>
                    <a:pt x="0" y="30"/>
                    <a:pt x="30" y="30"/>
                  </a:cubicBezTo>
                  <a:cubicBezTo>
                    <a:pt x="40" y="30"/>
                    <a:pt x="50" y="40"/>
                    <a:pt x="50" y="40"/>
                  </a:cubicBezTo>
                  <a:lnTo>
                    <a:pt x="20" y="40"/>
                  </a:lnTo>
                  <a:cubicBezTo>
                    <a:pt x="10" y="50"/>
                    <a:pt x="0" y="50"/>
                    <a:pt x="0" y="50"/>
                  </a:cubicBezTo>
                  <a:cubicBezTo>
                    <a:pt x="0" y="50"/>
                    <a:pt x="10" y="60"/>
                    <a:pt x="30" y="60"/>
                  </a:cubicBezTo>
                  <a:cubicBezTo>
                    <a:pt x="50" y="50"/>
                    <a:pt x="70" y="50"/>
                    <a:pt x="100" y="40"/>
                  </a:cubicBezTo>
                  <a:lnTo>
                    <a:pt x="131" y="40"/>
                  </a:lnTo>
                  <a:cubicBezTo>
                    <a:pt x="171" y="40"/>
                    <a:pt x="211" y="60"/>
                    <a:pt x="201" y="70"/>
                  </a:cubicBezTo>
                  <a:lnTo>
                    <a:pt x="221" y="50"/>
                  </a:lnTo>
                  <a:cubicBezTo>
                    <a:pt x="221" y="30"/>
                    <a:pt x="171" y="10"/>
                    <a:pt x="141" y="0"/>
                  </a:cubicBezTo>
                  <a:close/>
                </a:path>
              </a:pathLst>
            </a:custGeom>
            <a:solidFill>
              <a:srgbClr val="7855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7" name="Google Shape;16857;p54">
              <a:extLst>
                <a:ext uri="{FF2B5EF4-FFF2-40B4-BE49-F238E27FC236}">
                  <a16:creationId xmlns:a16="http://schemas.microsoft.com/office/drawing/2014/main" id="{057B5043-0850-A05D-747E-1975EF6BA573}"/>
                </a:ext>
              </a:extLst>
            </p:cNvPr>
            <p:cNvSpPr/>
            <p:nvPr/>
          </p:nvSpPr>
          <p:spPr>
            <a:xfrm>
              <a:off x="3739283" y="4129633"/>
              <a:ext cx="48660" cy="14957"/>
            </a:xfrm>
            <a:custGeom>
              <a:avLst/>
              <a:gdLst/>
              <a:ahLst/>
              <a:cxnLst/>
              <a:rect l="l" t="t" r="r" b="b"/>
              <a:pathLst>
                <a:path w="231" h="71" extrusionOk="0">
                  <a:moveTo>
                    <a:pt x="90" y="0"/>
                  </a:moveTo>
                  <a:cubicBezTo>
                    <a:pt x="40" y="0"/>
                    <a:pt x="10" y="20"/>
                    <a:pt x="0" y="40"/>
                  </a:cubicBezTo>
                  <a:lnTo>
                    <a:pt x="0" y="70"/>
                  </a:lnTo>
                  <a:cubicBezTo>
                    <a:pt x="20" y="50"/>
                    <a:pt x="50" y="30"/>
                    <a:pt x="90" y="30"/>
                  </a:cubicBezTo>
                  <a:cubicBezTo>
                    <a:pt x="111" y="30"/>
                    <a:pt x="141" y="40"/>
                    <a:pt x="171" y="50"/>
                  </a:cubicBezTo>
                  <a:lnTo>
                    <a:pt x="201" y="50"/>
                  </a:lnTo>
                  <a:cubicBezTo>
                    <a:pt x="191" y="50"/>
                    <a:pt x="181" y="50"/>
                    <a:pt x="201" y="40"/>
                  </a:cubicBezTo>
                  <a:cubicBezTo>
                    <a:pt x="211" y="40"/>
                    <a:pt x="231" y="40"/>
                    <a:pt x="231" y="30"/>
                  </a:cubicBezTo>
                  <a:cubicBezTo>
                    <a:pt x="211" y="20"/>
                    <a:pt x="191" y="20"/>
                    <a:pt x="161" y="10"/>
                  </a:cubicBezTo>
                  <a:cubicBezTo>
                    <a:pt x="161" y="10"/>
                    <a:pt x="151" y="10"/>
                    <a:pt x="151" y="0"/>
                  </a:cubicBezTo>
                  <a:close/>
                </a:path>
              </a:pathLst>
            </a:custGeom>
            <a:solidFill>
              <a:srgbClr val="7855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8" name="Google Shape;16858;p54">
              <a:extLst>
                <a:ext uri="{FF2B5EF4-FFF2-40B4-BE49-F238E27FC236}">
                  <a16:creationId xmlns:a16="http://schemas.microsoft.com/office/drawing/2014/main" id="{A3FA3276-F396-AEC9-DFD2-DEAAF5987854}"/>
                </a:ext>
              </a:extLst>
            </p:cNvPr>
            <p:cNvSpPr/>
            <p:nvPr/>
          </p:nvSpPr>
          <p:spPr>
            <a:xfrm>
              <a:off x="3853246" y="4110463"/>
              <a:ext cx="69936" cy="32021"/>
            </a:xfrm>
            <a:custGeom>
              <a:avLst/>
              <a:gdLst/>
              <a:ahLst/>
              <a:cxnLst/>
              <a:rect l="l" t="t" r="r" b="b"/>
              <a:pathLst>
                <a:path w="332" h="152" extrusionOk="0">
                  <a:moveTo>
                    <a:pt x="11" y="1"/>
                  </a:moveTo>
                  <a:lnTo>
                    <a:pt x="11" y="1"/>
                  </a:lnTo>
                  <a:cubicBezTo>
                    <a:pt x="21" y="21"/>
                    <a:pt x="11" y="31"/>
                    <a:pt x="1" y="51"/>
                  </a:cubicBezTo>
                  <a:cubicBezTo>
                    <a:pt x="33" y="107"/>
                    <a:pt x="52" y="124"/>
                    <a:pt x="88" y="124"/>
                  </a:cubicBezTo>
                  <a:cubicBezTo>
                    <a:pt x="98" y="124"/>
                    <a:pt x="109" y="123"/>
                    <a:pt x="121" y="121"/>
                  </a:cubicBezTo>
                  <a:cubicBezTo>
                    <a:pt x="121" y="121"/>
                    <a:pt x="141" y="111"/>
                    <a:pt x="161" y="111"/>
                  </a:cubicBezTo>
                  <a:cubicBezTo>
                    <a:pt x="181" y="101"/>
                    <a:pt x="221" y="91"/>
                    <a:pt x="242" y="91"/>
                  </a:cubicBezTo>
                  <a:cubicBezTo>
                    <a:pt x="272" y="101"/>
                    <a:pt x="302" y="111"/>
                    <a:pt x="312" y="131"/>
                  </a:cubicBezTo>
                  <a:lnTo>
                    <a:pt x="322" y="151"/>
                  </a:lnTo>
                  <a:cubicBezTo>
                    <a:pt x="332" y="131"/>
                    <a:pt x="322" y="121"/>
                    <a:pt x="312" y="111"/>
                  </a:cubicBezTo>
                  <a:cubicBezTo>
                    <a:pt x="282" y="86"/>
                    <a:pt x="252" y="79"/>
                    <a:pt x="223" y="79"/>
                  </a:cubicBezTo>
                  <a:cubicBezTo>
                    <a:pt x="194" y="79"/>
                    <a:pt x="166" y="86"/>
                    <a:pt x="141" y="91"/>
                  </a:cubicBezTo>
                  <a:cubicBezTo>
                    <a:pt x="118" y="100"/>
                    <a:pt x="103" y="108"/>
                    <a:pt x="91" y="108"/>
                  </a:cubicBezTo>
                  <a:cubicBezTo>
                    <a:pt x="77" y="108"/>
                    <a:pt x="67" y="98"/>
                    <a:pt x="51" y="71"/>
                  </a:cubicBezTo>
                  <a:cubicBezTo>
                    <a:pt x="41" y="51"/>
                    <a:pt x="31" y="31"/>
                    <a:pt x="31" y="21"/>
                  </a:cubicBezTo>
                  <a:lnTo>
                    <a:pt x="1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9" name="Google Shape;16859;p54">
              <a:extLst>
                <a:ext uri="{FF2B5EF4-FFF2-40B4-BE49-F238E27FC236}">
                  <a16:creationId xmlns:a16="http://schemas.microsoft.com/office/drawing/2014/main" id="{95568875-E48E-4618-A08A-5D5CFE8B36A6}"/>
                </a:ext>
              </a:extLst>
            </p:cNvPr>
            <p:cNvSpPr/>
            <p:nvPr/>
          </p:nvSpPr>
          <p:spPr>
            <a:xfrm>
              <a:off x="3756978" y="4351462"/>
              <a:ext cx="18327" cy="98379"/>
            </a:xfrm>
            <a:custGeom>
              <a:avLst/>
              <a:gdLst/>
              <a:ahLst/>
              <a:cxnLst/>
              <a:rect l="l" t="t" r="r" b="b"/>
              <a:pathLst>
                <a:path w="87" h="467" extrusionOk="0">
                  <a:moveTo>
                    <a:pt x="77" y="0"/>
                  </a:moveTo>
                  <a:cubicBezTo>
                    <a:pt x="27" y="0"/>
                    <a:pt x="27" y="151"/>
                    <a:pt x="16" y="241"/>
                  </a:cubicBezTo>
                  <a:cubicBezTo>
                    <a:pt x="6" y="331"/>
                    <a:pt x="6" y="321"/>
                    <a:pt x="6" y="381"/>
                  </a:cubicBezTo>
                  <a:cubicBezTo>
                    <a:pt x="0" y="420"/>
                    <a:pt x="14" y="466"/>
                    <a:pt x="35" y="466"/>
                  </a:cubicBezTo>
                  <a:cubicBezTo>
                    <a:pt x="48" y="466"/>
                    <a:pt x="62" y="451"/>
                    <a:pt x="77" y="412"/>
                  </a:cubicBezTo>
                  <a:cubicBezTo>
                    <a:pt x="87" y="341"/>
                    <a:pt x="57" y="311"/>
                    <a:pt x="57" y="201"/>
                  </a:cubicBezTo>
                  <a:cubicBezTo>
                    <a:pt x="67" y="91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0" name="Google Shape;16860;p54">
              <a:extLst>
                <a:ext uri="{FF2B5EF4-FFF2-40B4-BE49-F238E27FC236}">
                  <a16:creationId xmlns:a16="http://schemas.microsoft.com/office/drawing/2014/main" id="{A18FCBF9-F153-93DF-D31A-4089B3B958CD}"/>
                </a:ext>
              </a:extLst>
            </p:cNvPr>
            <p:cNvSpPr/>
            <p:nvPr/>
          </p:nvSpPr>
          <p:spPr>
            <a:xfrm>
              <a:off x="3747710" y="4490078"/>
              <a:ext cx="21276" cy="56036"/>
            </a:xfrm>
            <a:custGeom>
              <a:avLst/>
              <a:gdLst/>
              <a:ahLst/>
              <a:cxnLst/>
              <a:rect l="l" t="t" r="r" b="b"/>
              <a:pathLst>
                <a:path w="101" h="266" extrusionOk="0">
                  <a:moveTo>
                    <a:pt x="70" y="0"/>
                  </a:moveTo>
                  <a:cubicBezTo>
                    <a:pt x="64" y="0"/>
                    <a:pt x="56" y="13"/>
                    <a:pt x="40" y="44"/>
                  </a:cubicBezTo>
                  <a:cubicBezTo>
                    <a:pt x="20" y="95"/>
                    <a:pt x="30" y="225"/>
                    <a:pt x="0" y="265"/>
                  </a:cubicBezTo>
                  <a:lnTo>
                    <a:pt x="71" y="265"/>
                  </a:lnTo>
                  <a:cubicBezTo>
                    <a:pt x="101" y="265"/>
                    <a:pt x="91" y="255"/>
                    <a:pt x="91" y="205"/>
                  </a:cubicBezTo>
                  <a:cubicBezTo>
                    <a:pt x="81" y="155"/>
                    <a:pt x="101" y="95"/>
                    <a:pt x="91" y="24"/>
                  </a:cubicBezTo>
                  <a:cubicBezTo>
                    <a:pt x="81" y="10"/>
                    <a:pt x="76" y="0"/>
                    <a:pt x="7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1" name="Google Shape;16861;p54">
              <a:extLst>
                <a:ext uri="{FF2B5EF4-FFF2-40B4-BE49-F238E27FC236}">
                  <a16:creationId xmlns:a16="http://schemas.microsoft.com/office/drawing/2014/main" id="{942DA383-222A-0511-6AD9-F34BDDBB15F2}"/>
                </a:ext>
              </a:extLst>
            </p:cNvPr>
            <p:cNvSpPr/>
            <p:nvPr/>
          </p:nvSpPr>
          <p:spPr>
            <a:xfrm>
              <a:off x="3616684" y="4081391"/>
              <a:ext cx="59403" cy="25069"/>
            </a:xfrm>
            <a:custGeom>
              <a:avLst/>
              <a:gdLst/>
              <a:ahLst/>
              <a:cxnLst/>
              <a:rect l="l" t="t" r="r" b="b"/>
              <a:pathLst>
                <a:path w="282" h="119" extrusionOk="0">
                  <a:moveTo>
                    <a:pt x="221" y="1"/>
                  </a:moveTo>
                  <a:cubicBezTo>
                    <a:pt x="204" y="1"/>
                    <a:pt x="186" y="3"/>
                    <a:pt x="171" y="8"/>
                  </a:cubicBezTo>
                  <a:cubicBezTo>
                    <a:pt x="101" y="39"/>
                    <a:pt x="41" y="59"/>
                    <a:pt x="0" y="109"/>
                  </a:cubicBezTo>
                  <a:lnTo>
                    <a:pt x="20" y="119"/>
                  </a:lnTo>
                  <a:cubicBezTo>
                    <a:pt x="51" y="119"/>
                    <a:pt x="91" y="99"/>
                    <a:pt x="111" y="79"/>
                  </a:cubicBezTo>
                  <a:cubicBezTo>
                    <a:pt x="129" y="61"/>
                    <a:pt x="150" y="57"/>
                    <a:pt x="176" y="57"/>
                  </a:cubicBezTo>
                  <a:cubicBezTo>
                    <a:pt x="193" y="57"/>
                    <a:pt x="211" y="59"/>
                    <a:pt x="231" y="59"/>
                  </a:cubicBezTo>
                  <a:cubicBezTo>
                    <a:pt x="261" y="59"/>
                    <a:pt x="281" y="29"/>
                    <a:pt x="271" y="8"/>
                  </a:cubicBezTo>
                  <a:cubicBezTo>
                    <a:pt x="256" y="3"/>
                    <a:pt x="239" y="1"/>
                    <a:pt x="221" y="1"/>
                  </a:cubicBezTo>
                  <a:close/>
                </a:path>
              </a:pathLst>
            </a:custGeom>
            <a:solidFill>
              <a:srgbClr val="401E15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2" name="Google Shape;16862;p54">
              <a:extLst>
                <a:ext uri="{FF2B5EF4-FFF2-40B4-BE49-F238E27FC236}">
                  <a16:creationId xmlns:a16="http://schemas.microsoft.com/office/drawing/2014/main" id="{76B7AED6-BB08-E0B5-F6C2-78E957B2E960}"/>
                </a:ext>
              </a:extLst>
            </p:cNvPr>
            <p:cNvSpPr/>
            <p:nvPr/>
          </p:nvSpPr>
          <p:spPr>
            <a:xfrm>
              <a:off x="3633536" y="4356728"/>
              <a:ext cx="23382" cy="126397"/>
            </a:xfrm>
            <a:custGeom>
              <a:avLst/>
              <a:gdLst/>
              <a:ahLst/>
              <a:cxnLst/>
              <a:rect l="l" t="t" r="r" b="b"/>
              <a:pathLst>
                <a:path w="111" h="600" extrusionOk="0">
                  <a:moveTo>
                    <a:pt x="73" y="1"/>
                  </a:moveTo>
                  <a:cubicBezTo>
                    <a:pt x="62" y="1"/>
                    <a:pt x="51" y="27"/>
                    <a:pt x="51" y="76"/>
                  </a:cubicBezTo>
                  <a:cubicBezTo>
                    <a:pt x="41" y="156"/>
                    <a:pt x="51" y="276"/>
                    <a:pt x="51" y="326"/>
                  </a:cubicBezTo>
                  <a:cubicBezTo>
                    <a:pt x="41" y="377"/>
                    <a:pt x="1" y="507"/>
                    <a:pt x="21" y="597"/>
                  </a:cubicBezTo>
                  <a:lnTo>
                    <a:pt x="51" y="597"/>
                  </a:lnTo>
                  <a:cubicBezTo>
                    <a:pt x="61" y="599"/>
                    <a:pt x="68" y="600"/>
                    <a:pt x="75" y="600"/>
                  </a:cubicBezTo>
                  <a:cubicBezTo>
                    <a:pt x="108" y="600"/>
                    <a:pt x="99" y="577"/>
                    <a:pt x="91" y="527"/>
                  </a:cubicBezTo>
                  <a:cubicBezTo>
                    <a:pt x="91" y="477"/>
                    <a:pt x="111" y="427"/>
                    <a:pt x="101" y="377"/>
                  </a:cubicBezTo>
                  <a:cubicBezTo>
                    <a:pt x="91" y="326"/>
                    <a:pt x="81" y="166"/>
                    <a:pt x="91" y="86"/>
                  </a:cubicBezTo>
                  <a:cubicBezTo>
                    <a:pt x="91" y="66"/>
                    <a:pt x="91" y="56"/>
                    <a:pt x="91" y="35"/>
                  </a:cubicBezTo>
                  <a:cubicBezTo>
                    <a:pt x="87" y="12"/>
                    <a:pt x="80" y="1"/>
                    <a:pt x="7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3" name="Google Shape;16863;p54">
              <a:extLst>
                <a:ext uri="{FF2B5EF4-FFF2-40B4-BE49-F238E27FC236}">
                  <a16:creationId xmlns:a16="http://schemas.microsoft.com/office/drawing/2014/main" id="{F4FB931F-BEBD-E8B0-FB2D-AFEC3CF6F561}"/>
                </a:ext>
              </a:extLst>
            </p:cNvPr>
            <p:cNvSpPr/>
            <p:nvPr/>
          </p:nvSpPr>
          <p:spPr>
            <a:xfrm>
              <a:off x="3741390" y="4435938"/>
              <a:ext cx="19169" cy="69308"/>
            </a:xfrm>
            <a:custGeom>
              <a:avLst/>
              <a:gdLst/>
              <a:ahLst/>
              <a:cxnLst/>
              <a:rect l="l" t="t" r="r" b="b"/>
              <a:pathLst>
                <a:path w="91" h="329" extrusionOk="0">
                  <a:moveTo>
                    <a:pt x="10" y="1"/>
                  </a:moveTo>
                  <a:cubicBezTo>
                    <a:pt x="10" y="41"/>
                    <a:pt x="20" y="81"/>
                    <a:pt x="20" y="141"/>
                  </a:cubicBezTo>
                  <a:cubicBezTo>
                    <a:pt x="20" y="191"/>
                    <a:pt x="10" y="261"/>
                    <a:pt x="0" y="322"/>
                  </a:cubicBezTo>
                  <a:cubicBezTo>
                    <a:pt x="7" y="327"/>
                    <a:pt x="13" y="329"/>
                    <a:pt x="18" y="329"/>
                  </a:cubicBezTo>
                  <a:cubicBezTo>
                    <a:pt x="40" y="329"/>
                    <a:pt x="40" y="278"/>
                    <a:pt x="40" y="261"/>
                  </a:cubicBezTo>
                  <a:cubicBezTo>
                    <a:pt x="60" y="231"/>
                    <a:pt x="80" y="211"/>
                    <a:pt x="90" y="171"/>
                  </a:cubicBezTo>
                  <a:cubicBezTo>
                    <a:pt x="90" y="151"/>
                    <a:pt x="80" y="111"/>
                    <a:pt x="70" y="91"/>
                  </a:cubicBezTo>
                  <a:cubicBezTo>
                    <a:pt x="60" y="51"/>
                    <a:pt x="30" y="31"/>
                    <a:pt x="1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4" name="Google Shape;16864;p54">
              <a:extLst>
                <a:ext uri="{FF2B5EF4-FFF2-40B4-BE49-F238E27FC236}">
                  <a16:creationId xmlns:a16="http://schemas.microsoft.com/office/drawing/2014/main" id="{85B93F90-1A7D-F79F-58AB-B63CAE4AD83E}"/>
                </a:ext>
              </a:extLst>
            </p:cNvPr>
            <p:cNvSpPr/>
            <p:nvPr/>
          </p:nvSpPr>
          <p:spPr>
            <a:xfrm>
              <a:off x="3806903" y="4400125"/>
              <a:ext cx="23382" cy="80473"/>
            </a:xfrm>
            <a:custGeom>
              <a:avLst/>
              <a:gdLst/>
              <a:ahLst/>
              <a:cxnLst/>
              <a:rect l="l" t="t" r="r" b="b"/>
              <a:pathLst>
                <a:path w="111" h="382" extrusionOk="0">
                  <a:moveTo>
                    <a:pt x="110" y="0"/>
                  </a:moveTo>
                  <a:cubicBezTo>
                    <a:pt x="50" y="50"/>
                    <a:pt x="50" y="80"/>
                    <a:pt x="40" y="161"/>
                  </a:cubicBezTo>
                  <a:cubicBezTo>
                    <a:pt x="30" y="231"/>
                    <a:pt x="0" y="311"/>
                    <a:pt x="50" y="361"/>
                  </a:cubicBezTo>
                  <a:cubicBezTo>
                    <a:pt x="60" y="381"/>
                    <a:pt x="80" y="381"/>
                    <a:pt x="100" y="381"/>
                  </a:cubicBezTo>
                  <a:cubicBezTo>
                    <a:pt x="100" y="361"/>
                    <a:pt x="90" y="341"/>
                    <a:pt x="90" y="321"/>
                  </a:cubicBezTo>
                  <a:cubicBezTo>
                    <a:pt x="70" y="231"/>
                    <a:pt x="100" y="211"/>
                    <a:pt x="110" y="150"/>
                  </a:cubicBezTo>
                  <a:cubicBezTo>
                    <a:pt x="110" y="120"/>
                    <a:pt x="110" y="60"/>
                    <a:pt x="11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5" name="Google Shape;16865;p54">
              <a:extLst>
                <a:ext uri="{FF2B5EF4-FFF2-40B4-BE49-F238E27FC236}">
                  <a16:creationId xmlns:a16="http://schemas.microsoft.com/office/drawing/2014/main" id="{C9A6CD59-FFC0-0A4F-5C82-B152B334F138}"/>
                </a:ext>
              </a:extLst>
            </p:cNvPr>
            <p:cNvSpPr/>
            <p:nvPr/>
          </p:nvSpPr>
          <p:spPr>
            <a:xfrm>
              <a:off x="3815329" y="4400125"/>
              <a:ext cx="14956" cy="66148"/>
            </a:xfrm>
            <a:custGeom>
              <a:avLst/>
              <a:gdLst/>
              <a:ahLst/>
              <a:cxnLst/>
              <a:rect l="l" t="t" r="r" b="b"/>
              <a:pathLst>
                <a:path w="71" h="314" extrusionOk="0">
                  <a:moveTo>
                    <a:pt x="70" y="0"/>
                  </a:moveTo>
                  <a:cubicBezTo>
                    <a:pt x="60" y="10"/>
                    <a:pt x="50" y="20"/>
                    <a:pt x="40" y="30"/>
                  </a:cubicBezTo>
                  <a:cubicBezTo>
                    <a:pt x="40" y="70"/>
                    <a:pt x="30" y="110"/>
                    <a:pt x="30" y="130"/>
                  </a:cubicBezTo>
                  <a:cubicBezTo>
                    <a:pt x="20" y="191"/>
                    <a:pt x="0" y="301"/>
                    <a:pt x="30" y="311"/>
                  </a:cubicBezTo>
                  <a:cubicBezTo>
                    <a:pt x="30" y="313"/>
                    <a:pt x="31" y="314"/>
                    <a:pt x="31" y="314"/>
                  </a:cubicBezTo>
                  <a:cubicBezTo>
                    <a:pt x="34" y="314"/>
                    <a:pt x="42" y="297"/>
                    <a:pt x="50" y="281"/>
                  </a:cubicBezTo>
                  <a:cubicBezTo>
                    <a:pt x="40" y="241"/>
                    <a:pt x="50" y="211"/>
                    <a:pt x="60" y="171"/>
                  </a:cubicBezTo>
                  <a:lnTo>
                    <a:pt x="70" y="150"/>
                  </a:lnTo>
                  <a:lnTo>
                    <a:pt x="70" y="140"/>
                  </a:lnTo>
                  <a:lnTo>
                    <a:pt x="70" y="130"/>
                  </a:lnTo>
                  <a:lnTo>
                    <a:pt x="70" y="120"/>
                  </a:lnTo>
                  <a:lnTo>
                    <a:pt x="70" y="110"/>
                  </a:lnTo>
                  <a:lnTo>
                    <a:pt x="70" y="100"/>
                  </a:lnTo>
                  <a:cubicBezTo>
                    <a:pt x="70" y="70"/>
                    <a:pt x="70" y="40"/>
                    <a:pt x="7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6" name="Google Shape;16866;p54">
              <a:extLst>
                <a:ext uri="{FF2B5EF4-FFF2-40B4-BE49-F238E27FC236}">
                  <a16:creationId xmlns:a16="http://schemas.microsoft.com/office/drawing/2014/main" id="{AC29FD50-F951-F7D5-725C-724F0274814D}"/>
                </a:ext>
              </a:extLst>
            </p:cNvPr>
            <p:cNvSpPr/>
            <p:nvPr/>
          </p:nvSpPr>
          <p:spPr>
            <a:xfrm>
              <a:off x="3732964" y="4332502"/>
              <a:ext cx="33915" cy="135245"/>
            </a:xfrm>
            <a:custGeom>
              <a:avLst/>
              <a:gdLst/>
              <a:ahLst/>
              <a:cxnLst/>
              <a:rect l="l" t="t" r="r" b="b"/>
              <a:pathLst>
                <a:path w="161" h="642" extrusionOk="0">
                  <a:moveTo>
                    <a:pt x="119" y="0"/>
                  </a:moveTo>
                  <a:cubicBezTo>
                    <a:pt x="105" y="0"/>
                    <a:pt x="90" y="5"/>
                    <a:pt x="80" y="10"/>
                  </a:cubicBezTo>
                  <a:cubicBezTo>
                    <a:pt x="50" y="20"/>
                    <a:pt x="20" y="30"/>
                    <a:pt x="0" y="50"/>
                  </a:cubicBezTo>
                  <a:cubicBezTo>
                    <a:pt x="0" y="70"/>
                    <a:pt x="10" y="80"/>
                    <a:pt x="10" y="100"/>
                  </a:cubicBezTo>
                  <a:cubicBezTo>
                    <a:pt x="20" y="150"/>
                    <a:pt x="70" y="361"/>
                    <a:pt x="60" y="441"/>
                  </a:cubicBezTo>
                  <a:cubicBezTo>
                    <a:pt x="40" y="512"/>
                    <a:pt x="60" y="552"/>
                    <a:pt x="60" y="632"/>
                  </a:cubicBezTo>
                  <a:lnTo>
                    <a:pt x="70" y="642"/>
                  </a:lnTo>
                  <a:cubicBezTo>
                    <a:pt x="90" y="642"/>
                    <a:pt x="110" y="642"/>
                    <a:pt x="120" y="632"/>
                  </a:cubicBezTo>
                  <a:cubicBezTo>
                    <a:pt x="141" y="622"/>
                    <a:pt x="130" y="592"/>
                    <a:pt x="120" y="572"/>
                  </a:cubicBezTo>
                  <a:cubicBezTo>
                    <a:pt x="120" y="552"/>
                    <a:pt x="100" y="532"/>
                    <a:pt x="100" y="512"/>
                  </a:cubicBezTo>
                  <a:cubicBezTo>
                    <a:pt x="90" y="492"/>
                    <a:pt x="100" y="471"/>
                    <a:pt x="100" y="451"/>
                  </a:cubicBezTo>
                  <a:cubicBezTo>
                    <a:pt x="100" y="381"/>
                    <a:pt x="90" y="311"/>
                    <a:pt x="90" y="241"/>
                  </a:cubicBezTo>
                  <a:cubicBezTo>
                    <a:pt x="90" y="181"/>
                    <a:pt x="100" y="130"/>
                    <a:pt x="130" y="80"/>
                  </a:cubicBezTo>
                  <a:cubicBezTo>
                    <a:pt x="141" y="60"/>
                    <a:pt x="161" y="40"/>
                    <a:pt x="151" y="20"/>
                  </a:cubicBezTo>
                  <a:cubicBezTo>
                    <a:pt x="146" y="5"/>
                    <a:pt x="133" y="0"/>
                    <a:pt x="119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7" name="Google Shape;16867;p54">
              <a:extLst>
                <a:ext uri="{FF2B5EF4-FFF2-40B4-BE49-F238E27FC236}">
                  <a16:creationId xmlns:a16="http://schemas.microsoft.com/office/drawing/2014/main" id="{6207DF52-1242-58FF-658C-754970D25C54}"/>
                </a:ext>
              </a:extLst>
            </p:cNvPr>
            <p:cNvSpPr/>
            <p:nvPr/>
          </p:nvSpPr>
          <p:spPr>
            <a:xfrm>
              <a:off x="3627217" y="4165446"/>
              <a:ext cx="99427" cy="177799"/>
            </a:xfrm>
            <a:custGeom>
              <a:avLst/>
              <a:gdLst/>
              <a:ahLst/>
              <a:cxnLst/>
              <a:rect l="l" t="t" r="r" b="b"/>
              <a:pathLst>
                <a:path w="472" h="844" extrusionOk="0">
                  <a:moveTo>
                    <a:pt x="269" y="709"/>
                  </a:moveTo>
                  <a:cubicBezTo>
                    <a:pt x="277" y="713"/>
                    <a:pt x="287" y="713"/>
                    <a:pt x="301" y="713"/>
                  </a:cubicBezTo>
                  <a:cubicBezTo>
                    <a:pt x="290" y="713"/>
                    <a:pt x="279" y="711"/>
                    <a:pt x="269" y="709"/>
                  </a:cubicBezTo>
                  <a:close/>
                  <a:moveTo>
                    <a:pt x="352" y="733"/>
                  </a:moveTo>
                  <a:cubicBezTo>
                    <a:pt x="387" y="739"/>
                    <a:pt x="419" y="741"/>
                    <a:pt x="441" y="744"/>
                  </a:cubicBezTo>
                  <a:lnTo>
                    <a:pt x="441" y="744"/>
                  </a:lnTo>
                  <a:cubicBezTo>
                    <a:pt x="409" y="738"/>
                    <a:pt x="366" y="733"/>
                    <a:pt x="352" y="733"/>
                  </a:cubicBezTo>
                  <a:close/>
                  <a:moveTo>
                    <a:pt x="441" y="744"/>
                  </a:moveTo>
                  <a:cubicBezTo>
                    <a:pt x="455" y="747"/>
                    <a:pt x="466" y="750"/>
                    <a:pt x="472" y="753"/>
                  </a:cubicBezTo>
                  <a:cubicBezTo>
                    <a:pt x="468" y="749"/>
                    <a:pt x="457" y="746"/>
                    <a:pt x="441" y="744"/>
                  </a:cubicBezTo>
                  <a:close/>
                  <a:moveTo>
                    <a:pt x="1" y="1"/>
                  </a:moveTo>
                  <a:cubicBezTo>
                    <a:pt x="1" y="1"/>
                    <a:pt x="1" y="31"/>
                    <a:pt x="1" y="91"/>
                  </a:cubicBezTo>
                  <a:cubicBezTo>
                    <a:pt x="1" y="211"/>
                    <a:pt x="91" y="492"/>
                    <a:pt x="91" y="673"/>
                  </a:cubicBezTo>
                  <a:cubicBezTo>
                    <a:pt x="81" y="783"/>
                    <a:pt x="111" y="843"/>
                    <a:pt x="121" y="843"/>
                  </a:cubicBezTo>
                  <a:cubicBezTo>
                    <a:pt x="121" y="773"/>
                    <a:pt x="131" y="633"/>
                    <a:pt x="131" y="633"/>
                  </a:cubicBezTo>
                  <a:cubicBezTo>
                    <a:pt x="151" y="643"/>
                    <a:pt x="171" y="663"/>
                    <a:pt x="191" y="673"/>
                  </a:cubicBezTo>
                  <a:cubicBezTo>
                    <a:pt x="201" y="673"/>
                    <a:pt x="211" y="683"/>
                    <a:pt x="221" y="693"/>
                  </a:cubicBezTo>
                  <a:cubicBezTo>
                    <a:pt x="239" y="699"/>
                    <a:pt x="254" y="705"/>
                    <a:pt x="269" y="709"/>
                  </a:cubicBezTo>
                  <a:lnTo>
                    <a:pt x="269" y="709"/>
                  </a:lnTo>
                  <a:cubicBezTo>
                    <a:pt x="267" y="707"/>
                    <a:pt x="264" y="705"/>
                    <a:pt x="261" y="703"/>
                  </a:cubicBezTo>
                  <a:cubicBezTo>
                    <a:pt x="281" y="703"/>
                    <a:pt x="301" y="683"/>
                    <a:pt x="311" y="663"/>
                  </a:cubicBezTo>
                  <a:cubicBezTo>
                    <a:pt x="251" y="663"/>
                    <a:pt x="191" y="633"/>
                    <a:pt x="141" y="582"/>
                  </a:cubicBezTo>
                  <a:cubicBezTo>
                    <a:pt x="71" y="502"/>
                    <a:pt x="51" y="312"/>
                    <a:pt x="31" y="161"/>
                  </a:cubicBezTo>
                  <a:cubicBezTo>
                    <a:pt x="21" y="51"/>
                    <a:pt x="11" y="1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8" name="Google Shape;16868;p54">
              <a:extLst>
                <a:ext uri="{FF2B5EF4-FFF2-40B4-BE49-F238E27FC236}">
                  <a16:creationId xmlns:a16="http://schemas.microsoft.com/office/drawing/2014/main" id="{DB0187F6-C89E-D119-B8FD-36A8F4D6CAC6}"/>
                </a:ext>
              </a:extLst>
            </p:cNvPr>
            <p:cNvSpPr/>
            <p:nvPr/>
          </p:nvSpPr>
          <p:spPr>
            <a:xfrm>
              <a:off x="3682197" y="4285945"/>
              <a:ext cx="44447" cy="38130"/>
            </a:xfrm>
            <a:custGeom>
              <a:avLst/>
              <a:gdLst/>
              <a:ahLst/>
              <a:cxnLst/>
              <a:rect l="l" t="t" r="r" b="b"/>
              <a:pathLst>
                <a:path w="211" h="181" extrusionOk="0">
                  <a:moveTo>
                    <a:pt x="201" y="0"/>
                  </a:moveTo>
                  <a:cubicBezTo>
                    <a:pt x="191" y="0"/>
                    <a:pt x="171" y="71"/>
                    <a:pt x="111" y="91"/>
                  </a:cubicBezTo>
                  <a:lnTo>
                    <a:pt x="50" y="91"/>
                  </a:lnTo>
                  <a:cubicBezTo>
                    <a:pt x="40" y="111"/>
                    <a:pt x="20" y="131"/>
                    <a:pt x="0" y="131"/>
                  </a:cubicBezTo>
                  <a:cubicBezTo>
                    <a:pt x="10" y="141"/>
                    <a:pt x="20" y="141"/>
                    <a:pt x="40" y="141"/>
                  </a:cubicBezTo>
                  <a:cubicBezTo>
                    <a:pt x="50" y="151"/>
                    <a:pt x="71" y="151"/>
                    <a:pt x="91" y="161"/>
                  </a:cubicBezTo>
                  <a:cubicBezTo>
                    <a:pt x="111" y="161"/>
                    <a:pt x="191" y="171"/>
                    <a:pt x="211" y="181"/>
                  </a:cubicBezTo>
                  <a:cubicBezTo>
                    <a:pt x="191" y="111"/>
                    <a:pt x="211" y="30"/>
                    <a:pt x="21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9" name="Google Shape;16869;p54">
              <a:extLst>
                <a:ext uri="{FF2B5EF4-FFF2-40B4-BE49-F238E27FC236}">
                  <a16:creationId xmlns:a16="http://schemas.microsoft.com/office/drawing/2014/main" id="{772AA424-E269-3763-F582-3EBD8F220E45}"/>
                </a:ext>
              </a:extLst>
            </p:cNvPr>
            <p:cNvSpPr/>
            <p:nvPr/>
          </p:nvSpPr>
          <p:spPr>
            <a:xfrm>
              <a:off x="3599832" y="4157230"/>
              <a:ext cx="38128" cy="181802"/>
            </a:xfrm>
            <a:custGeom>
              <a:avLst/>
              <a:gdLst/>
              <a:ahLst/>
              <a:cxnLst/>
              <a:rect l="l" t="t" r="r" b="b"/>
              <a:pathLst>
                <a:path w="181" h="863" extrusionOk="0">
                  <a:moveTo>
                    <a:pt x="44" y="0"/>
                  </a:moveTo>
                  <a:cubicBezTo>
                    <a:pt x="32" y="0"/>
                    <a:pt x="17" y="11"/>
                    <a:pt x="0" y="40"/>
                  </a:cubicBezTo>
                  <a:cubicBezTo>
                    <a:pt x="0" y="80"/>
                    <a:pt x="10" y="120"/>
                    <a:pt x="20" y="160"/>
                  </a:cubicBezTo>
                  <a:cubicBezTo>
                    <a:pt x="60" y="310"/>
                    <a:pt x="50" y="331"/>
                    <a:pt x="80" y="461"/>
                  </a:cubicBezTo>
                  <a:cubicBezTo>
                    <a:pt x="100" y="591"/>
                    <a:pt x="151" y="792"/>
                    <a:pt x="141" y="862"/>
                  </a:cubicBezTo>
                  <a:cubicBezTo>
                    <a:pt x="171" y="802"/>
                    <a:pt x="181" y="631"/>
                    <a:pt x="151" y="561"/>
                  </a:cubicBezTo>
                  <a:cubicBezTo>
                    <a:pt x="131" y="501"/>
                    <a:pt x="141" y="351"/>
                    <a:pt x="121" y="280"/>
                  </a:cubicBezTo>
                  <a:cubicBezTo>
                    <a:pt x="110" y="220"/>
                    <a:pt x="110" y="150"/>
                    <a:pt x="100" y="90"/>
                  </a:cubicBezTo>
                  <a:cubicBezTo>
                    <a:pt x="93" y="68"/>
                    <a:pt x="76" y="0"/>
                    <a:pt x="44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0" name="Google Shape;16870;p54">
              <a:extLst>
                <a:ext uri="{FF2B5EF4-FFF2-40B4-BE49-F238E27FC236}">
                  <a16:creationId xmlns:a16="http://schemas.microsoft.com/office/drawing/2014/main" id="{C6680047-B8AF-5663-2999-3081003FC896}"/>
                </a:ext>
              </a:extLst>
            </p:cNvPr>
            <p:cNvSpPr/>
            <p:nvPr/>
          </p:nvSpPr>
          <p:spPr>
            <a:xfrm>
              <a:off x="3794053" y="4104143"/>
              <a:ext cx="67829" cy="74153"/>
            </a:xfrm>
            <a:custGeom>
              <a:avLst/>
              <a:gdLst/>
              <a:ahLst/>
              <a:cxnLst/>
              <a:rect l="l" t="t" r="r" b="b"/>
              <a:pathLst>
                <a:path w="322" h="352" extrusionOk="0">
                  <a:moveTo>
                    <a:pt x="131" y="1"/>
                  </a:moveTo>
                  <a:cubicBezTo>
                    <a:pt x="31" y="21"/>
                    <a:pt x="11" y="71"/>
                    <a:pt x="1" y="121"/>
                  </a:cubicBezTo>
                  <a:cubicBezTo>
                    <a:pt x="31" y="201"/>
                    <a:pt x="81" y="282"/>
                    <a:pt x="111" y="352"/>
                  </a:cubicBezTo>
                  <a:cubicBezTo>
                    <a:pt x="111" y="322"/>
                    <a:pt x="121" y="282"/>
                    <a:pt x="161" y="262"/>
                  </a:cubicBezTo>
                  <a:cubicBezTo>
                    <a:pt x="168" y="258"/>
                    <a:pt x="175" y="256"/>
                    <a:pt x="183" y="256"/>
                  </a:cubicBezTo>
                  <a:cubicBezTo>
                    <a:pt x="200" y="256"/>
                    <a:pt x="221" y="267"/>
                    <a:pt x="242" y="302"/>
                  </a:cubicBezTo>
                  <a:cubicBezTo>
                    <a:pt x="248" y="308"/>
                    <a:pt x="253" y="311"/>
                    <a:pt x="257" y="311"/>
                  </a:cubicBezTo>
                  <a:cubicBezTo>
                    <a:pt x="265" y="311"/>
                    <a:pt x="272" y="302"/>
                    <a:pt x="292" y="302"/>
                  </a:cubicBezTo>
                  <a:cubicBezTo>
                    <a:pt x="296" y="303"/>
                    <a:pt x="299" y="304"/>
                    <a:pt x="302" y="304"/>
                  </a:cubicBezTo>
                  <a:cubicBezTo>
                    <a:pt x="319" y="304"/>
                    <a:pt x="311" y="279"/>
                    <a:pt x="302" y="262"/>
                  </a:cubicBezTo>
                  <a:cubicBezTo>
                    <a:pt x="292" y="231"/>
                    <a:pt x="292" y="201"/>
                    <a:pt x="302" y="171"/>
                  </a:cubicBezTo>
                  <a:cubicBezTo>
                    <a:pt x="312" y="151"/>
                    <a:pt x="312" y="131"/>
                    <a:pt x="322" y="111"/>
                  </a:cubicBezTo>
                  <a:lnTo>
                    <a:pt x="322" y="81"/>
                  </a:lnTo>
                  <a:lnTo>
                    <a:pt x="312" y="51"/>
                  </a:lnTo>
                  <a:lnTo>
                    <a:pt x="302" y="51"/>
                  </a:lnTo>
                  <a:cubicBezTo>
                    <a:pt x="292" y="41"/>
                    <a:pt x="272" y="31"/>
                    <a:pt x="252" y="31"/>
                  </a:cubicBezTo>
                  <a:cubicBezTo>
                    <a:pt x="212" y="21"/>
                    <a:pt x="171" y="11"/>
                    <a:pt x="131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6871" name="Google Shape;16871;p54">
            <a:extLst>
              <a:ext uri="{FF2B5EF4-FFF2-40B4-BE49-F238E27FC236}">
                <a16:creationId xmlns:a16="http://schemas.microsoft.com/office/drawing/2014/main" id="{B7F03D4D-3162-C9F8-083F-F655D2DF1C21}"/>
              </a:ext>
            </a:extLst>
          </p:cNvPr>
          <p:cNvGrpSpPr/>
          <p:nvPr/>
        </p:nvGrpSpPr>
        <p:grpSpPr>
          <a:xfrm>
            <a:off x="4635873" y="4120337"/>
            <a:ext cx="478811" cy="404373"/>
            <a:chOff x="4635873" y="4120337"/>
            <a:chExt cx="478811" cy="404373"/>
          </a:xfrm>
        </p:grpSpPr>
        <p:sp>
          <p:nvSpPr>
            <p:cNvPr id="16872" name="Google Shape;16872;p54">
              <a:extLst>
                <a:ext uri="{FF2B5EF4-FFF2-40B4-BE49-F238E27FC236}">
                  <a16:creationId xmlns:a16="http://schemas.microsoft.com/office/drawing/2014/main" id="{A76C7E70-FFD7-9E26-6309-7460DDE821A6}"/>
                </a:ext>
              </a:extLst>
            </p:cNvPr>
            <p:cNvSpPr/>
            <p:nvPr/>
          </p:nvSpPr>
          <p:spPr>
            <a:xfrm>
              <a:off x="4635873" y="4145110"/>
              <a:ext cx="55378" cy="225868"/>
            </a:xfrm>
            <a:custGeom>
              <a:avLst/>
              <a:gdLst/>
              <a:ahLst/>
              <a:cxnLst/>
              <a:rect l="l" t="t" r="r" b="b"/>
              <a:pathLst>
                <a:path w="342" h="1395" extrusionOk="0">
                  <a:moveTo>
                    <a:pt x="281" y="0"/>
                  </a:moveTo>
                  <a:cubicBezTo>
                    <a:pt x="221" y="40"/>
                    <a:pt x="111" y="381"/>
                    <a:pt x="111" y="582"/>
                  </a:cubicBezTo>
                  <a:cubicBezTo>
                    <a:pt x="111" y="793"/>
                    <a:pt x="1" y="1043"/>
                    <a:pt x="11" y="1164"/>
                  </a:cubicBezTo>
                  <a:cubicBezTo>
                    <a:pt x="31" y="1294"/>
                    <a:pt x="31" y="1364"/>
                    <a:pt x="21" y="1394"/>
                  </a:cubicBezTo>
                  <a:cubicBezTo>
                    <a:pt x="21" y="1394"/>
                    <a:pt x="41" y="1364"/>
                    <a:pt x="51" y="1314"/>
                  </a:cubicBezTo>
                  <a:cubicBezTo>
                    <a:pt x="61" y="1274"/>
                    <a:pt x="71" y="1224"/>
                    <a:pt x="71" y="1174"/>
                  </a:cubicBezTo>
                  <a:lnTo>
                    <a:pt x="71" y="1174"/>
                  </a:lnTo>
                  <a:cubicBezTo>
                    <a:pt x="71" y="1174"/>
                    <a:pt x="91" y="1254"/>
                    <a:pt x="51" y="1364"/>
                  </a:cubicBezTo>
                  <a:cubicBezTo>
                    <a:pt x="51" y="1364"/>
                    <a:pt x="111" y="1294"/>
                    <a:pt x="101" y="1144"/>
                  </a:cubicBezTo>
                  <a:cubicBezTo>
                    <a:pt x="81" y="993"/>
                    <a:pt x="81" y="963"/>
                    <a:pt x="101" y="863"/>
                  </a:cubicBezTo>
                  <a:cubicBezTo>
                    <a:pt x="121" y="772"/>
                    <a:pt x="131" y="742"/>
                    <a:pt x="161" y="542"/>
                  </a:cubicBezTo>
                  <a:cubicBezTo>
                    <a:pt x="181" y="321"/>
                    <a:pt x="342" y="151"/>
                    <a:pt x="342" y="151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3" name="Google Shape;16873;p54">
              <a:extLst>
                <a:ext uri="{FF2B5EF4-FFF2-40B4-BE49-F238E27FC236}">
                  <a16:creationId xmlns:a16="http://schemas.microsoft.com/office/drawing/2014/main" id="{E905E8BA-A25E-6440-04A9-6816093F5806}"/>
                </a:ext>
              </a:extLst>
            </p:cNvPr>
            <p:cNvSpPr/>
            <p:nvPr/>
          </p:nvSpPr>
          <p:spPr>
            <a:xfrm>
              <a:off x="4712301" y="4264278"/>
              <a:ext cx="51978" cy="165151"/>
            </a:xfrm>
            <a:custGeom>
              <a:avLst/>
              <a:gdLst/>
              <a:ahLst/>
              <a:cxnLst/>
              <a:rect l="l" t="t" r="r" b="b"/>
              <a:pathLst>
                <a:path w="321" h="1020" extrusionOk="0">
                  <a:moveTo>
                    <a:pt x="145" y="1"/>
                  </a:moveTo>
                  <a:cubicBezTo>
                    <a:pt x="134" y="1"/>
                    <a:pt x="128" y="14"/>
                    <a:pt x="130" y="47"/>
                  </a:cubicBezTo>
                  <a:cubicBezTo>
                    <a:pt x="150" y="227"/>
                    <a:pt x="0" y="749"/>
                    <a:pt x="0" y="749"/>
                  </a:cubicBezTo>
                  <a:lnTo>
                    <a:pt x="110" y="1019"/>
                  </a:lnTo>
                  <a:cubicBezTo>
                    <a:pt x="110" y="1019"/>
                    <a:pt x="201" y="548"/>
                    <a:pt x="321" y="237"/>
                  </a:cubicBezTo>
                  <a:cubicBezTo>
                    <a:pt x="321" y="237"/>
                    <a:pt x="190" y="1"/>
                    <a:pt x="1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4" name="Google Shape;16874;p54">
              <a:extLst>
                <a:ext uri="{FF2B5EF4-FFF2-40B4-BE49-F238E27FC236}">
                  <a16:creationId xmlns:a16="http://schemas.microsoft.com/office/drawing/2014/main" id="{2620B51B-5AD1-EC82-39A6-8BAA84DF39F9}"/>
                </a:ext>
              </a:extLst>
            </p:cNvPr>
            <p:cNvSpPr/>
            <p:nvPr/>
          </p:nvSpPr>
          <p:spPr>
            <a:xfrm>
              <a:off x="4715540" y="4278203"/>
              <a:ext cx="34166" cy="107348"/>
            </a:xfrm>
            <a:custGeom>
              <a:avLst/>
              <a:gdLst/>
              <a:ahLst/>
              <a:cxnLst/>
              <a:rect l="l" t="t" r="r" b="b"/>
              <a:pathLst>
                <a:path w="211" h="663" extrusionOk="0">
                  <a:moveTo>
                    <a:pt x="157" y="0"/>
                  </a:moveTo>
                  <a:cubicBezTo>
                    <a:pt x="144" y="0"/>
                    <a:pt x="131" y="4"/>
                    <a:pt x="120" y="11"/>
                  </a:cubicBezTo>
                  <a:lnTo>
                    <a:pt x="110" y="11"/>
                  </a:lnTo>
                  <a:cubicBezTo>
                    <a:pt x="110" y="181"/>
                    <a:pt x="30" y="502"/>
                    <a:pt x="0" y="623"/>
                  </a:cubicBezTo>
                  <a:cubicBezTo>
                    <a:pt x="0" y="633"/>
                    <a:pt x="0" y="653"/>
                    <a:pt x="10" y="663"/>
                  </a:cubicBezTo>
                  <a:cubicBezTo>
                    <a:pt x="90" y="482"/>
                    <a:pt x="151" y="292"/>
                    <a:pt x="201" y="91"/>
                  </a:cubicBezTo>
                  <a:lnTo>
                    <a:pt x="211" y="31"/>
                  </a:lnTo>
                  <a:cubicBezTo>
                    <a:pt x="204" y="11"/>
                    <a:pt x="181" y="0"/>
                    <a:pt x="15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5" name="Google Shape;16875;p54">
              <a:extLst>
                <a:ext uri="{FF2B5EF4-FFF2-40B4-BE49-F238E27FC236}">
                  <a16:creationId xmlns:a16="http://schemas.microsoft.com/office/drawing/2014/main" id="{7F98B11B-8287-67E8-AB3F-BEE9D866A81C}"/>
                </a:ext>
              </a:extLst>
            </p:cNvPr>
            <p:cNvSpPr/>
            <p:nvPr/>
          </p:nvSpPr>
          <p:spPr>
            <a:xfrm>
              <a:off x="4653859" y="4121224"/>
              <a:ext cx="380362" cy="403486"/>
            </a:xfrm>
            <a:custGeom>
              <a:avLst/>
              <a:gdLst/>
              <a:ahLst/>
              <a:cxnLst/>
              <a:rect l="l" t="t" r="r" b="b"/>
              <a:pathLst>
                <a:path w="2349" h="2492" extrusionOk="0">
                  <a:moveTo>
                    <a:pt x="548" y="0"/>
                  </a:moveTo>
                  <a:cubicBezTo>
                    <a:pt x="430" y="0"/>
                    <a:pt x="332" y="29"/>
                    <a:pt x="282" y="73"/>
                  </a:cubicBezTo>
                  <a:cubicBezTo>
                    <a:pt x="202" y="133"/>
                    <a:pt x="31" y="243"/>
                    <a:pt x="11" y="304"/>
                  </a:cubicBezTo>
                  <a:cubicBezTo>
                    <a:pt x="1" y="374"/>
                    <a:pt x="21" y="655"/>
                    <a:pt x="61" y="755"/>
                  </a:cubicBezTo>
                  <a:cubicBezTo>
                    <a:pt x="111" y="865"/>
                    <a:pt x="212" y="1156"/>
                    <a:pt x="222" y="1287"/>
                  </a:cubicBezTo>
                  <a:cubicBezTo>
                    <a:pt x="232" y="1417"/>
                    <a:pt x="232" y="1467"/>
                    <a:pt x="272" y="1608"/>
                  </a:cubicBezTo>
                  <a:cubicBezTo>
                    <a:pt x="312" y="1748"/>
                    <a:pt x="332" y="1949"/>
                    <a:pt x="332" y="2069"/>
                  </a:cubicBezTo>
                  <a:cubicBezTo>
                    <a:pt x="332" y="2189"/>
                    <a:pt x="292" y="2219"/>
                    <a:pt x="342" y="2290"/>
                  </a:cubicBezTo>
                  <a:cubicBezTo>
                    <a:pt x="366" y="2332"/>
                    <a:pt x="438" y="2349"/>
                    <a:pt x="493" y="2349"/>
                  </a:cubicBezTo>
                  <a:cubicBezTo>
                    <a:pt x="530" y="2349"/>
                    <a:pt x="559" y="2342"/>
                    <a:pt x="563" y="2330"/>
                  </a:cubicBezTo>
                  <a:cubicBezTo>
                    <a:pt x="563" y="2300"/>
                    <a:pt x="553" y="2229"/>
                    <a:pt x="533" y="2169"/>
                  </a:cubicBezTo>
                  <a:cubicBezTo>
                    <a:pt x="512" y="2109"/>
                    <a:pt x="452" y="1828"/>
                    <a:pt x="452" y="1728"/>
                  </a:cubicBezTo>
                  <a:cubicBezTo>
                    <a:pt x="452" y="1638"/>
                    <a:pt x="412" y="1437"/>
                    <a:pt x="412" y="1327"/>
                  </a:cubicBezTo>
                  <a:cubicBezTo>
                    <a:pt x="422" y="1206"/>
                    <a:pt x="442" y="1016"/>
                    <a:pt x="442" y="1016"/>
                  </a:cubicBezTo>
                  <a:cubicBezTo>
                    <a:pt x="442" y="1016"/>
                    <a:pt x="512" y="1086"/>
                    <a:pt x="703" y="1186"/>
                  </a:cubicBezTo>
                  <a:cubicBezTo>
                    <a:pt x="811" y="1240"/>
                    <a:pt x="938" y="1251"/>
                    <a:pt x="1022" y="1251"/>
                  </a:cubicBezTo>
                  <a:cubicBezTo>
                    <a:pt x="1077" y="1251"/>
                    <a:pt x="1114" y="1246"/>
                    <a:pt x="1114" y="1246"/>
                  </a:cubicBezTo>
                  <a:cubicBezTo>
                    <a:pt x="1124" y="1277"/>
                    <a:pt x="1225" y="1557"/>
                    <a:pt x="1215" y="1638"/>
                  </a:cubicBezTo>
                  <a:cubicBezTo>
                    <a:pt x="1215" y="1718"/>
                    <a:pt x="1225" y="1838"/>
                    <a:pt x="1225" y="1878"/>
                  </a:cubicBezTo>
                  <a:cubicBezTo>
                    <a:pt x="1235" y="1929"/>
                    <a:pt x="1195" y="2310"/>
                    <a:pt x="1195" y="2320"/>
                  </a:cubicBezTo>
                  <a:cubicBezTo>
                    <a:pt x="1205" y="2340"/>
                    <a:pt x="1174" y="2450"/>
                    <a:pt x="1174" y="2450"/>
                  </a:cubicBezTo>
                  <a:cubicBezTo>
                    <a:pt x="1174" y="2450"/>
                    <a:pt x="1205" y="2480"/>
                    <a:pt x="1275" y="2490"/>
                  </a:cubicBezTo>
                  <a:cubicBezTo>
                    <a:pt x="1345" y="2490"/>
                    <a:pt x="1405" y="2470"/>
                    <a:pt x="1405" y="2460"/>
                  </a:cubicBezTo>
                  <a:cubicBezTo>
                    <a:pt x="1415" y="2440"/>
                    <a:pt x="1375" y="2370"/>
                    <a:pt x="1375" y="2320"/>
                  </a:cubicBezTo>
                  <a:cubicBezTo>
                    <a:pt x="1375" y="2270"/>
                    <a:pt x="1355" y="1919"/>
                    <a:pt x="1355" y="1868"/>
                  </a:cubicBezTo>
                  <a:cubicBezTo>
                    <a:pt x="1355" y="1818"/>
                    <a:pt x="1385" y="1808"/>
                    <a:pt x="1385" y="1658"/>
                  </a:cubicBezTo>
                  <a:cubicBezTo>
                    <a:pt x="1375" y="1507"/>
                    <a:pt x="1395" y="1347"/>
                    <a:pt x="1395" y="1347"/>
                  </a:cubicBezTo>
                  <a:cubicBezTo>
                    <a:pt x="1395" y="1347"/>
                    <a:pt x="1495" y="1417"/>
                    <a:pt x="1546" y="1447"/>
                  </a:cubicBezTo>
                  <a:cubicBezTo>
                    <a:pt x="1562" y="1455"/>
                    <a:pt x="1582" y="1458"/>
                    <a:pt x="1603" y="1458"/>
                  </a:cubicBezTo>
                  <a:cubicBezTo>
                    <a:pt x="1658" y="1458"/>
                    <a:pt x="1716" y="1437"/>
                    <a:pt x="1716" y="1437"/>
                  </a:cubicBezTo>
                  <a:cubicBezTo>
                    <a:pt x="1716" y="1437"/>
                    <a:pt x="1726" y="1497"/>
                    <a:pt x="1756" y="1577"/>
                  </a:cubicBezTo>
                  <a:cubicBezTo>
                    <a:pt x="1776" y="1648"/>
                    <a:pt x="1826" y="1848"/>
                    <a:pt x="1847" y="1949"/>
                  </a:cubicBezTo>
                  <a:cubicBezTo>
                    <a:pt x="1867" y="2049"/>
                    <a:pt x="1937" y="2350"/>
                    <a:pt x="1937" y="2360"/>
                  </a:cubicBezTo>
                  <a:cubicBezTo>
                    <a:pt x="1937" y="2380"/>
                    <a:pt x="1927" y="2450"/>
                    <a:pt x="1967" y="2480"/>
                  </a:cubicBezTo>
                  <a:cubicBezTo>
                    <a:pt x="1978" y="2488"/>
                    <a:pt x="2010" y="2491"/>
                    <a:pt x="2046" y="2491"/>
                  </a:cubicBezTo>
                  <a:cubicBezTo>
                    <a:pt x="2102" y="2491"/>
                    <a:pt x="2168" y="2483"/>
                    <a:pt x="2168" y="2470"/>
                  </a:cubicBezTo>
                  <a:cubicBezTo>
                    <a:pt x="2168" y="2450"/>
                    <a:pt x="2137" y="2390"/>
                    <a:pt x="2137" y="2370"/>
                  </a:cubicBezTo>
                  <a:cubicBezTo>
                    <a:pt x="2137" y="2350"/>
                    <a:pt x="2037" y="2189"/>
                    <a:pt x="2007" y="2109"/>
                  </a:cubicBezTo>
                  <a:cubicBezTo>
                    <a:pt x="1987" y="2029"/>
                    <a:pt x="1977" y="1959"/>
                    <a:pt x="1987" y="1878"/>
                  </a:cubicBezTo>
                  <a:cubicBezTo>
                    <a:pt x="1987" y="1798"/>
                    <a:pt x="1937" y="1728"/>
                    <a:pt x="1947" y="1587"/>
                  </a:cubicBezTo>
                  <a:cubicBezTo>
                    <a:pt x="1957" y="1447"/>
                    <a:pt x="2017" y="1076"/>
                    <a:pt x="2067" y="1026"/>
                  </a:cubicBezTo>
                  <a:cubicBezTo>
                    <a:pt x="2102" y="982"/>
                    <a:pt x="2191" y="900"/>
                    <a:pt x="2239" y="900"/>
                  </a:cubicBezTo>
                  <a:cubicBezTo>
                    <a:pt x="2247" y="900"/>
                    <a:pt x="2253" y="902"/>
                    <a:pt x="2258" y="905"/>
                  </a:cubicBezTo>
                  <a:cubicBezTo>
                    <a:pt x="2278" y="915"/>
                    <a:pt x="2308" y="946"/>
                    <a:pt x="2348" y="976"/>
                  </a:cubicBezTo>
                  <a:cubicBezTo>
                    <a:pt x="2338" y="705"/>
                    <a:pt x="2348" y="444"/>
                    <a:pt x="2308" y="173"/>
                  </a:cubicBezTo>
                  <a:cubicBezTo>
                    <a:pt x="2258" y="193"/>
                    <a:pt x="2228" y="213"/>
                    <a:pt x="2208" y="223"/>
                  </a:cubicBezTo>
                  <a:cubicBezTo>
                    <a:pt x="2201" y="225"/>
                    <a:pt x="2194" y="226"/>
                    <a:pt x="2187" y="226"/>
                  </a:cubicBezTo>
                  <a:cubicBezTo>
                    <a:pt x="2153" y="226"/>
                    <a:pt x="2113" y="208"/>
                    <a:pt x="1997" y="183"/>
                  </a:cubicBezTo>
                  <a:cubicBezTo>
                    <a:pt x="1857" y="143"/>
                    <a:pt x="1746" y="83"/>
                    <a:pt x="1596" y="73"/>
                  </a:cubicBezTo>
                  <a:cubicBezTo>
                    <a:pt x="1579" y="70"/>
                    <a:pt x="1559" y="68"/>
                    <a:pt x="1536" y="68"/>
                  </a:cubicBezTo>
                  <a:cubicBezTo>
                    <a:pt x="1491" y="68"/>
                    <a:pt x="1435" y="73"/>
                    <a:pt x="1375" y="73"/>
                  </a:cubicBezTo>
                  <a:cubicBezTo>
                    <a:pt x="1307" y="77"/>
                    <a:pt x="1231" y="80"/>
                    <a:pt x="1154" y="80"/>
                  </a:cubicBezTo>
                  <a:cubicBezTo>
                    <a:pt x="1026" y="80"/>
                    <a:pt x="892" y="70"/>
                    <a:pt x="773" y="33"/>
                  </a:cubicBezTo>
                  <a:cubicBezTo>
                    <a:pt x="695" y="10"/>
                    <a:pt x="618" y="0"/>
                    <a:pt x="548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6" name="Google Shape;16876;p54">
              <a:extLst>
                <a:ext uri="{FF2B5EF4-FFF2-40B4-BE49-F238E27FC236}">
                  <a16:creationId xmlns:a16="http://schemas.microsoft.com/office/drawing/2014/main" id="{64E91E06-AA26-DF5C-630F-8A65309F4C11}"/>
                </a:ext>
              </a:extLst>
            </p:cNvPr>
            <p:cNvSpPr/>
            <p:nvPr/>
          </p:nvSpPr>
          <p:spPr>
            <a:xfrm>
              <a:off x="4704043" y="4263631"/>
              <a:ext cx="40805" cy="236230"/>
            </a:xfrm>
            <a:custGeom>
              <a:avLst/>
              <a:gdLst/>
              <a:ahLst/>
              <a:cxnLst/>
              <a:rect l="l" t="t" r="r" b="b"/>
              <a:pathLst>
                <a:path w="252" h="1459" extrusionOk="0">
                  <a:moveTo>
                    <a:pt x="1" y="0"/>
                  </a:moveTo>
                  <a:cubicBezTo>
                    <a:pt x="1" y="0"/>
                    <a:pt x="21" y="582"/>
                    <a:pt x="51" y="753"/>
                  </a:cubicBezTo>
                  <a:cubicBezTo>
                    <a:pt x="81" y="913"/>
                    <a:pt x="131" y="1304"/>
                    <a:pt x="131" y="1455"/>
                  </a:cubicBezTo>
                  <a:cubicBezTo>
                    <a:pt x="149" y="1458"/>
                    <a:pt x="166" y="1459"/>
                    <a:pt x="181" y="1459"/>
                  </a:cubicBezTo>
                  <a:cubicBezTo>
                    <a:pt x="217" y="1459"/>
                    <a:pt x="245" y="1452"/>
                    <a:pt x="252" y="1445"/>
                  </a:cubicBezTo>
                  <a:cubicBezTo>
                    <a:pt x="252" y="1415"/>
                    <a:pt x="242" y="1344"/>
                    <a:pt x="222" y="1284"/>
                  </a:cubicBezTo>
                  <a:cubicBezTo>
                    <a:pt x="201" y="1224"/>
                    <a:pt x="141" y="943"/>
                    <a:pt x="141" y="843"/>
                  </a:cubicBezTo>
                  <a:cubicBezTo>
                    <a:pt x="141" y="753"/>
                    <a:pt x="101" y="552"/>
                    <a:pt x="101" y="442"/>
                  </a:cubicBezTo>
                  <a:cubicBezTo>
                    <a:pt x="111" y="321"/>
                    <a:pt x="131" y="131"/>
                    <a:pt x="131" y="131"/>
                  </a:cubicBezTo>
                  <a:lnTo>
                    <a:pt x="1" y="0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7" name="Google Shape;16877;p54">
              <a:extLst>
                <a:ext uri="{FF2B5EF4-FFF2-40B4-BE49-F238E27FC236}">
                  <a16:creationId xmlns:a16="http://schemas.microsoft.com/office/drawing/2014/main" id="{AA2AA240-F4F7-E8B0-1AC3-9FD3EB62426E}"/>
                </a:ext>
              </a:extLst>
            </p:cNvPr>
            <p:cNvSpPr/>
            <p:nvPr/>
          </p:nvSpPr>
          <p:spPr>
            <a:xfrm>
              <a:off x="4819495" y="4322081"/>
              <a:ext cx="14735" cy="1781"/>
            </a:xfrm>
            <a:custGeom>
              <a:avLst/>
              <a:gdLst/>
              <a:ahLst/>
              <a:cxnLst/>
              <a:rect l="l" t="t" r="r" b="b"/>
              <a:pathLst>
                <a:path w="91" h="11" extrusionOk="0">
                  <a:moveTo>
                    <a:pt x="90" y="0"/>
                  </a:moveTo>
                  <a:cubicBezTo>
                    <a:pt x="80" y="0"/>
                    <a:pt x="50" y="10"/>
                    <a:pt x="0" y="10"/>
                  </a:cubicBezTo>
                  <a:cubicBezTo>
                    <a:pt x="50" y="1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EFE8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8" name="Google Shape;16878;p54">
              <a:extLst>
                <a:ext uri="{FF2B5EF4-FFF2-40B4-BE49-F238E27FC236}">
                  <a16:creationId xmlns:a16="http://schemas.microsoft.com/office/drawing/2014/main" id="{223CCCDF-A881-43A3-433D-39827062FB27}"/>
                </a:ext>
              </a:extLst>
            </p:cNvPr>
            <p:cNvSpPr/>
            <p:nvPr/>
          </p:nvSpPr>
          <p:spPr>
            <a:xfrm>
              <a:off x="4713920" y="4266869"/>
              <a:ext cx="120310" cy="56993"/>
            </a:xfrm>
            <a:custGeom>
              <a:avLst/>
              <a:gdLst/>
              <a:ahLst/>
              <a:cxnLst/>
              <a:rect l="l" t="t" r="r" b="b"/>
              <a:pathLst>
                <a:path w="743" h="352" extrusionOk="0">
                  <a:moveTo>
                    <a:pt x="120" y="0"/>
                  </a:moveTo>
                  <a:cubicBezTo>
                    <a:pt x="80" y="0"/>
                    <a:pt x="40" y="20"/>
                    <a:pt x="0" y="31"/>
                  </a:cubicBezTo>
                  <a:cubicBezTo>
                    <a:pt x="0" y="41"/>
                    <a:pt x="0" y="41"/>
                    <a:pt x="10" y="51"/>
                  </a:cubicBezTo>
                  <a:lnTo>
                    <a:pt x="70" y="111"/>
                  </a:lnTo>
                  <a:cubicBezTo>
                    <a:pt x="70" y="111"/>
                    <a:pt x="90" y="121"/>
                    <a:pt x="120" y="151"/>
                  </a:cubicBezTo>
                  <a:cubicBezTo>
                    <a:pt x="140" y="161"/>
                    <a:pt x="171" y="181"/>
                    <a:pt x="201" y="201"/>
                  </a:cubicBezTo>
                  <a:cubicBezTo>
                    <a:pt x="231" y="221"/>
                    <a:pt x="261" y="241"/>
                    <a:pt x="291" y="261"/>
                  </a:cubicBezTo>
                  <a:cubicBezTo>
                    <a:pt x="301" y="261"/>
                    <a:pt x="311" y="271"/>
                    <a:pt x="331" y="281"/>
                  </a:cubicBezTo>
                  <a:cubicBezTo>
                    <a:pt x="441" y="331"/>
                    <a:pt x="572" y="351"/>
                    <a:pt x="652" y="351"/>
                  </a:cubicBezTo>
                  <a:cubicBezTo>
                    <a:pt x="702" y="351"/>
                    <a:pt x="732" y="341"/>
                    <a:pt x="742" y="341"/>
                  </a:cubicBezTo>
                  <a:cubicBezTo>
                    <a:pt x="732" y="311"/>
                    <a:pt x="722" y="281"/>
                    <a:pt x="712" y="261"/>
                  </a:cubicBezTo>
                  <a:cubicBezTo>
                    <a:pt x="672" y="191"/>
                    <a:pt x="642" y="111"/>
                    <a:pt x="622" y="31"/>
                  </a:cubicBezTo>
                  <a:lnTo>
                    <a:pt x="622" y="31"/>
                  </a:lnTo>
                  <a:cubicBezTo>
                    <a:pt x="632" y="81"/>
                    <a:pt x="602" y="141"/>
                    <a:pt x="552" y="161"/>
                  </a:cubicBezTo>
                  <a:cubicBezTo>
                    <a:pt x="532" y="171"/>
                    <a:pt x="502" y="171"/>
                    <a:pt x="482" y="171"/>
                  </a:cubicBezTo>
                  <a:cubicBezTo>
                    <a:pt x="451" y="171"/>
                    <a:pt x="421" y="171"/>
                    <a:pt x="401" y="161"/>
                  </a:cubicBezTo>
                  <a:cubicBezTo>
                    <a:pt x="351" y="141"/>
                    <a:pt x="311" y="121"/>
                    <a:pt x="271" y="91"/>
                  </a:cubicBezTo>
                  <a:cubicBezTo>
                    <a:pt x="241" y="61"/>
                    <a:pt x="211" y="20"/>
                    <a:pt x="171" y="10"/>
                  </a:cubicBezTo>
                  <a:cubicBezTo>
                    <a:pt x="150" y="0"/>
                    <a:pt x="140" y="0"/>
                    <a:pt x="12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9" name="Google Shape;16879;p54">
              <a:extLst>
                <a:ext uri="{FF2B5EF4-FFF2-40B4-BE49-F238E27FC236}">
                  <a16:creationId xmlns:a16="http://schemas.microsoft.com/office/drawing/2014/main" id="{7A1330D2-44CC-4029-779C-9BB0C5C27F12}"/>
                </a:ext>
              </a:extLst>
            </p:cNvPr>
            <p:cNvSpPr/>
            <p:nvPr/>
          </p:nvSpPr>
          <p:spPr>
            <a:xfrm>
              <a:off x="4715540" y="4274964"/>
              <a:ext cx="9877" cy="13115"/>
            </a:xfrm>
            <a:custGeom>
              <a:avLst/>
              <a:gdLst/>
              <a:ahLst/>
              <a:cxnLst/>
              <a:rect l="l" t="t" r="r" b="b"/>
              <a:pathLst>
                <a:path w="61" h="81" extrusionOk="0">
                  <a:moveTo>
                    <a:pt x="0" y="1"/>
                  </a:moveTo>
                  <a:cubicBezTo>
                    <a:pt x="20" y="31"/>
                    <a:pt x="40" y="51"/>
                    <a:pt x="60" y="81"/>
                  </a:cubicBezTo>
                  <a:cubicBezTo>
                    <a:pt x="60" y="71"/>
                    <a:pt x="60" y="61"/>
                    <a:pt x="60" y="6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0" name="Google Shape;16880;p54">
              <a:extLst>
                <a:ext uri="{FF2B5EF4-FFF2-40B4-BE49-F238E27FC236}">
                  <a16:creationId xmlns:a16="http://schemas.microsoft.com/office/drawing/2014/main" id="{58AE576D-AF53-8598-28D1-BD6E862FD3A5}"/>
                </a:ext>
              </a:extLst>
            </p:cNvPr>
            <p:cNvSpPr/>
            <p:nvPr/>
          </p:nvSpPr>
          <p:spPr>
            <a:xfrm>
              <a:off x="4931547" y="4291156"/>
              <a:ext cx="73190" cy="232506"/>
            </a:xfrm>
            <a:custGeom>
              <a:avLst/>
              <a:gdLst/>
              <a:ahLst/>
              <a:cxnLst/>
              <a:rect l="l" t="t" r="r" b="b"/>
              <a:pathLst>
                <a:path w="452" h="1436" extrusionOk="0">
                  <a:moveTo>
                    <a:pt x="331" y="1"/>
                  </a:moveTo>
                  <a:cubicBezTo>
                    <a:pt x="311" y="31"/>
                    <a:pt x="281" y="91"/>
                    <a:pt x="271" y="111"/>
                  </a:cubicBezTo>
                  <a:cubicBezTo>
                    <a:pt x="211" y="171"/>
                    <a:pt x="181" y="232"/>
                    <a:pt x="120" y="302"/>
                  </a:cubicBezTo>
                  <a:cubicBezTo>
                    <a:pt x="90" y="332"/>
                    <a:pt x="30" y="352"/>
                    <a:pt x="0" y="382"/>
                  </a:cubicBezTo>
                  <a:cubicBezTo>
                    <a:pt x="0" y="382"/>
                    <a:pt x="0" y="392"/>
                    <a:pt x="10" y="432"/>
                  </a:cubicBezTo>
                  <a:cubicBezTo>
                    <a:pt x="60" y="412"/>
                    <a:pt x="100" y="402"/>
                    <a:pt x="141" y="372"/>
                  </a:cubicBezTo>
                  <a:cubicBezTo>
                    <a:pt x="151" y="452"/>
                    <a:pt x="161" y="522"/>
                    <a:pt x="181" y="593"/>
                  </a:cubicBezTo>
                  <a:cubicBezTo>
                    <a:pt x="221" y="874"/>
                    <a:pt x="261" y="1154"/>
                    <a:pt x="361" y="1425"/>
                  </a:cubicBezTo>
                  <a:lnTo>
                    <a:pt x="371" y="1435"/>
                  </a:lnTo>
                  <a:cubicBezTo>
                    <a:pt x="411" y="1435"/>
                    <a:pt x="452" y="1425"/>
                    <a:pt x="452" y="1415"/>
                  </a:cubicBezTo>
                  <a:cubicBezTo>
                    <a:pt x="452" y="1395"/>
                    <a:pt x="421" y="1335"/>
                    <a:pt x="421" y="1315"/>
                  </a:cubicBezTo>
                  <a:cubicBezTo>
                    <a:pt x="421" y="1295"/>
                    <a:pt x="321" y="1134"/>
                    <a:pt x="291" y="1054"/>
                  </a:cubicBezTo>
                  <a:cubicBezTo>
                    <a:pt x="271" y="974"/>
                    <a:pt x="261" y="904"/>
                    <a:pt x="271" y="823"/>
                  </a:cubicBezTo>
                  <a:cubicBezTo>
                    <a:pt x="271" y="743"/>
                    <a:pt x="221" y="673"/>
                    <a:pt x="231" y="532"/>
                  </a:cubicBezTo>
                  <a:cubicBezTo>
                    <a:pt x="241" y="412"/>
                    <a:pt x="291" y="101"/>
                    <a:pt x="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1" name="Google Shape;16881;p54">
              <a:extLst>
                <a:ext uri="{FF2B5EF4-FFF2-40B4-BE49-F238E27FC236}">
                  <a16:creationId xmlns:a16="http://schemas.microsoft.com/office/drawing/2014/main" id="{4CBD6185-C07E-0C70-A867-78EB0BEAD07A}"/>
                </a:ext>
              </a:extLst>
            </p:cNvPr>
            <p:cNvSpPr/>
            <p:nvPr/>
          </p:nvSpPr>
          <p:spPr>
            <a:xfrm>
              <a:off x="4968790" y="4517026"/>
              <a:ext cx="3400" cy="5019"/>
            </a:xfrm>
            <a:custGeom>
              <a:avLst/>
              <a:gdLst/>
              <a:ahLst/>
              <a:cxnLst/>
              <a:rect l="l" t="t" r="r" b="b"/>
              <a:pathLst>
                <a:path w="21" h="31" extrusionOk="0">
                  <a:moveTo>
                    <a:pt x="21" y="30"/>
                  </a:moveTo>
                  <a:lnTo>
                    <a:pt x="21" y="20"/>
                  </a:lnTo>
                  <a:lnTo>
                    <a:pt x="21" y="30"/>
                  </a:lnTo>
                  <a:close/>
                  <a:moveTo>
                    <a:pt x="21" y="20"/>
                  </a:moveTo>
                  <a:lnTo>
                    <a:pt x="11" y="20"/>
                  </a:lnTo>
                  <a:lnTo>
                    <a:pt x="21" y="20"/>
                  </a:ln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20"/>
                  </a:moveTo>
                  <a:lnTo>
                    <a:pt x="11" y="20"/>
                  </a:lnTo>
                  <a:lnTo>
                    <a:pt x="11" y="20"/>
                  </a:ln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20"/>
                  </a:moveTo>
                  <a:cubicBezTo>
                    <a:pt x="11" y="20"/>
                    <a:pt x="11" y="10"/>
                    <a:pt x="11" y="10"/>
                  </a:cubicBezTo>
                  <a:cubicBezTo>
                    <a:pt x="11" y="10"/>
                    <a:pt x="11" y="20"/>
                    <a:pt x="11" y="20"/>
                  </a:cubicBezTo>
                  <a:close/>
                  <a:moveTo>
                    <a:pt x="11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lose/>
                  <a:moveTo>
                    <a:pt x="11" y="10"/>
                  </a:moveTo>
                  <a:cubicBezTo>
                    <a:pt x="11" y="10"/>
                    <a:pt x="1" y="10"/>
                    <a:pt x="1" y="10"/>
                  </a:cubicBezTo>
                  <a:cubicBezTo>
                    <a:pt x="1" y="10"/>
                    <a:pt x="11" y="10"/>
                    <a:pt x="11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" y="1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0"/>
                  </a:cubicBezTo>
                  <a:close/>
                </a:path>
              </a:pathLst>
            </a:custGeom>
            <a:solidFill>
              <a:srgbClr val="8D9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2" name="Google Shape;16882;p54">
              <a:extLst>
                <a:ext uri="{FF2B5EF4-FFF2-40B4-BE49-F238E27FC236}">
                  <a16:creationId xmlns:a16="http://schemas.microsoft.com/office/drawing/2014/main" id="{40B76706-F365-0DC6-DBE6-EBBCB96EF0D3}"/>
                </a:ext>
              </a:extLst>
            </p:cNvPr>
            <p:cNvSpPr/>
            <p:nvPr/>
          </p:nvSpPr>
          <p:spPr>
            <a:xfrm>
              <a:off x="4967171" y="4503911"/>
              <a:ext cx="24613" cy="19753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1" y="1"/>
                  </a:moveTo>
                  <a:cubicBezTo>
                    <a:pt x="1" y="21"/>
                    <a:pt x="1" y="61"/>
                    <a:pt x="11" y="81"/>
                  </a:cubicBezTo>
                  <a:cubicBezTo>
                    <a:pt x="11" y="81"/>
                    <a:pt x="11" y="81"/>
                    <a:pt x="11" y="91"/>
                  </a:cubicBezTo>
                  <a:lnTo>
                    <a:pt x="21" y="91"/>
                  </a:lnTo>
                  <a:cubicBezTo>
                    <a:pt x="21" y="91"/>
                    <a:pt x="21" y="101"/>
                    <a:pt x="21" y="101"/>
                  </a:cubicBezTo>
                  <a:lnTo>
                    <a:pt x="31" y="101"/>
                  </a:lnTo>
                  <a:lnTo>
                    <a:pt x="31" y="111"/>
                  </a:lnTo>
                  <a:cubicBezTo>
                    <a:pt x="41" y="121"/>
                    <a:pt x="81" y="121"/>
                    <a:pt x="121" y="121"/>
                  </a:cubicBezTo>
                  <a:lnTo>
                    <a:pt x="151" y="121"/>
                  </a:lnTo>
                  <a:lnTo>
                    <a:pt x="141" y="111"/>
                  </a:lnTo>
                  <a:cubicBezTo>
                    <a:pt x="131" y="81"/>
                    <a:pt x="121" y="51"/>
                    <a:pt x="111" y="11"/>
                  </a:cubicBezTo>
                  <a:lnTo>
                    <a:pt x="51" y="11"/>
                  </a:lnTo>
                  <a:cubicBezTo>
                    <a:pt x="41" y="11"/>
                    <a:pt x="2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3" name="Google Shape;16883;p54">
              <a:extLst>
                <a:ext uri="{FF2B5EF4-FFF2-40B4-BE49-F238E27FC236}">
                  <a16:creationId xmlns:a16="http://schemas.microsoft.com/office/drawing/2014/main" id="{23EA72C4-E9D9-D26C-821C-17B846B7F6D9}"/>
                </a:ext>
              </a:extLst>
            </p:cNvPr>
            <p:cNvSpPr/>
            <p:nvPr/>
          </p:nvSpPr>
          <p:spPr>
            <a:xfrm>
              <a:off x="5004575" y="4520264"/>
              <a:ext cx="162" cy="16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28E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4" name="Google Shape;16884;p54">
              <a:extLst>
                <a:ext uri="{FF2B5EF4-FFF2-40B4-BE49-F238E27FC236}">
                  <a16:creationId xmlns:a16="http://schemas.microsoft.com/office/drawing/2014/main" id="{F81B4E80-1ECF-FFE0-2CD8-315BDD3C1BAF}"/>
                </a:ext>
              </a:extLst>
            </p:cNvPr>
            <p:cNvSpPr/>
            <p:nvPr/>
          </p:nvSpPr>
          <p:spPr>
            <a:xfrm>
              <a:off x="4999717" y="4505530"/>
              <a:ext cx="5020" cy="14896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31" y="91"/>
                  </a:moveTo>
                  <a:lnTo>
                    <a:pt x="31" y="91"/>
                  </a:lnTo>
                  <a:cubicBezTo>
                    <a:pt x="31" y="91"/>
                    <a:pt x="31" y="91"/>
                    <a:pt x="31" y="91"/>
                  </a:cubicBezTo>
                  <a:lnTo>
                    <a:pt x="31" y="91"/>
                  </a:lnTo>
                  <a:cubicBezTo>
                    <a:pt x="31" y="91"/>
                    <a:pt x="31" y="91"/>
                    <a:pt x="31" y="91"/>
                  </a:cubicBezTo>
                  <a:cubicBezTo>
                    <a:pt x="31" y="71"/>
                    <a:pt x="0" y="21"/>
                    <a:pt x="0" y="1"/>
                  </a:cubicBezTo>
                  <a:lnTo>
                    <a:pt x="0" y="1"/>
                  </a:lnTo>
                  <a:cubicBezTo>
                    <a:pt x="0" y="21"/>
                    <a:pt x="31" y="71"/>
                    <a:pt x="31" y="91"/>
                  </a:cubicBezTo>
                  <a:cubicBezTo>
                    <a:pt x="31" y="91"/>
                    <a:pt x="31" y="91"/>
                    <a:pt x="31" y="91"/>
                  </a:cubicBezTo>
                  <a:close/>
                </a:path>
              </a:pathLst>
            </a:custGeom>
            <a:solidFill>
              <a:srgbClr val="8D9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5" name="Google Shape;16885;p54">
              <a:extLst>
                <a:ext uri="{FF2B5EF4-FFF2-40B4-BE49-F238E27FC236}">
                  <a16:creationId xmlns:a16="http://schemas.microsoft.com/office/drawing/2014/main" id="{6CE76DF2-65E2-859C-D937-2C5F16487986}"/>
                </a:ext>
              </a:extLst>
            </p:cNvPr>
            <p:cNvSpPr/>
            <p:nvPr/>
          </p:nvSpPr>
          <p:spPr>
            <a:xfrm>
              <a:off x="5004575" y="4520264"/>
              <a:ext cx="162" cy="16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28E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6" name="Google Shape;16886;p54">
              <a:extLst>
                <a:ext uri="{FF2B5EF4-FFF2-40B4-BE49-F238E27FC236}">
                  <a16:creationId xmlns:a16="http://schemas.microsoft.com/office/drawing/2014/main" id="{B447499C-4DC4-44C3-6EE2-A7EFA8CDCFE1}"/>
                </a:ext>
              </a:extLst>
            </p:cNvPr>
            <p:cNvSpPr/>
            <p:nvPr/>
          </p:nvSpPr>
          <p:spPr>
            <a:xfrm>
              <a:off x="4985144" y="4505530"/>
              <a:ext cx="19593" cy="18134"/>
            </a:xfrm>
            <a:custGeom>
              <a:avLst/>
              <a:gdLst/>
              <a:ahLst/>
              <a:cxnLst/>
              <a:rect l="l" t="t" r="r" b="b"/>
              <a:pathLst>
                <a:path w="121" h="112" extrusionOk="0">
                  <a:moveTo>
                    <a:pt x="0" y="1"/>
                  </a:moveTo>
                  <a:cubicBezTo>
                    <a:pt x="10" y="41"/>
                    <a:pt x="20" y="71"/>
                    <a:pt x="30" y="101"/>
                  </a:cubicBezTo>
                  <a:lnTo>
                    <a:pt x="40" y="111"/>
                  </a:lnTo>
                  <a:lnTo>
                    <a:pt x="50" y="111"/>
                  </a:lnTo>
                  <a:cubicBezTo>
                    <a:pt x="80" y="111"/>
                    <a:pt x="110" y="101"/>
                    <a:pt x="121" y="91"/>
                  </a:cubicBezTo>
                  <a:cubicBezTo>
                    <a:pt x="121" y="71"/>
                    <a:pt x="90" y="21"/>
                    <a:pt x="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7" name="Google Shape;16887;p54">
              <a:extLst>
                <a:ext uri="{FF2B5EF4-FFF2-40B4-BE49-F238E27FC236}">
                  <a16:creationId xmlns:a16="http://schemas.microsoft.com/office/drawing/2014/main" id="{5CBA7C6A-1BC5-5131-B3DB-B2FB7F07912A}"/>
                </a:ext>
              </a:extLst>
            </p:cNvPr>
            <p:cNvSpPr/>
            <p:nvPr/>
          </p:nvSpPr>
          <p:spPr>
            <a:xfrm>
              <a:off x="4863215" y="4286298"/>
              <a:ext cx="60236" cy="237364"/>
            </a:xfrm>
            <a:custGeom>
              <a:avLst/>
              <a:gdLst/>
              <a:ahLst/>
              <a:cxnLst/>
              <a:rect l="l" t="t" r="r" b="b"/>
              <a:pathLst>
                <a:path w="372" h="1466" extrusionOk="0">
                  <a:moveTo>
                    <a:pt x="1" y="1"/>
                  </a:moveTo>
                  <a:cubicBezTo>
                    <a:pt x="1" y="121"/>
                    <a:pt x="1" y="242"/>
                    <a:pt x="11" y="362"/>
                  </a:cubicBezTo>
                  <a:cubicBezTo>
                    <a:pt x="11" y="492"/>
                    <a:pt x="41" y="573"/>
                    <a:pt x="21" y="703"/>
                  </a:cubicBezTo>
                  <a:cubicBezTo>
                    <a:pt x="1" y="934"/>
                    <a:pt x="1" y="1174"/>
                    <a:pt x="1" y="1395"/>
                  </a:cubicBezTo>
                  <a:cubicBezTo>
                    <a:pt x="1" y="1425"/>
                    <a:pt x="1" y="1445"/>
                    <a:pt x="11" y="1465"/>
                  </a:cubicBezTo>
                  <a:cubicBezTo>
                    <a:pt x="71" y="1455"/>
                    <a:pt x="111" y="1445"/>
                    <a:pt x="111" y="1435"/>
                  </a:cubicBezTo>
                  <a:cubicBezTo>
                    <a:pt x="121" y="1415"/>
                    <a:pt x="81" y="1345"/>
                    <a:pt x="81" y="1295"/>
                  </a:cubicBezTo>
                  <a:cubicBezTo>
                    <a:pt x="81" y="1245"/>
                    <a:pt x="61" y="894"/>
                    <a:pt x="61" y="843"/>
                  </a:cubicBezTo>
                  <a:cubicBezTo>
                    <a:pt x="61" y="793"/>
                    <a:pt x="91" y="783"/>
                    <a:pt x="91" y="633"/>
                  </a:cubicBezTo>
                  <a:cubicBezTo>
                    <a:pt x="81" y="482"/>
                    <a:pt x="101" y="322"/>
                    <a:pt x="101" y="322"/>
                  </a:cubicBezTo>
                  <a:cubicBezTo>
                    <a:pt x="101" y="322"/>
                    <a:pt x="201" y="392"/>
                    <a:pt x="252" y="422"/>
                  </a:cubicBezTo>
                  <a:cubicBezTo>
                    <a:pt x="267" y="427"/>
                    <a:pt x="287" y="430"/>
                    <a:pt x="308" y="430"/>
                  </a:cubicBezTo>
                  <a:cubicBezTo>
                    <a:pt x="329" y="430"/>
                    <a:pt x="352" y="427"/>
                    <a:pt x="372" y="422"/>
                  </a:cubicBezTo>
                  <a:cubicBezTo>
                    <a:pt x="357" y="422"/>
                    <a:pt x="342" y="425"/>
                    <a:pt x="327" y="425"/>
                  </a:cubicBezTo>
                  <a:cubicBezTo>
                    <a:pt x="312" y="425"/>
                    <a:pt x="297" y="422"/>
                    <a:pt x="282" y="412"/>
                  </a:cubicBezTo>
                  <a:cubicBezTo>
                    <a:pt x="151" y="352"/>
                    <a:pt x="71" y="191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8" name="Google Shape;16888;p54">
              <a:extLst>
                <a:ext uri="{FF2B5EF4-FFF2-40B4-BE49-F238E27FC236}">
                  <a16:creationId xmlns:a16="http://schemas.microsoft.com/office/drawing/2014/main" id="{E7993C00-4577-E716-BA48-78B9709C77F6}"/>
                </a:ext>
              </a:extLst>
            </p:cNvPr>
            <p:cNvSpPr/>
            <p:nvPr/>
          </p:nvSpPr>
          <p:spPr>
            <a:xfrm>
              <a:off x="4843784" y="4497434"/>
              <a:ext cx="32709" cy="26230"/>
            </a:xfrm>
            <a:custGeom>
              <a:avLst/>
              <a:gdLst/>
              <a:ahLst/>
              <a:cxnLst/>
              <a:rect l="l" t="t" r="r" b="b"/>
              <a:pathLst>
                <a:path w="202" h="162" extrusionOk="0">
                  <a:moveTo>
                    <a:pt x="121" y="161"/>
                  </a:moveTo>
                  <a:cubicBezTo>
                    <a:pt x="111" y="161"/>
                    <a:pt x="111" y="161"/>
                    <a:pt x="101" y="161"/>
                  </a:cubicBezTo>
                  <a:cubicBezTo>
                    <a:pt x="31" y="151"/>
                    <a:pt x="0" y="121"/>
                    <a:pt x="0" y="121"/>
                  </a:cubicBezTo>
                  <a:lnTo>
                    <a:pt x="0" y="121"/>
                  </a:lnTo>
                  <a:cubicBezTo>
                    <a:pt x="0" y="121"/>
                    <a:pt x="31" y="151"/>
                    <a:pt x="101" y="161"/>
                  </a:cubicBezTo>
                  <a:cubicBezTo>
                    <a:pt x="111" y="161"/>
                    <a:pt x="111" y="161"/>
                    <a:pt x="121" y="161"/>
                  </a:cubicBezTo>
                  <a:lnTo>
                    <a:pt x="121" y="161"/>
                  </a:lnTo>
                  <a:close/>
                  <a:moveTo>
                    <a:pt x="0" y="121"/>
                  </a:moveTo>
                  <a:lnTo>
                    <a:pt x="0" y="121"/>
                  </a:lnTo>
                  <a:lnTo>
                    <a:pt x="0" y="121"/>
                  </a:lnTo>
                  <a:close/>
                  <a:moveTo>
                    <a:pt x="0" y="121"/>
                  </a:moveTo>
                  <a:cubicBezTo>
                    <a:pt x="0" y="121"/>
                    <a:pt x="0" y="121"/>
                    <a:pt x="0" y="121"/>
                  </a:cubicBezTo>
                  <a:cubicBezTo>
                    <a:pt x="0" y="121"/>
                    <a:pt x="0" y="121"/>
                    <a:pt x="0" y="121"/>
                  </a:cubicBezTo>
                  <a:close/>
                  <a:moveTo>
                    <a:pt x="0" y="121"/>
                  </a:moveTo>
                  <a:lnTo>
                    <a:pt x="0" y="121"/>
                  </a:lnTo>
                  <a:lnTo>
                    <a:pt x="0" y="121"/>
                  </a:lnTo>
                  <a:close/>
                  <a:moveTo>
                    <a:pt x="11" y="71"/>
                  </a:moveTo>
                  <a:cubicBezTo>
                    <a:pt x="21" y="51"/>
                    <a:pt x="21" y="31"/>
                    <a:pt x="21" y="11"/>
                  </a:cubicBezTo>
                  <a:lnTo>
                    <a:pt x="21" y="11"/>
                  </a:lnTo>
                  <a:cubicBezTo>
                    <a:pt x="21" y="31"/>
                    <a:pt x="21" y="51"/>
                    <a:pt x="11" y="71"/>
                  </a:cubicBezTo>
                  <a:close/>
                  <a:moveTo>
                    <a:pt x="201" y="21"/>
                  </a:moveTo>
                  <a:cubicBezTo>
                    <a:pt x="201" y="21"/>
                    <a:pt x="201" y="11"/>
                    <a:pt x="201" y="11"/>
                  </a:cubicBezTo>
                  <a:cubicBezTo>
                    <a:pt x="201" y="11"/>
                    <a:pt x="201" y="1"/>
                    <a:pt x="201" y="1"/>
                  </a:cubicBezTo>
                  <a:lnTo>
                    <a:pt x="201" y="1"/>
                  </a:lnTo>
                  <a:cubicBezTo>
                    <a:pt x="201" y="11"/>
                    <a:pt x="201" y="21"/>
                    <a:pt x="201" y="21"/>
                  </a:cubicBezTo>
                </a:path>
              </a:pathLst>
            </a:custGeom>
            <a:solidFill>
              <a:srgbClr val="8D9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9" name="Google Shape;16889;p54">
              <a:extLst>
                <a:ext uri="{FF2B5EF4-FFF2-40B4-BE49-F238E27FC236}">
                  <a16:creationId xmlns:a16="http://schemas.microsoft.com/office/drawing/2014/main" id="{2339E928-051A-9DDD-925E-EB4C0AD42102}"/>
                </a:ext>
              </a:extLst>
            </p:cNvPr>
            <p:cNvSpPr/>
            <p:nvPr/>
          </p:nvSpPr>
          <p:spPr>
            <a:xfrm>
              <a:off x="4843784" y="4499053"/>
              <a:ext cx="35947" cy="24611"/>
            </a:xfrm>
            <a:custGeom>
              <a:avLst/>
              <a:gdLst/>
              <a:ahLst/>
              <a:cxnLst/>
              <a:rect l="l" t="t" r="r" b="b"/>
              <a:pathLst>
                <a:path w="222" h="152" extrusionOk="0">
                  <a:moveTo>
                    <a:pt x="221" y="131"/>
                  </a:moveTo>
                  <a:lnTo>
                    <a:pt x="221" y="131"/>
                  </a:lnTo>
                  <a:cubicBezTo>
                    <a:pt x="201" y="141"/>
                    <a:pt x="171" y="141"/>
                    <a:pt x="132" y="151"/>
                  </a:cubicBezTo>
                  <a:lnTo>
                    <a:pt x="132" y="151"/>
                  </a:lnTo>
                  <a:cubicBezTo>
                    <a:pt x="168" y="149"/>
                    <a:pt x="203" y="140"/>
                    <a:pt x="221" y="131"/>
                  </a:cubicBezTo>
                  <a:close/>
                  <a:moveTo>
                    <a:pt x="21" y="1"/>
                  </a:moveTo>
                  <a:cubicBezTo>
                    <a:pt x="21" y="21"/>
                    <a:pt x="21" y="41"/>
                    <a:pt x="11" y="61"/>
                  </a:cubicBezTo>
                  <a:cubicBezTo>
                    <a:pt x="11" y="81"/>
                    <a:pt x="0" y="101"/>
                    <a:pt x="0" y="111"/>
                  </a:cubicBezTo>
                  <a:cubicBezTo>
                    <a:pt x="0" y="111"/>
                    <a:pt x="31" y="141"/>
                    <a:pt x="101" y="151"/>
                  </a:cubicBezTo>
                  <a:lnTo>
                    <a:pt x="121" y="151"/>
                  </a:lnTo>
                  <a:cubicBezTo>
                    <a:pt x="124" y="151"/>
                    <a:pt x="127" y="151"/>
                    <a:pt x="131" y="151"/>
                  </a:cubicBezTo>
                  <a:lnTo>
                    <a:pt x="131" y="151"/>
                  </a:lnTo>
                  <a:cubicBezTo>
                    <a:pt x="131" y="151"/>
                    <a:pt x="131" y="151"/>
                    <a:pt x="131" y="151"/>
                  </a:cubicBezTo>
                  <a:cubicBezTo>
                    <a:pt x="131" y="151"/>
                    <a:pt x="132" y="151"/>
                    <a:pt x="132" y="151"/>
                  </a:cubicBezTo>
                  <a:lnTo>
                    <a:pt x="132" y="151"/>
                  </a:lnTo>
                  <a:cubicBezTo>
                    <a:pt x="132" y="151"/>
                    <a:pt x="131" y="151"/>
                    <a:pt x="131" y="151"/>
                  </a:cubicBezTo>
                  <a:lnTo>
                    <a:pt x="131" y="151"/>
                  </a:lnTo>
                  <a:cubicBezTo>
                    <a:pt x="121" y="131"/>
                    <a:pt x="121" y="111"/>
                    <a:pt x="121" y="81"/>
                  </a:cubicBezTo>
                  <a:cubicBezTo>
                    <a:pt x="121" y="61"/>
                    <a:pt x="121" y="3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0" name="Google Shape;16890;p54">
              <a:extLst>
                <a:ext uri="{FF2B5EF4-FFF2-40B4-BE49-F238E27FC236}">
                  <a16:creationId xmlns:a16="http://schemas.microsoft.com/office/drawing/2014/main" id="{31D39BA9-6FFB-2F34-E057-7924E08CE3F6}"/>
                </a:ext>
              </a:extLst>
            </p:cNvPr>
            <p:cNvSpPr/>
            <p:nvPr/>
          </p:nvSpPr>
          <p:spPr>
            <a:xfrm>
              <a:off x="4863215" y="4497434"/>
              <a:ext cx="19755" cy="26230"/>
            </a:xfrm>
            <a:custGeom>
              <a:avLst/>
              <a:gdLst/>
              <a:ahLst/>
              <a:cxnLst/>
              <a:rect l="l" t="t" r="r" b="b"/>
              <a:pathLst>
                <a:path w="122" h="162" extrusionOk="0">
                  <a:moveTo>
                    <a:pt x="81" y="1"/>
                  </a:moveTo>
                  <a:lnTo>
                    <a:pt x="71" y="11"/>
                  </a:lnTo>
                  <a:lnTo>
                    <a:pt x="1" y="11"/>
                  </a:lnTo>
                  <a:cubicBezTo>
                    <a:pt x="1" y="41"/>
                    <a:pt x="1" y="71"/>
                    <a:pt x="1" y="91"/>
                  </a:cubicBezTo>
                  <a:cubicBezTo>
                    <a:pt x="1" y="121"/>
                    <a:pt x="1" y="141"/>
                    <a:pt x="11" y="161"/>
                  </a:cubicBezTo>
                  <a:cubicBezTo>
                    <a:pt x="51" y="151"/>
                    <a:pt x="81" y="151"/>
                    <a:pt x="101" y="14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21" y="121"/>
                    <a:pt x="91" y="71"/>
                    <a:pt x="81" y="21"/>
                  </a:cubicBezTo>
                  <a:cubicBezTo>
                    <a:pt x="81" y="21"/>
                    <a:pt x="81" y="11"/>
                    <a:pt x="81" y="11"/>
                  </a:cubicBezTo>
                  <a:cubicBezTo>
                    <a:pt x="81" y="11"/>
                    <a:pt x="81" y="1"/>
                    <a:pt x="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1" name="Google Shape;16891;p54">
              <a:extLst>
                <a:ext uri="{FF2B5EF4-FFF2-40B4-BE49-F238E27FC236}">
                  <a16:creationId xmlns:a16="http://schemas.microsoft.com/office/drawing/2014/main" id="{7FDB0EDC-83ED-76EC-5A2D-582349C642BF}"/>
                </a:ext>
              </a:extLst>
            </p:cNvPr>
            <p:cNvSpPr/>
            <p:nvPr/>
          </p:nvSpPr>
          <p:spPr>
            <a:xfrm>
              <a:off x="4682993" y="4120337"/>
              <a:ext cx="342795" cy="244164"/>
            </a:xfrm>
            <a:custGeom>
              <a:avLst/>
              <a:gdLst/>
              <a:ahLst/>
              <a:cxnLst/>
              <a:rect l="l" t="t" r="r" b="b"/>
              <a:pathLst>
                <a:path w="2117" h="1508" extrusionOk="0">
                  <a:moveTo>
                    <a:pt x="367" y="0"/>
                  </a:moveTo>
                  <a:cubicBezTo>
                    <a:pt x="249" y="0"/>
                    <a:pt x="151" y="29"/>
                    <a:pt x="101" y="73"/>
                  </a:cubicBezTo>
                  <a:cubicBezTo>
                    <a:pt x="81" y="93"/>
                    <a:pt x="41" y="113"/>
                    <a:pt x="0" y="143"/>
                  </a:cubicBezTo>
                  <a:cubicBezTo>
                    <a:pt x="51" y="133"/>
                    <a:pt x="101" y="113"/>
                    <a:pt x="131" y="113"/>
                  </a:cubicBezTo>
                  <a:cubicBezTo>
                    <a:pt x="191" y="113"/>
                    <a:pt x="261" y="133"/>
                    <a:pt x="291" y="183"/>
                  </a:cubicBezTo>
                  <a:cubicBezTo>
                    <a:pt x="331" y="223"/>
                    <a:pt x="331" y="294"/>
                    <a:pt x="382" y="324"/>
                  </a:cubicBezTo>
                  <a:cubicBezTo>
                    <a:pt x="432" y="354"/>
                    <a:pt x="502" y="334"/>
                    <a:pt x="552" y="354"/>
                  </a:cubicBezTo>
                  <a:cubicBezTo>
                    <a:pt x="642" y="404"/>
                    <a:pt x="642" y="544"/>
                    <a:pt x="733" y="584"/>
                  </a:cubicBezTo>
                  <a:cubicBezTo>
                    <a:pt x="744" y="588"/>
                    <a:pt x="756" y="590"/>
                    <a:pt x="768" y="590"/>
                  </a:cubicBezTo>
                  <a:cubicBezTo>
                    <a:pt x="819" y="590"/>
                    <a:pt x="873" y="561"/>
                    <a:pt x="913" y="544"/>
                  </a:cubicBezTo>
                  <a:cubicBezTo>
                    <a:pt x="1004" y="494"/>
                    <a:pt x="1104" y="474"/>
                    <a:pt x="1204" y="474"/>
                  </a:cubicBezTo>
                  <a:cubicBezTo>
                    <a:pt x="1254" y="474"/>
                    <a:pt x="1304" y="484"/>
                    <a:pt x="1335" y="524"/>
                  </a:cubicBezTo>
                  <a:cubicBezTo>
                    <a:pt x="1365" y="544"/>
                    <a:pt x="1365" y="584"/>
                    <a:pt x="1375" y="615"/>
                  </a:cubicBezTo>
                  <a:cubicBezTo>
                    <a:pt x="1395" y="665"/>
                    <a:pt x="1425" y="705"/>
                    <a:pt x="1455" y="755"/>
                  </a:cubicBezTo>
                  <a:cubicBezTo>
                    <a:pt x="1505" y="865"/>
                    <a:pt x="1505" y="996"/>
                    <a:pt x="1455" y="1106"/>
                  </a:cubicBezTo>
                  <a:cubicBezTo>
                    <a:pt x="1425" y="1176"/>
                    <a:pt x="1525" y="1267"/>
                    <a:pt x="1495" y="1347"/>
                  </a:cubicBezTo>
                  <a:cubicBezTo>
                    <a:pt x="1487" y="1372"/>
                    <a:pt x="1449" y="1434"/>
                    <a:pt x="1377" y="1434"/>
                  </a:cubicBezTo>
                  <a:cubicBezTo>
                    <a:pt x="1364" y="1434"/>
                    <a:pt x="1350" y="1432"/>
                    <a:pt x="1335" y="1427"/>
                  </a:cubicBezTo>
                  <a:lnTo>
                    <a:pt x="1335" y="1427"/>
                  </a:lnTo>
                  <a:lnTo>
                    <a:pt x="1365" y="1447"/>
                  </a:lnTo>
                  <a:cubicBezTo>
                    <a:pt x="1381" y="1455"/>
                    <a:pt x="1401" y="1458"/>
                    <a:pt x="1422" y="1458"/>
                  </a:cubicBezTo>
                  <a:cubicBezTo>
                    <a:pt x="1477" y="1458"/>
                    <a:pt x="1535" y="1437"/>
                    <a:pt x="1535" y="1437"/>
                  </a:cubicBezTo>
                  <a:cubicBezTo>
                    <a:pt x="1535" y="1437"/>
                    <a:pt x="1535" y="1467"/>
                    <a:pt x="1545" y="1507"/>
                  </a:cubicBezTo>
                  <a:cubicBezTo>
                    <a:pt x="1595" y="1487"/>
                    <a:pt x="1625" y="1467"/>
                    <a:pt x="1666" y="1437"/>
                  </a:cubicBezTo>
                  <a:cubicBezTo>
                    <a:pt x="1716" y="1397"/>
                    <a:pt x="1766" y="1347"/>
                    <a:pt x="1806" y="1297"/>
                  </a:cubicBezTo>
                  <a:cubicBezTo>
                    <a:pt x="1826" y="1166"/>
                    <a:pt x="1856" y="1056"/>
                    <a:pt x="1886" y="1026"/>
                  </a:cubicBezTo>
                  <a:cubicBezTo>
                    <a:pt x="1916" y="986"/>
                    <a:pt x="1987" y="915"/>
                    <a:pt x="2037" y="905"/>
                  </a:cubicBezTo>
                  <a:cubicBezTo>
                    <a:pt x="2037" y="875"/>
                    <a:pt x="2037" y="845"/>
                    <a:pt x="2037" y="815"/>
                  </a:cubicBezTo>
                  <a:cubicBezTo>
                    <a:pt x="2007" y="705"/>
                    <a:pt x="1916" y="605"/>
                    <a:pt x="1956" y="494"/>
                  </a:cubicBezTo>
                  <a:cubicBezTo>
                    <a:pt x="1987" y="394"/>
                    <a:pt x="2117" y="334"/>
                    <a:pt x="2097" y="223"/>
                  </a:cubicBezTo>
                  <a:lnTo>
                    <a:pt x="2087" y="193"/>
                  </a:lnTo>
                  <a:cubicBezTo>
                    <a:pt x="2057" y="203"/>
                    <a:pt x="2037" y="213"/>
                    <a:pt x="2027" y="223"/>
                  </a:cubicBezTo>
                  <a:cubicBezTo>
                    <a:pt x="2020" y="225"/>
                    <a:pt x="2013" y="226"/>
                    <a:pt x="2006" y="226"/>
                  </a:cubicBezTo>
                  <a:cubicBezTo>
                    <a:pt x="1972" y="226"/>
                    <a:pt x="1932" y="208"/>
                    <a:pt x="1816" y="183"/>
                  </a:cubicBezTo>
                  <a:cubicBezTo>
                    <a:pt x="1676" y="143"/>
                    <a:pt x="1565" y="83"/>
                    <a:pt x="1415" y="73"/>
                  </a:cubicBezTo>
                  <a:cubicBezTo>
                    <a:pt x="1399" y="72"/>
                    <a:pt x="1381" y="71"/>
                    <a:pt x="1361" y="71"/>
                  </a:cubicBezTo>
                  <a:cubicBezTo>
                    <a:pt x="1274" y="71"/>
                    <a:pt x="1151" y="79"/>
                    <a:pt x="1019" y="79"/>
                  </a:cubicBezTo>
                  <a:cubicBezTo>
                    <a:pt x="877" y="79"/>
                    <a:pt x="723" y="70"/>
                    <a:pt x="592" y="33"/>
                  </a:cubicBezTo>
                  <a:cubicBezTo>
                    <a:pt x="514" y="10"/>
                    <a:pt x="437" y="0"/>
                    <a:pt x="367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2" name="Google Shape;16892;p54">
              <a:extLst>
                <a:ext uri="{FF2B5EF4-FFF2-40B4-BE49-F238E27FC236}">
                  <a16:creationId xmlns:a16="http://schemas.microsoft.com/office/drawing/2014/main" id="{F78ED23F-40FC-C6A4-188E-288FD8ED83A1}"/>
                </a:ext>
              </a:extLst>
            </p:cNvPr>
            <p:cNvSpPr/>
            <p:nvPr/>
          </p:nvSpPr>
          <p:spPr>
            <a:xfrm>
              <a:off x="4929928" y="4151586"/>
              <a:ext cx="92621" cy="212915"/>
            </a:xfrm>
            <a:custGeom>
              <a:avLst/>
              <a:gdLst/>
              <a:ahLst/>
              <a:cxnLst/>
              <a:rect l="l" t="t" r="r" b="b"/>
              <a:pathLst>
                <a:path w="572" h="1315" extrusionOk="0">
                  <a:moveTo>
                    <a:pt x="562" y="0"/>
                  </a:moveTo>
                  <a:cubicBezTo>
                    <a:pt x="532" y="10"/>
                    <a:pt x="512" y="20"/>
                    <a:pt x="502" y="30"/>
                  </a:cubicBezTo>
                  <a:cubicBezTo>
                    <a:pt x="472" y="30"/>
                    <a:pt x="451" y="30"/>
                    <a:pt x="401" y="10"/>
                  </a:cubicBezTo>
                  <a:cubicBezTo>
                    <a:pt x="401" y="81"/>
                    <a:pt x="361" y="151"/>
                    <a:pt x="341" y="211"/>
                  </a:cubicBezTo>
                  <a:cubicBezTo>
                    <a:pt x="301" y="301"/>
                    <a:pt x="271" y="391"/>
                    <a:pt x="291" y="482"/>
                  </a:cubicBezTo>
                  <a:cubicBezTo>
                    <a:pt x="311" y="532"/>
                    <a:pt x="341" y="572"/>
                    <a:pt x="331" y="622"/>
                  </a:cubicBezTo>
                  <a:cubicBezTo>
                    <a:pt x="321" y="682"/>
                    <a:pt x="251" y="722"/>
                    <a:pt x="231" y="773"/>
                  </a:cubicBezTo>
                  <a:cubicBezTo>
                    <a:pt x="221" y="813"/>
                    <a:pt x="231" y="863"/>
                    <a:pt x="231" y="913"/>
                  </a:cubicBezTo>
                  <a:cubicBezTo>
                    <a:pt x="221" y="983"/>
                    <a:pt x="181" y="1043"/>
                    <a:pt x="130" y="1104"/>
                  </a:cubicBezTo>
                  <a:cubicBezTo>
                    <a:pt x="90" y="1154"/>
                    <a:pt x="40" y="1194"/>
                    <a:pt x="0" y="1254"/>
                  </a:cubicBezTo>
                  <a:lnTo>
                    <a:pt x="10" y="1244"/>
                  </a:lnTo>
                  <a:cubicBezTo>
                    <a:pt x="10" y="1244"/>
                    <a:pt x="10" y="1274"/>
                    <a:pt x="20" y="1314"/>
                  </a:cubicBezTo>
                  <a:cubicBezTo>
                    <a:pt x="70" y="1294"/>
                    <a:pt x="100" y="1274"/>
                    <a:pt x="141" y="1244"/>
                  </a:cubicBezTo>
                  <a:cubicBezTo>
                    <a:pt x="191" y="1204"/>
                    <a:pt x="241" y="1154"/>
                    <a:pt x="281" y="1104"/>
                  </a:cubicBezTo>
                  <a:cubicBezTo>
                    <a:pt x="301" y="973"/>
                    <a:pt x="331" y="863"/>
                    <a:pt x="361" y="833"/>
                  </a:cubicBezTo>
                  <a:cubicBezTo>
                    <a:pt x="391" y="793"/>
                    <a:pt x="462" y="722"/>
                    <a:pt x="512" y="712"/>
                  </a:cubicBezTo>
                  <a:cubicBezTo>
                    <a:pt x="512" y="682"/>
                    <a:pt x="512" y="652"/>
                    <a:pt x="512" y="622"/>
                  </a:cubicBezTo>
                  <a:cubicBezTo>
                    <a:pt x="482" y="512"/>
                    <a:pt x="391" y="412"/>
                    <a:pt x="431" y="301"/>
                  </a:cubicBezTo>
                  <a:cubicBezTo>
                    <a:pt x="441" y="261"/>
                    <a:pt x="472" y="221"/>
                    <a:pt x="502" y="191"/>
                  </a:cubicBezTo>
                  <a:cubicBezTo>
                    <a:pt x="502" y="171"/>
                    <a:pt x="512" y="151"/>
                    <a:pt x="522" y="121"/>
                  </a:cubicBezTo>
                  <a:cubicBezTo>
                    <a:pt x="542" y="91"/>
                    <a:pt x="562" y="60"/>
                    <a:pt x="572" y="30"/>
                  </a:cubicBezTo>
                  <a:lnTo>
                    <a:pt x="562" y="0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3" name="Google Shape;16893;p54">
              <a:extLst>
                <a:ext uri="{FF2B5EF4-FFF2-40B4-BE49-F238E27FC236}">
                  <a16:creationId xmlns:a16="http://schemas.microsoft.com/office/drawing/2014/main" id="{356510BF-7C3E-BA19-2E32-28A5B8277B41}"/>
                </a:ext>
              </a:extLst>
            </p:cNvPr>
            <p:cNvSpPr/>
            <p:nvPr/>
          </p:nvSpPr>
          <p:spPr>
            <a:xfrm>
              <a:off x="5084242" y="4205180"/>
              <a:ext cx="5020" cy="6638"/>
            </a:xfrm>
            <a:custGeom>
              <a:avLst/>
              <a:gdLst/>
              <a:ahLst/>
              <a:cxnLst/>
              <a:rect l="l" t="t" r="r" b="b"/>
              <a:pathLst>
                <a:path w="31" h="41" extrusionOk="0">
                  <a:moveTo>
                    <a:pt x="0" y="0"/>
                  </a:moveTo>
                  <a:lnTo>
                    <a:pt x="0" y="40"/>
                  </a:lnTo>
                  <a:cubicBezTo>
                    <a:pt x="20" y="40"/>
                    <a:pt x="30" y="10"/>
                    <a:pt x="30" y="0"/>
                  </a:cubicBezTo>
                  <a:close/>
                </a:path>
              </a:pathLst>
            </a:custGeom>
            <a:solidFill>
              <a:srgbClr val="2833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4" name="Google Shape;16894;p54">
              <a:extLst>
                <a:ext uri="{FF2B5EF4-FFF2-40B4-BE49-F238E27FC236}">
                  <a16:creationId xmlns:a16="http://schemas.microsoft.com/office/drawing/2014/main" id="{5743D397-5CF9-44AE-2931-ACDC70B7B838}"/>
                </a:ext>
              </a:extLst>
            </p:cNvPr>
            <p:cNvSpPr/>
            <p:nvPr/>
          </p:nvSpPr>
          <p:spPr>
            <a:xfrm>
              <a:off x="4965551" y="4145595"/>
              <a:ext cx="149133" cy="160779"/>
            </a:xfrm>
            <a:custGeom>
              <a:avLst/>
              <a:gdLst/>
              <a:ahLst/>
              <a:cxnLst/>
              <a:rect l="l" t="t" r="r" b="b"/>
              <a:pathLst>
                <a:path w="921" h="993" extrusionOk="0">
                  <a:moveTo>
                    <a:pt x="490" y="1"/>
                  </a:moveTo>
                  <a:cubicBezTo>
                    <a:pt x="410" y="1"/>
                    <a:pt x="343" y="24"/>
                    <a:pt x="312" y="47"/>
                  </a:cubicBezTo>
                  <a:cubicBezTo>
                    <a:pt x="262" y="77"/>
                    <a:pt x="242" y="107"/>
                    <a:pt x="231" y="107"/>
                  </a:cubicBezTo>
                  <a:cubicBezTo>
                    <a:pt x="206" y="107"/>
                    <a:pt x="165" y="63"/>
                    <a:pt x="110" y="63"/>
                  </a:cubicBezTo>
                  <a:cubicBezTo>
                    <a:pt x="101" y="63"/>
                    <a:pt x="91" y="64"/>
                    <a:pt x="81" y="67"/>
                  </a:cubicBezTo>
                  <a:cubicBezTo>
                    <a:pt x="11" y="87"/>
                    <a:pt x="1" y="158"/>
                    <a:pt x="21" y="208"/>
                  </a:cubicBezTo>
                  <a:cubicBezTo>
                    <a:pt x="51" y="258"/>
                    <a:pt x="181" y="288"/>
                    <a:pt x="181" y="308"/>
                  </a:cubicBezTo>
                  <a:cubicBezTo>
                    <a:pt x="191" y="328"/>
                    <a:pt x="181" y="469"/>
                    <a:pt x="191" y="559"/>
                  </a:cubicBezTo>
                  <a:cubicBezTo>
                    <a:pt x="211" y="659"/>
                    <a:pt x="242" y="719"/>
                    <a:pt x="352" y="790"/>
                  </a:cubicBezTo>
                  <a:cubicBezTo>
                    <a:pt x="392" y="820"/>
                    <a:pt x="532" y="900"/>
                    <a:pt x="562" y="940"/>
                  </a:cubicBezTo>
                  <a:cubicBezTo>
                    <a:pt x="589" y="966"/>
                    <a:pt x="622" y="992"/>
                    <a:pt x="676" y="992"/>
                  </a:cubicBezTo>
                  <a:cubicBezTo>
                    <a:pt x="685" y="992"/>
                    <a:pt x="694" y="992"/>
                    <a:pt x="703" y="990"/>
                  </a:cubicBezTo>
                  <a:cubicBezTo>
                    <a:pt x="773" y="980"/>
                    <a:pt x="763" y="950"/>
                    <a:pt x="763" y="950"/>
                  </a:cubicBezTo>
                  <a:cubicBezTo>
                    <a:pt x="793" y="940"/>
                    <a:pt x="833" y="900"/>
                    <a:pt x="823" y="850"/>
                  </a:cubicBezTo>
                  <a:cubicBezTo>
                    <a:pt x="813" y="800"/>
                    <a:pt x="783" y="719"/>
                    <a:pt x="773" y="629"/>
                  </a:cubicBezTo>
                  <a:cubicBezTo>
                    <a:pt x="753" y="549"/>
                    <a:pt x="733" y="368"/>
                    <a:pt x="733" y="368"/>
                  </a:cubicBezTo>
                  <a:lnTo>
                    <a:pt x="763" y="368"/>
                  </a:lnTo>
                  <a:cubicBezTo>
                    <a:pt x="763" y="368"/>
                    <a:pt x="763" y="348"/>
                    <a:pt x="743" y="318"/>
                  </a:cubicBezTo>
                  <a:cubicBezTo>
                    <a:pt x="723" y="278"/>
                    <a:pt x="733" y="248"/>
                    <a:pt x="733" y="248"/>
                  </a:cubicBezTo>
                  <a:cubicBezTo>
                    <a:pt x="733" y="248"/>
                    <a:pt x="883" y="238"/>
                    <a:pt x="904" y="168"/>
                  </a:cubicBezTo>
                  <a:cubicBezTo>
                    <a:pt x="921" y="107"/>
                    <a:pt x="886" y="53"/>
                    <a:pt x="837" y="53"/>
                  </a:cubicBezTo>
                  <a:cubicBezTo>
                    <a:pt x="829" y="53"/>
                    <a:pt x="821" y="55"/>
                    <a:pt x="813" y="57"/>
                  </a:cubicBezTo>
                  <a:cubicBezTo>
                    <a:pt x="763" y="77"/>
                    <a:pt x="703" y="97"/>
                    <a:pt x="703" y="97"/>
                  </a:cubicBezTo>
                  <a:cubicBezTo>
                    <a:pt x="703" y="97"/>
                    <a:pt x="653" y="27"/>
                    <a:pt x="562" y="7"/>
                  </a:cubicBezTo>
                  <a:cubicBezTo>
                    <a:pt x="538" y="3"/>
                    <a:pt x="513" y="1"/>
                    <a:pt x="490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5" name="Google Shape;16895;p54">
              <a:extLst>
                <a:ext uri="{FF2B5EF4-FFF2-40B4-BE49-F238E27FC236}">
                  <a16:creationId xmlns:a16="http://schemas.microsoft.com/office/drawing/2014/main" id="{56D3794C-B492-F48B-751E-C6EB62B17B92}"/>
                </a:ext>
              </a:extLst>
            </p:cNvPr>
            <p:cNvSpPr/>
            <p:nvPr/>
          </p:nvSpPr>
          <p:spPr>
            <a:xfrm>
              <a:off x="5048457" y="4289537"/>
              <a:ext cx="44044" cy="16839"/>
            </a:xfrm>
            <a:custGeom>
              <a:avLst/>
              <a:gdLst/>
              <a:ahLst/>
              <a:cxnLst/>
              <a:rect l="l" t="t" r="r" b="b"/>
              <a:pathLst>
                <a:path w="272" h="104" extrusionOk="0">
                  <a:moveTo>
                    <a:pt x="0" y="1"/>
                  </a:moveTo>
                  <a:cubicBezTo>
                    <a:pt x="20" y="21"/>
                    <a:pt x="40" y="41"/>
                    <a:pt x="50" y="51"/>
                  </a:cubicBezTo>
                  <a:cubicBezTo>
                    <a:pt x="77" y="77"/>
                    <a:pt x="110" y="103"/>
                    <a:pt x="164" y="103"/>
                  </a:cubicBezTo>
                  <a:cubicBezTo>
                    <a:pt x="173" y="103"/>
                    <a:pt x="182" y="103"/>
                    <a:pt x="191" y="101"/>
                  </a:cubicBezTo>
                  <a:cubicBezTo>
                    <a:pt x="261" y="91"/>
                    <a:pt x="251" y="61"/>
                    <a:pt x="251" y="61"/>
                  </a:cubicBezTo>
                  <a:lnTo>
                    <a:pt x="271" y="51"/>
                  </a:lnTo>
                  <a:cubicBezTo>
                    <a:pt x="265" y="39"/>
                    <a:pt x="249" y="34"/>
                    <a:pt x="227" y="34"/>
                  </a:cubicBezTo>
                  <a:cubicBezTo>
                    <a:pt x="211" y="34"/>
                    <a:pt x="192" y="37"/>
                    <a:pt x="171" y="41"/>
                  </a:cubicBezTo>
                  <a:cubicBezTo>
                    <a:pt x="141" y="41"/>
                    <a:pt x="111" y="41"/>
                    <a:pt x="101" y="31"/>
                  </a:cubicBezTo>
                  <a:cubicBezTo>
                    <a:pt x="71" y="11"/>
                    <a:pt x="20" y="2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6" name="Google Shape;16896;p54">
              <a:extLst>
                <a:ext uri="{FF2B5EF4-FFF2-40B4-BE49-F238E27FC236}">
                  <a16:creationId xmlns:a16="http://schemas.microsoft.com/office/drawing/2014/main" id="{739A84F9-B930-36B6-1F18-EA81B8EF8C78}"/>
                </a:ext>
              </a:extLst>
            </p:cNvPr>
            <p:cNvSpPr/>
            <p:nvPr/>
          </p:nvSpPr>
          <p:spPr>
            <a:xfrm>
              <a:off x="5053314" y="4149967"/>
              <a:ext cx="61370" cy="144588"/>
            </a:xfrm>
            <a:custGeom>
              <a:avLst/>
              <a:gdLst/>
              <a:ahLst/>
              <a:cxnLst/>
              <a:rect l="l" t="t" r="r" b="b"/>
              <a:pathLst>
                <a:path w="379" h="893" extrusionOk="0">
                  <a:moveTo>
                    <a:pt x="61" y="0"/>
                  </a:moveTo>
                  <a:cubicBezTo>
                    <a:pt x="51" y="30"/>
                    <a:pt x="31" y="70"/>
                    <a:pt x="20" y="111"/>
                  </a:cubicBezTo>
                  <a:cubicBezTo>
                    <a:pt x="0" y="171"/>
                    <a:pt x="31" y="201"/>
                    <a:pt x="61" y="251"/>
                  </a:cubicBezTo>
                  <a:cubicBezTo>
                    <a:pt x="121" y="361"/>
                    <a:pt x="161" y="502"/>
                    <a:pt x="161" y="622"/>
                  </a:cubicBezTo>
                  <a:cubicBezTo>
                    <a:pt x="171" y="692"/>
                    <a:pt x="171" y="753"/>
                    <a:pt x="191" y="813"/>
                  </a:cubicBezTo>
                  <a:cubicBezTo>
                    <a:pt x="201" y="843"/>
                    <a:pt x="231" y="873"/>
                    <a:pt x="261" y="893"/>
                  </a:cubicBezTo>
                  <a:cubicBezTo>
                    <a:pt x="271" y="873"/>
                    <a:pt x="281" y="853"/>
                    <a:pt x="281" y="823"/>
                  </a:cubicBezTo>
                  <a:cubicBezTo>
                    <a:pt x="271" y="773"/>
                    <a:pt x="241" y="692"/>
                    <a:pt x="231" y="602"/>
                  </a:cubicBezTo>
                  <a:cubicBezTo>
                    <a:pt x="211" y="522"/>
                    <a:pt x="191" y="341"/>
                    <a:pt x="191" y="341"/>
                  </a:cubicBezTo>
                  <a:lnTo>
                    <a:pt x="221" y="341"/>
                  </a:lnTo>
                  <a:cubicBezTo>
                    <a:pt x="221" y="341"/>
                    <a:pt x="221" y="321"/>
                    <a:pt x="201" y="291"/>
                  </a:cubicBezTo>
                  <a:cubicBezTo>
                    <a:pt x="181" y="251"/>
                    <a:pt x="191" y="221"/>
                    <a:pt x="191" y="221"/>
                  </a:cubicBezTo>
                  <a:cubicBezTo>
                    <a:pt x="191" y="221"/>
                    <a:pt x="341" y="211"/>
                    <a:pt x="362" y="141"/>
                  </a:cubicBezTo>
                  <a:cubicBezTo>
                    <a:pt x="379" y="80"/>
                    <a:pt x="344" y="26"/>
                    <a:pt x="295" y="26"/>
                  </a:cubicBezTo>
                  <a:cubicBezTo>
                    <a:pt x="287" y="26"/>
                    <a:pt x="279" y="28"/>
                    <a:pt x="271" y="30"/>
                  </a:cubicBezTo>
                  <a:cubicBezTo>
                    <a:pt x="221" y="50"/>
                    <a:pt x="161" y="70"/>
                    <a:pt x="161" y="70"/>
                  </a:cubicBezTo>
                  <a:cubicBezTo>
                    <a:pt x="161" y="70"/>
                    <a:pt x="131" y="2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7" name="Google Shape;16897;p54">
              <a:extLst>
                <a:ext uri="{FF2B5EF4-FFF2-40B4-BE49-F238E27FC236}">
                  <a16:creationId xmlns:a16="http://schemas.microsoft.com/office/drawing/2014/main" id="{D633B098-C5DA-E9B9-3490-B6A9D6CDDA32}"/>
                </a:ext>
              </a:extLst>
            </p:cNvPr>
            <p:cNvSpPr/>
            <p:nvPr/>
          </p:nvSpPr>
          <p:spPr>
            <a:xfrm>
              <a:off x="5084242" y="4205180"/>
              <a:ext cx="9877" cy="810"/>
            </a:xfrm>
            <a:custGeom>
              <a:avLst/>
              <a:gdLst/>
              <a:ahLst/>
              <a:cxnLst/>
              <a:rect l="l" t="t" r="r" b="b"/>
              <a:pathLst>
                <a:path w="61" h="5" extrusionOk="0">
                  <a:moveTo>
                    <a:pt x="0" y="0"/>
                  </a:moveTo>
                  <a:cubicBezTo>
                    <a:pt x="10" y="4"/>
                    <a:pt x="20" y="5"/>
                    <a:pt x="29" y="5"/>
                  </a:cubicBezTo>
                  <a:cubicBezTo>
                    <a:pt x="47" y="5"/>
                    <a:pt x="60" y="0"/>
                    <a:pt x="60" y="0"/>
                  </a:cubicBezTo>
                  <a:close/>
                </a:path>
              </a:pathLst>
            </a:custGeom>
            <a:solidFill>
              <a:srgbClr val="2833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8" name="Google Shape;16898;p54">
              <a:extLst>
                <a:ext uri="{FF2B5EF4-FFF2-40B4-BE49-F238E27FC236}">
                  <a16:creationId xmlns:a16="http://schemas.microsoft.com/office/drawing/2014/main" id="{16B63427-78B4-E672-6AAF-A0CEF61F6C3C}"/>
                </a:ext>
              </a:extLst>
            </p:cNvPr>
            <p:cNvSpPr/>
            <p:nvPr/>
          </p:nvSpPr>
          <p:spPr>
            <a:xfrm>
              <a:off x="5082461" y="4159034"/>
              <a:ext cx="29470" cy="23477"/>
            </a:xfrm>
            <a:custGeom>
              <a:avLst/>
              <a:gdLst/>
              <a:ahLst/>
              <a:cxnLst/>
              <a:rect l="l" t="t" r="r" b="b"/>
              <a:pathLst>
                <a:path w="182" h="145" extrusionOk="0">
                  <a:moveTo>
                    <a:pt x="118" y="0"/>
                  </a:moveTo>
                  <a:cubicBezTo>
                    <a:pt x="102" y="0"/>
                    <a:pt x="84" y="5"/>
                    <a:pt x="61" y="14"/>
                  </a:cubicBezTo>
                  <a:cubicBezTo>
                    <a:pt x="1" y="45"/>
                    <a:pt x="1" y="115"/>
                    <a:pt x="1" y="145"/>
                  </a:cubicBezTo>
                  <a:cubicBezTo>
                    <a:pt x="1" y="145"/>
                    <a:pt x="71" y="145"/>
                    <a:pt x="121" y="125"/>
                  </a:cubicBezTo>
                  <a:cubicBezTo>
                    <a:pt x="171" y="105"/>
                    <a:pt x="182" y="55"/>
                    <a:pt x="161" y="24"/>
                  </a:cubicBezTo>
                  <a:cubicBezTo>
                    <a:pt x="150" y="8"/>
                    <a:pt x="136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9" name="Google Shape;16899;p54">
              <a:extLst>
                <a:ext uri="{FF2B5EF4-FFF2-40B4-BE49-F238E27FC236}">
                  <a16:creationId xmlns:a16="http://schemas.microsoft.com/office/drawing/2014/main" id="{F03C2DF9-CF0D-84C3-998F-5B0F4E65A84B}"/>
                </a:ext>
              </a:extLst>
            </p:cNvPr>
            <p:cNvSpPr/>
            <p:nvPr/>
          </p:nvSpPr>
          <p:spPr>
            <a:xfrm>
              <a:off x="4968790" y="4159520"/>
              <a:ext cx="35947" cy="32868"/>
            </a:xfrm>
            <a:custGeom>
              <a:avLst/>
              <a:gdLst/>
              <a:ahLst/>
              <a:cxnLst/>
              <a:rect l="l" t="t" r="r" b="b"/>
              <a:pathLst>
                <a:path w="222" h="203" extrusionOk="0">
                  <a:moveTo>
                    <a:pt x="90" y="1"/>
                  </a:moveTo>
                  <a:cubicBezTo>
                    <a:pt x="87" y="1"/>
                    <a:pt x="84" y="1"/>
                    <a:pt x="81" y="1"/>
                  </a:cubicBezTo>
                  <a:cubicBezTo>
                    <a:pt x="21" y="1"/>
                    <a:pt x="1" y="82"/>
                    <a:pt x="31" y="122"/>
                  </a:cubicBezTo>
                  <a:cubicBezTo>
                    <a:pt x="61" y="172"/>
                    <a:pt x="161" y="182"/>
                    <a:pt x="191" y="202"/>
                  </a:cubicBezTo>
                  <a:lnTo>
                    <a:pt x="171" y="162"/>
                  </a:lnTo>
                  <a:lnTo>
                    <a:pt x="201" y="172"/>
                  </a:lnTo>
                  <a:lnTo>
                    <a:pt x="151" y="122"/>
                  </a:lnTo>
                  <a:lnTo>
                    <a:pt x="151" y="122"/>
                  </a:lnTo>
                  <a:cubicBezTo>
                    <a:pt x="161" y="128"/>
                    <a:pt x="172" y="131"/>
                    <a:pt x="183" y="131"/>
                  </a:cubicBezTo>
                  <a:cubicBezTo>
                    <a:pt x="204" y="131"/>
                    <a:pt x="222" y="122"/>
                    <a:pt x="222" y="122"/>
                  </a:cubicBezTo>
                  <a:cubicBezTo>
                    <a:pt x="193" y="103"/>
                    <a:pt x="155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0" name="Google Shape;16900;p54">
              <a:extLst>
                <a:ext uri="{FF2B5EF4-FFF2-40B4-BE49-F238E27FC236}">
                  <a16:creationId xmlns:a16="http://schemas.microsoft.com/office/drawing/2014/main" id="{BA6181E7-0F6B-D91C-E3B2-EC6BDC75017A}"/>
                </a:ext>
              </a:extLst>
            </p:cNvPr>
            <p:cNvSpPr/>
            <p:nvPr/>
          </p:nvSpPr>
          <p:spPr>
            <a:xfrm>
              <a:off x="5027245" y="4198703"/>
              <a:ext cx="16516" cy="8258"/>
            </a:xfrm>
            <a:custGeom>
              <a:avLst/>
              <a:gdLst/>
              <a:ahLst/>
              <a:cxnLst/>
              <a:rect l="l" t="t" r="r" b="b"/>
              <a:pathLst>
                <a:path w="102" h="51" extrusionOk="0">
                  <a:moveTo>
                    <a:pt x="51" y="0"/>
                  </a:moveTo>
                  <a:cubicBezTo>
                    <a:pt x="21" y="0"/>
                    <a:pt x="1" y="30"/>
                    <a:pt x="1" y="30"/>
                  </a:cubicBezTo>
                  <a:lnTo>
                    <a:pt x="101" y="50"/>
                  </a:lnTo>
                  <a:cubicBezTo>
                    <a:pt x="91" y="30"/>
                    <a:pt x="71" y="0"/>
                    <a:pt x="51" y="0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1" name="Google Shape;16901;p54">
              <a:extLst>
                <a:ext uri="{FF2B5EF4-FFF2-40B4-BE49-F238E27FC236}">
                  <a16:creationId xmlns:a16="http://schemas.microsoft.com/office/drawing/2014/main" id="{36B24868-13E1-8D87-A8DD-D7A5B8FC393D}"/>
                </a:ext>
              </a:extLst>
            </p:cNvPr>
            <p:cNvSpPr/>
            <p:nvPr/>
          </p:nvSpPr>
          <p:spPr>
            <a:xfrm>
              <a:off x="5025625" y="4201294"/>
              <a:ext cx="18136" cy="5667"/>
            </a:xfrm>
            <a:custGeom>
              <a:avLst/>
              <a:gdLst/>
              <a:ahLst/>
              <a:cxnLst/>
              <a:rect l="l" t="t" r="r" b="b"/>
              <a:pathLst>
                <a:path w="112" h="35" extrusionOk="0">
                  <a:moveTo>
                    <a:pt x="1" y="4"/>
                  </a:moveTo>
                  <a:cubicBezTo>
                    <a:pt x="1" y="4"/>
                    <a:pt x="1" y="7"/>
                    <a:pt x="5" y="8"/>
                  </a:cubicBezTo>
                  <a:lnTo>
                    <a:pt x="5" y="8"/>
                  </a:lnTo>
                  <a:lnTo>
                    <a:pt x="1" y="4"/>
                  </a:lnTo>
                  <a:close/>
                  <a:moveTo>
                    <a:pt x="53" y="0"/>
                  </a:moveTo>
                  <a:cubicBezTo>
                    <a:pt x="46" y="0"/>
                    <a:pt x="39" y="2"/>
                    <a:pt x="31" y="4"/>
                  </a:cubicBezTo>
                  <a:cubicBezTo>
                    <a:pt x="21" y="8"/>
                    <a:pt x="14" y="9"/>
                    <a:pt x="10" y="9"/>
                  </a:cubicBezTo>
                  <a:cubicBezTo>
                    <a:pt x="8" y="9"/>
                    <a:pt x="6" y="8"/>
                    <a:pt x="5" y="8"/>
                  </a:cubicBezTo>
                  <a:lnTo>
                    <a:pt x="5" y="8"/>
                  </a:lnTo>
                  <a:lnTo>
                    <a:pt x="21" y="24"/>
                  </a:lnTo>
                  <a:lnTo>
                    <a:pt x="51" y="34"/>
                  </a:lnTo>
                  <a:lnTo>
                    <a:pt x="111" y="34"/>
                  </a:lnTo>
                  <a:cubicBezTo>
                    <a:pt x="96" y="12"/>
                    <a:pt x="76" y="0"/>
                    <a:pt x="53" y="0"/>
                  </a:cubicBezTo>
                  <a:close/>
                </a:path>
              </a:pathLst>
            </a:custGeom>
            <a:solidFill>
              <a:srgbClr val="2833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2" name="Google Shape;16902;p54">
              <a:extLst>
                <a:ext uri="{FF2B5EF4-FFF2-40B4-BE49-F238E27FC236}">
                  <a16:creationId xmlns:a16="http://schemas.microsoft.com/office/drawing/2014/main" id="{9CC10305-2D89-2DFE-1EB9-4B6BFDE29614}"/>
                </a:ext>
              </a:extLst>
            </p:cNvPr>
            <p:cNvSpPr/>
            <p:nvPr/>
          </p:nvSpPr>
          <p:spPr>
            <a:xfrm>
              <a:off x="5028864" y="4201941"/>
              <a:ext cx="14897" cy="11496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3" y="0"/>
                  </a:moveTo>
                  <a:cubicBezTo>
                    <a:pt x="30" y="0"/>
                    <a:pt x="15" y="6"/>
                    <a:pt x="1" y="20"/>
                  </a:cubicBezTo>
                  <a:cubicBezTo>
                    <a:pt x="1" y="20"/>
                    <a:pt x="11" y="60"/>
                    <a:pt x="41" y="70"/>
                  </a:cubicBezTo>
                  <a:cubicBezTo>
                    <a:pt x="81" y="70"/>
                    <a:pt x="91" y="30"/>
                    <a:pt x="91" y="30"/>
                  </a:cubicBezTo>
                  <a:cubicBezTo>
                    <a:pt x="85" y="17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2833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3" name="Google Shape;16903;p54">
              <a:extLst>
                <a:ext uri="{FF2B5EF4-FFF2-40B4-BE49-F238E27FC236}">
                  <a16:creationId xmlns:a16="http://schemas.microsoft.com/office/drawing/2014/main" id="{A699C39A-6FEB-6497-7EC5-19E3F9E488ED}"/>
                </a:ext>
              </a:extLst>
            </p:cNvPr>
            <p:cNvSpPr/>
            <p:nvPr/>
          </p:nvSpPr>
          <p:spPr>
            <a:xfrm>
              <a:off x="5084242" y="4202427"/>
              <a:ext cx="5020" cy="2914"/>
            </a:xfrm>
            <a:custGeom>
              <a:avLst/>
              <a:gdLst/>
              <a:ahLst/>
              <a:cxnLst/>
              <a:rect l="l" t="t" r="r" b="b"/>
              <a:pathLst>
                <a:path w="31" h="18" extrusionOk="0">
                  <a:moveTo>
                    <a:pt x="8" y="0"/>
                  </a:moveTo>
                  <a:cubicBezTo>
                    <a:pt x="0" y="0"/>
                    <a:pt x="0" y="17"/>
                    <a:pt x="0" y="17"/>
                  </a:cubicBezTo>
                  <a:lnTo>
                    <a:pt x="30" y="17"/>
                  </a:lnTo>
                  <a:lnTo>
                    <a:pt x="20" y="7"/>
                  </a:lnTo>
                  <a:cubicBezTo>
                    <a:pt x="15" y="2"/>
                    <a:pt x="11" y="0"/>
                    <a:pt x="8" y="0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4" name="Google Shape;16904;p54">
              <a:extLst>
                <a:ext uri="{FF2B5EF4-FFF2-40B4-BE49-F238E27FC236}">
                  <a16:creationId xmlns:a16="http://schemas.microsoft.com/office/drawing/2014/main" id="{0AC696C5-3A74-D77A-8B41-6794E8E13261}"/>
                </a:ext>
              </a:extLst>
            </p:cNvPr>
            <p:cNvSpPr/>
            <p:nvPr/>
          </p:nvSpPr>
          <p:spPr>
            <a:xfrm>
              <a:off x="5080842" y="4172635"/>
              <a:ext cx="11659" cy="11334"/>
            </a:xfrm>
            <a:custGeom>
              <a:avLst/>
              <a:gdLst/>
              <a:ahLst/>
              <a:cxnLst/>
              <a:rect l="l" t="t" r="r" b="b"/>
              <a:pathLst>
                <a:path w="72" h="70" extrusionOk="0">
                  <a:moveTo>
                    <a:pt x="71" y="1"/>
                  </a:moveTo>
                  <a:cubicBezTo>
                    <a:pt x="41" y="1"/>
                    <a:pt x="1" y="21"/>
                    <a:pt x="1" y="31"/>
                  </a:cubicBezTo>
                  <a:cubicBezTo>
                    <a:pt x="1" y="31"/>
                    <a:pt x="7" y="69"/>
                    <a:pt x="10" y="69"/>
                  </a:cubicBezTo>
                  <a:cubicBezTo>
                    <a:pt x="11" y="69"/>
                    <a:pt x="11" y="67"/>
                    <a:pt x="11" y="61"/>
                  </a:cubicBezTo>
                  <a:cubicBezTo>
                    <a:pt x="21" y="31"/>
                    <a:pt x="71" y="1"/>
                    <a:pt x="71" y="1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5" name="Google Shape;16905;p54">
              <a:extLst>
                <a:ext uri="{FF2B5EF4-FFF2-40B4-BE49-F238E27FC236}">
                  <a16:creationId xmlns:a16="http://schemas.microsoft.com/office/drawing/2014/main" id="{9A1E0E81-6CB7-9E50-2D42-702E8271E23F}"/>
                </a:ext>
              </a:extLst>
            </p:cNvPr>
            <p:cNvSpPr/>
            <p:nvPr/>
          </p:nvSpPr>
          <p:spPr>
            <a:xfrm>
              <a:off x="5058172" y="4274641"/>
              <a:ext cx="42424" cy="25582"/>
            </a:xfrm>
            <a:custGeom>
              <a:avLst/>
              <a:gdLst/>
              <a:ahLst/>
              <a:cxnLst/>
              <a:rect l="l" t="t" r="r" b="b"/>
              <a:pathLst>
                <a:path w="262" h="158" extrusionOk="0">
                  <a:moveTo>
                    <a:pt x="82" y="1"/>
                  </a:moveTo>
                  <a:cubicBezTo>
                    <a:pt x="39" y="1"/>
                    <a:pt x="1" y="30"/>
                    <a:pt x="1" y="83"/>
                  </a:cubicBezTo>
                  <a:cubicBezTo>
                    <a:pt x="9" y="126"/>
                    <a:pt x="41" y="155"/>
                    <a:pt x="82" y="155"/>
                  </a:cubicBezTo>
                  <a:cubicBezTo>
                    <a:pt x="88" y="155"/>
                    <a:pt x="94" y="154"/>
                    <a:pt x="101" y="153"/>
                  </a:cubicBezTo>
                  <a:lnTo>
                    <a:pt x="151" y="153"/>
                  </a:lnTo>
                  <a:cubicBezTo>
                    <a:pt x="158" y="153"/>
                    <a:pt x="164" y="157"/>
                    <a:pt x="174" y="157"/>
                  </a:cubicBezTo>
                  <a:cubicBezTo>
                    <a:pt x="179" y="157"/>
                    <a:pt x="184" y="156"/>
                    <a:pt x="191" y="153"/>
                  </a:cubicBezTo>
                  <a:cubicBezTo>
                    <a:pt x="221" y="143"/>
                    <a:pt x="261" y="103"/>
                    <a:pt x="251" y="53"/>
                  </a:cubicBezTo>
                  <a:lnTo>
                    <a:pt x="241" y="23"/>
                  </a:lnTo>
                  <a:cubicBezTo>
                    <a:pt x="221" y="3"/>
                    <a:pt x="191" y="3"/>
                    <a:pt x="161" y="3"/>
                  </a:cubicBezTo>
                  <a:cubicBezTo>
                    <a:pt x="151" y="8"/>
                    <a:pt x="141" y="10"/>
                    <a:pt x="131" y="10"/>
                  </a:cubicBezTo>
                  <a:cubicBezTo>
                    <a:pt x="121" y="10"/>
                    <a:pt x="111" y="8"/>
                    <a:pt x="101" y="3"/>
                  </a:cubicBezTo>
                  <a:cubicBezTo>
                    <a:pt x="94" y="1"/>
                    <a:pt x="88" y="1"/>
                    <a:pt x="82" y="1"/>
                  </a:cubicBezTo>
                  <a:close/>
                </a:path>
              </a:pathLst>
            </a:custGeom>
            <a:solidFill>
              <a:srgbClr val="E0B9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6" name="Google Shape;16906;p54">
              <a:extLst>
                <a:ext uri="{FF2B5EF4-FFF2-40B4-BE49-F238E27FC236}">
                  <a16:creationId xmlns:a16="http://schemas.microsoft.com/office/drawing/2014/main" id="{846AAD47-9588-3175-AD73-59E19C06C751}"/>
                </a:ext>
              </a:extLst>
            </p:cNvPr>
            <p:cNvSpPr/>
            <p:nvPr/>
          </p:nvSpPr>
          <p:spPr>
            <a:xfrm>
              <a:off x="5069507" y="4283060"/>
              <a:ext cx="5020" cy="8258"/>
            </a:xfrm>
            <a:custGeom>
              <a:avLst/>
              <a:gdLst/>
              <a:ahLst/>
              <a:cxnLst/>
              <a:rect l="l" t="t" r="r" b="b"/>
              <a:pathLst>
                <a:path w="31" h="51" extrusionOk="0">
                  <a:moveTo>
                    <a:pt x="1" y="1"/>
                  </a:moveTo>
                  <a:lnTo>
                    <a:pt x="11" y="31"/>
                  </a:lnTo>
                  <a:lnTo>
                    <a:pt x="31" y="51"/>
                  </a:lnTo>
                  <a:lnTo>
                    <a:pt x="31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3B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7" name="Google Shape;16907;p54">
              <a:extLst>
                <a:ext uri="{FF2B5EF4-FFF2-40B4-BE49-F238E27FC236}">
                  <a16:creationId xmlns:a16="http://schemas.microsoft.com/office/drawing/2014/main" id="{CAF207B6-E806-061A-1903-A41FF47BA20A}"/>
                </a:ext>
              </a:extLst>
            </p:cNvPr>
            <p:cNvSpPr/>
            <p:nvPr/>
          </p:nvSpPr>
          <p:spPr>
            <a:xfrm>
              <a:off x="5092338" y="4283060"/>
              <a:ext cx="3400" cy="6638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20" y="1"/>
                  </a:moveTo>
                  <a:lnTo>
                    <a:pt x="0" y="21"/>
                  </a:lnTo>
                  <a:lnTo>
                    <a:pt x="0" y="41"/>
                  </a:lnTo>
                  <a:lnTo>
                    <a:pt x="20" y="2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593B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8" name="Google Shape;16908;p54">
              <a:extLst>
                <a:ext uri="{FF2B5EF4-FFF2-40B4-BE49-F238E27FC236}">
                  <a16:creationId xmlns:a16="http://schemas.microsoft.com/office/drawing/2014/main" id="{91B442CE-4920-C782-660B-44DF3E75AB95}"/>
                </a:ext>
              </a:extLst>
            </p:cNvPr>
            <p:cNvSpPr/>
            <p:nvPr/>
          </p:nvSpPr>
          <p:spPr>
            <a:xfrm>
              <a:off x="5059791" y="4289537"/>
              <a:ext cx="35947" cy="10039"/>
            </a:xfrm>
            <a:custGeom>
              <a:avLst/>
              <a:gdLst/>
              <a:ahLst/>
              <a:cxnLst/>
              <a:rect l="l" t="t" r="r" b="b"/>
              <a:pathLst>
                <a:path w="222" h="62" extrusionOk="0">
                  <a:moveTo>
                    <a:pt x="1" y="1"/>
                  </a:moveTo>
                  <a:cubicBezTo>
                    <a:pt x="1" y="41"/>
                    <a:pt x="31" y="61"/>
                    <a:pt x="71" y="61"/>
                  </a:cubicBezTo>
                  <a:lnTo>
                    <a:pt x="181" y="61"/>
                  </a:lnTo>
                  <a:cubicBezTo>
                    <a:pt x="201" y="51"/>
                    <a:pt x="211" y="41"/>
                    <a:pt x="221" y="31"/>
                  </a:cubicBezTo>
                  <a:lnTo>
                    <a:pt x="141" y="31"/>
                  </a:lnTo>
                  <a:cubicBezTo>
                    <a:pt x="121" y="31"/>
                    <a:pt x="91" y="41"/>
                    <a:pt x="71" y="41"/>
                  </a:cubicBez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5A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9" name="Google Shape;16909;p54">
              <a:extLst>
                <a:ext uri="{FF2B5EF4-FFF2-40B4-BE49-F238E27FC236}">
                  <a16:creationId xmlns:a16="http://schemas.microsoft.com/office/drawing/2014/main" id="{3B916A4B-7049-7905-3187-232F6BDC4764}"/>
                </a:ext>
              </a:extLst>
            </p:cNvPr>
            <p:cNvSpPr/>
            <p:nvPr/>
          </p:nvSpPr>
          <p:spPr>
            <a:xfrm>
              <a:off x="4994860" y="4206799"/>
              <a:ext cx="60236" cy="81280"/>
            </a:xfrm>
            <a:custGeom>
              <a:avLst/>
              <a:gdLst/>
              <a:ahLst/>
              <a:cxnLst/>
              <a:rect l="l" t="t" r="r" b="b"/>
              <a:pathLst>
                <a:path w="372" h="502" extrusionOk="0">
                  <a:moveTo>
                    <a:pt x="0" y="0"/>
                  </a:moveTo>
                  <a:cubicBezTo>
                    <a:pt x="10" y="50"/>
                    <a:pt x="10" y="131"/>
                    <a:pt x="10" y="181"/>
                  </a:cubicBezTo>
                  <a:cubicBezTo>
                    <a:pt x="30" y="281"/>
                    <a:pt x="61" y="341"/>
                    <a:pt x="171" y="412"/>
                  </a:cubicBezTo>
                  <a:cubicBezTo>
                    <a:pt x="201" y="432"/>
                    <a:pt x="261" y="462"/>
                    <a:pt x="311" y="502"/>
                  </a:cubicBezTo>
                  <a:cubicBezTo>
                    <a:pt x="331" y="482"/>
                    <a:pt x="351" y="452"/>
                    <a:pt x="341" y="422"/>
                  </a:cubicBezTo>
                  <a:cubicBezTo>
                    <a:pt x="331" y="412"/>
                    <a:pt x="321" y="391"/>
                    <a:pt x="321" y="371"/>
                  </a:cubicBezTo>
                  <a:cubicBezTo>
                    <a:pt x="321" y="341"/>
                    <a:pt x="371" y="321"/>
                    <a:pt x="361" y="291"/>
                  </a:cubicBezTo>
                  <a:cubicBezTo>
                    <a:pt x="361" y="271"/>
                    <a:pt x="341" y="261"/>
                    <a:pt x="331" y="251"/>
                  </a:cubicBezTo>
                  <a:cubicBezTo>
                    <a:pt x="311" y="251"/>
                    <a:pt x="291" y="251"/>
                    <a:pt x="281" y="241"/>
                  </a:cubicBezTo>
                  <a:cubicBezTo>
                    <a:pt x="241" y="221"/>
                    <a:pt x="221" y="181"/>
                    <a:pt x="201" y="141"/>
                  </a:cubicBezTo>
                  <a:cubicBezTo>
                    <a:pt x="191" y="101"/>
                    <a:pt x="181" y="50"/>
                    <a:pt x="141" y="30"/>
                  </a:cubicBezTo>
                  <a:cubicBezTo>
                    <a:pt x="101" y="10"/>
                    <a:pt x="50" y="10"/>
                    <a:pt x="1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0" name="Google Shape;16910;p54">
              <a:extLst>
                <a:ext uri="{FF2B5EF4-FFF2-40B4-BE49-F238E27FC236}">
                  <a16:creationId xmlns:a16="http://schemas.microsoft.com/office/drawing/2014/main" id="{5F710A34-D5F2-DFEE-D87A-334445C064D2}"/>
                </a:ext>
              </a:extLst>
            </p:cNvPr>
            <p:cNvSpPr/>
            <p:nvPr/>
          </p:nvSpPr>
          <p:spPr>
            <a:xfrm>
              <a:off x="5006194" y="4145595"/>
              <a:ext cx="83068" cy="119815"/>
            </a:xfrm>
            <a:custGeom>
              <a:avLst/>
              <a:gdLst/>
              <a:ahLst/>
              <a:cxnLst/>
              <a:rect l="l" t="t" r="r" b="b"/>
              <a:pathLst>
                <a:path w="513" h="740" extrusionOk="0">
                  <a:moveTo>
                    <a:pt x="239" y="1"/>
                  </a:moveTo>
                  <a:cubicBezTo>
                    <a:pt x="159" y="1"/>
                    <a:pt x="92" y="24"/>
                    <a:pt x="61" y="47"/>
                  </a:cubicBezTo>
                  <a:cubicBezTo>
                    <a:pt x="31" y="67"/>
                    <a:pt x="11" y="77"/>
                    <a:pt x="1" y="87"/>
                  </a:cubicBezTo>
                  <a:lnTo>
                    <a:pt x="31" y="107"/>
                  </a:lnTo>
                  <a:lnTo>
                    <a:pt x="71" y="107"/>
                  </a:lnTo>
                  <a:cubicBezTo>
                    <a:pt x="81" y="97"/>
                    <a:pt x="91" y="97"/>
                    <a:pt x="111" y="97"/>
                  </a:cubicBezTo>
                  <a:cubicBezTo>
                    <a:pt x="141" y="97"/>
                    <a:pt x="161" y="118"/>
                    <a:pt x="181" y="128"/>
                  </a:cubicBezTo>
                  <a:cubicBezTo>
                    <a:pt x="211" y="158"/>
                    <a:pt x="231" y="188"/>
                    <a:pt x="251" y="218"/>
                  </a:cubicBezTo>
                  <a:cubicBezTo>
                    <a:pt x="291" y="288"/>
                    <a:pt x="311" y="308"/>
                    <a:pt x="301" y="388"/>
                  </a:cubicBezTo>
                  <a:cubicBezTo>
                    <a:pt x="301" y="418"/>
                    <a:pt x="301" y="438"/>
                    <a:pt x="311" y="459"/>
                  </a:cubicBezTo>
                  <a:cubicBezTo>
                    <a:pt x="311" y="489"/>
                    <a:pt x="352" y="529"/>
                    <a:pt x="352" y="549"/>
                  </a:cubicBezTo>
                  <a:cubicBezTo>
                    <a:pt x="362" y="579"/>
                    <a:pt x="362" y="619"/>
                    <a:pt x="382" y="669"/>
                  </a:cubicBezTo>
                  <a:cubicBezTo>
                    <a:pt x="412" y="709"/>
                    <a:pt x="432" y="739"/>
                    <a:pt x="462" y="739"/>
                  </a:cubicBezTo>
                  <a:cubicBezTo>
                    <a:pt x="512" y="739"/>
                    <a:pt x="452" y="629"/>
                    <a:pt x="462" y="569"/>
                  </a:cubicBezTo>
                  <a:cubicBezTo>
                    <a:pt x="472" y="529"/>
                    <a:pt x="442" y="499"/>
                    <a:pt x="422" y="459"/>
                  </a:cubicBezTo>
                  <a:cubicBezTo>
                    <a:pt x="412" y="418"/>
                    <a:pt x="432" y="388"/>
                    <a:pt x="442" y="348"/>
                  </a:cubicBezTo>
                  <a:cubicBezTo>
                    <a:pt x="452" y="298"/>
                    <a:pt x="422" y="218"/>
                    <a:pt x="432" y="178"/>
                  </a:cubicBezTo>
                  <a:cubicBezTo>
                    <a:pt x="432" y="138"/>
                    <a:pt x="442" y="107"/>
                    <a:pt x="432" y="77"/>
                  </a:cubicBezTo>
                  <a:cubicBezTo>
                    <a:pt x="412" y="57"/>
                    <a:pt x="372" y="27"/>
                    <a:pt x="311" y="7"/>
                  </a:cubicBezTo>
                  <a:cubicBezTo>
                    <a:pt x="287" y="3"/>
                    <a:pt x="262" y="1"/>
                    <a:pt x="239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1" name="Google Shape;16911;p54">
              <a:extLst>
                <a:ext uri="{FF2B5EF4-FFF2-40B4-BE49-F238E27FC236}">
                  <a16:creationId xmlns:a16="http://schemas.microsoft.com/office/drawing/2014/main" id="{17D55099-CFBC-7303-5B10-A1CFE78B05B6}"/>
                </a:ext>
              </a:extLst>
            </p:cNvPr>
            <p:cNvSpPr/>
            <p:nvPr/>
          </p:nvSpPr>
          <p:spPr>
            <a:xfrm>
              <a:off x="5032264" y="4205180"/>
              <a:ext cx="5020" cy="3400"/>
            </a:xfrm>
            <a:custGeom>
              <a:avLst/>
              <a:gdLst/>
              <a:ahLst/>
              <a:cxnLst/>
              <a:rect l="l" t="t" r="r" b="b"/>
              <a:pathLst>
                <a:path w="31" h="21" extrusionOk="0">
                  <a:moveTo>
                    <a:pt x="10" y="0"/>
                  </a:moveTo>
                  <a:lnTo>
                    <a:pt x="0" y="10"/>
                  </a:lnTo>
                  <a:lnTo>
                    <a:pt x="10" y="20"/>
                  </a:lnTo>
                  <a:lnTo>
                    <a:pt x="30" y="1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7C80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2" name="Google Shape;16912;p54">
              <a:extLst>
                <a:ext uri="{FF2B5EF4-FFF2-40B4-BE49-F238E27FC236}">
                  <a16:creationId xmlns:a16="http://schemas.microsoft.com/office/drawing/2014/main" id="{1C2AC29F-E940-CE27-C5F0-460E59E38126}"/>
                </a:ext>
              </a:extLst>
            </p:cNvPr>
            <p:cNvSpPr/>
            <p:nvPr/>
          </p:nvSpPr>
          <p:spPr>
            <a:xfrm>
              <a:off x="5037122" y="4210037"/>
              <a:ext cx="1781" cy="1781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0" y="10"/>
                  </a:lnTo>
                  <a:lnTo>
                    <a:pt x="1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80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3" name="Google Shape;16913;p54">
              <a:extLst>
                <a:ext uri="{FF2B5EF4-FFF2-40B4-BE49-F238E27FC236}">
                  <a16:creationId xmlns:a16="http://schemas.microsoft.com/office/drawing/2014/main" id="{BA90D467-00F9-1BE0-9752-6755768CBC6C}"/>
                </a:ext>
              </a:extLst>
            </p:cNvPr>
            <p:cNvSpPr/>
            <p:nvPr/>
          </p:nvSpPr>
          <p:spPr>
            <a:xfrm>
              <a:off x="4678297" y="4179597"/>
              <a:ext cx="107194" cy="84194"/>
            </a:xfrm>
            <a:custGeom>
              <a:avLst/>
              <a:gdLst/>
              <a:ahLst/>
              <a:cxnLst/>
              <a:rect l="l" t="t" r="r" b="b"/>
              <a:pathLst>
                <a:path w="662" h="520" extrusionOk="0">
                  <a:moveTo>
                    <a:pt x="126" y="1"/>
                  </a:moveTo>
                  <a:cubicBezTo>
                    <a:pt x="60" y="1"/>
                    <a:pt x="1" y="39"/>
                    <a:pt x="29" y="118"/>
                  </a:cubicBezTo>
                  <a:cubicBezTo>
                    <a:pt x="39" y="158"/>
                    <a:pt x="70" y="188"/>
                    <a:pt x="70" y="228"/>
                  </a:cubicBezTo>
                  <a:cubicBezTo>
                    <a:pt x="70" y="289"/>
                    <a:pt x="39" y="349"/>
                    <a:pt x="80" y="389"/>
                  </a:cubicBezTo>
                  <a:cubicBezTo>
                    <a:pt x="100" y="409"/>
                    <a:pt x="140" y="419"/>
                    <a:pt x="170" y="419"/>
                  </a:cubicBezTo>
                  <a:cubicBezTo>
                    <a:pt x="230" y="419"/>
                    <a:pt x="290" y="399"/>
                    <a:pt x="350" y="399"/>
                  </a:cubicBezTo>
                  <a:cubicBezTo>
                    <a:pt x="421" y="409"/>
                    <a:pt x="451" y="519"/>
                    <a:pt x="521" y="519"/>
                  </a:cubicBezTo>
                  <a:lnTo>
                    <a:pt x="631" y="489"/>
                  </a:lnTo>
                  <a:cubicBezTo>
                    <a:pt x="661" y="479"/>
                    <a:pt x="611" y="399"/>
                    <a:pt x="601" y="369"/>
                  </a:cubicBezTo>
                  <a:cubicBezTo>
                    <a:pt x="571" y="299"/>
                    <a:pt x="511" y="249"/>
                    <a:pt x="441" y="249"/>
                  </a:cubicBezTo>
                  <a:cubicBezTo>
                    <a:pt x="424" y="249"/>
                    <a:pt x="406" y="250"/>
                    <a:pt x="389" y="250"/>
                  </a:cubicBezTo>
                  <a:cubicBezTo>
                    <a:pt x="354" y="250"/>
                    <a:pt x="320" y="245"/>
                    <a:pt x="300" y="218"/>
                  </a:cubicBezTo>
                  <a:cubicBezTo>
                    <a:pt x="280" y="198"/>
                    <a:pt x="280" y="158"/>
                    <a:pt x="280" y="128"/>
                  </a:cubicBezTo>
                  <a:cubicBezTo>
                    <a:pt x="270" y="88"/>
                    <a:pt x="240" y="48"/>
                    <a:pt x="200" y="18"/>
                  </a:cubicBezTo>
                  <a:cubicBezTo>
                    <a:pt x="178" y="7"/>
                    <a:pt x="151" y="1"/>
                    <a:pt x="126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4" name="Google Shape;16914;p54">
              <a:extLst>
                <a:ext uri="{FF2B5EF4-FFF2-40B4-BE49-F238E27FC236}">
                  <a16:creationId xmlns:a16="http://schemas.microsoft.com/office/drawing/2014/main" id="{A2A77328-B3AC-0274-78BB-C08A4F2E4A5D}"/>
                </a:ext>
              </a:extLst>
            </p:cNvPr>
            <p:cNvSpPr/>
            <p:nvPr/>
          </p:nvSpPr>
          <p:spPr>
            <a:xfrm>
              <a:off x="4809618" y="4251001"/>
              <a:ext cx="52140" cy="162236"/>
            </a:xfrm>
            <a:custGeom>
              <a:avLst/>
              <a:gdLst/>
              <a:ahLst/>
              <a:cxnLst/>
              <a:rect l="l" t="t" r="r" b="b"/>
              <a:pathLst>
                <a:path w="322" h="1002" extrusionOk="0">
                  <a:moveTo>
                    <a:pt x="105" y="1"/>
                  </a:moveTo>
                  <a:cubicBezTo>
                    <a:pt x="78" y="1"/>
                    <a:pt x="49" y="14"/>
                    <a:pt x="31" y="38"/>
                  </a:cubicBezTo>
                  <a:cubicBezTo>
                    <a:pt x="1" y="78"/>
                    <a:pt x="21" y="129"/>
                    <a:pt x="31" y="169"/>
                  </a:cubicBezTo>
                  <a:cubicBezTo>
                    <a:pt x="61" y="269"/>
                    <a:pt x="151" y="439"/>
                    <a:pt x="151" y="439"/>
                  </a:cubicBezTo>
                  <a:cubicBezTo>
                    <a:pt x="161" y="470"/>
                    <a:pt x="262" y="750"/>
                    <a:pt x="252" y="831"/>
                  </a:cubicBezTo>
                  <a:cubicBezTo>
                    <a:pt x="252" y="881"/>
                    <a:pt x="252" y="951"/>
                    <a:pt x="262" y="1001"/>
                  </a:cubicBezTo>
                  <a:cubicBezTo>
                    <a:pt x="302" y="971"/>
                    <a:pt x="322" y="911"/>
                    <a:pt x="322" y="861"/>
                  </a:cubicBezTo>
                  <a:cubicBezTo>
                    <a:pt x="312" y="821"/>
                    <a:pt x="292" y="780"/>
                    <a:pt x="282" y="740"/>
                  </a:cubicBezTo>
                  <a:cubicBezTo>
                    <a:pt x="262" y="670"/>
                    <a:pt x="252" y="600"/>
                    <a:pt x="252" y="530"/>
                  </a:cubicBezTo>
                  <a:cubicBezTo>
                    <a:pt x="242" y="490"/>
                    <a:pt x="242" y="449"/>
                    <a:pt x="262" y="419"/>
                  </a:cubicBezTo>
                  <a:cubicBezTo>
                    <a:pt x="272" y="399"/>
                    <a:pt x="292" y="379"/>
                    <a:pt x="292" y="349"/>
                  </a:cubicBezTo>
                  <a:cubicBezTo>
                    <a:pt x="292" y="309"/>
                    <a:pt x="242" y="269"/>
                    <a:pt x="211" y="229"/>
                  </a:cubicBezTo>
                  <a:cubicBezTo>
                    <a:pt x="181" y="169"/>
                    <a:pt x="211" y="68"/>
                    <a:pt x="151" y="18"/>
                  </a:cubicBezTo>
                  <a:cubicBezTo>
                    <a:pt x="139" y="6"/>
                    <a:pt x="123" y="1"/>
                    <a:pt x="105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5" name="Google Shape;16915;p54">
              <a:extLst>
                <a:ext uri="{FF2B5EF4-FFF2-40B4-BE49-F238E27FC236}">
                  <a16:creationId xmlns:a16="http://schemas.microsoft.com/office/drawing/2014/main" id="{535F7BD6-9A05-436A-2C45-454499150EBE}"/>
                </a:ext>
              </a:extLst>
            </p:cNvPr>
            <p:cNvSpPr/>
            <p:nvPr/>
          </p:nvSpPr>
          <p:spPr>
            <a:xfrm>
              <a:off x="4833140" y="4185931"/>
              <a:ext cx="107356" cy="120787"/>
            </a:xfrm>
            <a:custGeom>
              <a:avLst/>
              <a:gdLst/>
              <a:ahLst/>
              <a:cxnLst/>
              <a:rect l="l" t="t" r="r" b="b"/>
              <a:pathLst>
                <a:path w="663" h="746" extrusionOk="0">
                  <a:moveTo>
                    <a:pt x="287" y="0"/>
                  </a:moveTo>
                  <a:cubicBezTo>
                    <a:pt x="255" y="0"/>
                    <a:pt x="222" y="5"/>
                    <a:pt x="191" y="13"/>
                  </a:cubicBezTo>
                  <a:cubicBezTo>
                    <a:pt x="141" y="33"/>
                    <a:pt x="51" y="63"/>
                    <a:pt x="20" y="103"/>
                  </a:cubicBezTo>
                  <a:cubicBezTo>
                    <a:pt x="0" y="133"/>
                    <a:pt x="10" y="133"/>
                    <a:pt x="30" y="133"/>
                  </a:cubicBezTo>
                  <a:cubicBezTo>
                    <a:pt x="71" y="133"/>
                    <a:pt x="101" y="133"/>
                    <a:pt x="141" y="143"/>
                  </a:cubicBezTo>
                  <a:cubicBezTo>
                    <a:pt x="181" y="153"/>
                    <a:pt x="221" y="183"/>
                    <a:pt x="221" y="233"/>
                  </a:cubicBezTo>
                  <a:cubicBezTo>
                    <a:pt x="211" y="244"/>
                    <a:pt x="201" y="264"/>
                    <a:pt x="201" y="274"/>
                  </a:cubicBezTo>
                  <a:cubicBezTo>
                    <a:pt x="181" y="324"/>
                    <a:pt x="211" y="394"/>
                    <a:pt x="271" y="404"/>
                  </a:cubicBezTo>
                  <a:cubicBezTo>
                    <a:pt x="301" y="404"/>
                    <a:pt x="321" y="394"/>
                    <a:pt x="351" y="394"/>
                  </a:cubicBezTo>
                  <a:cubicBezTo>
                    <a:pt x="382" y="394"/>
                    <a:pt x="412" y="394"/>
                    <a:pt x="432" y="414"/>
                  </a:cubicBezTo>
                  <a:cubicBezTo>
                    <a:pt x="462" y="434"/>
                    <a:pt x="462" y="474"/>
                    <a:pt x="472" y="504"/>
                  </a:cubicBezTo>
                  <a:cubicBezTo>
                    <a:pt x="482" y="575"/>
                    <a:pt x="552" y="605"/>
                    <a:pt x="502" y="745"/>
                  </a:cubicBezTo>
                  <a:cubicBezTo>
                    <a:pt x="582" y="725"/>
                    <a:pt x="662" y="605"/>
                    <a:pt x="662" y="534"/>
                  </a:cubicBezTo>
                  <a:cubicBezTo>
                    <a:pt x="662" y="474"/>
                    <a:pt x="622" y="414"/>
                    <a:pt x="592" y="354"/>
                  </a:cubicBezTo>
                  <a:cubicBezTo>
                    <a:pt x="572" y="294"/>
                    <a:pt x="552" y="244"/>
                    <a:pt x="532" y="183"/>
                  </a:cubicBezTo>
                  <a:cubicBezTo>
                    <a:pt x="512" y="123"/>
                    <a:pt x="482" y="73"/>
                    <a:pt x="432" y="43"/>
                  </a:cubicBezTo>
                  <a:cubicBezTo>
                    <a:pt x="389" y="12"/>
                    <a:pt x="338" y="0"/>
                    <a:pt x="287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6" name="Google Shape;16916;p54">
              <a:extLst>
                <a:ext uri="{FF2B5EF4-FFF2-40B4-BE49-F238E27FC236}">
                  <a16:creationId xmlns:a16="http://schemas.microsoft.com/office/drawing/2014/main" id="{FEB78363-6EEB-9BFF-C177-E1082F3F93E5}"/>
                </a:ext>
              </a:extLst>
            </p:cNvPr>
            <p:cNvSpPr/>
            <p:nvPr/>
          </p:nvSpPr>
          <p:spPr>
            <a:xfrm>
              <a:off x="4743067" y="4487719"/>
              <a:ext cx="1781" cy="9877"/>
            </a:xfrm>
            <a:custGeom>
              <a:avLst/>
              <a:gdLst/>
              <a:ahLst/>
              <a:cxnLst/>
              <a:rect l="l" t="t" r="r" b="b"/>
              <a:pathLst>
                <a:path w="11" h="61" extrusionOk="0">
                  <a:moveTo>
                    <a:pt x="1" y="1"/>
                  </a:moveTo>
                  <a:cubicBezTo>
                    <a:pt x="1" y="18"/>
                    <a:pt x="8" y="36"/>
                    <a:pt x="10" y="47"/>
                  </a:cubicBezTo>
                  <a:lnTo>
                    <a:pt x="10" y="47"/>
                  </a:lnTo>
                  <a:cubicBezTo>
                    <a:pt x="9" y="35"/>
                    <a:pt x="7" y="20"/>
                    <a:pt x="1" y="1"/>
                  </a:cubicBezTo>
                  <a:close/>
                  <a:moveTo>
                    <a:pt x="10" y="47"/>
                  </a:moveTo>
                  <a:cubicBezTo>
                    <a:pt x="11" y="52"/>
                    <a:pt x="11" y="57"/>
                    <a:pt x="11" y="6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49"/>
                    <a:pt x="10" y="48"/>
                    <a:pt x="10" y="47"/>
                  </a:cubicBezTo>
                  <a:close/>
                </a:path>
              </a:pathLst>
            </a:custGeom>
            <a:solidFill>
              <a:srgbClr val="8D9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7" name="Google Shape;16917;p54">
              <a:extLst>
                <a:ext uri="{FF2B5EF4-FFF2-40B4-BE49-F238E27FC236}">
                  <a16:creationId xmlns:a16="http://schemas.microsoft.com/office/drawing/2014/main" id="{77DE687F-8BEE-5FD8-EFFE-326E6679C7E2}"/>
                </a:ext>
              </a:extLst>
            </p:cNvPr>
            <p:cNvSpPr/>
            <p:nvPr/>
          </p:nvSpPr>
          <p:spPr>
            <a:xfrm>
              <a:off x="4704043" y="4474766"/>
              <a:ext cx="29470" cy="26068"/>
            </a:xfrm>
            <a:custGeom>
              <a:avLst/>
              <a:gdLst/>
              <a:ahLst/>
              <a:cxnLst/>
              <a:rect l="l" t="t" r="r" b="b"/>
              <a:pathLst>
                <a:path w="182" h="161" extrusionOk="0">
                  <a:moveTo>
                    <a:pt x="11" y="0"/>
                  </a:moveTo>
                  <a:cubicBezTo>
                    <a:pt x="1" y="40"/>
                    <a:pt x="1" y="61"/>
                    <a:pt x="31" y="101"/>
                  </a:cubicBezTo>
                  <a:cubicBezTo>
                    <a:pt x="49" y="137"/>
                    <a:pt x="116" y="157"/>
                    <a:pt x="166" y="160"/>
                  </a:cubicBezTo>
                  <a:lnTo>
                    <a:pt x="166" y="160"/>
                  </a:lnTo>
                  <a:cubicBezTo>
                    <a:pt x="156" y="159"/>
                    <a:pt x="144" y="157"/>
                    <a:pt x="131" y="151"/>
                  </a:cubicBezTo>
                  <a:cubicBezTo>
                    <a:pt x="131" y="121"/>
                    <a:pt x="131" y="71"/>
                    <a:pt x="131" y="10"/>
                  </a:cubicBezTo>
                  <a:cubicBezTo>
                    <a:pt x="101" y="10"/>
                    <a:pt x="51" y="0"/>
                    <a:pt x="11" y="0"/>
                  </a:cubicBezTo>
                  <a:close/>
                  <a:moveTo>
                    <a:pt x="166" y="160"/>
                  </a:moveTo>
                  <a:cubicBezTo>
                    <a:pt x="172" y="161"/>
                    <a:pt x="178" y="161"/>
                    <a:pt x="181" y="161"/>
                  </a:cubicBezTo>
                  <a:cubicBezTo>
                    <a:pt x="176" y="161"/>
                    <a:pt x="171" y="161"/>
                    <a:pt x="166" y="1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8" name="Google Shape;16918;p54">
              <a:extLst>
                <a:ext uri="{FF2B5EF4-FFF2-40B4-BE49-F238E27FC236}">
                  <a16:creationId xmlns:a16="http://schemas.microsoft.com/office/drawing/2014/main" id="{C77A3020-10A8-1235-476F-A62511CE1774}"/>
                </a:ext>
              </a:extLst>
            </p:cNvPr>
            <p:cNvSpPr/>
            <p:nvPr/>
          </p:nvSpPr>
          <p:spPr>
            <a:xfrm>
              <a:off x="4725255" y="4476385"/>
              <a:ext cx="19593" cy="24449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0" y="0"/>
                  </a:moveTo>
                  <a:cubicBezTo>
                    <a:pt x="0" y="61"/>
                    <a:pt x="0" y="111"/>
                    <a:pt x="0" y="141"/>
                  </a:cubicBezTo>
                  <a:cubicBezTo>
                    <a:pt x="20" y="151"/>
                    <a:pt x="40" y="151"/>
                    <a:pt x="50" y="151"/>
                  </a:cubicBezTo>
                  <a:cubicBezTo>
                    <a:pt x="70" y="151"/>
                    <a:pt x="91" y="141"/>
                    <a:pt x="111" y="141"/>
                  </a:cubicBezTo>
                  <a:cubicBezTo>
                    <a:pt x="111" y="141"/>
                    <a:pt x="121" y="131"/>
                    <a:pt x="121" y="13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11"/>
                    <a:pt x="111" y="91"/>
                    <a:pt x="111" y="71"/>
                  </a:cubicBezTo>
                  <a:cubicBezTo>
                    <a:pt x="111" y="51"/>
                    <a:pt x="101" y="40"/>
                    <a:pt x="101" y="20"/>
                  </a:cubicBezTo>
                  <a:lnTo>
                    <a:pt x="80" y="10"/>
                  </a:lnTo>
                  <a:cubicBezTo>
                    <a:pt x="50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9" name="Google Shape;16919;p54">
              <a:extLst>
                <a:ext uri="{FF2B5EF4-FFF2-40B4-BE49-F238E27FC236}">
                  <a16:creationId xmlns:a16="http://schemas.microsoft.com/office/drawing/2014/main" id="{F5A05160-5EBB-5D4C-F1C5-E41E8693C8B3}"/>
                </a:ext>
              </a:extLst>
            </p:cNvPr>
            <p:cNvSpPr/>
            <p:nvPr/>
          </p:nvSpPr>
          <p:spPr>
            <a:xfrm>
              <a:off x="4689470" y="4325320"/>
              <a:ext cx="52140" cy="154465"/>
            </a:xfrm>
            <a:custGeom>
              <a:avLst/>
              <a:gdLst/>
              <a:ahLst/>
              <a:cxnLst/>
              <a:rect l="l" t="t" r="r" b="b"/>
              <a:pathLst>
                <a:path w="322" h="954" extrusionOk="0">
                  <a:moveTo>
                    <a:pt x="1" y="1"/>
                  </a:moveTo>
                  <a:lnTo>
                    <a:pt x="1" y="21"/>
                  </a:lnTo>
                  <a:cubicBezTo>
                    <a:pt x="11" y="151"/>
                    <a:pt x="11" y="201"/>
                    <a:pt x="51" y="342"/>
                  </a:cubicBezTo>
                  <a:cubicBezTo>
                    <a:pt x="91" y="482"/>
                    <a:pt x="111" y="683"/>
                    <a:pt x="111" y="803"/>
                  </a:cubicBezTo>
                  <a:cubicBezTo>
                    <a:pt x="111" y="853"/>
                    <a:pt x="101" y="893"/>
                    <a:pt x="101" y="923"/>
                  </a:cubicBezTo>
                  <a:cubicBezTo>
                    <a:pt x="131" y="923"/>
                    <a:pt x="201" y="933"/>
                    <a:pt x="221" y="933"/>
                  </a:cubicBezTo>
                  <a:cubicBezTo>
                    <a:pt x="241" y="933"/>
                    <a:pt x="271" y="933"/>
                    <a:pt x="301" y="943"/>
                  </a:cubicBezTo>
                  <a:lnTo>
                    <a:pt x="322" y="953"/>
                  </a:lnTo>
                  <a:cubicBezTo>
                    <a:pt x="322" y="933"/>
                    <a:pt x="312" y="923"/>
                    <a:pt x="312" y="903"/>
                  </a:cubicBezTo>
                  <a:cubicBezTo>
                    <a:pt x="291" y="853"/>
                    <a:pt x="261" y="693"/>
                    <a:pt x="241" y="572"/>
                  </a:cubicBezTo>
                  <a:cubicBezTo>
                    <a:pt x="221" y="542"/>
                    <a:pt x="201" y="502"/>
                    <a:pt x="201" y="472"/>
                  </a:cubicBezTo>
                  <a:cubicBezTo>
                    <a:pt x="201" y="422"/>
                    <a:pt x="211" y="372"/>
                    <a:pt x="201" y="321"/>
                  </a:cubicBezTo>
                  <a:cubicBezTo>
                    <a:pt x="171" y="271"/>
                    <a:pt x="101" y="241"/>
                    <a:pt x="91" y="181"/>
                  </a:cubicBezTo>
                  <a:cubicBezTo>
                    <a:pt x="81" y="161"/>
                    <a:pt x="91" y="131"/>
                    <a:pt x="91" y="101"/>
                  </a:cubicBezTo>
                  <a:cubicBezTo>
                    <a:pt x="81" y="71"/>
                    <a:pt x="41" y="1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0" name="Google Shape;16920;p54">
              <a:extLst>
                <a:ext uri="{FF2B5EF4-FFF2-40B4-BE49-F238E27FC236}">
                  <a16:creationId xmlns:a16="http://schemas.microsoft.com/office/drawing/2014/main" id="{F6F903B7-2341-594C-C608-ED4FB9F6CEAA}"/>
                </a:ext>
              </a:extLst>
            </p:cNvPr>
            <p:cNvSpPr/>
            <p:nvPr/>
          </p:nvSpPr>
          <p:spPr>
            <a:xfrm>
              <a:off x="4743067" y="4486100"/>
              <a:ext cx="162" cy="16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1" name="Google Shape;16921;p54">
              <a:extLst>
                <a:ext uri="{FF2B5EF4-FFF2-40B4-BE49-F238E27FC236}">
                  <a16:creationId xmlns:a16="http://schemas.microsoft.com/office/drawing/2014/main" id="{5EC1746D-DC6B-69DE-0236-49073FBDD797}"/>
                </a:ext>
              </a:extLst>
            </p:cNvPr>
            <p:cNvSpPr/>
            <p:nvPr/>
          </p:nvSpPr>
          <p:spPr>
            <a:xfrm>
              <a:off x="4743067" y="4482862"/>
              <a:ext cx="162" cy="1781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2" name="Google Shape;16922;p54">
              <a:extLst>
                <a:ext uri="{FF2B5EF4-FFF2-40B4-BE49-F238E27FC236}">
                  <a16:creationId xmlns:a16="http://schemas.microsoft.com/office/drawing/2014/main" id="{BB8E0B55-722F-357D-6B6A-5B71A6A43251}"/>
                </a:ext>
              </a:extLst>
            </p:cNvPr>
            <p:cNvSpPr/>
            <p:nvPr/>
          </p:nvSpPr>
          <p:spPr>
            <a:xfrm>
              <a:off x="4743067" y="4487719"/>
              <a:ext cx="162" cy="16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3" name="Google Shape;16923;p54">
              <a:extLst>
                <a:ext uri="{FF2B5EF4-FFF2-40B4-BE49-F238E27FC236}">
                  <a16:creationId xmlns:a16="http://schemas.microsoft.com/office/drawing/2014/main" id="{BD5D9F34-13B6-E708-C2B0-7D108753224E}"/>
                </a:ext>
              </a:extLst>
            </p:cNvPr>
            <p:cNvSpPr/>
            <p:nvPr/>
          </p:nvSpPr>
          <p:spPr>
            <a:xfrm>
              <a:off x="4741448" y="4481243"/>
              <a:ext cx="162" cy="1781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4" name="Google Shape;16924;p54">
              <a:extLst>
                <a:ext uri="{FF2B5EF4-FFF2-40B4-BE49-F238E27FC236}">
                  <a16:creationId xmlns:a16="http://schemas.microsoft.com/office/drawing/2014/main" id="{A0E9DBFE-3CCA-1CC0-8833-BC2CFC33CB95}"/>
                </a:ext>
              </a:extLst>
            </p:cNvPr>
            <p:cNvSpPr/>
            <p:nvPr/>
          </p:nvSpPr>
          <p:spPr>
            <a:xfrm>
              <a:off x="4741448" y="4479624"/>
              <a:ext cx="162" cy="16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5" name="Google Shape;16925;p54">
              <a:extLst>
                <a:ext uri="{FF2B5EF4-FFF2-40B4-BE49-F238E27FC236}">
                  <a16:creationId xmlns:a16="http://schemas.microsoft.com/office/drawing/2014/main" id="{2F31AC35-6D45-1289-9F0C-B05380BC440A}"/>
                </a:ext>
              </a:extLst>
            </p:cNvPr>
            <p:cNvSpPr/>
            <p:nvPr/>
          </p:nvSpPr>
          <p:spPr>
            <a:xfrm>
              <a:off x="4949359" y="4421173"/>
              <a:ext cx="37567" cy="74318"/>
            </a:xfrm>
            <a:custGeom>
              <a:avLst/>
              <a:gdLst/>
              <a:ahLst/>
              <a:cxnLst/>
              <a:rect l="l" t="t" r="r" b="b"/>
              <a:pathLst>
                <a:path w="232" h="459" extrusionOk="0">
                  <a:moveTo>
                    <a:pt x="0" y="0"/>
                  </a:moveTo>
                  <a:lnTo>
                    <a:pt x="0" y="0"/>
                  </a:lnTo>
                  <a:cubicBezTo>
                    <a:pt x="10" y="30"/>
                    <a:pt x="10" y="71"/>
                    <a:pt x="21" y="91"/>
                  </a:cubicBezTo>
                  <a:cubicBezTo>
                    <a:pt x="31" y="161"/>
                    <a:pt x="71" y="321"/>
                    <a:pt x="91" y="422"/>
                  </a:cubicBezTo>
                  <a:cubicBezTo>
                    <a:pt x="115" y="440"/>
                    <a:pt x="151" y="458"/>
                    <a:pt x="180" y="458"/>
                  </a:cubicBezTo>
                  <a:cubicBezTo>
                    <a:pt x="198" y="458"/>
                    <a:pt x="213" y="451"/>
                    <a:pt x="221" y="432"/>
                  </a:cubicBezTo>
                  <a:cubicBezTo>
                    <a:pt x="231" y="392"/>
                    <a:pt x="201" y="341"/>
                    <a:pt x="181" y="301"/>
                  </a:cubicBezTo>
                  <a:cubicBezTo>
                    <a:pt x="151" y="251"/>
                    <a:pt x="121" y="201"/>
                    <a:pt x="101" y="151"/>
                  </a:cubicBezTo>
                  <a:cubicBezTo>
                    <a:pt x="81" y="111"/>
                    <a:pt x="51" y="30"/>
                    <a:pt x="10" y="1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6" name="Google Shape;16926;p54">
              <a:extLst>
                <a:ext uri="{FF2B5EF4-FFF2-40B4-BE49-F238E27FC236}">
                  <a16:creationId xmlns:a16="http://schemas.microsoft.com/office/drawing/2014/main" id="{E8798109-286B-30FC-E18B-A81BBE343537}"/>
                </a:ext>
              </a:extLst>
            </p:cNvPr>
            <p:cNvSpPr/>
            <p:nvPr/>
          </p:nvSpPr>
          <p:spPr>
            <a:xfrm>
              <a:off x="4973648" y="4460194"/>
              <a:ext cx="14897" cy="34164"/>
            </a:xfrm>
            <a:custGeom>
              <a:avLst/>
              <a:gdLst/>
              <a:ahLst/>
              <a:cxnLst/>
              <a:rect l="l" t="t" r="r" b="b"/>
              <a:pathLst>
                <a:path w="92" h="211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70"/>
                    <a:pt x="31" y="140"/>
                    <a:pt x="51" y="211"/>
                  </a:cubicBezTo>
                  <a:lnTo>
                    <a:pt x="81" y="191"/>
                  </a:lnTo>
                  <a:cubicBezTo>
                    <a:pt x="91" y="140"/>
                    <a:pt x="51" y="100"/>
                    <a:pt x="31" y="60"/>
                  </a:cubicBezTo>
                  <a:cubicBezTo>
                    <a:pt x="21" y="40"/>
                    <a:pt x="11" y="20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7" name="Google Shape;16927;p54">
              <a:extLst>
                <a:ext uri="{FF2B5EF4-FFF2-40B4-BE49-F238E27FC236}">
                  <a16:creationId xmlns:a16="http://schemas.microsoft.com/office/drawing/2014/main" id="{63A1B7BA-2B07-B2F1-F5DD-5820B52448DC}"/>
                </a:ext>
              </a:extLst>
            </p:cNvPr>
            <p:cNvSpPr/>
            <p:nvPr/>
          </p:nvSpPr>
          <p:spPr>
            <a:xfrm>
              <a:off x="4884427" y="4148024"/>
              <a:ext cx="73190" cy="72213"/>
            </a:xfrm>
            <a:custGeom>
              <a:avLst/>
              <a:gdLst/>
              <a:ahLst/>
              <a:cxnLst/>
              <a:rect l="l" t="t" r="r" b="b"/>
              <a:pathLst>
                <a:path w="452" h="446" extrusionOk="0">
                  <a:moveTo>
                    <a:pt x="180" y="0"/>
                  </a:moveTo>
                  <a:cubicBezTo>
                    <a:pt x="174" y="0"/>
                    <a:pt x="168" y="1"/>
                    <a:pt x="161" y="2"/>
                  </a:cubicBezTo>
                  <a:cubicBezTo>
                    <a:pt x="80" y="12"/>
                    <a:pt x="0" y="72"/>
                    <a:pt x="40" y="163"/>
                  </a:cubicBezTo>
                  <a:cubicBezTo>
                    <a:pt x="60" y="193"/>
                    <a:pt x="91" y="223"/>
                    <a:pt x="121" y="243"/>
                  </a:cubicBezTo>
                  <a:cubicBezTo>
                    <a:pt x="151" y="263"/>
                    <a:pt x="181" y="283"/>
                    <a:pt x="211" y="313"/>
                  </a:cubicBezTo>
                  <a:cubicBezTo>
                    <a:pt x="241" y="333"/>
                    <a:pt x="271" y="373"/>
                    <a:pt x="301" y="403"/>
                  </a:cubicBezTo>
                  <a:cubicBezTo>
                    <a:pt x="327" y="421"/>
                    <a:pt x="361" y="446"/>
                    <a:pt x="395" y="446"/>
                  </a:cubicBezTo>
                  <a:cubicBezTo>
                    <a:pt x="401" y="446"/>
                    <a:pt x="406" y="445"/>
                    <a:pt x="411" y="444"/>
                  </a:cubicBezTo>
                  <a:cubicBezTo>
                    <a:pt x="432" y="434"/>
                    <a:pt x="452" y="423"/>
                    <a:pt x="452" y="403"/>
                  </a:cubicBezTo>
                  <a:lnTo>
                    <a:pt x="442" y="373"/>
                  </a:lnTo>
                  <a:cubicBezTo>
                    <a:pt x="452" y="223"/>
                    <a:pt x="351" y="223"/>
                    <a:pt x="311" y="133"/>
                  </a:cubicBezTo>
                  <a:cubicBezTo>
                    <a:pt x="301" y="103"/>
                    <a:pt x="291" y="72"/>
                    <a:pt x="261" y="42"/>
                  </a:cubicBezTo>
                  <a:cubicBezTo>
                    <a:pt x="235" y="25"/>
                    <a:pt x="217" y="0"/>
                    <a:pt x="1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8" name="Google Shape;16928;p54">
              <a:extLst>
                <a:ext uri="{FF2B5EF4-FFF2-40B4-BE49-F238E27FC236}">
                  <a16:creationId xmlns:a16="http://schemas.microsoft.com/office/drawing/2014/main" id="{8013AE98-0143-CC8E-4427-3BA74C3BB329}"/>
                </a:ext>
              </a:extLst>
            </p:cNvPr>
            <p:cNvSpPr/>
            <p:nvPr/>
          </p:nvSpPr>
          <p:spPr>
            <a:xfrm>
              <a:off x="4761526" y="4135880"/>
              <a:ext cx="71085" cy="33678"/>
            </a:xfrm>
            <a:custGeom>
              <a:avLst/>
              <a:gdLst/>
              <a:ahLst/>
              <a:cxnLst/>
              <a:rect l="l" t="t" r="r" b="b"/>
              <a:pathLst>
                <a:path w="439" h="208" extrusionOk="0">
                  <a:moveTo>
                    <a:pt x="73" y="1"/>
                  </a:moveTo>
                  <a:cubicBezTo>
                    <a:pt x="34" y="1"/>
                    <a:pt x="1" y="9"/>
                    <a:pt x="17" y="47"/>
                  </a:cubicBezTo>
                  <a:cubicBezTo>
                    <a:pt x="27" y="97"/>
                    <a:pt x="127" y="67"/>
                    <a:pt x="167" y="97"/>
                  </a:cubicBezTo>
                  <a:cubicBezTo>
                    <a:pt x="198" y="117"/>
                    <a:pt x="208" y="157"/>
                    <a:pt x="238" y="178"/>
                  </a:cubicBezTo>
                  <a:cubicBezTo>
                    <a:pt x="258" y="198"/>
                    <a:pt x="298" y="208"/>
                    <a:pt x="328" y="208"/>
                  </a:cubicBezTo>
                  <a:cubicBezTo>
                    <a:pt x="358" y="198"/>
                    <a:pt x="388" y="188"/>
                    <a:pt x="408" y="167"/>
                  </a:cubicBezTo>
                  <a:cubicBezTo>
                    <a:pt x="428" y="147"/>
                    <a:pt x="438" y="127"/>
                    <a:pt x="438" y="107"/>
                  </a:cubicBezTo>
                  <a:cubicBezTo>
                    <a:pt x="428" y="77"/>
                    <a:pt x="398" y="67"/>
                    <a:pt x="378" y="67"/>
                  </a:cubicBezTo>
                  <a:cubicBezTo>
                    <a:pt x="298" y="47"/>
                    <a:pt x="228" y="27"/>
                    <a:pt x="157" y="7"/>
                  </a:cubicBezTo>
                  <a:cubicBezTo>
                    <a:pt x="144" y="7"/>
                    <a:pt x="106" y="1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9" name="Google Shape;16929;p54">
              <a:extLst>
                <a:ext uri="{FF2B5EF4-FFF2-40B4-BE49-F238E27FC236}">
                  <a16:creationId xmlns:a16="http://schemas.microsoft.com/office/drawing/2014/main" id="{51EB4260-2FBA-0B79-0C2A-CF11B5B78C92}"/>
                </a:ext>
              </a:extLst>
            </p:cNvPr>
            <p:cNvSpPr/>
            <p:nvPr/>
          </p:nvSpPr>
          <p:spPr>
            <a:xfrm>
              <a:off x="4842165" y="4162272"/>
              <a:ext cx="21212" cy="15382"/>
            </a:xfrm>
            <a:custGeom>
              <a:avLst/>
              <a:gdLst/>
              <a:ahLst/>
              <a:cxnLst/>
              <a:rect l="l" t="t" r="r" b="b"/>
              <a:pathLst>
                <a:path w="131" h="95" extrusionOk="0">
                  <a:moveTo>
                    <a:pt x="76" y="0"/>
                  </a:moveTo>
                  <a:cubicBezTo>
                    <a:pt x="58" y="0"/>
                    <a:pt x="42" y="7"/>
                    <a:pt x="21" y="15"/>
                  </a:cubicBezTo>
                  <a:lnTo>
                    <a:pt x="0" y="25"/>
                  </a:lnTo>
                  <a:lnTo>
                    <a:pt x="0" y="55"/>
                  </a:lnTo>
                  <a:cubicBezTo>
                    <a:pt x="10" y="85"/>
                    <a:pt x="41" y="95"/>
                    <a:pt x="71" y="95"/>
                  </a:cubicBezTo>
                  <a:cubicBezTo>
                    <a:pt x="91" y="95"/>
                    <a:pt x="111" y="95"/>
                    <a:pt x="121" y="75"/>
                  </a:cubicBezTo>
                  <a:cubicBezTo>
                    <a:pt x="131" y="55"/>
                    <a:pt x="121" y="25"/>
                    <a:pt x="101" y="4"/>
                  </a:cubicBezTo>
                  <a:cubicBezTo>
                    <a:pt x="92" y="2"/>
                    <a:pt x="84" y="0"/>
                    <a:pt x="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0" name="Google Shape;16930;p54">
              <a:extLst>
                <a:ext uri="{FF2B5EF4-FFF2-40B4-BE49-F238E27FC236}">
                  <a16:creationId xmlns:a16="http://schemas.microsoft.com/office/drawing/2014/main" id="{68D63E68-CF5E-DF68-1F94-33FC192D5698}"/>
                </a:ext>
              </a:extLst>
            </p:cNvPr>
            <p:cNvSpPr/>
            <p:nvPr/>
          </p:nvSpPr>
          <p:spPr>
            <a:xfrm>
              <a:off x="4635873" y="4294394"/>
              <a:ext cx="17974" cy="76585"/>
            </a:xfrm>
            <a:custGeom>
              <a:avLst/>
              <a:gdLst/>
              <a:ahLst/>
              <a:cxnLst/>
              <a:rect l="l" t="t" r="r" b="b"/>
              <a:pathLst>
                <a:path w="111" h="473" extrusionOk="0">
                  <a:moveTo>
                    <a:pt x="51" y="1"/>
                  </a:moveTo>
                  <a:cubicBezTo>
                    <a:pt x="31" y="101"/>
                    <a:pt x="1" y="181"/>
                    <a:pt x="11" y="242"/>
                  </a:cubicBezTo>
                  <a:cubicBezTo>
                    <a:pt x="31" y="372"/>
                    <a:pt x="31" y="442"/>
                    <a:pt x="21" y="472"/>
                  </a:cubicBezTo>
                  <a:cubicBezTo>
                    <a:pt x="21" y="472"/>
                    <a:pt x="41" y="442"/>
                    <a:pt x="51" y="392"/>
                  </a:cubicBezTo>
                  <a:cubicBezTo>
                    <a:pt x="61" y="352"/>
                    <a:pt x="71" y="302"/>
                    <a:pt x="71" y="252"/>
                  </a:cubicBezTo>
                  <a:lnTo>
                    <a:pt x="71" y="252"/>
                  </a:lnTo>
                  <a:cubicBezTo>
                    <a:pt x="71" y="252"/>
                    <a:pt x="91" y="332"/>
                    <a:pt x="51" y="442"/>
                  </a:cubicBezTo>
                  <a:cubicBezTo>
                    <a:pt x="51" y="442"/>
                    <a:pt x="111" y="372"/>
                    <a:pt x="101" y="222"/>
                  </a:cubicBezTo>
                  <a:cubicBezTo>
                    <a:pt x="91" y="141"/>
                    <a:pt x="91" y="101"/>
                    <a:pt x="91" y="61"/>
                  </a:cubicBezTo>
                  <a:lnTo>
                    <a:pt x="71" y="2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6931" name="Google Shape;16931;p54">
            <a:extLst>
              <a:ext uri="{FF2B5EF4-FFF2-40B4-BE49-F238E27FC236}">
                <a16:creationId xmlns:a16="http://schemas.microsoft.com/office/drawing/2014/main" id="{78AB08B5-5B6D-34CB-AD6F-8F96E7CA047C}"/>
              </a:ext>
            </a:extLst>
          </p:cNvPr>
          <p:cNvGrpSpPr/>
          <p:nvPr/>
        </p:nvGrpSpPr>
        <p:grpSpPr>
          <a:xfrm>
            <a:off x="4539870" y="4365944"/>
            <a:ext cx="339139" cy="239689"/>
            <a:chOff x="5658425" y="1270850"/>
            <a:chExt cx="179800" cy="127075"/>
          </a:xfrm>
        </p:grpSpPr>
        <p:sp>
          <p:nvSpPr>
            <p:cNvPr id="16932" name="Google Shape;16932;p54">
              <a:extLst>
                <a:ext uri="{FF2B5EF4-FFF2-40B4-BE49-F238E27FC236}">
                  <a16:creationId xmlns:a16="http://schemas.microsoft.com/office/drawing/2014/main" id="{6E312356-B7E2-5B06-2186-8758F51A7310}"/>
                </a:ext>
              </a:extLst>
            </p:cNvPr>
            <p:cNvSpPr/>
            <p:nvPr/>
          </p:nvSpPr>
          <p:spPr>
            <a:xfrm>
              <a:off x="5704400" y="1271825"/>
              <a:ext cx="133825" cy="126100"/>
            </a:xfrm>
            <a:custGeom>
              <a:avLst/>
              <a:gdLst/>
              <a:ahLst/>
              <a:cxnLst/>
              <a:rect l="l" t="t" r="r" b="b"/>
              <a:pathLst>
                <a:path w="5353" h="5044" extrusionOk="0">
                  <a:moveTo>
                    <a:pt x="713" y="9"/>
                  </a:moveTo>
                  <a:cubicBezTo>
                    <a:pt x="816" y="9"/>
                    <a:pt x="911" y="18"/>
                    <a:pt x="1014" y="18"/>
                  </a:cubicBezTo>
                  <a:cubicBezTo>
                    <a:pt x="1263" y="35"/>
                    <a:pt x="1486" y="138"/>
                    <a:pt x="1718" y="164"/>
                  </a:cubicBezTo>
                  <a:cubicBezTo>
                    <a:pt x="1968" y="198"/>
                    <a:pt x="2217" y="198"/>
                    <a:pt x="2466" y="215"/>
                  </a:cubicBezTo>
                  <a:cubicBezTo>
                    <a:pt x="2492" y="215"/>
                    <a:pt x="2517" y="224"/>
                    <a:pt x="2543" y="232"/>
                  </a:cubicBezTo>
                  <a:cubicBezTo>
                    <a:pt x="2578" y="250"/>
                    <a:pt x="2595" y="284"/>
                    <a:pt x="2629" y="301"/>
                  </a:cubicBezTo>
                  <a:cubicBezTo>
                    <a:pt x="2681" y="344"/>
                    <a:pt x="2758" y="336"/>
                    <a:pt x="2827" y="336"/>
                  </a:cubicBezTo>
                  <a:cubicBezTo>
                    <a:pt x="2981" y="336"/>
                    <a:pt x="3136" y="327"/>
                    <a:pt x="3282" y="327"/>
                  </a:cubicBezTo>
                  <a:cubicBezTo>
                    <a:pt x="3411" y="318"/>
                    <a:pt x="3548" y="318"/>
                    <a:pt x="3677" y="344"/>
                  </a:cubicBezTo>
                  <a:cubicBezTo>
                    <a:pt x="3780" y="361"/>
                    <a:pt x="3883" y="404"/>
                    <a:pt x="3987" y="421"/>
                  </a:cubicBezTo>
                  <a:cubicBezTo>
                    <a:pt x="4012" y="430"/>
                    <a:pt x="4055" y="430"/>
                    <a:pt x="4090" y="430"/>
                  </a:cubicBezTo>
                  <a:cubicBezTo>
                    <a:pt x="4158" y="430"/>
                    <a:pt x="4227" y="430"/>
                    <a:pt x="4262" y="447"/>
                  </a:cubicBezTo>
                  <a:cubicBezTo>
                    <a:pt x="4476" y="559"/>
                    <a:pt x="4579" y="774"/>
                    <a:pt x="4786" y="903"/>
                  </a:cubicBezTo>
                  <a:cubicBezTo>
                    <a:pt x="4820" y="920"/>
                    <a:pt x="4863" y="946"/>
                    <a:pt x="4871" y="989"/>
                  </a:cubicBezTo>
                  <a:cubicBezTo>
                    <a:pt x="4880" y="1083"/>
                    <a:pt x="4863" y="1100"/>
                    <a:pt x="4932" y="1195"/>
                  </a:cubicBezTo>
                  <a:cubicBezTo>
                    <a:pt x="4957" y="1229"/>
                    <a:pt x="4975" y="1272"/>
                    <a:pt x="5009" y="1306"/>
                  </a:cubicBezTo>
                  <a:cubicBezTo>
                    <a:pt x="5121" y="1444"/>
                    <a:pt x="5198" y="1547"/>
                    <a:pt x="5241" y="1719"/>
                  </a:cubicBezTo>
                  <a:cubicBezTo>
                    <a:pt x="5267" y="1830"/>
                    <a:pt x="5318" y="1934"/>
                    <a:pt x="5335" y="2045"/>
                  </a:cubicBezTo>
                  <a:cubicBezTo>
                    <a:pt x="5353" y="2166"/>
                    <a:pt x="5335" y="2294"/>
                    <a:pt x="5327" y="2415"/>
                  </a:cubicBezTo>
                  <a:cubicBezTo>
                    <a:pt x="5327" y="2458"/>
                    <a:pt x="5301" y="2475"/>
                    <a:pt x="5284" y="2518"/>
                  </a:cubicBezTo>
                  <a:cubicBezTo>
                    <a:pt x="5250" y="2621"/>
                    <a:pt x="5284" y="2724"/>
                    <a:pt x="5301" y="2844"/>
                  </a:cubicBezTo>
                  <a:cubicBezTo>
                    <a:pt x="5310" y="2939"/>
                    <a:pt x="5301" y="3119"/>
                    <a:pt x="5258" y="3205"/>
                  </a:cubicBezTo>
                  <a:cubicBezTo>
                    <a:pt x="5241" y="3257"/>
                    <a:pt x="5103" y="3557"/>
                    <a:pt x="5069" y="3635"/>
                  </a:cubicBezTo>
                  <a:cubicBezTo>
                    <a:pt x="5035" y="3703"/>
                    <a:pt x="4957" y="3815"/>
                    <a:pt x="4940" y="3884"/>
                  </a:cubicBezTo>
                  <a:cubicBezTo>
                    <a:pt x="4923" y="3927"/>
                    <a:pt x="4829" y="4159"/>
                    <a:pt x="4734" y="4262"/>
                  </a:cubicBezTo>
                  <a:cubicBezTo>
                    <a:pt x="4640" y="4382"/>
                    <a:pt x="4571" y="4451"/>
                    <a:pt x="4382" y="4477"/>
                  </a:cubicBezTo>
                  <a:cubicBezTo>
                    <a:pt x="4322" y="4485"/>
                    <a:pt x="4090" y="4614"/>
                    <a:pt x="4030" y="4605"/>
                  </a:cubicBezTo>
                  <a:cubicBezTo>
                    <a:pt x="3978" y="4605"/>
                    <a:pt x="3935" y="4623"/>
                    <a:pt x="3883" y="4631"/>
                  </a:cubicBezTo>
                  <a:cubicBezTo>
                    <a:pt x="3866" y="4631"/>
                    <a:pt x="3849" y="4631"/>
                    <a:pt x="3832" y="4631"/>
                  </a:cubicBezTo>
                  <a:cubicBezTo>
                    <a:pt x="3815" y="4631"/>
                    <a:pt x="3789" y="4631"/>
                    <a:pt x="3772" y="4640"/>
                  </a:cubicBezTo>
                  <a:cubicBezTo>
                    <a:pt x="3617" y="4666"/>
                    <a:pt x="3351" y="4709"/>
                    <a:pt x="3265" y="4734"/>
                  </a:cubicBezTo>
                  <a:cubicBezTo>
                    <a:pt x="3153" y="4769"/>
                    <a:pt x="2964" y="4769"/>
                    <a:pt x="2853" y="4752"/>
                  </a:cubicBezTo>
                  <a:cubicBezTo>
                    <a:pt x="2724" y="4743"/>
                    <a:pt x="2500" y="4863"/>
                    <a:pt x="2363" y="4872"/>
                  </a:cubicBezTo>
                  <a:cubicBezTo>
                    <a:pt x="2260" y="4872"/>
                    <a:pt x="2191" y="4872"/>
                    <a:pt x="2131" y="4872"/>
                  </a:cubicBezTo>
                  <a:cubicBezTo>
                    <a:pt x="2028" y="4863"/>
                    <a:pt x="1950" y="4863"/>
                    <a:pt x="1753" y="4906"/>
                  </a:cubicBezTo>
                  <a:cubicBezTo>
                    <a:pt x="1718" y="4923"/>
                    <a:pt x="1650" y="4915"/>
                    <a:pt x="1590" y="4915"/>
                  </a:cubicBezTo>
                  <a:cubicBezTo>
                    <a:pt x="1512" y="4915"/>
                    <a:pt x="1435" y="4915"/>
                    <a:pt x="1383" y="4932"/>
                  </a:cubicBezTo>
                  <a:cubicBezTo>
                    <a:pt x="1349" y="4941"/>
                    <a:pt x="1315" y="4949"/>
                    <a:pt x="1280" y="4966"/>
                  </a:cubicBezTo>
                  <a:cubicBezTo>
                    <a:pt x="1203" y="4984"/>
                    <a:pt x="1126" y="4992"/>
                    <a:pt x="1048" y="5018"/>
                  </a:cubicBezTo>
                  <a:cubicBezTo>
                    <a:pt x="980" y="5035"/>
                    <a:pt x="962" y="5044"/>
                    <a:pt x="894" y="5026"/>
                  </a:cubicBezTo>
                  <a:cubicBezTo>
                    <a:pt x="645" y="4975"/>
                    <a:pt x="395" y="4932"/>
                    <a:pt x="129" y="4984"/>
                  </a:cubicBezTo>
                  <a:cubicBezTo>
                    <a:pt x="95" y="4984"/>
                    <a:pt x="0" y="4597"/>
                    <a:pt x="9" y="4528"/>
                  </a:cubicBezTo>
                  <a:cubicBezTo>
                    <a:pt x="35" y="4331"/>
                    <a:pt x="60" y="4142"/>
                    <a:pt x="86" y="3944"/>
                  </a:cubicBezTo>
                  <a:cubicBezTo>
                    <a:pt x="129" y="3575"/>
                    <a:pt x="181" y="3205"/>
                    <a:pt x="241" y="2853"/>
                  </a:cubicBezTo>
                  <a:cubicBezTo>
                    <a:pt x="284" y="2535"/>
                    <a:pt x="335" y="2234"/>
                    <a:pt x="361" y="1934"/>
                  </a:cubicBezTo>
                  <a:cubicBezTo>
                    <a:pt x="387" y="1650"/>
                    <a:pt x="395" y="1375"/>
                    <a:pt x="438" y="1092"/>
                  </a:cubicBezTo>
                  <a:cubicBezTo>
                    <a:pt x="456" y="997"/>
                    <a:pt x="645" y="1"/>
                    <a:pt x="713" y="9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3" name="Google Shape;16933;p54">
              <a:extLst>
                <a:ext uri="{FF2B5EF4-FFF2-40B4-BE49-F238E27FC236}">
                  <a16:creationId xmlns:a16="http://schemas.microsoft.com/office/drawing/2014/main" id="{C1D2212D-BD38-E743-A2CF-5FF2D28A0310}"/>
                </a:ext>
              </a:extLst>
            </p:cNvPr>
            <p:cNvSpPr/>
            <p:nvPr/>
          </p:nvSpPr>
          <p:spPr>
            <a:xfrm>
              <a:off x="5695575" y="1270850"/>
              <a:ext cx="76925" cy="126875"/>
            </a:xfrm>
            <a:custGeom>
              <a:avLst/>
              <a:gdLst/>
              <a:ahLst/>
              <a:cxnLst/>
              <a:rect l="l" t="t" r="r" b="b"/>
              <a:pathLst>
                <a:path w="3077" h="5075" extrusionOk="0">
                  <a:moveTo>
                    <a:pt x="1047" y="1"/>
                  </a:moveTo>
                  <a:cubicBezTo>
                    <a:pt x="898" y="1"/>
                    <a:pt x="756" y="31"/>
                    <a:pt x="714" y="74"/>
                  </a:cubicBezTo>
                  <a:cubicBezTo>
                    <a:pt x="707" y="81"/>
                    <a:pt x="712" y="84"/>
                    <a:pt x="724" y="84"/>
                  </a:cubicBezTo>
                  <a:cubicBezTo>
                    <a:pt x="740" y="84"/>
                    <a:pt x="770" y="79"/>
                    <a:pt x="800" y="74"/>
                  </a:cubicBezTo>
                  <a:cubicBezTo>
                    <a:pt x="835" y="69"/>
                    <a:pt x="869" y="64"/>
                    <a:pt x="891" y="64"/>
                  </a:cubicBezTo>
                  <a:cubicBezTo>
                    <a:pt x="907" y="64"/>
                    <a:pt x="915" y="67"/>
                    <a:pt x="912" y="74"/>
                  </a:cubicBezTo>
                  <a:cubicBezTo>
                    <a:pt x="877" y="117"/>
                    <a:pt x="843" y="160"/>
                    <a:pt x="809" y="194"/>
                  </a:cubicBezTo>
                  <a:cubicBezTo>
                    <a:pt x="697" y="332"/>
                    <a:pt x="662" y="503"/>
                    <a:pt x="602" y="649"/>
                  </a:cubicBezTo>
                  <a:cubicBezTo>
                    <a:pt x="542" y="787"/>
                    <a:pt x="491" y="924"/>
                    <a:pt x="448" y="1053"/>
                  </a:cubicBezTo>
                  <a:cubicBezTo>
                    <a:pt x="413" y="1148"/>
                    <a:pt x="379" y="1259"/>
                    <a:pt x="362" y="1363"/>
                  </a:cubicBezTo>
                  <a:cubicBezTo>
                    <a:pt x="345" y="1474"/>
                    <a:pt x="370" y="1586"/>
                    <a:pt x="370" y="1698"/>
                  </a:cubicBezTo>
                  <a:cubicBezTo>
                    <a:pt x="370" y="1758"/>
                    <a:pt x="370" y="1809"/>
                    <a:pt x="370" y="1869"/>
                  </a:cubicBezTo>
                  <a:cubicBezTo>
                    <a:pt x="388" y="2136"/>
                    <a:pt x="396" y="2428"/>
                    <a:pt x="336" y="2703"/>
                  </a:cubicBezTo>
                  <a:cubicBezTo>
                    <a:pt x="302" y="2875"/>
                    <a:pt x="241" y="3046"/>
                    <a:pt x="207" y="3218"/>
                  </a:cubicBezTo>
                  <a:cubicBezTo>
                    <a:pt x="181" y="3364"/>
                    <a:pt x="156" y="3502"/>
                    <a:pt x="121" y="3648"/>
                  </a:cubicBezTo>
                  <a:cubicBezTo>
                    <a:pt x="44" y="3992"/>
                    <a:pt x="1" y="4309"/>
                    <a:pt x="121" y="4644"/>
                  </a:cubicBezTo>
                  <a:cubicBezTo>
                    <a:pt x="156" y="4739"/>
                    <a:pt x="190" y="4808"/>
                    <a:pt x="259" y="4876"/>
                  </a:cubicBezTo>
                  <a:cubicBezTo>
                    <a:pt x="310" y="4919"/>
                    <a:pt x="362" y="4980"/>
                    <a:pt x="422" y="5005"/>
                  </a:cubicBezTo>
                  <a:cubicBezTo>
                    <a:pt x="542" y="5065"/>
                    <a:pt x="705" y="5057"/>
                    <a:pt x="834" y="5074"/>
                  </a:cubicBezTo>
                  <a:cubicBezTo>
                    <a:pt x="877" y="5074"/>
                    <a:pt x="912" y="5065"/>
                    <a:pt x="955" y="5057"/>
                  </a:cubicBezTo>
                  <a:cubicBezTo>
                    <a:pt x="969" y="5054"/>
                    <a:pt x="980" y="5053"/>
                    <a:pt x="990" y="5053"/>
                  </a:cubicBezTo>
                  <a:cubicBezTo>
                    <a:pt x="1010" y="5053"/>
                    <a:pt x="1023" y="5057"/>
                    <a:pt x="1040" y="5057"/>
                  </a:cubicBezTo>
                  <a:cubicBezTo>
                    <a:pt x="1049" y="5061"/>
                    <a:pt x="1060" y="5063"/>
                    <a:pt x="1074" y="5063"/>
                  </a:cubicBezTo>
                  <a:cubicBezTo>
                    <a:pt x="1088" y="5063"/>
                    <a:pt x="1105" y="5061"/>
                    <a:pt x="1126" y="5057"/>
                  </a:cubicBezTo>
                  <a:cubicBezTo>
                    <a:pt x="1134" y="5054"/>
                    <a:pt x="1143" y="5053"/>
                    <a:pt x="1153" y="5053"/>
                  </a:cubicBezTo>
                  <a:cubicBezTo>
                    <a:pt x="1177" y="5053"/>
                    <a:pt x="1208" y="5059"/>
                    <a:pt x="1238" y="5065"/>
                  </a:cubicBezTo>
                  <a:cubicBezTo>
                    <a:pt x="1267" y="5069"/>
                    <a:pt x="1294" y="5071"/>
                    <a:pt x="1318" y="5071"/>
                  </a:cubicBezTo>
                  <a:cubicBezTo>
                    <a:pt x="1352" y="5071"/>
                    <a:pt x="1381" y="5067"/>
                    <a:pt x="1401" y="5057"/>
                  </a:cubicBezTo>
                  <a:cubicBezTo>
                    <a:pt x="1470" y="5005"/>
                    <a:pt x="1676" y="4997"/>
                    <a:pt x="1736" y="4945"/>
                  </a:cubicBezTo>
                  <a:cubicBezTo>
                    <a:pt x="1788" y="4911"/>
                    <a:pt x="1839" y="4876"/>
                    <a:pt x="1900" y="4842"/>
                  </a:cubicBezTo>
                  <a:cubicBezTo>
                    <a:pt x="1951" y="4816"/>
                    <a:pt x="1986" y="4808"/>
                    <a:pt x="2028" y="4773"/>
                  </a:cubicBezTo>
                  <a:cubicBezTo>
                    <a:pt x="2054" y="4756"/>
                    <a:pt x="2071" y="4739"/>
                    <a:pt x="2097" y="4722"/>
                  </a:cubicBezTo>
                  <a:cubicBezTo>
                    <a:pt x="2166" y="4662"/>
                    <a:pt x="2114" y="4541"/>
                    <a:pt x="2209" y="4507"/>
                  </a:cubicBezTo>
                  <a:cubicBezTo>
                    <a:pt x="2286" y="4481"/>
                    <a:pt x="2355" y="4464"/>
                    <a:pt x="2407" y="4404"/>
                  </a:cubicBezTo>
                  <a:cubicBezTo>
                    <a:pt x="2441" y="4370"/>
                    <a:pt x="2458" y="4352"/>
                    <a:pt x="2458" y="4309"/>
                  </a:cubicBezTo>
                  <a:cubicBezTo>
                    <a:pt x="2467" y="4284"/>
                    <a:pt x="2475" y="4249"/>
                    <a:pt x="2475" y="4215"/>
                  </a:cubicBezTo>
                  <a:cubicBezTo>
                    <a:pt x="2475" y="4181"/>
                    <a:pt x="2570" y="4181"/>
                    <a:pt x="2561" y="4146"/>
                  </a:cubicBezTo>
                  <a:cubicBezTo>
                    <a:pt x="2561" y="4138"/>
                    <a:pt x="2553" y="4120"/>
                    <a:pt x="2553" y="4103"/>
                  </a:cubicBezTo>
                  <a:cubicBezTo>
                    <a:pt x="2553" y="4077"/>
                    <a:pt x="2570" y="4077"/>
                    <a:pt x="2578" y="4060"/>
                  </a:cubicBezTo>
                  <a:cubicBezTo>
                    <a:pt x="2596" y="4009"/>
                    <a:pt x="2587" y="3940"/>
                    <a:pt x="2604" y="3888"/>
                  </a:cubicBezTo>
                  <a:cubicBezTo>
                    <a:pt x="2621" y="3820"/>
                    <a:pt x="2681" y="3760"/>
                    <a:pt x="2716" y="3691"/>
                  </a:cubicBezTo>
                  <a:cubicBezTo>
                    <a:pt x="2742" y="3656"/>
                    <a:pt x="2750" y="3614"/>
                    <a:pt x="2776" y="3579"/>
                  </a:cubicBezTo>
                  <a:cubicBezTo>
                    <a:pt x="2793" y="3562"/>
                    <a:pt x="2819" y="3536"/>
                    <a:pt x="2827" y="3519"/>
                  </a:cubicBezTo>
                  <a:cubicBezTo>
                    <a:pt x="2845" y="3485"/>
                    <a:pt x="2845" y="3450"/>
                    <a:pt x="2853" y="3416"/>
                  </a:cubicBezTo>
                  <a:cubicBezTo>
                    <a:pt x="2862" y="3364"/>
                    <a:pt x="2870" y="3313"/>
                    <a:pt x="2888" y="3261"/>
                  </a:cubicBezTo>
                  <a:cubicBezTo>
                    <a:pt x="2905" y="3210"/>
                    <a:pt x="2905" y="3150"/>
                    <a:pt x="2939" y="3107"/>
                  </a:cubicBezTo>
                  <a:cubicBezTo>
                    <a:pt x="2956" y="3081"/>
                    <a:pt x="2982" y="3072"/>
                    <a:pt x="2999" y="3055"/>
                  </a:cubicBezTo>
                  <a:cubicBezTo>
                    <a:pt x="3034" y="3012"/>
                    <a:pt x="3034" y="2952"/>
                    <a:pt x="3042" y="2900"/>
                  </a:cubicBezTo>
                  <a:cubicBezTo>
                    <a:pt x="3051" y="2857"/>
                    <a:pt x="3051" y="2806"/>
                    <a:pt x="3059" y="2763"/>
                  </a:cubicBezTo>
                  <a:cubicBezTo>
                    <a:pt x="3068" y="2720"/>
                    <a:pt x="3034" y="2668"/>
                    <a:pt x="3034" y="2634"/>
                  </a:cubicBezTo>
                  <a:cubicBezTo>
                    <a:pt x="3016" y="2574"/>
                    <a:pt x="3008" y="2565"/>
                    <a:pt x="3042" y="2514"/>
                  </a:cubicBezTo>
                  <a:cubicBezTo>
                    <a:pt x="3077" y="2462"/>
                    <a:pt x="2999" y="2437"/>
                    <a:pt x="2999" y="2385"/>
                  </a:cubicBezTo>
                  <a:cubicBezTo>
                    <a:pt x="2999" y="2342"/>
                    <a:pt x="2974" y="2308"/>
                    <a:pt x="2965" y="2265"/>
                  </a:cubicBezTo>
                  <a:cubicBezTo>
                    <a:pt x="2939" y="2205"/>
                    <a:pt x="2982" y="2136"/>
                    <a:pt x="2965" y="2058"/>
                  </a:cubicBezTo>
                  <a:cubicBezTo>
                    <a:pt x="2931" y="1955"/>
                    <a:pt x="2948" y="1827"/>
                    <a:pt x="2905" y="1732"/>
                  </a:cubicBezTo>
                  <a:cubicBezTo>
                    <a:pt x="2888" y="1672"/>
                    <a:pt x="2870" y="1620"/>
                    <a:pt x="2853" y="1560"/>
                  </a:cubicBezTo>
                  <a:cubicBezTo>
                    <a:pt x="2845" y="1517"/>
                    <a:pt x="2845" y="1466"/>
                    <a:pt x="2819" y="1431"/>
                  </a:cubicBezTo>
                  <a:cubicBezTo>
                    <a:pt x="2750" y="1311"/>
                    <a:pt x="2664" y="1191"/>
                    <a:pt x="2647" y="1062"/>
                  </a:cubicBezTo>
                  <a:cubicBezTo>
                    <a:pt x="2647" y="1002"/>
                    <a:pt x="2638" y="924"/>
                    <a:pt x="2587" y="864"/>
                  </a:cubicBezTo>
                  <a:cubicBezTo>
                    <a:pt x="2570" y="847"/>
                    <a:pt x="2553" y="847"/>
                    <a:pt x="2535" y="830"/>
                  </a:cubicBezTo>
                  <a:cubicBezTo>
                    <a:pt x="2510" y="813"/>
                    <a:pt x="2501" y="787"/>
                    <a:pt x="2475" y="770"/>
                  </a:cubicBezTo>
                  <a:cubicBezTo>
                    <a:pt x="2407" y="735"/>
                    <a:pt x="2398" y="710"/>
                    <a:pt x="2364" y="658"/>
                  </a:cubicBezTo>
                  <a:cubicBezTo>
                    <a:pt x="2329" y="607"/>
                    <a:pt x="2269" y="581"/>
                    <a:pt x="2235" y="538"/>
                  </a:cubicBezTo>
                  <a:cubicBezTo>
                    <a:pt x="2192" y="495"/>
                    <a:pt x="2149" y="460"/>
                    <a:pt x="2106" y="418"/>
                  </a:cubicBezTo>
                  <a:cubicBezTo>
                    <a:pt x="2071" y="383"/>
                    <a:pt x="2046" y="349"/>
                    <a:pt x="2003" y="323"/>
                  </a:cubicBezTo>
                  <a:cubicBezTo>
                    <a:pt x="1968" y="306"/>
                    <a:pt x="1943" y="280"/>
                    <a:pt x="1908" y="271"/>
                  </a:cubicBezTo>
                  <a:cubicBezTo>
                    <a:pt x="1874" y="271"/>
                    <a:pt x="1857" y="263"/>
                    <a:pt x="1831" y="254"/>
                  </a:cubicBezTo>
                  <a:cubicBezTo>
                    <a:pt x="1788" y="237"/>
                    <a:pt x="1788" y="237"/>
                    <a:pt x="1762" y="211"/>
                  </a:cubicBezTo>
                  <a:cubicBezTo>
                    <a:pt x="1745" y="194"/>
                    <a:pt x="1719" y="186"/>
                    <a:pt x="1693" y="168"/>
                  </a:cubicBezTo>
                  <a:cubicBezTo>
                    <a:pt x="1668" y="151"/>
                    <a:pt x="1650" y="125"/>
                    <a:pt x="1608" y="117"/>
                  </a:cubicBezTo>
                  <a:lnTo>
                    <a:pt x="1565" y="117"/>
                  </a:lnTo>
                  <a:cubicBezTo>
                    <a:pt x="1547" y="117"/>
                    <a:pt x="1539" y="117"/>
                    <a:pt x="1504" y="108"/>
                  </a:cubicBezTo>
                  <a:cubicBezTo>
                    <a:pt x="1453" y="82"/>
                    <a:pt x="1341" y="82"/>
                    <a:pt x="1272" y="65"/>
                  </a:cubicBezTo>
                  <a:cubicBezTo>
                    <a:pt x="1238" y="48"/>
                    <a:pt x="1178" y="22"/>
                    <a:pt x="1144" y="5"/>
                  </a:cubicBezTo>
                  <a:cubicBezTo>
                    <a:pt x="1112" y="2"/>
                    <a:pt x="1079" y="1"/>
                    <a:pt x="104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4" name="Google Shape;16934;p54">
              <a:extLst>
                <a:ext uri="{FF2B5EF4-FFF2-40B4-BE49-F238E27FC236}">
                  <a16:creationId xmlns:a16="http://schemas.microsoft.com/office/drawing/2014/main" id="{F2F7633C-DD45-8C2F-2805-E5D5D524B7DB}"/>
                </a:ext>
              </a:extLst>
            </p:cNvPr>
            <p:cNvSpPr/>
            <p:nvPr/>
          </p:nvSpPr>
          <p:spPr>
            <a:xfrm>
              <a:off x="5658425" y="1335825"/>
              <a:ext cx="450" cy="25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" y="1"/>
                  </a:moveTo>
                  <a:lnTo>
                    <a:pt x="1" y="1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5" name="Google Shape;16935;p54">
              <a:extLst>
                <a:ext uri="{FF2B5EF4-FFF2-40B4-BE49-F238E27FC236}">
                  <a16:creationId xmlns:a16="http://schemas.microsoft.com/office/drawing/2014/main" id="{06A9C93F-6D6E-355E-40AB-B8AB42D61044}"/>
                </a:ext>
              </a:extLst>
            </p:cNvPr>
            <p:cNvSpPr/>
            <p:nvPr/>
          </p:nvSpPr>
          <p:spPr>
            <a:xfrm>
              <a:off x="5658650" y="1271150"/>
              <a:ext cx="106325" cy="125900"/>
            </a:xfrm>
            <a:custGeom>
              <a:avLst/>
              <a:gdLst/>
              <a:ahLst/>
              <a:cxnLst/>
              <a:rect l="l" t="t" r="r" b="b"/>
              <a:pathLst>
                <a:path w="4253" h="5036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12" y="3619"/>
                    <a:pt x="163" y="3730"/>
                    <a:pt x="249" y="3799"/>
                  </a:cubicBezTo>
                  <a:cubicBezTo>
                    <a:pt x="284" y="3825"/>
                    <a:pt x="309" y="3851"/>
                    <a:pt x="335" y="3894"/>
                  </a:cubicBezTo>
                  <a:cubicBezTo>
                    <a:pt x="370" y="3962"/>
                    <a:pt x="395" y="3988"/>
                    <a:pt x="456" y="4040"/>
                  </a:cubicBezTo>
                  <a:cubicBezTo>
                    <a:pt x="550" y="4108"/>
                    <a:pt x="567" y="4229"/>
                    <a:pt x="627" y="4315"/>
                  </a:cubicBezTo>
                  <a:cubicBezTo>
                    <a:pt x="653" y="4349"/>
                    <a:pt x="679" y="4392"/>
                    <a:pt x="713" y="4409"/>
                  </a:cubicBezTo>
                  <a:cubicBezTo>
                    <a:pt x="782" y="4435"/>
                    <a:pt x="851" y="4418"/>
                    <a:pt x="919" y="4461"/>
                  </a:cubicBezTo>
                  <a:cubicBezTo>
                    <a:pt x="962" y="4486"/>
                    <a:pt x="1005" y="4521"/>
                    <a:pt x="1048" y="4547"/>
                  </a:cubicBezTo>
                  <a:cubicBezTo>
                    <a:pt x="1100" y="4581"/>
                    <a:pt x="1169" y="4624"/>
                    <a:pt x="1212" y="4675"/>
                  </a:cubicBezTo>
                  <a:cubicBezTo>
                    <a:pt x="1280" y="4779"/>
                    <a:pt x="1323" y="4839"/>
                    <a:pt x="1444" y="4890"/>
                  </a:cubicBezTo>
                  <a:cubicBezTo>
                    <a:pt x="1555" y="4942"/>
                    <a:pt x="1658" y="4968"/>
                    <a:pt x="1770" y="4976"/>
                  </a:cubicBezTo>
                  <a:cubicBezTo>
                    <a:pt x="1813" y="4985"/>
                    <a:pt x="1856" y="4985"/>
                    <a:pt x="1899" y="4993"/>
                  </a:cubicBezTo>
                  <a:cubicBezTo>
                    <a:pt x="1933" y="5002"/>
                    <a:pt x="1968" y="5019"/>
                    <a:pt x="2002" y="5028"/>
                  </a:cubicBezTo>
                  <a:cubicBezTo>
                    <a:pt x="2022" y="5033"/>
                    <a:pt x="2041" y="5035"/>
                    <a:pt x="2060" y="5035"/>
                  </a:cubicBezTo>
                  <a:cubicBezTo>
                    <a:pt x="2096" y="5035"/>
                    <a:pt x="2131" y="5028"/>
                    <a:pt x="2165" y="5028"/>
                  </a:cubicBezTo>
                  <a:lnTo>
                    <a:pt x="2234" y="5028"/>
                  </a:lnTo>
                  <a:cubicBezTo>
                    <a:pt x="2247" y="5032"/>
                    <a:pt x="2262" y="5034"/>
                    <a:pt x="2278" y="5034"/>
                  </a:cubicBezTo>
                  <a:cubicBezTo>
                    <a:pt x="2294" y="5034"/>
                    <a:pt x="2311" y="5032"/>
                    <a:pt x="2328" y="5028"/>
                  </a:cubicBezTo>
                  <a:cubicBezTo>
                    <a:pt x="2363" y="5011"/>
                    <a:pt x="2389" y="4993"/>
                    <a:pt x="2423" y="4968"/>
                  </a:cubicBezTo>
                  <a:cubicBezTo>
                    <a:pt x="2457" y="4942"/>
                    <a:pt x="2492" y="4933"/>
                    <a:pt x="2535" y="4925"/>
                  </a:cubicBezTo>
                  <a:cubicBezTo>
                    <a:pt x="2646" y="4899"/>
                    <a:pt x="2758" y="4890"/>
                    <a:pt x="2870" y="4847"/>
                  </a:cubicBezTo>
                  <a:cubicBezTo>
                    <a:pt x="2964" y="4813"/>
                    <a:pt x="3059" y="4770"/>
                    <a:pt x="3153" y="4744"/>
                  </a:cubicBezTo>
                  <a:cubicBezTo>
                    <a:pt x="3239" y="4718"/>
                    <a:pt x="3274" y="4632"/>
                    <a:pt x="3342" y="4581"/>
                  </a:cubicBezTo>
                  <a:cubicBezTo>
                    <a:pt x="3411" y="4521"/>
                    <a:pt x="3454" y="4512"/>
                    <a:pt x="3523" y="4461"/>
                  </a:cubicBezTo>
                  <a:cubicBezTo>
                    <a:pt x="3548" y="4435"/>
                    <a:pt x="3557" y="4435"/>
                    <a:pt x="3574" y="4401"/>
                  </a:cubicBezTo>
                  <a:cubicBezTo>
                    <a:pt x="3591" y="4366"/>
                    <a:pt x="3617" y="4332"/>
                    <a:pt x="3634" y="4297"/>
                  </a:cubicBezTo>
                  <a:cubicBezTo>
                    <a:pt x="3652" y="4254"/>
                    <a:pt x="3703" y="4254"/>
                    <a:pt x="3703" y="4212"/>
                  </a:cubicBezTo>
                  <a:cubicBezTo>
                    <a:pt x="3712" y="4169"/>
                    <a:pt x="3729" y="4143"/>
                    <a:pt x="3746" y="4100"/>
                  </a:cubicBezTo>
                  <a:cubicBezTo>
                    <a:pt x="3763" y="4040"/>
                    <a:pt x="3780" y="3971"/>
                    <a:pt x="3798" y="3902"/>
                  </a:cubicBezTo>
                  <a:cubicBezTo>
                    <a:pt x="3815" y="3868"/>
                    <a:pt x="3849" y="3816"/>
                    <a:pt x="3875" y="3773"/>
                  </a:cubicBezTo>
                  <a:cubicBezTo>
                    <a:pt x="3926" y="3687"/>
                    <a:pt x="3969" y="3593"/>
                    <a:pt x="4012" y="3507"/>
                  </a:cubicBezTo>
                  <a:cubicBezTo>
                    <a:pt x="4090" y="3344"/>
                    <a:pt x="4253" y="3146"/>
                    <a:pt x="4219" y="2957"/>
                  </a:cubicBezTo>
                  <a:cubicBezTo>
                    <a:pt x="4201" y="2837"/>
                    <a:pt x="4193" y="2691"/>
                    <a:pt x="4141" y="2579"/>
                  </a:cubicBezTo>
                  <a:cubicBezTo>
                    <a:pt x="4124" y="2545"/>
                    <a:pt x="4090" y="2493"/>
                    <a:pt x="4090" y="2459"/>
                  </a:cubicBezTo>
                  <a:cubicBezTo>
                    <a:pt x="4081" y="2373"/>
                    <a:pt x="4115" y="2261"/>
                    <a:pt x="4124" y="2184"/>
                  </a:cubicBezTo>
                  <a:cubicBezTo>
                    <a:pt x="4141" y="2081"/>
                    <a:pt x="4133" y="2012"/>
                    <a:pt x="4107" y="1909"/>
                  </a:cubicBezTo>
                  <a:cubicBezTo>
                    <a:pt x="4090" y="1832"/>
                    <a:pt x="4098" y="1754"/>
                    <a:pt x="4081" y="1668"/>
                  </a:cubicBezTo>
                  <a:cubicBezTo>
                    <a:pt x="4064" y="1531"/>
                    <a:pt x="4030" y="1368"/>
                    <a:pt x="3944" y="1256"/>
                  </a:cubicBezTo>
                  <a:cubicBezTo>
                    <a:pt x="3909" y="1213"/>
                    <a:pt x="3866" y="1205"/>
                    <a:pt x="3823" y="1170"/>
                  </a:cubicBezTo>
                  <a:cubicBezTo>
                    <a:pt x="3798" y="1153"/>
                    <a:pt x="3763" y="1101"/>
                    <a:pt x="3746" y="1067"/>
                  </a:cubicBezTo>
                  <a:cubicBezTo>
                    <a:pt x="3712" y="1016"/>
                    <a:pt x="3694" y="955"/>
                    <a:pt x="3694" y="895"/>
                  </a:cubicBezTo>
                  <a:cubicBezTo>
                    <a:pt x="3703" y="844"/>
                    <a:pt x="3712" y="775"/>
                    <a:pt x="3686" y="732"/>
                  </a:cubicBezTo>
                  <a:cubicBezTo>
                    <a:pt x="3652" y="680"/>
                    <a:pt x="3617" y="655"/>
                    <a:pt x="3591" y="603"/>
                  </a:cubicBezTo>
                  <a:cubicBezTo>
                    <a:pt x="3557" y="534"/>
                    <a:pt x="3531" y="509"/>
                    <a:pt x="3480" y="466"/>
                  </a:cubicBezTo>
                  <a:cubicBezTo>
                    <a:pt x="3385" y="397"/>
                    <a:pt x="3291" y="337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612" y="36"/>
                    <a:pt x="2578" y="36"/>
                    <a:pt x="2535" y="36"/>
                  </a:cubicBezTo>
                  <a:lnTo>
                    <a:pt x="2475" y="36"/>
                  </a:ln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6" name="Google Shape;16936;p54">
              <a:extLst>
                <a:ext uri="{FF2B5EF4-FFF2-40B4-BE49-F238E27FC236}">
                  <a16:creationId xmlns:a16="http://schemas.microsoft.com/office/drawing/2014/main" id="{E91C30E3-F2D2-F373-5F61-2A46EDAE2A7A}"/>
                </a:ext>
              </a:extLst>
            </p:cNvPr>
            <p:cNvSpPr/>
            <p:nvPr/>
          </p:nvSpPr>
          <p:spPr>
            <a:xfrm>
              <a:off x="5707400" y="1280200"/>
              <a:ext cx="1525" cy="450"/>
            </a:xfrm>
            <a:custGeom>
              <a:avLst/>
              <a:gdLst/>
              <a:ahLst/>
              <a:cxnLst/>
              <a:rect l="l" t="t" r="r" b="b"/>
              <a:pathLst>
                <a:path w="61" h="18" extrusionOk="0">
                  <a:moveTo>
                    <a:pt x="0" y="1"/>
                  </a:moveTo>
                  <a:cubicBezTo>
                    <a:pt x="35" y="9"/>
                    <a:pt x="43" y="18"/>
                    <a:pt x="52" y="18"/>
                  </a:cubicBezTo>
                  <a:cubicBezTo>
                    <a:pt x="61" y="18"/>
                    <a:pt x="61" y="9"/>
                    <a:pt x="52" y="9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rgbClr val="E4C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7" name="Google Shape;16937;p54">
              <a:extLst>
                <a:ext uri="{FF2B5EF4-FFF2-40B4-BE49-F238E27FC236}">
                  <a16:creationId xmlns:a16="http://schemas.microsoft.com/office/drawing/2014/main" id="{16DBD227-928C-AF1B-8E21-380F75E5C20E}"/>
                </a:ext>
              </a:extLst>
            </p:cNvPr>
            <p:cNvSpPr/>
            <p:nvPr/>
          </p:nvSpPr>
          <p:spPr>
            <a:xfrm>
              <a:off x="5709550" y="1391900"/>
              <a:ext cx="21925" cy="5175"/>
            </a:xfrm>
            <a:custGeom>
              <a:avLst/>
              <a:gdLst/>
              <a:ahLst/>
              <a:cxnLst/>
              <a:rect l="l" t="t" r="r" b="b"/>
              <a:pathLst>
                <a:path w="877" h="207" extrusionOk="0">
                  <a:moveTo>
                    <a:pt x="26" y="206"/>
                  </a:moveTo>
                  <a:cubicBezTo>
                    <a:pt x="18" y="206"/>
                    <a:pt x="9" y="206"/>
                    <a:pt x="0" y="206"/>
                  </a:cubicBezTo>
                  <a:lnTo>
                    <a:pt x="0" y="206"/>
                  </a:lnTo>
                  <a:cubicBezTo>
                    <a:pt x="9" y="206"/>
                    <a:pt x="18" y="206"/>
                    <a:pt x="26" y="206"/>
                  </a:cubicBezTo>
                  <a:cubicBezTo>
                    <a:pt x="60" y="206"/>
                    <a:pt x="95" y="198"/>
                    <a:pt x="129" y="198"/>
                  </a:cubicBezTo>
                  <a:cubicBezTo>
                    <a:pt x="138" y="198"/>
                    <a:pt x="146" y="198"/>
                    <a:pt x="146" y="198"/>
                  </a:cubicBezTo>
                  <a:cubicBezTo>
                    <a:pt x="164" y="198"/>
                    <a:pt x="181" y="198"/>
                    <a:pt x="198" y="198"/>
                  </a:cubicBezTo>
                  <a:cubicBezTo>
                    <a:pt x="207" y="198"/>
                    <a:pt x="224" y="206"/>
                    <a:pt x="241" y="206"/>
                  </a:cubicBezTo>
                  <a:cubicBezTo>
                    <a:pt x="258" y="206"/>
                    <a:pt x="275" y="198"/>
                    <a:pt x="292" y="198"/>
                  </a:cubicBezTo>
                  <a:cubicBezTo>
                    <a:pt x="327" y="181"/>
                    <a:pt x="353" y="163"/>
                    <a:pt x="387" y="138"/>
                  </a:cubicBezTo>
                  <a:cubicBezTo>
                    <a:pt x="421" y="112"/>
                    <a:pt x="456" y="103"/>
                    <a:pt x="499" y="95"/>
                  </a:cubicBezTo>
                  <a:cubicBezTo>
                    <a:pt x="610" y="69"/>
                    <a:pt x="722" y="60"/>
                    <a:pt x="834" y="17"/>
                  </a:cubicBezTo>
                  <a:cubicBezTo>
                    <a:pt x="842" y="17"/>
                    <a:pt x="859" y="9"/>
                    <a:pt x="877" y="0"/>
                  </a:cubicBezTo>
                  <a:cubicBezTo>
                    <a:pt x="859" y="9"/>
                    <a:pt x="842" y="17"/>
                    <a:pt x="834" y="17"/>
                  </a:cubicBezTo>
                  <a:cubicBezTo>
                    <a:pt x="722" y="60"/>
                    <a:pt x="610" y="69"/>
                    <a:pt x="499" y="95"/>
                  </a:cubicBezTo>
                  <a:cubicBezTo>
                    <a:pt x="456" y="103"/>
                    <a:pt x="421" y="112"/>
                    <a:pt x="387" y="138"/>
                  </a:cubicBezTo>
                  <a:cubicBezTo>
                    <a:pt x="353" y="163"/>
                    <a:pt x="327" y="181"/>
                    <a:pt x="292" y="198"/>
                  </a:cubicBezTo>
                  <a:cubicBezTo>
                    <a:pt x="275" y="198"/>
                    <a:pt x="258" y="206"/>
                    <a:pt x="241" y="206"/>
                  </a:cubicBezTo>
                  <a:cubicBezTo>
                    <a:pt x="224" y="206"/>
                    <a:pt x="207" y="198"/>
                    <a:pt x="198" y="198"/>
                  </a:cubicBezTo>
                  <a:cubicBezTo>
                    <a:pt x="181" y="198"/>
                    <a:pt x="164" y="198"/>
                    <a:pt x="146" y="198"/>
                  </a:cubicBezTo>
                  <a:cubicBezTo>
                    <a:pt x="146" y="198"/>
                    <a:pt x="138" y="198"/>
                    <a:pt x="129" y="198"/>
                  </a:cubicBezTo>
                  <a:cubicBezTo>
                    <a:pt x="95" y="198"/>
                    <a:pt x="60" y="206"/>
                    <a:pt x="26" y="206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8" name="Google Shape;16938;p54">
              <a:extLst>
                <a:ext uri="{FF2B5EF4-FFF2-40B4-BE49-F238E27FC236}">
                  <a16:creationId xmlns:a16="http://schemas.microsoft.com/office/drawing/2014/main" id="{AD9ADC0C-B20D-C652-FB70-FB262A8E53BC}"/>
                </a:ext>
              </a:extLst>
            </p:cNvPr>
            <p:cNvSpPr/>
            <p:nvPr/>
          </p:nvSpPr>
          <p:spPr>
            <a:xfrm>
              <a:off x="5741975" y="1376200"/>
              <a:ext cx="9475" cy="9700"/>
            </a:xfrm>
            <a:custGeom>
              <a:avLst/>
              <a:gdLst/>
              <a:ahLst/>
              <a:cxnLst/>
              <a:rect l="l" t="t" r="r" b="b"/>
              <a:pathLst>
                <a:path w="379" h="388" extrusionOk="0">
                  <a:moveTo>
                    <a:pt x="1" y="388"/>
                  </a:moveTo>
                  <a:cubicBezTo>
                    <a:pt x="1" y="379"/>
                    <a:pt x="1" y="379"/>
                    <a:pt x="9" y="379"/>
                  </a:cubicBezTo>
                  <a:cubicBezTo>
                    <a:pt x="78" y="319"/>
                    <a:pt x="121" y="310"/>
                    <a:pt x="190" y="259"/>
                  </a:cubicBezTo>
                  <a:cubicBezTo>
                    <a:pt x="215" y="233"/>
                    <a:pt x="224" y="233"/>
                    <a:pt x="241" y="199"/>
                  </a:cubicBezTo>
                  <a:cubicBezTo>
                    <a:pt x="258" y="164"/>
                    <a:pt x="284" y="130"/>
                    <a:pt x="301" y="95"/>
                  </a:cubicBezTo>
                  <a:cubicBezTo>
                    <a:pt x="319" y="52"/>
                    <a:pt x="370" y="52"/>
                    <a:pt x="370" y="10"/>
                  </a:cubicBezTo>
                  <a:cubicBezTo>
                    <a:pt x="379" y="10"/>
                    <a:pt x="379" y="1"/>
                    <a:pt x="379" y="1"/>
                  </a:cubicBezTo>
                  <a:cubicBezTo>
                    <a:pt x="379" y="1"/>
                    <a:pt x="379" y="10"/>
                    <a:pt x="370" y="10"/>
                  </a:cubicBezTo>
                  <a:cubicBezTo>
                    <a:pt x="370" y="52"/>
                    <a:pt x="319" y="52"/>
                    <a:pt x="301" y="95"/>
                  </a:cubicBezTo>
                  <a:cubicBezTo>
                    <a:pt x="284" y="130"/>
                    <a:pt x="258" y="164"/>
                    <a:pt x="241" y="199"/>
                  </a:cubicBezTo>
                  <a:cubicBezTo>
                    <a:pt x="224" y="233"/>
                    <a:pt x="215" y="233"/>
                    <a:pt x="190" y="259"/>
                  </a:cubicBezTo>
                  <a:cubicBezTo>
                    <a:pt x="121" y="310"/>
                    <a:pt x="78" y="319"/>
                    <a:pt x="9" y="379"/>
                  </a:cubicBezTo>
                  <a:cubicBezTo>
                    <a:pt x="1" y="379"/>
                    <a:pt x="1" y="379"/>
                    <a:pt x="1" y="388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9" name="Google Shape;16939;p54">
              <a:extLst>
                <a:ext uri="{FF2B5EF4-FFF2-40B4-BE49-F238E27FC236}">
                  <a16:creationId xmlns:a16="http://schemas.microsoft.com/office/drawing/2014/main" id="{AC50B18C-C886-D99B-BE93-C66A457A0682}"/>
                </a:ext>
              </a:extLst>
            </p:cNvPr>
            <p:cNvSpPr/>
            <p:nvPr/>
          </p:nvSpPr>
          <p:spPr>
            <a:xfrm>
              <a:off x="5748425" y="1286225"/>
              <a:ext cx="15475" cy="57575"/>
            </a:xfrm>
            <a:custGeom>
              <a:avLst/>
              <a:gdLst/>
              <a:ahLst/>
              <a:cxnLst/>
              <a:rect l="l" t="t" r="r" b="b"/>
              <a:pathLst>
                <a:path w="619" h="2303" extrusionOk="0">
                  <a:moveTo>
                    <a:pt x="619" y="2303"/>
                  </a:moveTo>
                  <a:cubicBezTo>
                    <a:pt x="610" y="2200"/>
                    <a:pt x="593" y="2071"/>
                    <a:pt x="550" y="1976"/>
                  </a:cubicBezTo>
                  <a:cubicBezTo>
                    <a:pt x="533" y="1942"/>
                    <a:pt x="507" y="1907"/>
                    <a:pt x="499" y="1873"/>
                  </a:cubicBezTo>
                  <a:cubicBezTo>
                    <a:pt x="507" y="1907"/>
                    <a:pt x="533" y="1942"/>
                    <a:pt x="550" y="1976"/>
                  </a:cubicBezTo>
                  <a:cubicBezTo>
                    <a:pt x="593" y="2071"/>
                    <a:pt x="610" y="2200"/>
                    <a:pt x="619" y="2303"/>
                  </a:cubicBezTo>
                  <a:close/>
                  <a:moveTo>
                    <a:pt x="95" y="129"/>
                  </a:moveTo>
                  <a:cubicBezTo>
                    <a:pt x="61" y="77"/>
                    <a:pt x="26" y="52"/>
                    <a:pt x="0" y="0"/>
                  </a:cubicBezTo>
                  <a:cubicBezTo>
                    <a:pt x="26" y="52"/>
                    <a:pt x="61" y="77"/>
                    <a:pt x="95" y="12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0" name="Google Shape;16940;p54">
              <a:extLst>
                <a:ext uri="{FF2B5EF4-FFF2-40B4-BE49-F238E27FC236}">
                  <a16:creationId xmlns:a16="http://schemas.microsoft.com/office/drawing/2014/main" id="{11C4C165-B0B0-9623-CD1A-26F54E1E93CD}"/>
                </a:ext>
              </a:extLst>
            </p:cNvPr>
            <p:cNvSpPr/>
            <p:nvPr/>
          </p:nvSpPr>
          <p:spPr>
            <a:xfrm>
              <a:off x="5718575" y="1271825"/>
              <a:ext cx="1950" cy="250"/>
            </a:xfrm>
            <a:custGeom>
              <a:avLst/>
              <a:gdLst/>
              <a:ahLst/>
              <a:cxnLst/>
              <a:rect l="l" t="t" r="r" b="b"/>
              <a:pathLst>
                <a:path w="78" h="10" extrusionOk="0">
                  <a:moveTo>
                    <a:pt x="78" y="9"/>
                  </a:moveTo>
                  <a:cubicBezTo>
                    <a:pt x="52" y="9"/>
                    <a:pt x="26" y="1"/>
                    <a:pt x="0" y="1"/>
                  </a:cubicBezTo>
                  <a:cubicBezTo>
                    <a:pt x="26" y="1"/>
                    <a:pt x="52" y="9"/>
                    <a:pt x="78" y="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1" name="Google Shape;16941;p54">
              <a:extLst>
                <a:ext uri="{FF2B5EF4-FFF2-40B4-BE49-F238E27FC236}">
                  <a16:creationId xmlns:a16="http://schemas.microsoft.com/office/drawing/2014/main" id="{115CA957-D5CF-4111-017D-D6A84C537739}"/>
                </a:ext>
              </a:extLst>
            </p:cNvPr>
            <p:cNvSpPr/>
            <p:nvPr/>
          </p:nvSpPr>
          <p:spPr>
            <a:xfrm>
              <a:off x="5716850" y="1271400"/>
              <a:ext cx="1750" cy="450"/>
            </a:xfrm>
            <a:custGeom>
              <a:avLst/>
              <a:gdLst/>
              <a:ahLst/>
              <a:cxnLst/>
              <a:rect l="l" t="t" r="r" b="b"/>
              <a:pathLst>
                <a:path w="70" h="18" extrusionOk="0">
                  <a:moveTo>
                    <a:pt x="69" y="18"/>
                  </a:moveTo>
                  <a:lnTo>
                    <a:pt x="26" y="1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18"/>
                  </a:lnTo>
                  <a:lnTo>
                    <a:pt x="69" y="18"/>
                  </a:ln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2" name="Google Shape;16942;p54">
              <a:extLst>
                <a:ext uri="{FF2B5EF4-FFF2-40B4-BE49-F238E27FC236}">
                  <a16:creationId xmlns:a16="http://schemas.microsoft.com/office/drawing/2014/main" id="{FDE0606C-7FCD-251B-D755-11AAD074B40C}"/>
                </a:ext>
              </a:extLst>
            </p:cNvPr>
            <p:cNvSpPr/>
            <p:nvPr/>
          </p:nvSpPr>
          <p:spPr>
            <a:xfrm>
              <a:off x="5660350" y="1271175"/>
              <a:ext cx="104000" cy="125900"/>
            </a:xfrm>
            <a:custGeom>
              <a:avLst/>
              <a:gdLst/>
              <a:ahLst/>
              <a:cxnLst/>
              <a:rect l="l" t="t" r="r" b="b"/>
              <a:pathLst>
                <a:path w="4160" h="5036" extrusionOk="0">
                  <a:moveTo>
                    <a:pt x="2235" y="1"/>
                  </a:moveTo>
                  <a:cubicBezTo>
                    <a:pt x="2192" y="1"/>
                    <a:pt x="2123" y="52"/>
                    <a:pt x="2080" y="69"/>
                  </a:cubicBezTo>
                  <a:cubicBezTo>
                    <a:pt x="2028" y="87"/>
                    <a:pt x="1986" y="95"/>
                    <a:pt x="1943" y="95"/>
                  </a:cubicBezTo>
                  <a:cubicBezTo>
                    <a:pt x="1925" y="95"/>
                    <a:pt x="1908" y="95"/>
                    <a:pt x="1891" y="87"/>
                  </a:cubicBezTo>
                  <a:lnTo>
                    <a:pt x="1865" y="87"/>
                  </a:lnTo>
                  <a:cubicBezTo>
                    <a:pt x="1771" y="87"/>
                    <a:pt x="1685" y="130"/>
                    <a:pt x="1599" y="164"/>
                  </a:cubicBezTo>
                  <a:lnTo>
                    <a:pt x="1590" y="164"/>
                  </a:lnTo>
                  <a:cubicBezTo>
                    <a:pt x="1625" y="198"/>
                    <a:pt x="1659" y="224"/>
                    <a:pt x="1693" y="241"/>
                  </a:cubicBezTo>
                  <a:cubicBezTo>
                    <a:pt x="1719" y="241"/>
                    <a:pt x="1736" y="241"/>
                    <a:pt x="1754" y="258"/>
                  </a:cubicBezTo>
                  <a:cubicBezTo>
                    <a:pt x="1771" y="267"/>
                    <a:pt x="1779" y="293"/>
                    <a:pt x="1797" y="301"/>
                  </a:cubicBezTo>
                  <a:cubicBezTo>
                    <a:pt x="1831" y="327"/>
                    <a:pt x="1874" y="353"/>
                    <a:pt x="1908" y="362"/>
                  </a:cubicBezTo>
                  <a:cubicBezTo>
                    <a:pt x="1934" y="362"/>
                    <a:pt x="1951" y="353"/>
                    <a:pt x="1977" y="353"/>
                  </a:cubicBezTo>
                  <a:cubicBezTo>
                    <a:pt x="1994" y="353"/>
                    <a:pt x="2011" y="353"/>
                    <a:pt x="2028" y="362"/>
                  </a:cubicBezTo>
                  <a:cubicBezTo>
                    <a:pt x="2063" y="379"/>
                    <a:pt x="2089" y="405"/>
                    <a:pt x="2123" y="413"/>
                  </a:cubicBezTo>
                  <a:cubicBezTo>
                    <a:pt x="2157" y="430"/>
                    <a:pt x="2183" y="430"/>
                    <a:pt x="2209" y="447"/>
                  </a:cubicBezTo>
                  <a:cubicBezTo>
                    <a:pt x="2278" y="499"/>
                    <a:pt x="2338" y="559"/>
                    <a:pt x="2398" y="619"/>
                  </a:cubicBezTo>
                  <a:cubicBezTo>
                    <a:pt x="2458" y="671"/>
                    <a:pt x="2518" y="740"/>
                    <a:pt x="2587" y="783"/>
                  </a:cubicBezTo>
                  <a:cubicBezTo>
                    <a:pt x="2647" y="817"/>
                    <a:pt x="2707" y="843"/>
                    <a:pt x="2776" y="877"/>
                  </a:cubicBezTo>
                  <a:cubicBezTo>
                    <a:pt x="2827" y="903"/>
                    <a:pt x="2888" y="937"/>
                    <a:pt x="2939" y="980"/>
                  </a:cubicBezTo>
                  <a:cubicBezTo>
                    <a:pt x="2982" y="1006"/>
                    <a:pt x="3017" y="1040"/>
                    <a:pt x="3059" y="1075"/>
                  </a:cubicBezTo>
                  <a:cubicBezTo>
                    <a:pt x="3094" y="1109"/>
                    <a:pt x="3137" y="1135"/>
                    <a:pt x="3180" y="1161"/>
                  </a:cubicBezTo>
                  <a:cubicBezTo>
                    <a:pt x="3206" y="1186"/>
                    <a:pt x="3223" y="1229"/>
                    <a:pt x="3240" y="1264"/>
                  </a:cubicBezTo>
                  <a:cubicBezTo>
                    <a:pt x="3291" y="1367"/>
                    <a:pt x="3309" y="1470"/>
                    <a:pt x="3326" y="1582"/>
                  </a:cubicBezTo>
                  <a:cubicBezTo>
                    <a:pt x="3334" y="1633"/>
                    <a:pt x="3352" y="1676"/>
                    <a:pt x="3343" y="1728"/>
                  </a:cubicBezTo>
                  <a:cubicBezTo>
                    <a:pt x="3343" y="1745"/>
                    <a:pt x="3343" y="1762"/>
                    <a:pt x="3343" y="1779"/>
                  </a:cubicBezTo>
                  <a:cubicBezTo>
                    <a:pt x="3343" y="1822"/>
                    <a:pt x="3334" y="1831"/>
                    <a:pt x="3317" y="1865"/>
                  </a:cubicBezTo>
                  <a:cubicBezTo>
                    <a:pt x="3309" y="1908"/>
                    <a:pt x="3317" y="1960"/>
                    <a:pt x="3317" y="2003"/>
                  </a:cubicBezTo>
                  <a:cubicBezTo>
                    <a:pt x="3317" y="2020"/>
                    <a:pt x="3309" y="2045"/>
                    <a:pt x="3317" y="2071"/>
                  </a:cubicBezTo>
                  <a:cubicBezTo>
                    <a:pt x="3317" y="2097"/>
                    <a:pt x="3334" y="2123"/>
                    <a:pt x="3334" y="2149"/>
                  </a:cubicBezTo>
                  <a:cubicBezTo>
                    <a:pt x="3334" y="2166"/>
                    <a:pt x="3326" y="2183"/>
                    <a:pt x="3317" y="2200"/>
                  </a:cubicBezTo>
                  <a:cubicBezTo>
                    <a:pt x="3317" y="2226"/>
                    <a:pt x="3317" y="2243"/>
                    <a:pt x="3309" y="2269"/>
                  </a:cubicBezTo>
                  <a:cubicBezTo>
                    <a:pt x="3300" y="2286"/>
                    <a:pt x="3300" y="2295"/>
                    <a:pt x="3291" y="2303"/>
                  </a:cubicBezTo>
                  <a:cubicBezTo>
                    <a:pt x="3274" y="2338"/>
                    <a:pt x="3283" y="2381"/>
                    <a:pt x="3283" y="2415"/>
                  </a:cubicBezTo>
                  <a:cubicBezTo>
                    <a:pt x="3274" y="2441"/>
                    <a:pt x="3266" y="2458"/>
                    <a:pt x="3266" y="2484"/>
                  </a:cubicBezTo>
                  <a:cubicBezTo>
                    <a:pt x="3266" y="2518"/>
                    <a:pt x="3240" y="2561"/>
                    <a:pt x="3248" y="2604"/>
                  </a:cubicBezTo>
                  <a:cubicBezTo>
                    <a:pt x="3248" y="2655"/>
                    <a:pt x="3300" y="2716"/>
                    <a:pt x="3317" y="2767"/>
                  </a:cubicBezTo>
                  <a:cubicBezTo>
                    <a:pt x="3334" y="2802"/>
                    <a:pt x="3334" y="2819"/>
                    <a:pt x="3334" y="2853"/>
                  </a:cubicBezTo>
                  <a:cubicBezTo>
                    <a:pt x="3326" y="2887"/>
                    <a:pt x="3317" y="2905"/>
                    <a:pt x="3309" y="2939"/>
                  </a:cubicBezTo>
                  <a:cubicBezTo>
                    <a:pt x="3291" y="2991"/>
                    <a:pt x="3291" y="3051"/>
                    <a:pt x="3274" y="3102"/>
                  </a:cubicBezTo>
                  <a:cubicBezTo>
                    <a:pt x="3248" y="3154"/>
                    <a:pt x="3214" y="3197"/>
                    <a:pt x="3206" y="3248"/>
                  </a:cubicBezTo>
                  <a:cubicBezTo>
                    <a:pt x="3188" y="3291"/>
                    <a:pt x="3171" y="3343"/>
                    <a:pt x="3163" y="3386"/>
                  </a:cubicBezTo>
                  <a:cubicBezTo>
                    <a:pt x="3145" y="3429"/>
                    <a:pt x="3128" y="3480"/>
                    <a:pt x="3111" y="3523"/>
                  </a:cubicBezTo>
                  <a:cubicBezTo>
                    <a:pt x="3102" y="3601"/>
                    <a:pt x="3085" y="3669"/>
                    <a:pt x="3042" y="3729"/>
                  </a:cubicBezTo>
                  <a:cubicBezTo>
                    <a:pt x="3017" y="3772"/>
                    <a:pt x="2982" y="3824"/>
                    <a:pt x="2974" y="3875"/>
                  </a:cubicBezTo>
                  <a:cubicBezTo>
                    <a:pt x="2965" y="3970"/>
                    <a:pt x="2939" y="4064"/>
                    <a:pt x="2870" y="4133"/>
                  </a:cubicBezTo>
                  <a:cubicBezTo>
                    <a:pt x="2827" y="4176"/>
                    <a:pt x="2776" y="4211"/>
                    <a:pt x="2733" y="4262"/>
                  </a:cubicBezTo>
                  <a:cubicBezTo>
                    <a:pt x="2707" y="4288"/>
                    <a:pt x="2699" y="4322"/>
                    <a:pt x="2681" y="4357"/>
                  </a:cubicBezTo>
                  <a:cubicBezTo>
                    <a:pt x="2664" y="4382"/>
                    <a:pt x="2647" y="4408"/>
                    <a:pt x="2638" y="4425"/>
                  </a:cubicBezTo>
                  <a:cubicBezTo>
                    <a:pt x="2630" y="4442"/>
                    <a:pt x="2613" y="4451"/>
                    <a:pt x="2604" y="4468"/>
                  </a:cubicBezTo>
                  <a:cubicBezTo>
                    <a:pt x="2596" y="4477"/>
                    <a:pt x="2587" y="4477"/>
                    <a:pt x="2587" y="4477"/>
                  </a:cubicBezTo>
                  <a:cubicBezTo>
                    <a:pt x="2570" y="4477"/>
                    <a:pt x="2561" y="4468"/>
                    <a:pt x="2553" y="4468"/>
                  </a:cubicBezTo>
                  <a:cubicBezTo>
                    <a:pt x="2544" y="4468"/>
                    <a:pt x="2527" y="4460"/>
                    <a:pt x="2518" y="4460"/>
                  </a:cubicBezTo>
                  <a:cubicBezTo>
                    <a:pt x="2510" y="4460"/>
                    <a:pt x="2510" y="4460"/>
                    <a:pt x="2501" y="4468"/>
                  </a:cubicBezTo>
                  <a:cubicBezTo>
                    <a:pt x="2492" y="4477"/>
                    <a:pt x="2492" y="4477"/>
                    <a:pt x="2484" y="4477"/>
                  </a:cubicBezTo>
                  <a:cubicBezTo>
                    <a:pt x="2492" y="4494"/>
                    <a:pt x="2501" y="4503"/>
                    <a:pt x="2501" y="4520"/>
                  </a:cubicBezTo>
                  <a:cubicBezTo>
                    <a:pt x="2492" y="4546"/>
                    <a:pt x="2441" y="4554"/>
                    <a:pt x="2407" y="4554"/>
                  </a:cubicBezTo>
                  <a:lnTo>
                    <a:pt x="2398" y="4554"/>
                  </a:lnTo>
                  <a:cubicBezTo>
                    <a:pt x="2346" y="4546"/>
                    <a:pt x="2303" y="4537"/>
                    <a:pt x="2252" y="4528"/>
                  </a:cubicBezTo>
                  <a:lnTo>
                    <a:pt x="2235" y="4528"/>
                  </a:lnTo>
                  <a:cubicBezTo>
                    <a:pt x="2200" y="4528"/>
                    <a:pt x="2183" y="4537"/>
                    <a:pt x="2157" y="4554"/>
                  </a:cubicBezTo>
                  <a:cubicBezTo>
                    <a:pt x="2132" y="4563"/>
                    <a:pt x="2106" y="4580"/>
                    <a:pt x="2089" y="4589"/>
                  </a:cubicBezTo>
                  <a:cubicBezTo>
                    <a:pt x="2054" y="4614"/>
                    <a:pt x="2011" y="4614"/>
                    <a:pt x="1968" y="4631"/>
                  </a:cubicBezTo>
                  <a:cubicBezTo>
                    <a:pt x="1951" y="4640"/>
                    <a:pt x="1934" y="4649"/>
                    <a:pt x="1925" y="4649"/>
                  </a:cubicBezTo>
                  <a:cubicBezTo>
                    <a:pt x="1908" y="4649"/>
                    <a:pt x="1891" y="4640"/>
                    <a:pt x="1865" y="4631"/>
                  </a:cubicBezTo>
                  <a:cubicBezTo>
                    <a:pt x="1822" y="4623"/>
                    <a:pt x="1771" y="4623"/>
                    <a:pt x="1736" y="4606"/>
                  </a:cubicBezTo>
                  <a:cubicBezTo>
                    <a:pt x="1702" y="4597"/>
                    <a:pt x="1685" y="4571"/>
                    <a:pt x="1650" y="4563"/>
                  </a:cubicBezTo>
                  <a:cubicBezTo>
                    <a:pt x="1608" y="4537"/>
                    <a:pt x="1556" y="4520"/>
                    <a:pt x="1504" y="4494"/>
                  </a:cubicBezTo>
                  <a:cubicBezTo>
                    <a:pt x="1496" y="4503"/>
                    <a:pt x="1487" y="4503"/>
                    <a:pt x="1479" y="4503"/>
                  </a:cubicBezTo>
                  <a:cubicBezTo>
                    <a:pt x="1479" y="4503"/>
                    <a:pt x="1470" y="4503"/>
                    <a:pt x="1461" y="4494"/>
                  </a:cubicBezTo>
                  <a:lnTo>
                    <a:pt x="1436" y="4494"/>
                  </a:lnTo>
                  <a:cubicBezTo>
                    <a:pt x="1419" y="4494"/>
                    <a:pt x="1401" y="4494"/>
                    <a:pt x="1384" y="4503"/>
                  </a:cubicBezTo>
                  <a:lnTo>
                    <a:pt x="1341" y="4503"/>
                  </a:lnTo>
                  <a:cubicBezTo>
                    <a:pt x="1315" y="4503"/>
                    <a:pt x="1298" y="4503"/>
                    <a:pt x="1281" y="4485"/>
                  </a:cubicBezTo>
                  <a:lnTo>
                    <a:pt x="1169" y="4485"/>
                  </a:lnTo>
                  <a:cubicBezTo>
                    <a:pt x="1144" y="4485"/>
                    <a:pt x="1126" y="4485"/>
                    <a:pt x="1109" y="4468"/>
                  </a:cubicBezTo>
                  <a:cubicBezTo>
                    <a:pt x="1066" y="4434"/>
                    <a:pt x="1040" y="4408"/>
                    <a:pt x="980" y="4391"/>
                  </a:cubicBezTo>
                  <a:cubicBezTo>
                    <a:pt x="937" y="4382"/>
                    <a:pt x="912" y="4348"/>
                    <a:pt x="877" y="4314"/>
                  </a:cubicBezTo>
                  <a:cubicBezTo>
                    <a:pt x="851" y="4296"/>
                    <a:pt x="766" y="4305"/>
                    <a:pt x="748" y="4279"/>
                  </a:cubicBezTo>
                  <a:cubicBezTo>
                    <a:pt x="731" y="4262"/>
                    <a:pt x="577" y="4159"/>
                    <a:pt x="568" y="4142"/>
                  </a:cubicBezTo>
                  <a:cubicBezTo>
                    <a:pt x="551" y="4116"/>
                    <a:pt x="542" y="4090"/>
                    <a:pt x="525" y="4056"/>
                  </a:cubicBezTo>
                  <a:cubicBezTo>
                    <a:pt x="482" y="4004"/>
                    <a:pt x="430" y="3961"/>
                    <a:pt x="396" y="3910"/>
                  </a:cubicBezTo>
                  <a:cubicBezTo>
                    <a:pt x="353" y="3858"/>
                    <a:pt x="319" y="3815"/>
                    <a:pt x="267" y="3781"/>
                  </a:cubicBezTo>
                  <a:cubicBezTo>
                    <a:pt x="207" y="3729"/>
                    <a:pt x="259" y="3618"/>
                    <a:pt x="207" y="3558"/>
                  </a:cubicBezTo>
                  <a:lnTo>
                    <a:pt x="181" y="3523"/>
                  </a:lnTo>
                  <a:cubicBezTo>
                    <a:pt x="156" y="3506"/>
                    <a:pt x="138" y="3506"/>
                    <a:pt x="113" y="3497"/>
                  </a:cubicBezTo>
                  <a:cubicBezTo>
                    <a:pt x="78" y="3480"/>
                    <a:pt x="78" y="3480"/>
                    <a:pt x="52" y="3454"/>
                  </a:cubicBezTo>
                  <a:cubicBezTo>
                    <a:pt x="35" y="3437"/>
                    <a:pt x="18" y="3420"/>
                    <a:pt x="1" y="3412"/>
                  </a:cubicBezTo>
                  <a:lnTo>
                    <a:pt x="1" y="3412"/>
                  </a:lnTo>
                  <a:cubicBezTo>
                    <a:pt x="10" y="3446"/>
                    <a:pt x="10" y="3472"/>
                    <a:pt x="18" y="3506"/>
                  </a:cubicBezTo>
                  <a:cubicBezTo>
                    <a:pt x="44" y="3618"/>
                    <a:pt x="95" y="3729"/>
                    <a:pt x="181" y="3798"/>
                  </a:cubicBezTo>
                  <a:cubicBezTo>
                    <a:pt x="216" y="3824"/>
                    <a:pt x="241" y="3850"/>
                    <a:pt x="267" y="3893"/>
                  </a:cubicBezTo>
                  <a:cubicBezTo>
                    <a:pt x="302" y="3961"/>
                    <a:pt x="319" y="3987"/>
                    <a:pt x="379" y="4039"/>
                  </a:cubicBezTo>
                  <a:lnTo>
                    <a:pt x="388" y="4039"/>
                  </a:lnTo>
                  <a:cubicBezTo>
                    <a:pt x="482" y="4107"/>
                    <a:pt x="499" y="4228"/>
                    <a:pt x="559" y="4314"/>
                  </a:cubicBezTo>
                  <a:cubicBezTo>
                    <a:pt x="585" y="4348"/>
                    <a:pt x="611" y="4391"/>
                    <a:pt x="645" y="4408"/>
                  </a:cubicBezTo>
                  <a:cubicBezTo>
                    <a:pt x="714" y="4434"/>
                    <a:pt x="783" y="4417"/>
                    <a:pt x="851" y="4460"/>
                  </a:cubicBezTo>
                  <a:cubicBezTo>
                    <a:pt x="894" y="4485"/>
                    <a:pt x="937" y="4520"/>
                    <a:pt x="980" y="4546"/>
                  </a:cubicBezTo>
                  <a:cubicBezTo>
                    <a:pt x="1032" y="4580"/>
                    <a:pt x="1101" y="4623"/>
                    <a:pt x="1144" y="4674"/>
                  </a:cubicBezTo>
                  <a:cubicBezTo>
                    <a:pt x="1152" y="4683"/>
                    <a:pt x="1161" y="4700"/>
                    <a:pt x="1161" y="4709"/>
                  </a:cubicBezTo>
                  <a:cubicBezTo>
                    <a:pt x="1221" y="4786"/>
                    <a:pt x="1272" y="4846"/>
                    <a:pt x="1376" y="4889"/>
                  </a:cubicBezTo>
                  <a:cubicBezTo>
                    <a:pt x="1479" y="4932"/>
                    <a:pt x="1573" y="4958"/>
                    <a:pt x="1676" y="4975"/>
                  </a:cubicBezTo>
                  <a:lnTo>
                    <a:pt x="1702" y="4975"/>
                  </a:lnTo>
                  <a:cubicBezTo>
                    <a:pt x="1745" y="4984"/>
                    <a:pt x="1788" y="4984"/>
                    <a:pt x="1831" y="4992"/>
                  </a:cubicBezTo>
                  <a:cubicBezTo>
                    <a:pt x="1865" y="5001"/>
                    <a:pt x="1900" y="5018"/>
                    <a:pt x="1934" y="5027"/>
                  </a:cubicBezTo>
                  <a:cubicBezTo>
                    <a:pt x="1943" y="5027"/>
                    <a:pt x="1951" y="5035"/>
                    <a:pt x="1968" y="5035"/>
                  </a:cubicBezTo>
                  <a:lnTo>
                    <a:pt x="1994" y="5035"/>
                  </a:lnTo>
                  <a:cubicBezTo>
                    <a:pt x="2028" y="5035"/>
                    <a:pt x="2063" y="5027"/>
                    <a:pt x="2097" y="5027"/>
                  </a:cubicBezTo>
                  <a:lnTo>
                    <a:pt x="2166" y="5027"/>
                  </a:lnTo>
                  <a:cubicBezTo>
                    <a:pt x="2175" y="5027"/>
                    <a:pt x="2192" y="5035"/>
                    <a:pt x="2209" y="5035"/>
                  </a:cubicBezTo>
                  <a:cubicBezTo>
                    <a:pt x="2226" y="5035"/>
                    <a:pt x="2243" y="5027"/>
                    <a:pt x="2260" y="5027"/>
                  </a:cubicBezTo>
                  <a:cubicBezTo>
                    <a:pt x="2295" y="5010"/>
                    <a:pt x="2321" y="4992"/>
                    <a:pt x="2355" y="4967"/>
                  </a:cubicBezTo>
                  <a:cubicBezTo>
                    <a:pt x="2389" y="4941"/>
                    <a:pt x="2424" y="4932"/>
                    <a:pt x="2467" y="4924"/>
                  </a:cubicBezTo>
                  <a:cubicBezTo>
                    <a:pt x="2578" y="4898"/>
                    <a:pt x="2690" y="4889"/>
                    <a:pt x="2802" y="4846"/>
                  </a:cubicBezTo>
                  <a:cubicBezTo>
                    <a:pt x="2810" y="4846"/>
                    <a:pt x="2827" y="4838"/>
                    <a:pt x="2845" y="4829"/>
                  </a:cubicBezTo>
                  <a:cubicBezTo>
                    <a:pt x="2922" y="4803"/>
                    <a:pt x="2999" y="4769"/>
                    <a:pt x="3085" y="4743"/>
                  </a:cubicBezTo>
                  <a:cubicBezTo>
                    <a:pt x="3171" y="4726"/>
                    <a:pt x="3206" y="4640"/>
                    <a:pt x="3266" y="4589"/>
                  </a:cubicBezTo>
                  <a:cubicBezTo>
                    <a:pt x="3266" y="4580"/>
                    <a:pt x="3266" y="4580"/>
                    <a:pt x="3274" y="4580"/>
                  </a:cubicBezTo>
                  <a:cubicBezTo>
                    <a:pt x="3343" y="4520"/>
                    <a:pt x="3386" y="4511"/>
                    <a:pt x="3455" y="4460"/>
                  </a:cubicBezTo>
                  <a:cubicBezTo>
                    <a:pt x="3480" y="4434"/>
                    <a:pt x="3489" y="4434"/>
                    <a:pt x="3506" y="4400"/>
                  </a:cubicBezTo>
                  <a:cubicBezTo>
                    <a:pt x="3523" y="4365"/>
                    <a:pt x="3549" y="4331"/>
                    <a:pt x="3566" y="4296"/>
                  </a:cubicBezTo>
                  <a:cubicBezTo>
                    <a:pt x="3584" y="4253"/>
                    <a:pt x="3635" y="4253"/>
                    <a:pt x="3635" y="4211"/>
                  </a:cubicBezTo>
                  <a:cubicBezTo>
                    <a:pt x="3644" y="4211"/>
                    <a:pt x="3644" y="4202"/>
                    <a:pt x="3644" y="4202"/>
                  </a:cubicBezTo>
                  <a:cubicBezTo>
                    <a:pt x="3644" y="4168"/>
                    <a:pt x="3661" y="4142"/>
                    <a:pt x="3678" y="4099"/>
                  </a:cubicBezTo>
                  <a:cubicBezTo>
                    <a:pt x="3695" y="4039"/>
                    <a:pt x="3712" y="3970"/>
                    <a:pt x="3730" y="3901"/>
                  </a:cubicBezTo>
                  <a:cubicBezTo>
                    <a:pt x="3747" y="3867"/>
                    <a:pt x="3781" y="3815"/>
                    <a:pt x="3807" y="3772"/>
                  </a:cubicBezTo>
                  <a:cubicBezTo>
                    <a:pt x="3858" y="3686"/>
                    <a:pt x="3901" y="3592"/>
                    <a:pt x="3944" y="3506"/>
                  </a:cubicBezTo>
                  <a:cubicBezTo>
                    <a:pt x="4013" y="3360"/>
                    <a:pt x="4159" y="3180"/>
                    <a:pt x="4159" y="3008"/>
                  </a:cubicBezTo>
                  <a:cubicBezTo>
                    <a:pt x="4159" y="2991"/>
                    <a:pt x="4151" y="2973"/>
                    <a:pt x="4151" y="2956"/>
                  </a:cubicBezTo>
                  <a:cubicBezTo>
                    <a:pt x="4151" y="2939"/>
                    <a:pt x="4151" y="2922"/>
                    <a:pt x="4142" y="2905"/>
                  </a:cubicBezTo>
                  <a:cubicBezTo>
                    <a:pt x="4133" y="2802"/>
                    <a:pt x="4116" y="2673"/>
                    <a:pt x="4073" y="2578"/>
                  </a:cubicBezTo>
                  <a:cubicBezTo>
                    <a:pt x="4056" y="2544"/>
                    <a:pt x="4030" y="2509"/>
                    <a:pt x="4022" y="2475"/>
                  </a:cubicBezTo>
                  <a:cubicBezTo>
                    <a:pt x="4022" y="2466"/>
                    <a:pt x="4022" y="2458"/>
                    <a:pt x="4022" y="2458"/>
                  </a:cubicBezTo>
                  <a:cubicBezTo>
                    <a:pt x="4022" y="2449"/>
                    <a:pt x="4022" y="2441"/>
                    <a:pt x="4022" y="2424"/>
                  </a:cubicBezTo>
                  <a:lnTo>
                    <a:pt x="4022" y="2415"/>
                  </a:lnTo>
                  <a:cubicBezTo>
                    <a:pt x="4022" y="2338"/>
                    <a:pt x="4047" y="2252"/>
                    <a:pt x="4056" y="2183"/>
                  </a:cubicBezTo>
                  <a:cubicBezTo>
                    <a:pt x="4073" y="2080"/>
                    <a:pt x="4065" y="2011"/>
                    <a:pt x="4039" y="1908"/>
                  </a:cubicBezTo>
                  <a:cubicBezTo>
                    <a:pt x="4022" y="1831"/>
                    <a:pt x="4030" y="1753"/>
                    <a:pt x="4013" y="1667"/>
                  </a:cubicBezTo>
                  <a:cubicBezTo>
                    <a:pt x="3996" y="1530"/>
                    <a:pt x="3962" y="1367"/>
                    <a:pt x="3876" y="1255"/>
                  </a:cubicBezTo>
                  <a:cubicBezTo>
                    <a:pt x="3841" y="1212"/>
                    <a:pt x="3798" y="1204"/>
                    <a:pt x="3755" y="1169"/>
                  </a:cubicBezTo>
                  <a:cubicBezTo>
                    <a:pt x="3730" y="1152"/>
                    <a:pt x="3695" y="1100"/>
                    <a:pt x="3678" y="1066"/>
                  </a:cubicBezTo>
                  <a:cubicBezTo>
                    <a:pt x="3644" y="1023"/>
                    <a:pt x="3626" y="963"/>
                    <a:pt x="3626" y="911"/>
                  </a:cubicBezTo>
                  <a:cubicBezTo>
                    <a:pt x="3626" y="903"/>
                    <a:pt x="3626" y="894"/>
                    <a:pt x="3626" y="894"/>
                  </a:cubicBezTo>
                  <a:cubicBezTo>
                    <a:pt x="3626" y="860"/>
                    <a:pt x="3635" y="834"/>
                    <a:pt x="3635" y="800"/>
                  </a:cubicBezTo>
                  <a:cubicBezTo>
                    <a:pt x="3635" y="774"/>
                    <a:pt x="3635" y="748"/>
                    <a:pt x="3618" y="731"/>
                  </a:cubicBezTo>
                  <a:cubicBezTo>
                    <a:pt x="3584" y="679"/>
                    <a:pt x="3549" y="654"/>
                    <a:pt x="3523" y="602"/>
                  </a:cubicBezTo>
                  <a:cubicBezTo>
                    <a:pt x="3489" y="533"/>
                    <a:pt x="3463" y="508"/>
                    <a:pt x="3412" y="465"/>
                  </a:cubicBezTo>
                  <a:cubicBezTo>
                    <a:pt x="3317" y="396"/>
                    <a:pt x="3223" y="336"/>
                    <a:pt x="3120" y="276"/>
                  </a:cubicBezTo>
                  <a:cubicBezTo>
                    <a:pt x="3077" y="250"/>
                    <a:pt x="3034" y="258"/>
                    <a:pt x="2974" y="241"/>
                  </a:cubicBezTo>
                  <a:cubicBezTo>
                    <a:pt x="2939" y="224"/>
                    <a:pt x="2870" y="181"/>
                    <a:pt x="2853" y="181"/>
                  </a:cubicBezTo>
                  <a:lnTo>
                    <a:pt x="2810" y="181"/>
                  </a:lnTo>
                  <a:cubicBezTo>
                    <a:pt x="2767" y="181"/>
                    <a:pt x="2733" y="164"/>
                    <a:pt x="2690" y="121"/>
                  </a:cubicBezTo>
                  <a:cubicBezTo>
                    <a:pt x="2656" y="87"/>
                    <a:pt x="2630" y="52"/>
                    <a:pt x="2578" y="44"/>
                  </a:cubicBezTo>
                  <a:cubicBezTo>
                    <a:pt x="2544" y="35"/>
                    <a:pt x="2510" y="35"/>
                    <a:pt x="2467" y="35"/>
                  </a:cubicBezTo>
                  <a:lnTo>
                    <a:pt x="2407" y="35"/>
                  </a:lnTo>
                  <a:cubicBezTo>
                    <a:pt x="2381" y="35"/>
                    <a:pt x="2355" y="27"/>
                    <a:pt x="2329" y="27"/>
                  </a:cubicBezTo>
                  <a:lnTo>
                    <a:pt x="2286" y="27"/>
                  </a:lnTo>
                  <a:lnTo>
                    <a:pt x="2260" y="9"/>
                  </a:lnTo>
                  <a:lnTo>
                    <a:pt x="2243" y="1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3" name="Google Shape;16943;p54">
              <a:extLst>
                <a:ext uri="{FF2B5EF4-FFF2-40B4-BE49-F238E27FC236}">
                  <a16:creationId xmlns:a16="http://schemas.microsoft.com/office/drawing/2014/main" id="{3FC5D80B-FB8F-DC64-B2DC-2F811473A6F1}"/>
                </a:ext>
              </a:extLst>
            </p:cNvPr>
            <p:cNvSpPr/>
            <p:nvPr/>
          </p:nvSpPr>
          <p:spPr>
            <a:xfrm>
              <a:off x="5707825" y="1323600"/>
              <a:ext cx="40625" cy="50275"/>
            </a:xfrm>
            <a:custGeom>
              <a:avLst/>
              <a:gdLst/>
              <a:ahLst/>
              <a:cxnLst/>
              <a:rect l="l" t="t" r="r" b="b"/>
              <a:pathLst>
                <a:path w="1625" h="2011" extrusionOk="0">
                  <a:moveTo>
                    <a:pt x="1186" y="0"/>
                  </a:moveTo>
                  <a:lnTo>
                    <a:pt x="1178" y="34"/>
                  </a:lnTo>
                  <a:lnTo>
                    <a:pt x="1186" y="43"/>
                  </a:lnTo>
                  <a:cubicBezTo>
                    <a:pt x="1195" y="60"/>
                    <a:pt x="1203" y="69"/>
                    <a:pt x="1212" y="77"/>
                  </a:cubicBezTo>
                  <a:cubicBezTo>
                    <a:pt x="1229" y="95"/>
                    <a:pt x="1246" y="112"/>
                    <a:pt x="1272" y="137"/>
                  </a:cubicBezTo>
                  <a:cubicBezTo>
                    <a:pt x="1281" y="146"/>
                    <a:pt x="1289" y="163"/>
                    <a:pt x="1307" y="163"/>
                  </a:cubicBezTo>
                  <a:cubicBezTo>
                    <a:pt x="1324" y="180"/>
                    <a:pt x="1341" y="180"/>
                    <a:pt x="1367" y="189"/>
                  </a:cubicBezTo>
                  <a:cubicBezTo>
                    <a:pt x="1384" y="198"/>
                    <a:pt x="1401" y="206"/>
                    <a:pt x="1418" y="223"/>
                  </a:cubicBezTo>
                  <a:cubicBezTo>
                    <a:pt x="1427" y="241"/>
                    <a:pt x="1435" y="258"/>
                    <a:pt x="1435" y="275"/>
                  </a:cubicBezTo>
                  <a:cubicBezTo>
                    <a:pt x="1435" y="301"/>
                    <a:pt x="1427" y="327"/>
                    <a:pt x="1427" y="352"/>
                  </a:cubicBezTo>
                  <a:cubicBezTo>
                    <a:pt x="1418" y="378"/>
                    <a:pt x="1418" y="395"/>
                    <a:pt x="1418" y="421"/>
                  </a:cubicBezTo>
                  <a:cubicBezTo>
                    <a:pt x="1410" y="473"/>
                    <a:pt x="1401" y="524"/>
                    <a:pt x="1384" y="567"/>
                  </a:cubicBezTo>
                  <a:cubicBezTo>
                    <a:pt x="1375" y="593"/>
                    <a:pt x="1367" y="610"/>
                    <a:pt x="1358" y="636"/>
                  </a:cubicBezTo>
                  <a:cubicBezTo>
                    <a:pt x="1349" y="653"/>
                    <a:pt x="1341" y="670"/>
                    <a:pt x="1332" y="687"/>
                  </a:cubicBezTo>
                  <a:cubicBezTo>
                    <a:pt x="1315" y="730"/>
                    <a:pt x="1289" y="773"/>
                    <a:pt x="1307" y="825"/>
                  </a:cubicBezTo>
                  <a:cubicBezTo>
                    <a:pt x="1315" y="859"/>
                    <a:pt x="1332" y="885"/>
                    <a:pt x="1332" y="928"/>
                  </a:cubicBezTo>
                  <a:lnTo>
                    <a:pt x="1332" y="954"/>
                  </a:lnTo>
                  <a:lnTo>
                    <a:pt x="1341" y="979"/>
                  </a:lnTo>
                  <a:lnTo>
                    <a:pt x="1332" y="1005"/>
                  </a:lnTo>
                  <a:cubicBezTo>
                    <a:pt x="1324" y="1031"/>
                    <a:pt x="1307" y="1048"/>
                    <a:pt x="1298" y="1074"/>
                  </a:cubicBezTo>
                  <a:cubicBezTo>
                    <a:pt x="1298" y="1091"/>
                    <a:pt x="1281" y="1108"/>
                    <a:pt x="1272" y="1117"/>
                  </a:cubicBezTo>
                  <a:lnTo>
                    <a:pt x="1255" y="1134"/>
                  </a:lnTo>
                  <a:lnTo>
                    <a:pt x="1238" y="1151"/>
                  </a:lnTo>
                  <a:cubicBezTo>
                    <a:pt x="1221" y="1186"/>
                    <a:pt x="1212" y="1220"/>
                    <a:pt x="1178" y="1246"/>
                  </a:cubicBezTo>
                  <a:cubicBezTo>
                    <a:pt x="1152" y="1263"/>
                    <a:pt x="1118" y="1263"/>
                    <a:pt x="1083" y="1272"/>
                  </a:cubicBezTo>
                  <a:cubicBezTo>
                    <a:pt x="1040" y="1280"/>
                    <a:pt x="989" y="1315"/>
                    <a:pt x="954" y="1340"/>
                  </a:cubicBezTo>
                  <a:cubicBezTo>
                    <a:pt x="920" y="1357"/>
                    <a:pt x="886" y="1383"/>
                    <a:pt x="868" y="1409"/>
                  </a:cubicBezTo>
                  <a:cubicBezTo>
                    <a:pt x="860" y="1435"/>
                    <a:pt x="860" y="1461"/>
                    <a:pt x="851" y="1486"/>
                  </a:cubicBezTo>
                  <a:cubicBezTo>
                    <a:pt x="843" y="1521"/>
                    <a:pt x="834" y="1555"/>
                    <a:pt x="808" y="1589"/>
                  </a:cubicBezTo>
                  <a:cubicBezTo>
                    <a:pt x="791" y="1615"/>
                    <a:pt x="757" y="1641"/>
                    <a:pt x="722" y="1658"/>
                  </a:cubicBezTo>
                  <a:cubicBezTo>
                    <a:pt x="705" y="1675"/>
                    <a:pt x="671" y="1693"/>
                    <a:pt x="654" y="1710"/>
                  </a:cubicBezTo>
                  <a:cubicBezTo>
                    <a:pt x="636" y="1727"/>
                    <a:pt x="628" y="1727"/>
                    <a:pt x="611" y="1744"/>
                  </a:cubicBezTo>
                  <a:cubicBezTo>
                    <a:pt x="585" y="1753"/>
                    <a:pt x="568" y="1770"/>
                    <a:pt x="542" y="1778"/>
                  </a:cubicBezTo>
                  <a:cubicBezTo>
                    <a:pt x="516" y="1796"/>
                    <a:pt x="482" y="1804"/>
                    <a:pt x="447" y="1813"/>
                  </a:cubicBezTo>
                  <a:cubicBezTo>
                    <a:pt x="422" y="1821"/>
                    <a:pt x="396" y="1830"/>
                    <a:pt x="361" y="1830"/>
                  </a:cubicBezTo>
                  <a:cubicBezTo>
                    <a:pt x="350" y="1830"/>
                    <a:pt x="335" y="1826"/>
                    <a:pt x="321" y="1826"/>
                  </a:cubicBezTo>
                  <a:cubicBezTo>
                    <a:pt x="314" y="1826"/>
                    <a:pt x="307" y="1827"/>
                    <a:pt x="301" y="1830"/>
                  </a:cubicBezTo>
                  <a:cubicBezTo>
                    <a:pt x="276" y="1830"/>
                    <a:pt x="258" y="1839"/>
                    <a:pt x="233" y="1847"/>
                  </a:cubicBezTo>
                  <a:cubicBezTo>
                    <a:pt x="207" y="1856"/>
                    <a:pt x="172" y="1856"/>
                    <a:pt x="147" y="1873"/>
                  </a:cubicBezTo>
                  <a:cubicBezTo>
                    <a:pt x="121" y="1890"/>
                    <a:pt x="95" y="1907"/>
                    <a:pt x="52" y="1916"/>
                  </a:cubicBezTo>
                  <a:lnTo>
                    <a:pt x="9" y="1933"/>
                  </a:lnTo>
                  <a:cubicBezTo>
                    <a:pt x="1" y="1950"/>
                    <a:pt x="9" y="1950"/>
                    <a:pt x="26" y="1967"/>
                  </a:cubicBezTo>
                  <a:cubicBezTo>
                    <a:pt x="44" y="1985"/>
                    <a:pt x="61" y="1993"/>
                    <a:pt x="87" y="2002"/>
                  </a:cubicBezTo>
                  <a:cubicBezTo>
                    <a:pt x="93" y="2005"/>
                    <a:pt x="100" y="2007"/>
                    <a:pt x="107" y="2007"/>
                  </a:cubicBezTo>
                  <a:cubicBezTo>
                    <a:pt x="134" y="2007"/>
                    <a:pt x="160" y="1983"/>
                    <a:pt x="181" y="1976"/>
                  </a:cubicBezTo>
                  <a:cubicBezTo>
                    <a:pt x="202" y="1965"/>
                    <a:pt x="230" y="1958"/>
                    <a:pt x="256" y="1958"/>
                  </a:cubicBezTo>
                  <a:cubicBezTo>
                    <a:pt x="273" y="1958"/>
                    <a:pt x="288" y="1961"/>
                    <a:pt x="301" y="1967"/>
                  </a:cubicBezTo>
                  <a:lnTo>
                    <a:pt x="327" y="1985"/>
                  </a:lnTo>
                  <a:lnTo>
                    <a:pt x="361" y="1985"/>
                  </a:lnTo>
                  <a:cubicBezTo>
                    <a:pt x="383" y="1989"/>
                    <a:pt x="404" y="1989"/>
                    <a:pt x="426" y="1989"/>
                  </a:cubicBezTo>
                  <a:cubicBezTo>
                    <a:pt x="447" y="1989"/>
                    <a:pt x="469" y="1989"/>
                    <a:pt x="490" y="1993"/>
                  </a:cubicBezTo>
                  <a:cubicBezTo>
                    <a:pt x="516" y="2002"/>
                    <a:pt x="542" y="2002"/>
                    <a:pt x="576" y="2002"/>
                  </a:cubicBezTo>
                  <a:cubicBezTo>
                    <a:pt x="585" y="2010"/>
                    <a:pt x="593" y="2010"/>
                    <a:pt x="611" y="2010"/>
                  </a:cubicBezTo>
                  <a:cubicBezTo>
                    <a:pt x="654" y="2010"/>
                    <a:pt x="671" y="2002"/>
                    <a:pt x="697" y="1993"/>
                  </a:cubicBezTo>
                  <a:cubicBezTo>
                    <a:pt x="722" y="1985"/>
                    <a:pt x="757" y="1985"/>
                    <a:pt x="774" y="1967"/>
                  </a:cubicBezTo>
                  <a:lnTo>
                    <a:pt x="791" y="1942"/>
                  </a:lnTo>
                  <a:cubicBezTo>
                    <a:pt x="800" y="1937"/>
                    <a:pt x="813" y="1937"/>
                    <a:pt x="825" y="1937"/>
                  </a:cubicBezTo>
                  <a:cubicBezTo>
                    <a:pt x="838" y="1937"/>
                    <a:pt x="851" y="1937"/>
                    <a:pt x="860" y="1933"/>
                  </a:cubicBezTo>
                  <a:cubicBezTo>
                    <a:pt x="886" y="1925"/>
                    <a:pt x="928" y="1925"/>
                    <a:pt x="954" y="1916"/>
                  </a:cubicBezTo>
                  <a:cubicBezTo>
                    <a:pt x="980" y="1907"/>
                    <a:pt x="997" y="1882"/>
                    <a:pt x="1023" y="1882"/>
                  </a:cubicBezTo>
                  <a:cubicBezTo>
                    <a:pt x="1040" y="1873"/>
                    <a:pt x="1049" y="1882"/>
                    <a:pt x="1066" y="1864"/>
                  </a:cubicBezTo>
                  <a:lnTo>
                    <a:pt x="1075" y="1856"/>
                  </a:lnTo>
                  <a:cubicBezTo>
                    <a:pt x="1092" y="1839"/>
                    <a:pt x="1109" y="1830"/>
                    <a:pt x="1126" y="1813"/>
                  </a:cubicBezTo>
                  <a:cubicBezTo>
                    <a:pt x="1160" y="1787"/>
                    <a:pt x="1169" y="1744"/>
                    <a:pt x="1203" y="1710"/>
                  </a:cubicBezTo>
                  <a:lnTo>
                    <a:pt x="1221" y="1701"/>
                  </a:lnTo>
                  <a:lnTo>
                    <a:pt x="1238" y="1675"/>
                  </a:lnTo>
                  <a:cubicBezTo>
                    <a:pt x="1255" y="1650"/>
                    <a:pt x="1281" y="1632"/>
                    <a:pt x="1298" y="1615"/>
                  </a:cubicBezTo>
                  <a:cubicBezTo>
                    <a:pt x="1332" y="1589"/>
                    <a:pt x="1367" y="1555"/>
                    <a:pt x="1410" y="1538"/>
                  </a:cubicBezTo>
                  <a:cubicBezTo>
                    <a:pt x="1427" y="1529"/>
                    <a:pt x="1444" y="1521"/>
                    <a:pt x="1470" y="1521"/>
                  </a:cubicBezTo>
                  <a:cubicBezTo>
                    <a:pt x="1487" y="1512"/>
                    <a:pt x="1496" y="1512"/>
                    <a:pt x="1521" y="1504"/>
                  </a:cubicBezTo>
                  <a:cubicBezTo>
                    <a:pt x="1547" y="1486"/>
                    <a:pt x="1547" y="1469"/>
                    <a:pt x="1564" y="1443"/>
                  </a:cubicBezTo>
                  <a:cubicBezTo>
                    <a:pt x="1581" y="1418"/>
                    <a:pt x="1590" y="1375"/>
                    <a:pt x="1590" y="1332"/>
                  </a:cubicBezTo>
                  <a:cubicBezTo>
                    <a:pt x="1581" y="1306"/>
                    <a:pt x="1573" y="1280"/>
                    <a:pt x="1573" y="1254"/>
                  </a:cubicBezTo>
                  <a:cubicBezTo>
                    <a:pt x="1573" y="1237"/>
                    <a:pt x="1573" y="1229"/>
                    <a:pt x="1581" y="1211"/>
                  </a:cubicBezTo>
                  <a:cubicBezTo>
                    <a:pt x="1590" y="1177"/>
                    <a:pt x="1599" y="1151"/>
                    <a:pt x="1616" y="1117"/>
                  </a:cubicBezTo>
                  <a:cubicBezTo>
                    <a:pt x="1624" y="1091"/>
                    <a:pt x="1624" y="1057"/>
                    <a:pt x="1624" y="1022"/>
                  </a:cubicBezTo>
                  <a:cubicBezTo>
                    <a:pt x="1624" y="997"/>
                    <a:pt x="1607" y="962"/>
                    <a:pt x="1607" y="928"/>
                  </a:cubicBezTo>
                  <a:cubicBezTo>
                    <a:pt x="1607" y="885"/>
                    <a:pt x="1624" y="833"/>
                    <a:pt x="1607" y="790"/>
                  </a:cubicBezTo>
                  <a:cubicBezTo>
                    <a:pt x="1599" y="765"/>
                    <a:pt x="1581" y="739"/>
                    <a:pt x="1573" y="705"/>
                  </a:cubicBezTo>
                  <a:cubicBezTo>
                    <a:pt x="1564" y="679"/>
                    <a:pt x="1573" y="662"/>
                    <a:pt x="1573" y="636"/>
                  </a:cubicBezTo>
                  <a:cubicBezTo>
                    <a:pt x="1581" y="619"/>
                    <a:pt x="1573" y="593"/>
                    <a:pt x="1581" y="576"/>
                  </a:cubicBezTo>
                  <a:cubicBezTo>
                    <a:pt x="1590" y="550"/>
                    <a:pt x="1590" y="541"/>
                    <a:pt x="1590" y="516"/>
                  </a:cubicBezTo>
                  <a:cubicBezTo>
                    <a:pt x="1599" y="498"/>
                    <a:pt x="1607" y="481"/>
                    <a:pt x="1607" y="455"/>
                  </a:cubicBezTo>
                  <a:cubicBezTo>
                    <a:pt x="1607" y="438"/>
                    <a:pt x="1607" y="412"/>
                    <a:pt x="1599" y="387"/>
                  </a:cubicBezTo>
                  <a:lnTo>
                    <a:pt x="1590" y="369"/>
                  </a:lnTo>
                  <a:lnTo>
                    <a:pt x="1573" y="352"/>
                  </a:lnTo>
                  <a:cubicBezTo>
                    <a:pt x="1564" y="335"/>
                    <a:pt x="1564" y="309"/>
                    <a:pt x="1556" y="284"/>
                  </a:cubicBezTo>
                  <a:cubicBezTo>
                    <a:pt x="1547" y="258"/>
                    <a:pt x="1538" y="232"/>
                    <a:pt x="1521" y="206"/>
                  </a:cubicBezTo>
                  <a:cubicBezTo>
                    <a:pt x="1504" y="189"/>
                    <a:pt x="1496" y="163"/>
                    <a:pt x="1478" y="146"/>
                  </a:cubicBezTo>
                  <a:lnTo>
                    <a:pt x="1444" y="120"/>
                  </a:lnTo>
                  <a:cubicBezTo>
                    <a:pt x="1427" y="112"/>
                    <a:pt x="1418" y="95"/>
                    <a:pt x="1401" y="86"/>
                  </a:cubicBezTo>
                  <a:cubicBezTo>
                    <a:pt x="1375" y="77"/>
                    <a:pt x="1349" y="69"/>
                    <a:pt x="1324" y="60"/>
                  </a:cubicBezTo>
                  <a:cubicBezTo>
                    <a:pt x="1307" y="52"/>
                    <a:pt x="1289" y="43"/>
                    <a:pt x="1272" y="43"/>
                  </a:cubicBezTo>
                  <a:lnTo>
                    <a:pt x="1229" y="43"/>
                  </a:lnTo>
                  <a:cubicBezTo>
                    <a:pt x="1212" y="34"/>
                    <a:pt x="1186" y="34"/>
                    <a:pt x="1186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4" name="Google Shape;16944;p54">
              <a:extLst>
                <a:ext uri="{FF2B5EF4-FFF2-40B4-BE49-F238E27FC236}">
                  <a16:creationId xmlns:a16="http://schemas.microsoft.com/office/drawing/2014/main" id="{D3DE4BA4-ABE4-075E-2BE4-AE340DD10DEE}"/>
                </a:ext>
              </a:extLst>
            </p:cNvPr>
            <p:cNvSpPr/>
            <p:nvPr/>
          </p:nvSpPr>
          <p:spPr>
            <a:xfrm>
              <a:off x="5658650" y="1271150"/>
              <a:ext cx="83775" cy="97775"/>
            </a:xfrm>
            <a:custGeom>
              <a:avLst/>
              <a:gdLst/>
              <a:ahLst/>
              <a:cxnLst/>
              <a:rect l="l" t="t" r="r" b="b"/>
              <a:pathLst>
                <a:path w="3351" h="3911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03" y="3602"/>
                    <a:pt x="146" y="3687"/>
                    <a:pt x="215" y="3756"/>
                  </a:cubicBezTo>
                  <a:cubicBezTo>
                    <a:pt x="267" y="3799"/>
                    <a:pt x="318" y="3868"/>
                    <a:pt x="370" y="3911"/>
                  </a:cubicBezTo>
                  <a:cubicBezTo>
                    <a:pt x="361" y="3885"/>
                    <a:pt x="352" y="3833"/>
                    <a:pt x="361" y="3816"/>
                  </a:cubicBezTo>
                  <a:cubicBezTo>
                    <a:pt x="370" y="3773"/>
                    <a:pt x="335" y="3748"/>
                    <a:pt x="335" y="3713"/>
                  </a:cubicBezTo>
                  <a:cubicBezTo>
                    <a:pt x="344" y="3679"/>
                    <a:pt x="232" y="3533"/>
                    <a:pt x="224" y="3370"/>
                  </a:cubicBezTo>
                  <a:cubicBezTo>
                    <a:pt x="206" y="3198"/>
                    <a:pt x="292" y="3146"/>
                    <a:pt x="292" y="3052"/>
                  </a:cubicBezTo>
                  <a:cubicBezTo>
                    <a:pt x="284" y="2992"/>
                    <a:pt x="267" y="2914"/>
                    <a:pt x="249" y="2863"/>
                  </a:cubicBezTo>
                  <a:cubicBezTo>
                    <a:pt x="232" y="2811"/>
                    <a:pt x="232" y="2768"/>
                    <a:pt x="249" y="2734"/>
                  </a:cubicBezTo>
                  <a:cubicBezTo>
                    <a:pt x="267" y="2699"/>
                    <a:pt x="284" y="2665"/>
                    <a:pt x="309" y="2631"/>
                  </a:cubicBezTo>
                  <a:cubicBezTo>
                    <a:pt x="344" y="2588"/>
                    <a:pt x="352" y="2553"/>
                    <a:pt x="352" y="2502"/>
                  </a:cubicBezTo>
                  <a:cubicBezTo>
                    <a:pt x="352" y="2416"/>
                    <a:pt x="309" y="2347"/>
                    <a:pt x="309" y="2270"/>
                  </a:cubicBezTo>
                  <a:cubicBezTo>
                    <a:pt x="309" y="2210"/>
                    <a:pt x="318" y="2150"/>
                    <a:pt x="309" y="2089"/>
                  </a:cubicBezTo>
                  <a:cubicBezTo>
                    <a:pt x="301" y="2029"/>
                    <a:pt x="335" y="2004"/>
                    <a:pt x="344" y="1952"/>
                  </a:cubicBezTo>
                  <a:cubicBezTo>
                    <a:pt x="352" y="1900"/>
                    <a:pt x="344" y="1849"/>
                    <a:pt x="361" y="1797"/>
                  </a:cubicBezTo>
                  <a:cubicBezTo>
                    <a:pt x="387" y="1746"/>
                    <a:pt x="430" y="1746"/>
                    <a:pt x="464" y="1703"/>
                  </a:cubicBezTo>
                  <a:cubicBezTo>
                    <a:pt x="498" y="1651"/>
                    <a:pt x="507" y="1617"/>
                    <a:pt x="559" y="1600"/>
                  </a:cubicBezTo>
                  <a:cubicBezTo>
                    <a:pt x="575" y="1594"/>
                    <a:pt x="590" y="1592"/>
                    <a:pt x="605" y="1592"/>
                  </a:cubicBezTo>
                  <a:cubicBezTo>
                    <a:pt x="638" y="1592"/>
                    <a:pt x="672" y="1602"/>
                    <a:pt x="713" y="1608"/>
                  </a:cubicBezTo>
                  <a:cubicBezTo>
                    <a:pt x="748" y="1617"/>
                    <a:pt x="773" y="1626"/>
                    <a:pt x="808" y="1634"/>
                  </a:cubicBezTo>
                  <a:cubicBezTo>
                    <a:pt x="832" y="1646"/>
                    <a:pt x="841" y="1652"/>
                    <a:pt x="845" y="1652"/>
                  </a:cubicBezTo>
                  <a:cubicBezTo>
                    <a:pt x="851" y="1652"/>
                    <a:pt x="850" y="1644"/>
                    <a:pt x="859" y="1626"/>
                  </a:cubicBezTo>
                  <a:cubicBezTo>
                    <a:pt x="919" y="1514"/>
                    <a:pt x="877" y="1368"/>
                    <a:pt x="885" y="1247"/>
                  </a:cubicBezTo>
                  <a:cubicBezTo>
                    <a:pt x="885" y="1213"/>
                    <a:pt x="885" y="1179"/>
                    <a:pt x="885" y="1144"/>
                  </a:cubicBezTo>
                  <a:cubicBezTo>
                    <a:pt x="885" y="1119"/>
                    <a:pt x="877" y="1119"/>
                    <a:pt x="894" y="1093"/>
                  </a:cubicBezTo>
                  <a:cubicBezTo>
                    <a:pt x="937" y="1033"/>
                    <a:pt x="988" y="1016"/>
                    <a:pt x="1048" y="990"/>
                  </a:cubicBezTo>
                  <a:cubicBezTo>
                    <a:pt x="1117" y="964"/>
                    <a:pt x="1143" y="955"/>
                    <a:pt x="1177" y="878"/>
                  </a:cubicBezTo>
                  <a:cubicBezTo>
                    <a:pt x="1212" y="792"/>
                    <a:pt x="1289" y="758"/>
                    <a:pt x="1366" y="706"/>
                  </a:cubicBezTo>
                  <a:cubicBezTo>
                    <a:pt x="1418" y="680"/>
                    <a:pt x="1478" y="655"/>
                    <a:pt x="1529" y="637"/>
                  </a:cubicBezTo>
                  <a:cubicBezTo>
                    <a:pt x="1572" y="620"/>
                    <a:pt x="1598" y="612"/>
                    <a:pt x="1633" y="577"/>
                  </a:cubicBezTo>
                  <a:cubicBezTo>
                    <a:pt x="1650" y="560"/>
                    <a:pt x="1658" y="543"/>
                    <a:pt x="1676" y="526"/>
                  </a:cubicBezTo>
                  <a:cubicBezTo>
                    <a:pt x="1700" y="508"/>
                    <a:pt x="1734" y="502"/>
                    <a:pt x="1770" y="502"/>
                  </a:cubicBezTo>
                  <a:cubicBezTo>
                    <a:pt x="1823" y="502"/>
                    <a:pt x="1880" y="516"/>
                    <a:pt x="1916" y="526"/>
                  </a:cubicBezTo>
                  <a:cubicBezTo>
                    <a:pt x="1934" y="531"/>
                    <a:pt x="1950" y="534"/>
                    <a:pt x="1965" y="534"/>
                  </a:cubicBezTo>
                  <a:cubicBezTo>
                    <a:pt x="1998" y="534"/>
                    <a:pt x="2024" y="519"/>
                    <a:pt x="2054" y="483"/>
                  </a:cubicBezTo>
                  <a:cubicBezTo>
                    <a:pt x="2062" y="466"/>
                    <a:pt x="2079" y="448"/>
                    <a:pt x="2088" y="431"/>
                  </a:cubicBezTo>
                  <a:cubicBezTo>
                    <a:pt x="2114" y="397"/>
                    <a:pt x="2131" y="371"/>
                    <a:pt x="2157" y="345"/>
                  </a:cubicBezTo>
                  <a:cubicBezTo>
                    <a:pt x="2208" y="294"/>
                    <a:pt x="2243" y="268"/>
                    <a:pt x="2311" y="251"/>
                  </a:cubicBezTo>
                  <a:cubicBezTo>
                    <a:pt x="2381" y="225"/>
                    <a:pt x="2432" y="195"/>
                    <a:pt x="2493" y="195"/>
                  </a:cubicBezTo>
                  <a:cubicBezTo>
                    <a:pt x="2514" y="195"/>
                    <a:pt x="2536" y="199"/>
                    <a:pt x="2560" y="208"/>
                  </a:cubicBezTo>
                  <a:cubicBezTo>
                    <a:pt x="2664" y="242"/>
                    <a:pt x="2758" y="285"/>
                    <a:pt x="2861" y="320"/>
                  </a:cubicBezTo>
                  <a:cubicBezTo>
                    <a:pt x="2904" y="337"/>
                    <a:pt x="2938" y="363"/>
                    <a:pt x="2981" y="371"/>
                  </a:cubicBezTo>
                  <a:cubicBezTo>
                    <a:pt x="3033" y="388"/>
                    <a:pt x="3067" y="406"/>
                    <a:pt x="3110" y="423"/>
                  </a:cubicBezTo>
                  <a:cubicBezTo>
                    <a:pt x="3148" y="444"/>
                    <a:pt x="3190" y="466"/>
                    <a:pt x="3230" y="466"/>
                  </a:cubicBezTo>
                  <a:cubicBezTo>
                    <a:pt x="3254" y="466"/>
                    <a:pt x="3277" y="459"/>
                    <a:pt x="3299" y="440"/>
                  </a:cubicBezTo>
                  <a:cubicBezTo>
                    <a:pt x="3316" y="423"/>
                    <a:pt x="3342" y="406"/>
                    <a:pt x="3351" y="380"/>
                  </a:cubicBezTo>
                  <a:cubicBezTo>
                    <a:pt x="3299" y="345"/>
                    <a:pt x="3248" y="311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595" y="36"/>
                    <a:pt x="2535" y="36"/>
                    <a:pt x="2475" y="36"/>
                  </a:cubicBez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5" name="Google Shape;16945;p54">
              <a:extLst>
                <a:ext uri="{FF2B5EF4-FFF2-40B4-BE49-F238E27FC236}">
                  <a16:creationId xmlns:a16="http://schemas.microsoft.com/office/drawing/2014/main" id="{2F48A102-A92F-3142-CE0F-EDBD5C6D6E40}"/>
                </a:ext>
              </a:extLst>
            </p:cNvPr>
            <p:cNvSpPr/>
            <p:nvPr/>
          </p:nvSpPr>
          <p:spPr>
            <a:xfrm>
              <a:off x="5700100" y="1318450"/>
              <a:ext cx="44900" cy="53800"/>
            </a:xfrm>
            <a:custGeom>
              <a:avLst/>
              <a:gdLst/>
              <a:ahLst/>
              <a:cxnLst/>
              <a:rect l="l" t="t" r="r" b="b"/>
              <a:pathLst>
                <a:path w="1796" h="2152" extrusionOk="0">
                  <a:moveTo>
                    <a:pt x="1227" y="0"/>
                  </a:moveTo>
                  <a:cubicBezTo>
                    <a:pt x="1191" y="0"/>
                    <a:pt x="1180" y="104"/>
                    <a:pt x="1195" y="112"/>
                  </a:cubicBezTo>
                  <a:lnTo>
                    <a:pt x="1220" y="146"/>
                  </a:lnTo>
                  <a:cubicBezTo>
                    <a:pt x="1237" y="172"/>
                    <a:pt x="1272" y="197"/>
                    <a:pt x="1298" y="223"/>
                  </a:cubicBezTo>
                  <a:cubicBezTo>
                    <a:pt x="1341" y="258"/>
                    <a:pt x="1366" y="301"/>
                    <a:pt x="1401" y="335"/>
                  </a:cubicBezTo>
                  <a:cubicBezTo>
                    <a:pt x="1427" y="361"/>
                    <a:pt x="1435" y="369"/>
                    <a:pt x="1444" y="404"/>
                  </a:cubicBezTo>
                  <a:cubicBezTo>
                    <a:pt x="1452" y="421"/>
                    <a:pt x="1461" y="447"/>
                    <a:pt x="1461" y="464"/>
                  </a:cubicBezTo>
                  <a:cubicBezTo>
                    <a:pt x="1461" y="481"/>
                    <a:pt x="1461" y="490"/>
                    <a:pt x="1461" y="507"/>
                  </a:cubicBezTo>
                  <a:cubicBezTo>
                    <a:pt x="1478" y="558"/>
                    <a:pt x="1495" y="618"/>
                    <a:pt x="1495" y="670"/>
                  </a:cubicBezTo>
                  <a:cubicBezTo>
                    <a:pt x="1504" y="756"/>
                    <a:pt x="1495" y="842"/>
                    <a:pt x="1495" y="919"/>
                  </a:cubicBezTo>
                  <a:cubicBezTo>
                    <a:pt x="1495" y="971"/>
                    <a:pt x="1478" y="1014"/>
                    <a:pt x="1461" y="1065"/>
                  </a:cubicBezTo>
                  <a:cubicBezTo>
                    <a:pt x="1452" y="1100"/>
                    <a:pt x="1435" y="1125"/>
                    <a:pt x="1409" y="1151"/>
                  </a:cubicBezTo>
                  <a:cubicBezTo>
                    <a:pt x="1375" y="1194"/>
                    <a:pt x="1384" y="1246"/>
                    <a:pt x="1349" y="1289"/>
                  </a:cubicBezTo>
                  <a:cubicBezTo>
                    <a:pt x="1315" y="1332"/>
                    <a:pt x="1255" y="1374"/>
                    <a:pt x="1203" y="1392"/>
                  </a:cubicBezTo>
                  <a:cubicBezTo>
                    <a:pt x="1186" y="1400"/>
                    <a:pt x="1160" y="1400"/>
                    <a:pt x="1152" y="1409"/>
                  </a:cubicBezTo>
                  <a:lnTo>
                    <a:pt x="1143" y="1452"/>
                  </a:lnTo>
                  <a:cubicBezTo>
                    <a:pt x="1134" y="1503"/>
                    <a:pt x="1091" y="1546"/>
                    <a:pt x="1057" y="1589"/>
                  </a:cubicBezTo>
                  <a:cubicBezTo>
                    <a:pt x="1040" y="1606"/>
                    <a:pt x="1031" y="1632"/>
                    <a:pt x="1014" y="1649"/>
                  </a:cubicBezTo>
                  <a:cubicBezTo>
                    <a:pt x="1006" y="1667"/>
                    <a:pt x="997" y="1701"/>
                    <a:pt x="980" y="1718"/>
                  </a:cubicBezTo>
                  <a:cubicBezTo>
                    <a:pt x="954" y="1744"/>
                    <a:pt x="920" y="1761"/>
                    <a:pt x="877" y="1761"/>
                  </a:cubicBezTo>
                  <a:cubicBezTo>
                    <a:pt x="842" y="1761"/>
                    <a:pt x="799" y="1770"/>
                    <a:pt x="782" y="1795"/>
                  </a:cubicBezTo>
                  <a:cubicBezTo>
                    <a:pt x="765" y="1813"/>
                    <a:pt x="765" y="1838"/>
                    <a:pt x="756" y="1864"/>
                  </a:cubicBezTo>
                  <a:cubicBezTo>
                    <a:pt x="748" y="1873"/>
                    <a:pt x="739" y="1890"/>
                    <a:pt x="731" y="1899"/>
                  </a:cubicBezTo>
                  <a:cubicBezTo>
                    <a:pt x="705" y="1924"/>
                    <a:pt x="705" y="1933"/>
                    <a:pt x="670" y="1941"/>
                  </a:cubicBezTo>
                  <a:cubicBezTo>
                    <a:pt x="628" y="1950"/>
                    <a:pt x="593" y="1950"/>
                    <a:pt x="559" y="1959"/>
                  </a:cubicBezTo>
                  <a:cubicBezTo>
                    <a:pt x="499" y="1976"/>
                    <a:pt x="447" y="1984"/>
                    <a:pt x="387" y="1993"/>
                  </a:cubicBezTo>
                  <a:cubicBezTo>
                    <a:pt x="344" y="1993"/>
                    <a:pt x="310" y="1993"/>
                    <a:pt x="267" y="2002"/>
                  </a:cubicBezTo>
                  <a:cubicBezTo>
                    <a:pt x="232" y="2010"/>
                    <a:pt x="207" y="2019"/>
                    <a:pt x="172" y="2019"/>
                  </a:cubicBezTo>
                  <a:cubicBezTo>
                    <a:pt x="146" y="2010"/>
                    <a:pt x="129" y="2002"/>
                    <a:pt x="103" y="1993"/>
                  </a:cubicBezTo>
                  <a:cubicBezTo>
                    <a:pt x="86" y="1993"/>
                    <a:pt x="69" y="1993"/>
                    <a:pt x="52" y="1984"/>
                  </a:cubicBezTo>
                  <a:cubicBezTo>
                    <a:pt x="9" y="1984"/>
                    <a:pt x="0" y="2019"/>
                    <a:pt x="9" y="2036"/>
                  </a:cubicBezTo>
                  <a:cubicBezTo>
                    <a:pt x="18" y="2045"/>
                    <a:pt x="43" y="2070"/>
                    <a:pt x="60" y="2070"/>
                  </a:cubicBezTo>
                  <a:cubicBezTo>
                    <a:pt x="69" y="2079"/>
                    <a:pt x="86" y="2079"/>
                    <a:pt x="103" y="2088"/>
                  </a:cubicBezTo>
                  <a:lnTo>
                    <a:pt x="112" y="2096"/>
                  </a:lnTo>
                  <a:lnTo>
                    <a:pt x="146" y="2105"/>
                  </a:lnTo>
                  <a:lnTo>
                    <a:pt x="189" y="2122"/>
                  </a:lnTo>
                  <a:cubicBezTo>
                    <a:pt x="207" y="2131"/>
                    <a:pt x="232" y="2131"/>
                    <a:pt x="249" y="2139"/>
                  </a:cubicBezTo>
                  <a:cubicBezTo>
                    <a:pt x="267" y="2139"/>
                    <a:pt x="284" y="2148"/>
                    <a:pt x="301" y="2148"/>
                  </a:cubicBezTo>
                  <a:cubicBezTo>
                    <a:pt x="313" y="2150"/>
                    <a:pt x="325" y="2151"/>
                    <a:pt x="337" y="2151"/>
                  </a:cubicBezTo>
                  <a:cubicBezTo>
                    <a:pt x="370" y="2151"/>
                    <a:pt x="405" y="2143"/>
                    <a:pt x="430" y="2131"/>
                  </a:cubicBezTo>
                  <a:cubicBezTo>
                    <a:pt x="447" y="2113"/>
                    <a:pt x="456" y="2105"/>
                    <a:pt x="481" y="2096"/>
                  </a:cubicBezTo>
                  <a:cubicBezTo>
                    <a:pt x="516" y="2088"/>
                    <a:pt x="559" y="2079"/>
                    <a:pt x="593" y="2079"/>
                  </a:cubicBezTo>
                  <a:cubicBezTo>
                    <a:pt x="701" y="2079"/>
                    <a:pt x="798" y="2126"/>
                    <a:pt x="897" y="2126"/>
                  </a:cubicBezTo>
                  <a:cubicBezTo>
                    <a:pt x="924" y="2126"/>
                    <a:pt x="952" y="2123"/>
                    <a:pt x="980" y="2113"/>
                  </a:cubicBezTo>
                  <a:cubicBezTo>
                    <a:pt x="1014" y="2105"/>
                    <a:pt x="1023" y="2088"/>
                    <a:pt x="1048" y="2070"/>
                  </a:cubicBezTo>
                  <a:cubicBezTo>
                    <a:pt x="1074" y="2053"/>
                    <a:pt x="1091" y="2027"/>
                    <a:pt x="1109" y="2010"/>
                  </a:cubicBezTo>
                  <a:cubicBezTo>
                    <a:pt x="1143" y="1950"/>
                    <a:pt x="1177" y="1890"/>
                    <a:pt x="1203" y="1821"/>
                  </a:cubicBezTo>
                  <a:cubicBezTo>
                    <a:pt x="1220" y="1770"/>
                    <a:pt x="1246" y="1710"/>
                    <a:pt x="1272" y="1658"/>
                  </a:cubicBezTo>
                  <a:cubicBezTo>
                    <a:pt x="1298" y="1624"/>
                    <a:pt x="1323" y="1598"/>
                    <a:pt x="1375" y="1581"/>
                  </a:cubicBezTo>
                  <a:cubicBezTo>
                    <a:pt x="1427" y="1563"/>
                    <a:pt x="1469" y="1546"/>
                    <a:pt x="1512" y="1529"/>
                  </a:cubicBezTo>
                  <a:cubicBezTo>
                    <a:pt x="1573" y="1495"/>
                    <a:pt x="1624" y="1486"/>
                    <a:pt x="1650" y="1435"/>
                  </a:cubicBezTo>
                  <a:cubicBezTo>
                    <a:pt x="1684" y="1383"/>
                    <a:pt x="1684" y="1332"/>
                    <a:pt x="1693" y="1280"/>
                  </a:cubicBezTo>
                  <a:cubicBezTo>
                    <a:pt x="1710" y="1211"/>
                    <a:pt x="1744" y="1160"/>
                    <a:pt x="1744" y="1091"/>
                  </a:cubicBezTo>
                  <a:cubicBezTo>
                    <a:pt x="1736" y="1057"/>
                    <a:pt x="1736" y="1022"/>
                    <a:pt x="1727" y="988"/>
                  </a:cubicBezTo>
                  <a:cubicBezTo>
                    <a:pt x="1727" y="945"/>
                    <a:pt x="1701" y="902"/>
                    <a:pt x="1710" y="850"/>
                  </a:cubicBezTo>
                  <a:cubicBezTo>
                    <a:pt x="1710" y="833"/>
                    <a:pt x="1710" y="807"/>
                    <a:pt x="1719" y="799"/>
                  </a:cubicBezTo>
                  <a:lnTo>
                    <a:pt x="1727" y="782"/>
                  </a:lnTo>
                  <a:cubicBezTo>
                    <a:pt x="1744" y="756"/>
                    <a:pt x="1753" y="730"/>
                    <a:pt x="1762" y="696"/>
                  </a:cubicBezTo>
                  <a:cubicBezTo>
                    <a:pt x="1762" y="661"/>
                    <a:pt x="1779" y="636"/>
                    <a:pt x="1787" y="601"/>
                  </a:cubicBezTo>
                  <a:cubicBezTo>
                    <a:pt x="1796" y="567"/>
                    <a:pt x="1787" y="524"/>
                    <a:pt x="1779" y="498"/>
                  </a:cubicBezTo>
                  <a:cubicBezTo>
                    <a:pt x="1770" y="464"/>
                    <a:pt x="1753" y="438"/>
                    <a:pt x="1727" y="412"/>
                  </a:cubicBezTo>
                  <a:cubicBezTo>
                    <a:pt x="1693" y="386"/>
                    <a:pt x="1658" y="369"/>
                    <a:pt x="1633" y="343"/>
                  </a:cubicBezTo>
                  <a:cubicBezTo>
                    <a:pt x="1607" y="318"/>
                    <a:pt x="1590" y="292"/>
                    <a:pt x="1564" y="275"/>
                  </a:cubicBezTo>
                  <a:cubicBezTo>
                    <a:pt x="1521" y="249"/>
                    <a:pt x="1504" y="206"/>
                    <a:pt x="1469" y="180"/>
                  </a:cubicBezTo>
                  <a:cubicBezTo>
                    <a:pt x="1427" y="154"/>
                    <a:pt x="1384" y="137"/>
                    <a:pt x="1349" y="112"/>
                  </a:cubicBezTo>
                  <a:cubicBezTo>
                    <a:pt x="1306" y="86"/>
                    <a:pt x="1280" y="43"/>
                    <a:pt x="1246" y="8"/>
                  </a:cubicBezTo>
                  <a:cubicBezTo>
                    <a:pt x="1239" y="3"/>
                    <a:pt x="1233" y="0"/>
                    <a:pt x="122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6" name="Google Shape;16946;p54">
              <a:extLst>
                <a:ext uri="{FF2B5EF4-FFF2-40B4-BE49-F238E27FC236}">
                  <a16:creationId xmlns:a16="http://schemas.microsoft.com/office/drawing/2014/main" id="{3F3F0D78-E691-B4A8-0B8D-74FE2DAFBB4F}"/>
                </a:ext>
              </a:extLst>
            </p:cNvPr>
            <p:cNvSpPr/>
            <p:nvPr/>
          </p:nvSpPr>
          <p:spPr>
            <a:xfrm>
              <a:off x="5687200" y="1294325"/>
              <a:ext cx="60175" cy="26700"/>
            </a:xfrm>
            <a:custGeom>
              <a:avLst/>
              <a:gdLst/>
              <a:ahLst/>
              <a:cxnLst/>
              <a:rect l="l" t="t" r="r" b="b"/>
              <a:pathLst>
                <a:path w="2407" h="1068" extrusionOk="0">
                  <a:moveTo>
                    <a:pt x="1155" y="1"/>
                  </a:moveTo>
                  <a:cubicBezTo>
                    <a:pt x="1125" y="1"/>
                    <a:pt x="1096" y="21"/>
                    <a:pt x="1066" y="28"/>
                  </a:cubicBezTo>
                  <a:cubicBezTo>
                    <a:pt x="1023" y="37"/>
                    <a:pt x="989" y="37"/>
                    <a:pt x="946" y="54"/>
                  </a:cubicBezTo>
                  <a:cubicBezTo>
                    <a:pt x="912" y="63"/>
                    <a:pt x="877" y="80"/>
                    <a:pt x="851" y="89"/>
                  </a:cubicBezTo>
                  <a:cubicBezTo>
                    <a:pt x="842" y="90"/>
                    <a:pt x="832" y="91"/>
                    <a:pt x="823" y="91"/>
                  </a:cubicBezTo>
                  <a:cubicBezTo>
                    <a:pt x="781" y="91"/>
                    <a:pt x="740" y="77"/>
                    <a:pt x="705" y="63"/>
                  </a:cubicBezTo>
                  <a:cubicBezTo>
                    <a:pt x="673" y="52"/>
                    <a:pt x="633" y="41"/>
                    <a:pt x="596" y="41"/>
                  </a:cubicBezTo>
                  <a:cubicBezTo>
                    <a:pt x="574" y="41"/>
                    <a:pt x="552" y="45"/>
                    <a:pt x="534" y="54"/>
                  </a:cubicBezTo>
                  <a:cubicBezTo>
                    <a:pt x="491" y="71"/>
                    <a:pt x="448" y="106"/>
                    <a:pt x="405" y="131"/>
                  </a:cubicBezTo>
                  <a:cubicBezTo>
                    <a:pt x="336" y="166"/>
                    <a:pt x="276" y="183"/>
                    <a:pt x="233" y="260"/>
                  </a:cubicBezTo>
                  <a:cubicBezTo>
                    <a:pt x="207" y="312"/>
                    <a:pt x="190" y="389"/>
                    <a:pt x="155" y="424"/>
                  </a:cubicBezTo>
                  <a:cubicBezTo>
                    <a:pt x="113" y="467"/>
                    <a:pt x="78" y="501"/>
                    <a:pt x="52" y="544"/>
                  </a:cubicBezTo>
                  <a:cubicBezTo>
                    <a:pt x="27" y="578"/>
                    <a:pt x="1" y="621"/>
                    <a:pt x="27" y="664"/>
                  </a:cubicBezTo>
                  <a:cubicBezTo>
                    <a:pt x="35" y="699"/>
                    <a:pt x="52" y="690"/>
                    <a:pt x="35" y="724"/>
                  </a:cubicBezTo>
                  <a:cubicBezTo>
                    <a:pt x="30" y="735"/>
                    <a:pt x="15" y="752"/>
                    <a:pt x="24" y="752"/>
                  </a:cubicBezTo>
                  <a:cubicBezTo>
                    <a:pt x="29" y="752"/>
                    <a:pt x="44" y="745"/>
                    <a:pt x="78" y="724"/>
                  </a:cubicBezTo>
                  <a:cubicBezTo>
                    <a:pt x="78" y="699"/>
                    <a:pt x="121" y="656"/>
                    <a:pt x="138" y="647"/>
                  </a:cubicBezTo>
                  <a:cubicBezTo>
                    <a:pt x="164" y="630"/>
                    <a:pt x="190" y="613"/>
                    <a:pt x="207" y="587"/>
                  </a:cubicBezTo>
                  <a:cubicBezTo>
                    <a:pt x="250" y="544"/>
                    <a:pt x="310" y="492"/>
                    <a:pt x="370" y="475"/>
                  </a:cubicBezTo>
                  <a:cubicBezTo>
                    <a:pt x="396" y="467"/>
                    <a:pt x="422" y="458"/>
                    <a:pt x="448" y="458"/>
                  </a:cubicBezTo>
                  <a:cubicBezTo>
                    <a:pt x="465" y="449"/>
                    <a:pt x="482" y="432"/>
                    <a:pt x="508" y="432"/>
                  </a:cubicBezTo>
                  <a:cubicBezTo>
                    <a:pt x="516" y="428"/>
                    <a:pt x="525" y="428"/>
                    <a:pt x="534" y="428"/>
                  </a:cubicBezTo>
                  <a:cubicBezTo>
                    <a:pt x="542" y="428"/>
                    <a:pt x="551" y="428"/>
                    <a:pt x="559" y="424"/>
                  </a:cubicBezTo>
                  <a:cubicBezTo>
                    <a:pt x="584" y="418"/>
                    <a:pt x="599" y="411"/>
                    <a:pt x="619" y="411"/>
                  </a:cubicBezTo>
                  <a:cubicBezTo>
                    <a:pt x="627" y="411"/>
                    <a:pt x="635" y="412"/>
                    <a:pt x="645" y="415"/>
                  </a:cubicBezTo>
                  <a:cubicBezTo>
                    <a:pt x="680" y="424"/>
                    <a:pt x="714" y="441"/>
                    <a:pt x="748" y="449"/>
                  </a:cubicBezTo>
                  <a:cubicBezTo>
                    <a:pt x="774" y="458"/>
                    <a:pt x="817" y="475"/>
                    <a:pt x="834" y="475"/>
                  </a:cubicBezTo>
                  <a:lnTo>
                    <a:pt x="877" y="458"/>
                  </a:lnTo>
                  <a:cubicBezTo>
                    <a:pt x="903" y="449"/>
                    <a:pt x="920" y="449"/>
                    <a:pt x="946" y="441"/>
                  </a:cubicBezTo>
                  <a:cubicBezTo>
                    <a:pt x="980" y="432"/>
                    <a:pt x="1015" y="415"/>
                    <a:pt x="1049" y="415"/>
                  </a:cubicBezTo>
                  <a:cubicBezTo>
                    <a:pt x="1092" y="415"/>
                    <a:pt x="1135" y="415"/>
                    <a:pt x="1178" y="424"/>
                  </a:cubicBezTo>
                  <a:lnTo>
                    <a:pt x="1307" y="424"/>
                  </a:lnTo>
                  <a:cubicBezTo>
                    <a:pt x="1350" y="432"/>
                    <a:pt x="1375" y="458"/>
                    <a:pt x="1418" y="475"/>
                  </a:cubicBezTo>
                  <a:cubicBezTo>
                    <a:pt x="1436" y="484"/>
                    <a:pt x="1453" y="492"/>
                    <a:pt x="1470" y="501"/>
                  </a:cubicBezTo>
                  <a:cubicBezTo>
                    <a:pt x="1487" y="509"/>
                    <a:pt x="1513" y="518"/>
                    <a:pt x="1530" y="518"/>
                  </a:cubicBezTo>
                  <a:cubicBezTo>
                    <a:pt x="1542" y="523"/>
                    <a:pt x="1555" y="524"/>
                    <a:pt x="1569" y="524"/>
                  </a:cubicBezTo>
                  <a:cubicBezTo>
                    <a:pt x="1591" y="524"/>
                    <a:pt x="1615" y="520"/>
                    <a:pt x="1637" y="520"/>
                  </a:cubicBezTo>
                  <a:cubicBezTo>
                    <a:pt x="1651" y="520"/>
                    <a:pt x="1664" y="522"/>
                    <a:pt x="1676" y="527"/>
                  </a:cubicBezTo>
                  <a:cubicBezTo>
                    <a:pt x="1711" y="535"/>
                    <a:pt x="1745" y="570"/>
                    <a:pt x="1771" y="595"/>
                  </a:cubicBezTo>
                  <a:cubicBezTo>
                    <a:pt x="1814" y="621"/>
                    <a:pt x="1865" y="630"/>
                    <a:pt x="1908" y="656"/>
                  </a:cubicBezTo>
                  <a:cubicBezTo>
                    <a:pt x="1925" y="664"/>
                    <a:pt x="1943" y="681"/>
                    <a:pt x="1968" y="699"/>
                  </a:cubicBezTo>
                  <a:cubicBezTo>
                    <a:pt x="2003" y="716"/>
                    <a:pt x="2046" y="716"/>
                    <a:pt x="2080" y="750"/>
                  </a:cubicBezTo>
                  <a:cubicBezTo>
                    <a:pt x="2132" y="802"/>
                    <a:pt x="2192" y="845"/>
                    <a:pt x="2252" y="888"/>
                  </a:cubicBezTo>
                  <a:cubicBezTo>
                    <a:pt x="2278" y="913"/>
                    <a:pt x="2312" y="948"/>
                    <a:pt x="2338" y="982"/>
                  </a:cubicBezTo>
                  <a:cubicBezTo>
                    <a:pt x="2346" y="999"/>
                    <a:pt x="2398" y="1068"/>
                    <a:pt x="2406" y="1068"/>
                  </a:cubicBezTo>
                  <a:cubicBezTo>
                    <a:pt x="2406" y="1051"/>
                    <a:pt x="2398" y="1025"/>
                    <a:pt x="2398" y="999"/>
                  </a:cubicBezTo>
                  <a:cubicBezTo>
                    <a:pt x="2389" y="965"/>
                    <a:pt x="2398" y="939"/>
                    <a:pt x="2389" y="905"/>
                  </a:cubicBezTo>
                  <a:cubicBezTo>
                    <a:pt x="2363" y="853"/>
                    <a:pt x="2321" y="802"/>
                    <a:pt x="2286" y="767"/>
                  </a:cubicBezTo>
                  <a:cubicBezTo>
                    <a:pt x="2260" y="733"/>
                    <a:pt x="2226" y="699"/>
                    <a:pt x="2209" y="664"/>
                  </a:cubicBezTo>
                  <a:cubicBezTo>
                    <a:pt x="2209" y="647"/>
                    <a:pt x="2200" y="630"/>
                    <a:pt x="2200" y="613"/>
                  </a:cubicBezTo>
                  <a:cubicBezTo>
                    <a:pt x="2192" y="587"/>
                    <a:pt x="2174" y="570"/>
                    <a:pt x="2166" y="544"/>
                  </a:cubicBezTo>
                  <a:cubicBezTo>
                    <a:pt x="2149" y="509"/>
                    <a:pt x="2132" y="484"/>
                    <a:pt x="2106" y="449"/>
                  </a:cubicBezTo>
                  <a:cubicBezTo>
                    <a:pt x="2071" y="415"/>
                    <a:pt x="2054" y="372"/>
                    <a:pt x="2020" y="338"/>
                  </a:cubicBezTo>
                  <a:cubicBezTo>
                    <a:pt x="1977" y="303"/>
                    <a:pt x="1925" y="286"/>
                    <a:pt x="1874" y="269"/>
                  </a:cubicBezTo>
                  <a:cubicBezTo>
                    <a:pt x="1805" y="243"/>
                    <a:pt x="1745" y="200"/>
                    <a:pt x="1685" y="157"/>
                  </a:cubicBezTo>
                  <a:cubicBezTo>
                    <a:pt x="1642" y="123"/>
                    <a:pt x="1599" y="106"/>
                    <a:pt x="1539" y="97"/>
                  </a:cubicBezTo>
                  <a:lnTo>
                    <a:pt x="1479" y="97"/>
                  </a:lnTo>
                  <a:cubicBezTo>
                    <a:pt x="1444" y="97"/>
                    <a:pt x="1444" y="89"/>
                    <a:pt x="1418" y="80"/>
                  </a:cubicBezTo>
                  <a:cubicBezTo>
                    <a:pt x="1401" y="71"/>
                    <a:pt x="1384" y="71"/>
                    <a:pt x="1358" y="63"/>
                  </a:cubicBezTo>
                  <a:cubicBezTo>
                    <a:pt x="1341" y="54"/>
                    <a:pt x="1324" y="46"/>
                    <a:pt x="1307" y="37"/>
                  </a:cubicBezTo>
                  <a:cubicBezTo>
                    <a:pt x="1264" y="20"/>
                    <a:pt x="1212" y="3"/>
                    <a:pt x="1169" y="3"/>
                  </a:cubicBezTo>
                  <a:cubicBezTo>
                    <a:pt x="1164" y="1"/>
                    <a:pt x="1160" y="1"/>
                    <a:pt x="1155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7" name="Google Shape;16947;p54">
              <a:extLst>
                <a:ext uri="{FF2B5EF4-FFF2-40B4-BE49-F238E27FC236}">
                  <a16:creationId xmlns:a16="http://schemas.microsoft.com/office/drawing/2014/main" id="{77D07B63-81BA-A10F-251A-73B78167F2EE}"/>
                </a:ext>
              </a:extLst>
            </p:cNvPr>
            <p:cNvSpPr/>
            <p:nvPr/>
          </p:nvSpPr>
          <p:spPr>
            <a:xfrm>
              <a:off x="5673675" y="1317775"/>
              <a:ext cx="24075" cy="55250"/>
            </a:xfrm>
            <a:custGeom>
              <a:avLst/>
              <a:gdLst/>
              <a:ahLst/>
              <a:cxnLst/>
              <a:rect l="l" t="t" r="r" b="b"/>
              <a:pathLst>
                <a:path w="963" h="2210" extrusionOk="0">
                  <a:moveTo>
                    <a:pt x="466" y="1"/>
                  </a:moveTo>
                  <a:cubicBezTo>
                    <a:pt x="431" y="1"/>
                    <a:pt x="374" y="46"/>
                    <a:pt x="361" y="53"/>
                  </a:cubicBezTo>
                  <a:cubicBezTo>
                    <a:pt x="337" y="72"/>
                    <a:pt x="311" y="83"/>
                    <a:pt x="296" y="85"/>
                  </a:cubicBezTo>
                  <a:lnTo>
                    <a:pt x="296" y="85"/>
                  </a:lnTo>
                  <a:cubicBezTo>
                    <a:pt x="296" y="80"/>
                    <a:pt x="296" y="75"/>
                    <a:pt x="293" y="70"/>
                  </a:cubicBezTo>
                  <a:lnTo>
                    <a:pt x="293" y="70"/>
                  </a:lnTo>
                  <a:cubicBezTo>
                    <a:pt x="283" y="80"/>
                    <a:pt x="284" y="85"/>
                    <a:pt x="293" y="85"/>
                  </a:cubicBezTo>
                  <a:cubicBezTo>
                    <a:pt x="294" y="85"/>
                    <a:pt x="295" y="85"/>
                    <a:pt x="296" y="85"/>
                  </a:cubicBezTo>
                  <a:lnTo>
                    <a:pt x="296" y="85"/>
                  </a:lnTo>
                  <a:cubicBezTo>
                    <a:pt x="296" y="94"/>
                    <a:pt x="290" y="101"/>
                    <a:pt x="284" y="113"/>
                  </a:cubicBezTo>
                  <a:cubicBezTo>
                    <a:pt x="284" y="121"/>
                    <a:pt x="241" y="164"/>
                    <a:pt x="241" y="164"/>
                  </a:cubicBezTo>
                  <a:cubicBezTo>
                    <a:pt x="224" y="190"/>
                    <a:pt x="207" y="224"/>
                    <a:pt x="190" y="250"/>
                  </a:cubicBezTo>
                  <a:cubicBezTo>
                    <a:pt x="164" y="302"/>
                    <a:pt x="129" y="345"/>
                    <a:pt x="95" y="388"/>
                  </a:cubicBezTo>
                  <a:lnTo>
                    <a:pt x="69" y="422"/>
                  </a:lnTo>
                  <a:cubicBezTo>
                    <a:pt x="52" y="448"/>
                    <a:pt x="44" y="491"/>
                    <a:pt x="35" y="525"/>
                  </a:cubicBezTo>
                  <a:cubicBezTo>
                    <a:pt x="26" y="585"/>
                    <a:pt x="18" y="637"/>
                    <a:pt x="9" y="697"/>
                  </a:cubicBezTo>
                  <a:cubicBezTo>
                    <a:pt x="1" y="706"/>
                    <a:pt x="9" y="723"/>
                    <a:pt x="9" y="740"/>
                  </a:cubicBezTo>
                  <a:cubicBezTo>
                    <a:pt x="9" y="757"/>
                    <a:pt x="1" y="774"/>
                    <a:pt x="1" y="791"/>
                  </a:cubicBezTo>
                  <a:cubicBezTo>
                    <a:pt x="1" y="860"/>
                    <a:pt x="44" y="920"/>
                    <a:pt x="69" y="980"/>
                  </a:cubicBezTo>
                  <a:cubicBezTo>
                    <a:pt x="121" y="1084"/>
                    <a:pt x="147" y="1195"/>
                    <a:pt x="198" y="1307"/>
                  </a:cubicBezTo>
                  <a:cubicBezTo>
                    <a:pt x="258" y="1436"/>
                    <a:pt x="276" y="1556"/>
                    <a:pt x="353" y="1676"/>
                  </a:cubicBezTo>
                  <a:cubicBezTo>
                    <a:pt x="361" y="1694"/>
                    <a:pt x="379" y="1711"/>
                    <a:pt x="396" y="1728"/>
                  </a:cubicBezTo>
                  <a:cubicBezTo>
                    <a:pt x="422" y="1754"/>
                    <a:pt x="447" y="1797"/>
                    <a:pt x="482" y="1831"/>
                  </a:cubicBezTo>
                  <a:cubicBezTo>
                    <a:pt x="525" y="1883"/>
                    <a:pt x="559" y="1934"/>
                    <a:pt x="602" y="1994"/>
                  </a:cubicBezTo>
                  <a:cubicBezTo>
                    <a:pt x="619" y="2020"/>
                    <a:pt x="645" y="2037"/>
                    <a:pt x="671" y="2054"/>
                  </a:cubicBezTo>
                  <a:cubicBezTo>
                    <a:pt x="679" y="2072"/>
                    <a:pt x="705" y="2089"/>
                    <a:pt x="722" y="2089"/>
                  </a:cubicBezTo>
                  <a:cubicBezTo>
                    <a:pt x="739" y="2097"/>
                    <a:pt x="757" y="2097"/>
                    <a:pt x="774" y="2106"/>
                  </a:cubicBezTo>
                  <a:cubicBezTo>
                    <a:pt x="800" y="2123"/>
                    <a:pt x="851" y="2140"/>
                    <a:pt x="877" y="2158"/>
                  </a:cubicBezTo>
                  <a:cubicBezTo>
                    <a:pt x="894" y="2166"/>
                    <a:pt x="937" y="2209"/>
                    <a:pt x="963" y="2209"/>
                  </a:cubicBezTo>
                  <a:cubicBezTo>
                    <a:pt x="963" y="2183"/>
                    <a:pt x="911" y="2158"/>
                    <a:pt x="894" y="2140"/>
                  </a:cubicBezTo>
                  <a:cubicBezTo>
                    <a:pt x="868" y="2115"/>
                    <a:pt x="817" y="2106"/>
                    <a:pt x="791" y="2080"/>
                  </a:cubicBezTo>
                  <a:cubicBezTo>
                    <a:pt x="739" y="2020"/>
                    <a:pt x="757" y="1943"/>
                    <a:pt x="722" y="1883"/>
                  </a:cubicBezTo>
                  <a:cubicBezTo>
                    <a:pt x="696" y="1840"/>
                    <a:pt x="688" y="1805"/>
                    <a:pt x="654" y="1779"/>
                  </a:cubicBezTo>
                  <a:cubicBezTo>
                    <a:pt x="611" y="1745"/>
                    <a:pt x="636" y="1711"/>
                    <a:pt x="611" y="1668"/>
                  </a:cubicBezTo>
                  <a:cubicBezTo>
                    <a:pt x="559" y="1573"/>
                    <a:pt x="473" y="1487"/>
                    <a:pt x="422" y="1384"/>
                  </a:cubicBezTo>
                  <a:cubicBezTo>
                    <a:pt x="396" y="1333"/>
                    <a:pt x="310" y="1290"/>
                    <a:pt x="301" y="1230"/>
                  </a:cubicBezTo>
                  <a:cubicBezTo>
                    <a:pt x="301" y="1212"/>
                    <a:pt x="301" y="1195"/>
                    <a:pt x="301" y="1187"/>
                  </a:cubicBezTo>
                  <a:cubicBezTo>
                    <a:pt x="301" y="1161"/>
                    <a:pt x="301" y="1161"/>
                    <a:pt x="318" y="1144"/>
                  </a:cubicBezTo>
                  <a:cubicBezTo>
                    <a:pt x="379" y="1041"/>
                    <a:pt x="404" y="886"/>
                    <a:pt x="344" y="774"/>
                  </a:cubicBezTo>
                  <a:cubicBezTo>
                    <a:pt x="336" y="766"/>
                    <a:pt x="336" y="749"/>
                    <a:pt x="327" y="731"/>
                  </a:cubicBezTo>
                  <a:cubicBezTo>
                    <a:pt x="310" y="706"/>
                    <a:pt x="301" y="688"/>
                    <a:pt x="301" y="663"/>
                  </a:cubicBezTo>
                  <a:cubicBezTo>
                    <a:pt x="293" y="611"/>
                    <a:pt x="318" y="585"/>
                    <a:pt x="327" y="542"/>
                  </a:cubicBezTo>
                  <a:cubicBezTo>
                    <a:pt x="327" y="517"/>
                    <a:pt x="336" y="499"/>
                    <a:pt x="336" y="474"/>
                  </a:cubicBezTo>
                  <a:lnTo>
                    <a:pt x="361" y="456"/>
                  </a:lnTo>
                  <a:cubicBezTo>
                    <a:pt x="370" y="439"/>
                    <a:pt x="370" y="422"/>
                    <a:pt x="379" y="405"/>
                  </a:cubicBezTo>
                  <a:cubicBezTo>
                    <a:pt x="396" y="353"/>
                    <a:pt x="413" y="310"/>
                    <a:pt x="439" y="259"/>
                  </a:cubicBezTo>
                  <a:cubicBezTo>
                    <a:pt x="456" y="242"/>
                    <a:pt x="465" y="224"/>
                    <a:pt x="465" y="199"/>
                  </a:cubicBezTo>
                  <a:cubicBezTo>
                    <a:pt x="473" y="181"/>
                    <a:pt x="482" y="164"/>
                    <a:pt x="482" y="147"/>
                  </a:cubicBezTo>
                  <a:cubicBezTo>
                    <a:pt x="482" y="130"/>
                    <a:pt x="473" y="104"/>
                    <a:pt x="473" y="78"/>
                  </a:cubicBezTo>
                  <a:cubicBezTo>
                    <a:pt x="473" y="61"/>
                    <a:pt x="490" y="35"/>
                    <a:pt x="490" y="18"/>
                  </a:cubicBezTo>
                  <a:cubicBezTo>
                    <a:pt x="486" y="6"/>
                    <a:pt x="477" y="1"/>
                    <a:pt x="466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8" name="Google Shape;16948;p54">
              <a:extLst>
                <a:ext uri="{FF2B5EF4-FFF2-40B4-BE49-F238E27FC236}">
                  <a16:creationId xmlns:a16="http://schemas.microsoft.com/office/drawing/2014/main" id="{27284666-F9F4-4F55-205E-78F1E81DC1EF}"/>
                </a:ext>
              </a:extLst>
            </p:cNvPr>
            <p:cNvSpPr/>
            <p:nvPr/>
          </p:nvSpPr>
          <p:spPr>
            <a:xfrm>
              <a:off x="5694950" y="1380075"/>
              <a:ext cx="27950" cy="7150"/>
            </a:xfrm>
            <a:custGeom>
              <a:avLst/>
              <a:gdLst/>
              <a:ahLst/>
              <a:cxnLst/>
              <a:rect l="l" t="t" r="r" b="b"/>
              <a:pathLst>
                <a:path w="1118" h="286" extrusionOk="0">
                  <a:moveTo>
                    <a:pt x="198" y="1"/>
                  </a:moveTo>
                  <a:cubicBezTo>
                    <a:pt x="175" y="23"/>
                    <a:pt x="152" y="27"/>
                    <a:pt x="129" y="27"/>
                  </a:cubicBezTo>
                  <a:cubicBezTo>
                    <a:pt x="118" y="27"/>
                    <a:pt x="106" y="26"/>
                    <a:pt x="95" y="26"/>
                  </a:cubicBezTo>
                  <a:cubicBezTo>
                    <a:pt x="77" y="18"/>
                    <a:pt x="69" y="18"/>
                    <a:pt x="60" y="18"/>
                  </a:cubicBezTo>
                  <a:cubicBezTo>
                    <a:pt x="26" y="18"/>
                    <a:pt x="26" y="52"/>
                    <a:pt x="0" y="61"/>
                  </a:cubicBezTo>
                  <a:cubicBezTo>
                    <a:pt x="17" y="95"/>
                    <a:pt x="35" y="112"/>
                    <a:pt x="69" y="121"/>
                  </a:cubicBezTo>
                  <a:cubicBezTo>
                    <a:pt x="138" y="147"/>
                    <a:pt x="206" y="172"/>
                    <a:pt x="266" y="207"/>
                  </a:cubicBezTo>
                  <a:cubicBezTo>
                    <a:pt x="301" y="215"/>
                    <a:pt x="318" y="241"/>
                    <a:pt x="352" y="250"/>
                  </a:cubicBezTo>
                  <a:cubicBezTo>
                    <a:pt x="387" y="267"/>
                    <a:pt x="438" y="267"/>
                    <a:pt x="481" y="275"/>
                  </a:cubicBezTo>
                  <a:cubicBezTo>
                    <a:pt x="511" y="280"/>
                    <a:pt x="524" y="285"/>
                    <a:pt x="539" y="285"/>
                  </a:cubicBezTo>
                  <a:cubicBezTo>
                    <a:pt x="550" y="285"/>
                    <a:pt x="563" y="283"/>
                    <a:pt x="584" y="275"/>
                  </a:cubicBezTo>
                  <a:cubicBezTo>
                    <a:pt x="627" y="258"/>
                    <a:pt x="670" y="258"/>
                    <a:pt x="705" y="233"/>
                  </a:cubicBezTo>
                  <a:cubicBezTo>
                    <a:pt x="722" y="224"/>
                    <a:pt x="748" y="207"/>
                    <a:pt x="773" y="198"/>
                  </a:cubicBezTo>
                  <a:cubicBezTo>
                    <a:pt x="801" y="184"/>
                    <a:pt x="818" y="170"/>
                    <a:pt x="847" y="170"/>
                  </a:cubicBezTo>
                  <a:cubicBezTo>
                    <a:pt x="853" y="170"/>
                    <a:pt x="860" y="171"/>
                    <a:pt x="868" y="172"/>
                  </a:cubicBezTo>
                  <a:cubicBezTo>
                    <a:pt x="919" y="181"/>
                    <a:pt x="962" y="190"/>
                    <a:pt x="1014" y="198"/>
                  </a:cubicBezTo>
                  <a:cubicBezTo>
                    <a:pt x="1048" y="198"/>
                    <a:pt x="1108" y="190"/>
                    <a:pt x="1117" y="164"/>
                  </a:cubicBezTo>
                  <a:cubicBezTo>
                    <a:pt x="1117" y="138"/>
                    <a:pt x="1083" y="104"/>
                    <a:pt x="1074" y="86"/>
                  </a:cubicBezTo>
                  <a:cubicBezTo>
                    <a:pt x="1057" y="61"/>
                    <a:pt x="1057" y="9"/>
                    <a:pt x="1014" y="9"/>
                  </a:cubicBezTo>
                  <a:cubicBezTo>
                    <a:pt x="997" y="9"/>
                    <a:pt x="988" y="26"/>
                    <a:pt x="980" y="35"/>
                  </a:cubicBezTo>
                  <a:cubicBezTo>
                    <a:pt x="962" y="44"/>
                    <a:pt x="954" y="44"/>
                    <a:pt x="928" y="52"/>
                  </a:cubicBezTo>
                  <a:cubicBezTo>
                    <a:pt x="902" y="52"/>
                    <a:pt x="876" y="52"/>
                    <a:pt x="851" y="61"/>
                  </a:cubicBezTo>
                  <a:cubicBezTo>
                    <a:pt x="816" y="61"/>
                    <a:pt x="773" y="44"/>
                    <a:pt x="739" y="35"/>
                  </a:cubicBezTo>
                  <a:cubicBezTo>
                    <a:pt x="705" y="35"/>
                    <a:pt x="670" y="26"/>
                    <a:pt x="636" y="26"/>
                  </a:cubicBezTo>
                  <a:cubicBezTo>
                    <a:pt x="610" y="26"/>
                    <a:pt x="593" y="35"/>
                    <a:pt x="567" y="44"/>
                  </a:cubicBezTo>
                  <a:cubicBezTo>
                    <a:pt x="533" y="52"/>
                    <a:pt x="481" y="52"/>
                    <a:pt x="438" y="61"/>
                  </a:cubicBezTo>
                  <a:cubicBezTo>
                    <a:pt x="370" y="61"/>
                    <a:pt x="258" y="52"/>
                    <a:pt x="19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9" name="Google Shape;16949;p54">
              <a:extLst>
                <a:ext uri="{FF2B5EF4-FFF2-40B4-BE49-F238E27FC236}">
                  <a16:creationId xmlns:a16="http://schemas.microsoft.com/office/drawing/2014/main" id="{0531B7B1-DFE9-A061-BD2D-2F3481FBDE8C}"/>
                </a:ext>
              </a:extLst>
            </p:cNvPr>
            <p:cNvSpPr/>
            <p:nvPr/>
          </p:nvSpPr>
          <p:spPr>
            <a:xfrm>
              <a:off x="5670250" y="1341625"/>
              <a:ext cx="22150" cy="38700"/>
            </a:xfrm>
            <a:custGeom>
              <a:avLst/>
              <a:gdLst/>
              <a:ahLst/>
              <a:cxnLst/>
              <a:rect l="l" t="t" r="r" b="b"/>
              <a:pathLst>
                <a:path w="886" h="1548" extrusionOk="0">
                  <a:moveTo>
                    <a:pt x="17" y="1"/>
                  </a:moveTo>
                  <a:cubicBezTo>
                    <a:pt x="0" y="9"/>
                    <a:pt x="0" y="52"/>
                    <a:pt x="0" y="61"/>
                  </a:cubicBezTo>
                  <a:cubicBezTo>
                    <a:pt x="0" y="78"/>
                    <a:pt x="0" y="104"/>
                    <a:pt x="0" y="121"/>
                  </a:cubicBezTo>
                  <a:cubicBezTo>
                    <a:pt x="0" y="138"/>
                    <a:pt x="9" y="155"/>
                    <a:pt x="0" y="181"/>
                  </a:cubicBezTo>
                  <a:cubicBezTo>
                    <a:pt x="0" y="198"/>
                    <a:pt x="0" y="224"/>
                    <a:pt x="9" y="241"/>
                  </a:cubicBezTo>
                  <a:lnTo>
                    <a:pt x="17" y="276"/>
                  </a:lnTo>
                  <a:cubicBezTo>
                    <a:pt x="17" y="310"/>
                    <a:pt x="26" y="336"/>
                    <a:pt x="26" y="362"/>
                  </a:cubicBezTo>
                  <a:cubicBezTo>
                    <a:pt x="26" y="379"/>
                    <a:pt x="26" y="396"/>
                    <a:pt x="34" y="413"/>
                  </a:cubicBezTo>
                  <a:cubicBezTo>
                    <a:pt x="34" y="439"/>
                    <a:pt x="34" y="465"/>
                    <a:pt x="43" y="490"/>
                  </a:cubicBezTo>
                  <a:cubicBezTo>
                    <a:pt x="43" y="499"/>
                    <a:pt x="52" y="516"/>
                    <a:pt x="52" y="525"/>
                  </a:cubicBezTo>
                  <a:cubicBezTo>
                    <a:pt x="52" y="542"/>
                    <a:pt x="60" y="551"/>
                    <a:pt x="60" y="568"/>
                  </a:cubicBezTo>
                  <a:cubicBezTo>
                    <a:pt x="69" y="585"/>
                    <a:pt x="69" y="594"/>
                    <a:pt x="69" y="611"/>
                  </a:cubicBezTo>
                  <a:cubicBezTo>
                    <a:pt x="69" y="628"/>
                    <a:pt x="77" y="645"/>
                    <a:pt x="77" y="662"/>
                  </a:cubicBezTo>
                  <a:cubicBezTo>
                    <a:pt x="95" y="722"/>
                    <a:pt x="95" y="783"/>
                    <a:pt x="103" y="843"/>
                  </a:cubicBezTo>
                  <a:cubicBezTo>
                    <a:pt x="112" y="877"/>
                    <a:pt x="129" y="894"/>
                    <a:pt x="146" y="929"/>
                  </a:cubicBezTo>
                  <a:cubicBezTo>
                    <a:pt x="163" y="946"/>
                    <a:pt x="172" y="963"/>
                    <a:pt x="181" y="980"/>
                  </a:cubicBezTo>
                  <a:cubicBezTo>
                    <a:pt x="198" y="1014"/>
                    <a:pt x="215" y="1032"/>
                    <a:pt x="241" y="1057"/>
                  </a:cubicBezTo>
                  <a:cubicBezTo>
                    <a:pt x="258" y="1075"/>
                    <a:pt x="284" y="1100"/>
                    <a:pt x="301" y="1118"/>
                  </a:cubicBezTo>
                  <a:cubicBezTo>
                    <a:pt x="309" y="1135"/>
                    <a:pt x="327" y="1143"/>
                    <a:pt x="335" y="1161"/>
                  </a:cubicBezTo>
                  <a:cubicBezTo>
                    <a:pt x="352" y="1169"/>
                    <a:pt x="361" y="1186"/>
                    <a:pt x="378" y="1195"/>
                  </a:cubicBezTo>
                  <a:cubicBezTo>
                    <a:pt x="387" y="1212"/>
                    <a:pt x="387" y="1229"/>
                    <a:pt x="395" y="1238"/>
                  </a:cubicBezTo>
                  <a:cubicBezTo>
                    <a:pt x="413" y="1264"/>
                    <a:pt x="430" y="1298"/>
                    <a:pt x="455" y="1315"/>
                  </a:cubicBezTo>
                  <a:cubicBezTo>
                    <a:pt x="464" y="1332"/>
                    <a:pt x="473" y="1341"/>
                    <a:pt x="481" y="1358"/>
                  </a:cubicBezTo>
                  <a:cubicBezTo>
                    <a:pt x="490" y="1367"/>
                    <a:pt x="498" y="1375"/>
                    <a:pt x="516" y="1384"/>
                  </a:cubicBezTo>
                  <a:cubicBezTo>
                    <a:pt x="541" y="1401"/>
                    <a:pt x="567" y="1418"/>
                    <a:pt x="593" y="1435"/>
                  </a:cubicBezTo>
                  <a:cubicBezTo>
                    <a:pt x="627" y="1453"/>
                    <a:pt x="653" y="1470"/>
                    <a:pt x="687" y="1478"/>
                  </a:cubicBezTo>
                  <a:cubicBezTo>
                    <a:pt x="705" y="1496"/>
                    <a:pt x="730" y="1513"/>
                    <a:pt x="748" y="1513"/>
                  </a:cubicBezTo>
                  <a:lnTo>
                    <a:pt x="756" y="1513"/>
                  </a:lnTo>
                  <a:cubicBezTo>
                    <a:pt x="773" y="1513"/>
                    <a:pt x="782" y="1504"/>
                    <a:pt x="799" y="1504"/>
                  </a:cubicBezTo>
                  <a:cubicBezTo>
                    <a:pt x="825" y="1504"/>
                    <a:pt x="842" y="1521"/>
                    <a:pt x="859" y="1530"/>
                  </a:cubicBezTo>
                  <a:lnTo>
                    <a:pt x="885" y="1547"/>
                  </a:lnTo>
                  <a:lnTo>
                    <a:pt x="868" y="1504"/>
                  </a:lnTo>
                  <a:cubicBezTo>
                    <a:pt x="859" y="1487"/>
                    <a:pt x="842" y="1478"/>
                    <a:pt x="825" y="1470"/>
                  </a:cubicBezTo>
                  <a:cubicBezTo>
                    <a:pt x="816" y="1461"/>
                    <a:pt x="808" y="1444"/>
                    <a:pt x="799" y="1435"/>
                  </a:cubicBezTo>
                  <a:lnTo>
                    <a:pt x="773" y="1410"/>
                  </a:lnTo>
                  <a:lnTo>
                    <a:pt x="739" y="1375"/>
                  </a:lnTo>
                  <a:lnTo>
                    <a:pt x="713" y="1350"/>
                  </a:lnTo>
                  <a:cubicBezTo>
                    <a:pt x="705" y="1341"/>
                    <a:pt x="696" y="1324"/>
                    <a:pt x="679" y="1315"/>
                  </a:cubicBezTo>
                  <a:lnTo>
                    <a:pt x="662" y="1298"/>
                  </a:lnTo>
                  <a:lnTo>
                    <a:pt x="636" y="1264"/>
                  </a:lnTo>
                  <a:cubicBezTo>
                    <a:pt x="619" y="1246"/>
                    <a:pt x="593" y="1221"/>
                    <a:pt x="584" y="1195"/>
                  </a:cubicBezTo>
                  <a:lnTo>
                    <a:pt x="567" y="1169"/>
                  </a:lnTo>
                  <a:cubicBezTo>
                    <a:pt x="550" y="1152"/>
                    <a:pt x="533" y="1135"/>
                    <a:pt x="516" y="1118"/>
                  </a:cubicBezTo>
                  <a:cubicBezTo>
                    <a:pt x="498" y="1100"/>
                    <a:pt x="490" y="1092"/>
                    <a:pt x="481" y="1083"/>
                  </a:cubicBezTo>
                  <a:cubicBezTo>
                    <a:pt x="464" y="1075"/>
                    <a:pt x="447" y="1049"/>
                    <a:pt x="430" y="1040"/>
                  </a:cubicBezTo>
                  <a:cubicBezTo>
                    <a:pt x="404" y="1006"/>
                    <a:pt x="370" y="980"/>
                    <a:pt x="344" y="946"/>
                  </a:cubicBezTo>
                  <a:cubicBezTo>
                    <a:pt x="327" y="929"/>
                    <a:pt x="309" y="903"/>
                    <a:pt x="301" y="886"/>
                  </a:cubicBezTo>
                  <a:lnTo>
                    <a:pt x="275" y="843"/>
                  </a:lnTo>
                  <a:lnTo>
                    <a:pt x="258" y="825"/>
                  </a:lnTo>
                  <a:lnTo>
                    <a:pt x="241" y="800"/>
                  </a:lnTo>
                  <a:cubicBezTo>
                    <a:pt x="224" y="774"/>
                    <a:pt x="215" y="748"/>
                    <a:pt x="206" y="714"/>
                  </a:cubicBezTo>
                  <a:cubicBezTo>
                    <a:pt x="198" y="688"/>
                    <a:pt x="181" y="671"/>
                    <a:pt x="172" y="636"/>
                  </a:cubicBezTo>
                  <a:cubicBezTo>
                    <a:pt x="163" y="619"/>
                    <a:pt x="163" y="594"/>
                    <a:pt x="155" y="568"/>
                  </a:cubicBezTo>
                  <a:cubicBezTo>
                    <a:pt x="155" y="542"/>
                    <a:pt x="120" y="447"/>
                    <a:pt x="120" y="439"/>
                  </a:cubicBezTo>
                  <a:cubicBezTo>
                    <a:pt x="112" y="422"/>
                    <a:pt x="112" y="413"/>
                    <a:pt x="103" y="405"/>
                  </a:cubicBezTo>
                  <a:cubicBezTo>
                    <a:pt x="95" y="387"/>
                    <a:pt x="95" y="370"/>
                    <a:pt x="95" y="353"/>
                  </a:cubicBezTo>
                  <a:cubicBezTo>
                    <a:pt x="77" y="310"/>
                    <a:pt x="69" y="267"/>
                    <a:pt x="60" y="215"/>
                  </a:cubicBezTo>
                  <a:cubicBezTo>
                    <a:pt x="60" y="190"/>
                    <a:pt x="60" y="155"/>
                    <a:pt x="52" y="121"/>
                  </a:cubicBezTo>
                  <a:cubicBezTo>
                    <a:pt x="43" y="104"/>
                    <a:pt x="34" y="87"/>
                    <a:pt x="26" y="61"/>
                  </a:cubicBezTo>
                  <a:cubicBezTo>
                    <a:pt x="26" y="52"/>
                    <a:pt x="17" y="35"/>
                    <a:pt x="17" y="18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DDBC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0" name="Google Shape;16950;p54">
              <a:extLst>
                <a:ext uri="{FF2B5EF4-FFF2-40B4-BE49-F238E27FC236}">
                  <a16:creationId xmlns:a16="http://schemas.microsoft.com/office/drawing/2014/main" id="{A9CBFFBE-511E-FA74-13CF-A4615B05AB9C}"/>
                </a:ext>
              </a:extLst>
            </p:cNvPr>
            <p:cNvSpPr/>
            <p:nvPr/>
          </p:nvSpPr>
          <p:spPr>
            <a:xfrm>
              <a:off x="5693650" y="1362675"/>
              <a:ext cx="58450" cy="32275"/>
            </a:xfrm>
            <a:custGeom>
              <a:avLst/>
              <a:gdLst/>
              <a:ahLst/>
              <a:cxnLst/>
              <a:rect l="l" t="t" r="r" b="b"/>
              <a:pathLst>
                <a:path w="2338" h="1291" extrusionOk="0">
                  <a:moveTo>
                    <a:pt x="19" y="1156"/>
                  </a:moveTo>
                  <a:cubicBezTo>
                    <a:pt x="13" y="1156"/>
                    <a:pt x="7" y="1157"/>
                    <a:pt x="1" y="1161"/>
                  </a:cubicBezTo>
                  <a:cubicBezTo>
                    <a:pt x="1" y="1161"/>
                    <a:pt x="1" y="1161"/>
                    <a:pt x="19" y="1156"/>
                  </a:cubicBezTo>
                  <a:close/>
                  <a:moveTo>
                    <a:pt x="2303" y="1"/>
                  </a:moveTo>
                  <a:cubicBezTo>
                    <a:pt x="2286" y="18"/>
                    <a:pt x="2269" y="52"/>
                    <a:pt x="2260" y="69"/>
                  </a:cubicBezTo>
                  <a:cubicBezTo>
                    <a:pt x="2252" y="112"/>
                    <a:pt x="2234" y="155"/>
                    <a:pt x="2217" y="198"/>
                  </a:cubicBezTo>
                  <a:cubicBezTo>
                    <a:pt x="2200" y="241"/>
                    <a:pt x="2200" y="293"/>
                    <a:pt x="2174" y="336"/>
                  </a:cubicBezTo>
                  <a:cubicBezTo>
                    <a:pt x="2166" y="353"/>
                    <a:pt x="2140" y="370"/>
                    <a:pt x="2123" y="396"/>
                  </a:cubicBezTo>
                  <a:cubicBezTo>
                    <a:pt x="2080" y="465"/>
                    <a:pt x="2011" y="508"/>
                    <a:pt x="1951" y="568"/>
                  </a:cubicBezTo>
                  <a:cubicBezTo>
                    <a:pt x="1882" y="636"/>
                    <a:pt x="1822" y="679"/>
                    <a:pt x="1736" y="722"/>
                  </a:cubicBezTo>
                  <a:cubicBezTo>
                    <a:pt x="1710" y="731"/>
                    <a:pt x="1693" y="740"/>
                    <a:pt x="1667" y="748"/>
                  </a:cubicBezTo>
                  <a:cubicBezTo>
                    <a:pt x="1633" y="774"/>
                    <a:pt x="1599" y="791"/>
                    <a:pt x="1556" y="808"/>
                  </a:cubicBezTo>
                  <a:cubicBezTo>
                    <a:pt x="1530" y="817"/>
                    <a:pt x="1495" y="825"/>
                    <a:pt x="1461" y="843"/>
                  </a:cubicBezTo>
                  <a:cubicBezTo>
                    <a:pt x="1444" y="843"/>
                    <a:pt x="1427" y="851"/>
                    <a:pt x="1410" y="860"/>
                  </a:cubicBezTo>
                  <a:lnTo>
                    <a:pt x="1367" y="860"/>
                  </a:lnTo>
                  <a:cubicBezTo>
                    <a:pt x="1358" y="860"/>
                    <a:pt x="1341" y="877"/>
                    <a:pt x="1324" y="877"/>
                  </a:cubicBezTo>
                  <a:cubicBezTo>
                    <a:pt x="1298" y="894"/>
                    <a:pt x="1289" y="911"/>
                    <a:pt x="1264" y="929"/>
                  </a:cubicBezTo>
                  <a:cubicBezTo>
                    <a:pt x="1246" y="946"/>
                    <a:pt x="1229" y="954"/>
                    <a:pt x="1212" y="971"/>
                  </a:cubicBezTo>
                  <a:cubicBezTo>
                    <a:pt x="1169" y="997"/>
                    <a:pt x="1117" y="1032"/>
                    <a:pt x="1075" y="1057"/>
                  </a:cubicBezTo>
                  <a:cubicBezTo>
                    <a:pt x="1062" y="1070"/>
                    <a:pt x="1049" y="1078"/>
                    <a:pt x="1030" y="1078"/>
                  </a:cubicBezTo>
                  <a:cubicBezTo>
                    <a:pt x="1023" y="1078"/>
                    <a:pt x="1015" y="1077"/>
                    <a:pt x="1006" y="1075"/>
                  </a:cubicBezTo>
                  <a:cubicBezTo>
                    <a:pt x="971" y="1066"/>
                    <a:pt x="928" y="1057"/>
                    <a:pt x="886" y="1049"/>
                  </a:cubicBezTo>
                  <a:cubicBezTo>
                    <a:pt x="825" y="1049"/>
                    <a:pt x="757" y="1066"/>
                    <a:pt x="696" y="1083"/>
                  </a:cubicBezTo>
                  <a:cubicBezTo>
                    <a:pt x="671" y="1092"/>
                    <a:pt x="654" y="1109"/>
                    <a:pt x="628" y="1126"/>
                  </a:cubicBezTo>
                  <a:cubicBezTo>
                    <a:pt x="606" y="1135"/>
                    <a:pt x="583" y="1137"/>
                    <a:pt x="558" y="1137"/>
                  </a:cubicBezTo>
                  <a:cubicBezTo>
                    <a:pt x="533" y="1137"/>
                    <a:pt x="507" y="1135"/>
                    <a:pt x="482" y="1135"/>
                  </a:cubicBezTo>
                  <a:cubicBezTo>
                    <a:pt x="370" y="1135"/>
                    <a:pt x="250" y="1135"/>
                    <a:pt x="138" y="1126"/>
                  </a:cubicBezTo>
                  <a:cubicBezTo>
                    <a:pt x="71" y="1143"/>
                    <a:pt x="37" y="1151"/>
                    <a:pt x="19" y="1156"/>
                  </a:cubicBezTo>
                  <a:lnTo>
                    <a:pt x="19" y="1156"/>
                  </a:lnTo>
                  <a:cubicBezTo>
                    <a:pt x="20" y="1156"/>
                    <a:pt x="21" y="1156"/>
                    <a:pt x="22" y="1156"/>
                  </a:cubicBezTo>
                  <a:cubicBezTo>
                    <a:pt x="51" y="1156"/>
                    <a:pt x="85" y="1179"/>
                    <a:pt x="112" y="1186"/>
                  </a:cubicBezTo>
                  <a:cubicBezTo>
                    <a:pt x="164" y="1203"/>
                    <a:pt x="215" y="1221"/>
                    <a:pt x="267" y="1229"/>
                  </a:cubicBezTo>
                  <a:cubicBezTo>
                    <a:pt x="318" y="1246"/>
                    <a:pt x="361" y="1255"/>
                    <a:pt x="422" y="1255"/>
                  </a:cubicBezTo>
                  <a:cubicBezTo>
                    <a:pt x="482" y="1255"/>
                    <a:pt x="533" y="1264"/>
                    <a:pt x="593" y="1281"/>
                  </a:cubicBezTo>
                  <a:cubicBezTo>
                    <a:pt x="620" y="1287"/>
                    <a:pt x="647" y="1290"/>
                    <a:pt x="675" y="1290"/>
                  </a:cubicBezTo>
                  <a:cubicBezTo>
                    <a:pt x="720" y="1290"/>
                    <a:pt x="766" y="1283"/>
                    <a:pt x="808" y="1272"/>
                  </a:cubicBezTo>
                  <a:cubicBezTo>
                    <a:pt x="843" y="1272"/>
                    <a:pt x="868" y="1264"/>
                    <a:pt x="903" y="1255"/>
                  </a:cubicBezTo>
                  <a:cubicBezTo>
                    <a:pt x="928" y="1246"/>
                    <a:pt x="954" y="1229"/>
                    <a:pt x="980" y="1221"/>
                  </a:cubicBezTo>
                  <a:cubicBezTo>
                    <a:pt x="1014" y="1212"/>
                    <a:pt x="1040" y="1212"/>
                    <a:pt x="1075" y="1195"/>
                  </a:cubicBezTo>
                  <a:cubicBezTo>
                    <a:pt x="1092" y="1195"/>
                    <a:pt x="1109" y="1186"/>
                    <a:pt x="1126" y="1178"/>
                  </a:cubicBezTo>
                  <a:cubicBezTo>
                    <a:pt x="1160" y="1169"/>
                    <a:pt x="1203" y="1161"/>
                    <a:pt x="1238" y="1152"/>
                  </a:cubicBezTo>
                  <a:cubicBezTo>
                    <a:pt x="1264" y="1152"/>
                    <a:pt x="1281" y="1135"/>
                    <a:pt x="1298" y="1135"/>
                  </a:cubicBezTo>
                  <a:cubicBezTo>
                    <a:pt x="1324" y="1126"/>
                    <a:pt x="1358" y="1126"/>
                    <a:pt x="1384" y="1118"/>
                  </a:cubicBezTo>
                  <a:cubicBezTo>
                    <a:pt x="1418" y="1109"/>
                    <a:pt x="1444" y="1092"/>
                    <a:pt x="1478" y="1083"/>
                  </a:cubicBezTo>
                  <a:cubicBezTo>
                    <a:pt x="1538" y="1066"/>
                    <a:pt x="1590" y="1049"/>
                    <a:pt x="1650" y="1014"/>
                  </a:cubicBezTo>
                  <a:cubicBezTo>
                    <a:pt x="1676" y="989"/>
                    <a:pt x="1710" y="963"/>
                    <a:pt x="1745" y="937"/>
                  </a:cubicBezTo>
                  <a:cubicBezTo>
                    <a:pt x="1753" y="920"/>
                    <a:pt x="1753" y="894"/>
                    <a:pt x="1770" y="877"/>
                  </a:cubicBezTo>
                  <a:cubicBezTo>
                    <a:pt x="1788" y="860"/>
                    <a:pt x="1813" y="851"/>
                    <a:pt x="1831" y="825"/>
                  </a:cubicBezTo>
                  <a:cubicBezTo>
                    <a:pt x="1874" y="782"/>
                    <a:pt x="1865" y="705"/>
                    <a:pt x="1899" y="654"/>
                  </a:cubicBezTo>
                  <a:cubicBezTo>
                    <a:pt x="1916" y="628"/>
                    <a:pt x="1934" y="619"/>
                    <a:pt x="1951" y="602"/>
                  </a:cubicBezTo>
                  <a:cubicBezTo>
                    <a:pt x="1977" y="585"/>
                    <a:pt x="1994" y="568"/>
                    <a:pt x="2020" y="542"/>
                  </a:cubicBezTo>
                  <a:cubicBezTo>
                    <a:pt x="2080" y="490"/>
                    <a:pt x="2148" y="439"/>
                    <a:pt x="2191" y="362"/>
                  </a:cubicBezTo>
                  <a:cubicBezTo>
                    <a:pt x="2234" y="293"/>
                    <a:pt x="2294" y="215"/>
                    <a:pt x="2320" y="130"/>
                  </a:cubicBezTo>
                  <a:cubicBezTo>
                    <a:pt x="2329" y="87"/>
                    <a:pt x="2337" y="35"/>
                    <a:pt x="2303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1" name="Google Shape;16951;p54">
              <a:extLst>
                <a:ext uri="{FF2B5EF4-FFF2-40B4-BE49-F238E27FC236}">
                  <a16:creationId xmlns:a16="http://schemas.microsoft.com/office/drawing/2014/main" id="{47DC2930-747F-50D8-62D7-1D431ADB3A09}"/>
                </a:ext>
              </a:extLst>
            </p:cNvPr>
            <p:cNvSpPr/>
            <p:nvPr/>
          </p:nvSpPr>
          <p:spPr>
            <a:xfrm>
              <a:off x="5714475" y="1287050"/>
              <a:ext cx="42775" cy="42350"/>
            </a:xfrm>
            <a:custGeom>
              <a:avLst/>
              <a:gdLst/>
              <a:ahLst/>
              <a:cxnLst/>
              <a:rect l="l" t="t" r="r" b="b"/>
              <a:pathLst>
                <a:path w="1711" h="1694" extrusionOk="0">
                  <a:moveTo>
                    <a:pt x="391" y="0"/>
                  </a:moveTo>
                  <a:cubicBezTo>
                    <a:pt x="350" y="0"/>
                    <a:pt x="309" y="3"/>
                    <a:pt x="267" y="19"/>
                  </a:cubicBezTo>
                  <a:cubicBezTo>
                    <a:pt x="231" y="34"/>
                    <a:pt x="192" y="37"/>
                    <a:pt x="152" y="37"/>
                  </a:cubicBezTo>
                  <a:cubicBezTo>
                    <a:pt x="125" y="37"/>
                    <a:pt x="97" y="36"/>
                    <a:pt x="70" y="36"/>
                  </a:cubicBezTo>
                  <a:cubicBezTo>
                    <a:pt x="53" y="36"/>
                    <a:pt x="44" y="44"/>
                    <a:pt x="35" y="44"/>
                  </a:cubicBezTo>
                  <a:lnTo>
                    <a:pt x="1" y="44"/>
                  </a:lnTo>
                  <a:cubicBezTo>
                    <a:pt x="44" y="44"/>
                    <a:pt x="87" y="44"/>
                    <a:pt x="130" y="53"/>
                  </a:cubicBezTo>
                  <a:cubicBezTo>
                    <a:pt x="164" y="53"/>
                    <a:pt x="216" y="62"/>
                    <a:pt x="250" y="70"/>
                  </a:cubicBezTo>
                  <a:cubicBezTo>
                    <a:pt x="267" y="79"/>
                    <a:pt x="284" y="87"/>
                    <a:pt x="310" y="96"/>
                  </a:cubicBezTo>
                  <a:cubicBezTo>
                    <a:pt x="336" y="113"/>
                    <a:pt x="370" y="113"/>
                    <a:pt x="405" y="122"/>
                  </a:cubicBezTo>
                  <a:cubicBezTo>
                    <a:pt x="448" y="139"/>
                    <a:pt x="482" y="191"/>
                    <a:pt x="525" y="216"/>
                  </a:cubicBezTo>
                  <a:cubicBezTo>
                    <a:pt x="559" y="233"/>
                    <a:pt x="594" y="251"/>
                    <a:pt x="628" y="276"/>
                  </a:cubicBezTo>
                  <a:cubicBezTo>
                    <a:pt x="645" y="285"/>
                    <a:pt x="662" y="294"/>
                    <a:pt x="688" y="302"/>
                  </a:cubicBezTo>
                  <a:cubicBezTo>
                    <a:pt x="705" y="311"/>
                    <a:pt x="731" y="311"/>
                    <a:pt x="748" y="328"/>
                  </a:cubicBezTo>
                  <a:cubicBezTo>
                    <a:pt x="766" y="337"/>
                    <a:pt x="783" y="354"/>
                    <a:pt x="800" y="371"/>
                  </a:cubicBezTo>
                  <a:cubicBezTo>
                    <a:pt x="826" y="397"/>
                    <a:pt x="843" y="422"/>
                    <a:pt x="869" y="440"/>
                  </a:cubicBezTo>
                  <a:cubicBezTo>
                    <a:pt x="903" y="465"/>
                    <a:pt x="929" y="491"/>
                    <a:pt x="972" y="517"/>
                  </a:cubicBezTo>
                  <a:cubicBezTo>
                    <a:pt x="1006" y="534"/>
                    <a:pt x="1049" y="551"/>
                    <a:pt x="1075" y="577"/>
                  </a:cubicBezTo>
                  <a:cubicBezTo>
                    <a:pt x="1118" y="603"/>
                    <a:pt x="1144" y="646"/>
                    <a:pt x="1178" y="680"/>
                  </a:cubicBezTo>
                  <a:cubicBezTo>
                    <a:pt x="1212" y="715"/>
                    <a:pt x="1247" y="740"/>
                    <a:pt x="1272" y="775"/>
                  </a:cubicBezTo>
                  <a:cubicBezTo>
                    <a:pt x="1315" y="826"/>
                    <a:pt x="1341" y="869"/>
                    <a:pt x="1376" y="912"/>
                  </a:cubicBezTo>
                  <a:cubicBezTo>
                    <a:pt x="1410" y="955"/>
                    <a:pt x="1427" y="1015"/>
                    <a:pt x="1436" y="1067"/>
                  </a:cubicBezTo>
                  <a:cubicBezTo>
                    <a:pt x="1453" y="1118"/>
                    <a:pt x="1461" y="1170"/>
                    <a:pt x="1479" y="1221"/>
                  </a:cubicBezTo>
                  <a:lnTo>
                    <a:pt x="1479" y="1230"/>
                  </a:lnTo>
                  <a:cubicBezTo>
                    <a:pt x="1513" y="1316"/>
                    <a:pt x="1565" y="1333"/>
                    <a:pt x="1590" y="1419"/>
                  </a:cubicBezTo>
                  <a:cubicBezTo>
                    <a:pt x="1608" y="1462"/>
                    <a:pt x="1599" y="1574"/>
                    <a:pt x="1616" y="1617"/>
                  </a:cubicBezTo>
                  <a:cubicBezTo>
                    <a:pt x="1628" y="1635"/>
                    <a:pt x="1636" y="1653"/>
                    <a:pt x="1640" y="1670"/>
                  </a:cubicBezTo>
                  <a:lnTo>
                    <a:pt x="1640" y="1670"/>
                  </a:lnTo>
                  <a:cubicBezTo>
                    <a:pt x="1645" y="1661"/>
                    <a:pt x="1654" y="1652"/>
                    <a:pt x="1659" y="1642"/>
                  </a:cubicBezTo>
                  <a:cubicBezTo>
                    <a:pt x="1668" y="1617"/>
                    <a:pt x="1668" y="1591"/>
                    <a:pt x="1676" y="1565"/>
                  </a:cubicBezTo>
                  <a:cubicBezTo>
                    <a:pt x="1693" y="1531"/>
                    <a:pt x="1685" y="1505"/>
                    <a:pt x="1693" y="1471"/>
                  </a:cubicBezTo>
                  <a:cubicBezTo>
                    <a:pt x="1702" y="1445"/>
                    <a:pt x="1702" y="1410"/>
                    <a:pt x="1702" y="1376"/>
                  </a:cubicBezTo>
                  <a:cubicBezTo>
                    <a:pt x="1702" y="1350"/>
                    <a:pt x="1711" y="1333"/>
                    <a:pt x="1711" y="1307"/>
                  </a:cubicBezTo>
                  <a:cubicBezTo>
                    <a:pt x="1711" y="1282"/>
                    <a:pt x="1702" y="1256"/>
                    <a:pt x="1693" y="1230"/>
                  </a:cubicBezTo>
                  <a:cubicBezTo>
                    <a:pt x="1685" y="1161"/>
                    <a:pt x="1668" y="1101"/>
                    <a:pt x="1659" y="1041"/>
                  </a:cubicBezTo>
                  <a:cubicBezTo>
                    <a:pt x="1651" y="981"/>
                    <a:pt x="1659" y="921"/>
                    <a:pt x="1625" y="878"/>
                  </a:cubicBezTo>
                  <a:cubicBezTo>
                    <a:pt x="1599" y="843"/>
                    <a:pt x="1565" y="818"/>
                    <a:pt x="1539" y="792"/>
                  </a:cubicBezTo>
                  <a:cubicBezTo>
                    <a:pt x="1513" y="758"/>
                    <a:pt x="1513" y="723"/>
                    <a:pt x="1504" y="689"/>
                  </a:cubicBezTo>
                  <a:cubicBezTo>
                    <a:pt x="1487" y="663"/>
                    <a:pt x="1479" y="637"/>
                    <a:pt x="1461" y="620"/>
                  </a:cubicBezTo>
                  <a:cubicBezTo>
                    <a:pt x="1436" y="594"/>
                    <a:pt x="1419" y="569"/>
                    <a:pt x="1393" y="534"/>
                  </a:cubicBezTo>
                  <a:cubicBezTo>
                    <a:pt x="1350" y="491"/>
                    <a:pt x="1290" y="465"/>
                    <a:pt x="1255" y="405"/>
                  </a:cubicBezTo>
                  <a:lnTo>
                    <a:pt x="1238" y="380"/>
                  </a:lnTo>
                  <a:cubicBezTo>
                    <a:pt x="1230" y="362"/>
                    <a:pt x="1212" y="354"/>
                    <a:pt x="1195" y="337"/>
                  </a:cubicBezTo>
                  <a:cubicBezTo>
                    <a:pt x="1169" y="311"/>
                    <a:pt x="1144" y="285"/>
                    <a:pt x="1109" y="276"/>
                  </a:cubicBezTo>
                  <a:cubicBezTo>
                    <a:pt x="1083" y="268"/>
                    <a:pt x="1066" y="259"/>
                    <a:pt x="1041" y="251"/>
                  </a:cubicBezTo>
                  <a:cubicBezTo>
                    <a:pt x="1006" y="225"/>
                    <a:pt x="955" y="216"/>
                    <a:pt x="912" y="199"/>
                  </a:cubicBezTo>
                  <a:cubicBezTo>
                    <a:pt x="894" y="199"/>
                    <a:pt x="877" y="191"/>
                    <a:pt x="860" y="182"/>
                  </a:cubicBezTo>
                  <a:cubicBezTo>
                    <a:pt x="834" y="182"/>
                    <a:pt x="809" y="182"/>
                    <a:pt x="791" y="173"/>
                  </a:cubicBezTo>
                  <a:cubicBezTo>
                    <a:pt x="748" y="156"/>
                    <a:pt x="731" y="122"/>
                    <a:pt x="705" y="96"/>
                  </a:cubicBezTo>
                  <a:cubicBezTo>
                    <a:pt x="662" y="62"/>
                    <a:pt x="628" y="27"/>
                    <a:pt x="577" y="10"/>
                  </a:cubicBezTo>
                  <a:cubicBezTo>
                    <a:pt x="542" y="1"/>
                    <a:pt x="508" y="1"/>
                    <a:pt x="473" y="1"/>
                  </a:cubicBezTo>
                  <a:cubicBezTo>
                    <a:pt x="446" y="1"/>
                    <a:pt x="419" y="0"/>
                    <a:pt x="391" y="0"/>
                  </a:cubicBezTo>
                  <a:close/>
                  <a:moveTo>
                    <a:pt x="1640" y="1670"/>
                  </a:moveTo>
                  <a:cubicBezTo>
                    <a:pt x="1635" y="1678"/>
                    <a:pt x="1634" y="1686"/>
                    <a:pt x="1642" y="1694"/>
                  </a:cubicBezTo>
                  <a:cubicBezTo>
                    <a:pt x="1642" y="1686"/>
                    <a:pt x="1641" y="1678"/>
                    <a:pt x="1640" y="167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2" name="Google Shape;16952;p54">
              <a:extLst>
                <a:ext uri="{FF2B5EF4-FFF2-40B4-BE49-F238E27FC236}">
                  <a16:creationId xmlns:a16="http://schemas.microsoft.com/office/drawing/2014/main" id="{75CEB2C4-53CB-ACA6-8B6D-72EA89EB26D1}"/>
                </a:ext>
              </a:extLst>
            </p:cNvPr>
            <p:cNvSpPr/>
            <p:nvPr/>
          </p:nvSpPr>
          <p:spPr>
            <a:xfrm>
              <a:off x="5752300" y="1334125"/>
              <a:ext cx="7525" cy="26000"/>
            </a:xfrm>
            <a:custGeom>
              <a:avLst/>
              <a:gdLst/>
              <a:ahLst/>
              <a:cxnLst/>
              <a:rect l="l" t="t" r="r" b="b"/>
              <a:pathLst>
                <a:path w="301" h="1040" extrusionOk="0">
                  <a:moveTo>
                    <a:pt x="103" y="0"/>
                  </a:moveTo>
                  <a:cubicBezTo>
                    <a:pt x="77" y="0"/>
                    <a:pt x="103" y="60"/>
                    <a:pt x="103" y="69"/>
                  </a:cubicBezTo>
                  <a:cubicBezTo>
                    <a:pt x="112" y="95"/>
                    <a:pt x="112" y="112"/>
                    <a:pt x="112" y="137"/>
                  </a:cubicBezTo>
                  <a:cubicBezTo>
                    <a:pt x="112" y="152"/>
                    <a:pt x="100" y="166"/>
                    <a:pt x="101" y="166"/>
                  </a:cubicBezTo>
                  <a:cubicBezTo>
                    <a:pt x="101" y="166"/>
                    <a:pt x="102" y="165"/>
                    <a:pt x="103" y="163"/>
                  </a:cubicBezTo>
                  <a:lnTo>
                    <a:pt x="103" y="180"/>
                  </a:lnTo>
                  <a:cubicBezTo>
                    <a:pt x="112" y="198"/>
                    <a:pt x="112" y="206"/>
                    <a:pt x="112" y="223"/>
                  </a:cubicBezTo>
                  <a:cubicBezTo>
                    <a:pt x="112" y="275"/>
                    <a:pt x="129" y="318"/>
                    <a:pt x="138" y="369"/>
                  </a:cubicBezTo>
                  <a:cubicBezTo>
                    <a:pt x="138" y="404"/>
                    <a:pt x="146" y="438"/>
                    <a:pt x="120" y="473"/>
                  </a:cubicBezTo>
                  <a:lnTo>
                    <a:pt x="103" y="498"/>
                  </a:lnTo>
                  <a:lnTo>
                    <a:pt x="95" y="533"/>
                  </a:lnTo>
                  <a:lnTo>
                    <a:pt x="86" y="558"/>
                  </a:lnTo>
                  <a:cubicBezTo>
                    <a:pt x="86" y="576"/>
                    <a:pt x="86" y="593"/>
                    <a:pt x="86" y="610"/>
                  </a:cubicBezTo>
                  <a:cubicBezTo>
                    <a:pt x="86" y="636"/>
                    <a:pt x="95" y="653"/>
                    <a:pt x="95" y="679"/>
                  </a:cubicBezTo>
                  <a:cubicBezTo>
                    <a:pt x="103" y="696"/>
                    <a:pt x="103" y="713"/>
                    <a:pt x="103" y="739"/>
                  </a:cubicBezTo>
                  <a:cubicBezTo>
                    <a:pt x="103" y="756"/>
                    <a:pt x="103" y="782"/>
                    <a:pt x="95" y="799"/>
                  </a:cubicBezTo>
                  <a:cubicBezTo>
                    <a:pt x="95" y="825"/>
                    <a:pt x="86" y="851"/>
                    <a:pt x="86" y="876"/>
                  </a:cubicBezTo>
                  <a:cubicBezTo>
                    <a:pt x="86" y="902"/>
                    <a:pt x="77" y="936"/>
                    <a:pt x="69" y="962"/>
                  </a:cubicBezTo>
                  <a:cubicBezTo>
                    <a:pt x="66" y="968"/>
                    <a:pt x="63" y="974"/>
                    <a:pt x="60" y="979"/>
                  </a:cubicBezTo>
                  <a:lnTo>
                    <a:pt x="60" y="979"/>
                  </a:lnTo>
                  <a:cubicBezTo>
                    <a:pt x="63" y="977"/>
                    <a:pt x="66" y="974"/>
                    <a:pt x="69" y="971"/>
                  </a:cubicBezTo>
                  <a:cubicBezTo>
                    <a:pt x="86" y="962"/>
                    <a:pt x="103" y="945"/>
                    <a:pt x="120" y="928"/>
                  </a:cubicBezTo>
                  <a:cubicBezTo>
                    <a:pt x="138" y="919"/>
                    <a:pt x="146" y="894"/>
                    <a:pt x="155" y="876"/>
                  </a:cubicBezTo>
                  <a:cubicBezTo>
                    <a:pt x="163" y="859"/>
                    <a:pt x="163" y="842"/>
                    <a:pt x="172" y="825"/>
                  </a:cubicBezTo>
                  <a:cubicBezTo>
                    <a:pt x="180" y="808"/>
                    <a:pt x="189" y="782"/>
                    <a:pt x="189" y="765"/>
                  </a:cubicBezTo>
                  <a:cubicBezTo>
                    <a:pt x="206" y="747"/>
                    <a:pt x="215" y="722"/>
                    <a:pt x="232" y="705"/>
                  </a:cubicBezTo>
                  <a:cubicBezTo>
                    <a:pt x="266" y="670"/>
                    <a:pt x="301" y="653"/>
                    <a:pt x="292" y="601"/>
                  </a:cubicBezTo>
                  <a:cubicBezTo>
                    <a:pt x="292" y="558"/>
                    <a:pt x="275" y="515"/>
                    <a:pt x="266" y="473"/>
                  </a:cubicBezTo>
                  <a:cubicBezTo>
                    <a:pt x="266" y="455"/>
                    <a:pt x="258" y="438"/>
                    <a:pt x="258" y="430"/>
                  </a:cubicBezTo>
                  <a:cubicBezTo>
                    <a:pt x="249" y="412"/>
                    <a:pt x="249" y="395"/>
                    <a:pt x="249" y="378"/>
                  </a:cubicBezTo>
                  <a:cubicBezTo>
                    <a:pt x="249" y="344"/>
                    <a:pt x="241" y="309"/>
                    <a:pt x="232" y="275"/>
                  </a:cubicBezTo>
                  <a:cubicBezTo>
                    <a:pt x="223" y="241"/>
                    <a:pt x="223" y="223"/>
                    <a:pt x="223" y="189"/>
                  </a:cubicBezTo>
                  <a:cubicBezTo>
                    <a:pt x="223" y="155"/>
                    <a:pt x="215" y="112"/>
                    <a:pt x="206" y="86"/>
                  </a:cubicBezTo>
                  <a:cubicBezTo>
                    <a:pt x="198" y="69"/>
                    <a:pt x="189" y="52"/>
                    <a:pt x="180" y="43"/>
                  </a:cubicBezTo>
                  <a:lnTo>
                    <a:pt x="163" y="17"/>
                  </a:lnTo>
                  <a:lnTo>
                    <a:pt x="138" y="17"/>
                  </a:lnTo>
                  <a:lnTo>
                    <a:pt x="120" y="9"/>
                  </a:lnTo>
                  <a:lnTo>
                    <a:pt x="103" y="0"/>
                  </a:lnTo>
                  <a:close/>
                  <a:moveTo>
                    <a:pt x="60" y="979"/>
                  </a:moveTo>
                  <a:lnTo>
                    <a:pt x="60" y="979"/>
                  </a:lnTo>
                  <a:cubicBezTo>
                    <a:pt x="46" y="993"/>
                    <a:pt x="32" y="1007"/>
                    <a:pt x="17" y="1014"/>
                  </a:cubicBezTo>
                  <a:lnTo>
                    <a:pt x="0" y="1040"/>
                  </a:lnTo>
                  <a:cubicBezTo>
                    <a:pt x="17" y="1031"/>
                    <a:pt x="34" y="1022"/>
                    <a:pt x="43" y="1014"/>
                  </a:cubicBezTo>
                  <a:cubicBezTo>
                    <a:pt x="49" y="1002"/>
                    <a:pt x="54" y="991"/>
                    <a:pt x="60" y="979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3" name="Google Shape;16953;p54">
              <a:extLst>
                <a:ext uri="{FF2B5EF4-FFF2-40B4-BE49-F238E27FC236}">
                  <a16:creationId xmlns:a16="http://schemas.microsoft.com/office/drawing/2014/main" id="{5BF87B28-8559-88A1-C5B6-5778845CCEB9}"/>
                </a:ext>
              </a:extLst>
            </p:cNvPr>
            <p:cNvSpPr/>
            <p:nvPr/>
          </p:nvSpPr>
          <p:spPr>
            <a:xfrm>
              <a:off x="5697950" y="1327025"/>
              <a:ext cx="29875" cy="34925"/>
            </a:xfrm>
            <a:custGeom>
              <a:avLst/>
              <a:gdLst/>
              <a:ahLst/>
              <a:cxnLst/>
              <a:rect l="l" t="t" r="r" b="b"/>
              <a:pathLst>
                <a:path w="1195" h="1397" extrusionOk="0">
                  <a:moveTo>
                    <a:pt x="799" y="396"/>
                  </a:moveTo>
                  <a:lnTo>
                    <a:pt x="805" y="401"/>
                  </a:lnTo>
                  <a:lnTo>
                    <a:pt x="805" y="401"/>
                  </a:lnTo>
                  <a:cubicBezTo>
                    <a:pt x="804" y="398"/>
                    <a:pt x="802" y="396"/>
                    <a:pt x="799" y="396"/>
                  </a:cubicBezTo>
                  <a:close/>
                  <a:moveTo>
                    <a:pt x="1031" y="0"/>
                  </a:moveTo>
                  <a:cubicBezTo>
                    <a:pt x="1049" y="35"/>
                    <a:pt x="1049" y="78"/>
                    <a:pt x="1057" y="121"/>
                  </a:cubicBezTo>
                  <a:cubicBezTo>
                    <a:pt x="1066" y="172"/>
                    <a:pt x="1074" y="207"/>
                    <a:pt x="1066" y="258"/>
                  </a:cubicBezTo>
                  <a:cubicBezTo>
                    <a:pt x="1057" y="327"/>
                    <a:pt x="1031" y="404"/>
                    <a:pt x="1006" y="473"/>
                  </a:cubicBezTo>
                  <a:lnTo>
                    <a:pt x="980" y="430"/>
                  </a:lnTo>
                  <a:cubicBezTo>
                    <a:pt x="963" y="413"/>
                    <a:pt x="954" y="396"/>
                    <a:pt x="937" y="379"/>
                  </a:cubicBezTo>
                  <a:cubicBezTo>
                    <a:pt x="920" y="387"/>
                    <a:pt x="937" y="413"/>
                    <a:pt x="920" y="421"/>
                  </a:cubicBezTo>
                  <a:cubicBezTo>
                    <a:pt x="903" y="387"/>
                    <a:pt x="903" y="344"/>
                    <a:pt x="894" y="310"/>
                  </a:cubicBezTo>
                  <a:cubicBezTo>
                    <a:pt x="885" y="275"/>
                    <a:pt x="868" y="250"/>
                    <a:pt x="860" y="215"/>
                  </a:cubicBezTo>
                  <a:cubicBezTo>
                    <a:pt x="851" y="198"/>
                    <a:pt x="842" y="181"/>
                    <a:pt x="834" y="164"/>
                  </a:cubicBezTo>
                  <a:cubicBezTo>
                    <a:pt x="825" y="147"/>
                    <a:pt x="817" y="112"/>
                    <a:pt x="799" y="112"/>
                  </a:cubicBezTo>
                  <a:cubicBezTo>
                    <a:pt x="799" y="112"/>
                    <a:pt x="799" y="112"/>
                    <a:pt x="774" y="138"/>
                  </a:cubicBezTo>
                  <a:cubicBezTo>
                    <a:pt x="808" y="164"/>
                    <a:pt x="799" y="232"/>
                    <a:pt x="808" y="267"/>
                  </a:cubicBezTo>
                  <a:cubicBezTo>
                    <a:pt x="808" y="310"/>
                    <a:pt x="808" y="361"/>
                    <a:pt x="808" y="404"/>
                  </a:cubicBezTo>
                  <a:lnTo>
                    <a:pt x="805" y="401"/>
                  </a:lnTo>
                  <a:lnTo>
                    <a:pt x="805" y="401"/>
                  </a:lnTo>
                  <a:cubicBezTo>
                    <a:pt x="808" y="410"/>
                    <a:pt x="808" y="426"/>
                    <a:pt x="808" y="439"/>
                  </a:cubicBezTo>
                  <a:cubicBezTo>
                    <a:pt x="817" y="464"/>
                    <a:pt x="825" y="490"/>
                    <a:pt x="825" y="516"/>
                  </a:cubicBezTo>
                  <a:cubicBezTo>
                    <a:pt x="834" y="559"/>
                    <a:pt x="817" y="585"/>
                    <a:pt x="799" y="619"/>
                  </a:cubicBezTo>
                  <a:cubicBezTo>
                    <a:pt x="782" y="602"/>
                    <a:pt x="782" y="576"/>
                    <a:pt x="765" y="542"/>
                  </a:cubicBezTo>
                  <a:cubicBezTo>
                    <a:pt x="765" y="533"/>
                    <a:pt x="731" y="473"/>
                    <a:pt x="722" y="464"/>
                  </a:cubicBezTo>
                  <a:lnTo>
                    <a:pt x="705" y="516"/>
                  </a:lnTo>
                  <a:cubicBezTo>
                    <a:pt x="696" y="533"/>
                    <a:pt x="688" y="550"/>
                    <a:pt x="671" y="568"/>
                  </a:cubicBezTo>
                  <a:cubicBezTo>
                    <a:pt x="662" y="585"/>
                    <a:pt x="662" y="602"/>
                    <a:pt x="645" y="619"/>
                  </a:cubicBezTo>
                  <a:cubicBezTo>
                    <a:pt x="619" y="662"/>
                    <a:pt x="567" y="714"/>
                    <a:pt x="567" y="765"/>
                  </a:cubicBezTo>
                  <a:lnTo>
                    <a:pt x="576" y="739"/>
                  </a:lnTo>
                  <a:lnTo>
                    <a:pt x="585" y="774"/>
                  </a:lnTo>
                  <a:cubicBezTo>
                    <a:pt x="593" y="808"/>
                    <a:pt x="576" y="842"/>
                    <a:pt x="559" y="877"/>
                  </a:cubicBezTo>
                  <a:cubicBezTo>
                    <a:pt x="533" y="911"/>
                    <a:pt x="499" y="937"/>
                    <a:pt x="464" y="954"/>
                  </a:cubicBezTo>
                  <a:cubicBezTo>
                    <a:pt x="447" y="963"/>
                    <a:pt x="439" y="971"/>
                    <a:pt x="421" y="980"/>
                  </a:cubicBezTo>
                  <a:lnTo>
                    <a:pt x="413" y="989"/>
                  </a:lnTo>
                  <a:cubicBezTo>
                    <a:pt x="407" y="993"/>
                    <a:pt x="401" y="994"/>
                    <a:pt x="395" y="994"/>
                  </a:cubicBezTo>
                  <a:cubicBezTo>
                    <a:pt x="376" y="994"/>
                    <a:pt x="357" y="976"/>
                    <a:pt x="344" y="963"/>
                  </a:cubicBezTo>
                  <a:cubicBezTo>
                    <a:pt x="310" y="928"/>
                    <a:pt x="284" y="894"/>
                    <a:pt x="241" y="885"/>
                  </a:cubicBezTo>
                  <a:lnTo>
                    <a:pt x="224" y="920"/>
                  </a:lnTo>
                  <a:cubicBezTo>
                    <a:pt x="220" y="921"/>
                    <a:pt x="216" y="922"/>
                    <a:pt x="212" y="922"/>
                  </a:cubicBezTo>
                  <a:cubicBezTo>
                    <a:pt x="194" y="922"/>
                    <a:pt x="171" y="911"/>
                    <a:pt x="164" y="911"/>
                  </a:cubicBezTo>
                  <a:cubicBezTo>
                    <a:pt x="138" y="903"/>
                    <a:pt x="121" y="894"/>
                    <a:pt x="104" y="885"/>
                  </a:cubicBezTo>
                  <a:cubicBezTo>
                    <a:pt x="95" y="911"/>
                    <a:pt x="86" y="928"/>
                    <a:pt x="86" y="963"/>
                  </a:cubicBezTo>
                  <a:cubicBezTo>
                    <a:pt x="78" y="1006"/>
                    <a:pt x="69" y="1040"/>
                    <a:pt x="52" y="1074"/>
                  </a:cubicBezTo>
                  <a:cubicBezTo>
                    <a:pt x="43" y="1092"/>
                    <a:pt x="43" y="1109"/>
                    <a:pt x="43" y="1117"/>
                  </a:cubicBezTo>
                  <a:lnTo>
                    <a:pt x="18" y="1152"/>
                  </a:lnTo>
                  <a:cubicBezTo>
                    <a:pt x="0" y="1178"/>
                    <a:pt x="18" y="1195"/>
                    <a:pt x="35" y="1220"/>
                  </a:cubicBezTo>
                  <a:cubicBezTo>
                    <a:pt x="52" y="1272"/>
                    <a:pt x="78" y="1306"/>
                    <a:pt x="121" y="1332"/>
                  </a:cubicBezTo>
                  <a:cubicBezTo>
                    <a:pt x="172" y="1367"/>
                    <a:pt x="207" y="1392"/>
                    <a:pt x="267" y="1392"/>
                  </a:cubicBezTo>
                  <a:cubicBezTo>
                    <a:pt x="295" y="1392"/>
                    <a:pt x="324" y="1388"/>
                    <a:pt x="355" y="1388"/>
                  </a:cubicBezTo>
                  <a:cubicBezTo>
                    <a:pt x="371" y="1388"/>
                    <a:pt x="387" y="1389"/>
                    <a:pt x="404" y="1392"/>
                  </a:cubicBezTo>
                  <a:cubicBezTo>
                    <a:pt x="421" y="1392"/>
                    <a:pt x="435" y="1396"/>
                    <a:pt x="449" y="1396"/>
                  </a:cubicBezTo>
                  <a:cubicBezTo>
                    <a:pt x="457" y="1396"/>
                    <a:pt x="464" y="1395"/>
                    <a:pt x="473" y="1392"/>
                  </a:cubicBezTo>
                  <a:cubicBezTo>
                    <a:pt x="482" y="1384"/>
                    <a:pt x="499" y="1375"/>
                    <a:pt x="507" y="1367"/>
                  </a:cubicBezTo>
                  <a:cubicBezTo>
                    <a:pt x="533" y="1358"/>
                    <a:pt x="567" y="1349"/>
                    <a:pt x="593" y="1332"/>
                  </a:cubicBezTo>
                  <a:cubicBezTo>
                    <a:pt x="628" y="1315"/>
                    <a:pt x="645" y="1306"/>
                    <a:pt x="688" y="1306"/>
                  </a:cubicBezTo>
                  <a:cubicBezTo>
                    <a:pt x="705" y="1306"/>
                    <a:pt x="722" y="1306"/>
                    <a:pt x="739" y="1298"/>
                  </a:cubicBezTo>
                  <a:cubicBezTo>
                    <a:pt x="774" y="1281"/>
                    <a:pt x="799" y="1263"/>
                    <a:pt x="834" y="1238"/>
                  </a:cubicBezTo>
                  <a:cubicBezTo>
                    <a:pt x="851" y="1220"/>
                    <a:pt x="877" y="1212"/>
                    <a:pt x="894" y="1195"/>
                  </a:cubicBezTo>
                  <a:cubicBezTo>
                    <a:pt x="920" y="1178"/>
                    <a:pt x="928" y="1152"/>
                    <a:pt x="945" y="1117"/>
                  </a:cubicBezTo>
                  <a:cubicBezTo>
                    <a:pt x="954" y="1100"/>
                    <a:pt x="988" y="1066"/>
                    <a:pt x="1006" y="1057"/>
                  </a:cubicBezTo>
                  <a:cubicBezTo>
                    <a:pt x="1031" y="1040"/>
                    <a:pt x="1057" y="1040"/>
                    <a:pt x="1074" y="1014"/>
                  </a:cubicBezTo>
                  <a:cubicBezTo>
                    <a:pt x="1100" y="989"/>
                    <a:pt x="1100" y="963"/>
                    <a:pt x="1117" y="928"/>
                  </a:cubicBezTo>
                  <a:cubicBezTo>
                    <a:pt x="1143" y="868"/>
                    <a:pt x="1143" y="791"/>
                    <a:pt x="1143" y="722"/>
                  </a:cubicBezTo>
                  <a:cubicBezTo>
                    <a:pt x="1143" y="662"/>
                    <a:pt x="1152" y="602"/>
                    <a:pt x="1160" y="542"/>
                  </a:cubicBezTo>
                  <a:cubicBezTo>
                    <a:pt x="1177" y="490"/>
                    <a:pt x="1186" y="439"/>
                    <a:pt x="1195" y="387"/>
                  </a:cubicBezTo>
                  <a:cubicBezTo>
                    <a:pt x="1195" y="370"/>
                    <a:pt x="1186" y="344"/>
                    <a:pt x="1186" y="318"/>
                  </a:cubicBezTo>
                  <a:cubicBezTo>
                    <a:pt x="1177" y="301"/>
                    <a:pt x="1177" y="284"/>
                    <a:pt x="1177" y="267"/>
                  </a:cubicBezTo>
                  <a:cubicBezTo>
                    <a:pt x="1169" y="232"/>
                    <a:pt x="1160" y="198"/>
                    <a:pt x="1143" y="164"/>
                  </a:cubicBezTo>
                  <a:cubicBezTo>
                    <a:pt x="1126" y="95"/>
                    <a:pt x="1066" y="52"/>
                    <a:pt x="1031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4" name="Google Shape;16954;p54">
              <a:extLst>
                <a:ext uri="{FF2B5EF4-FFF2-40B4-BE49-F238E27FC236}">
                  <a16:creationId xmlns:a16="http://schemas.microsoft.com/office/drawing/2014/main" id="{39321427-CF1F-EFE5-D3E5-3A02A160A58F}"/>
                </a:ext>
              </a:extLst>
            </p:cNvPr>
            <p:cNvSpPr/>
            <p:nvPr/>
          </p:nvSpPr>
          <p:spPr>
            <a:xfrm>
              <a:off x="5689775" y="1307950"/>
              <a:ext cx="27525" cy="21450"/>
            </a:xfrm>
            <a:custGeom>
              <a:avLst/>
              <a:gdLst/>
              <a:ahLst/>
              <a:cxnLst/>
              <a:rect l="l" t="t" r="r" b="b"/>
              <a:pathLst>
                <a:path w="1101" h="858" extrusionOk="0">
                  <a:moveTo>
                    <a:pt x="620" y="0"/>
                  </a:moveTo>
                  <a:cubicBezTo>
                    <a:pt x="611" y="0"/>
                    <a:pt x="602" y="2"/>
                    <a:pt x="594" y="7"/>
                  </a:cubicBezTo>
                  <a:cubicBezTo>
                    <a:pt x="577" y="16"/>
                    <a:pt x="559" y="33"/>
                    <a:pt x="551" y="42"/>
                  </a:cubicBezTo>
                  <a:cubicBezTo>
                    <a:pt x="534" y="59"/>
                    <a:pt x="534" y="59"/>
                    <a:pt x="516" y="68"/>
                  </a:cubicBezTo>
                  <a:lnTo>
                    <a:pt x="448" y="68"/>
                  </a:lnTo>
                  <a:cubicBezTo>
                    <a:pt x="431" y="76"/>
                    <a:pt x="413" y="102"/>
                    <a:pt x="396" y="102"/>
                  </a:cubicBezTo>
                  <a:lnTo>
                    <a:pt x="362" y="119"/>
                  </a:lnTo>
                  <a:lnTo>
                    <a:pt x="327" y="136"/>
                  </a:lnTo>
                  <a:cubicBezTo>
                    <a:pt x="310" y="145"/>
                    <a:pt x="310" y="162"/>
                    <a:pt x="293" y="179"/>
                  </a:cubicBezTo>
                  <a:cubicBezTo>
                    <a:pt x="276" y="205"/>
                    <a:pt x="242" y="214"/>
                    <a:pt x="224" y="222"/>
                  </a:cubicBezTo>
                  <a:cubicBezTo>
                    <a:pt x="199" y="231"/>
                    <a:pt x="181" y="239"/>
                    <a:pt x="173" y="257"/>
                  </a:cubicBezTo>
                  <a:cubicBezTo>
                    <a:pt x="138" y="291"/>
                    <a:pt x="113" y="343"/>
                    <a:pt x="95" y="394"/>
                  </a:cubicBezTo>
                  <a:cubicBezTo>
                    <a:pt x="95" y="420"/>
                    <a:pt x="87" y="446"/>
                    <a:pt x="78" y="471"/>
                  </a:cubicBezTo>
                  <a:cubicBezTo>
                    <a:pt x="70" y="489"/>
                    <a:pt x="61" y="506"/>
                    <a:pt x="52" y="523"/>
                  </a:cubicBezTo>
                  <a:cubicBezTo>
                    <a:pt x="52" y="540"/>
                    <a:pt x="52" y="557"/>
                    <a:pt x="52" y="566"/>
                  </a:cubicBezTo>
                  <a:cubicBezTo>
                    <a:pt x="48" y="538"/>
                    <a:pt x="43" y="530"/>
                    <a:pt x="40" y="530"/>
                  </a:cubicBezTo>
                  <a:cubicBezTo>
                    <a:pt x="37" y="530"/>
                    <a:pt x="35" y="536"/>
                    <a:pt x="35" y="540"/>
                  </a:cubicBezTo>
                  <a:lnTo>
                    <a:pt x="27" y="574"/>
                  </a:lnTo>
                  <a:cubicBezTo>
                    <a:pt x="27" y="600"/>
                    <a:pt x="10" y="609"/>
                    <a:pt x="1" y="635"/>
                  </a:cubicBezTo>
                  <a:lnTo>
                    <a:pt x="1" y="652"/>
                  </a:lnTo>
                  <a:cubicBezTo>
                    <a:pt x="1" y="669"/>
                    <a:pt x="1" y="695"/>
                    <a:pt x="1" y="721"/>
                  </a:cubicBezTo>
                  <a:cubicBezTo>
                    <a:pt x="1" y="738"/>
                    <a:pt x="1" y="755"/>
                    <a:pt x="1" y="781"/>
                  </a:cubicBezTo>
                  <a:cubicBezTo>
                    <a:pt x="10" y="806"/>
                    <a:pt x="18" y="832"/>
                    <a:pt x="18" y="858"/>
                  </a:cubicBezTo>
                  <a:lnTo>
                    <a:pt x="35" y="824"/>
                  </a:lnTo>
                  <a:cubicBezTo>
                    <a:pt x="52" y="806"/>
                    <a:pt x="52" y="789"/>
                    <a:pt x="52" y="772"/>
                  </a:cubicBezTo>
                  <a:cubicBezTo>
                    <a:pt x="61" y="738"/>
                    <a:pt x="61" y="712"/>
                    <a:pt x="70" y="686"/>
                  </a:cubicBezTo>
                  <a:cubicBezTo>
                    <a:pt x="87" y="660"/>
                    <a:pt x="95" y="643"/>
                    <a:pt x="113" y="635"/>
                  </a:cubicBezTo>
                  <a:cubicBezTo>
                    <a:pt x="130" y="626"/>
                    <a:pt x="138" y="609"/>
                    <a:pt x="147" y="592"/>
                  </a:cubicBezTo>
                  <a:cubicBezTo>
                    <a:pt x="173" y="549"/>
                    <a:pt x="199" y="506"/>
                    <a:pt x="233" y="463"/>
                  </a:cubicBezTo>
                  <a:cubicBezTo>
                    <a:pt x="267" y="420"/>
                    <a:pt x="302" y="394"/>
                    <a:pt x="327" y="351"/>
                  </a:cubicBezTo>
                  <a:cubicBezTo>
                    <a:pt x="362" y="282"/>
                    <a:pt x="422" y="248"/>
                    <a:pt x="482" y="248"/>
                  </a:cubicBezTo>
                  <a:cubicBezTo>
                    <a:pt x="516" y="248"/>
                    <a:pt x="551" y="257"/>
                    <a:pt x="577" y="257"/>
                  </a:cubicBezTo>
                  <a:cubicBezTo>
                    <a:pt x="602" y="248"/>
                    <a:pt x="620" y="239"/>
                    <a:pt x="628" y="222"/>
                  </a:cubicBezTo>
                  <a:lnTo>
                    <a:pt x="654" y="188"/>
                  </a:lnTo>
                  <a:lnTo>
                    <a:pt x="662" y="179"/>
                  </a:lnTo>
                  <a:lnTo>
                    <a:pt x="705" y="162"/>
                  </a:lnTo>
                  <a:cubicBezTo>
                    <a:pt x="723" y="154"/>
                    <a:pt x="731" y="145"/>
                    <a:pt x="748" y="136"/>
                  </a:cubicBezTo>
                  <a:lnTo>
                    <a:pt x="774" y="119"/>
                  </a:lnTo>
                  <a:lnTo>
                    <a:pt x="800" y="93"/>
                  </a:lnTo>
                  <a:cubicBezTo>
                    <a:pt x="817" y="76"/>
                    <a:pt x="851" y="76"/>
                    <a:pt x="869" y="76"/>
                  </a:cubicBezTo>
                  <a:cubicBezTo>
                    <a:pt x="920" y="76"/>
                    <a:pt x="972" y="93"/>
                    <a:pt x="1023" y="93"/>
                  </a:cubicBezTo>
                  <a:lnTo>
                    <a:pt x="1066" y="102"/>
                  </a:lnTo>
                  <a:lnTo>
                    <a:pt x="1101" y="102"/>
                  </a:lnTo>
                  <a:lnTo>
                    <a:pt x="1058" y="76"/>
                  </a:lnTo>
                  <a:cubicBezTo>
                    <a:pt x="1041" y="68"/>
                    <a:pt x="1023" y="59"/>
                    <a:pt x="1006" y="50"/>
                  </a:cubicBezTo>
                  <a:cubicBezTo>
                    <a:pt x="980" y="42"/>
                    <a:pt x="955" y="42"/>
                    <a:pt x="937" y="33"/>
                  </a:cubicBezTo>
                  <a:cubicBezTo>
                    <a:pt x="930" y="31"/>
                    <a:pt x="923" y="31"/>
                    <a:pt x="915" y="31"/>
                  </a:cubicBezTo>
                  <a:cubicBezTo>
                    <a:pt x="893" y="31"/>
                    <a:pt x="870" y="36"/>
                    <a:pt x="849" y="36"/>
                  </a:cubicBezTo>
                  <a:cubicBezTo>
                    <a:pt x="841" y="36"/>
                    <a:pt x="833" y="35"/>
                    <a:pt x="826" y="33"/>
                  </a:cubicBezTo>
                  <a:cubicBezTo>
                    <a:pt x="774" y="25"/>
                    <a:pt x="731" y="16"/>
                    <a:pt x="688" y="16"/>
                  </a:cubicBezTo>
                  <a:cubicBezTo>
                    <a:pt x="665" y="10"/>
                    <a:pt x="641" y="0"/>
                    <a:pt x="620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5" name="Google Shape;16955;p54">
              <a:extLst>
                <a:ext uri="{FF2B5EF4-FFF2-40B4-BE49-F238E27FC236}">
                  <a16:creationId xmlns:a16="http://schemas.microsoft.com/office/drawing/2014/main" id="{306C2B21-7D95-49A0-E765-E6B2ED3902E5}"/>
                </a:ext>
              </a:extLst>
            </p:cNvPr>
            <p:cNvSpPr/>
            <p:nvPr/>
          </p:nvSpPr>
          <p:spPr>
            <a:xfrm>
              <a:off x="5693225" y="1318825"/>
              <a:ext cx="29225" cy="37875"/>
            </a:xfrm>
            <a:custGeom>
              <a:avLst/>
              <a:gdLst/>
              <a:ahLst/>
              <a:cxnLst/>
              <a:rect l="l" t="t" r="r" b="b"/>
              <a:pathLst>
                <a:path w="1169" h="1515" extrusionOk="0">
                  <a:moveTo>
                    <a:pt x="771" y="1"/>
                  </a:moveTo>
                  <a:cubicBezTo>
                    <a:pt x="747" y="1"/>
                    <a:pt x="725" y="6"/>
                    <a:pt x="705" y="11"/>
                  </a:cubicBezTo>
                  <a:cubicBezTo>
                    <a:pt x="662" y="19"/>
                    <a:pt x="628" y="36"/>
                    <a:pt x="593" y="62"/>
                  </a:cubicBezTo>
                  <a:cubicBezTo>
                    <a:pt x="550" y="88"/>
                    <a:pt x="490" y="88"/>
                    <a:pt x="447" y="122"/>
                  </a:cubicBezTo>
                  <a:cubicBezTo>
                    <a:pt x="421" y="139"/>
                    <a:pt x="396" y="165"/>
                    <a:pt x="370" y="182"/>
                  </a:cubicBezTo>
                  <a:cubicBezTo>
                    <a:pt x="335" y="200"/>
                    <a:pt x="301" y="217"/>
                    <a:pt x="275" y="251"/>
                  </a:cubicBezTo>
                  <a:cubicBezTo>
                    <a:pt x="232" y="294"/>
                    <a:pt x="172" y="311"/>
                    <a:pt x="129" y="346"/>
                  </a:cubicBezTo>
                  <a:cubicBezTo>
                    <a:pt x="104" y="363"/>
                    <a:pt x="78" y="397"/>
                    <a:pt x="61" y="423"/>
                  </a:cubicBezTo>
                  <a:cubicBezTo>
                    <a:pt x="35" y="449"/>
                    <a:pt x="18" y="509"/>
                    <a:pt x="9" y="543"/>
                  </a:cubicBezTo>
                  <a:cubicBezTo>
                    <a:pt x="9" y="595"/>
                    <a:pt x="18" y="655"/>
                    <a:pt x="18" y="707"/>
                  </a:cubicBezTo>
                  <a:cubicBezTo>
                    <a:pt x="9" y="749"/>
                    <a:pt x="0" y="784"/>
                    <a:pt x="0" y="835"/>
                  </a:cubicBezTo>
                  <a:cubicBezTo>
                    <a:pt x="0" y="853"/>
                    <a:pt x="18" y="870"/>
                    <a:pt x="18" y="896"/>
                  </a:cubicBezTo>
                  <a:lnTo>
                    <a:pt x="18" y="930"/>
                  </a:lnTo>
                  <a:cubicBezTo>
                    <a:pt x="18" y="947"/>
                    <a:pt x="26" y="956"/>
                    <a:pt x="35" y="973"/>
                  </a:cubicBezTo>
                  <a:cubicBezTo>
                    <a:pt x="35" y="999"/>
                    <a:pt x="35" y="1016"/>
                    <a:pt x="43" y="1042"/>
                  </a:cubicBezTo>
                  <a:cubicBezTo>
                    <a:pt x="61" y="1085"/>
                    <a:pt x="78" y="1136"/>
                    <a:pt x="95" y="1179"/>
                  </a:cubicBezTo>
                  <a:cubicBezTo>
                    <a:pt x="104" y="1222"/>
                    <a:pt x="138" y="1256"/>
                    <a:pt x="164" y="1299"/>
                  </a:cubicBezTo>
                  <a:cubicBezTo>
                    <a:pt x="189" y="1334"/>
                    <a:pt x="215" y="1368"/>
                    <a:pt x="241" y="1402"/>
                  </a:cubicBezTo>
                  <a:cubicBezTo>
                    <a:pt x="250" y="1420"/>
                    <a:pt x="267" y="1428"/>
                    <a:pt x="275" y="1445"/>
                  </a:cubicBezTo>
                  <a:cubicBezTo>
                    <a:pt x="279" y="1449"/>
                    <a:pt x="282" y="1453"/>
                    <a:pt x="285" y="1458"/>
                  </a:cubicBezTo>
                  <a:lnTo>
                    <a:pt x="285" y="1458"/>
                  </a:lnTo>
                  <a:cubicBezTo>
                    <a:pt x="284" y="1453"/>
                    <a:pt x="284" y="1448"/>
                    <a:pt x="284" y="1445"/>
                  </a:cubicBezTo>
                  <a:cubicBezTo>
                    <a:pt x="275" y="1428"/>
                    <a:pt x="284" y="1411"/>
                    <a:pt x="275" y="1402"/>
                  </a:cubicBezTo>
                  <a:cubicBezTo>
                    <a:pt x="275" y="1385"/>
                    <a:pt x="267" y="1377"/>
                    <a:pt x="267" y="1359"/>
                  </a:cubicBezTo>
                  <a:cubicBezTo>
                    <a:pt x="258" y="1325"/>
                    <a:pt x="258" y="1308"/>
                    <a:pt x="284" y="1291"/>
                  </a:cubicBezTo>
                  <a:cubicBezTo>
                    <a:pt x="301" y="1274"/>
                    <a:pt x="344" y="1256"/>
                    <a:pt x="353" y="1239"/>
                  </a:cubicBezTo>
                  <a:cubicBezTo>
                    <a:pt x="353" y="1213"/>
                    <a:pt x="327" y="1179"/>
                    <a:pt x="318" y="1162"/>
                  </a:cubicBezTo>
                  <a:cubicBezTo>
                    <a:pt x="301" y="1136"/>
                    <a:pt x="293" y="1110"/>
                    <a:pt x="284" y="1093"/>
                  </a:cubicBezTo>
                  <a:cubicBezTo>
                    <a:pt x="250" y="1024"/>
                    <a:pt x="250" y="947"/>
                    <a:pt x="267" y="887"/>
                  </a:cubicBezTo>
                  <a:cubicBezTo>
                    <a:pt x="284" y="853"/>
                    <a:pt x="284" y="818"/>
                    <a:pt x="284" y="784"/>
                  </a:cubicBezTo>
                  <a:cubicBezTo>
                    <a:pt x="284" y="749"/>
                    <a:pt x="301" y="715"/>
                    <a:pt x="318" y="681"/>
                  </a:cubicBezTo>
                  <a:cubicBezTo>
                    <a:pt x="353" y="612"/>
                    <a:pt x="370" y="518"/>
                    <a:pt x="413" y="449"/>
                  </a:cubicBezTo>
                  <a:cubicBezTo>
                    <a:pt x="422" y="431"/>
                    <a:pt x="433" y="426"/>
                    <a:pt x="445" y="426"/>
                  </a:cubicBezTo>
                  <a:cubicBezTo>
                    <a:pt x="457" y="426"/>
                    <a:pt x="470" y="431"/>
                    <a:pt x="483" y="431"/>
                  </a:cubicBezTo>
                  <a:cubicBezTo>
                    <a:pt x="494" y="431"/>
                    <a:pt x="505" y="428"/>
                    <a:pt x="516" y="414"/>
                  </a:cubicBezTo>
                  <a:cubicBezTo>
                    <a:pt x="550" y="371"/>
                    <a:pt x="585" y="346"/>
                    <a:pt x="628" y="337"/>
                  </a:cubicBezTo>
                  <a:cubicBezTo>
                    <a:pt x="671" y="320"/>
                    <a:pt x="696" y="320"/>
                    <a:pt x="731" y="311"/>
                  </a:cubicBezTo>
                  <a:cubicBezTo>
                    <a:pt x="752" y="300"/>
                    <a:pt x="778" y="290"/>
                    <a:pt x="800" y="290"/>
                  </a:cubicBezTo>
                  <a:cubicBezTo>
                    <a:pt x="813" y="290"/>
                    <a:pt x="824" y="293"/>
                    <a:pt x="834" y="303"/>
                  </a:cubicBezTo>
                  <a:cubicBezTo>
                    <a:pt x="851" y="320"/>
                    <a:pt x="868" y="346"/>
                    <a:pt x="885" y="354"/>
                  </a:cubicBezTo>
                  <a:cubicBezTo>
                    <a:pt x="892" y="358"/>
                    <a:pt x="899" y="359"/>
                    <a:pt x="906" y="359"/>
                  </a:cubicBezTo>
                  <a:cubicBezTo>
                    <a:pt x="937" y="359"/>
                    <a:pt x="973" y="335"/>
                    <a:pt x="1014" y="328"/>
                  </a:cubicBezTo>
                  <a:lnTo>
                    <a:pt x="1040" y="380"/>
                  </a:lnTo>
                  <a:lnTo>
                    <a:pt x="1057" y="397"/>
                  </a:lnTo>
                  <a:lnTo>
                    <a:pt x="1100" y="440"/>
                  </a:lnTo>
                  <a:cubicBezTo>
                    <a:pt x="1100" y="406"/>
                    <a:pt x="1134" y="380"/>
                    <a:pt x="1143" y="346"/>
                  </a:cubicBezTo>
                  <a:cubicBezTo>
                    <a:pt x="1169" y="303"/>
                    <a:pt x="1152" y="286"/>
                    <a:pt x="1134" y="243"/>
                  </a:cubicBezTo>
                  <a:cubicBezTo>
                    <a:pt x="1100" y="182"/>
                    <a:pt x="1040" y="122"/>
                    <a:pt x="988" y="71"/>
                  </a:cubicBezTo>
                  <a:cubicBezTo>
                    <a:pt x="963" y="54"/>
                    <a:pt x="954" y="45"/>
                    <a:pt x="920" y="45"/>
                  </a:cubicBezTo>
                  <a:cubicBezTo>
                    <a:pt x="885" y="36"/>
                    <a:pt x="860" y="19"/>
                    <a:pt x="825" y="11"/>
                  </a:cubicBezTo>
                  <a:cubicBezTo>
                    <a:pt x="807" y="3"/>
                    <a:pt x="789" y="1"/>
                    <a:pt x="771" y="1"/>
                  </a:cubicBezTo>
                  <a:close/>
                  <a:moveTo>
                    <a:pt x="285" y="1458"/>
                  </a:moveTo>
                  <a:cubicBezTo>
                    <a:pt x="288" y="1480"/>
                    <a:pt x="297" y="1514"/>
                    <a:pt x="318" y="1514"/>
                  </a:cubicBezTo>
                  <a:cubicBezTo>
                    <a:pt x="305" y="1500"/>
                    <a:pt x="296" y="1476"/>
                    <a:pt x="285" y="1458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6956" name="Google Shape;16956;p54">
            <a:extLst>
              <a:ext uri="{FF2B5EF4-FFF2-40B4-BE49-F238E27FC236}">
                <a16:creationId xmlns:a16="http://schemas.microsoft.com/office/drawing/2014/main" id="{CAD5B1F1-4A79-F441-3C13-085EDDD8EAC6}"/>
              </a:ext>
            </a:extLst>
          </p:cNvPr>
          <p:cNvGrpSpPr/>
          <p:nvPr/>
        </p:nvGrpSpPr>
        <p:grpSpPr>
          <a:xfrm>
            <a:off x="6781121" y="3880308"/>
            <a:ext cx="611425" cy="883552"/>
            <a:chOff x="8092696" y="3393258"/>
            <a:chExt cx="611425" cy="883552"/>
          </a:xfrm>
        </p:grpSpPr>
        <p:sp>
          <p:nvSpPr>
            <p:cNvPr id="16957" name="Google Shape;16957;p54">
              <a:extLst>
                <a:ext uri="{FF2B5EF4-FFF2-40B4-BE49-F238E27FC236}">
                  <a16:creationId xmlns:a16="http://schemas.microsoft.com/office/drawing/2014/main" id="{6F7E71FA-8149-C89A-EFD2-5348A64D60FF}"/>
                </a:ext>
              </a:extLst>
            </p:cNvPr>
            <p:cNvSpPr/>
            <p:nvPr/>
          </p:nvSpPr>
          <p:spPr>
            <a:xfrm>
              <a:off x="8552235" y="4108157"/>
              <a:ext cx="66044" cy="42790"/>
            </a:xfrm>
            <a:custGeom>
              <a:avLst/>
              <a:gdLst/>
              <a:ahLst/>
              <a:cxnLst/>
              <a:rect l="l" t="t" r="r" b="b"/>
              <a:pathLst>
                <a:path w="764" h="495" extrusionOk="0">
                  <a:moveTo>
                    <a:pt x="121" y="0"/>
                  </a:moveTo>
                  <a:cubicBezTo>
                    <a:pt x="71" y="211"/>
                    <a:pt x="1" y="331"/>
                    <a:pt x="21" y="391"/>
                  </a:cubicBezTo>
                  <a:cubicBezTo>
                    <a:pt x="30" y="427"/>
                    <a:pt x="254" y="495"/>
                    <a:pt x="466" y="495"/>
                  </a:cubicBezTo>
                  <a:cubicBezTo>
                    <a:pt x="492" y="495"/>
                    <a:pt x="517" y="494"/>
                    <a:pt x="542" y="492"/>
                  </a:cubicBezTo>
                  <a:cubicBezTo>
                    <a:pt x="763" y="462"/>
                    <a:pt x="593" y="0"/>
                    <a:pt x="5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8" name="Google Shape;16958;p54">
              <a:extLst>
                <a:ext uri="{FF2B5EF4-FFF2-40B4-BE49-F238E27FC236}">
                  <a16:creationId xmlns:a16="http://schemas.microsoft.com/office/drawing/2014/main" id="{CA8D3395-9E0A-3BA7-5759-522CE99D43C6}"/>
                </a:ext>
              </a:extLst>
            </p:cNvPr>
            <p:cNvSpPr/>
            <p:nvPr/>
          </p:nvSpPr>
          <p:spPr>
            <a:xfrm>
              <a:off x="8553099" y="4115937"/>
              <a:ext cx="46075" cy="34751"/>
            </a:xfrm>
            <a:custGeom>
              <a:avLst/>
              <a:gdLst/>
              <a:ahLst/>
              <a:cxnLst/>
              <a:rect l="l" t="t" r="r" b="b"/>
              <a:pathLst>
                <a:path w="533" h="402" extrusionOk="0">
                  <a:moveTo>
                    <a:pt x="512" y="0"/>
                  </a:moveTo>
                  <a:lnTo>
                    <a:pt x="512" y="0"/>
                  </a:lnTo>
                  <a:cubicBezTo>
                    <a:pt x="482" y="11"/>
                    <a:pt x="452" y="11"/>
                    <a:pt x="412" y="11"/>
                  </a:cubicBezTo>
                  <a:lnTo>
                    <a:pt x="402" y="11"/>
                  </a:lnTo>
                  <a:cubicBezTo>
                    <a:pt x="412" y="91"/>
                    <a:pt x="412" y="171"/>
                    <a:pt x="362" y="231"/>
                  </a:cubicBezTo>
                  <a:cubicBezTo>
                    <a:pt x="342" y="261"/>
                    <a:pt x="312" y="271"/>
                    <a:pt x="282" y="271"/>
                  </a:cubicBezTo>
                  <a:cubicBezTo>
                    <a:pt x="241" y="271"/>
                    <a:pt x="201" y="251"/>
                    <a:pt x="161" y="241"/>
                  </a:cubicBezTo>
                  <a:cubicBezTo>
                    <a:pt x="121" y="231"/>
                    <a:pt x="71" y="211"/>
                    <a:pt x="21" y="211"/>
                  </a:cubicBezTo>
                  <a:cubicBezTo>
                    <a:pt x="11" y="251"/>
                    <a:pt x="1" y="281"/>
                    <a:pt x="11" y="301"/>
                  </a:cubicBezTo>
                  <a:cubicBezTo>
                    <a:pt x="21" y="342"/>
                    <a:pt x="231" y="402"/>
                    <a:pt x="422" y="402"/>
                  </a:cubicBezTo>
                  <a:lnTo>
                    <a:pt x="512" y="402"/>
                  </a:lnTo>
                  <a:cubicBezTo>
                    <a:pt x="512" y="331"/>
                    <a:pt x="522" y="231"/>
                    <a:pt x="532" y="131"/>
                  </a:cubicBezTo>
                  <a:cubicBezTo>
                    <a:pt x="502" y="101"/>
                    <a:pt x="502" y="61"/>
                    <a:pt x="5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9" name="Google Shape;16959;p54">
              <a:extLst>
                <a:ext uri="{FF2B5EF4-FFF2-40B4-BE49-F238E27FC236}">
                  <a16:creationId xmlns:a16="http://schemas.microsoft.com/office/drawing/2014/main" id="{0D8C2FAD-F803-3273-A971-1DBE87558CFD}"/>
                </a:ext>
              </a:extLst>
            </p:cNvPr>
            <p:cNvSpPr/>
            <p:nvPr/>
          </p:nvSpPr>
          <p:spPr>
            <a:xfrm>
              <a:off x="8596494" y="4120086"/>
              <a:ext cx="62500" cy="45384"/>
            </a:xfrm>
            <a:custGeom>
              <a:avLst/>
              <a:gdLst/>
              <a:ahLst/>
              <a:cxnLst/>
              <a:rect l="l" t="t" r="r" b="b"/>
              <a:pathLst>
                <a:path w="723" h="525" extrusionOk="0">
                  <a:moveTo>
                    <a:pt x="512" y="0"/>
                  </a:moveTo>
                  <a:cubicBezTo>
                    <a:pt x="343" y="0"/>
                    <a:pt x="40" y="43"/>
                    <a:pt x="40" y="43"/>
                  </a:cubicBezTo>
                  <a:cubicBezTo>
                    <a:pt x="20" y="203"/>
                    <a:pt x="0" y="374"/>
                    <a:pt x="20" y="434"/>
                  </a:cubicBezTo>
                  <a:cubicBezTo>
                    <a:pt x="30" y="504"/>
                    <a:pt x="281" y="524"/>
                    <a:pt x="442" y="524"/>
                  </a:cubicBezTo>
                  <a:cubicBezTo>
                    <a:pt x="592" y="514"/>
                    <a:pt x="702" y="484"/>
                    <a:pt x="712" y="444"/>
                  </a:cubicBezTo>
                  <a:cubicBezTo>
                    <a:pt x="722" y="414"/>
                    <a:pt x="622" y="83"/>
                    <a:pt x="622" y="23"/>
                  </a:cubicBezTo>
                  <a:cubicBezTo>
                    <a:pt x="619" y="6"/>
                    <a:pt x="575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0" name="Google Shape;16960;p54">
              <a:extLst>
                <a:ext uri="{FF2B5EF4-FFF2-40B4-BE49-F238E27FC236}">
                  <a16:creationId xmlns:a16="http://schemas.microsoft.com/office/drawing/2014/main" id="{59B7B07A-742A-5140-6361-5D741AFCF7F9}"/>
                </a:ext>
              </a:extLst>
            </p:cNvPr>
            <p:cNvSpPr/>
            <p:nvPr/>
          </p:nvSpPr>
          <p:spPr>
            <a:xfrm>
              <a:off x="8597359" y="4127175"/>
              <a:ext cx="60771" cy="38295"/>
            </a:xfrm>
            <a:custGeom>
              <a:avLst/>
              <a:gdLst/>
              <a:ahLst/>
              <a:cxnLst/>
              <a:rect l="l" t="t" r="r" b="b"/>
              <a:pathLst>
                <a:path w="703" h="443" extrusionOk="0">
                  <a:moveTo>
                    <a:pt x="622" y="1"/>
                  </a:moveTo>
                  <a:cubicBezTo>
                    <a:pt x="592" y="31"/>
                    <a:pt x="542" y="31"/>
                    <a:pt x="452" y="31"/>
                  </a:cubicBezTo>
                  <a:lnTo>
                    <a:pt x="432" y="31"/>
                  </a:lnTo>
                  <a:cubicBezTo>
                    <a:pt x="422" y="81"/>
                    <a:pt x="442" y="131"/>
                    <a:pt x="452" y="201"/>
                  </a:cubicBezTo>
                  <a:cubicBezTo>
                    <a:pt x="462" y="252"/>
                    <a:pt x="462" y="322"/>
                    <a:pt x="412" y="352"/>
                  </a:cubicBezTo>
                  <a:lnTo>
                    <a:pt x="381" y="352"/>
                  </a:lnTo>
                  <a:cubicBezTo>
                    <a:pt x="351" y="352"/>
                    <a:pt x="331" y="342"/>
                    <a:pt x="301" y="342"/>
                  </a:cubicBezTo>
                  <a:lnTo>
                    <a:pt x="281" y="342"/>
                  </a:lnTo>
                  <a:cubicBezTo>
                    <a:pt x="251" y="342"/>
                    <a:pt x="221" y="342"/>
                    <a:pt x="191" y="352"/>
                  </a:cubicBezTo>
                  <a:lnTo>
                    <a:pt x="101" y="352"/>
                  </a:lnTo>
                  <a:cubicBezTo>
                    <a:pt x="71" y="352"/>
                    <a:pt x="30" y="352"/>
                    <a:pt x="0" y="332"/>
                  </a:cubicBezTo>
                  <a:lnTo>
                    <a:pt x="0" y="332"/>
                  </a:lnTo>
                  <a:lnTo>
                    <a:pt x="10" y="352"/>
                  </a:lnTo>
                  <a:cubicBezTo>
                    <a:pt x="20" y="412"/>
                    <a:pt x="241" y="442"/>
                    <a:pt x="402" y="442"/>
                  </a:cubicBezTo>
                  <a:lnTo>
                    <a:pt x="432" y="442"/>
                  </a:lnTo>
                  <a:cubicBezTo>
                    <a:pt x="582" y="432"/>
                    <a:pt x="692" y="402"/>
                    <a:pt x="702" y="362"/>
                  </a:cubicBezTo>
                  <a:cubicBezTo>
                    <a:pt x="702" y="362"/>
                    <a:pt x="702" y="362"/>
                    <a:pt x="702" y="352"/>
                  </a:cubicBezTo>
                  <a:cubicBezTo>
                    <a:pt x="702" y="302"/>
                    <a:pt x="652" y="111"/>
                    <a:pt x="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1" name="Google Shape;16961;p54">
              <a:extLst>
                <a:ext uri="{FF2B5EF4-FFF2-40B4-BE49-F238E27FC236}">
                  <a16:creationId xmlns:a16="http://schemas.microsoft.com/office/drawing/2014/main" id="{6D6FA150-5C8B-2415-AD90-D22ACB4F4E43}"/>
                </a:ext>
              </a:extLst>
            </p:cNvPr>
            <p:cNvSpPr/>
            <p:nvPr/>
          </p:nvSpPr>
          <p:spPr>
            <a:xfrm>
              <a:off x="8245270" y="4228661"/>
              <a:ext cx="70366" cy="48150"/>
            </a:xfrm>
            <a:custGeom>
              <a:avLst/>
              <a:gdLst/>
              <a:ahLst/>
              <a:cxnLst/>
              <a:rect l="l" t="t" r="r" b="b"/>
              <a:pathLst>
                <a:path w="814" h="557" extrusionOk="0">
                  <a:moveTo>
                    <a:pt x="191" y="0"/>
                  </a:moveTo>
                  <a:cubicBezTo>
                    <a:pt x="71" y="191"/>
                    <a:pt x="1" y="402"/>
                    <a:pt x="11" y="442"/>
                  </a:cubicBezTo>
                  <a:cubicBezTo>
                    <a:pt x="21" y="482"/>
                    <a:pt x="181" y="522"/>
                    <a:pt x="402" y="542"/>
                  </a:cubicBezTo>
                  <a:cubicBezTo>
                    <a:pt x="476" y="552"/>
                    <a:pt x="539" y="557"/>
                    <a:pt x="592" y="557"/>
                  </a:cubicBezTo>
                  <a:cubicBezTo>
                    <a:pt x="699" y="557"/>
                    <a:pt x="763" y="539"/>
                    <a:pt x="783" y="512"/>
                  </a:cubicBezTo>
                  <a:cubicBezTo>
                    <a:pt x="813" y="482"/>
                    <a:pt x="773" y="111"/>
                    <a:pt x="773" y="111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2" name="Google Shape;16962;p54">
              <a:extLst>
                <a:ext uri="{FF2B5EF4-FFF2-40B4-BE49-F238E27FC236}">
                  <a16:creationId xmlns:a16="http://schemas.microsoft.com/office/drawing/2014/main" id="{AB1971E9-6B68-F0CE-4A17-1EA1D95D0E60}"/>
                </a:ext>
              </a:extLst>
            </p:cNvPr>
            <p:cNvSpPr/>
            <p:nvPr/>
          </p:nvSpPr>
          <p:spPr>
            <a:xfrm>
              <a:off x="8246135" y="4266783"/>
              <a:ext cx="86" cy="8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D8D7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3" name="Google Shape;16963;p54">
              <a:extLst>
                <a:ext uri="{FF2B5EF4-FFF2-40B4-BE49-F238E27FC236}">
                  <a16:creationId xmlns:a16="http://schemas.microsoft.com/office/drawing/2014/main" id="{38451034-EC3F-2F03-5064-12E619E2715B}"/>
                </a:ext>
              </a:extLst>
            </p:cNvPr>
            <p:cNvSpPr/>
            <p:nvPr/>
          </p:nvSpPr>
          <p:spPr>
            <a:xfrm>
              <a:off x="8246135" y="4241627"/>
              <a:ext cx="68637" cy="34837"/>
            </a:xfrm>
            <a:custGeom>
              <a:avLst/>
              <a:gdLst/>
              <a:ahLst/>
              <a:cxnLst/>
              <a:rect l="l" t="t" r="r" b="b"/>
              <a:pathLst>
                <a:path w="794" h="403" extrusionOk="0">
                  <a:moveTo>
                    <a:pt x="573" y="1"/>
                  </a:moveTo>
                  <a:cubicBezTo>
                    <a:pt x="573" y="81"/>
                    <a:pt x="583" y="222"/>
                    <a:pt x="573" y="242"/>
                  </a:cubicBezTo>
                  <a:cubicBezTo>
                    <a:pt x="553" y="292"/>
                    <a:pt x="462" y="302"/>
                    <a:pt x="382" y="302"/>
                  </a:cubicBezTo>
                  <a:lnTo>
                    <a:pt x="282" y="302"/>
                  </a:lnTo>
                  <a:cubicBezTo>
                    <a:pt x="232" y="292"/>
                    <a:pt x="111" y="222"/>
                    <a:pt x="11" y="222"/>
                  </a:cubicBezTo>
                  <a:cubicBezTo>
                    <a:pt x="1" y="252"/>
                    <a:pt x="1" y="282"/>
                    <a:pt x="1" y="292"/>
                  </a:cubicBezTo>
                  <a:cubicBezTo>
                    <a:pt x="11" y="332"/>
                    <a:pt x="171" y="372"/>
                    <a:pt x="392" y="392"/>
                  </a:cubicBezTo>
                  <a:cubicBezTo>
                    <a:pt x="402" y="392"/>
                    <a:pt x="422" y="402"/>
                    <a:pt x="432" y="402"/>
                  </a:cubicBezTo>
                  <a:lnTo>
                    <a:pt x="573" y="402"/>
                  </a:lnTo>
                  <a:cubicBezTo>
                    <a:pt x="683" y="402"/>
                    <a:pt x="753" y="392"/>
                    <a:pt x="773" y="362"/>
                  </a:cubicBezTo>
                  <a:cubicBezTo>
                    <a:pt x="793" y="332"/>
                    <a:pt x="773" y="111"/>
                    <a:pt x="763" y="11"/>
                  </a:cubicBezTo>
                  <a:lnTo>
                    <a:pt x="733" y="11"/>
                  </a:lnTo>
                  <a:cubicBezTo>
                    <a:pt x="693" y="11"/>
                    <a:pt x="633" y="11"/>
                    <a:pt x="5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4" name="Google Shape;16964;p54">
              <a:extLst>
                <a:ext uri="{FF2B5EF4-FFF2-40B4-BE49-F238E27FC236}">
                  <a16:creationId xmlns:a16="http://schemas.microsoft.com/office/drawing/2014/main" id="{A71738B4-BC2C-B25F-48B6-F6E27E453F97}"/>
                </a:ext>
              </a:extLst>
            </p:cNvPr>
            <p:cNvSpPr/>
            <p:nvPr/>
          </p:nvSpPr>
          <p:spPr>
            <a:xfrm>
              <a:off x="8388336" y="4224425"/>
              <a:ext cx="72095" cy="51348"/>
            </a:xfrm>
            <a:custGeom>
              <a:avLst/>
              <a:gdLst/>
              <a:ahLst/>
              <a:cxnLst/>
              <a:rect l="l" t="t" r="r" b="b"/>
              <a:pathLst>
                <a:path w="834" h="594" extrusionOk="0">
                  <a:moveTo>
                    <a:pt x="686" y="0"/>
                  </a:moveTo>
                  <a:cubicBezTo>
                    <a:pt x="559" y="0"/>
                    <a:pt x="51" y="210"/>
                    <a:pt x="51" y="210"/>
                  </a:cubicBezTo>
                  <a:cubicBezTo>
                    <a:pt x="41" y="370"/>
                    <a:pt x="1" y="501"/>
                    <a:pt x="51" y="541"/>
                  </a:cubicBezTo>
                  <a:cubicBezTo>
                    <a:pt x="103" y="567"/>
                    <a:pt x="261" y="593"/>
                    <a:pt x="432" y="593"/>
                  </a:cubicBezTo>
                  <a:cubicBezTo>
                    <a:pt x="459" y="593"/>
                    <a:pt x="486" y="592"/>
                    <a:pt x="513" y="591"/>
                  </a:cubicBezTo>
                  <a:cubicBezTo>
                    <a:pt x="723" y="571"/>
                    <a:pt x="823" y="521"/>
                    <a:pt x="823" y="491"/>
                  </a:cubicBezTo>
                  <a:cubicBezTo>
                    <a:pt x="833" y="461"/>
                    <a:pt x="733" y="80"/>
                    <a:pt x="713" y="9"/>
                  </a:cubicBezTo>
                  <a:cubicBezTo>
                    <a:pt x="710" y="3"/>
                    <a:pt x="700" y="0"/>
                    <a:pt x="6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5" name="Google Shape;16965;p54">
              <a:extLst>
                <a:ext uri="{FF2B5EF4-FFF2-40B4-BE49-F238E27FC236}">
                  <a16:creationId xmlns:a16="http://schemas.microsoft.com/office/drawing/2014/main" id="{CFE556C6-458B-8B91-43C3-A1F5B40FED04}"/>
                </a:ext>
              </a:extLst>
            </p:cNvPr>
            <p:cNvSpPr/>
            <p:nvPr/>
          </p:nvSpPr>
          <p:spPr>
            <a:xfrm>
              <a:off x="8392745" y="4243356"/>
              <a:ext cx="66822" cy="32244"/>
            </a:xfrm>
            <a:custGeom>
              <a:avLst/>
              <a:gdLst/>
              <a:ahLst/>
              <a:cxnLst/>
              <a:rect l="l" t="t" r="r" b="b"/>
              <a:pathLst>
                <a:path w="773" h="373" extrusionOk="0">
                  <a:moveTo>
                    <a:pt x="341" y="372"/>
                  </a:moveTo>
                  <a:cubicBezTo>
                    <a:pt x="181" y="372"/>
                    <a:pt x="50" y="352"/>
                    <a:pt x="0" y="322"/>
                  </a:cubicBezTo>
                  <a:lnTo>
                    <a:pt x="0" y="322"/>
                  </a:lnTo>
                  <a:lnTo>
                    <a:pt x="0" y="322"/>
                  </a:lnTo>
                  <a:cubicBezTo>
                    <a:pt x="50" y="352"/>
                    <a:pt x="181" y="372"/>
                    <a:pt x="341" y="372"/>
                  </a:cubicBezTo>
                  <a:cubicBezTo>
                    <a:pt x="381" y="372"/>
                    <a:pt x="421" y="372"/>
                    <a:pt x="462" y="372"/>
                  </a:cubicBezTo>
                  <a:cubicBezTo>
                    <a:pt x="672" y="352"/>
                    <a:pt x="772" y="302"/>
                    <a:pt x="772" y="272"/>
                  </a:cubicBezTo>
                  <a:cubicBezTo>
                    <a:pt x="772" y="272"/>
                    <a:pt x="772" y="272"/>
                    <a:pt x="772" y="272"/>
                  </a:cubicBezTo>
                  <a:cubicBezTo>
                    <a:pt x="772" y="272"/>
                    <a:pt x="772" y="272"/>
                    <a:pt x="772" y="272"/>
                  </a:cubicBezTo>
                  <a:cubicBezTo>
                    <a:pt x="772" y="302"/>
                    <a:pt x="672" y="352"/>
                    <a:pt x="462" y="372"/>
                  </a:cubicBezTo>
                  <a:cubicBezTo>
                    <a:pt x="421" y="372"/>
                    <a:pt x="381" y="372"/>
                    <a:pt x="341" y="372"/>
                  </a:cubicBezTo>
                  <a:close/>
                  <a:moveTo>
                    <a:pt x="772" y="272"/>
                  </a:moveTo>
                  <a:lnTo>
                    <a:pt x="772" y="272"/>
                  </a:lnTo>
                  <a:lnTo>
                    <a:pt x="772" y="272"/>
                  </a:lnTo>
                  <a:close/>
                  <a:moveTo>
                    <a:pt x="772" y="272"/>
                  </a:moveTo>
                  <a:lnTo>
                    <a:pt x="772" y="272"/>
                  </a:lnTo>
                  <a:lnTo>
                    <a:pt x="772" y="272"/>
                  </a:lnTo>
                  <a:close/>
                  <a:moveTo>
                    <a:pt x="772" y="272"/>
                  </a:moveTo>
                  <a:lnTo>
                    <a:pt x="772" y="272"/>
                  </a:lnTo>
                  <a:lnTo>
                    <a:pt x="772" y="272"/>
                  </a:lnTo>
                  <a:close/>
                  <a:moveTo>
                    <a:pt x="772" y="272"/>
                  </a:moveTo>
                  <a:lnTo>
                    <a:pt x="772" y="272"/>
                  </a:lnTo>
                  <a:lnTo>
                    <a:pt x="772" y="272"/>
                  </a:lnTo>
                  <a:close/>
                  <a:moveTo>
                    <a:pt x="772" y="272"/>
                  </a:moveTo>
                  <a:lnTo>
                    <a:pt x="772" y="272"/>
                  </a:lnTo>
                  <a:lnTo>
                    <a:pt x="772" y="272"/>
                  </a:lnTo>
                  <a:close/>
                  <a:moveTo>
                    <a:pt x="762" y="212"/>
                  </a:moveTo>
                  <a:cubicBezTo>
                    <a:pt x="762" y="212"/>
                    <a:pt x="762" y="212"/>
                    <a:pt x="762" y="212"/>
                  </a:cubicBezTo>
                  <a:cubicBezTo>
                    <a:pt x="762" y="212"/>
                    <a:pt x="762" y="212"/>
                    <a:pt x="762" y="212"/>
                  </a:cubicBezTo>
                  <a:close/>
                  <a:moveTo>
                    <a:pt x="762" y="212"/>
                  </a:moveTo>
                  <a:cubicBezTo>
                    <a:pt x="762" y="212"/>
                    <a:pt x="762" y="202"/>
                    <a:pt x="762" y="202"/>
                  </a:cubicBezTo>
                  <a:cubicBezTo>
                    <a:pt x="762" y="202"/>
                    <a:pt x="762" y="212"/>
                    <a:pt x="762" y="212"/>
                  </a:cubicBezTo>
                  <a:close/>
                  <a:moveTo>
                    <a:pt x="762" y="202"/>
                  </a:moveTo>
                  <a:cubicBezTo>
                    <a:pt x="762" y="202"/>
                    <a:pt x="762" y="202"/>
                    <a:pt x="762" y="202"/>
                  </a:cubicBezTo>
                  <a:cubicBezTo>
                    <a:pt x="762" y="202"/>
                    <a:pt x="762" y="202"/>
                    <a:pt x="762" y="202"/>
                  </a:cubicBezTo>
                  <a:close/>
                  <a:moveTo>
                    <a:pt x="762" y="202"/>
                  </a:moveTo>
                  <a:cubicBezTo>
                    <a:pt x="762" y="202"/>
                    <a:pt x="762" y="202"/>
                    <a:pt x="762" y="202"/>
                  </a:cubicBezTo>
                  <a:cubicBezTo>
                    <a:pt x="762" y="202"/>
                    <a:pt x="762" y="202"/>
                    <a:pt x="762" y="202"/>
                  </a:cubicBezTo>
                  <a:close/>
                  <a:moveTo>
                    <a:pt x="762" y="202"/>
                  </a:moveTo>
                  <a:cubicBezTo>
                    <a:pt x="752" y="151"/>
                    <a:pt x="732" y="81"/>
                    <a:pt x="722" y="11"/>
                  </a:cubicBezTo>
                  <a:cubicBezTo>
                    <a:pt x="732" y="81"/>
                    <a:pt x="752" y="151"/>
                    <a:pt x="762" y="202"/>
                  </a:cubicBezTo>
                  <a:close/>
                  <a:moveTo>
                    <a:pt x="722" y="1"/>
                  </a:moveTo>
                  <a:lnTo>
                    <a:pt x="722" y="1"/>
                  </a:lnTo>
                  <a:lnTo>
                    <a:pt x="722" y="1"/>
                  </a:lnTo>
                  <a:close/>
                </a:path>
              </a:pathLst>
            </a:custGeom>
            <a:solidFill>
              <a:srgbClr val="B6CD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6" name="Google Shape;16966;p54">
              <a:extLst>
                <a:ext uri="{FF2B5EF4-FFF2-40B4-BE49-F238E27FC236}">
                  <a16:creationId xmlns:a16="http://schemas.microsoft.com/office/drawing/2014/main" id="{B648A23A-0453-6AC8-851F-DE332E144A5E}"/>
                </a:ext>
              </a:extLst>
            </p:cNvPr>
            <p:cNvSpPr/>
            <p:nvPr/>
          </p:nvSpPr>
          <p:spPr>
            <a:xfrm>
              <a:off x="8391016" y="4234712"/>
              <a:ext cx="68551" cy="40888"/>
            </a:xfrm>
            <a:custGeom>
              <a:avLst/>
              <a:gdLst/>
              <a:ahLst/>
              <a:cxnLst/>
              <a:rect l="l" t="t" r="r" b="b"/>
              <a:pathLst>
                <a:path w="793" h="473" extrusionOk="0">
                  <a:moveTo>
                    <a:pt x="712" y="1"/>
                  </a:moveTo>
                  <a:cubicBezTo>
                    <a:pt x="712" y="11"/>
                    <a:pt x="712" y="11"/>
                    <a:pt x="702" y="21"/>
                  </a:cubicBezTo>
                  <a:cubicBezTo>
                    <a:pt x="702" y="31"/>
                    <a:pt x="652" y="51"/>
                    <a:pt x="592" y="61"/>
                  </a:cubicBezTo>
                  <a:cubicBezTo>
                    <a:pt x="602" y="101"/>
                    <a:pt x="632" y="141"/>
                    <a:pt x="632" y="191"/>
                  </a:cubicBezTo>
                  <a:cubicBezTo>
                    <a:pt x="622" y="282"/>
                    <a:pt x="552" y="352"/>
                    <a:pt x="471" y="392"/>
                  </a:cubicBezTo>
                  <a:cubicBezTo>
                    <a:pt x="441" y="392"/>
                    <a:pt x="411" y="402"/>
                    <a:pt x="361" y="402"/>
                  </a:cubicBezTo>
                  <a:cubicBezTo>
                    <a:pt x="251" y="402"/>
                    <a:pt x="90" y="382"/>
                    <a:pt x="0" y="352"/>
                  </a:cubicBezTo>
                  <a:lnTo>
                    <a:pt x="0" y="352"/>
                  </a:lnTo>
                  <a:cubicBezTo>
                    <a:pt x="0" y="382"/>
                    <a:pt x="10" y="402"/>
                    <a:pt x="20" y="422"/>
                  </a:cubicBezTo>
                  <a:cubicBezTo>
                    <a:pt x="70" y="452"/>
                    <a:pt x="201" y="472"/>
                    <a:pt x="361" y="472"/>
                  </a:cubicBezTo>
                  <a:lnTo>
                    <a:pt x="482" y="472"/>
                  </a:lnTo>
                  <a:cubicBezTo>
                    <a:pt x="692" y="452"/>
                    <a:pt x="792" y="402"/>
                    <a:pt x="792" y="372"/>
                  </a:cubicBezTo>
                  <a:cubicBezTo>
                    <a:pt x="792" y="362"/>
                    <a:pt x="792" y="342"/>
                    <a:pt x="782" y="312"/>
                  </a:cubicBezTo>
                  <a:cubicBezTo>
                    <a:pt x="782" y="312"/>
                    <a:pt x="782" y="302"/>
                    <a:pt x="782" y="302"/>
                  </a:cubicBezTo>
                  <a:cubicBezTo>
                    <a:pt x="772" y="251"/>
                    <a:pt x="752" y="181"/>
                    <a:pt x="742" y="111"/>
                  </a:cubicBezTo>
                  <a:cubicBezTo>
                    <a:pt x="742" y="101"/>
                    <a:pt x="742" y="101"/>
                    <a:pt x="742" y="101"/>
                  </a:cubicBezTo>
                  <a:cubicBezTo>
                    <a:pt x="732" y="71"/>
                    <a:pt x="722" y="31"/>
                    <a:pt x="7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7" name="Google Shape;16967;p54">
              <a:extLst>
                <a:ext uri="{FF2B5EF4-FFF2-40B4-BE49-F238E27FC236}">
                  <a16:creationId xmlns:a16="http://schemas.microsoft.com/office/drawing/2014/main" id="{AD9A0498-C63B-682A-4EBE-9692D6819866}"/>
                </a:ext>
              </a:extLst>
            </p:cNvPr>
            <p:cNvSpPr/>
            <p:nvPr/>
          </p:nvSpPr>
          <p:spPr>
            <a:xfrm>
              <a:off x="8557421" y="3763934"/>
              <a:ext cx="71231" cy="353041"/>
            </a:xfrm>
            <a:custGeom>
              <a:avLst/>
              <a:gdLst/>
              <a:ahLst/>
              <a:cxnLst/>
              <a:rect l="l" t="t" r="r" b="b"/>
              <a:pathLst>
                <a:path w="824" h="4084" extrusionOk="0">
                  <a:moveTo>
                    <a:pt x="422" y="0"/>
                  </a:moveTo>
                  <a:lnTo>
                    <a:pt x="31" y="572"/>
                  </a:lnTo>
                  <a:cubicBezTo>
                    <a:pt x="121" y="963"/>
                    <a:pt x="191" y="1645"/>
                    <a:pt x="202" y="1936"/>
                  </a:cubicBezTo>
                  <a:cubicBezTo>
                    <a:pt x="202" y="2227"/>
                    <a:pt x="151" y="2618"/>
                    <a:pt x="111" y="2929"/>
                  </a:cubicBezTo>
                  <a:cubicBezTo>
                    <a:pt x="81" y="3230"/>
                    <a:pt x="151" y="3310"/>
                    <a:pt x="111" y="3511"/>
                  </a:cubicBezTo>
                  <a:cubicBezTo>
                    <a:pt x="81" y="3711"/>
                    <a:pt x="1" y="3992"/>
                    <a:pt x="31" y="4022"/>
                  </a:cubicBezTo>
                  <a:cubicBezTo>
                    <a:pt x="52" y="4050"/>
                    <a:pt x="221" y="4083"/>
                    <a:pt x="365" y="4083"/>
                  </a:cubicBezTo>
                  <a:cubicBezTo>
                    <a:pt x="426" y="4083"/>
                    <a:pt x="483" y="4077"/>
                    <a:pt x="522" y="4062"/>
                  </a:cubicBezTo>
                  <a:cubicBezTo>
                    <a:pt x="653" y="4002"/>
                    <a:pt x="633" y="3270"/>
                    <a:pt x="633" y="3270"/>
                  </a:cubicBezTo>
                  <a:lnTo>
                    <a:pt x="823" y="1053"/>
                  </a:lnTo>
                  <a:lnTo>
                    <a:pt x="643" y="100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8" name="Google Shape;16968;p54">
              <a:extLst>
                <a:ext uri="{FF2B5EF4-FFF2-40B4-BE49-F238E27FC236}">
                  <a16:creationId xmlns:a16="http://schemas.microsoft.com/office/drawing/2014/main" id="{F2D6BB5B-2E06-B430-CCA4-21A738F9DBEA}"/>
                </a:ext>
              </a:extLst>
            </p:cNvPr>
            <p:cNvSpPr/>
            <p:nvPr/>
          </p:nvSpPr>
          <p:spPr>
            <a:xfrm>
              <a:off x="8234032" y="3393258"/>
              <a:ext cx="470088" cy="851224"/>
            </a:xfrm>
            <a:custGeom>
              <a:avLst/>
              <a:gdLst/>
              <a:ahLst/>
              <a:cxnLst/>
              <a:rect l="l" t="t" r="r" b="b"/>
              <a:pathLst>
                <a:path w="5438" h="9847" extrusionOk="0">
                  <a:moveTo>
                    <a:pt x="3963" y="0"/>
                  </a:moveTo>
                  <a:cubicBezTo>
                    <a:pt x="3703" y="0"/>
                    <a:pt x="3445" y="125"/>
                    <a:pt x="3140" y="176"/>
                  </a:cubicBezTo>
                  <a:cubicBezTo>
                    <a:pt x="2709" y="246"/>
                    <a:pt x="2949" y="416"/>
                    <a:pt x="2368" y="677"/>
                  </a:cubicBezTo>
                  <a:cubicBezTo>
                    <a:pt x="1786" y="938"/>
                    <a:pt x="1284" y="1078"/>
                    <a:pt x="853" y="1108"/>
                  </a:cubicBezTo>
                  <a:cubicBezTo>
                    <a:pt x="432" y="1149"/>
                    <a:pt x="81" y="3235"/>
                    <a:pt x="81" y="3235"/>
                  </a:cubicBezTo>
                  <a:cubicBezTo>
                    <a:pt x="1" y="3897"/>
                    <a:pt x="51" y="4288"/>
                    <a:pt x="191" y="4649"/>
                  </a:cubicBezTo>
                  <a:cubicBezTo>
                    <a:pt x="332" y="5020"/>
                    <a:pt x="251" y="5231"/>
                    <a:pt x="362" y="5763"/>
                  </a:cubicBezTo>
                  <a:cubicBezTo>
                    <a:pt x="462" y="6294"/>
                    <a:pt x="462" y="7137"/>
                    <a:pt x="502" y="7418"/>
                  </a:cubicBezTo>
                  <a:cubicBezTo>
                    <a:pt x="532" y="7709"/>
                    <a:pt x="642" y="7799"/>
                    <a:pt x="562" y="8210"/>
                  </a:cubicBezTo>
                  <a:cubicBezTo>
                    <a:pt x="482" y="8621"/>
                    <a:pt x="402" y="9233"/>
                    <a:pt x="392" y="9384"/>
                  </a:cubicBezTo>
                  <a:cubicBezTo>
                    <a:pt x="372" y="9544"/>
                    <a:pt x="271" y="9674"/>
                    <a:pt x="271" y="9715"/>
                  </a:cubicBezTo>
                  <a:cubicBezTo>
                    <a:pt x="271" y="9759"/>
                    <a:pt x="743" y="9828"/>
                    <a:pt x="880" y="9828"/>
                  </a:cubicBezTo>
                  <a:cubicBezTo>
                    <a:pt x="896" y="9828"/>
                    <a:pt x="908" y="9827"/>
                    <a:pt x="913" y="9825"/>
                  </a:cubicBezTo>
                  <a:cubicBezTo>
                    <a:pt x="973" y="9795"/>
                    <a:pt x="933" y="9484"/>
                    <a:pt x="983" y="9333"/>
                  </a:cubicBezTo>
                  <a:cubicBezTo>
                    <a:pt x="1044" y="9193"/>
                    <a:pt x="1034" y="8230"/>
                    <a:pt x="1084" y="7869"/>
                  </a:cubicBezTo>
                  <a:cubicBezTo>
                    <a:pt x="1134" y="7508"/>
                    <a:pt x="1154" y="7408"/>
                    <a:pt x="1134" y="6876"/>
                  </a:cubicBezTo>
                  <a:cubicBezTo>
                    <a:pt x="1114" y="6344"/>
                    <a:pt x="1144" y="5803"/>
                    <a:pt x="1144" y="5803"/>
                  </a:cubicBezTo>
                  <a:cubicBezTo>
                    <a:pt x="1144" y="5803"/>
                    <a:pt x="1171" y="5807"/>
                    <a:pt x="1215" y="5807"/>
                  </a:cubicBezTo>
                  <a:cubicBezTo>
                    <a:pt x="1314" y="5807"/>
                    <a:pt x="1502" y="5787"/>
                    <a:pt x="1676" y="5662"/>
                  </a:cubicBezTo>
                  <a:cubicBezTo>
                    <a:pt x="1676" y="5662"/>
                    <a:pt x="1746" y="6124"/>
                    <a:pt x="1756" y="6615"/>
                  </a:cubicBezTo>
                  <a:cubicBezTo>
                    <a:pt x="1766" y="7107"/>
                    <a:pt x="1635" y="7237"/>
                    <a:pt x="1686" y="7538"/>
                  </a:cubicBezTo>
                  <a:cubicBezTo>
                    <a:pt x="1736" y="7849"/>
                    <a:pt x="1866" y="8421"/>
                    <a:pt x="1826" y="8752"/>
                  </a:cubicBezTo>
                  <a:cubicBezTo>
                    <a:pt x="1796" y="9093"/>
                    <a:pt x="1856" y="9354"/>
                    <a:pt x="1836" y="9584"/>
                  </a:cubicBezTo>
                  <a:cubicBezTo>
                    <a:pt x="1806" y="9825"/>
                    <a:pt x="1796" y="9835"/>
                    <a:pt x="1896" y="9845"/>
                  </a:cubicBezTo>
                  <a:cubicBezTo>
                    <a:pt x="1906" y="9846"/>
                    <a:pt x="1918" y="9846"/>
                    <a:pt x="1933" y="9846"/>
                  </a:cubicBezTo>
                  <a:cubicBezTo>
                    <a:pt x="2089" y="9846"/>
                    <a:pt x="2500" y="9801"/>
                    <a:pt x="2518" y="9755"/>
                  </a:cubicBezTo>
                  <a:cubicBezTo>
                    <a:pt x="2558" y="9654"/>
                    <a:pt x="2518" y="9644"/>
                    <a:pt x="2448" y="9364"/>
                  </a:cubicBezTo>
                  <a:cubicBezTo>
                    <a:pt x="2378" y="9073"/>
                    <a:pt x="2257" y="8481"/>
                    <a:pt x="2257" y="8130"/>
                  </a:cubicBezTo>
                  <a:cubicBezTo>
                    <a:pt x="2257" y="7789"/>
                    <a:pt x="2348" y="7628"/>
                    <a:pt x="2277" y="7287"/>
                  </a:cubicBezTo>
                  <a:cubicBezTo>
                    <a:pt x="2207" y="6956"/>
                    <a:pt x="2438" y="6003"/>
                    <a:pt x="2498" y="5753"/>
                  </a:cubicBezTo>
                  <a:cubicBezTo>
                    <a:pt x="2558" y="5502"/>
                    <a:pt x="2598" y="5181"/>
                    <a:pt x="2659" y="5131"/>
                  </a:cubicBezTo>
                  <a:cubicBezTo>
                    <a:pt x="2719" y="5091"/>
                    <a:pt x="3601" y="5101"/>
                    <a:pt x="4193" y="4599"/>
                  </a:cubicBezTo>
                  <a:cubicBezTo>
                    <a:pt x="4193" y="4599"/>
                    <a:pt x="4243" y="5241"/>
                    <a:pt x="4253" y="5542"/>
                  </a:cubicBezTo>
                  <a:cubicBezTo>
                    <a:pt x="4263" y="5843"/>
                    <a:pt x="4203" y="5883"/>
                    <a:pt x="4253" y="6234"/>
                  </a:cubicBezTo>
                  <a:cubicBezTo>
                    <a:pt x="4304" y="6575"/>
                    <a:pt x="4253" y="7277"/>
                    <a:pt x="4213" y="7518"/>
                  </a:cubicBezTo>
                  <a:cubicBezTo>
                    <a:pt x="4163" y="7759"/>
                    <a:pt x="4233" y="7979"/>
                    <a:pt x="4223" y="8210"/>
                  </a:cubicBezTo>
                  <a:cubicBezTo>
                    <a:pt x="4204" y="8421"/>
                    <a:pt x="4139" y="8522"/>
                    <a:pt x="4378" y="8522"/>
                  </a:cubicBezTo>
                  <a:cubicBezTo>
                    <a:pt x="4389" y="8522"/>
                    <a:pt x="4401" y="8521"/>
                    <a:pt x="4414" y="8521"/>
                  </a:cubicBezTo>
                  <a:lnTo>
                    <a:pt x="4615" y="8521"/>
                  </a:lnTo>
                  <a:cubicBezTo>
                    <a:pt x="4765" y="8521"/>
                    <a:pt x="4825" y="8521"/>
                    <a:pt x="4845" y="8471"/>
                  </a:cubicBezTo>
                  <a:cubicBezTo>
                    <a:pt x="4855" y="8401"/>
                    <a:pt x="4785" y="8200"/>
                    <a:pt x="4775" y="8070"/>
                  </a:cubicBezTo>
                  <a:cubicBezTo>
                    <a:pt x="4765" y="7939"/>
                    <a:pt x="4805" y="7719"/>
                    <a:pt x="4735" y="7398"/>
                  </a:cubicBezTo>
                  <a:cubicBezTo>
                    <a:pt x="4665" y="7077"/>
                    <a:pt x="4665" y="6635"/>
                    <a:pt x="4725" y="6284"/>
                  </a:cubicBezTo>
                  <a:cubicBezTo>
                    <a:pt x="4795" y="5943"/>
                    <a:pt x="4795" y="5793"/>
                    <a:pt x="4735" y="5462"/>
                  </a:cubicBezTo>
                  <a:cubicBezTo>
                    <a:pt x="4685" y="5131"/>
                    <a:pt x="4895" y="4268"/>
                    <a:pt x="5016" y="3686"/>
                  </a:cubicBezTo>
                  <a:cubicBezTo>
                    <a:pt x="5136" y="3105"/>
                    <a:pt x="5096" y="3014"/>
                    <a:pt x="5267" y="2322"/>
                  </a:cubicBezTo>
                  <a:cubicBezTo>
                    <a:pt x="5437" y="1630"/>
                    <a:pt x="5307" y="978"/>
                    <a:pt x="5116" y="637"/>
                  </a:cubicBezTo>
                  <a:cubicBezTo>
                    <a:pt x="4915" y="286"/>
                    <a:pt x="4635" y="226"/>
                    <a:pt x="4263" y="65"/>
                  </a:cubicBezTo>
                  <a:cubicBezTo>
                    <a:pt x="4161" y="18"/>
                    <a:pt x="4062" y="0"/>
                    <a:pt x="3963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9" name="Google Shape;16969;p54">
              <a:extLst>
                <a:ext uri="{FF2B5EF4-FFF2-40B4-BE49-F238E27FC236}">
                  <a16:creationId xmlns:a16="http://schemas.microsoft.com/office/drawing/2014/main" id="{D69F3169-4B0F-BA19-6670-10D8323C360D}"/>
                </a:ext>
              </a:extLst>
            </p:cNvPr>
            <p:cNvSpPr/>
            <p:nvPr/>
          </p:nvSpPr>
          <p:spPr>
            <a:xfrm>
              <a:off x="8237490" y="3663398"/>
              <a:ext cx="72095" cy="111341"/>
            </a:xfrm>
            <a:custGeom>
              <a:avLst/>
              <a:gdLst/>
              <a:ahLst/>
              <a:cxnLst/>
              <a:rect l="l" t="t" r="r" b="b"/>
              <a:pathLst>
                <a:path w="834" h="1288" extrusionOk="0">
                  <a:moveTo>
                    <a:pt x="540" y="0"/>
                  </a:moveTo>
                  <a:cubicBezTo>
                    <a:pt x="414" y="0"/>
                    <a:pt x="237" y="37"/>
                    <a:pt x="41" y="90"/>
                  </a:cubicBezTo>
                  <a:lnTo>
                    <a:pt x="41" y="110"/>
                  </a:lnTo>
                  <a:cubicBezTo>
                    <a:pt x="11" y="331"/>
                    <a:pt x="1" y="521"/>
                    <a:pt x="1" y="692"/>
                  </a:cubicBezTo>
                  <a:cubicBezTo>
                    <a:pt x="41" y="1059"/>
                    <a:pt x="179" y="1288"/>
                    <a:pt x="301" y="1288"/>
                  </a:cubicBezTo>
                  <a:cubicBezTo>
                    <a:pt x="359" y="1288"/>
                    <a:pt x="413" y="1236"/>
                    <a:pt x="452" y="1123"/>
                  </a:cubicBezTo>
                  <a:cubicBezTo>
                    <a:pt x="572" y="772"/>
                    <a:pt x="833" y="642"/>
                    <a:pt x="733" y="100"/>
                  </a:cubicBezTo>
                  <a:cubicBezTo>
                    <a:pt x="723" y="29"/>
                    <a:pt x="652" y="0"/>
                    <a:pt x="54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0" name="Google Shape;16970;p54">
              <a:extLst>
                <a:ext uri="{FF2B5EF4-FFF2-40B4-BE49-F238E27FC236}">
                  <a16:creationId xmlns:a16="http://schemas.microsoft.com/office/drawing/2014/main" id="{86C567E1-12B1-BB03-1724-76B8B46103B3}"/>
                </a:ext>
              </a:extLst>
            </p:cNvPr>
            <p:cNvSpPr/>
            <p:nvPr/>
          </p:nvSpPr>
          <p:spPr>
            <a:xfrm>
              <a:off x="8251408" y="3681552"/>
              <a:ext cx="7002" cy="6138"/>
            </a:xfrm>
            <a:custGeom>
              <a:avLst/>
              <a:gdLst/>
              <a:ahLst/>
              <a:cxnLst/>
              <a:rect l="l" t="t" r="r" b="b"/>
              <a:pathLst>
                <a:path w="81" h="71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40"/>
                    <a:pt x="40" y="60"/>
                    <a:pt x="80" y="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F2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1" name="Google Shape;16971;p54">
              <a:extLst>
                <a:ext uri="{FF2B5EF4-FFF2-40B4-BE49-F238E27FC236}">
                  <a16:creationId xmlns:a16="http://schemas.microsoft.com/office/drawing/2014/main" id="{36B422F0-C74B-533F-925A-4139B7515092}"/>
                </a:ext>
              </a:extLst>
            </p:cNvPr>
            <p:cNvSpPr/>
            <p:nvPr/>
          </p:nvSpPr>
          <p:spPr>
            <a:xfrm>
              <a:off x="8237490" y="3396284"/>
              <a:ext cx="317426" cy="285355"/>
            </a:xfrm>
            <a:custGeom>
              <a:avLst/>
              <a:gdLst/>
              <a:ahLst/>
              <a:cxnLst/>
              <a:rect l="l" t="t" r="r" b="b"/>
              <a:pathLst>
                <a:path w="3672" h="3301" extrusionOk="0">
                  <a:moveTo>
                    <a:pt x="3672" y="0"/>
                  </a:moveTo>
                  <a:lnTo>
                    <a:pt x="3672" y="0"/>
                  </a:lnTo>
                  <a:cubicBezTo>
                    <a:pt x="3541" y="30"/>
                    <a:pt x="3401" y="70"/>
                    <a:pt x="3251" y="111"/>
                  </a:cubicBezTo>
                  <a:cubicBezTo>
                    <a:pt x="3000" y="271"/>
                    <a:pt x="2659" y="472"/>
                    <a:pt x="2448" y="582"/>
                  </a:cubicBezTo>
                  <a:lnTo>
                    <a:pt x="2408" y="602"/>
                  </a:lnTo>
                  <a:cubicBezTo>
                    <a:pt x="2378" y="612"/>
                    <a:pt x="2348" y="632"/>
                    <a:pt x="2328" y="642"/>
                  </a:cubicBezTo>
                  <a:cubicBezTo>
                    <a:pt x="1776" y="883"/>
                    <a:pt x="1295" y="1023"/>
                    <a:pt x="883" y="1073"/>
                  </a:cubicBezTo>
                  <a:lnTo>
                    <a:pt x="602" y="1264"/>
                  </a:lnTo>
                  <a:cubicBezTo>
                    <a:pt x="292" y="1756"/>
                    <a:pt x="61" y="3070"/>
                    <a:pt x="41" y="3190"/>
                  </a:cubicBezTo>
                  <a:lnTo>
                    <a:pt x="161" y="3300"/>
                  </a:lnTo>
                  <a:cubicBezTo>
                    <a:pt x="1" y="2939"/>
                    <a:pt x="733" y="1374"/>
                    <a:pt x="1064" y="1314"/>
                  </a:cubicBezTo>
                  <a:cubicBezTo>
                    <a:pt x="1435" y="1254"/>
                    <a:pt x="2428" y="833"/>
                    <a:pt x="2839" y="552"/>
                  </a:cubicBezTo>
                  <a:cubicBezTo>
                    <a:pt x="3240" y="281"/>
                    <a:pt x="3401" y="70"/>
                    <a:pt x="3672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2" name="Google Shape;16972;p54">
              <a:extLst>
                <a:ext uri="{FF2B5EF4-FFF2-40B4-BE49-F238E27FC236}">
                  <a16:creationId xmlns:a16="http://schemas.microsoft.com/office/drawing/2014/main" id="{FE73C8CB-DB05-A3C8-003C-E86398B09911}"/>
                </a:ext>
              </a:extLst>
            </p:cNvPr>
            <p:cNvSpPr/>
            <p:nvPr/>
          </p:nvSpPr>
          <p:spPr>
            <a:xfrm>
              <a:off x="8312092" y="4242492"/>
              <a:ext cx="86" cy="8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765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3" name="Google Shape;16973;p54">
              <a:extLst>
                <a:ext uri="{FF2B5EF4-FFF2-40B4-BE49-F238E27FC236}">
                  <a16:creationId xmlns:a16="http://schemas.microsoft.com/office/drawing/2014/main" id="{F41FBA3A-8502-B17E-131B-4E7DA61014D0}"/>
                </a:ext>
              </a:extLst>
            </p:cNvPr>
            <p:cNvSpPr/>
            <p:nvPr/>
          </p:nvSpPr>
          <p:spPr>
            <a:xfrm>
              <a:off x="8284343" y="3855824"/>
              <a:ext cx="48582" cy="386755"/>
            </a:xfrm>
            <a:custGeom>
              <a:avLst/>
              <a:gdLst/>
              <a:ahLst/>
              <a:cxnLst/>
              <a:rect l="l" t="t" r="r" b="b"/>
              <a:pathLst>
                <a:path w="562" h="4474" extrusionOk="0">
                  <a:moveTo>
                    <a:pt x="60" y="0"/>
                  </a:moveTo>
                  <a:cubicBezTo>
                    <a:pt x="50" y="0"/>
                    <a:pt x="70" y="40"/>
                    <a:pt x="81" y="121"/>
                  </a:cubicBezTo>
                  <a:cubicBezTo>
                    <a:pt x="131" y="351"/>
                    <a:pt x="291" y="1044"/>
                    <a:pt x="311" y="1364"/>
                  </a:cubicBezTo>
                  <a:cubicBezTo>
                    <a:pt x="321" y="1675"/>
                    <a:pt x="301" y="2197"/>
                    <a:pt x="351" y="2418"/>
                  </a:cubicBezTo>
                  <a:cubicBezTo>
                    <a:pt x="401" y="2638"/>
                    <a:pt x="0" y="4444"/>
                    <a:pt x="60" y="4454"/>
                  </a:cubicBezTo>
                  <a:cubicBezTo>
                    <a:pt x="151" y="4464"/>
                    <a:pt x="241" y="4474"/>
                    <a:pt x="291" y="4474"/>
                  </a:cubicBezTo>
                  <a:lnTo>
                    <a:pt x="331" y="4474"/>
                  </a:lnTo>
                  <a:cubicBezTo>
                    <a:pt x="391" y="4444"/>
                    <a:pt x="351" y="4133"/>
                    <a:pt x="401" y="3982"/>
                  </a:cubicBezTo>
                  <a:cubicBezTo>
                    <a:pt x="412" y="3962"/>
                    <a:pt x="422" y="3932"/>
                    <a:pt x="422" y="3882"/>
                  </a:cubicBezTo>
                  <a:cubicBezTo>
                    <a:pt x="452" y="3591"/>
                    <a:pt x="452" y="2839"/>
                    <a:pt x="502" y="2518"/>
                  </a:cubicBezTo>
                  <a:cubicBezTo>
                    <a:pt x="542" y="2247"/>
                    <a:pt x="562" y="2117"/>
                    <a:pt x="562" y="1856"/>
                  </a:cubicBezTo>
                  <a:cubicBezTo>
                    <a:pt x="562" y="1766"/>
                    <a:pt x="552" y="1655"/>
                    <a:pt x="552" y="1525"/>
                  </a:cubicBezTo>
                  <a:cubicBezTo>
                    <a:pt x="552" y="1385"/>
                    <a:pt x="542" y="1244"/>
                    <a:pt x="542" y="1114"/>
                  </a:cubicBezTo>
                  <a:cubicBezTo>
                    <a:pt x="542" y="743"/>
                    <a:pt x="562" y="452"/>
                    <a:pt x="562" y="452"/>
                  </a:cubicBezTo>
                  <a:cubicBezTo>
                    <a:pt x="321" y="402"/>
                    <a:pt x="171" y="251"/>
                    <a:pt x="6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4" name="Google Shape;16974;p54">
              <a:extLst>
                <a:ext uri="{FF2B5EF4-FFF2-40B4-BE49-F238E27FC236}">
                  <a16:creationId xmlns:a16="http://schemas.microsoft.com/office/drawing/2014/main" id="{A05F9B95-77D8-C3D3-3371-45790DAD4FB4}"/>
                </a:ext>
              </a:extLst>
            </p:cNvPr>
            <p:cNvSpPr/>
            <p:nvPr/>
          </p:nvSpPr>
          <p:spPr>
            <a:xfrm>
              <a:off x="8269561" y="3695296"/>
              <a:ext cx="314141" cy="199861"/>
            </a:xfrm>
            <a:custGeom>
              <a:avLst/>
              <a:gdLst/>
              <a:ahLst/>
              <a:cxnLst/>
              <a:rect l="l" t="t" r="r" b="b"/>
              <a:pathLst>
                <a:path w="3634" h="2312" extrusionOk="0">
                  <a:moveTo>
                    <a:pt x="730" y="1"/>
                  </a:moveTo>
                  <a:cubicBezTo>
                    <a:pt x="728" y="1"/>
                    <a:pt x="725" y="1"/>
                    <a:pt x="723" y="2"/>
                  </a:cubicBezTo>
                  <a:cubicBezTo>
                    <a:pt x="472" y="42"/>
                    <a:pt x="452" y="303"/>
                    <a:pt x="452" y="473"/>
                  </a:cubicBezTo>
                  <a:cubicBezTo>
                    <a:pt x="452" y="1035"/>
                    <a:pt x="1" y="975"/>
                    <a:pt x="111" y="1466"/>
                  </a:cubicBezTo>
                  <a:cubicBezTo>
                    <a:pt x="221" y="1948"/>
                    <a:pt x="382" y="2228"/>
                    <a:pt x="733" y="2309"/>
                  </a:cubicBezTo>
                  <a:cubicBezTo>
                    <a:pt x="733" y="2309"/>
                    <a:pt x="759" y="2312"/>
                    <a:pt x="801" y="2312"/>
                  </a:cubicBezTo>
                  <a:cubicBezTo>
                    <a:pt x="865" y="2312"/>
                    <a:pt x="966" y="2305"/>
                    <a:pt x="1074" y="2269"/>
                  </a:cubicBezTo>
                  <a:cubicBezTo>
                    <a:pt x="1134" y="2249"/>
                    <a:pt x="1235" y="2088"/>
                    <a:pt x="1184" y="1857"/>
                  </a:cubicBezTo>
                  <a:cubicBezTo>
                    <a:pt x="1162" y="1760"/>
                    <a:pt x="1291" y="1640"/>
                    <a:pt x="1432" y="1640"/>
                  </a:cubicBezTo>
                  <a:cubicBezTo>
                    <a:pt x="1480" y="1640"/>
                    <a:pt x="1530" y="1654"/>
                    <a:pt x="1576" y="1687"/>
                  </a:cubicBezTo>
                  <a:cubicBezTo>
                    <a:pt x="1600" y="1705"/>
                    <a:pt x="1623" y="1713"/>
                    <a:pt x="1645" y="1713"/>
                  </a:cubicBezTo>
                  <a:cubicBezTo>
                    <a:pt x="1718" y="1713"/>
                    <a:pt x="1772" y="1620"/>
                    <a:pt x="1826" y="1526"/>
                  </a:cubicBezTo>
                  <a:cubicBezTo>
                    <a:pt x="1874" y="1430"/>
                    <a:pt x="1922" y="1334"/>
                    <a:pt x="1986" y="1334"/>
                  </a:cubicBezTo>
                  <a:cubicBezTo>
                    <a:pt x="2016" y="1334"/>
                    <a:pt x="2049" y="1355"/>
                    <a:pt x="2087" y="1406"/>
                  </a:cubicBezTo>
                  <a:cubicBezTo>
                    <a:pt x="2155" y="1504"/>
                    <a:pt x="2222" y="1537"/>
                    <a:pt x="2286" y="1537"/>
                  </a:cubicBezTo>
                  <a:cubicBezTo>
                    <a:pt x="2374" y="1537"/>
                    <a:pt x="2458" y="1476"/>
                    <a:pt x="2538" y="1436"/>
                  </a:cubicBezTo>
                  <a:cubicBezTo>
                    <a:pt x="2548" y="1429"/>
                    <a:pt x="2558" y="1426"/>
                    <a:pt x="2568" y="1426"/>
                  </a:cubicBezTo>
                  <a:cubicBezTo>
                    <a:pt x="2599" y="1426"/>
                    <a:pt x="2631" y="1456"/>
                    <a:pt x="2669" y="1486"/>
                  </a:cubicBezTo>
                  <a:cubicBezTo>
                    <a:pt x="2714" y="1513"/>
                    <a:pt x="2758" y="1548"/>
                    <a:pt x="2803" y="1548"/>
                  </a:cubicBezTo>
                  <a:cubicBezTo>
                    <a:pt x="2809" y="1548"/>
                    <a:pt x="2814" y="1547"/>
                    <a:pt x="2819" y="1546"/>
                  </a:cubicBezTo>
                  <a:cubicBezTo>
                    <a:pt x="2940" y="1516"/>
                    <a:pt x="3070" y="1476"/>
                    <a:pt x="3201" y="1426"/>
                  </a:cubicBezTo>
                  <a:cubicBezTo>
                    <a:pt x="3030" y="1426"/>
                    <a:pt x="2789" y="1125"/>
                    <a:pt x="3201" y="1065"/>
                  </a:cubicBezTo>
                  <a:cubicBezTo>
                    <a:pt x="3558" y="1014"/>
                    <a:pt x="3634" y="724"/>
                    <a:pt x="3415" y="724"/>
                  </a:cubicBezTo>
                  <a:cubicBezTo>
                    <a:pt x="3376" y="724"/>
                    <a:pt x="3328" y="733"/>
                    <a:pt x="3271" y="754"/>
                  </a:cubicBezTo>
                  <a:cubicBezTo>
                    <a:pt x="3183" y="786"/>
                    <a:pt x="3112" y="801"/>
                    <a:pt x="3053" y="801"/>
                  </a:cubicBezTo>
                  <a:cubicBezTo>
                    <a:pt x="2855" y="801"/>
                    <a:pt x="2785" y="637"/>
                    <a:pt x="2639" y="413"/>
                  </a:cubicBezTo>
                  <a:cubicBezTo>
                    <a:pt x="2611" y="368"/>
                    <a:pt x="2577" y="348"/>
                    <a:pt x="2540" y="348"/>
                  </a:cubicBezTo>
                  <a:cubicBezTo>
                    <a:pt x="2469" y="348"/>
                    <a:pt x="2386" y="418"/>
                    <a:pt x="2308" y="523"/>
                  </a:cubicBezTo>
                  <a:cubicBezTo>
                    <a:pt x="2238" y="624"/>
                    <a:pt x="2207" y="764"/>
                    <a:pt x="2077" y="874"/>
                  </a:cubicBezTo>
                  <a:cubicBezTo>
                    <a:pt x="2046" y="901"/>
                    <a:pt x="2017" y="910"/>
                    <a:pt x="1987" y="910"/>
                  </a:cubicBezTo>
                  <a:cubicBezTo>
                    <a:pt x="1950" y="910"/>
                    <a:pt x="1911" y="896"/>
                    <a:pt x="1866" y="884"/>
                  </a:cubicBezTo>
                  <a:cubicBezTo>
                    <a:pt x="1821" y="872"/>
                    <a:pt x="1777" y="855"/>
                    <a:pt x="1724" y="855"/>
                  </a:cubicBezTo>
                  <a:cubicBezTo>
                    <a:pt x="1694" y="855"/>
                    <a:pt x="1662" y="860"/>
                    <a:pt x="1626" y="874"/>
                  </a:cubicBezTo>
                  <a:cubicBezTo>
                    <a:pt x="1454" y="928"/>
                    <a:pt x="1323" y="1112"/>
                    <a:pt x="1255" y="1112"/>
                  </a:cubicBezTo>
                  <a:cubicBezTo>
                    <a:pt x="1247" y="1112"/>
                    <a:pt x="1241" y="1110"/>
                    <a:pt x="1235" y="1105"/>
                  </a:cubicBezTo>
                  <a:cubicBezTo>
                    <a:pt x="1154" y="1035"/>
                    <a:pt x="1154" y="894"/>
                    <a:pt x="1154" y="724"/>
                  </a:cubicBezTo>
                  <a:cubicBezTo>
                    <a:pt x="1154" y="517"/>
                    <a:pt x="1376" y="272"/>
                    <a:pt x="1120" y="272"/>
                  </a:cubicBezTo>
                  <a:cubicBezTo>
                    <a:pt x="1115" y="272"/>
                    <a:pt x="1110" y="272"/>
                    <a:pt x="1104" y="273"/>
                  </a:cubicBezTo>
                  <a:cubicBezTo>
                    <a:pt x="1097" y="273"/>
                    <a:pt x="1090" y="273"/>
                    <a:pt x="1083" y="273"/>
                  </a:cubicBezTo>
                  <a:cubicBezTo>
                    <a:pt x="985" y="273"/>
                    <a:pt x="920" y="208"/>
                    <a:pt x="863" y="142"/>
                  </a:cubicBezTo>
                  <a:cubicBezTo>
                    <a:pt x="807" y="76"/>
                    <a:pt x="768" y="1"/>
                    <a:pt x="73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5" name="Google Shape;16975;p54">
              <a:extLst>
                <a:ext uri="{FF2B5EF4-FFF2-40B4-BE49-F238E27FC236}">
                  <a16:creationId xmlns:a16="http://schemas.microsoft.com/office/drawing/2014/main" id="{A267C80A-D20A-8AC0-0230-A0000B6CE337}"/>
                </a:ext>
              </a:extLst>
            </p:cNvPr>
            <p:cNvSpPr/>
            <p:nvPr/>
          </p:nvSpPr>
          <p:spPr>
            <a:xfrm>
              <a:off x="8465531" y="3768515"/>
              <a:ext cx="80740" cy="60598"/>
            </a:xfrm>
            <a:custGeom>
              <a:avLst/>
              <a:gdLst/>
              <a:ahLst/>
              <a:cxnLst/>
              <a:rect l="l" t="t" r="r" b="b"/>
              <a:pathLst>
                <a:path w="934" h="701" extrusionOk="0">
                  <a:moveTo>
                    <a:pt x="31" y="1"/>
                  </a:moveTo>
                  <a:cubicBezTo>
                    <a:pt x="26" y="1"/>
                    <a:pt x="23" y="6"/>
                    <a:pt x="21" y="17"/>
                  </a:cubicBezTo>
                  <a:cubicBezTo>
                    <a:pt x="1" y="108"/>
                    <a:pt x="61" y="419"/>
                    <a:pt x="11" y="689"/>
                  </a:cubicBezTo>
                  <a:cubicBezTo>
                    <a:pt x="101" y="689"/>
                    <a:pt x="181" y="629"/>
                    <a:pt x="271" y="589"/>
                  </a:cubicBezTo>
                  <a:cubicBezTo>
                    <a:pt x="281" y="582"/>
                    <a:pt x="291" y="579"/>
                    <a:pt x="301" y="579"/>
                  </a:cubicBezTo>
                  <a:cubicBezTo>
                    <a:pt x="332" y="579"/>
                    <a:pt x="364" y="609"/>
                    <a:pt x="402" y="639"/>
                  </a:cubicBezTo>
                  <a:cubicBezTo>
                    <a:pt x="447" y="666"/>
                    <a:pt x="491" y="701"/>
                    <a:pt x="536" y="701"/>
                  </a:cubicBezTo>
                  <a:cubicBezTo>
                    <a:pt x="542" y="701"/>
                    <a:pt x="547" y="700"/>
                    <a:pt x="552" y="699"/>
                  </a:cubicBezTo>
                  <a:lnTo>
                    <a:pt x="562" y="689"/>
                  </a:lnTo>
                  <a:cubicBezTo>
                    <a:pt x="613" y="679"/>
                    <a:pt x="663" y="669"/>
                    <a:pt x="713" y="659"/>
                  </a:cubicBezTo>
                  <a:cubicBezTo>
                    <a:pt x="723" y="649"/>
                    <a:pt x="743" y="649"/>
                    <a:pt x="763" y="639"/>
                  </a:cubicBezTo>
                  <a:cubicBezTo>
                    <a:pt x="813" y="629"/>
                    <a:pt x="873" y="609"/>
                    <a:pt x="934" y="579"/>
                  </a:cubicBezTo>
                  <a:cubicBezTo>
                    <a:pt x="843" y="579"/>
                    <a:pt x="743" y="499"/>
                    <a:pt x="713" y="419"/>
                  </a:cubicBezTo>
                  <a:cubicBezTo>
                    <a:pt x="623" y="419"/>
                    <a:pt x="542" y="409"/>
                    <a:pt x="462" y="388"/>
                  </a:cubicBezTo>
                  <a:cubicBezTo>
                    <a:pt x="195" y="317"/>
                    <a:pt x="70" y="1"/>
                    <a:pt x="31" y="1"/>
                  </a:cubicBez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6" name="Google Shape;16976;p54">
              <a:extLst>
                <a:ext uri="{FF2B5EF4-FFF2-40B4-BE49-F238E27FC236}">
                  <a16:creationId xmlns:a16="http://schemas.microsoft.com/office/drawing/2014/main" id="{921B5550-21D9-ECC8-1D4C-A1B3FE32D992}"/>
                </a:ext>
              </a:extLst>
            </p:cNvPr>
            <p:cNvSpPr/>
            <p:nvPr/>
          </p:nvSpPr>
          <p:spPr>
            <a:xfrm>
              <a:off x="8255730" y="3813294"/>
              <a:ext cx="45124" cy="284836"/>
            </a:xfrm>
            <a:custGeom>
              <a:avLst/>
              <a:gdLst/>
              <a:ahLst/>
              <a:cxnLst/>
              <a:rect l="l" t="t" r="r" b="b"/>
              <a:pathLst>
                <a:path w="522" h="3295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62"/>
                    <a:pt x="20" y="482"/>
                    <a:pt x="111" y="904"/>
                  </a:cubicBezTo>
                  <a:cubicBezTo>
                    <a:pt x="211" y="1435"/>
                    <a:pt x="211" y="2278"/>
                    <a:pt x="251" y="2559"/>
                  </a:cubicBezTo>
                  <a:cubicBezTo>
                    <a:pt x="281" y="2799"/>
                    <a:pt x="351" y="2910"/>
                    <a:pt x="331" y="3160"/>
                  </a:cubicBezTo>
                  <a:cubicBezTo>
                    <a:pt x="357" y="3239"/>
                    <a:pt x="384" y="3295"/>
                    <a:pt x="410" y="3295"/>
                  </a:cubicBezTo>
                  <a:cubicBezTo>
                    <a:pt x="414" y="3295"/>
                    <a:pt x="418" y="3293"/>
                    <a:pt x="422" y="3291"/>
                  </a:cubicBezTo>
                  <a:cubicBezTo>
                    <a:pt x="522" y="3241"/>
                    <a:pt x="472" y="2749"/>
                    <a:pt x="422" y="2478"/>
                  </a:cubicBezTo>
                  <a:cubicBezTo>
                    <a:pt x="361" y="2218"/>
                    <a:pt x="351" y="1435"/>
                    <a:pt x="271" y="904"/>
                  </a:cubicBezTo>
                  <a:cubicBezTo>
                    <a:pt x="201" y="442"/>
                    <a:pt x="151" y="352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7" name="Google Shape;16977;p54">
              <a:extLst>
                <a:ext uri="{FF2B5EF4-FFF2-40B4-BE49-F238E27FC236}">
                  <a16:creationId xmlns:a16="http://schemas.microsoft.com/office/drawing/2014/main" id="{0E49D924-22CD-85CE-7DE5-872AFD552474}"/>
                </a:ext>
              </a:extLst>
            </p:cNvPr>
            <p:cNvSpPr/>
            <p:nvPr/>
          </p:nvSpPr>
          <p:spPr>
            <a:xfrm>
              <a:off x="8257459" y="4155528"/>
              <a:ext cx="24896" cy="83592"/>
            </a:xfrm>
            <a:custGeom>
              <a:avLst/>
              <a:gdLst/>
              <a:ahLst/>
              <a:cxnLst/>
              <a:rect l="l" t="t" r="r" b="b"/>
              <a:pathLst>
                <a:path w="288" h="967" extrusionOk="0">
                  <a:moveTo>
                    <a:pt x="222" y="1"/>
                  </a:moveTo>
                  <a:cubicBezTo>
                    <a:pt x="213" y="1"/>
                    <a:pt x="203" y="8"/>
                    <a:pt x="191" y="24"/>
                  </a:cubicBezTo>
                  <a:cubicBezTo>
                    <a:pt x="151" y="265"/>
                    <a:pt x="131" y="485"/>
                    <a:pt x="121" y="566"/>
                  </a:cubicBezTo>
                  <a:cubicBezTo>
                    <a:pt x="101" y="726"/>
                    <a:pt x="0" y="856"/>
                    <a:pt x="0" y="897"/>
                  </a:cubicBezTo>
                  <a:cubicBezTo>
                    <a:pt x="0" y="917"/>
                    <a:pt x="101" y="947"/>
                    <a:pt x="231" y="967"/>
                  </a:cubicBezTo>
                  <a:cubicBezTo>
                    <a:pt x="241" y="877"/>
                    <a:pt x="251" y="766"/>
                    <a:pt x="261" y="616"/>
                  </a:cubicBezTo>
                  <a:cubicBezTo>
                    <a:pt x="287" y="320"/>
                    <a:pt x="283" y="1"/>
                    <a:pt x="22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8" name="Google Shape;16978;p54">
              <a:extLst>
                <a:ext uri="{FF2B5EF4-FFF2-40B4-BE49-F238E27FC236}">
                  <a16:creationId xmlns:a16="http://schemas.microsoft.com/office/drawing/2014/main" id="{E3668DCE-4006-7708-630C-DB7A5445148C}"/>
                </a:ext>
              </a:extLst>
            </p:cNvPr>
            <p:cNvSpPr/>
            <p:nvPr/>
          </p:nvSpPr>
          <p:spPr>
            <a:xfrm>
              <a:off x="8370528" y="3440457"/>
              <a:ext cx="221731" cy="255013"/>
            </a:xfrm>
            <a:custGeom>
              <a:avLst/>
              <a:gdLst/>
              <a:ahLst/>
              <a:cxnLst/>
              <a:rect l="l" t="t" r="r" b="b"/>
              <a:pathLst>
                <a:path w="2565" h="2950" extrusionOk="0">
                  <a:moveTo>
                    <a:pt x="1019" y="1"/>
                  </a:moveTo>
                  <a:cubicBezTo>
                    <a:pt x="959" y="41"/>
                    <a:pt x="889" y="81"/>
                    <a:pt x="789" y="131"/>
                  </a:cubicBezTo>
                  <a:cubicBezTo>
                    <a:pt x="548" y="231"/>
                    <a:pt x="327" y="322"/>
                    <a:pt x="107" y="392"/>
                  </a:cubicBezTo>
                  <a:cubicBezTo>
                    <a:pt x="157" y="552"/>
                    <a:pt x="247" y="713"/>
                    <a:pt x="227" y="883"/>
                  </a:cubicBezTo>
                  <a:cubicBezTo>
                    <a:pt x="187" y="1224"/>
                    <a:pt x="16" y="1505"/>
                    <a:pt x="6" y="1846"/>
                  </a:cubicBezTo>
                  <a:cubicBezTo>
                    <a:pt x="1" y="2133"/>
                    <a:pt x="201" y="2144"/>
                    <a:pt x="405" y="2144"/>
                  </a:cubicBezTo>
                  <a:cubicBezTo>
                    <a:pt x="422" y="2144"/>
                    <a:pt x="438" y="2144"/>
                    <a:pt x="455" y="2144"/>
                  </a:cubicBezTo>
                  <a:cubicBezTo>
                    <a:pt x="604" y="2144"/>
                    <a:pt x="746" y="2150"/>
                    <a:pt x="799" y="2268"/>
                  </a:cubicBezTo>
                  <a:cubicBezTo>
                    <a:pt x="849" y="2388"/>
                    <a:pt x="799" y="2538"/>
                    <a:pt x="879" y="2649"/>
                  </a:cubicBezTo>
                  <a:cubicBezTo>
                    <a:pt x="933" y="2717"/>
                    <a:pt x="986" y="2743"/>
                    <a:pt x="1037" y="2743"/>
                  </a:cubicBezTo>
                  <a:cubicBezTo>
                    <a:pt x="1135" y="2743"/>
                    <a:pt x="1224" y="2641"/>
                    <a:pt x="1290" y="2548"/>
                  </a:cubicBezTo>
                  <a:cubicBezTo>
                    <a:pt x="1369" y="2438"/>
                    <a:pt x="1478" y="2304"/>
                    <a:pt x="1618" y="2304"/>
                  </a:cubicBezTo>
                  <a:cubicBezTo>
                    <a:pt x="1657" y="2304"/>
                    <a:pt x="1698" y="2314"/>
                    <a:pt x="1742" y="2338"/>
                  </a:cubicBezTo>
                  <a:cubicBezTo>
                    <a:pt x="1882" y="2408"/>
                    <a:pt x="1952" y="2589"/>
                    <a:pt x="1992" y="2709"/>
                  </a:cubicBezTo>
                  <a:cubicBezTo>
                    <a:pt x="2027" y="2822"/>
                    <a:pt x="2099" y="2950"/>
                    <a:pt x="2216" y="2950"/>
                  </a:cubicBezTo>
                  <a:cubicBezTo>
                    <a:pt x="2234" y="2950"/>
                    <a:pt x="2253" y="2946"/>
                    <a:pt x="2273" y="2940"/>
                  </a:cubicBezTo>
                  <a:cubicBezTo>
                    <a:pt x="2564" y="2839"/>
                    <a:pt x="2434" y="2418"/>
                    <a:pt x="2273" y="2258"/>
                  </a:cubicBezTo>
                  <a:cubicBezTo>
                    <a:pt x="2133" y="2107"/>
                    <a:pt x="2022" y="1846"/>
                    <a:pt x="1822" y="1766"/>
                  </a:cubicBezTo>
                  <a:cubicBezTo>
                    <a:pt x="1782" y="1751"/>
                    <a:pt x="1732" y="1746"/>
                    <a:pt x="1674" y="1746"/>
                  </a:cubicBezTo>
                  <a:cubicBezTo>
                    <a:pt x="1616" y="1746"/>
                    <a:pt x="1551" y="1751"/>
                    <a:pt x="1481" y="1756"/>
                  </a:cubicBezTo>
                  <a:cubicBezTo>
                    <a:pt x="1418" y="1761"/>
                    <a:pt x="1354" y="1765"/>
                    <a:pt x="1291" y="1765"/>
                  </a:cubicBezTo>
                  <a:cubicBezTo>
                    <a:pt x="1104" y="1765"/>
                    <a:pt x="937" y="1726"/>
                    <a:pt x="899" y="1545"/>
                  </a:cubicBezTo>
                  <a:cubicBezTo>
                    <a:pt x="879" y="1445"/>
                    <a:pt x="949" y="1385"/>
                    <a:pt x="1029" y="1355"/>
                  </a:cubicBezTo>
                  <a:cubicBezTo>
                    <a:pt x="1059" y="1344"/>
                    <a:pt x="1087" y="1339"/>
                    <a:pt x="1116" y="1339"/>
                  </a:cubicBezTo>
                  <a:cubicBezTo>
                    <a:pt x="1242" y="1339"/>
                    <a:pt x="1360" y="1432"/>
                    <a:pt x="1491" y="1465"/>
                  </a:cubicBezTo>
                  <a:cubicBezTo>
                    <a:pt x="1586" y="1490"/>
                    <a:pt x="1681" y="1520"/>
                    <a:pt x="1767" y="1520"/>
                  </a:cubicBezTo>
                  <a:cubicBezTo>
                    <a:pt x="1852" y="1520"/>
                    <a:pt x="1927" y="1490"/>
                    <a:pt x="1982" y="1395"/>
                  </a:cubicBezTo>
                  <a:cubicBezTo>
                    <a:pt x="2063" y="1275"/>
                    <a:pt x="2073" y="1074"/>
                    <a:pt x="2183" y="974"/>
                  </a:cubicBezTo>
                  <a:cubicBezTo>
                    <a:pt x="2213" y="944"/>
                    <a:pt x="2232" y="935"/>
                    <a:pt x="2249" y="935"/>
                  </a:cubicBezTo>
                  <a:cubicBezTo>
                    <a:pt x="2260" y="935"/>
                    <a:pt x="2271" y="939"/>
                    <a:pt x="2283" y="944"/>
                  </a:cubicBezTo>
                  <a:cubicBezTo>
                    <a:pt x="2290" y="944"/>
                    <a:pt x="2301" y="948"/>
                    <a:pt x="2317" y="948"/>
                  </a:cubicBezTo>
                  <a:cubicBezTo>
                    <a:pt x="2325" y="948"/>
                    <a:pt x="2333" y="947"/>
                    <a:pt x="2343" y="944"/>
                  </a:cubicBezTo>
                  <a:cubicBezTo>
                    <a:pt x="2444" y="934"/>
                    <a:pt x="2534" y="763"/>
                    <a:pt x="2544" y="673"/>
                  </a:cubicBezTo>
                  <a:cubicBezTo>
                    <a:pt x="2564" y="572"/>
                    <a:pt x="2504" y="432"/>
                    <a:pt x="2414" y="382"/>
                  </a:cubicBezTo>
                  <a:cubicBezTo>
                    <a:pt x="2387" y="366"/>
                    <a:pt x="2362" y="359"/>
                    <a:pt x="2340" y="359"/>
                  </a:cubicBezTo>
                  <a:cubicBezTo>
                    <a:pt x="2279" y="359"/>
                    <a:pt x="2229" y="408"/>
                    <a:pt x="2163" y="452"/>
                  </a:cubicBezTo>
                  <a:cubicBezTo>
                    <a:pt x="2066" y="517"/>
                    <a:pt x="1960" y="555"/>
                    <a:pt x="1856" y="555"/>
                  </a:cubicBezTo>
                  <a:cubicBezTo>
                    <a:pt x="1767" y="555"/>
                    <a:pt x="1680" y="527"/>
                    <a:pt x="1601" y="462"/>
                  </a:cubicBezTo>
                  <a:cubicBezTo>
                    <a:pt x="1543" y="404"/>
                    <a:pt x="1499" y="367"/>
                    <a:pt x="1434" y="367"/>
                  </a:cubicBezTo>
                  <a:cubicBezTo>
                    <a:pt x="1421" y="367"/>
                    <a:pt x="1406" y="368"/>
                    <a:pt x="1391" y="372"/>
                  </a:cubicBezTo>
                  <a:cubicBezTo>
                    <a:pt x="1315" y="380"/>
                    <a:pt x="1226" y="451"/>
                    <a:pt x="1146" y="451"/>
                  </a:cubicBezTo>
                  <a:cubicBezTo>
                    <a:pt x="1130" y="451"/>
                    <a:pt x="1115" y="449"/>
                    <a:pt x="1100" y="442"/>
                  </a:cubicBezTo>
                  <a:cubicBezTo>
                    <a:pt x="939" y="372"/>
                    <a:pt x="1090" y="161"/>
                    <a:pt x="1039" y="51"/>
                  </a:cubicBezTo>
                  <a:cubicBezTo>
                    <a:pt x="1039" y="31"/>
                    <a:pt x="1029" y="21"/>
                    <a:pt x="1019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9" name="Google Shape;16979;p54">
              <a:extLst>
                <a:ext uri="{FF2B5EF4-FFF2-40B4-BE49-F238E27FC236}">
                  <a16:creationId xmlns:a16="http://schemas.microsoft.com/office/drawing/2014/main" id="{914869A1-AAC4-94D1-7969-C3FDCA5D10E9}"/>
                </a:ext>
              </a:extLst>
            </p:cNvPr>
            <p:cNvSpPr/>
            <p:nvPr/>
          </p:nvSpPr>
          <p:spPr>
            <a:xfrm>
              <a:off x="8379691" y="3440457"/>
              <a:ext cx="82469" cy="51262"/>
            </a:xfrm>
            <a:custGeom>
              <a:avLst/>
              <a:gdLst/>
              <a:ahLst/>
              <a:cxnLst/>
              <a:rect l="l" t="t" r="r" b="b"/>
              <a:pathLst>
                <a:path w="954" h="593" extrusionOk="0">
                  <a:moveTo>
                    <a:pt x="913" y="1"/>
                  </a:moveTo>
                  <a:cubicBezTo>
                    <a:pt x="883" y="21"/>
                    <a:pt x="853" y="41"/>
                    <a:pt x="823" y="61"/>
                  </a:cubicBezTo>
                  <a:cubicBezTo>
                    <a:pt x="793" y="71"/>
                    <a:pt x="763" y="91"/>
                    <a:pt x="733" y="101"/>
                  </a:cubicBezTo>
                  <a:cubicBezTo>
                    <a:pt x="713" y="111"/>
                    <a:pt x="693" y="121"/>
                    <a:pt x="683" y="131"/>
                  </a:cubicBezTo>
                  <a:cubicBezTo>
                    <a:pt x="572" y="181"/>
                    <a:pt x="462" y="221"/>
                    <a:pt x="352" y="272"/>
                  </a:cubicBezTo>
                  <a:lnTo>
                    <a:pt x="322" y="282"/>
                  </a:lnTo>
                  <a:cubicBezTo>
                    <a:pt x="221" y="322"/>
                    <a:pt x="121" y="352"/>
                    <a:pt x="21" y="382"/>
                  </a:cubicBezTo>
                  <a:lnTo>
                    <a:pt x="1" y="392"/>
                  </a:lnTo>
                  <a:cubicBezTo>
                    <a:pt x="21" y="462"/>
                    <a:pt x="51" y="522"/>
                    <a:pt x="71" y="593"/>
                  </a:cubicBezTo>
                  <a:cubicBezTo>
                    <a:pt x="362" y="482"/>
                    <a:pt x="683" y="332"/>
                    <a:pt x="933" y="191"/>
                  </a:cubicBezTo>
                  <a:cubicBezTo>
                    <a:pt x="944" y="141"/>
                    <a:pt x="954" y="91"/>
                    <a:pt x="933" y="51"/>
                  </a:cubicBezTo>
                  <a:lnTo>
                    <a:pt x="913" y="11"/>
                  </a:lnTo>
                  <a:lnTo>
                    <a:pt x="913" y="1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0" name="Google Shape;16980;p54">
              <a:extLst>
                <a:ext uri="{FF2B5EF4-FFF2-40B4-BE49-F238E27FC236}">
                  <a16:creationId xmlns:a16="http://schemas.microsoft.com/office/drawing/2014/main" id="{63591A34-2C93-FDBD-4158-204775C28FF0}"/>
                </a:ext>
              </a:extLst>
            </p:cNvPr>
            <p:cNvSpPr/>
            <p:nvPr/>
          </p:nvSpPr>
          <p:spPr>
            <a:xfrm>
              <a:off x="8196775" y="3436135"/>
              <a:ext cx="147475" cy="258471"/>
            </a:xfrm>
            <a:custGeom>
              <a:avLst/>
              <a:gdLst/>
              <a:ahLst/>
              <a:cxnLst/>
              <a:rect l="l" t="t" r="r" b="b"/>
              <a:pathLst>
                <a:path w="1706" h="2990" extrusionOk="0">
                  <a:moveTo>
                    <a:pt x="903" y="1"/>
                  </a:moveTo>
                  <a:cubicBezTo>
                    <a:pt x="652" y="1"/>
                    <a:pt x="421" y="71"/>
                    <a:pt x="301" y="231"/>
                  </a:cubicBezTo>
                  <a:cubicBezTo>
                    <a:pt x="191" y="392"/>
                    <a:pt x="0" y="1024"/>
                    <a:pt x="60" y="1114"/>
                  </a:cubicBezTo>
                  <a:cubicBezTo>
                    <a:pt x="131" y="1214"/>
                    <a:pt x="111" y="1325"/>
                    <a:pt x="131" y="1375"/>
                  </a:cubicBezTo>
                  <a:cubicBezTo>
                    <a:pt x="141" y="1415"/>
                    <a:pt x="151" y="1465"/>
                    <a:pt x="181" y="1565"/>
                  </a:cubicBezTo>
                  <a:cubicBezTo>
                    <a:pt x="221" y="1676"/>
                    <a:pt x="141" y="1977"/>
                    <a:pt x="211" y="2227"/>
                  </a:cubicBezTo>
                  <a:cubicBezTo>
                    <a:pt x="281" y="2478"/>
                    <a:pt x="231" y="2759"/>
                    <a:pt x="341" y="2879"/>
                  </a:cubicBezTo>
                  <a:cubicBezTo>
                    <a:pt x="452" y="2990"/>
                    <a:pt x="642" y="2990"/>
                    <a:pt x="843" y="2990"/>
                  </a:cubicBezTo>
                  <a:cubicBezTo>
                    <a:pt x="1033" y="2980"/>
                    <a:pt x="1254" y="2889"/>
                    <a:pt x="1324" y="2759"/>
                  </a:cubicBezTo>
                  <a:cubicBezTo>
                    <a:pt x="1384" y="2639"/>
                    <a:pt x="1384" y="2398"/>
                    <a:pt x="1495" y="2197"/>
                  </a:cubicBezTo>
                  <a:cubicBezTo>
                    <a:pt x="1595" y="2007"/>
                    <a:pt x="1595" y="1605"/>
                    <a:pt x="1615" y="1495"/>
                  </a:cubicBezTo>
                  <a:cubicBezTo>
                    <a:pt x="1645" y="1395"/>
                    <a:pt x="1615" y="1405"/>
                    <a:pt x="1635" y="1305"/>
                  </a:cubicBezTo>
                  <a:cubicBezTo>
                    <a:pt x="1645" y="1214"/>
                    <a:pt x="1705" y="1214"/>
                    <a:pt x="1685" y="1104"/>
                  </a:cubicBezTo>
                  <a:cubicBezTo>
                    <a:pt x="1665" y="984"/>
                    <a:pt x="1655" y="763"/>
                    <a:pt x="1655" y="532"/>
                  </a:cubicBezTo>
                  <a:cubicBezTo>
                    <a:pt x="1645" y="301"/>
                    <a:pt x="1495" y="1"/>
                    <a:pt x="903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1" name="Google Shape;16981;p54">
              <a:extLst>
                <a:ext uri="{FF2B5EF4-FFF2-40B4-BE49-F238E27FC236}">
                  <a16:creationId xmlns:a16="http://schemas.microsoft.com/office/drawing/2014/main" id="{A800E56F-9B71-A5AD-559E-A47D446BD992}"/>
                </a:ext>
              </a:extLst>
            </p:cNvPr>
            <p:cNvSpPr/>
            <p:nvPr/>
          </p:nvSpPr>
          <p:spPr>
            <a:xfrm>
              <a:off x="8216657" y="3436135"/>
              <a:ext cx="118948" cy="33022"/>
            </a:xfrm>
            <a:custGeom>
              <a:avLst/>
              <a:gdLst/>
              <a:ahLst/>
              <a:cxnLst/>
              <a:rect l="l" t="t" r="r" b="b"/>
              <a:pathLst>
                <a:path w="1376" h="382" extrusionOk="0">
                  <a:moveTo>
                    <a:pt x="673" y="1"/>
                  </a:moveTo>
                  <a:cubicBezTo>
                    <a:pt x="422" y="1"/>
                    <a:pt x="191" y="71"/>
                    <a:pt x="71" y="231"/>
                  </a:cubicBezTo>
                  <a:cubicBezTo>
                    <a:pt x="51" y="261"/>
                    <a:pt x="21" y="312"/>
                    <a:pt x="1" y="382"/>
                  </a:cubicBezTo>
                  <a:lnTo>
                    <a:pt x="171" y="352"/>
                  </a:lnTo>
                  <a:cubicBezTo>
                    <a:pt x="236" y="268"/>
                    <a:pt x="306" y="245"/>
                    <a:pt x="383" y="245"/>
                  </a:cubicBezTo>
                  <a:cubicBezTo>
                    <a:pt x="482" y="245"/>
                    <a:pt x="592" y="283"/>
                    <a:pt x="718" y="283"/>
                  </a:cubicBezTo>
                  <a:cubicBezTo>
                    <a:pt x="755" y="283"/>
                    <a:pt x="794" y="280"/>
                    <a:pt x="833" y="271"/>
                  </a:cubicBezTo>
                  <a:cubicBezTo>
                    <a:pt x="986" y="239"/>
                    <a:pt x="1097" y="194"/>
                    <a:pt x="1186" y="194"/>
                  </a:cubicBezTo>
                  <a:cubicBezTo>
                    <a:pt x="1261" y="194"/>
                    <a:pt x="1320" y="225"/>
                    <a:pt x="1375" y="322"/>
                  </a:cubicBezTo>
                  <a:cubicBezTo>
                    <a:pt x="1295" y="151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2" name="Google Shape;16982;p54">
              <a:extLst>
                <a:ext uri="{FF2B5EF4-FFF2-40B4-BE49-F238E27FC236}">
                  <a16:creationId xmlns:a16="http://schemas.microsoft.com/office/drawing/2014/main" id="{50E29652-5150-119D-EB6F-9EBC6DFBDBF1}"/>
                </a:ext>
              </a:extLst>
            </p:cNvPr>
            <p:cNvSpPr/>
            <p:nvPr/>
          </p:nvSpPr>
          <p:spPr>
            <a:xfrm>
              <a:off x="8228846" y="3642479"/>
              <a:ext cx="74602" cy="44346"/>
            </a:xfrm>
            <a:custGeom>
              <a:avLst/>
              <a:gdLst/>
              <a:ahLst/>
              <a:cxnLst/>
              <a:rect l="l" t="t" r="r" b="b"/>
              <a:pathLst>
                <a:path w="863" h="513" extrusionOk="0">
                  <a:moveTo>
                    <a:pt x="121" y="101"/>
                  </a:moveTo>
                  <a:cubicBezTo>
                    <a:pt x="201" y="121"/>
                    <a:pt x="291" y="282"/>
                    <a:pt x="241" y="322"/>
                  </a:cubicBezTo>
                  <a:cubicBezTo>
                    <a:pt x="221" y="332"/>
                    <a:pt x="211" y="342"/>
                    <a:pt x="201" y="342"/>
                  </a:cubicBezTo>
                  <a:cubicBezTo>
                    <a:pt x="181" y="342"/>
                    <a:pt x="171" y="322"/>
                    <a:pt x="191" y="292"/>
                  </a:cubicBezTo>
                  <a:cubicBezTo>
                    <a:pt x="211" y="242"/>
                    <a:pt x="211" y="211"/>
                    <a:pt x="191" y="181"/>
                  </a:cubicBezTo>
                  <a:cubicBezTo>
                    <a:pt x="161" y="151"/>
                    <a:pt x="81" y="101"/>
                    <a:pt x="111" y="101"/>
                  </a:cubicBezTo>
                  <a:close/>
                  <a:moveTo>
                    <a:pt x="723" y="101"/>
                  </a:moveTo>
                  <a:cubicBezTo>
                    <a:pt x="753" y="101"/>
                    <a:pt x="672" y="151"/>
                    <a:pt x="652" y="181"/>
                  </a:cubicBezTo>
                  <a:cubicBezTo>
                    <a:pt x="622" y="211"/>
                    <a:pt x="622" y="242"/>
                    <a:pt x="652" y="292"/>
                  </a:cubicBezTo>
                  <a:cubicBezTo>
                    <a:pt x="662" y="322"/>
                    <a:pt x="652" y="342"/>
                    <a:pt x="632" y="342"/>
                  </a:cubicBezTo>
                  <a:cubicBezTo>
                    <a:pt x="622" y="342"/>
                    <a:pt x="612" y="332"/>
                    <a:pt x="592" y="322"/>
                  </a:cubicBezTo>
                  <a:cubicBezTo>
                    <a:pt x="542" y="282"/>
                    <a:pt x="632" y="121"/>
                    <a:pt x="712" y="101"/>
                  </a:cubicBezTo>
                  <a:close/>
                  <a:moveTo>
                    <a:pt x="211" y="1"/>
                  </a:moveTo>
                  <a:cubicBezTo>
                    <a:pt x="151" y="1"/>
                    <a:pt x="101" y="11"/>
                    <a:pt x="61" y="71"/>
                  </a:cubicBezTo>
                  <a:cubicBezTo>
                    <a:pt x="0" y="161"/>
                    <a:pt x="131" y="292"/>
                    <a:pt x="141" y="352"/>
                  </a:cubicBezTo>
                  <a:cubicBezTo>
                    <a:pt x="141" y="392"/>
                    <a:pt x="101" y="442"/>
                    <a:pt x="91" y="492"/>
                  </a:cubicBezTo>
                  <a:lnTo>
                    <a:pt x="231" y="492"/>
                  </a:lnTo>
                  <a:cubicBezTo>
                    <a:pt x="311" y="482"/>
                    <a:pt x="351" y="462"/>
                    <a:pt x="402" y="462"/>
                  </a:cubicBezTo>
                  <a:cubicBezTo>
                    <a:pt x="432" y="462"/>
                    <a:pt x="462" y="462"/>
                    <a:pt x="492" y="482"/>
                  </a:cubicBezTo>
                  <a:cubicBezTo>
                    <a:pt x="542" y="502"/>
                    <a:pt x="602" y="512"/>
                    <a:pt x="672" y="512"/>
                  </a:cubicBezTo>
                  <a:cubicBezTo>
                    <a:pt x="692" y="512"/>
                    <a:pt x="723" y="512"/>
                    <a:pt x="753" y="502"/>
                  </a:cubicBezTo>
                  <a:cubicBezTo>
                    <a:pt x="753" y="462"/>
                    <a:pt x="743" y="432"/>
                    <a:pt x="723" y="392"/>
                  </a:cubicBezTo>
                  <a:cubicBezTo>
                    <a:pt x="692" y="322"/>
                    <a:pt x="863" y="111"/>
                    <a:pt x="763" y="51"/>
                  </a:cubicBezTo>
                  <a:cubicBezTo>
                    <a:pt x="712" y="21"/>
                    <a:pt x="682" y="11"/>
                    <a:pt x="632" y="11"/>
                  </a:cubicBezTo>
                  <a:cubicBezTo>
                    <a:pt x="582" y="11"/>
                    <a:pt x="522" y="21"/>
                    <a:pt x="432" y="31"/>
                  </a:cubicBezTo>
                  <a:lnTo>
                    <a:pt x="412" y="31"/>
                  </a:lnTo>
                  <a:cubicBezTo>
                    <a:pt x="381" y="31"/>
                    <a:pt x="351" y="21"/>
                    <a:pt x="311" y="11"/>
                  </a:cubicBezTo>
                  <a:cubicBezTo>
                    <a:pt x="281" y="11"/>
                    <a:pt x="241" y="1"/>
                    <a:pt x="211" y="1"/>
                  </a:cubicBez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3" name="Google Shape;16983;p54">
              <a:extLst>
                <a:ext uri="{FF2B5EF4-FFF2-40B4-BE49-F238E27FC236}">
                  <a16:creationId xmlns:a16="http://schemas.microsoft.com/office/drawing/2014/main" id="{4631A4B6-28CF-505E-D969-586B378367A5}"/>
                </a:ext>
              </a:extLst>
            </p:cNvPr>
            <p:cNvSpPr/>
            <p:nvPr/>
          </p:nvSpPr>
          <p:spPr>
            <a:xfrm>
              <a:off x="8275612" y="3651123"/>
              <a:ext cx="18067" cy="21093"/>
            </a:xfrm>
            <a:custGeom>
              <a:avLst/>
              <a:gdLst/>
              <a:ahLst/>
              <a:cxnLst/>
              <a:rect l="l" t="t" r="r" b="b"/>
              <a:pathLst>
                <a:path w="209" h="244" extrusionOk="0">
                  <a:moveTo>
                    <a:pt x="181" y="0"/>
                  </a:moveTo>
                  <a:cubicBezTo>
                    <a:pt x="178" y="0"/>
                    <a:pt x="175" y="0"/>
                    <a:pt x="171" y="1"/>
                  </a:cubicBezTo>
                  <a:cubicBezTo>
                    <a:pt x="91" y="21"/>
                    <a:pt x="1" y="182"/>
                    <a:pt x="51" y="222"/>
                  </a:cubicBezTo>
                  <a:cubicBezTo>
                    <a:pt x="70" y="237"/>
                    <a:pt x="85" y="243"/>
                    <a:pt x="97" y="243"/>
                  </a:cubicBezTo>
                  <a:cubicBezTo>
                    <a:pt x="117" y="243"/>
                    <a:pt x="124" y="223"/>
                    <a:pt x="111" y="192"/>
                  </a:cubicBezTo>
                  <a:cubicBezTo>
                    <a:pt x="81" y="142"/>
                    <a:pt x="81" y="111"/>
                    <a:pt x="111" y="81"/>
                  </a:cubicBezTo>
                  <a:cubicBezTo>
                    <a:pt x="130" y="54"/>
                    <a:pt x="208" y="0"/>
                    <a:pt x="181" y="0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4" name="Google Shape;16984;p54">
              <a:extLst>
                <a:ext uri="{FF2B5EF4-FFF2-40B4-BE49-F238E27FC236}">
                  <a16:creationId xmlns:a16="http://schemas.microsoft.com/office/drawing/2014/main" id="{FCEF3F4B-8267-89E5-EBF8-5B6451EF9FD9}"/>
                </a:ext>
              </a:extLst>
            </p:cNvPr>
            <p:cNvSpPr/>
            <p:nvPr/>
          </p:nvSpPr>
          <p:spPr>
            <a:xfrm>
              <a:off x="8236021" y="3651123"/>
              <a:ext cx="18067" cy="21093"/>
            </a:xfrm>
            <a:custGeom>
              <a:avLst/>
              <a:gdLst/>
              <a:ahLst/>
              <a:cxnLst/>
              <a:rect l="l" t="t" r="r" b="b"/>
              <a:pathLst>
                <a:path w="209" h="244" extrusionOk="0">
                  <a:moveTo>
                    <a:pt x="29" y="0"/>
                  </a:moveTo>
                  <a:cubicBezTo>
                    <a:pt x="1" y="0"/>
                    <a:pt x="80" y="54"/>
                    <a:pt x="108" y="81"/>
                  </a:cubicBezTo>
                  <a:cubicBezTo>
                    <a:pt x="128" y="111"/>
                    <a:pt x="128" y="142"/>
                    <a:pt x="108" y="192"/>
                  </a:cubicBezTo>
                  <a:cubicBezTo>
                    <a:pt x="89" y="223"/>
                    <a:pt x="94" y="243"/>
                    <a:pt x="113" y="243"/>
                  </a:cubicBezTo>
                  <a:cubicBezTo>
                    <a:pt x="124" y="243"/>
                    <a:pt x="140" y="237"/>
                    <a:pt x="158" y="222"/>
                  </a:cubicBezTo>
                  <a:cubicBezTo>
                    <a:pt x="208" y="182"/>
                    <a:pt x="118" y="21"/>
                    <a:pt x="38" y="1"/>
                  </a:cubicBezTo>
                  <a:cubicBezTo>
                    <a:pt x="34" y="0"/>
                    <a:pt x="31" y="0"/>
                    <a:pt x="29" y="0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5" name="Google Shape;16985;p54">
              <a:extLst>
                <a:ext uri="{FF2B5EF4-FFF2-40B4-BE49-F238E27FC236}">
                  <a16:creationId xmlns:a16="http://schemas.microsoft.com/office/drawing/2014/main" id="{1B79493D-4EE8-BDEF-71A3-01526C8F3524}"/>
                </a:ext>
              </a:extLst>
            </p:cNvPr>
            <p:cNvSpPr/>
            <p:nvPr/>
          </p:nvSpPr>
          <p:spPr>
            <a:xfrm>
              <a:off x="8226252" y="3685010"/>
              <a:ext cx="12189" cy="7002"/>
            </a:xfrm>
            <a:custGeom>
              <a:avLst/>
              <a:gdLst/>
              <a:ahLst/>
              <a:cxnLst/>
              <a:rect l="l" t="t" r="r" b="b"/>
              <a:pathLst>
                <a:path w="141" h="81" extrusionOk="0">
                  <a:moveTo>
                    <a:pt x="141" y="81"/>
                  </a:moveTo>
                  <a:cubicBezTo>
                    <a:pt x="91" y="61"/>
                    <a:pt x="40" y="4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40"/>
                    <a:pt x="91" y="61"/>
                    <a:pt x="141" y="81"/>
                  </a:cubicBezTo>
                  <a:lnTo>
                    <a:pt x="141" y="81"/>
                  </a:lnTo>
                  <a:close/>
                </a:path>
              </a:pathLst>
            </a:custGeom>
            <a:solidFill>
              <a:srgbClr val="D3D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6" name="Google Shape;16986;p54">
              <a:extLst>
                <a:ext uri="{FF2B5EF4-FFF2-40B4-BE49-F238E27FC236}">
                  <a16:creationId xmlns:a16="http://schemas.microsoft.com/office/drawing/2014/main" id="{8272AD71-08E4-1BD3-C01A-935B8F038E26}"/>
                </a:ext>
              </a:extLst>
            </p:cNvPr>
            <p:cNvSpPr/>
            <p:nvPr/>
          </p:nvSpPr>
          <p:spPr>
            <a:xfrm>
              <a:off x="8238355" y="3691925"/>
              <a:ext cx="20920" cy="2680"/>
            </a:xfrm>
            <a:custGeom>
              <a:avLst/>
              <a:gdLst/>
              <a:ahLst/>
              <a:cxnLst/>
              <a:rect l="l" t="t" r="r" b="b"/>
              <a:pathLst>
                <a:path w="242" h="31" extrusionOk="0">
                  <a:moveTo>
                    <a:pt x="241" y="31"/>
                  </a:moveTo>
                  <a:cubicBezTo>
                    <a:pt x="161" y="31"/>
                    <a:pt x="71" y="21"/>
                    <a:pt x="1" y="1"/>
                  </a:cubicBezTo>
                  <a:lnTo>
                    <a:pt x="1" y="1"/>
                  </a:lnTo>
                  <a:cubicBezTo>
                    <a:pt x="71" y="21"/>
                    <a:pt x="161" y="31"/>
                    <a:pt x="241" y="31"/>
                  </a:cubicBezTo>
                  <a:lnTo>
                    <a:pt x="241" y="31"/>
                  </a:lnTo>
                  <a:close/>
                </a:path>
              </a:pathLst>
            </a:custGeom>
            <a:solidFill>
              <a:srgbClr val="CEC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7" name="Google Shape;16987;p54">
              <a:extLst>
                <a:ext uri="{FF2B5EF4-FFF2-40B4-BE49-F238E27FC236}">
                  <a16:creationId xmlns:a16="http://schemas.microsoft.com/office/drawing/2014/main" id="{393DACA3-DC87-EA37-DBFD-0C522994B533}"/>
                </a:ext>
              </a:extLst>
            </p:cNvPr>
            <p:cNvSpPr/>
            <p:nvPr/>
          </p:nvSpPr>
          <p:spPr>
            <a:xfrm>
              <a:off x="8223659" y="3680687"/>
              <a:ext cx="80653" cy="13918"/>
            </a:xfrm>
            <a:custGeom>
              <a:avLst/>
              <a:gdLst/>
              <a:ahLst/>
              <a:cxnLst/>
              <a:rect l="l" t="t" r="r" b="b"/>
              <a:pathLst>
                <a:path w="933" h="161" extrusionOk="0">
                  <a:moveTo>
                    <a:pt x="933" y="30"/>
                  </a:moveTo>
                  <a:cubicBezTo>
                    <a:pt x="903" y="40"/>
                    <a:pt x="853" y="60"/>
                    <a:pt x="813" y="60"/>
                  </a:cubicBezTo>
                  <a:cubicBezTo>
                    <a:pt x="813" y="70"/>
                    <a:pt x="813" y="80"/>
                    <a:pt x="813" y="90"/>
                  </a:cubicBezTo>
                  <a:cubicBezTo>
                    <a:pt x="853" y="70"/>
                    <a:pt x="893" y="50"/>
                    <a:pt x="933" y="3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10" y="20"/>
                    <a:pt x="20" y="30"/>
                    <a:pt x="30" y="50"/>
                  </a:cubicBezTo>
                  <a:cubicBezTo>
                    <a:pt x="67" y="87"/>
                    <a:pt x="113" y="107"/>
                    <a:pt x="159" y="126"/>
                  </a:cubicBezTo>
                  <a:lnTo>
                    <a:pt x="159" y="126"/>
                  </a:lnTo>
                  <a:cubicBezTo>
                    <a:pt x="151" y="97"/>
                    <a:pt x="151" y="69"/>
                    <a:pt x="151" y="50"/>
                  </a:cubicBezTo>
                  <a:cubicBezTo>
                    <a:pt x="80" y="50"/>
                    <a:pt x="20" y="30"/>
                    <a:pt x="0" y="0"/>
                  </a:cubicBezTo>
                  <a:close/>
                  <a:moveTo>
                    <a:pt x="159" y="126"/>
                  </a:moveTo>
                  <a:cubicBezTo>
                    <a:pt x="160" y="127"/>
                    <a:pt x="160" y="129"/>
                    <a:pt x="161" y="131"/>
                  </a:cubicBezTo>
                  <a:cubicBezTo>
                    <a:pt x="231" y="151"/>
                    <a:pt x="321" y="161"/>
                    <a:pt x="411" y="161"/>
                  </a:cubicBezTo>
                  <a:cubicBezTo>
                    <a:pt x="331" y="161"/>
                    <a:pt x="241" y="151"/>
                    <a:pt x="171" y="131"/>
                  </a:cubicBezTo>
                  <a:cubicBezTo>
                    <a:pt x="167" y="129"/>
                    <a:pt x="163" y="128"/>
                    <a:pt x="159" y="126"/>
                  </a:cubicBezTo>
                  <a:close/>
                </a:path>
              </a:pathLst>
            </a:custGeom>
            <a:solidFill>
              <a:srgbClr val="BBB2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8" name="Google Shape;16988;p54">
              <a:extLst>
                <a:ext uri="{FF2B5EF4-FFF2-40B4-BE49-F238E27FC236}">
                  <a16:creationId xmlns:a16="http://schemas.microsoft.com/office/drawing/2014/main" id="{DDEA5FD1-9092-CE04-0304-AE5EB8DA4207}"/>
                </a:ext>
              </a:extLst>
            </p:cNvPr>
            <p:cNvSpPr/>
            <p:nvPr/>
          </p:nvSpPr>
          <p:spPr>
            <a:xfrm>
              <a:off x="8236626" y="3682416"/>
              <a:ext cx="57313" cy="12189"/>
            </a:xfrm>
            <a:custGeom>
              <a:avLst/>
              <a:gdLst/>
              <a:ahLst/>
              <a:cxnLst/>
              <a:rect l="l" t="t" r="r" b="b"/>
              <a:pathLst>
                <a:path w="663" h="141" extrusionOk="0">
                  <a:moveTo>
                    <a:pt x="312" y="0"/>
                  </a:moveTo>
                  <a:cubicBezTo>
                    <a:pt x="261" y="0"/>
                    <a:pt x="221" y="20"/>
                    <a:pt x="141" y="30"/>
                  </a:cubicBezTo>
                  <a:lnTo>
                    <a:pt x="1" y="30"/>
                  </a:lnTo>
                  <a:cubicBezTo>
                    <a:pt x="1" y="50"/>
                    <a:pt x="1" y="80"/>
                    <a:pt x="11" y="111"/>
                  </a:cubicBezTo>
                  <a:cubicBezTo>
                    <a:pt x="81" y="131"/>
                    <a:pt x="171" y="141"/>
                    <a:pt x="261" y="141"/>
                  </a:cubicBezTo>
                  <a:lnTo>
                    <a:pt x="402" y="141"/>
                  </a:lnTo>
                  <a:cubicBezTo>
                    <a:pt x="402" y="141"/>
                    <a:pt x="402" y="141"/>
                    <a:pt x="402" y="131"/>
                  </a:cubicBezTo>
                  <a:lnTo>
                    <a:pt x="482" y="131"/>
                  </a:lnTo>
                  <a:cubicBezTo>
                    <a:pt x="482" y="121"/>
                    <a:pt x="482" y="121"/>
                    <a:pt x="482" y="121"/>
                  </a:cubicBezTo>
                  <a:lnTo>
                    <a:pt x="512" y="121"/>
                  </a:lnTo>
                  <a:cubicBezTo>
                    <a:pt x="552" y="111"/>
                    <a:pt x="592" y="101"/>
                    <a:pt x="622" y="91"/>
                  </a:cubicBezTo>
                  <a:lnTo>
                    <a:pt x="633" y="91"/>
                  </a:lnTo>
                  <a:cubicBezTo>
                    <a:pt x="633" y="80"/>
                    <a:pt x="633" y="80"/>
                    <a:pt x="633" y="80"/>
                  </a:cubicBezTo>
                  <a:cubicBezTo>
                    <a:pt x="643" y="80"/>
                    <a:pt x="653" y="80"/>
                    <a:pt x="663" y="70"/>
                  </a:cubicBezTo>
                  <a:cubicBezTo>
                    <a:pt x="663" y="60"/>
                    <a:pt x="663" y="50"/>
                    <a:pt x="663" y="40"/>
                  </a:cubicBezTo>
                  <a:cubicBezTo>
                    <a:pt x="633" y="50"/>
                    <a:pt x="602" y="50"/>
                    <a:pt x="582" y="50"/>
                  </a:cubicBezTo>
                  <a:cubicBezTo>
                    <a:pt x="512" y="50"/>
                    <a:pt x="452" y="40"/>
                    <a:pt x="402" y="20"/>
                  </a:cubicBezTo>
                  <a:cubicBezTo>
                    <a:pt x="372" y="0"/>
                    <a:pt x="342" y="0"/>
                    <a:pt x="312" y="0"/>
                  </a:cubicBezTo>
                  <a:close/>
                </a:path>
              </a:pathLst>
            </a:custGeom>
            <a:solidFill>
              <a:srgbClr val="BF96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9" name="Google Shape;16989;p54">
              <a:extLst>
                <a:ext uri="{FF2B5EF4-FFF2-40B4-BE49-F238E27FC236}">
                  <a16:creationId xmlns:a16="http://schemas.microsoft.com/office/drawing/2014/main" id="{DEF9BA6E-E323-7F95-90BB-BF418E78B890}"/>
                </a:ext>
              </a:extLst>
            </p:cNvPr>
            <p:cNvSpPr/>
            <p:nvPr/>
          </p:nvSpPr>
          <p:spPr>
            <a:xfrm>
              <a:off x="8092696" y="3475122"/>
              <a:ext cx="131051" cy="56794"/>
            </a:xfrm>
            <a:custGeom>
              <a:avLst/>
              <a:gdLst/>
              <a:ahLst/>
              <a:cxnLst/>
              <a:rect l="l" t="t" r="r" b="b"/>
              <a:pathLst>
                <a:path w="1516" h="657" extrusionOk="0">
                  <a:moveTo>
                    <a:pt x="1405" y="1"/>
                  </a:moveTo>
                  <a:cubicBezTo>
                    <a:pt x="1318" y="116"/>
                    <a:pt x="1272" y="159"/>
                    <a:pt x="1204" y="159"/>
                  </a:cubicBezTo>
                  <a:cubicBezTo>
                    <a:pt x="1154" y="159"/>
                    <a:pt x="1092" y="135"/>
                    <a:pt x="994" y="101"/>
                  </a:cubicBezTo>
                  <a:cubicBezTo>
                    <a:pt x="873" y="61"/>
                    <a:pt x="748" y="26"/>
                    <a:pt x="621" y="26"/>
                  </a:cubicBezTo>
                  <a:cubicBezTo>
                    <a:pt x="495" y="26"/>
                    <a:pt x="367" y="61"/>
                    <a:pt x="241" y="161"/>
                  </a:cubicBezTo>
                  <a:cubicBezTo>
                    <a:pt x="1" y="352"/>
                    <a:pt x="422" y="633"/>
                    <a:pt x="572" y="653"/>
                  </a:cubicBezTo>
                  <a:cubicBezTo>
                    <a:pt x="590" y="655"/>
                    <a:pt x="608" y="656"/>
                    <a:pt x="626" y="656"/>
                  </a:cubicBezTo>
                  <a:cubicBezTo>
                    <a:pt x="764" y="656"/>
                    <a:pt x="921" y="592"/>
                    <a:pt x="1054" y="513"/>
                  </a:cubicBezTo>
                  <a:cubicBezTo>
                    <a:pt x="1097" y="491"/>
                    <a:pt x="1142" y="480"/>
                    <a:pt x="1179" y="480"/>
                  </a:cubicBezTo>
                  <a:cubicBezTo>
                    <a:pt x="1227" y="480"/>
                    <a:pt x="1260" y="498"/>
                    <a:pt x="1254" y="533"/>
                  </a:cubicBezTo>
                  <a:cubicBezTo>
                    <a:pt x="1254" y="538"/>
                    <a:pt x="1256" y="540"/>
                    <a:pt x="1259" y="540"/>
                  </a:cubicBezTo>
                  <a:cubicBezTo>
                    <a:pt x="1293" y="540"/>
                    <a:pt x="1515" y="181"/>
                    <a:pt x="1515" y="181"/>
                  </a:cubicBezTo>
                  <a:lnTo>
                    <a:pt x="1405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0" name="Google Shape;16990;p54">
              <a:extLst>
                <a:ext uri="{FF2B5EF4-FFF2-40B4-BE49-F238E27FC236}">
                  <a16:creationId xmlns:a16="http://schemas.microsoft.com/office/drawing/2014/main" id="{259808AF-E4F7-04CF-C70C-FF7E382DF2D4}"/>
                </a:ext>
              </a:extLst>
            </p:cNvPr>
            <p:cNvSpPr/>
            <p:nvPr/>
          </p:nvSpPr>
          <p:spPr>
            <a:xfrm>
              <a:off x="8322465" y="3475381"/>
              <a:ext cx="140560" cy="58523"/>
            </a:xfrm>
            <a:custGeom>
              <a:avLst/>
              <a:gdLst/>
              <a:ahLst/>
              <a:cxnLst/>
              <a:rect l="l" t="t" r="r" b="b"/>
              <a:pathLst>
                <a:path w="1626" h="677" extrusionOk="0">
                  <a:moveTo>
                    <a:pt x="942" y="0"/>
                  </a:moveTo>
                  <a:cubicBezTo>
                    <a:pt x="812" y="0"/>
                    <a:pt x="683" y="35"/>
                    <a:pt x="562" y="78"/>
                  </a:cubicBezTo>
                  <a:cubicBezTo>
                    <a:pt x="444" y="121"/>
                    <a:pt x="368" y="152"/>
                    <a:pt x="314" y="152"/>
                  </a:cubicBezTo>
                  <a:cubicBezTo>
                    <a:pt x="255" y="152"/>
                    <a:pt x="223" y="114"/>
                    <a:pt x="191" y="8"/>
                  </a:cubicBezTo>
                  <a:lnTo>
                    <a:pt x="1" y="168"/>
                  </a:lnTo>
                  <a:cubicBezTo>
                    <a:pt x="1" y="168"/>
                    <a:pt x="187" y="559"/>
                    <a:pt x="217" y="559"/>
                  </a:cubicBezTo>
                  <a:cubicBezTo>
                    <a:pt x="220" y="559"/>
                    <a:pt x="221" y="556"/>
                    <a:pt x="221" y="550"/>
                  </a:cubicBezTo>
                  <a:cubicBezTo>
                    <a:pt x="216" y="496"/>
                    <a:pt x="256" y="476"/>
                    <a:pt x="310" y="476"/>
                  </a:cubicBezTo>
                  <a:cubicBezTo>
                    <a:pt x="368" y="476"/>
                    <a:pt x="441" y="499"/>
                    <a:pt x="492" y="530"/>
                  </a:cubicBezTo>
                  <a:cubicBezTo>
                    <a:pt x="629" y="607"/>
                    <a:pt x="795" y="676"/>
                    <a:pt x="941" y="676"/>
                  </a:cubicBezTo>
                  <a:cubicBezTo>
                    <a:pt x="966" y="676"/>
                    <a:pt x="990" y="674"/>
                    <a:pt x="1014" y="670"/>
                  </a:cubicBezTo>
                  <a:cubicBezTo>
                    <a:pt x="1174" y="650"/>
                    <a:pt x="1626" y="359"/>
                    <a:pt x="1365" y="148"/>
                  </a:cubicBezTo>
                  <a:cubicBezTo>
                    <a:pt x="1225" y="40"/>
                    <a:pt x="1082" y="0"/>
                    <a:pt x="94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1" name="Google Shape;16991;p54">
              <a:extLst>
                <a:ext uri="{FF2B5EF4-FFF2-40B4-BE49-F238E27FC236}">
                  <a16:creationId xmlns:a16="http://schemas.microsoft.com/office/drawing/2014/main" id="{CB4EC2AA-9EB7-EB58-3D7D-92675DC65018}"/>
                </a:ext>
              </a:extLst>
            </p:cNvPr>
            <p:cNvSpPr/>
            <p:nvPr/>
          </p:nvSpPr>
          <p:spPr>
            <a:xfrm>
              <a:off x="8196775" y="3448237"/>
              <a:ext cx="63364" cy="183091"/>
            </a:xfrm>
            <a:custGeom>
              <a:avLst/>
              <a:gdLst/>
              <a:ahLst/>
              <a:cxnLst/>
              <a:rect l="l" t="t" r="r" b="b"/>
              <a:pathLst>
                <a:path w="733" h="2118" extrusionOk="0">
                  <a:moveTo>
                    <a:pt x="391" y="1"/>
                  </a:moveTo>
                  <a:lnTo>
                    <a:pt x="391" y="1"/>
                  </a:lnTo>
                  <a:cubicBezTo>
                    <a:pt x="361" y="31"/>
                    <a:pt x="331" y="61"/>
                    <a:pt x="301" y="91"/>
                  </a:cubicBezTo>
                  <a:cubicBezTo>
                    <a:pt x="191" y="252"/>
                    <a:pt x="0" y="884"/>
                    <a:pt x="60" y="974"/>
                  </a:cubicBezTo>
                  <a:cubicBezTo>
                    <a:pt x="131" y="1074"/>
                    <a:pt x="111" y="1185"/>
                    <a:pt x="131" y="1235"/>
                  </a:cubicBezTo>
                  <a:cubicBezTo>
                    <a:pt x="141" y="1275"/>
                    <a:pt x="151" y="1325"/>
                    <a:pt x="181" y="1425"/>
                  </a:cubicBezTo>
                  <a:cubicBezTo>
                    <a:pt x="221" y="1536"/>
                    <a:pt x="141" y="1837"/>
                    <a:pt x="211" y="2087"/>
                  </a:cubicBezTo>
                  <a:lnTo>
                    <a:pt x="211" y="2117"/>
                  </a:lnTo>
                  <a:cubicBezTo>
                    <a:pt x="301" y="1847"/>
                    <a:pt x="582" y="1776"/>
                    <a:pt x="472" y="1546"/>
                  </a:cubicBezTo>
                  <a:cubicBezTo>
                    <a:pt x="341" y="1255"/>
                    <a:pt x="732" y="1185"/>
                    <a:pt x="712" y="813"/>
                  </a:cubicBezTo>
                  <a:cubicBezTo>
                    <a:pt x="702" y="442"/>
                    <a:pt x="241" y="212"/>
                    <a:pt x="391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2" name="Google Shape;16992;p54">
              <a:extLst>
                <a:ext uri="{FF2B5EF4-FFF2-40B4-BE49-F238E27FC236}">
                  <a16:creationId xmlns:a16="http://schemas.microsoft.com/office/drawing/2014/main" id="{D5035E92-ECDC-45FE-FF3D-9589B36DE5F8}"/>
                </a:ext>
              </a:extLst>
            </p:cNvPr>
            <p:cNvSpPr/>
            <p:nvPr/>
          </p:nvSpPr>
          <p:spPr>
            <a:xfrm>
              <a:off x="8203690" y="3535892"/>
              <a:ext cx="2680" cy="8731"/>
            </a:xfrm>
            <a:custGeom>
              <a:avLst/>
              <a:gdLst/>
              <a:ahLst/>
              <a:cxnLst/>
              <a:rect l="l" t="t" r="r" b="b"/>
              <a:pathLst>
                <a:path w="31" h="101" extrusionOk="0">
                  <a:moveTo>
                    <a:pt x="0" y="0"/>
                  </a:moveTo>
                  <a:cubicBezTo>
                    <a:pt x="0" y="0"/>
                    <a:pt x="0" y="0"/>
                    <a:pt x="0" y="10"/>
                  </a:cubicBezTo>
                  <a:cubicBezTo>
                    <a:pt x="20" y="40"/>
                    <a:pt x="20" y="70"/>
                    <a:pt x="31" y="100"/>
                  </a:cubicBezTo>
                  <a:cubicBezTo>
                    <a:pt x="20" y="60"/>
                    <a:pt x="20" y="30"/>
                    <a:pt x="0" y="0"/>
                  </a:cubicBez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3" name="Google Shape;16993;p54">
              <a:extLst>
                <a:ext uri="{FF2B5EF4-FFF2-40B4-BE49-F238E27FC236}">
                  <a16:creationId xmlns:a16="http://schemas.microsoft.com/office/drawing/2014/main" id="{A02676D5-5206-83A8-2A4B-0871F2629CC2}"/>
                </a:ext>
              </a:extLst>
            </p:cNvPr>
            <p:cNvSpPr/>
            <p:nvPr/>
          </p:nvSpPr>
          <p:spPr>
            <a:xfrm>
              <a:off x="8203690" y="3533213"/>
              <a:ext cx="17462" cy="20055"/>
            </a:xfrm>
            <a:custGeom>
              <a:avLst/>
              <a:gdLst/>
              <a:ahLst/>
              <a:cxnLst/>
              <a:rect l="l" t="t" r="r" b="b"/>
              <a:pathLst>
                <a:path w="202" h="232" extrusionOk="0">
                  <a:moveTo>
                    <a:pt x="0" y="41"/>
                  </a:moveTo>
                  <a:lnTo>
                    <a:pt x="0" y="41"/>
                  </a:lnTo>
                  <a:cubicBezTo>
                    <a:pt x="9" y="58"/>
                    <a:pt x="15" y="75"/>
                    <a:pt x="20" y="90"/>
                  </a:cubicBezTo>
                  <a:lnTo>
                    <a:pt x="20" y="90"/>
                  </a:lnTo>
                  <a:cubicBezTo>
                    <a:pt x="16" y="74"/>
                    <a:pt x="11" y="58"/>
                    <a:pt x="0" y="41"/>
                  </a:cubicBezTo>
                  <a:close/>
                  <a:moveTo>
                    <a:pt x="20" y="90"/>
                  </a:moveTo>
                  <a:lnTo>
                    <a:pt x="20" y="90"/>
                  </a:lnTo>
                  <a:cubicBezTo>
                    <a:pt x="23" y="101"/>
                    <a:pt x="25" y="112"/>
                    <a:pt x="28" y="123"/>
                  </a:cubicBezTo>
                  <a:lnTo>
                    <a:pt x="28" y="123"/>
                  </a:lnTo>
                  <a:cubicBezTo>
                    <a:pt x="26" y="113"/>
                    <a:pt x="24" y="102"/>
                    <a:pt x="20" y="90"/>
                  </a:cubicBezTo>
                  <a:close/>
                  <a:moveTo>
                    <a:pt x="28" y="123"/>
                  </a:moveTo>
                  <a:cubicBezTo>
                    <a:pt x="30" y="133"/>
                    <a:pt x="31" y="143"/>
                    <a:pt x="31" y="151"/>
                  </a:cubicBezTo>
                  <a:cubicBezTo>
                    <a:pt x="31" y="141"/>
                    <a:pt x="31" y="141"/>
                    <a:pt x="31" y="131"/>
                  </a:cubicBezTo>
                  <a:cubicBezTo>
                    <a:pt x="30" y="129"/>
                    <a:pt x="29" y="126"/>
                    <a:pt x="28" y="123"/>
                  </a:cubicBezTo>
                  <a:close/>
                  <a:moveTo>
                    <a:pt x="81" y="1"/>
                  </a:moveTo>
                  <a:cubicBezTo>
                    <a:pt x="71" y="1"/>
                    <a:pt x="51" y="1"/>
                    <a:pt x="41" y="11"/>
                  </a:cubicBezTo>
                  <a:cubicBezTo>
                    <a:pt x="31" y="21"/>
                    <a:pt x="21" y="31"/>
                    <a:pt x="10" y="31"/>
                  </a:cubicBezTo>
                  <a:lnTo>
                    <a:pt x="10" y="31"/>
                  </a:lnTo>
                  <a:cubicBezTo>
                    <a:pt x="21" y="31"/>
                    <a:pt x="31" y="21"/>
                    <a:pt x="41" y="21"/>
                  </a:cubicBezTo>
                  <a:cubicBezTo>
                    <a:pt x="51" y="11"/>
                    <a:pt x="61" y="11"/>
                    <a:pt x="81" y="11"/>
                  </a:cubicBezTo>
                  <a:cubicBezTo>
                    <a:pt x="91" y="11"/>
                    <a:pt x="111" y="11"/>
                    <a:pt x="121" y="31"/>
                  </a:cubicBezTo>
                  <a:cubicBezTo>
                    <a:pt x="181" y="71"/>
                    <a:pt x="181" y="151"/>
                    <a:pt x="141" y="182"/>
                  </a:cubicBezTo>
                  <a:cubicBezTo>
                    <a:pt x="131" y="202"/>
                    <a:pt x="111" y="202"/>
                    <a:pt x="91" y="202"/>
                  </a:cubicBezTo>
                  <a:cubicBezTo>
                    <a:pt x="61" y="202"/>
                    <a:pt x="41" y="192"/>
                    <a:pt x="41" y="192"/>
                  </a:cubicBezTo>
                  <a:cubicBezTo>
                    <a:pt x="41" y="202"/>
                    <a:pt x="41" y="202"/>
                    <a:pt x="41" y="212"/>
                  </a:cubicBezTo>
                  <a:cubicBezTo>
                    <a:pt x="41" y="212"/>
                    <a:pt x="71" y="232"/>
                    <a:pt x="111" y="232"/>
                  </a:cubicBezTo>
                  <a:cubicBezTo>
                    <a:pt x="131" y="232"/>
                    <a:pt x="151" y="222"/>
                    <a:pt x="161" y="202"/>
                  </a:cubicBezTo>
                  <a:cubicBezTo>
                    <a:pt x="201" y="172"/>
                    <a:pt x="181" y="51"/>
                    <a:pt x="121" y="11"/>
                  </a:cubicBezTo>
                  <a:cubicBezTo>
                    <a:pt x="111" y="1"/>
                    <a:pt x="91" y="1"/>
                    <a:pt x="81" y="1"/>
                  </a:cubicBezTo>
                  <a:close/>
                </a:path>
              </a:pathLst>
            </a:custGeom>
            <a:solidFill>
              <a:srgbClr val="515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4" name="Google Shape;16994;p54">
              <a:extLst>
                <a:ext uri="{FF2B5EF4-FFF2-40B4-BE49-F238E27FC236}">
                  <a16:creationId xmlns:a16="http://schemas.microsoft.com/office/drawing/2014/main" id="{41C8365E-7F33-357C-3AE4-912C7DBF3AEE}"/>
                </a:ext>
              </a:extLst>
            </p:cNvPr>
            <p:cNvSpPr/>
            <p:nvPr/>
          </p:nvSpPr>
          <p:spPr>
            <a:xfrm>
              <a:off x="8203690" y="3534163"/>
              <a:ext cx="15647" cy="16597"/>
            </a:xfrm>
            <a:custGeom>
              <a:avLst/>
              <a:gdLst/>
              <a:ahLst/>
              <a:cxnLst/>
              <a:rect l="l" t="t" r="r" b="b"/>
              <a:pathLst>
                <a:path w="181" h="192" extrusionOk="0">
                  <a:moveTo>
                    <a:pt x="77" y="0"/>
                  </a:moveTo>
                  <a:cubicBezTo>
                    <a:pt x="63" y="0"/>
                    <a:pt x="51" y="5"/>
                    <a:pt x="41" y="10"/>
                  </a:cubicBezTo>
                  <a:cubicBezTo>
                    <a:pt x="31" y="20"/>
                    <a:pt x="10" y="20"/>
                    <a:pt x="0" y="20"/>
                  </a:cubicBezTo>
                  <a:cubicBezTo>
                    <a:pt x="31" y="80"/>
                    <a:pt x="31" y="140"/>
                    <a:pt x="41" y="181"/>
                  </a:cubicBezTo>
                  <a:cubicBezTo>
                    <a:pt x="41" y="181"/>
                    <a:pt x="66" y="191"/>
                    <a:pt x="93" y="191"/>
                  </a:cubicBezTo>
                  <a:cubicBezTo>
                    <a:pt x="110" y="191"/>
                    <a:pt x="129" y="187"/>
                    <a:pt x="141" y="171"/>
                  </a:cubicBezTo>
                  <a:cubicBezTo>
                    <a:pt x="181" y="140"/>
                    <a:pt x="181" y="60"/>
                    <a:pt x="121" y="20"/>
                  </a:cubicBezTo>
                  <a:cubicBezTo>
                    <a:pt x="106" y="5"/>
                    <a:pt x="91" y="0"/>
                    <a:pt x="77" y="0"/>
                  </a:cubicBez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5" name="Google Shape;16995;p54">
              <a:extLst>
                <a:ext uri="{FF2B5EF4-FFF2-40B4-BE49-F238E27FC236}">
                  <a16:creationId xmlns:a16="http://schemas.microsoft.com/office/drawing/2014/main" id="{E3AF4CFE-26A7-2A0B-C920-852D59FC2051}"/>
                </a:ext>
              </a:extLst>
            </p:cNvPr>
            <p:cNvSpPr/>
            <p:nvPr/>
          </p:nvSpPr>
          <p:spPr>
            <a:xfrm>
              <a:off x="8206284" y="3535892"/>
              <a:ext cx="7002" cy="5273"/>
            </a:xfrm>
            <a:custGeom>
              <a:avLst/>
              <a:gdLst/>
              <a:ahLst/>
              <a:cxnLst/>
              <a:rect l="l" t="t" r="r" b="b"/>
              <a:pathLst>
                <a:path w="81" h="61" extrusionOk="0">
                  <a:moveTo>
                    <a:pt x="51" y="0"/>
                  </a:moveTo>
                  <a:cubicBezTo>
                    <a:pt x="41" y="0"/>
                    <a:pt x="31" y="0"/>
                    <a:pt x="21" y="10"/>
                  </a:cubicBezTo>
                  <a:cubicBezTo>
                    <a:pt x="11" y="20"/>
                    <a:pt x="1" y="40"/>
                    <a:pt x="11" y="50"/>
                  </a:cubicBezTo>
                  <a:cubicBezTo>
                    <a:pt x="11" y="60"/>
                    <a:pt x="21" y="60"/>
                    <a:pt x="31" y="60"/>
                  </a:cubicBezTo>
                  <a:cubicBezTo>
                    <a:pt x="41" y="60"/>
                    <a:pt x="51" y="50"/>
                    <a:pt x="51" y="50"/>
                  </a:cubicBezTo>
                  <a:cubicBezTo>
                    <a:pt x="71" y="40"/>
                    <a:pt x="81" y="20"/>
                    <a:pt x="71" y="0"/>
                  </a:cubicBez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6" name="Google Shape;16996;p54">
              <a:extLst>
                <a:ext uri="{FF2B5EF4-FFF2-40B4-BE49-F238E27FC236}">
                  <a16:creationId xmlns:a16="http://schemas.microsoft.com/office/drawing/2014/main" id="{66EC057D-33A8-9CA8-6FDB-367AD87ED017}"/>
                </a:ext>
              </a:extLst>
            </p:cNvPr>
            <p:cNvSpPr/>
            <p:nvPr/>
          </p:nvSpPr>
          <p:spPr>
            <a:xfrm>
              <a:off x="8213199" y="3541079"/>
              <a:ext cx="2680" cy="2680"/>
            </a:xfrm>
            <a:custGeom>
              <a:avLst/>
              <a:gdLst/>
              <a:ahLst/>
              <a:cxnLst/>
              <a:rect l="l" t="t" r="r" b="b"/>
              <a:pathLst>
                <a:path w="31" h="31" extrusionOk="0">
                  <a:moveTo>
                    <a:pt x="11" y="0"/>
                  </a:moveTo>
                  <a:lnTo>
                    <a:pt x="1" y="30"/>
                  </a:lnTo>
                  <a:lnTo>
                    <a:pt x="21" y="3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7" name="Google Shape;16997;p54">
              <a:extLst>
                <a:ext uri="{FF2B5EF4-FFF2-40B4-BE49-F238E27FC236}">
                  <a16:creationId xmlns:a16="http://schemas.microsoft.com/office/drawing/2014/main" id="{2EEDC7F2-56AE-1890-2F30-55B005810950}"/>
                </a:ext>
              </a:extLst>
            </p:cNvPr>
            <p:cNvSpPr/>
            <p:nvPr/>
          </p:nvSpPr>
          <p:spPr>
            <a:xfrm>
              <a:off x="8281750" y="3464748"/>
              <a:ext cx="62500" cy="216026"/>
            </a:xfrm>
            <a:custGeom>
              <a:avLst/>
              <a:gdLst/>
              <a:ahLst/>
              <a:cxnLst/>
              <a:rect l="l" t="t" r="r" b="b"/>
              <a:pathLst>
                <a:path w="723" h="2499" extrusionOk="0">
                  <a:moveTo>
                    <a:pt x="622" y="1"/>
                  </a:moveTo>
                  <a:cubicBezTo>
                    <a:pt x="572" y="121"/>
                    <a:pt x="502" y="171"/>
                    <a:pt x="421" y="241"/>
                  </a:cubicBezTo>
                  <a:cubicBezTo>
                    <a:pt x="191" y="452"/>
                    <a:pt x="0" y="612"/>
                    <a:pt x="121" y="903"/>
                  </a:cubicBezTo>
                  <a:cubicBezTo>
                    <a:pt x="321" y="1405"/>
                    <a:pt x="50" y="1325"/>
                    <a:pt x="141" y="1575"/>
                  </a:cubicBezTo>
                  <a:cubicBezTo>
                    <a:pt x="241" y="1846"/>
                    <a:pt x="452" y="1946"/>
                    <a:pt x="291" y="2498"/>
                  </a:cubicBezTo>
                  <a:cubicBezTo>
                    <a:pt x="311" y="2478"/>
                    <a:pt x="321" y="2458"/>
                    <a:pt x="341" y="2428"/>
                  </a:cubicBezTo>
                  <a:cubicBezTo>
                    <a:pt x="401" y="2308"/>
                    <a:pt x="401" y="2067"/>
                    <a:pt x="512" y="1866"/>
                  </a:cubicBezTo>
                  <a:cubicBezTo>
                    <a:pt x="612" y="1676"/>
                    <a:pt x="612" y="1274"/>
                    <a:pt x="632" y="1164"/>
                  </a:cubicBezTo>
                  <a:cubicBezTo>
                    <a:pt x="662" y="1064"/>
                    <a:pt x="632" y="1074"/>
                    <a:pt x="652" y="974"/>
                  </a:cubicBezTo>
                  <a:cubicBezTo>
                    <a:pt x="662" y="883"/>
                    <a:pt x="722" y="883"/>
                    <a:pt x="702" y="773"/>
                  </a:cubicBezTo>
                  <a:cubicBezTo>
                    <a:pt x="682" y="653"/>
                    <a:pt x="672" y="432"/>
                    <a:pt x="672" y="201"/>
                  </a:cubicBezTo>
                  <a:cubicBezTo>
                    <a:pt x="662" y="131"/>
                    <a:pt x="652" y="61"/>
                    <a:pt x="622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8" name="Google Shape;16998;p54">
              <a:extLst>
                <a:ext uri="{FF2B5EF4-FFF2-40B4-BE49-F238E27FC236}">
                  <a16:creationId xmlns:a16="http://schemas.microsoft.com/office/drawing/2014/main" id="{13069F3C-1EAD-6AF9-6486-9998EF1BAEEB}"/>
                </a:ext>
              </a:extLst>
            </p:cNvPr>
            <p:cNvSpPr/>
            <p:nvPr/>
          </p:nvSpPr>
          <p:spPr>
            <a:xfrm>
              <a:off x="8337247" y="3548859"/>
              <a:ext cx="951" cy="7866"/>
            </a:xfrm>
            <a:custGeom>
              <a:avLst/>
              <a:gdLst/>
              <a:ahLst/>
              <a:cxnLst/>
              <a:rect l="l" t="t" r="r" b="b"/>
              <a:pathLst>
                <a:path w="11" h="91" extrusionOk="0">
                  <a:moveTo>
                    <a:pt x="10" y="1"/>
                  </a:moveTo>
                  <a:cubicBezTo>
                    <a:pt x="0" y="21"/>
                    <a:pt x="0" y="41"/>
                    <a:pt x="0" y="51"/>
                  </a:cubicBezTo>
                  <a:cubicBezTo>
                    <a:pt x="0" y="71"/>
                    <a:pt x="0" y="81"/>
                    <a:pt x="0" y="91"/>
                  </a:cubicBezTo>
                  <a:cubicBezTo>
                    <a:pt x="0" y="71"/>
                    <a:pt x="0" y="51"/>
                    <a:pt x="10" y="1"/>
                  </a:cubicBezTo>
                  <a:close/>
                </a:path>
              </a:pathLst>
            </a:custGeom>
            <a:solidFill>
              <a:srgbClr val="E3D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9" name="Google Shape;16999;p54">
              <a:extLst>
                <a:ext uri="{FF2B5EF4-FFF2-40B4-BE49-F238E27FC236}">
                  <a16:creationId xmlns:a16="http://schemas.microsoft.com/office/drawing/2014/main" id="{0AA2FE71-187F-1437-A395-1C7448461B9F}"/>
                </a:ext>
              </a:extLst>
            </p:cNvPr>
            <p:cNvSpPr/>
            <p:nvPr/>
          </p:nvSpPr>
          <p:spPr>
            <a:xfrm>
              <a:off x="8338112" y="3546266"/>
              <a:ext cx="86" cy="2680"/>
            </a:xfrm>
            <a:custGeom>
              <a:avLst/>
              <a:gdLst/>
              <a:ahLst/>
              <a:cxnLst/>
              <a:rect l="l" t="t" r="r" b="b"/>
              <a:pathLst>
                <a:path w="1" h="31" extrusionOk="0">
                  <a:moveTo>
                    <a:pt x="0" y="31"/>
                  </a:moveTo>
                  <a:cubicBezTo>
                    <a:pt x="0" y="31"/>
                    <a:pt x="0" y="31"/>
                    <a:pt x="0" y="21"/>
                  </a:cubicBezTo>
                  <a:cubicBezTo>
                    <a:pt x="0" y="31"/>
                    <a:pt x="0" y="31"/>
                    <a:pt x="0" y="31"/>
                  </a:cubicBezTo>
                  <a:close/>
                  <a:moveTo>
                    <a:pt x="0" y="2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lose/>
                  <a:moveTo>
                    <a:pt x="0" y="2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lose/>
                  <a:moveTo>
                    <a:pt x="0" y="21"/>
                  </a:moveTo>
                  <a:lnTo>
                    <a:pt x="0" y="21"/>
                  </a:lnTo>
                  <a:lnTo>
                    <a:pt x="0" y="21"/>
                  </a:lnTo>
                  <a:close/>
                  <a:moveTo>
                    <a:pt x="0" y="2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lose/>
                  <a:moveTo>
                    <a:pt x="0" y="21"/>
                  </a:moveTo>
                  <a:cubicBezTo>
                    <a:pt x="0" y="21"/>
                    <a:pt x="0" y="21"/>
                    <a:pt x="0" y="10"/>
                  </a:cubicBezTo>
                  <a:cubicBezTo>
                    <a:pt x="0" y="21"/>
                    <a:pt x="0" y="21"/>
                    <a:pt x="0" y="21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D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0" name="Google Shape;17000;p54">
              <a:extLst>
                <a:ext uri="{FF2B5EF4-FFF2-40B4-BE49-F238E27FC236}">
                  <a16:creationId xmlns:a16="http://schemas.microsoft.com/office/drawing/2014/main" id="{1A4507E1-A211-F3BA-9995-DE3B72346BC8}"/>
                </a:ext>
              </a:extLst>
            </p:cNvPr>
            <p:cNvSpPr/>
            <p:nvPr/>
          </p:nvSpPr>
          <p:spPr>
            <a:xfrm>
              <a:off x="8319872" y="3538486"/>
              <a:ext cx="21784" cy="19104"/>
            </a:xfrm>
            <a:custGeom>
              <a:avLst/>
              <a:gdLst/>
              <a:ahLst/>
              <a:cxnLst/>
              <a:rect l="l" t="t" r="r" b="b"/>
              <a:pathLst>
                <a:path w="252" h="221" extrusionOk="0">
                  <a:moveTo>
                    <a:pt x="231" y="60"/>
                  </a:moveTo>
                  <a:lnTo>
                    <a:pt x="231" y="60"/>
                  </a:lnTo>
                  <a:cubicBezTo>
                    <a:pt x="221" y="70"/>
                    <a:pt x="221" y="80"/>
                    <a:pt x="211" y="90"/>
                  </a:cubicBezTo>
                  <a:cubicBezTo>
                    <a:pt x="211" y="100"/>
                    <a:pt x="211" y="100"/>
                    <a:pt x="211" y="100"/>
                  </a:cubicBezTo>
                  <a:cubicBezTo>
                    <a:pt x="211" y="111"/>
                    <a:pt x="211" y="111"/>
                    <a:pt x="211" y="111"/>
                  </a:cubicBezTo>
                  <a:cubicBezTo>
                    <a:pt x="211" y="121"/>
                    <a:pt x="211" y="121"/>
                    <a:pt x="211" y="121"/>
                  </a:cubicBezTo>
                  <a:cubicBezTo>
                    <a:pt x="211" y="90"/>
                    <a:pt x="221" y="80"/>
                    <a:pt x="231" y="60"/>
                  </a:cubicBezTo>
                  <a:close/>
                  <a:moveTo>
                    <a:pt x="211" y="121"/>
                  </a:moveTo>
                  <a:cubicBezTo>
                    <a:pt x="201" y="141"/>
                    <a:pt x="201" y="161"/>
                    <a:pt x="201" y="171"/>
                  </a:cubicBezTo>
                  <a:cubicBezTo>
                    <a:pt x="201" y="184"/>
                    <a:pt x="201" y="193"/>
                    <a:pt x="201" y="201"/>
                  </a:cubicBezTo>
                  <a:cubicBezTo>
                    <a:pt x="201" y="171"/>
                    <a:pt x="201" y="171"/>
                    <a:pt x="211" y="121"/>
                  </a:cubicBezTo>
                  <a:close/>
                  <a:moveTo>
                    <a:pt x="121" y="0"/>
                  </a:moveTo>
                  <a:cubicBezTo>
                    <a:pt x="111" y="0"/>
                    <a:pt x="91" y="0"/>
                    <a:pt x="81" y="10"/>
                  </a:cubicBezTo>
                  <a:cubicBezTo>
                    <a:pt x="11" y="50"/>
                    <a:pt x="1" y="161"/>
                    <a:pt x="41" y="201"/>
                  </a:cubicBezTo>
                  <a:cubicBezTo>
                    <a:pt x="61" y="221"/>
                    <a:pt x="81" y="221"/>
                    <a:pt x="101" y="221"/>
                  </a:cubicBezTo>
                  <a:lnTo>
                    <a:pt x="141" y="221"/>
                  </a:lnTo>
                  <a:cubicBezTo>
                    <a:pt x="161" y="211"/>
                    <a:pt x="171" y="211"/>
                    <a:pt x="181" y="211"/>
                  </a:cubicBezTo>
                  <a:lnTo>
                    <a:pt x="201" y="211"/>
                  </a:lnTo>
                  <a:cubicBezTo>
                    <a:pt x="201" y="208"/>
                    <a:pt x="201" y="204"/>
                    <a:pt x="201" y="201"/>
                  </a:cubicBezTo>
                  <a:cubicBezTo>
                    <a:pt x="191" y="191"/>
                    <a:pt x="191" y="191"/>
                    <a:pt x="181" y="191"/>
                  </a:cubicBezTo>
                  <a:lnTo>
                    <a:pt x="151" y="191"/>
                  </a:lnTo>
                  <a:cubicBezTo>
                    <a:pt x="141" y="201"/>
                    <a:pt x="131" y="201"/>
                    <a:pt x="121" y="201"/>
                  </a:cubicBezTo>
                  <a:cubicBezTo>
                    <a:pt x="101" y="201"/>
                    <a:pt x="91" y="191"/>
                    <a:pt x="71" y="181"/>
                  </a:cubicBezTo>
                  <a:cubicBezTo>
                    <a:pt x="21" y="141"/>
                    <a:pt x="11" y="70"/>
                    <a:pt x="81" y="20"/>
                  </a:cubicBezTo>
                  <a:cubicBezTo>
                    <a:pt x="101" y="20"/>
                    <a:pt x="111" y="10"/>
                    <a:pt x="131" y="10"/>
                  </a:cubicBezTo>
                  <a:cubicBezTo>
                    <a:pt x="151" y="10"/>
                    <a:pt x="171" y="20"/>
                    <a:pt x="181" y="20"/>
                  </a:cubicBezTo>
                  <a:cubicBezTo>
                    <a:pt x="201" y="30"/>
                    <a:pt x="221" y="30"/>
                    <a:pt x="231" y="30"/>
                  </a:cubicBezTo>
                  <a:lnTo>
                    <a:pt x="241" y="30"/>
                  </a:lnTo>
                  <a:cubicBezTo>
                    <a:pt x="241" y="30"/>
                    <a:pt x="241" y="30"/>
                    <a:pt x="251" y="20"/>
                  </a:cubicBezTo>
                  <a:lnTo>
                    <a:pt x="241" y="20"/>
                  </a:lnTo>
                  <a:cubicBezTo>
                    <a:pt x="221" y="20"/>
                    <a:pt x="201" y="20"/>
                    <a:pt x="181" y="10"/>
                  </a:cubicBezTo>
                  <a:cubicBezTo>
                    <a:pt x="161" y="10"/>
                    <a:pt x="141" y="0"/>
                    <a:pt x="121" y="0"/>
                  </a:cubicBezTo>
                  <a:close/>
                </a:path>
              </a:pathLst>
            </a:custGeom>
            <a:solidFill>
              <a:srgbClr val="515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1" name="Google Shape;17001;p54">
              <a:extLst>
                <a:ext uri="{FF2B5EF4-FFF2-40B4-BE49-F238E27FC236}">
                  <a16:creationId xmlns:a16="http://schemas.microsoft.com/office/drawing/2014/main" id="{3C770F9B-6387-502A-A827-B63DC81CB891}"/>
                </a:ext>
              </a:extLst>
            </p:cNvPr>
            <p:cNvSpPr/>
            <p:nvPr/>
          </p:nvSpPr>
          <p:spPr>
            <a:xfrm>
              <a:off x="8320736" y="3539177"/>
              <a:ext cx="20055" cy="16684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17" y="1"/>
                  </a:moveTo>
                  <a:cubicBezTo>
                    <a:pt x="103" y="1"/>
                    <a:pt x="88" y="4"/>
                    <a:pt x="71" y="12"/>
                  </a:cubicBezTo>
                  <a:cubicBezTo>
                    <a:pt x="1" y="62"/>
                    <a:pt x="11" y="133"/>
                    <a:pt x="61" y="173"/>
                  </a:cubicBezTo>
                  <a:cubicBezTo>
                    <a:pt x="78" y="184"/>
                    <a:pt x="93" y="189"/>
                    <a:pt x="107" y="189"/>
                  </a:cubicBezTo>
                  <a:cubicBezTo>
                    <a:pt x="118" y="189"/>
                    <a:pt x="129" y="187"/>
                    <a:pt x="141" y="183"/>
                  </a:cubicBezTo>
                  <a:cubicBezTo>
                    <a:pt x="161" y="183"/>
                    <a:pt x="181" y="183"/>
                    <a:pt x="191" y="193"/>
                  </a:cubicBezTo>
                  <a:cubicBezTo>
                    <a:pt x="191" y="163"/>
                    <a:pt x="191" y="163"/>
                    <a:pt x="201" y="113"/>
                  </a:cubicBezTo>
                  <a:cubicBezTo>
                    <a:pt x="201" y="62"/>
                    <a:pt x="221" y="52"/>
                    <a:pt x="231" y="22"/>
                  </a:cubicBezTo>
                  <a:lnTo>
                    <a:pt x="231" y="22"/>
                  </a:lnTo>
                  <a:cubicBezTo>
                    <a:pt x="225" y="25"/>
                    <a:pt x="220" y="26"/>
                    <a:pt x="214" y="26"/>
                  </a:cubicBezTo>
                  <a:cubicBezTo>
                    <a:pt x="199" y="26"/>
                    <a:pt x="185" y="19"/>
                    <a:pt x="171" y="12"/>
                  </a:cubicBezTo>
                  <a:cubicBezTo>
                    <a:pt x="154" y="6"/>
                    <a:pt x="136" y="1"/>
                    <a:pt x="117" y="1"/>
                  </a:cubicBez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2" name="Google Shape;17002;p54">
              <a:extLst>
                <a:ext uri="{FF2B5EF4-FFF2-40B4-BE49-F238E27FC236}">
                  <a16:creationId xmlns:a16="http://schemas.microsoft.com/office/drawing/2014/main" id="{BC18F21F-7BA3-7D3F-7164-F49E1B2670AE}"/>
                </a:ext>
              </a:extLst>
            </p:cNvPr>
            <p:cNvSpPr/>
            <p:nvPr/>
          </p:nvSpPr>
          <p:spPr>
            <a:xfrm>
              <a:off x="8325923" y="3541079"/>
              <a:ext cx="7002" cy="5273"/>
            </a:xfrm>
            <a:custGeom>
              <a:avLst/>
              <a:gdLst/>
              <a:ahLst/>
              <a:cxnLst/>
              <a:rect l="l" t="t" r="r" b="b"/>
              <a:pathLst>
                <a:path w="81" h="61" extrusionOk="0">
                  <a:moveTo>
                    <a:pt x="51" y="0"/>
                  </a:moveTo>
                  <a:cubicBezTo>
                    <a:pt x="41" y="0"/>
                    <a:pt x="31" y="10"/>
                    <a:pt x="21" y="10"/>
                  </a:cubicBezTo>
                  <a:cubicBezTo>
                    <a:pt x="11" y="20"/>
                    <a:pt x="1" y="40"/>
                    <a:pt x="11" y="60"/>
                  </a:cubicBezTo>
                  <a:lnTo>
                    <a:pt x="31" y="60"/>
                  </a:lnTo>
                  <a:cubicBezTo>
                    <a:pt x="41" y="60"/>
                    <a:pt x="51" y="60"/>
                    <a:pt x="61" y="50"/>
                  </a:cubicBezTo>
                  <a:cubicBezTo>
                    <a:pt x="71" y="40"/>
                    <a:pt x="81" y="20"/>
                    <a:pt x="71" y="10"/>
                  </a:cubicBezTo>
                  <a:cubicBezTo>
                    <a:pt x="71" y="10"/>
                    <a:pt x="61" y="0"/>
                    <a:pt x="51" y="0"/>
                  </a:cubicBez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3" name="Google Shape;17003;p54">
              <a:extLst>
                <a:ext uri="{FF2B5EF4-FFF2-40B4-BE49-F238E27FC236}">
                  <a16:creationId xmlns:a16="http://schemas.microsoft.com/office/drawing/2014/main" id="{F516BE4B-E14C-C2D7-57AC-354A33F9C44C}"/>
                </a:ext>
              </a:extLst>
            </p:cNvPr>
            <p:cNvSpPr/>
            <p:nvPr/>
          </p:nvSpPr>
          <p:spPr>
            <a:xfrm>
              <a:off x="8332839" y="3547130"/>
              <a:ext cx="2766" cy="1815"/>
            </a:xfrm>
            <a:custGeom>
              <a:avLst/>
              <a:gdLst/>
              <a:ahLst/>
              <a:cxnLst/>
              <a:rect l="l" t="t" r="r" b="b"/>
              <a:pathLst>
                <a:path w="32" h="21" extrusionOk="0">
                  <a:moveTo>
                    <a:pt x="11" y="0"/>
                  </a:moveTo>
                  <a:lnTo>
                    <a:pt x="1" y="21"/>
                  </a:lnTo>
                  <a:lnTo>
                    <a:pt x="31" y="2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8E89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4" name="Google Shape;17004;p54">
              <a:extLst>
                <a:ext uri="{FF2B5EF4-FFF2-40B4-BE49-F238E27FC236}">
                  <a16:creationId xmlns:a16="http://schemas.microsoft.com/office/drawing/2014/main" id="{CD9D8CD6-D5BC-63D3-BCE2-87C0C5418F9E}"/>
                </a:ext>
              </a:extLst>
            </p:cNvPr>
            <p:cNvSpPr/>
            <p:nvPr/>
          </p:nvSpPr>
          <p:spPr>
            <a:xfrm>
              <a:off x="8109207" y="3483334"/>
              <a:ext cx="88520" cy="44951"/>
            </a:xfrm>
            <a:custGeom>
              <a:avLst/>
              <a:gdLst/>
              <a:ahLst/>
              <a:cxnLst/>
              <a:rect l="l" t="t" r="r" b="b"/>
              <a:pathLst>
                <a:path w="1024" h="520" extrusionOk="0">
                  <a:moveTo>
                    <a:pt x="428" y="1"/>
                  </a:moveTo>
                  <a:cubicBezTo>
                    <a:pt x="407" y="1"/>
                    <a:pt x="388" y="2"/>
                    <a:pt x="371" y="6"/>
                  </a:cubicBezTo>
                  <a:cubicBezTo>
                    <a:pt x="191" y="36"/>
                    <a:pt x="0" y="137"/>
                    <a:pt x="20" y="217"/>
                  </a:cubicBezTo>
                  <a:cubicBezTo>
                    <a:pt x="40" y="307"/>
                    <a:pt x="221" y="508"/>
                    <a:pt x="411" y="518"/>
                  </a:cubicBezTo>
                  <a:cubicBezTo>
                    <a:pt x="420" y="519"/>
                    <a:pt x="429" y="519"/>
                    <a:pt x="438" y="519"/>
                  </a:cubicBezTo>
                  <a:cubicBezTo>
                    <a:pt x="623" y="519"/>
                    <a:pt x="846" y="327"/>
                    <a:pt x="913" y="317"/>
                  </a:cubicBezTo>
                  <a:cubicBezTo>
                    <a:pt x="974" y="310"/>
                    <a:pt x="907" y="290"/>
                    <a:pt x="824" y="290"/>
                  </a:cubicBezTo>
                  <a:cubicBezTo>
                    <a:pt x="797" y="290"/>
                    <a:pt x="769" y="292"/>
                    <a:pt x="742" y="297"/>
                  </a:cubicBezTo>
                  <a:cubicBezTo>
                    <a:pt x="732" y="298"/>
                    <a:pt x="722" y="298"/>
                    <a:pt x="714" y="298"/>
                  </a:cubicBezTo>
                  <a:cubicBezTo>
                    <a:pt x="634" y="298"/>
                    <a:pt x="698" y="256"/>
                    <a:pt x="853" y="247"/>
                  </a:cubicBezTo>
                  <a:cubicBezTo>
                    <a:pt x="1023" y="237"/>
                    <a:pt x="993" y="197"/>
                    <a:pt x="883" y="177"/>
                  </a:cubicBezTo>
                  <a:cubicBezTo>
                    <a:pt x="772" y="167"/>
                    <a:pt x="732" y="147"/>
                    <a:pt x="873" y="137"/>
                  </a:cubicBezTo>
                  <a:cubicBezTo>
                    <a:pt x="973" y="137"/>
                    <a:pt x="873" y="97"/>
                    <a:pt x="732" y="56"/>
                  </a:cubicBezTo>
                  <a:cubicBezTo>
                    <a:pt x="634" y="32"/>
                    <a:pt x="517" y="1"/>
                    <a:pt x="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5" name="Google Shape;17005;p54">
              <a:extLst>
                <a:ext uri="{FF2B5EF4-FFF2-40B4-BE49-F238E27FC236}">
                  <a16:creationId xmlns:a16="http://schemas.microsoft.com/office/drawing/2014/main" id="{3606DF15-722D-71B6-EF37-1FAF050F1ECA}"/>
                </a:ext>
              </a:extLst>
            </p:cNvPr>
            <p:cNvSpPr/>
            <p:nvPr/>
          </p:nvSpPr>
          <p:spPr>
            <a:xfrm>
              <a:off x="8345892" y="3481000"/>
              <a:ext cx="99758" cy="48841"/>
            </a:xfrm>
            <a:custGeom>
              <a:avLst/>
              <a:gdLst/>
              <a:ahLst/>
              <a:cxnLst/>
              <a:rect l="l" t="t" r="r" b="b"/>
              <a:pathLst>
                <a:path w="1154" h="565" extrusionOk="0">
                  <a:moveTo>
                    <a:pt x="645" y="1"/>
                  </a:moveTo>
                  <a:cubicBezTo>
                    <a:pt x="567" y="1"/>
                    <a:pt x="481" y="20"/>
                    <a:pt x="382" y="53"/>
                  </a:cubicBezTo>
                  <a:cubicBezTo>
                    <a:pt x="261" y="93"/>
                    <a:pt x="151" y="124"/>
                    <a:pt x="81" y="144"/>
                  </a:cubicBezTo>
                  <a:cubicBezTo>
                    <a:pt x="10" y="174"/>
                    <a:pt x="151" y="184"/>
                    <a:pt x="231" y="204"/>
                  </a:cubicBezTo>
                  <a:cubicBezTo>
                    <a:pt x="284" y="216"/>
                    <a:pt x="258" y="220"/>
                    <a:pt x="215" y="220"/>
                  </a:cubicBezTo>
                  <a:cubicBezTo>
                    <a:pt x="184" y="220"/>
                    <a:pt x="146" y="218"/>
                    <a:pt x="121" y="214"/>
                  </a:cubicBezTo>
                  <a:cubicBezTo>
                    <a:pt x="51" y="214"/>
                    <a:pt x="21" y="264"/>
                    <a:pt x="181" y="274"/>
                  </a:cubicBezTo>
                  <a:cubicBezTo>
                    <a:pt x="341" y="294"/>
                    <a:pt x="362" y="304"/>
                    <a:pt x="261" y="304"/>
                  </a:cubicBezTo>
                  <a:cubicBezTo>
                    <a:pt x="248" y="303"/>
                    <a:pt x="235" y="302"/>
                    <a:pt x="222" y="302"/>
                  </a:cubicBezTo>
                  <a:cubicBezTo>
                    <a:pt x="116" y="302"/>
                    <a:pt x="19" y="335"/>
                    <a:pt x="10" y="344"/>
                  </a:cubicBezTo>
                  <a:cubicBezTo>
                    <a:pt x="0" y="354"/>
                    <a:pt x="81" y="334"/>
                    <a:pt x="261" y="414"/>
                  </a:cubicBezTo>
                  <a:cubicBezTo>
                    <a:pt x="341" y="455"/>
                    <a:pt x="422" y="495"/>
                    <a:pt x="492" y="525"/>
                  </a:cubicBezTo>
                  <a:cubicBezTo>
                    <a:pt x="545" y="551"/>
                    <a:pt x="603" y="565"/>
                    <a:pt x="669" y="565"/>
                  </a:cubicBezTo>
                  <a:cubicBezTo>
                    <a:pt x="701" y="565"/>
                    <a:pt x="736" y="562"/>
                    <a:pt x="773" y="555"/>
                  </a:cubicBezTo>
                  <a:cubicBezTo>
                    <a:pt x="983" y="505"/>
                    <a:pt x="1154" y="304"/>
                    <a:pt x="1114" y="204"/>
                  </a:cubicBezTo>
                  <a:cubicBezTo>
                    <a:pt x="1074" y="93"/>
                    <a:pt x="933" y="33"/>
                    <a:pt x="693" y="3"/>
                  </a:cubicBezTo>
                  <a:cubicBezTo>
                    <a:pt x="677" y="1"/>
                    <a:pt x="661" y="1"/>
                    <a:pt x="6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6" name="Google Shape;17006;p54">
              <a:extLst>
                <a:ext uri="{FF2B5EF4-FFF2-40B4-BE49-F238E27FC236}">
                  <a16:creationId xmlns:a16="http://schemas.microsoft.com/office/drawing/2014/main" id="{D77F3BF3-6C25-4B2C-5948-EAF1407E861C}"/>
                </a:ext>
              </a:extLst>
            </p:cNvPr>
            <p:cNvSpPr/>
            <p:nvPr/>
          </p:nvSpPr>
          <p:spPr>
            <a:xfrm>
              <a:off x="8141278" y="3482988"/>
              <a:ext cx="47718" cy="16511"/>
            </a:xfrm>
            <a:custGeom>
              <a:avLst/>
              <a:gdLst/>
              <a:ahLst/>
              <a:cxnLst/>
              <a:rect l="l" t="t" r="r" b="b"/>
              <a:pathLst>
                <a:path w="552" h="191" extrusionOk="0">
                  <a:moveTo>
                    <a:pt x="552" y="191"/>
                  </a:moveTo>
                  <a:lnTo>
                    <a:pt x="552" y="191"/>
                  </a:lnTo>
                  <a:lnTo>
                    <a:pt x="552" y="191"/>
                  </a:lnTo>
                  <a:close/>
                  <a:moveTo>
                    <a:pt x="552" y="191"/>
                  </a:moveTo>
                  <a:lnTo>
                    <a:pt x="552" y="191"/>
                  </a:lnTo>
                  <a:lnTo>
                    <a:pt x="552" y="191"/>
                  </a:lnTo>
                  <a:close/>
                  <a:moveTo>
                    <a:pt x="552" y="191"/>
                  </a:moveTo>
                  <a:cubicBezTo>
                    <a:pt x="552" y="191"/>
                    <a:pt x="552" y="191"/>
                    <a:pt x="552" y="191"/>
                  </a:cubicBezTo>
                  <a:cubicBezTo>
                    <a:pt x="552" y="191"/>
                    <a:pt x="552" y="191"/>
                    <a:pt x="552" y="191"/>
                  </a:cubicBezTo>
                  <a:close/>
                  <a:moveTo>
                    <a:pt x="552" y="191"/>
                  </a:moveTo>
                  <a:cubicBezTo>
                    <a:pt x="542" y="191"/>
                    <a:pt x="532" y="191"/>
                    <a:pt x="512" y="181"/>
                  </a:cubicBezTo>
                  <a:cubicBezTo>
                    <a:pt x="532" y="191"/>
                    <a:pt x="542" y="191"/>
                    <a:pt x="552" y="191"/>
                  </a:cubicBezTo>
                  <a:close/>
                  <a:moveTo>
                    <a:pt x="411" y="161"/>
                  </a:moveTo>
                  <a:cubicBezTo>
                    <a:pt x="411" y="151"/>
                    <a:pt x="442" y="141"/>
                    <a:pt x="502" y="141"/>
                  </a:cubicBezTo>
                  <a:cubicBezTo>
                    <a:pt x="532" y="141"/>
                    <a:pt x="542" y="141"/>
                    <a:pt x="542" y="131"/>
                  </a:cubicBezTo>
                  <a:cubicBezTo>
                    <a:pt x="542" y="141"/>
                    <a:pt x="532" y="141"/>
                    <a:pt x="502" y="141"/>
                  </a:cubicBezTo>
                  <a:cubicBezTo>
                    <a:pt x="442" y="141"/>
                    <a:pt x="411" y="151"/>
                    <a:pt x="411" y="161"/>
                  </a:cubicBezTo>
                  <a:close/>
                  <a:moveTo>
                    <a:pt x="0" y="10"/>
                  </a:moveTo>
                  <a:cubicBezTo>
                    <a:pt x="20" y="10"/>
                    <a:pt x="30" y="0"/>
                    <a:pt x="50" y="0"/>
                  </a:cubicBezTo>
                  <a:lnTo>
                    <a:pt x="50" y="0"/>
                  </a:lnTo>
                  <a:cubicBezTo>
                    <a:pt x="30" y="0"/>
                    <a:pt x="20" y="10"/>
                    <a:pt x="0" y="10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7" name="Google Shape;17007;p54">
              <a:extLst>
                <a:ext uri="{FF2B5EF4-FFF2-40B4-BE49-F238E27FC236}">
                  <a16:creationId xmlns:a16="http://schemas.microsoft.com/office/drawing/2014/main" id="{DBCA25DE-683A-E2D0-B0A8-35B9E0C2C1BA}"/>
                </a:ext>
              </a:extLst>
            </p:cNvPr>
            <p:cNvSpPr/>
            <p:nvPr/>
          </p:nvSpPr>
          <p:spPr>
            <a:xfrm>
              <a:off x="8109207" y="3482988"/>
              <a:ext cx="85926" cy="26971"/>
            </a:xfrm>
            <a:custGeom>
              <a:avLst/>
              <a:gdLst/>
              <a:ahLst/>
              <a:cxnLst/>
              <a:rect l="l" t="t" r="r" b="b"/>
              <a:pathLst>
                <a:path w="994" h="312" extrusionOk="0">
                  <a:moveTo>
                    <a:pt x="421" y="0"/>
                  </a:moveTo>
                  <a:cubicBezTo>
                    <a:pt x="401" y="0"/>
                    <a:pt x="391" y="10"/>
                    <a:pt x="371" y="10"/>
                  </a:cubicBezTo>
                  <a:cubicBezTo>
                    <a:pt x="191" y="40"/>
                    <a:pt x="0" y="141"/>
                    <a:pt x="20" y="221"/>
                  </a:cubicBezTo>
                  <a:cubicBezTo>
                    <a:pt x="20" y="251"/>
                    <a:pt x="40" y="281"/>
                    <a:pt x="70" y="311"/>
                  </a:cubicBezTo>
                  <a:cubicBezTo>
                    <a:pt x="30" y="241"/>
                    <a:pt x="241" y="171"/>
                    <a:pt x="421" y="171"/>
                  </a:cubicBezTo>
                  <a:cubicBezTo>
                    <a:pt x="462" y="171"/>
                    <a:pt x="492" y="171"/>
                    <a:pt x="532" y="181"/>
                  </a:cubicBezTo>
                  <a:cubicBezTo>
                    <a:pt x="652" y="201"/>
                    <a:pt x="762" y="231"/>
                    <a:pt x="853" y="251"/>
                  </a:cubicBezTo>
                  <a:cubicBezTo>
                    <a:pt x="993" y="241"/>
                    <a:pt x="993" y="211"/>
                    <a:pt x="923" y="191"/>
                  </a:cubicBezTo>
                  <a:cubicBezTo>
                    <a:pt x="913" y="191"/>
                    <a:pt x="903" y="191"/>
                    <a:pt x="883" y="181"/>
                  </a:cubicBezTo>
                  <a:cubicBezTo>
                    <a:pt x="823" y="171"/>
                    <a:pt x="782" y="161"/>
                    <a:pt x="782" y="161"/>
                  </a:cubicBezTo>
                  <a:cubicBezTo>
                    <a:pt x="782" y="151"/>
                    <a:pt x="813" y="141"/>
                    <a:pt x="873" y="141"/>
                  </a:cubicBezTo>
                  <a:cubicBezTo>
                    <a:pt x="903" y="141"/>
                    <a:pt x="913" y="141"/>
                    <a:pt x="913" y="131"/>
                  </a:cubicBezTo>
                  <a:cubicBezTo>
                    <a:pt x="913" y="121"/>
                    <a:pt x="833" y="90"/>
                    <a:pt x="732" y="60"/>
                  </a:cubicBezTo>
                  <a:cubicBezTo>
                    <a:pt x="632" y="40"/>
                    <a:pt x="502" y="0"/>
                    <a:pt x="421" y="0"/>
                  </a:cubicBezTo>
                  <a:close/>
                </a:path>
              </a:pathLst>
            </a:custGeom>
            <a:solidFill>
              <a:srgbClr val="7855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8" name="Google Shape;17008;p54">
              <a:extLst>
                <a:ext uri="{FF2B5EF4-FFF2-40B4-BE49-F238E27FC236}">
                  <a16:creationId xmlns:a16="http://schemas.microsoft.com/office/drawing/2014/main" id="{1184A685-C8DF-9625-5751-2A5F88792406}"/>
                </a:ext>
              </a:extLst>
            </p:cNvPr>
            <p:cNvSpPr/>
            <p:nvPr/>
          </p:nvSpPr>
          <p:spPr>
            <a:xfrm>
              <a:off x="8351078" y="3481259"/>
              <a:ext cx="91113" cy="19104"/>
            </a:xfrm>
            <a:custGeom>
              <a:avLst/>
              <a:gdLst/>
              <a:ahLst/>
              <a:cxnLst/>
              <a:rect l="l" t="t" r="r" b="b"/>
              <a:pathLst>
                <a:path w="1054" h="221" extrusionOk="0">
                  <a:moveTo>
                    <a:pt x="141" y="221"/>
                  </a:moveTo>
                  <a:cubicBezTo>
                    <a:pt x="111" y="221"/>
                    <a:pt x="81" y="211"/>
                    <a:pt x="61" y="211"/>
                  </a:cubicBezTo>
                  <a:cubicBezTo>
                    <a:pt x="81" y="211"/>
                    <a:pt x="111" y="221"/>
                    <a:pt x="141" y="221"/>
                  </a:cubicBezTo>
                  <a:lnTo>
                    <a:pt x="141" y="221"/>
                  </a:lnTo>
                  <a:close/>
                  <a:moveTo>
                    <a:pt x="181" y="201"/>
                  </a:moveTo>
                  <a:cubicBezTo>
                    <a:pt x="181" y="201"/>
                    <a:pt x="181" y="201"/>
                    <a:pt x="171" y="201"/>
                  </a:cubicBezTo>
                  <a:cubicBezTo>
                    <a:pt x="111" y="181"/>
                    <a:pt x="1" y="171"/>
                    <a:pt x="1" y="161"/>
                  </a:cubicBezTo>
                  <a:cubicBezTo>
                    <a:pt x="1" y="171"/>
                    <a:pt x="111" y="181"/>
                    <a:pt x="171" y="201"/>
                  </a:cubicBezTo>
                  <a:cubicBezTo>
                    <a:pt x="181" y="201"/>
                    <a:pt x="181" y="201"/>
                    <a:pt x="181" y="201"/>
                  </a:cubicBezTo>
                  <a:close/>
                  <a:moveTo>
                    <a:pt x="1054" y="201"/>
                  </a:moveTo>
                  <a:lnTo>
                    <a:pt x="1054" y="201"/>
                  </a:lnTo>
                  <a:lnTo>
                    <a:pt x="1054" y="201"/>
                  </a:lnTo>
                  <a:close/>
                  <a:moveTo>
                    <a:pt x="633" y="0"/>
                  </a:moveTo>
                  <a:cubicBezTo>
                    <a:pt x="633" y="0"/>
                    <a:pt x="633" y="0"/>
                    <a:pt x="633" y="0"/>
                  </a:cubicBezTo>
                  <a:cubicBezTo>
                    <a:pt x="633" y="0"/>
                    <a:pt x="633" y="0"/>
                    <a:pt x="633" y="0"/>
                  </a:cubicBezTo>
                  <a:close/>
                  <a:moveTo>
                    <a:pt x="623" y="0"/>
                  </a:moveTo>
                  <a:cubicBezTo>
                    <a:pt x="612" y="0"/>
                    <a:pt x="602" y="0"/>
                    <a:pt x="592" y="0"/>
                  </a:cubicBezTo>
                  <a:lnTo>
                    <a:pt x="592" y="0"/>
                  </a:lnTo>
                  <a:cubicBezTo>
                    <a:pt x="602" y="0"/>
                    <a:pt x="612" y="0"/>
                    <a:pt x="623" y="0"/>
                  </a:cubicBezTo>
                  <a:close/>
                  <a:moveTo>
                    <a:pt x="582" y="0"/>
                  </a:moveTo>
                  <a:cubicBezTo>
                    <a:pt x="582" y="0"/>
                    <a:pt x="582" y="0"/>
                    <a:pt x="582" y="0"/>
                  </a:cubicBezTo>
                  <a:cubicBezTo>
                    <a:pt x="582" y="0"/>
                    <a:pt x="582" y="0"/>
                    <a:pt x="582" y="0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9" name="Google Shape;17009;p54">
              <a:extLst>
                <a:ext uri="{FF2B5EF4-FFF2-40B4-BE49-F238E27FC236}">
                  <a16:creationId xmlns:a16="http://schemas.microsoft.com/office/drawing/2014/main" id="{592D4B4D-88F7-4049-CCA6-DD390037A78E}"/>
                </a:ext>
              </a:extLst>
            </p:cNvPr>
            <p:cNvSpPr/>
            <p:nvPr/>
          </p:nvSpPr>
          <p:spPr>
            <a:xfrm>
              <a:off x="8350214" y="3481259"/>
              <a:ext cx="92842" cy="26971"/>
            </a:xfrm>
            <a:custGeom>
              <a:avLst/>
              <a:gdLst/>
              <a:ahLst/>
              <a:cxnLst/>
              <a:rect l="l" t="t" r="r" b="b"/>
              <a:pathLst>
                <a:path w="1074" h="312" extrusionOk="0">
                  <a:moveTo>
                    <a:pt x="592" y="0"/>
                  </a:moveTo>
                  <a:cubicBezTo>
                    <a:pt x="512" y="0"/>
                    <a:pt x="432" y="20"/>
                    <a:pt x="332" y="50"/>
                  </a:cubicBezTo>
                  <a:cubicBezTo>
                    <a:pt x="211" y="90"/>
                    <a:pt x="101" y="121"/>
                    <a:pt x="31" y="141"/>
                  </a:cubicBezTo>
                  <a:cubicBezTo>
                    <a:pt x="21" y="151"/>
                    <a:pt x="11" y="151"/>
                    <a:pt x="11" y="161"/>
                  </a:cubicBezTo>
                  <a:cubicBezTo>
                    <a:pt x="11" y="171"/>
                    <a:pt x="121" y="181"/>
                    <a:pt x="181" y="201"/>
                  </a:cubicBezTo>
                  <a:lnTo>
                    <a:pt x="191" y="201"/>
                  </a:lnTo>
                  <a:cubicBezTo>
                    <a:pt x="231" y="211"/>
                    <a:pt x="201" y="221"/>
                    <a:pt x="151" y="221"/>
                  </a:cubicBezTo>
                  <a:cubicBezTo>
                    <a:pt x="121" y="221"/>
                    <a:pt x="91" y="211"/>
                    <a:pt x="71" y="211"/>
                  </a:cubicBezTo>
                  <a:lnTo>
                    <a:pt x="51" y="211"/>
                  </a:lnTo>
                  <a:cubicBezTo>
                    <a:pt x="21" y="211"/>
                    <a:pt x="1" y="231"/>
                    <a:pt x="21" y="251"/>
                  </a:cubicBezTo>
                  <a:cubicBezTo>
                    <a:pt x="121" y="231"/>
                    <a:pt x="201" y="231"/>
                    <a:pt x="291" y="221"/>
                  </a:cubicBezTo>
                  <a:cubicBezTo>
                    <a:pt x="432" y="211"/>
                    <a:pt x="552" y="161"/>
                    <a:pt x="663" y="161"/>
                  </a:cubicBezTo>
                  <a:cubicBezTo>
                    <a:pt x="843" y="161"/>
                    <a:pt x="994" y="211"/>
                    <a:pt x="1044" y="311"/>
                  </a:cubicBezTo>
                  <a:cubicBezTo>
                    <a:pt x="1064" y="271"/>
                    <a:pt x="1074" y="231"/>
                    <a:pt x="1064" y="201"/>
                  </a:cubicBezTo>
                  <a:cubicBezTo>
                    <a:pt x="1024" y="90"/>
                    <a:pt x="883" y="30"/>
                    <a:pt x="643" y="0"/>
                  </a:cubicBezTo>
                  <a:close/>
                </a:path>
              </a:pathLst>
            </a:custGeom>
            <a:solidFill>
              <a:srgbClr val="7855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0" name="Google Shape;17010;p54">
              <a:extLst>
                <a:ext uri="{FF2B5EF4-FFF2-40B4-BE49-F238E27FC236}">
                  <a16:creationId xmlns:a16="http://schemas.microsoft.com/office/drawing/2014/main" id="{05A1EB1E-374E-EB5C-920C-3C3CD912B748}"/>
                </a:ext>
              </a:extLst>
            </p:cNvPr>
            <p:cNvSpPr/>
            <p:nvPr/>
          </p:nvSpPr>
          <p:spPr>
            <a:xfrm>
              <a:off x="8106613" y="3448237"/>
              <a:ext cx="124913" cy="55584"/>
            </a:xfrm>
            <a:custGeom>
              <a:avLst/>
              <a:gdLst/>
              <a:ahLst/>
              <a:cxnLst/>
              <a:rect l="l" t="t" r="r" b="b"/>
              <a:pathLst>
                <a:path w="1445" h="643" extrusionOk="0">
                  <a:moveTo>
                    <a:pt x="1434" y="1"/>
                  </a:moveTo>
                  <a:lnTo>
                    <a:pt x="1434" y="1"/>
                  </a:lnTo>
                  <a:cubicBezTo>
                    <a:pt x="1404" y="31"/>
                    <a:pt x="1374" y="61"/>
                    <a:pt x="1344" y="91"/>
                  </a:cubicBezTo>
                  <a:cubicBezTo>
                    <a:pt x="1314" y="131"/>
                    <a:pt x="1274" y="222"/>
                    <a:pt x="1244" y="312"/>
                  </a:cubicBezTo>
                  <a:cubicBezTo>
                    <a:pt x="1157" y="427"/>
                    <a:pt x="1111" y="470"/>
                    <a:pt x="1043" y="470"/>
                  </a:cubicBezTo>
                  <a:cubicBezTo>
                    <a:pt x="993" y="470"/>
                    <a:pt x="931" y="446"/>
                    <a:pt x="833" y="412"/>
                  </a:cubicBezTo>
                  <a:cubicBezTo>
                    <a:pt x="712" y="372"/>
                    <a:pt x="587" y="337"/>
                    <a:pt x="460" y="337"/>
                  </a:cubicBezTo>
                  <a:cubicBezTo>
                    <a:pt x="334" y="337"/>
                    <a:pt x="206" y="372"/>
                    <a:pt x="80" y="472"/>
                  </a:cubicBezTo>
                  <a:cubicBezTo>
                    <a:pt x="10" y="523"/>
                    <a:pt x="0" y="583"/>
                    <a:pt x="10" y="643"/>
                  </a:cubicBezTo>
                  <a:cubicBezTo>
                    <a:pt x="30" y="613"/>
                    <a:pt x="40" y="583"/>
                    <a:pt x="70" y="563"/>
                  </a:cubicBezTo>
                  <a:cubicBezTo>
                    <a:pt x="130" y="492"/>
                    <a:pt x="271" y="432"/>
                    <a:pt x="401" y="412"/>
                  </a:cubicBezTo>
                  <a:cubicBezTo>
                    <a:pt x="418" y="408"/>
                    <a:pt x="437" y="407"/>
                    <a:pt x="458" y="407"/>
                  </a:cubicBezTo>
                  <a:cubicBezTo>
                    <a:pt x="547" y="407"/>
                    <a:pt x="664" y="438"/>
                    <a:pt x="762" y="462"/>
                  </a:cubicBezTo>
                  <a:cubicBezTo>
                    <a:pt x="853" y="492"/>
                    <a:pt x="923" y="513"/>
                    <a:pt x="943" y="523"/>
                  </a:cubicBezTo>
                  <a:cubicBezTo>
                    <a:pt x="999" y="537"/>
                    <a:pt x="1048" y="545"/>
                    <a:pt x="1092" y="545"/>
                  </a:cubicBezTo>
                  <a:cubicBezTo>
                    <a:pt x="1237" y="545"/>
                    <a:pt x="1329" y="458"/>
                    <a:pt x="1444" y="212"/>
                  </a:cubicBezTo>
                  <a:cubicBezTo>
                    <a:pt x="1404" y="131"/>
                    <a:pt x="1384" y="71"/>
                    <a:pt x="1434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1" name="Google Shape;17011;p54">
              <a:extLst>
                <a:ext uri="{FF2B5EF4-FFF2-40B4-BE49-F238E27FC236}">
                  <a16:creationId xmlns:a16="http://schemas.microsoft.com/office/drawing/2014/main" id="{205FD16E-A335-E64A-ED77-161D0D00B3C2}"/>
                </a:ext>
              </a:extLst>
            </p:cNvPr>
            <p:cNvSpPr/>
            <p:nvPr/>
          </p:nvSpPr>
          <p:spPr>
            <a:xfrm>
              <a:off x="8375369" y="3860233"/>
              <a:ext cx="35615" cy="207554"/>
            </a:xfrm>
            <a:custGeom>
              <a:avLst/>
              <a:gdLst/>
              <a:ahLst/>
              <a:cxnLst/>
              <a:rect l="l" t="t" r="r" b="b"/>
              <a:pathLst>
                <a:path w="412" h="2401" extrusionOk="0">
                  <a:moveTo>
                    <a:pt x="356" y="0"/>
                  </a:moveTo>
                  <a:cubicBezTo>
                    <a:pt x="307" y="0"/>
                    <a:pt x="203" y="114"/>
                    <a:pt x="41" y="260"/>
                  </a:cubicBezTo>
                  <a:cubicBezTo>
                    <a:pt x="41" y="260"/>
                    <a:pt x="111" y="722"/>
                    <a:pt x="121" y="1213"/>
                  </a:cubicBezTo>
                  <a:cubicBezTo>
                    <a:pt x="131" y="1705"/>
                    <a:pt x="0" y="1835"/>
                    <a:pt x="51" y="2136"/>
                  </a:cubicBezTo>
                  <a:cubicBezTo>
                    <a:pt x="120" y="2329"/>
                    <a:pt x="187" y="2401"/>
                    <a:pt x="242" y="2401"/>
                  </a:cubicBezTo>
                  <a:cubicBezTo>
                    <a:pt x="340" y="2401"/>
                    <a:pt x="404" y="2182"/>
                    <a:pt x="392" y="2016"/>
                  </a:cubicBezTo>
                  <a:cubicBezTo>
                    <a:pt x="362" y="1765"/>
                    <a:pt x="382" y="1675"/>
                    <a:pt x="342" y="1253"/>
                  </a:cubicBezTo>
                  <a:cubicBezTo>
                    <a:pt x="301" y="842"/>
                    <a:pt x="412" y="90"/>
                    <a:pt x="382" y="20"/>
                  </a:cubicBezTo>
                  <a:cubicBezTo>
                    <a:pt x="376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2" name="Google Shape;17012;p54">
              <a:extLst>
                <a:ext uri="{FF2B5EF4-FFF2-40B4-BE49-F238E27FC236}">
                  <a16:creationId xmlns:a16="http://schemas.microsoft.com/office/drawing/2014/main" id="{2B519D5F-4FB1-758A-D415-3077A0C5A83F}"/>
                </a:ext>
              </a:extLst>
            </p:cNvPr>
            <p:cNvSpPr/>
            <p:nvPr/>
          </p:nvSpPr>
          <p:spPr>
            <a:xfrm>
              <a:off x="8389200" y="4141957"/>
              <a:ext cx="35702" cy="102697"/>
            </a:xfrm>
            <a:custGeom>
              <a:avLst/>
              <a:gdLst/>
              <a:ahLst/>
              <a:cxnLst/>
              <a:rect l="l" t="t" r="r" b="b"/>
              <a:pathLst>
                <a:path w="413" h="1188" extrusionOk="0">
                  <a:moveTo>
                    <a:pt x="127" y="0"/>
                  </a:moveTo>
                  <a:cubicBezTo>
                    <a:pt x="103" y="0"/>
                    <a:pt x="76" y="36"/>
                    <a:pt x="31" y="91"/>
                  </a:cubicBezTo>
                  <a:cubicBezTo>
                    <a:pt x="1" y="432"/>
                    <a:pt x="61" y="693"/>
                    <a:pt x="41" y="923"/>
                  </a:cubicBezTo>
                  <a:cubicBezTo>
                    <a:pt x="11" y="1164"/>
                    <a:pt x="1" y="1174"/>
                    <a:pt x="101" y="1184"/>
                  </a:cubicBezTo>
                  <a:cubicBezTo>
                    <a:pt x="115" y="1187"/>
                    <a:pt x="134" y="1188"/>
                    <a:pt x="157" y="1188"/>
                  </a:cubicBezTo>
                  <a:cubicBezTo>
                    <a:pt x="221" y="1188"/>
                    <a:pt x="317" y="1179"/>
                    <a:pt x="412" y="1164"/>
                  </a:cubicBezTo>
                  <a:cubicBezTo>
                    <a:pt x="282" y="1024"/>
                    <a:pt x="322" y="442"/>
                    <a:pt x="232" y="191"/>
                  </a:cubicBezTo>
                  <a:cubicBezTo>
                    <a:pt x="182" y="53"/>
                    <a:pt x="157" y="0"/>
                    <a:pt x="12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3" name="Google Shape;17013;p54">
              <a:extLst>
                <a:ext uri="{FF2B5EF4-FFF2-40B4-BE49-F238E27FC236}">
                  <a16:creationId xmlns:a16="http://schemas.microsoft.com/office/drawing/2014/main" id="{8537C02C-AA5A-D8D5-CB0A-3C2B9CB2D47F}"/>
                </a:ext>
              </a:extLst>
            </p:cNvPr>
            <p:cNvSpPr/>
            <p:nvPr/>
          </p:nvSpPr>
          <p:spPr>
            <a:xfrm>
              <a:off x="8577390" y="3522320"/>
              <a:ext cx="53855" cy="85753"/>
            </a:xfrm>
            <a:custGeom>
              <a:avLst/>
              <a:gdLst/>
              <a:ahLst/>
              <a:cxnLst/>
              <a:rect l="l" t="t" r="r" b="b"/>
              <a:pathLst>
                <a:path w="623" h="992" extrusionOk="0">
                  <a:moveTo>
                    <a:pt x="337" y="0"/>
                  </a:moveTo>
                  <a:cubicBezTo>
                    <a:pt x="277" y="0"/>
                    <a:pt x="232" y="26"/>
                    <a:pt x="241" y="57"/>
                  </a:cubicBezTo>
                  <a:cubicBezTo>
                    <a:pt x="332" y="318"/>
                    <a:pt x="1" y="237"/>
                    <a:pt x="91" y="498"/>
                  </a:cubicBezTo>
                  <a:cubicBezTo>
                    <a:pt x="131" y="608"/>
                    <a:pt x="141" y="608"/>
                    <a:pt x="151" y="729"/>
                  </a:cubicBezTo>
                  <a:cubicBezTo>
                    <a:pt x="151" y="799"/>
                    <a:pt x="71" y="869"/>
                    <a:pt x="151" y="949"/>
                  </a:cubicBezTo>
                  <a:cubicBezTo>
                    <a:pt x="184" y="979"/>
                    <a:pt x="217" y="992"/>
                    <a:pt x="249" y="992"/>
                  </a:cubicBezTo>
                  <a:cubicBezTo>
                    <a:pt x="400" y="992"/>
                    <a:pt x="527" y="704"/>
                    <a:pt x="552" y="588"/>
                  </a:cubicBezTo>
                  <a:cubicBezTo>
                    <a:pt x="572" y="478"/>
                    <a:pt x="622" y="267"/>
                    <a:pt x="562" y="157"/>
                  </a:cubicBezTo>
                  <a:cubicBezTo>
                    <a:pt x="512" y="40"/>
                    <a:pt x="412" y="0"/>
                    <a:pt x="337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4" name="Google Shape;17014;p54">
              <a:extLst>
                <a:ext uri="{FF2B5EF4-FFF2-40B4-BE49-F238E27FC236}">
                  <a16:creationId xmlns:a16="http://schemas.microsoft.com/office/drawing/2014/main" id="{57C42E61-EDB4-865F-B6A6-604BA8898332}"/>
                </a:ext>
              </a:extLst>
            </p:cNvPr>
            <p:cNvSpPr/>
            <p:nvPr/>
          </p:nvSpPr>
          <p:spPr>
            <a:xfrm>
              <a:off x="8557421" y="3798598"/>
              <a:ext cx="33973" cy="317426"/>
            </a:xfrm>
            <a:custGeom>
              <a:avLst/>
              <a:gdLst/>
              <a:ahLst/>
              <a:cxnLst/>
              <a:rect l="l" t="t" r="r" b="b"/>
              <a:pathLst>
                <a:path w="393" h="3672" extrusionOk="0">
                  <a:moveTo>
                    <a:pt x="212" y="0"/>
                  </a:moveTo>
                  <a:lnTo>
                    <a:pt x="91" y="81"/>
                  </a:lnTo>
                  <a:lnTo>
                    <a:pt x="31" y="171"/>
                  </a:lnTo>
                  <a:cubicBezTo>
                    <a:pt x="121" y="562"/>
                    <a:pt x="191" y="1244"/>
                    <a:pt x="202" y="1535"/>
                  </a:cubicBezTo>
                  <a:cubicBezTo>
                    <a:pt x="202" y="1826"/>
                    <a:pt x="151" y="2217"/>
                    <a:pt x="111" y="2528"/>
                  </a:cubicBezTo>
                  <a:cubicBezTo>
                    <a:pt x="81" y="2829"/>
                    <a:pt x="151" y="2909"/>
                    <a:pt x="111" y="3110"/>
                  </a:cubicBezTo>
                  <a:cubicBezTo>
                    <a:pt x="81" y="3310"/>
                    <a:pt x="1" y="3591"/>
                    <a:pt x="31" y="3621"/>
                  </a:cubicBezTo>
                  <a:cubicBezTo>
                    <a:pt x="41" y="3641"/>
                    <a:pt x="131" y="3661"/>
                    <a:pt x="232" y="3671"/>
                  </a:cubicBezTo>
                  <a:cubicBezTo>
                    <a:pt x="352" y="3120"/>
                    <a:pt x="292" y="2678"/>
                    <a:pt x="342" y="1976"/>
                  </a:cubicBezTo>
                  <a:cubicBezTo>
                    <a:pt x="392" y="1234"/>
                    <a:pt x="151" y="572"/>
                    <a:pt x="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5" name="Google Shape;17015;p54">
              <a:extLst>
                <a:ext uri="{FF2B5EF4-FFF2-40B4-BE49-F238E27FC236}">
                  <a16:creationId xmlns:a16="http://schemas.microsoft.com/office/drawing/2014/main" id="{E70A6EF8-05E1-6061-486E-5284DA6B53D8}"/>
                </a:ext>
              </a:extLst>
            </p:cNvPr>
            <p:cNvSpPr/>
            <p:nvPr/>
          </p:nvSpPr>
          <p:spPr>
            <a:xfrm>
              <a:off x="8636345" y="3482124"/>
              <a:ext cx="63364" cy="262793"/>
            </a:xfrm>
            <a:custGeom>
              <a:avLst/>
              <a:gdLst/>
              <a:ahLst/>
              <a:cxnLst/>
              <a:rect l="l" t="t" r="r" b="b"/>
              <a:pathLst>
                <a:path w="733" h="3040" extrusionOk="0">
                  <a:moveTo>
                    <a:pt x="613" y="0"/>
                  </a:moveTo>
                  <a:cubicBezTo>
                    <a:pt x="572" y="171"/>
                    <a:pt x="432" y="281"/>
                    <a:pt x="312" y="421"/>
                  </a:cubicBezTo>
                  <a:cubicBezTo>
                    <a:pt x="131" y="622"/>
                    <a:pt x="201" y="742"/>
                    <a:pt x="292" y="973"/>
                  </a:cubicBezTo>
                  <a:cubicBezTo>
                    <a:pt x="472" y="1435"/>
                    <a:pt x="211" y="1585"/>
                    <a:pt x="312" y="1986"/>
                  </a:cubicBezTo>
                  <a:cubicBezTo>
                    <a:pt x="392" y="2317"/>
                    <a:pt x="211" y="2367"/>
                    <a:pt x="151" y="2528"/>
                  </a:cubicBezTo>
                  <a:cubicBezTo>
                    <a:pt x="1" y="2929"/>
                    <a:pt x="181" y="3029"/>
                    <a:pt x="282" y="3039"/>
                  </a:cubicBezTo>
                  <a:cubicBezTo>
                    <a:pt x="312" y="2909"/>
                    <a:pt x="342" y="2779"/>
                    <a:pt x="362" y="2658"/>
                  </a:cubicBezTo>
                  <a:cubicBezTo>
                    <a:pt x="482" y="2077"/>
                    <a:pt x="442" y="1986"/>
                    <a:pt x="613" y="1294"/>
                  </a:cubicBezTo>
                  <a:cubicBezTo>
                    <a:pt x="733" y="813"/>
                    <a:pt x="703" y="351"/>
                    <a:pt x="613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6" name="Google Shape;17016;p54">
              <a:extLst>
                <a:ext uri="{FF2B5EF4-FFF2-40B4-BE49-F238E27FC236}">
                  <a16:creationId xmlns:a16="http://schemas.microsoft.com/office/drawing/2014/main" id="{1C981742-83C5-4D6F-EE41-89C13E6E0879}"/>
                </a:ext>
              </a:extLst>
            </p:cNvPr>
            <p:cNvSpPr/>
            <p:nvPr/>
          </p:nvSpPr>
          <p:spPr>
            <a:xfrm>
              <a:off x="8556557" y="3393777"/>
              <a:ext cx="108488" cy="44779"/>
            </a:xfrm>
            <a:custGeom>
              <a:avLst/>
              <a:gdLst/>
              <a:ahLst/>
              <a:cxnLst/>
              <a:rect l="l" t="t" r="r" b="b"/>
              <a:pathLst>
                <a:path w="1255" h="518" extrusionOk="0">
                  <a:moveTo>
                    <a:pt x="242" y="0"/>
                  </a:moveTo>
                  <a:cubicBezTo>
                    <a:pt x="178" y="0"/>
                    <a:pt x="115" y="7"/>
                    <a:pt x="51" y="19"/>
                  </a:cubicBezTo>
                  <a:cubicBezTo>
                    <a:pt x="1" y="140"/>
                    <a:pt x="101" y="260"/>
                    <a:pt x="252" y="260"/>
                  </a:cubicBezTo>
                  <a:cubicBezTo>
                    <a:pt x="442" y="270"/>
                    <a:pt x="643" y="240"/>
                    <a:pt x="793" y="370"/>
                  </a:cubicBezTo>
                  <a:cubicBezTo>
                    <a:pt x="879" y="447"/>
                    <a:pt x="994" y="517"/>
                    <a:pt x="1113" y="517"/>
                  </a:cubicBezTo>
                  <a:cubicBezTo>
                    <a:pt x="1133" y="517"/>
                    <a:pt x="1154" y="515"/>
                    <a:pt x="1174" y="511"/>
                  </a:cubicBezTo>
                  <a:cubicBezTo>
                    <a:pt x="1215" y="501"/>
                    <a:pt x="1235" y="481"/>
                    <a:pt x="1255" y="460"/>
                  </a:cubicBezTo>
                  <a:cubicBezTo>
                    <a:pt x="1074" y="260"/>
                    <a:pt x="833" y="190"/>
                    <a:pt x="532" y="59"/>
                  </a:cubicBezTo>
                  <a:cubicBezTo>
                    <a:pt x="435" y="17"/>
                    <a:pt x="339" y="0"/>
                    <a:pt x="24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7" name="Google Shape;17017;p54">
              <a:extLst>
                <a:ext uri="{FF2B5EF4-FFF2-40B4-BE49-F238E27FC236}">
                  <a16:creationId xmlns:a16="http://schemas.microsoft.com/office/drawing/2014/main" id="{BF1AA2A3-0374-080B-5785-15BFAE3B0ABB}"/>
                </a:ext>
              </a:extLst>
            </p:cNvPr>
            <p:cNvSpPr/>
            <p:nvPr/>
          </p:nvSpPr>
          <p:spPr>
            <a:xfrm>
              <a:off x="8533217" y="3813466"/>
              <a:ext cx="26712" cy="9509"/>
            </a:xfrm>
            <a:custGeom>
              <a:avLst/>
              <a:gdLst/>
              <a:ahLst/>
              <a:cxnLst/>
              <a:rect l="l" t="t" r="r" b="b"/>
              <a:pathLst>
                <a:path w="309" h="110" extrusionOk="0">
                  <a:moveTo>
                    <a:pt x="308" y="0"/>
                  </a:moveTo>
                  <a:cubicBezTo>
                    <a:pt x="209" y="50"/>
                    <a:pt x="109" y="79"/>
                    <a:pt x="0" y="109"/>
                  </a:cubicBezTo>
                  <a:lnTo>
                    <a:pt x="10" y="109"/>
                  </a:lnTo>
                  <a:cubicBezTo>
                    <a:pt x="109" y="79"/>
                    <a:pt x="209" y="50"/>
                    <a:pt x="308" y="0"/>
                  </a:cubicBezTo>
                  <a:close/>
                </a:path>
              </a:pathLst>
            </a:custGeom>
            <a:solidFill>
              <a:srgbClr val="D3D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8" name="Google Shape;17018;p54">
              <a:extLst>
                <a:ext uri="{FF2B5EF4-FFF2-40B4-BE49-F238E27FC236}">
                  <a16:creationId xmlns:a16="http://schemas.microsoft.com/office/drawing/2014/main" id="{F55C5E09-A56C-3325-AE50-4F86D2C2477D}"/>
                </a:ext>
              </a:extLst>
            </p:cNvPr>
            <p:cNvSpPr/>
            <p:nvPr/>
          </p:nvSpPr>
          <p:spPr>
            <a:xfrm>
              <a:off x="8574797" y="3790818"/>
              <a:ext cx="26971" cy="81518"/>
            </a:xfrm>
            <a:custGeom>
              <a:avLst/>
              <a:gdLst/>
              <a:ahLst/>
              <a:cxnLst/>
              <a:rect l="l" t="t" r="r" b="b"/>
              <a:pathLst>
                <a:path w="312" h="943" extrusionOk="0">
                  <a:moveTo>
                    <a:pt x="311" y="943"/>
                  </a:moveTo>
                  <a:lnTo>
                    <a:pt x="311" y="943"/>
                  </a:lnTo>
                  <a:cubicBezTo>
                    <a:pt x="301" y="642"/>
                    <a:pt x="251" y="0"/>
                    <a:pt x="251" y="0"/>
                  </a:cubicBezTo>
                  <a:cubicBezTo>
                    <a:pt x="171" y="60"/>
                    <a:pt x="91" y="120"/>
                    <a:pt x="1" y="171"/>
                  </a:cubicBezTo>
                  <a:lnTo>
                    <a:pt x="1" y="171"/>
                  </a:lnTo>
                  <a:cubicBezTo>
                    <a:pt x="91" y="120"/>
                    <a:pt x="171" y="60"/>
                    <a:pt x="251" y="0"/>
                  </a:cubicBezTo>
                  <a:cubicBezTo>
                    <a:pt x="251" y="0"/>
                    <a:pt x="301" y="642"/>
                    <a:pt x="311" y="943"/>
                  </a:cubicBezTo>
                  <a:lnTo>
                    <a:pt x="311" y="943"/>
                  </a:lnTo>
                  <a:close/>
                </a:path>
              </a:pathLst>
            </a:custGeom>
            <a:solidFill>
              <a:srgbClr val="ADA6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9" name="Google Shape;17019;p54">
              <a:extLst>
                <a:ext uri="{FF2B5EF4-FFF2-40B4-BE49-F238E27FC236}">
                  <a16:creationId xmlns:a16="http://schemas.microsoft.com/office/drawing/2014/main" id="{4D1217A8-801C-B376-28B8-7D5BBA6411C5}"/>
                </a:ext>
              </a:extLst>
            </p:cNvPr>
            <p:cNvSpPr/>
            <p:nvPr/>
          </p:nvSpPr>
          <p:spPr>
            <a:xfrm>
              <a:off x="8463802" y="3547130"/>
              <a:ext cx="184819" cy="328750"/>
            </a:xfrm>
            <a:custGeom>
              <a:avLst/>
              <a:gdLst/>
              <a:ahLst/>
              <a:cxnLst/>
              <a:rect l="l" t="t" r="r" b="b"/>
              <a:pathLst>
                <a:path w="2138" h="3803" extrusionOk="0">
                  <a:moveTo>
                    <a:pt x="856" y="3177"/>
                  </a:moveTo>
                  <a:cubicBezTo>
                    <a:pt x="842" y="3182"/>
                    <a:pt x="827" y="3186"/>
                    <a:pt x="813" y="3190"/>
                  </a:cubicBezTo>
                  <a:cubicBezTo>
                    <a:pt x="826" y="3187"/>
                    <a:pt x="841" y="3182"/>
                    <a:pt x="856" y="3177"/>
                  </a:cubicBezTo>
                  <a:close/>
                  <a:moveTo>
                    <a:pt x="312" y="3140"/>
                  </a:moveTo>
                  <a:cubicBezTo>
                    <a:pt x="302" y="3140"/>
                    <a:pt x="302" y="3140"/>
                    <a:pt x="291" y="3150"/>
                  </a:cubicBezTo>
                  <a:cubicBezTo>
                    <a:pt x="211" y="3190"/>
                    <a:pt x="121" y="3250"/>
                    <a:pt x="31" y="3250"/>
                  </a:cubicBezTo>
                  <a:cubicBezTo>
                    <a:pt x="21" y="3290"/>
                    <a:pt x="11" y="3321"/>
                    <a:pt x="1" y="3351"/>
                  </a:cubicBezTo>
                  <a:cubicBezTo>
                    <a:pt x="31" y="3331"/>
                    <a:pt x="271" y="3321"/>
                    <a:pt x="572" y="3260"/>
                  </a:cubicBezTo>
                  <a:lnTo>
                    <a:pt x="552" y="3260"/>
                  </a:lnTo>
                  <a:cubicBezTo>
                    <a:pt x="502" y="3260"/>
                    <a:pt x="462" y="3230"/>
                    <a:pt x="422" y="3200"/>
                  </a:cubicBezTo>
                  <a:cubicBezTo>
                    <a:pt x="382" y="3170"/>
                    <a:pt x="352" y="3140"/>
                    <a:pt x="312" y="3140"/>
                  </a:cubicBezTo>
                  <a:close/>
                  <a:moveTo>
                    <a:pt x="2107" y="0"/>
                  </a:moveTo>
                  <a:cubicBezTo>
                    <a:pt x="2077" y="0"/>
                    <a:pt x="2017" y="221"/>
                    <a:pt x="1967" y="713"/>
                  </a:cubicBezTo>
                  <a:cubicBezTo>
                    <a:pt x="1896" y="1395"/>
                    <a:pt x="1826" y="2257"/>
                    <a:pt x="1475" y="2618"/>
                  </a:cubicBezTo>
                  <a:cubicBezTo>
                    <a:pt x="1254" y="2839"/>
                    <a:pt x="984" y="2959"/>
                    <a:pt x="733" y="2970"/>
                  </a:cubicBezTo>
                  <a:cubicBezTo>
                    <a:pt x="733" y="2970"/>
                    <a:pt x="733" y="2970"/>
                    <a:pt x="733" y="2980"/>
                  </a:cubicBezTo>
                  <a:cubicBezTo>
                    <a:pt x="763" y="3060"/>
                    <a:pt x="863" y="3140"/>
                    <a:pt x="954" y="3140"/>
                  </a:cubicBezTo>
                  <a:cubicBezTo>
                    <a:pt x="920" y="3153"/>
                    <a:pt x="886" y="3167"/>
                    <a:pt x="856" y="3177"/>
                  </a:cubicBezTo>
                  <a:lnTo>
                    <a:pt x="856" y="3177"/>
                  </a:lnTo>
                  <a:cubicBezTo>
                    <a:pt x="942" y="3151"/>
                    <a:pt x="1028" y="3123"/>
                    <a:pt x="1114" y="3080"/>
                  </a:cubicBezTo>
                  <a:lnTo>
                    <a:pt x="1174" y="2990"/>
                  </a:lnTo>
                  <a:lnTo>
                    <a:pt x="1295" y="2909"/>
                  </a:lnTo>
                  <a:lnTo>
                    <a:pt x="1295" y="2909"/>
                  </a:lnTo>
                  <a:cubicBezTo>
                    <a:pt x="1295" y="2939"/>
                    <a:pt x="1285" y="2959"/>
                    <a:pt x="1285" y="2990"/>
                  </a:cubicBezTo>
                  <a:cubicBezTo>
                    <a:pt x="1375" y="2939"/>
                    <a:pt x="1455" y="2879"/>
                    <a:pt x="1535" y="2819"/>
                  </a:cubicBezTo>
                  <a:cubicBezTo>
                    <a:pt x="1535" y="2819"/>
                    <a:pt x="1585" y="3461"/>
                    <a:pt x="1595" y="3762"/>
                  </a:cubicBezTo>
                  <a:cubicBezTo>
                    <a:pt x="1595" y="3782"/>
                    <a:pt x="1605" y="3802"/>
                    <a:pt x="1626" y="3802"/>
                  </a:cubicBezTo>
                  <a:cubicBezTo>
                    <a:pt x="1696" y="3802"/>
                    <a:pt x="1846" y="3621"/>
                    <a:pt x="1836" y="3180"/>
                  </a:cubicBezTo>
                  <a:cubicBezTo>
                    <a:pt x="1806" y="2388"/>
                    <a:pt x="2097" y="963"/>
                    <a:pt x="2127" y="402"/>
                  </a:cubicBezTo>
                  <a:cubicBezTo>
                    <a:pt x="2137" y="141"/>
                    <a:pt x="2127" y="0"/>
                    <a:pt x="210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0" name="Google Shape;17020;p54">
              <a:extLst>
                <a:ext uri="{FF2B5EF4-FFF2-40B4-BE49-F238E27FC236}">
                  <a16:creationId xmlns:a16="http://schemas.microsoft.com/office/drawing/2014/main" id="{DF9523C7-BF31-5559-D3CC-AB1D5D120A8E}"/>
                </a:ext>
              </a:extLst>
            </p:cNvPr>
            <p:cNvSpPr/>
            <p:nvPr/>
          </p:nvSpPr>
          <p:spPr>
            <a:xfrm>
              <a:off x="8508926" y="3802920"/>
              <a:ext cx="37344" cy="26106"/>
            </a:xfrm>
            <a:custGeom>
              <a:avLst/>
              <a:gdLst/>
              <a:ahLst/>
              <a:cxnLst/>
              <a:rect l="l" t="t" r="r" b="b"/>
              <a:pathLst>
                <a:path w="432" h="302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3"/>
                    <a:pt x="28" y="5"/>
                    <a:pt x="43" y="7"/>
                  </a:cubicBezTo>
                  <a:lnTo>
                    <a:pt x="43" y="7"/>
                  </a:lnTo>
                  <a:cubicBezTo>
                    <a:pt x="29" y="5"/>
                    <a:pt x="15" y="3"/>
                    <a:pt x="0" y="0"/>
                  </a:cubicBezTo>
                  <a:close/>
                  <a:moveTo>
                    <a:pt x="43" y="7"/>
                  </a:moveTo>
                  <a:lnTo>
                    <a:pt x="43" y="7"/>
                  </a:lnTo>
                  <a:cubicBezTo>
                    <a:pt x="96" y="14"/>
                    <a:pt x="145" y="21"/>
                    <a:pt x="201" y="21"/>
                  </a:cubicBezTo>
                  <a:lnTo>
                    <a:pt x="211" y="21"/>
                  </a:lnTo>
                  <a:cubicBezTo>
                    <a:pt x="211" y="11"/>
                    <a:pt x="211" y="11"/>
                    <a:pt x="211" y="11"/>
                  </a:cubicBezTo>
                  <a:lnTo>
                    <a:pt x="161" y="11"/>
                  </a:lnTo>
                  <a:cubicBezTo>
                    <a:pt x="124" y="11"/>
                    <a:pt x="82" y="11"/>
                    <a:pt x="43" y="7"/>
                  </a:cubicBezTo>
                  <a:close/>
                  <a:moveTo>
                    <a:pt x="432" y="181"/>
                  </a:moveTo>
                  <a:lnTo>
                    <a:pt x="432" y="181"/>
                  </a:lnTo>
                  <a:cubicBezTo>
                    <a:pt x="381" y="201"/>
                    <a:pt x="331" y="221"/>
                    <a:pt x="291" y="231"/>
                  </a:cubicBezTo>
                  <a:lnTo>
                    <a:pt x="281" y="231"/>
                  </a:lnTo>
                  <a:cubicBezTo>
                    <a:pt x="240" y="247"/>
                    <a:pt x="202" y="259"/>
                    <a:pt x="163" y="271"/>
                  </a:cubicBezTo>
                  <a:lnTo>
                    <a:pt x="163" y="271"/>
                  </a:lnTo>
                  <a:cubicBezTo>
                    <a:pt x="179" y="268"/>
                    <a:pt x="195" y="264"/>
                    <a:pt x="211" y="261"/>
                  </a:cubicBezTo>
                  <a:cubicBezTo>
                    <a:pt x="221" y="251"/>
                    <a:pt x="241" y="251"/>
                    <a:pt x="261" y="241"/>
                  </a:cubicBezTo>
                  <a:cubicBezTo>
                    <a:pt x="311" y="231"/>
                    <a:pt x="371" y="211"/>
                    <a:pt x="432" y="181"/>
                  </a:cubicBezTo>
                  <a:close/>
                  <a:moveTo>
                    <a:pt x="163" y="271"/>
                  </a:moveTo>
                  <a:lnTo>
                    <a:pt x="163" y="271"/>
                  </a:lnTo>
                  <a:cubicBezTo>
                    <a:pt x="129" y="278"/>
                    <a:pt x="95" y="285"/>
                    <a:pt x="60" y="291"/>
                  </a:cubicBezTo>
                  <a:lnTo>
                    <a:pt x="50" y="301"/>
                  </a:lnTo>
                  <a:cubicBezTo>
                    <a:pt x="90" y="292"/>
                    <a:pt x="126" y="282"/>
                    <a:pt x="163" y="271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1" name="Google Shape;17021;p54">
              <a:extLst>
                <a:ext uri="{FF2B5EF4-FFF2-40B4-BE49-F238E27FC236}">
                  <a16:creationId xmlns:a16="http://schemas.microsoft.com/office/drawing/2014/main" id="{DA75353D-AD9B-9743-CAA9-C6955D7E83F8}"/>
                </a:ext>
              </a:extLst>
            </p:cNvPr>
            <p:cNvSpPr/>
            <p:nvPr/>
          </p:nvSpPr>
          <p:spPr>
            <a:xfrm>
              <a:off x="8465531" y="3769120"/>
              <a:ext cx="80740" cy="59906"/>
            </a:xfrm>
            <a:custGeom>
              <a:avLst/>
              <a:gdLst/>
              <a:ahLst/>
              <a:cxnLst/>
              <a:rect l="l" t="t" r="r" b="b"/>
              <a:pathLst>
                <a:path w="934" h="693" extrusionOk="0">
                  <a:moveTo>
                    <a:pt x="31" y="0"/>
                  </a:moveTo>
                  <a:cubicBezTo>
                    <a:pt x="21" y="0"/>
                    <a:pt x="21" y="0"/>
                    <a:pt x="21" y="10"/>
                  </a:cubicBezTo>
                  <a:lnTo>
                    <a:pt x="11" y="10"/>
                  </a:lnTo>
                  <a:cubicBezTo>
                    <a:pt x="1" y="111"/>
                    <a:pt x="61" y="412"/>
                    <a:pt x="11" y="682"/>
                  </a:cubicBezTo>
                  <a:cubicBezTo>
                    <a:pt x="101" y="682"/>
                    <a:pt x="191" y="622"/>
                    <a:pt x="271" y="582"/>
                  </a:cubicBezTo>
                  <a:cubicBezTo>
                    <a:pt x="282" y="572"/>
                    <a:pt x="282" y="572"/>
                    <a:pt x="292" y="572"/>
                  </a:cubicBezTo>
                  <a:cubicBezTo>
                    <a:pt x="332" y="572"/>
                    <a:pt x="362" y="602"/>
                    <a:pt x="402" y="632"/>
                  </a:cubicBezTo>
                  <a:cubicBezTo>
                    <a:pt x="442" y="662"/>
                    <a:pt x="482" y="692"/>
                    <a:pt x="532" y="692"/>
                  </a:cubicBezTo>
                  <a:lnTo>
                    <a:pt x="552" y="692"/>
                  </a:lnTo>
                  <a:lnTo>
                    <a:pt x="562" y="682"/>
                  </a:lnTo>
                  <a:cubicBezTo>
                    <a:pt x="613" y="672"/>
                    <a:pt x="663" y="662"/>
                    <a:pt x="713" y="652"/>
                  </a:cubicBezTo>
                  <a:cubicBezTo>
                    <a:pt x="723" y="642"/>
                    <a:pt x="743" y="642"/>
                    <a:pt x="763" y="632"/>
                  </a:cubicBezTo>
                  <a:cubicBezTo>
                    <a:pt x="813" y="622"/>
                    <a:pt x="873" y="602"/>
                    <a:pt x="934" y="572"/>
                  </a:cubicBezTo>
                  <a:cubicBezTo>
                    <a:pt x="843" y="572"/>
                    <a:pt x="743" y="492"/>
                    <a:pt x="713" y="412"/>
                  </a:cubicBezTo>
                  <a:lnTo>
                    <a:pt x="703" y="412"/>
                  </a:lnTo>
                  <a:cubicBezTo>
                    <a:pt x="633" y="412"/>
                    <a:pt x="572" y="402"/>
                    <a:pt x="502" y="391"/>
                  </a:cubicBezTo>
                  <a:cubicBezTo>
                    <a:pt x="502" y="391"/>
                    <a:pt x="492" y="391"/>
                    <a:pt x="492" y="381"/>
                  </a:cubicBezTo>
                  <a:lnTo>
                    <a:pt x="462" y="381"/>
                  </a:lnTo>
                  <a:cubicBezTo>
                    <a:pt x="201" y="311"/>
                    <a:pt x="71" y="0"/>
                    <a:pt x="31" y="0"/>
                  </a:cubicBezTo>
                  <a:close/>
                </a:path>
              </a:pathLst>
            </a:custGeom>
            <a:gradFill>
              <a:gsLst>
                <a:gs pos="0">
                  <a:schemeClr val="dk1">
                    <a:alpha val="8230"/>
                  </a:schemeClr>
                </a:gs>
                <a:gs pos="100000">
                  <a:schemeClr val="accent5">
                    <a:alpha val="8230"/>
                  </a:schemeClr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2" name="Google Shape;17022;p54">
              <a:extLst>
                <a:ext uri="{FF2B5EF4-FFF2-40B4-BE49-F238E27FC236}">
                  <a16:creationId xmlns:a16="http://schemas.microsoft.com/office/drawing/2014/main" id="{CE215B31-BD68-2C21-EF6C-191874C77F5F}"/>
                </a:ext>
              </a:extLst>
            </p:cNvPr>
            <p:cNvSpPr/>
            <p:nvPr/>
          </p:nvSpPr>
          <p:spPr>
            <a:xfrm>
              <a:off x="8560015" y="3798598"/>
              <a:ext cx="15733" cy="14782"/>
            </a:xfrm>
            <a:custGeom>
              <a:avLst/>
              <a:gdLst/>
              <a:ahLst/>
              <a:cxnLst/>
              <a:rect l="l" t="t" r="r" b="b"/>
              <a:pathLst>
                <a:path w="182" h="171" extrusionOk="0">
                  <a:moveTo>
                    <a:pt x="182" y="0"/>
                  </a:moveTo>
                  <a:lnTo>
                    <a:pt x="61" y="81"/>
                  </a:lnTo>
                  <a:lnTo>
                    <a:pt x="1" y="171"/>
                  </a:lnTo>
                  <a:cubicBezTo>
                    <a:pt x="61" y="141"/>
                    <a:pt x="121" y="111"/>
                    <a:pt x="172" y="81"/>
                  </a:cubicBezTo>
                  <a:cubicBezTo>
                    <a:pt x="172" y="50"/>
                    <a:pt x="182" y="30"/>
                    <a:pt x="182" y="0"/>
                  </a:cubicBezTo>
                  <a:close/>
                </a:path>
              </a:pathLst>
            </a:custGeom>
            <a:solidFill>
              <a:srgbClr val="BBB2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3" name="Google Shape;17023;p54">
              <a:extLst>
                <a:ext uri="{FF2B5EF4-FFF2-40B4-BE49-F238E27FC236}">
                  <a16:creationId xmlns:a16="http://schemas.microsoft.com/office/drawing/2014/main" id="{4B8D0FC4-42C2-D658-34E5-2EF31A51DF25}"/>
                </a:ext>
              </a:extLst>
            </p:cNvPr>
            <p:cNvSpPr/>
            <p:nvPr/>
          </p:nvSpPr>
          <p:spPr>
            <a:xfrm>
              <a:off x="8591826" y="3898701"/>
              <a:ext cx="43741" cy="231240"/>
            </a:xfrm>
            <a:custGeom>
              <a:avLst/>
              <a:gdLst/>
              <a:ahLst/>
              <a:cxnLst/>
              <a:rect l="l" t="t" r="r" b="b"/>
              <a:pathLst>
                <a:path w="506" h="2675" extrusionOk="0">
                  <a:moveTo>
                    <a:pt x="187" y="0"/>
                  </a:moveTo>
                  <a:cubicBezTo>
                    <a:pt x="156" y="0"/>
                    <a:pt x="123" y="52"/>
                    <a:pt x="94" y="156"/>
                  </a:cubicBezTo>
                  <a:cubicBezTo>
                    <a:pt x="94" y="217"/>
                    <a:pt x="104" y="287"/>
                    <a:pt x="114" y="387"/>
                  </a:cubicBezTo>
                  <a:cubicBezTo>
                    <a:pt x="165" y="728"/>
                    <a:pt x="114" y="1430"/>
                    <a:pt x="74" y="1671"/>
                  </a:cubicBezTo>
                  <a:cubicBezTo>
                    <a:pt x="24" y="1912"/>
                    <a:pt x="94" y="2132"/>
                    <a:pt x="84" y="2363"/>
                  </a:cubicBezTo>
                  <a:cubicBezTo>
                    <a:pt x="65" y="2574"/>
                    <a:pt x="0" y="2675"/>
                    <a:pt x="239" y="2675"/>
                  </a:cubicBezTo>
                  <a:cubicBezTo>
                    <a:pt x="250" y="2675"/>
                    <a:pt x="262" y="2674"/>
                    <a:pt x="275" y="2674"/>
                  </a:cubicBezTo>
                  <a:lnTo>
                    <a:pt x="415" y="2674"/>
                  </a:lnTo>
                  <a:cubicBezTo>
                    <a:pt x="506" y="2263"/>
                    <a:pt x="325" y="1651"/>
                    <a:pt x="295" y="1430"/>
                  </a:cubicBezTo>
                  <a:cubicBezTo>
                    <a:pt x="275" y="1220"/>
                    <a:pt x="335" y="698"/>
                    <a:pt x="295" y="337"/>
                  </a:cubicBezTo>
                  <a:cubicBezTo>
                    <a:pt x="277" y="115"/>
                    <a:pt x="234" y="0"/>
                    <a:pt x="18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4" name="Google Shape;17024;p54">
              <a:extLst>
                <a:ext uri="{FF2B5EF4-FFF2-40B4-BE49-F238E27FC236}">
                  <a16:creationId xmlns:a16="http://schemas.microsoft.com/office/drawing/2014/main" id="{2047F7FC-9421-6C17-BF9C-14669C4151CC}"/>
                </a:ext>
              </a:extLst>
            </p:cNvPr>
            <p:cNvSpPr/>
            <p:nvPr/>
          </p:nvSpPr>
          <p:spPr>
            <a:xfrm>
              <a:off x="8583441" y="3700224"/>
              <a:ext cx="25242" cy="45384"/>
            </a:xfrm>
            <a:custGeom>
              <a:avLst/>
              <a:gdLst/>
              <a:ahLst/>
              <a:cxnLst/>
              <a:rect l="l" t="t" r="r" b="b"/>
              <a:pathLst>
                <a:path w="292" h="525" extrusionOk="0">
                  <a:moveTo>
                    <a:pt x="140" y="1"/>
                  </a:moveTo>
                  <a:cubicBezTo>
                    <a:pt x="133" y="1"/>
                    <a:pt x="126" y="5"/>
                    <a:pt x="121" y="15"/>
                  </a:cubicBezTo>
                  <a:cubicBezTo>
                    <a:pt x="91" y="55"/>
                    <a:pt x="41" y="95"/>
                    <a:pt x="21" y="145"/>
                  </a:cubicBezTo>
                  <a:cubicBezTo>
                    <a:pt x="1" y="205"/>
                    <a:pt x="11" y="266"/>
                    <a:pt x="11" y="326"/>
                  </a:cubicBezTo>
                  <a:cubicBezTo>
                    <a:pt x="3" y="414"/>
                    <a:pt x="45" y="525"/>
                    <a:pt x="111" y="525"/>
                  </a:cubicBezTo>
                  <a:cubicBezTo>
                    <a:pt x="135" y="525"/>
                    <a:pt x="162" y="511"/>
                    <a:pt x="191" y="476"/>
                  </a:cubicBezTo>
                  <a:cubicBezTo>
                    <a:pt x="262" y="386"/>
                    <a:pt x="292" y="266"/>
                    <a:pt x="262" y="155"/>
                  </a:cubicBezTo>
                  <a:cubicBezTo>
                    <a:pt x="245" y="113"/>
                    <a:pt x="179" y="1"/>
                    <a:pt x="14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5" name="Google Shape;17025;p54">
              <a:extLst>
                <a:ext uri="{FF2B5EF4-FFF2-40B4-BE49-F238E27FC236}">
                  <a16:creationId xmlns:a16="http://schemas.microsoft.com/office/drawing/2014/main" id="{2E1C4452-55FA-7046-50FF-1809FE169268}"/>
                </a:ext>
              </a:extLst>
            </p:cNvPr>
            <p:cNvSpPr/>
            <p:nvPr/>
          </p:nvSpPr>
          <p:spPr>
            <a:xfrm>
              <a:off x="8404847" y="4042199"/>
              <a:ext cx="33886" cy="127506"/>
            </a:xfrm>
            <a:custGeom>
              <a:avLst/>
              <a:gdLst/>
              <a:ahLst/>
              <a:cxnLst/>
              <a:rect l="l" t="t" r="r" b="b"/>
              <a:pathLst>
                <a:path w="392" h="1475" extrusionOk="0">
                  <a:moveTo>
                    <a:pt x="332" y="1"/>
                  </a:moveTo>
                  <a:cubicBezTo>
                    <a:pt x="231" y="131"/>
                    <a:pt x="91" y="242"/>
                    <a:pt x="51" y="392"/>
                  </a:cubicBezTo>
                  <a:cubicBezTo>
                    <a:pt x="21" y="502"/>
                    <a:pt x="1" y="663"/>
                    <a:pt x="1" y="773"/>
                  </a:cubicBezTo>
                  <a:cubicBezTo>
                    <a:pt x="11" y="944"/>
                    <a:pt x="141" y="1034"/>
                    <a:pt x="181" y="1174"/>
                  </a:cubicBezTo>
                  <a:cubicBezTo>
                    <a:pt x="214" y="1266"/>
                    <a:pt x="213" y="1475"/>
                    <a:pt x="315" y="1475"/>
                  </a:cubicBezTo>
                  <a:cubicBezTo>
                    <a:pt x="336" y="1475"/>
                    <a:pt x="361" y="1466"/>
                    <a:pt x="392" y="1445"/>
                  </a:cubicBezTo>
                  <a:cubicBezTo>
                    <a:pt x="332" y="1164"/>
                    <a:pt x="281" y="843"/>
                    <a:pt x="281" y="623"/>
                  </a:cubicBezTo>
                  <a:cubicBezTo>
                    <a:pt x="281" y="362"/>
                    <a:pt x="332" y="212"/>
                    <a:pt x="332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6" name="Google Shape;17026;p54">
              <a:extLst>
                <a:ext uri="{FF2B5EF4-FFF2-40B4-BE49-F238E27FC236}">
                  <a16:creationId xmlns:a16="http://schemas.microsoft.com/office/drawing/2014/main" id="{CEBF0F8D-2677-10F5-ED81-89130A716EAA}"/>
                </a:ext>
              </a:extLst>
            </p:cNvPr>
            <p:cNvSpPr/>
            <p:nvPr/>
          </p:nvSpPr>
          <p:spPr>
            <a:xfrm>
              <a:off x="8412022" y="3879683"/>
              <a:ext cx="27576" cy="46940"/>
            </a:xfrm>
            <a:custGeom>
              <a:avLst/>
              <a:gdLst/>
              <a:ahLst/>
              <a:cxnLst/>
              <a:rect l="l" t="t" r="r" b="b"/>
              <a:pathLst>
                <a:path w="319" h="543" extrusionOk="0">
                  <a:moveTo>
                    <a:pt x="138" y="1"/>
                  </a:moveTo>
                  <a:cubicBezTo>
                    <a:pt x="127" y="1"/>
                    <a:pt x="117" y="5"/>
                    <a:pt x="108" y="15"/>
                  </a:cubicBezTo>
                  <a:cubicBezTo>
                    <a:pt x="65" y="58"/>
                    <a:pt x="0" y="542"/>
                    <a:pt x="115" y="542"/>
                  </a:cubicBezTo>
                  <a:cubicBezTo>
                    <a:pt x="134" y="542"/>
                    <a:pt x="158" y="528"/>
                    <a:pt x="188" y="497"/>
                  </a:cubicBezTo>
                  <a:cubicBezTo>
                    <a:pt x="249" y="437"/>
                    <a:pt x="319" y="296"/>
                    <a:pt x="299" y="216"/>
                  </a:cubicBezTo>
                  <a:cubicBezTo>
                    <a:pt x="290" y="156"/>
                    <a:pt x="201" y="1"/>
                    <a:pt x="138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7" name="Google Shape;17027;p54">
              <a:extLst>
                <a:ext uri="{FF2B5EF4-FFF2-40B4-BE49-F238E27FC236}">
                  <a16:creationId xmlns:a16="http://schemas.microsoft.com/office/drawing/2014/main" id="{914B1E8B-CC4D-26D9-F616-1DB03261A9A1}"/>
                </a:ext>
              </a:extLst>
            </p:cNvPr>
            <p:cNvSpPr/>
            <p:nvPr/>
          </p:nvSpPr>
          <p:spPr>
            <a:xfrm>
              <a:off x="8619921" y="3877522"/>
              <a:ext cx="27835" cy="78924"/>
            </a:xfrm>
            <a:custGeom>
              <a:avLst/>
              <a:gdLst/>
              <a:ahLst/>
              <a:cxnLst/>
              <a:rect l="l" t="t" r="r" b="b"/>
              <a:pathLst>
                <a:path w="322" h="913" extrusionOk="0">
                  <a:moveTo>
                    <a:pt x="291" y="0"/>
                  </a:moveTo>
                  <a:lnTo>
                    <a:pt x="291" y="0"/>
                  </a:lnTo>
                  <a:cubicBezTo>
                    <a:pt x="161" y="40"/>
                    <a:pt x="100" y="251"/>
                    <a:pt x="70" y="361"/>
                  </a:cubicBezTo>
                  <a:cubicBezTo>
                    <a:pt x="30" y="542"/>
                    <a:pt x="0" y="642"/>
                    <a:pt x="110" y="793"/>
                  </a:cubicBezTo>
                  <a:cubicBezTo>
                    <a:pt x="141" y="833"/>
                    <a:pt x="191" y="883"/>
                    <a:pt x="241" y="913"/>
                  </a:cubicBezTo>
                  <a:cubicBezTo>
                    <a:pt x="241" y="833"/>
                    <a:pt x="251" y="752"/>
                    <a:pt x="261" y="682"/>
                  </a:cubicBezTo>
                  <a:cubicBezTo>
                    <a:pt x="321" y="391"/>
                    <a:pt x="321" y="241"/>
                    <a:pt x="29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8" name="Google Shape;17028;p54">
              <a:extLst>
                <a:ext uri="{FF2B5EF4-FFF2-40B4-BE49-F238E27FC236}">
                  <a16:creationId xmlns:a16="http://schemas.microsoft.com/office/drawing/2014/main" id="{12DF3683-C9FA-1433-04C6-DFD03D6212FB}"/>
                </a:ext>
              </a:extLst>
            </p:cNvPr>
            <p:cNvSpPr/>
            <p:nvPr/>
          </p:nvSpPr>
          <p:spPr>
            <a:xfrm>
              <a:off x="8273883" y="3977193"/>
              <a:ext cx="43482" cy="146006"/>
            </a:xfrm>
            <a:custGeom>
              <a:avLst/>
              <a:gdLst/>
              <a:ahLst/>
              <a:cxnLst/>
              <a:rect l="l" t="t" r="r" b="b"/>
              <a:pathLst>
                <a:path w="503" h="1689" extrusionOk="0">
                  <a:moveTo>
                    <a:pt x="1" y="1"/>
                  </a:moveTo>
                  <a:lnTo>
                    <a:pt x="1" y="1"/>
                  </a:lnTo>
                  <a:cubicBezTo>
                    <a:pt x="11" y="281"/>
                    <a:pt x="21" y="532"/>
                    <a:pt x="41" y="663"/>
                  </a:cubicBezTo>
                  <a:cubicBezTo>
                    <a:pt x="71" y="954"/>
                    <a:pt x="181" y="1044"/>
                    <a:pt x="101" y="1455"/>
                  </a:cubicBezTo>
                  <a:cubicBezTo>
                    <a:pt x="91" y="1525"/>
                    <a:pt x="71" y="1605"/>
                    <a:pt x="61" y="1686"/>
                  </a:cubicBezTo>
                  <a:cubicBezTo>
                    <a:pt x="77" y="1688"/>
                    <a:pt x="94" y="1689"/>
                    <a:pt x="110" y="1689"/>
                  </a:cubicBezTo>
                  <a:cubicBezTo>
                    <a:pt x="176" y="1689"/>
                    <a:pt x="244" y="1670"/>
                    <a:pt x="292" y="1605"/>
                  </a:cubicBezTo>
                  <a:cubicBezTo>
                    <a:pt x="502" y="1385"/>
                    <a:pt x="382" y="1024"/>
                    <a:pt x="332" y="703"/>
                  </a:cubicBezTo>
                  <a:cubicBezTo>
                    <a:pt x="292" y="382"/>
                    <a:pt x="282" y="211"/>
                    <a:pt x="1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" name="Google Shape;15276;p52">
            <a:extLst>
              <a:ext uri="{FF2B5EF4-FFF2-40B4-BE49-F238E27FC236}">
                <a16:creationId xmlns:a16="http://schemas.microsoft.com/office/drawing/2014/main" id="{A3B3E6F3-06B7-F1AF-5BB9-9DBCBF9245E4}"/>
              </a:ext>
            </a:extLst>
          </p:cNvPr>
          <p:cNvSpPr txBox="1">
            <a:spLocks/>
          </p:cNvSpPr>
          <p:nvPr/>
        </p:nvSpPr>
        <p:spPr>
          <a:xfrm>
            <a:off x="141024" y="104733"/>
            <a:ext cx="718784" cy="627697"/>
          </a:xfrm>
          <a:prstGeom prst="rect">
            <a:avLst/>
          </a:prstGeom>
          <a:solidFill>
            <a:schemeClr val="accent5">
              <a:lumMod val="90000"/>
              <a:lumOff val="1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45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R="0"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R="0"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R="0"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R="0"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R="0"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R="0"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R="0"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R="0"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pPr algn="ctr"/>
            <a:r>
              <a:rPr lang="en" sz="3200" dirty="0">
                <a:solidFill>
                  <a:schemeClr val="accent2"/>
                </a:solidFill>
              </a:rPr>
              <a:t>02</a:t>
            </a:r>
            <a:endParaRPr lang="en" dirty="0">
              <a:solidFill>
                <a:schemeClr val="accent2"/>
              </a:solidFill>
            </a:endParaRPr>
          </a:p>
        </p:txBody>
      </p:sp>
      <p:sp>
        <p:nvSpPr>
          <p:cNvPr id="9" name="Google Shape;16205;p54">
            <a:extLst>
              <a:ext uri="{FF2B5EF4-FFF2-40B4-BE49-F238E27FC236}">
                <a16:creationId xmlns:a16="http://schemas.microsoft.com/office/drawing/2014/main" id="{B181C284-8689-B308-358A-C86AF54D8713}"/>
              </a:ext>
            </a:extLst>
          </p:cNvPr>
          <p:cNvSpPr txBox="1">
            <a:spLocks noGrp="1"/>
          </p:cNvSpPr>
          <p:nvPr/>
        </p:nvSpPr>
        <p:spPr>
          <a:xfrm>
            <a:off x="1034844" y="418581"/>
            <a:ext cx="7074312" cy="840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45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R="0"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R="0"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R="0"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R="0"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R="0"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R="0"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R="0"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R="0"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Maven Pro"/>
              <a:buNone/>
              <a:defRPr sz="36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dirty="0"/>
              <a:t>Security Profile</a:t>
            </a:r>
            <a:endParaRPr sz="3600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F6A954BE-AACC-60CC-F639-45968D254F2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64585" y="1324314"/>
            <a:ext cx="5408644" cy="24270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486605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2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96" name="Google Shape;22596;p75"/>
          <p:cNvSpPr/>
          <p:nvPr/>
        </p:nvSpPr>
        <p:spPr>
          <a:xfrm flipH="1">
            <a:off x="387069" y="2455092"/>
            <a:ext cx="535608" cy="233315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2597" name="Google Shape;22597;p75"/>
          <p:cNvSpPr/>
          <p:nvPr/>
        </p:nvSpPr>
        <p:spPr>
          <a:xfrm flipH="1">
            <a:off x="7183484" y="3921417"/>
            <a:ext cx="257424" cy="112136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2598" name="Google Shape;22598;p75"/>
          <p:cNvSpPr/>
          <p:nvPr/>
        </p:nvSpPr>
        <p:spPr>
          <a:xfrm flipH="1">
            <a:off x="5280802" y="258574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2599" name="Google Shape;22599;p75"/>
          <p:cNvGrpSpPr/>
          <p:nvPr/>
        </p:nvGrpSpPr>
        <p:grpSpPr>
          <a:xfrm>
            <a:off x="1904938" y="5047856"/>
            <a:ext cx="302226" cy="213600"/>
            <a:chOff x="5658425" y="1270850"/>
            <a:chExt cx="179800" cy="127075"/>
          </a:xfrm>
        </p:grpSpPr>
        <p:sp>
          <p:nvSpPr>
            <p:cNvPr id="22600" name="Google Shape;22600;p75"/>
            <p:cNvSpPr/>
            <p:nvPr/>
          </p:nvSpPr>
          <p:spPr>
            <a:xfrm>
              <a:off x="5704400" y="1271825"/>
              <a:ext cx="133825" cy="126100"/>
            </a:xfrm>
            <a:custGeom>
              <a:avLst/>
              <a:gdLst/>
              <a:ahLst/>
              <a:cxnLst/>
              <a:rect l="l" t="t" r="r" b="b"/>
              <a:pathLst>
                <a:path w="5353" h="5044" extrusionOk="0">
                  <a:moveTo>
                    <a:pt x="713" y="9"/>
                  </a:moveTo>
                  <a:cubicBezTo>
                    <a:pt x="816" y="9"/>
                    <a:pt x="911" y="18"/>
                    <a:pt x="1014" y="18"/>
                  </a:cubicBezTo>
                  <a:cubicBezTo>
                    <a:pt x="1263" y="35"/>
                    <a:pt x="1486" y="138"/>
                    <a:pt x="1718" y="164"/>
                  </a:cubicBezTo>
                  <a:cubicBezTo>
                    <a:pt x="1968" y="198"/>
                    <a:pt x="2217" y="198"/>
                    <a:pt x="2466" y="215"/>
                  </a:cubicBezTo>
                  <a:cubicBezTo>
                    <a:pt x="2492" y="215"/>
                    <a:pt x="2517" y="224"/>
                    <a:pt x="2543" y="232"/>
                  </a:cubicBezTo>
                  <a:cubicBezTo>
                    <a:pt x="2578" y="250"/>
                    <a:pt x="2595" y="284"/>
                    <a:pt x="2629" y="301"/>
                  </a:cubicBezTo>
                  <a:cubicBezTo>
                    <a:pt x="2681" y="344"/>
                    <a:pt x="2758" y="336"/>
                    <a:pt x="2827" y="336"/>
                  </a:cubicBezTo>
                  <a:cubicBezTo>
                    <a:pt x="2981" y="336"/>
                    <a:pt x="3136" y="327"/>
                    <a:pt x="3282" y="327"/>
                  </a:cubicBezTo>
                  <a:cubicBezTo>
                    <a:pt x="3411" y="318"/>
                    <a:pt x="3548" y="318"/>
                    <a:pt x="3677" y="344"/>
                  </a:cubicBezTo>
                  <a:cubicBezTo>
                    <a:pt x="3780" y="361"/>
                    <a:pt x="3883" y="404"/>
                    <a:pt x="3987" y="421"/>
                  </a:cubicBezTo>
                  <a:cubicBezTo>
                    <a:pt x="4012" y="430"/>
                    <a:pt x="4055" y="430"/>
                    <a:pt x="4090" y="430"/>
                  </a:cubicBezTo>
                  <a:cubicBezTo>
                    <a:pt x="4158" y="430"/>
                    <a:pt x="4227" y="430"/>
                    <a:pt x="4262" y="447"/>
                  </a:cubicBezTo>
                  <a:cubicBezTo>
                    <a:pt x="4476" y="559"/>
                    <a:pt x="4579" y="774"/>
                    <a:pt x="4786" y="903"/>
                  </a:cubicBezTo>
                  <a:cubicBezTo>
                    <a:pt x="4820" y="920"/>
                    <a:pt x="4863" y="946"/>
                    <a:pt x="4871" y="989"/>
                  </a:cubicBezTo>
                  <a:cubicBezTo>
                    <a:pt x="4880" y="1083"/>
                    <a:pt x="4863" y="1100"/>
                    <a:pt x="4932" y="1195"/>
                  </a:cubicBezTo>
                  <a:cubicBezTo>
                    <a:pt x="4957" y="1229"/>
                    <a:pt x="4975" y="1272"/>
                    <a:pt x="5009" y="1306"/>
                  </a:cubicBezTo>
                  <a:cubicBezTo>
                    <a:pt x="5121" y="1444"/>
                    <a:pt x="5198" y="1547"/>
                    <a:pt x="5241" y="1719"/>
                  </a:cubicBezTo>
                  <a:cubicBezTo>
                    <a:pt x="5267" y="1830"/>
                    <a:pt x="5318" y="1934"/>
                    <a:pt x="5335" y="2045"/>
                  </a:cubicBezTo>
                  <a:cubicBezTo>
                    <a:pt x="5353" y="2166"/>
                    <a:pt x="5335" y="2294"/>
                    <a:pt x="5327" y="2415"/>
                  </a:cubicBezTo>
                  <a:cubicBezTo>
                    <a:pt x="5327" y="2458"/>
                    <a:pt x="5301" y="2475"/>
                    <a:pt x="5284" y="2518"/>
                  </a:cubicBezTo>
                  <a:cubicBezTo>
                    <a:pt x="5250" y="2621"/>
                    <a:pt x="5284" y="2724"/>
                    <a:pt x="5301" y="2844"/>
                  </a:cubicBezTo>
                  <a:cubicBezTo>
                    <a:pt x="5310" y="2939"/>
                    <a:pt x="5301" y="3119"/>
                    <a:pt x="5258" y="3205"/>
                  </a:cubicBezTo>
                  <a:cubicBezTo>
                    <a:pt x="5241" y="3257"/>
                    <a:pt x="5103" y="3557"/>
                    <a:pt x="5069" y="3635"/>
                  </a:cubicBezTo>
                  <a:cubicBezTo>
                    <a:pt x="5035" y="3703"/>
                    <a:pt x="4957" y="3815"/>
                    <a:pt x="4940" y="3884"/>
                  </a:cubicBezTo>
                  <a:cubicBezTo>
                    <a:pt x="4923" y="3927"/>
                    <a:pt x="4829" y="4159"/>
                    <a:pt x="4734" y="4262"/>
                  </a:cubicBezTo>
                  <a:cubicBezTo>
                    <a:pt x="4640" y="4382"/>
                    <a:pt x="4571" y="4451"/>
                    <a:pt x="4382" y="4477"/>
                  </a:cubicBezTo>
                  <a:cubicBezTo>
                    <a:pt x="4322" y="4485"/>
                    <a:pt x="4090" y="4614"/>
                    <a:pt x="4030" y="4605"/>
                  </a:cubicBezTo>
                  <a:cubicBezTo>
                    <a:pt x="3978" y="4605"/>
                    <a:pt x="3935" y="4623"/>
                    <a:pt x="3883" y="4631"/>
                  </a:cubicBezTo>
                  <a:cubicBezTo>
                    <a:pt x="3866" y="4631"/>
                    <a:pt x="3849" y="4631"/>
                    <a:pt x="3832" y="4631"/>
                  </a:cubicBezTo>
                  <a:cubicBezTo>
                    <a:pt x="3815" y="4631"/>
                    <a:pt x="3789" y="4631"/>
                    <a:pt x="3772" y="4640"/>
                  </a:cubicBezTo>
                  <a:cubicBezTo>
                    <a:pt x="3617" y="4666"/>
                    <a:pt x="3351" y="4709"/>
                    <a:pt x="3265" y="4734"/>
                  </a:cubicBezTo>
                  <a:cubicBezTo>
                    <a:pt x="3153" y="4769"/>
                    <a:pt x="2964" y="4769"/>
                    <a:pt x="2853" y="4752"/>
                  </a:cubicBezTo>
                  <a:cubicBezTo>
                    <a:pt x="2724" y="4743"/>
                    <a:pt x="2500" y="4863"/>
                    <a:pt x="2363" y="4872"/>
                  </a:cubicBezTo>
                  <a:cubicBezTo>
                    <a:pt x="2260" y="4872"/>
                    <a:pt x="2191" y="4872"/>
                    <a:pt x="2131" y="4872"/>
                  </a:cubicBezTo>
                  <a:cubicBezTo>
                    <a:pt x="2028" y="4863"/>
                    <a:pt x="1950" y="4863"/>
                    <a:pt x="1753" y="4906"/>
                  </a:cubicBezTo>
                  <a:cubicBezTo>
                    <a:pt x="1718" y="4923"/>
                    <a:pt x="1650" y="4915"/>
                    <a:pt x="1590" y="4915"/>
                  </a:cubicBezTo>
                  <a:cubicBezTo>
                    <a:pt x="1512" y="4915"/>
                    <a:pt x="1435" y="4915"/>
                    <a:pt x="1383" y="4932"/>
                  </a:cubicBezTo>
                  <a:cubicBezTo>
                    <a:pt x="1349" y="4941"/>
                    <a:pt x="1315" y="4949"/>
                    <a:pt x="1280" y="4966"/>
                  </a:cubicBezTo>
                  <a:cubicBezTo>
                    <a:pt x="1203" y="4984"/>
                    <a:pt x="1126" y="4992"/>
                    <a:pt x="1048" y="5018"/>
                  </a:cubicBezTo>
                  <a:cubicBezTo>
                    <a:pt x="980" y="5035"/>
                    <a:pt x="962" y="5044"/>
                    <a:pt x="894" y="5026"/>
                  </a:cubicBezTo>
                  <a:cubicBezTo>
                    <a:pt x="645" y="4975"/>
                    <a:pt x="395" y="4932"/>
                    <a:pt x="129" y="4984"/>
                  </a:cubicBezTo>
                  <a:cubicBezTo>
                    <a:pt x="95" y="4984"/>
                    <a:pt x="0" y="4597"/>
                    <a:pt x="9" y="4528"/>
                  </a:cubicBezTo>
                  <a:cubicBezTo>
                    <a:pt x="35" y="4331"/>
                    <a:pt x="60" y="4142"/>
                    <a:pt x="86" y="3944"/>
                  </a:cubicBezTo>
                  <a:cubicBezTo>
                    <a:pt x="129" y="3575"/>
                    <a:pt x="181" y="3205"/>
                    <a:pt x="241" y="2853"/>
                  </a:cubicBezTo>
                  <a:cubicBezTo>
                    <a:pt x="284" y="2535"/>
                    <a:pt x="335" y="2234"/>
                    <a:pt x="361" y="1934"/>
                  </a:cubicBezTo>
                  <a:cubicBezTo>
                    <a:pt x="387" y="1650"/>
                    <a:pt x="395" y="1375"/>
                    <a:pt x="438" y="1092"/>
                  </a:cubicBezTo>
                  <a:cubicBezTo>
                    <a:pt x="456" y="997"/>
                    <a:pt x="645" y="1"/>
                    <a:pt x="713" y="9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01" name="Google Shape;22601;p75"/>
            <p:cNvSpPr/>
            <p:nvPr/>
          </p:nvSpPr>
          <p:spPr>
            <a:xfrm>
              <a:off x="5695575" y="1270850"/>
              <a:ext cx="76925" cy="126875"/>
            </a:xfrm>
            <a:custGeom>
              <a:avLst/>
              <a:gdLst/>
              <a:ahLst/>
              <a:cxnLst/>
              <a:rect l="l" t="t" r="r" b="b"/>
              <a:pathLst>
                <a:path w="3077" h="5075" extrusionOk="0">
                  <a:moveTo>
                    <a:pt x="1047" y="1"/>
                  </a:moveTo>
                  <a:cubicBezTo>
                    <a:pt x="898" y="1"/>
                    <a:pt x="756" y="31"/>
                    <a:pt x="714" y="74"/>
                  </a:cubicBezTo>
                  <a:cubicBezTo>
                    <a:pt x="707" y="81"/>
                    <a:pt x="712" y="84"/>
                    <a:pt x="724" y="84"/>
                  </a:cubicBezTo>
                  <a:cubicBezTo>
                    <a:pt x="740" y="84"/>
                    <a:pt x="770" y="79"/>
                    <a:pt x="800" y="74"/>
                  </a:cubicBezTo>
                  <a:cubicBezTo>
                    <a:pt x="835" y="69"/>
                    <a:pt x="869" y="64"/>
                    <a:pt x="891" y="64"/>
                  </a:cubicBezTo>
                  <a:cubicBezTo>
                    <a:pt x="907" y="64"/>
                    <a:pt x="915" y="67"/>
                    <a:pt x="912" y="74"/>
                  </a:cubicBezTo>
                  <a:cubicBezTo>
                    <a:pt x="877" y="117"/>
                    <a:pt x="843" y="160"/>
                    <a:pt x="809" y="194"/>
                  </a:cubicBezTo>
                  <a:cubicBezTo>
                    <a:pt x="697" y="332"/>
                    <a:pt x="662" y="503"/>
                    <a:pt x="602" y="649"/>
                  </a:cubicBezTo>
                  <a:cubicBezTo>
                    <a:pt x="542" y="787"/>
                    <a:pt x="491" y="924"/>
                    <a:pt x="448" y="1053"/>
                  </a:cubicBezTo>
                  <a:cubicBezTo>
                    <a:pt x="413" y="1148"/>
                    <a:pt x="379" y="1259"/>
                    <a:pt x="362" y="1363"/>
                  </a:cubicBezTo>
                  <a:cubicBezTo>
                    <a:pt x="345" y="1474"/>
                    <a:pt x="370" y="1586"/>
                    <a:pt x="370" y="1698"/>
                  </a:cubicBezTo>
                  <a:cubicBezTo>
                    <a:pt x="370" y="1758"/>
                    <a:pt x="370" y="1809"/>
                    <a:pt x="370" y="1869"/>
                  </a:cubicBezTo>
                  <a:cubicBezTo>
                    <a:pt x="388" y="2136"/>
                    <a:pt x="396" y="2428"/>
                    <a:pt x="336" y="2703"/>
                  </a:cubicBezTo>
                  <a:cubicBezTo>
                    <a:pt x="302" y="2875"/>
                    <a:pt x="241" y="3046"/>
                    <a:pt x="207" y="3218"/>
                  </a:cubicBezTo>
                  <a:cubicBezTo>
                    <a:pt x="181" y="3364"/>
                    <a:pt x="156" y="3502"/>
                    <a:pt x="121" y="3648"/>
                  </a:cubicBezTo>
                  <a:cubicBezTo>
                    <a:pt x="44" y="3992"/>
                    <a:pt x="1" y="4309"/>
                    <a:pt x="121" y="4644"/>
                  </a:cubicBezTo>
                  <a:cubicBezTo>
                    <a:pt x="156" y="4739"/>
                    <a:pt x="190" y="4808"/>
                    <a:pt x="259" y="4876"/>
                  </a:cubicBezTo>
                  <a:cubicBezTo>
                    <a:pt x="310" y="4919"/>
                    <a:pt x="362" y="4980"/>
                    <a:pt x="422" y="5005"/>
                  </a:cubicBezTo>
                  <a:cubicBezTo>
                    <a:pt x="542" y="5065"/>
                    <a:pt x="705" y="5057"/>
                    <a:pt x="834" y="5074"/>
                  </a:cubicBezTo>
                  <a:cubicBezTo>
                    <a:pt x="877" y="5074"/>
                    <a:pt x="912" y="5065"/>
                    <a:pt x="955" y="5057"/>
                  </a:cubicBezTo>
                  <a:cubicBezTo>
                    <a:pt x="969" y="5054"/>
                    <a:pt x="980" y="5053"/>
                    <a:pt x="990" y="5053"/>
                  </a:cubicBezTo>
                  <a:cubicBezTo>
                    <a:pt x="1010" y="5053"/>
                    <a:pt x="1023" y="5057"/>
                    <a:pt x="1040" y="5057"/>
                  </a:cubicBezTo>
                  <a:cubicBezTo>
                    <a:pt x="1049" y="5061"/>
                    <a:pt x="1060" y="5063"/>
                    <a:pt x="1074" y="5063"/>
                  </a:cubicBezTo>
                  <a:cubicBezTo>
                    <a:pt x="1088" y="5063"/>
                    <a:pt x="1105" y="5061"/>
                    <a:pt x="1126" y="5057"/>
                  </a:cubicBezTo>
                  <a:cubicBezTo>
                    <a:pt x="1134" y="5054"/>
                    <a:pt x="1143" y="5053"/>
                    <a:pt x="1153" y="5053"/>
                  </a:cubicBezTo>
                  <a:cubicBezTo>
                    <a:pt x="1177" y="5053"/>
                    <a:pt x="1208" y="5059"/>
                    <a:pt x="1238" y="5065"/>
                  </a:cubicBezTo>
                  <a:cubicBezTo>
                    <a:pt x="1267" y="5069"/>
                    <a:pt x="1294" y="5071"/>
                    <a:pt x="1318" y="5071"/>
                  </a:cubicBezTo>
                  <a:cubicBezTo>
                    <a:pt x="1352" y="5071"/>
                    <a:pt x="1381" y="5067"/>
                    <a:pt x="1401" y="5057"/>
                  </a:cubicBezTo>
                  <a:cubicBezTo>
                    <a:pt x="1470" y="5005"/>
                    <a:pt x="1676" y="4997"/>
                    <a:pt x="1736" y="4945"/>
                  </a:cubicBezTo>
                  <a:cubicBezTo>
                    <a:pt x="1788" y="4911"/>
                    <a:pt x="1839" y="4876"/>
                    <a:pt x="1900" y="4842"/>
                  </a:cubicBezTo>
                  <a:cubicBezTo>
                    <a:pt x="1951" y="4816"/>
                    <a:pt x="1986" y="4808"/>
                    <a:pt x="2028" y="4773"/>
                  </a:cubicBezTo>
                  <a:cubicBezTo>
                    <a:pt x="2054" y="4756"/>
                    <a:pt x="2071" y="4739"/>
                    <a:pt x="2097" y="4722"/>
                  </a:cubicBezTo>
                  <a:cubicBezTo>
                    <a:pt x="2166" y="4662"/>
                    <a:pt x="2114" y="4541"/>
                    <a:pt x="2209" y="4507"/>
                  </a:cubicBezTo>
                  <a:cubicBezTo>
                    <a:pt x="2286" y="4481"/>
                    <a:pt x="2355" y="4464"/>
                    <a:pt x="2407" y="4404"/>
                  </a:cubicBezTo>
                  <a:cubicBezTo>
                    <a:pt x="2441" y="4370"/>
                    <a:pt x="2458" y="4352"/>
                    <a:pt x="2458" y="4309"/>
                  </a:cubicBezTo>
                  <a:cubicBezTo>
                    <a:pt x="2467" y="4284"/>
                    <a:pt x="2475" y="4249"/>
                    <a:pt x="2475" y="4215"/>
                  </a:cubicBezTo>
                  <a:cubicBezTo>
                    <a:pt x="2475" y="4181"/>
                    <a:pt x="2570" y="4181"/>
                    <a:pt x="2561" y="4146"/>
                  </a:cubicBezTo>
                  <a:cubicBezTo>
                    <a:pt x="2561" y="4138"/>
                    <a:pt x="2553" y="4120"/>
                    <a:pt x="2553" y="4103"/>
                  </a:cubicBezTo>
                  <a:cubicBezTo>
                    <a:pt x="2553" y="4077"/>
                    <a:pt x="2570" y="4077"/>
                    <a:pt x="2578" y="4060"/>
                  </a:cubicBezTo>
                  <a:cubicBezTo>
                    <a:pt x="2596" y="4009"/>
                    <a:pt x="2587" y="3940"/>
                    <a:pt x="2604" y="3888"/>
                  </a:cubicBezTo>
                  <a:cubicBezTo>
                    <a:pt x="2621" y="3820"/>
                    <a:pt x="2681" y="3760"/>
                    <a:pt x="2716" y="3691"/>
                  </a:cubicBezTo>
                  <a:cubicBezTo>
                    <a:pt x="2742" y="3656"/>
                    <a:pt x="2750" y="3614"/>
                    <a:pt x="2776" y="3579"/>
                  </a:cubicBezTo>
                  <a:cubicBezTo>
                    <a:pt x="2793" y="3562"/>
                    <a:pt x="2819" y="3536"/>
                    <a:pt x="2827" y="3519"/>
                  </a:cubicBezTo>
                  <a:cubicBezTo>
                    <a:pt x="2845" y="3485"/>
                    <a:pt x="2845" y="3450"/>
                    <a:pt x="2853" y="3416"/>
                  </a:cubicBezTo>
                  <a:cubicBezTo>
                    <a:pt x="2862" y="3364"/>
                    <a:pt x="2870" y="3313"/>
                    <a:pt x="2888" y="3261"/>
                  </a:cubicBezTo>
                  <a:cubicBezTo>
                    <a:pt x="2905" y="3210"/>
                    <a:pt x="2905" y="3150"/>
                    <a:pt x="2939" y="3107"/>
                  </a:cubicBezTo>
                  <a:cubicBezTo>
                    <a:pt x="2956" y="3081"/>
                    <a:pt x="2982" y="3072"/>
                    <a:pt x="2999" y="3055"/>
                  </a:cubicBezTo>
                  <a:cubicBezTo>
                    <a:pt x="3034" y="3012"/>
                    <a:pt x="3034" y="2952"/>
                    <a:pt x="3042" y="2900"/>
                  </a:cubicBezTo>
                  <a:cubicBezTo>
                    <a:pt x="3051" y="2857"/>
                    <a:pt x="3051" y="2806"/>
                    <a:pt x="3059" y="2763"/>
                  </a:cubicBezTo>
                  <a:cubicBezTo>
                    <a:pt x="3068" y="2720"/>
                    <a:pt x="3034" y="2668"/>
                    <a:pt x="3034" y="2634"/>
                  </a:cubicBezTo>
                  <a:cubicBezTo>
                    <a:pt x="3016" y="2574"/>
                    <a:pt x="3008" y="2565"/>
                    <a:pt x="3042" y="2514"/>
                  </a:cubicBezTo>
                  <a:cubicBezTo>
                    <a:pt x="3077" y="2462"/>
                    <a:pt x="2999" y="2437"/>
                    <a:pt x="2999" y="2385"/>
                  </a:cubicBezTo>
                  <a:cubicBezTo>
                    <a:pt x="2999" y="2342"/>
                    <a:pt x="2974" y="2308"/>
                    <a:pt x="2965" y="2265"/>
                  </a:cubicBezTo>
                  <a:cubicBezTo>
                    <a:pt x="2939" y="2205"/>
                    <a:pt x="2982" y="2136"/>
                    <a:pt x="2965" y="2058"/>
                  </a:cubicBezTo>
                  <a:cubicBezTo>
                    <a:pt x="2931" y="1955"/>
                    <a:pt x="2948" y="1827"/>
                    <a:pt x="2905" y="1732"/>
                  </a:cubicBezTo>
                  <a:cubicBezTo>
                    <a:pt x="2888" y="1672"/>
                    <a:pt x="2870" y="1620"/>
                    <a:pt x="2853" y="1560"/>
                  </a:cubicBezTo>
                  <a:cubicBezTo>
                    <a:pt x="2845" y="1517"/>
                    <a:pt x="2845" y="1466"/>
                    <a:pt x="2819" y="1431"/>
                  </a:cubicBezTo>
                  <a:cubicBezTo>
                    <a:pt x="2750" y="1311"/>
                    <a:pt x="2664" y="1191"/>
                    <a:pt x="2647" y="1062"/>
                  </a:cubicBezTo>
                  <a:cubicBezTo>
                    <a:pt x="2647" y="1002"/>
                    <a:pt x="2638" y="924"/>
                    <a:pt x="2587" y="864"/>
                  </a:cubicBezTo>
                  <a:cubicBezTo>
                    <a:pt x="2570" y="847"/>
                    <a:pt x="2553" y="847"/>
                    <a:pt x="2535" y="830"/>
                  </a:cubicBezTo>
                  <a:cubicBezTo>
                    <a:pt x="2510" y="813"/>
                    <a:pt x="2501" y="787"/>
                    <a:pt x="2475" y="770"/>
                  </a:cubicBezTo>
                  <a:cubicBezTo>
                    <a:pt x="2407" y="735"/>
                    <a:pt x="2398" y="710"/>
                    <a:pt x="2364" y="658"/>
                  </a:cubicBezTo>
                  <a:cubicBezTo>
                    <a:pt x="2329" y="607"/>
                    <a:pt x="2269" y="581"/>
                    <a:pt x="2235" y="538"/>
                  </a:cubicBezTo>
                  <a:cubicBezTo>
                    <a:pt x="2192" y="495"/>
                    <a:pt x="2149" y="460"/>
                    <a:pt x="2106" y="418"/>
                  </a:cubicBezTo>
                  <a:cubicBezTo>
                    <a:pt x="2071" y="383"/>
                    <a:pt x="2046" y="349"/>
                    <a:pt x="2003" y="323"/>
                  </a:cubicBezTo>
                  <a:cubicBezTo>
                    <a:pt x="1968" y="306"/>
                    <a:pt x="1943" y="280"/>
                    <a:pt x="1908" y="271"/>
                  </a:cubicBezTo>
                  <a:cubicBezTo>
                    <a:pt x="1874" y="271"/>
                    <a:pt x="1857" y="263"/>
                    <a:pt x="1831" y="254"/>
                  </a:cubicBezTo>
                  <a:cubicBezTo>
                    <a:pt x="1788" y="237"/>
                    <a:pt x="1788" y="237"/>
                    <a:pt x="1762" y="211"/>
                  </a:cubicBezTo>
                  <a:cubicBezTo>
                    <a:pt x="1745" y="194"/>
                    <a:pt x="1719" y="186"/>
                    <a:pt x="1693" y="168"/>
                  </a:cubicBezTo>
                  <a:cubicBezTo>
                    <a:pt x="1668" y="151"/>
                    <a:pt x="1650" y="125"/>
                    <a:pt x="1608" y="117"/>
                  </a:cubicBezTo>
                  <a:lnTo>
                    <a:pt x="1565" y="117"/>
                  </a:lnTo>
                  <a:cubicBezTo>
                    <a:pt x="1547" y="117"/>
                    <a:pt x="1539" y="117"/>
                    <a:pt x="1504" y="108"/>
                  </a:cubicBezTo>
                  <a:cubicBezTo>
                    <a:pt x="1453" y="82"/>
                    <a:pt x="1341" y="82"/>
                    <a:pt x="1272" y="65"/>
                  </a:cubicBezTo>
                  <a:cubicBezTo>
                    <a:pt x="1238" y="48"/>
                    <a:pt x="1178" y="22"/>
                    <a:pt x="1144" y="5"/>
                  </a:cubicBezTo>
                  <a:cubicBezTo>
                    <a:pt x="1112" y="2"/>
                    <a:pt x="1079" y="1"/>
                    <a:pt x="104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02" name="Google Shape;22602;p75"/>
            <p:cNvSpPr/>
            <p:nvPr/>
          </p:nvSpPr>
          <p:spPr>
            <a:xfrm>
              <a:off x="5658425" y="1335825"/>
              <a:ext cx="450" cy="25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" y="1"/>
                  </a:moveTo>
                  <a:lnTo>
                    <a:pt x="1" y="1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03" name="Google Shape;22603;p75"/>
            <p:cNvSpPr/>
            <p:nvPr/>
          </p:nvSpPr>
          <p:spPr>
            <a:xfrm>
              <a:off x="5658650" y="1271150"/>
              <a:ext cx="106325" cy="125900"/>
            </a:xfrm>
            <a:custGeom>
              <a:avLst/>
              <a:gdLst/>
              <a:ahLst/>
              <a:cxnLst/>
              <a:rect l="l" t="t" r="r" b="b"/>
              <a:pathLst>
                <a:path w="4253" h="5036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12" y="3619"/>
                    <a:pt x="163" y="3730"/>
                    <a:pt x="249" y="3799"/>
                  </a:cubicBezTo>
                  <a:cubicBezTo>
                    <a:pt x="284" y="3825"/>
                    <a:pt x="309" y="3851"/>
                    <a:pt x="335" y="3894"/>
                  </a:cubicBezTo>
                  <a:cubicBezTo>
                    <a:pt x="370" y="3962"/>
                    <a:pt x="395" y="3988"/>
                    <a:pt x="456" y="4040"/>
                  </a:cubicBezTo>
                  <a:cubicBezTo>
                    <a:pt x="550" y="4108"/>
                    <a:pt x="567" y="4229"/>
                    <a:pt x="627" y="4315"/>
                  </a:cubicBezTo>
                  <a:cubicBezTo>
                    <a:pt x="653" y="4349"/>
                    <a:pt x="679" y="4392"/>
                    <a:pt x="713" y="4409"/>
                  </a:cubicBezTo>
                  <a:cubicBezTo>
                    <a:pt x="782" y="4435"/>
                    <a:pt x="851" y="4418"/>
                    <a:pt x="919" y="4461"/>
                  </a:cubicBezTo>
                  <a:cubicBezTo>
                    <a:pt x="962" y="4486"/>
                    <a:pt x="1005" y="4521"/>
                    <a:pt x="1048" y="4547"/>
                  </a:cubicBezTo>
                  <a:cubicBezTo>
                    <a:pt x="1100" y="4581"/>
                    <a:pt x="1169" y="4624"/>
                    <a:pt x="1212" y="4675"/>
                  </a:cubicBezTo>
                  <a:cubicBezTo>
                    <a:pt x="1280" y="4779"/>
                    <a:pt x="1323" y="4839"/>
                    <a:pt x="1444" y="4890"/>
                  </a:cubicBezTo>
                  <a:cubicBezTo>
                    <a:pt x="1555" y="4942"/>
                    <a:pt x="1658" y="4968"/>
                    <a:pt x="1770" y="4976"/>
                  </a:cubicBezTo>
                  <a:cubicBezTo>
                    <a:pt x="1813" y="4985"/>
                    <a:pt x="1856" y="4985"/>
                    <a:pt x="1899" y="4993"/>
                  </a:cubicBezTo>
                  <a:cubicBezTo>
                    <a:pt x="1933" y="5002"/>
                    <a:pt x="1968" y="5019"/>
                    <a:pt x="2002" y="5028"/>
                  </a:cubicBezTo>
                  <a:cubicBezTo>
                    <a:pt x="2022" y="5033"/>
                    <a:pt x="2041" y="5035"/>
                    <a:pt x="2060" y="5035"/>
                  </a:cubicBezTo>
                  <a:cubicBezTo>
                    <a:pt x="2096" y="5035"/>
                    <a:pt x="2131" y="5028"/>
                    <a:pt x="2165" y="5028"/>
                  </a:cubicBezTo>
                  <a:lnTo>
                    <a:pt x="2234" y="5028"/>
                  </a:lnTo>
                  <a:cubicBezTo>
                    <a:pt x="2247" y="5032"/>
                    <a:pt x="2262" y="5034"/>
                    <a:pt x="2278" y="5034"/>
                  </a:cubicBezTo>
                  <a:cubicBezTo>
                    <a:pt x="2294" y="5034"/>
                    <a:pt x="2311" y="5032"/>
                    <a:pt x="2328" y="5028"/>
                  </a:cubicBezTo>
                  <a:cubicBezTo>
                    <a:pt x="2363" y="5011"/>
                    <a:pt x="2389" y="4993"/>
                    <a:pt x="2423" y="4968"/>
                  </a:cubicBezTo>
                  <a:cubicBezTo>
                    <a:pt x="2457" y="4942"/>
                    <a:pt x="2492" y="4933"/>
                    <a:pt x="2535" y="4925"/>
                  </a:cubicBezTo>
                  <a:cubicBezTo>
                    <a:pt x="2646" y="4899"/>
                    <a:pt x="2758" y="4890"/>
                    <a:pt x="2870" y="4847"/>
                  </a:cubicBezTo>
                  <a:cubicBezTo>
                    <a:pt x="2964" y="4813"/>
                    <a:pt x="3059" y="4770"/>
                    <a:pt x="3153" y="4744"/>
                  </a:cubicBezTo>
                  <a:cubicBezTo>
                    <a:pt x="3239" y="4718"/>
                    <a:pt x="3274" y="4632"/>
                    <a:pt x="3342" y="4581"/>
                  </a:cubicBezTo>
                  <a:cubicBezTo>
                    <a:pt x="3411" y="4521"/>
                    <a:pt x="3454" y="4512"/>
                    <a:pt x="3523" y="4461"/>
                  </a:cubicBezTo>
                  <a:cubicBezTo>
                    <a:pt x="3548" y="4435"/>
                    <a:pt x="3557" y="4435"/>
                    <a:pt x="3574" y="4401"/>
                  </a:cubicBezTo>
                  <a:cubicBezTo>
                    <a:pt x="3591" y="4366"/>
                    <a:pt x="3617" y="4332"/>
                    <a:pt x="3634" y="4297"/>
                  </a:cubicBezTo>
                  <a:cubicBezTo>
                    <a:pt x="3652" y="4254"/>
                    <a:pt x="3703" y="4254"/>
                    <a:pt x="3703" y="4212"/>
                  </a:cubicBezTo>
                  <a:cubicBezTo>
                    <a:pt x="3712" y="4169"/>
                    <a:pt x="3729" y="4143"/>
                    <a:pt x="3746" y="4100"/>
                  </a:cubicBezTo>
                  <a:cubicBezTo>
                    <a:pt x="3763" y="4040"/>
                    <a:pt x="3780" y="3971"/>
                    <a:pt x="3798" y="3902"/>
                  </a:cubicBezTo>
                  <a:cubicBezTo>
                    <a:pt x="3815" y="3868"/>
                    <a:pt x="3849" y="3816"/>
                    <a:pt x="3875" y="3773"/>
                  </a:cubicBezTo>
                  <a:cubicBezTo>
                    <a:pt x="3926" y="3687"/>
                    <a:pt x="3969" y="3593"/>
                    <a:pt x="4012" y="3507"/>
                  </a:cubicBezTo>
                  <a:cubicBezTo>
                    <a:pt x="4090" y="3344"/>
                    <a:pt x="4253" y="3146"/>
                    <a:pt x="4219" y="2957"/>
                  </a:cubicBezTo>
                  <a:cubicBezTo>
                    <a:pt x="4201" y="2837"/>
                    <a:pt x="4193" y="2691"/>
                    <a:pt x="4141" y="2579"/>
                  </a:cubicBezTo>
                  <a:cubicBezTo>
                    <a:pt x="4124" y="2545"/>
                    <a:pt x="4090" y="2493"/>
                    <a:pt x="4090" y="2459"/>
                  </a:cubicBezTo>
                  <a:cubicBezTo>
                    <a:pt x="4081" y="2373"/>
                    <a:pt x="4115" y="2261"/>
                    <a:pt x="4124" y="2184"/>
                  </a:cubicBezTo>
                  <a:cubicBezTo>
                    <a:pt x="4141" y="2081"/>
                    <a:pt x="4133" y="2012"/>
                    <a:pt x="4107" y="1909"/>
                  </a:cubicBezTo>
                  <a:cubicBezTo>
                    <a:pt x="4090" y="1832"/>
                    <a:pt x="4098" y="1754"/>
                    <a:pt x="4081" y="1668"/>
                  </a:cubicBezTo>
                  <a:cubicBezTo>
                    <a:pt x="4064" y="1531"/>
                    <a:pt x="4030" y="1368"/>
                    <a:pt x="3944" y="1256"/>
                  </a:cubicBezTo>
                  <a:cubicBezTo>
                    <a:pt x="3909" y="1213"/>
                    <a:pt x="3866" y="1205"/>
                    <a:pt x="3823" y="1170"/>
                  </a:cubicBezTo>
                  <a:cubicBezTo>
                    <a:pt x="3798" y="1153"/>
                    <a:pt x="3763" y="1101"/>
                    <a:pt x="3746" y="1067"/>
                  </a:cubicBezTo>
                  <a:cubicBezTo>
                    <a:pt x="3712" y="1016"/>
                    <a:pt x="3694" y="955"/>
                    <a:pt x="3694" y="895"/>
                  </a:cubicBezTo>
                  <a:cubicBezTo>
                    <a:pt x="3703" y="844"/>
                    <a:pt x="3712" y="775"/>
                    <a:pt x="3686" y="732"/>
                  </a:cubicBezTo>
                  <a:cubicBezTo>
                    <a:pt x="3652" y="680"/>
                    <a:pt x="3617" y="655"/>
                    <a:pt x="3591" y="603"/>
                  </a:cubicBezTo>
                  <a:cubicBezTo>
                    <a:pt x="3557" y="534"/>
                    <a:pt x="3531" y="509"/>
                    <a:pt x="3480" y="466"/>
                  </a:cubicBezTo>
                  <a:cubicBezTo>
                    <a:pt x="3385" y="397"/>
                    <a:pt x="3291" y="337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612" y="36"/>
                    <a:pt x="2578" y="36"/>
                    <a:pt x="2535" y="36"/>
                  </a:cubicBezTo>
                  <a:lnTo>
                    <a:pt x="2475" y="36"/>
                  </a:ln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04" name="Google Shape;22604;p75"/>
            <p:cNvSpPr/>
            <p:nvPr/>
          </p:nvSpPr>
          <p:spPr>
            <a:xfrm>
              <a:off x="5707400" y="1280200"/>
              <a:ext cx="1525" cy="450"/>
            </a:xfrm>
            <a:custGeom>
              <a:avLst/>
              <a:gdLst/>
              <a:ahLst/>
              <a:cxnLst/>
              <a:rect l="l" t="t" r="r" b="b"/>
              <a:pathLst>
                <a:path w="61" h="18" extrusionOk="0">
                  <a:moveTo>
                    <a:pt x="0" y="1"/>
                  </a:moveTo>
                  <a:cubicBezTo>
                    <a:pt x="35" y="9"/>
                    <a:pt x="43" y="18"/>
                    <a:pt x="52" y="18"/>
                  </a:cubicBezTo>
                  <a:cubicBezTo>
                    <a:pt x="61" y="18"/>
                    <a:pt x="61" y="9"/>
                    <a:pt x="52" y="9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rgbClr val="E4C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05" name="Google Shape;22605;p75"/>
            <p:cNvSpPr/>
            <p:nvPr/>
          </p:nvSpPr>
          <p:spPr>
            <a:xfrm>
              <a:off x="5709550" y="1391900"/>
              <a:ext cx="21925" cy="5175"/>
            </a:xfrm>
            <a:custGeom>
              <a:avLst/>
              <a:gdLst/>
              <a:ahLst/>
              <a:cxnLst/>
              <a:rect l="l" t="t" r="r" b="b"/>
              <a:pathLst>
                <a:path w="877" h="207" extrusionOk="0">
                  <a:moveTo>
                    <a:pt x="26" y="206"/>
                  </a:moveTo>
                  <a:cubicBezTo>
                    <a:pt x="18" y="206"/>
                    <a:pt x="9" y="206"/>
                    <a:pt x="0" y="206"/>
                  </a:cubicBezTo>
                  <a:lnTo>
                    <a:pt x="0" y="206"/>
                  </a:lnTo>
                  <a:cubicBezTo>
                    <a:pt x="9" y="206"/>
                    <a:pt x="18" y="206"/>
                    <a:pt x="26" y="206"/>
                  </a:cubicBezTo>
                  <a:cubicBezTo>
                    <a:pt x="60" y="206"/>
                    <a:pt x="95" y="198"/>
                    <a:pt x="129" y="198"/>
                  </a:cubicBezTo>
                  <a:cubicBezTo>
                    <a:pt x="138" y="198"/>
                    <a:pt x="146" y="198"/>
                    <a:pt x="146" y="198"/>
                  </a:cubicBezTo>
                  <a:cubicBezTo>
                    <a:pt x="164" y="198"/>
                    <a:pt x="181" y="198"/>
                    <a:pt x="198" y="198"/>
                  </a:cubicBezTo>
                  <a:cubicBezTo>
                    <a:pt x="207" y="198"/>
                    <a:pt x="224" y="206"/>
                    <a:pt x="241" y="206"/>
                  </a:cubicBezTo>
                  <a:cubicBezTo>
                    <a:pt x="258" y="206"/>
                    <a:pt x="275" y="198"/>
                    <a:pt x="292" y="198"/>
                  </a:cubicBezTo>
                  <a:cubicBezTo>
                    <a:pt x="327" y="181"/>
                    <a:pt x="353" y="163"/>
                    <a:pt x="387" y="138"/>
                  </a:cubicBezTo>
                  <a:cubicBezTo>
                    <a:pt x="421" y="112"/>
                    <a:pt x="456" y="103"/>
                    <a:pt x="499" y="95"/>
                  </a:cubicBezTo>
                  <a:cubicBezTo>
                    <a:pt x="610" y="69"/>
                    <a:pt x="722" y="60"/>
                    <a:pt x="834" y="17"/>
                  </a:cubicBezTo>
                  <a:cubicBezTo>
                    <a:pt x="842" y="17"/>
                    <a:pt x="859" y="9"/>
                    <a:pt x="877" y="0"/>
                  </a:cubicBezTo>
                  <a:cubicBezTo>
                    <a:pt x="859" y="9"/>
                    <a:pt x="842" y="17"/>
                    <a:pt x="834" y="17"/>
                  </a:cubicBezTo>
                  <a:cubicBezTo>
                    <a:pt x="722" y="60"/>
                    <a:pt x="610" y="69"/>
                    <a:pt x="499" y="95"/>
                  </a:cubicBezTo>
                  <a:cubicBezTo>
                    <a:pt x="456" y="103"/>
                    <a:pt x="421" y="112"/>
                    <a:pt x="387" y="138"/>
                  </a:cubicBezTo>
                  <a:cubicBezTo>
                    <a:pt x="353" y="163"/>
                    <a:pt x="327" y="181"/>
                    <a:pt x="292" y="198"/>
                  </a:cubicBezTo>
                  <a:cubicBezTo>
                    <a:pt x="275" y="198"/>
                    <a:pt x="258" y="206"/>
                    <a:pt x="241" y="206"/>
                  </a:cubicBezTo>
                  <a:cubicBezTo>
                    <a:pt x="224" y="206"/>
                    <a:pt x="207" y="198"/>
                    <a:pt x="198" y="198"/>
                  </a:cubicBezTo>
                  <a:cubicBezTo>
                    <a:pt x="181" y="198"/>
                    <a:pt x="164" y="198"/>
                    <a:pt x="146" y="198"/>
                  </a:cubicBezTo>
                  <a:cubicBezTo>
                    <a:pt x="146" y="198"/>
                    <a:pt x="138" y="198"/>
                    <a:pt x="129" y="198"/>
                  </a:cubicBezTo>
                  <a:cubicBezTo>
                    <a:pt x="95" y="198"/>
                    <a:pt x="60" y="206"/>
                    <a:pt x="26" y="206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06" name="Google Shape;22606;p75"/>
            <p:cNvSpPr/>
            <p:nvPr/>
          </p:nvSpPr>
          <p:spPr>
            <a:xfrm>
              <a:off x="5741975" y="1376200"/>
              <a:ext cx="9475" cy="9700"/>
            </a:xfrm>
            <a:custGeom>
              <a:avLst/>
              <a:gdLst/>
              <a:ahLst/>
              <a:cxnLst/>
              <a:rect l="l" t="t" r="r" b="b"/>
              <a:pathLst>
                <a:path w="379" h="388" extrusionOk="0">
                  <a:moveTo>
                    <a:pt x="1" y="388"/>
                  </a:moveTo>
                  <a:cubicBezTo>
                    <a:pt x="1" y="379"/>
                    <a:pt x="1" y="379"/>
                    <a:pt x="9" y="379"/>
                  </a:cubicBezTo>
                  <a:cubicBezTo>
                    <a:pt x="78" y="319"/>
                    <a:pt x="121" y="310"/>
                    <a:pt x="190" y="259"/>
                  </a:cubicBezTo>
                  <a:cubicBezTo>
                    <a:pt x="215" y="233"/>
                    <a:pt x="224" y="233"/>
                    <a:pt x="241" y="199"/>
                  </a:cubicBezTo>
                  <a:cubicBezTo>
                    <a:pt x="258" y="164"/>
                    <a:pt x="284" y="130"/>
                    <a:pt x="301" y="95"/>
                  </a:cubicBezTo>
                  <a:cubicBezTo>
                    <a:pt x="319" y="52"/>
                    <a:pt x="370" y="52"/>
                    <a:pt x="370" y="10"/>
                  </a:cubicBezTo>
                  <a:cubicBezTo>
                    <a:pt x="379" y="10"/>
                    <a:pt x="379" y="1"/>
                    <a:pt x="379" y="1"/>
                  </a:cubicBezTo>
                  <a:cubicBezTo>
                    <a:pt x="379" y="1"/>
                    <a:pt x="379" y="10"/>
                    <a:pt x="370" y="10"/>
                  </a:cubicBezTo>
                  <a:cubicBezTo>
                    <a:pt x="370" y="52"/>
                    <a:pt x="319" y="52"/>
                    <a:pt x="301" y="95"/>
                  </a:cubicBezTo>
                  <a:cubicBezTo>
                    <a:pt x="284" y="130"/>
                    <a:pt x="258" y="164"/>
                    <a:pt x="241" y="199"/>
                  </a:cubicBezTo>
                  <a:cubicBezTo>
                    <a:pt x="224" y="233"/>
                    <a:pt x="215" y="233"/>
                    <a:pt x="190" y="259"/>
                  </a:cubicBezTo>
                  <a:cubicBezTo>
                    <a:pt x="121" y="310"/>
                    <a:pt x="78" y="319"/>
                    <a:pt x="9" y="379"/>
                  </a:cubicBezTo>
                  <a:cubicBezTo>
                    <a:pt x="1" y="379"/>
                    <a:pt x="1" y="379"/>
                    <a:pt x="1" y="388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07" name="Google Shape;22607;p75"/>
            <p:cNvSpPr/>
            <p:nvPr/>
          </p:nvSpPr>
          <p:spPr>
            <a:xfrm>
              <a:off x="5748425" y="1286225"/>
              <a:ext cx="15475" cy="57575"/>
            </a:xfrm>
            <a:custGeom>
              <a:avLst/>
              <a:gdLst/>
              <a:ahLst/>
              <a:cxnLst/>
              <a:rect l="l" t="t" r="r" b="b"/>
              <a:pathLst>
                <a:path w="619" h="2303" extrusionOk="0">
                  <a:moveTo>
                    <a:pt x="619" y="2303"/>
                  </a:moveTo>
                  <a:cubicBezTo>
                    <a:pt x="610" y="2200"/>
                    <a:pt x="593" y="2071"/>
                    <a:pt x="550" y="1976"/>
                  </a:cubicBezTo>
                  <a:cubicBezTo>
                    <a:pt x="533" y="1942"/>
                    <a:pt x="507" y="1907"/>
                    <a:pt x="499" y="1873"/>
                  </a:cubicBezTo>
                  <a:cubicBezTo>
                    <a:pt x="507" y="1907"/>
                    <a:pt x="533" y="1942"/>
                    <a:pt x="550" y="1976"/>
                  </a:cubicBezTo>
                  <a:cubicBezTo>
                    <a:pt x="593" y="2071"/>
                    <a:pt x="610" y="2200"/>
                    <a:pt x="619" y="2303"/>
                  </a:cubicBezTo>
                  <a:close/>
                  <a:moveTo>
                    <a:pt x="95" y="129"/>
                  </a:moveTo>
                  <a:cubicBezTo>
                    <a:pt x="61" y="77"/>
                    <a:pt x="26" y="52"/>
                    <a:pt x="0" y="0"/>
                  </a:cubicBezTo>
                  <a:cubicBezTo>
                    <a:pt x="26" y="52"/>
                    <a:pt x="61" y="77"/>
                    <a:pt x="95" y="12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08" name="Google Shape;22608;p75"/>
            <p:cNvSpPr/>
            <p:nvPr/>
          </p:nvSpPr>
          <p:spPr>
            <a:xfrm>
              <a:off x="5718575" y="1271825"/>
              <a:ext cx="1950" cy="250"/>
            </a:xfrm>
            <a:custGeom>
              <a:avLst/>
              <a:gdLst/>
              <a:ahLst/>
              <a:cxnLst/>
              <a:rect l="l" t="t" r="r" b="b"/>
              <a:pathLst>
                <a:path w="78" h="10" extrusionOk="0">
                  <a:moveTo>
                    <a:pt x="78" y="9"/>
                  </a:moveTo>
                  <a:cubicBezTo>
                    <a:pt x="52" y="9"/>
                    <a:pt x="26" y="1"/>
                    <a:pt x="0" y="1"/>
                  </a:cubicBezTo>
                  <a:cubicBezTo>
                    <a:pt x="26" y="1"/>
                    <a:pt x="52" y="9"/>
                    <a:pt x="78" y="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09" name="Google Shape;22609;p75"/>
            <p:cNvSpPr/>
            <p:nvPr/>
          </p:nvSpPr>
          <p:spPr>
            <a:xfrm>
              <a:off x="5716850" y="1271400"/>
              <a:ext cx="1750" cy="450"/>
            </a:xfrm>
            <a:custGeom>
              <a:avLst/>
              <a:gdLst/>
              <a:ahLst/>
              <a:cxnLst/>
              <a:rect l="l" t="t" r="r" b="b"/>
              <a:pathLst>
                <a:path w="70" h="18" extrusionOk="0">
                  <a:moveTo>
                    <a:pt x="69" y="18"/>
                  </a:moveTo>
                  <a:lnTo>
                    <a:pt x="26" y="1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18"/>
                  </a:lnTo>
                  <a:lnTo>
                    <a:pt x="69" y="18"/>
                  </a:ln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10" name="Google Shape;22610;p75"/>
            <p:cNvSpPr/>
            <p:nvPr/>
          </p:nvSpPr>
          <p:spPr>
            <a:xfrm>
              <a:off x="5660350" y="1271175"/>
              <a:ext cx="104000" cy="125900"/>
            </a:xfrm>
            <a:custGeom>
              <a:avLst/>
              <a:gdLst/>
              <a:ahLst/>
              <a:cxnLst/>
              <a:rect l="l" t="t" r="r" b="b"/>
              <a:pathLst>
                <a:path w="4160" h="5036" extrusionOk="0">
                  <a:moveTo>
                    <a:pt x="2235" y="1"/>
                  </a:moveTo>
                  <a:cubicBezTo>
                    <a:pt x="2192" y="1"/>
                    <a:pt x="2123" y="52"/>
                    <a:pt x="2080" y="69"/>
                  </a:cubicBezTo>
                  <a:cubicBezTo>
                    <a:pt x="2028" y="87"/>
                    <a:pt x="1986" y="95"/>
                    <a:pt x="1943" y="95"/>
                  </a:cubicBezTo>
                  <a:cubicBezTo>
                    <a:pt x="1925" y="95"/>
                    <a:pt x="1908" y="95"/>
                    <a:pt x="1891" y="87"/>
                  </a:cubicBezTo>
                  <a:lnTo>
                    <a:pt x="1865" y="87"/>
                  </a:lnTo>
                  <a:cubicBezTo>
                    <a:pt x="1771" y="87"/>
                    <a:pt x="1685" y="130"/>
                    <a:pt x="1599" y="164"/>
                  </a:cubicBezTo>
                  <a:lnTo>
                    <a:pt x="1590" y="164"/>
                  </a:lnTo>
                  <a:cubicBezTo>
                    <a:pt x="1625" y="198"/>
                    <a:pt x="1659" y="224"/>
                    <a:pt x="1693" y="241"/>
                  </a:cubicBezTo>
                  <a:cubicBezTo>
                    <a:pt x="1719" y="241"/>
                    <a:pt x="1736" y="241"/>
                    <a:pt x="1754" y="258"/>
                  </a:cubicBezTo>
                  <a:cubicBezTo>
                    <a:pt x="1771" y="267"/>
                    <a:pt x="1779" y="293"/>
                    <a:pt x="1797" y="301"/>
                  </a:cubicBezTo>
                  <a:cubicBezTo>
                    <a:pt x="1831" y="327"/>
                    <a:pt x="1874" y="353"/>
                    <a:pt x="1908" y="362"/>
                  </a:cubicBezTo>
                  <a:cubicBezTo>
                    <a:pt x="1934" y="362"/>
                    <a:pt x="1951" y="353"/>
                    <a:pt x="1977" y="353"/>
                  </a:cubicBezTo>
                  <a:cubicBezTo>
                    <a:pt x="1994" y="353"/>
                    <a:pt x="2011" y="353"/>
                    <a:pt x="2028" y="362"/>
                  </a:cubicBezTo>
                  <a:cubicBezTo>
                    <a:pt x="2063" y="379"/>
                    <a:pt x="2089" y="405"/>
                    <a:pt x="2123" y="413"/>
                  </a:cubicBezTo>
                  <a:cubicBezTo>
                    <a:pt x="2157" y="430"/>
                    <a:pt x="2183" y="430"/>
                    <a:pt x="2209" y="447"/>
                  </a:cubicBezTo>
                  <a:cubicBezTo>
                    <a:pt x="2278" y="499"/>
                    <a:pt x="2338" y="559"/>
                    <a:pt x="2398" y="619"/>
                  </a:cubicBezTo>
                  <a:cubicBezTo>
                    <a:pt x="2458" y="671"/>
                    <a:pt x="2518" y="740"/>
                    <a:pt x="2587" y="783"/>
                  </a:cubicBezTo>
                  <a:cubicBezTo>
                    <a:pt x="2647" y="817"/>
                    <a:pt x="2707" y="843"/>
                    <a:pt x="2776" y="877"/>
                  </a:cubicBezTo>
                  <a:cubicBezTo>
                    <a:pt x="2827" y="903"/>
                    <a:pt x="2888" y="937"/>
                    <a:pt x="2939" y="980"/>
                  </a:cubicBezTo>
                  <a:cubicBezTo>
                    <a:pt x="2982" y="1006"/>
                    <a:pt x="3017" y="1040"/>
                    <a:pt x="3059" y="1075"/>
                  </a:cubicBezTo>
                  <a:cubicBezTo>
                    <a:pt x="3094" y="1109"/>
                    <a:pt x="3137" y="1135"/>
                    <a:pt x="3180" y="1161"/>
                  </a:cubicBezTo>
                  <a:cubicBezTo>
                    <a:pt x="3206" y="1186"/>
                    <a:pt x="3223" y="1229"/>
                    <a:pt x="3240" y="1264"/>
                  </a:cubicBezTo>
                  <a:cubicBezTo>
                    <a:pt x="3291" y="1367"/>
                    <a:pt x="3309" y="1470"/>
                    <a:pt x="3326" y="1582"/>
                  </a:cubicBezTo>
                  <a:cubicBezTo>
                    <a:pt x="3334" y="1633"/>
                    <a:pt x="3352" y="1676"/>
                    <a:pt x="3343" y="1728"/>
                  </a:cubicBezTo>
                  <a:cubicBezTo>
                    <a:pt x="3343" y="1745"/>
                    <a:pt x="3343" y="1762"/>
                    <a:pt x="3343" y="1779"/>
                  </a:cubicBezTo>
                  <a:cubicBezTo>
                    <a:pt x="3343" y="1822"/>
                    <a:pt x="3334" y="1831"/>
                    <a:pt x="3317" y="1865"/>
                  </a:cubicBezTo>
                  <a:cubicBezTo>
                    <a:pt x="3309" y="1908"/>
                    <a:pt x="3317" y="1960"/>
                    <a:pt x="3317" y="2003"/>
                  </a:cubicBezTo>
                  <a:cubicBezTo>
                    <a:pt x="3317" y="2020"/>
                    <a:pt x="3309" y="2045"/>
                    <a:pt x="3317" y="2071"/>
                  </a:cubicBezTo>
                  <a:cubicBezTo>
                    <a:pt x="3317" y="2097"/>
                    <a:pt x="3334" y="2123"/>
                    <a:pt x="3334" y="2149"/>
                  </a:cubicBezTo>
                  <a:cubicBezTo>
                    <a:pt x="3334" y="2166"/>
                    <a:pt x="3326" y="2183"/>
                    <a:pt x="3317" y="2200"/>
                  </a:cubicBezTo>
                  <a:cubicBezTo>
                    <a:pt x="3317" y="2226"/>
                    <a:pt x="3317" y="2243"/>
                    <a:pt x="3309" y="2269"/>
                  </a:cubicBezTo>
                  <a:cubicBezTo>
                    <a:pt x="3300" y="2286"/>
                    <a:pt x="3300" y="2295"/>
                    <a:pt x="3291" y="2303"/>
                  </a:cubicBezTo>
                  <a:cubicBezTo>
                    <a:pt x="3274" y="2338"/>
                    <a:pt x="3283" y="2381"/>
                    <a:pt x="3283" y="2415"/>
                  </a:cubicBezTo>
                  <a:cubicBezTo>
                    <a:pt x="3274" y="2441"/>
                    <a:pt x="3266" y="2458"/>
                    <a:pt x="3266" y="2484"/>
                  </a:cubicBezTo>
                  <a:cubicBezTo>
                    <a:pt x="3266" y="2518"/>
                    <a:pt x="3240" y="2561"/>
                    <a:pt x="3248" y="2604"/>
                  </a:cubicBezTo>
                  <a:cubicBezTo>
                    <a:pt x="3248" y="2655"/>
                    <a:pt x="3300" y="2716"/>
                    <a:pt x="3317" y="2767"/>
                  </a:cubicBezTo>
                  <a:cubicBezTo>
                    <a:pt x="3334" y="2802"/>
                    <a:pt x="3334" y="2819"/>
                    <a:pt x="3334" y="2853"/>
                  </a:cubicBezTo>
                  <a:cubicBezTo>
                    <a:pt x="3326" y="2887"/>
                    <a:pt x="3317" y="2905"/>
                    <a:pt x="3309" y="2939"/>
                  </a:cubicBezTo>
                  <a:cubicBezTo>
                    <a:pt x="3291" y="2991"/>
                    <a:pt x="3291" y="3051"/>
                    <a:pt x="3274" y="3102"/>
                  </a:cubicBezTo>
                  <a:cubicBezTo>
                    <a:pt x="3248" y="3154"/>
                    <a:pt x="3214" y="3197"/>
                    <a:pt x="3206" y="3248"/>
                  </a:cubicBezTo>
                  <a:cubicBezTo>
                    <a:pt x="3188" y="3291"/>
                    <a:pt x="3171" y="3343"/>
                    <a:pt x="3163" y="3386"/>
                  </a:cubicBezTo>
                  <a:cubicBezTo>
                    <a:pt x="3145" y="3429"/>
                    <a:pt x="3128" y="3480"/>
                    <a:pt x="3111" y="3523"/>
                  </a:cubicBezTo>
                  <a:cubicBezTo>
                    <a:pt x="3102" y="3601"/>
                    <a:pt x="3085" y="3669"/>
                    <a:pt x="3042" y="3729"/>
                  </a:cubicBezTo>
                  <a:cubicBezTo>
                    <a:pt x="3017" y="3772"/>
                    <a:pt x="2982" y="3824"/>
                    <a:pt x="2974" y="3875"/>
                  </a:cubicBezTo>
                  <a:cubicBezTo>
                    <a:pt x="2965" y="3970"/>
                    <a:pt x="2939" y="4064"/>
                    <a:pt x="2870" y="4133"/>
                  </a:cubicBezTo>
                  <a:cubicBezTo>
                    <a:pt x="2827" y="4176"/>
                    <a:pt x="2776" y="4211"/>
                    <a:pt x="2733" y="4262"/>
                  </a:cubicBezTo>
                  <a:cubicBezTo>
                    <a:pt x="2707" y="4288"/>
                    <a:pt x="2699" y="4322"/>
                    <a:pt x="2681" y="4357"/>
                  </a:cubicBezTo>
                  <a:cubicBezTo>
                    <a:pt x="2664" y="4382"/>
                    <a:pt x="2647" y="4408"/>
                    <a:pt x="2638" y="4425"/>
                  </a:cubicBezTo>
                  <a:cubicBezTo>
                    <a:pt x="2630" y="4442"/>
                    <a:pt x="2613" y="4451"/>
                    <a:pt x="2604" y="4468"/>
                  </a:cubicBezTo>
                  <a:cubicBezTo>
                    <a:pt x="2596" y="4477"/>
                    <a:pt x="2587" y="4477"/>
                    <a:pt x="2587" y="4477"/>
                  </a:cubicBezTo>
                  <a:cubicBezTo>
                    <a:pt x="2570" y="4477"/>
                    <a:pt x="2561" y="4468"/>
                    <a:pt x="2553" y="4468"/>
                  </a:cubicBezTo>
                  <a:cubicBezTo>
                    <a:pt x="2544" y="4468"/>
                    <a:pt x="2527" y="4460"/>
                    <a:pt x="2518" y="4460"/>
                  </a:cubicBezTo>
                  <a:cubicBezTo>
                    <a:pt x="2510" y="4460"/>
                    <a:pt x="2510" y="4460"/>
                    <a:pt x="2501" y="4468"/>
                  </a:cubicBezTo>
                  <a:cubicBezTo>
                    <a:pt x="2492" y="4477"/>
                    <a:pt x="2492" y="4477"/>
                    <a:pt x="2484" y="4477"/>
                  </a:cubicBezTo>
                  <a:cubicBezTo>
                    <a:pt x="2492" y="4494"/>
                    <a:pt x="2501" y="4503"/>
                    <a:pt x="2501" y="4520"/>
                  </a:cubicBezTo>
                  <a:cubicBezTo>
                    <a:pt x="2492" y="4546"/>
                    <a:pt x="2441" y="4554"/>
                    <a:pt x="2407" y="4554"/>
                  </a:cubicBezTo>
                  <a:lnTo>
                    <a:pt x="2398" y="4554"/>
                  </a:lnTo>
                  <a:cubicBezTo>
                    <a:pt x="2346" y="4546"/>
                    <a:pt x="2303" y="4537"/>
                    <a:pt x="2252" y="4528"/>
                  </a:cubicBezTo>
                  <a:lnTo>
                    <a:pt x="2235" y="4528"/>
                  </a:lnTo>
                  <a:cubicBezTo>
                    <a:pt x="2200" y="4528"/>
                    <a:pt x="2183" y="4537"/>
                    <a:pt x="2157" y="4554"/>
                  </a:cubicBezTo>
                  <a:cubicBezTo>
                    <a:pt x="2132" y="4563"/>
                    <a:pt x="2106" y="4580"/>
                    <a:pt x="2089" y="4589"/>
                  </a:cubicBezTo>
                  <a:cubicBezTo>
                    <a:pt x="2054" y="4614"/>
                    <a:pt x="2011" y="4614"/>
                    <a:pt x="1968" y="4631"/>
                  </a:cubicBezTo>
                  <a:cubicBezTo>
                    <a:pt x="1951" y="4640"/>
                    <a:pt x="1934" y="4649"/>
                    <a:pt x="1925" y="4649"/>
                  </a:cubicBezTo>
                  <a:cubicBezTo>
                    <a:pt x="1908" y="4649"/>
                    <a:pt x="1891" y="4640"/>
                    <a:pt x="1865" y="4631"/>
                  </a:cubicBezTo>
                  <a:cubicBezTo>
                    <a:pt x="1822" y="4623"/>
                    <a:pt x="1771" y="4623"/>
                    <a:pt x="1736" y="4606"/>
                  </a:cubicBezTo>
                  <a:cubicBezTo>
                    <a:pt x="1702" y="4597"/>
                    <a:pt x="1685" y="4571"/>
                    <a:pt x="1650" y="4563"/>
                  </a:cubicBezTo>
                  <a:cubicBezTo>
                    <a:pt x="1608" y="4537"/>
                    <a:pt x="1556" y="4520"/>
                    <a:pt x="1504" y="4494"/>
                  </a:cubicBezTo>
                  <a:cubicBezTo>
                    <a:pt x="1496" y="4503"/>
                    <a:pt x="1487" y="4503"/>
                    <a:pt x="1479" y="4503"/>
                  </a:cubicBezTo>
                  <a:cubicBezTo>
                    <a:pt x="1479" y="4503"/>
                    <a:pt x="1470" y="4503"/>
                    <a:pt x="1461" y="4494"/>
                  </a:cubicBezTo>
                  <a:lnTo>
                    <a:pt x="1436" y="4494"/>
                  </a:lnTo>
                  <a:cubicBezTo>
                    <a:pt x="1419" y="4494"/>
                    <a:pt x="1401" y="4494"/>
                    <a:pt x="1384" y="4503"/>
                  </a:cubicBezTo>
                  <a:lnTo>
                    <a:pt x="1341" y="4503"/>
                  </a:lnTo>
                  <a:cubicBezTo>
                    <a:pt x="1315" y="4503"/>
                    <a:pt x="1298" y="4503"/>
                    <a:pt x="1281" y="4485"/>
                  </a:cubicBezTo>
                  <a:lnTo>
                    <a:pt x="1169" y="4485"/>
                  </a:lnTo>
                  <a:cubicBezTo>
                    <a:pt x="1144" y="4485"/>
                    <a:pt x="1126" y="4485"/>
                    <a:pt x="1109" y="4468"/>
                  </a:cubicBezTo>
                  <a:cubicBezTo>
                    <a:pt x="1066" y="4434"/>
                    <a:pt x="1040" y="4408"/>
                    <a:pt x="980" y="4391"/>
                  </a:cubicBezTo>
                  <a:cubicBezTo>
                    <a:pt x="937" y="4382"/>
                    <a:pt x="912" y="4348"/>
                    <a:pt x="877" y="4314"/>
                  </a:cubicBezTo>
                  <a:cubicBezTo>
                    <a:pt x="851" y="4296"/>
                    <a:pt x="766" y="4305"/>
                    <a:pt x="748" y="4279"/>
                  </a:cubicBezTo>
                  <a:cubicBezTo>
                    <a:pt x="731" y="4262"/>
                    <a:pt x="577" y="4159"/>
                    <a:pt x="568" y="4142"/>
                  </a:cubicBezTo>
                  <a:cubicBezTo>
                    <a:pt x="551" y="4116"/>
                    <a:pt x="542" y="4090"/>
                    <a:pt x="525" y="4056"/>
                  </a:cubicBezTo>
                  <a:cubicBezTo>
                    <a:pt x="482" y="4004"/>
                    <a:pt x="430" y="3961"/>
                    <a:pt x="396" y="3910"/>
                  </a:cubicBezTo>
                  <a:cubicBezTo>
                    <a:pt x="353" y="3858"/>
                    <a:pt x="319" y="3815"/>
                    <a:pt x="267" y="3781"/>
                  </a:cubicBezTo>
                  <a:cubicBezTo>
                    <a:pt x="207" y="3729"/>
                    <a:pt x="259" y="3618"/>
                    <a:pt x="207" y="3558"/>
                  </a:cubicBezTo>
                  <a:lnTo>
                    <a:pt x="181" y="3523"/>
                  </a:lnTo>
                  <a:cubicBezTo>
                    <a:pt x="156" y="3506"/>
                    <a:pt x="138" y="3506"/>
                    <a:pt x="113" y="3497"/>
                  </a:cubicBezTo>
                  <a:cubicBezTo>
                    <a:pt x="78" y="3480"/>
                    <a:pt x="78" y="3480"/>
                    <a:pt x="52" y="3454"/>
                  </a:cubicBezTo>
                  <a:cubicBezTo>
                    <a:pt x="35" y="3437"/>
                    <a:pt x="18" y="3420"/>
                    <a:pt x="1" y="3412"/>
                  </a:cubicBezTo>
                  <a:lnTo>
                    <a:pt x="1" y="3412"/>
                  </a:lnTo>
                  <a:cubicBezTo>
                    <a:pt x="10" y="3446"/>
                    <a:pt x="10" y="3472"/>
                    <a:pt x="18" y="3506"/>
                  </a:cubicBezTo>
                  <a:cubicBezTo>
                    <a:pt x="44" y="3618"/>
                    <a:pt x="95" y="3729"/>
                    <a:pt x="181" y="3798"/>
                  </a:cubicBezTo>
                  <a:cubicBezTo>
                    <a:pt x="216" y="3824"/>
                    <a:pt x="241" y="3850"/>
                    <a:pt x="267" y="3893"/>
                  </a:cubicBezTo>
                  <a:cubicBezTo>
                    <a:pt x="302" y="3961"/>
                    <a:pt x="319" y="3987"/>
                    <a:pt x="379" y="4039"/>
                  </a:cubicBezTo>
                  <a:lnTo>
                    <a:pt x="388" y="4039"/>
                  </a:lnTo>
                  <a:cubicBezTo>
                    <a:pt x="482" y="4107"/>
                    <a:pt x="499" y="4228"/>
                    <a:pt x="559" y="4314"/>
                  </a:cubicBezTo>
                  <a:cubicBezTo>
                    <a:pt x="585" y="4348"/>
                    <a:pt x="611" y="4391"/>
                    <a:pt x="645" y="4408"/>
                  </a:cubicBezTo>
                  <a:cubicBezTo>
                    <a:pt x="714" y="4434"/>
                    <a:pt x="783" y="4417"/>
                    <a:pt x="851" y="4460"/>
                  </a:cubicBezTo>
                  <a:cubicBezTo>
                    <a:pt x="894" y="4485"/>
                    <a:pt x="937" y="4520"/>
                    <a:pt x="980" y="4546"/>
                  </a:cubicBezTo>
                  <a:cubicBezTo>
                    <a:pt x="1032" y="4580"/>
                    <a:pt x="1101" y="4623"/>
                    <a:pt x="1144" y="4674"/>
                  </a:cubicBezTo>
                  <a:cubicBezTo>
                    <a:pt x="1152" y="4683"/>
                    <a:pt x="1161" y="4700"/>
                    <a:pt x="1161" y="4709"/>
                  </a:cubicBezTo>
                  <a:cubicBezTo>
                    <a:pt x="1221" y="4786"/>
                    <a:pt x="1272" y="4846"/>
                    <a:pt x="1376" y="4889"/>
                  </a:cubicBezTo>
                  <a:cubicBezTo>
                    <a:pt x="1479" y="4932"/>
                    <a:pt x="1573" y="4958"/>
                    <a:pt x="1676" y="4975"/>
                  </a:cubicBezTo>
                  <a:lnTo>
                    <a:pt x="1702" y="4975"/>
                  </a:lnTo>
                  <a:cubicBezTo>
                    <a:pt x="1745" y="4984"/>
                    <a:pt x="1788" y="4984"/>
                    <a:pt x="1831" y="4992"/>
                  </a:cubicBezTo>
                  <a:cubicBezTo>
                    <a:pt x="1865" y="5001"/>
                    <a:pt x="1900" y="5018"/>
                    <a:pt x="1934" y="5027"/>
                  </a:cubicBezTo>
                  <a:cubicBezTo>
                    <a:pt x="1943" y="5027"/>
                    <a:pt x="1951" y="5035"/>
                    <a:pt x="1968" y="5035"/>
                  </a:cubicBezTo>
                  <a:lnTo>
                    <a:pt x="1994" y="5035"/>
                  </a:lnTo>
                  <a:cubicBezTo>
                    <a:pt x="2028" y="5035"/>
                    <a:pt x="2063" y="5027"/>
                    <a:pt x="2097" y="5027"/>
                  </a:cubicBezTo>
                  <a:lnTo>
                    <a:pt x="2166" y="5027"/>
                  </a:lnTo>
                  <a:cubicBezTo>
                    <a:pt x="2175" y="5027"/>
                    <a:pt x="2192" y="5035"/>
                    <a:pt x="2209" y="5035"/>
                  </a:cubicBezTo>
                  <a:cubicBezTo>
                    <a:pt x="2226" y="5035"/>
                    <a:pt x="2243" y="5027"/>
                    <a:pt x="2260" y="5027"/>
                  </a:cubicBezTo>
                  <a:cubicBezTo>
                    <a:pt x="2295" y="5010"/>
                    <a:pt x="2321" y="4992"/>
                    <a:pt x="2355" y="4967"/>
                  </a:cubicBezTo>
                  <a:cubicBezTo>
                    <a:pt x="2389" y="4941"/>
                    <a:pt x="2424" y="4932"/>
                    <a:pt x="2467" y="4924"/>
                  </a:cubicBezTo>
                  <a:cubicBezTo>
                    <a:pt x="2578" y="4898"/>
                    <a:pt x="2690" y="4889"/>
                    <a:pt x="2802" y="4846"/>
                  </a:cubicBezTo>
                  <a:cubicBezTo>
                    <a:pt x="2810" y="4846"/>
                    <a:pt x="2827" y="4838"/>
                    <a:pt x="2845" y="4829"/>
                  </a:cubicBezTo>
                  <a:cubicBezTo>
                    <a:pt x="2922" y="4803"/>
                    <a:pt x="2999" y="4769"/>
                    <a:pt x="3085" y="4743"/>
                  </a:cubicBezTo>
                  <a:cubicBezTo>
                    <a:pt x="3171" y="4726"/>
                    <a:pt x="3206" y="4640"/>
                    <a:pt x="3266" y="4589"/>
                  </a:cubicBezTo>
                  <a:cubicBezTo>
                    <a:pt x="3266" y="4580"/>
                    <a:pt x="3266" y="4580"/>
                    <a:pt x="3274" y="4580"/>
                  </a:cubicBezTo>
                  <a:cubicBezTo>
                    <a:pt x="3343" y="4520"/>
                    <a:pt x="3386" y="4511"/>
                    <a:pt x="3455" y="4460"/>
                  </a:cubicBezTo>
                  <a:cubicBezTo>
                    <a:pt x="3480" y="4434"/>
                    <a:pt x="3489" y="4434"/>
                    <a:pt x="3506" y="4400"/>
                  </a:cubicBezTo>
                  <a:cubicBezTo>
                    <a:pt x="3523" y="4365"/>
                    <a:pt x="3549" y="4331"/>
                    <a:pt x="3566" y="4296"/>
                  </a:cubicBezTo>
                  <a:cubicBezTo>
                    <a:pt x="3584" y="4253"/>
                    <a:pt x="3635" y="4253"/>
                    <a:pt x="3635" y="4211"/>
                  </a:cubicBezTo>
                  <a:cubicBezTo>
                    <a:pt x="3644" y="4211"/>
                    <a:pt x="3644" y="4202"/>
                    <a:pt x="3644" y="4202"/>
                  </a:cubicBezTo>
                  <a:cubicBezTo>
                    <a:pt x="3644" y="4168"/>
                    <a:pt x="3661" y="4142"/>
                    <a:pt x="3678" y="4099"/>
                  </a:cubicBezTo>
                  <a:cubicBezTo>
                    <a:pt x="3695" y="4039"/>
                    <a:pt x="3712" y="3970"/>
                    <a:pt x="3730" y="3901"/>
                  </a:cubicBezTo>
                  <a:cubicBezTo>
                    <a:pt x="3747" y="3867"/>
                    <a:pt x="3781" y="3815"/>
                    <a:pt x="3807" y="3772"/>
                  </a:cubicBezTo>
                  <a:cubicBezTo>
                    <a:pt x="3858" y="3686"/>
                    <a:pt x="3901" y="3592"/>
                    <a:pt x="3944" y="3506"/>
                  </a:cubicBezTo>
                  <a:cubicBezTo>
                    <a:pt x="4013" y="3360"/>
                    <a:pt x="4159" y="3180"/>
                    <a:pt x="4159" y="3008"/>
                  </a:cubicBezTo>
                  <a:cubicBezTo>
                    <a:pt x="4159" y="2991"/>
                    <a:pt x="4151" y="2973"/>
                    <a:pt x="4151" y="2956"/>
                  </a:cubicBezTo>
                  <a:cubicBezTo>
                    <a:pt x="4151" y="2939"/>
                    <a:pt x="4151" y="2922"/>
                    <a:pt x="4142" y="2905"/>
                  </a:cubicBezTo>
                  <a:cubicBezTo>
                    <a:pt x="4133" y="2802"/>
                    <a:pt x="4116" y="2673"/>
                    <a:pt x="4073" y="2578"/>
                  </a:cubicBezTo>
                  <a:cubicBezTo>
                    <a:pt x="4056" y="2544"/>
                    <a:pt x="4030" y="2509"/>
                    <a:pt x="4022" y="2475"/>
                  </a:cubicBezTo>
                  <a:cubicBezTo>
                    <a:pt x="4022" y="2466"/>
                    <a:pt x="4022" y="2458"/>
                    <a:pt x="4022" y="2458"/>
                  </a:cubicBezTo>
                  <a:cubicBezTo>
                    <a:pt x="4022" y="2449"/>
                    <a:pt x="4022" y="2441"/>
                    <a:pt x="4022" y="2424"/>
                  </a:cubicBezTo>
                  <a:lnTo>
                    <a:pt x="4022" y="2415"/>
                  </a:lnTo>
                  <a:cubicBezTo>
                    <a:pt x="4022" y="2338"/>
                    <a:pt x="4047" y="2252"/>
                    <a:pt x="4056" y="2183"/>
                  </a:cubicBezTo>
                  <a:cubicBezTo>
                    <a:pt x="4073" y="2080"/>
                    <a:pt x="4065" y="2011"/>
                    <a:pt x="4039" y="1908"/>
                  </a:cubicBezTo>
                  <a:cubicBezTo>
                    <a:pt x="4022" y="1831"/>
                    <a:pt x="4030" y="1753"/>
                    <a:pt x="4013" y="1667"/>
                  </a:cubicBezTo>
                  <a:cubicBezTo>
                    <a:pt x="3996" y="1530"/>
                    <a:pt x="3962" y="1367"/>
                    <a:pt x="3876" y="1255"/>
                  </a:cubicBezTo>
                  <a:cubicBezTo>
                    <a:pt x="3841" y="1212"/>
                    <a:pt x="3798" y="1204"/>
                    <a:pt x="3755" y="1169"/>
                  </a:cubicBezTo>
                  <a:cubicBezTo>
                    <a:pt x="3730" y="1152"/>
                    <a:pt x="3695" y="1100"/>
                    <a:pt x="3678" y="1066"/>
                  </a:cubicBezTo>
                  <a:cubicBezTo>
                    <a:pt x="3644" y="1023"/>
                    <a:pt x="3626" y="963"/>
                    <a:pt x="3626" y="911"/>
                  </a:cubicBezTo>
                  <a:cubicBezTo>
                    <a:pt x="3626" y="903"/>
                    <a:pt x="3626" y="894"/>
                    <a:pt x="3626" y="894"/>
                  </a:cubicBezTo>
                  <a:cubicBezTo>
                    <a:pt x="3626" y="860"/>
                    <a:pt x="3635" y="834"/>
                    <a:pt x="3635" y="800"/>
                  </a:cubicBezTo>
                  <a:cubicBezTo>
                    <a:pt x="3635" y="774"/>
                    <a:pt x="3635" y="748"/>
                    <a:pt x="3618" y="731"/>
                  </a:cubicBezTo>
                  <a:cubicBezTo>
                    <a:pt x="3584" y="679"/>
                    <a:pt x="3549" y="654"/>
                    <a:pt x="3523" y="602"/>
                  </a:cubicBezTo>
                  <a:cubicBezTo>
                    <a:pt x="3489" y="533"/>
                    <a:pt x="3463" y="508"/>
                    <a:pt x="3412" y="465"/>
                  </a:cubicBezTo>
                  <a:cubicBezTo>
                    <a:pt x="3317" y="396"/>
                    <a:pt x="3223" y="336"/>
                    <a:pt x="3120" y="276"/>
                  </a:cubicBezTo>
                  <a:cubicBezTo>
                    <a:pt x="3077" y="250"/>
                    <a:pt x="3034" y="258"/>
                    <a:pt x="2974" y="241"/>
                  </a:cubicBezTo>
                  <a:cubicBezTo>
                    <a:pt x="2939" y="224"/>
                    <a:pt x="2870" y="181"/>
                    <a:pt x="2853" y="181"/>
                  </a:cubicBezTo>
                  <a:lnTo>
                    <a:pt x="2810" y="181"/>
                  </a:lnTo>
                  <a:cubicBezTo>
                    <a:pt x="2767" y="181"/>
                    <a:pt x="2733" y="164"/>
                    <a:pt x="2690" y="121"/>
                  </a:cubicBezTo>
                  <a:cubicBezTo>
                    <a:pt x="2656" y="87"/>
                    <a:pt x="2630" y="52"/>
                    <a:pt x="2578" y="44"/>
                  </a:cubicBezTo>
                  <a:cubicBezTo>
                    <a:pt x="2544" y="35"/>
                    <a:pt x="2510" y="35"/>
                    <a:pt x="2467" y="35"/>
                  </a:cubicBezTo>
                  <a:lnTo>
                    <a:pt x="2407" y="35"/>
                  </a:lnTo>
                  <a:cubicBezTo>
                    <a:pt x="2381" y="35"/>
                    <a:pt x="2355" y="27"/>
                    <a:pt x="2329" y="27"/>
                  </a:cubicBezTo>
                  <a:lnTo>
                    <a:pt x="2286" y="27"/>
                  </a:lnTo>
                  <a:lnTo>
                    <a:pt x="2260" y="9"/>
                  </a:lnTo>
                  <a:lnTo>
                    <a:pt x="2243" y="1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11" name="Google Shape;22611;p75"/>
            <p:cNvSpPr/>
            <p:nvPr/>
          </p:nvSpPr>
          <p:spPr>
            <a:xfrm>
              <a:off x="5707825" y="1323600"/>
              <a:ext cx="40625" cy="50275"/>
            </a:xfrm>
            <a:custGeom>
              <a:avLst/>
              <a:gdLst/>
              <a:ahLst/>
              <a:cxnLst/>
              <a:rect l="l" t="t" r="r" b="b"/>
              <a:pathLst>
                <a:path w="1625" h="2011" extrusionOk="0">
                  <a:moveTo>
                    <a:pt x="1186" y="0"/>
                  </a:moveTo>
                  <a:lnTo>
                    <a:pt x="1178" y="34"/>
                  </a:lnTo>
                  <a:lnTo>
                    <a:pt x="1186" y="43"/>
                  </a:lnTo>
                  <a:cubicBezTo>
                    <a:pt x="1195" y="60"/>
                    <a:pt x="1203" y="69"/>
                    <a:pt x="1212" y="77"/>
                  </a:cubicBezTo>
                  <a:cubicBezTo>
                    <a:pt x="1229" y="95"/>
                    <a:pt x="1246" y="112"/>
                    <a:pt x="1272" y="137"/>
                  </a:cubicBezTo>
                  <a:cubicBezTo>
                    <a:pt x="1281" y="146"/>
                    <a:pt x="1289" y="163"/>
                    <a:pt x="1307" y="163"/>
                  </a:cubicBezTo>
                  <a:cubicBezTo>
                    <a:pt x="1324" y="180"/>
                    <a:pt x="1341" y="180"/>
                    <a:pt x="1367" y="189"/>
                  </a:cubicBezTo>
                  <a:cubicBezTo>
                    <a:pt x="1384" y="198"/>
                    <a:pt x="1401" y="206"/>
                    <a:pt x="1418" y="223"/>
                  </a:cubicBezTo>
                  <a:cubicBezTo>
                    <a:pt x="1427" y="241"/>
                    <a:pt x="1435" y="258"/>
                    <a:pt x="1435" y="275"/>
                  </a:cubicBezTo>
                  <a:cubicBezTo>
                    <a:pt x="1435" y="301"/>
                    <a:pt x="1427" y="327"/>
                    <a:pt x="1427" y="352"/>
                  </a:cubicBezTo>
                  <a:cubicBezTo>
                    <a:pt x="1418" y="378"/>
                    <a:pt x="1418" y="395"/>
                    <a:pt x="1418" y="421"/>
                  </a:cubicBezTo>
                  <a:cubicBezTo>
                    <a:pt x="1410" y="473"/>
                    <a:pt x="1401" y="524"/>
                    <a:pt x="1384" y="567"/>
                  </a:cubicBezTo>
                  <a:cubicBezTo>
                    <a:pt x="1375" y="593"/>
                    <a:pt x="1367" y="610"/>
                    <a:pt x="1358" y="636"/>
                  </a:cubicBezTo>
                  <a:cubicBezTo>
                    <a:pt x="1349" y="653"/>
                    <a:pt x="1341" y="670"/>
                    <a:pt x="1332" y="687"/>
                  </a:cubicBezTo>
                  <a:cubicBezTo>
                    <a:pt x="1315" y="730"/>
                    <a:pt x="1289" y="773"/>
                    <a:pt x="1307" y="825"/>
                  </a:cubicBezTo>
                  <a:cubicBezTo>
                    <a:pt x="1315" y="859"/>
                    <a:pt x="1332" y="885"/>
                    <a:pt x="1332" y="928"/>
                  </a:cubicBezTo>
                  <a:lnTo>
                    <a:pt x="1332" y="954"/>
                  </a:lnTo>
                  <a:lnTo>
                    <a:pt x="1341" y="979"/>
                  </a:lnTo>
                  <a:lnTo>
                    <a:pt x="1332" y="1005"/>
                  </a:lnTo>
                  <a:cubicBezTo>
                    <a:pt x="1324" y="1031"/>
                    <a:pt x="1307" y="1048"/>
                    <a:pt x="1298" y="1074"/>
                  </a:cubicBezTo>
                  <a:cubicBezTo>
                    <a:pt x="1298" y="1091"/>
                    <a:pt x="1281" y="1108"/>
                    <a:pt x="1272" y="1117"/>
                  </a:cubicBezTo>
                  <a:lnTo>
                    <a:pt x="1255" y="1134"/>
                  </a:lnTo>
                  <a:lnTo>
                    <a:pt x="1238" y="1151"/>
                  </a:lnTo>
                  <a:cubicBezTo>
                    <a:pt x="1221" y="1186"/>
                    <a:pt x="1212" y="1220"/>
                    <a:pt x="1178" y="1246"/>
                  </a:cubicBezTo>
                  <a:cubicBezTo>
                    <a:pt x="1152" y="1263"/>
                    <a:pt x="1118" y="1263"/>
                    <a:pt x="1083" y="1272"/>
                  </a:cubicBezTo>
                  <a:cubicBezTo>
                    <a:pt x="1040" y="1280"/>
                    <a:pt x="989" y="1315"/>
                    <a:pt x="954" y="1340"/>
                  </a:cubicBezTo>
                  <a:cubicBezTo>
                    <a:pt x="920" y="1357"/>
                    <a:pt x="886" y="1383"/>
                    <a:pt x="868" y="1409"/>
                  </a:cubicBezTo>
                  <a:cubicBezTo>
                    <a:pt x="860" y="1435"/>
                    <a:pt x="860" y="1461"/>
                    <a:pt x="851" y="1486"/>
                  </a:cubicBezTo>
                  <a:cubicBezTo>
                    <a:pt x="843" y="1521"/>
                    <a:pt x="834" y="1555"/>
                    <a:pt x="808" y="1589"/>
                  </a:cubicBezTo>
                  <a:cubicBezTo>
                    <a:pt x="791" y="1615"/>
                    <a:pt x="757" y="1641"/>
                    <a:pt x="722" y="1658"/>
                  </a:cubicBezTo>
                  <a:cubicBezTo>
                    <a:pt x="705" y="1675"/>
                    <a:pt x="671" y="1693"/>
                    <a:pt x="654" y="1710"/>
                  </a:cubicBezTo>
                  <a:cubicBezTo>
                    <a:pt x="636" y="1727"/>
                    <a:pt x="628" y="1727"/>
                    <a:pt x="611" y="1744"/>
                  </a:cubicBezTo>
                  <a:cubicBezTo>
                    <a:pt x="585" y="1753"/>
                    <a:pt x="568" y="1770"/>
                    <a:pt x="542" y="1778"/>
                  </a:cubicBezTo>
                  <a:cubicBezTo>
                    <a:pt x="516" y="1796"/>
                    <a:pt x="482" y="1804"/>
                    <a:pt x="447" y="1813"/>
                  </a:cubicBezTo>
                  <a:cubicBezTo>
                    <a:pt x="422" y="1821"/>
                    <a:pt x="396" y="1830"/>
                    <a:pt x="361" y="1830"/>
                  </a:cubicBezTo>
                  <a:cubicBezTo>
                    <a:pt x="350" y="1830"/>
                    <a:pt x="335" y="1826"/>
                    <a:pt x="321" y="1826"/>
                  </a:cubicBezTo>
                  <a:cubicBezTo>
                    <a:pt x="314" y="1826"/>
                    <a:pt x="307" y="1827"/>
                    <a:pt x="301" y="1830"/>
                  </a:cubicBezTo>
                  <a:cubicBezTo>
                    <a:pt x="276" y="1830"/>
                    <a:pt x="258" y="1839"/>
                    <a:pt x="233" y="1847"/>
                  </a:cubicBezTo>
                  <a:cubicBezTo>
                    <a:pt x="207" y="1856"/>
                    <a:pt x="172" y="1856"/>
                    <a:pt x="147" y="1873"/>
                  </a:cubicBezTo>
                  <a:cubicBezTo>
                    <a:pt x="121" y="1890"/>
                    <a:pt x="95" y="1907"/>
                    <a:pt x="52" y="1916"/>
                  </a:cubicBezTo>
                  <a:lnTo>
                    <a:pt x="9" y="1933"/>
                  </a:lnTo>
                  <a:cubicBezTo>
                    <a:pt x="1" y="1950"/>
                    <a:pt x="9" y="1950"/>
                    <a:pt x="26" y="1967"/>
                  </a:cubicBezTo>
                  <a:cubicBezTo>
                    <a:pt x="44" y="1985"/>
                    <a:pt x="61" y="1993"/>
                    <a:pt x="87" y="2002"/>
                  </a:cubicBezTo>
                  <a:cubicBezTo>
                    <a:pt x="93" y="2005"/>
                    <a:pt x="100" y="2007"/>
                    <a:pt x="107" y="2007"/>
                  </a:cubicBezTo>
                  <a:cubicBezTo>
                    <a:pt x="134" y="2007"/>
                    <a:pt x="160" y="1983"/>
                    <a:pt x="181" y="1976"/>
                  </a:cubicBezTo>
                  <a:cubicBezTo>
                    <a:pt x="202" y="1965"/>
                    <a:pt x="230" y="1958"/>
                    <a:pt x="256" y="1958"/>
                  </a:cubicBezTo>
                  <a:cubicBezTo>
                    <a:pt x="273" y="1958"/>
                    <a:pt x="288" y="1961"/>
                    <a:pt x="301" y="1967"/>
                  </a:cubicBezTo>
                  <a:lnTo>
                    <a:pt x="327" y="1985"/>
                  </a:lnTo>
                  <a:lnTo>
                    <a:pt x="361" y="1985"/>
                  </a:lnTo>
                  <a:cubicBezTo>
                    <a:pt x="383" y="1989"/>
                    <a:pt x="404" y="1989"/>
                    <a:pt x="426" y="1989"/>
                  </a:cubicBezTo>
                  <a:cubicBezTo>
                    <a:pt x="447" y="1989"/>
                    <a:pt x="469" y="1989"/>
                    <a:pt x="490" y="1993"/>
                  </a:cubicBezTo>
                  <a:cubicBezTo>
                    <a:pt x="516" y="2002"/>
                    <a:pt x="542" y="2002"/>
                    <a:pt x="576" y="2002"/>
                  </a:cubicBezTo>
                  <a:cubicBezTo>
                    <a:pt x="585" y="2010"/>
                    <a:pt x="593" y="2010"/>
                    <a:pt x="611" y="2010"/>
                  </a:cubicBezTo>
                  <a:cubicBezTo>
                    <a:pt x="654" y="2010"/>
                    <a:pt x="671" y="2002"/>
                    <a:pt x="697" y="1993"/>
                  </a:cubicBezTo>
                  <a:cubicBezTo>
                    <a:pt x="722" y="1985"/>
                    <a:pt x="757" y="1985"/>
                    <a:pt x="774" y="1967"/>
                  </a:cubicBezTo>
                  <a:lnTo>
                    <a:pt x="791" y="1942"/>
                  </a:lnTo>
                  <a:cubicBezTo>
                    <a:pt x="800" y="1937"/>
                    <a:pt x="813" y="1937"/>
                    <a:pt x="825" y="1937"/>
                  </a:cubicBezTo>
                  <a:cubicBezTo>
                    <a:pt x="838" y="1937"/>
                    <a:pt x="851" y="1937"/>
                    <a:pt x="860" y="1933"/>
                  </a:cubicBezTo>
                  <a:cubicBezTo>
                    <a:pt x="886" y="1925"/>
                    <a:pt x="928" y="1925"/>
                    <a:pt x="954" y="1916"/>
                  </a:cubicBezTo>
                  <a:cubicBezTo>
                    <a:pt x="980" y="1907"/>
                    <a:pt x="997" y="1882"/>
                    <a:pt x="1023" y="1882"/>
                  </a:cubicBezTo>
                  <a:cubicBezTo>
                    <a:pt x="1040" y="1873"/>
                    <a:pt x="1049" y="1882"/>
                    <a:pt x="1066" y="1864"/>
                  </a:cubicBezTo>
                  <a:lnTo>
                    <a:pt x="1075" y="1856"/>
                  </a:lnTo>
                  <a:cubicBezTo>
                    <a:pt x="1092" y="1839"/>
                    <a:pt x="1109" y="1830"/>
                    <a:pt x="1126" y="1813"/>
                  </a:cubicBezTo>
                  <a:cubicBezTo>
                    <a:pt x="1160" y="1787"/>
                    <a:pt x="1169" y="1744"/>
                    <a:pt x="1203" y="1710"/>
                  </a:cubicBezTo>
                  <a:lnTo>
                    <a:pt x="1221" y="1701"/>
                  </a:lnTo>
                  <a:lnTo>
                    <a:pt x="1238" y="1675"/>
                  </a:lnTo>
                  <a:cubicBezTo>
                    <a:pt x="1255" y="1650"/>
                    <a:pt x="1281" y="1632"/>
                    <a:pt x="1298" y="1615"/>
                  </a:cubicBezTo>
                  <a:cubicBezTo>
                    <a:pt x="1332" y="1589"/>
                    <a:pt x="1367" y="1555"/>
                    <a:pt x="1410" y="1538"/>
                  </a:cubicBezTo>
                  <a:cubicBezTo>
                    <a:pt x="1427" y="1529"/>
                    <a:pt x="1444" y="1521"/>
                    <a:pt x="1470" y="1521"/>
                  </a:cubicBezTo>
                  <a:cubicBezTo>
                    <a:pt x="1487" y="1512"/>
                    <a:pt x="1496" y="1512"/>
                    <a:pt x="1521" y="1504"/>
                  </a:cubicBezTo>
                  <a:cubicBezTo>
                    <a:pt x="1547" y="1486"/>
                    <a:pt x="1547" y="1469"/>
                    <a:pt x="1564" y="1443"/>
                  </a:cubicBezTo>
                  <a:cubicBezTo>
                    <a:pt x="1581" y="1418"/>
                    <a:pt x="1590" y="1375"/>
                    <a:pt x="1590" y="1332"/>
                  </a:cubicBezTo>
                  <a:cubicBezTo>
                    <a:pt x="1581" y="1306"/>
                    <a:pt x="1573" y="1280"/>
                    <a:pt x="1573" y="1254"/>
                  </a:cubicBezTo>
                  <a:cubicBezTo>
                    <a:pt x="1573" y="1237"/>
                    <a:pt x="1573" y="1229"/>
                    <a:pt x="1581" y="1211"/>
                  </a:cubicBezTo>
                  <a:cubicBezTo>
                    <a:pt x="1590" y="1177"/>
                    <a:pt x="1599" y="1151"/>
                    <a:pt x="1616" y="1117"/>
                  </a:cubicBezTo>
                  <a:cubicBezTo>
                    <a:pt x="1624" y="1091"/>
                    <a:pt x="1624" y="1057"/>
                    <a:pt x="1624" y="1022"/>
                  </a:cubicBezTo>
                  <a:cubicBezTo>
                    <a:pt x="1624" y="997"/>
                    <a:pt x="1607" y="962"/>
                    <a:pt x="1607" y="928"/>
                  </a:cubicBezTo>
                  <a:cubicBezTo>
                    <a:pt x="1607" y="885"/>
                    <a:pt x="1624" y="833"/>
                    <a:pt x="1607" y="790"/>
                  </a:cubicBezTo>
                  <a:cubicBezTo>
                    <a:pt x="1599" y="765"/>
                    <a:pt x="1581" y="739"/>
                    <a:pt x="1573" y="705"/>
                  </a:cubicBezTo>
                  <a:cubicBezTo>
                    <a:pt x="1564" y="679"/>
                    <a:pt x="1573" y="662"/>
                    <a:pt x="1573" y="636"/>
                  </a:cubicBezTo>
                  <a:cubicBezTo>
                    <a:pt x="1581" y="619"/>
                    <a:pt x="1573" y="593"/>
                    <a:pt x="1581" y="576"/>
                  </a:cubicBezTo>
                  <a:cubicBezTo>
                    <a:pt x="1590" y="550"/>
                    <a:pt x="1590" y="541"/>
                    <a:pt x="1590" y="516"/>
                  </a:cubicBezTo>
                  <a:cubicBezTo>
                    <a:pt x="1599" y="498"/>
                    <a:pt x="1607" y="481"/>
                    <a:pt x="1607" y="455"/>
                  </a:cubicBezTo>
                  <a:cubicBezTo>
                    <a:pt x="1607" y="438"/>
                    <a:pt x="1607" y="412"/>
                    <a:pt x="1599" y="387"/>
                  </a:cubicBezTo>
                  <a:lnTo>
                    <a:pt x="1590" y="369"/>
                  </a:lnTo>
                  <a:lnTo>
                    <a:pt x="1573" y="352"/>
                  </a:lnTo>
                  <a:cubicBezTo>
                    <a:pt x="1564" y="335"/>
                    <a:pt x="1564" y="309"/>
                    <a:pt x="1556" y="284"/>
                  </a:cubicBezTo>
                  <a:cubicBezTo>
                    <a:pt x="1547" y="258"/>
                    <a:pt x="1538" y="232"/>
                    <a:pt x="1521" y="206"/>
                  </a:cubicBezTo>
                  <a:cubicBezTo>
                    <a:pt x="1504" y="189"/>
                    <a:pt x="1496" y="163"/>
                    <a:pt x="1478" y="146"/>
                  </a:cubicBezTo>
                  <a:lnTo>
                    <a:pt x="1444" y="120"/>
                  </a:lnTo>
                  <a:cubicBezTo>
                    <a:pt x="1427" y="112"/>
                    <a:pt x="1418" y="95"/>
                    <a:pt x="1401" y="86"/>
                  </a:cubicBezTo>
                  <a:cubicBezTo>
                    <a:pt x="1375" y="77"/>
                    <a:pt x="1349" y="69"/>
                    <a:pt x="1324" y="60"/>
                  </a:cubicBezTo>
                  <a:cubicBezTo>
                    <a:pt x="1307" y="52"/>
                    <a:pt x="1289" y="43"/>
                    <a:pt x="1272" y="43"/>
                  </a:cubicBezTo>
                  <a:lnTo>
                    <a:pt x="1229" y="43"/>
                  </a:lnTo>
                  <a:cubicBezTo>
                    <a:pt x="1212" y="34"/>
                    <a:pt x="1186" y="34"/>
                    <a:pt x="1186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12" name="Google Shape;22612;p75"/>
            <p:cNvSpPr/>
            <p:nvPr/>
          </p:nvSpPr>
          <p:spPr>
            <a:xfrm>
              <a:off x="5658650" y="1271150"/>
              <a:ext cx="83775" cy="97775"/>
            </a:xfrm>
            <a:custGeom>
              <a:avLst/>
              <a:gdLst/>
              <a:ahLst/>
              <a:cxnLst/>
              <a:rect l="l" t="t" r="r" b="b"/>
              <a:pathLst>
                <a:path w="3351" h="3911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03" y="3602"/>
                    <a:pt x="146" y="3687"/>
                    <a:pt x="215" y="3756"/>
                  </a:cubicBezTo>
                  <a:cubicBezTo>
                    <a:pt x="267" y="3799"/>
                    <a:pt x="318" y="3868"/>
                    <a:pt x="370" y="3911"/>
                  </a:cubicBezTo>
                  <a:cubicBezTo>
                    <a:pt x="361" y="3885"/>
                    <a:pt x="352" y="3833"/>
                    <a:pt x="361" y="3816"/>
                  </a:cubicBezTo>
                  <a:cubicBezTo>
                    <a:pt x="370" y="3773"/>
                    <a:pt x="335" y="3748"/>
                    <a:pt x="335" y="3713"/>
                  </a:cubicBezTo>
                  <a:cubicBezTo>
                    <a:pt x="344" y="3679"/>
                    <a:pt x="232" y="3533"/>
                    <a:pt x="224" y="3370"/>
                  </a:cubicBezTo>
                  <a:cubicBezTo>
                    <a:pt x="206" y="3198"/>
                    <a:pt x="292" y="3146"/>
                    <a:pt x="292" y="3052"/>
                  </a:cubicBezTo>
                  <a:cubicBezTo>
                    <a:pt x="284" y="2992"/>
                    <a:pt x="267" y="2914"/>
                    <a:pt x="249" y="2863"/>
                  </a:cubicBezTo>
                  <a:cubicBezTo>
                    <a:pt x="232" y="2811"/>
                    <a:pt x="232" y="2768"/>
                    <a:pt x="249" y="2734"/>
                  </a:cubicBezTo>
                  <a:cubicBezTo>
                    <a:pt x="267" y="2699"/>
                    <a:pt x="284" y="2665"/>
                    <a:pt x="309" y="2631"/>
                  </a:cubicBezTo>
                  <a:cubicBezTo>
                    <a:pt x="344" y="2588"/>
                    <a:pt x="352" y="2553"/>
                    <a:pt x="352" y="2502"/>
                  </a:cubicBezTo>
                  <a:cubicBezTo>
                    <a:pt x="352" y="2416"/>
                    <a:pt x="309" y="2347"/>
                    <a:pt x="309" y="2270"/>
                  </a:cubicBezTo>
                  <a:cubicBezTo>
                    <a:pt x="309" y="2210"/>
                    <a:pt x="318" y="2150"/>
                    <a:pt x="309" y="2089"/>
                  </a:cubicBezTo>
                  <a:cubicBezTo>
                    <a:pt x="301" y="2029"/>
                    <a:pt x="335" y="2004"/>
                    <a:pt x="344" y="1952"/>
                  </a:cubicBezTo>
                  <a:cubicBezTo>
                    <a:pt x="352" y="1900"/>
                    <a:pt x="344" y="1849"/>
                    <a:pt x="361" y="1797"/>
                  </a:cubicBezTo>
                  <a:cubicBezTo>
                    <a:pt x="387" y="1746"/>
                    <a:pt x="430" y="1746"/>
                    <a:pt x="464" y="1703"/>
                  </a:cubicBezTo>
                  <a:cubicBezTo>
                    <a:pt x="498" y="1651"/>
                    <a:pt x="507" y="1617"/>
                    <a:pt x="559" y="1600"/>
                  </a:cubicBezTo>
                  <a:cubicBezTo>
                    <a:pt x="575" y="1594"/>
                    <a:pt x="590" y="1592"/>
                    <a:pt x="605" y="1592"/>
                  </a:cubicBezTo>
                  <a:cubicBezTo>
                    <a:pt x="638" y="1592"/>
                    <a:pt x="672" y="1602"/>
                    <a:pt x="713" y="1608"/>
                  </a:cubicBezTo>
                  <a:cubicBezTo>
                    <a:pt x="748" y="1617"/>
                    <a:pt x="773" y="1626"/>
                    <a:pt x="808" y="1634"/>
                  </a:cubicBezTo>
                  <a:cubicBezTo>
                    <a:pt x="832" y="1646"/>
                    <a:pt x="841" y="1652"/>
                    <a:pt x="845" y="1652"/>
                  </a:cubicBezTo>
                  <a:cubicBezTo>
                    <a:pt x="851" y="1652"/>
                    <a:pt x="850" y="1644"/>
                    <a:pt x="859" y="1626"/>
                  </a:cubicBezTo>
                  <a:cubicBezTo>
                    <a:pt x="919" y="1514"/>
                    <a:pt x="877" y="1368"/>
                    <a:pt x="885" y="1247"/>
                  </a:cubicBezTo>
                  <a:cubicBezTo>
                    <a:pt x="885" y="1213"/>
                    <a:pt x="885" y="1179"/>
                    <a:pt x="885" y="1144"/>
                  </a:cubicBezTo>
                  <a:cubicBezTo>
                    <a:pt x="885" y="1119"/>
                    <a:pt x="877" y="1119"/>
                    <a:pt x="894" y="1093"/>
                  </a:cubicBezTo>
                  <a:cubicBezTo>
                    <a:pt x="937" y="1033"/>
                    <a:pt x="988" y="1016"/>
                    <a:pt x="1048" y="990"/>
                  </a:cubicBezTo>
                  <a:cubicBezTo>
                    <a:pt x="1117" y="964"/>
                    <a:pt x="1143" y="955"/>
                    <a:pt x="1177" y="878"/>
                  </a:cubicBezTo>
                  <a:cubicBezTo>
                    <a:pt x="1212" y="792"/>
                    <a:pt x="1289" y="758"/>
                    <a:pt x="1366" y="706"/>
                  </a:cubicBezTo>
                  <a:cubicBezTo>
                    <a:pt x="1418" y="680"/>
                    <a:pt x="1478" y="655"/>
                    <a:pt x="1529" y="637"/>
                  </a:cubicBezTo>
                  <a:cubicBezTo>
                    <a:pt x="1572" y="620"/>
                    <a:pt x="1598" y="612"/>
                    <a:pt x="1633" y="577"/>
                  </a:cubicBezTo>
                  <a:cubicBezTo>
                    <a:pt x="1650" y="560"/>
                    <a:pt x="1658" y="543"/>
                    <a:pt x="1676" y="526"/>
                  </a:cubicBezTo>
                  <a:cubicBezTo>
                    <a:pt x="1700" y="508"/>
                    <a:pt x="1734" y="502"/>
                    <a:pt x="1770" y="502"/>
                  </a:cubicBezTo>
                  <a:cubicBezTo>
                    <a:pt x="1823" y="502"/>
                    <a:pt x="1880" y="516"/>
                    <a:pt x="1916" y="526"/>
                  </a:cubicBezTo>
                  <a:cubicBezTo>
                    <a:pt x="1934" y="531"/>
                    <a:pt x="1950" y="534"/>
                    <a:pt x="1965" y="534"/>
                  </a:cubicBezTo>
                  <a:cubicBezTo>
                    <a:pt x="1998" y="534"/>
                    <a:pt x="2024" y="519"/>
                    <a:pt x="2054" y="483"/>
                  </a:cubicBezTo>
                  <a:cubicBezTo>
                    <a:pt x="2062" y="466"/>
                    <a:pt x="2079" y="448"/>
                    <a:pt x="2088" y="431"/>
                  </a:cubicBezTo>
                  <a:cubicBezTo>
                    <a:pt x="2114" y="397"/>
                    <a:pt x="2131" y="371"/>
                    <a:pt x="2157" y="345"/>
                  </a:cubicBezTo>
                  <a:cubicBezTo>
                    <a:pt x="2208" y="294"/>
                    <a:pt x="2243" y="268"/>
                    <a:pt x="2311" y="251"/>
                  </a:cubicBezTo>
                  <a:cubicBezTo>
                    <a:pt x="2381" y="225"/>
                    <a:pt x="2432" y="195"/>
                    <a:pt x="2493" y="195"/>
                  </a:cubicBezTo>
                  <a:cubicBezTo>
                    <a:pt x="2514" y="195"/>
                    <a:pt x="2536" y="199"/>
                    <a:pt x="2560" y="208"/>
                  </a:cubicBezTo>
                  <a:cubicBezTo>
                    <a:pt x="2664" y="242"/>
                    <a:pt x="2758" y="285"/>
                    <a:pt x="2861" y="320"/>
                  </a:cubicBezTo>
                  <a:cubicBezTo>
                    <a:pt x="2904" y="337"/>
                    <a:pt x="2938" y="363"/>
                    <a:pt x="2981" y="371"/>
                  </a:cubicBezTo>
                  <a:cubicBezTo>
                    <a:pt x="3033" y="388"/>
                    <a:pt x="3067" y="406"/>
                    <a:pt x="3110" y="423"/>
                  </a:cubicBezTo>
                  <a:cubicBezTo>
                    <a:pt x="3148" y="444"/>
                    <a:pt x="3190" y="466"/>
                    <a:pt x="3230" y="466"/>
                  </a:cubicBezTo>
                  <a:cubicBezTo>
                    <a:pt x="3254" y="466"/>
                    <a:pt x="3277" y="459"/>
                    <a:pt x="3299" y="440"/>
                  </a:cubicBezTo>
                  <a:cubicBezTo>
                    <a:pt x="3316" y="423"/>
                    <a:pt x="3342" y="406"/>
                    <a:pt x="3351" y="380"/>
                  </a:cubicBezTo>
                  <a:cubicBezTo>
                    <a:pt x="3299" y="345"/>
                    <a:pt x="3248" y="311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595" y="36"/>
                    <a:pt x="2535" y="36"/>
                    <a:pt x="2475" y="36"/>
                  </a:cubicBez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13" name="Google Shape;22613;p75"/>
            <p:cNvSpPr/>
            <p:nvPr/>
          </p:nvSpPr>
          <p:spPr>
            <a:xfrm>
              <a:off x="5700100" y="1318450"/>
              <a:ext cx="44900" cy="53800"/>
            </a:xfrm>
            <a:custGeom>
              <a:avLst/>
              <a:gdLst/>
              <a:ahLst/>
              <a:cxnLst/>
              <a:rect l="l" t="t" r="r" b="b"/>
              <a:pathLst>
                <a:path w="1796" h="2152" extrusionOk="0">
                  <a:moveTo>
                    <a:pt x="1227" y="0"/>
                  </a:moveTo>
                  <a:cubicBezTo>
                    <a:pt x="1191" y="0"/>
                    <a:pt x="1180" y="104"/>
                    <a:pt x="1195" y="112"/>
                  </a:cubicBezTo>
                  <a:lnTo>
                    <a:pt x="1220" y="146"/>
                  </a:lnTo>
                  <a:cubicBezTo>
                    <a:pt x="1237" y="172"/>
                    <a:pt x="1272" y="197"/>
                    <a:pt x="1298" y="223"/>
                  </a:cubicBezTo>
                  <a:cubicBezTo>
                    <a:pt x="1341" y="258"/>
                    <a:pt x="1366" y="301"/>
                    <a:pt x="1401" y="335"/>
                  </a:cubicBezTo>
                  <a:cubicBezTo>
                    <a:pt x="1427" y="361"/>
                    <a:pt x="1435" y="369"/>
                    <a:pt x="1444" y="404"/>
                  </a:cubicBezTo>
                  <a:cubicBezTo>
                    <a:pt x="1452" y="421"/>
                    <a:pt x="1461" y="447"/>
                    <a:pt x="1461" y="464"/>
                  </a:cubicBezTo>
                  <a:cubicBezTo>
                    <a:pt x="1461" y="481"/>
                    <a:pt x="1461" y="490"/>
                    <a:pt x="1461" y="507"/>
                  </a:cubicBezTo>
                  <a:cubicBezTo>
                    <a:pt x="1478" y="558"/>
                    <a:pt x="1495" y="618"/>
                    <a:pt x="1495" y="670"/>
                  </a:cubicBezTo>
                  <a:cubicBezTo>
                    <a:pt x="1504" y="756"/>
                    <a:pt x="1495" y="842"/>
                    <a:pt x="1495" y="919"/>
                  </a:cubicBezTo>
                  <a:cubicBezTo>
                    <a:pt x="1495" y="971"/>
                    <a:pt x="1478" y="1014"/>
                    <a:pt x="1461" y="1065"/>
                  </a:cubicBezTo>
                  <a:cubicBezTo>
                    <a:pt x="1452" y="1100"/>
                    <a:pt x="1435" y="1125"/>
                    <a:pt x="1409" y="1151"/>
                  </a:cubicBezTo>
                  <a:cubicBezTo>
                    <a:pt x="1375" y="1194"/>
                    <a:pt x="1384" y="1246"/>
                    <a:pt x="1349" y="1289"/>
                  </a:cubicBezTo>
                  <a:cubicBezTo>
                    <a:pt x="1315" y="1332"/>
                    <a:pt x="1255" y="1374"/>
                    <a:pt x="1203" y="1392"/>
                  </a:cubicBezTo>
                  <a:cubicBezTo>
                    <a:pt x="1186" y="1400"/>
                    <a:pt x="1160" y="1400"/>
                    <a:pt x="1152" y="1409"/>
                  </a:cubicBezTo>
                  <a:lnTo>
                    <a:pt x="1143" y="1452"/>
                  </a:lnTo>
                  <a:cubicBezTo>
                    <a:pt x="1134" y="1503"/>
                    <a:pt x="1091" y="1546"/>
                    <a:pt x="1057" y="1589"/>
                  </a:cubicBezTo>
                  <a:cubicBezTo>
                    <a:pt x="1040" y="1606"/>
                    <a:pt x="1031" y="1632"/>
                    <a:pt x="1014" y="1649"/>
                  </a:cubicBezTo>
                  <a:cubicBezTo>
                    <a:pt x="1006" y="1667"/>
                    <a:pt x="997" y="1701"/>
                    <a:pt x="980" y="1718"/>
                  </a:cubicBezTo>
                  <a:cubicBezTo>
                    <a:pt x="954" y="1744"/>
                    <a:pt x="920" y="1761"/>
                    <a:pt x="877" y="1761"/>
                  </a:cubicBezTo>
                  <a:cubicBezTo>
                    <a:pt x="842" y="1761"/>
                    <a:pt x="799" y="1770"/>
                    <a:pt x="782" y="1795"/>
                  </a:cubicBezTo>
                  <a:cubicBezTo>
                    <a:pt x="765" y="1813"/>
                    <a:pt x="765" y="1838"/>
                    <a:pt x="756" y="1864"/>
                  </a:cubicBezTo>
                  <a:cubicBezTo>
                    <a:pt x="748" y="1873"/>
                    <a:pt x="739" y="1890"/>
                    <a:pt x="731" y="1899"/>
                  </a:cubicBezTo>
                  <a:cubicBezTo>
                    <a:pt x="705" y="1924"/>
                    <a:pt x="705" y="1933"/>
                    <a:pt x="670" y="1941"/>
                  </a:cubicBezTo>
                  <a:cubicBezTo>
                    <a:pt x="628" y="1950"/>
                    <a:pt x="593" y="1950"/>
                    <a:pt x="559" y="1959"/>
                  </a:cubicBezTo>
                  <a:cubicBezTo>
                    <a:pt x="499" y="1976"/>
                    <a:pt x="447" y="1984"/>
                    <a:pt x="387" y="1993"/>
                  </a:cubicBezTo>
                  <a:cubicBezTo>
                    <a:pt x="344" y="1993"/>
                    <a:pt x="310" y="1993"/>
                    <a:pt x="267" y="2002"/>
                  </a:cubicBezTo>
                  <a:cubicBezTo>
                    <a:pt x="232" y="2010"/>
                    <a:pt x="207" y="2019"/>
                    <a:pt x="172" y="2019"/>
                  </a:cubicBezTo>
                  <a:cubicBezTo>
                    <a:pt x="146" y="2010"/>
                    <a:pt x="129" y="2002"/>
                    <a:pt x="103" y="1993"/>
                  </a:cubicBezTo>
                  <a:cubicBezTo>
                    <a:pt x="86" y="1993"/>
                    <a:pt x="69" y="1993"/>
                    <a:pt x="52" y="1984"/>
                  </a:cubicBezTo>
                  <a:cubicBezTo>
                    <a:pt x="9" y="1984"/>
                    <a:pt x="0" y="2019"/>
                    <a:pt x="9" y="2036"/>
                  </a:cubicBezTo>
                  <a:cubicBezTo>
                    <a:pt x="18" y="2045"/>
                    <a:pt x="43" y="2070"/>
                    <a:pt x="60" y="2070"/>
                  </a:cubicBezTo>
                  <a:cubicBezTo>
                    <a:pt x="69" y="2079"/>
                    <a:pt x="86" y="2079"/>
                    <a:pt x="103" y="2088"/>
                  </a:cubicBezTo>
                  <a:lnTo>
                    <a:pt x="112" y="2096"/>
                  </a:lnTo>
                  <a:lnTo>
                    <a:pt x="146" y="2105"/>
                  </a:lnTo>
                  <a:lnTo>
                    <a:pt x="189" y="2122"/>
                  </a:lnTo>
                  <a:cubicBezTo>
                    <a:pt x="207" y="2131"/>
                    <a:pt x="232" y="2131"/>
                    <a:pt x="249" y="2139"/>
                  </a:cubicBezTo>
                  <a:cubicBezTo>
                    <a:pt x="267" y="2139"/>
                    <a:pt x="284" y="2148"/>
                    <a:pt x="301" y="2148"/>
                  </a:cubicBezTo>
                  <a:cubicBezTo>
                    <a:pt x="313" y="2150"/>
                    <a:pt x="325" y="2151"/>
                    <a:pt x="337" y="2151"/>
                  </a:cubicBezTo>
                  <a:cubicBezTo>
                    <a:pt x="370" y="2151"/>
                    <a:pt x="405" y="2143"/>
                    <a:pt x="430" y="2131"/>
                  </a:cubicBezTo>
                  <a:cubicBezTo>
                    <a:pt x="447" y="2113"/>
                    <a:pt x="456" y="2105"/>
                    <a:pt x="481" y="2096"/>
                  </a:cubicBezTo>
                  <a:cubicBezTo>
                    <a:pt x="516" y="2088"/>
                    <a:pt x="559" y="2079"/>
                    <a:pt x="593" y="2079"/>
                  </a:cubicBezTo>
                  <a:cubicBezTo>
                    <a:pt x="701" y="2079"/>
                    <a:pt x="798" y="2126"/>
                    <a:pt x="897" y="2126"/>
                  </a:cubicBezTo>
                  <a:cubicBezTo>
                    <a:pt x="924" y="2126"/>
                    <a:pt x="952" y="2123"/>
                    <a:pt x="980" y="2113"/>
                  </a:cubicBezTo>
                  <a:cubicBezTo>
                    <a:pt x="1014" y="2105"/>
                    <a:pt x="1023" y="2088"/>
                    <a:pt x="1048" y="2070"/>
                  </a:cubicBezTo>
                  <a:cubicBezTo>
                    <a:pt x="1074" y="2053"/>
                    <a:pt x="1091" y="2027"/>
                    <a:pt x="1109" y="2010"/>
                  </a:cubicBezTo>
                  <a:cubicBezTo>
                    <a:pt x="1143" y="1950"/>
                    <a:pt x="1177" y="1890"/>
                    <a:pt x="1203" y="1821"/>
                  </a:cubicBezTo>
                  <a:cubicBezTo>
                    <a:pt x="1220" y="1770"/>
                    <a:pt x="1246" y="1710"/>
                    <a:pt x="1272" y="1658"/>
                  </a:cubicBezTo>
                  <a:cubicBezTo>
                    <a:pt x="1298" y="1624"/>
                    <a:pt x="1323" y="1598"/>
                    <a:pt x="1375" y="1581"/>
                  </a:cubicBezTo>
                  <a:cubicBezTo>
                    <a:pt x="1427" y="1563"/>
                    <a:pt x="1469" y="1546"/>
                    <a:pt x="1512" y="1529"/>
                  </a:cubicBezTo>
                  <a:cubicBezTo>
                    <a:pt x="1573" y="1495"/>
                    <a:pt x="1624" y="1486"/>
                    <a:pt x="1650" y="1435"/>
                  </a:cubicBezTo>
                  <a:cubicBezTo>
                    <a:pt x="1684" y="1383"/>
                    <a:pt x="1684" y="1332"/>
                    <a:pt x="1693" y="1280"/>
                  </a:cubicBezTo>
                  <a:cubicBezTo>
                    <a:pt x="1710" y="1211"/>
                    <a:pt x="1744" y="1160"/>
                    <a:pt x="1744" y="1091"/>
                  </a:cubicBezTo>
                  <a:cubicBezTo>
                    <a:pt x="1736" y="1057"/>
                    <a:pt x="1736" y="1022"/>
                    <a:pt x="1727" y="988"/>
                  </a:cubicBezTo>
                  <a:cubicBezTo>
                    <a:pt x="1727" y="945"/>
                    <a:pt x="1701" y="902"/>
                    <a:pt x="1710" y="850"/>
                  </a:cubicBezTo>
                  <a:cubicBezTo>
                    <a:pt x="1710" y="833"/>
                    <a:pt x="1710" y="807"/>
                    <a:pt x="1719" y="799"/>
                  </a:cubicBezTo>
                  <a:lnTo>
                    <a:pt x="1727" y="782"/>
                  </a:lnTo>
                  <a:cubicBezTo>
                    <a:pt x="1744" y="756"/>
                    <a:pt x="1753" y="730"/>
                    <a:pt x="1762" y="696"/>
                  </a:cubicBezTo>
                  <a:cubicBezTo>
                    <a:pt x="1762" y="661"/>
                    <a:pt x="1779" y="636"/>
                    <a:pt x="1787" y="601"/>
                  </a:cubicBezTo>
                  <a:cubicBezTo>
                    <a:pt x="1796" y="567"/>
                    <a:pt x="1787" y="524"/>
                    <a:pt x="1779" y="498"/>
                  </a:cubicBezTo>
                  <a:cubicBezTo>
                    <a:pt x="1770" y="464"/>
                    <a:pt x="1753" y="438"/>
                    <a:pt x="1727" y="412"/>
                  </a:cubicBezTo>
                  <a:cubicBezTo>
                    <a:pt x="1693" y="386"/>
                    <a:pt x="1658" y="369"/>
                    <a:pt x="1633" y="343"/>
                  </a:cubicBezTo>
                  <a:cubicBezTo>
                    <a:pt x="1607" y="318"/>
                    <a:pt x="1590" y="292"/>
                    <a:pt x="1564" y="275"/>
                  </a:cubicBezTo>
                  <a:cubicBezTo>
                    <a:pt x="1521" y="249"/>
                    <a:pt x="1504" y="206"/>
                    <a:pt x="1469" y="180"/>
                  </a:cubicBezTo>
                  <a:cubicBezTo>
                    <a:pt x="1427" y="154"/>
                    <a:pt x="1384" y="137"/>
                    <a:pt x="1349" y="112"/>
                  </a:cubicBezTo>
                  <a:cubicBezTo>
                    <a:pt x="1306" y="86"/>
                    <a:pt x="1280" y="43"/>
                    <a:pt x="1246" y="8"/>
                  </a:cubicBezTo>
                  <a:cubicBezTo>
                    <a:pt x="1239" y="3"/>
                    <a:pt x="1233" y="0"/>
                    <a:pt x="122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14" name="Google Shape;22614;p75"/>
            <p:cNvSpPr/>
            <p:nvPr/>
          </p:nvSpPr>
          <p:spPr>
            <a:xfrm>
              <a:off x="5687200" y="1294325"/>
              <a:ext cx="60175" cy="26700"/>
            </a:xfrm>
            <a:custGeom>
              <a:avLst/>
              <a:gdLst/>
              <a:ahLst/>
              <a:cxnLst/>
              <a:rect l="l" t="t" r="r" b="b"/>
              <a:pathLst>
                <a:path w="2407" h="1068" extrusionOk="0">
                  <a:moveTo>
                    <a:pt x="1155" y="1"/>
                  </a:moveTo>
                  <a:cubicBezTo>
                    <a:pt x="1125" y="1"/>
                    <a:pt x="1096" y="21"/>
                    <a:pt x="1066" y="28"/>
                  </a:cubicBezTo>
                  <a:cubicBezTo>
                    <a:pt x="1023" y="37"/>
                    <a:pt x="989" y="37"/>
                    <a:pt x="946" y="54"/>
                  </a:cubicBezTo>
                  <a:cubicBezTo>
                    <a:pt x="912" y="63"/>
                    <a:pt x="877" y="80"/>
                    <a:pt x="851" y="89"/>
                  </a:cubicBezTo>
                  <a:cubicBezTo>
                    <a:pt x="842" y="90"/>
                    <a:pt x="832" y="91"/>
                    <a:pt x="823" y="91"/>
                  </a:cubicBezTo>
                  <a:cubicBezTo>
                    <a:pt x="781" y="91"/>
                    <a:pt x="740" y="77"/>
                    <a:pt x="705" y="63"/>
                  </a:cubicBezTo>
                  <a:cubicBezTo>
                    <a:pt x="673" y="52"/>
                    <a:pt x="633" y="41"/>
                    <a:pt x="596" y="41"/>
                  </a:cubicBezTo>
                  <a:cubicBezTo>
                    <a:pt x="574" y="41"/>
                    <a:pt x="552" y="45"/>
                    <a:pt x="534" y="54"/>
                  </a:cubicBezTo>
                  <a:cubicBezTo>
                    <a:pt x="491" y="71"/>
                    <a:pt x="448" y="106"/>
                    <a:pt x="405" y="131"/>
                  </a:cubicBezTo>
                  <a:cubicBezTo>
                    <a:pt x="336" y="166"/>
                    <a:pt x="276" y="183"/>
                    <a:pt x="233" y="260"/>
                  </a:cubicBezTo>
                  <a:cubicBezTo>
                    <a:pt x="207" y="312"/>
                    <a:pt x="190" y="389"/>
                    <a:pt x="155" y="424"/>
                  </a:cubicBezTo>
                  <a:cubicBezTo>
                    <a:pt x="113" y="467"/>
                    <a:pt x="78" y="501"/>
                    <a:pt x="52" y="544"/>
                  </a:cubicBezTo>
                  <a:cubicBezTo>
                    <a:pt x="27" y="578"/>
                    <a:pt x="1" y="621"/>
                    <a:pt x="27" y="664"/>
                  </a:cubicBezTo>
                  <a:cubicBezTo>
                    <a:pt x="35" y="699"/>
                    <a:pt x="52" y="690"/>
                    <a:pt x="35" y="724"/>
                  </a:cubicBezTo>
                  <a:cubicBezTo>
                    <a:pt x="30" y="735"/>
                    <a:pt x="15" y="752"/>
                    <a:pt x="24" y="752"/>
                  </a:cubicBezTo>
                  <a:cubicBezTo>
                    <a:pt x="29" y="752"/>
                    <a:pt x="44" y="745"/>
                    <a:pt x="78" y="724"/>
                  </a:cubicBezTo>
                  <a:cubicBezTo>
                    <a:pt x="78" y="699"/>
                    <a:pt x="121" y="656"/>
                    <a:pt x="138" y="647"/>
                  </a:cubicBezTo>
                  <a:cubicBezTo>
                    <a:pt x="164" y="630"/>
                    <a:pt x="190" y="613"/>
                    <a:pt x="207" y="587"/>
                  </a:cubicBezTo>
                  <a:cubicBezTo>
                    <a:pt x="250" y="544"/>
                    <a:pt x="310" y="492"/>
                    <a:pt x="370" y="475"/>
                  </a:cubicBezTo>
                  <a:cubicBezTo>
                    <a:pt x="396" y="467"/>
                    <a:pt x="422" y="458"/>
                    <a:pt x="448" y="458"/>
                  </a:cubicBezTo>
                  <a:cubicBezTo>
                    <a:pt x="465" y="449"/>
                    <a:pt x="482" y="432"/>
                    <a:pt x="508" y="432"/>
                  </a:cubicBezTo>
                  <a:cubicBezTo>
                    <a:pt x="516" y="428"/>
                    <a:pt x="525" y="428"/>
                    <a:pt x="534" y="428"/>
                  </a:cubicBezTo>
                  <a:cubicBezTo>
                    <a:pt x="542" y="428"/>
                    <a:pt x="551" y="428"/>
                    <a:pt x="559" y="424"/>
                  </a:cubicBezTo>
                  <a:cubicBezTo>
                    <a:pt x="584" y="418"/>
                    <a:pt x="599" y="411"/>
                    <a:pt x="619" y="411"/>
                  </a:cubicBezTo>
                  <a:cubicBezTo>
                    <a:pt x="627" y="411"/>
                    <a:pt x="635" y="412"/>
                    <a:pt x="645" y="415"/>
                  </a:cubicBezTo>
                  <a:cubicBezTo>
                    <a:pt x="680" y="424"/>
                    <a:pt x="714" y="441"/>
                    <a:pt x="748" y="449"/>
                  </a:cubicBezTo>
                  <a:cubicBezTo>
                    <a:pt x="774" y="458"/>
                    <a:pt x="817" y="475"/>
                    <a:pt x="834" y="475"/>
                  </a:cubicBezTo>
                  <a:lnTo>
                    <a:pt x="877" y="458"/>
                  </a:lnTo>
                  <a:cubicBezTo>
                    <a:pt x="903" y="449"/>
                    <a:pt x="920" y="449"/>
                    <a:pt x="946" y="441"/>
                  </a:cubicBezTo>
                  <a:cubicBezTo>
                    <a:pt x="980" y="432"/>
                    <a:pt x="1015" y="415"/>
                    <a:pt x="1049" y="415"/>
                  </a:cubicBezTo>
                  <a:cubicBezTo>
                    <a:pt x="1092" y="415"/>
                    <a:pt x="1135" y="415"/>
                    <a:pt x="1178" y="424"/>
                  </a:cubicBezTo>
                  <a:lnTo>
                    <a:pt x="1307" y="424"/>
                  </a:lnTo>
                  <a:cubicBezTo>
                    <a:pt x="1350" y="432"/>
                    <a:pt x="1375" y="458"/>
                    <a:pt x="1418" y="475"/>
                  </a:cubicBezTo>
                  <a:cubicBezTo>
                    <a:pt x="1436" y="484"/>
                    <a:pt x="1453" y="492"/>
                    <a:pt x="1470" y="501"/>
                  </a:cubicBezTo>
                  <a:cubicBezTo>
                    <a:pt x="1487" y="509"/>
                    <a:pt x="1513" y="518"/>
                    <a:pt x="1530" y="518"/>
                  </a:cubicBezTo>
                  <a:cubicBezTo>
                    <a:pt x="1542" y="523"/>
                    <a:pt x="1555" y="524"/>
                    <a:pt x="1569" y="524"/>
                  </a:cubicBezTo>
                  <a:cubicBezTo>
                    <a:pt x="1591" y="524"/>
                    <a:pt x="1615" y="520"/>
                    <a:pt x="1637" y="520"/>
                  </a:cubicBezTo>
                  <a:cubicBezTo>
                    <a:pt x="1651" y="520"/>
                    <a:pt x="1664" y="522"/>
                    <a:pt x="1676" y="527"/>
                  </a:cubicBezTo>
                  <a:cubicBezTo>
                    <a:pt x="1711" y="535"/>
                    <a:pt x="1745" y="570"/>
                    <a:pt x="1771" y="595"/>
                  </a:cubicBezTo>
                  <a:cubicBezTo>
                    <a:pt x="1814" y="621"/>
                    <a:pt x="1865" y="630"/>
                    <a:pt x="1908" y="656"/>
                  </a:cubicBezTo>
                  <a:cubicBezTo>
                    <a:pt x="1925" y="664"/>
                    <a:pt x="1943" y="681"/>
                    <a:pt x="1968" y="699"/>
                  </a:cubicBezTo>
                  <a:cubicBezTo>
                    <a:pt x="2003" y="716"/>
                    <a:pt x="2046" y="716"/>
                    <a:pt x="2080" y="750"/>
                  </a:cubicBezTo>
                  <a:cubicBezTo>
                    <a:pt x="2132" y="802"/>
                    <a:pt x="2192" y="845"/>
                    <a:pt x="2252" y="888"/>
                  </a:cubicBezTo>
                  <a:cubicBezTo>
                    <a:pt x="2278" y="913"/>
                    <a:pt x="2312" y="948"/>
                    <a:pt x="2338" y="982"/>
                  </a:cubicBezTo>
                  <a:cubicBezTo>
                    <a:pt x="2346" y="999"/>
                    <a:pt x="2398" y="1068"/>
                    <a:pt x="2406" y="1068"/>
                  </a:cubicBezTo>
                  <a:cubicBezTo>
                    <a:pt x="2406" y="1051"/>
                    <a:pt x="2398" y="1025"/>
                    <a:pt x="2398" y="999"/>
                  </a:cubicBezTo>
                  <a:cubicBezTo>
                    <a:pt x="2389" y="965"/>
                    <a:pt x="2398" y="939"/>
                    <a:pt x="2389" y="905"/>
                  </a:cubicBezTo>
                  <a:cubicBezTo>
                    <a:pt x="2363" y="853"/>
                    <a:pt x="2321" y="802"/>
                    <a:pt x="2286" y="767"/>
                  </a:cubicBezTo>
                  <a:cubicBezTo>
                    <a:pt x="2260" y="733"/>
                    <a:pt x="2226" y="699"/>
                    <a:pt x="2209" y="664"/>
                  </a:cubicBezTo>
                  <a:cubicBezTo>
                    <a:pt x="2209" y="647"/>
                    <a:pt x="2200" y="630"/>
                    <a:pt x="2200" y="613"/>
                  </a:cubicBezTo>
                  <a:cubicBezTo>
                    <a:pt x="2192" y="587"/>
                    <a:pt x="2174" y="570"/>
                    <a:pt x="2166" y="544"/>
                  </a:cubicBezTo>
                  <a:cubicBezTo>
                    <a:pt x="2149" y="509"/>
                    <a:pt x="2132" y="484"/>
                    <a:pt x="2106" y="449"/>
                  </a:cubicBezTo>
                  <a:cubicBezTo>
                    <a:pt x="2071" y="415"/>
                    <a:pt x="2054" y="372"/>
                    <a:pt x="2020" y="338"/>
                  </a:cubicBezTo>
                  <a:cubicBezTo>
                    <a:pt x="1977" y="303"/>
                    <a:pt x="1925" y="286"/>
                    <a:pt x="1874" y="269"/>
                  </a:cubicBezTo>
                  <a:cubicBezTo>
                    <a:pt x="1805" y="243"/>
                    <a:pt x="1745" y="200"/>
                    <a:pt x="1685" y="157"/>
                  </a:cubicBezTo>
                  <a:cubicBezTo>
                    <a:pt x="1642" y="123"/>
                    <a:pt x="1599" y="106"/>
                    <a:pt x="1539" y="97"/>
                  </a:cubicBezTo>
                  <a:lnTo>
                    <a:pt x="1479" y="97"/>
                  </a:lnTo>
                  <a:cubicBezTo>
                    <a:pt x="1444" y="97"/>
                    <a:pt x="1444" y="89"/>
                    <a:pt x="1418" y="80"/>
                  </a:cubicBezTo>
                  <a:cubicBezTo>
                    <a:pt x="1401" y="71"/>
                    <a:pt x="1384" y="71"/>
                    <a:pt x="1358" y="63"/>
                  </a:cubicBezTo>
                  <a:cubicBezTo>
                    <a:pt x="1341" y="54"/>
                    <a:pt x="1324" y="46"/>
                    <a:pt x="1307" y="37"/>
                  </a:cubicBezTo>
                  <a:cubicBezTo>
                    <a:pt x="1264" y="20"/>
                    <a:pt x="1212" y="3"/>
                    <a:pt x="1169" y="3"/>
                  </a:cubicBezTo>
                  <a:cubicBezTo>
                    <a:pt x="1164" y="1"/>
                    <a:pt x="1160" y="1"/>
                    <a:pt x="1155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15" name="Google Shape;22615;p75"/>
            <p:cNvSpPr/>
            <p:nvPr/>
          </p:nvSpPr>
          <p:spPr>
            <a:xfrm>
              <a:off x="5673675" y="1317775"/>
              <a:ext cx="24075" cy="55250"/>
            </a:xfrm>
            <a:custGeom>
              <a:avLst/>
              <a:gdLst/>
              <a:ahLst/>
              <a:cxnLst/>
              <a:rect l="l" t="t" r="r" b="b"/>
              <a:pathLst>
                <a:path w="963" h="2210" extrusionOk="0">
                  <a:moveTo>
                    <a:pt x="466" y="1"/>
                  </a:moveTo>
                  <a:cubicBezTo>
                    <a:pt x="431" y="1"/>
                    <a:pt x="374" y="46"/>
                    <a:pt x="361" y="53"/>
                  </a:cubicBezTo>
                  <a:cubicBezTo>
                    <a:pt x="337" y="72"/>
                    <a:pt x="311" y="83"/>
                    <a:pt x="296" y="85"/>
                  </a:cubicBezTo>
                  <a:lnTo>
                    <a:pt x="296" y="85"/>
                  </a:lnTo>
                  <a:cubicBezTo>
                    <a:pt x="296" y="80"/>
                    <a:pt x="296" y="75"/>
                    <a:pt x="293" y="70"/>
                  </a:cubicBezTo>
                  <a:lnTo>
                    <a:pt x="293" y="70"/>
                  </a:lnTo>
                  <a:cubicBezTo>
                    <a:pt x="283" y="80"/>
                    <a:pt x="284" y="85"/>
                    <a:pt x="293" y="85"/>
                  </a:cubicBezTo>
                  <a:cubicBezTo>
                    <a:pt x="294" y="85"/>
                    <a:pt x="295" y="85"/>
                    <a:pt x="296" y="85"/>
                  </a:cubicBezTo>
                  <a:lnTo>
                    <a:pt x="296" y="85"/>
                  </a:lnTo>
                  <a:cubicBezTo>
                    <a:pt x="296" y="94"/>
                    <a:pt x="290" y="101"/>
                    <a:pt x="284" y="113"/>
                  </a:cubicBezTo>
                  <a:cubicBezTo>
                    <a:pt x="284" y="121"/>
                    <a:pt x="241" y="164"/>
                    <a:pt x="241" y="164"/>
                  </a:cubicBezTo>
                  <a:cubicBezTo>
                    <a:pt x="224" y="190"/>
                    <a:pt x="207" y="224"/>
                    <a:pt x="190" y="250"/>
                  </a:cubicBezTo>
                  <a:cubicBezTo>
                    <a:pt x="164" y="302"/>
                    <a:pt x="129" y="345"/>
                    <a:pt x="95" y="388"/>
                  </a:cubicBezTo>
                  <a:lnTo>
                    <a:pt x="69" y="422"/>
                  </a:lnTo>
                  <a:cubicBezTo>
                    <a:pt x="52" y="448"/>
                    <a:pt x="44" y="491"/>
                    <a:pt x="35" y="525"/>
                  </a:cubicBezTo>
                  <a:cubicBezTo>
                    <a:pt x="26" y="585"/>
                    <a:pt x="18" y="637"/>
                    <a:pt x="9" y="697"/>
                  </a:cubicBezTo>
                  <a:cubicBezTo>
                    <a:pt x="1" y="706"/>
                    <a:pt x="9" y="723"/>
                    <a:pt x="9" y="740"/>
                  </a:cubicBezTo>
                  <a:cubicBezTo>
                    <a:pt x="9" y="757"/>
                    <a:pt x="1" y="774"/>
                    <a:pt x="1" y="791"/>
                  </a:cubicBezTo>
                  <a:cubicBezTo>
                    <a:pt x="1" y="860"/>
                    <a:pt x="44" y="920"/>
                    <a:pt x="69" y="980"/>
                  </a:cubicBezTo>
                  <a:cubicBezTo>
                    <a:pt x="121" y="1084"/>
                    <a:pt x="147" y="1195"/>
                    <a:pt x="198" y="1307"/>
                  </a:cubicBezTo>
                  <a:cubicBezTo>
                    <a:pt x="258" y="1436"/>
                    <a:pt x="276" y="1556"/>
                    <a:pt x="353" y="1676"/>
                  </a:cubicBezTo>
                  <a:cubicBezTo>
                    <a:pt x="361" y="1694"/>
                    <a:pt x="379" y="1711"/>
                    <a:pt x="396" y="1728"/>
                  </a:cubicBezTo>
                  <a:cubicBezTo>
                    <a:pt x="422" y="1754"/>
                    <a:pt x="447" y="1797"/>
                    <a:pt x="482" y="1831"/>
                  </a:cubicBezTo>
                  <a:cubicBezTo>
                    <a:pt x="525" y="1883"/>
                    <a:pt x="559" y="1934"/>
                    <a:pt x="602" y="1994"/>
                  </a:cubicBezTo>
                  <a:cubicBezTo>
                    <a:pt x="619" y="2020"/>
                    <a:pt x="645" y="2037"/>
                    <a:pt x="671" y="2054"/>
                  </a:cubicBezTo>
                  <a:cubicBezTo>
                    <a:pt x="679" y="2072"/>
                    <a:pt x="705" y="2089"/>
                    <a:pt x="722" y="2089"/>
                  </a:cubicBezTo>
                  <a:cubicBezTo>
                    <a:pt x="739" y="2097"/>
                    <a:pt x="757" y="2097"/>
                    <a:pt x="774" y="2106"/>
                  </a:cubicBezTo>
                  <a:cubicBezTo>
                    <a:pt x="800" y="2123"/>
                    <a:pt x="851" y="2140"/>
                    <a:pt x="877" y="2158"/>
                  </a:cubicBezTo>
                  <a:cubicBezTo>
                    <a:pt x="894" y="2166"/>
                    <a:pt x="937" y="2209"/>
                    <a:pt x="963" y="2209"/>
                  </a:cubicBezTo>
                  <a:cubicBezTo>
                    <a:pt x="963" y="2183"/>
                    <a:pt x="911" y="2158"/>
                    <a:pt x="894" y="2140"/>
                  </a:cubicBezTo>
                  <a:cubicBezTo>
                    <a:pt x="868" y="2115"/>
                    <a:pt x="817" y="2106"/>
                    <a:pt x="791" y="2080"/>
                  </a:cubicBezTo>
                  <a:cubicBezTo>
                    <a:pt x="739" y="2020"/>
                    <a:pt x="757" y="1943"/>
                    <a:pt x="722" y="1883"/>
                  </a:cubicBezTo>
                  <a:cubicBezTo>
                    <a:pt x="696" y="1840"/>
                    <a:pt x="688" y="1805"/>
                    <a:pt x="654" y="1779"/>
                  </a:cubicBezTo>
                  <a:cubicBezTo>
                    <a:pt x="611" y="1745"/>
                    <a:pt x="636" y="1711"/>
                    <a:pt x="611" y="1668"/>
                  </a:cubicBezTo>
                  <a:cubicBezTo>
                    <a:pt x="559" y="1573"/>
                    <a:pt x="473" y="1487"/>
                    <a:pt x="422" y="1384"/>
                  </a:cubicBezTo>
                  <a:cubicBezTo>
                    <a:pt x="396" y="1333"/>
                    <a:pt x="310" y="1290"/>
                    <a:pt x="301" y="1230"/>
                  </a:cubicBezTo>
                  <a:cubicBezTo>
                    <a:pt x="301" y="1212"/>
                    <a:pt x="301" y="1195"/>
                    <a:pt x="301" y="1187"/>
                  </a:cubicBezTo>
                  <a:cubicBezTo>
                    <a:pt x="301" y="1161"/>
                    <a:pt x="301" y="1161"/>
                    <a:pt x="318" y="1144"/>
                  </a:cubicBezTo>
                  <a:cubicBezTo>
                    <a:pt x="379" y="1041"/>
                    <a:pt x="404" y="886"/>
                    <a:pt x="344" y="774"/>
                  </a:cubicBezTo>
                  <a:cubicBezTo>
                    <a:pt x="336" y="766"/>
                    <a:pt x="336" y="749"/>
                    <a:pt x="327" y="731"/>
                  </a:cubicBezTo>
                  <a:cubicBezTo>
                    <a:pt x="310" y="706"/>
                    <a:pt x="301" y="688"/>
                    <a:pt x="301" y="663"/>
                  </a:cubicBezTo>
                  <a:cubicBezTo>
                    <a:pt x="293" y="611"/>
                    <a:pt x="318" y="585"/>
                    <a:pt x="327" y="542"/>
                  </a:cubicBezTo>
                  <a:cubicBezTo>
                    <a:pt x="327" y="517"/>
                    <a:pt x="336" y="499"/>
                    <a:pt x="336" y="474"/>
                  </a:cubicBezTo>
                  <a:lnTo>
                    <a:pt x="361" y="456"/>
                  </a:lnTo>
                  <a:cubicBezTo>
                    <a:pt x="370" y="439"/>
                    <a:pt x="370" y="422"/>
                    <a:pt x="379" y="405"/>
                  </a:cubicBezTo>
                  <a:cubicBezTo>
                    <a:pt x="396" y="353"/>
                    <a:pt x="413" y="310"/>
                    <a:pt x="439" y="259"/>
                  </a:cubicBezTo>
                  <a:cubicBezTo>
                    <a:pt x="456" y="242"/>
                    <a:pt x="465" y="224"/>
                    <a:pt x="465" y="199"/>
                  </a:cubicBezTo>
                  <a:cubicBezTo>
                    <a:pt x="473" y="181"/>
                    <a:pt x="482" y="164"/>
                    <a:pt x="482" y="147"/>
                  </a:cubicBezTo>
                  <a:cubicBezTo>
                    <a:pt x="482" y="130"/>
                    <a:pt x="473" y="104"/>
                    <a:pt x="473" y="78"/>
                  </a:cubicBezTo>
                  <a:cubicBezTo>
                    <a:pt x="473" y="61"/>
                    <a:pt x="490" y="35"/>
                    <a:pt x="490" y="18"/>
                  </a:cubicBezTo>
                  <a:cubicBezTo>
                    <a:pt x="486" y="6"/>
                    <a:pt x="477" y="1"/>
                    <a:pt x="466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16" name="Google Shape;22616;p75"/>
            <p:cNvSpPr/>
            <p:nvPr/>
          </p:nvSpPr>
          <p:spPr>
            <a:xfrm>
              <a:off x="5694950" y="1380075"/>
              <a:ext cx="27950" cy="7150"/>
            </a:xfrm>
            <a:custGeom>
              <a:avLst/>
              <a:gdLst/>
              <a:ahLst/>
              <a:cxnLst/>
              <a:rect l="l" t="t" r="r" b="b"/>
              <a:pathLst>
                <a:path w="1118" h="286" extrusionOk="0">
                  <a:moveTo>
                    <a:pt x="198" y="1"/>
                  </a:moveTo>
                  <a:cubicBezTo>
                    <a:pt x="175" y="23"/>
                    <a:pt x="152" y="27"/>
                    <a:pt x="129" y="27"/>
                  </a:cubicBezTo>
                  <a:cubicBezTo>
                    <a:pt x="118" y="27"/>
                    <a:pt x="106" y="26"/>
                    <a:pt x="95" y="26"/>
                  </a:cubicBezTo>
                  <a:cubicBezTo>
                    <a:pt x="77" y="18"/>
                    <a:pt x="69" y="18"/>
                    <a:pt x="60" y="18"/>
                  </a:cubicBezTo>
                  <a:cubicBezTo>
                    <a:pt x="26" y="18"/>
                    <a:pt x="26" y="52"/>
                    <a:pt x="0" y="61"/>
                  </a:cubicBezTo>
                  <a:cubicBezTo>
                    <a:pt x="17" y="95"/>
                    <a:pt x="35" y="112"/>
                    <a:pt x="69" y="121"/>
                  </a:cubicBezTo>
                  <a:cubicBezTo>
                    <a:pt x="138" y="147"/>
                    <a:pt x="206" y="172"/>
                    <a:pt x="266" y="207"/>
                  </a:cubicBezTo>
                  <a:cubicBezTo>
                    <a:pt x="301" y="215"/>
                    <a:pt x="318" y="241"/>
                    <a:pt x="352" y="250"/>
                  </a:cubicBezTo>
                  <a:cubicBezTo>
                    <a:pt x="387" y="267"/>
                    <a:pt x="438" y="267"/>
                    <a:pt x="481" y="275"/>
                  </a:cubicBezTo>
                  <a:cubicBezTo>
                    <a:pt x="511" y="280"/>
                    <a:pt x="524" y="285"/>
                    <a:pt x="539" y="285"/>
                  </a:cubicBezTo>
                  <a:cubicBezTo>
                    <a:pt x="550" y="285"/>
                    <a:pt x="563" y="283"/>
                    <a:pt x="584" y="275"/>
                  </a:cubicBezTo>
                  <a:cubicBezTo>
                    <a:pt x="627" y="258"/>
                    <a:pt x="670" y="258"/>
                    <a:pt x="705" y="233"/>
                  </a:cubicBezTo>
                  <a:cubicBezTo>
                    <a:pt x="722" y="224"/>
                    <a:pt x="748" y="207"/>
                    <a:pt x="773" y="198"/>
                  </a:cubicBezTo>
                  <a:cubicBezTo>
                    <a:pt x="801" y="184"/>
                    <a:pt x="818" y="170"/>
                    <a:pt x="847" y="170"/>
                  </a:cubicBezTo>
                  <a:cubicBezTo>
                    <a:pt x="853" y="170"/>
                    <a:pt x="860" y="171"/>
                    <a:pt x="868" y="172"/>
                  </a:cubicBezTo>
                  <a:cubicBezTo>
                    <a:pt x="919" y="181"/>
                    <a:pt x="962" y="190"/>
                    <a:pt x="1014" y="198"/>
                  </a:cubicBezTo>
                  <a:cubicBezTo>
                    <a:pt x="1048" y="198"/>
                    <a:pt x="1108" y="190"/>
                    <a:pt x="1117" y="164"/>
                  </a:cubicBezTo>
                  <a:cubicBezTo>
                    <a:pt x="1117" y="138"/>
                    <a:pt x="1083" y="104"/>
                    <a:pt x="1074" y="86"/>
                  </a:cubicBezTo>
                  <a:cubicBezTo>
                    <a:pt x="1057" y="61"/>
                    <a:pt x="1057" y="9"/>
                    <a:pt x="1014" y="9"/>
                  </a:cubicBezTo>
                  <a:cubicBezTo>
                    <a:pt x="997" y="9"/>
                    <a:pt x="988" y="26"/>
                    <a:pt x="980" y="35"/>
                  </a:cubicBezTo>
                  <a:cubicBezTo>
                    <a:pt x="962" y="44"/>
                    <a:pt x="954" y="44"/>
                    <a:pt x="928" y="52"/>
                  </a:cubicBezTo>
                  <a:cubicBezTo>
                    <a:pt x="902" y="52"/>
                    <a:pt x="876" y="52"/>
                    <a:pt x="851" y="61"/>
                  </a:cubicBezTo>
                  <a:cubicBezTo>
                    <a:pt x="816" y="61"/>
                    <a:pt x="773" y="44"/>
                    <a:pt x="739" y="35"/>
                  </a:cubicBezTo>
                  <a:cubicBezTo>
                    <a:pt x="705" y="35"/>
                    <a:pt x="670" y="26"/>
                    <a:pt x="636" y="26"/>
                  </a:cubicBezTo>
                  <a:cubicBezTo>
                    <a:pt x="610" y="26"/>
                    <a:pt x="593" y="35"/>
                    <a:pt x="567" y="44"/>
                  </a:cubicBezTo>
                  <a:cubicBezTo>
                    <a:pt x="533" y="52"/>
                    <a:pt x="481" y="52"/>
                    <a:pt x="438" y="61"/>
                  </a:cubicBezTo>
                  <a:cubicBezTo>
                    <a:pt x="370" y="61"/>
                    <a:pt x="258" y="52"/>
                    <a:pt x="19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17" name="Google Shape;22617;p75"/>
            <p:cNvSpPr/>
            <p:nvPr/>
          </p:nvSpPr>
          <p:spPr>
            <a:xfrm>
              <a:off x="5670250" y="1341625"/>
              <a:ext cx="22150" cy="38700"/>
            </a:xfrm>
            <a:custGeom>
              <a:avLst/>
              <a:gdLst/>
              <a:ahLst/>
              <a:cxnLst/>
              <a:rect l="l" t="t" r="r" b="b"/>
              <a:pathLst>
                <a:path w="886" h="1548" extrusionOk="0">
                  <a:moveTo>
                    <a:pt x="17" y="1"/>
                  </a:moveTo>
                  <a:cubicBezTo>
                    <a:pt x="0" y="9"/>
                    <a:pt x="0" y="52"/>
                    <a:pt x="0" y="61"/>
                  </a:cubicBezTo>
                  <a:cubicBezTo>
                    <a:pt x="0" y="78"/>
                    <a:pt x="0" y="104"/>
                    <a:pt x="0" y="121"/>
                  </a:cubicBezTo>
                  <a:cubicBezTo>
                    <a:pt x="0" y="138"/>
                    <a:pt x="9" y="155"/>
                    <a:pt x="0" y="181"/>
                  </a:cubicBezTo>
                  <a:cubicBezTo>
                    <a:pt x="0" y="198"/>
                    <a:pt x="0" y="224"/>
                    <a:pt x="9" y="241"/>
                  </a:cubicBezTo>
                  <a:lnTo>
                    <a:pt x="17" y="276"/>
                  </a:lnTo>
                  <a:cubicBezTo>
                    <a:pt x="17" y="310"/>
                    <a:pt x="26" y="336"/>
                    <a:pt x="26" y="362"/>
                  </a:cubicBezTo>
                  <a:cubicBezTo>
                    <a:pt x="26" y="379"/>
                    <a:pt x="26" y="396"/>
                    <a:pt x="34" y="413"/>
                  </a:cubicBezTo>
                  <a:cubicBezTo>
                    <a:pt x="34" y="439"/>
                    <a:pt x="34" y="465"/>
                    <a:pt x="43" y="490"/>
                  </a:cubicBezTo>
                  <a:cubicBezTo>
                    <a:pt x="43" y="499"/>
                    <a:pt x="52" y="516"/>
                    <a:pt x="52" y="525"/>
                  </a:cubicBezTo>
                  <a:cubicBezTo>
                    <a:pt x="52" y="542"/>
                    <a:pt x="60" y="551"/>
                    <a:pt x="60" y="568"/>
                  </a:cubicBezTo>
                  <a:cubicBezTo>
                    <a:pt x="69" y="585"/>
                    <a:pt x="69" y="594"/>
                    <a:pt x="69" y="611"/>
                  </a:cubicBezTo>
                  <a:cubicBezTo>
                    <a:pt x="69" y="628"/>
                    <a:pt x="77" y="645"/>
                    <a:pt x="77" y="662"/>
                  </a:cubicBezTo>
                  <a:cubicBezTo>
                    <a:pt x="95" y="722"/>
                    <a:pt x="95" y="783"/>
                    <a:pt x="103" y="843"/>
                  </a:cubicBezTo>
                  <a:cubicBezTo>
                    <a:pt x="112" y="877"/>
                    <a:pt x="129" y="894"/>
                    <a:pt x="146" y="929"/>
                  </a:cubicBezTo>
                  <a:cubicBezTo>
                    <a:pt x="163" y="946"/>
                    <a:pt x="172" y="963"/>
                    <a:pt x="181" y="980"/>
                  </a:cubicBezTo>
                  <a:cubicBezTo>
                    <a:pt x="198" y="1014"/>
                    <a:pt x="215" y="1032"/>
                    <a:pt x="241" y="1057"/>
                  </a:cubicBezTo>
                  <a:cubicBezTo>
                    <a:pt x="258" y="1075"/>
                    <a:pt x="284" y="1100"/>
                    <a:pt x="301" y="1118"/>
                  </a:cubicBezTo>
                  <a:cubicBezTo>
                    <a:pt x="309" y="1135"/>
                    <a:pt x="327" y="1143"/>
                    <a:pt x="335" y="1161"/>
                  </a:cubicBezTo>
                  <a:cubicBezTo>
                    <a:pt x="352" y="1169"/>
                    <a:pt x="361" y="1186"/>
                    <a:pt x="378" y="1195"/>
                  </a:cubicBezTo>
                  <a:cubicBezTo>
                    <a:pt x="387" y="1212"/>
                    <a:pt x="387" y="1229"/>
                    <a:pt x="395" y="1238"/>
                  </a:cubicBezTo>
                  <a:cubicBezTo>
                    <a:pt x="413" y="1264"/>
                    <a:pt x="430" y="1298"/>
                    <a:pt x="455" y="1315"/>
                  </a:cubicBezTo>
                  <a:cubicBezTo>
                    <a:pt x="464" y="1332"/>
                    <a:pt x="473" y="1341"/>
                    <a:pt x="481" y="1358"/>
                  </a:cubicBezTo>
                  <a:cubicBezTo>
                    <a:pt x="490" y="1367"/>
                    <a:pt x="498" y="1375"/>
                    <a:pt x="516" y="1384"/>
                  </a:cubicBezTo>
                  <a:cubicBezTo>
                    <a:pt x="541" y="1401"/>
                    <a:pt x="567" y="1418"/>
                    <a:pt x="593" y="1435"/>
                  </a:cubicBezTo>
                  <a:cubicBezTo>
                    <a:pt x="627" y="1453"/>
                    <a:pt x="653" y="1470"/>
                    <a:pt x="687" y="1478"/>
                  </a:cubicBezTo>
                  <a:cubicBezTo>
                    <a:pt x="705" y="1496"/>
                    <a:pt x="730" y="1513"/>
                    <a:pt x="748" y="1513"/>
                  </a:cubicBezTo>
                  <a:lnTo>
                    <a:pt x="756" y="1513"/>
                  </a:lnTo>
                  <a:cubicBezTo>
                    <a:pt x="773" y="1513"/>
                    <a:pt x="782" y="1504"/>
                    <a:pt x="799" y="1504"/>
                  </a:cubicBezTo>
                  <a:cubicBezTo>
                    <a:pt x="825" y="1504"/>
                    <a:pt x="842" y="1521"/>
                    <a:pt x="859" y="1530"/>
                  </a:cubicBezTo>
                  <a:lnTo>
                    <a:pt x="885" y="1547"/>
                  </a:lnTo>
                  <a:lnTo>
                    <a:pt x="868" y="1504"/>
                  </a:lnTo>
                  <a:cubicBezTo>
                    <a:pt x="859" y="1487"/>
                    <a:pt x="842" y="1478"/>
                    <a:pt x="825" y="1470"/>
                  </a:cubicBezTo>
                  <a:cubicBezTo>
                    <a:pt x="816" y="1461"/>
                    <a:pt x="808" y="1444"/>
                    <a:pt x="799" y="1435"/>
                  </a:cubicBezTo>
                  <a:lnTo>
                    <a:pt x="773" y="1410"/>
                  </a:lnTo>
                  <a:lnTo>
                    <a:pt x="739" y="1375"/>
                  </a:lnTo>
                  <a:lnTo>
                    <a:pt x="713" y="1350"/>
                  </a:lnTo>
                  <a:cubicBezTo>
                    <a:pt x="705" y="1341"/>
                    <a:pt x="696" y="1324"/>
                    <a:pt x="679" y="1315"/>
                  </a:cubicBezTo>
                  <a:lnTo>
                    <a:pt x="662" y="1298"/>
                  </a:lnTo>
                  <a:lnTo>
                    <a:pt x="636" y="1264"/>
                  </a:lnTo>
                  <a:cubicBezTo>
                    <a:pt x="619" y="1246"/>
                    <a:pt x="593" y="1221"/>
                    <a:pt x="584" y="1195"/>
                  </a:cubicBezTo>
                  <a:lnTo>
                    <a:pt x="567" y="1169"/>
                  </a:lnTo>
                  <a:cubicBezTo>
                    <a:pt x="550" y="1152"/>
                    <a:pt x="533" y="1135"/>
                    <a:pt x="516" y="1118"/>
                  </a:cubicBezTo>
                  <a:cubicBezTo>
                    <a:pt x="498" y="1100"/>
                    <a:pt x="490" y="1092"/>
                    <a:pt x="481" y="1083"/>
                  </a:cubicBezTo>
                  <a:cubicBezTo>
                    <a:pt x="464" y="1075"/>
                    <a:pt x="447" y="1049"/>
                    <a:pt x="430" y="1040"/>
                  </a:cubicBezTo>
                  <a:cubicBezTo>
                    <a:pt x="404" y="1006"/>
                    <a:pt x="370" y="980"/>
                    <a:pt x="344" y="946"/>
                  </a:cubicBezTo>
                  <a:cubicBezTo>
                    <a:pt x="327" y="929"/>
                    <a:pt x="309" y="903"/>
                    <a:pt x="301" y="886"/>
                  </a:cubicBezTo>
                  <a:lnTo>
                    <a:pt x="275" y="843"/>
                  </a:lnTo>
                  <a:lnTo>
                    <a:pt x="258" y="825"/>
                  </a:lnTo>
                  <a:lnTo>
                    <a:pt x="241" y="800"/>
                  </a:lnTo>
                  <a:cubicBezTo>
                    <a:pt x="224" y="774"/>
                    <a:pt x="215" y="748"/>
                    <a:pt x="206" y="714"/>
                  </a:cubicBezTo>
                  <a:cubicBezTo>
                    <a:pt x="198" y="688"/>
                    <a:pt x="181" y="671"/>
                    <a:pt x="172" y="636"/>
                  </a:cubicBezTo>
                  <a:cubicBezTo>
                    <a:pt x="163" y="619"/>
                    <a:pt x="163" y="594"/>
                    <a:pt x="155" y="568"/>
                  </a:cubicBezTo>
                  <a:cubicBezTo>
                    <a:pt x="155" y="542"/>
                    <a:pt x="120" y="447"/>
                    <a:pt x="120" y="439"/>
                  </a:cubicBezTo>
                  <a:cubicBezTo>
                    <a:pt x="112" y="422"/>
                    <a:pt x="112" y="413"/>
                    <a:pt x="103" y="405"/>
                  </a:cubicBezTo>
                  <a:cubicBezTo>
                    <a:pt x="95" y="387"/>
                    <a:pt x="95" y="370"/>
                    <a:pt x="95" y="353"/>
                  </a:cubicBezTo>
                  <a:cubicBezTo>
                    <a:pt x="77" y="310"/>
                    <a:pt x="69" y="267"/>
                    <a:pt x="60" y="215"/>
                  </a:cubicBezTo>
                  <a:cubicBezTo>
                    <a:pt x="60" y="190"/>
                    <a:pt x="60" y="155"/>
                    <a:pt x="52" y="121"/>
                  </a:cubicBezTo>
                  <a:cubicBezTo>
                    <a:pt x="43" y="104"/>
                    <a:pt x="34" y="87"/>
                    <a:pt x="26" y="61"/>
                  </a:cubicBezTo>
                  <a:cubicBezTo>
                    <a:pt x="26" y="52"/>
                    <a:pt x="17" y="35"/>
                    <a:pt x="17" y="18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DDBC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18" name="Google Shape;22618;p75"/>
            <p:cNvSpPr/>
            <p:nvPr/>
          </p:nvSpPr>
          <p:spPr>
            <a:xfrm>
              <a:off x="5693650" y="1362675"/>
              <a:ext cx="58450" cy="32275"/>
            </a:xfrm>
            <a:custGeom>
              <a:avLst/>
              <a:gdLst/>
              <a:ahLst/>
              <a:cxnLst/>
              <a:rect l="l" t="t" r="r" b="b"/>
              <a:pathLst>
                <a:path w="2338" h="1291" extrusionOk="0">
                  <a:moveTo>
                    <a:pt x="19" y="1156"/>
                  </a:moveTo>
                  <a:cubicBezTo>
                    <a:pt x="13" y="1156"/>
                    <a:pt x="7" y="1157"/>
                    <a:pt x="1" y="1161"/>
                  </a:cubicBezTo>
                  <a:cubicBezTo>
                    <a:pt x="1" y="1161"/>
                    <a:pt x="1" y="1161"/>
                    <a:pt x="19" y="1156"/>
                  </a:cubicBezTo>
                  <a:close/>
                  <a:moveTo>
                    <a:pt x="2303" y="1"/>
                  </a:moveTo>
                  <a:cubicBezTo>
                    <a:pt x="2286" y="18"/>
                    <a:pt x="2269" y="52"/>
                    <a:pt x="2260" y="69"/>
                  </a:cubicBezTo>
                  <a:cubicBezTo>
                    <a:pt x="2252" y="112"/>
                    <a:pt x="2234" y="155"/>
                    <a:pt x="2217" y="198"/>
                  </a:cubicBezTo>
                  <a:cubicBezTo>
                    <a:pt x="2200" y="241"/>
                    <a:pt x="2200" y="293"/>
                    <a:pt x="2174" y="336"/>
                  </a:cubicBezTo>
                  <a:cubicBezTo>
                    <a:pt x="2166" y="353"/>
                    <a:pt x="2140" y="370"/>
                    <a:pt x="2123" y="396"/>
                  </a:cubicBezTo>
                  <a:cubicBezTo>
                    <a:pt x="2080" y="465"/>
                    <a:pt x="2011" y="508"/>
                    <a:pt x="1951" y="568"/>
                  </a:cubicBezTo>
                  <a:cubicBezTo>
                    <a:pt x="1882" y="636"/>
                    <a:pt x="1822" y="679"/>
                    <a:pt x="1736" y="722"/>
                  </a:cubicBezTo>
                  <a:cubicBezTo>
                    <a:pt x="1710" y="731"/>
                    <a:pt x="1693" y="740"/>
                    <a:pt x="1667" y="748"/>
                  </a:cubicBezTo>
                  <a:cubicBezTo>
                    <a:pt x="1633" y="774"/>
                    <a:pt x="1599" y="791"/>
                    <a:pt x="1556" y="808"/>
                  </a:cubicBezTo>
                  <a:cubicBezTo>
                    <a:pt x="1530" y="817"/>
                    <a:pt x="1495" y="825"/>
                    <a:pt x="1461" y="843"/>
                  </a:cubicBezTo>
                  <a:cubicBezTo>
                    <a:pt x="1444" y="843"/>
                    <a:pt x="1427" y="851"/>
                    <a:pt x="1410" y="860"/>
                  </a:cubicBezTo>
                  <a:lnTo>
                    <a:pt x="1367" y="860"/>
                  </a:lnTo>
                  <a:cubicBezTo>
                    <a:pt x="1358" y="860"/>
                    <a:pt x="1341" y="877"/>
                    <a:pt x="1324" y="877"/>
                  </a:cubicBezTo>
                  <a:cubicBezTo>
                    <a:pt x="1298" y="894"/>
                    <a:pt x="1289" y="911"/>
                    <a:pt x="1264" y="929"/>
                  </a:cubicBezTo>
                  <a:cubicBezTo>
                    <a:pt x="1246" y="946"/>
                    <a:pt x="1229" y="954"/>
                    <a:pt x="1212" y="971"/>
                  </a:cubicBezTo>
                  <a:cubicBezTo>
                    <a:pt x="1169" y="997"/>
                    <a:pt x="1117" y="1032"/>
                    <a:pt x="1075" y="1057"/>
                  </a:cubicBezTo>
                  <a:cubicBezTo>
                    <a:pt x="1062" y="1070"/>
                    <a:pt x="1049" y="1078"/>
                    <a:pt x="1030" y="1078"/>
                  </a:cubicBezTo>
                  <a:cubicBezTo>
                    <a:pt x="1023" y="1078"/>
                    <a:pt x="1015" y="1077"/>
                    <a:pt x="1006" y="1075"/>
                  </a:cubicBezTo>
                  <a:cubicBezTo>
                    <a:pt x="971" y="1066"/>
                    <a:pt x="928" y="1057"/>
                    <a:pt x="886" y="1049"/>
                  </a:cubicBezTo>
                  <a:cubicBezTo>
                    <a:pt x="825" y="1049"/>
                    <a:pt x="757" y="1066"/>
                    <a:pt x="696" y="1083"/>
                  </a:cubicBezTo>
                  <a:cubicBezTo>
                    <a:pt x="671" y="1092"/>
                    <a:pt x="654" y="1109"/>
                    <a:pt x="628" y="1126"/>
                  </a:cubicBezTo>
                  <a:cubicBezTo>
                    <a:pt x="606" y="1135"/>
                    <a:pt x="583" y="1137"/>
                    <a:pt x="558" y="1137"/>
                  </a:cubicBezTo>
                  <a:cubicBezTo>
                    <a:pt x="533" y="1137"/>
                    <a:pt x="507" y="1135"/>
                    <a:pt x="482" y="1135"/>
                  </a:cubicBezTo>
                  <a:cubicBezTo>
                    <a:pt x="370" y="1135"/>
                    <a:pt x="250" y="1135"/>
                    <a:pt x="138" y="1126"/>
                  </a:cubicBezTo>
                  <a:cubicBezTo>
                    <a:pt x="71" y="1143"/>
                    <a:pt x="37" y="1151"/>
                    <a:pt x="19" y="1156"/>
                  </a:cubicBezTo>
                  <a:lnTo>
                    <a:pt x="19" y="1156"/>
                  </a:lnTo>
                  <a:cubicBezTo>
                    <a:pt x="20" y="1156"/>
                    <a:pt x="21" y="1156"/>
                    <a:pt x="22" y="1156"/>
                  </a:cubicBezTo>
                  <a:cubicBezTo>
                    <a:pt x="51" y="1156"/>
                    <a:pt x="85" y="1179"/>
                    <a:pt x="112" y="1186"/>
                  </a:cubicBezTo>
                  <a:cubicBezTo>
                    <a:pt x="164" y="1203"/>
                    <a:pt x="215" y="1221"/>
                    <a:pt x="267" y="1229"/>
                  </a:cubicBezTo>
                  <a:cubicBezTo>
                    <a:pt x="318" y="1246"/>
                    <a:pt x="361" y="1255"/>
                    <a:pt x="422" y="1255"/>
                  </a:cubicBezTo>
                  <a:cubicBezTo>
                    <a:pt x="482" y="1255"/>
                    <a:pt x="533" y="1264"/>
                    <a:pt x="593" y="1281"/>
                  </a:cubicBezTo>
                  <a:cubicBezTo>
                    <a:pt x="620" y="1287"/>
                    <a:pt x="647" y="1290"/>
                    <a:pt x="675" y="1290"/>
                  </a:cubicBezTo>
                  <a:cubicBezTo>
                    <a:pt x="720" y="1290"/>
                    <a:pt x="766" y="1283"/>
                    <a:pt x="808" y="1272"/>
                  </a:cubicBezTo>
                  <a:cubicBezTo>
                    <a:pt x="843" y="1272"/>
                    <a:pt x="868" y="1264"/>
                    <a:pt x="903" y="1255"/>
                  </a:cubicBezTo>
                  <a:cubicBezTo>
                    <a:pt x="928" y="1246"/>
                    <a:pt x="954" y="1229"/>
                    <a:pt x="980" y="1221"/>
                  </a:cubicBezTo>
                  <a:cubicBezTo>
                    <a:pt x="1014" y="1212"/>
                    <a:pt x="1040" y="1212"/>
                    <a:pt x="1075" y="1195"/>
                  </a:cubicBezTo>
                  <a:cubicBezTo>
                    <a:pt x="1092" y="1195"/>
                    <a:pt x="1109" y="1186"/>
                    <a:pt x="1126" y="1178"/>
                  </a:cubicBezTo>
                  <a:cubicBezTo>
                    <a:pt x="1160" y="1169"/>
                    <a:pt x="1203" y="1161"/>
                    <a:pt x="1238" y="1152"/>
                  </a:cubicBezTo>
                  <a:cubicBezTo>
                    <a:pt x="1264" y="1152"/>
                    <a:pt x="1281" y="1135"/>
                    <a:pt x="1298" y="1135"/>
                  </a:cubicBezTo>
                  <a:cubicBezTo>
                    <a:pt x="1324" y="1126"/>
                    <a:pt x="1358" y="1126"/>
                    <a:pt x="1384" y="1118"/>
                  </a:cubicBezTo>
                  <a:cubicBezTo>
                    <a:pt x="1418" y="1109"/>
                    <a:pt x="1444" y="1092"/>
                    <a:pt x="1478" y="1083"/>
                  </a:cubicBezTo>
                  <a:cubicBezTo>
                    <a:pt x="1538" y="1066"/>
                    <a:pt x="1590" y="1049"/>
                    <a:pt x="1650" y="1014"/>
                  </a:cubicBezTo>
                  <a:cubicBezTo>
                    <a:pt x="1676" y="989"/>
                    <a:pt x="1710" y="963"/>
                    <a:pt x="1745" y="937"/>
                  </a:cubicBezTo>
                  <a:cubicBezTo>
                    <a:pt x="1753" y="920"/>
                    <a:pt x="1753" y="894"/>
                    <a:pt x="1770" y="877"/>
                  </a:cubicBezTo>
                  <a:cubicBezTo>
                    <a:pt x="1788" y="860"/>
                    <a:pt x="1813" y="851"/>
                    <a:pt x="1831" y="825"/>
                  </a:cubicBezTo>
                  <a:cubicBezTo>
                    <a:pt x="1874" y="782"/>
                    <a:pt x="1865" y="705"/>
                    <a:pt x="1899" y="654"/>
                  </a:cubicBezTo>
                  <a:cubicBezTo>
                    <a:pt x="1916" y="628"/>
                    <a:pt x="1934" y="619"/>
                    <a:pt x="1951" y="602"/>
                  </a:cubicBezTo>
                  <a:cubicBezTo>
                    <a:pt x="1977" y="585"/>
                    <a:pt x="1994" y="568"/>
                    <a:pt x="2020" y="542"/>
                  </a:cubicBezTo>
                  <a:cubicBezTo>
                    <a:pt x="2080" y="490"/>
                    <a:pt x="2148" y="439"/>
                    <a:pt x="2191" y="362"/>
                  </a:cubicBezTo>
                  <a:cubicBezTo>
                    <a:pt x="2234" y="293"/>
                    <a:pt x="2294" y="215"/>
                    <a:pt x="2320" y="130"/>
                  </a:cubicBezTo>
                  <a:cubicBezTo>
                    <a:pt x="2329" y="87"/>
                    <a:pt x="2337" y="35"/>
                    <a:pt x="2303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19" name="Google Shape;22619;p75"/>
            <p:cNvSpPr/>
            <p:nvPr/>
          </p:nvSpPr>
          <p:spPr>
            <a:xfrm>
              <a:off x="5714475" y="1287050"/>
              <a:ext cx="42775" cy="42350"/>
            </a:xfrm>
            <a:custGeom>
              <a:avLst/>
              <a:gdLst/>
              <a:ahLst/>
              <a:cxnLst/>
              <a:rect l="l" t="t" r="r" b="b"/>
              <a:pathLst>
                <a:path w="1711" h="1694" extrusionOk="0">
                  <a:moveTo>
                    <a:pt x="391" y="0"/>
                  </a:moveTo>
                  <a:cubicBezTo>
                    <a:pt x="350" y="0"/>
                    <a:pt x="309" y="3"/>
                    <a:pt x="267" y="19"/>
                  </a:cubicBezTo>
                  <a:cubicBezTo>
                    <a:pt x="231" y="34"/>
                    <a:pt x="192" y="37"/>
                    <a:pt x="152" y="37"/>
                  </a:cubicBezTo>
                  <a:cubicBezTo>
                    <a:pt x="125" y="37"/>
                    <a:pt x="97" y="36"/>
                    <a:pt x="70" y="36"/>
                  </a:cubicBezTo>
                  <a:cubicBezTo>
                    <a:pt x="53" y="36"/>
                    <a:pt x="44" y="44"/>
                    <a:pt x="35" y="44"/>
                  </a:cubicBezTo>
                  <a:lnTo>
                    <a:pt x="1" y="44"/>
                  </a:lnTo>
                  <a:cubicBezTo>
                    <a:pt x="44" y="44"/>
                    <a:pt x="87" y="44"/>
                    <a:pt x="130" y="53"/>
                  </a:cubicBezTo>
                  <a:cubicBezTo>
                    <a:pt x="164" y="53"/>
                    <a:pt x="216" y="62"/>
                    <a:pt x="250" y="70"/>
                  </a:cubicBezTo>
                  <a:cubicBezTo>
                    <a:pt x="267" y="79"/>
                    <a:pt x="284" y="87"/>
                    <a:pt x="310" y="96"/>
                  </a:cubicBezTo>
                  <a:cubicBezTo>
                    <a:pt x="336" y="113"/>
                    <a:pt x="370" y="113"/>
                    <a:pt x="405" y="122"/>
                  </a:cubicBezTo>
                  <a:cubicBezTo>
                    <a:pt x="448" y="139"/>
                    <a:pt x="482" y="191"/>
                    <a:pt x="525" y="216"/>
                  </a:cubicBezTo>
                  <a:cubicBezTo>
                    <a:pt x="559" y="233"/>
                    <a:pt x="594" y="251"/>
                    <a:pt x="628" y="276"/>
                  </a:cubicBezTo>
                  <a:cubicBezTo>
                    <a:pt x="645" y="285"/>
                    <a:pt x="662" y="294"/>
                    <a:pt x="688" y="302"/>
                  </a:cubicBezTo>
                  <a:cubicBezTo>
                    <a:pt x="705" y="311"/>
                    <a:pt x="731" y="311"/>
                    <a:pt x="748" y="328"/>
                  </a:cubicBezTo>
                  <a:cubicBezTo>
                    <a:pt x="766" y="337"/>
                    <a:pt x="783" y="354"/>
                    <a:pt x="800" y="371"/>
                  </a:cubicBezTo>
                  <a:cubicBezTo>
                    <a:pt x="826" y="397"/>
                    <a:pt x="843" y="422"/>
                    <a:pt x="869" y="440"/>
                  </a:cubicBezTo>
                  <a:cubicBezTo>
                    <a:pt x="903" y="465"/>
                    <a:pt x="929" y="491"/>
                    <a:pt x="972" y="517"/>
                  </a:cubicBezTo>
                  <a:cubicBezTo>
                    <a:pt x="1006" y="534"/>
                    <a:pt x="1049" y="551"/>
                    <a:pt x="1075" y="577"/>
                  </a:cubicBezTo>
                  <a:cubicBezTo>
                    <a:pt x="1118" y="603"/>
                    <a:pt x="1144" y="646"/>
                    <a:pt x="1178" y="680"/>
                  </a:cubicBezTo>
                  <a:cubicBezTo>
                    <a:pt x="1212" y="715"/>
                    <a:pt x="1247" y="740"/>
                    <a:pt x="1272" y="775"/>
                  </a:cubicBezTo>
                  <a:cubicBezTo>
                    <a:pt x="1315" y="826"/>
                    <a:pt x="1341" y="869"/>
                    <a:pt x="1376" y="912"/>
                  </a:cubicBezTo>
                  <a:cubicBezTo>
                    <a:pt x="1410" y="955"/>
                    <a:pt x="1427" y="1015"/>
                    <a:pt x="1436" y="1067"/>
                  </a:cubicBezTo>
                  <a:cubicBezTo>
                    <a:pt x="1453" y="1118"/>
                    <a:pt x="1461" y="1170"/>
                    <a:pt x="1479" y="1221"/>
                  </a:cubicBezTo>
                  <a:lnTo>
                    <a:pt x="1479" y="1230"/>
                  </a:lnTo>
                  <a:cubicBezTo>
                    <a:pt x="1513" y="1316"/>
                    <a:pt x="1565" y="1333"/>
                    <a:pt x="1590" y="1419"/>
                  </a:cubicBezTo>
                  <a:cubicBezTo>
                    <a:pt x="1608" y="1462"/>
                    <a:pt x="1599" y="1574"/>
                    <a:pt x="1616" y="1617"/>
                  </a:cubicBezTo>
                  <a:cubicBezTo>
                    <a:pt x="1628" y="1635"/>
                    <a:pt x="1636" y="1653"/>
                    <a:pt x="1640" y="1670"/>
                  </a:cubicBezTo>
                  <a:lnTo>
                    <a:pt x="1640" y="1670"/>
                  </a:lnTo>
                  <a:cubicBezTo>
                    <a:pt x="1645" y="1661"/>
                    <a:pt x="1654" y="1652"/>
                    <a:pt x="1659" y="1642"/>
                  </a:cubicBezTo>
                  <a:cubicBezTo>
                    <a:pt x="1668" y="1617"/>
                    <a:pt x="1668" y="1591"/>
                    <a:pt x="1676" y="1565"/>
                  </a:cubicBezTo>
                  <a:cubicBezTo>
                    <a:pt x="1693" y="1531"/>
                    <a:pt x="1685" y="1505"/>
                    <a:pt x="1693" y="1471"/>
                  </a:cubicBezTo>
                  <a:cubicBezTo>
                    <a:pt x="1702" y="1445"/>
                    <a:pt x="1702" y="1410"/>
                    <a:pt x="1702" y="1376"/>
                  </a:cubicBezTo>
                  <a:cubicBezTo>
                    <a:pt x="1702" y="1350"/>
                    <a:pt x="1711" y="1333"/>
                    <a:pt x="1711" y="1307"/>
                  </a:cubicBezTo>
                  <a:cubicBezTo>
                    <a:pt x="1711" y="1282"/>
                    <a:pt x="1702" y="1256"/>
                    <a:pt x="1693" y="1230"/>
                  </a:cubicBezTo>
                  <a:cubicBezTo>
                    <a:pt x="1685" y="1161"/>
                    <a:pt x="1668" y="1101"/>
                    <a:pt x="1659" y="1041"/>
                  </a:cubicBezTo>
                  <a:cubicBezTo>
                    <a:pt x="1651" y="981"/>
                    <a:pt x="1659" y="921"/>
                    <a:pt x="1625" y="878"/>
                  </a:cubicBezTo>
                  <a:cubicBezTo>
                    <a:pt x="1599" y="843"/>
                    <a:pt x="1565" y="818"/>
                    <a:pt x="1539" y="792"/>
                  </a:cubicBezTo>
                  <a:cubicBezTo>
                    <a:pt x="1513" y="758"/>
                    <a:pt x="1513" y="723"/>
                    <a:pt x="1504" y="689"/>
                  </a:cubicBezTo>
                  <a:cubicBezTo>
                    <a:pt x="1487" y="663"/>
                    <a:pt x="1479" y="637"/>
                    <a:pt x="1461" y="620"/>
                  </a:cubicBezTo>
                  <a:cubicBezTo>
                    <a:pt x="1436" y="594"/>
                    <a:pt x="1419" y="569"/>
                    <a:pt x="1393" y="534"/>
                  </a:cubicBezTo>
                  <a:cubicBezTo>
                    <a:pt x="1350" y="491"/>
                    <a:pt x="1290" y="465"/>
                    <a:pt x="1255" y="405"/>
                  </a:cubicBezTo>
                  <a:lnTo>
                    <a:pt x="1238" y="380"/>
                  </a:lnTo>
                  <a:cubicBezTo>
                    <a:pt x="1230" y="362"/>
                    <a:pt x="1212" y="354"/>
                    <a:pt x="1195" y="337"/>
                  </a:cubicBezTo>
                  <a:cubicBezTo>
                    <a:pt x="1169" y="311"/>
                    <a:pt x="1144" y="285"/>
                    <a:pt x="1109" y="276"/>
                  </a:cubicBezTo>
                  <a:cubicBezTo>
                    <a:pt x="1083" y="268"/>
                    <a:pt x="1066" y="259"/>
                    <a:pt x="1041" y="251"/>
                  </a:cubicBezTo>
                  <a:cubicBezTo>
                    <a:pt x="1006" y="225"/>
                    <a:pt x="955" y="216"/>
                    <a:pt x="912" y="199"/>
                  </a:cubicBezTo>
                  <a:cubicBezTo>
                    <a:pt x="894" y="199"/>
                    <a:pt x="877" y="191"/>
                    <a:pt x="860" y="182"/>
                  </a:cubicBezTo>
                  <a:cubicBezTo>
                    <a:pt x="834" y="182"/>
                    <a:pt x="809" y="182"/>
                    <a:pt x="791" y="173"/>
                  </a:cubicBezTo>
                  <a:cubicBezTo>
                    <a:pt x="748" y="156"/>
                    <a:pt x="731" y="122"/>
                    <a:pt x="705" y="96"/>
                  </a:cubicBezTo>
                  <a:cubicBezTo>
                    <a:pt x="662" y="62"/>
                    <a:pt x="628" y="27"/>
                    <a:pt x="577" y="10"/>
                  </a:cubicBezTo>
                  <a:cubicBezTo>
                    <a:pt x="542" y="1"/>
                    <a:pt x="508" y="1"/>
                    <a:pt x="473" y="1"/>
                  </a:cubicBezTo>
                  <a:cubicBezTo>
                    <a:pt x="446" y="1"/>
                    <a:pt x="419" y="0"/>
                    <a:pt x="391" y="0"/>
                  </a:cubicBezTo>
                  <a:close/>
                  <a:moveTo>
                    <a:pt x="1640" y="1670"/>
                  </a:moveTo>
                  <a:cubicBezTo>
                    <a:pt x="1635" y="1678"/>
                    <a:pt x="1634" y="1686"/>
                    <a:pt x="1642" y="1694"/>
                  </a:cubicBezTo>
                  <a:cubicBezTo>
                    <a:pt x="1642" y="1686"/>
                    <a:pt x="1641" y="1678"/>
                    <a:pt x="1640" y="167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20" name="Google Shape;22620;p75"/>
            <p:cNvSpPr/>
            <p:nvPr/>
          </p:nvSpPr>
          <p:spPr>
            <a:xfrm>
              <a:off x="5752300" y="1334125"/>
              <a:ext cx="7525" cy="26000"/>
            </a:xfrm>
            <a:custGeom>
              <a:avLst/>
              <a:gdLst/>
              <a:ahLst/>
              <a:cxnLst/>
              <a:rect l="l" t="t" r="r" b="b"/>
              <a:pathLst>
                <a:path w="301" h="1040" extrusionOk="0">
                  <a:moveTo>
                    <a:pt x="103" y="0"/>
                  </a:moveTo>
                  <a:cubicBezTo>
                    <a:pt x="77" y="0"/>
                    <a:pt x="103" y="60"/>
                    <a:pt x="103" y="69"/>
                  </a:cubicBezTo>
                  <a:cubicBezTo>
                    <a:pt x="112" y="95"/>
                    <a:pt x="112" y="112"/>
                    <a:pt x="112" y="137"/>
                  </a:cubicBezTo>
                  <a:cubicBezTo>
                    <a:pt x="112" y="152"/>
                    <a:pt x="100" y="166"/>
                    <a:pt x="101" y="166"/>
                  </a:cubicBezTo>
                  <a:cubicBezTo>
                    <a:pt x="101" y="166"/>
                    <a:pt x="102" y="165"/>
                    <a:pt x="103" y="163"/>
                  </a:cubicBezTo>
                  <a:lnTo>
                    <a:pt x="103" y="180"/>
                  </a:lnTo>
                  <a:cubicBezTo>
                    <a:pt x="112" y="198"/>
                    <a:pt x="112" y="206"/>
                    <a:pt x="112" y="223"/>
                  </a:cubicBezTo>
                  <a:cubicBezTo>
                    <a:pt x="112" y="275"/>
                    <a:pt x="129" y="318"/>
                    <a:pt x="138" y="369"/>
                  </a:cubicBezTo>
                  <a:cubicBezTo>
                    <a:pt x="138" y="404"/>
                    <a:pt x="146" y="438"/>
                    <a:pt x="120" y="473"/>
                  </a:cubicBezTo>
                  <a:lnTo>
                    <a:pt x="103" y="498"/>
                  </a:lnTo>
                  <a:lnTo>
                    <a:pt x="95" y="533"/>
                  </a:lnTo>
                  <a:lnTo>
                    <a:pt x="86" y="558"/>
                  </a:lnTo>
                  <a:cubicBezTo>
                    <a:pt x="86" y="576"/>
                    <a:pt x="86" y="593"/>
                    <a:pt x="86" y="610"/>
                  </a:cubicBezTo>
                  <a:cubicBezTo>
                    <a:pt x="86" y="636"/>
                    <a:pt x="95" y="653"/>
                    <a:pt x="95" y="679"/>
                  </a:cubicBezTo>
                  <a:cubicBezTo>
                    <a:pt x="103" y="696"/>
                    <a:pt x="103" y="713"/>
                    <a:pt x="103" y="739"/>
                  </a:cubicBezTo>
                  <a:cubicBezTo>
                    <a:pt x="103" y="756"/>
                    <a:pt x="103" y="782"/>
                    <a:pt x="95" y="799"/>
                  </a:cubicBezTo>
                  <a:cubicBezTo>
                    <a:pt x="95" y="825"/>
                    <a:pt x="86" y="851"/>
                    <a:pt x="86" y="876"/>
                  </a:cubicBezTo>
                  <a:cubicBezTo>
                    <a:pt x="86" y="902"/>
                    <a:pt x="77" y="936"/>
                    <a:pt x="69" y="962"/>
                  </a:cubicBezTo>
                  <a:cubicBezTo>
                    <a:pt x="66" y="968"/>
                    <a:pt x="63" y="974"/>
                    <a:pt x="60" y="979"/>
                  </a:cubicBezTo>
                  <a:lnTo>
                    <a:pt x="60" y="979"/>
                  </a:lnTo>
                  <a:cubicBezTo>
                    <a:pt x="63" y="977"/>
                    <a:pt x="66" y="974"/>
                    <a:pt x="69" y="971"/>
                  </a:cubicBezTo>
                  <a:cubicBezTo>
                    <a:pt x="86" y="962"/>
                    <a:pt x="103" y="945"/>
                    <a:pt x="120" y="928"/>
                  </a:cubicBezTo>
                  <a:cubicBezTo>
                    <a:pt x="138" y="919"/>
                    <a:pt x="146" y="894"/>
                    <a:pt x="155" y="876"/>
                  </a:cubicBezTo>
                  <a:cubicBezTo>
                    <a:pt x="163" y="859"/>
                    <a:pt x="163" y="842"/>
                    <a:pt x="172" y="825"/>
                  </a:cubicBezTo>
                  <a:cubicBezTo>
                    <a:pt x="180" y="808"/>
                    <a:pt x="189" y="782"/>
                    <a:pt x="189" y="765"/>
                  </a:cubicBezTo>
                  <a:cubicBezTo>
                    <a:pt x="206" y="747"/>
                    <a:pt x="215" y="722"/>
                    <a:pt x="232" y="705"/>
                  </a:cubicBezTo>
                  <a:cubicBezTo>
                    <a:pt x="266" y="670"/>
                    <a:pt x="301" y="653"/>
                    <a:pt x="292" y="601"/>
                  </a:cubicBezTo>
                  <a:cubicBezTo>
                    <a:pt x="292" y="558"/>
                    <a:pt x="275" y="515"/>
                    <a:pt x="266" y="473"/>
                  </a:cubicBezTo>
                  <a:cubicBezTo>
                    <a:pt x="266" y="455"/>
                    <a:pt x="258" y="438"/>
                    <a:pt x="258" y="430"/>
                  </a:cubicBezTo>
                  <a:cubicBezTo>
                    <a:pt x="249" y="412"/>
                    <a:pt x="249" y="395"/>
                    <a:pt x="249" y="378"/>
                  </a:cubicBezTo>
                  <a:cubicBezTo>
                    <a:pt x="249" y="344"/>
                    <a:pt x="241" y="309"/>
                    <a:pt x="232" y="275"/>
                  </a:cubicBezTo>
                  <a:cubicBezTo>
                    <a:pt x="223" y="241"/>
                    <a:pt x="223" y="223"/>
                    <a:pt x="223" y="189"/>
                  </a:cubicBezTo>
                  <a:cubicBezTo>
                    <a:pt x="223" y="155"/>
                    <a:pt x="215" y="112"/>
                    <a:pt x="206" y="86"/>
                  </a:cubicBezTo>
                  <a:cubicBezTo>
                    <a:pt x="198" y="69"/>
                    <a:pt x="189" y="52"/>
                    <a:pt x="180" y="43"/>
                  </a:cubicBezTo>
                  <a:lnTo>
                    <a:pt x="163" y="17"/>
                  </a:lnTo>
                  <a:lnTo>
                    <a:pt x="138" y="17"/>
                  </a:lnTo>
                  <a:lnTo>
                    <a:pt x="120" y="9"/>
                  </a:lnTo>
                  <a:lnTo>
                    <a:pt x="103" y="0"/>
                  </a:lnTo>
                  <a:close/>
                  <a:moveTo>
                    <a:pt x="60" y="979"/>
                  </a:moveTo>
                  <a:lnTo>
                    <a:pt x="60" y="979"/>
                  </a:lnTo>
                  <a:cubicBezTo>
                    <a:pt x="46" y="993"/>
                    <a:pt x="32" y="1007"/>
                    <a:pt x="17" y="1014"/>
                  </a:cubicBezTo>
                  <a:lnTo>
                    <a:pt x="0" y="1040"/>
                  </a:lnTo>
                  <a:cubicBezTo>
                    <a:pt x="17" y="1031"/>
                    <a:pt x="34" y="1022"/>
                    <a:pt x="43" y="1014"/>
                  </a:cubicBezTo>
                  <a:cubicBezTo>
                    <a:pt x="49" y="1002"/>
                    <a:pt x="54" y="991"/>
                    <a:pt x="60" y="979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21" name="Google Shape;22621;p75"/>
            <p:cNvSpPr/>
            <p:nvPr/>
          </p:nvSpPr>
          <p:spPr>
            <a:xfrm>
              <a:off x="5697950" y="1327025"/>
              <a:ext cx="29875" cy="34925"/>
            </a:xfrm>
            <a:custGeom>
              <a:avLst/>
              <a:gdLst/>
              <a:ahLst/>
              <a:cxnLst/>
              <a:rect l="l" t="t" r="r" b="b"/>
              <a:pathLst>
                <a:path w="1195" h="1397" extrusionOk="0">
                  <a:moveTo>
                    <a:pt x="799" y="396"/>
                  </a:moveTo>
                  <a:lnTo>
                    <a:pt x="805" y="401"/>
                  </a:lnTo>
                  <a:lnTo>
                    <a:pt x="805" y="401"/>
                  </a:lnTo>
                  <a:cubicBezTo>
                    <a:pt x="804" y="398"/>
                    <a:pt x="802" y="396"/>
                    <a:pt x="799" y="396"/>
                  </a:cubicBezTo>
                  <a:close/>
                  <a:moveTo>
                    <a:pt x="1031" y="0"/>
                  </a:moveTo>
                  <a:cubicBezTo>
                    <a:pt x="1049" y="35"/>
                    <a:pt x="1049" y="78"/>
                    <a:pt x="1057" y="121"/>
                  </a:cubicBezTo>
                  <a:cubicBezTo>
                    <a:pt x="1066" y="172"/>
                    <a:pt x="1074" y="207"/>
                    <a:pt x="1066" y="258"/>
                  </a:cubicBezTo>
                  <a:cubicBezTo>
                    <a:pt x="1057" y="327"/>
                    <a:pt x="1031" y="404"/>
                    <a:pt x="1006" y="473"/>
                  </a:cubicBezTo>
                  <a:lnTo>
                    <a:pt x="980" y="430"/>
                  </a:lnTo>
                  <a:cubicBezTo>
                    <a:pt x="963" y="413"/>
                    <a:pt x="954" y="396"/>
                    <a:pt x="937" y="379"/>
                  </a:cubicBezTo>
                  <a:cubicBezTo>
                    <a:pt x="920" y="387"/>
                    <a:pt x="937" y="413"/>
                    <a:pt x="920" y="421"/>
                  </a:cubicBezTo>
                  <a:cubicBezTo>
                    <a:pt x="903" y="387"/>
                    <a:pt x="903" y="344"/>
                    <a:pt x="894" y="310"/>
                  </a:cubicBezTo>
                  <a:cubicBezTo>
                    <a:pt x="885" y="275"/>
                    <a:pt x="868" y="250"/>
                    <a:pt x="860" y="215"/>
                  </a:cubicBezTo>
                  <a:cubicBezTo>
                    <a:pt x="851" y="198"/>
                    <a:pt x="842" y="181"/>
                    <a:pt x="834" y="164"/>
                  </a:cubicBezTo>
                  <a:cubicBezTo>
                    <a:pt x="825" y="147"/>
                    <a:pt x="817" y="112"/>
                    <a:pt x="799" y="112"/>
                  </a:cubicBezTo>
                  <a:cubicBezTo>
                    <a:pt x="799" y="112"/>
                    <a:pt x="799" y="112"/>
                    <a:pt x="774" y="138"/>
                  </a:cubicBezTo>
                  <a:cubicBezTo>
                    <a:pt x="808" y="164"/>
                    <a:pt x="799" y="232"/>
                    <a:pt x="808" y="267"/>
                  </a:cubicBezTo>
                  <a:cubicBezTo>
                    <a:pt x="808" y="310"/>
                    <a:pt x="808" y="361"/>
                    <a:pt x="808" y="404"/>
                  </a:cubicBezTo>
                  <a:lnTo>
                    <a:pt x="805" y="401"/>
                  </a:lnTo>
                  <a:lnTo>
                    <a:pt x="805" y="401"/>
                  </a:lnTo>
                  <a:cubicBezTo>
                    <a:pt x="808" y="410"/>
                    <a:pt x="808" y="426"/>
                    <a:pt x="808" y="439"/>
                  </a:cubicBezTo>
                  <a:cubicBezTo>
                    <a:pt x="817" y="464"/>
                    <a:pt x="825" y="490"/>
                    <a:pt x="825" y="516"/>
                  </a:cubicBezTo>
                  <a:cubicBezTo>
                    <a:pt x="834" y="559"/>
                    <a:pt x="817" y="585"/>
                    <a:pt x="799" y="619"/>
                  </a:cubicBezTo>
                  <a:cubicBezTo>
                    <a:pt x="782" y="602"/>
                    <a:pt x="782" y="576"/>
                    <a:pt x="765" y="542"/>
                  </a:cubicBezTo>
                  <a:cubicBezTo>
                    <a:pt x="765" y="533"/>
                    <a:pt x="731" y="473"/>
                    <a:pt x="722" y="464"/>
                  </a:cubicBezTo>
                  <a:lnTo>
                    <a:pt x="705" y="516"/>
                  </a:lnTo>
                  <a:cubicBezTo>
                    <a:pt x="696" y="533"/>
                    <a:pt x="688" y="550"/>
                    <a:pt x="671" y="568"/>
                  </a:cubicBezTo>
                  <a:cubicBezTo>
                    <a:pt x="662" y="585"/>
                    <a:pt x="662" y="602"/>
                    <a:pt x="645" y="619"/>
                  </a:cubicBezTo>
                  <a:cubicBezTo>
                    <a:pt x="619" y="662"/>
                    <a:pt x="567" y="714"/>
                    <a:pt x="567" y="765"/>
                  </a:cubicBezTo>
                  <a:lnTo>
                    <a:pt x="576" y="739"/>
                  </a:lnTo>
                  <a:lnTo>
                    <a:pt x="585" y="774"/>
                  </a:lnTo>
                  <a:cubicBezTo>
                    <a:pt x="593" y="808"/>
                    <a:pt x="576" y="842"/>
                    <a:pt x="559" y="877"/>
                  </a:cubicBezTo>
                  <a:cubicBezTo>
                    <a:pt x="533" y="911"/>
                    <a:pt x="499" y="937"/>
                    <a:pt x="464" y="954"/>
                  </a:cubicBezTo>
                  <a:cubicBezTo>
                    <a:pt x="447" y="963"/>
                    <a:pt x="439" y="971"/>
                    <a:pt x="421" y="980"/>
                  </a:cubicBezTo>
                  <a:lnTo>
                    <a:pt x="413" y="989"/>
                  </a:lnTo>
                  <a:cubicBezTo>
                    <a:pt x="407" y="993"/>
                    <a:pt x="401" y="994"/>
                    <a:pt x="395" y="994"/>
                  </a:cubicBezTo>
                  <a:cubicBezTo>
                    <a:pt x="376" y="994"/>
                    <a:pt x="357" y="976"/>
                    <a:pt x="344" y="963"/>
                  </a:cubicBezTo>
                  <a:cubicBezTo>
                    <a:pt x="310" y="928"/>
                    <a:pt x="284" y="894"/>
                    <a:pt x="241" y="885"/>
                  </a:cubicBezTo>
                  <a:lnTo>
                    <a:pt x="224" y="920"/>
                  </a:lnTo>
                  <a:cubicBezTo>
                    <a:pt x="220" y="921"/>
                    <a:pt x="216" y="922"/>
                    <a:pt x="212" y="922"/>
                  </a:cubicBezTo>
                  <a:cubicBezTo>
                    <a:pt x="194" y="922"/>
                    <a:pt x="171" y="911"/>
                    <a:pt x="164" y="911"/>
                  </a:cubicBezTo>
                  <a:cubicBezTo>
                    <a:pt x="138" y="903"/>
                    <a:pt x="121" y="894"/>
                    <a:pt x="104" y="885"/>
                  </a:cubicBezTo>
                  <a:cubicBezTo>
                    <a:pt x="95" y="911"/>
                    <a:pt x="86" y="928"/>
                    <a:pt x="86" y="963"/>
                  </a:cubicBezTo>
                  <a:cubicBezTo>
                    <a:pt x="78" y="1006"/>
                    <a:pt x="69" y="1040"/>
                    <a:pt x="52" y="1074"/>
                  </a:cubicBezTo>
                  <a:cubicBezTo>
                    <a:pt x="43" y="1092"/>
                    <a:pt x="43" y="1109"/>
                    <a:pt x="43" y="1117"/>
                  </a:cubicBezTo>
                  <a:lnTo>
                    <a:pt x="18" y="1152"/>
                  </a:lnTo>
                  <a:cubicBezTo>
                    <a:pt x="0" y="1178"/>
                    <a:pt x="18" y="1195"/>
                    <a:pt x="35" y="1220"/>
                  </a:cubicBezTo>
                  <a:cubicBezTo>
                    <a:pt x="52" y="1272"/>
                    <a:pt x="78" y="1306"/>
                    <a:pt x="121" y="1332"/>
                  </a:cubicBezTo>
                  <a:cubicBezTo>
                    <a:pt x="172" y="1367"/>
                    <a:pt x="207" y="1392"/>
                    <a:pt x="267" y="1392"/>
                  </a:cubicBezTo>
                  <a:cubicBezTo>
                    <a:pt x="295" y="1392"/>
                    <a:pt x="324" y="1388"/>
                    <a:pt x="355" y="1388"/>
                  </a:cubicBezTo>
                  <a:cubicBezTo>
                    <a:pt x="371" y="1388"/>
                    <a:pt x="387" y="1389"/>
                    <a:pt x="404" y="1392"/>
                  </a:cubicBezTo>
                  <a:cubicBezTo>
                    <a:pt x="421" y="1392"/>
                    <a:pt x="435" y="1396"/>
                    <a:pt x="449" y="1396"/>
                  </a:cubicBezTo>
                  <a:cubicBezTo>
                    <a:pt x="457" y="1396"/>
                    <a:pt x="464" y="1395"/>
                    <a:pt x="473" y="1392"/>
                  </a:cubicBezTo>
                  <a:cubicBezTo>
                    <a:pt x="482" y="1384"/>
                    <a:pt x="499" y="1375"/>
                    <a:pt x="507" y="1367"/>
                  </a:cubicBezTo>
                  <a:cubicBezTo>
                    <a:pt x="533" y="1358"/>
                    <a:pt x="567" y="1349"/>
                    <a:pt x="593" y="1332"/>
                  </a:cubicBezTo>
                  <a:cubicBezTo>
                    <a:pt x="628" y="1315"/>
                    <a:pt x="645" y="1306"/>
                    <a:pt x="688" y="1306"/>
                  </a:cubicBezTo>
                  <a:cubicBezTo>
                    <a:pt x="705" y="1306"/>
                    <a:pt x="722" y="1306"/>
                    <a:pt x="739" y="1298"/>
                  </a:cubicBezTo>
                  <a:cubicBezTo>
                    <a:pt x="774" y="1281"/>
                    <a:pt x="799" y="1263"/>
                    <a:pt x="834" y="1238"/>
                  </a:cubicBezTo>
                  <a:cubicBezTo>
                    <a:pt x="851" y="1220"/>
                    <a:pt x="877" y="1212"/>
                    <a:pt x="894" y="1195"/>
                  </a:cubicBezTo>
                  <a:cubicBezTo>
                    <a:pt x="920" y="1178"/>
                    <a:pt x="928" y="1152"/>
                    <a:pt x="945" y="1117"/>
                  </a:cubicBezTo>
                  <a:cubicBezTo>
                    <a:pt x="954" y="1100"/>
                    <a:pt x="988" y="1066"/>
                    <a:pt x="1006" y="1057"/>
                  </a:cubicBezTo>
                  <a:cubicBezTo>
                    <a:pt x="1031" y="1040"/>
                    <a:pt x="1057" y="1040"/>
                    <a:pt x="1074" y="1014"/>
                  </a:cubicBezTo>
                  <a:cubicBezTo>
                    <a:pt x="1100" y="989"/>
                    <a:pt x="1100" y="963"/>
                    <a:pt x="1117" y="928"/>
                  </a:cubicBezTo>
                  <a:cubicBezTo>
                    <a:pt x="1143" y="868"/>
                    <a:pt x="1143" y="791"/>
                    <a:pt x="1143" y="722"/>
                  </a:cubicBezTo>
                  <a:cubicBezTo>
                    <a:pt x="1143" y="662"/>
                    <a:pt x="1152" y="602"/>
                    <a:pt x="1160" y="542"/>
                  </a:cubicBezTo>
                  <a:cubicBezTo>
                    <a:pt x="1177" y="490"/>
                    <a:pt x="1186" y="439"/>
                    <a:pt x="1195" y="387"/>
                  </a:cubicBezTo>
                  <a:cubicBezTo>
                    <a:pt x="1195" y="370"/>
                    <a:pt x="1186" y="344"/>
                    <a:pt x="1186" y="318"/>
                  </a:cubicBezTo>
                  <a:cubicBezTo>
                    <a:pt x="1177" y="301"/>
                    <a:pt x="1177" y="284"/>
                    <a:pt x="1177" y="267"/>
                  </a:cubicBezTo>
                  <a:cubicBezTo>
                    <a:pt x="1169" y="232"/>
                    <a:pt x="1160" y="198"/>
                    <a:pt x="1143" y="164"/>
                  </a:cubicBezTo>
                  <a:cubicBezTo>
                    <a:pt x="1126" y="95"/>
                    <a:pt x="1066" y="52"/>
                    <a:pt x="1031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22" name="Google Shape;22622;p75"/>
            <p:cNvSpPr/>
            <p:nvPr/>
          </p:nvSpPr>
          <p:spPr>
            <a:xfrm>
              <a:off x="5689775" y="1307950"/>
              <a:ext cx="27525" cy="21450"/>
            </a:xfrm>
            <a:custGeom>
              <a:avLst/>
              <a:gdLst/>
              <a:ahLst/>
              <a:cxnLst/>
              <a:rect l="l" t="t" r="r" b="b"/>
              <a:pathLst>
                <a:path w="1101" h="858" extrusionOk="0">
                  <a:moveTo>
                    <a:pt x="620" y="0"/>
                  </a:moveTo>
                  <a:cubicBezTo>
                    <a:pt x="611" y="0"/>
                    <a:pt x="602" y="2"/>
                    <a:pt x="594" y="7"/>
                  </a:cubicBezTo>
                  <a:cubicBezTo>
                    <a:pt x="577" y="16"/>
                    <a:pt x="559" y="33"/>
                    <a:pt x="551" y="42"/>
                  </a:cubicBezTo>
                  <a:cubicBezTo>
                    <a:pt x="534" y="59"/>
                    <a:pt x="534" y="59"/>
                    <a:pt x="516" y="68"/>
                  </a:cubicBezTo>
                  <a:lnTo>
                    <a:pt x="448" y="68"/>
                  </a:lnTo>
                  <a:cubicBezTo>
                    <a:pt x="431" y="76"/>
                    <a:pt x="413" y="102"/>
                    <a:pt x="396" y="102"/>
                  </a:cubicBezTo>
                  <a:lnTo>
                    <a:pt x="362" y="119"/>
                  </a:lnTo>
                  <a:lnTo>
                    <a:pt x="327" y="136"/>
                  </a:lnTo>
                  <a:cubicBezTo>
                    <a:pt x="310" y="145"/>
                    <a:pt x="310" y="162"/>
                    <a:pt x="293" y="179"/>
                  </a:cubicBezTo>
                  <a:cubicBezTo>
                    <a:pt x="276" y="205"/>
                    <a:pt x="242" y="214"/>
                    <a:pt x="224" y="222"/>
                  </a:cubicBezTo>
                  <a:cubicBezTo>
                    <a:pt x="199" y="231"/>
                    <a:pt x="181" y="239"/>
                    <a:pt x="173" y="257"/>
                  </a:cubicBezTo>
                  <a:cubicBezTo>
                    <a:pt x="138" y="291"/>
                    <a:pt x="113" y="343"/>
                    <a:pt x="95" y="394"/>
                  </a:cubicBezTo>
                  <a:cubicBezTo>
                    <a:pt x="95" y="420"/>
                    <a:pt x="87" y="446"/>
                    <a:pt x="78" y="471"/>
                  </a:cubicBezTo>
                  <a:cubicBezTo>
                    <a:pt x="70" y="489"/>
                    <a:pt x="61" y="506"/>
                    <a:pt x="52" y="523"/>
                  </a:cubicBezTo>
                  <a:cubicBezTo>
                    <a:pt x="52" y="540"/>
                    <a:pt x="52" y="557"/>
                    <a:pt x="52" y="566"/>
                  </a:cubicBezTo>
                  <a:cubicBezTo>
                    <a:pt x="48" y="538"/>
                    <a:pt x="43" y="530"/>
                    <a:pt x="40" y="530"/>
                  </a:cubicBezTo>
                  <a:cubicBezTo>
                    <a:pt x="37" y="530"/>
                    <a:pt x="35" y="536"/>
                    <a:pt x="35" y="540"/>
                  </a:cubicBezTo>
                  <a:lnTo>
                    <a:pt x="27" y="574"/>
                  </a:lnTo>
                  <a:cubicBezTo>
                    <a:pt x="27" y="600"/>
                    <a:pt x="10" y="609"/>
                    <a:pt x="1" y="635"/>
                  </a:cubicBezTo>
                  <a:lnTo>
                    <a:pt x="1" y="652"/>
                  </a:lnTo>
                  <a:cubicBezTo>
                    <a:pt x="1" y="669"/>
                    <a:pt x="1" y="695"/>
                    <a:pt x="1" y="721"/>
                  </a:cubicBezTo>
                  <a:cubicBezTo>
                    <a:pt x="1" y="738"/>
                    <a:pt x="1" y="755"/>
                    <a:pt x="1" y="781"/>
                  </a:cubicBezTo>
                  <a:cubicBezTo>
                    <a:pt x="10" y="806"/>
                    <a:pt x="18" y="832"/>
                    <a:pt x="18" y="858"/>
                  </a:cubicBezTo>
                  <a:lnTo>
                    <a:pt x="35" y="824"/>
                  </a:lnTo>
                  <a:cubicBezTo>
                    <a:pt x="52" y="806"/>
                    <a:pt x="52" y="789"/>
                    <a:pt x="52" y="772"/>
                  </a:cubicBezTo>
                  <a:cubicBezTo>
                    <a:pt x="61" y="738"/>
                    <a:pt x="61" y="712"/>
                    <a:pt x="70" y="686"/>
                  </a:cubicBezTo>
                  <a:cubicBezTo>
                    <a:pt x="87" y="660"/>
                    <a:pt x="95" y="643"/>
                    <a:pt x="113" y="635"/>
                  </a:cubicBezTo>
                  <a:cubicBezTo>
                    <a:pt x="130" y="626"/>
                    <a:pt x="138" y="609"/>
                    <a:pt x="147" y="592"/>
                  </a:cubicBezTo>
                  <a:cubicBezTo>
                    <a:pt x="173" y="549"/>
                    <a:pt x="199" y="506"/>
                    <a:pt x="233" y="463"/>
                  </a:cubicBezTo>
                  <a:cubicBezTo>
                    <a:pt x="267" y="420"/>
                    <a:pt x="302" y="394"/>
                    <a:pt x="327" y="351"/>
                  </a:cubicBezTo>
                  <a:cubicBezTo>
                    <a:pt x="362" y="282"/>
                    <a:pt x="422" y="248"/>
                    <a:pt x="482" y="248"/>
                  </a:cubicBezTo>
                  <a:cubicBezTo>
                    <a:pt x="516" y="248"/>
                    <a:pt x="551" y="257"/>
                    <a:pt x="577" y="257"/>
                  </a:cubicBezTo>
                  <a:cubicBezTo>
                    <a:pt x="602" y="248"/>
                    <a:pt x="620" y="239"/>
                    <a:pt x="628" y="222"/>
                  </a:cubicBezTo>
                  <a:lnTo>
                    <a:pt x="654" y="188"/>
                  </a:lnTo>
                  <a:lnTo>
                    <a:pt x="662" y="179"/>
                  </a:lnTo>
                  <a:lnTo>
                    <a:pt x="705" y="162"/>
                  </a:lnTo>
                  <a:cubicBezTo>
                    <a:pt x="723" y="154"/>
                    <a:pt x="731" y="145"/>
                    <a:pt x="748" y="136"/>
                  </a:cubicBezTo>
                  <a:lnTo>
                    <a:pt x="774" y="119"/>
                  </a:lnTo>
                  <a:lnTo>
                    <a:pt x="800" y="93"/>
                  </a:lnTo>
                  <a:cubicBezTo>
                    <a:pt x="817" y="76"/>
                    <a:pt x="851" y="76"/>
                    <a:pt x="869" y="76"/>
                  </a:cubicBezTo>
                  <a:cubicBezTo>
                    <a:pt x="920" y="76"/>
                    <a:pt x="972" y="93"/>
                    <a:pt x="1023" y="93"/>
                  </a:cubicBezTo>
                  <a:lnTo>
                    <a:pt x="1066" y="102"/>
                  </a:lnTo>
                  <a:lnTo>
                    <a:pt x="1101" y="102"/>
                  </a:lnTo>
                  <a:lnTo>
                    <a:pt x="1058" y="76"/>
                  </a:lnTo>
                  <a:cubicBezTo>
                    <a:pt x="1041" y="68"/>
                    <a:pt x="1023" y="59"/>
                    <a:pt x="1006" y="50"/>
                  </a:cubicBezTo>
                  <a:cubicBezTo>
                    <a:pt x="980" y="42"/>
                    <a:pt x="955" y="42"/>
                    <a:pt x="937" y="33"/>
                  </a:cubicBezTo>
                  <a:cubicBezTo>
                    <a:pt x="930" y="31"/>
                    <a:pt x="923" y="31"/>
                    <a:pt x="915" y="31"/>
                  </a:cubicBezTo>
                  <a:cubicBezTo>
                    <a:pt x="893" y="31"/>
                    <a:pt x="870" y="36"/>
                    <a:pt x="849" y="36"/>
                  </a:cubicBezTo>
                  <a:cubicBezTo>
                    <a:pt x="841" y="36"/>
                    <a:pt x="833" y="35"/>
                    <a:pt x="826" y="33"/>
                  </a:cubicBezTo>
                  <a:cubicBezTo>
                    <a:pt x="774" y="25"/>
                    <a:pt x="731" y="16"/>
                    <a:pt x="688" y="16"/>
                  </a:cubicBezTo>
                  <a:cubicBezTo>
                    <a:pt x="665" y="10"/>
                    <a:pt x="641" y="0"/>
                    <a:pt x="620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23" name="Google Shape;22623;p75"/>
            <p:cNvSpPr/>
            <p:nvPr/>
          </p:nvSpPr>
          <p:spPr>
            <a:xfrm>
              <a:off x="5693225" y="1318825"/>
              <a:ext cx="29225" cy="37875"/>
            </a:xfrm>
            <a:custGeom>
              <a:avLst/>
              <a:gdLst/>
              <a:ahLst/>
              <a:cxnLst/>
              <a:rect l="l" t="t" r="r" b="b"/>
              <a:pathLst>
                <a:path w="1169" h="1515" extrusionOk="0">
                  <a:moveTo>
                    <a:pt x="771" y="1"/>
                  </a:moveTo>
                  <a:cubicBezTo>
                    <a:pt x="747" y="1"/>
                    <a:pt x="725" y="6"/>
                    <a:pt x="705" y="11"/>
                  </a:cubicBezTo>
                  <a:cubicBezTo>
                    <a:pt x="662" y="19"/>
                    <a:pt x="628" y="36"/>
                    <a:pt x="593" y="62"/>
                  </a:cubicBezTo>
                  <a:cubicBezTo>
                    <a:pt x="550" y="88"/>
                    <a:pt x="490" y="88"/>
                    <a:pt x="447" y="122"/>
                  </a:cubicBezTo>
                  <a:cubicBezTo>
                    <a:pt x="421" y="139"/>
                    <a:pt x="396" y="165"/>
                    <a:pt x="370" y="182"/>
                  </a:cubicBezTo>
                  <a:cubicBezTo>
                    <a:pt x="335" y="200"/>
                    <a:pt x="301" y="217"/>
                    <a:pt x="275" y="251"/>
                  </a:cubicBezTo>
                  <a:cubicBezTo>
                    <a:pt x="232" y="294"/>
                    <a:pt x="172" y="311"/>
                    <a:pt x="129" y="346"/>
                  </a:cubicBezTo>
                  <a:cubicBezTo>
                    <a:pt x="104" y="363"/>
                    <a:pt x="78" y="397"/>
                    <a:pt x="61" y="423"/>
                  </a:cubicBezTo>
                  <a:cubicBezTo>
                    <a:pt x="35" y="449"/>
                    <a:pt x="18" y="509"/>
                    <a:pt x="9" y="543"/>
                  </a:cubicBezTo>
                  <a:cubicBezTo>
                    <a:pt x="9" y="595"/>
                    <a:pt x="18" y="655"/>
                    <a:pt x="18" y="707"/>
                  </a:cubicBezTo>
                  <a:cubicBezTo>
                    <a:pt x="9" y="749"/>
                    <a:pt x="0" y="784"/>
                    <a:pt x="0" y="835"/>
                  </a:cubicBezTo>
                  <a:cubicBezTo>
                    <a:pt x="0" y="853"/>
                    <a:pt x="18" y="870"/>
                    <a:pt x="18" y="896"/>
                  </a:cubicBezTo>
                  <a:lnTo>
                    <a:pt x="18" y="930"/>
                  </a:lnTo>
                  <a:cubicBezTo>
                    <a:pt x="18" y="947"/>
                    <a:pt x="26" y="956"/>
                    <a:pt x="35" y="973"/>
                  </a:cubicBezTo>
                  <a:cubicBezTo>
                    <a:pt x="35" y="999"/>
                    <a:pt x="35" y="1016"/>
                    <a:pt x="43" y="1042"/>
                  </a:cubicBezTo>
                  <a:cubicBezTo>
                    <a:pt x="61" y="1085"/>
                    <a:pt x="78" y="1136"/>
                    <a:pt x="95" y="1179"/>
                  </a:cubicBezTo>
                  <a:cubicBezTo>
                    <a:pt x="104" y="1222"/>
                    <a:pt x="138" y="1256"/>
                    <a:pt x="164" y="1299"/>
                  </a:cubicBezTo>
                  <a:cubicBezTo>
                    <a:pt x="189" y="1334"/>
                    <a:pt x="215" y="1368"/>
                    <a:pt x="241" y="1402"/>
                  </a:cubicBezTo>
                  <a:cubicBezTo>
                    <a:pt x="250" y="1420"/>
                    <a:pt x="267" y="1428"/>
                    <a:pt x="275" y="1445"/>
                  </a:cubicBezTo>
                  <a:cubicBezTo>
                    <a:pt x="279" y="1449"/>
                    <a:pt x="282" y="1453"/>
                    <a:pt x="285" y="1458"/>
                  </a:cubicBezTo>
                  <a:lnTo>
                    <a:pt x="285" y="1458"/>
                  </a:lnTo>
                  <a:cubicBezTo>
                    <a:pt x="284" y="1453"/>
                    <a:pt x="284" y="1448"/>
                    <a:pt x="284" y="1445"/>
                  </a:cubicBezTo>
                  <a:cubicBezTo>
                    <a:pt x="275" y="1428"/>
                    <a:pt x="284" y="1411"/>
                    <a:pt x="275" y="1402"/>
                  </a:cubicBezTo>
                  <a:cubicBezTo>
                    <a:pt x="275" y="1385"/>
                    <a:pt x="267" y="1377"/>
                    <a:pt x="267" y="1359"/>
                  </a:cubicBezTo>
                  <a:cubicBezTo>
                    <a:pt x="258" y="1325"/>
                    <a:pt x="258" y="1308"/>
                    <a:pt x="284" y="1291"/>
                  </a:cubicBezTo>
                  <a:cubicBezTo>
                    <a:pt x="301" y="1274"/>
                    <a:pt x="344" y="1256"/>
                    <a:pt x="353" y="1239"/>
                  </a:cubicBezTo>
                  <a:cubicBezTo>
                    <a:pt x="353" y="1213"/>
                    <a:pt x="327" y="1179"/>
                    <a:pt x="318" y="1162"/>
                  </a:cubicBezTo>
                  <a:cubicBezTo>
                    <a:pt x="301" y="1136"/>
                    <a:pt x="293" y="1110"/>
                    <a:pt x="284" y="1093"/>
                  </a:cubicBezTo>
                  <a:cubicBezTo>
                    <a:pt x="250" y="1024"/>
                    <a:pt x="250" y="947"/>
                    <a:pt x="267" y="887"/>
                  </a:cubicBezTo>
                  <a:cubicBezTo>
                    <a:pt x="284" y="853"/>
                    <a:pt x="284" y="818"/>
                    <a:pt x="284" y="784"/>
                  </a:cubicBezTo>
                  <a:cubicBezTo>
                    <a:pt x="284" y="749"/>
                    <a:pt x="301" y="715"/>
                    <a:pt x="318" y="681"/>
                  </a:cubicBezTo>
                  <a:cubicBezTo>
                    <a:pt x="353" y="612"/>
                    <a:pt x="370" y="518"/>
                    <a:pt x="413" y="449"/>
                  </a:cubicBezTo>
                  <a:cubicBezTo>
                    <a:pt x="422" y="431"/>
                    <a:pt x="433" y="426"/>
                    <a:pt x="445" y="426"/>
                  </a:cubicBezTo>
                  <a:cubicBezTo>
                    <a:pt x="457" y="426"/>
                    <a:pt x="470" y="431"/>
                    <a:pt x="483" y="431"/>
                  </a:cubicBezTo>
                  <a:cubicBezTo>
                    <a:pt x="494" y="431"/>
                    <a:pt x="505" y="428"/>
                    <a:pt x="516" y="414"/>
                  </a:cubicBezTo>
                  <a:cubicBezTo>
                    <a:pt x="550" y="371"/>
                    <a:pt x="585" y="346"/>
                    <a:pt x="628" y="337"/>
                  </a:cubicBezTo>
                  <a:cubicBezTo>
                    <a:pt x="671" y="320"/>
                    <a:pt x="696" y="320"/>
                    <a:pt x="731" y="311"/>
                  </a:cubicBezTo>
                  <a:cubicBezTo>
                    <a:pt x="752" y="300"/>
                    <a:pt x="778" y="290"/>
                    <a:pt x="800" y="290"/>
                  </a:cubicBezTo>
                  <a:cubicBezTo>
                    <a:pt x="813" y="290"/>
                    <a:pt x="824" y="293"/>
                    <a:pt x="834" y="303"/>
                  </a:cubicBezTo>
                  <a:cubicBezTo>
                    <a:pt x="851" y="320"/>
                    <a:pt x="868" y="346"/>
                    <a:pt x="885" y="354"/>
                  </a:cubicBezTo>
                  <a:cubicBezTo>
                    <a:pt x="892" y="358"/>
                    <a:pt x="899" y="359"/>
                    <a:pt x="906" y="359"/>
                  </a:cubicBezTo>
                  <a:cubicBezTo>
                    <a:pt x="937" y="359"/>
                    <a:pt x="973" y="335"/>
                    <a:pt x="1014" y="328"/>
                  </a:cubicBezTo>
                  <a:lnTo>
                    <a:pt x="1040" y="380"/>
                  </a:lnTo>
                  <a:lnTo>
                    <a:pt x="1057" y="397"/>
                  </a:lnTo>
                  <a:lnTo>
                    <a:pt x="1100" y="440"/>
                  </a:lnTo>
                  <a:cubicBezTo>
                    <a:pt x="1100" y="406"/>
                    <a:pt x="1134" y="380"/>
                    <a:pt x="1143" y="346"/>
                  </a:cubicBezTo>
                  <a:cubicBezTo>
                    <a:pt x="1169" y="303"/>
                    <a:pt x="1152" y="286"/>
                    <a:pt x="1134" y="243"/>
                  </a:cubicBezTo>
                  <a:cubicBezTo>
                    <a:pt x="1100" y="182"/>
                    <a:pt x="1040" y="122"/>
                    <a:pt x="988" y="71"/>
                  </a:cubicBezTo>
                  <a:cubicBezTo>
                    <a:pt x="963" y="54"/>
                    <a:pt x="954" y="45"/>
                    <a:pt x="920" y="45"/>
                  </a:cubicBezTo>
                  <a:cubicBezTo>
                    <a:pt x="885" y="36"/>
                    <a:pt x="860" y="19"/>
                    <a:pt x="825" y="11"/>
                  </a:cubicBezTo>
                  <a:cubicBezTo>
                    <a:pt x="807" y="3"/>
                    <a:pt x="789" y="1"/>
                    <a:pt x="771" y="1"/>
                  </a:cubicBezTo>
                  <a:close/>
                  <a:moveTo>
                    <a:pt x="285" y="1458"/>
                  </a:moveTo>
                  <a:cubicBezTo>
                    <a:pt x="288" y="1480"/>
                    <a:pt x="297" y="1514"/>
                    <a:pt x="318" y="1514"/>
                  </a:cubicBezTo>
                  <a:cubicBezTo>
                    <a:pt x="305" y="1500"/>
                    <a:pt x="296" y="1476"/>
                    <a:pt x="285" y="1458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2624" name="Google Shape;22624;p75"/>
          <p:cNvGrpSpPr/>
          <p:nvPr/>
        </p:nvGrpSpPr>
        <p:grpSpPr>
          <a:xfrm>
            <a:off x="707714" y="4710342"/>
            <a:ext cx="464693" cy="328425"/>
            <a:chOff x="5658425" y="1270850"/>
            <a:chExt cx="179800" cy="127075"/>
          </a:xfrm>
        </p:grpSpPr>
        <p:sp>
          <p:nvSpPr>
            <p:cNvPr id="22625" name="Google Shape;22625;p75"/>
            <p:cNvSpPr/>
            <p:nvPr/>
          </p:nvSpPr>
          <p:spPr>
            <a:xfrm>
              <a:off x="5704400" y="1271825"/>
              <a:ext cx="133825" cy="126100"/>
            </a:xfrm>
            <a:custGeom>
              <a:avLst/>
              <a:gdLst/>
              <a:ahLst/>
              <a:cxnLst/>
              <a:rect l="l" t="t" r="r" b="b"/>
              <a:pathLst>
                <a:path w="5353" h="5044" extrusionOk="0">
                  <a:moveTo>
                    <a:pt x="713" y="9"/>
                  </a:moveTo>
                  <a:cubicBezTo>
                    <a:pt x="816" y="9"/>
                    <a:pt x="911" y="18"/>
                    <a:pt x="1014" y="18"/>
                  </a:cubicBezTo>
                  <a:cubicBezTo>
                    <a:pt x="1263" y="35"/>
                    <a:pt x="1486" y="138"/>
                    <a:pt x="1718" y="164"/>
                  </a:cubicBezTo>
                  <a:cubicBezTo>
                    <a:pt x="1968" y="198"/>
                    <a:pt x="2217" y="198"/>
                    <a:pt x="2466" y="215"/>
                  </a:cubicBezTo>
                  <a:cubicBezTo>
                    <a:pt x="2492" y="215"/>
                    <a:pt x="2517" y="224"/>
                    <a:pt x="2543" y="232"/>
                  </a:cubicBezTo>
                  <a:cubicBezTo>
                    <a:pt x="2578" y="250"/>
                    <a:pt x="2595" y="284"/>
                    <a:pt x="2629" y="301"/>
                  </a:cubicBezTo>
                  <a:cubicBezTo>
                    <a:pt x="2681" y="344"/>
                    <a:pt x="2758" y="336"/>
                    <a:pt x="2827" y="336"/>
                  </a:cubicBezTo>
                  <a:cubicBezTo>
                    <a:pt x="2981" y="336"/>
                    <a:pt x="3136" y="327"/>
                    <a:pt x="3282" y="327"/>
                  </a:cubicBezTo>
                  <a:cubicBezTo>
                    <a:pt x="3411" y="318"/>
                    <a:pt x="3548" y="318"/>
                    <a:pt x="3677" y="344"/>
                  </a:cubicBezTo>
                  <a:cubicBezTo>
                    <a:pt x="3780" y="361"/>
                    <a:pt x="3883" y="404"/>
                    <a:pt x="3987" y="421"/>
                  </a:cubicBezTo>
                  <a:cubicBezTo>
                    <a:pt x="4012" y="430"/>
                    <a:pt x="4055" y="430"/>
                    <a:pt x="4090" y="430"/>
                  </a:cubicBezTo>
                  <a:cubicBezTo>
                    <a:pt x="4158" y="430"/>
                    <a:pt x="4227" y="430"/>
                    <a:pt x="4262" y="447"/>
                  </a:cubicBezTo>
                  <a:cubicBezTo>
                    <a:pt x="4476" y="559"/>
                    <a:pt x="4579" y="774"/>
                    <a:pt x="4786" y="903"/>
                  </a:cubicBezTo>
                  <a:cubicBezTo>
                    <a:pt x="4820" y="920"/>
                    <a:pt x="4863" y="946"/>
                    <a:pt x="4871" y="989"/>
                  </a:cubicBezTo>
                  <a:cubicBezTo>
                    <a:pt x="4880" y="1083"/>
                    <a:pt x="4863" y="1100"/>
                    <a:pt x="4932" y="1195"/>
                  </a:cubicBezTo>
                  <a:cubicBezTo>
                    <a:pt x="4957" y="1229"/>
                    <a:pt x="4975" y="1272"/>
                    <a:pt x="5009" y="1306"/>
                  </a:cubicBezTo>
                  <a:cubicBezTo>
                    <a:pt x="5121" y="1444"/>
                    <a:pt x="5198" y="1547"/>
                    <a:pt x="5241" y="1719"/>
                  </a:cubicBezTo>
                  <a:cubicBezTo>
                    <a:pt x="5267" y="1830"/>
                    <a:pt x="5318" y="1934"/>
                    <a:pt x="5335" y="2045"/>
                  </a:cubicBezTo>
                  <a:cubicBezTo>
                    <a:pt x="5353" y="2166"/>
                    <a:pt x="5335" y="2294"/>
                    <a:pt x="5327" y="2415"/>
                  </a:cubicBezTo>
                  <a:cubicBezTo>
                    <a:pt x="5327" y="2458"/>
                    <a:pt x="5301" y="2475"/>
                    <a:pt x="5284" y="2518"/>
                  </a:cubicBezTo>
                  <a:cubicBezTo>
                    <a:pt x="5250" y="2621"/>
                    <a:pt x="5284" y="2724"/>
                    <a:pt x="5301" y="2844"/>
                  </a:cubicBezTo>
                  <a:cubicBezTo>
                    <a:pt x="5310" y="2939"/>
                    <a:pt x="5301" y="3119"/>
                    <a:pt x="5258" y="3205"/>
                  </a:cubicBezTo>
                  <a:cubicBezTo>
                    <a:pt x="5241" y="3257"/>
                    <a:pt x="5103" y="3557"/>
                    <a:pt x="5069" y="3635"/>
                  </a:cubicBezTo>
                  <a:cubicBezTo>
                    <a:pt x="5035" y="3703"/>
                    <a:pt x="4957" y="3815"/>
                    <a:pt x="4940" y="3884"/>
                  </a:cubicBezTo>
                  <a:cubicBezTo>
                    <a:pt x="4923" y="3927"/>
                    <a:pt x="4829" y="4159"/>
                    <a:pt x="4734" y="4262"/>
                  </a:cubicBezTo>
                  <a:cubicBezTo>
                    <a:pt x="4640" y="4382"/>
                    <a:pt x="4571" y="4451"/>
                    <a:pt x="4382" y="4477"/>
                  </a:cubicBezTo>
                  <a:cubicBezTo>
                    <a:pt x="4322" y="4485"/>
                    <a:pt x="4090" y="4614"/>
                    <a:pt x="4030" y="4605"/>
                  </a:cubicBezTo>
                  <a:cubicBezTo>
                    <a:pt x="3978" y="4605"/>
                    <a:pt x="3935" y="4623"/>
                    <a:pt x="3883" y="4631"/>
                  </a:cubicBezTo>
                  <a:cubicBezTo>
                    <a:pt x="3866" y="4631"/>
                    <a:pt x="3849" y="4631"/>
                    <a:pt x="3832" y="4631"/>
                  </a:cubicBezTo>
                  <a:cubicBezTo>
                    <a:pt x="3815" y="4631"/>
                    <a:pt x="3789" y="4631"/>
                    <a:pt x="3772" y="4640"/>
                  </a:cubicBezTo>
                  <a:cubicBezTo>
                    <a:pt x="3617" y="4666"/>
                    <a:pt x="3351" y="4709"/>
                    <a:pt x="3265" y="4734"/>
                  </a:cubicBezTo>
                  <a:cubicBezTo>
                    <a:pt x="3153" y="4769"/>
                    <a:pt x="2964" y="4769"/>
                    <a:pt x="2853" y="4752"/>
                  </a:cubicBezTo>
                  <a:cubicBezTo>
                    <a:pt x="2724" y="4743"/>
                    <a:pt x="2500" y="4863"/>
                    <a:pt x="2363" y="4872"/>
                  </a:cubicBezTo>
                  <a:cubicBezTo>
                    <a:pt x="2260" y="4872"/>
                    <a:pt x="2191" y="4872"/>
                    <a:pt x="2131" y="4872"/>
                  </a:cubicBezTo>
                  <a:cubicBezTo>
                    <a:pt x="2028" y="4863"/>
                    <a:pt x="1950" y="4863"/>
                    <a:pt x="1753" y="4906"/>
                  </a:cubicBezTo>
                  <a:cubicBezTo>
                    <a:pt x="1718" y="4923"/>
                    <a:pt x="1650" y="4915"/>
                    <a:pt x="1590" y="4915"/>
                  </a:cubicBezTo>
                  <a:cubicBezTo>
                    <a:pt x="1512" y="4915"/>
                    <a:pt x="1435" y="4915"/>
                    <a:pt x="1383" y="4932"/>
                  </a:cubicBezTo>
                  <a:cubicBezTo>
                    <a:pt x="1349" y="4941"/>
                    <a:pt x="1315" y="4949"/>
                    <a:pt x="1280" y="4966"/>
                  </a:cubicBezTo>
                  <a:cubicBezTo>
                    <a:pt x="1203" y="4984"/>
                    <a:pt x="1126" y="4992"/>
                    <a:pt x="1048" y="5018"/>
                  </a:cubicBezTo>
                  <a:cubicBezTo>
                    <a:pt x="980" y="5035"/>
                    <a:pt x="962" y="5044"/>
                    <a:pt x="894" y="5026"/>
                  </a:cubicBezTo>
                  <a:cubicBezTo>
                    <a:pt x="645" y="4975"/>
                    <a:pt x="395" y="4932"/>
                    <a:pt x="129" y="4984"/>
                  </a:cubicBezTo>
                  <a:cubicBezTo>
                    <a:pt x="95" y="4984"/>
                    <a:pt x="0" y="4597"/>
                    <a:pt x="9" y="4528"/>
                  </a:cubicBezTo>
                  <a:cubicBezTo>
                    <a:pt x="35" y="4331"/>
                    <a:pt x="60" y="4142"/>
                    <a:pt x="86" y="3944"/>
                  </a:cubicBezTo>
                  <a:cubicBezTo>
                    <a:pt x="129" y="3575"/>
                    <a:pt x="181" y="3205"/>
                    <a:pt x="241" y="2853"/>
                  </a:cubicBezTo>
                  <a:cubicBezTo>
                    <a:pt x="284" y="2535"/>
                    <a:pt x="335" y="2234"/>
                    <a:pt x="361" y="1934"/>
                  </a:cubicBezTo>
                  <a:cubicBezTo>
                    <a:pt x="387" y="1650"/>
                    <a:pt x="395" y="1375"/>
                    <a:pt x="438" y="1092"/>
                  </a:cubicBezTo>
                  <a:cubicBezTo>
                    <a:pt x="456" y="997"/>
                    <a:pt x="645" y="1"/>
                    <a:pt x="713" y="9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26" name="Google Shape;22626;p75"/>
            <p:cNvSpPr/>
            <p:nvPr/>
          </p:nvSpPr>
          <p:spPr>
            <a:xfrm>
              <a:off x="5695575" y="1270850"/>
              <a:ext cx="76925" cy="126875"/>
            </a:xfrm>
            <a:custGeom>
              <a:avLst/>
              <a:gdLst/>
              <a:ahLst/>
              <a:cxnLst/>
              <a:rect l="l" t="t" r="r" b="b"/>
              <a:pathLst>
                <a:path w="3077" h="5075" extrusionOk="0">
                  <a:moveTo>
                    <a:pt x="1047" y="1"/>
                  </a:moveTo>
                  <a:cubicBezTo>
                    <a:pt x="898" y="1"/>
                    <a:pt x="756" y="31"/>
                    <a:pt x="714" y="74"/>
                  </a:cubicBezTo>
                  <a:cubicBezTo>
                    <a:pt x="707" y="81"/>
                    <a:pt x="712" y="84"/>
                    <a:pt x="724" y="84"/>
                  </a:cubicBezTo>
                  <a:cubicBezTo>
                    <a:pt x="740" y="84"/>
                    <a:pt x="770" y="79"/>
                    <a:pt x="800" y="74"/>
                  </a:cubicBezTo>
                  <a:cubicBezTo>
                    <a:pt x="835" y="69"/>
                    <a:pt x="869" y="64"/>
                    <a:pt x="891" y="64"/>
                  </a:cubicBezTo>
                  <a:cubicBezTo>
                    <a:pt x="907" y="64"/>
                    <a:pt x="915" y="67"/>
                    <a:pt x="912" y="74"/>
                  </a:cubicBezTo>
                  <a:cubicBezTo>
                    <a:pt x="877" y="117"/>
                    <a:pt x="843" y="160"/>
                    <a:pt x="809" y="194"/>
                  </a:cubicBezTo>
                  <a:cubicBezTo>
                    <a:pt x="697" y="332"/>
                    <a:pt x="662" y="503"/>
                    <a:pt x="602" y="649"/>
                  </a:cubicBezTo>
                  <a:cubicBezTo>
                    <a:pt x="542" y="787"/>
                    <a:pt x="491" y="924"/>
                    <a:pt x="448" y="1053"/>
                  </a:cubicBezTo>
                  <a:cubicBezTo>
                    <a:pt x="413" y="1148"/>
                    <a:pt x="379" y="1259"/>
                    <a:pt x="362" y="1363"/>
                  </a:cubicBezTo>
                  <a:cubicBezTo>
                    <a:pt x="345" y="1474"/>
                    <a:pt x="370" y="1586"/>
                    <a:pt x="370" y="1698"/>
                  </a:cubicBezTo>
                  <a:cubicBezTo>
                    <a:pt x="370" y="1758"/>
                    <a:pt x="370" y="1809"/>
                    <a:pt x="370" y="1869"/>
                  </a:cubicBezTo>
                  <a:cubicBezTo>
                    <a:pt x="388" y="2136"/>
                    <a:pt x="396" y="2428"/>
                    <a:pt x="336" y="2703"/>
                  </a:cubicBezTo>
                  <a:cubicBezTo>
                    <a:pt x="302" y="2875"/>
                    <a:pt x="241" y="3046"/>
                    <a:pt x="207" y="3218"/>
                  </a:cubicBezTo>
                  <a:cubicBezTo>
                    <a:pt x="181" y="3364"/>
                    <a:pt x="156" y="3502"/>
                    <a:pt x="121" y="3648"/>
                  </a:cubicBezTo>
                  <a:cubicBezTo>
                    <a:pt x="44" y="3992"/>
                    <a:pt x="1" y="4309"/>
                    <a:pt x="121" y="4644"/>
                  </a:cubicBezTo>
                  <a:cubicBezTo>
                    <a:pt x="156" y="4739"/>
                    <a:pt x="190" y="4808"/>
                    <a:pt x="259" y="4876"/>
                  </a:cubicBezTo>
                  <a:cubicBezTo>
                    <a:pt x="310" y="4919"/>
                    <a:pt x="362" y="4980"/>
                    <a:pt x="422" y="5005"/>
                  </a:cubicBezTo>
                  <a:cubicBezTo>
                    <a:pt x="542" y="5065"/>
                    <a:pt x="705" y="5057"/>
                    <a:pt x="834" y="5074"/>
                  </a:cubicBezTo>
                  <a:cubicBezTo>
                    <a:pt x="877" y="5074"/>
                    <a:pt x="912" y="5065"/>
                    <a:pt x="955" y="5057"/>
                  </a:cubicBezTo>
                  <a:cubicBezTo>
                    <a:pt x="969" y="5054"/>
                    <a:pt x="980" y="5053"/>
                    <a:pt x="990" y="5053"/>
                  </a:cubicBezTo>
                  <a:cubicBezTo>
                    <a:pt x="1010" y="5053"/>
                    <a:pt x="1023" y="5057"/>
                    <a:pt x="1040" y="5057"/>
                  </a:cubicBezTo>
                  <a:cubicBezTo>
                    <a:pt x="1049" y="5061"/>
                    <a:pt x="1060" y="5063"/>
                    <a:pt x="1074" y="5063"/>
                  </a:cubicBezTo>
                  <a:cubicBezTo>
                    <a:pt x="1088" y="5063"/>
                    <a:pt x="1105" y="5061"/>
                    <a:pt x="1126" y="5057"/>
                  </a:cubicBezTo>
                  <a:cubicBezTo>
                    <a:pt x="1134" y="5054"/>
                    <a:pt x="1143" y="5053"/>
                    <a:pt x="1153" y="5053"/>
                  </a:cubicBezTo>
                  <a:cubicBezTo>
                    <a:pt x="1177" y="5053"/>
                    <a:pt x="1208" y="5059"/>
                    <a:pt x="1238" y="5065"/>
                  </a:cubicBezTo>
                  <a:cubicBezTo>
                    <a:pt x="1267" y="5069"/>
                    <a:pt x="1294" y="5071"/>
                    <a:pt x="1318" y="5071"/>
                  </a:cubicBezTo>
                  <a:cubicBezTo>
                    <a:pt x="1352" y="5071"/>
                    <a:pt x="1381" y="5067"/>
                    <a:pt x="1401" y="5057"/>
                  </a:cubicBezTo>
                  <a:cubicBezTo>
                    <a:pt x="1470" y="5005"/>
                    <a:pt x="1676" y="4997"/>
                    <a:pt x="1736" y="4945"/>
                  </a:cubicBezTo>
                  <a:cubicBezTo>
                    <a:pt x="1788" y="4911"/>
                    <a:pt x="1839" y="4876"/>
                    <a:pt x="1900" y="4842"/>
                  </a:cubicBezTo>
                  <a:cubicBezTo>
                    <a:pt x="1951" y="4816"/>
                    <a:pt x="1986" y="4808"/>
                    <a:pt x="2028" y="4773"/>
                  </a:cubicBezTo>
                  <a:cubicBezTo>
                    <a:pt x="2054" y="4756"/>
                    <a:pt x="2071" y="4739"/>
                    <a:pt x="2097" y="4722"/>
                  </a:cubicBezTo>
                  <a:cubicBezTo>
                    <a:pt x="2166" y="4662"/>
                    <a:pt x="2114" y="4541"/>
                    <a:pt x="2209" y="4507"/>
                  </a:cubicBezTo>
                  <a:cubicBezTo>
                    <a:pt x="2286" y="4481"/>
                    <a:pt x="2355" y="4464"/>
                    <a:pt x="2407" y="4404"/>
                  </a:cubicBezTo>
                  <a:cubicBezTo>
                    <a:pt x="2441" y="4370"/>
                    <a:pt x="2458" y="4352"/>
                    <a:pt x="2458" y="4309"/>
                  </a:cubicBezTo>
                  <a:cubicBezTo>
                    <a:pt x="2467" y="4284"/>
                    <a:pt x="2475" y="4249"/>
                    <a:pt x="2475" y="4215"/>
                  </a:cubicBezTo>
                  <a:cubicBezTo>
                    <a:pt x="2475" y="4181"/>
                    <a:pt x="2570" y="4181"/>
                    <a:pt x="2561" y="4146"/>
                  </a:cubicBezTo>
                  <a:cubicBezTo>
                    <a:pt x="2561" y="4138"/>
                    <a:pt x="2553" y="4120"/>
                    <a:pt x="2553" y="4103"/>
                  </a:cubicBezTo>
                  <a:cubicBezTo>
                    <a:pt x="2553" y="4077"/>
                    <a:pt x="2570" y="4077"/>
                    <a:pt x="2578" y="4060"/>
                  </a:cubicBezTo>
                  <a:cubicBezTo>
                    <a:pt x="2596" y="4009"/>
                    <a:pt x="2587" y="3940"/>
                    <a:pt x="2604" y="3888"/>
                  </a:cubicBezTo>
                  <a:cubicBezTo>
                    <a:pt x="2621" y="3820"/>
                    <a:pt x="2681" y="3760"/>
                    <a:pt x="2716" y="3691"/>
                  </a:cubicBezTo>
                  <a:cubicBezTo>
                    <a:pt x="2742" y="3656"/>
                    <a:pt x="2750" y="3614"/>
                    <a:pt x="2776" y="3579"/>
                  </a:cubicBezTo>
                  <a:cubicBezTo>
                    <a:pt x="2793" y="3562"/>
                    <a:pt x="2819" y="3536"/>
                    <a:pt x="2827" y="3519"/>
                  </a:cubicBezTo>
                  <a:cubicBezTo>
                    <a:pt x="2845" y="3485"/>
                    <a:pt x="2845" y="3450"/>
                    <a:pt x="2853" y="3416"/>
                  </a:cubicBezTo>
                  <a:cubicBezTo>
                    <a:pt x="2862" y="3364"/>
                    <a:pt x="2870" y="3313"/>
                    <a:pt x="2888" y="3261"/>
                  </a:cubicBezTo>
                  <a:cubicBezTo>
                    <a:pt x="2905" y="3210"/>
                    <a:pt x="2905" y="3150"/>
                    <a:pt x="2939" y="3107"/>
                  </a:cubicBezTo>
                  <a:cubicBezTo>
                    <a:pt x="2956" y="3081"/>
                    <a:pt x="2982" y="3072"/>
                    <a:pt x="2999" y="3055"/>
                  </a:cubicBezTo>
                  <a:cubicBezTo>
                    <a:pt x="3034" y="3012"/>
                    <a:pt x="3034" y="2952"/>
                    <a:pt x="3042" y="2900"/>
                  </a:cubicBezTo>
                  <a:cubicBezTo>
                    <a:pt x="3051" y="2857"/>
                    <a:pt x="3051" y="2806"/>
                    <a:pt x="3059" y="2763"/>
                  </a:cubicBezTo>
                  <a:cubicBezTo>
                    <a:pt x="3068" y="2720"/>
                    <a:pt x="3034" y="2668"/>
                    <a:pt x="3034" y="2634"/>
                  </a:cubicBezTo>
                  <a:cubicBezTo>
                    <a:pt x="3016" y="2574"/>
                    <a:pt x="3008" y="2565"/>
                    <a:pt x="3042" y="2514"/>
                  </a:cubicBezTo>
                  <a:cubicBezTo>
                    <a:pt x="3077" y="2462"/>
                    <a:pt x="2999" y="2437"/>
                    <a:pt x="2999" y="2385"/>
                  </a:cubicBezTo>
                  <a:cubicBezTo>
                    <a:pt x="2999" y="2342"/>
                    <a:pt x="2974" y="2308"/>
                    <a:pt x="2965" y="2265"/>
                  </a:cubicBezTo>
                  <a:cubicBezTo>
                    <a:pt x="2939" y="2205"/>
                    <a:pt x="2982" y="2136"/>
                    <a:pt x="2965" y="2058"/>
                  </a:cubicBezTo>
                  <a:cubicBezTo>
                    <a:pt x="2931" y="1955"/>
                    <a:pt x="2948" y="1827"/>
                    <a:pt x="2905" y="1732"/>
                  </a:cubicBezTo>
                  <a:cubicBezTo>
                    <a:pt x="2888" y="1672"/>
                    <a:pt x="2870" y="1620"/>
                    <a:pt x="2853" y="1560"/>
                  </a:cubicBezTo>
                  <a:cubicBezTo>
                    <a:pt x="2845" y="1517"/>
                    <a:pt x="2845" y="1466"/>
                    <a:pt x="2819" y="1431"/>
                  </a:cubicBezTo>
                  <a:cubicBezTo>
                    <a:pt x="2750" y="1311"/>
                    <a:pt x="2664" y="1191"/>
                    <a:pt x="2647" y="1062"/>
                  </a:cubicBezTo>
                  <a:cubicBezTo>
                    <a:pt x="2647" y="1002"/>
                    <a:pt x="2638" y="924"/>
                    <a:pt x="2587" y="864"/>
                  </a:cubicBezTo>
                  <a:cubicBezTo>
                    <a:pt x="2570" y="847"/>
                    <a:pt x="2553" y="847"/>
                    <a:pt x="2535" y="830"/>
                  </a:cubicBezTo>
                  <a:cubicBezTo>
                    <a:pt x="2510" y="813"/>
                    <a:pt x="2501" y="787"/>
                    <a:pt x="2475" y="770"/>
                  </a:cubicBezTo>
                  <a:cubicBezTo>
                    <a:pt x="2407" y="735"/>
                    <a:pt x="2398" y="710"/>
                    <a:pt x="2364" y="658"/>
                  </a:cubicBezTo>
                  <a:cubicBezTo>
                    <a:pt x="2329" y="607"/>
                    <a:pt x="2269" y="581"/>
                    <a:pt x="2235" y="538"/>
                  </a:cubicBezTo>
                  <a:cubicBezTo>
                    <a:pt x="2192" y="495"/>
                    <a:pt x="2149" y="460"/>
                    <a:pt x="2106" y="418"/>
                  </a:cubicBezTo>
                  <a:cubicBezTo>
                    <a:pt x="2071" y="383"/>
                    <a:pt x="2046" y="349"/>
                    <a:pt x="2003" y="323"/>
                  </a:cubicBezTo>
                  <a:cubicBezTo>
                    <a:pt x="1968" y="306"/>
                    <a:pt x="1943" y="280"/>
                    <a:pt x="1908" y="271"/>
                  </a:cubicBezTo>
                  <a:cubicBezTo>
                    <a:pt x="1874" y="271"/>
                    <a:pt x="1857" y="263"/>
                    <a:pt x="1831" y="254"/>
                  </a:cubicBezTo>
                  <a:cubicBezTo>
                    <a:pt x="1788" y="237"/>
                    <a:pt x="1788" y="237"/>
                    <a:pt x="1762" y="211"/>
                  </a:cubicBezTo>
                  <a:cubicBezTo>
                    <a:pt x="1745" y="194"/>
                    <a:pt x="1719" y="186"/>
                    <a:pt x="1693" y="168"/>
                  </a:cubicBezTo>
                  <a:cubicBezTo>
                    <a:pt x="1668" y="151"/>
                    <a:pt x="1650" y="125"/>
                    <a:pt x="1608" y="117"/>
                  </a:cubicBezTo>
                  <a:lnTo>
                    <a:pt x="1565" y="117"/>
                  </a:lnTo>
                  <a:cubicBezTo>
                    <a:pt x="1547" y="117"/>
                    <a:pt x="1539" y="117"/>
                    <a:pt x="1504" y="108"/>
                  </a:cubicBezTo>
                  <a:cubicBezTo>
                    <a:pt x="1453" y="82"/>
                    <a:pt x="1341" y="82"/>
                    <a:pt x="1272" y="65"/>
                  </a:cubicBezTo>
                  <a:cubicBezTo>
                    <a:pt x="1238" y="48"/>
                    <a:pt x="1178" y="22"/>
                    <a:pt x="1144" y="5"/>
                  </a:cubicBezTo>
                  <a:cubicBezTo>
                    <a:pt x="1112" y="2"/>
                    <a:pt x="1079" y="1"/>
                    <a:pt x="104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27" name="Google Shape;22627;p75"/>
            <p:cNvSpPr/>
            <p:nvPr/>
          </p:nvSpPr>
          <p:spPr>
            <a:xfrm>
              <a:off x="5658425" y="1335825"/>
              <a:ext cx="450" cy="25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" y="1"/>
                  </a:moveTo>
                  <a:lnTo>
                    <a:pt x="1" y="1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28" name="Google Shape;22628;p75"/>
            <p:cNvSpPr/>
            <p:nvPr/>
          </p:nvSpPr>
          <p:spPr>
            <a:xfrm>
              <a:off x="5658650" y="1271150"/>
              <a:ext cx="106325" cy="125900"/>
            </a:xfrm>
            <a:custGeom>
              <a:avLst/>
              <a:gdLst/>
              <a:ahLst/>
              <a:cxnLst/>
              <a:rect l="l" t="t" r="r" b="b"/>
              <a:pathLst>
                <a:path w="4253" h="5036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12" y="3619"/>
                    <a:pt x="163" y="3730"/>
                    <a:pt x="249" y="3799"/>
                  </a:cubicBezTo>
                  <a:cubicBezTo>
                    <a:pt x="284" y="3825"/>
                    <a:pt x="309" y="3851"/>
                    <a:pt x="335" y="3894"/>
                  </a:cubicBezTo>
                  <a:cubicBezTo>
                    <a:pt x="370" y="3962"/>
                    <a:pt x="395" y="3988"/>
                    <a:pt x="456" y="4040"/>
                  </a:cubicBezTo>
                  <a:cubicBezTo>
                    <a:pt x="550" y="4108"/>
                    <a:pt x="567" y="4229"/>
                    <a:pt x="627" y="4315"/>
                  </a:cubicBezTo>
                  <a:cubicBezTo>
                    <a:pt x="653" y="4349"/>
                    <a:pt x="679" y="4392"/>
                    <a:pt x="713" y="4409"/>
                  </a:cubicBezTo>
                  <a:cubicBezTo>
                    <a:pt x="782" y="4435"/>
                    <a:pt x="851" y="4418"/>
                    <a:pt x="919" y="4461"/>
                  </a:cubicBezTo>
                  <a:cubicBezTo>
                    <a:pt x="962" y="4486"/>
                    <a:pt x="1005" y="4521"/>
                    <a:pt x="1048" y="4547"/>
                  </a:cubicBezTo>
                  <a:cubicBezTo>
                    <a:pt x="1100" y="4581"/>
                    <a:pt x="1169" y="4624"/>
                    <a:pt x="1212" y="4675"/>
                  </a:cubicBezTo>
                  <a:cubicBezTo>
                    <a:pt x="1280" y="4779"/>
                    <a:pt x="1323" y="4839"/>
                    <a:pt x="1444" y="4890"/>
                  </a:cubicBezTo>
                  <a:cubicBezTo>
                    <a:pt x="1555" y="4942"/>
                    <a:pt x="1658" y="4968"/>
                    <a:pt x="1770" y="4976"/>
                  </a:cubicBezTo>
                  <a:cubicBezTo>
                    <a:pt x="1813" y="4985"/>
                    <a:pt x="1856" y="4985"/>
                    <a:pt x="1899" y="4993"/>
                  </a:cubicBezTo>
                  <a:cubicBezTo>
                    <a:pt x="1933" y="5002"/>
                    <a:pt x="1968" y="5019"/>
                    <a:pt x="2002" y="5028"/>
                  </a:cubicBezTo>
                  <a:cubicBezTo>
                    <a:pt x="2022" y="5033"/>
                    <a:pt x="2041" y="5035"/>
                    <a:pt x="2060" y="5035"/>
                  </a:cubicBezTo>
                  <a:cubicBezTo>
                    <a:pt x="2096" y="5035"/>
                    <a:pt x="2131" y="5028"/>
                    <a:pt x="2165" y="5028"/>
                  </a:cubicBezTo>
                  <a:lnTo>
                    <a:pt x="2234" y="5028"/>
                  </a:lnTo>
                  <a:cubicBezTo>
                    <a:pt x="2247" y="5032"/>
                    <a:pt x="2262" y="5034"/>
                    <a:pt x="2278" y="5034"/>
                  </a:cubicBezTo>
                  <a:cubicBezTo>
                    <a:pt x="2294" y="5034"/>
                    <a:pt x="2311" y="5032"/>
                    <a:pt x="2328" y="5028"/>
                  </a:cubicBezTo>
                  <a:cubicBezTo>
                    <a:pt x="2363" y="5011"/>
                    <a:pt x="2389" y="4993"/>
                    <a:pt x="2423" y="4968"/>
                  </a:cubicBezTo>
                  <a:cubicBezTo>
                    <a:pt x="2457" y="4942"/>
                    <a:pt x="2492" y="4933"/>
                    <a:pt x="2535" y="4925"/>
                  </a:cubicBezTo>
                  <a:cubicBezTo>
                    <a:pt x="2646" y="4899"/>
                    <a:pt x="2758" y="4890"/>
                    <a:pt x="2870" y="4847"/>
                  </a:cubicBezTo>
                  <a:cubicBezTo>
                    <a:pt x="2964" y="4813"/>
                    <a:pt x="3059" y="4770"/>
                    <a:pt x="3153" y="4744"/>
                  </a:cubicBezTo>
                  <a:cubicBezTo>
                    <a:pt x="3239" y="4718"/>
                    <a:pt x="3274" y="4632"/>
                    <a:pt x="3342" y="4581"/>
                  </a:cubicBezTo>
                  <a:cubicBezTo>
                    <a:pt x="3411" y="4521"/>
                    <a:pt x="3454" y="4512"/>
                    <a:pt x="3523" y="4461"/>
                  </a:cubicBezTo>
                  <a:cubicBezTo>
                    <a:pt x="3548" y="4435"/>
                    <a:pt x="3557" y="4435"/>
                    <a:pt x="3574" y="4401"/>
                  </a:cubicBezTo>
                  <a:cubicBezTo>
                    <a:pt x="3591" y="4366"/>
                    <a:pt x="3617" y="4332"/>
                    <a:pt x="3634" y="4297"/>
                  </a:cubicBezTo>
                  <a:cubicBezTo>
                    <a:pt x="3652" y="4254"/>
                    <a:pt x="3703" y="4254"/>
                    <a:pt x="3703" y="4212"/>
                  </a:cubicBezTo>
                  <a:cubicBezTo>
                    <a:pt x="3712" y="4169"/>
                    <a:pt x="3729" y="4143"/>
                    <a:pt x="3746" y="4100"/>
                  </a:cubicBezTo>
                  <a:cubicBezTo>
                    <a:pt x="3763" y="4040"/>
                    <a:pt x="3780" y="3971"/>
                    <a:pt x="3798" y="3902"/>
                  </a:cubicBezTo>
                  <a:cubicBezTo>
                    <a:pt x="3815" y="3868"/>
                    <a:pt x="3849" y="3816"/>
                    <a:pt x="3875" y="3773"/>
                  </a:cubicBezTo>
                  <a:cubicBezTo>
                    <a:pt x="3926" y="3687"/>
                    <a:pt x="3969" y="3593"/>
                    <a:pt x="4012" y="3507"/>
                  </a:cubicBezTo>
                  <a:cubicBezTo>
                    <a:pt x="4090" y="3344"/>
                    <a:pt x="4253" y="3146"/>
                    <a:pt x="4219" y="2957"/>
                  </a:cubicBezTo>
                  <a:cubicBezTo>
                    <a:pt x="4201" y="2837"/>
                    <a:pt x="4193" y="2691"/>
                    <a:pt x="4141" y="2579"/>
                  </a:cubicBezTo>
                  <a:cubicBezTo>
                    <a:pt x="4124" y="2545"/>
                    <a:pt x="4090" y="2493"/>
                    <a:pt x="4090" y="2459"/>
                  </a:cubicBezTo>
                  <a:cubicBezTo>
                    <a:pt x="4081" y="2373"/>
                    <a:pt x="4115" y="2261"/>
                    <a:pt x="4124" y="2184"/>
                  </a:cubicBezTo>
                  <a:cubicBezTo>
                    <a:pt x="4141" y="2081"/>
                    <a:pt x="4133" y="2012"/>
                    <a:pt x="4107" y="1909"/>
                  </a:cubicBezTo>
                  <a:cubicBezTo>
                    <a:pt x="4090" y="1832"/>
                    <a:pt x="4098" y="1754"/>
                    <a:pt x="4081" y="1668"/>
                  </a:cubicBezTo>
                  <a:cubicBezTo>
                    <a:pt x="4064" y="1531"/>
                    <a:pt x="4030" y="1368"/>
                    <a:pt x="3944" y="1256"/>
                  </a:cubicBezTo>
                  <a:cubicBezTo>
                    <a:pt x="3909" y="1213"/>
                    <a:pt x="3866" y="1205"/>
                    <a:pt x="3823" y="1170"/>
                  </a:cubicBezTo>
                  <a:cubicBezTo>
                    <a:pt x="3798" y="1153"/>
                    <a:pt x="3763" y="1101"/>
                    <a:pt x="3746" y="1067"/>
                  </a:cubicBezTo>
                  <a:cubicBezTo>
                    <a:pt x="3712" y="1016"/>
                    <a:pt x="3694" y="955"/>
                    <a:pt x="3694" y="895"/>
                  </a:cubicBezTo>
                  <a:cubicBezTo>
                    <a:pt x="3703" y="844"/>
                    <a:pt x="3712" y="775"/>
                    <a:pt x="3686" y="732"/>
                  </a:cubicBezTo>
                  <a:cubicBezTo>
                    <a:pt x="3652" y="680"/>
                    <a:pt x="3617" y="655"/>
                    <a:pt x="3591" y="603"/>
                  </a:cubicBezTo>
                  <a:cubicBezTo>
                    <a:pt x="3557" y="534"/>
                    <a:pt x="3531" y="509"/>
                    <a:pt x="3480" y="466"/>
                  </a:cubicBezTo>
                  <a:cubicBezTo>
                    <a:pt x="3385" y="397"/>
                    <a:pt x="3291" y="337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612" y="36"/>
                    <a:pt x="2578" y="36"/>
                    <a:pt x="2535" y="36"/>
                  </a:cubicBezTo>
                  <a:lnTo>
                    <a:pt x="2475" y="36"/>
                  </a:ln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29" name="Google Shape;22629;p75"/>
            <p:cNvSpPr/>
            <p:nvPr/>
          </p:nvSpPr>
          <p:spPr>
            <a:xfrm>
              <a:off x="5707400" y="1280200"/>
              <a:ext cx="1525" cy="450"/>
            </a:xfrm>
            <a:custGeom>
              <a:avLst/>
              <a:gdLst/>
              <a:ahLst/>
              <a:cxnLst/>
              <a:rect l="l" t="t" r="r" b="b"/>
              <a:pathLst>
                <a:path w="61" h="18" extrusionOk="0">
                  <a:moveTo>
                    <a:pt x="0" y="1"/>
                  </a:moveTo>
                  <a:cubicBezTo>
                    <a:pt x="35" y="9"/>
                    <a:pt x="43" y="18"/>
                    <a:pt x="52" y="18"/>
                  </a:cubicBezTo>
                  <a:cubicBezTo>
                    <a:pt x="61" y="18"/>
                    <a:pt x="61" y="9"/>
                    <a:pt x="52" y="9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rgbClr val="E4C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30" name="Google Shape;22630;p75"/>
            <p:cNvSpPr/>
            <p:nvPr/>
          </p:nvSpPr>
          <p:spPr>
            <a:xfrm>
              <a:off x="5709550" y="1391900"/>
              <a:ext cx="21925" cy="5175"/>
            </a:xfrm>
            <a:custGeom>
              <a:avLst/>
              <a:gdLst/>
              <a:ahLst/>
              <a:cxnLst/>
              <a:rect l="l" t="t" r="r" b="b"/>
              <a:pathLst>
                <a:path w="877" h="207" extrusionOk="0">
                  <a:moveTo>
                    <a:pt x="26" y="206"/>
                  </a:moveTo>
                  <a:cubicBezTo>
                    <a:pt x="18" y="206"/>
                    <a:pt x="9" y="206"/>
                    <a:pt x="0" y="206"/>
                  </a:cubicBezTo>
                  <a:lnTo>
                    <a:pt x="0" y="206"/>
                  </a:lnTo>
                  <a:cubicBezTo>
                    <a:pt x="9" y="206"/>
                    <a:pt x="18" y="206"/>
                    <a:pt x="26" y="206"/>
                  </a:cubicBezTo>
                  <a:cubicBezTo>
                    <a:pt x="60" y="206"/>
                    <a:pt x="95" y="198"/>
                    <a:pt x="129" y="198"/>
                  </a:cubicBezTo>
                  <a:cubicBezTo>
                    <a:pt x="138" y="198"/>
                    <a:pt x="146" y="198"/>
                    <a:pt x="146" y="198"/>
                  </a:cubicBezTo>
                  <a:cubicBezTo>
                    <a:pt x="164" y="198"/>
                    <a:pt x="181" y="198"/>
                    <a:pt x="198" y="198"/>
                  </a:cubicBezTo>
                  <a:cubicBezTo>
                    <a:pt x="207" y="198"/>
                    <a:pt x="224" y="206"/>
                    <a:pt x="241" y="206"/>
                  </a:cubicBezTo>
                  <a:cubicBezTo>
                    <a:pt x="258" y="206"/>
                    <a:pt x="275" y="198"/>
                    <a:pt x="292" y="198"/>
                  </a:cubicBezTo>
                  <a:cubicBezTo>
                    <a:pt x="327" y="181"/>
                    <a:pt x="353" y="163"/>
                    <a:pt x="387" y="138"/>
                  </a:cubicBezTo>
                  <a:cubicBezTo>
                    <a:pt x="421" y="112"/>
                    <a:pt x="456" y="103"/>
                    <a:pt x="499" y="95"/>
                  </a:cubicBezTo>
                  <a:cubicBezTo>
                    <a:pt x="610" y="69"/>
                    <a:pt x="722" y="60"/>
                    <a:pt x="834" y="17"/>
                  </a:cubicBezTo>
                  <a:cubicBezTo>
                    <a:pt x="842" y="17"/>
                    <a:pt x="859" y="9"/>
                    <a:pt x="877" y="0"/>
                  </a:cubicBezTo>
                  <a:cubicBezTo>
                    <a:pt x="859" y="9"/>
                    <a:pt x="842" y="17"/>
                    <a:pt x="834" y="17"/>
                  </a:cubicBezTo>
                  <a:cubicBezTo>
                    <a:pt x="722" y="60"/>
                    <a:pt x="610" y="69"/>
                    <a:pt x="499" y="95"/>
                  </a:cubicBezTo>
                  <a:cubicBezTo>
                    <a:pt x="456" y="103"/>
                    <a:pt x="421" y="112"/>
                    <a:pt x="387" y="138"/>
                  </a:cubicBezTo>
                  <a:cubicBezTo>
                    <a:pt x="353" y="163"/>
                    <a:pt x="327" y="181"/>
                    <a:pt x="292" y="198"/>
                  </a:cubicBezTo>
                  <a:cubicBezTo>
                    <a:pt x="275" y="198"/>
                    <a:pt x="258" y="206"/>
                    <a:pt x="241" y="206"/>
                  </a:cubicBezTo>
                  <a:cubicBezTo>
                    <a:pt x="224" y="206"/>
                    <a:pt x="207" y="198"/>
                    <a:pt x="198" y="198"/>
                  </a:cubicBezTo>
                  <a:cubicBezTo>
                    <a:pt x="181" y="198"/>
                    <a:pt x="164" y="198"/>
                    <a:pt x="146" y="198"/>
                  </a:cubicBezTo>
                  <a:cubicBezTo>
                    <a:pt x="146" y="198"/>
                    <a:pt x="138" y="198"/>
                    <a:pt x="129" y="198"/>
                  </a:cubicBezTo>
                  <a:cubicBezTo>
                    <a:pt x="95" y="198"/>
                    <a:pt x="60" y="206"/>
                    <a:pt x="26" y="206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31" name="Google Shape;22631;p75"/>
            <p:cNvSpPr/>
            <p:nvPr/>
          </p:nvSpPr>
          <p:spPr>
            <a:xfrm>
              <a:off x="5741975" y="1376200"/>
              <a:ext cx="9475" cy="9700"/>
            </a:xfrm>
            <a:custGeom>
              <a:avLst/>
              <a:gdLst/>
              <a:ahLst/>
              <a:cxnLst/>
              <a:rect l="l" t="t" r="r" b="b"/>
              <a:pathLst>
                <a:path w="379" h="388" extrusionOk="0">
                  <a:moveTo>
                    <a:pt x="1" y="388"/>
                  </a:moveTo>
                  <a:cubicBezTo>
                    <a:pt x="1" y="379"/>
                    <a:pt x="1" y="379"/>
                    <a:pt x="9" y="379"/>
                  </a:cubicBezTo>
                  <a:cubicBezTo>
                    <a:pt x="78" y="319"/>
                    <a:pt x="121" y="310"/>
                    <a:pt x="190" y="259"/>
                  </a:cubicBezTo>
                  <a:cubicBezTo>
                    <a:pt x="215" y="233"/>
                    <a:pt x="224" y="233"/>
                    <a:pt x="241" y="199"/>
                  </a:cubicBezTo>
                  <a:cubicBezTo>
                    <a:pt x="258" y="164"/>
                    <a:pt x="284" y="130"/>
                    <a:pt x="301" y="95"/>
                  </a:cubicBezTo>
                  <a:cubicBezTo>
                    <a:pt x="319" y="52"/>
                    <a:pt x="370" y="52"/>
                    <a:pt x="370" y="10"/>
                  </a:cubicBezTo>
                  <a:cubicBezTo>
                    <a:pt x="379" y="10"/>
                    <a:pt x="379" y="1"/>
                    <a:pt x="379" y="1"/>
                  </a:cubicBezTo>
                  <a:cubicBezTo>
                    <a:pt x="379" y="1"/>
                    <a:pt x="379" y="10"/>
                    <a:pt x="370" y="10"/>
                  </a:cubicBezTo>
                  <a:cubicBezTo>
                    <a:pt x="370" y="52"/>
                    <a:pt x="319" y="52"/>
                    <a:pt x="301" y="95"/>
                  </a:cubicBezTo>
                  <a:cubicBezTo>
                    <a:pt x="284" y="130"/>
                    <a:pt x="258" y="164"/>
                    <a:pt x="241" y="199"/>
                  </a:cubicBezTo>
                  <a:cubicBezTo>
                    <a:pt x="224" y="233"/>
                    <a:pt x="215" y="233"/>
                    <a:pt x="190" y="259"/>
                  </a:cubicBezTo>
                  <a:cubicBezTo>
                    <a:pt x="121" y="310"/>
                    <a:pt x="78" y="319"/>
                    <a:pt x="9" y="379"/>
                  </a:cubicBezTo>
                  <a:cubicBezTo>
                    <a:pt x="1" y="379"/>
                    <a:pt x="1" y="379"/>
                    <a:pt x="1" y="388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32" name="Google Shape;22632;p75"/>
            <p:cNvSpPr/>
            <p:nvPr/>
          </p:nvSpPr>
          <p:spPr>
            <a:xfrm>
              <a:off x="5748425" y="1286225"/>
              <a:ext cx="15475" cy="57575"/>
            </a:xfrm>
            <a:custGeom>
              <a:avLst/>
              <a:gdLst/>
              <a:ahLst/>
              <a:cxnLst/>
              <a:rect l="l" t="t" r="r" b="b"/>
              <a:pathLst>
                <a:path w="619" h="2303" extrusionOk="0">
                  <a:moveTo>
                    <a:pt x="619" y="2303"/>
                  </a:moveTo>
                  <a:cubicBezTo>
                    <a:pt x="610" y="2200"/>
                    <a:pt x="593" y="2071"/>
                    <a:pt x="550" y="1976"/>
                  </a:cubicBezTo>
                  <a:cubicBezTo>
                    <a:pt x="533" y="1942"/>
                    <a:pt x="507" y="1907"/>
                    <a:pt x="499" y="1873"/>
                  </a:cubicBezTo>
                  <a:cubicBezTo>
                    <a:pt x="507" y="1907"/>
                    <a:pt x="533" y="1942"/>
                    <a:pt x="550" y="1976"/>
                  </a:cubicBezTo>
                  <a:cubicBezTo>
                    <a:pt x="593" y="2071"/>
                    <a:pt x="610" y="2200"/>
                    <a:pt x="619" y="2303"/>
                  </a:cubicBezTo>
                  <a:close/>
                  <a:moveTo>
                    <a:pt x="95" y="129"/>
                  </a:moveTo>
                  <a:cubicBezTo>
                    <a:pt x="61" y="77"/>
                    <a:pt x="26" y="52"/>
                    <a:pt x="0" y="0"/>
                  </a:cubicBezTo>
                  <a:cubicBezTo>
                    <a:pt x="26" y="52"/>
                    <a:pt x="61" y="77"/>
                    <a:pt x="95" y="12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33" name="Google Shape;22633;p75"/>
            <p:cNvSpPr/>
            <p:nvPr/>
          </p:nvSpPr>
          <p:spPr>
            <a:xfrm>
              <a:off x="5718575" y="1271825"/>
              <a:ext cx="1950" cy="250"/>
            </a:xfrm>
            <a:custGeom>
              <a:avLst/>
              <a:gdLst/>
              <a:ahLst/>
              <a:cxnLst/>
              <a:rect l="l" t="t" r="r" b="b"/>
              <a:pathLst>
                <a:path w="78" h="10" extrusionOk="0">
                  <a:moveTo>
                    <a:pt x="78" y="9"/>
                  </a:moveTo>
                  <a:cubicBezTo>
                    <a:pt x="52" y="9"/>
                    <a:pt x="26" y="1"/>
                    <a:pt x="0" y="1"/>
                  </a:cubicBezTo>
                  <a:cubicBezTo>
                    <a:pt x="26" y="1"/>
                    <a:pt x="52" y="9"/>
                    <a:pt x="78" y="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34" name="Google Shape;22634;p75"/>
            <p:cNvSpPr/>
            <p:nvPr/>
          </p:nvSpPr>
          <p:spPr>
            <a:xfrm>
              <a:off x="5716850" y="1271400"/>
              <a:ext cx="1750" cy="450"/>
            </a:xfrm>
            <a:custGeom>
              <a:avLst/>
              <a:gdLst/>
              <a:ahLst/>
              <a:cxnLst/>
              <a:rect l="l" t="t" r="r" b="b"/>
              <a:pathLst>
                <a:path w="70" h="18" extrusionOk="0">
                  <a:moveTo>
                    <a:pt x="69" y="18"/>
                  </a:moveTo>
                  <a:lnTo>
                    <a:pt x="26" y="1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18"/>
                  </a:lnTo>
                  <a:lnTo>
                    <a:pt x="69" y="18"/>
                  </a:ln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35" name="Google Shape;22635;p75"/>
            <p:cNvSpPr/>
            <p:nvPr/>
          </p:nvSpPr>
          <p:spPr>
            <a:xfrm>
              <a:off x="5660350" y="1271175"/>
              <a:ext cx="104000" cy="125900"/>
            </a:xfrm>
            <a:custGeom>
              <a:avLst/>
              <a:gdLst/>
              <a:ahLst/>
              <a:cxnLst/>
              <a:rect l="l" t="t" r="r" b="b"/>
              <a:pathLst>
                <a:path w="4160" h="5036" extrusionOk="0">
                  <a:moveTo>
                    <a:pt x="2235" y="1"/>
                  </a:moveTo>
                  <a:cubicBezTo>
                    <a:pt x="2192" y="1"/>
                    <a:pt x="2123" y="52"/>
                    <a:pt x="2080" y="69"/>
                  </a:cubicBezTo>
                  <a:cubicBezTo>
                    <a:pt x="2028" y="87"/>
                    <a:pt x="1986" y="95"/>
                    <a:pt x="1943" y="95"/>
                  </a:cubicBezTo>
                  <a:cubicBezTo>
                    <a:pt x="1925" y="95"/>
                    <a:pt x="1908" y="95"/>
                    <a:pt x="1891" y="87"/>
                  </a:cubicBezTo>
                  <a:lnTo>
                    <a:pt x="1865" y="87"/>
                  </a:lnTo>
                  <a:cubicBezTo>
                    <a:pt x="1771" y="87"/>
                    <a:pt x="1685" y="130"/>
                    <a:pt x="1599" y="164"/>
                  </a:cubicBezTo>
                  <a:lnTo>
                    <a:pt x="1590" y="164"/>
                  </a:lnTo>
                  <a:cubicBezTo>
                    <a:pt x="1625" y="198"/>
                    <a:pt x="1659" y="224"/>
                    <a:pt x="1693" y="241"/>
                  </a:cubicBezTo>
                  <a:cubicBezTo>
                    <a:pt x="1719" y="241"/>
                    <a:pt x="1736" y="241"/>
                    <a:pt x="1754" y="258"/>
                  </a:cubicBezTo>
                  <a:cubicBezTo>
                    <a:pt x="1771" y="267"/>
                    <a:pt x="1779" y="293"/>
                    <a:pt x="1797" y="301"/>
                  </a:cubicBezTo>
                  <a:cubicBezTo>
                    <a:pt x="1831" y="327"/>
                    <a:pt x="1874" y="353"/>
                    <a:pt x="1908" y="362"/>
                  </a:cubicBezTo>
                  <a:cubicBezTo>
                    <a:pt x="1934" y="362"/>
                    <a:pt x="1951" y="353"/>
                    <a:pt x="1977" y="353"/>
                  </a:cubicBezTo>
                  <a:cubicBezTo>
                    <a:pt x="1994" y="353"/>
                    <a:pt x="2011" y="353"/>
                    <a:pt x="2028" y="362"/>
                  </a:cubicBezTo>
                  <a:cubicBezTo>
                    <a:pt x="2063" y="379"/>
                    <a:pt x="2089" y="405"/>
                    <a:pt x="2123" y="413"/>
                  </a:cubicBezTo>
                  <a:cubicBezTo>
                    <a:pt x="2157" y="430"/>
                    <a:pt x="2183" y="430"/>
                    <a:pt x="2209" y="447"/>
                  </a:cubicBezTo>
                  <a:cubicBezTo>
                    <a:pt x="2278" y="499"/>
                    <a:pt x="2338" y="559"/>
                    <a:pt x="2398" y="619"/>
                  </a:cubicBezTo>
                  <a:cubicBezTo>
                    <a:pt x="2458" y="671"/>
                    <a:pt x="2518" y="740"/>
                    <a:pt x="2587" y="783"/>
                  </a:cubicBezTo>
                  <a:cubicBezTo>
                    <a:pt x="2647" y="817"/>
                    <a:pt x="2707" y="843"/>
                    <a:pt x="2776" y="877"/>
                  </a:cubicBezTo>
                  <a:cubicBezTo>
                    <a:pt x="2827" y="903"/>
                    <a:pt x="2888" y="937"/>
                    <a:pt x="2939" y="980"/>
                  </a:cubicBezTo>
                  <a:cubicBezTo>
                    <a:pt x="2982" y="1006"/>
                    <a:pt x="3017" y="1040"/>
                    <a:pt x="3059" y="1075"/>
                  </a:cubicBezTo>
                  <a:cubicBezTo>
                    <a:pt x="3094" y="1109"/>
                    <a:pt x="3137" y="1135"/>
                    <a:pt x="3180" y="1161"/>
                  </a:cubicBezTo>
                  <a:cubicBezTo>
                    <a:pt x="3206" y="1186"/>
                    <a:pt x="3223" y="1229"/>
                    <a:pt x="3240" y="1264"/>
                  </a:cubicBezTo>
                  <a:cubicBezTo>
                    <a:pt x="3291" y="1367"/>
                    <a:pt x="3309" y="1470"/>
                    <a:pt x="3326" y="1582"/>
                  </a:cubicBezTo>
                  <a:cubicBezTo>
                    <a:pt x="3334" y="1633"/>
                    <a:pt x="3352" y="1676"/>
                    <a:pt x="3343" y="1728"/>
                  </a:cubicBezTo>
                  <a:cubicBezTo>
                    <a:pt x="3343" y="1745"/>
                    <a:pt x="3343" y="1762"/>
                    <a:pt x="3343" y="1779"/>
                  </a:cubicBezTo>
                  <a:cubicBezTo>
                    <a:pt x="3343" y="1822"/>
                    <a:pt x="3334" y="1831"/>
                    <a:pt x="3317" y="1865"/>
                  </a:cubicBezTo>
                  <a:cubicBezTo>
                    <a:pt x="3309" y="1908"/>
                    <a:pt x="3317" y="1960"/>
                    <a:pt x="3317" y="2003"/>
                  </a:cubicBezTo>
                  <a:cubicBezTo>
                    <a:pt x="3317" y="2020"/>
                    <a:pt x="3309" y="2045"/>
                    <a:pt x="3317" y="2071"/>
                  </a:cubicBezTo>
                  <a:cubicBezTo>
                    <a:pt x="3317" y="2097"/>
                    <a:pt x="3334" y="2123"/>
                    <a:pt x="3334" y="2149"/>
                  </a:cubicBezTo>
                  <a:cubicBezTo>
                    <a:pt x="3334" y="2166"/>
                    <a:pt x="3326" y="2183"/>
                    <a:pt x="3317" y="2200"/>
                  </a:cubicBezTo>
                  <a:cubicBezTo>
                    <a:pt x="3317" y="2226"/>
                    <a:pt x="3317" y="2243"/>
                    <a:pt x="3309" y="2269"/>
                  </a:cubicBezTo>
                  <a:cubicBezTo>
                    <a:pt x="3300" y="2286"/>
                    <a:pt x="3300" y="2295"/>
                    <a:pt x="3291" y="2303"/>
                  </a:cubicBezTo>
                  <a:cubicBezTo>
                    <a:pt x="3274" y="2338"/>
                    <a:pt x="3283" y="2381"/>
                    <a:pt x="3283" y="2415"/>
                  </a:cubicBezTo>
                  <a:cubicBezTo>
                    <a:pt x="3274" y="2441"/>
                    <a:pt x="3266" y="2458"/>
                    <a:pt x="3266" y="2484"/>
                  </a:cubicBezTo>
                  <a:cubicBezTo>
                    <a:pt x="3266" y="2518"/>
                    <a:pt x="3240" y="2561"/>
                    <a:pt x="3248" y="2604"/>
                  </a:cubicBezTo>
                  <a:cubicBezTo>
                    <a:pt x="3248" y="2655"/>
                    <a:pt x="3300" y="2716"/>
                    <a:pt x="3317" y="2767"/>
                  </a:cubicBezTo>
                  <a:cubicBezTo>
                    <a:pt x="3334" y="2802"/>
                    <a:pt x="3334" y="2819"/>
                    <a:pt x="3334" y="2853"/>
                  </a:cubicBezTo>
                  <a:cubicBezTo>
                    <a:pt x="3326" y="2887"/>
                    <a:pt x="3317" y="2905"/>
                    <a:pt x="3309" y="2939"/>
                  </a:cubicBezTo>
                  <a:cubicBezTo>
                    <a:pt x="3291" y="2991"/>
                    <a:pt x="3291" y="3051"/>
                    <a:pt x="3274" y="3102"/>
                  </a:cubicBezTo>
                  <a:cubicBezTo>
                    <a:pt x="3248" y="3154"/>
                    <a:pt x="3214" y="3197"/>
                    <a:pt x="3206" y="3248"/>
                  </a:cubicBezTo>
                  <a:cubicBezTo>
                    <a:pt x="3188" y="3291"/>
                    <a:pt x="3171" y="3343"/>
                    <a:pt x="3163" y="3386"/>
                  </a:cubicBezTo>
                  <a:cubicBezTo>
                    <a:pt x="3145" y="3429"/>
                    <a:pt x="3128" y="3480"/>
                    <a:pt x="3111" y="3523"/>
                  </a:cubicBezTo>
                  <a:cubicBezTo>
                    <a:pt x="3102" y="3601"/>
                    <a:pt x="3085" y="3669"/>
                    <a:pt x="3042" y="3729"/>
                  </a:cubicBezTo>
                  <a:cubicBezTo>
                    <a:pt x="3017" y="3772"/>
                    <a:pt x="2982" y="3824"/>
                    <a:pt x="2974" y="3875"/>
                  </a:cubicBezTo>
                  <a:cubicBezTo>
                    <a:pt x="2965" y="3970"/>
                    <a:pt x="2939" y="4064"/>
                    <a:pt x="2870" y="4133"/>
                  </a:cubicBezTo>
                  <a:cubicBezTo>
                    <a:pt x="2827" y="4176"/>
                    <a:pt x="2776" y="4211"/>
                    <a:pt x="2733" y="4262"/>
                  </a:cubicBezTo>
                  <a:cubicBezTo>
                    <a:pt x="2707" y="4288"/>
                    <a:pt x="2699" y="4322"/>
                    <a:pt x="2681" y="4357"/>
                  </a:cubicBezTo>
                  <a:cubicBezTo>
                    <a:pt x="2664" y="4382"/>
                    <a:pt x="2647" y="4408"/>
                    <a:pt x="2638" y="4425"/>
                  </a:cubicBezTo>
                  <a:cubicBezTo>
                    <a:pt x="2630" y="4442"/>
                    <a:pt x="2613" y="4451"/>
                    <a:pt x="2604" y="4468"/>
                  </a:cubicBezTo>
                  <a:cubicBezTo>
                    <a:pt x="2596" y="4477"/>
                    <a:pt x="2587" y="4477"/>
                    <a:pt x="2587" y="4477"/>
                  </a:cubicBezTo>
                  <a:cubicBezTo>
                    <a:pt x="2570" y="4477"/>
                    <a:pt x="2561" y="4468"/>
                    <a:pt x="2553" y="4468"/>
                  </a:cubicBezTo>
                  <a:cubicBezTo>
                    <a:pt x="2544" y="4468"/>
                    <a:pt x="2527" y="4460"/>
                    <a:pt x="2518" y="4460"/>
                  </a:cubicBezTo>
                  <a:cubicBezTo>
                    <a:pt x="2510" y="4460"/>
                    <a:pt x="2510" y="4460"/>
                    <a:pt x="2501" y="4468"/>
                  </a:cubicBezTo>
                  <a:cubicBezTo>
                    <a:pt x="2492" y="4477"/>
                    <a:pt x="2492" y="4477"/>
                    <a:pt x="2484" y="4477"/>
                  </a:cubicBezTo>
                  <a:cubicBezTo>
                    <a:pt x="2492" y="4494"/>
                    <a:pt x="2501" y="4503"/>
                    <a:pt x="2501" y="4520"/>
                  </a:cubicBezTo>
                  <a:cubicBezTo>
                    <a:pt x="2492" y="4546"/>
                    <a:pt x="2441" y="4554"/>
                    <a:pt x="2407" y="4554"/>
                  </a:cubicBezTo>
                  <a:lnTo>
                    <a:pt x="2398" y="4554"/>
                  </a:lnTo>
                  <a:cubicBezTo>
                    <a:pt x="2346" y="4546"/>
                    <a:pt x="2303" y="4537"/>
                    <a:pt x="2252" y="4528"/>
                  </a:cubicBezTo>
                  <a:lnTo>
                    <a:pt x="2235" y="4528"/>
                  </a:lnTo>
                  <a:cubicBezTo>
                    <a:pt x="2200" y="4528"/>
                    <a:pt x="2183" y="4537"/>
                    <a:pt x="2157" y="4554"/>
                  </a:cubicBezTo>
                  <a:cubicBezTo>
                    <a:pt x="2132" y="4563"/>
                    <a:pt x="2106" y="4580"/>
                    <a:pt x="2089" y="4589"/>
                  </a:cubicBezTo>
                  <a:cubicBezTo>
                    <a:pt x="2054" y="4614"/>
                    <a:pt x="2011" y="4614"/>
                    <a:pt x="1968" y="4631"/>
                  </a:cubicBezTo>
                  <a:cubicBezTo>
                    <a:pt x="1951" y="4640"/>
                    <a:pt x="1934" y="4649"/>
                    <a:pt x="1925" y="4649"/>
                  </a:cubicBezTo>
                  <a:cubicBezTo>
                    <a:pt x="1908" y="4649"/>
                    <a:pt x="1891" y="4640"/>
                    <a:pt x="1865" y="4631"/>
                  </a:cubicBezTo>
                  <a:cubicBezTo>
                    <a:pt x="1822" y="4623"/>
                    <a:pt x="1771" y="4623"/>
                    <a:pt x="1736" y="4606"/>
                  </a:cubicBezTo>
                  <a:cubicBezTo>
                    <a:pt x="1702" y="4597"/>
                    <a:pt x="1685" y="4571"/>
                    <a:pt x="1650" y="4563"/>
                  </a:cubicBezTo>
                  <a:cubicBezTo>
                    <a:pt x="1608" y="4537"/>
                    <a:pt x="1556" y="4520"/>
                    <a:pt x="1504" y="4494"/>
                  </a:cubicBezTo>
                  <a:cubicBezTo>
                    <a:pt x="1496" y="4503"/>
                    <a:pt x="1487" y="4503"/>
                    <a:pt x="1479" y="4503"/>
                  </a:cubicBezTo>
                  <a:cubicBezTo>
                    <a:pt x="1479" y="4503"/>
                    <a:pt x="1470" y="4503"/>
                    <a:pt x="1461" y="4494"/>
                  </a:cubicBezTo>
                  <a:lnTo>
                    <a:pt x="1436" y="4494"/>
                  </a:lnTo>
                  <a:cubicBezTo>
                    <a:pt x="1419" y="4494"/>
                    <a:pt x="1401" y="4494"/>
                    <a:pt x="1384" y="4503"/>
                  </a:cubicBezTo>
                  <a:lnTo>
                    <a:pt x="1341" y="4503"/>
                  </a:lnTo>
                  <a:cubicBezTo>
                    <a:pt x="1315" y="4503"/>
                    <a:pt x="1298" y="4503"/>
                    <a:pt x="1281" y="4485"/>
                  </a:cubicBezTo>
                  <a:lnTo>
                    <a:pt x="1169" y="4485"/>
                  </a:lnTo>
                  <a:cubicBezTo>
                    <a:pt x="1144" y="4485"/>
                    <a:pt x="1126" y="4485"/>
                    <a:pt x="1109" y="4468"/>
                  </a:cubicBezTo>
                  <a:cubicBezTo>
                    <a:pt x="1066" y="4434"/>
                    <a:pt x="1040" y="4408"/>
                    <a:pt x="980" y="4391"/>
                  </a:cubicBezTo>
                  <a:cubicBezTo>
                    <a:pt x="937" y="4382"/>
                    <a:pt x="912" y="4348"/>
                    <a:pt x="877" y="4314"/>
                  </a:cubicBezTo>
                  <a:cubicBezTo>
                    <a:pt x="851" y="4296"/>
                    <a:pt x="766" y="4305"/>
                    <a:pt x="748" y="4279"/>
                  </a:cubicBezTo>
                  <a:cubicBezTo>
                    <a:pt x="731" y="4262"/>
                    <a:pt x="577" y="4159"/>
                    <a:pt x="568" y="4142"/>
                  </a:cubicBezTo>
                  <a:cubicBezTo>
                    <a:pt x="551" y="4116"/>
                    <a:pt x="542" y="4090"/>
                    <a:pt x="525" y="4056"/>
                  </a:cubicBezTo>
                  <a:cubicBezTo>
                    <a:pt x="482" y="4004"/>
                    <a:pt x="430" y="3961"/>
                    <a:pt x="396" y="3910"/>
                  </a:cubicBezTo>
                  <a:cubicBezTo>
                    <a:pt x="353" y="3858"/>
                    <a:pt x="319" y="3815"/>
                    <a:pt x="267" y="3781"/>
                  </a:cubicBezTo>
                  <a:cubicBezTo>
                    <a:pt x="207" y="3729"/>
                    <a:pt x="259" y="3618"/>
                    <a:pt x="207" y="3558"/>
                  </a:cubicBezTo>
                  <a:lnTo>
                    <a:pt x="181" y="3523"/>
                  </a:lnTo>
                  <a:cubicBezTo>
                    <a:pt x="156" y="3506"/>
                    <a:pt x="138" y="3506"/>
                    <a:pt x="113" y="3497"/>
                  </a:cubicBezTo>
                  <a:cubicBezTo>
                    <a:pt x="78" y="3480"/>
                    <a:pt x="78" y="3480"/>
                    <a:pt x="52" y="3454"/>
                  </a:cubicBezTo>
                  <a:cubicBezTo>
                    <a:pt x="35" y="3437"/>
                    <a:pt x="18" y="3420"/>
                    <a:pt x="1" y="3412"/>
                  </a:cubicBezTo>
                  <a:lnTo>
                    <a:pt x="1" y="3412"/>
                  </a:lnTo>
                  <a:cubicBezTo>
                    <a:pt x="10" y="3446"/>
                    <a:pt x="10" y="3472"/>
                    <a:pt x="18" y="3506"/>
                  </a:cubicBezTo>
                  <a:cubicBezTo>
                    <a:pt x="44" y="3618"/>
                    <a:pt x="95" y="3729"/>
                    <a:pt x="181" y="3798"/>
                  </a:cubicBezTo>
                  <a:cubicBezTo>
                    <a:pt x="216" y="3824"/>
                    <a:pt x="241" y="3850"/>
                    <a:pt x="267" y="3893"/>
                  </a:cubicBezTo>
                  <a:cubicBezTo>
                    <a:pt x="302" y="3961"/>
                    <a:pt x="319" y="3987"/>
                    <a:pt x="379" y="4039"/>
                  </a:cubicBezTo>
                  <a:lnTo>
                    <a:pt x="388" y="4039"/>
                  </a:lnTo>
                  <a:cubicBezTo>
                    <a:pt x="482" y="4107"/>
                    <a:pt x="499" y="4228"/>
                    <a:pt x="559" y="4314"/>
                  </a:cubicBezTo>
                  <a:cubicBezTo>
                    <a:pt x="585" y="4348"/>
                    <a:pt x="611" y="4391"/>
                    <a:pt x="645" y="4408"/>
                  </a:cubicBezTo>
                  <a:cubicBezTo>
                    <a:pt x="714" y="4434"/>
                    <a:pt x="783" y="4417"/>
                    <a:pt x="851" y="4460"/>
                  </a:cubicBezTo>
                  <a:cubicBezTo>
                    <a:pt x="894" y="4485"/>
                    <a:pt x="937" y="4520"/>
                    <a:pt x="980" y="4546"/>
                  </a:cubicBezTo>
                  <a:cubicBezTo>
                    <a:pt x="1032" y="4580"/>
                    <a:pt x="1101" y="4623"/>
                    <a:pt x="1144" y="4674"/>
                  </a:cubicBezTo>
                  <a:cubicBezTo>
                    <a:pt x="1152" y="4683"/>
                    <a:pt x="1161" y="4700"/>
                    <a:pt x="1161" y="4709"/>
                  </a:cubicBezTo>
                  <a:cubicBezTo>
                    <a:pt x="1221" y="4786"/>
                    <a:pt x="1272" y="4846"/>
                    <a:pt x="1376" y="4889"/>
                  </a:cubicBezTo>
                  <a:cubicBezTo>
                    <a:pt x="1479" y="4932"/>
                    <a:pt x="1573" y="4958"/>
                    <a:pt x="1676" y="4975"/>
                  </a:cubicBezTo>
                  <a:lnTo>
                    <a:pt x="1702" y="4975"/>
                  </a:lnTo>
                  <a:cubicBezTo>
                    <a:pt x="1745" y="4984"/>
                    <a:pt x="1788" y="4984"/>
                    <a:pt x="1831" y="4992"/>
                  </a:cubicBezTo>
                  <a:cubicBezTo>
                    <a:pt x="1865" y="5001"/>
                    <a:pt x="1900" y="5018"/>
                    <a:pt x="1934" y="5027"/>
                  </a:cubicBezTo>
                  <a:cubicBezTo>
                    <a:pt x="1943" y="5027"/>
                    <a:pt x="1951" y="5035"/>
                    <a:pt x="1968" y="5035"/>
                  </a:cubicBezTo>
                  <a:lnTo>
                    <a:pt x="1994" y="5035"/>
                  </a:lnTo>
                  <a:cubicBezTo>
                    <a:pt x="2028" y="5035"/>
                    <a:pt x="2063" y="5027"/>
                    <a:pt x="2097" y="5027"/>
                  </a:cubicBezTo>
                  <a:lnTo>
                    <a:pt x="2166" y="5027"/>
                  </a:lnTo>
                  <a:cubicBezTo>
                    <a:pt x="2175" y="5027"/>
                    <a:pt x="2192" y="5035"/>
                    <a:pt x="2209" y="5035"/>
                  </a:cubicBezTo>
                  <a:cubicBezTo>
                    <a:pt x="2226" y="5035"/>
                    <a:pt x="2243" y="5027"/>
                    <a:pt x="2260" y="5027"/>
                  </a:cubicBezTo>
                  <a:cubicBezTo>
                    <a:pt x="2295" y="5010"/>
                    <a:pt x="2321" y="4992"/>
                    <a:pt x="2355" y="4967"/>
                  </a:cubicBezTo>
                  <a:cubicBezTo>
                    <a:pt x="2389" y="4941"/>
                    <a:pt x="2424" y="4932"/>
                    <a:pt x="2467" y="4924"/>
                  </a:cubicBezTo>
                  <a:cubicBezTo>
                    <a:pt x="2578" y="4898"/>
                    <a:pt x="2690" y="4889"/>
                    <a:pt x="2802" y="4846"/>
                  </a:cubicBezTo>
                  <a:cubicBezTo>
                    <a:pt x="2810" y="4846"/>
                    <a:pt x="2827" y="4838"/>
                    <a:pt x="2845" y="4829"/>
                  </a:cubicBezTo>
                  <a:cubicBezTo>
                    <a:pt x="2922" y="4803"/>
                    <a:pt x="2999" y="4769"/>
                    <a:pt x="3085" y="4743"/>
                  </a:cubicBezTo>
                  <a:cubicBezTo>
                    <a:pt x="3171" y="4726"/>
                    <a:pt x="3206" y="4640"/>
                    <a:pt x="3266" y="4589"/>
                  </a:cubicBezTo>
                  <a:cubicBezTo>
                    <a:pt x="3266" y="4580"/>
                    <a:pt x="3266" y="4580"/>
                    <a:pt x="3274" y="4580"/>
                  </a:cubicBezTo>
                  <a:cubicBezTo>
                    <a:pt x="3343" y="4520"/>
                    <a:pt x="3386" y="4511"/>
                    <a:pt x="3455" y="4460"/>
                  </a:cubicBezTo>
                  <a:cubicBezTo>
                    <a:pt x="3480" y="4434"/>
                    <a:pt x="3489" y="4434"/>
                    <a:pt x="3506" y="4400"/>
                  </a:cubicBezTo>
                  <a:cubicBezTo>
                    <a:pt x="3523" y="4365"/>
                    <a:pt x="3549" y="4331"/>
                    <a:pt x="3566" y="4296"/>
                  </a:cubicBezTo>
                  <a:cubicBezTo>
                    <a:pt x="3584" y="4253"/>
                    <a:pt x="3635" y="4253"/>
                    <a:pt x="3635" y="4211"/>
                  </a:cubicBezTo>
                  <a:cubicBezTo>
                    <a:pt x="3644" y="4211"/>
                    <a:pt x="3644" y="4202"/>
                    <a:pt x="3644" y="4202"/>
                  </a:cubicBezTo>
                  <a:cubicBezTo>
                    <a:pt x="3644" y="4168"/>
                    <a:pt x="3661" y="4142"/>
                    <a:pt x="3678" y="4099"/>
                  </a:cubicBezTo>
                  <a:cubicBezTo>
                    <a:pt x="3695" y="4039"/>
                    <a:pt x="3712" y="3970"/>
                    <a:pt x="3730" y="3901"/>
                  </a:cubicBezTo>
                  <a:cubicBezTo>
                    <a:pt x="3747" y="3867"/>
                    <a:pt x="3781" y="3815"/>
                    <a:pt x="3807" y="3772"/>
                  </a:cubicBezTo>
                  <a:cubicBezTo>
                    <a:pt x="3858" y="3686"/>
                    <a:pt x="3901" y="3592"/>
                    <a:pt x="3944" y="3506"/>
                  </a:cubicBezTo>
                  <a:cubicBezTo>
                    <a:pt x="4013" y="3360"/>
                    <a:pt x="4159" y="3180"/>
                    <a:pt x="4159" y="3008"/>
                  </a:cubicBezTo>
                  <a:cubicBezTo>
                    <a:pt x="4159" y="2991"/>
                    <a:pt x="4151" y="2973"/>
                    <a:pt x="4151" y="2956"/>
                  </a:cubicBezTo>
                  <a:cubicBezTo>
                    <a:pt x="4151" y="2939"/>
                    <a:pt x="4151" y="2922"/>
                    <a:pt x="4142" y="2905"/>
                  </a:cubicBezTo>
                  <a:cubicBezTo>
                    <a:pt x="4133" y="2802"/>
                    <a:pt x="4116" y="2673"/>
                    <a:pt x="4073" y="2578"/>
                  </a:cubicBezTo>
                  <a:cubicBezTo>
                    <a:pt x="4056" y="2544"/>
                    <a:pt x="4030" y="2509"/>
                    <a:pt x="4022" y="2475"/>
                  </a:cubicBezTo>
                  <a:cubicBezTo>
                    <a:pt x="4022" y="2466"/>
                    <a:pt x="4022" y="2458"/>
                    <a:pt x="4022" y="2458"/>
                  </a:cubicBezTo>
                  <a:cubicBezTo>
                    <a:pt x="4022" y="2449"/>
                    <a:pt x="4022" y="2441"/>
                    <a:pt x="4022" y="2424"/>
                  </a:cubicBezTo>
                  <a:lnTo>
                    <a:pt x="4022" y="2415"/>
                  </a:lnTo>
                  <a:cubicBezTo>
                    <a:pt x="4022" y="2338"/>
                    <a:pt x="4047" y="2252"/>
                    <a:pt x="4056" y="2183"/>
                  </a:cubicBezTo>
                  <a:cubicBezTo>
                    <a:pt x="4073" y="2080"/>
                    <a:pt x="4065" y="2011"/>
                    <a:pt x="4039" y="1908"/>
                  </a:cubicBezTo>
                  <a:cubicBezTo>
                    <a:pt x="4022" y="1831"/>
                    <a:pt x="4030" y="1753"/>
                    <a:pt x="4013" y="1667"/>
                  </a:cubicBezTo>
                  <a:cubicBezTo>
                    <a:pt x="3996" y="1530"/>
                    <a:pt x="3962" y="1367"/>
                    <a:pt x="3876" y="1255"/>
                  </a:cubicBezTo>
                  <a:cubicBezTo>
                    <a:pt x="3841" y="1212"/>
                    <a:pt x="3798" y="1204"/>
                    <a:pt x="3755" y="1169"/>
                  </a:cubicBezTo>
                  <a:cubicBezTo>
                    <a:pt x="3730" y="1152"/>
                    <a:pt x="3695" y="1100"/>
                    <a:pt x="3678" y="1066"/>
                  </a:cubicBezTo>
                  <a:cubicBezTo>
                    <a:pt x="3644" y="1023"/>
                    <a:pt x="3626" y="963"/>
                    <a:pt x="3626" y="911"/>
                  </a:cubicBezTo>
                  <a:cubicBezTo>
                    <a:pt x="3626" y="903"/>
                    <a:pt x="3626" y="894"/>
                    <a:pt x="3626" y="894"/>
                  </a:cubicBezTo>
                  <a:cubicBezTo>
                    <a:pt x="3626" y="860"/>
                    <a:pt x="3635" y="834"/>
                    <a:pt x="3635" y="800"/>
                  </a:cubicBezTo>
                  <a:cubicBezTo>
                    <a:pt x="3635" y="774"/>
                    <a:pt x="3635" y="748"/>
                    <a:pt x="3618" y="731"/>
                  </a:cubicBezTo>
                  <a:cubicBezTo>
                    <a:pt x="3584" y="679"/>
                    <a:pt x="3549" y="654"/>
                    <a:pt x="3523" y="602"/>
                  </a:cubicBezTo>
                  <a:cubicBezTo>
                    <a:pt x="3489" y="533"/>
                    <a:pt x="3463" y="508"/>
                    <a:pt x="3412" y="465"/>
                  </a:cubicBezTo>
                  <a:cubicBezTo>
                    <a:pt x="3317" y="396"/>
                    <a:pt x="3223" y="336"/>
                    <a:pt x="3120" y="276"/>
                  </a:cubicBezTo>
                  <a:cubicBezTo>
                    <a:pt x="3077" y="250"/>
                    <a:pt x="3034" y="258"/>
                    <a:pt x="2974" y="241"/>
                  </a:cubicBezTo>
                  <a:cubicBezTo>
                    <a:pt x="2939" y="224"/>
                    <a:pt x="2870" y="181"/>
                    <a:pt x="2853" y="181"/>
                  </a:cubicBezTo>
                  <a:lnTo>
                    <a:pt x="2810" y="181"/>
                  </a:lnTo>
                  <a:cubicBezTo>
                    <a:pt x="2767" y="181"/>
                    <a:pt x="2733" y="164"/>
                    <a:pt x="2690" y="121"/>
                  </a:cubicBezTo>
                  <a:cubicBezTo>
                    <a:pt x="2656" y="87"/>
                    <a:pt x="2630" y="52"/>
                    <a:pt x="2578" y="44"/>
                  </a:cubicBezTo>
                  <a:cubicBezTo>
                    <a:pt x="2544" y="35"/>
                    <a:pt x="2510" y="35"/>
                    <a:pt x="2467" y="35"/>
                  </a:cubicBezTo>
                  <a:lnTo>
                    <a:pt x="2407" y="35"/>
                  </a:lnTo>
                  <a:cubicBezTo>
                    <a:pt x="2381" y="35"/>
                    <a:pt x="2355" y="27"/>
                    <a:pt x="2329" y="27"/>
                  </a:cubicBezTo>
                  <a:lnTo>
                    <a:pt x="2286" y="27"/>
                  </a:lnTo>
                  <a:lnTo>
                    <a:pt x="2260" y="9"/>
                  </a:lnTo>
                  <a:lnTo>
                    <a:pt x="2243" y="1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36" name="Google Shape;22636;p75"/>
            <p:cNvSpPr/>
            <p:nvPr/>
          </p:nvSpPr>
          <p:spPr>
            <a:xfrm>
              <a:off x="5707825" y="1323600"/>
              <a:ext cx="40625" cy="50275"/>
            </a:xfrm>
            <a:custGeom>
              <a:avLst/>
              <a:gdLst/>
              <a:ahLst/>
              <a:cxnLst/>
              <a:rect l="l" t="t" r="r" b="b"/>
              <a:pathLst>
                <a:path w="1625" h="2011" extrusionOk="0">
                  <a:moveTo>
                    <a:pt x="1186" y="0"/>
                  </a:moveTo>
                  <a:lnTo>
                    <a:pt x="1178" y="34"/>
                  </a:lnTo>
                  <a:lnTo>
                    <a:pt x="1186" y="43"/>
                  </a:lnTo>
                  <a:cubicBezTo>
                    <a:pt x="1195" y="60"/>
                    <a:pt x="1203" y="69"/>
                    <a:pt x="1212" y="77"/>
                  </a:cubicBezTo>
                  <a:cubicBezTo>
                    <a:pt x="1229" y="95"/>
                    <a:pt x="1246" y="112"/>
                    <a:pt x="1272" y="137"/>
                  </a:cubicBezTo>
                  <a:cubicBezTo>
                    <a:pt x="1281" y="146"/>
                    <a:pt x="1289" y="163"/>
                    <a:pt x="1307" y="163"/>
                  </a:cubicBezTo>
                  <a:cubicBezTo>
                    <a:pt x="1324" y="180"/>
                    <a:pt x="1341" y="180"/>
                    <a:pt x="1367" y="189"/>
                  </a:cubicBezTo>
                  <a:cubicBezTo>
                    <a:pt x="1384" y="198"/>
                    <a:pt x="1401" y="206"/>
                    <a:pt x="1418" y="223"/>
                  </a:cubicBezTo>
                  <a:cubicBezTo>
                    <a:pt x="1427" y="241"/>
                    <a:pt x="1435" y="258"/>
                    <a:pt x="1435" y="275"/>
                  </a:cubicBezTo>
                  <a:cubicBezTo>
                    <a:pt x="1435" y="301"/>
                    <a:pt x="1427" y="327"/>
                    <a:pt x="1427" y="352"/>
                  </a:cubicBezTo>
                  <a:cubicBezTo>
                    <a:pt x="1418" y="378"/>
                    <a:pt x="1418" y="395"/>
                    <a:pt x="1418" y="421"/>
                  </a:cubicBezTo>
                  <a:cubicBezTo>
                    <a:pt x="1410" y="473"/>
                    <a:pt x="1401" y="524"/>
                    <a:pt x="1384" y="567"/>
                  </a:cubicBezTo>
                  <a:cubicBezTo>
                    <a:pt x="1375" y="593"/>
                    <a:pt x="1367" y="610"/>
                    <a:pt x="1358" y="636"/>
                  </a:cubicBezTo>
                  <a:cubicBezTo>
                    <a:pt x="1349" y="653"/>
                    <a:pt x="1341" y="670"/>
                    <a:pt x="1332" y="687"/>
                  </a:cubicBezTo>
                  <a:cubicBezTo>
                    <a:pt x="1315" y="730"/>
                    <a:pt x="1289" y="773"/>
                    <a:pt x="1307" y="825"/>
                  </a:cubicBezTo>
                  <a:cubicBezTo>
                    <a:pt x="1315" y="859"/>
                    <a:pt x="1332" y="885"/>
                    <a:pt x="1332" y="928"/>
                  </a:cubicBezTo>
                  <a:lnTo>
                    <a:pt x="1332" y="954"/>
                  </a:lnTo>
                  <a:lnTo>
                    <a:pt x="1341" y="979"/>
                  </a:lnTo>
                  <a:lnTo>
                    <a:pt x="1332" y="1005"/>
                  </a:lnTo>
                  <a:cubicBezTo>
                    <a:pt x="1324" y="1031"/>
                    <a:pt x="1307" y="1048"/>
                    <a:pt x="1298" y="1074"/>
                  </a:cubicBezTo>
                  <a:cubicBezTo>
                    <a:pt x="1298" y="1091"/>
                    <a:pt x="1281" y="1108"/>
                    <a:pt x="1272" y="1117"/>
                  </a:cubicBezTo>
                  <a:lnTo>
                    <a:pt x="1255" y="1134"/>
                  </a:lnTo>
                  <a:lnTo>
                    <a:pt x="1238" y="1151"/>
                  </a:lnTo>
                  <a:cubicBezTo>
                    <a:pt x="1221" y="1186"/>
                    <a:pt x="1212" y="1220"/>
                    <a:pt x="1178" y="1246"/>
                  </a:cubicBezTo>
                  <a:cubicBezTo>
                    <a:pt x="1152" y="1263"/>
                    <a:pt x="1118" y="1263"/>
                    <a:pt x="1083" y="1272"/>
                  </a:cubicBezTo>
                  <a:cubicBezTo>
                    <a:pt x="1040" y="1280"/>
                    <a:pt x="989" y="1315"/>
                    <a:pt x="954" y="1340"/>
                  </a:cubicBezTo>
                  <a:cubicBezTo>
                    <a:pt x="920" y="1357"/>
                    <a:pt x="886" y="1383"/>
                    <a:pt x="868" y="1409"/>
                  </a:cubicBezTo>
                  <a:cubicBezTo>
                    <a:pt x="860" y="1435"/>
                    <a:pt x="860" y="1461"/>
                    <a:pt x="851" y="1486"/>
                  </a:cubicBezTo>
                  <a:cubicBezTo>
                    <a:pt x="843" y="1521"/>
                    <a:pt x="834" y="1555"/>
                    <a:pt x="808" y="1589"/>
                  </a:cubicBezTo>
                  <a:cubicBezTo>
                    <a:pt x="791" y="1615"/>
                    <a:pt x="757" y="1641"/>
                    <a:pt x="722" y="1658"/>
                  </a:cubicBezTo>
                  <a:cubicBezTo>
                    <a:pt x="705" y="1675"/>
                    <a:pt x="671" y="1693"/>
                    <a:pt x="654" y="1710"/>
                  </a:cubicBezTo>
                  <a:cubicBezTo>
                    <a:pt x="636" y="1727"/>
                    <a:pt x="628" y="1727"/>
                    <a:pt x="611" y="1744"/>
                  </a:cubicBezTo>
                  <a:cubicBezTo>
                    <a:pt x="585" y="1753"/>
                    <a:pt x="568" y="1770"/>
                    <a:pt x="542" y="1778"/>
                  </a:cubicBezTo>
                  <a:cubicBezTo>
                    <a:pt x="516" y="1796"/>
                    <a:pt x="482" y="1804"/>
                    <a:pt x="447" y="1813"/>
                  </a:cubicBezTo>
                  <a:cubicBezTo>
                    <a:pt x="422" y="1821"/>
                    <a:pt x="396" y="1830"/>
                    <a:pt x="361" y="1830"/>
                  </a:cubicBezTo>
                  <a:cubicBezTo>
                    <a:pt x="350" y="1830"/>
                    <a:pt x="335" y="1826"/>
                    <a:pt x="321" y="1826"/>
                  </a:cubicBezTo>
                  <a:cubicBezTo>
                    <a:pt x="314" y="1826"/>
                    <a:pt x="307" y="1827"/>
                    <a:pt x="301" y="1830"/>
                  </a:cubicBezTo>
                  <a:cubicBezTo>
                    <a:pt x="276" y="1830"/>
                    <a:pt x="258" y="1839"/>
                    <a:pt x="233" y="1847"/>
                  </a:cubicBezTo>
                  <a:cubicBezTo>
                    <a:pt x="207" y="1856"/>
                    <a:pt x="172" y="1856"/>
                    <a:pt x="147" y="1873"/>
                  </a:cubicBezTo>
                  <a:cubicBezTo>
                    <a:pt x="121" y="1890"/>
                    <a:pt x="95" y="1907"/>
                    <a:pt x="52" y="1916"/>
                  </a:cubicBezTo>
                  <a:lnTo>
                    <a:pt x="9" y="1933"/>
                  </a:lnTo>
                  <a:cubicBezTo>
                    <a:pt x="1" y="1950"/>
                    <a:pt x="9" y="1950"/>
                    <a:pt x="26" y="1967"/>
                  </a:cubicBezTo>
                  <a:cubicBezTo>
                    <a:pt x="44" y="1985"/>
                    <a:pt x="61" y="1993"/>
                    <a:pt x="87" y="2002"/>
                  </a:cubicBezTo>
                  <a:cubicBezTo>
                    <a:pt x="93" y="2005"/>
                    <a:pt x="100" y="2007"/>
                    <a:pt x="107" y="2007"/>
                  </a:cubicBezTo>
                  <a:cubicBezTo>
                    <a:pt x="134" y="2007"/>
                    <a:pt x="160" y="1983"/>
                    <a:pt x="181" y="1976"/>
                  </a:cubicBezTo>
                  <a:cubicBezTo>
                    <a:pt x="202" y="1965"/>
                    <a:pt x="230" y="1958"/>
                    <a:pt x="256" y="1958"/>
                  </a:cubicBezTo>
                  <a:cubicBezTo>
                    <a:pt x="273" y="1958"/>
                    <a:pt x="288" y="1961"/>
                    <a:pt x="301" y="1967"/>
                  </a:cubicBezTo>
                  <a:lnTo>
                    <a:pt x="327" y="1985"/>
                  </a:lnTo>
                  <a:lnTo>
                    <a:pt x="361" y="1985"/>
                  </a:lnTo>
                  <a:cubicBezTo>
                    <a:pt x="383" y="1989"/>
                    <a:pt x="404" y="1989"/>
                    <a:pt x="426" y="1989"/>
                  </a:cubicBezTo>
                  <a:cubicBezTo>
                    <a:pt x="447" y="1989"/>
                    <a:pt x="469" y="1989"/>
                    <a:pt x="490" y="1993"/>
                  </a:cubicBezTo>
                  <a:cubicBezTo>
                    <a:pt x="516" y="2002"/>
                    <a:pt x="542" y="2002"/>
                    <a:pt x="576" y="2002"/>
                  </a:cubicBezTo>
                  <a:cubicBezTo>
                    <a:pt x="585" y="2010"/>
                    <a:pt x="593" y="2010"/>
                    <a:pt x="611" y="2010"/>
                  </a:cubicBezTo>
                  <a:cubicBezTo>
                    <a:pt x="654" y="2010"/>
                    <a:pt x="671" y="2002"/>
                    <a:pt x="697" y="1993"/>
                  </a:cubicBezTo>
                  <a:cubicBezTo>
                    <a:pt x="722" y="1985"/>
                    <a:pt x="757" y="1985"/>
                    <a:pt x="774" y="1967"/>
                  </a:cubicBezTo>
                  <a:lnTo>
                    <a:pt x="791" y="1942"/>
                  </a:lnTo>
                  <a:cubicBezTo>
                    <a:pt x="800" y="1937"/>
                    <a:pt x="813" y="1937"/>
                    <a:pt x="825" y="1937"/>
                  </a:cubicBezTo>
                  <a:cubicBezTo>
                    <a:pt x="838" y="1937"/>
                    <a:pt x="851" y="1937"/>
                    <a:pt x="860" y="1933"/>
                  </a:cubicBezTo>
                  <a:cubicBezTo>
                    <a:pt x="886" y="1925"/>
                    <a:pt x="928" y="1925"/>
                    <a:pt x="954" y="1916"/>
                  </a:cubicBezTo>
                  <a:cubicBezTo>
                    <a:pt x="980" y="1907"/>
                    <a:pt x="997" y="1882"/>
                    <a:pt x="1023" y="1882"/>
                  </a:cubicBezTo>
                  <a:cubicBezTo>
                    <a:pt x="1040" y="1873"/>
                    <a:pt x="1049" y="1882"/>
                    <a:pt x="1066" y="1864"/>
                  </a:cubicBezTo>
                  <a:lnTo>
                    <a:pt x="1075" y="1856"/>
                  </a:lnTo>
                  <a:cubicBezTo>
                    <a:pt x="1092" y="1839"/>
                    <a:pt x="1109" y="1830"/>
                    <a:pt x="1126" y="1813"/>
                  </a:cubicBezTo>
                  <a:cubicBezTo>
                    <a:pt x="1160" y="1787"/>
                    <a:pt x="1169" y="1744"/>
                    <a:pt x="1203" y="1710"/>
                  </a:cubicBezTo>
                  <a:lnTo>
                    <a:pt x="1221" y="1701"/>
                  </a:lnTo>
                  <a:lnTo>
                    <a:pt x="1238" y="1675"/>
                  </a:lnTo>
                  <a:cubicBezTo>
                    <a:pt x="1255" y="1650"/>
                    <a:pt x="1281" y="1632"/>
                    <a:pt x="1298" y="1615"/>
                  </a:cubicBezTo>
                  <a:cubicBezTo>
                    <a:pt x="1332" y="1589"/>
                    <a:pt x="1367" y="1555"/>
                    <a:pt x="1410" y="1538"/>
                  </a:cubicBezTo>
                  <a:cubicBezTo>
                    <a:pt x="1427" y="1529"/>
                    <a:pt x="1444" y="1521"/>
                    <a:pt x="1470" y="1521"/>
                  </a:cubicBezTo>
                  <a:cubicBezTo>
                    <a:pt x="1487" y="1512"/>
                    <a:pt x="1496" y="1512"/>
                    <a:pt x="1521" y="1504"/>
                  </a:cubicBezTo>
                  <a:cubicBezTo>
                    <a:pt x="1547" y="1486"/>
                    <a:pt x="1547" y="1469"/>
                    <a:pt x="1564" y="1443"/>
                  </a:cubicBezTo>
                  <a:cubicBezTo>
                    <a:pt x="1581" y="1418"/>
                    <a:pt x="1590" y="1375"/>
                    <a:pt x="1590" y="1332"/>
                  </a:cubicBezTo>
                  <a:cubicBezTo>
                    <a:pt x="1581" y="1306"/>
                    <a:pt x="1573" y="1280"/>
                    <a:pt x="1573" y="1254"/>
                  </a:cubicBezTo>
                  <a:cubicBezTo>
                    <a:pt x="1573" y="1237"/>
                    <a:pt x="1573" y="1229"/>
                    <a:pt x="1581" y="1211"/>
                  </a:cubicBezTo>
                  <a:cubicBezTo>
                    <a:pt x="1590" y="1177"/>
                    <a:pt x="1599" y="1151"/>
                    <a:pt x="1616" y="1117"/>
                  </a:cubicBezTo>
                  <a:cubicBezTo>
                    <a:pt x="1624" y="1091"/>
                    <a:pt x="1624" y="1057"/>
                    <a:pt x="1624" y="1022"/>
                  </a:cubicBezTo>
                  <a:cubicBezTo>
                    <a:pt x="1624" y="997"/>
                    <a:pt x="1607" y="962"/>
                    <a:pt x="1607" y="928"/>
                  </a:cubicBezTo>
                  <a:cubicBezTo>
                    <a:pt x="1607" y="885"/>
                    <a:pt x="1624" y="833"/>
                    <a:pt x="1607" y="790"/>
                  </a:cubicBezTo>
                  <a:cubicBezTo>
                    <a:pt x="1599" y="765"/>
                    <a:pt x="1581" y="739"/>
                    <a:pt x="1573" y="705"/>
                  </a:cubicBezTo>
                  <a:cubicBezTo>
                    <a:pt x="1564" y="679"/>
                    <a:pt x="1573" y="662"/>
                    <a:pt x="1573" y="636"/>
                  </a:cubicBezTo>
                  <a:cubicBezTo>
                    <a:pt x="1581" y="619"/>
                    <a:pt x="1573" y="593"/>
                    <a:pt x="1581" y="576"/>
                  </a:cubicBezTo>
                  <a:cubicBezTo>
                    <a:pt x="1590" y="550"/>
                    <a:pt x="1590" y="541"/>
                    <a:pt x="1590" y="516"/>
                  </a:cubicBezTo>
                  <a:cubicBezTo>
                    <a:pt x="1599" y="498"/>
                    <a:pt x="1607" y="481"/>
                    <a:pt x="1607" y="455"/>
                  </a:cubicBezTo>
                  <a:cubicBezTo>
                    <a:pt x="1607" y="438"/>
                    <a:pt x="1607" y="412"/>
                    <a:pt x="1599" y="387"/>
                  </a:cubicBezTo>
                  <a:lnTo>
                    <a:pt x="1590" y="369"/>
                  </a:lnTo>
                  <a:lnTo>
                    <a:pt x="1573" y="352"/>
                  </a:lnTo>
                  <a:cubicBezTo>
                    <a:pt x="1564" y="335"/>
                    <a:pt x="1564" y="309"/>
                    <a:pt x="1556" y="284"/>
                  </a:cubicBezTo>
                  <a:cubicBezTo>
                    <a:pt x="1547" y="258"/>
                    <a:pt x="1538" y="232"/>
                    <a:pt x="1521" y="206"/>
                  </a:cubicBezTo>
                  <a:cubicBezTo>
                    <a:pt x="1504" y="189"/>
                    <a:pt x="1496" y="163"/>
                    <a:pt x="1478" y="146"/>
                  </a:cubicBezTo>
                  <a:lnTo>
                    <a:pt x="1444" y="120"/>
                  </a:lnTo>
                  <a:cubicBezTo>
                    <a:pt x="1427" y="112"/>
                    <a:pt x="1418" y="95"/>
                    <a:pt x="1401" y="86"/>
                  </a:cubicBezTo>
                  <a:cubicBezTo>
                    <a:pt x="1375" y="77"/>
                    <a:pt x="1349" y="69"/>
                    <a:pt x="1324" y="60"/>
                  </a:cubicBezTo>
                  <a:cubicBezTo>
                    <a:pt x="1307" y="52"/>
                    <a:pt x="1289" y="43"/>
                    <a:pt x="1272" y="43"/>
                  </a:cubicBezTo>
                  <a:lnTo>
                    <a:pt x="1229" y="43"/>
                  </a:lnTo>
                  <a:cubicBezTo>
                    <a:pt x="1212" y="34"/>
                    <a:pt x="1186" y="34"/>
                    <a:pt x="1186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37" name="Google Shape;22637;p75"/>
            <p:cNvSpPr/>
            <p:nvPr/>
          </p:nvSpPr>
          <p:spPr>
            <a:xfrm>
              <a:off x="5658650" y="1271150"/>
              <a:ext cx="83775" cy="97775"/>
            </a:xfrm>
            <a:custGeom>
              <a:avLst/>
              <a:gdLst/>
              <a:ahLst/>
              <a:cxnLst/>
              <a:rect l="l" t="t" r="r" b="b"/>
              <a:pathLst>
                <a:path w="3351" h="3911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03" y="3602"/>
                    <a:pt x="146" y="3687"/>
                    <a:pt x="215" y="3756"/>
                  </a:cubicBezTo>
                  <a:cubicBezTo>
                    <a:pt x="267" y="3799"/>
                    <a:pt x="318" y="3868"/>
                    <a:pt x="370" y="3911"/>
                  </a:cubicBezTo>
                  <a:cubicBezTo>
                    <a:pt x="361" y="3885"/>
                    <a:pt x="352" y="3833"/>
                    <a:pt x="361" y="3816"/>
                  </a:cubicBezTo>
                  <a:cubicBezTo>
                    <a:pt x="370" y="3773"/>
                    <a:pt x="335" y="3748"/>
                    <a:pt x="335" y="3713"/>
                  </a:cubicBezTo>
                  <a:cubicBezTo>
                    <a:pt x="344" y="3679"/>
                    <a:pt x="232" y="3533"/>
                    <a:pt x="224" y="3370"/>
                  </a:cubicBezTo>
                  <a:cubicBezTo>
                    <a:pt x="206" y="3198"/>
                    <a:pt x="292" y="3146"/>
                    <a:pt x="292" y="3052"/>
                  </a:cubicBezTo>
                  <a:cubicBezTo>
                    <a:pt x="284" y="2992"/>
                    <a:pt x="267" y="2914"/>
                    <a:pt x="249" y="2863"/>
                  </a:cubicBezTo>
                  <a:cubicBezTo>
                    <a:pt x="232" y="2811"/>
                    <a:pt x="232" y="2768"/>
                    <a:pt x="249" y="2734"/>
                  </a:cubicBezTo>
                  <a:cubicBezTo>
                    <a:pt x="267" y="2699"/>
                    <a:pt x="284" y="2665"/>
                    <a:pt x="309" y="2631"/>
                  </a:cubicBezTo>
                  <a:cubicBezTo>
                    <a:pt x="344" y="2588"/>
                    <a:pt x="352" y="2553"/>
                    <a:pt x="352" y="2502"/>
                  </a:cubicBezTo>
                  <a:cubicBezTo>
                    <a:pt x="352" y="2416"/>
                    <a:pt x="309" y="2347"/>
                    <a:pt x="309" y="2270"/>
                  </a:cubicBezTo>
                  <a:cubicBezTo>
                    <a:pt x="309" y="2210"/>
                    <a:pt x="318" y="2150"/>
                    <a:pt x="309" y="2089"/>
                  </a:cubicBezTo>
                  <a:cubicBezTo>
                    <a:pt x="301" y="2029"/>
                    <a:pt x="335" y="2004"/>
                    <a:pt x="344" y="1952"/>
                  </a:cubicBezTo>
                  <a:cubicBezTo>
                    <a:pt x="352" y="1900"/>
                    <a:pt x="344" y="1849"/>
                    <a:pt x="361" y="1797"/>
                  </a:cubicBezTo>
                  <a:cubicBezTo>
                    <a:pt x="387" y="1746"/>
                    <a:pt x="430" y="1746"/>
                    <a:pt x="464" y="1703"/>
                  </a:cubicBezTo>
                  <a:cubicBezTo>
                    <a:pt x="498" y="1651"/>
                    <a:pt x="507" y="1617"/>
                    <a:pt x="559" y="1600"/>
                  </a:cubicBezTo>
                  <a:cubicBezTo>
                    <a:pt x="575" y="1594"/>
                    <a:pt x="590" y="1592"/>
                    <a:pt x="605" y="1592"/>
                  </a:cubicBezTo>
                  <a:cubicBezTo>
                    <a:pt x="638" y="1592"/>
                    <a:pt x="672" y="1602"/>
                    <a:pt x="713" y="1608"/>
                  </a:cubicBezTo>
                  <a:cubicBezTo>
                    <a:pt x="748" y="1617"/>
                    <a:pt x="773" y="1626"/>
                    <a:pt x="808" y="1634"/>
                  </a:cubicBezTo>
                  <a:cubicBezTo>
                    <a:pt x="832" y="1646"/>
                    <a:pt x="841" y="1652"/>
                    <a:pt x="845" y="1652"/>
                  </a:cubicBezTo>
                  <a:cubicBezTo>
                    <a:pt x="851" y="1652"/>
                    <a:pt x="850" y="1644"/>
                    <a:pt x="859" y="1626"/>
                  </a:cubicBezTo>
                  <a:cubicBezTo>
                    <a:pt x="919" y="1514"/>
                    <a:pt x="877" y="1368"/>
                    <a:pt x="885" y="1247"/>
                  </a:cubicBezTo>
                  <a:cubicBezTo>
                    <a:pt x="885" y="1213"/>
                    <a:pt x="885" y="1179"/>
                    <a:pt x="885" y="1144"/>
                  </a:cubicBezTo>
                  <a:cubicBezTo>
                    <a:pt x="885" y="1119"/>
                    <a:pt x="877" y="1119"/>
                    <a:pt x="894" y="1093"/>
                  </a:cubicBezTo>
                  <a:cubicBezTo>
                    <a:pt x="937" y="1033"/>
                    <a:pt x="988" y="1016"/>
                    <a:pt x="1048" y="990"/>
                  </a:cubicBezTo>
                  <a:cubicBezTo>
                    <a:pt x="1117" y="964"/>
                    <a:pt x="1143" y="955"/>
                    <a:pt x="1177" y="878"/>
                  </a:cubicBezTo>
                  <a:cubicBezTo>
                    <a:pt x="1212" y="792"/>
                    <a:pt x="1289" y="758"/>
                    <a:pt x="1366" y="706"/>
                  </a:cubicBezTo>
                  <a:cubicBezTo>
                    <a:pt x="1418" y="680"/>
                    <a:pt x="1478" y="655"/>
                    <a:pt x="1529" y="637"/>
                  </a:cubicBezTo>
                  <a:cubicBezTo>
                    <a:pt x="1572" y="620"/>
                    <a:pt x="1598" y="612"/>
                    <a:pt x="1633" y="577"/>
                  </a:cubicBezTo>
                  <a:cubicBezTo>
                    <a:pt x="1650" y="560"/>
                    <a:pt x="1658" y="543"/>
                    <a:pt x="1676" y="526"/>
                  </a:cubicBezTo>
                  <a:cubicBezTo>
                    <a:pt x="1700" y="508"/>
                    <a:pt x="1734" y="502"/>
                    <a:pt x="1770" y="502"/>
                  </a:cubicBezTo>
                  <a:cubicBezTo>
                    <a:pt x="1823" y="502"/>
                    <a:pt x="1880" y="516"/>
                    <a:pt x="1916" y="526"/>
                  </a:cubicBezTo>
                  <a:cubicBezTo>
                    <a:pt x="1934" y="531"/>
                    <a:pt x="1950" y="534"/>
                    <a:pt x="1965" y="534"/>
                  </a:cubicBezTo>
                  <a:cubicBezTo>
                    <a:pt x="1998" y="534"/>
                    <a:pt x="2024" y="519"/>
                    <a:pt x="2054" y="483"/>
                  </a:cubicBezTo>
                  <a:cubicBezTo>
                    <a:pt x="2062" y="466"/>
                    <a:pt x="2079" y="448"/>
                    <a:pt x="2088" y="431"/>
                  </a:cubicBezTo>
                  <a:cubicBezTo>
                    <a:pt x="2114" y="397"/>
                    <a:pt x="2131" y="371"/>
                    <a:pt x="2157" y="345"/>
                  </a:cubicBezTo>
                  <a:cubicBezTo>
                    <a:pt x="2208" y="294"/>
                    <a:pt x="2243" y="268"/>
                    <a:pt x="2311" y="251"/>
                  </a:cubicBezTo>
                  <a:cubicBezTo>
                    <a:pt x="2381" y="225"/>
                    <a:pt x="2432" y="195"/>
                    <a:pt x="2493" y="195"/>
                  </a:cubicBezTo>
                  <a:cubicBezTo>
                    <a:pt x="2514" y="195"/>
                    <a:pt x="2536" y="199"/>
                    <a:pt x="2560" y="208"/>
                  </a:cubicBezTo>
                  <a:cubicBezTo>
                    <a:pt x="2664" y="242"/>
                    <a:pt x="2758" y="285"/>
                    <a:pt x="2861" y="320"/>
                  </a:cubicBezTo>
                  <a:cubicBezTo>
                    <a:pt x="2904" y="337"/>
                    <a:pt x="2938" y="363"/>
                    <a:pt x="2981" y="371"/>
                  </a:cubicBezTo>
                  <a:cubicBezTo>
                    <a:pt x="3033" y="388"/>
                    <a:pt x="3067" y="406"/>
                    <a:pt x="3110" y="423"/>
                  </a:cubicBezTo>
                  <a:cubicBezTo>
                    <a:pt x="3148" y="444"/>
                    <a:pt x="3190" y="466"/>
                    <a:pt x="3230" y="466"/>
                  </a:cubicBezTo>
                  <a:cubicBezTo>
                    <a:pt x="3254" y="466"/>
                    <a:pt x="3277" y="459"/>
                    <a:pt x="3299" y="440"/>
                  </a:cubicBezTo>
                  <a:cubicBezTo>
                    <a:pt x="3316" y="423"/>
                    <a:pt x="3342" y="406"/>
                    <a:pt x="3351" y="380"/>
                  </a:cubicBezTo>
                  <a:cubicBezTo>
                    <a:pt x="3299" y="345"/>
                    <a:pt x="3248" y="311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595" y="36"/>
                    <a:pt x="2535" y="36"/>
                    <a:pt x="2475" y="36"/>
                  </a:cubicBez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38" name="Google Shape;22638;p75"/>
            <p:cNvSpPr/>
            <p:nvPr/>
          </p:nvSpPr>
          <p:spPr>
            <a:xfrm>
              <a:off x="5700100" y="1318450"/>
              <a:ext cx="44900" cy="53800"/>
            </a:xfrm>
            <a:custGeom>
              <a:avLst/>
              <a:gdLst/>
              <a:ahLst/>
              <a:cxnLst/>
              <a:rect l="l" t="t" r="r" b="b"/>
              <a:pathLst>
                <a:path w="1796" h="2152" extrusionOk="0">
                  <a:moveTo>
                    <a:pt x="1227" y="0"/>
                  </a:moveTo>
                  <a:cubicBezTo>
                    <a:pt x="1191" y="0"/>
                    <a:pt x="1180" y="104"/>
                    <a:pt x="1195" y="112"/>
                  </a:cubicBezTo>
                  <a:lnTo>
                    <a:pt x="1220" y="146"/>
                  </a:lnTo>
                  <a:cubicBezTo>
                    <a:pt x="1237" y="172"/>
                    <a:pt x="1272" y="197"/>
                    <a:pt x="1298" y="223"/>
                  </a:cubicBezTo>
                  <a:cubicBezTo>
                    <a:pt x="1341" y="258"/>
                    <a:pt x="1366" y="301"/>
                    <a:pt x="1401" y="335"/>
                  </a:cubicBezTo>
                  <a:cubicBezTo>
                    <a:pt x="1427" y="361"/>
                    <a:pt x="1435" y="369"/>
                    <a:pt x="1444" y="404"/>
                  </a:cubicBezTo>
                  <a:cubicBezTo>
                    <a:pt x="1452" y="421"/>
                    <a:pt x="1461" y="447"/>
                    <a:pt x="1461" y="464"/>
                  </a:cubicBezTo>
                  <a:cubicBezTo>
                    <a:pt x="1461" y="481"/>
                    <a:pt x="1461" y="490"/>
                    <a:pt x="1461" y="507"/>
                  </a:cubicBezTo>
                  <a:cubicBezTo>
                    <a:pt x="1478" y="558"/>
                    <a:pt x="1495" y="618"/>
                    <a:pt x="1495" y="670"/>
                  </a:cubicBezTo>
                  <a:cubicBezTo>
                    <a:pt x="1504" y="756"/>
                    <a:pt x="1495" y="842"/>
                    <a:pt x="1495" y="919"/>
                  </a:cubicBezTo>
                  <a:cubicBezTo>
                    <a:pt x="1495" y="971"/>
                    <a:pt x="1478" y="1014"/>
                    <a:pt x="1461" y="1065"/>
                  </a:cubicBezTo>
                  <a:cubicBezTo>
                    <a:pt x="1452" y="1100"/>
                    <a:pt x="1435" y="1125"/>
                    <a:pt x="1409" y="1151"/>
                  </a:cubicBezTo>
                  <a:cubicBezTo>
                    <a:pt x="1375" y="1194"/>
                    <a:pt x="1384" y="1246"/>
                    <a:pt x="1349" y="1289"/>
                  </a:cubicBezTo>
                  <a:cubicBezTo>
                    <a:pt x="1315" y="1332"/>
                    <a:pt x="1255" y="1374"/>
                    <a:pt x="1203" y="1392"/>
                  </a:cubicBezTo>
                  <a:cubicBezTo>
                    <a:pt x="1186" y="1400"/>
                    <a:pt x="1160" y="1400"/>
                    <a:pt x="1152" y="1409"/>
                  </a:cubicBezTo>
                  <a:lnTo>
                    <a:pt x="1143" y="1452"/>
                  </a:lnTo>
                  <a:cubicBezTo>
                    <a:pt x="1134" y="1503"/>
                    <a:pt x="1091" y="1546"/>
                    <a:pt x="1057" y="1589"/>
                  </a:cubicBezTo>
                  <a:cubicBezTo>
                    <a:pt x="1040" y="1606"/>
                    <a:pt x="1031" y="1632"/>
                    <a:pt x="1014" y="1649"/>
                  </a:cubicBezTo>
                  <a:cubicBezTo>
                    <a:pt x="1006" y="1667"/>
                    <a:pt x="997" y="1701"/>
                    <a:pt x="980" y="1718"/>
                  </a:cubicBezTo>
                  <a:cubicBezTo>
                    <a:pt x="954" y="1744"/>
                    <a:pt x="920" y="1761"/>
                    <a:pt x="877" y="1761"/>
                  </a:cubicBezTo>
                  <a:cubicBezTo>
                    <a:pt x="842" y="1761"/>
                    <a:pt x="799" y="1770"/>
                    <a:pt x="782" y="1795"/>
                  </a:cubicBezTo>
                  <a:cubicBezTo>
                    <a:pt x="765" y="1813"/>
                    <a:pt x="765" y="1838"/>
                    <a:pt x="756" y="1864"/>
                  </a:cubicBezTo>
                  <a:cubicBezTo>
                    <a:pt x="748" y="1873"/>
                    <a:pt x="739" y="1890"/>
                    <a:pt x="731" y="1899"/>
                  </a:cubicBezTo>
                  <a:cubicBezTo>
                    <a:pt x="705" y="1924"/>
                    <a:pt x="705" y="1933"/>
                    <a:pt x="670" y="1941"/>
                  </a:cubicBezTo>
                  <a:cubicBezTo>
                    <a:pt x="628" y="1950"/>
                    <a:pt x="593" y="1950"/>
                    <a:pt x="559" y="1959"/>
                  </a:cubicBezTo>
                  <a:cubicBezTo>
                    <a:pt x="499" y="1976"/>
                    <a:pt x="447" y="1984"/>
                    <a:pt x="387" y="1993"/>
                  </a:cubicBezTo>
                  <a:cubicBezTo>
                    <a:pt x="344" y="1993"/>
                    <a:pt x="310" y="1993"/>
                    <a:pt x="267" y="2002"/>
                  </a:cubicBezTo>
                  <a:cubicBezTo>
                    <a:pt x="232" y="2010"/>
                    <a:pt x="207" y="2019"/>
                    <a:pt x="172" y="2019"/>
                  </a:cubicBezTo>
                  <a:cubicBezTo>
                    <a:pt x="146" y="2010"/>
                    <a:pt x="129" y="2002"/>
                    <a:pt x="103" y="1993"/>
                  </a:cubicBezTo>
                  <a:cubicBezTo>
                    <a:pt x="86" y="1993"/>
                    <a:pt x="69" y="1993"/>
                    <a:pt x="52" y="1984"/>
                  </a:cubicBezTo>
                  <a:cubicBezTo>
                    <a:pt x="9" y="1984"/>
                    <a:pt x="0" y="2019"/>
                    <a:pt x="9" y="2036"/>
                  </a:cubicBezTo>
                  <a:cubicBezTo>
                    <a:pt x="18" y="2045"/>
                    <a:pt x="43" y="2070"/>
                    <a:pt x="60" y="2070"/>
                  </a:cubicBezTo>
                  <a:cubicBezTo>
                    <a:pt x="69" y="2079"/>
                    <a:pt x="86" y="2079"/>
                    <a:pt x="103" y="2088"/>
                  </a:cubicBezTo>
                  <a:lnTo>
                    <a:pt x="112" y="2096"/>
                  </a:lnTo>
                  <a:lnTo>
                    <a:pt x="146" y="2105"/>
                  </a:lnTo>
                  <a:lnTo>
                    <a:pt x="189" y="2122"/>
                  </a:lnTo>
                  <a:cubicBezTo>
                    <a:pt x="207" y="2131"/>
                    <a:pt x="232" y="2131"/>
                    <a:pt x="249" y="2139"/>
                  </a:cubicBezTo>
                  <a:cubicBezTo>
                    <a:pt x="267" y="2139"/>
                    <a:pt x="284" y="2148"/>
                    <a:pt x="301" y="2148"/>
                  </a:cubicBezTo>
                  <a:cubicBezTo>
                    <a:pt x="313" y="2150"/>
                    <a:pt x="325" y="2151"/>
                    <a:pt x="337" y="2151"/>
                  </a:cubicBezTo>
                  <a:cubicBezTo>
                    <a:pt x="370" y="2151"/>
                    <a:pt x="405" y="2143"/>
                    <a:pt x="430" y="2131"/>
                  </a:cubicBezTo>
                  <a:cubicBezTo>
                    <a:pt x="447" y="2113"/>
                    <a:pt x="456" y="2105"/>
                    <a:pt x="481" y="2096"/>
                  </a:cubicBezTo>
                  <a:cubicBezTo>
                    <a:pt x="516" y="2088"/>
                    <a:pt x="559" y="2079"/>
                    <a:pt x="593" y="2079"/>
                  </a:cubicBezTo>
                  <a:cubicBezTo>
                    <a:pt x="701" y="2079"/>
                    <a:pt x="798" y="2126"/>
                    <a:pt x="897" y="2126"/>
                  </a:cubicBezTo>
                  <a:cubicBezTo>
                    <a:pt x="924" y="2126"/>
                    <a:pt x="952" y="2123"/>
                    <a:pt x="980" y="2113"/>
                  </a:cubicBezTo>
                  <a:cubicBezTo>
                    <a:pt x="1014" y="2105"/>
                    <a:pt x="1023" y="2088"/>
                    <a:pt x="1048" y="2070"/>
                  </a:cubicBezTo>
                  <a:cubicBezTo>
                    <a:pt x="1074" y="2053"/>
                    <a:pt x="1091" y="2027"/>
                    <a:pt x="1109" y="2010"/>
                  </a:cubicBezTo>
                  <a:cubicBezTo>
                    <a:pt x="1143" y="1950"/>
                    <a:pt x="1177" y="1890"/>
                    <a:pt x="1203" y="1821"/>
                  </a:cubicBezTo>
                  <a:cubicBezTo>
                    <a:pt x="1220" y="1770"/>
                    <a:pt x="1246" y="1710"/>
                    <a:pt x="1272" y="1658"/>
                  </a:cubicBezTo>
                  <a:cubicBezTo>
                    <a:pt x="1298" y="1624"/>
                    <a:pt x="1323" y="1598"/>
                    <a:pt x="1375" y="1581"/>
                  </a:cubicBezTo>
                  <a:cubicBezTo>
                    <a:pt x="1427" y="1563"/>
                    <a:pt x="1469" y="1546"/>
                    <a:pt x="1512" y="1529"/>
                  </a:cubicBezTo>
                  <a:cubicBezTo>
                    <a:pt x="1573" y="1495"/>
                    <a:pt x="1624" y="1486"/>
                    <a:pt x="1650" y="1435"/>
                  </a:cubicBezTo>
                  <a:cubicBezTo>
                    <a:pt x="1684" y="1383"/>
                    <a:pt x="1684" y="1332"/>
                    <a:pt x="1693" y="1280"/>
                  </a:cubicBezTo>
                  <a:cubicBezTo>
                    <a:pt x="1710" y="1211"/>
                    <a:pt x="1744" y="1160"/>
                    <a:pt x="1744" y="1091"/>
                  </a:cubicBezTo>
                  <a:cubicBezTo>
                    <a:pt x="1736" y="1057"/>
                    <a:pt x="1736" y="1022"/>
                    <a:pt x="1727" y="988"/>
                  </a:cubicBezTo>
                  <a:cubicBezTo>
                    <a:pt x="1727" y="945"/>
                    <a:pt x="1701" y="902"/>
                    <a:pt x="1710" y="850"/>
                  </a:cubicBezTo>
                  <a:cubicBezTo>
                    <a:pt x="1710" y="833"/>
                    <a:pt x="1710" y="807"/>
                    <a:pt x="1719" y="799"/>
                  </a:cubicBezTo>
                  <a:lnTo>
                    <a:pt x="1727" y="782"/>
                  </a:lnTo>
                  <a:cubicBezTo>
                    <a:pt x="1744" y="756"/>
                    <a:pt x="1753" y="730"/>
                    <a:pt x="1762" y="696"/>
                  </a:cubicBezTo>
                  <a:cubicBezTo>
                    <a:pt x="1762" y="661"/>
                    <a:pt x="1779" y="636"/>
                    <a:pt x="1787" y="601"/>
                  </a:cubicBezTo>
                  <a:cubicBezTo>
                    <a:pt x="1796" y="567"/>
                    <a:pt x="1787" y="524"/>
                    <a:pt x="1779" y="498"/>
                  </a:cubicBezTo>
                  <a:cubicBezTo>
                    <a:pt x="1770" y="464"/>
                    <a:pt x="1753" y="438"/>
                    <a:pt x="1727" y="412"/>
                  </a:cubicBezTo>
                  <a:cubicBezTo>
                    <a:pt x="1693" y="386"/>
                    <a:pt x="1658" y="369"/>
                    <a:pt x="1633" y="343"/>
                  </a:cubicBezTo>
                  <a:cubicBezTo>
                    <a:pt x="1607" y="318"/>
                    <a:pt x="1590" y="292"/>
                    <a:pt x="1564" y="275"/>
                  </a:cubicBezTo>
                  <a:cubicBezTo>
                    <a:pt x="1521" y="249"/>
                    <a:pt x="1504" y="206"/>
                    <a:pt x="1469" y="180"/>
                  </a:cubicBezTo>
                  <a:cubicBezTo>
                    <a:pt x="1427" y="154"/>
                    <a:pt x="1384" y="137"/>
                    <a:pt x="1349" y="112"/>
                  </a:cubicBezTo>
                  <a:cubicBezTo>
                    <a:pt x="1306" y="86"/>
                    <a:pt x="1280" y="43"/>
                    <a:pt x="1246" y="8"/>
                  </a:cubicBezTo>
                  <a:cubicBezTo>
                    <a:pt x="1239" y="3"/>
                    <a:pt x="1233" y="0"/>
                    <a:pt x="122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39" name="Google Shape;22639;p75"/>
            <p:cNvSpPr/>
            <p:nvPr/>
          </p:nvSpPr>
          <p:spPr>
            <a:xfrm>
              <a:off x="5687200" y="1294325"/>
              <a:ext cx="60175" cy="26700"/>
            </a:xfrm>
            <a:custGeom>
              <a:avLst/>
              <a:gdLst/>
              <a:ahLst/>
              <a:cxnLst/>
              <a:rect l="l" t="t" r="r" b="b"/>
              <a:pathLst>
                <a:path w="2407" h="1068" extrusionOk="0">
                  <a:moveTo>
                    <a:pt x="1155" y="1"/>
                  </a:moveTo>
                  <a:cubicBezTo>
                    <a:pt x="1125" y="1"/>
                    <a:pt x="1096" y="21"/>
                    <a:pt x="1066" y="28"/>
                  </a:cubicBezTo>
                  <a:cubicBezTo>
                    <a:pt x="1023" y="37"/>
                    <a:pt x="989" y="37"/>
                    <a:pt x="946" y="54"/>
                  </a:cubicBezTo>
                  <a:cubicBezTo>
                    <a:pt x="912" y="63"/>
                    <a:pt x="877" y="80"/>
                    <a:pt x="851" y="89"/>
                  </a:cubicBezTo>
                  <a:cubicBezTo>
                    <a:pt x="842" y="90"/>
                    <a:pt x="832" y="91"/>
                    <a:pt x="823" y="91"/>
                  </a:cubicBezTo>
                  <a:cubicBezTo>
                    <a:pt x="781" y="91"/>
                    <a:pt x="740" y="77"/>
                    <a:pt x="705" y="63"/>
                  </a:cubicBezTo>
                  <a:cubicBezTo>
                    <a:pt x="673" y="52"/>
                    <a:pt x="633" y="41"/>
                    <a:pt x="596" y="41"/>
                  </a:cubicBezTo>
                  <a:cubicBezTo>
                    <a:pt x="574" y="41"/>
                    <a:pt x="552" y="45"/>
                    <a:pt x="534" y="54"/>
                  </a:cubicBezTo>
                  <a:cubicBezTo>
                    <a:pt x="491" y="71"/>
                    <a:pt x="448" y="106"/>
                    <a:pt x="405" y="131"/>
                  </a:cubicBezTo>
                  <a:cubicBezTo>
                    <a:pt x="336" y="166"/>
                    <a:pt x="276" y="183"/>
                    <a:pt x="233" y="260"/>
                  </a:cubicBezTo>
                  <a:cubicBezTo>
                    <a:pt x="207" y="312"/>
                    <a:pt x="190" y="389"/>
                    <a:pt x="155" y="424"/>
                  </a:cubicBezTo>
                  <a:cubicBezTo>
                    <a:pt x="113" y="467"/>
                    <a:pt x="78" y="501"/>
                    <a:pt x="52" y="544"/>
                  </a:cubicBezTo>
                  <a:cubicBezTo>
                    <a:pt x="27" y="578"/>
                    <a:pt x="1" y="621"/>
                    <a:pt x="27" y="664"/>
                  </a:cubicBezTo>
                  <a:cubicBezTo>
                    <a:pt x="35" y="699"/>
                    <a:pt x="52" y="690"/>
                    <a:pt x="35" y="724"/>
                  </a:cubicBezTo>
                  <a:cubicBezTo>
                    <a:pt x="30" y="735"/>
                    <a:pt x="15" y="752"/>
                    <a:pt x="24" y="752"/>
                  </a:cubicBezTo>
                  <a:cubicBezTo>
                    <a:pt x="29" y="752"/>
                    <a:pt x="44" y="745"/>
                    <a:pt x="78" y="724"/>
                  </a:cubicBezTo>
                  <a:cubicBezTo>
                    <a:pt x="78" y="699"/>
                    <a:pt x="121" y="656"/>
                    <a:pt x="138" y="647"/>
                  </a:cubicBezTo>
                  <a:cubicBezTo>
                    <a:pt x="164" y="630"/>
                    <a:pt x="190" y="613"/>
                    <a:pt x="207" y="587"/>
                  </a:cubicBezTo>
                  <a:cubicBezTo>
                    <a:pt x="250" y="544"/>
                    <a:pt x="310" y="492"/>
                    <a:pt x="370" y="475"/>
                  </a:cubicBezTo>
                  <a:cubicBezTo>
                    <a:pt x="396" y="467"/>
                    <a:pt x="422" y="458"/>
                    <a:pt x="448" y="458"/>
                  </a:cubicBezTo>
                  <a:cubicBezTo>
                    <a:pt x="465" y="449"/>
                    <a:pt x="482" y="432"/>
                    <a:pt x="508" y="432"/>
                  </a:cubicBezTo>
                  <a:cubicBezTo>
                    <a:pt x="516" y="428"/>
                    <a:pt x="525" y="428"/>
                    <a:pt x="534" y="428"/>
                  </a:cubicBezTo>
                  <a:cubicBezTo>
                    <a:pt x="542" y="428"/>
                    <a:pt x="551" y="428"/>
                    <a:pt x="559" y="424"/>
                  </a:cubicBezTo>
                  <a:cubicBezTo>
                    <a:pt x="584" y="418"/>
                    <a:pt x="599" y="411"/>
                    <a:pt x="619" y="411"/>
                  </a:cubicBezTo>
                  <a:cubicBezTo>
                    <a:pt x="627" y="411"/>
                    <a:pt x="635" y="412"/>
                    <a:pt x="645" y="415"/>
                  </a:cubicBezTo>
                  <a:cubicBezTo>
                    <a:pt x="680" y="424"/>
                    <a:pt x="714" y="441"/>
                    <a:pt x="748" y="449"/>
                  </a:cubicBezTo>
                  <a:cubicBezTo>
                    <a:pt x="774" y="458"/>
                    <a:pt x="817" y="475"/>
                    <a:pt x="834" y="475"/>
                  </a:cubicBezTo>
                  <a:lnTo>
                    <a:pt x="877" y="458"/>
                  </a:lnTo>
                  <a:cubicBezTo>
                    <a:pt x="903" y="449"/>
                    <a:pt x="920" y="449"/>
                    <a:pt x="946" y="441"/>
                  </a:cubicBezTo>
                  <a:cubicBezTo>
                    <a:pt x="980" y="432"/>
                    <a:pt x="1015" y="415"/>
                    <a:pt x="1049" y="415"/>
                  </a:cubicBezTo>
                  <a:cubicBezTo>
                    <a:pt x="1092" y="415"/>
                    <a:pt x="1135" y="415"/>
                    <a:pt x="1178" y="424"/>
                  </a:cubicBezTo>
                  <a:lnTo>
                    <a:pt x="1307" y="424"/>
                  </a:lnTo>
                  <a:cubicBezTo>
                    <a:pt x="1350" y="432"/>
                    <a:pt x="1375" y="458"/>
                    <a:pt x="1418" y="475"/>
                  </a:cubicBezTo>
                  <a:cubicBezTo>
                    <a:pt x="1436" y="484"/>
                    <a:pt x="1453" y="492"/>
                    <a:pt x="1470" y="501"/>
                  </a:cubicBezTo>
                  <a:cubicBezTo>
                    <a:pt x="1487" y="509"/>
                    <a:pt x="1513" y="518"/>
                    <a:pt x="1530" y="518"/>
                  </a:cubicBezTo>
                  <a:cubicBezTo>
                    <a:pt x="1542" y="523"/>
                    <a:pt x="1555" y="524"/>
                    <a:pt x="1569" y="524"/>
                  </a:cubicBezTo>
                  <a:cubicBezTo>
                    <a:pt x="1591" y="524"/>
                    <a:pt x="1615" y="520"/>
                    <a:pt x="1637" y="520"/>
                  </a:cubicBezTo>
                  <a:cubicBezTo>
                    <a:pt x="1651" y="520"/>
                    <a:pt x="1664" y="522"/>
                    <a:pt x="1676" y="527"/>
                  </a:cubicBezTo>
                  <a:cubicBezTo>
                    <a:pt x="1711" y="535"/>
                    <a:pt x="1745" y="570"/>
                    <a:pt x="1771" y="595"/>
                  </a:cubicBezTo>
                  <a:cubicBezTo>
                    <a:pt x="1814" y="621"/>
                    <a:pt x="1865" y="630"/>
                    <a:pt x="1908" y="656"/>
                  </a:cubicBezTo>
                  <a:cubicBezTo>
                    <a:pt x="1925" y="664"/>
                    <a:pt x="1943" y="681"/>
                    <a:pt x="1968" y="699"/>
                  </a:cubicBezTo>
                  <a:cubicBezTo>
                    <a:pt x="2003" y="716"/>
                    <a:pt x="2046" y="716"/>
                    <a:pt x="2080" y="750"/>
                  </a:cubicBezTo>
                  <a:cubicBezTo>
                    <a:pt x="2132" y="802"/>
                    <a:pt x="2192" y="845"/>
                    <a:pt x="2252" y="888"/>
                  </a:cubicBezTo>
                  <a:cubicBezTo>
                    <a:pt x="2278" y="913"/>
                    <a:pt x="2312" y="948"/>
                    <a:pt x="2338" y="982"/>
                  </a:cubicBezTo>
                  <a:cubicBezTo>
                    <a:pt x="2346" y="999"/>
                    <a:pt x="2398" y="1068"/>
                    <a:pt x="2406" y="1068"/>
                  </a:cubicBezTo>
                  <a:cubicBezTo>
                    <a:pt x="2406" y="1051"/>
                    <a:pt x="2398" y="1025"/>
                    <a:pt x="2398" y="999"/>
                  </a:cubicBezTo>
                  <a:cubicBezTo>
                    <a:pt x="2389" y="965"/>
                    <a:pt x="2398" y="939"/>
                    <a:pt x="2389" y="905"/>
                  </a:cubicBezTo>
                  <a:cubicBezTo>
                    <a:pt x="2363" y="853"/>
                    <a:pt x="2321" y="802"/>
                    <a:pt x="2286" y="767"/>
                  </a:cubicBezTo>
                  <a:cubicBezTo>
                    <a:pt x="2260" y="733"/>
                    <a:pt x="2226" y="699"/>
                    <a:pt x="2209" y="664"/>
                  </a:cubicBezTo>
                  <a:cubicBezTo>
                    <a:pt x="2209" y="647"/>
                    <a:pt x="2200" y="630"/>
                    <a:pt x="2200" y="613"/>
                  </a:cubicBezTo>
                  <a:cubicBezTo>
                    <a:pt x="2192" y="587"/>
                    <a:pt x="2174" y="570"/>
                    <a:pt x="2166" y="544"/>
                  </a:cubicBezTo>
                  <a:cubicBezTo>
                    <a:pt x="2149" y="509"/>
                    <a:pt x="2132" y="484"/>
                    <a:pt x="2106" y="449"/>
                  </a:cubicBezTo>
                  <a:cubicBezTo>
                    <a:pt x="2071" y="415"/>
                    <a:pt x="2054" y="372"/>
                    <a:pt x="2020" y="338"/>
                  </a:cubicBezTo>
                  <a:cubicBezTo>
                    <a:pt x="1977" y="303"/>
                    <a:pt x="1925" y="286"/>
                    <a:pt x="1874" y="269"/>
                  </a:cubicBezTo>
                  <a:cubicBezTo>
                    <a:pt x="1805" y="243"/>
                    <a:pt x="1745" y="200"/>
                    <a:pt x="1685" y="157"/>
                  </a:cubicBezTo>
                  <a:cubicBezTo>
                    <a:pt x="1642" y="123"/>
                    <a:pt x="1599" y="106"/>
                    <a:pt x="1539" y="97"/>
                  </a:cubicBezTo>
                  <a:lnTo>
                    <a:pt x="1479" y="97"/>
                  </a:lnTo>
                  <a:cubicBezTo>
                    <a:pt x="1444" y="97"/>
                    <a:pt x="1444" y="89"/>
                    <a:pt x="1418" y="80"/>
                  </a:cubicBezTo>
                  <a:cubicBezTo>
                    <a:pt x="1401" y="71"/>
                    <a:pt x="1384" y="71"/>
                    <a:pt x="1358" y="63"/>
                  </a:cubicBezTo>
                  <a:cubicBezTo>
                    <a:pt x="1341" y="54"/>
                    <a:pt x="1324" y="46"/>
                    <a:pt x="1307" y="37"/>
                  </a:cubicBezTo>
                  <a:cubicBezTo>
                    <a:pt x="1264" y="20"/>
                    <a:pt x="1212" y="3"/>
                    <a:pt x="1169" y="3"/>
                  </a:cubicBezTo>
                  <a:cubicBezTo>
                    <a:pt x="1164" y="1"/>
                    <a:pt x="1160" y="1"/>
                    <a:pt x="1155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40" name="Google Shape;22640;p75"/>
            <p:cNvSpPr/>
            <p:nvPr/>
          </p:nvSpPr>
          <p:spPr>
            <a:xfrm>
              <a:off x="5673675" y="1317775"/>
              <a:ext cx="24075" cy="55250"/>
            </a:xfrm>
            <a:custGeom>
              <a:avLst/>
              <a:gdLst/>
              <a:ahLst/>
              <a:cxnLst/>
              <a:rect l="l" t="t" r="r" b="b"/>
              <a:pathLst>
                <a:path w="963" h="2210" extrusionOk="0">
                  <a:moveTo>
                    <a:pt x="466" y="1"/>
                  </a:moveTo>
                  <a:cubicBezTo>
                    <a:pt x="431" y="1"/>
                    <a:pt x="374" y="46"/>
                    <a:pt x="361" y="53"/>
                  </a:cubicBezTo>
                  <a:cubicBezTo>
                    <a:pt x="337" y="72"/>
                    <a:pt x="311" y="83"/>
                    <a:pt x="296" y="85"/>
                  </a:cubicBezTo>
                  <a:lnTo>
                    <a:pt x="296" y="85"/>
                  </a:lnTo>
                  <a:cubicBezTo>
                    <a:pt x="296" y="80"/>
                    <a:pt x="296" y="75"/>
                    <a:pt x="293" y="70"/>
                  </a:cubicBezTo>
                  <a:lnTo>
                    <a:pt x="293" y="70"/>
                  </a:lnTo>
                  <a:cubicBezTo>
                    <a:pt x="283" y="80"/>
                    <a:pt x="284" y="85"/>
                    <a:pt x="293" y="85"/>
                  </a:cubicBezTo>
                  <a:cubicBezTo>
                    <a:pt x="294" y="85"/>
                    <a:pt x="295" y="85"/>
                    <a:pt x="296" y="85"/>
                  </a:cubicBezTo>
                  <a:lnTo>
                    <a:pt x="296" y="85"/>
                  </a:lnTo>
                  <a:cubicBezTo>
                    <a:pt x="296" y="94"/>
                    <a:pt x="290" y="101"/>
                    <a:pt x="284" y="113"/>
                  </a:cubicBezTo>
                  <a:cubicBezTo>
                    <a:pt x="284" y="121"/>
                    <a:pt x="241" y="164"/>
                    <a:pt x="241" y="164"/>
                  </a:cubicBezTo>
                  <a:cubicBezTo>
                    <a:pt x="224" y="190"/>
                    <a:pt x="207" y="224"/>
                    <a:pt x="190" y="250"/>
                  </a:cubicBezTo>
                  <a:cubicBezTo>
                    <a:pt x="164" y="302"/>
                    <a:pt x="129" y="345"/>
                    <a:pt x="95" y="388"/>
                  </a:cubicBezTo>
                  <a:lnTo>
                    <a:pt x="69" y="422"/>
                  </a:lnTo>
                  <a:cubicBezTo>
                    <a:pt x="52" y="448"/>
                    <a:pt x="44" y="491"/>
                    <a:pt x="35" y="525"/>
                  </a:cubicBezTo>
                  <a:cubicBezTo>
                    <a:pt x="26" y="585"/>
                    <a:pt x="18" y="637"/>
                    <a:pt x="9" y="697"/>
                  </a:cubicBezTo>
                  <a:cubicBezTo>
                    <a:pt x="1" y="706"/>
                    <a:pt x="9" y="723"/>
                    <a:pt x="9" y="740"/>
                  </a:cubicBezTo>
                  <a:cubicBezTo>
                    <a:pt x="9" y="757"/>
                    <a:pt x="1" y="774"/>
                    <a:pt x="1" y="791"/>
                  </a:cubicBezTo>
                  <a:cubicBezTo>
                    <a:pt x="1" y="860"/>
                    <a:pt x="44" y="920"/>
                    <a:pt x="69" y="980"/>
                  </a:cubicBezTo>
                  <a:cubicBezTo>
                    <a:pt x="121" y="1084"/>
                    <a:pt x="147" y="1195"/>
                    <a:pt x="198" y="1307"/>
                  </a:cubicBezTo>
                  <a:cubicBezTo>
                    <a:pt x="258" y="1436"/>
                    <a:pt x="276" y="1556"/>
                    <a:pt x="353" y="1676"/>
                  </a:cubicBezTo>
                  <a:cubicBezTo>
                    <a:pt x="361" y="1694"/>
                    <a:pt x="379" y="1711"/>
                    <a:pt x="396" y="1728"/>
                  </a:cubicBezTo>
                  <a:cubicBezTo>
                    <a:pt x="422" y="1754"/>
                    <a:pt x="447" y="1797"/>
                    <a:pt x="482" y="1831"/>
                  </a:cubicBezTo>
                  <a:cubicBezTo>
                    <a:pt x="525" y="1883"/>
                    <a:pt x="559" y="1934"/>
                    <a:pt x="602" y="1994"/>
                  </a:cubicBezTo>
                  <a:cubicBezTo>
                    <a:pt x="619" y="2020"/>
                    <a:pt x="645" y="2037"/>
                    <a:pt x="671" y="2054"/>
                  </a:cubicBezTo>
                  <a:cubicBezTo>
                    <a:pt x="679" y="2072"/>
                    <a:pt x="705" y="2089"/>
                    <a:pt x="722" y="2089"/>
                  </a:cubicBezTo>
                  <a:cubicBezTo>
                    <a:pt x="739" y="2097"/>
                    <a:pt x="757" y="2097"/>
                    <a:pt x="774" y="2106"/>
                  </a:cubicBezTo>
                  <a:cubicBezTo>
                    <a:pt x="800" y="2123"/>
                    <a:pt x="851" y="2140"/>
                    <a:pt x="877" y="2158"/>
                  </a:cubicBezTo>
                  <a:cubicBezTo>
                    <a:pt x="894" y="2166"/>
                    <a:pt x="937" y="2209"/>
                    <a:pt x="963" y="2209"/>
                  </a:cubicBezTo>
                  <a:cubicBezTo>
                    <a:pt x="963" y="2183"/>
                    <a:pt x="911" y="2158"/>
                    <a:pt x="894" y="2140"/>
                  </a:cubicBezTo>
                  <a:cubicBezTo>
                    <a:pt x="868" y="2115"/>
                    <a:pt x="817" y="2106"/>
                    <a:pt x="791" y="2080"/>
                  </a:cubicBezTo>
                  <a:cubicBezTo>
                    <a:pt x="739" y="2020"/>
                    <a:pt x="757" y="1943"/>
                    <a:pt x="722" y="1883"/>
                  </a:cubicBezTo>
                  <a:cubicBezTo>
                    <a:pt x="696" y="1840"/>
                    <a:pt x="688" y="1805"/>
                    <a:pt x="654" y="1779"/>
                  </a:cubicBezTo>
                  <a:cubicBezTo>
                    <a:pt x="611" y="1745"/>
                    <a:pt x="636" y="1711"/>
                    <a:pt x="611" y="1668"/>
                  </a:cubicBezTo>
                  <a:cubicBezTo>
                    <a:pt x="559" y="1573"/>
                    <a:pt x="473" y="1487"/>
                    <a:pt x="422" y="1384"/>
                  </a:cubicBezTo>
                  <a:cubicBezTo>
                    <a:pt x="396" y="1333"/>
                    <a:pt x="310" y="1290"/>
                    <a:pt x="301" y="1230"/>
                  </a:cubicBezTo>
                  <a:cubicBezTo>
                    <a:pt x="301" y="1212"/>
                    <a:pt x="301" y="1195"/>
                    <a:pt x="301" y="1187"/>
                  </a:cubicBezTo>
                  <a:cubicBezTo>
                    <a:pt x="301" y="1161"/>
                    <a:pt x="301" y="1161"/>
                    <a:pt x="318" y="1144"/>
                  </a:cubicBezTo>
                  <a:cubicBezTo>
                    <a:pt x="379" y="1041"/>
                    <a:pt x="404" y="886"/>
                    <a:pt x="344" y="774"/>
                  </a:cubicBezTo>
                  <a:cubicBezTo>
                    <a:pt x="336" y="766"/>
                    <a:pt x="336" y="749"/>
                    <a:pt x="327" y="731"/>
                  </a:cubicBezTo>
                  <a:cubicBezTo>
                    <a:pt x="310" y="706"/>
                    <a:pt x="301" y="688"/>
                    <a:pt x="301" y="663"/>
                  </a:cubicBezTo>
                  <a:cubicBezTo>
                    <a:pt x="293" y="611"/>
                    <a:pt x="318" y="585"/>
                    <a:pt x="327" y="542"/>
                  </a:cubicBezTo>
                  <a:cubicBezTo>
                    <a:pt x="327" y="517"/>
                    <a:pt x="336" y="499"/>
                    <a:pt x="336" y="474"/>
                  </a:cubicBezTo>
                  <a:lnTo>
                    <a:pt x="361" y="456"/>
                  </a:lnTo>
                  <a:cubicBezTo>
                    <a:pt x="370" y="439"/>
                    <a:pt x="370" y="422"/>
                    <a:pt x="379" y="405"/>
                  </a:cubicBezTo>
                  <a:cubicBezTo>
                    <a:pt x="396" y="353"/>
                    <a:pt x="413" y="310"/>
                    <a:pt x="439" y="259"/>
                  </a:cubicBezTo>
                  <a:cubicBezTo>
                    <a:pt x="456" y="242"/>
                    <a:pt x="465" y="224"/>
                    <a:pt x="465" y="199"/>
                  </a:cubicBezTo>
                  <a:cubicBezTo>
                    <a:pt x="473" y="181"/>
                    <a:pt x="482" y="164"/>
                    <a:pt x="482" y="147"/>
                  </a:cubicBezTo>
                  <a:cubicBezTo>
                    <a:pt x="482" y="130"/>
                    <a:pt x="473" y="104"/>
                    <a:pt x="473" y="78"/>
                  </a:cubicBezTo>
                  <a:cubicBezTo>
                    <a:pt x="473" y="61"/>
                    <a:pt x="490" y="35"/>
                    <a:pt x="490" y="18"/>
                  </a:cubicBezTo>
                  <a:cubicBezTo>
                    <a:pt x="486" y="6"/>
                    <a:pt x="477" y="1"/>
                    <a:pt x="466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41" name="Google Shape;22641;p75"/>
            <p:cNvSpPr/>
            <p:nvPr/>
          </p:nvSpPr>
          <p:spPr>
            <a:xfrm>
              <a:off x="5694950" y="1380075"/>
              <a:ext cx="27950" cy="7150"/>
            </a:xfrm>
            <a:custGeom>
              <a:avLst/>
              <a:gdLst/>
              <a:ahLst/>
              <a:cxnLst/>
              <a:rect l="l" t="t" r="r" b="b"/>
              <a:pathLst>
                <a:path w="1118" h="286" extrusionOk="0">
                  <a:moveTo>
                    <a:pt x="198" y="1"/>
                  </a:moveTo>
                  <a:cubicBezTo>
                    <a:pt x="175" y="23"/>
                    <a:pt x="152" y="27"/>
                    <a:pt x="129" y="27"/>
                  </a:cubicBezTo>
                  <a:cubicBezTo>
                    <a:pt x="118" y="27"/>
                    <a:pt x="106" y="26"/>
                    <a:pt x="95" y="26"/>
                  </a:cubicBezTo>
                  <a:cubicBezTo>
                    <a:pt x="77" y="18"/>
                    <a:pt x="69" y="18"/>
                    <a:pt x="60" y="18"/>
                  </a:cubicBezTo>
                  <a:cubicBezTo>
                    <a:pt x="26" y="18"/>
                    <a:pt x="26" y="52"/>
                    <a:pt x="0" y="61"/>
                  </a:cubicBezTo>
                  <a:cubicBezTo>
                    <a:pt x="17" y="95"/>
                    <a:pt x="35" y="112"/>
                    <a:pt x="69" y="121"/>
                  </a:cubicBezTo>
                  <a:cubicBezTo>
                    <a:pt x="138" y="147"/>
                    <a:pt x="206" y="172"/>
                    <a:pt x="266" y="207"/>
                  </a:cubicBezTo>
                  <a:cubicBezTo>
                    <a:pt x="301" y="215"/>
                    <a:pt x="318" y="241"/>
                    <a:pt x="352" y="250"/>
                  </a:cubicBezTo>
                  <a:cubicBezTo>
                    <a:pt x="387" y="267"/>
                    <a:pt x="438" y="267"/>
                    <a:pt x="481" y="275"/>
                  </a:cubicBezTo>
                  <a:cubicBezTo>
                    <a:pt x="511" y="280"/>
                    <a:pt x="524" y="285"/>
                    <a:pt x="539" y="285"/>
                  </a:cubicBezTo>
                  <a:cubicBezTo>
                    <a:pt x="550" y="285"/>
                    <a:pt x="563" y="283"/>
                    <a:pt x="584" y="275"/>
                  </a:cubicBezTo>
                  <a:cubicBezTo>
                    <a:pt x="627" y="258"/>
                    <a:pt x="670" y="258"/>
                    <a:pt x="705" y="233"/>
                  </a:cubicBezTo>
                  <a:cubicBezTo>
                    <a:pt x="722" y="224"/>
                    <a:pt x="748" y="207"/>
                    <a:pt x="773" y="198"/>
                  </a:cubicBezTo>
                  <a:cubicBezTo>
                    <a:pt x="801" y="184"/>
                    <a:pt x="818" y="170"/>
                    <a:pt x="847" y="170"/>
                  </a:cubicBezTo>
                  <a:cubicBezTo>
                    <a:pt x="853" y="170"/>
                    <a:pt x="860" y="171"/>
                    <a:pt x="868" y="172"/>
                  </a:cubicBezTo>
                  <a:cubicBezTo>
                    <a:pt x="919" y="181"/>
                    <a:pt x="962" y="190"/>
                    <a:pt x="1014" y="198"/>
                  </a:cubicBezTo>
                  <a:cubicBezTo>
                    <a:pt x="1048" y="198"/>
                    <a:pt x="1108" y="190"/>
                    <a:pt x="1117" y="164"/>
                  </a:cubicBezTo>
                  <a:cubicBezTo>
                    <a:pt x="1117" y="138"/>
                    <a:pt x="1083" y="104"/>
                    <a:pt x="1074" y="86"/>
                  </a:cubicBezTo>
                  <a:cubicBezTo>
                    <a:pt x="1057" y="61"/>
                    <a:pt x="1057" y="9"/>
                    <a:pt x="1014" y="9"/>
                  </a:cubicBezTo>
                  <a:cubicBezTo>
                    <a:pt x="997" y="9"/>
                    <a:pt x="988" y="26"/>
                    <a:pt x="980" y="35"/>
                  </a:cubicBezTo>
                  <a:cubicBezTo>
                    <a:pt x="962" y="44"/>
                    <a:pt x="954" y="44"/>
                    <a:pt x="928" y="52"/>
                  </a:cubicBezTo>
                  <a:cubicBezTo>
                    <a:pt x="902" y="52"/>
                    <a:pt x="876" y="52"/>
                    <a:pt x="851" y="61"/>
                  </a:cubicBezTo>
                  <a:cubicBezTo>
                    <a:pt x="816" y="61"/>
                    <a:pt x="773" y="44"/>
                    <a:pt x="739" y="35"/>
                  </a:cubicBezTo>
                  <a:cubicBezTo>
                    <a:pt x="705" y="35"/>
                    <a:pt x="670" y="26"/>
                    <a:pt x="636" y="26"/>
                  </a:cubicBezTo>
                  <a:cubicBezTo>
                    <a:pt x="610" y="26"/>
                    <a:pt x="593" y="35"/>
                    <a:pt x="567" y="44"/>
                  </a:cubicBezTo>
                  <a:cubicBezTo>
                    <a:pt x="533" y="52"/>
                    <a:pt x="481" y="52"/>
                    <a:pt x="438" y="61"/>
                  </a:cubicBezTo>
                  <a:cubicBezTo>
                    <a:pt x="370" y="61"/>
                    <a:pt x="258" y="52"/>
                    <a:pt x="19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42" name="Google Shape;22642;p75"/>
            <p:cNvSpPr/>
            <p:nvPr/>
          </p:nvSpPr>
          <p:spPr>
            <a:xfrm>
              <a:off x="5670250" y="1341625"/>
              <a:ext cx="22150" cy="38700"/>
            </a:xfrm>
            <a:custGeom>
              <a:avLst/>
              <a:gdLst/>
              <a:ahLst/>
              <a:cxnLst/>
              <a:rect l="l" t="t" r="r" b="b"/>
              <a:pathLst>
                <a:path w="886" h="1548" extrusionOk="0">
                  <a:moveTo>
                    <a:pt x="17" y="1"/>
                  </a:moveTo>
                  <a:cubicBezTo>
                    <a:pt x="0" y="9"/>
                    <a:pt x="0" y="52"/>
                    <a:pt x="0" y="61"/>
                  </a:cubicBezTo>
                  <a:cubicBezTo>
                    <a:pt x="0" y="78"/>
                    <a:pt x="0" y="104"/>
                    <a:pt x="0" y="121"/>
                  </a:cubicBezTo>
                  <a:cubicBezTo>
                    <a:pt x="0" y="138"/>
                    <a:pt x="9" y="155"/>
                    <a:pt x="0" y="181"/>
                  </a:cubicBezTo>
                  <a:cubicBezTo>
                    <a:pt x="0" y="198"/>
                    <a:pt x="0" y="224"/>
                    <a:pt x="9" y="241"/>
                  </a:cubicBezTo>
                  <a:lnTo>
                    <a:pt x="17" y="276"/>
                  </a:lnTo>
                  <a:cubicBezTo>
                    <a:pt x="17" y="310"/>
                    <a:pt x="26" y="336"/>
                    <a:pt x="26" y="362"/>
                  </a:cubicBezTo>
                  <a:cubicBezTo>
                    <a:pt x="26" y="379"/>
                    <a:pt x="26" y="396"/>
                    <a:pt x="34" y="413"/>
                  </a:cubicBezTo>
                  <a:cubicBezTo>
                    <a:pt x="34" y="439"/>
                    <a:pt x="34" y="465"/>
                    <a:pt x="43" y="490"/>
                  </a:cubicBezTo>
                  <a:cubicBezTo>
                    <a:pt x="43" y="499"/>
                    <a:pt x="52" y="516"/>
                    <a:pt x="52" y="525"/>
                  </a:cubicBezTo>
                  <a:cubicBezTo>
                    <a:pt x="52" y="542"/>
                    <a:pt x="60" y="551"/>
                    <a:pt x="60" y="568"/>
                  </a:cubicBezTo>
                  <a:cubicBezTo>
                    <a:pt x="69" y="585"/>
                    <a:pt x="69" y="594"/>
                    <a:pt x="69" y="611"/>
                  </a:cubicBezTo>
                  <a:cubicBezTo>
                    <a:pt x="69" y="628"/>
                    <a:pt x="77" y="645"/>
                    <a:pt x="77" y="662"/>
                  </a:cubicBezTo>
                  <a:cubicBezTo>
                    <a:pt x="95" y="722"/>
                    <a:pt x="95" y="783"/>
                    <a:pt x="103" y="843"/>
                  </a:cubicBezTo>
                  <a:cubicBezTo>
                    <a:pt x="112" y="877"/>
                    <a:pt x="129" y="894"/>
                    <a:pt x="146" y="929"/>
                  </a:cubicBezTo>
                  <a:cubicBezTo>
                    <a:pt x="163" y="946"/>
                    <a:pt x="172" y="963"/>
                    <a:pt x="181" y="980"/>
                  </a:cubicBezTo>
                  <a:cubicBezTo>
                    <a:pt x="198" y="1014"/>
                    <a:pt x="215" y="1032"/>
                    <a:pt x="241" y="1057"/>
                  </a:cubicBezTo>
                  <a:cubicBezTo>
                    <a:pt x="258" y="1075"/>
                    <a:pt x="284" y="1100"/>
                    <a:pt x="301" y="1118"/>
                  </a:cubicBezTo>
                  <a:cubicBezTo>
                    <a:pt x="309" y="1135"/>
                    <a:pt x="327" y="1143"/>
                    <a:pt x="335" y="1161"/>
                  </a:cubicBezTo>
                  <a:cubicBezTo>
                    <a:pt x="352" y="1169"/>
                    <a:pt x="361" y="1186"/>
                    <a:pt x="378" y="1195"/>
                  </a:cubicBezTo>
                  <a:cubicBezTo>
                    <a:pt x="387" y="1212"/>
                    <a:pt x="387" y="1229"/>
                    <a:pt x="395" y="1238"/>
                  </a:cubicBezTo>
                  <a:cubicBezTo>
                    <a:pt x="413" y="1264"/>
                    <a:pt x="430" y="1298"/>
                    <a:pt x="455" y="1315"/>
                  </a:cubicBezTo>
                  <a:cubicBezTo>
                    <a:pt x="464" y="1332"/>
                    <a:pt x="473" y="1341"/>
                    <a:pt x="481" y="1358"/>
                  </a:cubicBezTo>
                  <a:cubicBezTo>
                    <a:pt x="490" y="1367"/>
                    <a:pt x="498" y="1375"/>
                    <a:pt x="516" y="1384"/>
                  </a:cubicBezTo>
                  <a:cubicBezTo>
                    <a:pt x="541" y="1401"/>
                    <a:pt x="567" y="1418"/>
                    <a:pt x="593" y="1435"/>
                  </a:cubicBezTo>
                  <a:cubicBezTo>
                    <a:pt x="627" y="1453"/>
                    <a:pt x="653" y="1470"/>
                    <a:pt x="687" y="1478"/>
                  </a:cubicBezTo>
                  <a:cubicBezTo>
                    <a:pt x="705" y="1496"/>
                    <a:pt x="730" y="1513"/>
                    <a:pt x="748" y="1513"/>
                  </a:cubicBezTo>
                  <a:lnTo>
                    <a:pt x="756" y="1513"/>
                  </a:lnTo>
                  <a:cubicBezTo>
                    <a:pt x="773" y="1513"/>
                    <a:pt x="782" y="1504"/>
                    <a:pt x="799" y="1504"/>
                  </a:cubicBezTo>
                  <a:cubicBezTo>
                    <a:pt x="825" y="1504"/>
                    <a:pt x="842" y="1521"/>
                    <a:pt x="859" y="1530"/>
                  </a:cubicBezTo>
                  <a:lnTo>
                    <a:pt x="885" y="1547"/>
                  </a:lnTo>
                  <a:lnTo>
                    <a:pt x="868" y="1504"/>
                  </a:lnTo>
                  <a:cubicBezTo>
                    <a:pt x="859" y="1487"/>
                    <a:pt x="842" y="1478"/>
                    <a:pt x="825" y="1470"/>
                  </a:cubicBezTo>
                  <a:cubicBezTo>
                    <a:pt x="816" y="1461"/>
                    <a:pt x="808" y="1444"/>
                    <a:pt x="799" y="1435"/>
                  </a:cubicBezTo>
                  <a:lnTo>
                    <a:pt x="773" y="1410"/>
                  </a:lnTo>
                  <a:lnTo>
                    <a:pt x="739" y="1375"/>
                  </a:lnTo>
                  <a:lnTo>
                    <a:pt x="713" y="1350"/>
                  </a:lnTo>
                  <a:cubicBezTo>
                    <a:pt x="705" y="1341"/>
                    <a:pt x="696" y="1324"/>
                    <a:pt x="679" y="1315"/>
                  </a:cubicBezTo>
                  <a:lnTo>
                    <a:pt x="662" y="1298"/>
                  </a:lnTo>
                  <a:lnTo>
                    <a:pt x="636" y="1264"/>
                  </a:lnTo>
                  <a:cubicBezTo>
                    <a:pt x="619" y="1246"/>
                    <a:pt x="593" y="1221"/>
                    <a:pt x="584" y="1195"/>
                  </a:cubicBezTo>
                  <a:lnTo>
                    <a:pt x="567" y="1169"/>
                  </a:lnTo>
                  <a:cubicBezTo>
                    <a:pt x="550" y="1152"/>
                    <a:pt x="533" y="1135"/>
                    <a:pt x="516" y="1118"/>
                  </a:cubicBezTo>
                  <a:cubicBezTo>
                    <a:pt x="498" y="1100"/>
                    <a:pt x="490" y="1092"/>
                    <a:pt x="481" y="1083"/>
                  </a:cubicBezTo>
                  <a:cubicBezTo>
                    <a:pt x="464" y="1075"/>
                    <a:pt x="447" y="1049"/>
                    <a:pt x="430" y="1040"/>
                  </a:cubicBezTo>
                  <a:cubicBezTo>
                    <a:pt x="404" y="1006"/>
                    <a:pt x="370" y="980"/>
                    <a:pt x="344" y="946"/>
                  </a:cubicBezTo>
                  <a:cubicBezTo>
                    <a:pt x="327" y="929"/>
                    <a:pt x="309" y="903"/>
                    <a:pt x="301" y="886"/>
                  </a:cubicBezTo>
                  <a:lnTo>
                    <a:pt x="275" y="843"/>
                  </a:lnTo>
                  <a:lnTo>
                    <a:pt x="258" y="825"/>
                  </a:lnTo>
                  <a:lnTo>
                    <a:pt x="241" y="800"/>
                  </a:lnTo>
                  <a:cubicBezTo>
                    <a:pt x="224" y="774"/>
                    <a:pt x="215" y="748"/>
                    <a:pt x="206" y="714"/>
                  </a:cubicBezTo>
                  <a:cubicBezTo>
                    <a:pt x="198" y="688"/>
                    <a:pt x="181" y="671"/>
                    <a:pt x="172" y="636"/>
                  </a:cubicBezTo>
                  <a:cubicBezTo>
                    <a:pt x="163" y="619"/>
                    <a:pt x="163" y="594"/>
                    <a:pt x="155" y="568"/>
                  </a:cubicBezTo>
                  <a:cubicBezTo>
                    <a:pt x="155" y="542"/>
                    <a:pt x="120" y="447"/>
                    <a:pt x="120" y="439"/>
                  </a:cubicBezTo>
                  <a:cubicBezTo>
                    <a:pt x="112" y="422"/>
                    <a:pt x="112" y="413"/>
                    <a:pt x="103" y="405"/>
                  </a:cubicBezTo>
                  <a:cubicBezTo>
                    <a:pt x="95" y="387"/>
                    <a:pt x="95" y="370"/>
                    <a:pt x="95" y="353"/>
                  </a:cubicBezTo>
                  <a:cubicBezTo>
                    <a:pt x="77" y="310"/>
                    <a:pt x="69" y="267"/>
                    <a:pt x="60" y="215"/>
                  </a:cubicBezTo>
                  <a:cubicBezTo>
                    <a:pt x="60" y="190"/>
                    <a:pt x="60" y="155"/>
                    <a:pt x="52" y="121"/>
                  </a:cubicBezTo>
                  <a:cubicBezTo>
                    <a:pt x="43" y="104"/>
                    <a:pt x="34" y="87"/>
                    <a:pt x="26" y="61"/>
                  </a:cubicBezTo>
                  <a:cubicBezTo>
                    <a:pt x="26" y="52"/>
                    <a:pt x="17" y="35"/>
                    <a:pt x="17" y="18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DDBC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43" name="Google Shape;22643;p75"/>
            <p:cNvSpPr/>
            <p:nvPr/>
          </p:nvSpPr>
          <p:spPr>
            <a:xfrm>
              <a:off x="5693650" y="1362675"/>
              <a:ext cx="58450" cy="32275"/>
            </a:xfrm>
            <a:custGeom>
              <a:avLst/>
              <a:gdLst/>
              <a:ahLst/>
              <a:cxnLst/>
              <a:rect l="l" t="t" r="r" b="b"/>
              <a:pathLst>
                <a:path w="2338" h="1291" extrusionOk="0">
                  <a:moveTo>
                    <a:pt x="19" y="1156"/>
                  </a:moveTo>
                  <a:cubicBezTo>
                    <a:pt x="13" y="1156"/>
                    <a:pt x="7" y="1157"/>
                    <a:pt x="1" y="1161"/>
                  </a:cubicBezTo>
                  <a:cubicBezTo>
                    <a:pt x="1" y="1161"/>
                    <a:pt x="1" y="1161"/>
                    <a:pt x="19" y="1156"/>
                  </a:cubicBezTo>
                  <a:close/>
                  <a:moveTo>
                    <a:pt x="2303" y="1"/>
                  </a:moveTo>
                  <a:cubicBezTo>
                    <a:pt x="2286" y="18"/>
                    <a:pt x="2269" y="52"/>
                    <a:pt x="2260" y="69"/>
                  </a:cubicBezTo>
                  <a:cubicBezTo>
                    <a:pt x="2252" y="112"/>
                    <a:pt x="2234" y="155"/>
                    <a:pt x="2217" y="198"/>
                  </a:cubicBezTo>
                  <a:cubicBezTo>
                    <a:pt x="2200" y="241"/>
                    <a:pt x="2200" y="293"/>
                    <a:pt x="2174" y="336"/>
                  </a:cubicBezTo>
                  <a:cubicBezTo>
                    <a:pt x="2166" y="353"/>
                    <a:pt x="2140" y="370"/>
                    <a:pt x="2123" y="396"/>
                  </a:cubicBezTo>
                  <a:cubicBezTo>
                    <a:pt x="2080" y="465"/>
                    <a:pt x="2011" y="508"/>
                    <a:pt x="1951" y="568"/>
                  </a:cubicBezTo>
                  <a:cubicBezTo>
                    <a:pt x="1882" y="636"/>
                    <a:pt x="1822" y="679"/>
                    <a:pt x="1736" y="722"/>
                  </a:cubicBezTo>
                  <a:cubicBezTo>
                    <a:pt x="1710" y="731"/>
                    <a:pt x="1693" y="740"/>
                    <a:pt x="1667" y="748"/>
                  </a:cubicBezTo>
                  <a:cubicBezTo>
                    <a:pt x="1633" y="774"/>
                    <a:pt x="1599" y="791"/>
                    <a:pt x="1556" y="808"/>
                  </a:cubicBezTo>
                  <a:cubicBezTo>
                    <a:pt x="1530" y="817"/>
                    <a:pt x="1495" y="825"/>
                    <a:pt x="1461" y="843"/>
                  </a:cubicBezTo>
                  <a:cubicBezTo>
                    <a:pt x="1444" y="843"/>
                    <a:pt x="1427" y="851"/>
                    <a:pt x="1410" y="860"/>
                  </a:cubicBezTo>
                  <a:lnTo>
                    <a:pt x="1367" y="860"/>
                  </a:lnTo>
                  <a:cubicBezTo>
                    <a:pt x="1358" y="860"/>
                    <a:pt x="1341" y="877"/>
                    <a:pt x="1324" y="877"/>
                  </a:cubicBezTo>
                  <a:cubicBezTo>
                    <a:pt x="1298" y="894"/>
                    <a:pt x="1289" y="911"/>
                    <a:pt x="1264" y="929"/>
                  </a:cubicBezTo>
                  <a:cubicBezTo>
                    <a:pt x="1246" y="946"/>
                    <a:pt x="1229" y="954"/>
                    <a:pt x="1212" y="971"/>
                  </a:cubicBezTo>
                  <a:cubicBezTo>
                    <a:pt x="1169" y="997"/>
                    <a:pt x="1117" y="1032"/>
                    <a:pt x="1075" y="1057"/>
                  </a:cubicBezTo>
                  <a:cubicBezTo>
                    <a:pt x="1062" y="1070"/>
                    <a:pt x="1049" y="1078"/>
                    <a:pt x="1030" y="1078"/>
                  </a:cubicBezTo>
                  <a:cubicBezTo>
                    <a:pt x="1023" y="1078"/>
                    <a:pt x="1015" y="1077"/>
                    <a:pt x="1006" y="1075"/>
                  </a:cubicBezTo>
                  <a:cubicBezTo>
                    <a:pt x="971" y="1066"/>
                    <a:pt x="928" y="1057"/>
                    <a:pt x="886" y="1049"/>
                  </a:cubicBezTo>
                  <a:cubicBezTo>
                    <a:pt x="825" y="1049"/>
                    <a:pt x="757" y="1066"/>
                    <a:pt x="696" y="1083"/>
                  </a:cubicBezTo>
                  <a:cubicBezTo>
                    <a:pt x="671" y="1092"/>
                    <a:pt x="654" y="1109"/>
                    <a:pt x="628" y="1126"/>
                  </a:cubicBezTo>
                  <a:cubicBezTo>
                    <a:pt x="606" y="1135"/>
                    <a:pt x="583" y="1137"/>
                    <a:pt x="558" y="1137"/>
                  </a:cubicBezTo>
                  <a:cubicBezTo>
                    <a:pt x="533" y="1137"/>
                    <a:pt x="507" y="1135"/>
                    <a:pt x="482" y="1135"/>
                  </a:cubicBezTo>
                  <a:cubicBezTo>
                    <a:pt x="370" y="1135"/>
                    <a:pt x="250" y="1135"/>
                    <a:pt x="138" y="1126"/>
                  </a:cubicBezTo>
                  <a:cubicBezTo>
                    <a:pt x="71" y="1143"/>
                    <a:pt x="37" y="1151"/>
                    <a:pt x="19" y="1156"/>
                  </a:cubicBezTo>
                  <a:lnTo>
                    <a:pt x="19" y="1156"/>
                  </a:lnTo>
                  <a:cubicBezTo>
                    <a:pt x="20" y="1156"/>
                    <a:pt x="21" y="1156"/>
                    <a:pt x="22" y="1156"/>
                  </a:cubicBezTo>
                  <a:cubicBezTo>
                    <a:pt x="51" y="1156"/>
                    <a:pt x="85" y="1179"/>
                    <a:pt x="112" y="1186"/>
                  </a:cubicBezTo>
                  <a:cubicBezTo>
                    <a:pt x="164" y="1203"/>
                    <a:pt x="215" y="1221"/>
                    <a:pt x="267" y="1229"/>
                  </a:cubicBezTo>
                  <a:cubicBezTo>
                    <a:pt x="318" y="1246"/>
                    <a:pt x="361" y="1255"/>
                    <a:pt x="422" y="1255"/>
                  </a:cubicBezTo>
                  <a:cubicBezTo>
                    <a:pt x="482" y="1255"/>
                    <a:pt x="533" y="1264"/>
                    <a:pt x="593" y="1281"/>
                  </a:cubicBezTo>
                  <a:cubicBezTo>
                    <a:pt x="620" y="1287"/>
                    <a:pt x="647" y="1290"/>
                    <a:pt x="675" y="1290"/>
                  </a:cubicBezTo>
                  <a:cubicBezTo>
                    <a:pt x="720" y="1290"/>
                    <a:pt x="766" y="1283"/>
                    <a:pt x="808" y="1272"/>
                  </a:cubicBezTo>
                  <a:cubicBezTo>
                    <a:pt x="843" y="1272"/>
                    <a:pt x="868" y="1264"/>
                    <a:pt x="903" y="1255"/>
                  </a:cubicBezTo>
                  <a:cubicBezTo>
                    <a:pt x="928" y="1246"/>
                    <a:pt x="954" y="1229"/>
                    <a:pt x="980" y="1221"/>
                  </a:cubicBezTo>
                  <a:cubicBezTo>
                    <a:pt x="1014" y="1212"/>
                    <a:pt x="1040" y="1212"/>
                    <a:pt x="1075" y="1195"/>
                  </a:cubicBezTo>
                  <a:cubicBezTo>
                    <a:pt x="1092" y="1195"/>
                    <a:pt x="1109" y="1186"/>
                    <a:pt x="1126" y="1178"/>
                  </a:cubicBezTo>
                  <a:cubicBezTo>
                    <a:pt x="1160" y="1169"/>
                    <a:pt x="1203" y="1161"/>
                    <a:pt x="1238" y="1152"/>
                  </a:cubicBezTo>
                  <a:cubicBezTo>
                    <a:pt x="1264" y="1152"/>
                    <a:pt x="1281" y="1135"/>
                    <a:pt x="1298" y="1135"/>
                  </a:cubicBezTo>
                  <a:cubicBezTo>
                    <a:pt x="1324" y="1126"/>
                    <a:pt x="1358" y="1126"/>
                    <a:pt x="1384" y="1118"/>
                  </a:cubicBezTo>
                  <a:cubicBezTo>
                    <a:pt x="1418" y="1109"/>
                    <a:pt x="1444" y="1092"/>
                    <a:pt x="1478" y="1083"/>
                  </a:cubicBezTo>
                  <a:cubicBezTo>
                    <a:pt x="1538" y="1066"/>
                    <a:pt x="1590" y="1049"/>
                    <a:pt x="1650" y="1014"/>
                  </a:cubicBezTo>
                  <a:cubicBezTo>
                    <a:pt x="1676" y="989"/>
                    <a:pt x="1710" y="963"/>
                    <a:pt x="1745" y="937"/>
                  </a:cubicBezTo>
                  <a:cubicBezTo>
                    <a:pt x="1753" y="920"/>
                    <a:pt x="1753" y="894"/>
                    <a:pt x="1770" y="877"/>
                  </a:cubicBezTo>
                  <a:cubicBezTo>
                    <a:pt x="1788" y="860"/>
                    <a:pt x="1813" y="851"/>
                    <a:pt x="1831" y="825"/>
                  </a:cubicBezTo>
                  <a:cubicBezTo>
                    <a:pt x="1874" y="782"/>
                    <a:pt x="1865" y="705"/>
                    <a:pt x="1899" y="654"/>
                  </a:cubicBezTo>
                  <a:cubicBezTo>
                    <a:pt x="1916" y="628"/>
                    <a:pt x="1934" y="619"/>
                    <a:pt x="1951" y="602"/>
                  </a:cubicBezTo>
                  <a:cubicBezTo>
                    <a:pt x="1977" y="585"/>
                    <a:pt x="1994" y="568"/>
                    <a:pt x="2020" y="542"/>
                  </a:cubicBezTo>
                  <a:cubicBezTo>
                    <a:pt x="2080" y="490"/>
                    <a:pt x="2148" y="439"/>
                    <a:pt x="2191" y="362"/>
                  </a:cubicBezTo>
                  <a:cubicBezTo>
                    <a:pt x="2234" y="293"/>
                    <a:pt x="2294" y="215"/>
                    <a:pt x="2320" y="130"/>
                  </a:cubicBezTo>
                  <a:cubicBezTo>
                    <a:pt x="2329" y="87"/>
                    <a:pt x="2337" y="35"/>
                    <a:pt x="2303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44" name="Google Shape;22644;p75"/>
            <p:cNvSpPr/>
            <p:nvPr/>
          </p:nvSpPr>
          <p:spPr>
            <a:xfrm>
              <a:off x="5714475" y="1287050"/>
              <a:ext cx="42775" cy="42350"/>
            </a:xfrm>
            <a:custGeom>
              <a:avLst/>
              <a:gdLst/>
              <a:ahLst/>
              <a:cxnLst/>
              <a:rect l="l" t="t" r="r" b="b"/>
              <a:pathLst>
                <a:path w="1711" h="1694" extrusionOk="0">
                  <a:moveTo>
                    <a:pt x="391" y="0"/>
                  </a:moveTo>
                  <a:cubicBezTo>
                    <a:pt x="350" y="0"/>
                    <a:pt x="309" y="3"/>
                    <a:pt x="267" y="19"/>
                  </a:cubicBezTo>
                  <a:cubicBezTo>
                    <a:pt x="231" y="34"/>
                    <a:pt x="192" y="37"/>
                    <a:pt x="152" y="37"/>
                  </a:cubicBezTo>
                  <a:cubicBezTo>
                    <a:pt x="125" y="37"/>
                    <a:pt x="97" y="36"/>
                    <a:pt x="70" y="36"/>
                  </a:cubicBezTo>
                  <a:cubicBezTo>
                    <a:pt x="53" y="36"/>
                    <a:pt x="44" y="44"/>
                    <a:pt x="35" y="44"/>
                  </a:cubicBezTo>
                  <a:lnTo>
                    <a:pt x="1" y="44"/>
                  </a:lnTo>
                  <a:cubicBezTo>
                    <a:pt x="44" y="44"/>
                    <a:pt x="87" y="44"/>
                    <a:pt x="130" y="53"/>
                  </a:cubicBezTo>
                  <a:cubicBezTo>
                    <a:pt x="164" y="53"/>
                    <a:pt x="216" y="62"/>
                    <a:pt x="250" y="70"/>
                  </a:cubicBezTo>
                  <a:cubicBezTo>
                    <a:pt x="267" y="79"/>
                    <a:pt x="284" y="87"/>
                    <a:pt x="310" y="96"/>
                  </a:cubicBezTo>
                  <a:cubicBezTo>
                    <a:pt x="336" y="113"/>
                    <a:pt x="370" y="113"/>
                    <a:pt x="405" y="122"/>
                  </a:cubicBezTo>
                  <a:cubicBezTo>
                    <a:pt x="448" y="139"/>
                    <a:pt x="482" y="191"/>
                    <a:pt x="525" y="216"/>
                  </a:cubicBezTo>
                  <a:cubicBezTo>
                    <a:pt x="559" y="233"/>
                    <a:pt x="594" y="251"/>
                    <a:pt x="628" y="276"/>
                  </a:cubicBezTo>
                  <a:cubicBezTo>
                    <a:pt x="645" y="285"/>
                    <a:pt x="662" y="294"/>
                    <a:pt x="688" y="302"/>
                  </a:cubicBezTo>
                  <a:cubicBezTo>
                    <a:pt x="705" y="311"/>
                    <a:pt x="731" y="311"/>
                    <a:pt x="748" y="328"/>
                  </a:cubicBezTo>
                  <a:cubicBezTo>
                    <a:pt x="766" y="337"/>
                    <a:pt x="783" y="354"/>
                    <a:pt x="800" y="371"/>
                  </a:cubicBezTo>
                  <a:cubicBezTo>
                    <a:pt x="826" y="397"/>
                    <a:pt x="843" y="422"/>
                    <a:pt x="869" y="440"/>
                  </a:cubicBezTo>
                  <a:cubicBezTo>
                    <a:pt x="903" y="465"/>
                    <a:pt x="929" y="491"/>
                    <a:pt x="972" y="517"/>
                  </a:cubicBezTo>
                  <a:cubicBezTo>
                    <a:pt x="1006" y="534"/>
                    <a:pt x="1049" y="551"/>
                    <a:pt x="1075" y="577"/>
                  </a:cubicBezTo>
                  <a:cubicBezTo>
                    <a:pt x="1118" y="603"/>
                    <a:pt x="1144" y="646"/>
                    <a:pt x="1178" y="680"/>
                  </a:cubicBezTo>
                  <a:cubicBezTo>
                    <a:pt x="1212" y="715"/>
                    <a:pt x="1247" y="740"/>
                    <a:pt x="1272" y="775"/>
                  </a:cubicBezTo>
                  <a:cubicBezTo>
                    <a:pt x="1315" y="826"/>
                    <a:pt x="1341" y="869"/>
                    <a:pt x="1376" y="912"/>
                  </a:cubicBezTo>
                  <a:cubicBezTo>
                    <a:pt x="1410" y="955"/>
                    <a:pt x="1427" y="1015"/>
                    <a:pt x="1436" y="1067"/>
                  </a:cubicBezTo>
                  <a:cubicBezTo>
                    <a:pt x="1453" y="1118"/>
                    <a:pt x="1461" y="1170"/>
                    <a:pt x="1479" y="1221"/>
                  </a:cubicBezTo>
                  <a:lnTo>
                    <a:pt x="1479" y="1230"/>
                  </a:lnTo>
                  <a:cubicBezTo>
                    <a:pt x="1513" y="1316"/>
                    <a:pt x="1565" y="1333"/>
                    <a:pt x="1590" y="1419"/>
                  </a:cubicBezTo>
                  <a:cubicBezTo>
                    <a:pt x="1608" y="1462"/>
                    <a:pt x="1599" y="1574"/>
                    <a:pt x="1616" y="1617"/>
                  </a:cubicBezTo>
                  <a:cubicBezTo>
                    <a:pt x="1628" y="1635"/>
                    <a:pt x="1636" y="1653"/>
                    <a:pt x="1640" y="1670"/>
                  </a:cubicBezTo>
                  <a:lnTo>
                    <a:pt x="1640" y="1670"/>
                  </a:lnTo>
                  <a:cubicBezTo>
                    <a:pt x="1645" y="1661"/>
                    <a:pt x="1654" y="1652"/>
                    <a:pt x="1659" y="1642"/>
                  </a:cubicBezTo>
                  <a:cubicBezTo>
                    <a:pt x="1668" y="1617"/>
                    <a:pt x="1668" y="1591"/>
                    <a:pt x="1676" y="1565"/>
                  </a:cubicBezTo>
                  <a:cubicBezTo>
                    <a:pt x="1693" y="1531"/>
                    <a:pt x="1685" y="1505"/>
                    <a:pt x="1693" y="1471"/>
                  </a:cubicBezTo>
                  <a:cubicBezTo>
                    <a:pt x="1702" y="1445"/>
                    <a:pt x="1702" y="1410"/>
                    <a:pt x="1702" y="1376"/>
                  </a:cubicBezTo>
                  <a:cubicBezTo>
                    <a:pt x="1702" y="1350"/>
                    <a:pt x="1711" y="1333"/>
                    <a:pt x="1711" y="1307"/>
                  </a:cubicBezTo>
                  <a:cubicBezTo>
                    <a:pt x="1711" y="1282"/>
                    <a:pt x="1702" y="1256"/>
                    <a:pt x="1693" y="1230"/>
                  </a:cubicBezTo>
                  <a:cubicBezTo>
                    <a:pt x="1685" y="1161"/>
                    <a:pt x="1668" y="1101"/>
                    <a:pt x="1659" y="1041"/>
                  </a:cubicBezTo>
                  <a:cubicBezTo>
                    <a:pt x="1651" y="981"/>
                    <a:pt x="1659" y="921"/>
                    <a:pt x="1625" y="878"/>
                  </a:cubicBezTo>
                  <a:cubicBezTo>
                    <a:pt x="1599" y="843"/>
                    <a:pt x="1565" y="818"/>
                    <a:pt x="1539" y="792"/>
                  </a:cubicBezTo>
                  <a:cubicBezTo>
                    <a:pt x="1513" y="758"/>
                    <a:pt x="1513" y="723"/>
                    <a:pt x="1504" y="689"/>
                  </a:cubicBezTo>
                  <a:cubicBezTo>
                    <a:pt x="1487" y="663"/>
                    <a:pt x="1479" y="637"/>
                    <a:pt x="1461" y="620"/>
                  </a:cubicBezTo>
                  <a:cubicBezTo>
                    <a:pt x="1436" y="594"/>
                    <a:pt x="1419" y="569"/>
                    <a:pt x="1393" y="534"/>
                  </a:cubicBezTo>
                  <a:cubicBezTo>
                    <a:pt x="1350" y="491"/>
                    <a:pt x="1290" y="465"/>
                    <a:pt x="1255" y="405"/>
                  </a:cubicBezTo>
                  <a:lnTo>
                    <a:pt x="1238" y="380"/>
                  </a:lnTo>
                  <a:cubicBezTo>
                    <a:pt x="1230" y="362"/>
                    <a:pt x="1212" y="354"/>
                    <a:pt x="1195" y="337"/>
                  </a:cubicBezTo>
                  <a:cubicBezTo>
                    <a:pt x="1169" y="311"/>
                    <a:pt x="1144" y="285"/>
                    <a:pt x="1109" y="276"/>
                  </a:cubicBezTo>
                  <a:cubicBezTo>
                    <a:pt x="1083" y="268"/>
                    <a:pt x="1066" y="259"/>
                    <a:pt x="1041" y="251"/>
                  </a:cubicBezTo>
                  <a:cubicBezTo>
                    <a:pt x="1006" y="225"/>
                    <a:pt x="955" y="216"/>
                    <a:pt x="912" y="199"/>
                  </a:cubicBezTo>
                  <a:cubicBezTo>
                    <a:pt x="894" y="199"/>
                    <a:pt x="877" y="191"/>
                    <a:pt x="860" y="182"/>
                  </a:cubicBezTo>
                  <a:cubicBezTo>
                    <a:pt x="834" y="182"/>
                    <a:pt x="809" y="182"/>
                    <a:pt x="791" y="173"/>
                  </a:cubicBezTo>
                  <a:cubicBezTo>
                    <a:pt x="748" y="156"/>
                    <a:pt x="731" y="122"/>
                    <a:pt x="705" y="96"/>
                  </a:cubicBezTo>
                  <a:cubicBezTo>
                    <a:pt x="662" y="62"/>
                    <a:pt x="628" y="27"/>
                    <a:pt x="577" y="10"/>
                  </a:cubicBezTo>
                  <a:cubicBezTo>
                    <a:pt x="542" y="1"/>
                    <a:pt x="508" y="1"/>
                    <a:pt x="473" y="1"/>
                  </a:cubicBezTo>
                  <a:cubicBezTo>
                    <a:pt x="446" y="1"/>
                    <a:pt x="419" y="0"/>
                    <a:pt x="391" y="0"/>
                  </a:cubicBezTo>
                  <a:close/>
                  <a:moveTo>
                    <a:pt x="1640" y="1670"/>
                  </a:moveTo>
                  <a:cubicBezTo>
                    <a:pt x="1635" y="1678"/>
                    <a:pt x="1634" y="1686"/>
                    <a:pt x="1642" y="1694"/>
                  </a:cubicBezTo>
                  <a:cubicBezTo>
                    <a:pt x="1642" y="1686"/>
                    <a:pt x="1641" y="1678"/>
                    <a:pt x="1640" y="167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45" name="Google Shape;22645;p75"/>
            <p:cNvSpPr/>
            <p:nvPr/>
          </p:nvSpPr>
          <p:spPr>
            <a:xfrm>
              <a:off x="5752300" y="1334125"/>
              <a:ext cx="7525" cy="26000"/>
            </a:xfrm>
            <a:custGeom>
              <a:avLst/>
              <a:gdLst/>
              <a:ahLst/>
              <a:cxnLst/>
              <a:rect l="l" t="t" r="r" b="b"/>
              <a:pathLst>
                <a:path w="301" h="1040" extrusionOk="0">
                  <a:moveTo>
                    <a:pt x="103" y="0"/>
                  </a:moveTo>
                  <a:cubicBezTo>
                    <a:pt x="77" y="0"/>
                    <a:pt x="103" y="60"/>
                    <a:pt x="103" y="69"/>
                  </a:cubicBezTo>
                  <a:cubicBezTo>
                    <a:pt x="112" y="95"/>
                    <a:pt x="112" y="112"/>
                    <a:pt x="112" y="137"/>
                  </a:cubicBezTo>
                  <a:cubicBezTo>
                    <a:pt x="112" y="152"/>
                    <a:pt x="100" y="166"/>
                    <a:pt x="101" y="166"/>
                  </a:cubicBezTo>
                  <a:cubicBezTo>
                    <a:pt x="101" y="166"/>
                    <a:pt x="102" y="165"/>
                    <a:pt x="103" y="163"/>
                  </a:cubicBezTo>
                  <a:lnTo>
                    <a:pt x="103" y="180"/>
                  </a:lnTo>
                  <a:cubicBezTo>
                    <a:pt x="112" y="198"/>
                    <a:pt x="112" y="206"/>
                    <a:pt x="112" y="223"/>
                  </a:cubicBezTo>
                  <a:cubicBezTo>
                    <a:pt x="112" y="275"/>
                    <a:pt x="129" y="318"/>
                    <a:pt x="138" y="369"/>
                  </a:cubicBezTo>
                  <a:cubicBezTo>
                    <a:pt x="138" y="404"/>
                    <a:pt x="146" y="438"/>
                    <a:pt x="120" y="473"/>
                  </a:cubicBezTo>
                  <a:lnTo>
                    <a:pt x="103" y="498"/>
                  </a:lnTo>
                  <a:lnTo>
                    <a:pt x="95" y="533"/>
                  </a:lnTo>
                  <a:lnTo>
                    <a:pt x="86" y="558"/>
                  </a:lnTo>
                  <a:cubicBezTo>
                    <a:pt x="86" y="576"/>
                    <a:pt x="86" y="593"/>
                    <a:pt x="86" y="610"/>
                  </a:cubicBezTo>
                  <a:cubicBezTo>
                    <a:pt x="86" y="636"/>
                    <a:pt x="95" y="653"/>
                    <a:pt x="95" y="679"/>
                  </a:cubicBezTo>
                  <a:cubicBezTo>
                    <a:pt x="103" y="696"/>
                    <a:pt x="103" y="713"/>
                    <a:pt x="103" y="739"/>
                  </a:cubicBezTo>
                  <a:cubicBezTo>
                    <a:pt x="103" y="756"/>
                    <a:pt x="103" y="782"/>
                    <a:pt x="95" y="799"/>
                  </a:cubicBezTo>
                  <a:cubicBezTo>
                    <a:pt x="95" y="825"/>
                    <a:pt x="86" y="851"/>
                    <a:pt x="86" y="876"/>
                  </a:cubicBezTo>
                  <a:cubicBezTo>
                    <a:pt x="86" y="902"/>
                    <a:pt x="77" y="936"/>
                    <a:pt x="69" y="962"/>
                  </a:cubicBezTo>
                  <a:cubicBezTo>
                    <a:pt x="66" y="968"/>
                    <a:pt x="63" y="974"/>
                    <a:pt x="60" y="979"/>
                  </a:cubicBezTo>
                  <a:lnTo>
                    <a:pt x="60" y="979"/>
                  </a:lnTo>
                  <a:cubicBezTo>
                    <a:pt x="63" y="977"/>
                    <a:pt x="66" y="974"/>
                    <a:pt x="69" y="971"/>
                  </a:cubicBezTo>
                  <a:cubicBezTo>
                    <a:pt x="86" y="962"/>
                    <a:pt x="103" y="945"/>
                    <a:pt x="120" y="928"/>
                  </a:cubicBezTo>
                  <a:cubicBezTo>
                    <a:pt x="138" y="919"/>
                    <a:pt x="146" y="894"/>
                    <a:pt x="155" y="876"/>
                  </a:cubicBezTo>
                  <a:cubicBezTo>
                    <a:pt x="163" y="859"/>
                    <a:pt x="163" y="842"/>
                    <a:pt x="172" y="825"/>
                  </a:cubicBezTo>
                  <a:cubicBezTo>
                    <a:pt x="180" y="808"/>
                    <a:pt x="189" y="782"/>
                    <a:pt x="189" y="765"/>
                  </a:cubicBezTo>
                  <a:cubicBezTo>
                    <a:pt x="206" y="747"/>
                    <a:pt x="215" y="722"/>
                    <a:pt x="232" y="705"/>
                  </a:cubicBezTo>
                  <a:cubicBezTo>
                    <a:pt x="266" y="670"/>
                    <a:pt x="301" y="653"/>
                    <a:pt x="292" y="601"/>
                  </a:cubicBezTo>
                  <a:cubicBezTo>
                    <a:pt x="292" y="558"/>
                    <a:pt x="275" y="515"/>
                    <a:pt x="266" y="473"/>
                  </a:cubicBezTo>
                  <a:cubicBezTo>
                    <a:pt x="266" y="455"/>
                    <a:pt x="258" y="438"/>
                    <a:pt x="258" y="430"/>
                  </a:cubicBezTo>
                  <a:cubicBezTo>
                    <a:pt x="249" y="412"/>
                    <a:pt x="249" y="395"/>
                    <a:pt x="249" y="378"/>
                  </a:cubicBezTo>
                  <a:cubicBezTo>
                    <a:pt x="249" y="344"/>
                    <a:pt x="241" y="309"/>
                    <a:pt x="232" y="275"/>
                  </a:cubicBezTo>
                  <a:cubicBezTo>
                    <a:pt x="223" y="241"/>
                    <a:pt x="223" y="223"/>
                    <a:pt x="223" y="189"/>
                  </a:cubicBezTo>
                  <a:cubicBezTo>
                    <a:pt x="223" y="155"/>
                    <a:pt x="215" y="112"/>
                    <a:pt x="206" y="86"/>
                  </a:cubicBezTo>
                  <a:cubicBezTo>
                    <a:pt x="198" y="69"/>
                    <a:pt x="189" y="52"/>
                    <a:pt x="180" y="43"/>
                  </a:cubicBezTo>
                  <a:lnTo>
                    <a:pt x="163" y="17"/>
                  </a:lnTo>
                  <a:lnTo>
                    <a:pt x="138" y="17"/>
                  </a:lnTo>
                  <a:lnTo>
                    <a:pt x="120" y="9"/>
                  </a:lnTo>
                  <a:lnTo>
                    <a:pt x="103" y="0"/>
                  </a:lnTo>
                  <a:close/>
                  <a:moveTo>
                    <a:pt x="60" y="979"/>
                  </a:moveTo>
                  <a:lnTo>
                    <a:pt x="60" y="979"/>
                  </a:lnTo>
                  <a:cubicBezTo>
                    <a:pt x="46" y="993"/>
                    <a:pt x="32" y="1007"/>
                    <a:pt x="17" y="1014"/>
                  </a:cubicBezTo>
                  <a:lnTo>
                    <a:pt x="0" y="1040"/>
                  </a:lnTo>
                  <a:cubicBezTo>
                    <a:pt x="17" y="1031"/>
                    <a:pt x="34" y="1022"/>
                    <a:pt x="43" y="1014"/>
                  </a:cubicBezTo>
                  <a:cubicBezTo>
                    <a:pt x="49" y="1002"/>
                    <a:pt x="54" y="991"/>
                    <a:pt x="60" y="979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46" name="Google Shape;22646;p75"/>
            <p:cNvSpPr/>
            <p:nvPr/>
          </p:nvSpPr>
          <p:spPr>
            <a:xfrm>
              <a:off x="5697950" y="1327025"/>
              <a:ext cx="29875" cy="34925"/>
            </a:xfrm>
            <a:custGeom>
              <a:avLst/>
              <a:gdLst/>
              <a:ahLst/>
              <a:cxnLst/>
              <a:rect l="l" t="t" r="r" b="b"/>
              <a:pathLst>
                <a:path w="1195" h="1397" extrusionOk="0">
                  <a:moveTo>
                    <a:pt x="799" y="396"/>
                  </a:moveTo>
                  <a:lnTo>
                    <a:pt x="805" y="401"/>
                  </a:lnTo>
                  <a:lnTo>
                    <a:pt x="805" y="401"/>
                  </a:lnTo>
                  <a:cubicBezTo>
                    <a:pt x="804" y="398"/>
                    <a:pt x="802" y="396"/>
                    <a:pt x="799" y="396"/>
                  </a:cubicBezTo>
                  <a:close/>
                  <a:moveTo>
                    <a:pt x="1031" y="0"/>
                  </a:moveTo>
                  <a:cubicBezTo>
                    <a:pt x="1049" y="35"/>
                    <a:pt x="1049" y="78"/>
                    <a:pt x="1057" y="121"/>
                  </a:cubicBezTo>
                  <a:cubicBezTo>
                    <a:pt x="1066" y="172"/>
                    <a:pt x="1074" y="207"/>
                    <a:pt x="1066" y="258"/>
                  </a:cubicBezTo>
                  <a:cubicBezTo>
                    <a:pt x="1057" y="327"/>
                    <a:pt x="1031" y="404"/>
                    <a:pt x="1006" y="473"/>
                  </a:cubicBezTo>
                  <a:lnTo>
                    <a:pt x="980" y="430"/>
                  </a:lnTo>
                  <a:cubicBezTo>
                    <a:pt x="963" y="413"/>
                    <a:pt x="954" y="396"/>
                    <a:pt x="937" y="379"/>
                  </a:cubicBezTo>
                  <a:cubicBezTo>
                    <a:pt x="920" y="387"/>
                    <a:pt x="937" y="413"/>
                    <a:pt x="920" y="421"/>
                  </a:cubicBezTo>
                  <a:cubicBezTo>
                    <a:pt x="903" y="387"/>
                    <a:pt x="903" y="344"/>
                    <a:pt x="894" y="310"/>
                  </a:cubicBezTo>
                  <a:cubicBezTo>
                    <a:pt x="885" y="275"/>
                    <a:pt x="868" y="250"/>
                    <a:pt x="860" y="215"/>
                  </a:cubicBezTo>
                  <a:cubicBezTo>
                    <a:pt x="851" y="198"/>
                    <a:pt x="842" y="181"/>
                    <a:pt x="834" y="164"/>
                  </a:cubicBezTo>
                  <a:cubicBezTo>
                    <a:pt x="825" y="147"/>
                    <a:pt x="817" y="112"/>
                    <a:pt x="799" y="112"/>
                  </a:cubicBezTo>
                  <a:cubicBezTo>
                    <a:pt x="799" y="112"/>
                    <a:pt x="799" y="112"/>
                    <a:pt x="774" y="138"/>
                  </a:cubicBezTo>
                  <a:cubicBezTo>
                    <a:pt x="808" y="164"/>
                    <a:pt x="799" y="232"/>
                    <a:pt x="808" y="267"/>
                  </a:cubicBezTo>
                  <a:cubicBezTo>
                    <a:pt x="808" y="310"/>
                    <a:pt x="808" y="361"/>
                    <a:pt x="808" y="404"/>
                  </a:cubicBezTo>
                  <a:lnTo>
                    <a:pt x="805" y="401"/>
                  </a:lnTo>
                  <a:lnTo>
                    <a:pt x="805" y="401"/>
                  </a:lnTo>
                  <a:cubicBezTo>
                    <a:pt x="808" y="410"/>
                    <a:pt x="808" y="426"/>
                    <a:pt x="808" y="439"/>
                  </a:cubicBezTo>
                  <a:cubicBezTo>
                    <a:pt x="817" y="464"/>
                    <a:pt x="825" y="490"/>
                    <a:pt x="825" y="516"/>
                  </a:cubicBezTo>
                  <a:cubicBezTo>
                    <a:pt x="834" y="559"/>
                    <a:pt x="817" y="585"/>
                    <a:pt x="799" y="619"/>
                  </a:cubicBezTo>
                  <a:cubicBezTo>
                    <a:pt x="782" y="602"/>
                    <a:pt x="782" y="576"/>
                    <a:pt x="765" y="542"/>
                  </a:cubicBezTo>
                  <a:cubicBezTo>
                    <a:pt x="765" y="533"/>
                    <a:pt x="731" y="473"/>
                    <a:pt x="722" y="464"/>
                  </a:cubicBezTo>
                  <a:lnTo>
                    <a:pt x="705" y="516"/>
                  </a:lnTo>
                  <a:cubicBezTo>
                    <a:pt x="696" y="533"/>
                    <a:pt x="688" y="550"/>
                    <a:pt x="671" y="568"/>
                  </a:cubicBezTo>
                  <a:cubicBezTo>
                    <a:pt x="662" y="585"/>
                    <a:pt x="662" y="602"/>
                    <a:pt x="645" y="619"/>
                  </a:cubicBezTo>
                  <a:cubicBezTo>
                    <a:pt x="619" y="662"/>
                    <a:pt x="567" y="714"/>
                    <a:pt x="567" y="765"/>
                  </a:cubicBezTo>
                  <a:lnTo>
                    <a:pt x="576" y="739"/>
                  </a:lnTo>
                  <a:lnTo>
                    <a:pt x="585" y="774"/>
                  </a:lnTo>
                  <a:cubicBezTo>
                    <a:pt x="593" y="808"/>
                    <a:pt x="576" y="842"/>
                    <a:pt x="559" y="877"/>
                  </a:cubicBezTo>
                  <a:cubicBezTo>
                    <a:pt x="533" y="911"/>
                    <a:pt x="499" y="937"/>
                    <a:pt x="464" y="954"/>
                  </a:cubicBezTo>
                  <a:cubicBezTo>
                    <a:pt x="447" y="963"/>
                    <a:pt x="439" y="971"/>
                    <a:pt x="421" y="980"/>
                  </a:cubicBezTo>
                  <a:lnTo>
                    <a:pt x="413" y="989"/>
                  </a:lnTo>
                  <a:cubicBezTo>
                    <a:pt x="407" y="993"/>
                    <a:pt x="401" y="994"/>
                    <a:pt x="395" y="994"/>
                  </a:cubicBezTo>
                  <a:cubicBezTo>
                    <a:pt x="376" y="994"/>
                    <a:pt x="357" y="976"/>
                    <a:pt x="344" y="963"/>
                  </a:cubicBezTo>
                  <a:cubicBezTo>
                    <a:pt x="310" y="928"/>
                    <a:pt x="284" y="894"/>
                    <a:pt x="241" y="885"/>
                  </a:cubicBezTo>
                  <a:lnTo>
                    <a:pt x="224" y="920"/>
                  </a:lnTo>
                  <a:cubicBezTo>
                    <a:pt x="220" y="921"/>
                    <a:pt x="216" y="922"/>
                    <a:pt x="212" y="922"/>
                  </a:cubicBezTo>
                  <a:cubicBezTo>
                    <a:pt x="194" y="922"/>
                    <a:pt x="171" y="911"/>
                    <a:pt x="164" y="911"/>
                  </a:cubicBezTo>
                  <a:cubicBezTo>
                    <a:pt x="138" y="903"/>
                    <a:pt x="121" y="894"/>
                    <a:pt x="104" y="885"/>
                  </a:cubicBezTo>
                  <a:cubicBezTo>
                    <a:pt x="95" y="911"/>
                    <a:pt x="86" y="928"/>
                    <a:pt x="86" y="963"/>
                  </a:cubicBezTo>
                  <a:cubicBezTo>
                    <a:pt x="78" y="1006"/>
                    <a:pt x="69" y="1040"/>
                    <a:pt x="52" y="1074"/>
                  </a:cubicBezTo>
                  <a:cubicBezTo>
                    <a:pt x="43" y="1092"/>
                    <a:pt x="43" y="1109"/>
                    <a:pt x="43" y="1117"/>
                  </a:cubicBezTo>
                  <a:lnTo>
                    <a:pt x="18" y="1152"/>
                  </a:lnTo>
                  <a:cubicBezTo>
                    <a:pt x="0" y="1178"/>
                    <a:pt x="18" y="1195"/>
                    <a:pt x="35" y="1220"/>
                  </a:cubicBezTo>
                  <a:cubicBezTo>
                    <a:pt x="52" y="1272"/>
                    <a:pt x="78" y="1306"/>
                    <a:pt x="121" y="1332"/>
                  </a:cubicBezTo>
                  <a:cubicBezTo>
                    <a:pt x="172" y="1367"/>
                    <a:pt x="207" y="1392"/>
                    <a:pt x="267" y="1392"/>
                  </a:cubicBezTo>
                  <a:cubicBezTo>
                    <a:pt x="295" y="1392"/>
                    <a:pt x="324" y="1388"/>
                    <a:pt x="355" y="1388"/>
                  </a:cubicBezTo>
                  <a:cubicBezTo>
                    <a:pt x="371" y="1388"/>
                    <a:pt x="387" y="1389"/>
                    <a:pt x="404" y="1392"/>
                  </a:cubicBezTo>
                  <a:cubicBezTo>
                    <a:pt x="421" y="1392"/>
                    <a:pt x="435" y="1396"/>
                    <a:pt x="449" y="1396"/>
                  </a:cubicBezTo>
                  <a:cubicBezTo>
                    <a:pt x="457" y="1396"/>
                    <a:pt x="464" y="1395"/>
                    <a:pt x="473" y="1392"/>
                  </a:cubicBezTo>
                  <a:cubicBezTo>
                    <a:pt x="482" y="1384"/>
                    <a:pt x="499" y="1375"/>
                    <a:pt x="507" y="1367"/>
                  </a:cubicBezTo>
                  <a:cubicBezTo>
                    <a:pt x="533" y="1358"/>
                    <a:pt x="567" y="1349"/>
                    <a:pt x="593" y="1332"/>
                  </a:cubicBezTo>
                  <a:cubicBezTo>
                    <a:pt x="628" y="1315"/>
                    <a:pt x="645" y="1306"/>
                    <a:pt x="688" y="1306"/>
                  </a:cubicBezTo>
                  <a:cubicBezTo>
                    <a:pt x="705" y="1306"/>
                    <a:pt x="722" y="1306"/>
                    <a:pt x="739" y="1298"/>
                  </a:cubicBezTo>
                  <a:cubicBezTo>
                    <a:pt x="774" y="1281"/>
                    <a:pt x="799" y="1263"/>
                    <a:pt x="834" y="1238"/>
                  </a:cubicBezTo>
                  <a:cubicBezTo>
                    <a:pt x="851" y="1220"/>
                    <a:pt x="877" y="1212"/>
                    <a:pt x="894" y="1195"/>
                  </a:cubicBezTo>
                  <a:cubicBezTo>
                    <a:pt x="920" y="1178"/>
                    <a:pt x="928" y="1152"/>
                    <a:pt x="945" y="1117"/>
                  </a:cubicBezTo>
                  <a:cubicBezTo>
                    <a:pt x="954" y="1100"/>
                    <a:pt x="988" y="1066"/>
                    <a:pt x="1006" y="1057"/>
                  </a:cubicBezTo>
                  <a:cubicBezTo>
                    <a:pt x="1031" y="1040"/>
                    <a:pt x="1057" y="1040"/>
                    <a:pt x="1074" y="1014"/>
                  </a:cubicBezTo>
                  <a:cubicBezTo>
                    <a:pt x="1100" y="989"/>
                    <a:pt x="1100" y="963"/>
                    <a:pt x="1117" y="928"/>
                  </a:cubicBezTo>
                  <a:cubicBezTo>
                    <a:pt x="1143" y="868"/>
                    <a:pt x="1143" y="791"/>
                    <a:pt x="1143" y="722"/>
                  </a:cubicBezTo>
                  <a:cubicBezTo>
                    <a:pt x="1143" y="662"/>
                    <a:pt x="1152" y="602"/>
                    <a:pt x="1160" y="542"/>
                  </a:cubicBezTo>
                  <a:cubicBezTo>
                    <a:pt x="1177" y="490"/>
                    <a:pt x="1186" y="439"/>
                    <a:pt x="1195" y="387"/>
                  </a:cubicBezTo>
                  <a:cubicBezTo>
                    <a:pt x="1195" y="370"/>
                    <a:pt x="1186" y="344"/>
                    <a:pt x="1186" y="318"/>
                  </a:cubicBezTo>
                  <a:cubicBezTo>
                    <a:pt x="1177" y="301"/>
                    <a:pt x="1177" y="284"/>
                    <a:pt x="1177" y="267"/>
                  </a:cubicBezTo>
                  <a:cubicBezTo>
                    <a:pt x="1169" y="232"/>
                    <a:pt x="1160" y="198"/>
                    <a:pt x="1143" y="164"/>
                  </a:cubicBezTo>
                  <a:cubicBezTo>
                    <a:pt x="1126" y="95"/>
                    <a:pt x="1066" y="52"/>
                    <a:pt x="1031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47" name="Google Shape;22647;p75"/>
            <p:cNvSpPr/>
            <p:nvPr/>
          </p:nvSpPr>
          <p:spPr>
            <a:xfrm>
              <a:off x="5689775" y="1307950"/>
              <a:ext cx="27525" cy="21450"/>
            </a:xfrm>
            <a:custGeom>
              <a:avLst/>
              <a:gdLst/>
              <a:ahLst/>
              <a:cxnLst/>
              <a:rect l="l" t="t" r="r" b="b"/>
              <a:pathLst>
                <a:path w="1101" h="858" extrusionOk="0">
                  <a:moveTo>
                    <a:pt x="620" y="0"/>
                  </a:moveTo>
                  <a:cubicBezTo>
                    <a:pt x="611" y="0"/>
                    <a:pt x="602" y="2"/>
                    <a:pt x="594" y="7"/>
                  </a:cubicBezTo>
                  <a:cubicBezTo>
                    <a:pt x="577" y="16"/>
                    <a:pt x="559" y="33"/>
                    <a:pt x="551" y="42"/>
                  </a:cubicBezTo>
                  <a:cubicBezTo>
                    <a:pt x="534" y="59"/>
                    <a:pt x="534" y="59"/>
                    <a:pt x="516" y="68"/>
                  </a:cubicBezTo>
                  <a:lnTo>
                    <a:pt x="448" y="68"/>
                  </a:lnTo>
                  <a:cubicBezTo>
                    <a:pt x="431" y="76"/>
                    <a:pt x="413" y="102"/>
                    <a:pt x="396" y="102"/>
                  </a:cubicBezTo>
                  <a:lnTo>
                    <a:pt x="362" y="119"/>
                  </a:lnTo>
                  <a:lnTo>
                    <a:pt x="327" y="136"/>
                  </a:lnTo>
                  <a:cubicBezTo>
                    <a:pt x="310" y="145"/>
                    <a:pt x="310" y="162"/>
                    <a:pt x="293" y="179"/>
                  </a:cubicBezTo>
                  <a:cubicBezTo>
                    <a:pt x="276" y="205"/>
                    <a:pt x="242" y="214"/>
                    <a:pt x="224" y="222"/>
                  </a:cubicBezTo>
                  <a:cubicBezTo>
                    <a:pt x="199" y="231"/>
                    <a:pt x="181" y="239"/>
                    <a:pt x="173" y="257"/>
                  </a:cubicBezTo>
                  <a:cubicBezTo>
                    <a:pt x="138" y="291"/>
                    <a:pt x="113" y="343"/>
                    <a:pt x="95" y="394"/>
                  </a:cubicBezTo>
                  <a:cubicBezTo>
                    <a:pt x="95" y="420"/>
                    <a:pt x="87" y="446"/>
                    <a:pt x="78" y="471"/>
                  </a:cubicBezTo>
                  <a:cubicBezTo>
                    <a:pt x="70" y="489"/>
                    <a:pt x="61" y="506"/>
                    <a:pt x="52" y="523"/>
                  </a:cubicBezTo>
                  <a:cubicBezTo>
                    <a:pt x="52" y="540"/>
                    <a:pt x="52" y="557"/>
                    <a:pt x="52" y="566"/>
                  </a:cubicBezTo>
                  <a:cubicBezTo>
                    <a:pt x="48" y="538"/>
                    <a:pt x="43" y="530"/>
                    <a:pt x="40" y="530"/>
                  </a:cubicBezTo>
                  <a:cubicBezTo>
                    <a:pt x="37" y="530"/>
                    <a:pt x="35" y="536"/>
                    <a:pt x="35" y="540"/>
                  </a:cubicBezTo>
                  <a:lnTo>
                    <a:pt x="27" y="574"/>
                  </a:lnTo>
                  <a:cubicBezTo>
                    <a:pt x="27" y="600"/>
                    <a:pt x="10" y="609"/>
                    <a:pt x="1" y="635"/>
                  </a:cubicBezTo>
                  <a:lnTo>
                    <a:pt x="1" y="652"/>
                  </a:lnTo>
                  <a:cubicBezTo>
                    <a:pt x="1" y="669"/>
                    <a:pt x="1" y="695"/>
                    <a:pt x="1" y="721"/>
                  </a:cubicBezTo>
                  <a:cubicBezTo>
                    <a:pt x="1" y="738"/>
                    <a:pt x="1" y="755"/>
                    <a:pt x="1" y="781"/>
                  </a:cubicBezTo>
                  <a:cubicBezTo>
                    <a:pt x="10" y="806"/>
                    <a:pt x="18" y="832"/>
                    <a:pt x="18" y="858"/>
                  </a:cubicBezTo>
                  <a:lnTo>
                    <a:pt x="35" y="824"/>
                  </a:lnTo>
                  <a:cubicBezTo>
                    <a:pt x="52" y="806"/>
                    <a:pt x="52" y="789"/>
                    <a:pt x="52" y="772"/>
                  </a:cubicBezTo>
                  <a:cubicBezTo>
                    <a:pt x="61" y="738"/>
                    <a:pt x="61" y="712"/>
                    <a:pt x="70" y="686"/>
                  </a:cubicBezTo>
                  <a:cubicBezTo>
                    <a:pt x="87" y="660"/>
                    <a:pt x="95" y="643"/>
                    <a:pt x="113" y="635"/>
                  </a:cubicBezTo>
                  <a:cubicBezTo>
                    <a:pt x="130" y="626"/>
                    <a:pt x="138" y="609"/>
                    <a:pt x="147" y="592"/>
                  </a:cubicBezTo>
                  <a:cubicBezTo>
                    <a:pt x="173" y="549"/>
                    <a:pt x="199" y="506"/>
                    <a:pt x="233" y="463"/>
                  </a:cubicBezTo>
                  <a:cubicBezTo>
                    <a:pt x="267" y="420"/>
                    <a:pt x="302" y="394"/>
                    <a:pt x="327" y="351"/>
                  </a:cubicBezTo>
                  <a:cubicBezTo>
                    <a:pt x="362" y="282"/>
                    <a:pt x="422" y="248"/>
                    <a:pt x="482" y="248"/>
                  </a:cubicBezTo>
                  <a:cubicBezTo>
                    <a:pt x="516" y="248"/>
                    <a:pt x="551" y="257"/>
                    <a:pt x="577" y="257"/>
                  </a:cubicBezTo>
                  <a:cubicBezTo>
                    <a:pt x="602" y="248"/>
                    <a:pt x="620" y="239"/>
                    <a:pt x="628" y="222"/>
                  </a:cubicBezTo>
                  <a:lnTo>
                    <a:pt x="654" y="188"/>
                  </a:lnTo>
                  <a:lnTo>
                    <a:pt x="662" y="179"/>
                  </a:lnTo>
                  <a:lnTo>
                    <a:pt x="705" y="162"/>
                  </a:lnTo>
                  <a:cubicBezTo>
                    <a:pt x="723" y="154"/>
                    <a:pt x="731" y="145"/>
                    <a:pt x="748" y="136"/>
                  </a:cubicBezTo>
                  <a:lnTo>
                    <a:pt x="774" y="119"/>
                  </a:lnTo>
                  <a:lnTo>
                    <a:pt x="800" y="93"/>
                  </a:lnTo>
                  <a:cubicBezTo>
                    <a:pt x="817" y="76"/>
                    <a:pt x="851" y="76"/>
                    <a:pt x="869" y="76"/>
                  </a:cubicBezTo>
                  <a:cubicBezTo>
                    <a:pt x="920" y="76"/>
                    <a:pt x="972" y="93"/>
                    <a:pt x="1023" y="93"/>
                  </a:cubicBezTo>
                  <a:lnTo>
                    <a:pt x="1066" y="102"/>
                  </a:lnTo>
                  <a:lnTo>
                    <a:pt x="1101" y="102"/>
                  </a:lnTo>
                  <a:lnTo>
                    <a:pt x="1058" y="76"/>
                  </a:lnTo>
                  <a:cubicBezTo>
                    <a:pt x="1041" y="68"/>
                    <a:pt x="1023" y="59"/>
                    <a:pt x="1006" y="50"/>
                  </a:cubicBezTo>
                  <a:cubicBezTo>
                    <a:pt x="980" y="42"/>
                    <a:pt x="955" y="42"/>
                    <a:pt x="937" y="33"/>
                  </a:cubicBezTo>
                  <a:cubicBezTo>
                    <a:pt x="930" y="31"/>
                    <a:pt x="923" y="31"/>
                    <a:pt x="915" y="31"/>
                  </a:cubicBezTo>
                  <a:cubicBezTo>
                    <a:pt x="893" y="31"/>
                    <a:pt x="870" y="36"/>
                    <a:pt x="849" y="36"/>
                  </a:cubicBezTo>
                  <a:cubicBezTo>
                    <a:pt x="841" y="36"/>
                    <a:pt x="833" y="35"/>
                    <a:pt x="826" y="33"/>
                  </a:cubicBezTo>
                  <a:cubicBezTo>
                    <a:pt x="774" y="25"/>
                    <a:pt x="731" y="16"/>
                    <a:pt x="688" y="16"/>
                  </a:cubicBezTo>
                  <a:cubicBezTo>
                    <a:pt x="665" y="10"/>
                    <a:pt x="641" y="0"/>
                    <a:pt x="620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48" name="Google Shape;22648;p75"/>
            <p:cNvSpPr/>
            <p:nvPr/>
          </p:nvSpPr>
          <p:spPr>
            <a:xfrm>
              <a:off x="5693225" y="1318825"/>
              <a:ext cx="29225" cy="37875"/>
            </a:xfrm>
            <a:custGeom>
              <a:avLst/>
              <a:gdLst/>
              <a:ahLst/>
              <a:cxnLst/>
              <a:rect l="l" t="t" r="r" b="b"/>
              <a:pathLst>
                <a:path w="1169" h="1515" extrusionOk="0">
                  <a:moveTo>
                    <a:pt x="771" y="1"/>
                  </a:moveTo>
                  <a:cubicBezTo>
                    <a:pt x="747" y="1"/>
                    <a:pt x="725" y="6"/>
                    <a:pt x="705" y="11"/>
                  </a:cubicBezTo>
                  <a:cubicBezTo>
                    <a:pt x="662" y="19"/>
                    <a:pt x="628" y="36"/>
                    <a:pt x="593" y="62"/>
                  </a:cubicBezTo>
                  <a:cubicBezTo>
                    <a:pt x="550" y="88"/>
                    <a:pt x="490" y="88"/>
                    <a:pt x="447" y="122"/>
                  </a:cubicBezTo>
                  <a:cubicBezTo>
                    <a:pt x="421" y="139"/>
                    <a:pt x="396" y="165"/>
                    <a:pt x="370" y="182"/>
                  </a:cubicBezTo>
                  <a:cubicBezTo>
                    <a:pt x="335" y="200"/>
                    <a:pt x="301" y="217"/>
                    <a:pt x="275" y="251"/>
                  </a:cubicBezTo>
                  <a:cubicBezTo>
                    <a:pt x="232" y="294"/>
                    <a:pt x="172" y="311"/>
                    <a:pt x="129" y="346"/>
                  </a:cubicBezTo>
                  <a:cubicBezTo>
                    <a:pt x="104" y="363"/>
                    <a:pt x="78" y="397"/>
                    <a:pt x="61" y="423"/>
                  </a:cubicBezTo>
                  <a:cubicBezTo>
                    <a:pt x="35" y="449"/>
                    <a:pt x="18" y="509"/>
                    <a:pt x="9" y="543"/>
                  </a:cubicBezTo>
                  <a:cubicBezTo>
                    <a:pt x="9" y="595"/>
                    <a:pt x="18" y="655"/>
                    <a:pt x="18" y="707"/>
                  </a:cubicBezTo>
                  <a:cubicBezTo>
                    <a:pt x="9" y="749"/>
                    <a:pt x="0" y="784"/>
                    <a:pt x="0" y="835"/>
                  </a:cubicBezTo>
                  <a:cubicBezTo>
                    <a:pt x="0" y="853"/>
                    <a:pt x="18" y="870"/>
                    <a:pt x="18" y="896"/>
                  </a:cubicBezTo>
                  <a:lnTo>
                    <a:pt x="18" y="930"/>
                  </a:lnTo>
                  <a:cubicBezTo>
                    <a:pt x="18" y="947"/>
                    <a:pt x="26" y="956"/>
                    <a:pt x="35" y="973"/>
                  </a:cubicBezTo>
                  <a:cubicBezTo>
                    <a:pt x="35" y="999"/>
                    <a:pt x="35" y="1016"/>
                    <a:pt x="43" y="1042"/>
                  </a:cubicBezTo>
                  <a:cubicBezTo>
                    <a:pt x="61" y="1085"/>
                    <a:pt x="78" y="1136"/>
                    <a:pt x="95" y="1179"/>
                  </a:cubicBezTo>
                  <a:cubicBezTo>
                    <a:pt x="104" y="1222"/>
                    <a:pt x="138" y="1256"/>
                    <a:pt x="164" y="1299"/>
                  </a:cubicBezTo>
                  <a:cubicBezTo>
                    <a:pt x="189" y="1334"/>
                    <a:pt x="215" y="1368"/>
                    <a:pt x="241" y="1402"/>
                  </a:cubicBezTo>
                  <a:cubicBezTo>
                    <a:pt x="250" y="1420"/>
                    <a:pt x="267" y="1428"/>
                    <a:pt x="275" y="1445"/>
                  </a:cubicBezTo>
                  <a:cubicBezTo>
                    <a:pt x="279" y="1449"/>
                    <a:pt x="282" y="1453"/>
                    <a:pt x="285" y="1458"/>
                  </a:cubicBezTo>
                  <a:lnTo>
                    <a:pt x="285" y="1458"/>
                  </a:lnTo>
                  <a:cubicBezTo>
                    <a:pt x="284" y="1453"/>
                    <a:pt x="284" y="1448"/>
                    <a:pt x="284" y="1445"/>
                  </a:cubicBezTo>
                  <a:cubicBezTo>
                    <a:pt x="275" y="1428"/>
                    <a:pt x="284" y="1411"/>
                    <a:pt x="275" y="1402"/>
                  </a:cubicBezTo>
                  <a:cubicBezTo>
                    <a:pt x="275" y="1385"/>
                    <a:pt x="267" y="1377"/>
                    <a:pt x="267" y="1359"/>
                  </a:cubicBezTo>
                  <a:cubicBezTo>
                    <a:pt x="258" y="1325"/>
                    <a:pt x="258" y="1308"/>
                    <a:pt x="284" y="1291"/>
                  </a:cubicBezTo>
                  <a:cubicBezTo>
                    <a:pt x="301" y="1274"/>
                    <a:pt x="344" y="1256"/>
                    <a:pt x="353" y="1239"/>
                  </a:cubicBezTo>
                  <a:cubicBezTo>
                    <a:pt x="353" y="1213"/>
                    <a:pt x="327" y="1179"/>
                    <a:pt x="318" y="1162"/>
                  </a:cubicBezTo>
                  <a:cubicBezTo>
                    <a:pt x="301" y="1136"/>
                    <a:pt x="293" y="1110"/>
                    <a:pt x="284" y="1093"/>
                  </a:cubicBezTo>
                  <a:cubicBezTo>
                    <a:pt x="250" y="1024"/>
                    <a:pt x="250" y="947"/>
                    <a:pt x="267" y="887"/>
                  </a:cubicBezTo>
                  <a:cubicBezTo>
                    <a:pt x="284" y="853"/>
                    <a:pt x="284" y="818"/>
                    <a:pt x="284" y="784"/>
                  </a:cubicBezTo>
                  <a:cubicBezTo>
                    <a:pt x="284" y="749"/>
                    <a:pt x="301" y="715"/>
                    <a:pt x="318" y="681"/>
                  </a:cubicBezTo>
                  <a:cubicBezTo>
                    <a:pt x="353" y="612"/>
                    <a:pt x="370" y="518"/>
                    <a:pt x="413" y="449"/>
                  </a:cubicBezTo>
                  <a:cubicBezTo>
                    <a:pt x="422" y="431"/>
                    <a:pt x="433" y="426"/>
                    <a:pt x="445" y="426"/>
                  </a:cubicBezTo>
                  <a:cubicBezTo>
                    <a:pt x="457" y="426"/>
                    <a:pt x="470" y="431"/>
                    <a:pt x="483" y="431"/>
                  </a:cubicBezTo>
                  <a:cubicBezTo>
                    <a:pt x="494" y="431"/>
                    <a:pt x="505" y="428"/>
                    <a:pt x="516" y="414"/>
                  </a:cubicBezTo>
                  <a:cubicBezTo>
                    <a:pt x="550" y="371"/>
                    <a:pt x="585" y="346"/>
                    <a:pt x="628" y="337"/>
                  </a:cubicBezTo>
                  <a:cubicBezTo>
                    <a:pt x="671" y="320"/>
                    <a:pt x="696" y="320"/>
                    <a:pt x="731" y="311"/>
                  </a:cubicBezTo>
                  <a:cubicBezTo>
                    <a:pt x="752" y="300"/>
                    <a:pt x="778" y="290"/>
                    <a:pt x="800" y="290"/>
                  </a:cubicBezTo>
                  <a:cubicBezTo>
                    <a:pt x="813" y="290"/>
                    <a:pt x="824" y="293"/>
                    <a:pt x="834" y="303"/>
                  </a:cubicBezTo>
                  <a:cubicBezTo>
                    <a:pt x="851" y="320"/>
                    <a:pt x="868" y="346"/>
                    <a:pt x="885" y="354"/>
                  </a:cubicBezTo>
                  <a:cubicBezTo>
                    <a:pt x="892" y="358"/>
                    <a:pt x="899" y="359"/>
                    <a:pt x="906" y="359"/>
                  </a:cubicBezTo>
                  <a:cubicBezTo>
                    <a:pt x="937" y="359"/>
                    <a:pt x="973" y="335"/>
                    <a:pt x="1014" y="328"/>
                  </a:cubicBezTo>
                  <a:lnTo>
                    <a:pt x="1040" y="380"/>
                  </a:lnTo>
                  <a:lnTo>
                    <a:pt x="1057" y="397"/>
                  </a:lnTo>
                  <a:lnTo>
                    <a:pt x="1100" y="440"/>
                  </a:lnTo>
                  <a:cubicBezTo>
                    <a:pt x="1100" y="406"/>
                    <a:pt x="1134" y="380"/>
                    <a:pt x="1143" y="346"/>
                  </a:cubicBezTo>
                  <a:cubicBezTo>
                    <a:pt x="1169" y="303"/>
                    <a:pt x="1152" y="286"/>
                    <a:pt x="1134" y="243"/>
                  </a:cubicBezTo>
                  <a:cubicBezTo>
                    <a:pt x="1100" y="182"/>
                    <a:pt x="1040" y="122"/>
                    <a:pt x="988" y="71"/>
                  </a:cubicBezTo>
                  <a:cubicBezTo>
                    <a:pt x="963" y="54"/>
                    <a:pt x="954" y="45"/>
                    <a:pt x="920" y="45"/>
                  </a:cubicBezTo>
                  <a:cubicBezTo>
                    <a:pt x="885" y="36"/>
                    <a:pt x="860" y="19"/>
                    <a:pt x="825" y="11"/>
                  </a:cubicBezTo>
                  <a:cubicBezTo>
                    <a:pt x="807" y="3"/>
                    <a:pt x="789" y="1"/>
                    <a:pt x="771" y="1"/>
                  </a:cubicBezTo>
                  <a:close/>
                  <a:moveTo>
                    <a:pt x="285" y="1458"/>
                  </a:moveTo>
                  <a:cubicBezTo>
                    <a:pt x="288" y="1480"/>
                    <a:pt x="297" y="1514"/>
                    <a:pt x="318" y="1514"/>
                  </a:cubicBezTo>
                  <a:cubicBezTo>
                    <a:pt x="305" y="1500"/>
                    <a:pt x="296" y="1476"/>
                    <a:pt x="285" y="1458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2649" name="Google Shape;22649;p75"/>
          <p:cNvGrpSpPr/>
          <p:nvPr/>
        </p:nvGrpSpPr>
        <p:grpSpPr>
          <a:xfrm>
            <a:off x="4816888" y="4881086"/>
            <a:ext cx="302226" cy="213600"/>
            <a:chOff x="5658425" y="1270850"/>
            <a:chExt cx="179800" cy="127075"/>
          </a:xfrm>
        </p:grpSpPr>
        <p:sp>
          <p:nvSpPr>
            <p:cNvPr id="22650" name="Google Shape;22650;p75"/>
            <p:cNvSpPr/>
            <p:nvPr/>
          </p:nvSpPr>
          <p:spPr>
            <a:xfrm>
              <a:off x="5704400" y="1271825"/>
              <a:ext cx="133825" cy="126100"/>
            </a:xfrm>
            <a:custGeom>
              <a:avLst/>
              <a:gdLst/>
              <a:ahLst/>
              <a:cxnLst/>
              <a:rect l="l" t="t" r="r" b="b"/>
              <a:pathLst>
                <a:path w="5353" h="5044" extrusionOk="0">
                  <a:moveTo>
                    <a:pt x="713" y="9"/>
                  </a:moveTo>
                  <a:cubicBezTo>
                    <a:pt x="816" y="9"/>
                    <a:pt x="911" y="18"/>
                    <a:pt x="1014" y="18"/>
                  </a:cubicBezTo>
                  <a:cubicBezTo>
                    <a:pt x="1263" y="35"/>
                    <a:pt x="1486" y="138"/>
                    <a:pt x="1718" y="164"/>
                  </a:cubicBezTo>
                  <a:cubicBezTo>
                    <a:pt x="1968" y="198"/>
                    <a:pt x="2217" y="198"/>
                    <a:pt x="2466" y="215"/>
                  </a:cubicBezTo>
                  <a:cubicBezTo>
                    <a:pt x="2492" y="215"/>
                    <a:pt x="2517" y="224"/>
                    <a:pt x="2543" y="232"/>
                  </a:cubicBezTo>
                  <a:cubicBezTo>
                    <a:pt x="2578" y="250"/>
                    <a:pt x="2595" y="284"/>
                    <a:pt x="2629" y="301"/>
                  </a:cubicBezTo>
                  <a:cubicBezTo>
                    <a:pt x="2681" y="344"/>
                    <a:pt x="2758" y="336"/>
                    <a:pt x="2827" y="336"/>
                  </a:cubicBezTo>
                  <a:cubicBezTo>
                    <a:pt x="2981" y="336"/>
                    <a:pt x="3136" y="327"/>
                    <a:pt x="3282" y="327"/>
                  </a:cubicBezTo>
                  <a:cubicBezTo>
                    <a:pt x="3411" y="318"/>
                    <a:pt x="3548" y="318"/>
                    <a:pt x="3677" y="344"/>
                  </a:cubicBezTo>
                  <a:cubicBezTo>
                    <a:pt x="3780" y="361"/>
                    <a:pt x="3883" y="404"/>
                    <a:pt x="3987" y="421"/>
                  </a:cubicBezTo>
                  <a:cubicBezTo>
                    <a:pt x="4012" y="430"/>
                    <a:pt x="4055" y="430"/>
                    <a:pt x="4090" y="430"/>
                  </a:cubicBezTo>
                  <a:cubicBezTo>
                    <a:pt x="4158" y="430"/>
                    <a:pt x="4227" y="430"/>
                    <a:pt x="4262" y="447"/>
                  </a:cubicBezTo>
                  <a:cubicBezTo>
                    <a:pt x="4476" y="559"/>
                    <a:pt x="4579" y="774"/>
                    <a:pt x="4786" y="903"/>
                  </a:cubicBezTo>
                  <a:cubicBezTo>
                    <a:pt x="4820" y="920"/>
                    <a:pt x="4863" y="946"/>
                    <a:pt x="4871" y="989"/>
                  </a:cubicBezTo>
                  <a:cubicBezTo>
                    <a:pt x="4880" y="1083"/>
                    <a:pt x="4863" y="1100"/>
                    <a:pt x="4932" y="1195"/>
                  </a:cubicBezTo>
                  <a:cubicBezTo>
                    <a:pt x="4957" y="1229"/>
                    <a:pt x="4975" y="1272"/>
                    <a:pt x="5009" y="1306"/>
                  </a:cubicBezTo>
                  <a:cubicBezTo>
                    <a:pt x="5121" y="1444"/>
                    <a:pt x="5198" y="1547"/>
                    <a:pt x="5241" y="1719"/>
                  </a:cubicBezTo>
                  <a:cubicBezTo>
                    <a:pt x="5267" y="1830"/>
                    <a:pt x="5318" y="1934"/>
                    <a:pt x="5335" y="2045"/>
                  </a:cubicBezTo>
                  <a:cubicBezTo>
                    <a:pt x="5353" y="2166"/>
                    <a:pt x="5335" y="2294"/>
                    <a:pt x="5327" y="2415"/>
                  </a:cubicBezTo>
                  <a:cubicBezTo>
                    <a:pt x="5327" y="2458"/>
                    <a:pt x="5301" y="2475"/>
                    <a:pt x="5284" y="2518"/>
                  </a:cubicBezTo>
                  <a:cubicBezTo>
                    <a:pt x="5250" y="2621"/>
                    <a:pt x="5284" y="2724"/>
                    <a:pt x="5301" y="2844"/>
                  </a:cubicBezTo>
                  <a:cubicBezTo>
                    <a:pt x="5310" y="2939"/>
                    <a:pt x="5301" y="3119"/>
                    <a:pt x="5258" y="3205"/>
                  </a:cubicBezTo>
                  <a:cubicBezTo>
                    <a:pt x="5241" y="3257"/>
                    <a:pt x="5103" y="3557"/>
                    <a:pt x="5069" y="3635"/>
                  </a:cubicBezTo>
                  <a:cubicBezTo>
                    <a:pt x="5035" y="3703"/>
                    <a:pt x="4957" y="3815"/>
                    <a:pt x="4940" y="3884"/>
                  </a:cubicBezTo>
                  <a:cubicBezTo>
                    <a:pt x="4923" y="3927"/>
                    <a:pt x="4829" y="4159"/>
                    <a:pt x="4734" y="4262"/>
                  </a:cubicBezTo>
                  <a:cubicBezTo>
                    <a:pt x="4640" y="4382"/>
                    <a:pt x="4571" y="4451"/>
                    <a:pt x="4382" y="4477"/>
                  </a:cubicBezTo>
                  <a:cubicBezTo>
                    <a:pt x="4322" y="4485"/>
                    <a:pt x="4090" y="4614"/>
                    <a:pt x="4030" y="4605"/>
                  </a:cubicBezTo>
                  <a:cubicBezTo>
                    <a:pt x="3978" y="4605"/>
                    <a:pt x="3935" y="4623"/>
                    <a:pt x="3883" y="4631"/>
                  </a:cubicBezTo>
                  <a:cubicBezTo>
                    <a:pt x="3866" y="4631"/>
                    <a:pt x="3849" y="4631"/>
                    <a:pt x="3832" y="4631"/>
                  </a:cubicBezTo>
                  <a:cubicBezTo>
                    <a:pt x="3815" y="4631"/>
                    <a:pt x="3789" y="4631"/>
                    <a:pt x="3772" y="4640"/>
                  </a:cubicBezTo>
                  <a:cubicBezTo>
                    <a:pt x="3617" y="4666"/>
                    <a:pt x="3351" y="4709"/>
                    <a:pt x="3265" y="4734"/>
                  </a:cubicBezTo>
                  <a:cubicBezTo>
                    <a:pt x="3153" y="4769"/>
                    <a:pt x="2964" y="4769"/>
                    <a:pt x="2853" y="4752"/>
                  </a:cubicBezTo>
                  <a:cubicBezTo>
                    <a:pt x="2724" y="4743"/>
                    <a:pt x="2500" y="4863"/>
                    <a:pt x="2363" y="4872"/>
                  </a:cubicBezTo>
                  <a:cubicBezTo>
                    <a:pt x="2260" y="4872"/>
                    <a:pt x="2191" y="4872"/>
                    <a:pt x="2131" y="4872"/>
                  </a:cubicBezTo>
                  <a:cubicBezTo>
                    <a:pt x="2028" y="4863"/>
                    <a:pt x="1950" y="4863"/>
                    <a:pt x="1753" y="4906"/>
                  </a:cubicBezTo>
                  <a:cubicBezTo>
                    <a:pt x="1718" y="4923"/>
                    <a:pt x="1650" y="4915"/>
                    <a:pt x="1590" y="4915"/>
                  </a:cubicBezTo>
                  <a:cubicBezTo>
                    <a:pt x="1512" y="4915"/>
                    <a:pt x="1435" y="4915"/>
                    <a:pt x="1383" y="4932"/>
                  </a:cubicBezTo>
                  <a:cubicBezTo>
                    <a:pt x="1349" y="4941"/>
                    <a:pt x="1315" y="4949"/>
                    <a:pt x="1280" y="4966"/>
                  </a:cubicBezTo>
                  <a:cubicBezTo>
                    <a:pt x="1203" y="4984"/>
                    <a:pt x="1126" y="4992"/>
                    <a:pt x="1048" y="5018"/>
                  </a:cubicBezTo>
                  <a:cubicBezTo>
                    <a:pt x="980" y="5035"/>
                    <a:pt x="962" y="5044"/>
                    <a:pt x="894" y="5026"/>
                  </a:cubicBezTo>
                  <a:cubicBezTo>
                    <a:pt x="645" y="4975"/>
                    <a:pt x="395" y="4932"/>
                    <a:pt x="129" y="4984"/>
                  </a:cubicBezTo>
                  <a:cubicBezTo>
                    <a:pt x="95" y="4984"/>
                    <a:pt x="0" y="4597"/>
                    <a:pt x="9" y="4528"/>
                  </a:cubicBezTo>
                  <a:cubicBezTo>
                    <a:pt x="35" y="4331"/>
                    <a:pt x="60" y="4142"/>
                    <a:pt x="86" y="3944"/>
                  </a:cubicBezTo>
                  <a:cubicBezTo>
                    <a:pt x="129" y="3575"/>
                    <a:pt x="181" y="3205"/>
                    <a:pt x="241" y="2853"/>
                  </a:cubicBezTo>
                  <a:cubicBezTo>
                    <a:pt x="284" y="2535"/>
                    <a:pt x="335" y="2234"/>
                    <a:pt x="361" y="1934"/>
                  </a:cubicBezTo>
                  <a:cubicBezTo>
                    <a:pt x="387" y="1650"/>
                    <a:pt x="395" y="1375"/>
                    <a:pt x="438" y="1092"/>
                  </a:cubicBezTo>
                  <a:cubicBezTo>
                    <a:pt x="456" y="997"/>
                    <a:pt x="645" y="1"/>
                    <a:pt x="713" y="9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51" name="Google Shape;22651;p75"/>
            <p:cNvSpPr/>
            <p:nvPr/>
          </p:nvSpPr>
          <p:spPr>
            <a:xfrm>
              <a:off x="5695575" y="1270850"/>
              <a:ext cx="76925" cy="126875"/>
            </a:xfrm>
            <a:custGeom>
              <a:avLst/>
              <a:gdLst/>
              <a:ahLst/>
              <a:cxnLst/>
              <a:rect l="l" t="t" r="r" b="b"/>
              <a:pathLst>
                <a:path w="3077" h="5075" extrusionOk="0">
                  <a:moveTo>
                    <a:pt x="1047" y="1"/>
                  </a:moveTo>
                  <a:cubicBezTo>
                    <a:pt x="898" y="1"/>
                    <a:pt x="756" y="31"/>
                    <a:pt x="714" y="74"/>
                  </a:cubicBezTo>
                  <a:cubicBezTo>
                    <a:pt x="707" y="81"/>
                    <a:pt x="712" y="84"/>
                    <a:pt x="724" y="84"/>
                  </a:cubicBezTo>
                  <a:cubicBezTo>
                    <a:pt x="740" y="84"/>
                    <a:pt x="770" y="79"/>
                    <a:pt x="800" y="74"/>
                  </a:cubicBezTo>
                  <a:cubicBezTo>
                    <a:pt x="835" y="69"/>
                    <a:pt x="869" y="64"/>
                    <a:pt x="891" y="64"/>
                  </a:cubicBezTo>
                  <a:cubicBezTo>
                    <a:pt x="907" y="64"/>
                    <a:pt x="915" y="67"/>
                    <a:pt x="912" y="74"/>
                  </a:cubicBezTo>
                  <a:cubicBezTo>
                    <a:pt x="877" y="117"/>
                    <a:pt x="843" y="160"/>
                    <a:pt x="809" y="194"/>
                  </a:cubicBezTo>
                  <a:cubicBezTo>
                    <a:pt x="697" y="332"/>
                    <a:pt x="662" y="503"/>
                    <a:pt x="602" y="649"/>
                  </a:cubicBezTo>
                  <a:cubicBezTo>
                    <a:pt x="542" y="787"/>
                    <a:pt x="491" y="924"/>
                    <a:pt x="448" y="1053"/>
                  </a:cubicBezTo>
                  <a:cubicBezTo>
                    <a:pt x="413" y="1148"/>
                    <a:pt x="379" y="1259"/>
                    <a:pt x="362" y="1363"/>
                  </a:cubicBezTo>
                  <a:cubicBezTo>
                    <a:pt x="345" y="1474"/>
                    <a:pt x="370" y="1586"/>
                    <a:pt x="370" y="1698"/>
                  </a:cubicBezTo>
                  <a:cubicBezTo>
                    <a:pt x="370" y="1758"/>
                    <a:pt x="370" y="1809"/>
                    <a:pt x="370" y="1869"/>
                  </a:cubicBezTo>
                  <a:cubicBezTo>
                    <a:pt x="388" y="2136"/>
                    <a:pt x="396" y="2428"/>
                    <a:pt x="336" y="2703"/>
                  </a:cubicBezTo>
                  <a:cubicBezTo>
                    <a:pt x="302" y="2875"/>
                    <a:pt x="241" y="3046"/>
                    <a:pt x="207" y="3218"/>
                  </a:cubicBezTo>
                  <a:cubicBezTo>
                    <a:pt x="181" y="3364"/>
                    <a:pt x="156" y="3502"/>
                    <a:pt x="121" y="3648"/>
                  </a:cubicBezTo>
                  <a:cubicBezTo>
                    <a:pt x="44" y="3992"/>
                    <a:pt x="1" y="4309"/>
                    <a:pt x="121" y="4644"/>
                  </a:cubicBezTo>
                  <a:cubicBezTo>
                    <a:pt x="156" y="4739"/>
                    <a:pt x="190" y="4808"/>
                    <a:pt x="259" y="4876"/>
                  </a:cubicBezTo>
                  <a:cubicBezTo>
                    <a:pt x="310" y="4919"/>
                    <a:pt x="362" y="4980"/>
                    <a:pt x="422" y="5005"/>
                  </a:cubicBezTo>
                  <a:cubicBezTo>
                    <a:pt x="542" y="5065"/>
                    <a:pt x="705" y="5057"/>
                    <a:pt x="834" y="5074"/>
                  </a:cubicBezTo>
                  <a:cubicBezTo>
                    <a:pt x="877" y="5074"/>
                    <a:pt x="912" y="5065"/>
                    <a:pt x="955" y="5057"/>
                  </a:cubicBezTo>
                  <a:cubicBezTo>
                    <a:pt x="969" y="5054"/>
                    <a:pt x="980" y="5053"/>
                    <a:pt x="990" y="5053"/>
                  </a:cubicBezTo>
                  <a:cubicBezTo>
                    <a:pt x="1010" y="5053"/>
                    <a:pt x="1023" y="5057"/>
                    <a:pt x="1040" y="5057"/>
                  </a:cubicBezTo>
                  <a:cubicBezTo>
                    <a:pt x="1049" y="5061"/>
                    <a:pt x="1060" y="5063"/>
                    <a:pt x="1074" y="5063"/>
                  </a:cubicBezTo>
                  <a:cubicBezTo>
                    <a:pt x="1088" y="5063"/>
                    <a:pt x="1105" y="5061"/>
                    <a:pt x="1126" y="5057"/>
                  </a:cubicBezTo>
                  <a:cubicBezTo>
                    <a:pt x="1134" y="5054"/>
                    <a:pt x="1143" y="5053"/>
                    <a:pt x="1153" y="5053"/>
                  </a:cubicBezTo>
                  <a:cubicBezTo>
                    <a:pt x="1177" y="5053"/>
                    <a:pt x="1208" y="5059"/>
                    <a:pt x="1238" y="5065"/>
                  </a:cubicBezTo>
                  <a:cubicBezTo>
                    <a:pt x="1267" y="5069"/>
                    <a:pt x="1294" y="5071"/>
                    <a:pt x="1318" y="5071"/>
                  </a:cubicBezTo>
                  <a:cubicBezTo>
                    <a:pt x="1352" y="5071"/>
                    <a:pt x="1381" y="5067"/>
                    <a:pt x="1401" y="5057"/>
                  </a:cubicBezTo>
                  <a:cubicBezTo>
                    <a:pt x="1470" y="5005"/>
                    <a:pt x="1676" y="4997"/>
                    <a:pt x="1736" y="4945"/>
                  </a:cubicBezTo>
                  <a:cubicBezTo>
                    <a:pt x="1788" y="4911"/>
                    <a:pt x="1839" y="4876"/>
                    <a:pt x="1900" y="4842"/>
                  </a:cubicBezTo>
                  <a:cubicBezTo>
                    <a:pt x="1951" y="4816"/>
                    <a:pt x="1986" y="4808"/>
                    <a:pt x="2028" y="4773"/>
                  </a:cubicBezTo>
                  <a:cubicBezTo>
                    <a:pt x="2054" y="4756"/>
                    <a:pt x="2071" y="4739"/>
                    <a:pt x="2097" y="4722"/>
                  </a:cubicBezTo>
                  <a:cubicBezTo>
                    <a:pt x="2166" y="4662"/>
                    <a:pt x="2114" y="4541"/>
                    <a:pt x="2209" y="4507"/>
                  </a:cubicBezTo>
                  <a:cubicBezTo>
                    <a:pt x="2286" y="4481"/>
                    <a:pt x="2355" y="4464"/>
                    <a:pt x="2407" y="4404"/>
                  </a:cubicBezTo>
                  <a:cubicBezTo>
                    <a:pt x="2441" y="4370"/>
                    <a:pt x="2458" y="4352"/>
                    <a:pt x="2458" y="4309"/>
                  </a:cubicBezTo>
                  <a:cubicBezTo>
                    <a:pt x="2467" y="4284"/>
                    <a:pt x="2475" y="4249"/>
                    <a:pt x="2475" y="4215"/>
                  </a:cubicBezTo>
                  <a:cubicBezTo>
                    <a:pt x="2475" y="4181"/>
                    <a:pt x="2570" y="4181"/>
                    <a:pt x="2561" y="4146"/>
                  </a:cubicBezTo>
                  <a:cubicBezTo>
                    <a:pt x="2561" y="4138"/>
                    <a:pt x="2553" y="4120"/>
                    <a:pt x="2553" y="4103"/>
                  </a:cubicBezTo>
                  <a:cubicBezTo>
                    <a:pt x="2553" y="4077"/>
                    <a:pt x="2570" y="4077"/>
                    <a:pt x="2578" y="4060"/>
                  </a:cubicBezTo>
                  <a:cubicBezTo>
                    <a:pt x="2596" y="4009"/>
                    <a:pt x="2587" y="3940"/>
                    <a:pt x="2604" y="3888"/>
                  </a:cubicBezTo>
                  <a:cubicBezTo>
                    <a:pt x="2621" y="3820"/>
                    <a:pt x="2681" y="3760"/>
                    <a:pt x="2716" y="3691"/>
                  </a:cubicBezTo>
                  <a:cubicBezTo>
                    <a:pt x="2742" y="3656"/>
                    <a:pt x="2750" y="3614"/>
                    <a:pt x="2776" y="3579"/>
                  </a:cubicBezTo>
                  <a:cubicBezTo>
                    <a:pt x="2793" y="3562"/>
                    <a:pt x="2819" y="3536"/>
                    <a:pt x="2827" y="3519"/>
                  </a:cubicBezTo>
                  <a:cubicBezTo>
                    <a:pt x="2845" y="3485"/>
                    <a:pt x="2845" y="3450"/>
                    <a:pt x="2853" y="3416"/>
                  </a:cubicBezTo>
                  <a:cubicBezTo>
                    <a:pt x="2862" y="3364"/>
                    <a:pt x="2870" y="3313"/>
                    <a:pt x="2888" y="3261"/>
                  </a:cubicBezTo>
                  <a:cubicBezTo>
                    <a:pt x="2905" y="3210"/>
                    <a:pt x="2905" y="3150"/>
                    <a:pt x="2939" y="3107"/>
                  </a:cubicBezTo>
                  <a:cubicBezTo>
                    <a:pt x="2956" y="3081"/>
                    <a:pt x="2982" y="3072"/>
                    <a:pt x="2999" y="3055"/>
                  </a:cubicBezTo>
                  <a:cubicBezTo>
                    <a:pt x="3034" y="3012"/>
                    <a:pt x="3034" y="2952"/>
                    <a:pt x="3042" y="2900"/>
                  </a:cubicBezTo>
                  <a:cubicBezTo>
                    <a:pt x="3051" y="2857"/>
                    <a:pt x="3051" y="2806"/>
                    <a:pt x="3059" y="2763"/>
                  </a:cubicBezTo>
                  <a:cubicBezTo>
                    <a:pt x="3068" y="2720"/>
                    <a:pt x="3034" y="2668"/>
                    <a:pt x="3034" y="2634"/>
                  </a:cubicBezTo>
                  <a:cubicBezTo>
                    <a:pt x="3016" y="2574"/>
                    <a:pt x="3008" y="2565"/>
                    <a:pt x="3042" y="2514"/>
                  </a:cubicBezTo>
                  <a:cubicBezTo>
                    <a:pt x="3077" y="2462"/>
                    <a:pt x="2999" y="2437"/>
                    <a:pt x="2999" y="2385"/>
                  </a:cubicBezTo>
                  <a:cubicBezTo>
                    <a:pt x="2999" y="2342"/>
                    <a:pt x="2974" y="2308"/>
                    <a:pt x="2965" y="2265"/>
                  </a:cubicBezTo>
                  <a:cubicBezTo>
                    <a:pt x="2939" y="2205"/>
                    <a:pt x="2982" y="2136"/>
                    <a:pt x="2965" y="2058"/>
                  </a:cubicBezTo>
                  <a:cubicBezTo>
                    <a:pt x="2931" y="1955"/>
                    <a:pt x="2948" y="1827"/>
                    <a:pt x="2905" y="1732"/>
                  </a:cubicBezTo>
                  <a:cubicBezTo>
                    <a:pt x="2888" y="1672"/>
                    <a:pt x="2870" y="1620"/>
                    <a:pt x="2853" y="1560"/>
                  </a:cubicBezTo>
                  <a:cubicBezTo>
                    <a:pt x="2845" y="1517"/>
                    <a:pt x="2845" y="1466"/>
                    <a:pt x="2819" y="1431"/>
                  </a:cubicBezTo>
                  <a:cubicBezTo>
                    <a:pt x="2750" y="1311"/>
                    <a:pt x="2664" y="1191"/>
                    <a:pt x="2647" y="1062"/>
                  </a:cubicBezTo>
                  <a:cubicBezTo>
                    <a:pt x="2647" y="1002"/>
                    <a:pt x="2638" y="924"/>
                    <a:pt x="2587" y="864"/>
                  </a:cubicBezTo>
                  <a:cubicBezTo>
                    <a:pt x="2570" y="847"/>
                    <a:pt x="2553" y="847"/>
                    <a:pt x="2535" y="830"/>
                  </a:cubicBezTo>
                  <a:cubicBezTo>
                    <a:pt x="2510" y="813"/>
                    <a:pt x="2501" y="787"/>
                    <a:pt x="2475" y="770"/>
                  </a:cubicBezTo>
                  <a:cubicBezTo>
                    <a:pt x="2407" y="735"/>
                    <a:pt x="2398" y="710"/>
                    <a:pt x="2364" y="658"/>
                  </a:cubicBezTo>
                  <a:cubicBezTo>
                    <a:pt x="2329" y="607"/>
                    <a:pt x="2269" y="581"/>
                    <a:pt x="2235" y="538"/>
                  </a:cubicBezTo>
                  <a:cubicBezTo>
                    <a:pt x="2192" y="495"/>
                    <a:pt x="2149" y="460"/>
                    <a:pt x="2106" y="418"/>
                  </a:cubicBezTo>
                  <a:cubicBezTo>
                    <a:pt x="2071" y="383"/>
                    <a:pt x="2046" y="349"/>
                    <a:pt x="2003" y="323"/>
                  </a:cubicBezTo>
                  <a:cubicBezTo>
                    <a:pt x="1968" y="306"/>
                    <a:pt x="1943" y="280"/>
                    <a:pt x="1908" y="271"/>
                  </a:cubicBezTo>
                  <a:cubicBezTo>
                    <a:pt x="1874" y="271"/>
                    <a:pt x="1857" y="263"/>
                    <a:pt x="1831" y="254"/>
                  </a:cubicBezTo>
                  <a:cubicBezTo>
                    <a:pt x="1788" y="237"/>
                    <a:pt x="1788" y="237"/>
                    <a:pt x="1762" y="211"/>
                  </a:cubicBezTo>
                  <a:cubicBezTo>
                    <a:pt x="1745" y="194"/>
                    <a:pt x="1719" y="186"/>
                    <a:pt x="1693" y="168"/>
                  </a:cubicBezTo>
                  <a:cubicBezTo>
                    <a:pt x="1668" y="151"/>
                    <a:pt x="1650" y="125"/>
                    <a:pt x="1608" y="117"/>
                  </a:cubicBezTo>
                  <a:lnTo>
                    <a:pt x="1565" y="117"/>
                  </a:lnTo>
                  <a:cubicBezTo>
                    <a:pt x="1547" y="117"/>
                    <a:pt x="1539" y="117"/>
                    <a:pt x="1504" y="108"/>
                  </a:cubicBezTo>
                  <a:cubicBezTo>
                    <a:pt x="1453" y="82"/>
                    <a:pt x="1341" y="82"/>
                    <a:pt x="1272" y="65"/>
                  </a:cubicBezTo>
                  <a:cubicBezTo>
                    <a:pt x="1238" y="48"/>
                    <a:pt x="1178" y="22"/>
                    <a:pt x="1144" y="5"/>
                  </a:cubicBezTo>
                  <a:cubicBezTo>
                    <a:pt x="1112" y="2"/>
                    <a:pt x="1079" y="1"/>
                    <a:pt x="104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52" name="Google Shape;22652;p75"/>
            <p:cNvSpPr/>
            <p:nvPr/>
          </p:nvSpPr>
          <p:spPr>
            <a:xfrm>
              <a:off x="5658425" y="1335825"/>
              <a:ext cx="450" cy="25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" y="1"/>
                  </a:moveTo>
                  <a:lnTo>
                    <a:pt x="1" y="1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53" name="Google Shape;22653;p75"/>
            <p:cNvSpPr/>
            <p:nvPr/>
          </p:nvSpPr>
          <p:spPr>
            <a:xfrm>
              <a:off x="5658650" y="1271150"/>
              <a:ext cx="106325" cy="125900"/>
            </a:xfrm>
            <a:custGeom>
              <a:avLst/>
              <a:gdLst/>
              <a:ahLst/>
              <a:cxnLst/>
              <a:rect l="l" t="t" r="r" b="b"/>
              <a:pathLst>
                <a:path w="4253" h="5036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12" y="3619"/>
                    <a:pt x="163" y="3730"/>
                    <a:pt x="249" y="3799"/>
                  </a:cubicBezTo>
                  <a:cubicBezTo>
                    <a:pt x="284" y="3825"/>
                    <a:pt x="309" y="3851"/>
                    <a:pt x="335" y="3894"/>
                  </a:cubicBezTo>
                  <a:cubicBezTo>
                    <a:pt x="370" y="3962"/>
                    <a:pt x="395" y="3988"/>
                    <a:pt x="456" y="4040"/>
                  </a:cubicBezTo>
                  <a:cubicBezTo>
                    <a:pt x="550" y="4108"/>
                    <a:pt x="567" y="4229"/>
                    <a:pt x="627" y="4315"/>
                  </a:cubicBezTo>
                  <a:cubicBezTo>
                    <a:pt x="653" y="4349"/>
                    <a:pt x="679" y="4392"/>
                    <a:pt x="713" y="4409"/>
                  </a:cubicBezTo>
                  <a:cubicBezTo>
                    <a:pt x="782" y="4435"/>
                    <a:pt x="851" y="4418"/>
                    <a:pt x="919" y="4461"/>
                  </a:cubicBezTo>
                  <a:cubicBezTo>
                    <a:pt x="962" y="4486"/>
                    <a:pt x="1005" y="4521"/>
                    <a:pt x="1048" y="4547"/>
                  </a:cubicBezTo>
                  <a:cubicBezTo>
                    <a:pt x="1100" y="4581"/>
                    <a:pt x="1169" y="4624"/>
                    <a:pt x="1212" y="4675"/>
                  </a:cubicBezTo>
                  <a:cubicBezTo>
                    <a:pt x="1280" y="4779"/>
                    <a:pt x="1323" y="4839"/>
                    <a:pt x="1444" y="4890"/>
                  </a:cubicBezTo>
                  <a:cubicBezTo>
                    <a:pt x="1555" y="4942"/>
                    <a:pt x="1658" y="4968"/>
                    <a:pt x="1770" y="4976"/>
                  </a:cubicBezTo>
                  <a:cubicBezTo>
                    <a:pt x="1813" y="4985"/>
                    <a:pt x="1856" y="4985"/>
                    <a:pt x="1899" y="4993"/>
                  </a:cubicBezTo>
                  <a:cubicBezTo>
                    <a:pt x="1933" y="5002"/>
                    <a:pt x="1968" y="5019"/>
                    <a:pt x="2002" y="5028"/>
                  </a:cubicBezTo>
                  <a:cubicBezTo>
                    <a:pt x="2022" y="5033"/>
                    <a:pt x="2041" y="5035"/>
                    <a:pt x="2060" y="5035"/>
                  </a:cubicBezTo>
                  <a:cubicBezTo>
                    <a:pt x="2096" y="5035"/>
                    <a:pt x="2131" y="5028"/>
                    <a:pt x="2165" y="5028"/>
                  </a:cubicBezTo>
                  <a:lnTo>
                    <a:pt x="2234" y="5028"/>
                  </a:lnTo>
                  <a:cubicBezTo>
                    <a:pt x="2247" y="5032"/>
                    <a:pt x="2262" y="5034"/>
                    <a:pt x="2278" y="5034"/>
                  </a:cubicBezTo>
                  <a:cubicBezTo>
                    <a:pt x="2294" y="5034"/>
                    <a:pt x="2311" y="5032"/>
                    <a:pt x="2328" y="5028"/>
                  </a:cubicBezTo>
                  <a:cubicBezTo>
                    <a:pt x="2363" y="5011"/>
                    <a:pt x="2389" y="4993"/>
                    <a:pt x="2423" y="4968"/>
                  </a:cubicBezTo>
                  <a:cubicBezTo>
                    <a:pt x="2457" y="4942"/>
                    <a:pt x="2492" y="4933"/>
                    <a:pt x="2535" y="4925"/>
                  </a:cubicBezTo>
                  <a:cubicBezTo>
                    <a:pt x="2646" y="4899"/>
                    <a:pt x="2758" y="4890"/>
                    <a:pt x="2870" y="4847"/>
                  </a:cubicBezTo>
                  <a:cubicBezTo>
                    <a:pt x="2964" y="4813"/>
                    <a:pt x="3059" y="4770"/>
                    <a:pt x="3153" y="4744"/>
                  </a:cubicBezTo>
                  <a:cubicBezTo>
                    <a:pt x="3239" y="4718"/>
                    <a:pt x="3274" y="4632"/>
                    <a:pt x="3342" y="4581"/>
                  </a:cubicBezTo>
                  <a:cubicBezTo>
                    <a:pt x="3411" y="4521"/>
                    <a:pt x="3454" y="4512"/>
                    <a:pt x="3523" y="4461"/>
                  </a:cubicBezTo>
                  <a:cubicBezTo>
                    <a:pt x="3548" y="4435"/>
                    <a:pt x="3557" y="4435"/>
                    <a:pt x="3574" y="4401"/>
                  </a:cubicBezTo>
                  <a:cubicBezTo>
                    <a:pt x="3591" y="4366"/>
                    <a:pt x="3617" y="4332"/>
                    <a:pt x="3634" y="4297"/>
                  </a:cubicBezTo>
                  <a:cubicBezTo>
                    <a:pt x="3652" y="4254"/>
                    <a:pt x="3703" y="4254"/>
                    <a:pt x="3703" y="4212"/>
                  </a:cubicBezTo>
                  <a:cubicBezTo>
                    <a:pt x="3712" y="4169"/>
                    <a:pt x="3729" y="4143"/>
                    <a:pt x="3746" y="4100"/>
                  </a:cubicBezTo>
                  <a:cubicBezTo>
                    <a:pt x="3763" y="4040"/>
                    <a:pt x="3780" y="3971"/>
                    <a:pt x="3798" y="3902"/>
                  </a:cubicBezTo>
                  <a:cubicBezTo>
                    <a:pt x="3815" y="3868"/>
                    <a:pt x="3849" y="3816"/>
                    <a:pt x="3875" y="3773"/>
                  </a:cubicBezTo>
                  <a:cubicBezTo>
                    <a:pt x="3926" y="3687"/>
                    <a:pt x="3969" y="3593"/>
                    <a:pt x="4012" y="3507"/>
                  </a:cubicBezTo>
                  <a:cubicBezTo>
                    <a:pt x="4090" y="3344"/>
                    <a:pt x="4253" y="3146"/>
                    <a:pt x="4219" y="2957"/>
                  </a:cubicBezTo>
                  <a:cubicBezTo>
                    <a:pt x="4201" y="2837"/>
                    <a:pt x="4193" y="2691"/>
                    <a:pt x="4141" y="2579"/>
                  </a:cubicBezTo>
                  <a:cubicBezTo>
                    <a:pt x="4124" y="2545"/>
                    <a:pt x="4090" y="2493"/>
                    <a:pt x="4090" y="2459"/>
                  </a:cubicBezTo>
                  <a:cubicBezTo>
                    <a:pt x="4081" y="2373"/>
                    <a:pt x="4115" y="2261"/>
                    <a:pt x="4124" y="2184"/>
                  </a:cubicBezTo>
                  <a:cubicBezTo>
                    <a:pt x="4141" y="2081"/>
                    <a:pt x="4133" y="2012"/>
                    <a:pt x="4107" y="1909"/>
                  </a:cubicBezTo>
                  <a:cubicBezTo>
                    <a:pt x="4090" y="1832"/>
                    <a:pt x="4098" y="1754"/>
                    <a:pt x="4081" y="1668"/>
                  </a:cubicBezTo>
                  <a:cubicBezTo>
                    <a:pt x="4064" y="1531"/>
                    <a:pt x="4030" y="1368"/>
                    <a:pt x="3944" y="1256"/>
                  </a:cubicBezTo>
                  <a:cubicBezTo>
                    <a:pt x="3909" y="1213"/>
                    <a:pt x="3866" y="1205"/>
                    <a:pt x="3823" y="1170"/>
                  </a:cubicBezTo>
                  <a:cubicBezTo>
                    <a:pt x="3798" y="1153"/>
                    <a:pt x="3763" y="1101"/>
                    <a:pt x="3746" y="1067"/>
                  </a:cubicBezTo>
                  <a:cubicBezTo>
                    <a:pt x="3712" y="1016"/>
                    <a:pt x="3694" y="955"/>
                    <a:pt x="3694" y="895"/>
                  </a:cubicBezTo>
                  <a:cubicBezTo>
                    <a:pt x="3703" y="844"/>
                    <a:pt x="3712" y="775"/>
                    <a:pt x="3686" y="732"/>
                  </a:cubicBezTo>
                  <a:cubicBezTo>
                    <a:pt x="3652" y="680"/>
                    <a:pt x="3617" y="655"/>
                    <a:pt x="3591" y="603"/>
                  </a:cubicBezTo>
                  <a:cubicBezTo>
                    <a:pt x="3557" y="534"/>
                    <a:pt x="3531" y="509"/>
                    <a:pt x="3480" y="466"/>
                  </a:cubicBezTo>
                  <a:cubicBezTo>
                    <a:pt x="3385" y="397"/>
                    <a:pt x="3291" y="337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612" y="36"/>
                    <a:pt x="2578" y="36"/>
                    <a:pt x="2535" y="36"/>
                  </a:cubicBezTo>
                  <a:lnTo>
                    <a:pt x="2475" y="36"/>
                  </a:ln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54" name="Google Shape;22654;p75"/>
            <p:cNvSpPr/>
            <p:nvPr/>
          </p:nvSpPr>
          <p:spPr>
            <a:xfrm>
              <a:off x="5707400" y="1280200"/>
              <a:ext cx="1525" cy="450"/>
            </a:xfrm>
            <a:custGeom>
              <a:avLst/>
              <a:gdLst/>
              <a:ahLst/>
              <a:cxnLst/>
              <a:rect l="l" t="t" r="r" b="b"/>
              <a:pathLst>
                <a:path w="61" h="18" extrusionOk="0">
                  <a:moveTo>
                    <a:pt x="0" y="1"/>
                  </a:moveTo>
                  <a:cubicBezTo>
                    <a:pt x="35" y="9"/>
                    <a:pt x="43" y="18"/>
                    <a:pt x="52" y="18"/>
                  </a:cubicBezTo>
                  <a:cubicBezTo>
                    <a:pt x="61" y="18"/>
                    <a:pt x="61" y="9"/>
                    <a:pt x="52" y="9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rgbClr val="E4C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55" name="Google Shape;22655;p75"/>
            <p:cNvSpPr/>
            <p:nvPr/>
          </p:nvSpPr>
          <p:spPr>
            <a:xfrm>
              <a:off x="5709550" y="1391900"/>
              <a:ext cx="21925" cy="5175"/>
            </a:xfrm>
            <a:custGeom>
              <a:avLst/>
              <a:gdLst/>
              <a:ahLst/>
              <a:cxnLst/>
              <a:rect l="l" t="t" r="r" b="b"/>
              <a:pathLst>
                <a:path w="877" h="207" extrusionOk="0">
                  <a:moveTo>
                    <a:pt x="26" y="206"/>
                  </a:moveTo>
                  <a:cubicBezTo>
                    <a:pt x="18" y="206"/>
                    <a:pt x="9" y="206"/>
                    <a:pt x="0" y="206"/>
                  </a:cubicBezTo>
                  <a:lnTo>
                    <a:pt x="0" y="206"/>
                  </a:lnTo>
                  <a:cubicBezTo>
                    <a:pt x="9" y="206"/>
                    <a:pt x="18" y="206"/>
                    <a:pt x="26" y="206"/>
                  </a:cubicBezTo>
                  <a:cubicBezTo>
                    <a:pt x="60" y="206"/>
                    <a:pt x="95" y="198"/>
                    <a:pt x="129" y="198"/>
                  </a:cubicBezTo>
                  <a:cubicBezTo>
                    <a:pt x="138" y="198"/>
                    <a:pt x="146" y="198"/>
                    <a:pt x="146" y="198"/>
                  </a:cubicBezTo>
                  <a:cubicBezTo>
                    <a:pt x="164" y="198"/>
                    <a:pt x="181" y="198"/>
                    <a:pt x="198" y="198"/>
                  </a:cubicBezTo>
                  <a:cubicBezTo>
                    <a:pt x="207" y="198"/>
                    <a:pt x="224" y="206"/>
                    <a:pt x="241" y="206"/>
                  </a:cubicBezTo>
                  <a:cubicBezTo>
                    <a:pt x="258" y="206"/>
                    <a:pt x="275" y="198"/>
                    <a:pt x="292" y="198"/>
                  </a:cubicBezTo>
                  <a:cubicBezTo>
                    <a:pt x="327" y="181"/>
                    <a:pt x="353" y="163"/>
                    <a:pt x="387" y="138"/>
                  </a:cubicBezTo>
                  <a:cubicBezTo>
                    <a:pt x="421" y="112"/>
                    <a:pt x="456" y="103"/>
                    <a:pt x="499" y="95"/>
                  </a:cubicBezTo>
                  <a:cubicBezTo>
                    <a:pt x="610" y="69"/>
                    <a:pt x="722" y="60"/>
                    <a:pt x="834" y="17"/>
                  </a:cubicBezTo>
                  <a:cubicBezTo>
                    <a:pt x="842" y="17"/>
                    <a:pt x="859" y="9"/>
                    <a:pt x="877" y="0"/>
                  </a:cubicBezTo>
                  <a:cubicBezTo>
                    <a:pt x="859" y="9"/>
                    <a:pt x="842" y="17"/>
                    <a:pt x="834" y="17"/>
                  </a:cubicBezTo>
                  <a:cubicBezTo>
                    <a:pt x="722" y="60"/>
                    <a:pt x="610" y="69"/>
                    <a:pt x="499" y="95"/>
                  </a:cubicBezTo>
                  <a:cubicBezTo>
                    <a:pt x="456" y="103"/>
                    <a:pt x="421" y="112"/>
                    <a:pt x="387" y="138"/>
                  </a:cubicBezTo>
                  <a:cubicBezTo>
                    <a:pt x="353" y="163"/>
                    <a:pt x="327" y="181"/>
                    <a:pt x="292" y="198"/>
                  </a:cubicBezTo>
                  <a:cubicBezTo>
                    <a:pt x="275" y="198"/>
                    <a:pt x="258" y="206"/>
                    <a:pt x="241" y="206"/>
                  </a:cubicBezTo>
                  <a:cubicBezTo>
                    <a:pt x="224" y="206"/>
                    <a:pt x="207" y="198"/>
                    <a:pt x="198" y="198"/>
                  </a:cubicBezTo>
                  <a:cubicBezTo>
                    <a:pt x="181" y="198"/>
                    <a:pt x="164" y="198"/>
                    <a:pt x="146" y="198"/>
                  </a:cubicBezTo>
                  <a:cubicBezTo>
                    <a:pt x="146" y="198"/>
                    <a:pt x="138" y="198"/>
                    <a:pt x="129" y="198"/>
                  </a:cubicBezTo>
                  <a:cubicBezTo>
                    <a:pt x="95" y="198"/>
                    <a:pt x="60" y="206"/>
                    <a:pt x="26" y="206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56" name="Google Shape;22656;p75"/>
            <p:cNvSpPr/>
            <p:nvPr/>
          </p:nvSpPr>
          <p:spPr>
            <a:xfrm>
              <a:off x="5741975" y="1376200"/>
              <a:ext cx="9475" cy="9700"/>
            </a:xfrm>
            <a:custGeom>
              <a:avLst/>
              <a:gdLst/>
              <a:ahLst/>
              <a:cxnLst/>
              <a:rect l="l" t="t" r="r" b="b"/>
              <a:pathLst>
                <a:path w="379" h="388" extrusionOk="0">
                  <a:moveTo>
                    <a:pt x="1" y="388"/>
                  </a:moveTo>
                  <a:cubicBezTo>
                    <a:pt x="1" y="379"/>
                    <a:pt x="1" y="379"/>
                    <a:pt x="9" y="379"/>
                  </a:cubicBezTo>
                  <a:cubicBezTo>
                    <a:pt x="78" y="319"/>
                    <a:pt x="121" y="310"/>
                    <a:pt x="190" y="259"/>
                  </a:cubicBezTo>
                  <a:cubicBezTo>
                    <a:pt x="215" y="233"/>
                    <a:pt x="224" y="233"/>
                    <a:pt x="241" y="199"/>
                  </a:cubicBezTo>
                  <a:cubicBezTo>
                    <a:pt x="258" y="164"/>
                    <a:pt x="284" y="130"/>
                    <a:pt x="301" y="95"/>
                  </a:cubicBezTo>
                  <a:cubicBezTo>
                    <a:pt x="319" y="52"/>
                    <a:pt x="370" y="52"/>
                    <a:pt x="370" y="10"/>
                  </a:cubicBezTo>
                  <a:cubicBezTo>
                    <a:pt x="379" y="10"/>
                    <a:pt x="379" y="1"/>
                    <a:pt x="379" y="1"/>
                  </a:cubicBezTo>
                  <a:cubicBezTo>
                    <a:pt x="379" y="1"/>
                    <a:pt x="379" y="10"/>
                    <a:pt x="370" y="10"/>
                  </a:cubicBezTo>
                  <a:cubicBezTo>
                    <a:pt x="370" y="52"/>
                    <a:pt x="319" y="52"/>
                    <a:pt x="301" y="95"/>
                  </a:cubicBezTo>
                  <a:cubicBezTo>
                    <a:pt x="284" y="130"/>
                    <a:pt x="258" y="164"/>
                    <a:pt x="241" y="199"/>
                  </a:cubicBezTo>
                  <a:cubicBezTo>
                    <a:pt x="224" y="233"/>
                    <a:pt x="215" y="233"/>
                    <a:pt x="190" y="259"/>
                  </a:cubicBezTo>
                  <a:cubicBezTo>
                    <a:pt x="121" y="310"/>
                    <a:pt x="78" y="319"/>
                    <a:pt x="9" y="379"/>
                  </a:cubicBezTo>
                  <a:cubicBezTo>
                    <a:pt x="1" y="379"/>
                    <a:pt x="1" y="379"/>
                    <a:pt x="1" y="388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57" name="Google Shape;22657;p75"/>
            <p:cNvSpPr/>
            <p:nvPr/>
          </p:nvSpPr>
          <p:spPr>
            <a:xfrm>
              <a:off x="5748425" y="1286225"/>
              <a:ext cx="15475" cy="57575"/>
            </a:xfrm>
            <a:custGeom>
              <a:avLst/>
              <a:gdLst/>
              <a:ahLst/>
              <a:cxnLst/>
              <a:rect l="l" t="t" r="r" b="b"/>
              <a:pathLst>
                <a:path w="619" h="2303" extrusionOk="0">
                  <a:moveTo>
                    <a:pt x="619" y="2303"/>
                  </a:moveTo>
                  <a:cubicBezTo>
                    <a:pt x="610" y="2200"/>
                    <a:pt x="593" y="2071"/>
                    <a:pt x="550" y="1976"/>
                  </a:cubicBezTo>
                  <a:cubicBezTo>
                    <a:pt x="533" y="1942"/>
                    <a:pt x="507" y="1907"/>
                    <a:pt x="499" y="1873"/>
                  </a:cubicBezTo>
                  <a:cubicBezTo>
                    <a:pt x="507" y="1907"/>
                    <a:pt x="533" y="1942"/>
                    <a:pt x="550" y="1976"/>
                  </a:cubicBezTo>
                  <a:cubicBezTo>
                    <a:pt x="593" y="2071"/>
                    <a:pt x="610" y="2200"/>
                    <a:pt x="619" y="2303"/>
                  </a:cubicBezTo>
                  <a:close/>
                  <a:moveTo>
                    <a:pt x="95" y="129"/>
                  </a:moveTo>
                  <a:cubicBezTo>
                    <a:pt x="61" y="77"/>
                    <a:pt x="26" y="52"/>
                    <a:pt x="0" y="0"/>
                  </a:cubicBezTo>
                  <a:cubicBezTo>
                    <a:pt x="26" y="52"/>
                    <a:pt x="61" y="77"/>
                    <a:pt x="95" y="12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58" name="Google Shape;22658;p75"/>
            <p:cNvSpPr/>
            <p:nvPr/>
          </p:nvSpPr>
          <p:spPr>
            <a:xfrm>
              <a:off x="5718575" y="1271825"/>
              <a:ext cx="1950" cy="250"/>
            </a:xfrm>
            <a:custGeom>
              <a:avLst/>
              <a:gdLst/>
              <a:ahLst/>
              <a:cxnLst/>
              <a:rect l="l" t="t" r="r" b="b"/>
              <a:pathLst>
                <a:path w="78" h="10" extrusionOk="0">
                  <a:moveTo>
                    <a:pt x="78" y="9"/>
                  </a:moveTo>
                  <a:cubicBezTo>
                    <a:pt x="52" y="9"/>
                    <a:pt x="26" y="1"/>
                    <a:pt x="0" y="1"/>
                  </a:cubicBezTo>
                  <a:cubicBezTo>
                    <a:pt x="26" y="1"/>
                    <a:pt x="52" y="9"/>
                    <a:pt x="78" y="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59" name="Google Shape;22659;p75"/>
            <p:cNvSpPr/>
            <p:nvPr/>
          </p:nvSpPr>
          <p:spPr>
            <a:xfrm>
              <a:off x="5716850" y="1271400"/>
              <a:ext cx="1750" cy="450"/>
            </a:xfrm>
            <a:custGeom>
              <a:avLst/>
              <a:gdLst/>
              <a:ahLst/>
              <a:cxnLst/>
              <a:rect l="l" t="t" r="r" b="b"/>
              <a:pathLst>
                <a:path w="70" h="18" extrusionOk="0">
                  <a:moveTo>
                    <a:pt x="69" y="18"/>
                  </a:moveTo>
                  <a:lnTo>
                    <a:pt x="26" y="1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18"/>
                  </a:lnTo>
                  <a:lnTo>
                    <a:pt x="69" y="18"/>
                  </a:ln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60" name="Google Shape;22660;p75"/>
            <p:cNvSpPr/>
            <p:nvPr/>
          </p:nvSpPr>
          <p:spPr>
            <a:xfrm>
              <a:off x="5660350" y="1271175"/>
              <a:ext cx="104000" cy="125900"/>
            </a:xfrm>
            <a:custGeom>
              <a:avLst/>
              <a:gdLst/>
              <a:ahLst/>
              <a:cxnLst/>
              <a:rect l="l" t="t" r="r" b="b"/>
              <a:pathLst>
                <a:path w="4160" h="5036" extrusionOk="0">
                  <a:moveTo>
                    <a:pt x="2235" y="1"/>
                  </a:moveTo>
                  <a:cubicBezTo>
                    <a:pt x="2192" y="1"/>
                    <a:pt x="2123" y="52"/>
                    <a:pt x="2080" y="69"/>
                  </a:cubicBezTo>
                  <a:cubicBezTo>
                    <a:pt x="2028" y="87"/>
                    <a:pt x="1986" y="95"/>
                    <a:pt x="1943" y="95"/>
                  </a:cubicBezTo>
                  <a:cubicBezTo>
                    <a:pt x="1925" y="95"/>
                    <a:pt x="1908" y="95"/>
                    <a:pt x="1891" y="87"/>
                  </a:cubicBezTo>
                  <a:lnTo>
                    <a:pt x="1865" y="87"/>
                  </a:lnTo>
                  <a:cubicBezTo>
                    <a:pt x="1771" y="87"/>
                    <a:pt x="1685" y="130"/>
                    <a:pt x="1599" y="164"/>
                  </a:cubicBezTo>
                  <a:lnTo>
                    <a:pt x="1590" y="164"/>
                  </a:lnTo>
                  <a:cubicBezTo>
                    <a:pt x="1625" y="198"/>
                    <a:pt x="1659" y="224"/>
                    <a:pt x="1693" y="241"/>
                  </a:cubicBezTo>
                  <a:cubicBezTo>
                    <a:pt x="1719" y="241"/>
                    <a:pt x="1736" y="241"/>
                    <a:pt x="1754" y="258"/>
                  </a:cubicBezTo>
                  <a:cubicBezTo>
                    <a:pt x="1771" y="267"/>
                    <a:pt x="1779" y="293"/>
                    <a:pt x="1797" y="301"/>
                  </a:cubicBezTo>
                  <a:cubicBezTo>
                    <a:pt x="1831" y="327"/>
                    <a:pt x="1874" y="353"/>
                    <a:pt x="1908" y="362"/>
                  </a:cubicBezTo>
                  <a:cubicBezTo>
                    <a:pt x="1934" y="362"/>
                    <a:pt x="1951" y="353"/>
                    <a:pt x="1977" y="353"/>
                  </a:cubicBezTo>
                  <a:cubicBezTo>
                    <a:pt x="1994" y="353"/>
                    <a:pt x="2011" y="353"/>
                    <a:pt x="2028" y="362"/>
                  </a:cubicBezTo>
                  <a:cubicBezTo>
                    <a:pt x="2063" y="379"/>
                    <a:pt x="2089" y="405"/>
                    <a:pt x="2123" y="413"/>
                  </a:cubicBezTo>
                  <a:cubicBezTo>
                    <a:pt x="2157" y="430"/>
                    <a:pt x="2183" y="430"/>
                    <a:pt x="2209" y="447"/>
                  </a:cubicBezTo>
                  <a:cubicBezTo>
                    <a:pt x="2278" y="499"/>
                    <a:pt x="2338" y="559"/>
                    <a:pt x="2398" y="619"/>
                  </a:cubicBezTo>
                  <a:cubicBezTo>
                    <a:pt x="2458" y="671"/>
                    <a:pt x="2518" y="740"/>
                    <a:pt x="2587" y="783"/>
                  </a:cubicBezTo>
                  <a:cubicBezTo>
                    <a:pt x="2647" y="817"/>
                    <a:pt x="2707" y="843"/>
                    <a:pt x="2776" y="877"/>
                  </a:cubicBezTo>
                  <a:cubicBezTo>
                    <a:pt x="2827" y="903"/>
                    <a:pt x="2888" y="937"/>
                    <a:pt x="2939" y="980"/>
                  </a:cubicBezTo>
                  <a:cubicBezTo>
                    <a:pt x="2982" y="1006"/>
                    <a:pt x="3017" y="1040"/>
                    <a:pt x="3059" y="1075"/>
                  </a:cubicBezTo>
                  <a:cubicBezTo>
                    <a:pt x="3094" y="1109"/>
                    <a:pt x="3137" y="1135"/>
                    <a:pt x="3180" y="1161"/>
                  </a:cubicBezTo>
                  <a:cubicBezTo>
                    <a:pt x="3206" y="1186"/>
                    <a:pt x="3223" y="1229"/>
                    <a:pt x="3240" y="1264"/>
                  </a:cubicBezTo>
                  <a:cubicBezTo>
                    <a:pt x="3291" y="1367"/>
                    <a:pt x="3309" y="1470"/>
                    <a:pt x="3326" y="1582"/>
                  </a:cubicBezTo>
                  <a:cubicBezTo>
                    <a:pt x="3334" y="1633"/>
                    <a:pt x="3352" y="1676"/>
                    <a:pt x="3343" y="1728"/>
                  </a:cubicBezTo>
                  <a:cubicBezTo>
                    <a:pt x="3343" y="1745"/>
                    <a:pt x="3343" y="1762"/>
                    <a:pt x="3343" y="1779"/>
                  </a:cubicBezTo>
                  <a:cubicBezTo>
                    <a:pt x="3343" y="1822"/>
                    <a:pt x="3334" y="1831"/>
                    <a:pt x="3317" y="1865"/>
                  </a:cubicBezTo>
                  <a:cubicBezTo>
                    <a:pt x="3309" y="1908"/>
                    <a:pt x="3317" y="1960"/>
                    <a:pt x="3317" y="2003"/>
                  </a:cubicBezTo>
                  <a:cubicBezTo>
                    <a:pt x="3317" y="2020"/>
                    <a:pt x="3309" y="2045"/>
                    <a:pt x="3317" y="2071"/>
                  </a:cubicBezTo>
                  <a:cubicBezTo>
                    <a:pt x="3317" y="2097"/>
                    <a:pt x="3334" y="2123"/>
                    <a:pt x="3334" y="2149"/>
                  </a:cubicBezTo>
                  <a:cubicBezTo>
                    <a:pt x="3334" y="2166"/>
                    <a:pt x="3326" y="2183"/>
                    <a:pt x="3317" y="2200"/>
                  </a:cubicBezTo>
                  <a:cubicBezTo>
                    <a:pt x="3317" y="2226"/>
                    <a:pt x="3317" y="2243"/>
                    <a:pt x="3309" y="2269"/>
                  </a:cubicBezTo>
                  <a:cubicBezTo>
                    <a:pt x="3300" y="2286"/>
                    <a:pt x="3300" y="2295"/>
                    <a:pt x="3291" y="2303"/>
                  </a:cubicBezTo>
                  <a:cubicBezTo>
                    <a:pt x="3274" y="2338"/>
                    <a:pt x="3283" y="2381"/>
                    <a:pt x="3283" y="2415"/>
                  </a:cubicBezTo>
                  <a:cubicBezTo>
                    <a:pt x="3274" y="2441"/>
                    <a:pt x="3266" y="2458"/>
                    <a:pt x="3266" y="2484"/>
                  </a:cubicBezTo>
                  <a:cubicBezTo>
                    <a:pt x="3266" y="2518"/>
                    <a:pt x="3240" y="2561"/>
                    <a:pt x="3248" y="2604"/>
                  </a:cubicBezTo>
                  <a:cubicBezTo>
                    <a:pt x="3248" y="2655"/>
                    <a:pt x="3300" y="2716"/>
                    <a:pt x="3317" y="2767"/>
                  </a:cubicBezTo>
                  <a:cubicBezTo>
                    <a:pt x="3334" y="2802"/>
                    <a:pt x="3334" y="2819"/>
                    <a:pt x="3334" y="2853"/>
                  </a:cubicBezTo>
                  <a:cubicBezTo>
                    <a:pt x="3326" y="2887"/>
                    <a:pt x="3317" y="2905"/>
                    <a:pt x="3309" y="2939"/>
                  </a:cubicBezTo>
                  <a:cubicBezTo>
                    <a:pt x="3291" y="2991"/>
                    <a:pt x="3291" y="3051"/>
                    <a:pt x="3274" y="3102"/>
                  </a:cubicBezTo>
                  <a:cubicBezTo>
                    <a:pt x="3248" y="3154"/>
                    <a:pt x="3214" y="3197"/>
                    <a:pt x="3206" y="3248"/>
                  </a:cubicBezTo>
                  <a:cubicBezTo>
                    <a:pt x="3188" y="3291"/>
                    <a:pt x="3171" y="3343"/>
                    <a:pt x="3163" y="3386"/>
                  </a:cubicBezTo>
                  <a:cubicBezTo>
                    <a:pt x="3145" y="3429"/>
                    <a:pt x="3128" y="3480"/>
                    <a:pt x="3111" y="3523"/>
                  </a:cubicBezTo>
                  <a:cubicBezTo>
                    <a:pt x="3102" y="3601"/>
                    <a:pt x="3085" y="3669"/>
                    <a:pt x="3042" y="3729"/>
                  </a:cubicBezTo>
                  <a:cubicBezTo>
                    <a:pt x="3017" y="3772"/>
                    <a:pt x="2982" y="3824"/>
                    <a:pt x="2974" y="3875"/>
                  </a:cubicBezTo>
                  <a:cubicBezTo>
                    <a:pt x="2965" y="3970"/>
                    <a:pt x="2939" y="4064"/>
                    <a:pt x="2870" y="4133"/>
                  </a:cubicBezTo>
                  <a:cubicBezTo>
                    <a:pt x="2827" y="4176"/>
                    <a:pt x="2776" y="4211"/>
                    <a:pt x="2733" y="4262"/>
                  </a:cubicBezTo>
                  <a:cubicBezTo>
                    <a:pt x="2707" y="4288"/>
                    <a:pt x="2699" y="4322"/>
                    <a:pt x="2681" y="4357"/>
                  </a:cubicBezTo>
                  <a:cubicBezTo>
                    <a:pt x="2664" y="4382"/>
                    <a:pt x="2647" y="4408"/>
                    <a:pt x="2638" y="4425"/>
                  </a:cubicBezTo>
                  <a:cubicBezTo>
                    <a:pt x="2630" y="4442"/>
                    <a:pt x="2613" y="4451"/>
                    <a:pt x="2604" y="4468"/>
                  </a:cubicBezTo>
                  <a:cubicBezTo>
                    <a:pt x="2596" y="4477"/>
                    <a:pt x="2587" y="4477"/>
                    <a:pt x="2587" y="4477"/>
                  </a:cubicBezTo>
                  <a:cubicBezTo>
                    <a:pt x="2570" y="4477"/>
                    <a:pt x="2561" y="4468"/>
                    <a:pt x="2553" y="4468"/>
                  </a:cubicBezTo>
                  <a:cubicBezTo>
                    <a:pt x="2544" y="4468"/>
                    <a:pt x="2527" y="4460"/>
                    <a:pt x="2518" y="4460"/>
                  </a:cubicBezTo>
                  <a:cubicBezTo>
                    <a:pt x="2510" y="4460"/>
                    <a:pt x="2510" y="4460"/>
                    <a:pt x="2501" y="4468"/>
                  </a:cubicBezTo>
                  <a:cubicBezTo>
                    <a:pt x="2492" y="4477"/>
                    <a:pt x="2492" y="4477"/>
                    <a:pt x="2484" y="4477"/>
                  </a:cubicBezTo>
                  <a:cubicBezTo>
                    <a:pt x="2492" y="4494"/>
                    <a:pt x="2501" y="4503"/>
                    <a:pt x="2501" y="4520"/>
                  </a:cubicBezTo>
                  <a:cubicBezTo>
                    <a:pt x="2492" y="4546"/>
                    <a:pt x="2441" y="4554"/>
                    <a:pt x="2407" y="4554"/>
                  </a:cubicBezTo>
                  <a:lnTo>
                    <a:pt x="2398" y="4554"/>
                  </a:lnTo>
                  <a:cubicBezTo>
                    <a:pt x="2346" y="4546"/>
                    <a:pt x="2303" y="4537"/>
                    <a:pt x="2252" y="4528"/>
                  </a:cubicBezTo>
                  <a:lnTo>
                    <a:pt x="2235" y="4528"/>
                  </a:lnTo>
                  <a:cubicBezTo>
                    <a:pt x="2200" y="4528"/>
                    <a:pt x="2183" y="4537"/>
                    <a:pt x="2157" y="4554"/>
                  </a:cubicBezTo>
                  <a:cubicBezTo>
                    <a:pt x="2132" y="4563"/>
                    <a:pt x="2106" y="4580"/>
                    <a:pt x="2089" y="4589"/>
                  </a:cubicBezTo>
                  <a:cubicBezTo>
                    <a:pt x="2054" y="4614"/>
                    <a:pt x="2011" y="4614"/>
                    <a:pt x="1968" y="4631"/>
                  </a:cubicBezTo>
                  <a:cubicBezTo>
                    <a:pt x="1951" y="4640"/>
                    <a:pt x="1934" y="4649"/>
                    <a:pt x="1925" y="4649"/>
                  </a:cubicBezTo>
                  <a:cubicBezTo>
                    <a:pt x="1908" y="4649"/>
                    <a:pt x="1891" y="4640"/>
                    <a:pt x="1865" y="4631"/>
                  </a:cubicBezTo>
                  <a:cubicBezTo>
                    <a:pt x="1822" y="4623"/>
                    <a:pt x="1771" y="4623"/>
                    <a:pt x="1736" y="4606"/>
                  </a:cubicBezTo>
                  <a:cubicBezTo>
                    <a:pt x="1702" y="4597"/>
                    <a:pt x="1685" y="4571"/>
                    <a:pt x="1650" y="4563"/>
                  </a:cubicBezTo>
                  <a:cubicBezTo>
                    <a:pt x="1608" y="4537"/>
                    <a:pt x="1556" y="4520"/>
                    <a:pt x="1504" y="4494"/>
                  </a:cubicBezTo>
                  <a:cubicBezTo>
                    <a:pt x="1496" y="4503"/>
                    <a:pt x="1487" y="4503"/>
                    <a:pt x="1479" y="4503"/>
                  </a:cubicBezTo>
                  <a:cubicBezTo>
                    <a:pt x="1479" y="4503"/>
                    <a:pt x="1470" y="4503"/>
                    <a:pt x="1461" y="4494"/>
                  </a:cubicBezTo>
                  <a:lnTo>
                    <a:pt x="1436" y="4494"/>
                  </a:lnTo>
                  <a:cubicBezTo>
                    <a:pt x="1419" y="4494"/>
                    <a:pt x="1401" y="4494"/>
                    <a:pt x="1384" y="4503"/>
                  </a:cubicBezTo>
                  <a:lnTo>
                    <a:pt x="1341" y="4503"/>
                  </a:lnTo>
                  <a:cubicBezTo>
                    <a:pt x="1315" y="4503"/>
                    <a:pt x="1298" y="4503"/>
                    <a:pt x="1281" y="4485"/>
                  </a:cubicBezTo>
                  <a:lnTo>
                    <a:pt x="1169" y="4485"/>
                  </a:lnTo>
                  <a:cubicBezTo>
                    <a:pt x="1144" y="4485"/>
                    <a:pt x="1126" y="4485"/>
                    <a:pt x="1109" y="4468"/>
                  </a:cubicBezTo>
                  <a:cubicBezTo>
                    <a:pt x="1066" y="4434"/>
                    <a:pt x="1040" y="4408"/>
                    <a:pt x="980" y="4391"/>
                  </a:cubicBezTo>
                  <a:cubicBezTo>
                    <a:pt x="937" y="4382"/>
                    <a:pt x="912" y="4348"/>
                    <a:pt x="877" y="4314"/>
                  </a:cubicBezTo>
                  <a:cubicBezTo>
                    <a:pt x="851" y="4296"/>
                    <a:pt x="766" y="4305"/>
                    <a:pt x="748" y="4279"/>
                  </a:cubicBezTo>
                  <a:cubicBezTo>
                    <a:pt x="731" y="4262"/>
                    <a:pt x="577" y="4159"/>
                    <a:pt x="568" y="4142"/>
                  </a:cubicBezTo>
                  <a:cubicBezTo>
                    <a:pt x="551" y="4116"/>
                    <a:pt x="542" y="4090"/>
                    <a:pt x="525" y="4056"/>
                  </a:cubicBezTo>
                  <a:cubicBezTo>
                    <a:pt x="482" y="4004"/>
                    <a:pt x="430" y="3961"/>
                    <a:pt x="396" y="3910"/>
                  </a:cubicBezTo>
                  <a:cubicBezTo>
                    <a:pt x="353" y="3858"/>
                    <a:pt x="319" y="3815"/>
                    <a:pt x="267" y="3781"/>
                  </a:cubicBezTo>
                  <a:cubicBezTo>
                    <a:pt x="207" y="3729"/>
                    <a:pt x="259" y="3618"/>
                    <a:pt x="207" y="3558"/>
                  </a:cubicBezTo>
                  <a:lnTo>
                    <a:pt x="181" y="3523"/>
                  </a:lnTo>
                  <a:cubicBezTo>
                    <a:pt x="156" y="3506"/>
                    <a:pt x="138" y="3506"/>
                    <a:pt x="113" y="3497"/>
                  </a:cubicBezTo>
                  <a:cubicBezTo>
                    <a:pt x="78" y="3480"/>
                    <a:pt x="78" y="3480"/>
                    <a:pt x="52" y="3454"/>
                  </a:cubicBezTo>
                  <a:cubicBezTo>
                    <a:pt x="35" y="3437"/>
                    <a:pt x="18" y="3420"/>
                    <a:pt x="1" y="3412"/>
                  </a:cubicBezTo>
                  <a:lnTo>
                    <a:pt x="1" y="3412"/>
                  </a:lnTo>
                  <a:cubicBezTo>
                    <a:pt x="10" y="3446"/>
                    <a:pt x="10" y="3472"/>
                    <a:pt x="18" y="3506"/>
                  </a:cubicBezTo>
                  <a:cubicBezTo>
                    <a:pt x="44" y="3618"/>
                    <a:pt x="95" y="3729"/>
                    <a:pt x="181" y="3798"/>
                  </a:cubicBezTo>
                  <a:cubicBezTo>
                    <a:pt x="216" y="3824"/>
                    <a:pt x="241" y="3850"/>
                    <a:pt x="267" y="3893"/>
                  </a:cubicBezTo>
                  <a:cubicBezTo>
                    <a:pt x="302" y="3961"/>
                    <a:pt x="319" y="3987"/>
                    <a:pt x="379" y="4039"/>
                  </a:cubicBezTo>
                  <a:lnTo>
                    <a:pt x="388" y="4039"/>
                  </a:lnTo>
                  <a:cubicBezTo>
                    <a:pt x="482" y="4107"/>
                    <a:pt x="499" y="4228"/>
                    <a:pt x="559" y="4314"/>
                  </a:cubicBezTo>
                  <a:cubicBezTo>
                    <a:pt x="585" y="4348"/>
                    <a:pt x="611" y="4391"/>
                    <a:pt x="645" y="4408"/>
                  </a:cubicBezTo>
                  <a:cubicBezTo>
                    <a:pt x="714" y="4434"/>
                    <a:pt x="783" y="4417"/>
                    <a:pt x="851" y="4460"/>
                  </a:cubicBezTo>
                  <a:cubicBezTo>
                    <a:pt x="894" y="4485"/>
                    <a:pt x="937" y="4520"/>
                    <a:pt x="980" y="4546"/>
                  </a:cubicBezTo>
                  <a:cubicBezTo>
                    <a:pt x="1032" y="4580"/>
                    <a:pt x="1101" y="4623"/>
                    <a:pt x="1144" y="4674"/>
                  </a:cubicBezTo>
                  <a:cubicBezTo>
                    <a:pt x="1152" y="4683"/>
                    <a:pt x="1161" y="4700"/>
                    <a:pt x="1161" y="4709"/>
                  </a:cubicBezTo>
                  <a:cubicBezTo>
                    <a:pt x="1221" y="4786"/>
                    <a:pt x="1272" y="4846"/>
                    <a:pt x="1376" y="4889"/>
                  </a:cubicBezTo>
                  <a:cubicBezTo>
                    <a:pt x="1479" y="4932"/>
                    <a:pt x="1573" y="4958"/>
                    <a:pt x="1676" y="4975"/>
                  </a:cubicBezTo>
                  <a:lnTo>
                    <a:pt x="1702" y="4975"/>
                  </a:lnTo>
                  <a:cubicBezTo>
                    <a:pt x="1745" y="4984"/>
                    <a:pt x="1788" y="4984"/>
                    <a:pt x="1831" y="4992"/>
                  </a:cubicBezTo>
                  <a:cubicBezTo>
                    <a:pt x="1865" y="5001"/>
                    <a:pt x="1900" y="5018"/>
                    <a:pt x="1934" y="5027"/>
                  </a:cubicBezTo>
                  <a:cubicBezTo>
                    <a:pt x="1943" y="5027"/>
                    <a:pt x="1951" y="5035"/>
                    <a:pt x="1968" y="5035"/>
                  </a:cubicBezTo>
                  <a:lnTo>
                    <a:pt x="1994" y="5035"/>
                  </a:lnTo>
                  <a:cubicBezTo>
                    <a:pt x="2028" y="5035"/>
                    <a:pt x="2063" y="5027"/>
                    <a:pt x="2097" y="5027"/>
                  </a:cubicBezTo>
                  <a:lnTo>
                    <a:pt x="2166" y="5027"/>
                  </a:lnTo>
                  <a:cubicBezTo>
                    <a:pt x="2175" y="5027"/>
                    <a:pt x="2192" y="5035"/>
                    <a:pt x="2209" y="5035"/>
                  </a:cubicBezTo>
                  <a:cubicBezTo>
                    <a:pt x="2226" y="5035"/>
                    <a:pt x="2243" y="5027"/>
                    <a:pt x="2260" y="5027"/>
                  </a:cubicBezTo>
                  <a:cubicBezTo>
                    <a:pt x="2295" y="5010"/>
                    <a:pt x="2321" y="4992"/>
                    <a:pt x="2355" y="4967"/>
                  </a:cubicBezTo>
                  <a:cubicBezTo>
                    <a:pt x="2389" y="4941"/>
                    <a:pt x="2424" y="4932"/>
                    <a:pt x="2467" y="4924"/>
                  </a:cubicBezTo>
                  <a:cubicBezTo>
                    <a:pt x="2578" y="4898"/>
                    <a:pt x="2690" y="4889"/>
                    <a:pt x="2802" y="4846"/>
                  </a:cubicBezTo>
                  <a:cubicBezTo>
                    <a:pt x="2810" y="4846"/>
                    <a:pt x="2827" y="4838"/>
                    <a:pt x="2845" y="4829"/>
                  </a:cubicBezTo>
                  <a:cubicBezTo>
                    <a:pt x="2922" y="4803"/>
                    <a:pt x="2999" y="4769"/>
                    <a:pt x="3085" y="4743"/>
                  </a:cubicBezTo>
                  <a:cubicBezTo>
                    <a:pt x="3171" y="4726"/>
                    <a:pt x="3206" y="4640"/>
                    <a:pt x="3266" y="4589"/>
                  </a:cubicBezTo>
                  <a:cubicBezTo>
                    <a:pt x="3266" y="4580"/>
                    <a:pt x="3266" y="4580"/>
                    <a:pt x="3274" y="4580"/>
                  </a:cubicBezTo>
                  <a:cubicBezTo>
                    <a:pt x="3343" y="4520"/>
                    <a:pt x="3386" y="4511"/>
                    <a:pt x="3455" y="4460"/>
                  </a:cubicBezTo>
                  <a:cubicBezTo>
                    <a:pt x="3480" y="4434"/>
                    <a:pt x="3489" y="4434"/>
                    <a:pt x="3506" y="4400"/>
                  </a:cubicBezTo>
                  <a:cubicBezTo>
                    <a:pt x="3523" y="4365"/>
                    <a:pt x="3549" y="4331"/>
                    <a:pt x="3566" y="4296"/>
                  </a:cubicBezTo>
                  <a:cubicBezTo>
                    <a:pt x="3584" y="4253"/>
                    <a:pt x="3635" y="4253"/>
                    <a:pt x="3635" y="4211"/>
                  </a:cubicBezTo>
                  <a:cubicBezTo>
                    <a:pt x="3644" y="4211"/>
                    <a:pt x="3644" y="4202"/>
                    <a:pt x="3644" y="4202"/>
                  </a:cubicBezTo>
                  <a:cubicBezTo>
                    <a:pt x="3644" y="4168"/>
                    <a:pt x="3661" y="4142"/>
                    <a:pt x="3678" y="4099"/>
                  </a:cubicBezTo>
                  <a:cubicBezTo>
                    <a:pt x="3695" y="4039"/>
                    <a:pt x="3712" y="3970"/>
                    <a:pt x="3730" y="3901"/>
                  </a:cubicBezTo>
                  <a:cubicBezTo>
                    <a:pt x="3747" y="3867"/>
                    <a:pt x="3781" y="3815"/>
                    <a:pt x="3807" y="3772"/>
                  </a:cubicBezTo>
                  <a:cubicBezTo>
                    <a:pt x="3858" y="3686"/>
                    <a:pt x="3901" y="3592"/>
                    <a:pt x="3944" y="3506"/>
                  </a:cubicBezTo>
                  <a:cubicBezTo>
                    <a:pt x="4013" y="3360"/>
                    <a:pt x="4159" y="3180"/>
                    <a:pt x="4159" y="3008"/>
                  </a:cubicBezTo>
                  <a:cubicBezTo>
                    <a:pt x="4159" y="2991"/>
                    <a:pt x="4151" y="2973"/>
                    <a:pt x="4151" y="2956"/>
                  </a:cubicBezTo>
                  <a:cubicBezTo>
                    <a:pt x="4151" y="2939"/>
                    <a:pt x="4151" y="2922"/>
                    <a:pt x="4142" y="2905"/>
                  </a:cubicBezTo>
                  <a:cubicBezTo>
                    <a:pt x="4133" y="2802"/>
                    <a:pt x="4116" y="2673"/>
                    <a:pt x="4073" y="2578"/>
                  </a:cubicBezTo>
                  <a:cubicBezTo>
                    <a:pt x="4056" y="2544"/>
                    <a:pt x="4030" y="2509"/>
                    <a:pt x="4022" y="2475"/>
                  </a:cubicBezTo>
                  <a:cubicBezTo>
                    <a:pt x="4022" y="2466"/>
                    <a:pt x="4022" y="2458"/>
                    <a:pt x="4022" y="2458"/>
                  </a:cubicBezTo>
                  <a:cubicBezTo>
                    <a:pt x="4022" y="2449"/>
                    <a:pt x="4022" y="2441"/>
                    <a:pt x="4022" y="2424"/>
                  </a:cubicBezTo>
                  <a:lnTo>
                    <a:pt x="4022" y="2415"/>
                  </a:lnTo>
                  <a:cubicBezTo>
                    <a:pt x="4022" y="2338"/>
                    <a:pt x="4047" y="2252"/>
                    <a:pt x="4056" y="2183"/>
                  </a:cubicBezTo>
                  <a:cubicBezTo>
                    <a:pt x="4073" y="2080"/>
                    <a:pt x="4065" y="2011"/>
                    <a:pt x="4039" y="1908"/>
                  </a:cubicBezTo>
                  <a:cubicBezTo>
                    <a:pt x="4022" y="1831"/>
                    <a:pt x="4030" y="1753"/>
                    <a:pt x="4013" y="1667"/>
                  </a:cubicBezTo>
                  <a:cubicBezTo>
                    <a:pt x="3996" y="1530"/>
                    <a:pt x="3962" y="1367"/>
                    <a:pt x="3876" y="1255"/>
                  </a:cubicBezTo>
                  <a:cubicBezTo>
                    <a:pt x="3841" y="1212"/>
                    <a:pt x="3798" y="1204"/>
                    <a:pt x="3755" y="1169"/>
                  </a:cubicBezTo>
                  <a:cubicBezTo>
                    <a:pt x="3730" y="1152"/>
                    <a:pt x="3695" y="1100"/>
                    <a:pt x="3678" y="1066"/>
                  </a:cubicBezTo>
                  <a:cubicBezTo>
                    <a:pt x="3644" y="1023"/>
                    <a:pt x="3626" y="963"/>
                    <a:pt x="3626" y="911"/>
                  </a:cubicBezTo>
                  <a:cubicBezTo>
                    <a:pt x="3626" y="903"/>
                    <a:pt x="3626" y="894"/>
                    <a:pt x="3626" y="894"/>
                  </a:cubicBezTo>
                  <a:cubicBezTo>
                    <a:pt x="3626" y="860"/>
                    <a:pt x="3635" y="834"/>
                    <a:pt x="3635" y="800"/>
                  </a:cubicBezTo>
                  <a:cubicBezTo>
                    <a:pt x="3635" y="774"/>
                    <a:pt x="3635" y="748"/>
                    <a:pt x="3618" y="731"/>
                  </a:cubicBezTo>
                  <a:cubicBezTo>
                    <a:pt x="3584" y="679"/>
                    <a:pt x="3549" y="654"/>
                    <a:pt x="3523" y="602"/>
                  </a:cubicBezTo>
                  <a:cubicBezTo>
                    <a:pt x="3489" y="533"/>
                    <a:pt x="3463" y="508"/>
                    <a:pt x="3412" y="465"/>
                  </a:cubicBezTo>
                  <a:cubicBezTo>
                    <a:pt x="3317" y="396"/>
                    <a:pt x="3223" y="336"/>
                    <a:pt x="3120" y="276"/>
                  </a:cubicBezTo>
                  <a:cubicBezTo>
                    <a:pt x="3077" y="250"/>
                    <a:pt x="3034" y="258"/>
                    <a:pt x="2974" y="241"/>
                  </a:cubicBezTo>
                  <a:cubicBezTo>
                    <a:pt x="2939" y="224"/>
                    <a:pt x="2870" y="181"/>
                    <a:pt x="2853" y="181"/>
                  </a:cubicBezTo>
                  <a:lnTo>
                    <a:pt x="2810" y="181"/>
                  </a:lnTo>
                  <a:cubicBezTo>
                    <a:pt x="2767" y="181"/>
                    <a:pt x="2733" y="164"/>
                    <a:pt x="2690" y="121"/>
                  </a:cubicBezTo>
                  <a:cubicBezTo>
                    <a:pt x="2656" y="87"/>
                    <a:pt x="2630" y="52"/>
                    <a:pt x="2578" y="44"/>
                  </a:cubicBezTo>
                  <a:cubicBezTo>
                    <a:pt x="2544" y="35"/>
                    <a:pt x="2510" y="35"/>
                    <a:pt x="2467" y="35"/>
                  </a:cubicBezTo>
                  <a:lnTo>
                    <a:pt x="2407" y="35"/>
                  </a:lnTo>
                  <a:cubicBezTo>
                    <a:pt x="2381" y="35"/>
                    <a:pt x="2355" y="27"/>
                    <a:pt x="2329" y="27"/>
                  </a:cubicBezTo>
                  <a:lnTo>
                    <a:pt x="2286" y="27"/>
                  </a:lnTo>
                  <a:lnTo>
                    <a:pt x="2260" y="9"/>
                  </a:lnTo>
                  <a:lnTo>
                    <a:pt x="2243" y="1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61" name="Google Shape;22661;p75"/>
            <p:cNvSpPr/>
            <p:nvPr/>
          </p:nvSpPr>
          <p:spPr>
            <a:xfrm>
              <a:off x="5707825" y="1323600"/>
              <a:ext cx="40625" cy="50275"/>
            </a:xfrm>
            <a:custGeom>
              <a:avLst/>
              <a:gdLst/>
              <a:ahLst/>
              <a:cxnLst/>
              <a:rect l="l" t="t" r="r" b="b"/>
              <a:pathLst>
                <a:path w="1625" h="2011" extrusionOk="0">
                  <a:moveTo>
                    <a:pt x="1186" y="0"/>
                  </a:moveTo>
                  <a:lnTo>
                    <a:pt x="1178" y="34"/>
                  </a:lnTo>
                  <a:lnTo>
                    <a:pt x="1186" y="43"/>
                  </a:lnTo>
                  <a:cubicBezTo>
                    <a:pt x="1195" y="60"/>
                    <a:pt x="1203" y="69"/>
                    <a:pt x="1212" y="77"/>
                  </a:cubicBezTo>
                  <a:cubicBezTo>
                    <a:pt x="1229" y="95"/>
                    <a:pt x="1246" y="112"/>
                    <a:pt x="1272" y="137"/>
                  </a:cubicBezTo>
                  <a:cubicBezTo>
                    <a:pt x="1281" y="146"/>
                    <a:pt x="1289" y="163"/>
                    <a:pt x="1307" y="163"/>
                  </a:cubicBezTo>
                  <a:cubicBezTo>
                    <a:pt x="1324" y="180"/>
                    <a:pt x="1341" y="180"/>
                    <a:pt x="1367" y="189"/>
                  </a:cubicBezTo>
                  <a:cubicBezTo>
                    <a:pt x="1384" y="198"/>
                    <a:pt x="1401" y="206"/>
                    <a:pt x="1418" y="223"/>
                  </a:cubicBezTo>
                  <a:cubicBezTo>
                    <a:pt x="1427" y="241"/>
                    <a:pt x="1435" y="258"/>
                    <a:pt x="1435" y="275"/>
                  </a:cubicBezTo>
                  <a:cubicBezTo>
                    <a:pt x="1435" y="301"/>
                    <a:pt x="1427" y="327"/>
                    <a:pt x="1427" y="352"/>
                  </a:cubicBezTo>
                  <a:cubicBezTo>
                    <a:pt x="1418" y="378"/>
                    <a:pt x="1418" y="395"/>
                    <a:pt x="1418" y="421"/>
                  </a:cubicBezTo>
                  <a:cubicBezTo>
                    <a:pt x="1410" y="473"/>
                    <a:pt x="1401" y="524"/>
                    <a:pt x="1384" y="567"/>
                  </a:cubicBezTo>
                  <a:cubicBezTo>
                    <a:pt x="1375" y="593"/>
                    <a:pt x="1367" y="610"/>
                    <a:pt x="1358" y="636"/>
                  </a:cubicBezTo>
                  <a:cubicBezTo>
                    <a:pt x="1349" y="653"/>
                    <a:pt x="1341" y="670"/>
                    <a:pt x="1332" y="687"/>
                  </a:cubicBezTo>
                  <a:cubicBezTo>
                    <a:pt x="1315" y="730"/>
                    <a:pt x="1289" y="773"/>
                    <a:pt x="1307" y="825"/>
                  </a:cubicBezTo>
                  <a:cubicBezTo>
                    <a:pt x="1315" y="859"/>
                    <a:pt x="1332" y="885"/>
                    <a:pt x="1332" y="928"/>
                  </a:cubicBezTo>
                  <a:lnTo>
                    <a:pt x="1332" y="954"/>
                  </a:lnTo>
                  <a:lnTo>
                    <a:pt x="1341" y="979"/>
                  </a:lnTo>
                  <a:lnTo>
                    <a:pt x="1332" y="1005"/>
                  </a:lnTo>
                  <a:cubicBezTo>
                    <a:pt x="1324" y="1031"/>
                    <a:pt x="1307" y="1048"/>
                    <a:pt x="1298" y="1074"/>
                  </a:cubicBezTo>
                  <a:cubicBezTo>
                    <a:pt x="1298" y="1091"/>
                    <a:pt x="1281" y="1108"/>
                    <a:pt x="1272" y="1117"/>
                  </a:cubicBezTo>
                  <a:lnTo>
                    <a:pt x="1255" y="1134"/>
                  </a:lnTo>
                  <a:lnTo>
                    <a:pt x="1238" y="1151"/>
                  </a:lnTo>
                  <a:cubicBezTo>
                    <a:pt x="1221" y="1186"/>
                    <a:pt x="1212" y="1220"/>
                    <a:pt x="1178" y="1246"/>
                  </a:cubicBezTo>
                  <a:cubicBezTo>
                    <a:pt x="1152" y="1263"/>
                    <a:pt x="1118" y="1263"/>
                    <a:pt x="1083" y="1272"/>
                  </a:cubicBezTo>
                  <a:cubicBezTo>
                    <a:pt x="1040" y="1280"/>
                    <a:pt x="989" y="1315"/>
                    <a:pt x="954" y="1340"/>
                  </a:cubicBezTo>
                  <a:cubicBezTo>
                    <a:pt x="920" y="1357"/>
                    <a:pt x="886" y="1383"/>
                    <a:pt x="868" y="1409"/>
                  </a:cubicBezTo>
                  <a:cubicBezTo>
                    <a:pt x="860" y="1435"/>
                    <a:pt x="860" y="1461"/>
                    <a:pt x="851" y="1486"/>
                  </a:cubicBezTo>
                  <a:cubicBezTo>
                    <a:pt x="843" y="1521"/>
                    <a:pt x="834" y="1555"/>
                    <a:pt x="808" y="1589"/>
                  </a:cubicBezTo>
                  <a:cubicBezTo>
                    <a:pt x="791" y="1615"/>
                    <a:pt x="757" y="1641"/>
                    <a:pt x="722" y="1658"/>
                  </a:cubicBezTo>
                  <a:cubicBezTo>
                    <a:pt x="705" y="1675"/>
                    <a:pt x="671" y="1693"/>
                    <a:pt x="654" y="1710"/>
                  </a:cubicBezTo>
                  <a:cubicBezTo>
                    <a:pt x="636" y="1727"/>
                    <a:pt x="628" y="1727"/>
                    <a:pt x="611" y="1744"/>
                  </a:cubicBezTo>
                  <a:cubicBezTo>
                    <a:pt x="585" y="1753"/>
                    <a:pt x="568" y="1770"/>
                    <a:pt x="542" y="1778"/>
                  </a:cubicBezTo>
                  <a:cubicBezTo>
                    <a:pt x="516" y="1796"/>
                    <a:pt x="482" y="1804"/>
                    <a:pt x="447" y="1813"/>
                  </a:cubicBezTo>
                  <a:cubicBezTo>
                    <a:pt x="422" y="1821"/>
                    <a:pt x="396" y="1830"/>
                    <a:pt x="361" y="1830"/>
                  </a:cubicBezTo>
                  <a:cubicBezTo>
                    <a:pt x="350" y="1830"/>
                    <a:pt x="335" y="1826"/>
                    <a:pt x="321" y="1826"/>
                  </a:cubicBezTo>
                  <a:cubicBezTo>
                    <a:pt x="314" y="1826"/>
                    <a:pt x="307" y="1827"/>
                    <a:pt x="301" y="1830"/>
                  </a:cubicBezTo>
                  <a:cubicBezTo>
                    <a:pt x="276" y="1830"/>
                    <a:pt x="258" y="1839"/>
                    <a:pt x="233" y="1847"/>
                  </a:cubicBezTo>
                  <a:cubicBezTo>
                    <a:pt x="207" y="1856"/>
                    <a:pt x="172" y="1856"/>
                    <a:pt x="147" y="1873"/>
                  </a:cubicBezTo>
                  <a:cubicBezTo>
                    <a:pt x="121" y="1890"/>
                    <a:pt x="95" y="1907"/>
                    <a:pt x="52" y="1916"/>
                  </a:cubicBezTo>
                  <a:lnTo>
                    <a:pt x="9" y="1933"/>
                  </a:lnTo>
                  <a:cubicBezTo>
                    <a:pt x="1" y="1950"/>
                    <a:pt x="9" y="1950"/>
                    <a:pt x="26" y="1967"/>
                  </a:cubicBezTo>
                  <a:cubicBezTo>
                    <a:pt x="44" y="1985"/>
                    <a:pt x="61" y="1993"/>
                    <a:pt x="87" y="2002"/>
                  </a:cubicBezTo>
                  <a:cubicBezTo>
                    <a:pt x="93" y="2005"/>
                    <a:pt x="100" y="2007"/>
                    <a:pt x="107" y="2007"/>
                  </a:cubicBezTo>
                  <a:cubicBezTo>
                    <a:pt x="134" y="2007"/>
                    <a:pt x="160" y="1983"/>
                    <a:pt x="181" y="1976"/>
                  </a:cubicBezTo>
                  <a:cubicBezTo>
                    <a:pt x="202" y="1965"/>
                    <a:pt x="230" y="1958"/>
                    <a:pt x="256" y="1958"/>
                  </a:cubicBezTo>
                  <a:cubicBezTo>
                    <a:pt x="273" y="1958"/>
                    <a:pt x="288" y="1961"/>
                    <a:pt x="301" y="1967"/>
                  </a:cubicBezTo>
                  <a:lnTo>
                    <a:pt x="327" y="1985"/>
                  </a:lnTo>
                  <a:lnTo>
                    <a:pt x="361" y="1985"/>
                  </a:lnTo>
                  <a:cubicBezTo>
                    <a:pt x="383" y="1989"/>
                    <a:pt x="404" y="1989"/>
                    <a:pt x="426" y="1989"/>
                  </a:cubicBezTo>
                  <a:cubicBezTo>
                    <a:pt x="447" y="1989"/>
                    <a:pt x="469" y="1989"/>
                    <a:pt x="490" y="1993"/>
                  </a:cubicBezTo>
                  <a:cubicBezTo>
                    <a:pt x="516" y="2002"/>
                    <a:pt x="542" y="2002"/>
                    <a:pt x="576" y="2002"/>
                  </a:cubicBezTo>
                  <a:cubicBezTo>
                    <a:pt x="585" y="2010"/>
                    <a:pt x="593" y="2010"/>
                    <a:pt x="611" y="2010"/>
                  </a:cubicBezTo>
                  <a:cubicBezTo>
                    <a:pt x="654" y="2010"/>
                    <a:pt x="671" y="2002"/>
                    <a:pt x="697" y="1993"/>
                  </a:cubicBezTo>
                  <a:cubicBezTo>
                    <a:pt x="722" y="1985"/>
                    <a:pt x="757" y="1985"/>
                    <a:pt x="774" y="1967"/>
                  </a:cubicBezTo>
                  <a:lnTo>
                    <a:pt x="791" y="1942"/>
                  </a:lnTo>
                  <a:cubicBezTo>
                    <a:pt x="800" y="1937"/>
                    <a:pt x="813" y="1937"/>
                    <a:pt x="825" y="1937"/>
                  </a:cubicBezTo>
                  <a:cubicBezTo>
                    <a:pt x="838" y="1937"/>
                    <a:pt x="851" y="1937"/>
                    <a:pt x="860" y="1933"/>
                  </a:cubicBezTo>
                  <a:cubicBezTo>
                    <a:pt x="886" y="1925"/>
                    <a:pt x="928" y="1925"/>
                    <a:pt x="954" y="1916"/>
                  </a:cubicBezTo>
                  <a:cubicBezTo>
                    <a:pt x="980" y="1907"/>
                    <a:pt x="997" y="1882"/>
                    <a:pt x="1023" y="1882"/>
                  </a:cubicBezTo>
                  <a:cubicBezTo>
                    <a:pt x="1040" y="1873"/>
                    <a:pt x="1049" y="1882"/>
                    <a:pt x="1066" y="1864"/>
                  </a:cubicBezTo>
                  <a:lnTo>
                    <a:pt x="1075" y="1856"/>
                  </a:lnTo>
                  <a:cubicBezTo>
                    <a:pt x="1092" y="1839"/>
                    <a:pt x="1109" y="1830"/>
                    <a:pt x="1126" y="1813"/>
                  </a:cubicBezTo>
                  <a:cubicBezTo>
                    <a:pt x="1160" y="1787"/>
                    <a:pt x="1169" y="1744"/>
                    <a:pt x="1203" y="1710"/>
                  </a:cubicBezTo>
                  <a:lnTo>
                    <a:pt x="1221" y="1701"/>
                  </a:lnTo>
                  <a:lnTo>
                    <a:pt x="1238" y="1675"/>
                  </a:lnTo>
                  <a:cubicBezTo>
                    <a:pt x="1255" y="1650"/>
                    <a:pt x="1281" y="1632"/>
                    <a:pt x="1298" y="1615"/>
                  </a:cubicBezTo>
                  <a:cubicBezTo>
                    <a:pt x="1332" y="1589"/>
                    <a:pt x="1367" y="1555"/>
                    <a:pt x="1410" y="1538"/>
                  </a:cubicBezTo>
                  <a:cubicBezTo>
                    <a:pt x="1427" y="1529"/>
                    <a:pt x="1444" y="1521"/>
                    <a:pt x="1470" y="1521"/>
                  </a:cubicBezTo>
                  <a:cubicBezTo>
                    <a:pt x="1487" y="1512"/>
                    <a:pt x="1496" y="1512"/>
                    <a:pt x="1521" y="1504"/>
                  </a:cubicBezTo>
                  <a:cubicBezTo>
                    <a:pt x="1547" y="1486"/>
                    <a:pt x="1547" y="1469"/>
                    <a:pt x="1564" y="1443"/>
                  </a:cubicBezTo>
                  <a:cubicBezTo>
                    <a:pt x="1581" y="1418"/>
                    <a:pt x="1590" y="1375"/>
                    <a:pt x="1590" y="1332"/>
                  </a:cubicBezTo>
                  <a:cubicBezTo>
                    <a:pt x="1581" y="1306"/>
                    <a:pt x="1573" y="1280"/>
                    <a:pt x="1573" y="1254"/>
                  </a:cubicBezTo>
                  <a:cubicBezTo>
                    <a:pt x="1573" y="1237"/>
                    <a:pt x="1573" y="1229"/>
                    <a:pt x="1581" y="1211"/>
                  </a:cubicBezTo>
                  <a:cubicBezTo>
                    <a:pt x="1590" y="1177"/>
                    <a:pt x="1599" y="1151"/>
                    <a:pt x="1616" y="1117"/>
                  </a:cubicBezTo>
                  <a:cubicBezTo>
                    <a:pt x="1624" y="1091"/>
                    <a:pt x="1624" y="1057"/>
                    <a:pt x="1624" y="1022"/>
                  </a:cubicBezTo>
                  <a:cubicBezTo>
                    <a:pt x="1624" y="997"/>
                    <a:pt x="1607" y="962"/>
                    <a:pt x="1607" y="928"/>
                  </a:cubicBezTo>
                  <a:cubicBezTo>
                    <a:pt x="1607" y="885"/>
                    <a:pt x="1624" y="833"/>
                    <a:pt x="1607" y="790"/>
                  </a:cubicBezTo>
                  <a:cubicBezTo>
                    <a:pt x="1599" y="765"/>
                    <a:pt x="1581" y="739"/>
                    <a:pt x="1573" y="705"/>
                  </a:cubicBezTo>
                  <a:cubicBezTo>
                    <a:pt x="1564" y="679"/>
                    <a:pt x="1573" y="662"/>
                    <a:pt x="1573" y="636"/>
                  </a:cubicBezTo>
                  <a:cubicBezTo>
                    <a:pt x="1581" y="619"/>
                    <a:pt x="1573" y="593"/>
                    <a:pt x="1581" y="576"/>
                  </a:cubicBezTo>
                  <a:cubicBezTo>
                    <a:pt x="1590" y="550"/>
                    <a:pt x="1590" y="541"/>
                    <a:pt x="1590" y="516"/>
                  </a:cubicBezTo>
                  <a:cubicBezTo>
                    <a:pt x="1599" y="498"/>
                    <a:pt x="1607" y="481"/>
                    <a:pt x="1607" y="455"/>
                  </a:cubicBezTo>
                  <a:cubicBezTo>
                    <a:pt x="1607" y="438"/>
                    <a:pt x="1607" y="412"/>
                    <a:pt x="1599" y="387"/>
                  </a:cubicBezTo>
                  <a:lnTo>
                    <a:pt x="1590" y="369"/>
                  </a:lnTo>
                  <a:lnTo>
                    <a:pt x="1573" y="352"/>
                  </a:lnTo>
                  <a:cubicBezTo>
                    <a:pt x="1564" y="335"/>
                    <a:pt x="1564" y="309"/>
                    <a:pt x="1556" y="284"/>
                  </a:cubicBezTo>
                  <a:cubicBezTo>
                    <a:pt x="1547" y="258"/>
                    <a:pt x="1538" y="232"/>
                    <a:pt x="1521" y="206"/>
                  </a:cubicBezTo>
                  <a:cubicBezTo>
                    <a:pt x="1504" y="189"/>
                    <a:pt x="1496" y="163"/>
                    <a:pt x="1478" y="146"/>
                  </a:cubicBezTo>
                  <a:lnTo>
                    <a:pt x="1444" y="120"/>
                  </a:lnTo>
                  <a:cubicBezTo>
                    <a:pt x="1427" y="112"/>
                    <a:pt x="1418" y="95"/>
                    <a:pt x="1401" y="86"/>
                  </a:cubicBezTo>
                  <a:cubicBezTo>
                    <a:pt x="1375" y="77"/>
                    <a:pt x="1349" y="69"/>
                    <a:pt x="1324" y="60"/>
                  </a:cubicBezTo>
                  <a:cubicBezTo>
                    <a:pt x="1307" y="52"/>
                    <a:pt x="1289" y="43"/>
                    <a:pt x="1272" y="43"/>
                  </a:cubicBezTo>
                  <a:lnTo>
                    <a:pt x="1229" y="43"/>
                  </a:lnTo>
                  <a:cubicBezTo>
                    <a:pt x="1212" y="34"/>
                    <a:pt x="1186" y="34"/>
                    <a:pt x="1186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62" name="Google Shape;22662;p75"/>
            <p:cNvSpPr/>
            <p:nvPr/>
          </p:nvSpPr>
          <p:spPr>
            <a:xfrm>
              <a:off x="5658650" y="1271150"/>
              <a:ext cx="83775" cy="97775"/>
            </a:xfrm>
            <a:custGeom>
              <a:avLst/>
              <a:gdLst/>
              <a:ahLst/>
              <a:cxnLst/>
              <a:rect l="l" t="t" r="r" b="b"/>
              <a:pathLst>
                <a:path w="3351" h="3911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03" y="3602"/>
                    <a:pt x="146" y="3687"/>
                    <a:pt x="215" y="3756"/>
                  </a:cubicBezTo>
                  <a:cubicBezTo>
                    <a:pt x="267" y="3799"/>
                    <a:pt x="318" y="3868"/>
                    <a:pt x="370" y="3911"/>
                  </a:cubicBezTo>
                  <a:cubicBezTo>
                    <a:pt x="361" y="3885"/>
                    <a:pt x="352" y="3833"/>
                    <a:pt x="361" y="3816"/>
                  </a:cubicBezTo>
                  <a:cubicBezTo>
                    <a:pt x="370" y="3773"/>
                    <a:pt x="335" y="3748"/>
                    <a:pt x="335" y="3713"/>
                  </a:cubicBezTo>
                  <a:cubicBezTo>
                    <a:pt x="344" y="3679"/>
                    <a:pt x="232" y="3533"/>
                    <a:pt x="224" y="3370"/>
                  </a:cubicBezTo>
                  <a:cubicBezTo>
                    <a:pt x="206" y="3198"/>
                    <a:pt x="292" y="3146"/>
                    <a:pt x="292" y="3052"/>
                  </a:cubicBezTo>
                  <a:cubicBezTo>
                    <a:pt x="284" y="2992"/>
                    <a:pt x="267" y="2914"/>
                    <a:pt x="249" y="2863"/>
                  </a:cubicBezTo>
                  <a:cubicBezTo>
                    <a:pt x="232" y="2811"/>
                    <a:pt x="232" y="2768"/>
                    <a:pt x="249" y="2734"/>
                  </a:cubicBezTo>
                  <a:cubicBezTo>
                    <a:pt x="267" y="2699"/>
                    <a:pt x="284" y="2665"/>
                    <a:pt x="309" y="2631"/>
                  </a:cubicBezTo>
                  <a:cubicBezTo>
                    <a:pt x="344" y="2588"/>
                    <a:pt x="352" y="2553"/>
                    <a:pt x="352" y="2502"/>
                  </a:cubicBezTo>
                  <a:cubicBezTo>
                    <a:pt x="352" y="2416"/>
                    <a:pt x="309" y="2347"/>
                    <a:pt x="309" y="2270"/>
                  </a:cubicBezTo>
                  <a:cubicBezTo>
                    <a:pt x="309" y="2210"/>
                    <a:pt x="318" y="2150"/>
                    <a:pt x="309" y="2089"/>
                  </a:cubicBezTo>
                  <a:cubicBezTo>
                    <a:pt x="301" y="2029"/>
                    <a:pt x="335" y="2004"/>
                    <a:pt x="344" y="1952"/>
                  </a:cubicBezTo>
                  <a:cubicBezTo>
                    <a:pt x="352" y="1900"/>
                    <a:pt x="344" y="1849"/>
                    <a:pt x="361" y="1797"/>
                  </a:cubicBezTo>
                  <a:cubicBezTo>
                    <a:pt x="387" y="1746"/>
                    <a:pt x="430" y="1746"/>
                    <a:pt x="464" y="1703"/>
                  </a:cubicBezTo>
                  <a:cubicBezTo>
                    <a:pt x="498" y="1651"/>
                    <a:pt x="507" y="1617"/>
                    <a:pt x="559" y="1600"/>
                  </a:cubicBezTo>
                  <a:cubicBezTo>
                    <a:pt x="575" y="1594"/>
                    <a:pt x="590" y="1592"/>
                    <a:pt x="605" y="1592"/>
                  </a:cubicBezTo>
                  <a:cubicBezTo>
                    <a:pt x="638" y="1592"/>
                    <a:pt x="672" y="1602"/>
                    <a:pt x="713" y="1608"/>
                  </a:cubicBezTo>
                  <a:cubicBezTo>
                    <a:pt x="748" y="1617"/>
                    <a:pt x="773" y="1626"/>
                    <a:pt x="808" y="1634"/>
                  </a:cubicBezTo>
                  <a:cubicBezTo>
                    <a:pt x="832" y="1646"/>
                    <a:pt x="841" y="1652"/>
                    <a:pt x="845" y="1652"/>
                  </a:cubicBezTo>
                  <a:cubicBezTo>
                    <a:pt x="851" y="1652"/>
                    <a:pt x="850" y="1644"/>
                    <a:pt x="859" y="1626"/>
                  </a:cubicBezTo>
                  <a:cubicBezTo>
                    <a:pt x="919" y="1514"/>
                    <a:pt x="877" y="1368"/>
                    <a:pt x="885" y="1247"/>
                  </a:cubicBezTo>
                  <a:cubicBezTo>
                    <a:pt x="885" y="1213"/>
                    <a:pt x="885" y="1179"/>
                    <a:pt x="885" y="1144"/>
                  </a:cubicBezTo>
                  <a:cubicBezTo>
                    <a:pt x="885" y="1119"/>
                    <a:pt x="877" y="1119"/>
                    <a:pt x="894" y="1093"/>
                  </a:cubicBezTo>
                  <a:cubicBezTo>
                    <a:pt x="937" y="1033"/>
                    <a:pt x="988" y="1016"/>
                    <a:pt x="1048" y="990"/>
                  </a:cubicBezTo>
                  <a:cubicBezTo>
                    <a:pt x="1117" y="964"/>
                    <a:pt x="1143" y="955"/>
                    <a:pt x="1177" y="878"/>
                  </a:cubicBezTo>
                  <a:cubicBezTo>
                    <a:pt x="1212" y="792"/>
                    <a:pt x="1289" y="758"/>
                    <a:pt x="1366" y="706"/>
                  </a:cubicBezTo>
                  <a:cubicBezTo>
                    <a:pt x="1418" y="680"/>
                    <a:pt x="1478" y="655"/>
                    <a:pt x="1529" y="637"/>
                  </a:cubicBezTo>
                  <a:cubicBezTo>
                    <a:pt x="1572" y="620"/>
                    <a:pt x="1598" y="612"/>
                    <a:pt x="1633" y="577"/>
                  </a:cubicBezTo>
                  <a:cubicBezTo>
                    <a:pt x="1650" y="560"/>
                    <a:pt x="1658" y="543"/>
                    <a:pt x="1676" y="526"/>
                  </a:cubicBezTo>
                  <a:cubicBezTo>
                    <a:pt x="1700" y="508"/>
                    <a:pt x="1734" y="502"/>
                    <a:pt x="1770" y="502"/>
                  </a:cubicBezTo>
                  <a:cubicBezTo>
                    <a:pt x="1823" y="502"/>
                    <a:pt x="1880" y="516"/>
                    <a:pt x="1916" y="526"/>
                  </a:cubicBezTo>
                  <a:cubicBezTo>
                    <a:pt x="1934" y="531"/>
                    <a:pt x="1950" y="534"/>
                    <a:pt x="1965" y="534"/>
                  </a:cubicBezTo>
                  <a:cubicBezTo>
                    <a:pt x="1998" y="534"/>
                    <a:pt x="2024" y="519"/>
                    <a:pt x="2054" y="483"/>
                  </a:cubicBezTo>
                  <a:cubicBezTo>
                    <a:pt x="2062" y="466"/>
                    <a:pt x="2079" y="448"/>
                    <a:pt x="2088" y="431"/>
                  </a:cubicBezTo>
                  <a:cubicBezTo>
                    <a:pt x="2114" y="397"/>
                    <a:pt x="2131" y="371"/>
                    <a:pt x="2157" y="345"/>
                  </a:cubicBezTo>
                  <a:cubicBezTo>
                    <a:pt x="2208" y="294"/>
                    <a:pt x="2243" y="268"/>
                    <a:pt x="2311" y="251"/>
                  </a:cubicBezTo>
                  <a:cubicBezTo>
                    <a:pt x="2381" y="225"/>
                    <a:pt x="2432" y="195"/>
                    <a:pt x="2493" y="195"/>
                  </a:cubicBezTo>
                  <a:cubicBezTo>
                    <a:pt x="2514" y="195"/>
                    <a:pt x="2536" y="199"/>
                    <a:pt x="2560" y="208"/>
                  </a:cubicBezTo>
                  <a:cubicBezTo>
                    <a:pt x="2664" y="242"/>
                    <a:pt x="2758" y="285"/>
                    <a:pt x="2861" y="320"/>
                  </a:cubicBezTo>
                  <a:cubicBezTo>
                    <a:pt x="2904" y="337"/>
                    <a:pt x="2938" y="363"/>
                    <a:pt x="2981" y="371"/>
                  </a:cubicBezTo>
                  <a:cubicBezTo>
                    <a:pt x="3033" y="388"/>
                    <a:pt x="3067" y="406"/>
                    <a:pt x="3110" y="423"/>
                  </a:cubicBezTo>
                  <a:cubicBezTo>
                    <a:pt x="3148" y="444"/>
                    <a:pt x="3190" y="466"/>
                    <a:pt x="3230" y="466"/>
                  </a:cubicBezTo>
                  <a:cubicBezTo>
                    <a:pt x="3254" y="466"/>
                    <a:pt x="3277" y="459"/>
                    <a:pt x="3299" y="440"/>
                  </a:cubicBezTo>
                  <a:cubicBezTo>
                    <a:pt x="3316" y="423"/>
                    <a:pt x="3342" y="406"/>
                    <a:pt x="3351" y="380"/>
                  </a:cubicBezTo>
                  <a:cubicBezTo>
                    <a:pt x="3299" y="345"/>
                    <a:pt x="3248" y="311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595" y="36"/>
                    <a:pt x="2535" y="36"/>
                    <a:pt x="2475" y="36"/>
                  </a:cubicBez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63" name="Google Shape;22663;p75"/>
            <p:cNvSpPr/>
            <p:nvPr/>
          </p:nvSpPr>
          <p:spPr>
            <a:xfrm>
              <a:off x="5700100" y="1318450"/>
              <a:ext cx="44900" cy="53800"/>
            </a:xfrm>
            <a:custGeom>
              <a:avLst/>
              <a:gdLst/>
              <a:ahLst/>
              <a:cxnLst/>
              <a:rect l="l" t="t" r="r" b="b"/>
              <a:pathLst>
                <a:path w="1796" h="2152" extrusionOk="0">
                  <a:moveTo>
                    <a:pt x="1227" y="0"/>
                  </a:moveTo>
                  <a:cubicBezTo>
                    <a:pt x="1191" y="0"/>
                    <a:pt x="1180" y="104"/>
                    <a:pt x="1195" y="112"/>
                  </a:cubicBezTo>
                  <a:lnTo>
                    <a:pt x="1220" y="146"/>
                  </a:lnTo>
                  <a:cubicBezTo>
                    <a:pt x="1237" y="172"/>
                    <a:pt x="1272" y="197"/>
                    <a:pt x="1298" y="223"/>
                  </a:cubicBezTo>
                  <a:cubicBezTo>
                    <a:pt x="1341" y="258"/>
                    <a:pt x="1366" y="301"/>
                    <a:pt x="1401" y="335"/>
                  </a:cubicBezTo>
                  <a:cubicBezTo>
                    <a:pt x="1427" y="361"/>
                    <a:pt x="1435" y="369"/>
                    <a:pt x="1444" y="404"/>
                  </a:cubicBezTo>
                  <a:cubicBezTo>
                    <a:pt x="1452" y="421"/>
                    <a:pt x="1461" y="447"/>
                    <a:pt x="1461" y="464"/>
                  </a:cubicBezTo>
                  <a:cubicBezTo>
                    <a:pt x="1461" y="481"/>
                    <a:pt x="1461" y="490"/>
                    <a:pt x="1461" y="507"/>
                  </a:cubicBezTo>
                  <a:cubicBezTo>
                    <a:pt x="1478" y="558"/>
                    <a:pt x="1495" y="618"/>
                    <a:pt x="1495" y="670"/>
                  </a:cubicBezTo>
                  <a:cubicBezTo>
                    <a:pt x="1504" y="756"/>
                    <a:pt x="1495" y="842"/>
                    <a:pt x="1495" y="919"/>
                  </a:cubicBezTo>
                  <a:cubicBezTo>
                    <a:pt x="1495" y="971"/>
                    <a:pt x="1478" y="1014"/>
                    <a:pt x="1461" y="1065"/>
                  </a:cubicBezTo>
                  <a:cubicBezTo>
                    <a:pt x="1452" y="1100"/>
                    <a:pt x="1435" y="1125"/>
                    <a:pt x="1409" y="1151"/>
                  </a:cubicBezTo>
                  <a:cubicBezTo>
                    <a:pt x="1375" y="1194"/>
                    <a:pt x="1384" y="1246"/>
                    <a:pt x="1349" y="1289"/>
                  </a:cubicBezTo>
                  <a:cubicBezTo>
                    <a:pt x="1315" y="1332"/>
                    <a:pt x="1255" y="1374"/>
                    <a:pt x="1203" y="1392"/>
                  </a:cubicBezTo>
                  <a:cubicBezTo>
                    <a:pt x="1186" y="1400"/>
                    <a:pt x="1160" y="1400"/>
                    <a:pt x="1152" y="1409"/>
                  </a:cubicBezTo>
                  <a:lnTo>
                    <a:pt x="1143" y="1452"/>
                  </a:lnTo>
                  <a:cubicBezTo>
                    <a:pt x="1134" y="1503"/>
                    <a:pt x="1091" y="1546"/>
                    <a:pt x="1057" y="1589"/>
                  </a:cubicBezTo>
                  <a:cubicBezTo>
                    <a:pt x="1040" y="1606"/>
                    <a:pt x="1031" y="1632"/>
                    <a:pt x="1014" y="1649"/>
                  </a:cubicBezTo>
                  <a:cubicBezTo>
                    <a:pt x="1006" y="1667"/>
                    <a:pt x="997" y="1701"/>
                    <a:pt x="980" y="1718"/>
                  </a:cubicBezTo>
                  <a:cubicBezTo>
                    <a:pt x="954" y="1744"/>
                    <a:pt x="920" y="1761"/>
                    <a:pt x="877" y="1761"/>
                  </a:cubicBezTo>
                  <a:cubicBezTo>
                    <a:pt x="842" y="1761"/>
                    <a:pt x="799" y="1770"/>
                    <a:pt x="782" y="1795"/>
                  </a:cubicBezTo>
                  <a:cubicBezTo>
                    <a:pt x="765" y="1813"/>
                    <a:pt x="765" y="1838"/>
                    <a:pt x="756" y="1864"/>
                  </a:cubicBezTo>
                  <a:cubicBezTo>
                    <a:pt x="748" y="1873"/>
                    <a:pt x="739" y="1890"/>
                    <a:pt x="731" y="1899"/>
                  </a:cubicBezTo>
                  <a:cubicBezTo>
                    <a:pt x="705" y="1924"/>
                    <a:pt x="705" y="1933"/>
                    <a:pt x="670" y="1941"/>
                  </a:cubicBezTo>
                  <a:cubicBezTo>
                    <a:pt x="628" y="1950"/>
                    <a:pt x="593" y="1950"/>
                    <a:pt x="559" y="1959"/>
                  </a:cubicBezTo>
                  <a:cubicBezTo>
                    <a:pt x="499" y="1976"/>
                    <a:pt x="447" y="1984"/>
                    <a:pt x="387" y="1993"/>
                  </a:cubicBezTo>
                  <a:cubicBezTo>
                    <a:pt x="344" y="1993"/>
                    <a:pt x="310" y="1993"/>
                    <a:pt x="267" y="2002"/>
                  </a:cubicBezTo>
                  <a:cubicBezTo>
                    <a:pt x="232" y="2010"/>
                    <a:pt x="207" y="2019"/>
                    <a:pt x="172" y="2019"/>
                  </a:cubicBezTo>
                  <a:cubicBezTo>
                    <a:pt x="146" y="2010"/>
                    <a:pt x="129" y="2002"/>
                    <a:pt x="103" y="1993"/>
                  </a:cubicBezTo>
                  <a:cubicBezTo>
                    <a:pt x="86" y="1993"/>
                    <a:pt x="69" y="1993"/>
                    <a:pt x="52" y="1984"/>
                  </a:cubicBezTo>
                  <a:cubicBezTo>
                    <a:pt x="9" y="1984"/>
                    <a:pt x="0" y="2019"/>
                    <a:pt x="9" y="2036"/>
                  </a:cubicBezTo>
                  <a:cubicBezTo>
                    <a:pt x="18" y="2045"/>
                    <a:pt x="43" y="2070"/>
                    <a:pt x="60" y="2070"/>
                  </a:cubicBezTo>
                  <a:cubicBezTo>
                    <a:pt x="69" y="2079"/>
                    <a:pt x="86" y="2079"/>
                    <a:pt x="103" y="2088"/>
                  </a:cubicBezTo>
                  <a:lnTo>
                    <a:pt x="112" y="2096"/>
                  </a:lnTo>
                  <a:lnTo>
                    <a:pt x="146" y="2105"/>
                  </a:lnTo>
                  <a:lnTo>
                    <a:pt x="189" y="2122"/>
                  </a:lnTo>
                  <a:cubicBezTo>
                    <a:pt x="207" y="2131"/>
                    <a:pt x="232" y="2131"/>
                    <a:pt x="249" y="2139"/>
                  </a:cubicBezTo>
                  <a:cubicBezTo>
                    <a:pt x="267" y="2139"/>
                    <a:pt x="284" y="2148"/>
                    <a:pt x="301" y="2148"/>
                  </a:cubicBezTo>
                  <a:cubicBezTo>
                    <a:pt x="313" y="2150"/>
                    <a:pt x="325" y="2151"/>
                    <a:pt x="337" y="2151"/>
                  </a:cubicBezTo>
                  <a:cubicBezTo>
                    <a:pt x="370" y="2151"/>
                    <a:pt x="405" y="2143"/>
                    <a:pt x="430" y="2131"/>
                  </a:cubicBezTo>
                  <a:cubicBezTo>
                    <a:pt x="447" y="2113"/>
                    <a:pt x="456" y="2105"/>
                    <a:pt x="481" y="2096"/>
                  </a:cubicBezTo>
                  <a:cubicBezTo>
                    <a:pt x="516" y="2088"/>
                    <a:pt x="559" y="2079"/>
                    <a:pt x="593" y="2079"/>
                  </a:cubicBezTo>
                  <a:cubicBezTo>
                    <a:pt x="701" y="2079"/>
                    <a:pt x="798" y="2126"/>
                    <a:pt x="897" y="2126"/>
                  </a:cubicBezTo>
                  <a:cubicBezTo>
                    <a:pt x="924" y="2126"/>
                    <a:pt x="952" y="2123"/>
                    <a:pt x="980" y="2113"/>
                  </a:cubicBezTo>
                  <a:cubicBezTo>
                    <a:pt x="1014" y="2105"/>
                    <a:pt x="1023" y="2088"/>
                    <a:pt x="1048" y="2070"/>
                  </a:cubicBezTo>
                  <a:cubicBezTo>
                    <a:pt x="1074" y="2053"/>
                    <a:pt x="1091" y="2027"/>
                    <a:pt x="1109" y="2010"/>
                  </a:cubicBezTo>
                  <a:cubicBezTo>
                    <a:pt x="1143" y="1950"/>
                    <a:pt x="1177" y="1890"/>
                    <a:pt x="1203" y="1821"/>
                  </a:cubicBezTo>
                  <a:cubicBezTo>
                    <a:pt x="1220" y="1770"/>
                    <a:pt x="1246" y="1710"/>
                    <a:pt x="1272" y="1658"/>
                  </a:cubicBezTo>
                  <a:cubicBezTo>
                    <a:pt x="1298" y="1624"/>
                    <a:pt x="1323" y="1598"/>
                    <a:pt x="1375" y="1581"/>
                  </a:cubicBezTo>
                  <a:cubicBezTo>
                    <a:pt x="1427" y="1563"/>
                    <a:pt x="1469" y="1546"/>
                    <a:pt x="1512" y="1529"/>
                  </a:cubicBezTo>
                  <a:cubicBezTo>
                    <a:pt x="1573" y="1495"/>
                    <a:pt x="1624" y="1486"/>
                    <a:pt x="1650" y="1435"/>
                  </a:cubicBezTo>
                  <a:cubicBezTo>
                    <a:pt x="1684" y="1383"/>
                    <a:pt x="1684" y="1332"/>
                    <a:pt x="1693" y="1280"/>
                  </a:cubicBezTo>
                  <a:cubicBezTo>
                    <a:pt x="1710" y="1211"/>
                    <a:pt x="1744" y="1160"/>
                    <a:pt x="1744" y="1091"/>
                  </a:cubicBezTo>
                  <a:cubicBezTo>
                    <a:pt x="1736" y="1057"/>
                    <a:pt x="1736" y="1022"/>
                    <a:pt x="1727" y="988"/>
                  </a:cubicBezTo>
                  <a:cubicBezTo>
                    <a:pt x="1727" y="945"/>
                    <a:pt x="1701" y="902"/>
                    <a:pt x="1710" y="850"/>
                  </a:cubicBezTo>
                  <a:cubicBezTo>
                    <a:pt x="1710" y="833"/>
                    <a:pt x="1710" y="807"/>
                    <a:pt x="1719" y="799"/>
                  </a:cubicBezTo>
                  <a:lnTo>
                    <a:pt x="1727" y="782"/>
                  </a:lnTo>
                  <a:cubicBezTo>
                    <a:pt x="1744" y="756"/>
                    <a:pt x="1753" y="730"/>
                    <a:pt x="1762" y="696"/>
                  </a:cubicBezTo>
                  <a:cubicBezTo>
                    <a:pt x="1762" y="661"/>
                    <a:pt x="1779" y="636"/>
                    <a:pt x="1787" y="601"/>
                  </a:cubicBezTo>
                  <a:cubicBezTo>
                    <a:pt x="1796" y="567"/>
                    <a:pt x="1787" y="524"/>
                    <a:pt x="1779" y="498"/>
                  </a:cubicBezTo>
                  <a:cubicBezTo>
                    <a:pt x="1770" y="464"/>
                    <a:pt x="1753" y="438"/>
                    <a:pt x="1727" y="412"/>
                  </a:cubicBezTo>
                  <a:cubicBezTo>
                    <a:pt x="1693" y="386"/>
                    <a:pt x="1658" y="369"/>
                    <a:pt x="1633" y="343"/>
                  </a:cubicBezTo>
                  <a:cubicBezTo>
                    <a:pt x="1607" y="318"/>
                    <a:pt x="1590" y="292"/>
                    <a:pt x="1564" y="275"/>
                  </a:cubicBezTo>
                  <a:cubicBezTo>
                    <a:pt x="1521" y="249"/>
                    <a:pt x="1504" y="206"/>
                    <a:pt x="1469" y="180"/>
                  </a:cubicBezTo>
                  <a:cubicBezTo>
                    <a:pt x="1427" y="154"/>
                    <a:pt x="1384" y="137"/>
                    <a:pt x="1349" y="112"/>
                  </a:cubicBezTo>
                  <a:cubicBezTo>
                    <a:pt x="1306" y="86"/>
                    <a:pt x="1280" y="43"/>
                    <a:pt x="1246" y="8"/>
                  </a:cubicBezTo>
                  <a:cubicBezTo>
                    <a:pt x="1239" y="3"/>
                    <a:pt x="1233" y="0"/>
                    <a:pt x="122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64" name="Google Shape;22664;p75"/>
            <p:cNvSpPr/>
            <p:nvPr/>
          </p:nvSpPr>
          <p:spPr>
            <a:xfrm>
              <a:off x="5687200" y="1294325"/>
              <a:ext cx="60175" cy="26700"/>
            </a:xfrm>
            <a:custGeom>
              <a:avLst/>
              <a:gdLst/>
              <a:ahLst/>
              <a:cxnLst/>
              <a:rect l="l" t="t" r="r" b="b"/>
              <a:pathLst>
                <a:path w="2407" h="1068" extrusionOk="0">
                  <a:moveTo>
                    <a:pt x="1155" y="1"/>
                  </a:moveTo>
                  <a:cubicBezTo>
                    <a:pt x="1125" y="1"/>
                    <a:pt x="1096" y="21"/>
                    <a:pt x="1066" y="28"/>
                  </a:cubicBezTo>
                  <a:cubicBezTo>
                    <a:pt x="1023" y="37"/>
                    <a:pt x="989" y="37"/>
                    <a:pt x="946" y="54"/>
                  </a:cubicBezTo>
                  <a:cubicBezTo>
                    <a:pt x="912" y="63"/>
                    <a:pt x="877" y="80"/>
                    <a:pt x="851" y="89"/>
                  </a:cubicBezTo>
                  <a:cubicBezTo>
                    <a:pt x="842" y="90"/>
                    <a:pt x="832" y="91"/>
                    <a:pt x="823" y="91"/>
                  </a:cubicBezTo>
                  <a:cubicBezTo>
                    <a:pt x="781" y="91"/>
                    <a:pt x="740" y="77"/>
                    <a:pt x="705" y="63"/>
                  </a:cubicBezTo>
                  <a:cubicBezTo>
                    <a:pt x="673" y="52"/>
                    <a:pt x="633" y="41"/>
                    <a:pt x="596" y="41"/>
                  </a:cubicBezTo>
                  <a:cubicBezTo>
                    <a:pt x="574" y="41"/>
                    <a:pt x="552" y="45"/>
                    <a:pt x="534" y="54"/>
                  </a:cubicBezTo>
                  <a:cubicBezTo>
                    <a:pt x="491" y="71"/>
                    <a:pt x="448" y="106"/>
                    <a:pt x="405" y="131"/>
                  </a:cubicBezTo>
                  <a:cubicBezTo>
                    <a:pt x="336" y="166"/>
                    <a:pt x="276" y="183"/>
                    <a:pt x="233" y="260"/>
                  </a:cubicBezTo>
                  <a:cubicBezTo>
                    <a:pt x="207" y="312"/>
                    <a:pt x="190" y="389"/>
                    <a:pt x="155" y="424"/>
                  </a:cubicBezTo>
                  <a:cubicBezTo>
                    <a:pt x="113" y="467"/>
                    <a:pt x="78" y="501"/>
                    <a:pt x="52" y="544"/>
                  </a:cubicBezTo>
                  <a:cubicBezTo>
                    <a:pt x="27" y="578"/>
                    <a:pt x="1" y="621"/>
                    <a:pt x="27" y="664"/>
                  </a:cubicBezTo>
                  <a:cubicBezTo>
                    <a:pt x="35" y="699"/>
                    <a:pt x="52" y="690"/>
                    <a:pt x="35" y="724"/>
                  </a:cubicBezTo>
                  <a:cubicBezTo>
                    <a:pt x="30" y="735"/>
                    <a:pt x="15" y="752"/>
                    <a:pt x="24" y="752"/>
                  </a:cubicBezTo>
                  <a:cubicBezTo>
                    <a:pt x="29" y="752"/>
                    <a:pt x="44" y="745"/>
                    <a:pt x="78" y="724"/>
                  </a:cubicBezTo>
                  <a:cubicBezTo>
                    <a:pt x="78" y="699"/>
                    <a:pt x="121" y="656"/>
                    <a:pt x="138" y="647"/>
                  </a:cubicBezTo>
                  <a:cubicBezTo>
                    <a:pt x="164" y="630"/>
                    <a:pt x="190" y="613"/>
                    <a:pt x="207" y="587"/>
                  </a:cubicBezTo>
                  <a:cubicBezTo>
                    <a:pt x="250" y="544"/>
                    <a:pt x="310" y="492"/>
                    <a:pt x="370" y="475"/>
                  </a:cubicBezTo>
                  <a:cubicBezTo>
                    <a:pt x="396" y="467"/>
                    <a:pt x="422" y="458"/>
                    <a:pt x="448" y="458"/>
                  </a:cubicBezTo>
                  <a:cubicBezTo>
                    <a:pt x="465" y="449"/>
                    <a:pt x="482" y="432"/>
                    <a:pt x="508" y="432"/>
                  </a:cubicBezTo>
                  <a:cubicBezTo>
                    <a:pt x="516" y="428"/>
                    <a:pt x="525" y="428"/>
                    <a:pt x="534" y="428"/>
                  </a:cubicBezTo>
                  <a:cubicBezTo>
                    <a:pt x="542" y="428"/>
                    <a:pt x="551" y="428"/>
                    <a:pt x="559" y="424"/>
                  </a:cubicBezTo>
                  <a:cubicBezTo>
                    <a:pt x="584" y="418"/>
                    <a:pt x="599" y="411"/>
                    <a:pt x="619" y="411"/>
                  </a:cubicBezTo>
                  <a:cubicBezTo>
                    <a:pt x="627" y="411"/>
                    <a:pt x="635" y="412"/>
                    <a:pt x="645" y="415"/>
                  </a:cubicBezTo>
                  <a:cubicBezTo>
                    <a:pt x="680" y="424"/>
                    <a:pt x="714" y="441"/>
                    <a:pt x="748" y="449"/>
                  </a:cubicBezTo>
                  <a:cubicBezTo>
                    <a:pt x="774" y="458"/>
                    <a:pt x="817" y="475"/>
                    <a:pt x="834" y="475"/>
                  </a:cubicBezTo>
                  <a:lnTo>
                    <a:pt x="877" y="458"/>
                  </a:lnTo>
                  <a:cubicBezTo>
                    <a:pt x="903" y="449"/>
                    <a:pt x="920" y="449"/>
                    <a:pt x="946" y="441"/>
                  </a:cubicBezTo>
                  <a:cubicBezTo>
                    <a:pt x="980" y="432"/>
                    <a:pt x="1015" y="415"/>
                    <a:pt x="1049" y="415"/>
                  </a:cubicBezTo>
                  <a:cubicBezTo>
                    <a:pt x="1092" y="415"/>
                    <a:pt x="1135" y="415"/>
                    <a:pt x="1178" y="424"/>
                  </a:cubicBezTo>
                  <a:lnTo>
                    <a:pt x="1307" y="424"/>
                  </a:lnTo>
                  <a:cubicBezTo>
                    <a:pt x="1350" y="432"/>
                    <a:pt x="1375" y="458"/>
                    <a:pt x="1418" y="475"/>
                  </a:cubicBezTo>
                  <a:cubicBezTo>
                    <a:pt x="1436" y="484"/>
                    <a:pt x="1453" y="492"/>
                    <a:pt x="1470" y="501"/>
                  </a:cubicBezTo>
                  <a:cubicBezTo>
                    <a:pt x="1487" y="509"/>
                    <a:pt x="1513" y="518"/>
                    <a:pt x="1530" y="518"/>
                  </a:cubicBezTo>
                  <a:cubicBezTo>
                    <a:pt x="1542" y="523"/>
                    <a:pt x="1555" y="524"/>
                    <a:pt x="1569" y="524"/>
                  </a:cubicBezTo>
                  <a:cubicBezTo>
                    <a:pt x="1591" y="524"/>
                    <a:pt x="1615" y="520"/>
                    <a:pt x="1637" y="520"/>
                  </a:cubicBezTo>
                  <a:cubicBezTo>
                    <a:pt x="1651" y="520"/>
                    <a:pt x="1664" y="522"/>
                    <a:pt x="1676" y="527"/>
                  </a:cubicBezTo>
                  <a:cubicBezTo>
                    <a:pt x="1711" y="535"/>
                    <a:pt x="1745" y="570"/>
                    <a:pt x="1771" y="595"/>
                  </a:cubicBezTo>
                  <a:cubicBezTo>
                    <a:pt x="1814" y="621"/>
                    <a:pt x="1865" y="630"/>
                    <a:pt x="1908" y="656"/>
                  </a:cubicBezTo>
                  <a:cubicBezTo>
                    <a:pt x="1925" y="664"/>
                    <a:pt x="1943" y="681"/>
                    <a:pt x="1968" y="699"/>
                  </a:cubicBezTo>
                  <a:cubicBezTo>
                    <a:pt x="2003" y="716"/>
                    <a:pt x="2046" y="716"/>
                    <a:pt x="2080" y="750"/>
                  </a:cubicBezTo>
                  <a:cubicBezTo>
                    <a:pt x="2132" y="802"/>
                    <a:pt x="2192" y="845"/>
                    <a:pt x="2252" y="888"/>
                  </a:cubicBezTo>
                  <a:cubicBezTo>
                    <a:pt x="2278" y="913"/>
                    <a:pt x="2312" y="948"/>
                    <a:pt x="2338" y="982"/>
                  </a:cubicBezTo>
                  <a:cubicBezTo>
                    <a:pt x="2346" y="999"/>
                    <a:pt x="2398" y="1068"/>
                    <a:pt x="2406" y="1068"/>
                  </a:cubicBezTo>
                  <a:cubicBezTo>
                    <a:pt x="2406" y="1051"/>
                    <a:pt x="2398" y="1025"/>
                    <a:pt x="2398" y="999"/>
                  </a:cubicBezTo>
                  <a:cubicBezTo>
                    <a:pt x="2389" y="965"/>
                    <a:pt x="2398" y="939"/>
                    <a:pt x="2389" y="905"/>
                  </a:cubicBezTo>
                  <a:cubicBezTo>
                    <a:pt x="2363" y="853"/>
                    <a:pt x="2321" y="802"/>
                    <a:pt x="2286" y="767"/>
                  </a:cubicBezTo>
                  <a:cubicBezTo>
                    <a:pt x="2260" y="733"/>
                    <a:pt x="2226" y="699"/>
                    <a:pt x="2209" y="664"/>
                  </a:cubicBezTo>
                  <a:cubicBezTo>
                    <a:pt x="2209" y="647"/>
                    <a:pt x="2200" y="630"/>
                    <a:pt x="2200" y="613"/>
                  </a:cubicBezTo>
                  <a:cubicBezTo>
                    <a:pt x="2192" y="587"/>
                    <a:pt x="2174" y="570"/>
                    <a:pt x="2166" y="544"/>
                  </a:cubicBezTo>
                  <a:cubicBezTo>
                    <a:pt x="2149" y="509"/>
                    <a:pt x="2132" y="484"/>
                    <a:pt x="2106" y="449"/>
                  </a:cubicBezTo>
                  <a:cubicBezTo>
                    <a:pt x="2071" y="415"/>
                    <a:pt x="2054" y="372"/>
                    <a:pt x="2020" y="338"/>
                  </a:cubicBezTo>
                  <a:cubicBezTo>
                    <a:pt x="1977" y="303"/>
                    <a:pt x="1925" y="286"/>
                    <a:pt x="1874" y="269"/>
                  </a:cubicBezTo>
                  <a:cubicBezTo>
                    <a:pt x="1805" y="243"/>
                    <a:pt x="1745" y="200"/>
                    <a:pt x="1685" y="157"/>
                  </a:cubicBezTo>
                  <a:cubicBezTo>
                    <a:pt x="1642" y="123"/>
                    <a:pt x="1599" y="106"/>
                    <a:pt x="1539" y="97"/>
                  </a:cubicBezTo>
                  <a:lnTo>
                    <a:pt x="1479" y="97"/>
                  </a:lnTo>
                  <a:cubicBezTo>
                    <a:pt x="1444" y="97"/>
                    <a:pt x="1444" y="89"/>
                    <a:pt x="1418" y="80"/>
                  </a:cubicBezTo>
                  <a:cubicBezTo>
                    <a:pt x="1401" y="71"/>
                    <a:pt x="1384" y="71"/>
                    <a:pt x="1358" y="63"/>
                  </a:cubicBezTo>
                  <a:cubicBezTo>
                    <a:pt x="1341" y="54"/>
                    <a:pt x="1324" y="46"/>
                    <a:pt x="1307" y="37"/>
                  </a:cubicBezTo>
                  <a:cubicBezTo>
                    <a:pt x="1264" y="20"/>
                    <a:pt x="1212" y="3"/>
                    <a:pt x="1169" y="3"/>
                  </a:cubicBezTo>
                  <a:cubicBezTo>
                    <a:pt x="1164" y="1"/>
                    <a:pt x="1160" y="1"/>
                    <a:pt x="1155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65" name="Google Shape;22665;p75"/>
            <p:cNvSpPr/>
            <p:nvPr/>
          </p:nvSpPr>
          <p:spPr>
            <a:xfrm>
              <a:off x="5673675" y="1317775"/>
              <a:ext cx="24075" cy="55250"/>
            </a:xfrm>
            <a:custGeom>
              <a:avLst/>
              <a:gdLst/>
              <a:ahLst/>
              <a:cxnLst/>
              <a:rect l="l" t="t" r="r" b="b"/>
              <a:pathLst>
                <a:path w="963" h="2210" extrusionOk="0">
                  <a:moveTo>
                    <a:pt x="466" y="1"/>
                  </a:moveTo>
                  <a:cubicBezTo>
                    <a:pt x="431" y="1"/>
                    <a:pt x="374" y="46"/>
                    <a:pt x="361" y="53"/>
                  </a:cubicBezTo>
                  <a:cubicBezTo>
                    <a:pt x="337" y="72"/>
                    <a:pt x="311" y="83"/>
                    <a:pt x="296" y="85"/>
                  </a:cubicBezTo>
                  <a:lnTo>
                    <a:pt x="296" y="85"/>
                  </a:lnTo>
                  <a:cubicBezTo>
                    <a:pt x="296" y="80"/>
                    <a:pt x="296" y="75"/>
                    <a:pt x="293" y="70"/>
                  </a:cubicBezTo>
                  <a:lnTo>
                    <a:pt x="293" y="70"/>
                  </a:lnTo>
                  <a:cubicBezTo>
                    <a:pt x="283" y="80"/>
                    <a:pt x="284" y="85"/>
                    <a:pt x="293" y="85"/>
                  </a:cubicBezTo>
                  <a:cubicBezTo>
                    <a:pt x="294" y="85"/>
                    <a:pt x="295" y="85"/>
                    <a:pt x="296" y="85"/>
                  </a:cubicBezTo>
                  <a:lnTo>
                    <a:pt x="296" y="85"/>
                  </a:lnTo>
                  <a:cubicBezTo>
                    <a:pt x="296" y="94"/>
                    <a:pt x="290" y="101"/>
                    <a:pt x="284" y="113"/>
                  </a:cubicBezTo>
                  <a:cubicBezTo>
                    <a:pt x="284" y="121"/>
                    <a:pt x="241" y="164"/>
                    <a:pt x="241" y="164"/>
                  </a:cubicBezTo>
                  <a:cubicBezTo>
                    <a:pt x="224" y="190"/>
                    <a:pt x="207" y="224"/>
                    <a:pt x="190" y="250"/>
                  </a:cubicBezTo>
                  <a:cubicBezTo>
                    <a:pt x="164" y="302"/>
                    <a:pt x="129" y="345"/>
                    <a:pt x="95" y="388"/>
                  </a:cubicBezTo>
                  <a:lnTo>
                    <a:pt x="69" y="422"/>
                  </a:lnTo>
                  <a:cubicBezTo>
                    <a:pt x="52" y="448"/>
                    <a:pt x="44" y="491"/>
                    <a:pt x="35" y="525"/>
                  </a:cubicBezTo>
                  <a:cubicBezTo>
                    <a:pt x="26" y="585"/>
                    <a:pt x="18" y="637"/>
                    <a:pt x="9" y="697"/>
                  </a:cubicBezTo>
                  <a:cubicBezTo>
                    <a:pt x="1" y="706"/>
                    <a:pt x="9" y="723"/>
                    <a:pt x="9" y="740"/>
                  </a:cubicBezTo>
                  <a:cubicBezTo>
                    <a:pt x="9" y="757"/>
                    <a:pt x="1" y="774"/>
                    <a:pt x="1" y="791"/>
                  </a:cubicBezTo>
                  <a:cubicBezTo>
                    <a:pt x="1" y="860"/>
                    <a:pt x="44" y="920"/>
                    <a:pt x="69" y="980"/>
                  </a:cubicBezTo>
                  <a:cubicBezTo>
                    <a:pt x="121" y="1084"/>
                    <a:pt x="147" y="1195"/>
                    <a:pt x="198" y="1307"/>
                  </a:cubicBezTo>
                  <a:cubicBezTo>
                    <a:pt x="258" y="1436"/>
                    <a:pt x="276" y="1556"/>
                    <a:pt x="353" y="1676"/>
                  </a:cubicBezTo>
                  <a:cubicBezTo>
                    <a:pt x="361" y="1694"/>
                    <a:pt x="379" y="1711"/>
                    <a:pt x="396" y="1728"/>
                  </a:cubicBezTo>
                  <a:cubicBezTo>
                    <a:pt x="422" y="1754"/>
                    <a:pt x="447" y="1797"/>
                    <a:pt x="482" y="1831"/>
                  </a:cubicBezTo>
                  <a:cubicBezTo>
                    <a:pt x="525" y="1883"/>
                    <a:pt x="559" y="1934"/>
                    <a:pt x="602" y="1994"/>
                  </a:cubicBezTo>
                  <a:cubicBezTo>
                    <a:pt x="619" y="2020"/>
                    <a:pt x="645" y="2037"/>
                    <a:pt x="671" y="2054"/>
                  </a:cubicBezTo>
                  <a:cubicBezTo>
                    <a:pt x="679" y="2072"/>
                    <a:pt x="705" y="2089"/>
                    <a:pt x="722" y="2089"/>
                  </a:cubicBezTo>
                  <a:cubicBezTo>
                    <a:pt x="739" y="2097"/>
                    <a:pt x="757" y="2097"/>
                    <a:pt x="774" y="2106"/>
                  </a:cubicBezTo>
                  <a:cubicBezTo>
                    <a:pt x="800" y="2123"/>
                    <a:pt x="851" y="2140"/>
                    <a:pt x="877" y="2158"/>
                  </a:cubicBezTo>
                  <a:cubicBezTo>
                    <a:pt x="894" y="2166"/>
                    <a:pt x="937" y="2209"/>
                    <a:pt x="963" y="2209"/>
                  </a:cubicBezTo>
                  <a:cubicBezTo>
                    <a:pt x="963" y="2183"/>
                    <a:pt x="911" y="2158"/>
                    <a:pt x="894" y="2140"/>
                  </a:cubicBezTo>
                  <a:cubicBezTo>
                    <a:pt x="868" y="2115"/>
                    <a:pt x="817" y="2106"/>
                    <a:pt x="791" y="2080"/>
                  </a:cubicBezTo>
                  <a:cubicBezTo>
                    <a:pt x="739" y="2020"/>
                    <a:pt x="757" y="1943"/>
                    <a:pt x="722" y="1883"/>
                  </a:cubicBezTo>
                  <a:cubicBezTo>
                    <a:pt x="696" y="1840"/>
                    <a:pt x="688" y="1805"/>
                    <a:pt x="654" y="1779"/>
                  </a:cubicBezTo>
                  <a:cubicBezTo>
                    <a:pt x="611" y="1745"/>
                    <a:pt x="636" y="1711"/>
                    <a:pt x="611" y="1668"/>
                  </a:cubicBezTo>
                  <a:cubicBezTo>
                    <a:pt x="559" y="1573"/>
                    <a:pt x="473" y="1487"/>
                    <a:pt x="422" y="1384"/>
                  </a:cubicBezTo>
                  <a:cubicBezTo>
                    <a:pt x="396" y="1333"/>
                    <a:pt x="310" y="1290"/>
                    <a:pt x="301" y="1230"/>
                  </a:cubicBezTo>
                  <a:cubicBezTo>
                    <a:pt x="301" y="1212"/>
                    <a:pt x="301" y="1195"/>
                    <a:pt x="301" y="1187"/>
                  </a:cubicBezTo>
                  <a:cubicBezTo>
                    <a:pt x="301" y="1161"/>
                    <a:pt x="301" y="1161"/>
                    <a:pt x="318" y="1144"/>
                  </a:cubicBezTo>
                  <a:cubicBezTo>
                    <a:pt x="379" y="1041"/>
                    <a:pt x="404" y="886"/>
                    <a:pt x="344" y="774"/>
                  </a:cubicBezTo>
                  <a:cubicBezTo>
                    <a:pt x="336" y="766"/>
                    <a:pt x="336" y="749"/>
                    <a:pt x="327" y="731"/>
                  </a:cubicBezTo>
                  <a:cubicBezTo>
                    <a:pt x="310" y="706"/>
                    <a:pt x="301" y="688"/>
                    <a:pt x="301" y="663"/>
                  </a:cubicBezTo>
                  <a:cubicBezTo>
                    <a:pt x="293" y="611"/>
                    <a:pt x="318" y="585"/>
                    <a:pt x="327" y="542"/>
                  </a:cubicBezTo>
                  <a:cubicBezTo>
                    <a:pt x="327" y="517"/>
                    <a:pt x="336" y="499"/>
                    <a:pt x="336" y="474"/>
                  </a:cubicBezTo>
                  <a:lnTo>
                    <a:pt x="361" y="456"/>
                  </a:lnTo>
                  <a:cubicBezTo>
                    <a:pt x="370" y="439"/>
                    <a:pt x="370" y="422"/>
                    <a:pt x="379" y="405"/>
                  </a:cubicBezTo>
                  <a:cubicBezTo>
                    <a:pt x="396" y="353"/>
                    <a:pt x="413" y="310"/>
                    <a:pt x="439" y="259"/>
                  </a:cubicBezTo>
                  <a:cubicBezTo>
                    <a:pt x="456" y="242"/>
                    <a:pt x="465" y="224"/>
                    <a:pt x="465" y="199"/>
                  </a:cubicBezTo>
                  <a:cubicBezTo>
                    <a:pt x="473" y="181"/>
                    <a:pt x="482" y="164"/>
                    <a:pt x="482" y="147"/>
                  </a:cubicBezTo>
                  <a:cubicBezTo>
                    <a:pt x="482" y="130"/>
                    <a:pt x="473" y="104"/>
                    <a:pt x="473" y="78"/>
                  </a:cubicBezTo>
                  <a:cubicBezTo>
                    <a:pt x="473" y="61"/>
                    <a:pt x="490" y="35"/>
                    <a:pt x="490" y="18"/>
                  </a:cubicBezTo>
                  <a:cubicBezTo>
                    <a:pt x="486" y="6"/>
                    <a:pt x="477" y="1"/>
                    <a:pt x="466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66" name="Google Shape;22666;p75"/>
            <p:cNvSpPr/>
            <p:nvPr/>
          </p:nvSpPr>
          <p:spPr>
            <a:xfrm>
              <a:off x="5694950" y="1380075"/>
              <a:ext cx="27950" cy="7150"/>
            </a:xfrm>
            <a:custGeom>
              <a:avLst/>
              <a:gdLst/>
              <a:ahLst/>
              <a:cxnLst/>
              <a:rect l="l" t="t" r="r" b="b"/>
              <a:pathLst>
                <a:path w="1118" h="286" extrusionOk="0">
                  <a:moveTo>
                    <a:pt x="198" y="1"/>
                  </a:moveTo>
                  <a:cubicBezTo>
                    <a:pt x="175" y="23"/>
                    <a:pt x="152" y="27"/>
                    <a:pt x="129" y="27"/>
                  </a:cubicBezTo>
                  <a:cubicBezTo>
                    <a:pt x="118" y="27"/>
                    <a:pt x="106" y="26"/>
                    <a:pt x="95" y="26"/>
                  </a:cubicBezTo>
                  <a:cubicBezTo>
                    <a:pt x="77" y="18"/>
                    <a:pt x="69" y="18"/>
                    <a:pt x="60" y="18"/>
                  </a:cubicBezTo>
                  <a:cubicBezTo>
                    <a:pt x="26" y="18"/>
                    <a:pt x="26" y="52"/>
                    <a:pt x="0" y="61"/>
                  </a:cubicBezTo>
                  <a:cubicBezTo>
                    <a:pt x="17" y="95"/>
                    <a:pt x="35" y="112"/>
                    <a:pt x="69" y="121"/>
                  </a:cubicBezTo>
                  <a:cubicBezTo>
                    <a:pt x="138" y="147"/>
                    <a:pt x="206" y="172"/>
                    <a:pt x="266" y="207"/>
                  </a:cubicBezTo>
                  <a:cubicBezTo>
                    <a:pt x="301" y="215"/>
                    <a:pt x="318" y="241"/>
                    <a:pt x="352" y="250"/>
                  </a:cubicBezTo>
                  <a:cubicBezTo>
                    <a:pt x="387" y="267"/>
                    <a:pt x="438" y="267"/>
                    <a:pt x="481" y="275"/>
                  </a:cubicBezTo>
                  <a:cubicBezTo>
                    <a:pt x="511" y="280"/>
                    <a:pt x="524" y="285"/>
                    <a:pt x="539" y="285"/>
                  </a:cubicBezTo>
                  <a:cubicBezTo>
                    <a:pt x="550" y="285"/>
                    <a:pt x="563" y="283"/>
                    <a:pt x="584" y="275"/>
                  </a:cubicBezTo>
                  <a:cubicBezTo>
                    <a:pt x="627" y="258"/>
                    <a:pt x="670" y="258"/>
                    <a:pt x="705" y="233"/>
                  </a:cubicBezTo>
                  <a:cubicBezTo>
                    <a:pt x="722" y="224"/>
                    <a:pt x="748" y="207"/>
                    <a:pt x="773" y="198"/>
                  </a:cubicBezTo>
                  <a:cubicBezTo>
                    <a:pt x="801" y="184"/>
                    <a:pt x="818" y="170"/>
                    <a:pt x="847" y="170"/>
                  </a:cubicBezTo>
                  <a:cubicBezTo>
                    <a:pt x="853" y="170"/>
                    <a:pt x="860" y="171"/>
                    <a:pt x="868" y="172"/>
                  </a:cubicBezTo>
                  <a:cubicBezTo>
                    <a:pt x="919" y="181"/>
                    <a:pt x="962" y="190"/>
                    <a:pt x="1014" y="198"/>
                  </a:cubicBezTo>
                  <a:cubicBezTo>
                    <a:pt x="1048" y="198"/>
                    <a:pt x="1108" y="190"/>
                    <a:pt x="1117" y="164"/>
                  </a:cubicBezTo>
                  <a:cubicBezTo>
                    <a:pt x="1117" y="138"/>
                    <a:pt x="1083" y="104"/>
                    <a:pt x="1074" y="86"/>
                  </a:cubicBezTo>
                  <a:cubicBezTo>
                    <a:pt x="1057" y="61"/>
                    <a:pt x="1057" y="9"/>
                    <a:pt x="1014" y="9"/>
                  </a:cubicBezTo>
                  <a:cubicBezTo>
                    <a:pt x="997" y="9"/>
                    <a:pt x="988" y="26"/>
                    <a:pt x="980" y="35"/>
                  </a:cubicBezTo>
                  <a:cubicBezTo>
                    <a:pt x="962" y="44"/>
                    <a:pt x="954" y="44"/>
                    <a:pt x="928" y="52"/>
                  </a:cubicBezTo>
                  <a:cubicBezTo>
                    <a:pt x="902" y="52"/>
                    <a:pt x="876" y="52"/>
                    <a:pt x="851" y="61"/>
                  </a:cubicBezTo>
                  <a:cubicBezTo>
                    <a:pt x="816" y="61"/>
                    <a:pt x="773" y="44"/>
                    <a:pt x="739" y="35"/>
                  </a:cubicBezTo>
                  <a:cubicBezTo>
                    <a:pt x="705" y="35"/>
                    <a:pt x="670" y="26"/>
                    <a:pt x="636" y="26"/>
                  </a:cubicBezTo>
                  <a:cubicBezTo>
                    <a:pt x="610" y="26"/>
                    <a:pt x="593" y="35"/>
                    <a:pt x="567" y="44"/>
                  </a:cubicBezTo>
                  <a:cubicBezTo>
                    <a:pt x="533" y="52"/>
                    <a:pt x="481" y="52"/>
                    <a:pt x="438" y="61"/>
                  </a:cubicBezTo>
                  <a:cubicBezTo>
                    <a:pt x="370" y="61"/>
                    <a:pt x="258" y="52"/>
                    <a:pt x="19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67" name="Google Shape;22667;p75"/>
            <p:cNvSpPr/>
            <p:nvPr/>
          </p:nvSpPr>
          <p:spPr>
            <a:xfrm>
              <a:off x="5670250" y="1341625"/>
              <a:ext cx="22150" cy="38700"/>
            </a:xfrm>
            <a:custGeom>
              <a:avLst/>
              <a:gdLst/>
              <a:ahLst/>
              <a:cxnLst/>
              <a:rect l="l" t="t" r="r" b="b"/>
              <a:pathLst>
                <a:path w="886" h="1548" extrusionOk="0">
                  <a:moveTo>
                    <a:pt x="17" y="1"/>
                  </a:moveTo>
                  <a:cubicBezTo>
                    <a:pt x="0" y="9"/>
                    <a:pt x="0" y="52"/>
                    <a:pt x="0" y="61"/>
                  </a:cubicBezTo>
                  <a:cubicBezTo>
                    <a:pt x="0" y="78"/>
                    <a:pt x="0" y="104"/>
                    <a:pt x="0" y="121"/>
                  </a:cubicBezTo>
                  <a:cubicBezTo>
                    <a:pt x="0" y="138"/>
                    <a:pt x="9" y="155"/>
                    <a:pt x="0" y="181"/>
                  </a:cubicBezTo>
                  <a:cubicBezTo>
                    <a:pt x="0" y="198"/>
                    <a:pt x="0" y="224"/>
                    <a:pt x="9" y="241"/>
                  </a:cubicBezTo>
                  <a:lnTo>
                    <a:pt x="17" y="276"/>
                  </a:lnTo>
                  <a:cubicBezTo>
                    <a:pt x="17" y="310"/>
                    <a:pt x="26" y="336"/>
                    <a:pt x="26" y="362"/>
                  </a:cubicBezTo>
                  <a:cubicBezTo>
                    <a:pt x="26" y="379"/>
                    <a:pt x="26" y="396"/>
                    <a:pt x="34" y="413"/>
                  </a:cubicBezTo>
                  <a:cubicBezTo>
                    <a:pt x="34" y="439"/>
                    <a:pt x="34" y="465"/>
                    <a:pt x="43" y="490"/>
                  </a:cubicBezTo>
                  <a:cubicBezTo>
                    <a:pt x="43" y="499"/>
                    <a:pt x="52" y="516"/>
                    <a:pt x="52" y="525"/>
                  </a:cubicBezTo>
                  <a:cubicBezTo>
                    <a:pt x="52" y="542"/>
                    <a:pt x="60" y="551"/>
                    <a:pt x="60" y="568"/>
                  </a:cubicBezTo>
                  <a:cubicBezTo>
                    <a:pt x="69" y="585"/>
                    <a:pt x="69" y="594"/>
                    <a:pt x="69" y="611"/>
                  </a:cubicBezTo>
                  <a:cubicBezTo>
                    <a:pt x="69" y="628"/>
                    <a:pt x="77" y="645"/>
                    <a:pt x="77" y="662"/>
                  </a:cubicBezTo>
                  <a:cubicBezTo>
                    <a:pt x="95" y="722"/>
                    <a:pt x="95" y="783"/>
                    <a:pt x="103" y="843"/>
                  </a:cubicBezTo>
                  <a:cubicBezTo>
                    <a:pt x="112" y="877"/>
                    <a:pt x="129" y="894"/>
                    <a:pt x="146" y="929"/>
                  </a:cubicBezTo>
                  <a:cubicBezTo>
                    <a:pt x="163" y="946"/>
                    <a:pt x="172" y="963"/>
                    <a:pt x="181" y="980"/>
                  </a:cubicBezTo>
                  <a:cubicBezTo>
                    <a:pt x="198" y="1014"/>
                    <a:pt x="215" y="1032"/>
                    <a:pt x="241" y="1057"/>
                  </a:cubicBezTo>
                  <a:cubicBezTo>
                    <a:pt x="258" y="1075"/>
                    <a:pt x="284" y="1100"/>
                    <a:pt x="301" y="1118"/>
                  </a:cubicBezTo>
                  <a:cubicBezTo>
                    <a:pt x="309" y="1135"/>
                    <a:pt x="327" y="1143"/>
                    <a:pt x="335" y="1161"/>
                  </a:cubicBezTo>
                  <a:cubicBezTo>
                    <a:pt x="352" y="1169"/>
                    <a:pt x="361" y="1186"/>
                    <a:pt x="378" y="1195"/>
                  </a:cubicBezTo>
                  <a:cubicBezTo>
                    <a:pt x="387" y="1212"/>
                    <a:pt x="387" y="1229"/>
                    <a:pt x="395" y="1238"/>
                  </a:cubicBezTo>
                  <a:cubicBezTo>
                    <a:pt x="413" y="1264"/>
                    <a:pt x="430" y="1298"/>
                    <a:pt x="455" y="1315"/>
                  </a:cubicBezTo>
                  <a:cubicBezTo>
                    <a:pt x="464" y="1332"/>
                    <a:pt x="473" y="1341"/>
                    <a:pt x="481" y="1358"/>
                  </a:cubicBezTo>
                  <a:cubicBezTo>
                    <a:pt x="490" y="1367"/>
                    <a:pt x="498" y="1375"/>
                    <a:pt x="516" y="1384"/>
                  </a:cubicBezTo>
                  <a:cubicBezTo>
                    <a:pt x="541" y="1401"/>
                    <a:pt x="567" y="1418"/>
                    <a:pt x="593" y="1435"/>
                  </a:cubicBezTo>
                  <a:cubicBezTo>
                    <a:pt x="627" y="1453"/>
                    <a:pt x="653" y="1470"/>
                    <a:pt x="687" y="1478"/>
                  </a:cubicBezTo>
                  <a:cubicBezTo>
                    <a:pt x="705" y="1496"/>
                    <a:pt x="730" y="1513"/>
                    <a:pt x="748" y="1513"/>
                  </a:cubicBezTo>
                  <a:lnTo>
                    <a:pt x="756" y="1513"/>
                  </a:lnTo>
                  <a:cubicBezTo>
                    <a:pt x="773" y="1513"/>
                    <a:pt x="782" y="1504"/>
                    <a:pt x="799" y="1504"/>
                  </a:cubicBezTo>
                  <a:cubicBezTo>
                    <a:pt x="825" y="1504"/>
                    <a:pt x="842" y="1521"/>
                    <a:pt x="859" y="1530"/>
                  </a:cubicBezTo>
                  <a:lnTo>
                    <a:pt x="885" y="1547"/>
                  </a:lnTo>
                  <a:lnTo>
                    <a:pt x="868" y="1504"/>
                  </a:lnTo>
                  <a:cubicBezTo>
                    <a:pt x="859" y="1487"/>
                    <a:pt x="842" y="1478"/>
                    <a:pt x="825" y="1470"/>
                  </a:cubicBezTo>
                  <a:cubicBezTo>
                    <a:pt x="816" y="1461"/>
                    <a:pt x="808" y="1444"/>
                    <a:pt x="799" y="1435"/>
                  </a:cubicBezTo>
                  <a:lnTo>
                    <a:pt x="773" y="1410"/>
                  </a:lnTo>
                  <a:lnTo>
                    <a:pt x="739" y="1375"/>
                  </a:lnTo>
                  <a:lnTo>
                    <a:pt x="713" y="1350"/>
                  </a:lnTo>
                  <a:cubicBezTo>
                    <a:pt x="705" y="1341"/>
                    <a:pt x="696" y="1324"/>
                    <a:pt x="679" y="1315"/>
                  </a:cubicBezTo>
                  <a:lnTo>
                    <a:pt x="662" y="1298"/>
                  </a:lnTo>
                  <a:lnTo>
                    <a:pt x="636" y="1264"/>
                  </a:lnTo>
                  <a:cubicBezTo>
                    <a:pt x="619" y="1246"/>
                    <a:pt x="593" y="1221"/>
                    <a:pt x="584" y="1195"/>
                  </a:cubicBezTo>
                  <a:lnTo>
                    <a:pt x="567" y="1169"/>
                  </a:lnTo>
                  <a:cubicBezTo>
                    <a:pt x="550" y="1152"/>
                    <a:pt x="533" y="1135"/>
                    <a:pt x="516" y="1118"/>
                  </a:cubicBezTo>
                  <a:cubicBezTo>
                    <a:pt x="498" y="1100"/>
                    <a:pt x="490" y="1092"/>
                    <a:pt x="481" y="1083"/>
                  </a:cubicBezTo>
                  <a:cubicBezTo>
                    <a:pt x="464" y="1075"/>
                    <a:pt x="447" y="1049"/>
                    <a:pt x="430" y="1040"/>
                  </a:cubicBezTo>
                  <a:cubicBezTo>
                    <a:pt x="404" y="1006"/>
                    <a:pt x="370" y="980"/>
                    <a:pt x="344" y="946"/>
                  </a:cubicBezTo>
                  <a:cubicBezTo>
                    <a:pt x="327" y="929"/>
                    <a:pt x="309" y="903"/>
                    <a:pt x="301" y="886"/>
                  </a:cubicBezTo>
                  <a:lnTo>
                    <a:pt x="275" y="843"/>
                  </a:lnTo>
                  <a:lnTo>
                    <a:pt x="258" y="825"/>
                  </a:lnTo>
                  <a:lnTo>
                    <a:pt x="241" y="800"/>
                  </a:lnTo>
                  <a:cubicBezTo>
                    <a:pt x="224" y="774"/>
                    <a:pt x="215" y="748"/>
                    <a:pt x="206" y="714"/>
                  </a:cubicBezTo>
                  <a:cubicBezTo>
                    <a:pt x="198" y="688"/>
                    <a:pt x="181" y="671"/>
                    <a:pt x="172" y="636"/>
                  </a:cubicBezTo>
                  <a:cubicBezTo>
                    <a:pt x="163" y="619"/>
                    <a:pt x="163" y="594"/>
                    <a:pt x="155" y="568"/>
                  </a:cubicBezTo>
                  <a:cubicBezTo>
                    <a:pt x="155" y="542"/>
                    <a:pt x="120" y="447"/>
                    <a:pt x="120" y="439"/>
                  </a:cubicBezTo>
                  <a:cubicBezTo>
                    <a:pt x="112" y="422"/>
                    <a:pt x="112" y="413"/>
                    <a:pt x="103" y="405"/>
                  </a:cubicBezTo>
                  <a:cubicBezTo>
                    <a:pt x="95" y="387"/>
                    <a:pt x="95" y="370"/>
                    <a:pt x="95" y="353"/>
                  </a:cubicBezTo>
                  <a:cubicBezTo>
                    <a:pt x="77" y="310"/>
                    <a:pt x="69" y="267"/>
                    <a:pt x="60" y="215"/>
                  </a:cubicBezTo>
                  <a:cubicBezTo>
                    <a:pt x="60" y="190"/>
                    <a:pt x="60" y="155"/>
                    <a:pt x="52" y="121"/>
                  </a:cubicBezTo>
                  <a:cubicBezTo>
                    <a:pt x="43" y="104"/>
                    <a:pt x="34" y="87"/>
                    <a:pt x="26" y="61"/>
                  </a:cubicBezTo>
                  <a:cubicBezTo>
                    <a:pt x="26" y="52"/>
                    <a:pt x="17" y="35"/>
                    <a:pt x="17" y="18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DDBC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68" name="Google Shape;22668;p75"/>
            <p:cNvSpPr/>
            <p:nvPr/>
          </p:nvSpPr>
          <p:spPr>
            <a:xfrm>
              <a:off x="5693650" y="1362675"/>
              <a:ext cx="58450" cy="32275"/>
            </a:xfrm>
            <a:custGeom>
              <a:avLst/>
              <a:gdLst/>
              <a:ahLst/>
              <a:cxnLst/>
              <a:rect l="l" t="t" r="r" b="b"/>
              <a:pathLst>
                <a:path w="2338" h="1291" extrusionOk="0">
                  <a:moveTo>
                    <a:pt x="19" y="1156"/>
                  </a:moveTo>
                  <a:cubicBezTo>
                    <a:pt x="13" y="1156"/>
                    <a:pt x="7" y="1157"/>
                    <a:pt x="1" y="1161"/>
                  </a:cubicBezTo>
                  <a:cubicBezTo>
                    <a:pt x="1" y="1161"/>
                    <a:pt x="1" y="1161"/>
                    <a:pt x="19" y="1156"/>
                  </a:cubicBezTo>
                  <a:close/>
                  <a:moveTo>
                    <a:pt x="2303" y="1"/>
                  </a:moveTo>
                  <a:cubicBezTo>
                    <a:pt x="2286" y="18"/>
                    <a:pt x="2269" y="52"/>
                    <a:pt x="2260" y="69"/>
                  </a:cubicBezTo>
                  <a:cubicBezTo>
                    <a:pt x="2252" y="112"/>
                    <a:pt x="2234" y="155"/>
                    <a:pt x="2217" y="198"/>
                  </a:cubicBezTo>
                  <a:cubicBezTo>
                    <a:pt x="2200" y="241"/>
                    <a:pt x="2200" y="293"/>
                    <a:pt x="2174" y="336"/>
                  </a:cubicBezTo>
                  <a:cubicBezTo>
                    <a:pt x="2166" y="353"/>
                    <a:pt x="2140" y="370"/>
                    <a:pt x="2123" y="396"/>
                  </a:cubicBezTo>
                  <a:cubicBezTo>
                    <a:pt x="2080" y="465"/>
                    <a:pt x="2011" y="508"/>
                    <a:pt x="1951" y="568"/>
                  </a:cubicBezTo>
                  <a:cubicBezTo>
                    <a:pt x="1882" y="636"/>
                    <a:pt x="1822" y="679"/>
                    <a:pt x="1736" y="722"/>
                  </a:cubicBezTo>
                  <a:cubicBezTo>
                    <a:pt x="1710" y="731"/>
                    <a:pt x="1693" y="740"/>
                    <a:pt x="1667" y="748"/>
                  </a:cubicBezTo>
                  <a:cubicBezTo>
                    <a:pt x="1633" y="774"/>
                    <a:pt x="1599" y="791"/>
                    <a:pt x="1556" y="808"/>
                  </a:cubicBezTo>
                  <a:cubicBezTo>
                    <a:pt x="1530" y="817"/>
                    <a:pt x="1495" y="825"/>
                    <a:pt x="1461" y="843"/>
                  </a:cubicBezTo>
                  <a:cubicBezTo>
                    <a:pt x="1444" y="843"/>
                    <a:pt x="1427" y="851"/>
                    <a:pt x="1410" y="860"/>
                  </a:cubicBezTo>
                  <a:lnTo>
                    <a:pt x="1367" y="860"/>
                  </a:lnTo>
                  <a:cubicBezTo>
                    <a:pt x="1358" y="860"/>
                    <a:pt x="1341" y="877"/>
                    <a:pt x="1324" y="877"/>
                  </a:cubicBezTo>
                  <a:cubicBezTo>
                    <a:pt x="1298" y="894"/>
                    <a:pt x="1289" y="911"/>
                    <a:pt x="1264" y="929"/>
                  </a:cubicBezTo>
                  <a:cubicBezTo>
                    <a:pt x="1246" y="946"/>
                    <a:pt x="1229" y="954"/>
                    <a:pt x="1212" y="971"/>
                  </a:cubicBezTo>
                  <a:cubicBezTo>
                    <a:pt x="1169" y="997"/>
                    <a:pt x="1117" y="1032"/>
                    <a:pt x="1075" y="1057"/>
                  </a:cubicBezTo>
                  <a:cubicBezTo>
                    <a:pt x="1062" y="1070"/>
                    <a:pt x="1049" y="1078"/>
                    <a:pt x="1030" y="1078"/>
                  </a:cubicBezTo>
                  <a:cubicBezTo>
                    <a:pt x="1023" y="1078"/>
                    <a:pt x="1015" y="1077"/>
                    <a:pt x="1006" y="1075"/>
                  </a:cubicBezTo>
                  <a:cubicBezTo>
                    <a:pt x="971" y="1066"/>
                    <a:pt x="928" y="1057"/>
                    <a:pt x="886" y="1049"/>
                  </a:cubicBezTo>
                  <a:cubicBezTo>
                    <a:pt x="825" y="1049"/>
                    <a:pt x="757" y="1066"/>
                    <a:pt x="696" y="1083"/>
                  </a:cubicBezTo>
                  <a:cubicBezTo>
                    <a:pt x="671" y="1092"/>
                    <a:pt x="654" y="1109"/>
                    <a:pt x="628" y="1126"/>
                  </a:cubicBezTo>
                  <a:cubicBezTo>
                    <a:pt x="606" y="1135"/>
                    <a:pt x="583" y="1137"/>
                    <a:pt x="558" y="1137"/>
                  </a:cubicBezTo>
                  <a:cubicBezTo>
                    <a:pt x="533" y="1137"/>
                    <a:pt x="507" y="1135"/>
                    <a:pt x="482" y="1135"/>
                  </a:cubicBezTo>
                  <a:cubicBezTo>
                    <a:pt x="370" y="1135"/>
                    <a:pt x="250" y="1135"/>
                    <a:pt x="138" y="1126"/>
                  </a:cubicBezTo>
                  <a:cubicBezTo>
                    <a:pt x="71" y="1143"/>
                    <a:pt x="37" y="1151"/>
                    <a:pt x="19" y="1156"/>
                  </a:cubicBezTo>
                  <a:lnTo>
                    <a:pt x="19" y="1156"/>
                  </a:lnTo>
                  <a:cubicBezTo>
                    <a:pt x="20" y="1156"/>
                    <a:pt x="21" y="1156"/>
                    <a:pt x="22" y="1156"/>
                  </a:cubicBezTo>
                  <a:cubicBezTo>
                    <a:pt x="51" y="1156"/>
                    <a:pt x="85" y="1179"/>
                    <a:pt x="112" y="1186"/>
                  </a:cubicBezTo>
                  <a:cubicBezTo>
                    <a:pt x="164" y="1203"/>
                    <a:pt x="215" y="1221"/>
                    <a:pt x="267" y="1229"/>
                  </a:cubicBezTo>
                  <a:cubicBezTo>
                    <a:pt x="318" y="1246"/>
                    <a:pt x="361" y="1255"/>
                    <a:pt x="422" y="1255"/>
                  </a:cubicBezTo>
                  <a:cubicBezTo>
                    <a:pt x="482" y="1255"/>
                    <a:pt x="533" y="1264"/>
                    <a:pt x="593" y="1281"/>
                  </a:cubicBezTo>
                  <a:cubicBezTo>
                    <a:pt x="620" y="1287"/>
                    <a:pt x="647" y="1290"/>
                    <a:pt x="675" y="1290"/>
                  </a:cubicBezTo>
                  <a:cubicBezTo>
                    <a:pt x="720" y="1290"/>
                    <a:pt x="766" y="1283"/>
                    <a:pt x="808" y="1272"/>
                  </a:cubicBezTo>
                  <a:cubicBezTo>
                    <a:pt x="843" y="1272"/>
                    <a:pt x="868" y="1264"/>
                    <a:pt x="903" y="1255"/>
                  </a:cubicBezTo>
                  <a:cubicBezTo>
                    <a:pt x="928" y="1246"/>
                    <a:pt x="954" y="1229"/>
                    <a:pt x="980" y="1221"/>
                  </a:cubicBezTo>
                  <a:cubicBezTo>
                    <a:pt x="1014" y="1212"/>
                    <a:pt x="1040" y="1212"/>
                    <a:pt x="1075" y="1195"/>
                  </a:cubicBezTo>
                  <a:cubicBezTo>
                    <a:pt x="1092" y="1195"/>
                    <a:pt x="1109" y="1186"/>
                    <a:pt x="1126" y="1178"/>
                  </a:cubicBezTo>
                  <a:cubicBezTo>
                    <a:pt x="1160" y="1169"/>
                    <a:pt x="1203" y="1161"/>
                    <a:pt x="1238" y="1152"/>
                  </a:cubicBezTo>
                  <a:cubicBezTo>
                    <a:pt x="1264" y="1152"/>
                    <a:pt x="1281" y="1135"/>
                    <a:pt x="1298" y="1135"/>
                  </a:cubicBezTo>
                  <a:cubicBezTo>
                    <a:pt x="1324" y="1126"/>
                    <a:pt x="1358" y="1126"/>
                    <a:pt x="1384" y="1118"/>
                  </a:cubicBezTo>
                  <a:cubicBezTo>
                    <a:pt x="1418" y="1109"/>
                    <a:pt x="1444" y="1092"/>
                    <a:pt x="1478" y="1083"/>
                  </a:cubicBezTo>
                  <a:cubicBezTo>
                    <a:pt x="1538" y="1066"/>
                    <a:pt x="1590" y="1049"/>
                    <a:pt x="1650" y="1014"/>
                  </a:cubicBezTo>
                  <a:cubicBezTo>
                    <a:pt x="1676" y="989"/>
                    <a:pt x="1710" y="963"/>
                    <a:pt x="1745" y="937"/>
                  </a:cubicBezTo>
                  <a:cubicBezTo>
                    <a:pt x="1753" y="920"/>
                    <a:pt x="1753" y="894"/>
                    <a:pt x="1770" y="877"/>
                  </a:cubicBezTo>
                  <a:cubicBezTo>
                    <a:pt x="1788" y="860"/>
                    <a:pt x="1813" y="851"/>
                    <a:pt x="1831" y="825"/>
                  </a:cubicBezTo>
                  <a:cubicBezTo>
                    <a:pt x="1874" y="782"/>
                    <a:pt x="1865" y="705"/>
                    <a:pt x="1899" y="654"/>
                  </a:cubicBezTo>
                  <a:cubicBezTo>
                    <a:pt x="1916" y="628"/>
                    <a:pt x="1934" y="619"/>
                    <a:pt x="1951" y="602"/>
                  </a:cubicBezTo>
                  <a:cubicBezTo>
                    <a:pt x="1977" y="585"/>
                    <a:pt x="1994" y="568"/>
                    <a:pt x="2020" y="542"/>
                  </a:cubicBezTo>
                  <a:cubicBezTo>
                    <a:pt x="2080" y="490"/>
                    <a:pt x="2148" y="439"/>
                    <a:pt x="2191" y="362"/>
                  </a:cubicBezTo>
                  <a:cubicBezTo>
                    <a:pt x="2234" y="293"/>
                    <a:pt x="2294" y="215"/>
                    <a:pt x="2320" y="130"/>
                  </a:cubicBezTo>
                  <a:cubicBezTo>
                    <a:pt x="2329" y="87"/>
                    <a:pt x="2337" y="35"/>
                    <a:pt x="2303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69" name="Google Shape;22669;p75"/>
            <p:cNvSpPr/>
            <p:nvPr/>
          </p:nvSpPr>
          <p:spPr>
            <a:xfrm>
              <a:off x="5714475" y="1287050"/>
              <a:ext cx="42775" cy="42350"/>
            </a:xfrm>
            <a:custGeom>
              <a:avLst/>
              <a:gdLst/>
              <a:ahLst/>
              <a:cxnLst/>
              <a:rect l="l" t="t" r="r" b="b"/>
              <a:pathLst>
                <a:path w="1711" h="1694" extrusionOk="0">
                  <a:moveTo>
                    <a:pt x="391" y="0"/>
                  </a:moveTo>
                  <a:cubicBezTo>
                    <a:pt x="350" y="0"/>
                    <a:pt x="309" y="3"/>
                    <a:pt x="267" y="19"/>
                  </a:cubicBezTo>
                  <a:cubicBezTo>
                    <a:pt x="231" y="34"/>
                    <a:pt x="192" y="37"/>
                    <a:pt x="152" y="37"/>
                  </a:cubicBezTo>
                  <a:cubicBezTo>
                    <a:pt x="125" y="37"/>
                    <a:pt x="97" y="36"/>
                    <a:pt x="70" y="36"/>
                  </a:cubicBezTo>
                  <a:cubicBezTo>
                    <a:pt x="53" y="36"/>
                    <a:pt x="44" y="44"/>
                    <a:pt x="35" y="44"/>
                  </a:cubicBezTo>
                  <a:lnTo>
                    <a:pt x="1" y="44"/>
                  </a:lnTo>
                  <a:cubicBezTo>
                    <a:pt x="44" y="44"/>
                    <a:pt x="87" y="44"/>
                    <a:pt x="130" y="53"/>
                  </a:cubicBezTo>
                  <a:cubicBezTo>
                    <a:pt x="164" y="53"/>
                    <a:pt x="216" y="62"/>
                    <a:pt x="250" y="70"/>
                  </a:cubicBezTo>
                  <a:cubicBezTo>
                    <a:pt x="267" y="79"/>
                    <a:pt x="284" y="87"/>
                    <a:pt x="310" y="96"/>
                  </a:cubicBezTo>
                  <a:cubicBezTo>
                    <a:pt x="336" y="113"/>
                    <a:pt x="370" y="113"/>
                    <a:pt x="405" y="122"/>
                  </a:cubicBezTo>
                  <a:cubicBezTo>
                    <a:pt x="448" y="139"/>
                    <a:pt x="482" y="191"/>
                    <a:pt x="525" y="216"/>
                  </a:cubicBezTo>
                  <a:cubicBezTo>
                    <a:pt x="559" y="233"/>
                    <a:pt x="594" y="251"/>
                    <a:pt x="628" y="276"/>
                  </a:cubicBezTo>
                  <a:cubicBezTo>
                    <a:pt x="645" y="285"/>
                    <a:pt x="662" y="294"/>
                    <a:pt x="688" y="302"/>
                  </a:cubicBezTo>
                  <a:cubicBezTo>
                    <a:pt x="705" y="311"/>
                    <a:pt x="731" y="311"/>
                    <a:pt x="748" y="328"/>
                  </a:cubicBezTo>
                  <a:cubicBezTo>
                    <a:pt x="766" y="337"/>
                    <a:pt x="783" y="354"/>
                    <a:pt x="800" y="371"/>
                  </a:cubicBezTo>
                  <a:cubicBezTo>
                    <a:pt x="826" y="397"/>
                    <a:pt x="843" y="422"/>
                    <a:pt x="869" y="440"/>
                  </a:cubicBezTo>
                  <a:cubicBezTo>
                    <a:pt x="903" y="465"/>
                    <a:pt x="929" y="491"/>
                    <a:pt x="972" y="517"/>
                  </a:cubicBezTo>
                  <a:cubicBezTo>
                    <a:pt x="1006" y="534"/>
                    <a:pt x="1049" y="551"/>
                    <a:pt x="1075" y="577"/>
                  </a:cubicBezTo>
                  <a:cubicBezTo>
                    <a:pt x="1118" y="603"/>
                    <a:pt x="1144" y="646"/>
                    <a:pt x="1178" y="680"/>
                  </a:cubicBezTo>
                  <a:cubicBezTo>
                    <a:pt x="1212" y="715"/>
                    <a:pt x="1247" y="740"/>
                    <a:pt x="1272" y="775"/>
                  </a:cubicBezTo>
                  <a:cubicBezTo>
                    <a:pt x="1315" y="826"/>
                    <a:pt x="1341" y="869"/>
                    <a:pt x="1376" y="912"/>
                  </a:cubicBezTo>
                  <a:cubicBezTo>
                    <a:pt x="1410" y="955"/>
                    <a:pt x="1427" y="1015"/>
                    <a:pt x="1436" y="1067"/>
                  </a:cubicBezTo>
                  <a:cubicBezTo>
                    <a:pt x="1453" y="1118"/>
                    <a:pt x="1461" y="1170"/>
                    <a:pt x="1479" y="1221"/>
                  </a:cubicBezTo>
                  <a:lnTo>
                    <a:pt x="1479" y="1230"/>
                  </a:lnTo>
                  <a:cubicBezTo>
                    <a:pt x="1513" y="1316"/>
                    <a:pt x="1565" y="1333"/>
                    <a:pt x="1590" y="1419"/>
                  </a:cubicBezTo>
                  <a:cubicBezTo>
                    <a:pt x="1608" y="1462"/>
                    <a:pt x="1599" y="1574"/>
                    <a:pt x="1616" y="1617"/>
                  </a:cubicBezTo>
                  <a:cubicBezTo>
                    <a:pt x="1628" y="1635"/>
                    <a:pt x="1636" y="1653"/>
                    <a:pt x="1640" y="1670"/>
                  </a:cubicBezTo>
                  <a:lnTo>
                    <a:pt x="1640" y="1670"/>
                  </a:lnTo>
                  <a:cubicBezTo>
                    <a:pt x="1645" y="1661"/>
                    <a:pt x="1654" y="1652"/>
                    <a:pt x="1659" y="1642"/>
                  </a:cubicBezTo>
                  <a:cubicBezTo>
                    <a:pt x="1668" y="1617"/>
                    <a:pt x="1668" y="1591"/>
                    <a:pt x="1676" y="1565"/>
                  </a:cubicBezTo>
                  <a:cubicBezTo>
                    <a:pt x="1693" y="1531"/>
                    <a:pt x="1685" y="1505"/>
                    <a:pt x="1693" y="1471"/>
                  </a:cubicBezTo>
                  <a:cubicBezTo>
                    <a:pt x="1702" y="1445"/>
                    <a:pt x="1702" y="1410"/>
                    <a:pt x="1702" y="1376"/>
                  </a:cubicBezTo>
                  <a:cubicBezTo>
                    <a:pt x="1702" y="1350"/>
                    <a:pt x="1711" y="1333"/>
                    <a:pt x="1711" y="1307"/>
                  </a:cubicBezTo>
                  <a:cubicBezTo>
                    <a:pt x="1711" y="1282"/>
                    <a:pt x="1702" y="1256"/>
                    <a:pt x="1693" y="1230"/>
                  </a:cubicBezTo>
                  <a:cubicBezTo>
                    <a:pt x="1685" y="1161"/>
                    <a:pt x="1668" y="1101"/>
                    <a:pt x="1659" y="1041"/>
                  </a:cubicBezTo>
                  <a:cubicBezTo>
                    <a:pt x="1651" y="981"/>
                    <a:pt x="1659" y="921"/>
                    <a:pt x="1625" y="878"/>
                  </a:cubicBezTo>
                  <a:cubicBezTo>
                    <a:pt x="1599" y="843"/>
                    <a:pt x="1565" y="818"/>
                    <a:pt x="1539" y="792"/>
                  </a:cubicBezTo>
                  <a:cubicBezTo>
                    <a:pt x="1513" y="758"/>
                    <a:pt x="1513" y="723"/>
                    <a:pt x="1504" y="689"/>
                  </a:cubicBezTo>
                  <a:cubicBezTo>
                    <a:pt x="1487" y="663"/>
                    <a:pt x="1479" y="637"/>
                    <a:pt x="1461" y="620"/>
                  </a:cubicBezTo>
                  <a:cubicBezTo>
                    <a:pt x="1436" y="594"/>
                    <a:pt x="1419" y="569"/>
                    <a:pt x="1393" y="534"/>
                  </a:cubicBezTo>
                  <a:cubicBezTo>
                    <a:pt x="1350" y="491"/>
                    <a:pt x="1290" y="465"/>
                    <a:pt x="1255" y="405"/>
                  </a:cubicBezTo>
                  <a:lnTo>
                    <a:pt x="1238" y="380"/>
                  </a:lnTo>
                  <a:cubicBezTo>
                    <a:pt x="1230" y="362"/>
                    <a:pt x="1212" y="354"/>
                    <a:pt x="1195" y="337"/>
                  </a:cubicBezTo>
                  <a:cubicBezTo>
                    <a:pt x="1169" y="311"/>
                    <a:pt x="1144" y="285"/>
                    <a:pt x="1109" y="276"/>
                  </a:cubicBezTo>
                  <a:cubicBezTo>
                    <a:pt x="1083" y="268"/>
                    <a:pt x="1066" y="259"/>
                    <a:pt x="1041" y="251"/>
                  </a:cubicBezTo>
                  <a:cubicBezTo>
                    <a:pt x="1006" y="225"/>
                    <a:pt x="955" y="216"/>
                    <a:pt x="912" y="199"/>
                  </a:cubicBezTo>
                  <a:cubicBezTo>
                    <a:pt x="894" y="199"/>
                    <a:pt x="877" y="191"/>
                    <a:pt x="860" y="182"/>
                  </a:cubicBezTo>
                  <a:cubicBezTo>
                    <a:pt x="834" y="182"/>
                    <a:pt x="809" y="182"/>
                    <a:pt x="791" y="173"/>
                  </a:cubicBezTo>
                  <a:cubicBezTo>
                    <a:pt x="748" y="156"/>
                    <a:pt x="731" y="122"/>
                    <a:pt x="705" y="96"/>
                  </a:cubicBezTo>
                  <a:cubicBezTo>
                    <a:pt x="662" y="62"/>
                    <a:pt x="628" y="27"/>
                    <a:pt x="577" y="10"/>
                  </a:cubicBezTo>
                  <a:cubicBezTo>
                    <a:pt x="542" y="1"/>
                    <a:pt x="508" y="1"/>
                    <a:pt x="473" y="1"/>
                  </a:cubicBezTo>
                  <a:cubicBezTo>
                    <a:pt x="446" y="1"/>
                    <a:pt x="419" y="0"/>
                    <a:pt x="391" y="0"/>
                  </a:cubicBezTo>
                  <a:close/>
                  <a:moveTo>
                    <a:pt x="1640" y="1670"/>
                  </a:moveTo>
                  <a:cubicBezTo>
                    <a:pt x="1635" y="1678"/>
                    <a:pt x="1634" y="1686"/>
                    <a:pt x="1642" y="1694"/>
                  </a:cubicBezTo>
                  <a:cubicBezTo>
                    <a:pt x="1642" y="1686"/>
                    <a:pt x="1641" y="1678"/>
                    <a:pt x="1640" y="167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70" name="Google Shape;22670;p75"/>
            <p:cNvSpPr/>
            <p:nvPr/>
          </p:nvSpPr>
          <p:spPr>
            <a:xfrm>
              <a:off x="5752300" y="1334125"/>
              <a:ext cx="7525" cy="26000"/>
            </a:xfrm>
            <a:custGeom>
              <a:avLst/>
              <a:gdLst/>
              <a:ahLst/>
              <a:cxnLst/>
              <a:rect l="l" t="t" r="r" b="b"/>
              <a:pathLst>
                <a:path w="301" h="1040" extrusionOk="0">
                  <a:moveTo>
                    <a:pt x="103" y="0"/>
                  </a:moveTo>
                  <a:cubicBezTo>
                    <a:pt x="77" y="0"/>
                    <a:pt x="103" y="60"/>
                    <a:pt x="103" y="69"/>
                  </a:cubicBezTo>
                  <a:cubicBezTo>
                    <a:pt x="112" y="95"/>
                    <a:pt x="112" y="112"/>
                    <a:pt x="112" y="137"/>
                  </a:cubicBezTo>
                  <a:cubicBezTo>
                    <a:pt x="112" y="152"/>
                    <a:pt x="100" y="166"/>
                    <a:pt x="101" y="166"/>
                  </a:cubicBezTo>
                  <a:cubicBezTo>
                    <a:pt x="101" y="166"/>
                    <a:pt x="102" y="165"/>
                    <a:pt x="103" y="163"/>
                  </a:cubicBezTo>
                  <a:lnTo>
                    <a:pt x="103" y="180"/>
                  </a:lnTo>
                  <a:cubicBezTo>
                    <a:pt x="112" y="198"/>
                    <a:pt x="112" y="206"/>
                    <a:pt x="112" y="223"/>
                  </a:cubicBezTo>
                  <a:cubicBezTo>
                    <a:pt x="112" y="275"/>
                    <a:pt x="129" y="318"/>
                    <a:pt x="138" y="369"/>
                  </a:cubicBezTo>
                  <a:cubicBezTo>
                    <a:pt x="138" y="404"/>
                    <a:pt x="146" y="438"/>
                    <a:pt x="120" y="473"/>
                  </a:cubicBezTo>
                  <a:lnTo>
                    <a:pt x="103" y="498"/>
                  </a:lnTo>
                  <a:lnTo>
                    <a:pt x="95" y="533"/>
                  </a:lnTo>
                  <a:lnTo>
                    <a:pt x="86" y="558"/>
                  </a:lnTo>
                  <a:cubicBezTo>
                    <a:pt x="86" y="576"/>
                    <a:pt x="86" y="593"/>
                    <a:pt x="86" y="610"/>
                  </a:cubicBezTo>
                  <a:cubicBezTo>
                    <a:pt x="86" y="636"/>
                    <a:pt x="95" y="653"/>
                    <a:pt x="95" y="679"/>
                  </a:cubicBezTo>
                  <a:cubicBezTo>
                    <a:pt x="103" y="696"/>
                    <a:pt x="103" y="713"/>
                    <a:pt x="103" y="739"/>
                  </a:cubicBezTo>
                  <a:cubicBezTo>
                    <a:pt x="103" y="756"/>
                    <a:pt x="103" y="782"/>
                    <a:pt x="95" y="799"/>
                  </a:cubicBezTo>
                  <a:cubicBezTo>
                    <a:pt x="95" y="825"/>
                    <a:pt x="86" y="851"/>
                    <a:pt x="86" y="876"/>
                  </a:cubicBezTo>
                  <a:cubicBezTo>
                    <a:pt x="86" y="902"/>
                    <a:pt x="77" y="936"/>
                    <a:pt x="69" y="962"/>
                  </a:cubicBezTo>
                  <a:cubicBezTo>
                    <a:pt x="66" y="968"/>
                    <a:pt x="63" y="974"/>
                    <a:pt x="60" y="979"/>
                  </a:cubicBezTo>
                  <a:lnTo>
                    <a:pt x="60" y="979"/>
                  </a:lnTo>
                  <a:cubicBezTo>
                    <a:pt x="63" y="977"/>
                    <a:pt x="66" y="974"/>
                    <a:pt x="69" y="971"/>
                  </a:cubicBezTo>
                  <a:cubicBezTo>
                    <a:pt x="86" y="962"/>
                    <a:pt x="103" y="945"/>
                    <a:pt x="120" y="928"/>
                  </a:cubicBezTo>
                  <a:cubicBezTo>
                    <a:pt x="138" y="919"/>
                    <a:pt x="146" y="894"/>
                    <a:pt x="155" y="876"/>
                  </a:cubicBezTo>
                  <a:cubicBezTo>
                    <a:pt x="163" y="859"/>
                    <a:pt x="163" y="842"/>
                    <a:pt x="172" y="825"/>
                  </a:cubicBezTo>
                  <a:cubicBezTo>
                    <a:pt x="180" y="808"/>
                    <a:pt x="189" y="782"/>
                    <a:pt x="189" y="765"/>
                  </a:cubicBezTo>
                  <a:cubicBezTo>
                    <a:pt x="206" y="747"/>
                    <a:pt x="215" y="722"/>
                    <a:pt x="232" y="705"/>
                  </a:cubicBezTo>
                  <a:cubicBezTo>
                    <a:pt x="266" y="670"/>
                    <a:pt x="301" y="653"/>
                    <a:pt x="292" y="601"/>
                  </a:cubicBezTo>
                  <a:cubicBezTo>
                    <a:pt x="292" y="558"/>
                    <a:pt x="275" y="515"/>
                    <a:pt x="266" y="473"/>
                  </a:cubicBezTo>
                  <a:cubicBezTo>
                    <a:pt x="266" y="455"/>
                    <a:pt x="258" y="438"/>
                    <a:pt x="258" y="430"/>
                  </a:cubicBezTo>
                  <a:cubicBezTo>
                    <a:pt x="249" y="412"/>
                    <a:pt x="249" y="395"/>
                    <a:pt x="249" y="378"/>
                  </a:cubicBezTo>
                  <a:cubicBezTo>
                    <a:pt x="249" y="344"/>
                    <a:pt x="241" y="309"/>
                    <a:pt x="232" y="275"/>
                  </a:cubicBezTo>
                  <a:cubicBezTo>
                    <a:pt x="223" y="241"/>
                    <a:pt x="223" y="223"/>
                    <a:pt x="223" y="189"/>
                  </a:cubicBezTo>
                  <a:cubicBezTo>
                    <a:pt x="223" y="155"/>
                    <a:pt x="215" y="112"/>
                    <a:pt x="206" y="86"/>
                  </a:cubicBezTo>
                  <a:cubicBezTo>
                    <a:pt x="198" y="69"/>
                    <a:pt x="189" y="52"/>
                    <a:pt x="180" y="43"/>
                  </a:cubicBezTo>
                  <a:lnTo>
                    <a:pt x="163" y="17"/>
                  </a:lnTo>
                  <a:lnTo>
                    <a:pt x="138" y="17"/>
                  </a:lnTo>
                  <a:lnTo>
                    <a:pt x="120" y="9"/>
                  </a:lnTo>
                  <a:lnTo>
                    <a:pt x="103" y="0"/>
                  </a:lnTo>
                  <a:close/>
                  <a:moveTo>
                    <a:pt x="60" y="979"/>
                  </a:moveTo>
                  <a:lnTo>
                    <a:pt x="60" y="979"/>
                  </a:lnTo>
                  <a:cubicBezTo>
                    <a:pt x="46" y="993"/>
                    <a:pt x="32" y="1007"/>
                    <a:pt x="17" y="1014"/>
                  </a:cubicBezTo>
                  <a:lnTo>
                    <a:pt x="0" y="1040"/>
                  </a:lnTo>
                  <a:cubicBezTo>
                    <a:pt x="17" y="1031"/>
                    <a:pt x="34" y="1022"/>
                    <a:pt x="43" y="1014"/>
                  </a:cubicBezTo>
                  <a:cubicBezTo>
                    <a:pt x="49" y="1002"/>
                    <a:pt x="54" y="991"/>
                    <a:pt x="60" y="979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71" name="Google Shape;22671;p75"/>
            <p:cNvSpPr/>
            <p:nvPr/>
          </p:nvSpPr>
          <p:spPr>
            <a:xfrm>
              <a:off x="5697950" y="1327025"/>
              <a:ext cx="29875" cy="34925"/>
            </a:xfrm>
            <a:custGeom>
              <a:avLst/>
              <a:gdLst/>
              <a:ahLst/>
              <a:cxnLst/>
              <a:rect l="l" t="t" r="r" b="b"/>
              <a:pathLst>
                <a:path w="1195" h="1397" extrusionOk="0">
                  <a:moveTo>
                    <a:pt x="799" y="396"/>
                  </a:moveTo>
                  <a:lnTo>
                    <a:pt x="805" y="401"/>
                  </a:lnTo>
                  <a:lnTo>
                    <a:pt x="805" y="401"/>
                  </a:lnTo>
                  <a:cubicBezTo>
                    <a:pt x="804" y="398"/>
                    <a:pt x="802" y="396"/>
                    <a:pt x="799" y="396"/>
                  </a:cubicBezTo>
                  <a:close/>
                  <a:moveTo>
                    <a:pt x="1031" y="0"/>
                  </a:moveTo>
                  <a:cubicBezTo>
                    <a:pt x="1049" y="35"/>
                    <a:pt x="1049" y="78"/>
                    <a:pt x="1057" y="121"/>
                  </a:cubicBezTo>
                  <a:cubicBezTo>
                    <a:pt x="1066" y="172"/>
                    <a:pt x="1074" y="207"/>
                    <a:pt x="1066" y="258"/>
                  </a:cubicBezTo>
                  <a:cubicBezTo>
                    <a:pt x="1057" y="327"/>
                    <a:pt x="1031" y="404"/>
                    <a:pt x="1006" y="473"/>
                  </a:cubicBezTo>
                  <a:lnTo>
                    <a:pt x="980" y="430"/>
                  </a:lnTo>
                  <a:cubicBezTo>
                    <a:pt x="963" y="413"/>
                    <a:pt x="954" y="396"/>
                    <a:pt x="937" y="379"/>
                  </a:cubicBezTo>
                  <a:cubicBezTo>
                    <a:pt x="920" y="387"/>
                    <a:pt x="937" y="413"/>
                    <a:pt x="920" y="421"/>
                  </a:cubicBezTo>
                  <a:cubicBezTo>
                    <a:pt x="903" y="387"/>
                    <a:pt x="903" y="344"/>
                    <a:pt x="894" y="310"/>
                  </a:cubicBezTo>
                  <a:cubicBezTo>
                    <a:pt x="885" y="275"/>
                    <a:pt x="868" y="250"/>
                    <a:pt x="860" y="215"/>
                  </a:cubicBezTo>
                  <a:cubicBezTo>
                    <a:pt x="851" y="198"/>
                    <a:pt x="842" y="181"/>
                    <a:pt x="834" y="164"/>
                  </a:cubicBezTo>
                  <a:cubicBezTo>
                    <a:pt x="825" y="147"/>
                    <a:pt x="817" y="112"/>
                    <a:pt x="799" y="112"/>
                  </a:cubicBezTo>
                  <a:cubicBezTo>
                    <a:pt x="799" y="112"/>
                    <a:pt x="799" y="112"/>
                    <a:pt x="774" y="138"/>
                  </a:cubicBezTo>
                  <a:cubicBezTo>
                    <a:pt x="808" y="164"/>
                    <a:pt x="799" y="232"/>
                    <a:pt x="808" y="267"/>
                  </a:cubicBezTo>
                  <a:cubicBezTo>
                    <a:pt x="808" y="310"/>
                    <a:pt x="808" y="361"/>
                    <a:pt x="808" y="404"/>
                  </a:cubicBezTo>
                  <a:lnTo>
                    <a:pt x="805" y="401"/>
                  </a:lnTo>
                  <a:lnTo>
                    <a:pt x="805" y="401"/>
                  </a:lnTo>
                  <a:cubicBezTo>
                    <a:pt x="808" y="410"/>
                    <a:pt x="808" y="426"/>
                    <a:pt x="808" y="439"/>
                  </a:cubicBezTo>
                  <a:cubicBezTo>
                    <a:pt x="817" y="464"/>
                    <a:pt x="825" y="490"/>
                    <a:pt x="825" y="516"/>
                  </a:cubicBezTo>
                  <a:cubicBezTo>
                    <a:pt x="834" y="559"/>
                    <a:pt x="817" y="585"/>
                    <a:pt x="799" y="619"/>
                  </a:cubicBezTo>
                  <a:cubicBezTo>
                    <a:pt x="782" y="602"/>
                    <a:pt x="782" y="576"/>
                    <a:pt x="765" y="542"/>
                  </a:cubicBezTo>
                  <a:cubicBezTo>
                    <a:pt x="765" y="533"/>
                    <a:pt x="731" y="473"/>
                    <a:pt x="722" y="464"/>
                  </a:cubicBezTo>
                  <a:lnTo>
                    <a:pt x="705" y="516"/>
                  </a:lnTo>
                  <a:cubicBezTo>
                    <a:pt x="696" y="533"/>
                    <a:pt x="688" y="550"/>
                    <a:pt x="671" y="568"/>
                  </a:cubicBezTo>
                  <a:cubicBezTo>
                    <a:pt x="662" y="585"/>
                    <a:pt x="662" y="602"/>
                    <a:pt x="645" y="619"/>
                  </a:cubicBezTo>
                  <a:cubicBezTo>
                    <a:pt x="619" y="662"/>
                    <a:pt x="567" y="714"/>
                    <a:pt x="567" y="765"/>
                  </a:cubicBezTo>
                  <a:lnTo>
                    <a:pt x="576" y="739"/>
                  </a:lnTo>
                  <a:lnTo>
                    <a:pt x="585" y="774"/>
                  </a:lnTo>
                  <a:cubicBezTo>
                    <a:pt x="593" y="808"/>
                    <a:pt x="576" y="842"/>
                    <a:pt x="559" y="877"/>
                  </a:cubicBezTo>
                  <a:cubicBezTo>
                    <a:pt x="533" y="911"/>
                    <a:pt x="499" y="937"/>
                    <a:pt x="464" y="954"/>
                  </a:cubicBezTo>
                  <a:cubicBezTo>
                    <a:pt x="447" y="963"/>
                    <a:pt x="439" y="971"/>
                    <a:pt x="421" y="980"/>
                  </a:cubicBezTo>
                  <a:lnTo>
                    <a:pt x="413" y="989"/>
                  </a:lnTo>
                  <a:cubicBezTo>
                    <a:pt x="407" y="993"/>
                    <a:pt x="401" y="994"/>
                    <a:pt x="395" y="994"/>
                  </a:cubicBezTo>
                  <a:cubicBezTo>
                    <a:pt x="376" y="994"/>
                    <a:pt x="357" y="976"/>
                    <a:pt x="344" y="963"/>
                  </a:cubicBezTo>
                  <a:cubicBezTo>
                    <a:pt x="310" y="928"/>
                    <a:pt x="284" y="894"/>
                    <a:pt x="241" y="885"/>
                  </a:cubicBezTo>
                  <a:lnTo>
                    <a:pt x="224" y="920"/>
                  </a:lnTo>
                  <a:cubicBezTo>
                    <a:pt x="220" y="921"/>
                    <a:pt x="216" y="922"/>
                    <a:pt x="212" y="922"/>
                  </a:cubicBezTo>
                  <a:cubicBezTo>
                    <a:pt x="194" y="922"/>
                    <a:pt x="171" y="911"/>
                    <a:pt x="164" y="911"/>
                  </a:cubicBezTo>
                  <a:cubicBezTo>
                    <a:pt x="138" y="903"/>
                    <a:pt x="121" y="894"/>
                    <a:pt x="104" y="885"/>
                  </a:cubicBezTo>
                  <a:cubicBezTo>
                    <a:pt x="95" y="911"/>
                    <a:pt x="86" y="928"/>
                    <a:pt x="86" y="963"/>
                  </a:cubicBezTo>
                  <a:cubicBezTo>
                    <a:pt x="78" y="1006"/>
                    <a:pt x="69" y="1040"/>
                    <a:pt x="52" y="1074"/>
                  </a:cubicBezTo>
                  <a:cubicBezTo>
                    <a:pt x="43" y="1092"/>
                    <a:pt x="43" y="1109"/>
                    <a:pt x="43" y="1117"/>
                  </a:cubicBezTo>
                  <a:lnTo>
                    <a:pt x="18" y="1152"/>
                  </a:lnTo>
                  <a:cubicBezTo>
                    <a:pt x="0" y="1178"/>
                    <a:pt x="18" y="1195"/>
                    <a:pt x="35" y="1220"/>
                  </a:cubicBezTo>
                  <a:cubicBezTo>
                    <a:pt x="52" y="1272"/>
                    <a:pt x="78" y="1306"/>
                    <a:pt x="121" y="1332"/>
                  </a:cubicBezTo>
                  <a:cubicBezTo>
                    <a:pt x="172" y="1367"/>
                    <a:pt x="207" y="1392"/>
                    <a:pt x="267" y="1392"/>
                  </a:cubicBezTo>
                  <a:cubicBezTo>
                    <a:pt x="295" y="1392"/>
                    <a:pt x="324" y="1388"/>
                    <a:pt x="355" y="1388"/>
                  </a:cubicBezTo>
                  <a:cubicBezTo>
                    <a:pt x="371" y="1388"/>
                    <a:pt x="387" y="1389"/>
                    <a:pt x="404" y="1392"/>
                  </a:cubicBezTo>
                  <a:cubicBezTo>
                    <a:pt x="421" y="1392"/>
                    <a:pt x="435" y="1396"/>
                    <a:pt x="449" y="1396"/>
                  </a:cubicBezTo>
                  <a:cubicBezTo>
                    <a:pt x="457" y="1396"/>
                    <a:pt x="464" y="1395"/>
                    <a:pt x="473" y="1392"/>
                  </a:cubicBezTo>
                  <a:cubicBezTo>
                    <a:pt x="482" y="1384"/>
                    <a:pt x="499" y="1375"/>
                    <a:pt x="507" y="1367"/>
                  </a:cubicBezTo>
                  <a:cubicBezTo>
                    <a:pt x="533" y="1358"/>
                    <a:pt x="567" y="1349"/>
                    <a:pt x="593" y="1332"/>
                  </a:cubicBezTo>
                  <a:cubicBezTo>
                    <a:pt x="628" y="1315"/>
                    <a:pt x="645" y="1306"/>
                    <a:pt x="688" y="1306"/>
                  </a:cubicBezTo>
                  <a:cubicBezTo>
                    <a:pt x="705" y="1306"/>
                    <a:pt x="722" y="1306"/>
                    <a:pt x="739" y="1298"/>
                  </a:cubicBezTo>
                  <a:cubicBezTo>
                    <a:pt x="774" y="1281"/>
                    <a:pt x="799" y="1263"/>
                    <a:pt x="834" y="1238"/>
                  </a:cubicBezTo>
                  <a:cubicBezTo>
                    <a:pt x="851" y="1220"/>
                    <a:pt x="877" y="1212"/>
                    <a:pt x="894" y="1195"/>
                  </a:cubicBezTo>
                  <a:cubicBezTo>
                    <a:pt x="920" y="1178"/>
                    <a:pt x="928" y="1152"/>
                    <a:pt x="945" y="1117"/>
                  </a:cubicBezTo>
                  <a:cubicBezTo>
                    <a:pt x="954" y="1100"/>
                    <a:pt x="988" y="1066"/>
                    <a:pt x="1006" y="1057"/>
                  </a:cubicBezTo>
                  <a:cubicBezTo>
                    <a:pt x="1031" y="1040"/>
                    <a:pt x="1057" y="1040"/>
                    <a:pt x="1074" y="1014"/>
                  </a:cubicBezTo>
                  <a:cubicBezTo>
                    <a:pt x="1100" y="989"/>
                    <a:pt x="1100" y="963"/>
                    <a:pt x="1117" y="928"/>
                  </a:cubicBezTo>
                  <a:cubicBezTo>
                    <a:pt x="1143" y="868"/>
                    <a:pt x="1143" y="791"/>
                    <a:pt x="1143" y="722"/>
                  </a:cubicBezTo>
                  <a:cubicBezTo>
                    <a:pt x="1143" y="662"/>
                    <a:pt x="1152" y="602"/>
                    <a:pt x="1160" y="542"/>
                  </a:cubicBezTo>
                  <a:cubicBezTo>
                    <a:pt x="1177" y="490"/>
                    <a:pt x="1186" y="439"/>
                    <a:pt x="1195" y="387"/>
                  </a:cubicBezTo>
                  <a:cubicBezTo>
                    <a:pt x="1195" y="370"/>
                    <a:pt x="1186" y="344"/>
                    <a:pt x="1186" y="318"/>
                  </a:cubicBezTo>
                  <a:cubicBezTo>
                    <a:pt x="1177" y="301"/>
                    <a:pt x="1177" y="284"/>
                    <a:pt x="1177" y="267"/>
                  </a:cubicBezTo>
                  <a:cubicBezTo>
                    <a:pt x="1169" y="232"/>
                    <a:pt x="1160" y="198"/>
                    <a:pt x="1143" y="164"/>
                  </a:cubicBezTo>
                  <a:cubicBezTo>
                    <a:pt x="1126" y="95"/>
                    <a:pt x="1066" y="52"/>
                    <a:pt x="1031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72" name="Google Shape;22672;p75"/>
            <p:cNvSpPr/>
            <p:nvPr/>
          </p:nvSpPr>
          <p:spPr>
            <a:xfrm>
              <a:off x="5689775" y="1307950"/>
              <a:ext cx="27525" cy="21450"/>
            </a:xfrm>
            <a:custGeom>
              <a:avLst/>
              <a:gdLst/>
              <a:ahLst/>
              <a:cxnLst/>
              <a:rect l="l" t="t" r="r" b="b"/>
              <a:pathLst>
                <a:path w="1101" h="858" extrusionOk="0">
                  <a:moveTo>
                    <a:pt x="620" y="0"/>
                  </a:moveTo>
                  <a:cubicBezTo>
                    <a:pt x="611" y="0"/>
                    <a:pt x="602" y="2"/>
                    <a:pt x="594" y="7"/>
                  </a:cubicBezTo>
                  <a:cubicBezTo>
                    <a:pt x="577" y="16"/>
                    <a:pt x="559" y="33"/>
                    <a:pt x="551" y="42"/>
                  </a:cubicBezTo>
                  <a:cubicBezTo>
                    <a:pt x="534" y="59"/>
                    <a:pt x="534" y="59"/>
                    <a:pt x="516" y="68"/>
                  </a:cubicBezTo>
                  <a:lnTo>
                    <a:pt x="448" y="68"/>
                  </a:lnTo>
                  <a:cubicBezTo>
                    <a:pt x="431" y="76"/>
                    <a:pt x="413" y="102"/>
                    <a:pt x="396" y="102"/>
                  </a:cubicBezTo>
                  <a:lnTo>
                    <a:pt x="362" y="119"/>
                  </a:lnTo>
                  <a:lnTo>
                    <a:pt x="327" y="136"/>
                  </a:lnTo>
                  <a:cubicBezTo>
                    <a:pt x="310" y="145"/>
                    <a:pt x="310" y="162"/>
                    <a:pt x="293" y="179"/>
                  </a:cubicBezTo>
                  <a:cubicBezTo>
                    <a:pt x="276" y="205"/>
                    <a:pt x="242" y="214"/>
                    <a:pt x="224" y="222"/>
                  </a:cubicBezTo>
                  <a:cubicBezTo>
                    <a:pt x="199" y="231"/>
                    <a:pt x="181" y="239"/>
                    <a:pt x="173" y="257"/>
                  </a:cubicBezTo>
                  <a:cubicBezTo>
                    <a:pt x="138" y="291"/>
                    <a:pt x="113" y="343"/>
                    <a:pt x="95" y="394"/>
                  </a:cubicBezTo>
                  <a:cubicBezTo>
                    <a:pt x="95" y="420"/>
                    <a:pt x="87" y="446"/>
                    <a:pt x="78" y="471"/>
                  </a:cubicBezTo>
                  <a:cubicBezTo>
                    <a:pt x="70" y="489"/>
                    <a:pt x="61" y="506"/>
                    <a:pt x="52" y="523"/>
                  </a:cubicBezTo>
                  <a:cubicBezTo>
                    <a:pt x="52" y="540"/>
                    <a:pt x="52" y="557"/>
                    <a:pt x="52" y="566"/>
                  </a:cubicBezTo>
                  <a:cubicBezTo>
                    <a:pt x="48" y="538"/>
                    <a:pt x="43" y="530"/>
                    <a:pt x="40" y="530"/>
                  </a:cubicBezTo>
                  <a:cubicBezTo>
                    <a:pt x="37" y="530"/>
                    <a:pt x="35" y="536"/>
                    <a:pt x="35" y="540"/>
                  </a:cubicBezTo>
                  <a:lnTo>
                    <a:pt x="27" y="574"/>
                  </a:lnTo>
                  <a:cubicBezTo>
                    <a:pt x="27" y="600"/>
                    <a:pt x="10" y="609"/>
                    <a:pt x="1" y="635"/>
                  </a:cubicBezTo>
                  <a:lnTo>
                    <a:pt x="1" y="652"/>
                  </a:lnTo>
                  <a:cubicBezTo>
                    <a:pt x="1" y="669"/>
                    <a:pt x="1" y="695"/>
                    <a:pt x="1" y="721"/>
                  </a:cubicBezTo>
                  <a:cubicBezTo>
                    <a:pt x="1" y="738"/>
                    <a:pt x="1" y="755"/>
                    <a:pt x="1" y="781"/>
                  </a:cubicBezTo>
                  <a:cubicBezTo>
                    <a:pt x="10" y="806"/>
                    <a:pt x="18" y="832"/>
                    <a:pt x="18" y="858"/>
                  </a:cubicBezTo>
                  <a:lnTo>
                    <a:pt x="35" y="824"/>
                  </a:lnTo>
                  <a:cubicBezTo>
                    <a:pt x="52" y="806"/>
                    <a:pt x="52" y="789"/>
                    <a:pt x="52" y="772"/>
                  </a:cubicBezTo>
                  <a:cubicBezTo>
                    <a:pt x="61" y="738"/>
                    <a:pt x="61" y="712"/>
                    <a:pt x="70" y="686"/>
                  </a:cubicBezTo>
                  <a:cubicBezTo>
                    <a:pt x="87" y="660"/>
                    <a:pt x="95" y="643"/>
                    <a:pt x="113" y="635"/>
                  </a:cubicBezTo>
                  <a:cubicBezTo>
                    <a:pt x="130" y="626"/>
                    <a:pt x="138" y="609"/>
                    <a:pt x="147" y="592"/>
                  </a:cubicBezTo>
                  <a:cubicBezTo>
                    <a:pt x="173" y="549"/>
                    <a:pt x="199" y="506"/>
                    <a:pt x="233" y="463"/>
                  </a:cubicBezTo>
                  <a:cubicBezTo>
                    <a:pt x="267" y="420"/>
                    <a:pt x="302" y="394"/>
                    <a:pt x="327" y="351"/>
                  </a:cubicBezTo>
                  <a:cubicBezTo>
                    <a:pt x="362" y="282"/>
                    <a:pt x="422" y="248"/>
                    <a:pt x="482" y="248"/>
                  </a:cubicBezTo>
                  <a:cubicBezTo>
                    <a:pt x="516" y="248"/>
                    <a:pt x="551" y="257"/>
                    <a:pt x="577" y="257"/>
                  </a:cubicBezTo>
                  <a:cubicBezTo>
                    <a:pt x="602" y="248"/>
                    <a:pt x="620" y="239"/>
                    <a:pt x="628" y="222"/>
                  </a:cubicBezTo>
                  <a:lnTo>
                    <a:pt x="654" y="188"/>
                  </a:lnTo>
                  <a:lnTo>
                    <a:pt x="662" y="179"/>
                  </a:lnTo>
                  <a:lnTo>
                    <a:pt x="705" y="162"/>
                  </a:lnTo>
                  <a:cubicBezTo>
                    <a:pt x="723" y="154"/>
                    <a:pt x="731" y="145"/>
                    <a:pt x="748" y="136"/>
                  </a:cubicBezTo>
                  <a:lnTo>
                    <a:pt x="774" y="119"/>
                  </a:lnTo>
                  <a:lnTo>
                    <a:pt x="800" y="93"/>
                  </a:lnTo>
                  <a:cubicBezTo>
                    <a:pt x="817" y="76"/>
                    <a:pt x="851" y="76"/>
                    <a:pt x="869" y="76"/>
                  </a:cubicBezTo>
                  <a:cubicBezTo>
                    <a:pt x="920" y="76"/>
                    <a:pt x="972" y="93"/>
                    <a:pt x="1023" y="93"/>
                  </a:cubicBezTo>
                  <a:lnTo>
                    <a:pt x="1066" y="102"/>
                  </a:lnTo>
                  <a:lnTo>
                    <a:pt x="1101" y="102"/>
                  </a:lnTo>
                  <a:lnTo>
                    <a:pt x="1058" y="76"/>
                  </a:lnTo>
                  <a:cubicBezTo>
                    <a:pt x="1041" y="68"/>
                    <a:pt x="1023" y="59"/>
                    <a:pt x="1006" y="50"/>
                  </a:cubicBezTo>
                  <a:cubicBezTo>
                    <a:pt x="980" y="42"/>
                    <a:pt x="955" y="42"/>
                    <a:pt x="937" y="33"/>
                  </a:cubicBezTo>
                  <a:cubicBezTo>
                    <a:pt x="930" y="31"/>
                    <a:pt x="923" y="31"/>
                    <a:pt x="915" y="31"/>
                  </a:cubicBezTo>
                  <a:cubicBezTo>
                    <a:pt x="893" y="31"/>
                    <a:pt x="870" y="36"/>
                    <a:pt x="849" y="36"/>
                  </a:cubicBezTo>
                  <a:cubicBezTo>
                    <a:pt x="841" y="36"/>
                    <a:pt x="833" y="35"/>
                    <a:pt x="826" y="33"/>
                  </a:cubicBezTo>
                  <a:cubicBezTo>
                    <a:pt x="774" y="25"/>
                    <a:pt x="731" y="16"/>
                    <a:pt x="688" y="16"/>
                  </a:cubicBezTo>
                  <a:cubicBezTo>
                    <a:pt x="665" y="10"/>
                    <a:pt x="641" y="0"/>
                    <a:pt x="620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73" name="Google Shape;22673;p75"/>
            <p:cNvSpPr/>
            <p:nvPr/>
          </p:nvSpPr>
          <p:spPr>
            <a:xfrm>
              <a:off x="5693225" y="1318825"/>
              <a:ext cx="29225" cy="37875"/>
            </a:xfrm>
            <a:custGeom>
              <a:avLst/>
              <a:gdLst/>
              <a:ahLst/>
              <a:cxnLst/>
              <a:rect l="l" t="t" r="r" b="b"/>
              <a:pathLst>
                <a:path w="1169" h="1515" extrusionOk="0">
                  <a:moveTo>
                    <a:pt x="771" y="1"/>
                  </a:moveTo>
                  <a:cubicBezTo>
                    <a:pt x="747" y="1"/>
                    <a:pt x="725" y="6"/>
                    <a:pt x="705" y="11"/>
                  </a:cubicBezTo>
                  <a:cubicBezTo>
                    <a:pt x="662" y="19"/>
                    <a:pt x="628" y="36"/>
                    <a:pt x="593" y="62"/>
                  </a:cubicBezTo>
                  <a:cubicBezTo>
                    <a:pt x="550" y="88"/>
                    <a:pt x="490" y="88"/>
                    <a:pt x="447" y="122"/>
                  </a:cubicBezTo>
                  <a:cubicBezTo>
                    <a:pt x="421" y="139"/>
                    <a:pt x="396" y="165"/>
                    <a:pt x="370" y="182"/>
                  </a:cubicBezTo>
                  <a:cubicBezTo>
                    <a:pt x="335" y="200"/>
                    <a:pt x="301" y="217"/>
                    <a:pt x="275" y="251"/>
                  </a:cubicBezTo>
                  <a:cubicBezTo>
                    <a:pt x="232" y="294"/>
                    <a:pt x="172" y="311"/>
                    <a:pt x="129" y="346"/>
                  </a:cubicBezTo>
                  <a:cubicBezTo>
                    <a:pt x="104" y="363"/>
                    <a:pt x="78" y="397"/>
                    <a:pt x="61" y="423"/>
                  </a:cubicBezTo>
                  <a:cubicBezTo>
                    <a:pt x="35" y="449"/>
                    <a:pt x="18" y="509"/>
                    <a:pt x="9" y="543"/>
                  </a:cubicBezTo>
                  <a:cubicBezTo>
                    <a:pt x="9" y="595"/>
                    <a:pt x="18" y="655"/>
                    <a:pt x="18" y="707"/>
                  </a:cubicBezTo>
                  <a:cubicBezTo>
                    <a:pt x="9" y="749"/>
                    <a:pt x="0" y="784"/>
                    <a:pt x="0" y="835"/>
                  </a:cubicBezTo>
                  <a:cubicBezTo>
                    <a:pt x="0" y="853"/>
                    <a:pt x="18" y="870"/>
                    <a:pt x="18" y="896"/>
                  </a:cubicBezTo>
                  <a:lnTo>
                    <a:pt x="18" y="930"/>
                  </a:lnTo>
                  <a:cubicBezTo>
                    <a:pt x="18" y="947"/>
                    <a:pt x="26" y="956"/>
                    <a:pt x="35" y="973"/>
                  </a:cubicBezTo>
                  <a:cubicBezTo>
                    <a:pt x="35" y="999"/>
                    <a:pt x="35" y="1016"/>
                    <a:pt x="43" y="1042"/>
                  </a:cubicBezTo>
                  <a:cubicBezTo>
                    <a:pt x="61" y="1085"/>
                    <a:pt x="78" y="1136"/>
                    <a:pt x="95" y="1179"/>
                  </a:cubicBezTo>
                  <a:cubicBezTo>
                    <a:pt x="104" y="1222"/>
                    <a:pt x="138" y="1256"/>
                    <a:pt x="164" y="1299"/>
                  </a:cubicBezTo>
                  <a:cubicBezTo>
                    <a:pt x="189" y="1334"/>
                    <a:pt x="215" y="1368"/>
                    <a:pt x="241" y="1402"/>
                  </a:cubicBezTo>
                  <a:cubicBezTo>
                    <a:pt x="250" y="1420"/>
                    <a:pt x="267" y="1428"/>
                    <a:pt x="275" y="1445"/>
                  </a:cubicBezTo>
                  <a:cubicBezTo>
                    <a:pt x="279" y="1449"/>
                    <a:pt x="282" y="1453"/>
                    <a:pt x="285" y="1458"/>
                  </a:cubicBezTo>
                  <a:lnTo>
                    <a:pt x="285" y="1458"/>
                  </a:lnTo>
                  <a:cubicBezTo>
                    <a:pt x="284" y="1453"/>
                    <a:pt x="284" y="1448"/>
                    <a:pt x="284" y="1445"/>
                  </a:cubicBezTo>
                  <a:cubicBezTo>
                    <a:pt x="275" y="1428"/>
                    <a:pt x="284" y="1411"/>
                    <a:pt x="275" y="1402"/>
                  </a:cubicBezTo>
                  <a:cubicBezTo>
                    <a:pt x="275" y="1385"/>
                    <a:pt x="267" y="1377"/>
                    <a:pt x="267" y="1359"/>
                  </a:cubicBezTo>
                  <a:cubicBezTo>
                    <a:pt x="258" y="1325"/>
                    <a:pt x="258" y="1308"/>
                    <a:pt x="284" y="1291"/>
                  </a:cubicBezTo>
                  <a:cubicBezTo>
                    <a:pt x="301" y="1274"/>
                    <a:pt x="344" y="1256"/>
                    <a:pt x="353" y="1239"/>
                  </a:cubicBezTo>
                  <a:cubicBezTo>
                    <a:pt x="353" y="1213"/>
                    <a:pt x="327" y="1179"/>
                    <a:pt x="318" y="1162"/>
                  </a:cubicBezTo>
                  <a:cubicBezTo>
                    <a:pt x="301" y="1136"/>
                    <a:pt x="293" y="1110"/>
                    <a:pt x="284" y="1093"/>
                  </a:cubicBezTo>
                  <a:cubicBezTo>
                    <a:pt x="250" y="1024"/>
                    <a:pt x="250" y="947"/>
                    <a:pt x="267" y="887"/>
                  </a:cubicBezTo>
                  <a:cubicBezTo>
                    <a:pt x="284" y="853"/>
                    <a:pt x="284" y="818"/>
                    <a:pt x="284" y="784"/>
                  </a:cubicBezTo>
                  <a:cubicBezTo>
                    <a:pt x="284" y="749"/>
                    <a:pt x="301" y="715"/>
                    <a:pt x="318" y="681"/>
                  </a:cubicBezTo>
                  <a:cubicBezTo>
                    <a:pt x="353" y="612"/>
                    <a:pt x="370" y="518"/>
                    <a:pt x="413" y="449"/>
                  </a:cubicBezTo>
                  <a:cubicBezTo>
                    <a:pt x="422" y="431"/>
                    <a:pt x="433" y="426"/>
                    <a:pt x="445" y="426"/>
                  </a:cubicBezTo>
                  <a:cubicBezTo>
                    <a:pt x="457" y="426"/>
                    <a:pt x="470" y="431"/>
                    <a:pt x="483" y="431"/>
                  </a:cubicBezTo>
                  <a:cubicBezTo>
                    <a:pt x="494" y="431"/>
                    <a:pt x="505" y="428"/>
                    <a:pt x="516" y="414"/>
                  </a:cubicBezTo>
                  <a:cubicBezTo>
                    <a:pt x="550" y="371"/>
                    <a:pt x="585" y="346"/>
                    <a:pt x="628" y="337"/>
                  </a:cubicBezTo>
                  <a:cubicBezTo>
                    <a:pt x="671" y="320"/>
                    <a:pt x="696" y="320"/>
                    <a:pt x="731" y="311"/>
                  </a:cubicBezTo>
                  <a:cubicBezTo>
                    <a:pt x="752" y="300"/>
                    <a:pt x="778" y="290"/>
                    <a:pt x="800" y="290"/>
                  </a:cubicBezTo>
                  <a:cubicBezTo>
                    <a:pt x="813" y="290"/>
                    <a:pt x="824" y="293"/>
                    <a:pt x="834" y="303"/>
                  </a:cubicBezTo>
                  <a:cubicBezTo>
                    <a:pt x="851" y="320"/>
                    <a:pt x="868" y="346"/>
                    <a:pt x="885" y="354"/>
                  </a:cubicBezTo>
                  <a:cubicBezTo>
                    <a:pt x="892" y="358"/>
                    <a:pt x="899" y="359"/>
                    <a:pt x="906" y="359"/>
                  </a:cubicBezTo>
                  <a:cubicBezTo>
                    <a:pt x="937" y="359"/>
                    <a:pt x="973" y="335"/>
                    <a:pt x="1014" y="328"/>
                  </a:cubicBezTo>
                  <a:lnTo>
                    <a:pt x="1040" y="380"/>
                  </a:lnTo>
                  <a:lnTo>
                    <a:pt x="1057" y="397"/>
                  </a:lnTo>
                  <a:lnTo>
                    <a:pt x="1100" y="440"/>
                  </a:lnTo>
                  <a:cubicBezTo>
                    <a:pt x="1100" y="406"/>
                    <a:pt x="1134" y="380"/>
                    <a:pt x="1143" y="346"/>
                  </a:cubicBezTo>
                  <a:cubicBezTo>
                    <a:pt x="1169" y="303"/>
                    <a:pt x="1152" y="286"/>
                    <a:pt x="1134" y="243"/>
                  </a:cubicBezTo>
                  <a:cubicBezTo>
                    <a:pt x="1100" y="182"/>
                    <a:pt x="1040" y="122"/>
                    <a:pt x="988" y="71"/>
                  </a:cubicBezTo>
                  <a:cubicBezTo>
                    <a:pt x="963" y="54"/>
                    <a:pt x="954" y="45"/>
                    <a:pt x="920" y="45"/>
                  </a:cubicBezTo>
                  <a:cubicBezTo>
                    <a:pt x="885" y="36"/>
                    <a:pt x="860" y="19"/>
                    <a:pt x="825" y="11"/>
                  </a:cubicBezTo>
                  <a:cubicBezTo>
                    <a:pt x="807" y="3"/>
                    <a:pt x="789" y="1"/>
                    <a:pt x="771" y="1"/>
                  </a:cubicBezTo>
                  <a:close/>
                  <a:moveTo>
                    <a:pt x="285" y="1458"/>
                  </a:moveTo>
                  <a:cubicBezTo>
                    <a:pt x="288" y="1480"/>
                    <a:pt x="297" y="1514"/>
                    <a:pt x="318" y="1514"/>
                  </a:cubicBezTo>
                  <a:cubicBezTo>
                    <a:pt x="305" y="1500"/>
                    <a:pt x="296" y="1476"/>
                    <a:pt x="285" y="1458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2674" name="Google Shape;22674;p75"/>
          <p:cNvGrpSpPr/>
          <p:nvPr/>
        </p:nvGrpSpPr>
        <p:grpSpPr>
          <a:xfrm>
            <a:off x="3033930" y="4871125"/>
            <a:ext cx="464693" cy="328425"/>
            <a:chOff x="5658425" y="1270850"/>
            <a:chExt cx="179800" cy="127075"/>
          </a:xfrm>
        </p:grpSpPr>
        <p:sp>
          <p:nvSpPr>
            <p:cNvPr id="22675" name="Google Shape;22675;p75"/>
            <p:cNvSpPr/>
            <p:nvPr/>
          </p:nvSpPr>
          <p:spPr>
            <a:xfrm>
              <a:off x="5704400" y="1271825"/>
              <a:ext cx="133825" cy="126100"/>
            </a:xfrm>
            <a:custGeom>
              <a:avLst/>
              <a:gdLst/>
              <a:ahLst/>
              <a:cxnLst/>
              <a:rect l="l" t="t" r="r" b="b"/>
              <a:pathLst>
                <a:path w="5353" h="5044" extrusionOk="0">
                  <a:moveTo>
                    <a:pt x="713" y="9"/>
                  </a:moveTo>
                  <a:cubicBezTo>
                    <a:pt x="816" y="9"/>
                    <a:pt x="911" y="18"/>
                    <a:pt x="1014" y="18"/>
                  </a:cubicBezTo>
                  <a:cubicBezTo>
                    <a:pt x="1263" y="35"/>
                    <a:pt x="1486" y="138"/>
                    <a:pt x="1718" y="164"/>
                  </a:cubicBezTo>
                  <a:cubicBezTo>
                    <a:pt x="1968" y="198"/>
                    <a:pt x="2217" y="198"/>
                    <a:pt x="2466" y="215"/>
                  </a:cubicBezTo>
                  <a:cubicBezTo>
                    <a:pt x="2492" y="215"/>
                    <a:pt x="2517" y="224"/>
                    <a:pt x="2543" y="232"/>
                  </a:cubicBezTo>
                  <a:cubicBezTo>
                    <a:pt x="2578" y="250"/>
                    <a:pt x="2595" y="284"/>
                    <a:pt x="2629" y="301"/>
                  </a:cubicBezTo>
                  <a:cubicBezTo>
                    <a:pt x="2681" y="344"/>
                    <a:pt x="2758" y="336"/>
                    <a:pt x="2827" y="336"/>
                  </a:cubicBezTo>
                  <a:cubicBezTo>
                    <a:pt x="2981" y="336"/>
                    <a:pt x="3136" y="327"/>
                    <a:pt x="3282" y="327"/>
                  </a:cubicBezTo>
                  <a:cubicBezTo>
                    <a:pt x="3411" y="318"/>
                    <a:pt x="3548" y="318"/>
                    <a:pt x="3677" y="344"/>
                  </a:cubicBezTo>
                  <a:cubicBezTo>
                    <a:pt x="3780" y="361"/>
                    <a:pt x="3883" y="404"/>
                    <a:pt x="3987" y="421"/>
                  </a:cubicBezTo>
                  <a:cubicBezTo>
                    <a:pt x="4012" y="430"/>
                    <a:pt x="4055" y="430"/>
                    <a:pt x="4090" y="430"/>
                  </a:cubicBezTo>
                  <a:cubicBezTo>
                    <a:pt x="4158" y="430"/>
                    <a:pt x="4227" y="430"/>
                    <a:pt x="4262" y="447"/>
                  </a:cubicBezTo>
                  <a:cubicBezTo>
                    <a:pt x="4476" y="559"/>
                    <a:pt x="4579" y="774"/>
                    <a:pt x="4786" y="903"/>
                  </a:cubicBezTo>
                  <a:cubicBezTo>
                    <a:pt x="4820" y="920"/>
                    <a:pt x="4863" y="946"/>
                    <a:pt x="4871" y="989"/>
                  </a:cubicBezTo>
                  <a:cubicBezTo>
                    <a:pt x="4880" y="1083"/>
                    <a:pt x="4863" y="1100"/>
                    <a:pt x="4932" y="1195"/>
                  </a:cubicBezTo>
                  <a:cubicBezTo>
                    <a:pt x="4957" y="1229"/>
                    <a:pt x="4975" y="1272"/>
                    <a:pt x="5009" y="1306"/>
                  </a:cubicBezTo>
                  <a:cubicBezTo>
                    <a:pt x="5121" y="1444"/>
                    <a:pt x="5198" y="1547"/>
                    <a:pt x="5241" y="1719"/>
                  </a:cubicBezTo>
                  <a:cubicBezTo>
                    <a:pt x="5267" y="1830"/>
                    <a:pt x="5318" y="1934"/>
                    <a:pt x="5335" y="2045"/>
                  </a:cubicBezTo>
                  <a:cubicBezTo>
                    <a:pt x="5353" y="2166"/>
                    <a:pt x="5335" y="2294"/>
                    <a:pt x="5327" y="2415"/>
                  </a:cubicBezTo>
                  <a:cubicBezTo>
                    <a:pt x="5327" y="2458"/>
                    <a:pt x="5301" y="2475"/>
                    <a:pt x="5284" y="2518"/>
                  </a:cubicBezTo>
                  <a:cubicBezTo>
                    <a:pt x="5250" y="2621"/>
                    <a:pt x="5284" y="2724"/>
                    <a:pt x="5301" y="2844"/>
                  </a:cubicBezTo>
                  <a:cubicBezTo>
                    <a:pt x="5310" y="2939"/>
                    <a:pt x="5301" y="3119"/>
                    <a:pt x="5258" y="3205"/>
                  </a:cubicBezTo>
                  <a:cubicBezTo>
                    <a:pt x="5241" y="3257"/>
                    <a:pt x="5103" y="3557"/>
                    <a:pt x="5069" y="3635"/>
                  </a:cubicBezTo>
                  <a:cubicBezTo>
                    <a:pt x="5035" y="3703"/>
                    <a:pt x="4957" y="3815"/>
                    <a:pt x="4940" y="3884"/>
                  </a:cubicBezTo>
                  <a:cubicBezTo>
                    <a:pt x="4923" y="3927"/>
                    <a:pt x="4829" y="4159"/>
                    <a:pt x="4734" y="4262"/>
                  </a:cubicBezTo>
                  <a:cubicBezTo>
                    <a:pt x="4640" y="4382"/>
                    <a:pt x="4571" y="4451"/>
                    <a:pt x="4382" y="4477"/>
                  </a:cubicBezTo>
                  <a:cubicBezTo>
                    <a:pt x="4322" y="4485"/>
                    <a:pt x="4090" y="4614"/>
                    <a:pt x="4030" y="4605"/>
                  </a:cubicBezTo>
                  <a:cubicBezTo>
                    <a:pt x="3978" y="4605"/>
                    <a:pt x="3935" y="4623"/>
                    <a:pt x="3883" y="4631"/>
                  </a:cubicBezTo>
                  <a:cubicBezTo>
                    <a:pt x="3866" y="4631"/>
                    <a:pt x="3849" y="4631"/>
                    <a:pt x="3832" y="4631"/>
                  </a:cubicBezTo>
                  <a:cubicBezTo>
                    <a:pt x="3815" y="4631"/>
                    <a:pt x="3789" y="4631"/>
                    <a:pt x="3772" y="4640"/>
                  </a:cubicBezTo>
                  <a:cubicBezTo>
                    <a:pt x="3617" y="4666"/>
                    <a:pt x="3351" y="4709"/>
                    <a:pt x="3265" y="4734"/>
                  </a:cubicBezTo>
                  <a:cubicBezTo>
                    <a:pt x="3153" y="4769"/>
                    <a:pt x="2964" y="4769"/>
                    <a:pt x="2853" y="4752"/>
                  </a:cubicBezTo>
                  <a:cubicBezTo>
                    <a:pt x="2724" y="4743"/>
                    <a:pt x="2500" y="4863"/>
                    <a:pt x="2363" y="4872"/>
                  </a:cubicBezTo>
                  <a:cubicBezTo>
                    <a:pt x="2260" y="4872"/>
                    <a:pt x="2191" y="4872"/>
                    <a:pt x="2131" y="4872"/>
                  </a:cubicBezTo>
                  <a:cubicBezTo>
                    <a:pt x="2028" y="4863"/>
                    <a:pt x="1950" y="4863"/>
                    <a:pt x="1753" y="4906"/>
                  </a:cubicBezTo>
                  <a:cubicBezTo>
                    <a:pt x="1718" y="4923"/>
                    <a:pt x="1650" y="4915"/>
                    <a:pt x="1590" y="4915"/>
                  </a:cubicBezTo>
                  <a:cubicBezTo>
                    <a:pt x="1512" y="4915"/>
                    <a:pt x="1435" y="4915"/>
                    <a:pt x="1383" y="4932"/>
                  </a:cubicBezTo>
                  <a:cubicBezTo>
                    <a:pt x="1349" y="4941"/>
                    <a:pt x="1315" y="4949"/>
                    <a:pt x="1280" y="4966"/>
                  </a:cubicBezTo>
                  <a:cubicBezTo>
                    <a:pt x="1203" y="4984"/>
                    <a:pt x="1126" y="4992"/>
                    <a:pt x="1048" y="5018"/>
                  </a:cubicBezTo>
                  <a:cubicBezTo>
                    <a:pt x="980" y="5035"/>
                    <a:pt x="962" y="5044"/>
                    <a:pt x="894" y="5026"/>
                  </a:cubicBezTo>
                  <a:cubicBezTo>
                    <a:pt x="645" y="4975"/>
                    <a:pt x="395" y="4932"/>
                    <a:pt x="129" y="4984"/>
                  </a:cubicBezTo>
                  <a:cubicBezTo>
                    <a:pt x="95" y="4984"/>
                    <a:pt x="0" y="4597"/>
                    <a:pt x="9" y="4528"/>
                  </a:cubicBezTo>
                  <a:cubicBezTo>
                    <a:pt x="35" y="4331"/>
                    <a:pt x="60" y="4142"/>
                    <a:pt x="86" y="3944"/>
                  </a:cubicBezTo>
                  <a:cubicBezTo>
                    <a:pt x="129" y="3575"/>
                    <a:pt x="181" y="3205"/>
                    <a:pt x="241" y="2853"/>
                  </a:cubicBezTo>
                  <a:cubicBezTo>
                    <a:pt x="284" y="2535"/>
                    <a:pt x="335" y="2234"/>
                    <a:pt x="361" y="1934"/>
                  </a:cubicBezTo>
                  <a:cubicBezTo>
                    <a:pt x="387" y="1650"/>
                    <a:pt x="395" y="1375"/>
                    <a:pt x="438" y="1092"/>
                  </a:cubicBezTo>
                  <a:cubicBezTo>
                    <a:pt x="456" y="997"/>
                    <a:pt x="645" y="1"/>
                    <a:pt x="713" y="9"/>
                  </a:cubicBezTo>
                </a:path>
              </a:pathLst>
            </a:custGeom>
            <a:solidFill>
              <a:srgbClr val="B890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76" name="Google Shape;22676;p75"/>
            <p:cNvSpPr/>
            <p:nvPr/>
          </p:nvSpPr>
          <p:spPr>
            <a:xfrm>
              <a:off x="5695575" y="1270850"/>
              <a:ext cx="76925" cy="126875"/>
            </a:xfrm>
            <a:custGeom>
              <a:avLst/>
              <a:gdLst/>
              <a:ahLst/>
              <a:cxnLst/>
              <a:rect l="l" t="t" r="r" b="b"/>
              <a:pathLst>
                <a:path w="3077" h="5075" extrusionOk="0">
                  <a:moveTo>
                    <a:pt x="1047" y="1"/>
                  </a:moveTo>
                  <a:cubicBezTo>
                    <a:pt x="898" y="1"/>
                    <a:pt x="756" y="31"/>
                    <a:pt x="714" y="74"/>
                  </a:cubicBezTo>
                  <a:cubicBezTo>
                    <a:pt x="707" y="81"/>
                    <a:pt x="712" y="84"/>
                    <a:pt x="724" y="84"/>
                  </a:cubicBezTo>
                  <a:cubicBezTo>
                    <a:pt x="740" y="84"/>
                    <a:pt x="770" y="79"/>
                    <a:pt x="800" y="74"/>
                  </a:cubicBezTo>
                  <a:cubicBezTo>
                    <a:pt x="835" y="69"/>
                    <a:pt x="869" y="64"/>
                    <a:pt x="891" y="64"/>
                  </a:cubicBezTo>
                  <a:cubicBezTo>
                    <a:pt x="907" y="64"/>
                    <a:pt x="915" y="67"/>
                    <a:pt x="912" y="74"/>
                  </a:cubicBezTo>
                  <a:cubicBezTo>
                    <a:pt x="877" y="117"/>
                    <a:pt x="843" y="160"/>
                    <a:pt x="809" y="194"/>
                  </a:cubicBezTo>
                  <a:cubicBezTo>
                    <a:pt x="697" y="332"/>
                    <a:pt x="662" y="503"/>
                    <a:pt x="602" y="649"/>
                  </a:cubicBezTo>
                  <a:cubicBezTo>
                    <a:pt x="542" y="787"/>
                    <a:pt x="491" y="924"/>
                    <a:pt x="448" y="1053"/>
                  </a:cubicBezTo>
                  <a:cubicBezTo>
                    <a:pt x="413" y="1148"/>
                    <a:pt x="379" y="1259"/>
                    <a:pt x="362" y="1363"/>
                  </a:cubicBezTo>
                  <a:cubicBezTo>
                    <a:pt x="345" y="1474"/>
                    <a:pt x="370" y="1586"/>
                    <a:pt x="370" y="1698"/>
                  </a:cubicBezTo>
                  <a:cubicBezTo>
                    <a:pt x="370" y="1758"/>
                    <a:pt x="370" y="1809"/>
                    <a:pt x="370" y="1869"/>
                  </a:cubicBezTo>
                  <a:cubicBezTo>
                    <a:pt x="388" y="2136"/>
                    <a:pt x="396" y="2428"/>
                    <a:pt x="336" y="2703"/>
                  </a:cubicBezTo>
                  <a:cubicBezTo>
                    <a:pt x="302" y="2875"/>
                    <a:pt x="241" y="3046"/>
                    <a:pt x="207" y="3218"/>
                  </a:cubicBezTo>
                  <a:cubicBezTo>
                    <a:pt x="181" y="3364"/>
                    <a:pt x="156" y="3502"/>
                    <a:pt x="121" y="3648"/>
                  </a:cubicBezTo>
                  <a:cubicBezTo>
                    <a:pt x="44" y="3992"/>
                    <a:pt x="1" y="4309"/>
                    <a:pt x="121" y="4644"/>
                  </a:cubicBezTo>
                  <a:cubicBezTo>
                    <a:pt x="156" y="4739"/>
                    <a:pt x="190" y="4808"/>
                    <a:pt x="259" y="4876"/>
                  </a:cubicBezTo>
                  <a:cubicBezTo>
                    <a:pt x="310" y="4919"/>
                    <a:pt x="362" y="4980"/>
                    <a:pt x="422" y="5005"/>
                  </a:cubicBezTo>
                  <a:cubicBezTo>
                    <a:pt x="542" y="5065"/>
                    <a:pt x="705" y="5057"/>
                    <a:pt x="834" y="5074"/>
                  </a:cubicBezTo>
                  <a:cubicBezTo>
                    <a:pt x="877" y="5074"/>
                    <a:pt x="912" y="5065"/>
                    <a:pt x="955" y="5057"/>
                  </a:cubicBezTo>
                  <a:cubicBezTo>
                    <a:pt x="969" y="5054"/>
                    <a:pt x="980" y="5053"/>
                    <a:pt x="990" y="5053"/>
                  </a:cubicBezTo>
                  <a:cubicBezTo>
                    <a:pt x="1010" y="5053"/>
                    <a:pt x="1023" y="5057"/>
                    <a:pt x="1040" y="5057"/>
                  </a:cubicBezTo>
                  <a:cubicBezTo>
                    <a:pt x="1049" y="5061"/>
                    <a:pt x="1060" y="5063"/>
                    <a:pt x="1074" y="5063"/>
                  </a:cubicBezTo>
                  <a:cubicBezTo>
                    <a:pt x="1088" y="5063"/>
                    <a:pt x="1105" y="5061"/>
                    <a:pt x="1126" y="5057"/>
                  </a:cubicBezTo>
                  <a:cubicBezTo>
                    <a:pt x="1134" y="5054"/>
                    <a:pt x="1143" y="5053"/>
                    <a:pt x="1153" y="5053"/>
                  </a:cubicBezTo>
                  <a:cubicBezTo>
                    <a:pt x="1177" y="5053"/>
                    <a:pt x="1208" y="5059"/>
                    <a:pt x="1238" y="5065"/>
                  </a:cubicBezTo>
                  <a:cubicBezTo>
                    <a:pt x="1267" y="5069"/>
                    <a:pt x="1294" y="5071"/>
                    <a:pt x="1318" y="5071"/>
                  </a:cubicBezTo>
                  <a:cubicBezTo>
                    <a:pt x="1352" y="5071"/>
                    <a:pt x="1381" y="5067"/>
                    <a:pt x="1401" y="5057"/>
                  </a:cubicBezTo>
                  <a:cubicBezTo>
                    <a:pt x="1470" y="5005"/>
                    <a:pt x="1676" y="4997"/>
                    <a:pt x="1736" y="4945"/>
                  </a:cubicBezTo>
                  <a:cubicBezTo>
                    <a:pt x="1788" y="4911"/>
                    <a:pt x="1839" y="4876"/>
                    <a:pt x="1900" y="4842"/>
                  </a:cubicBezTo>
                  <a:cubicBezTo>
                    <a:pt x="1951" y="4816"/>
                    <a:pt x="1986" y="4808"/>
                    <a:pt x="2028" y="4773"/>
                  </a:cubicBezTo>
                  <a:cubicBezTo>
                    <a:pt x="2054" y="4756"/>
                    <a:pt x="2071" y="4739"/>
                    <a:pt x="2097" y="4722"/>
                  </a:cubicBezTo>
                  <a:cubicBezTo>
                    <a:pt x="2166" y="4662"/>
                    <a:pt x="2114" y="4541"/>
                    <a:pt x="2209" y="4507"/>
                  </a:cubicBezTo>
                  <a:cubicBezTo>
                    <a:pt x="2286" y="4481"/>
                    <a:pt x="2355" y="4464"/>
                    <a:pt x="2407" y="4404"/>
                  </a:cubicBezTo>
                  <a:cubicBezTo>
                    <a:pt x="2441" y="4370"/>
                    <a:pt x="2458" y="4352"/>
                    <a:pt x="2458" y="4309"/>
                  </a:cubicBezTo>
                  <a:cubicBezTo>
                    <a:pt x="2467" y="4284"/>
                    <a:pt x="2475" y="4249"/>
                    <a:pt x="2475" y="4215"/>
                  </a:cubicBezTo>
                  <a:cubicBezTo>
                    <a:pt x="2475" y="4181"/>
                    <a:pt x="2570" y="4181"/>
                    <a:pt x="2561" y="4146"/>
                  </a:cubicBezTo>
                  <a:cubicBezTo>
                    <a:pt x="2561" y="4138"/>
                    <a:pt x="2553" y="4120"/>
                    <a:pt x="2553" y="4103"/>
                  </a:cubicBezTo>
                  <a:cubicBezTo>
                    <a:pt x="2553" y="4077"/>
                    <a:pt x="2570" y="4077"/>
                    <a:pt x="2578" y="4060"/>
                  </a:cubicBezTo>
                  <a:cubicBezTo>
                    <a:pt x="2596" y="4009"/>
                    <a:pt x="2587" y="3940"/>
                    <a:pt x="2604" y="3888"/>
                  </a:cubicBezTo>
                  <a:cubicBezTo>
                    <a:pt x="2621" y="3820"/>
                    <a:pt x="2681" y="3760"/>
                    <a:pt x="2716" y="3691"/>
                  </a:cubicBezTo>
                  <a:cubicBezTo>
                    <a:pt x="2742" y="3656"/>
                    <a:pt x="2750" y="3614"/>
                    <a:pt x="2776" y="3579"/>
                  </a:cubicBezTo>
                  <a:cubicBezTo>
                    <a:pt x="2793" y="3562"/>
                    <a:pt x="2819" y="3536"/>
                    <a:pt x="2827" y="3519"/>
                  </a:cubicBezTo>
                  <a:cubicBezTo>
                    <a:pt x="2845" y="3485"/>
                    <a:pt x="2845" y="3450"/>
                    <a:pt x="2853" y="3416"/>
                  </a:cubicBezTo>
                  <a:cubicBezTo>
                    <a:pt x="2862" y="3364"/>
                    <a:pt x="2870" y="3313"/>
                    <a:pt x="2888" y="3261"/>
                  </a:cubicBezTo>
                  <a:cubicBezTo>
                    <a:pt x="2905" y="3210"/>
                    <a:pt x="2905" y="3150"/>
                    <a:pt x="2939" y="3107"/>
                  </a:cubicBezTo>
                  <a:cubicBezTo>
                    <a:pt x="2956" y="3081"/>
                    <a:pt x="2982" y="3072"/>
                    <a:pt x="2999" y="3055"/>
                  </a:cubicBezTo>
                  <a:cubicBezTo>
                    <a:pt x="3034" y="3012"/>
                    <a:pt x="3034" y="2952"/>
                    <a:pt x="3042" y="2900"/>
                  </a:cubicBezTo>
                  <a:cubicBezTo>
                    <a:pt x="3051" y="2857"/>
                    <a:pt x="3051" y="2806"/>
                    <a:pt x="3059" y="2763"/>
                  </a:cubicBezTo>
                  <a:cubicBezTo>
                    <a:pt x="3068" y="2720"/>
                    <a:pt x="3034" y="2668"/>
                    <a:pt x="3034" y="2634"/>
                  </a:cubicBezTo>
                  <a:cubicBezTo>
                    <a:pt x="3016" y="2574"/>
                    <a:pt x="3008" y="2565"/>
                    <a:pt x="3042" y="2514"/>
                  </a:cubicBezTo>
                  <a:cubicBezTo>
                    <a:pt x="3077" y="2462"/>
                    <a:pt x="2999" y="2437"/>
                    <a:pt x="2999" y="2385"/>
                  </a:cubicBezTo>
                  <a:cubicBezTo>
                    <a:pt x="2999" y="2342"/>
                    <a:pt x="2974" y="2308"/>
                    <a:pt x="2965" y="2265"/>
                  </a:cubicBezTo>
                  <a:cubicBezTo>
                    <a:pt x="2939" y="2205"/>
                    <a:pt x="2982" y="2136"/>
                    <a:pt x="2965" y="2058"/>
                  </a:cubicBezTo>
                  <a:cubicBezTo>
                    <a:pt x="2931" y="1955"/>
                    <a:pt x="2948" y="1827"/>
                    <a:pt x="2905" y="1732"/>
                  </a:cubicBezTo>
                  <a:cubicBezTo>
                    <a:pt x="2888" y="1672"/>
                    <a:pt x="2870" y="1620"/>
                    <a:pt x="2853" y="1560"/>
                  </a:cubicBezTo>
                  <a:cubicBezTo>
                    <a:pt x="2845" y="1517"/>
                    <a:pt x="2845" y="1466"/>
                    <a:pt x="2819" y="1431"/>
                  </a:cubicBezTo>
                  <a:cubicBezTo>
                    <a:pt x="2750" y="1311"/>
                    <a:pt x="2664" y="1191"/>
                    <a:pt x="2647" y="1062"/>
                  </a:cubicBezTo>
                  <a:cubicBezTo>
                    <a:pt x="2647" y="1002"/>
                    <a:pt x="2638" y="924"/>
                    <a:pt x="2587" y="864"/>
                  </a:cubicBezTo>
                  <a:cubicBezTo>
                    <a:pt x="2570" y="847"/>
                    <a:pt x="2553" y="847"/>
                    <a:pt x="2535" y="830"/>
                  </a:cubicBezTo>
                  <a:cubicBezTo>
                    <a:pt x="2510" y="813"/>
                    <a:pt x="2501" y="787"/>
                    <a:pt x="2475" y="770"/>
                  </a:cubicBezTo>
                  <a:cubicBezTo>
                    <a:pt x="2407" y="735"/>
                    <a:pt x="2398" y="710"/>
                    <a:pt x="2364" y="658"/>
                  </a:cubicBezTo>
                  <a:cubicBezTo>
                    <a:pt x="2329" y="607"/>
                    <a:pt x="2269" y="581"/>
                    <a:pt x="2235" y="538"/>
                  </a:cubicBezTo>
                  <a:cubicBezTo>
                    <a:pt x="2192" y="495"/>
                    <a:pt x="2149" y="460"/>
                    <a:pt x="2106" y="418"/>
                  </a:cubicBezTo>
                  <a:cubicBezTo>
                    <a:pt x="2071" y="383"/>
                    <a:pt x="2046" y="349"/>
                    <a:pt x="2003" y="323"/>
                  </a:cubicBezTo>
                  <a:cubicBezTo>
                    <a:pt x="1968" y="306"/>
                    <a:pt x="1943" y="280"/>
                    <a:pt x="1908" y="271"/>
                  </a:cubicBezTo>
                  <a:cubicBezTo>
                    <a:pt x="1874" y="271"/>
                    <a:pt x="1857" y="263"/>
                    <a:pt x="1831" y="254"/>
                  </a:cubicBezTo>
                  <a:cubicBezTo>
                    <a:pt x="1788" y="237"/>
                    <a:pt x="1788" y="237"/>
                    <a:pt x="1762" y="211"/>
                  </a:cubicBezTo>
                  <a:cubicBezTo>
                    <a:pt x="1745" y="194"/>
                    <a:pt x="1719" y="186"/>
                    <a:pt x="1693" y="168"/>
                  </a:cubicBezTo>
                  <a:cubicBezTo>
                    <a:pt x="1668" y="151"/>
                    <a:pt x="1650" y="125"/>
                    <a:pt x="1608" y="117"/>
                  </a:cubicBezTo>
                  <a:lnTo>
                    <a:pt x="1565" y="117"/>
                  </a:lnTo>
                  <a:cubicBezTo>
                    <a:pt x="1547" y="117"/>
                    <a:pt x="1539" y="117"/>
                    <a:pt x="1504" y="108"/>
                  </a:cubicBezTo>
                  <a:cubicBezTo>
                    <a:pt x="1453" y="82"/>
                    <a:pt x="1341" y="82"/>
                    <a:pt x="1272" y="65"/>
                  </a:cubicBezTo>
                  <a:cubicBezTo>
                    <a:pt x="1238" y="48"/>
                    <a:pt x="1178" y="22"/>
                    <a:pt x="1144" y="5"/>
                  </a:cubicBezTo>
                  <a:cubicBezTo>
                    <a:pt x="1112" y="2"/>
                    <a:pt x="1079" y="1"/>
                    <a:pt x="1047" y="1"/>
                  </a:cubicBezTo>
                  <a:close/>
                </a:path>
              </a:pathLst>
            </a:custGeom>
            <a:solidFill>
              <a:srgbClr val="D4AD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77" name="Google Shape;22677;p75"/>
            <p:cNvSpPr/>
            <p:nvPr/>
          </p:nvSpPr>
          <p:spPr>
            <a:xfrm>
              <a:off x="5658425" y="1335825"/>
              <a:ext cx="450" cy="25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" y="1"/>
                  </a:moveTo>
                  <a:lnTo>
                    <a:pt x="1" y="1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F3D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78" name="Google Shape;22678;p75"/>
            <p:cNvSpPr/>
            <p:nvPr/>
          </p:nvSpPr>
          <p:spPr>
            <a:xfrm>
              <a:off x="5658650" y="1271150"/>
              <a:ext cx="106325" cy="125900"/>
            </a:xfrm>
            <a:custGeom>
              <a:avLst/>
              <a:gdLst/>
              <a:ahLst/>
              <a:cxnLst/>
              <a:rect l="l" t="t" r="r" b="b"/>
              <a:pathLst>
                <a:path w="4253" h="5036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12" y="3619"/>
                    <a:pt x="163" y="3730"/>
                    <a:pt x="249" y="3799"/>
                  </a:cubicBezTo>
                  <a:cubicBezTo>
                    <a:pt x="284" y="3825"/>
                    <a:pt x="309" y="3851"/>
                    <a:pt x="335" y="3894"/>
                  </a:cubicBezTo>
                  <a:cubicBezTo>
                    <a:pt x="370" y="3962"/>
                    <a:pt x="395" y="3988"/>
                    <a:pt x="456" y="4040"/>
                  </a:cubicBezTo>
                  <a:cubicBezTo>
                    <a:pt x="550" y="4108"/>
                    <a:pt x="567" y="4229"/>
                    <a:pt x="627" y="4315"/>
                  </a:cubicBezTo>
                  <a:cubicBezTo>
                    <a:pt x="653" y="4349"/>
                    <a:pt x="679" y="4392"/>
                    <a:pt x="713" y="4409"/>
                  </a:cubicBezTo>
                  <a:cubicBezTo>
                    <a:pt x="782" y="4435"/>
                    <a:pt x="851" y="4418"/>
                    <a:pt x="919" y="4461"/>
                  </a:cubicBezTo>
                  <a:cubicBezTo>
                    <a:pt x="962" y="4486"/>
                    <a:pt x="1005" y="4521"/>
                    <a:pt x="1048" y="4547"/>
                  </a:cubicBezTo>
                  <a:cubicBezTo>
                    <a:pt x="1100" y="4581"/>
                    <a:pt x="1169" y="4624"/>
                    <a:pt x="1212" y="4675"/>
                  </a:cubicBezTo>
                  <a:cubicBezTo>
                    <a:pt x="1280" y="4779"/>
                    <a:pt x="1323" y="4839"/>
                    <a:pt x="1444" y="4890"/>
                  </a:cubicBezTo>
                  <a:cubicBezTo>
                    <a:pt x="1555" y="4942"/>
                    <a:pt x="1658" y="4968"/>
                    <a:pt x="1770" y="4976"/>
                  </a:cubicBezTo>
                  <a:cubicBezTo>
                    <a:pt x="1813" y="4985"/>
                    <a:pt x="1856" y="4985"/>
                    <a:pt x="1899" y="4993"/>
                  </a:cubicBezTo>
                  <a:cubicBezTo>
                    <a:pt x="1933" y="5002"/>
                    <a:pt x="1968" y="5019"/>
                    <a:pt x="2002" y="5028"/>
                  </a:cubicBezTo>
                  <a:cubicBezTo>
                    <a:pt x="2022" y="5033"/>
                    <a:pt x="2041" y="5035"/>
                    <a:pt x="2060" y="5035"/>
                  </a:cubicBezTo>
                  <a:cubicBezTo>
                    <a:pt x="2096" y="5035"/>
                    <a:pt x="2131" y="5028"/>
                    <a:pt x="2165" y="5028"/>
                  </a:cubicBezTo>
                  <a:lnTo>
                    <a:pt x="2234" y="5028"/>
                  </a:lnTo>
                  <a:cubicBezTo>
                    <a:pt x="2247" y="5032"/>
                    <a:pt x="2262" y="5034"/>
                    <a:pt x="2278" y="5034"/>
                  </a:cubicBezTo>
                  <a:cubicBezTo>
                    <a:pt x="2294" y="5034"/>
                    <a:pt x="2311" y="5032"/>
                    <a:pt x="2328" y="5028"/>
                  </a:cubicBezTo>
                  <a:cubicBezTo>
                    <a:pt x="2363" y="5011"/>
                    <a:pt x="2389" y="4993"/>
                    <a:pt x="2423" y="4968"/>
                  </a:cubicBezTo>
                  <a:cubicBezTo>
                    <a:pt x="2457" y="4942"/>
                    <a:pt x="2492" y="4933"/>
                    <a:pt x="2535" y="4925"/>
                  </a:cubicBezTo>
                  <a:cubicBezTo>
                    <a:pt x="2646" y="4899"/>
                    <a:pt x="2758" y="4890"/>
                    <a:pt x="2870" y="4847"/>
                  </a:cubicBezTo>
                  <a:cubicBezTo>
                    <a:pt x="2964" y="4813"/>
                    <a:pt x="3059" y="4770"/>
                    <a:pt x="3153" y="4744"/>
                  </a:cubicBezTo>
                  <a:cubicBezTo>
                    <a:pt x="3239" y="4718"/>
                    <a:pt x="3274" y="4632"/>
                    <a:pt x="3342" y="4581"/>
                  </a:cubicBezTo>
                  <a:cubicBezTo>
                    <a:pt x="3411" y="4521"/>
                    <a:pt x="3454" y="4512"/>
                    <a:pt x="3523" y="4461"/>
                  </a:cubicBezTo>
                  <a:cubicBezTo>
                    <a:pt x="3548" y="4435"/>
                    <a:pt x="3557" y="4435"/>
                    <a:pt x="3574" y="4401"/>
                  </a:cubicBezTo>
                  <a:cubicBezTo>
                    <a:pt x="3591" y="4366"/>
                    <a:pt x="3617" y="4332"/>
                    <a:pt x="3634" y="4297"/>
                  </a:cubicBezTo>
                  <a:cubicBezTo>
                    <a:pt x="3652" y="4254"/>
                    <a:pt x="3703" y="4254"/>
                    <a:pt x="3703" y="4212"/>
                  </a:cubicBezTo>
                  <a:cubicBezTo>
                    <a:pt x="3712" y="4169"/>
                    <a:pt x="3729" y="4143"/>
                    <a:pt x="3746" y="4100"/>
                  </a:cubicBezTo>
                  <a:cubicBezTo>
                    <a:pt x="3763" y="4040"/>
                    <a:pt x="3780" y="3971"/>
                    <a:pt x="3798" y="3902"/>
                  </a:cubicBezTo>
                  <a:cubicBezTo>
                    <a:pt x="3815" y="3868"/>
                    <a:pt x="3849" y="3816"/>
                    <a:pt x="3875" y="3773"/>
                  </a:cubicBezTo>
                  <a:cubicBezTo>
                    <a:pt x="3926" y="3687"/>
                    <a:pt x="3969" y="3593"/>
                    <a:pt x="4012" y="3507"/>
                  </a:cubicBezTo>
                  <a:cubicBezTo>
                    <a:pt x="4090" y="3344"/>
                    <a:pt x="4253" y="3146"/>
                    <a:pt x="4219" y="2957"/>
                  </a:cubicBezTo>
                  <a:cubicBezTo>
                    <a:pt x="4201" y="2837"/>
                    <a:pt x="4193" y="2691"/>
                    <a:pt x="4141" y="2579"/>
                  </a:cubicBezTo>
                  <a:cubicBezTo>
                    <a:pt x="4124" y="2545"/>
                    <a:pt x="4090" y="2493"/>
                    <a:pt x="4090" y="2459"/>
                  </a:cubicBezTo>
                  <a:cubicBezTo>
                    <a:pt x="4081" y="2373"/>
                    <a:pt x="4115" y="2261"/>
                    <a:pt x="4124" y="2184"/>
                  </a:cubicBezTo>
                  <a:cubicBezTo>
                    <a:pt x="4141" y="2081"/>
                    <a:pt x="4133" y="2012"/>
                    <a:pt x="4107" y="1909"/>
                  </a:cubicBezTo>
                  <a:cubicBezTo>
                    <a:pt x="4090" y="1832"/>
                    <a:pt x="4098" y="1754"/>
                    <a:pt x="4081" y="1668"/>
                  </a:cubicBezTo>
                  <a:cubicBezTo>
                    <a:pt x="4064" y="1531"/>
                    <a:pt x="4030" y="1368"/>
                    <a:pt x="3944" y="1256"/>
                  </a:cubicBezTo>
                  <a:cubicBezTo>
                    <a:pt x="3909" y="1213"/>
                    <a:pt x="3866" y="1205"/>
                    <a:pt x="3823" y="1170"/>
                  </a:cubicBezTo>
                  <a:cubicBezTo>
                    <a:pt x="3798" y="1153"/>
                    <a:pt x="3763" y="1101"/>
                    <a:pt x="3746" y="1067"/>
                  </a:cubicBezTo>
                  <a:cubicBezTo>
                    <a:pt x="3712" y="1016"/>
                    <a:pt x="3694" y="955"/>
                    <a:pt x="3694" y="895"/>
                  </a:cubicBezTo>
                  <a:cubicBezTo>
                    <a:pt x="3703" y="844"/>
                    <a:pt x="3712" y="775"/>
                    <a:pt x="3686" y="732"/>
                  </a:cubicBezTo>
                  <a:cubicBezTo>
                    <a:pt x="3652" y="680"/>
                    <a:pt x="3617" y="655"/>
                    <a:pt x="3591" y="603"/>
                  </a:cubicBezTo>
                  <a:cubicBezTo>
                    <a:pt x="3557" y="534"/>
                    <a:pt x="3531" y="509"/>
                    <a:pt x="3480" y="466"/>
                  </a:cubicBezTo>
                  <a:cubicBezTo>
                    <a:pt x="3385" y="397"/>
                    <a:pt x="3291" y="337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612" y="36"/>
                    <a:pt x="2578" y="36"/>
                    <a:pt x="2535" y="36"/>
                  </a:cubicBezTo>
                  <a:lnTo>
                    <a:pt x="2475" y="36"/>
                  </a:ln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79" name="Google Shape;22679;p75"/>
            <p:cNvSpPr/>
            <p:nvPr/>
          </p:nvSpPr>
          <p:spPr>
            <a:xfrm>
              <a:off x="5707400" y="1280200"/>
              <a:ext cx="1525" cy="450"/>
            </a:xfrm>
            <a:custGeom>
              <a:avLst/>
              <a:gdLst/>
              <a:ahLst/>
              <a:cxnLst/>
              <a:rect l="l" t="t" r="r" b="b"/>
              <a:pathLst>
                <a:path w="61" h="18" extrusionOk="0">
                  <a:moveTo>
                    <a:pt x="0" y="1"/>
                  </a:moveTo>
                  <a:cubicBezTo>
                    <a:pt x="35" y="9"/>
                    <a:pt x="43" y="18"/>
                    <a:pt x="52" y="18"/>
                  </a:cubicBezTo>
                  <a:cubicBezTo>
                    <a:pt x="61" y="18"/>
                    <a:pt x="61" y="9"/>
                    <a:pt x="52" y="9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rgbClr val="E4C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80" name="Google Shape;22680;p75"/>
            <p:cNvSpPr/>
            <p:nvPr/>
          </p:nvSpPr>
          <p:spPr>
            <a:xfrm>
              <a:off x="5709550" y="1391900"/>
              <a:ext cx="21925" cy="5175"/>
            </a:xfrm>
            <a:custGeom>
              <a:avLst/>
              <a:gdLst/>
              <a:ahLst/>
              <a:cxnLst/>
              <a:rect l="l" t="t" r="r" b="b"/>
              <a:pathLst>
                <a:path w="877" h="207" extrusionOk="0">
                  <a:moveTo>
                    <a:pt x="26" y="206"/>
                  </a:moveTo>
                  <a:cubicBezTo>
                    <a:pt x="18" y="206"/>
                    <a:pt x="9" y="206"/>
                    <a:pt x="0" y="206"/>
                  </a:cubicBezTo>
                  <a:lnTo>
                    <a:pt x="0" y="206"/>
                  </a:lnTo>
                  <a:cubicBezTo>
                    <a:pt x="9" y="206"/>
                    <a:pt x="18" y="206"/>
                    <a:pt x="26" y="206"/>
                  </a:cubicBezTo>
                  <a:cubicBezTo>
                    <a:pt x="60" y="206"/>
                    <a:pt x="95" y="198"/>
                    <a:pt x="129" y="198"/>
                  </a:cubicBezTo>
                  <a:cubicBezTo>
                    <a:pt x="138" y="198"/>
                    <a:pt x="146" y="198"/>
                    <a:pt x="146" y="198"/>
                  </a:cubicBezTo>
                  <a:cubicBezTo>
                    <a:pt x="164" y="198"/>
                    <a:pt x="181" y="198"/>
                    <a:pt x="198" y="198"/>
                  </a:cubicBezTo>
                  <a:cubicBezTo>
                    <a:pt x="207" y="198"/>
                    <a:pt x="224" y="206"/>
                    <a:pt x="241" y="206"/>
                  </a:cubicBezTo>
                  <a:cubicBezTo>
                    <a:pt x="258" y="206"/>
                    <a:pt x="275" y="198"/>
                    <a:pt x="292" y="198"/>
                  </a:cubicBezTo>
                  <a:cubicBezTo>
                    <a:pt x="327" y="181"/>
                    <a:pt x="353" y="163"/>
                    <a:pt x="387" y="138"/>
                  </a:cubicBezTo>
                  <a:cubicBezTo>
                    <a:pt x="421" y="112"/>
                    <a:pt x="456" y="103"/>
                    <a:pt x="499" y="95"/>
                  </a:cubicBezTo>
                  <a:cubicBezTo>
                    <a:pt x="610" y="69"/>
                    <a:pt x="722" y="60"/>
                    <a:pt x="834" y="17"/>
                  </a:cubicBezTo>
                  <a:cubicBezTo>
                    <a:pt x="842" y="17"/>
                    <a:pt x="859" y="9"/>
                    <a:pt x="877" y="0"/>
                  </a:cubicBezTo>
                  <a:cubicBezTo>
                    <a:pt x="859" y="9"/>
                    <a:pt x="842" y="17"/>
                    <a:pt x="834" y="17"/>
                  </a:cubicBezTo>
                  <a:cubicBezTo>
                    <a:pt x="722" y="60"/>
                    <a:pt x="610" y="69"/>
                    <a:pt x="499" y="95"/>
                  </a:cubicBezTo>
                  <a:cubicBezTo>
                    <a:pt x="456" y="103"/>
                    <a:pt x="421" y="112"/>
                    <a:pt x="387" y="138"/>
                  </a:cubicBezTo>
                  <a:cubicBezTo>
                    <a:pt x="353" y="163"/>
                    <a:pt x="327" y="181"/>
                    <a:pt x="292" y="198"/>
                  </a:cubicBezTo>
                  <a:cubicBezTo>
                    <a:pt x="275" y="198"/>
                    <a:pt x="258" y="206"/>
                    <a:pt x="241" y="206"/>
                  </a:cubicBezTo>
                  <a:cubicBezTo>
                    <a:pt x="224" y="206"/>
                    <a:pt x="207" y="198"/>
                    <a:pt x="198" y="198"/>
                  </a:cubicBezTo>
                  <a:cubicBezTo>
                    <a:pt x="181" y="198"/>
                    <a:pt x="164" y="198"/>
                    <a:pt x="146" y="198"/>
                  </a:cubicBezTo>
                  <a:cubicBezTo>
                    <a:pt x="146" y="198"/>
                    <a:pt x="138" y="198"/>
                    <a:pt x="129" y="198"/>
                  </a:cubicBezTo>
                  <a:cubicBezTo>
                    <a:pt x="95" y="198"/>
                    <a:pt x="60" y="206"/>
                    <a:pt x="26" y="206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81" name="Google Shape;22681;p75"/>
            <p:cNvSpPr/>
            <p:nvPr/>
          </p:nvSpPr>
          <p:spPr>
            <a:xfrm>
              <a:off x="5741975" y="1376200"/>
              <a:ext cx="9475" cy="9700"/>
            </a:xfrm>
            <a:custGeom>
              <a:avLst/>
              <a:gdLst/>
              <a:ahLst/>
              <a:cxnLst/>
              <a:rect l="l" t="t" r="r" b="b"/>
              <a:pathLst>
                <a:path w="379" h="388" extrusionOk="0">
                  <a:moveTo>
                    <a:pt x="1" y="388"/>
                  </a:moveTo>
                  <a:cubicBezTo>
                    <a:pt x="1" y="379"/>
                    <a:pt x="1" y="379"/>
                    <a:pt x="9" y="379"/>
                  </a:cubicBezTo>
                  <a:cubicBezTo>
                    <a:pt x="78" y="319"/>
                    <a:pt x="121" y="310"/>
                    <a:pt x="190" y="259"/>
                  </a:cubicBezTo>
                  <a:cubicBezTo>
                    <a:pt x="215" y="233"/>
                    <a:pt x="224" y="233"/>
                    <a:pt x="241" y="199"/>
                  </a:cubicBezTo>
                  <a:cubicBezTo>
                    <a:pt x="258" y="164"/>
                    <a:pt x="284" y="130"/>
                    <a:pt x="301" y="95"/>
                  </a:cubicBezTo>
                  <a:cubicBezTo>
                    <a:pt x="319" y="52"/>
                    <a:pt x="370" y="52"/>
                    <a:pt x="370" y="10"/>
                  </a:cubicBezTo>
                  <a:cubicBezTo>
                    <a:pt x="379" y="10"/>
                    <a:pt x="379" y="1"/>
                    <a:pt x="379" y="1"/>
                  </a:cubicBezTo>
                  <a:cubicBezTo>
                    <a:pt x="379" y="1"/>
                    <a:pt x="379" y="10"/>
                    <a:pt x="370" y="10"/>
                  </a:cubicBezTo>
                  <a:cubicBezTo>
                    <a:pt x="370" y="52"/>
                    <a:pt x="319" y="52"/>
                    <a:pt x="301" y="95"/>
                  </a:cubicBezTo>
                  <a:cubicBezTo>
                    <a:pt x="284" y="130"/>
                    <a:pt x="258" y="164"/>
                    <a:pt x="241" y="199"/>
                  </a:cubicBezTo>
                  <a:cubicBezTo>
                    <a:pt x="224" y="233"/>
                    <a:pt x="215" y="233"/>
                    <a:pt x="190" y="259"/>
                  </a:cubicBezTo>
                  <a:cubicBezTo>
                    <a:pt x="121" y="310"/>
                    <a:pt x="78" y="319"/>
                    <a:pt x="9" y="379"/>
                  </a:cubicBezTo>
                  <a:cubicBezTo>
                    <a:pt x="1" y="379"/>
                    <a:pt x="1" y="379"/>
                    <a:pt x="1" y="388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82" name="Google Shape;22682;p75"/>
            <p:cNvSpPr/>
            <p:nvPr/>
          </p:nvSpPr>
          <p:spPr>
            <a:xfrm>
              <a:off x="5748425" y="1286225"/>
              <a:ext cx="15475" cy="57575"/>
            </a:xfrm>
            <a:custGeom>
              <a:avLst/>
              <a:gdLst/>
              <a:ahLst/>
              <a:cxnLst/>
              <a:rect l="l" t="t" r="r" b="b"/>
              <a:pathLst>
                <a:path w="619" h="2303" extrusionOk="0">
                  <a:moveTo>
                    <a:pt x="619" y="2303"/>
                  </a:moveTo>
                  <a:cubicBezTo>
                    <a:pt x="610" y="2200"/>
                    <a:pt x="593" y="2071"/>
                    <a:pt x="550" y="1976"/>
                  </a:cubicBezTo>
                  <a:cubicBezTo>
                    <a:pt x="533" y="1942"/>
                    <a:pt x="507" y="1907"/>
                    <a:pt x="499" y="1873"/>
                  </a:cubicBezTo>
                  <a:cubicBezTo>
                    <a:pt x="507" y="1907"/>
                    <a:pt x="533" y="1942"/>
                    <a:pt x="550" y="1976"/>
                  </a:cubicBezTo>
                  <a:cubicBezTo>
                    <a:pt x="593" y="2071"/>
                    <a:pt x="610" y="2200"/>
                    <a:pt x="619" y="2303"/>
                  </a:cubicBezTo>
                  <a:close/>
                  <a:moveTo>
                    <a:pt x="95" y="129"/>
                  </a:moveTo>
                  <a:cubicBezTo>
                    <a:pt x="61" y="77"/>
                    <a:pt x="26" y="52"/>
                    <a:pt x="0" y="0"/>
                  </a:cubicBezTo>
                  <a:cubicBezTo>
                    <a:pt x="26" y="52"/>
                    <a:pt x="61" y="77"/>
                    <a:pt x="95" y="12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83" name="Google Shape;22683;p75"/>
            <p:cNvSpPr/>
            <p:nvPr/>
          </p:nvSpPr>
          <p:spPr>
            <a:xfrm>
              <a:off x="5718575" y="1271825"/>
              <a:ext cx="1950" cy="250"/>
            </a:xfrm>
            <a:custGeom>
              <a:avLst/>
              <a:gdLst/>
              <a:ahLst/>
              <a:cxnLst/>
              <a:rect l="l" t="t" r="r" b="b"/>
              <a:pathLst>
                <a:path w="78" h="10" extrusionOk="0">
                  <a:moveTo>
                    <a:pt x="78" y="9"/>
                  </a:moveTo>
                  <a:cubicBezTo>
                    <a:pt x="52" y="9"/>
                    <a:pt x="26" y="1"/>
                    <a:pt x="0" y="1"/>
                  </a:cubicBezTo>
                  <a:cubicBezTo>
                    <a:pt x="26" y="1"/>
                    <a:pt x="52" y="9"/>
                    <a:pt x="78" y="9"/>
                  </a:cubicBez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84" name="Google Shape;22684;p75"/>
            <p:cNvSpPr/>
            <p:nvPr/>
          </p:nvSpPr>
          <p:spPr>
            <a:xfrm>
              <a:off x="5716850" y="1271400"/>
              <a:ext cx="1750" cy="450"/>
            </a:xfrm>
            <a:custGeom>
              <a:avLst/>
              <a:gdLst/>
              <a:ahLst/>
              <a:cxnLst/>
              <a:rect l="l" t="t" r="r" b="b"/>
              <a:pathLst>
                <a:path w="70" h="18" extrusionOk="0">
                  <a:moveTo>
                    <a:pt x="69" y="18"/>
                  </a:moveTo>
                  <a:lnTo>
                    <a:pt x="26" y="18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18"/>
                  </a:lnTo>
                  <a:lnTo>
                    <a:pt x="69" y="18"/>
                  </a:lnTo>
                  <a:close/>
                </a:path>
              </a:pathLst>
            </a:custGeom>
            <a:solidFill>
              <a:srgbClr val="D2A7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85" name="Google Shape;22685;p75"/>
            <p:cNvSpPr/>
            <p:nvPr/>
          </p:nvSpPr>
          <p:spPr>
            <a:xfrm>
              <a:off x="5660350" y="1271175"/>
              <a:ext cx="104000" cy="125900"/>
            </a:xfrm>
            <a:custGeom>
              <a:avLst/>
              <a:gdLst/>
              <a:ahLst/>
              <a:cxnLst/>
              <a:rect l="l" t="t" r="r" b="b"/>
              <a:pathLst>
                <a:path w="4160" h="5036" extrusionOk="0">
                  <a:moveTo>
                    <a:pt x="2235" y="1"/>
                  </a:moveTo>
                  <a:cubicBezTo>
                    <a:pt x="2192" y="1"/>
                    <a:pt x="2123" y="52"/>
                    <a:pt x="2080" y="69"/>
                  </a:cubicBezTo>
                  <a:cubicBezTo>
                    <a:pt x="2028" y="87"/>
                    <a:pt x="1986" y="95"/>
                    <a:pt x="1943" y="95"/>
                  </a:cubicBezTo>
                  <a:cubicBezTo>
                    <a:pt x="1925" y="95"/>
                    <a:pt x="1908" y="95"/>
                    <a:pt x="1891" y="87"/>
                  </a:cubicBezTo>
                  <a:lnTo>
                    <a:pt x="1865" y="87"/>
                  </a:lnTo>
                  <a:cubicBezTo>
                    <a:pt x="1771" y="87"/>
                    <a:pt x="1685" y="130"/>
                    <a:pt x="1599" y="164"/>
                  </a:cubicBezTo>
                  <a:lnTo>
                    <a:pt x="1590" y="164"/>
                  </a:lnTo>
                  <a:cubicBezTo>
                    <a:pt x="1625" y="198"/>
                    <a:pt x="1659" y="224"/>
                    <a:pt x="1693" y="241"/>
                  </a:cubicBezTo>
                  <a:cubicBezTo>
                    <a:pt x="1719" y="241"/>
                    <a:pt x="1736" y="241"/>
                    <a:pt x="1754" y="258"/>
                  </a:cubicBezTo>
                  <a:cubicBezTo>
                    <a:pt x="1771" y="267"/>
                    <a:pt x="1779" y="293"/>
                    <a:pt x="1797" y="301"/>
                  </a:cubicBezTo>
                  <a:cubicBezTo>
                    <a:pt x="1831" y="327"/>
                    <a:pt x="1874" y="353"/>
                    <a:pt x="1908" y="362"/>
                  </a:cubicBezTo>
                  <a:cubicBezTo>
                    <a:pt x="1934" y="362"/>
                    <a:pt x="1951" y="353"/>
                    <a:pt x="1977" y="353"/>
                  </a:cubicBezTo>
                  <a:cubicBezTo>
                    <a:pt x="1994" y="353"/>
                    <a:pt x="2011" y="353"/>
                    <a:pt x="2028" y="362"/>
                  </a:cubicBezTo>
                  <a:cubicBezTo>
                    <a:pt x="2063" y="379"/>
                    <a:pt x="2089" y="405"/>
                    <a:pt x="2123" y="413"/>
                  </a:cubicBezTo>
                  <a:cubicBezTo>
                    <a:pt x="2157" y="430"/>
                    <a:pt x="2183" y="430"/>
                    <a:pt x="2209" y="447"/>
                  </a:cubicBezTo>
                  <a:cubicBezTo>
                    <a:pt x="2278" y="499"/>
                    <a:pt x="2338" y="559"/>
                    <a:pt x="2398" y="619"/>
                  </a:cubicBezTo>
                  <a:cubicBezTo>
                    <a:pt x="2458" y="671"/>
                    <a:pt x="2518" y="740"/>
                    <a:pt x="2587" y="783"/>
                  </a:cubicBezTo>
                  <a:cubicBezTo>
                    <a:pt x="2647" y="817"/>
                    <a:pt x="2707" y="843"/>
                    <a:pt x="2776" y="877"/>
                  </a:cubicBezTo>
                  <a:cubicBezTo>
                    <a:pt x="2827" y="903"/>
                    <a:pt x="2888" y="937"/>
                    <a:pt x="2939" y="980"/>
                  </a:cubicBezTo>
                  <a:cubicBezTo>
                    <a:pt x="2982" y="1006"/>
                    <a:pt x="3017" y="1040"/>
                    <a:pt x="3059" y="1075"/>
                  </a:cubicBezTo>
                  <a:cubicBezTo>
                    <a:pt x="3094" y="1109"/>
                    <a:pt x="3137" y="1135"/>
                    <a:pt x="3180" y="1161"/>
                  </a:cubicBezTo>
                  <a:cubicBezTo>
                    <a:pt x="3206" y="1186"/>
                    <a:pt x="3223" y="1229"/>
                    <a:pt x="3240" y="1264"/>
                  </a:cubicBezTo>
                  <a:cubicBezTo>
                    <a:pt x="3291" y="1367"/>
                    <a:pt x="3309" y="1470"/>
                    <a:pt x="3326" y="1582"/>
                  </a:cubicBezTo>
                  <a:cubicBezTo>
                    <a:pt x="3334" y="1633"/>
                    <a:pt x="3352" y="1676"/>
                    <a:pt x="3343" y="1728"/>
                  </a:cubicBezTo>
                  <a:cubicBezTo>
                    <a:pt x="3343" y="1745"/>
                    <a:pt x="3343" y="1762"/>
                    <a:pt x="3343" y="1779"/>
                  </a:cubicBezTo>
                  <a:cubicBezTo>
                    <a:pt x="3343" y="1822"/>
                    <a:pt x="3334" y="1831"/>
                    <a:pt x="3317" y="1865"/>
                  </a:cubicBezTo>
                  <a:cubicBezTo>
                    <a:pt x="3309" y="1908"/>
                    <a:pt x="3317" y="1960"/>
                    <a:pt x="3317" y="2003"/>
                  </a:cubicBezTo>
                  <a:cubicBezTo>
                    <a:pt x="3317" y="2020"/>
                    <a:pt x="3309" y="2045"/>
                    <a:pt x="3317" y="2071"/>
                  </a:cubicBezTo>
                  <a:cubicBezTo>
                    <a:pt x="3317" y="2097"/>
                    <a:pt x="3334" y="2123"/>
                    <a:pt x="3334" y="2149"/>
                  </a:cubicBezTo>
                  <a:cubicBezTo>
                    <a:pt x="3334" y="2166"/>
                    <a:pt x="3326" y="2183"/>
                    <a:pt x="3317" y="2200"/>
                  </a:cubicBezTo>
                  <a:cubicBezTo>
                    <a:pt x="3317" y="2226"/>
                    <a:pt x="3317" y="2243"/>
                    <a:pt x="3309" y="2269"/>
                  </a:cubicBezTo>
                  <a:cubicBezTo>
                    <a:pt x="3300" y="2286"/>
                    <a:pt x="3300" y="2295"/>
                    <a:pt x="3291" y="2303"/>
                  </a:cubicBezTo>
                  <a:cubicBezTo>
                    <a:pt x="3274" y="2338"/>
                    <a:pt x="3283" y="2381"/>
                    <a:pt x="3283" y="2415"/>
                  </a:cubicBezTo>
                  <a:cubicBezTo>
                    <a:pt x="3274" y="2441"/>
                    <a:pt x="3266" y="2458"/>
                    <a:pt x="3266" y="2484"/>
                  </a:cubicBezTo>
                  <a:cubicBezTo>
                    <a:pt x="3266" y="2518"/>
                    <a:pt x="3240" y="2561"/>
                    <a:pt x="3248" y="2604"/>
                  </a:cubicBezTo>
                  <a:cubicBezTo>
                    <a:pt x="3248" y="2655"/>
                    <a:pt x="3300" y="2716"/>
                    <a:pt x="3317" y="2767"/>
                  </a:cubicBezTo>
                  <a:cubicBezTo>
                    <a:pt x="3334" y="2802"/>
                    <a:pt x="3334" y="2819"/>
                    <a:pt x="3334" y="2853"/>
                  </a:cubicBezTo>
                  <a:cubicBezTo>
                    <a:pt x="3326" y="2887"/>
                    <a:pt x="3317" y="2905"/>
                    <a:pt x="3309" y="2939"/>
                  </a:cubicBezTo>
                  <a:cubicBezTo>
                    <a:pt x="3291" y="2991"/>
                    <a:pt x="3291" y="3051"/>
                    <a:pt x="3274" y="3102"/>
                  </a:cubicBezTo>
                  <a:cubicBezTo>
                    <a:pt x="3248" y="3154"/>
                    <a:pt x="3214" y="3197"/>
                    <a:pt x="3206" y="3248"/>
                  </a:cubicBezTo>
                  <a:cubicBezTo>
                    <a:pt x="3188" y="3291"/>
                    <a:pt x="3171" y="3343"/>
                    <a:pt x="3163" y="3386"/>
                  </a:cubicBezTo>
                  <a:cubicBezTo>
                    <a:pt x="3145" y="3429"/>
                    <a:pt x="3128" y="3480"/>
                    <a:pt x="3111" y="3523"/>
                  </a:cubicBezTo>
                  <a:cubicBezTo>
                    <a:pt x="3102" y="3601"/>
                    <a:pt x="3085" y="3669"/>
                    <a:pt x="3042" y="3729"/>
                  </a:cubicBezTo>
                  <a:cubicBezTo>
                    <a:pt x="3017" y="3772"/>
                    <a:pt x="2982" y="3824"/>
                    <a:pt x="2974" y="3875"/>
                  </a:cubicBezTo>
                  <a:cubicBezTo>
                    <a:pt x="2965" y="3970"/>
                    <a:pt x="2939" y="4064"/>
                    <a:pt x="2870" y="4133"/>
                  </a:cubicBezTo>
                  <a:cubicBezTo>
                    <a:pt x="2827" y="4176"/>
                    <a:pt x="2776" y="4211"/>
                    <a:pt x="2733" y="4262"/>
                  </a:cubicBezTo>
                  <a:cubicBezTo>
                    <a:pt x="2707" y="4288"/>
                    <a:pt x="2699" y="4322"/>
                    <a:pt x="2681" y="4357"/>
                  </a:cubicBezTo>
                  <a:cubicBezTo>
                    <a:pt x="2664" y="4382"/>
                    <a:pt x="2647" y="4408"/>
                    <a:pt x="2638" y="4425"/>
                  </a:cubicBezTo>
                  <a:cubicBezTo>
                    <a:pt x="2630" y="4442"/>
                    <a:pt x="2613" y="4451"/>
                    <a:pt x="2604" y="4468"/>
                  </a:cubicBezTo>
                  <a:cubicBezTo>
                    <a:pt x="2596" y="4477"/>
                    <a:pt x="2587" y="4477"/>
                    <a:pt x="2587" y="4477"/>
                  </a:cubicBezTo>
                  <a:cubicBezTo>
                    <a:pt x="2570" y="4477"/>
                    <a:pt x="2561" y="4468"/>
                    <a:pt x="2553" y="4468"/>
                  </a:cubicBezTo>
                  <a:cubicBezTo>
                    <a:pt x="2544" y="4468"/>
                    <a:pt x="2527" y="4460"/>
                    <a:pt x="2518" y="4460"/>
                  </a:cubicBezTo>
                  <a:cubicBezTo>
                    <a:pt x="2510" y="4460"/>
                    <a:pt x="2510" y="4460"/>
                    <a:pt x="2501" y="4468"/>
                  </a:cubicBezTo>
                  <a:cubicBezTo>
                    <a:pt x="2492" y="4477"/>
                    <a:pt x="2492" y="4477"/>
                    <a:pt x="2484" y="4477"/>
                  </a:cubicBezTo>
                  <a:cubicBezTo>
                    <a:pt x="2492" y="4494"/>
                    <a:pt x="2501" y="4503"/>
                    <a:pt x="2501" y="4520"/>
                  </a:cubicBezTo>
                  <a:cubicBezTo>
                    <a:pt x="2492" y="4546"/>
                    <a:pt x="2441" y="4554"/>
                    <a:pt x="2407" y="4554"/>
                  </a:cubicBezTo>
                  <a:lnTo>
                    <a:pt x="2398" y="4554"/>
                  </a:lnTo>
                  <a:cubicBezTo>
                    <a:pt x="2346" y="4546"/>
                    <a:pt x="2303" y="4537"/>
                    <a:pt x="2252" y="4528"/>
                  </a:cubicBezTo>
                  <a:lnTo>
                    <a:pt x="2235" y="4528"/>
                  </a:lnTo>
                  <a:cubicBezTo>
                    <a:pt x="2200" y="4528"/>
                    <a:pt x="2183" y="4537"/>
                    <a:pt x="2157" y="4554"/>
                  </a:cubicBezTo>
                  <a:cubicBezTo>
                    <a:pt x="2132" y="4563"/>
                    <a:pt x="2106" y="4580"/>
                    <a:pt x="2089" y="4589"/>
                  </a:cubicBezTo>
                  <a:cubicBezTo>
                    <a:pt x="2054" y="4614"/>
                    <a:pt x="2011" y="4614"/>
                    <a:pt x="1968" y="4631"/>
                  </a:cubicBezTo>
                  <a:cubicBezTo>
                    <a:pt x="1951" y="4640"/>
                    <a:pt x="1934" y="4649"/>
                    <a:pt x="1925" y="4649"/>
                  </a:cubicBezTo>
                  <a:cubicBezTo>
                    <a:pt x="1908" y="4649"/>
                    <a:pt x="1891" y="4640"/>
                    <a:pt x="1865" y="4631"/>
                  </a:cubicBezTo>
                  <a:cubicBezTo>
                    <a:pt x="1822" y="4623"/>
                    <a:pt x="1771" y="4623"/>
                    <a:pt x="1736" y="4606"/>
                  </a:cubicBezTo>
                  <a:cubicBezTo>
                    <a:pt x="1702" y="4597"/>
                    <a:pt x="1685" y="4571"/>
                    <a:pt x="1650" y="4563"/>
                  </a:cubicBezTo>
                  <a:cubicBezTo>
                    <a:pt x="1608" y="4537"/>
                    <a:pt x="1556" y="4520"/>
                    <a:pt x="1504" y="4494"/>
                  </a:cubicBezTo>
                  <a:cubicBezTo>
                    <a:pt x="1496" y="4503"/>
                    <a:pt x="1487" y="4503"/>
                    <a:pt x="1479" y="4503"/>
                  </a:cubicBezTo>
                  <a:cubicBezTo>
                    <a:pt x="1479" y="4503"/>
                    <a:pt x="1470" y="4503"/>
                    <a:pt x="1461" y="4494"/>
                  </a:cubicBezTo>
                  <a:lnTo>
                    <a:pt x="1436" y="4494"/>
                  </a:lnTo>
                  <a:cubicBezTo>
                    <a:pt x="1419" y="4494"/>
                    <a:pt x="1401" y="4494"/>
                    <a:pt x="1384" y="4503"/>
                  </a:cubicBezTo>
                  <a:lnTo>
                    <a:pt x="1341" y="4503"/>
                  </a:lnTo>
                  <a:cubicBezTo>
                    <a:pt x="1315" y="4503"/>
                    <a:pt x="1298" y="4503"/>
                    <a:pt x="1281" y="4485"/>
                  </a:cubicBezTo>
                  <a:lnTo>
                    <a:pt x="1169" y="4485"/>
                  </a:lnTo>
                  <a:cubicBezTo>
                    <a:pt x="1144" y="4485"/>
                    <a:pt x="1126" y="4485"/>
                    <a:pt x="1109" y="4468"/>
                  </a:cubicBezTo>
                  <a:cubicBezTo>
                    <a:pt x="1066" y="4434"/>
                    <a:pt x="1040" y="4408"/>
                    <a:pt x="980" y="4391"/>
                  </a:cubicBezTo>
                  <a:cubicBezTo>
                    <a:pt x="937" y="4382"/>
                    <a:pt x="912" y="4348"/>
                    <a:pt x="877" y="4314"/>
                  </a:cubicBezTo>
                  <a:cubicBezTo>
                    <a:pt x="851" y="4296"/>
                    <a:pt x="766" y="4305"/>
                    <a:pt x="748" y="4279"/>
                  </a:cubicBezTo>
                  <a:cubicBezTo>
                    <a:pt x="731" y="4262"/>
                    <a:pt x="577" y="4159"/>
                    <a:pt x="568" y="4142"/>
                  </a:cubicBezTo>
                  <a:cubicBezTo>
                    <a:pt x="551" y="4116"/>
                    <a:pt x="542" y="4090"/>
                    <a:pt x="525" y="4056"/>
                  </a:cubicBezTo>
                  <a:cubicBezTo>
                    <a:pt x="482" y="4004"/>
                    <a:pt x="430" y="3961"/>
                    <a:pt x="396" y="3910"/>
                  </a:cubicBezTo>
                  <a:cubicBezTo>
                    <a:pt x="353" y="3858"/>
                    <a:pt x="319" y="3815"/>
                    <a:pt x="267" y="3781"/>
                  </a:cubicBezTo>
                  <a:cubicBezTo>
                    <a:pt x="207" y="3729"/>
                    <a:pt x="259" y="3618"/>
                    <a:pt x="207" y="3558"/>
                  </a:cubicBezTo>
                  <a:lnTo>
                    <a:pt x="181" y="3523"/>
                  </a:lnTo>
                  <a:cubicBezTo>
                    <a:pt x="156" y="3506"/>
                    <a:pt x="138" y="3506"/>
                    <a:pt x="113" y="3497"/>
                  </a:cubicBezTo>
                  <a:cubicBezTo>
                    <a:pt x="78" y="3480"/>
                    <a:pt x="78" y="3480"/>
                    <a:pt x="52" y="3454"/>
                  </a:cubicBezTo>
                  <a:cubicBezTo>
                    <a:pt x="35" y="3437"/>
                    <a:pt x="18" y="3420"/>
                    <a:pt x="1" y="3412"/>
                  </a:cubicBezTo>
                  <a:lnTo>
                    <a:pt x="1" y="3412"/>
                  </a:lnTo>
                  <a:cubicBezTo>
                    <a:pt x="10" y="3446"/>
                    <a:pt x="10" y="3472"/>
                    <a:pt x="18" y="3506"/>
                  </a:cubicBezTo>
                  <a:cubicBezTo>
                    <a:pt x="44" y="3618"/>
                    <a:pt x="95" y="3729"/>
                    <a:pt x="181" y="3798"/>
                  </a:cubicBezTo>
                  <a:cubicBezTo>
                    <a:pt x="216" y="3824"/>
                    <a:pt x="241" y="3850"/>
                    <a:pt x="267" y="3893"/>
                  </a:cubicBezTo>
                  <a:cubicBezTo>
                    <a:pt x="302" y="3961"/>
                    <a:pt x="319" y="3987"/>
                    <a:pt x="379" y="4039"/>
                  </a:cubicBezTo>
                  <a:lnTo>
                    <a:pt x="388" y="4039"/>
                  </a:lnTo>
                  <a:cubicBezTo>
                    <a:pt x="482" y="4107"/>
                    <a:pt x="499" y="4228"/>
                    <a:pt x="559" y="4314"/>
                  </a:cubicBezTo>
                  <a:cubicBezTo>
                    <a:pt x="585" y="4348"/>
                    <a:pt x="611" y="4391"/>
                    <a:pt x="645" y="4408"/>
                  </a:cubicBezTo>
                  <a:cubicBezTo>
                    <a:pt x="714" y="4434"/>
                    <a:pt x="783" y="4417"/>
                    <a:pt x="851" y="4460"/>
                  </a:cubicBezTo>
                  <a:cubicBezTo>
                    <a:pt x="894" y="4485"/>
                    <a:pt x="937" y="4520"/>
                    <a:pt x="980" y="4546"/>
                  </a:cubicBezTo>
                  <a:cubicBezTo>
                    <a:pt x="1032" y="4580"/>
                    <a:pt x="1101" y="4623"/>
                    <a:pt x="1144" y="4674"/>
                  </a:cubicBezTo>
                  <a:cubicBezTo>
                    <a:pt x="1152" y="4683"/>
                    <a:pt x="1161" y="4700"/>
                    <a:pt x="1161" y="4709"/>
                  </a:cubicBezTo>
                  <a:cubicBezTo>
                    <a:pt x="1221" y="4786"/>
                    <a:pt x="1272" y="4846"/>
                    <a:pt x="1376" y="4889"/>
                  </a:cubicBezTo>
                  <a:cubicBezTo>
                    <a:pt x="1479" y="4932"/>
                    <a:pt x="1573" y="4958"/>
                    <a:pt x="1676" y="4975"/>
                  </a:cubicBezTo>
                  <a:lnTo>
                    <a:pt x="1702" y="4975"/>
                  </a:lnTo>
                  <a:cubicBezTo>
                    <a:pt x="1745" y="4984"/>
                    <a:pt x="1788" y="4984"/>
                    <a:pt x="1831" y="4992"/>
                  </a:cubicBezTo>
                  <a:cubicBezTo>
                    <a:pt x="1865" y="5001"/>
                    <a:pt x="1900" y="5018"/>
                    <a:pt x="1934" y="5027"/>
                  </a:cubicBezTo>
                  <a:cubicBezTo>
                    <a:pt x="1943" y="5027"/>
                    <a:pt x="1951" y="5035"/>
                    <a:pt x="1968" y="5035"/>
                  </a:cubicBezTo>
                  <a:lnTo>
                    <a:pt x="1994" y="5035"/>
                  </a:lnTo>
                  <a:cubicBezTo>
                    <a:pt x="2028" y="5035"/>
                    <a:pt x="2063" y="5027"/>
                    <a:pt x="2097" y="5027"/>
                  </a:cubicBezTo>
                  <a:lnTo>
                    <a:pt x="2166" y="5027"/>
                  </a:lnTo>
                  <a:cubicBezTo>
                    <a:pt x="2175" y="5027"/>
                    <a:pt x="2192" y="5035"/>
                    <a:pt x="2209" y="5035"/>
                  </a:cubicBezTo>
                  <a:cubicBezTo>
                    <a:pt x="2226" y="5035"/>
                    <a:pt x="2243" y="5027"/>
                    <a:pt x="2260" y="5027"/>
                  </a:cubicBezTo>
                  <a:cubicBezTo>
                    <a:pt x="2295" y="5010"/>
                    <a:pt x="2321" y="4992"/>
                    <a:pt x="2355" y="4967"/>
                  </a:cubicBezTo>
                  <a:cubicBezTo>
                    <a:pt x="2389" y="4941"/>
                    <a:pt x="2424" y="4932"/>
                    <a:pt x="2467" y="4924"/>
                  </a:cubicBezTo>
                  <a:cubicBezTo>
                    <a:pt x="2578" y="4898"/>
                    <a:pt x="2690" y="4889"/>
                    <a:pt x="2802" y="4846"/>
                  </a:cubicBezTo>
                  <a:cubicBezTo>
                    <a:pt x="2810" y="4846"/>
                    <a:pt x="2827" y="4838"/>
                    <a:pt x="2845" y="4829"/>
                  </a:cubicBezTo>
                  <a:cubicBezTo>
                    <a:pt x="2922" y="4803"/>
                    <a:pt x="2999" y="4769"/>
                    <a:pt x="3085" y="4743"/>
                  </a:cubicBezTo>
                  <a:cubicBezTo>
                    <a:pt x="3171" y="4726"/>
                    <a:pt x="3206" y="4640"/>
                    <a:pt x="3266" y="4589"/>
                  </a:cubicBezTo>
                  <a:cubicBezTo>
                    <a:pt x="3266" y="4580"/>
                    <a:pt x="3266" y="4580"/>
                    <a:pt x="3274" y="4580"/>
                  </a:cubicBezTo>
                  <a:cubicBezTo>
                    <a:pt x="3343" y="4520"/>
                    <a:pt x="3386" y="4511"/>
                    <a:pt x="3455" y="4460"/>
                  </a:cubicBezTo>
                  <a:cubicBezTo>
                    <a:pt x="3480" y="4434"/>
                    <a:pt x="3489" y="4434"/>
                    <a:pt x="3506" y="4400"/>
                  </a:cubicBezTo>
                  <a:cubicBezTo>
                    <a:pt x="3523" y="4365"/>
                    <a:pt x="3549" y="4331"/>
                    <a:pt x="3566" y="4296"/>
                  </a:cubicBezTo>
                  <a:cubicBezTo>
                    <a:pt x="3584" y="4253"/>
                    <a:pt x="3635" y="4253"/>
                    <a:pt x="3635" y="4211"/>
                  </a:cubicBezTo>
                  <a:cubicBezTo>
                    <a:pt x="3644" y="4211"/>
                    <a:pt x="3644" y="4202"/>
                    <a:pt x="3644" y="4202"/>
                  </a:cubicBezTo>
                  <a:cubicBezTo>
                    <a:pt x="3644" y="4168"/>
                    <a:pt x="3661" y="4142"/>
                    <a:pt x="3678" y="4099"/>
                  </a:cubicBezTo>
                  <a:cubicBezTo>
                    <a:pt x="3695" y="4039"/>
                    <a:pt x="3712" y="3970"/>
                    <a:pt x="3730" y="3901"/>
                  </a:cubicBezTo>
                  <a:cubicBezTo>
                    <a:pt x="3747" y="3867"/>
                    <a:pt x="3781" y="3815"/>
                    <a:pt x="3807" y="3772"/>
                  </a:cubicBezTo>
                  <a:cubicBezTo>
                    <a:pt x="3858" y="3686"/>
                    <a:pt x="3901" y="3592"/>
                    <a:pt x="3944" y="3506"/>
                  </a:cubicBezTo>
                  <a:cubicBezTo>
                    <a:pt x="4013" y="3360"/>
                    <a:pt x="4159" y="3180"/>
                    <a:pt x="4159" y="3008"/>
                  </a:cubicBezTo>
                  <a:cubicBezTo>
                    <a:pt x="4159" y="2991"/>
                    <a:pt x="4151" y="2973"/>
                    <a:pt x="4151" y="2956"/>
                  </a:cubicBezTo>
                  <a:cubicBezTo>
                    <a:pt x="4151" y="2939"/>
                    <a:pt x="4151" y="2922"/>
                    <a:pt x="4142" y="2905"/>
                  </a:cubicBezTo>
                  <a:cubicBezTo>
                    <a:pt x="4133" y="2802"/>
                    <a:pt x="4116" y="2673"/>
                    <a:pt x="4073" y="2578"/>
                  </a:cubicBezTo>
                  <a:cubicBezTo>
                    <a:pt x="4056" y="2544"/>
                    <a:pt x="4030" y="2509"/>
                    <a:pt x="4022" y="2475"/>
                  </a:cubicBezTo>
                  <a:cubicBezTo>
                    <a:pt x="4022" y="2466"/>
                    <a:pt x="4022" y="2458"/>
                    <a:pt x="4022" y="2458"/>
                  </a:cubicBezTo>
                  <a:cubicBezTo>
                    <a:pt x="4022" y="2449"/>
                    <a:pt x="4022" y="2441"/>
                    <a:pt x="4022" y="2424"/>
                  </a:cubicBezTo>
                  <a:lnTo>
                    <a:pt x="4022" y="2415"/>
                  </a:lnTo>
                  <a:cubicBezTo>
                    <a:pt x="4022" y="2338"/>
                    <a:pt x="4047" y="2252"/>
                    <a:pt x="4056" y="2183"/>
                  </a:cubicBezTo>
                  <a:cubicBezTo>
                    <a:pt x="4073" y="2080"/>
                    <a:pt x="4065" y="2011"/>
                    <a:pt x="4039" y="1908"/>
                  </a:cubicBezTo>
                  <a:cubicBezTo>
                    <a:pt x="4022" y="1831"/>
                    <a:pt x="4030" y="1753"/>
                    <a:pt x="4013" y="1667"/>
                  </a:cubicBezTo>
                  <a:cubicBezTo>
                    <a:pt x="3996" y="1530"/>
                    <a:pt x="3962" y="1367"/>
                    <a:pt x="3876" y="1255"/>
                  </a:cubicBezTo>
                  <a:cubicBezTo>
                    <a:pt x="3841" y="1212"/>
                    <a:pt x="3798" y="1204"/>
                    <a:pt x="3755" y="1169"/>
                  </a:cubicBezTo>
                  <a:cubicBezTo>
                    <a:pt x="3730" y="1152"/>
                    <a:pt x="3695" y="1100"/>
                    <a:pt x="3678" y="1066"/>
                  </a:cubicBezTo>
                  <a:cubicBezTo>
                    <a:pt x="3644" y="1023"/>
                    <a:pt x="3626" y="963"/>
                    <a:pt x="3626" y="911"/>
                  </a:cubicBezTo>
                  <a:cubicBezTo>
                    <a:pt x="3626" y="903"/>
                    <a:pt x="3626" y="894"/>
                    <a:pt x="3626" y="894"/>
                  </a:cubicBezTo>
                  <a:cubicBezTo>
                    <a:pt x="3626" y="860"/>
                    <a:pt x="3635" y="834"/>
                    <a:pt x="3635" y="800"/>
                  </a:cubicBezTo>
                  <a:cubicBezTo>
                    <a:pt x="3635" y="774"/>
                    <a:pt x="3635" y="748"/>
                    <a:pt x="3618" y="731"/>
                  </a:cubicBezTo>
                  <a:cubicBezTo>
                    <a:pt x="3584" y="679"/>
                    <a:pt x="3549" y="654"/>
                    <a:pt x="3523" y="602"/>
                  </a:cubicBezTo>
                  <a:cubicBezTo>
                    <a:pt x="3489" y="533"/>
                    <a:pt x="3463" y="508"/>
                    <a:pt x="3412" y="465"/>
                  </a:cubicBezTo>
                  <a:cubicBezTo>
                    <a:pt x="3317" y="396"/>
                    <a:pt x="3223" y="336"/>
                    <a:pt x="3120" y="276"/>
                  </a:cubicBezTo>
                  <a:cubicBezTo>
                    <a:pt x="3077" y="250"/>
                    <a:pt x="3034" y="258"/>
                    <a:pt x="2974" y="241"/>
                  </a:cubicBezTo>
                  <a:cubicBezTo>
                    <a:pt x="2939" y="224"/>
                    <a:pt x="2870" y="181"/>
                    <a:pt x="2853" y="181"/>
                  </a:cubicBezTo>
                  <a:lnTo>
                    <a:pt x="2810" y="181"/>
                  </a:lnTo>
                  <a:cubicBezTo>
                    <a:pt x="2767" y="181"/>
                    <a:pt x="2733" y="164"/>
                    <a:pt x="2690" y="121"/>
                  </a:cubicBezTo>
                  <a:cubicBezTo>
                    <a:pt x="2656" y="87"/>
                    <a:pt x="2630" y="52"/>
                    <a:pt x="2578" y="44"/>
                  </a:cubicBezTo>
                  <a:cubicBezTo>
                    <a:pt x="2544" y="35"/>
                    <a:pt x="2510" y="35"/>
                    <a:pt x="2467" y="35"/>
                  </a:cubicBezTo>
                  <a:lnTo>
                    <a:pt x="2407" y="35"/>
                  </a:lnTo>
                  <a:cubicBezTo>
                    <a:pt x="2381" y="35"/>
                    <a:pt x="2355" y="27"/>
                    <a:pt x="2329" y="27"/>
                  </a:cubicBezTo>
                  <a:lnTo>
                    <a:pt x="2286" y="27"/>
                  </a:lnTo>
                  <a:lnTo>
                    <a:pt x="2260" y="9"/>
                  </a:lnTo>
                  <a:lnTo>
                    <a:pt x="2243" y="1"/>
                  </a:lnTo>
                  <a:close/>
                </a:path>
              </a:pathLst>
            </a:custGeom>
            <a:solidFill>
              <a:srgbClr val="E7CC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86" name="Google Shape;22686;p75"/>
            <p:cNvSpPr/>
            <p:nvPr/>
          </p:nvSpPr>
          <p:spPr>
            <a:xfrm>
              <a:off x="5707825" y="1323600"/>
              <a:ext cx="40625" cy="50275"/>
            </a:xfrm>
            <a:custGeom>
              <a:avLst/>
              <a:gdLst/>
              <a:ahLst/>
              <a:cxnLst/>
              <a:rect l="l" t="t" r="r" b="b"/>
              <a:pathLst>
                <a:path w="1625" h="2011" extrusionOk="0">
                  <a:moveTo>
                    <a:pt x="1186" y="0"/>
                  </a:moveTo>
                  <a:lnTo>
                    <a:pt x="1178" y="34"/>
                  </a:lnTo>
                  <a:lnTo>
                    <a:pt x="1186" y="43"/>
                  </a:lnTo>
                  <a:cubicBezTo>
                    <a:pt x="1195" y="60"/>
                    <a:pt x="1203" y="69"/>
                    <a:pt x="1212" y="77"/>
                  </a:cubicBezTo>
                  <a:cubicBezTo>
                    <a:pt x="1229" y="95"/>
                    <a:pt x="1246" y="112"/>
                    <a:pt x="1272" y="137"/>
                  </a:cubicBezTo>
                  <a:cubicBezTo>
                    <a:pt x="1281" y="146"/>
                    <a:pt x="1289" y="163"/>
                    <a:pt x="1307" y="163"/>
                  </a:cubicBezTo>
                  <a:cubicBezTo>
                    <a:pt x="1324" y="180"/>
                    <a:pt x="1341" y="180"/>
                    <a:pt x="1367" y="189"/>
                  </a:cubicBezTo>
                  <a:cubicBezTo>
                    <a:pt x="1384" y="198"/>
                    <a:pt x="1401" y="206"/>
                    <a:pt x="1418" y="223"/>
                  </a:cubicBezTo>
                  <a:cubicBezTo>
                    <a:pt x="1427" y="241"/>
                    <a:pt x="1435" y="258"/>
                    <a:pt x="1435" y="275"/>
                  </a:cubicBezTo>
                  <a:cubicBezTo>
                    <a:pt x="1435" y="301"/>
                    <a:pt x="1427" y="327"/>
                    <a:pt x="1427" y="352"/>
                  </a:cubicBezTo>
                  <a:cubicBezTo>
                    <a:pt x="1418" y="378"/>
                    <a:pt x="1418" y="395"/>
                    <a:pt x="1418" y="421"/>
                  </a:cubicBezTo>
                  <a:cubicBezTo>
                    <a:pt x="1410" y="473"/>
                    <a:pt x="1401" y="524"/>
                    <a:pt x="1384" y="567"/>
                  </a:cubicBezTo>
                  <a:cubicBezTo>
                    <a:pt x="1375" y="593"/>
                    <a:pt x="1367" y="610"/>
                    <a:pt x="1358" y="636"/>
                  </a:cubicBezTo>
                  <a:cubicBezTo>
                    <a:pt x="1349" y="653"/>
                    <a:pt x="1341" y="670"/>
                    <a:pt x="1332" y="687"/>
                  </a:cubicBezTo>
                  <a:cubicBezTo>
                    <a:pt x="1315" y="730"/>
                    <a:pt x="1289" y="773"/>
                    <a:pt x="1307" y="825"/>
                  </a:cubicBezTo>
                  <a:cubicBezTo>
                    <a:pt x="1315" y="859"/>
                    <a:pt x="1332" y="885"/>
                    <a:pt x="1332" y="928"/>
                  </a:cubicBezTo>
                  <a:lnTo>
                    <a:pt x="1332" y="954"/>
                  </a:lnTo>
                  <a:lnTo>
                    <a:pt x="1341" y="979"/>
                  </a:lnTo>
                  <a:lnTo>
                    <a:pt x="1332" y="1005"/>
                  </a:lnTo>
                  <a:cubicBezTo>
                    <a:pt x="1324" y="1031"/>
                    <a:pt x="1307" y="1048"/>
                    <a:pt x="1298" y="1074"/>
                  </a:cubicBezTo>
                  <a:cubicBezTo>
                    <a:pt x="1298" y="1091"/>
                    <a:pt x="1281" y="1108"/>
                    <a:pt x="1272" y="1117"/>
                  </a:cubicBezTo>
                  <a:lnTo>
                    <a:pt x="1255" y="1134"/>
                  </a:lnTo>
                  <a:lnTo>
                    <a:pt x="1238" y="1151"/>
                  </a:lnTo>
                  <a:cubicBezTo>
                    <a:pt x="1221" y="1186"/>
                    <a:pt x="1212" y="1220"/>
                    <a:pt x="1178" y="1246"/>
                  </a:cubicBezTo>
                  <a:cubicBezTo>
                    <a:pt x="1152" y="1263"/>
                    <a:pt x="1118" y="1263"/>
                    <a:pt x="1083" y="1272"/>
                  </a:cubicBezTo>
                  <a:cubicBezTo>
                    <a:pt x="1040" y="1280"/>
                    <a:pt x="989" y="1315"/>
                    <a:pt x="954" y="1340"/>
                  </a:cubicBezTo>
                  <a:cubicBezTo>
                    <a:pt x="920" y="1357"/>
                    <a:pt x="886" y="1383"/>
                    <a:pt x="868" y="1409"/>
                  </a:cubicBezTo>
                  <a:cubicBezTo>
                    <a:pt x="860" y="1435"/>
                    <a:pt x="860" y="1461"/>
                    <a:pt x="851" y="1486"/>
                  </a:cubicBezTo>
                  <a:cubicBezTo>
                    <a:pt x="843" y="1521"/>
                    <a:pt x="834" y="1555"/>
                    <a:pt x="808" y="1589"/>
                  </a:cubicBezTo>
                  <a:cubicBezTo>
                    <a:pt x="791" y="1615"/>
                    <a:pt x="757" y="1641"/>
                    <a:pt x="722" y="1658"/>
                  </a:cubicBezTo>
                  <a:cubicBezTo>
                    <a:pt x="705" y="1675"/>
                    <a:pt x="671" y="1693"/>
                    <a:pt x="654" y="1710"/>
                  </a:cubicBezTo>
                  <a:cubicBezTo>
                    <a:pt x="636" y="1727"/>
                    <a:pt x="628" y="1727"/>
                    <a:pt x="611" y="1744"/>
                  </a:cubicBezTo>
                  <a:cubicBezTo>
                    <a:pt x="585" y="1753"/>
                    <a:pt x="568" y="1770"/>
                    <a:pt x="542" y="1778"/>
                  </a:cubicBezTo>
                  <a:cubicBezTo>
                    <a:pt x="516" y="1796"/>
                    <a:pt x="482" y="1804"/>
                    <a:pt x="447" y="1813"/>
                  </a:cubicBezTo>
                  <a:cubicBezTo>
                    <a:pt x="422" y="1821"/>
                    <a:pt x="396" y="1830"/>
                    <a:pt x="361" y="1830"/>
                  </a:cubicBezTo>
                  <a:cubicBezTo>
                    <a:pt x="350" y="1830"/>
                    <a:pt x="335" y="1826"/>
                    <a:pt x="321" y="1826"/>
                  </a:cubicBezTo>
                  <a:cubicBezTo>
                    <a:pt x="314" y="1826"/>
                    <a:pt x="307" y="1827"/>
                    <a:pt x="301" y="1830"/>
                  </a:cubicBezTo>
                  <a:cubicBezTo>
                    <a:pt x="276" y="1830"/>
                    <a:pt x="258" y="1839"/>
                    <a:pt x="233" y="1847"/>
                  </a:cubicBezTo>
                  <a:cubicBezTo>
                    <a:pt x="207" y="1856"/>
                    <a:pt x="172" y="1856"/>
                    <a:pt x="147" y="1873"/>
                  </a:cubicBezTo>
                  <a:cubicBezTo>
                    <a:pt x="121" y="1890"/>
                    <a:pt x="95" y="1907"/>
                    <a:pt x="52" y="1916"/>
                  </a:cubicBezTo>
                  <a:lnTo>
                    <a:pt x="9" y="1933"/>
                  </a:lnTo>
                  <a:cubicBezTo>
                    <a:pt x="1" y="1950"/>
                    <a:pt x="9" y="1950"/>
                    <a:pt x="26" y="1967"/>
                  </a:cubicBezTo>
                  <a:cubicBezTo>
                    <a:pt x="44" y="1985"/>
                    <a:pt x="61" y="1993"/>
                    <a:pt x="87" y="2002"/>
                  </a:cubicBezTo>
                  <a:cubicBezTo>
                    <a:pt x="93" y="2005"/>
                    <a:pt x="100" y="2007"/>
                    <a:pt x="107" y="2007"/>
                  </a:cubicBezTo>
                  <a:cubicBezTo>
                    <a:pt x="134" y="2007"/>
                    <a:pt x="160" y="1983"/>
                    <a:pt x="181" y="1976"/>
                  </a:cubicBezTo>
                  <a:cubicBezTo>
                    <a:pt x="202" y="1965"/>
                    <a:pt x="230" y="1958"/>
                    <a:pt x="256" y="1958"/>
                  </a:cubicBezTo>
                  <a:cubicBezTo>
                    <a:pt x="273" y="1958"/>
                    <a:pt x="288" y="1961"/>
                    <a:pt x="301" y="1967"/>
                  </a:cubicBezTo>
                  <a:lnTo>
                    <a:pt x="327" y="1985"/>
                  </a:lnTo>
                  <a:lnTo>
                    <a:pt x="361" y="1985"/>
                  </a:lnTo>
                  <a:cubicBezTo>
                    <a:pt x="383" y="1989"/>
                    <a:pt x="404" y="1989"/>
                    <a:pt x="426" y="1989"/>
                  </a:cubicBezTo>
                  <a:cubicBezTo>
                    <a:pt x="447" y="1989"/>
                    <a:pt x="469" y="1989"/>
                    <a:pt x="490" y="1993"/>
                  </a:cubicBezTo>
                  <a:cubicBezTo>
                    <a:pt x="516" y="2002"/>
                    <a:pt x="542" y="2002"/>
                    <a:pt x="576" y="2002"/>
                  </a:cubicBezTo>
                  <a:cubicBezTo>
                    <a:pt x="585" y="2010"/>
                    <a:pt x="593" y="2010"/>
                    <a:pt x="611" y="2010"/>
                  </a:cubicBezTo>
                  <a:cubicBezTo>
                    <a:pt x="654" y="2010"/>
                    <a:pt x="671" y="2002"/>
                    <a:pt x="697" y="1993"/>
                  </a:cubicBezTo>
                  <a:cubicBezTo>
                    <a:pt x="722" y="1985"/>
                    <a:pt x="757" y="1985"/>
                    <a:pt x="774" y="1967"/>
                  </a:cubicBezTo>
                  <a:lnTo>
                    <a:pt x="791" y="1942"/>
                  </a:lnTo>
                  <a:cubicBezTo>
                    <a:pt x="800" y="1937"/>
                    <a:pt x="813" y="1937"/>
                    <a:pt x="825" y="1937"/>
                  </a:cubicBezTo>
                  <a:cubicBezTo>
                    <a:pt x="838" y="1937"/>
                    <a:pt x="851" y="1937"/>
                    <a:pt x="860" y="1933"/>
                  </a:cubicBezTo>
                  <a:cubicBezTo>
                    <a:pt x="886" y="1925"/>
                    <a:pt x="928" y="1925"/>
                    <a:pt x="954" y="1916"/>
                  </a:cubicBezTo>
                  <a:cubicBezTo>
                    <a:pt x="980" y="1907"/>
                    <a:pt x="997" y="1882"/>
                    <a:pt x="1023" y="1882"/>
                  </a:cubicBezTo>
                  <a:cubicBezTo>
                    <a:pt x="1040" y="1873"/>
                    <a:pt x="1049" y="1882"/>
                    <a:pt x="1066" y="1864"/>
                  </a:cubicBezTo>
                  <a:lnTo>
                    <a:pt x="1075" y="1856"/>
                  </a:lnTo>
                  <a:cubicBezTo>
                    <a:pt x="1092" y="1839"/>
                    <a:pt x="1109" y="1830"/>
                    <a:pt x="1126" y="1813"/>
                  </a:cubicBezTo>
                  <a:cubicBezTo>
                    <a:pt x="1160" y="1787"/>
                    <a:pt x="1169" y="1744"/>
                    <a:pt x="1203" y="1710"/>
                  </a:cubicBezTo>
                  <a:lnTo>
                    <a:pt x="1221" y="1701"/>
                  </a:lnTo>
                  <a:lnTo>
                    <a:pt x="1238" y="1675"/>
                  </a:lnTo>
                  <a:cubicBezTo>
                    <a:pt x="1255" y="1650"/>
                    <a:pt x="1281" y="1632"/>
                    <a:pt x="1298" y="1615"/>
                  </a:cubicBezTo>
                  <a:cubicBezTo>
                    <a:pt x="1332" y="1589"/>
                    <a:pt x="1367" y="1555"/>
                    <a:pt x="1410" y="1538"/>
                  </a:cubicBezTo>
                  <a:cubicBezTo>
                    <a:pt x="1427" y="1529"/>
                    <a:pt x="1444" y="1521"/>
                    <a:pt x="1470" y="1521"/>
                  </a:cubicBezTo>
                  <a:cubicBezTo>
                    <a:pt x="1487" y="1512"/>
                    <a:pt x="1496" y="1512"/>
                    <a:pt x="1521" y="1504"/>
                  </a:cubicBezTo>
                  <a:cubicBezTo>
                    <a:pt x="1547" y="1486"/>
                    <a:pt x="1547" y="1469"/>
                    <a:pt x="1564" y="1443"/>
                  </a:cubicBezTo>
                  <a:cubicBezTo>
                    <a:pt x="1581" y="1418"/>
                    <a:pt x="1590" y="1375"/>
                    <a:pt x="1590" y="1332"/>
                  </a:cubicBezTo>
                  <a:cubicBezTo>
                    <a:pt x="1581" y="1306"/>
                    <a:pt x="1573" y="1280"/>
                    <a:pt x="1573" y="1254"/>
                  </a:cubicBezTo>
                  <a:cubicBezTo>
                    <a:pt x="1573" y="1237"/>
                    <a:pt x="1573" y="1229"/>
                    <a:pt x="1581" y="1211"/>
                  </a:cubicBezTo>
                  <a:cubicBezTo>
                    <a:pt x="1590" y="1177"/>
                    <a:pt x="1599" y="1151"/>
                    <a:pt x="1616" y="1117"/>
                  </a:cubicBezTo>
                  <a:cubicBezTo>
                    <a:pt x="1624" y="1091"/>
                    <a:pt x="1624" y="1057"/>
                    <a:pt x="1624" y="1022"/>
                  </a:cubicBezTo>
                  <a:cubicBezTo>
                    <a:pt x="1624" y="997"/>
                    <a:pt x="1607" y="962"/>
                    <a:pt x="1607" y="928"/>
                  </a:cubicBezTo>
                  <a:cubicBezTo>
                    <a:pt x="1607" y="885"/>
                    <a:pt x="1624" y="833"/>
                    <a:pt x="1607" y="790"/>
                  </a:cubicBezTo>
                  <a:cubicBezTo>
                    <a:pt x="1599" y="765"/>
                    <a:pt x="1581" y="739"/>
                    <a:pt x="1573" y="705"/>
                  </a:cubicBezTo>
                  <a:cubicBezTo>
                    <a:pt x="1564" y="679"/>
                    <a:pt x="1573" y="662"/>
                    <a:pt x="1573" y="636"/>
                  </a:cubicBezTo>
                  <a:cubicBezTo>
                    <a:pt x="1581" y="619"/>
                    <a:pt x="1573" y="593"/>
                    <a:pt x="1581" y="576"/>
                  </a:cubicBezTo>
                  <a:cubicBezTo>
                    <a:pt x="1590" y="550"/>
                    <a:pt x="1590" y="541"/>
                    <a:pt x="1590" y="516"/>
                  </a:cubicBezTo>
                  <a:cubicBezTo>
                    <a:pt x="1599" y="498"/>
                    <a:pt x="1607" y="481"/>
                    <a:pt x="1607" y="455"/>
                  </a:cubicBezTo>
                  <a:cubicBezTo>
                    <a:pt x="1607" y="438"/>
                    <a:pt x="1607" y="412"/>
                    <a:pt x="1599" y="387"/>
                  </a:cubicBezTo>
                  <a:lnTo>
                    <a:pt x="1590" y="369"/>
                  </a:lnTo>
                  <a:lnTo>
                    <a:pt x="1573" y="352"/>
                  </a:lnTo>
                  <a:cubicBezTo>
                    <a:pt x="1564" y="335"/>
                    <a:pt x="1564" y="309"/>
                    <a:pt x="1556" y="284"/>
                  </a:cubicBezTo>
                  <a:cubicBezTo>
                    <a:pt x="1547" y="258"/>
                    <a:pt x="1538" y="232"/>
                    <a:pt x="1521" y="206"/>
                  </a:cubicBezTo>
                  <a:cubicBezTo>
                    <a:pt x="1504" y="189"/>
                    <a:pt x="1496" y="163"/>
                    <a:pt x="1478" y="146"/>
                  </a:cubicBezTo>
                  <a:lnTo>
                    <a:pt x="1444" y="120"/>
                  </a:lnTo>
                  <a:cubicBezTo>
                    <a:pt x="1427" y="112"/>
                    <a:pt x="1418" y="95"/>
                    <a:pt x="1401" y="86"/>
                  </a:cubicBezTo>
                  <a:cubicBezTo>
                    <a:pt x="1375" y="77"/>
                    <a:pt x="1349" y="69"/>
                    <a:pt x="1324" y="60"/>
                  </a:cubicBezTo>
                  <a:cubicBezTo>
                    <a:pt x="1307" y="52"/>
                    <a:pt x="1289" y="43"/>
                    <a:pt x="1272" y="43"/>
                  </a:cubicBezTo>
                  <a:lnTo>
                    <a:pt x="1229" y="43"/>
                  </a:lnTo>
                  <a:cubicBezTo>
                    <a:pt x="1212" y="34"/>
                    <a:pt x="1186" y="34"/>
                    <a:pt x="1186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87" name="Google Shape;22687;p75"/>
            <p:cNvSpPr/>
            <p:nvPr/>
          </p:nvSpPr>
          <p:spPr>
            <a:xfrm>
              <a:off x="5658650" y="1271150"/>
              <a:ext cx="83775" cy="97775"/>
            </a:xfrm>
            <a:custGeom>
              <a:avLst/>
              <a:gdLst/>
              <a:ahLst/>
              <a:cxnLst/>
              <a:rect l="l" t="t" r="r" b="b"/>
              <a:pathLst>
                <a:path w="3351" h="3911" extrusionOk="0">
                  <a:moveTo>
                    <a:pt x="2302" y="1"/>
                  </a:moveTo>
                  <a:cubicBezTo>
                    <a:pt x="2258" y="1"/>
                    <a:pt x="2188" y="54"/>
                    <a:pt x="2148" y="70"/>
                  </a:cubicBezTo>
                  <a:cubicBezTo>
                    <a:pt x="2104" y="87"/>
                    <a:pt x="2068" y="93"/>
                    <a:pt x="2029" y="93"/>
                  </a:cubicBezTo>
                  <a:cubicBezTo>
                    <a:pt x="2007" y="93"/>
                    <a:pt x="1984" y="91"/>
                    <a:pt x="1959" y="88"/>
                  </a:cubicBezTo>
                  <a:cubicBezTo>
                    <a:pt x="1856" y="88"/>
                    <a:pt x="1761" y="122"/>
                    <a:pt x="1667" y="165"/>
                  </a:cubicBezTo>
                  <a:cubicBezTo>
                    <a:pt x="1624" y="182"/>
                    <a:pt x="1572" y="191"/>
                    <a:pt x="1521" y="208"/>
                  </a:cubicBezTo>
                  <a:cubicBezTo>
                    <a:pt x="1452" y="225"/>
                    <a:pt x="1426" y="259"/>
                    <a:pt x="1383" y="302"/>
                  </a:cubicBezTo>
                  <a:cubicBezTo>
                    <a:pt x="1315" y="371"/>
                    <a:pt x="1246" y="431"/>
                    <a:pt x="1186" y="491"/>
                  </a:cubicBezTo>
                  <a:cubicBezTo>
                    <a:pt x="1117" y="560"/>
                    <a:pt x="1057" y="646"/>
                    <a:pt x="962" y="646"/>
                  </a:cubicBezTo>
                  <a:cubicBezTo>
                    <a:pt x="885" y="655"/>
                    <a:pt x="765" y="723"/>
                    <a:pt x="748" y="809"/>
                  </a:cubicBezTo>
                  <a:cubicBezTo>
                    <a:pt x="722" y="930"/>
                    <a:pt x="765" y="947"/>
                    <a:pt x="662" y="1058"/>
                  </a:cubicBezTo>
                  <a:cubicBezTo>
                    <a:pt x="636" y="1093"/>
                    <a:pt x="602" y="1136"/>
                    <a:pt x="567" y="1162"/>
                  </a:cubicBezTo>
                  <a:cubicBezTo>
                    <a:pt x="524" y="1179"/>
                    <a:pt x="516" y="1282"/>
                    <a:pt x="490" y="1299"/>
                  </a:cubicBezTo>
                  <a:cubicBezTo>
                    <a:pt x="473" y="1308"/>
                    <a:pt x="456" y="1333"/>
                    <a:pt x="438" y="1342"/>
                  </a:cubicBezTo>
                  <a:lnTo>
                    <a:pt x="404" y="1351"/>
                  </a:lnTo>
                  <a:lnTo>
                    <a:pt x="378" y="1394"/>
                  </a:lnTo>
                  <a:cubicBezTo>
                    <a:pt x="352" y="1419"/>
                    <a:pt x="318" y="1419"/>
                    <a:pt x="292" y="1436"/>
                  </a:cubicBezTo>
                  <a:cubicBezTo>
                    <a:pt x="198" y="1497"/>
                    <a:pt x="172" y="1591"/>
                    <a:pt x="138" y="1686"/>
                  </a:cubicBezTo>
                  <a:cubicBezTo>
                    <a:pt x="120" y="1729"/>
                    <a:pt x="95" y="1754"/>
                    <a:pt x="86" y="1806"/>
                  </a:cubicBezTo>
                  <a:cubicBezTo>
                    <a:pt x="86" y="1875"/>
                    <a:pt x="95" y="1926"/>
                    <a:pt x="103" y="1986"/>
                  </a:cubicBezTo>
                  <a:cubicBezTo>
                    <a:pt x="120" y="2115"/>
                    <a:pt x="35" y="2193"/>
                    <a:pt x="17" y="2304"/>
                  </a:cubicBezTo>
                  <a:cubicBezTo>
                    <a:pt x="17" y="2356"/>
                    <a:pt x="52" y="2382"/>
                    <a:pt x="60" y="2425"/>
                  </a:cubicBezTo>
                  <a:cubicBezTo>
                    <a:pt x="69" y="2467"/>
                    <a:pt x="60" y="2536"/>
                    <a:pt x="52" y="2579"/>
                  </a:cubicBezTo>
                  <a:cubicBezTo>
                    <a:pt x="43" y="2631"/>
                    <a:pt x="9" y="2699"/>
                    <a:pt x="0" y="2768"/>
                  </a:cubicBezTo>
                  <a:cubicBezTo>
                    <a:pt x="0" y="2811"/>
                    <a:pt x="9" y="2863"/>
                    <a:pt x="17" y="2906"/>
                  </a:cubicBezTo>
                  <a:cubicBezTo>
                    <a:pt x="26" y="2983"/>
                    <a:pt x="60" y="3026"/>
                    <a:pt x="95" y="3095"/>
                  </a:cubicBezTo>
                  <a:cubicBezTo>
                    <a:pt x="120" y="3172"/>
                    <a:pt x="86" y="3215"/>
                    <a:pt x="78" y="3284"/>
                  </a:cubicBezTo>
                  <a:cubicBezTo>
                    <a:pt x="60" y="3352"/>
                    <a:pt x="69" y="3430"/>
                    <a:pt x="86" y="3507"/>
                  </a:cubicBezTo>
                  <a:cubicBezTo>
                    <a:pt x="103" y="3602"/>
                    <a:pt x="146" y="3687"/>
                    <a:pt x="215" y="3756"/>
                  </a:cubicBezTo>
                  <a:cubicBezTo>
                    <a:pt x="267" y="3799"/>
                    <a:pt x="318" y="3868"/>
                    <a:pt x="370" y="3911"/>
                  </a:cubicBezTo>
                  <a:cubicBezTo>
                    <a:pt x="361" y="3885"/>
                    <a:pt x="352" y="3833"/>
                    <a:pt x="361" y="3816"/>
                  </a:cubicBezTo>
                  <a:cubicBezTo>
                    <a:pt x="370" y="3773"/>
                    <a:pt x="335" y="3748"/>
                    <a:pt x="335" y="3713"/>
                  </a:cubicBezTo>
                  <a:cubicBezTo>
                    <a:pt x="344" y="3679"/>
                    <a:pt x="232" y="3533"/>
                    <a:pt x="224" y="3370"/>
                  </a:cubicBezTo>
                  <a:cubicBezTo>
                    <a:pt x="206" y="3198"/>
                    <a:pt x="292" y="3146"/>
                    <a:pt x="292" y="3052"/>
                  </a:cubicBezTo>
                  <a:cubicBezTo>
                    <a:pt x="284" y="2992"/>
                    <a:pt x="267" y="2914"/>
                    <a:pt x="249" y="2863"/>
                  </a:cubicBezTo>
                  <a:cubicBezTo>
                    <a:pt x="232" y="2811"/>
                    <a:pt x="232" y="2768"/>
                    <a:pt x="249" y="2734"/>
                  </a:cubicBezTo>
                  <a:cubicBezTo>
                    <a:pt x="267" y="2699"/>
                    <a:pt x="284" y="2665"/>
                    <a:pt x="309" y="2631"/>
                  </a:cubicBezTo>
                  <a:cubicBezTo>
                    <a:pt x="344" y="2588"/>
                    <a:pt x="352" y="2553"/>
                    <a:pt x="352" y="2502"/>
                  </a:cubicBezTo>
                  <a:cubicBezTo>
                    <a:pt x="352" y="2416"/>
                    <a:pt x="309" y="2347"/>
                    <a:pt x="309" y="2270"/>
                  </a:cubicBezTo>
                  <a:cubicBezTo>
                    <a:pt x="309" y="2210"/>
                    <a:pt x="318" y="2150"/>
                    <a:pt x="309" y="2089"/>
                  </a:cubicBezTo>
                  <a:cubicBezTo>
                    <a:pt x="301" y="2029"/>
                    <a:pt x="335" y="2004"/>
                    <a:pt x="344" y="1952"/>
                  </a:cubicBezTo>
                  <a:cubicBezTo>
                    <a:pt x="352" y="1900"/>
                    <a:pt x="344" y="1849"/>
                    <a:pt x="361" y="1797"/>
                  </a:cubicBezTo>
                  <a:cubicBezTo>
                    <a:pt x="387" y="1746"/>
                    <a:pt x="430" y="1746"/>
                    <a:pt x="464" y="1703"/>
                  </a:cubicBezTo>
                  <a:cubicBezTo>
                    <a:pt x="498" y="1651"/>
                    <a:pt x="507" y="1617"/>
                    <a:pt x="559" y="1600"/>
                  </a:cubicBezTo>
                  <a:cubicBezTo>
                    <a:pt x="575" y="1594"/>
                    <a:pt x="590" y="1592"/>
                    <a:pt x="605" y="1592"/>
                  </a:cubicBezTo>
                  <a:cubicBezTo>
                    <a:pt x="638" y="1592"/>
                    <a:pt x="672" y="1602"/>
                    <a:pt x="713" y="1608"/>
                  </a:cubicBezTo>
                  <a:cubicBezTo>
                    <a:pt x="748" y="1617"/>
                    <a:pt x="773" y="1626"/>
                    <a:pt x="808" y="1634"/>
                  </a:cubicBezTo>
                  <a:cubicBezTo>
                    <a:pt x="832" y="1646"/>
                    <a:pt x="841" y="1652"/>
                    <a:pt x="845" y="1652"/>
                  </a:cubicBezTo>
                  <a:cubicBezTo>
                    <a:pt x="851" y="1652"/>
                    <a:pt x="850" y="1644"/>
                    <a:pt x="859" y="1626"/>
                  </a:cubicBezTo>
                  <a:cubicBezTo>
                    <a:pt x="919" y="1514"/>
                    <a:pt x="877" y="1368"/>
                    <a:pt x="885" y="1247"/>
                  </a:cubicBezTo>
                  <a:cubicBezTo>
                    <a:pt x="885" y="1213"/>
                    <a:pt x="885" y="1179"/>
                    <a:pt x="885" y="1144"/>
                  </a:cubicBezTo>
                  <a:cubicBezTo>
                    <a:pt x="885" y="1119"/>
                    <a:pt x="877" y="1119"/>
                    <a:pt x="894" y="1093"/>
                  </a:cubicBezTo>
                  <a:cubicBezTo>
                    <a:pt x="937" y="1033"/>
                    <a:pt x="988" y="1016"/>
                    <a:pt x="1048" y="990"/>
                  </a:cubicBezTo>
                  <a:cubicBezTo>
                    <a:pt x="1117" y="964"/>
                    <a:pt x="1143" y="955"/>
                    <a:pt x="1177" y="878"/>
                  </a:cubicBezTo>
                  <a:cubicBezTo>
                    <a:pt x="1212" y="792"/>
                    <a:pt x="1289" y="758"/>
                    <a:pt x="1366" y="706"/>
                  </a:cubicBezTo>
                  <a:cubicBezTo>
                    <a:pt x="1418" y="680"/>
                    <a:pt x="1478" y="655"/>
                    <a:pt x="1529" y="637"/>
                  </a:cubicBezTo>
                  <a:cubicBezTo>
                    <a:pt x="1572" y="620"/>
                    <a:pt x="1598" y="612"/>
                    <a:pt x="1633" y="577"/>
                  </a:cubicBezTo>
                  <a:cubicBezTo>
                    <a:pt x="1650" y="560"/>
                    <a:pt x="1658" y="543"/>
                    <a:pt x="1676" y="526"/>
                  </a:cubicBezTo>
                  <a:cubicBezTo>
                    <a:pt x="1700" y="508"/>
                    <a:pt x="1734" y="502"/>
                    <a:pt x="1770" y="502"/>
                  </a:cubicBezTo>
                  <a:cubicBezTo>
                    <a:pt x="1823" y="502"/>
                    <a:pt x="1880" y="516"/>
                    <a:pt x="1916" y="526"/>
                  </a:cubicBezTo>
                  <a:cubicBezTo>
                    <a:pt x="1934" y="531"/>
                    <a:pt x="1950" y="534"/>
                    <a:pt x="1965" y="534"/>
                  </a:cubicBezTo>
                  <a:cubicBezTo>
                    <a:pt x="1998" y="534"/>
                    <a:pt x="2024" y="519"/>
                    <a:pt x="2054" y="483"/>
                  </a:cubicBezTo>
                  <a:cubicBezTo>
                    <a:pt x="2062" y="466"/>
                    <a:pt x="2079" y="448"/>
                    <a:pt x="2088" y="431"/>
                  </a:cubicBezTo>
                  <a:cubicBezTo>
                    <a:pt x="2114" y="397"/>
                    <a:pt x="2131" y="371"/>
                    <a:pt x="2157" y="345"/>
                  </a:cubicBezTo>
                  <a:cubicBezTo>
                    <a:pt x="2208" y="294"/>
                    <a:pt x="2243" y="268"/>
                    <a:pt x="2311" y="251"/>
                  </a:cubicBezTo>
                  <a:cubicBezTo>
                    <a:pt x="2381" y="225"/>
                    <a:pt x="2432" y="195"/>
                    <a:pt x="2493" y="195"/>
                  </a:cubicBezTo>
                  <a:cubicBezTo>
                    <a:pt x="2514" y="195"/>
                    <a:pt x="2536" y="199"/>
                    <a:pt x="2560" y="208"/>
                  </a:cubicBezTo>
                  <a:cubicBezTo>
                    <a:pt x="2664" y="242"/>
                    <a:pt x="2758" y="285"/>
                    <a:pt x="2861" y="320"/>
                  </a:cubicBezTo>
                  <a:cubicBezTo>
                    <a:pt x="2904" y="337"/>
                    <a:pt x="2938" y="363"/>
                    <a:pt x="2981" y="371"/>
                  </a:cubicBezTo>
                  <a:cubicBezTo>
                    <a:pt x="3033" y="388"/>
                    <a:pt x="3067" y="406"/>
                    <a:pt x="3110" y="423"/>
                  </a:cubicBezTo>
                  <a:cubicBezTo>
                    <a:pt x="3148" y="444"/>
                    <a:pt x="3190" y="466"/>
                    <a:pt x="3230" y="466"/>
                  </a:cubicBezTo>
                  <a:cubicBezTo>
                    <a:pt x="3254" y="466"/>
                    <a:pt x="3277" y="459"/>
                    <a:pt x="3299" y="440"/>
                  </a:cubicBezTo>
                  <a:cubicBezTo>
                    <a:pt x="3316" y="423"/>
                    <a:pt x="3342" y="406"/>
                    <a:pt x="3351" y="380"/>
                  </a:cubicBezTo>
                  <a:cubicBezTo>
                    <a:pt x="3299" y="345"/>
                    <a:pt x="3248" y="311"/>
                    <a:pt x="3188" y="277"/>
                  </a:cubicBezTo>
                  <a:cubicBezTo>
                    <a:pt x="3145" y="251"/>
                    <a:pt x="3102" y="259"/>
                    <a:pt x="3042" y="242"/>
                  </a:cubicBezTo>
                  <a:cubicBezTo>
                    <a:pt x="3010" y="226"/>
                    <a:pt x="2941" y="181"/>
                    <a:pt x="2918" y="181"/>
                  </a:cubicBezTo>
                  <a:cubicBezTo>
                    <a:pt x="2916" y="181"/>
                    <a:pt x="2914" y="181"/>
                    <a:pt x="2913" y="182"/>
                  </a:cubicBezTo>
                  <a:cubicBezTo>
                    <a:pt x="2900" y="186"/>
                    <a:pt x="2888" y="187"/>
                    <a:pt x="2877" y="187"/>
                  </a:cubicBezTo>
                  <a:cubicBezTo>
                    <a:pt x="2834" y="187"/>
                    <a:pt x="2799" y="163"/>
                    <a:pt x="2758" y="122"/>
                  </a:cubicBezTo>
                  <a:cubicBezTo>
                    <a:pt x="2724" y="88"/>
                    <a:pt x="2698" y="53"/>
                    <a:pt x="2646" y="45"/>
                  </a:cubicBezTo>
                  <a:cubicBezTo>
                    <a:pt x="2595" y="36"/>
                    <a:pt x="2535" y="36"/>
                    <a:pt x="2475" y="36"/>
                  </a:cubicBezTo>
                  <a:cubicBezTo>
                    <a:pt x="2449" y="36"/>
                    <a:pt x="2423" y="28"/>
                    <a:pt x="2397" y="28"/>
                  </a:cubicBezTo>
                  <a:lnTo>
                    <a:pt x="2354" y="28"/>
                  </a:lnTo>
                  <a:lnTo>
                    <a:pt x="2311" y="2"/>
                  </a:lnTo>
                  <a:cubicBezTo>
                    <a:pt x="2308" y="1"/>
                    <a:pt x="2305" y="1"/>
                    <a:pt x="230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88" name="Google Shape;22688;p75"/>
            <p:cNvSpPr/>
            <p:nvPr/>
          </p:nvSpPr>
          <p:spPr>
            <a:xfrm>
              <a:off x="5700100" y="1318450"/>
              <a:ext cx="44900" cy="53800"/>
            </a:xfrm>
            <a:custGeom>
              <a:avLst/>
              <a:gdLst/>
              <a:ahLst/>
              <a:cxnLst/>
              <a:rect l="l" t="t" r="r" b="b"/>
              <a:pathLst>
                <a:path w="1796" h="2152" extrusionOk="0">
                  <a:moveTo>
                    <a:pt x="1227" y="0"/>
                  </a:moveTo>
                  <a:cubicBezTo>
                    <a:pt x="1191" y="0"/>
                    <a:pt x="1180" y="104"/>
                    <a:pt x="1195" y="112"/>
                  </a:cubicBezTo>
                  <a:lnTo>
                    <a:pt x="1220" y="146"/>
                  </a:lnTo>
                  <a:cubicBezTo>
                    <a:pt x="1237" y="172"/>
                    <a:pt x="1272" y="197"/>
                    <a:pt x="1298" y="223"/>
                  </a:cubicBezTo>
                  <a:cubicBezTo>
                    <a:pt x="1341" y="258"/>
                    <a:pt x="1366" y="301"/>
                    <a:pt x="1401" y="335"/>
                  </a:cubicBezTo>
                  <a:cubicBezTo>
                    <a:pt x="1427" y="361"/>
                    <a:pt x="1435" y="369"/>
                    <a:pt x="1444" y="404"/>
                  </a:cubicBezTo>
                  <a:cubicBezTo>
                    <a:pt x="1452" y="421"/>
                    <a:pt x="1461" y="447"/>
                    <a:pt x="1461" y="464"/>
                  </a:cubicBezTo>
                  <a:cubicBezTo>
                    <a:pt x="1461" y="481"/>
                    <a:pt x="1461" y="490"/>
                    <a:pt x="1461" y="507"/>
                  </a:cubicBezTo>
                  <a:cubicBezTo>
                    <a:pt x="1478" y="558"/>
                    <a:pt x="1495" y="618"/>
                    <a:pt x="1495" y="670"/>
                  </a:cubicBezTo>
                  <a:cubicBezTo>
                    <a:pt x="1504" y="756"/>
                    <a:pt x="1495" y="842"/>
                    <a:pt x="1495" y="919"/>
                  </a:cubicBezTo>
                  <a:cubicBezTo>
                    <a:pt x="1495" y="971"/>
                    <a:pt x="1478" y="1014"/>
                    <a:pt x="1461" y="1065"/>
                  </a:cubicBezTo>
                  <a:cubicBezTo>
                    <a:pt x="1452" y="1100"/>
                    <a:pt x="1435" y="1125"/>
                    <a:pt x="1409" y="1151"/>
                  </a:cubicBezTo>
                  <a:cubicBezTo>
                    <a:pt x="1375" y="1194"/>
                    <a:pt x="1384" y="1246"/>
                    <a:pt x="1349" y="1289"/>
                  </a:cubicBezTo>
                  <a:cubicBezTo>
                    <a:pt x="1315" y="1332"/>
                    <a:pt x="1255" y="1374"/>
                    <a:pt x="1203" y="1392"/>
                  </a:cubicBezTo>
                  <a:cubicBezTo>
                    <a:pt x="1186" y="1400"/>
                    <a:pt x="1160" y="1400"/>
                    <a:pt x="1152" y="1409"/>
                  </a:cubicBezTo>
                  <a:lnTo>
                    <a:pt x="1143" y="1452"/>
                  </a:lnTo>
                  <a:cubicBezTo>
                    <a:pt x="1134" y="1503"/>
                    <a:pt x="1091" y="1546"/>
                    <a:pt x="1057" y="1589"/>
                  </a:cubicBezTo>
                  <a:cubicBezTo>
                    <a:pt x="1040" y="1606"/>
                    <a:pt x="1031" y="1632"/>
                    <a:pt x="1014" y="1649"/>
                  </a:cubicBezTo>
                  <a:cubicBezTo>
                    <a:pt x="1006" y="1667"/>
                    <a:pt x="997" y="1701"/>
                    <a:pt x="980" y="1718"/>
                  </a:cubicBezTo>
                  <a:cubicBezTo>
                    <a:pt x="954" y="1744"/>
                    <a:pt x="920" y="1761"/>
                    <a:pt x="877" y="1761"/>
                  </a:cubicBezTo>
                  <a:cubicBezTo>
                    <a:pt x="842" y="1761"/>
                    <a:pt x="799" y="1770"/>
                    <a:pt x="782" y="1795"/>
                  </a:cubicBezTo>
                  <a:cubicBezTo>
                    <a:pt x="765" y="1813"/>
                    <a:pt x="765" y="1838"/>
                    <a:pt x="756" y="1864"/>
                  </a:cubicBezTo>
                  <a:cubicBezTo>
                    <a:pt x="748" y="1873"/>
                    <a:pt x="739" y="1890"/>
                    <a:pt x="731" y="1899"/>
                  </a:cubicBezTo>
                  <a:cubicBezTo>
                    <a:pt x="705" y="1924"/>
                    <a:pt x="705" y="1933"/>
                    <a:pt x="670" y="1941"/>
                  </a:cubicBezTo>
                  <a:cubicBezTo>
                    <a:pt x="628" y="1950"/>
                    <a:pt x="593" y="1950"/>
                    <a:pt x="559" y="1959"/>
                  </a:cubicBezTo>
                  <a:cubicBezTo>
                    <a:pt x="499" y="1976"/>
                    <a:pt x="447" y="1984"/>
                    <a:pt x="387" y="1993"/>
                  </a:cubicBezTo>
                  <a:cubicBezTo>
                    <a:pt x="344" y="1993"/>
                    <a:pt x="310" y="1993"/>
                    <a:pt x="267" y="2002"/>
                  </a:cubicBezTo>
                  <a:cubicBezTo>
                    <a:pt x="232" y="2010"/>
                    <a:pt x="207" y="2019"/>
                    <a:pt x="172" y="2019"/>
                  </a:cubicBezTo>
                  <a:cubicBezTo>
                    <a:pt x="146" y="2010"/>
                    <a:pt x="129" y="2002"/>
                    <a:pt x="103" y="1993"/>
                  </a:cubicBezTo>
                  <a:cubicBezTo>
                    <a:pt x="86" y="1993"/>
                    <a:pt x="69" y="1993"/>
                    <a:pt x="52" y="1984"/>
                  </a:cubicBezTo>
                  <a:cubicBezTo>
                    <a:pt x="9" y="1984"/>
                    <a:pt x="0" y="2019"/>
                    <a:pt x="9" y="2036"/>
                  </a:cubicBezTo>
                  <a:cubicBezTo>
                    <a:pt x="18" y="2045"/>
                    <a:pt x="43" y="2070"/>
                    <a:pt x="60" y="2070"/>
                  </a:cubicBezTo>
                  <a:cubicBezTo>
                    <a:pt x="69" y="2079"/>
                    <a:pt x="86" y="2079"/>
                    <a:pt x="103" y="2088"/>
                  </a:cubicBezTo>
                  <a:lnTo>
                    <a:pt x="112" y="2096"/>
                  </a:lnTo>
                  <a:lnTo>
                    <a:pt x="146" y="2105"/>
                  </a:lnTo>
                  <a:lnTo>
                    <a:pt x="189" y="2122"/>
                  </a:lnTo>
                  <a:cubicBezTo>
                    <a:pt x="207" y="2131"/>
                    <a:pt x="232" y="2131"/>
                    <a:pt x="249" y="2139"/>
                  </a:cubicBezTo>
                  <a:cubicBezTo>
                    <a:pt x="267" y="2139"/>
                    <a:pt x="284" y="2148"/>
                    <a:pt x="301" y="2148"/>
                  </a:cubicBezTo>
                  <a:cubicBezTo>
                    <a:pt x="313" y="2150"/>
                    <a:pt x="325" y="2151"/>
                    <a:pt x="337" y="2151"/>
                  </a:cubicBezTo>
                  <a:cubicBezTo>
                    <a:pt x="370" y="2151"/>
                    <a:pt x="405" y="2143"/>
                    <a:pt x="430" y="2131"/>
                  </a:cubicBezTo>
                  <a:cubicBezTo>
                    <a:pt x="447" y="2113"/>
                    <a:pt x="456" y="2105"/>
                    <a:pt x="481" y="2096"/>
                  </a:cubicBezTo>
                  <a:cubicBezTo>
                    <a:pt x="516" y="2088"/>
                    <a:pt x="559" y="2079"/>
                    <a:pt x="593" y="2079"/>
                  </a:cubicBezTo>
                  <a:cubicBezTo>
                    <a:pt x="701" y="2079"/>
                    <a:pt x="798" y="2126"/>
                    <a:pt x="897" y="2126"/>
                  </a:cubicBezTo>
                  <a:cubicBezTo>
                    <a:pt x="924" y="2126"/>
                    <a:pt x="952" y="2123"/>
                    <a:pt x="980" y="2113"/>
                  </a:cubicBezTo>
                  <a:cubicBezTo>
                    <a:pt x="1014" y="2105"/>
                    <a:pt x="1023" y="2088"/>
                    <a:pt x="1048" y="2070"/>
                  </a:cubicBezTo>
                  <a:cubicBezTo>
                    <a:pt x="1074" y="2053"/>
                    <a:pt x="1091" y="2027"/>
                    <a:pt x="1109" y="2010"/>
                  </a:cubicBezTo>
                  <a:cubicBezTo>
                    <a:pt x="1143" y="1950"/>
                    <a:pt x="1177" y="1890"/>
                    <a:pt x="1203" y="1821"/>
                  </a:cubicBezTo>
                  <a:cubicBezTo>
                    <a:pt x="1220" y="1770"/>
                    <a:pt x="1246" y="1710"/>
                    <a:pt x="1272" y="1658"/>
                  </a:cubicBezTo>
                  <a:cubicBezTo>
                    <a:pt x="1298" y="1624"/>
                    <a:pt x="1323" y="1598"/>
                    <a:pt x="1375" y="1581"/>
                  </a:cubicBezTo>
                  <a:cubicBezTo>
                    <a:pt x="1427" y="1563"/>
                    <a:pt x="1469" y="1546"/>
                    <a:pt x="1512" y="1529"/>
                  </a:cubicBezTo>
                  <a:cubicBezTo>
                    <a:pt x="1573" y="1495"/>
                    <a:pt x="1624" y="1486"/>
                    <a:pt x="1650" y="1435"/>
                  </a:cubicBezTo>
                  <a:cubicBezTo>
                    <a:pt x="1684" y="1383"/>
                    <a:pt x="1684" y="1332"/>
                    <a:pt x="1693" y="1280"/>
                  </a:cubicBezTo>
                  <a:cubicBezTo>
                    <a:pt x="1710" y="1211"/>
                    <a:pt x="1744" y="1160"/>
                    <a:pt x="1744" y="1091"/>
                  </a:cubicBezTo>
                  <a:cubicBezTo>
                    <a:pt x="1736" y="1057"/>
                    <a:pt x="1736" y="1022"/>
                    <a:pt x="1727" y="988"/>
                  </a:cubicBezTo>
                  <a:cubicBezTo>
                    <a:pt x="1727" y="945"/>
                    <a:pt x="1701" y="902"/>
                    <a:pt x="1710" y="850"/>
                  </a:cubicBezTo>
                  <a:cubicBezTo>
                    <a:pt x="1710" y="833"/>
                    <a:pt x="1710" y="807"/>
                    <a:pt x="1719" y="799"/>
                  </a:cubicBezTo>
                  <a:lnTo>
                    <a:pt x="1727" y="782"/>
                  </a:lnTo>
                  <a:cubicBezTo>
                    <a:pt x="1744" y="756"/>
                    <a:pt x="1753" y="730"/>
                    <a:pt x="1762" y="696"/>
                  </a:cubicBezTo>
                  <a:cubicBezTo>
                    <a:pt x="1762" y="661"/>
                    <a:pt x="1779" y="636"/>
                    <a:pt x="1787" y="601"/>
                  </a:cubicBezTo>
                  <a:cubicBezTo>
                    <a:pt x="1796" y="567"/>
                    <a:pt x="1787" y="524"/>
                    <a:pt x="1779" y="498"/>
                  </a:cubicBezTo>
                  <a:cubicBezTo>
                    <a:pt x="1770" y="464"/>
                    <a:pt x="1753" y="438"/>
                    <a:pt x="1727" y="412"/>
                  </a:cubicBezTo>
                  <a:cubicBezTo>
                    <a:pt x="1693" y="386"/>
                    <a:pt x="1658" y="369"/>
                    <a:pt x="1633" y="343"/>
                  </a:cubicBezTo>
                  <a:cubicBezTo>
                    <a:pt x="1607" y="318"/>
                    <a:pt x="1590" y="292"/>
                    <a:pt x="1564" y="275"/>
                  </a:cubicBezTo>
                  <a:cubicBezTo>
                    <a:pt x="1521" y="249"/>
                    <a:pt x="1504" y="206"/>
                    <a:pt x="1469" y="180"/>
                  </a:cubicBezTo>
                  <a:cubicBezTo>
                    <a:pt x="1427" y="154"/>
                    <a:pt x="1384" y="137"/>
                    <a:pt x="1349" y="112"/>
                  </a:cubicBezTo>
                  <a:cubicBezTo>
                    <a:pt x="1306" y="86"/>
                    <a:pt x="1280" y="43"/>
                    <a:pt x="1246" y="8"/>
                  </a:cubicBezTo>
                  <a:cubicBezTo>
                    <a:pt x="1239" y="3"/>
                    <a:pt x="1233" y="0"/>
                    <a:pt x="122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89" name="Google Shape;22689;p75"/>
            <p:cNvSpPr/>
            <p:nvPr/>
          </p:nvSpPr>
          <p:spPr>
            <a:xfrm>
              <a:off x="5687200" y="1294325"/>
              <a:ext cx="60175" cy="26700"/>
            </a:xfrm>
            <a:custGeom>
              <a:avLst/>
              <a:gdLst/>
              <a:ahLst/>
              <a:cxnLst/>
              <a:rect l="l" t="t" r="r" b="b"/>
              <a:pathLst>
                <a:path w="2407" h="1068" extrusionOk="0">
                  <a:moveTo>
                    <a:pt x="1155" y="1"/>
                  </a:moveTo>
                  <a:cubicBezTo>
                    <a:pt x="1125" y="1"/>
                    <a:pt x="1096" y="21"/>
                    <a:pt x="1066" y="28"/>
                  </a:cubicBezTo>
                  <a:cubicBezTo>
                    <a:pt x="1023" y="37"/>
                    <a:pt x="989" y="37"/>
                    <a:pt x="946" y="54"/>
                  </a:cubicBezTo>
                  <a:cubicBezTo>
                    <a:pt x="912" y="63"/>
                    <a:pt x="877" y="80"/>
                    <a:pt x="851" y="89"/>
                  </a:cubicBezTo>
                  <a:cubicBezTo>
                    <a:pt x="842" y="90"/>
                    <a:pt x="832" y="91"/>
                    <a:pt x="823" y="91"/>
                  </a:cubicBezTo>
                  <a:cubicBezTo>
                    <a:pt x="781" y="91"/>
                    <a:pt x="740" y="77"/>
                    <a:pt x="705" y="63"/>
                  </a:cubicBezTo>
                  <a:cubicBezTo>
                    <a:pt x="673" y="52"/>
                    <a:pt x="633" y="41"/>
                    <a:pt x="596" y="41"/>
                  </a:cubicBezTo>
                  <a:cubicBezTo>
                    <a:pt x="574" y="41"/>
                    <a:pt x="552" y="45"/>
                    <a:pt x="534" y="54"/>
                  </a:cubicBezTo>
                  <a:cubicBezTo>
                    <a:pt x="491" y="71"/>
                    <a:pt x="448" y="106"/>
                    <a:pt x="405" y="131"/>
                  </a:cubicBezTo>
                  <a:cubicBezTo>
                    <a:pt x="336" y="166"/>
                    <a:pt x="276" y="183"/>
                    <a:pt x="233" y="260"/>
                  </a:cubicBezTo>
                  <a:cubicBezTo>
                    <a:pt x="207" y="312"/>
                    <a:pt x="190" y="389"/>
                    <a:pt x="155" y="424"/>
                  </a:cubicBezTo>
                  <a:cubicBezTo>
                    <a:pt x="113" y="467"/>
                    <a:pt x="78" y="501"/>
                    <a:pt x="52" y="544"/>
                  </a:cubicBezTo>
                  <a:cubicBezTo>
                    <a:pt x="27" y="578"/>
                    <a:pt x="1" y="621"/>
                    <a:pt x="27" y="664"/>
                  </a:cubicBezTo>
                  <a:cubicBezTo>
                    <a:pt x="35" y="699"/>
                    <a:pt x="52" y="690"/>
                    <a:pt x="35" y="724"/>
                  </a:cubicBezTo>
                  <a:cubicBezTo>
                    <a:pt x="30" y="735"/>
                    <a:pt x="15" y="752"/>
                    <a:pt x="24" y="752"/>
                  </a:cubicBezTo>
                  <a:cubicBezTo>
                    <a:pt x="29" y="752"/>
                    <a:pt x="44" y="745"/>
                    <a:pt x="78" y="724"/>
                  </a:cubicBezTo>
                  <a:cubicBezTo>
                    <a:pt x="78" y="699"/>
                    <a:pt x="121" y="656"/>
                    <a:pt x="138" y="647"/>
                  </a:cubicBezTo>
                  <a:cubicBezTo>
                    <a:pt x="164" y="630"/>
                    <a:pt x="190" y="613"/>
                    <a:pt x="207" y="587"/>
                  </a:cubicBezTo>
                  <a:cubicBezTo>
                    <a:pt x="250" y="544"/>
                    <a:pt x="310" y="492"/>
                    <a:pt x="370" y="475"/>
                  </a:cubicBezTo>
                  <a:cubicBezTo>
                    <a:pt x="396" y="467"/>
                    <a:pt x="422" y="458"/>
                    <a:pt x="448" y="458"/>
                  </a:cubicBezTo>
                  <a:cubicBezTo>
                    <a:pt x="465" y="449"/>
                    <a:pt x="482" y="432"/>
                    <a:pt x="508" y="432"/>
                  </a:cubicBezTo>
                  <a:cubicBezTo>
                    <a:pt x="516" y="428"/>
                    <a:pt x="525" y="428"/>
                    <a:pt x="534" y="428"/>
                  </a:cubicBezTo>
                  <a:cubicBezTo>
                    <a:pt x="542" y="428"/>
                    <a:pt x="551" y="428"/>
                    <a:pt x="559" y="424"/>
                  </a:cubicBezTo>
                  <a:cubicBezTo>
                    <a:pt x="584" y="418"/>
                    <a:pt x="599" y="411"/>
                    <a:pt x="619" y="411"/>
                  </a:cubicBezTo>
                  <a:cubicBezTo>
                    <a:pt x="627" y="411"/>
                    <a:pt x="635" y="412"/>
                    <a:pt x="645" y="415"/>
                  </a:cubicBezTo>
                  <a:cubicBezTo>
                    <a:pt x="680" y="424"/>
                    <a:pt x="714" y="441"/>
                    <a:pt x="748" y="449"/>
                  </a:cubicBezTo>
                  <a:cubicBezTo>
                    <a:pt x="774" y="458"/>
                    <a:pt x="817" y="475"/>
                    <a:pt x="834" y="475"/>
                  </a:cubicBezTo>
                  <a:lnTo>
                    <a:pt x="877" y="458"/>
                  </a:lnTo>
                  <a:cubicBezTo>
                    <a:pt x="903" y="449"/>
                    <a:pt x="920" y="449"/>
                    <a:pt x="946" y="441"/>
                  </a:cubicBezTo>
                  <a:cubicBezTo>
                    <a:pt x="980" y="432"/>
                    <a:pt x="1015" y="415"/>
                    <a:pt x="1049" y="415"/>
                  </a:cubicBezTo>
                  <a:cubicBezTo>
                    <a:pt x="1092" y="415"/>
                    <a:pt x="1135" y="415"/>
                    <a:pt x="1178" y="424"/>
                  </a:cubicBezTo>
                  <a:lnTo>
                    <a:pt x="1307" y="424"/>
                  </a:lnTo>
                  <a:cubicBezTo>
                    <a:pt x="1350" y="432"/>
                    <a:pt x="1375" y="458"/>
                    <a:pt x="1418" y="475"/>
                  </a:cubicBezTo>
                  <a:cubicBezTo>
                    <a:pt x="1436" y="484"/>
                    <a:pt x="1453" y="492"/>
                    <a:pt x="1470" y="501"/>
                  </a:cubicBezTo>
                  <a:cubicBezTo>
                    <a:pt x="1487" y="509"/>
                    <a:pt x="1513" y="518"/>
                    <a:pt x="1530" y="518"/>
                  </a:cubicBezTo>
                  <a:cubicBezTo>
                    <a:pt x="1542" y="523"/>
                    <a:pt x="1555" y="524"/>
                    <a:pt x="1569" y="524"/>
                  </a:cubicBezTo>
                  <a:cubicBezTo>
                    <a:pt x="1591" y="524"/>
                    <a:pt x="1615" y="520"/>
                    <a:pt x="1637" y="520"/>
                  </a:cubicBezTo>
                  <a:cubicBezTo>
                    <a:pt x="1651" y="520"/>
                    <a:pt x="1664" y="522"/>
                    <a:pt x="1676" y="527"/>
                  </a:cubicBezTo>
                  <a:cubicBezTo>
                    <a:pt x="1711" y="535"/>
                    <a:pt x="1745" y="570"/>
                    <a:pt x="1771" y="595"/>
                  </a:cubicBezTo>
                  <a:cubicBezTo>
                    <a:pt x="1814" y="621"/>
                    <a:pt x="1865" y="630"/>
                    <a:pt x="1908" y="656"/>
                  </a:cubicBezTo>
                  <a:cubicBezTo>
                    <a:pt x="1925" y="664"/>
                    <a:pt x="1943" y="681"/>
                    <a:pt x="1968" y="699"/>
                  </a:cubicBezTo>
                  <a:cubicBezTo>
                    <a:pt x="2003" y="716"/>
                    <a:pt x="2046" y="716"/>
                    <a:pt x="2080" y="750"/>
                  </a:cubicBezTo>
                  <a:cubicBezTo>
                    <a:pt x="2132" y="802"/>
                    <a:pt x="2192" y="845"/>
                    <a:pt x="2252" y="888"/>
                  </a:cubicBezTo>
                  <a:cubicBezTo>
                    <a:pt x="2278" y="913"/>
                    <a:pt x="2312" y="948"/>
                    <a:pt x="2338" y="982"/>
                  </a:cubicBezTo>
                  <a:cubicBezTo>
                    <a:pt x="2346" y="999"/>
                    <a:pt x="2398" y="1068"/>
                    <a:pt x="2406" y="1068"/>
                  </a:cubicBezTo>
                  <a:cubicBezTo>
                    <a:pt x="2406" y="1051"/>
                    <a:pt x="2398" y="1025"/>
                    <a:pt x="2398" y="999"/>
                  </a:cubicBezTo>
                  <a:cubicBezTo>
                    <a:pt x="2389" y="965"/>
                    <a:pt x="2398" y="939"/>
                    <a:pt x="2389" y="905"/>
                  </a:cubicBezTo>
                  <a:cubicBezTo>
                    <a:pt x="2363" y="853"/>
                    <a:pt x="2321" y="802"/>
                    <a:pt x="2286" y="767"/>
                  </a:cubicBezTo>
                  <a:cubicBezTo>
                    <a:pt x="2260" y="733"/>
                    <a:pt x="2226" y="699"/>
                    <a:pt x="2209" y="664"/>
                  </a:cubicBezTo>
                  <a:cubicBezTo>
                    <a:pt x="2209" y="647"/>
                    <a:pt x="2200" y="630"/>
                    <a:pt x="2200" y="613"/>
                  </a:cubicBezTo>
                  <a:cubicBezTo>
                    <a:pt x="2192" y="587"/>
                    <a:pt x="2174" y="570"/>
                    <a:pt x="2166" y="544"/>
                  </a:cubicBezTo>
                  <a:cubicBezTo>
                    <a:pt x="2149" y="509"/>
                    <a:pt x="2132" y="484"/>
                    <a:pt x="2106" y="449"/>
                  </a:cubicBezTo>
                  <a:cubicBezTo>
                    <a:pt x="2071" y="415"/>
                    <a:pt x="2054" y="372"/>
                    <a:pt x="2020" y="338"/>
                  </a:cubicBezTo>
                  <a:cubicBezTo>
                    <a:pt x="1977" y="303"/>
                    <a:pt x="1925" y="286"/>
                    <a:pt x="1874" y="269"/>
                  </a:cubicBezTo>
                  <a:cubicBezTo>
                    <a:pt x="1805" y="243"/>
                    <a:pt x="1745" y="200"/>
                    <a:pt x="1685" y="157"/>
                  </a:cubicBezTo>
                  <a:cubicBezTo>
                    <a:pt x="1642" y="123"/>
                    <a:pt x="1599" y="106"/>
                    <a:pt x="1539" y="97"/>
                  </a:cubicBezTo>
                  <a:lnTo>
                    <a:pt x="1479" y="97"/>
                  </a:lnTo>
                  <a:cubicBezTo>
                    <a:pt x="1444" y="97"/>
                    <a:pt x="1444" y="89"/>
                    <a:pt x="1418" y="80"/>
                  </a:cubicBezTo>
                  <a:cubicBezTo>
                    <a:pt x="1401" y="71"/>
                    <a:pt x="1384" y="71"/>
                    <a:pt x="1358" y="63"/>
                  </a:cubicBezTo>
                  <a:cubicBezTo>
                    <a:pt x="1341" y="54"/>
                    <a:pt x="1324" y="46"/>
                    <a:pt x="1307" y="37"/>
                  </a:cubicBezTo>
                  <a:cubicBezTo>
                    <a:pt x="1264" y="20"/>
                    <a:pt x="1212" y="3"/>
                    <a:pt x="1169" y="3"/>
                  </a:cubicBezTo>
                  <a:cubicBezTo>
                    <a:pt x="1164" y="1"/>
                    <a:pt x="1160" y="1"/>
                    <a:pt x="1155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90" name="Google Shape;22690;p75"/>
            <p:cNvSpPr/>
            <p:nvPr/>
          </p:nvSpPr>
          <p:spPr>
            <a:xfrm>
              <a:off x="5673675" y="1317775"/>
              <a:ext cx="24075" cy="55250"/>
            </a:xfrm>
            <a:custGeom>
              <a:avLst/>
              <a:gdLst/>
              <a:ahLst/>
              <a:cxnLst/>
              <a:rect l="l" t="t" r="r" b="b"/>
              <a:pathLst>
                <a:path w="963" h="2210" extrusionOk="0">
                  <a:moveTo>
                    <a:pt x="466" y="1"/>
                  </a:moveTo>
                  <a:cubicBezTo>
                    <a:pt x="431" y="1"/>
                    <a:pt x="374" y="46"/>
                    <a:pt x="361" y="53"/>
                  </a:cubicBezTo>
                  <a:cubicBezTo>
                    <a:pt x="337" y="72"/>
                    <a:pt x="311" y="83"/>
                    <a:pt x="296" y="85"/>
                  </a:cubicBezTo>
                  <a:lnTo>
                    <a:pt x="296" y="85"/>
                  </a:lnTo>
                  <a:cubicBezTo>
                    <a:pt x="296" y="80"/>
                    <a:pt x="296" y="75"/>
                    <a:pt x="293" y="70"/>
                  </a:cubicBezTo>
                  <a:lnTo>
                    <a:pt x="293" y="70"/>
                  </a:lnTo>
                  <a:cubicBezTo>
                    <a:pt x="283" y="80"/>
                    <a:pt x="284" y="85"/>
                    <a:pt x="293" y="85"/>
                  </a:cubicBezTo>
                  <a:cubicBezTo>
                    <a:pt x="294" y="85"/>
                    <a:pt x="295" y="85"/>
                    <a:pt x="296" y="85"/>
                  </a:cubicBezTo>
                  <a:lnTo>
                    <a:pt x="296" y="85"/>
                  </a:lnTo>
                  <a:cubicBezTo>
                    <a:pt x="296" y="94"/>
                    <a:pt x="290" y="101"/>
                    <a:pt x="284" y="113"/>
                  </a:cubicBezTo>
                  <a:cubicBezTo>
                    <a:pt x="284" y="121"/>
                    <a:pt x="241" y="164"/>
                    <a:pt x="241" y="164"/>
                  </a:cubicBezTo>
                  <a:cubicBezTo>
                    <a:pt x="224" y="190"/>
                    <a:pt x="207" y="224"/>
                    <a:pt x="190" y="250"/>
                  </a:cubicBezTo>
                  <a:cubicBezTo>
                    <a:pt x="164" y="302"/>
                    <a:pt x="129" y="345"/>
                    <a:pt x="95" y="388"/>
                  </a:cubicBezTo>
                  <a:lnTo>
                    <a:pt x="69" y="422"/>
                  </a:lnTo>
                  <a:cubicBezTo>
                    <a:pt x="52" y="448"/>
                    <a:pt x="44" y="491"/>
                    <a:pt x="35" y="525"/>
                  </a:cubicBezTo>
                  <a:cubicBezTo>
                    <a:pt x="26" y="585"/>
                    <a:pt x="18" y="637"/>
                    <a:pt x="9" y="697"/>
                  </a:cubicBezTo>
                  <a:cubicBezTo>
                    <a:pt x="1" y="706"/>
                    <a:pt x="9" y="723"/>
                    <a:pt x="9" y="740"/>
                  </a:cubicBezTo>
                  <a:cubicBezTo>
                    <a:pt x="9" y="757"/>
                    <a:pt x="1" y="774"/>
                    <a:pt x="1" y="791"/>
                  </a:cubicBezTo>
                  <a:cubicBezTo>
                    <a:pt x="1" y="860"/>
                    <a:pt x="44" y="920"/>
                    <a:pt x="69" y="980"/>
                  </a:cubicBezTo>
                  <a:cubicBezTo>
                    <a:pt x="121" y="1084"/>
                    <a:pt x="147" y="1195"/>
                    <a:pt x="198" y="1307"/>
                  </a:cubicBezTo>
                  <a:cubicBezTo>
                    <a:pt x="258" y="1436"/>
                    <a:pt x="276" y="1556"/>
                    <a:pt x="353" y="1676"/>
                  </a:cubicBezTo>
                  <a:cubicBezTo>
                    <a:pt x="361" y="1694"/>
                    <a:pt x="379" y="1711"/>
                    <a:pt x="396" y="1728"/>
                  </a:cubicBezTo>
                  <a:cubicBezTo>
                    <a:pt x="422" y="1754"/>
                    <a:pt x="447" y="1797"/>
                    <a:pt x="482" y="1831"/>
                  </a:cubicBezTo>
                  <a:cubicBezTo>
                    <a:pt x="525" y="1883"/>
                    <a:pt x="559" y="1934"/>
                    <a:pt x="602" y="1994"/>
                  </a:cubicBezTo>
                  <a:cubicBezTo>
                    <a:pt x="619" y="2020"/>
                    <a:pt x="645" y="2037"/>
                    <a:pt x="671" y="2054"/>
                  </a:cubicBezTo>
                  <a:cubicBezTo>
                    <a:pt x="679" y="2072"/>
                    <a:pt x="705" y="2089"/>
                    <a:pt x="722" y="2089"/>
                  </a:cubicBezTo>
                  <a:cubicBezTo>
                    <a:pt x="739" y="2097"/>
                    <a:pt x="757" y="2097"/>
                    <a:pt x="774" y="2106"/>
                  </a:cubicBezTo>
                  <a:cubicBezTo>
                    <a:pt x="800" y="2123"/>
                    <a:pt x="851" y="2140"/>
                    <a:pt x="877" y="2158"/>
                  </a:cubicBezTo>
                  <a:cubicBezTo>
                    <a:pt x="894" y="2166"/>
                    <a:pt x="937" y="2209"/>
                    <a:pt x="963" y="2209"/>
                  </a:cubicBezTo>
                  <a:cubicBezTo>
                    <a:pt x="963" y="2183"/>
                    <a:pt x="911" y="2158"/>
                    <a:pt x="894" y="2140"/>
                  </a:cubicBezTo>
                  <a:cubicBezTo>
                    <a:pt x="868" y="2115"/>
                    <a:pt x="817" y="2106"/>
                    <a:pt x="791" y="2080"/>
                  </a:cubicBezTo>
                  <a:cubicBezTo>
                    <a:pt x="739" y="2020"/>
                    <a:pt x="757" y="1943"/>
                    <a:pt x="722" y="1883"/>
                  </a:cubicBezTo>
                  <a:cubicBezTo>
                    <a:pt x="696" y="1840"/>
                    <a:pt x="688" y="1805"/>
                    <a:pt x="654" y="1779"/>
                  </a:cubicBezTo>
                  <a:cubicBezTo>
                    <a:pt x="611" y="1745"/>
                    <a:pt x="636" y="1711"/>
                    <a:pt x="611" y="1668"/>
                  </a:cubicBezTo>
                  <a:cubicBezTo>
                    <a:pt x="559" y="1573"/>
                    <a:pt x="473" y="1487"/>
                    <a:pt x="422" y="1384"/>
                  </a:cubicBezTo>
                  <a:cubicBezTo>
                    <a:pt x="396" y="1333"/>
                    <a:pt x="310" y="1290"/>
                    <a:pt x="301" y="1230"/>
                  </a:cubicBezTo>
                  <a:cubicBezTo>
                    <a:pt x="301" y="1212"/>
                    <a:pt x="301" y="1195"/>
                    <a:pt x="301" y="1187"/>
                  </a:cubicBezTo>
                  <a:cubicBezTo>
                    <a:pt x="301" y="1161"/>
                    <a:pt x="301" y="1161"/>
                    <a:pt x="318" y="1144"/>
                  </a:cubicBezTo>
                  <a:cubicBezTo>
                    <a:pt x="379" y="1041"/>
                    <a:pt x="404" y="886"/>
                    <a:pt x="344" y="774"/>
                  </a:cubicBezTo>
                  <a:cubicBezTo>
                    <a:pt x="336" y="766"/>
                    <a:pt x="336" y="749"/>
                    <a:pt x="327" y="731"/>
                  </a:cubicBezTo>
                  <a:cubicBezTo>
                    <a:pt x="310" y="706"/>
                    <a:pt x="301" y="688"/>
                    <a:pt x="301" y="663"/>
                  </a:cubicBezTo>
                  <a:cubicBezTo>
                    <a:pt x="293" y="611"/>
                    <a:pt x="318" y="585"/>
                    <a:pt x="327" y="542"/>
                  </a:cubicBezTo>
                  <a:cubicBezTo>
                    <a:pt x="327" y="517"/>
                    <a:pt x="336" y="499"/>
                    <a:pt x="336" y="474"/>
                  </a:cubicBezTo>
                  <a:lnTo>
                    <a:pt x="361" y="456"/>
                  </a:lnTo>
                  <a:cubicBezTo>
                    <a:pt x="370" y="439"/>
                    <a:pt x="370" y="422"/>
                    <a:pt x="379" y="405"/>
                  </a:cubicBezTo>
                  <a:cubicBezTo>
                    <a:pt x="396" y="353"/>
                    <a:pt x="413" y="310"/>
                    <a:pt x="439" y="259"/>
                  </a:cubicBezTo>
                  <a:cubicBezTo>
                    <a:pt x="456" y="242"/>
                    <a:pt x="465" y="224"/>
                    <a:pt x="465" y="199"/>
                  </a:cubicBezTo>
                  <a:cubicBezTo>
                    <a:pt x="473" y="181"/>
                    <a:pt x="482" y="164"/>
                    <a:pt x="482" y="147"/>
                  </a:cubicBezTo>
                  <a:cubicBezTo>
                    <a:pt x="482" y="130"/>
                    <a:pt x="473" y="104"/>
                    <a:pt x="473" y="78"/>
                  </a:cubicBezTo>
                  <a:cubicBezTo>
                    <a:pt x="473" y="61"/>
                    <a:pt x="490" y="35"/>
                    <a:pt x="490" y="18"/>
                  </a:cubicBezTo>
                  <a:cubicBezTo>
                    <a:pt x="486" y="6"/>
                    <a:pt x="477" y="1"/>
                    <a:pt x="466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91" name="Google Shape;22691;p75"/>
            <p:cNvSpPr/>
            <p:nvPr/>
          </p:nvSpPr>
          <p:spPr>
            <a:xfrm>
              <a:off x="5694950" y="1380075"/>
              <a:ext cx="27950" cy="7150"/>
            </a:xfrm>
            <a:custGeom>
              <a:avLst/>
              <a:gdLst/>
              <a:ahLst/>
              <a:cxnLst/>
              <a:rect l="l" t="t" r="r" b="b"/>
              <a:pathLst>
                <a:path w="1118" h="286" extrusionOk="0">
                  <a:moveTo>
                    <a:pt x="198" y="1"/>
                  </a:moveTo>
                  <a:cubicBezTo>
                    <a:pt x="175" y="23"/>
                    <a:pt x="152" y="27"/>
                    <a:pt x="129" y="27"/>
                  </a:cubicBezTo>
                  <a:cubicBezTo>
                    <a:pt x="118" y="27"/>
                    <a:pt x="106" y="26"/>
                    <a:pt x="95" y="26"/>
                  </a:cubicBezTo>
                  <a:cubicBezTo>
                    <a:pt x="77" y="18"/>
                    <a:pt x="69" y="18"/>
                    <a:pt x="60" y="18"/>
                  </a:cubicBezTo>
                  <a:cubicBezTo>
                    <a:pt x="26" y="18"/>
                    <a:pt x="26" y="52"/>
                    <a:pt x="0" y="61"/>
                  </a:cubicBezTo>
                  <a:cubicBezTo>
                    <a:pt x="17" y="95"/>
                    <a:pt x="35" y="112"/>
                    <a:pt x="69" y="121"/>
                  </a:cubicBezTo>
                  <a:cubicBezTo>
                    <a:pt x="138" y="147"/>
                    <a:pt x="206" y="172"/>
                    <a:pt x="266" y="207"/>
                  </a:cubicBezTo>
                  <a:cubicBezTo>
                    <a:pt x="301" y="215"/>
                    <a:pt x="318" y="241"/>
                    <a:pt x="352" y="250"/>
                  </a:cubicBezTo>
                  <a:cubicBezTo>
                    <a:pt x="387" y="267"/>
                    <a:pt x="438" y="267"/>
                    <a:pt x="481" y="275"/>
                  </a:cubicBezTo>
                  <a:cubicBezTo>
                    <a:pt x="511" y="280"/>
                    <a:pt x="524" y="285"/>
                    <a:pt x="539" y="285"/>
                  </a:cubicBezTo>
                  <a:cubicBezTo>
                    <a:pt x="550" y="285"/>
                    <a:pt x="563" y="283"/>
                    <a:pt x="584" y="275"/>
                  </a:cubicBezTo>
                  <a:cubicBezTo>
                    <a:pt x="627" y="258"/>
                    <a:pt x="670" y="258"/>
                    <a:pt x="705" y="233"/>
                  </a:cubicBezTo>
                  <a:cubicBezTo>
                    <a:pt x="722" y="224"/>
                    <a:pt x="748" y="207"/>
                    <a:pt x="773" y="198"/>
                  </a:cubicBezTo>
                  <a:cubicBezTo>
                    <a:pt x="801" y="184"/>
                    <a:pt x="818" y="170"/>
                    <a:pt x="847" y="170"/>
                  </a:cubicBezTo>
                  <a:cubicBezTo>
                    <a:pt x="853" y="170"/>
                    <a:pt x="860" y="171"/>
                    <a:pt x="868" y="172"/>
                  </a:cubicBezTo>
                  <a:cubicBezTo>
                    <a:pt x="919" y="181"/>
                    <a:pt x="962" y="190"/>
                    <a:pt x="1014" y="198"/>
                  </a:cubicBezTo>
                  <a:cubicBezTo>
                    <a:pt x="1048" y="198"/>
                    <a:pt x="1108" y="190"/>
                    <a:pt x="1117" y="164"/>
                  </a:cubicBezTo>
                  <a:cubicBezTo>
                    <a:pt x="1117" y="138"/>
                    <a:pt x="1083" y="104"/>
                    <a:pt x="1074" y="86"/>
                  </a:cubicBezTo>
                  <a:cubicBezTo>
                    <a:pt x="1057" y="61"/>
                    <a:pt x="1057" y="9"/>
                    <a:pt x="1014" y="9"/>
                  </a:cubicBezTo>
                  <a:cubicBezTo>
                    <a:pt x="997" y="9"/>
                    <a:pt x="988" y="26"/>
                    <a:pt x="980" y="35"/>
                  </a:cubicBezTo>
                  <a:cubicBezTo>
                    <a:pt x="962" y="44"/>
                    <a:pt x="954" y="44"/>
                    <a:pt x="928" y="52"/>
                  </a:cubicBezTo>
                  <a:cubicBezTo>
                    <a:pt x="902" y="52"/>
                    <a:pt x="876" y="52"/>
                    <a:pt x="851" y="61"/>
                  </a:cubicBezTo>
                  <a:cubicBezTo>
                    <a:pt x="816" y="61"/>
                    <a:pt x="773" y="44"/>
                    <a:pt x="739" y="35"/>
                  </a:cubicBezTo>
                  <a:cubicBezTo>
                    <a:pt x="705" y="35"/>
                    <a:pt x="670" y="26"/>
                    <a:pt x="636" y="26"/>
                  </a:cubicBezTo>
                  <a:cubicBezTo>
                    <a:pt x="610" y="26"/>
                    <a:pt x="593" y="35"/>
                    <a:pt x="567" y="44"/>
                  </a:cubicBezTo>
                  <a:cubicBezTo>
                    <a:pt x="533" y="52"/>
                    <a:pt x="481" y="52"/>
                    <a:pt x="438" y="61"/>
                  </a:cubicBezTo>
                  <a:cubicBezTo>
                    <a:pt x="370" y="61"/>
                    <a:pt x="258" y="52"/>
                    <a:pt x="198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92" name="Google Shape;22692;p75"/>
            <p:cNvSpPr/>
            <p:nvPr/>
          </p:nvSpPr>
          <p:spPr>
            <a:xfrm>
              <a:off x="5670250" y="1341625"/>
              <a:ext cx="22150" cy="38700"/>
            </a:xfrm>
            <a:custGeom>
              <a:avLst/>
              <a:gdLst/>
              <a:ahLst/>
              <a:cxnLst/>
              <a:rect l="l" t="t" r="r" b="b"/>
              <a:pathLst>
                <a:path w="886" h="1548" extrusionOk="0">
                  <a:moveTo>
                    <a:pt x="17" y="1"/>
                  </a:moveTo>
                  <a:cubicBezTo>
                    <a:pt x="0" y="9"/>
                    <a:pt x="0" y="52"/>
                    <a:pt x="0" y="61"/>
                  </a:cubicBezTo>
                  <a:cubicBezTo>
                    <a:pt x="0" y="78"/>
                    <a:pt x="0" y="104"/>
                    <a:pt x="0" y="121"/>
                  </a:cubicBezTo>
                  <a:cubicBezTo>
                    <a:pt x="0" y="138"/>
                    <a:pt x="9" y="155"/>
                    <a:pt x="0" y="181"/>
                  </a:cubicBezTo>
                  <a:cubicBezTo>
                    <a:pt x="0" y="198"/>
                    <a:pt x="0" y="224"/>
                    <a:pt x="9" y="241"/>
                  </a:cubicBezTo>
                  <a:lnTo>
                    <a:pt x="17" y="276"/>
                  </a:lnTo>
                  <a:cubicBezTo>
                    <a:pt x="17" y="310"/>
                    <a:pt x="26" y="336"/>
                    <a:pt x="26" y="362"/>
                  </a:cubicBezTo>
                  <a:cubicBezTo>
                    <a:pt x="26" y="379"/>
                    <a:pt x="26" y="396"/>
                    <a:pt x="34" y="413"/>
                  </a:cubicBezTo>
                  <a:cubicBezTo>
                    <a:pt x="34" y="439"/>
                    <a:pt x="34" y="465"/>
                    <a:pt x="43" y="490"/>
                  </a:cubicBezTo>
                  <a:cubicBezTo>
                    <a:pt x="43" y="499"/>
                    <a:pt x="52" y="516"/>
                    <a:pt x="52" y="525"/>
                  </a:cubicBezTo>
                  <a:cubicBezTo>
                    <a:pt x="52" y="542"/>
                    <a:pt x="60" y="551"/>
                    <a:pt x="60" y="568"/>
                  </a:cubicBezTo>
                  <a:cubicBezTo>
                    <a:pt x="69" y="585"/>
                    <a:pt x="69" y="594"/>
                    <a:pt x="69" y="611"/>
                  </a:cubicBezTo>
                  <a:cubicBezTo>
                    <a:pt x="69" y="628"/>
                    <a:pt x="77" y="645"/>
                    <a:pt x="77" y="662"/>
                  </a:cubicBezTo>
                  <a:cubicBezTo>
                    <a:pt x="95" y="722"/>
                    <a:pt x="95" y="783"/>
                    <a:pt x="103" y="843"/>
                  </a:cubicBezTo>
                  <a:cubicBezTo>
                    <a:pt x="112" y="877"/>
                    <a:pt x="129" y="894"/>
                    <a:pt x="146" y="929"/>
                  </a:cubicBezTo>
                  <a:cubicBezTo>
                    <a:pt x="163" y="946"/>
                    <a:pt x="172" y="963"/>
                    <a:pt x="181" y="980"/>
                  </a:cubicBezTo>
                  <a:cubicBezTo>
                    <a:pt x="198" y="1014"/>
                    <a:pt x="215" y="1032"/>
                    <a:pt x="241" y="1057"/>
                  </a:cubicBezTo>
                  <a:cubicBezTo>
                    <a:pt x="258" y="1075"/>
                    <a:pt x="284" y="1100"/>
                    <a:pt x="301" y="1118"/>
                  </a:cubicBezTo>
                  <a:cubicBezTo>
                    <a:pt x="309" y="1135"/>
                    <a:pt x="327" y="1143"/>
                    <a:pt x="335" y="1161"/>
                  </a:cubicBezTo>
                  <a:cubicBezTo>
                    <a:pt x="352" y="1169"/>
                    <a:pt x="361" y="1186"/>
                    <a:pt x="378" y="1195"/>
                  </a:cubicBezTo>
                  <a:cubicBezTo>
                    <a:pt x="387" y="1212"/>
                    <a:pt x="387" y="1229"/>
                    <a:pt x="395" y="1238"/>
                  </a:cubicBezTo>
                  <a:cubicBezTo>
                    <a:pt x="413" y="1264"/>
                    <a:pt x="430" y="1298"/>
                    <a:pt x="455" y="1315"/>
                  </a:cubicBezTo>
                  <a:cubicBezTo>
                    <a:pt x="464" y="1332"/>
                    <a:pt x="473" y="1341"/>
                    <a:pt x="481" y="1358"/>
                  </a:cubicBezTo>
                  <a:cubicBezTo>
                    <a:pt x="490" y="1367"/>
                    <a:pt x="498" y="1375"/>
                    <a:pt x="516" y="1384"/>
                  </a:cubicBezTo>
                  <a:cubicBezTo>
                    <a:pt x="541" y="1401"/>
                    <a:pt x="567" y="1418"/>
                    <a:pt x="593" y="1435"/>
                  </a:cubicBezTo>
                  <a:cubicBezTo>
                    <a:pt x="627" y="1453"/>
                    <a:pt x="653" y="1470"/>
                    <a:pt x="687" y="1478"/>
                  </a:cubicBezTo>
                  <a:cubicBezTo>
                    <a:pt x="705" y="1496"/>
                    <a:pt x="730" y="1513"/>
                    <a:pt x="748" y="1513"/>
                  </a:cubicBezTo>
                  <a:lnTo>
                    <a:pt x="756" y="1513"/>
                  </a:lnTo>
                  <a:cubicBezTo>
                    <a:pt x="773" y="1513"/>
                    <a:pt x="782" y="1504"/>
                    <a:pt x="799" y="1504"/>
                  </a:cubicBezTo>
                  <a:cubicBezTo>
                    <a:pt x="825" y="1504"/>
                    <a:pt x="842" y="1521"/>
                    <a:pt x="859" y="1530"/>
                  </a:cubicBezTo>
                  <a:lnTo>
                    <a:pt x="885" y="1547"/>
                  </a:lnTo>
                  <a:lnTo>
                    <a:pt x="868" y="1504"/>
                  </a:lnTo>
                  <a:cubicBezTo>
                    <a:pt x="859" y="1487"/>
                    <a:pt x="842" y="1478"/>
                    <a:pt x="825" y="1470"/>
                  </a:cubicBezTo>
                  <a:cubicBezTo>
                    <a:pt x="816" y="1461"/>
                    <a:pt x="808" y="1444"/>
                    <a:pt x="799" y="1435"/>
                  </a:cubicBezTo>
                  <a:lnTo>
                    <a:pt x="773" y="1410"/>
                  </a:lnTo>
                  <a:lnTo>
                    <a:pt x="739" y="1375"/>
                  </a:lnTo>
                  <a:lnTo>
                    <a:pt x="713" y="1350"/>
                  </a:lnTo>
                  <a:cubicBezTo>
                    <a:pt x="705" y="1341"/>
                    <a:pt x="696" y="1324"/>
                    <a:pt x="679" y="1315"/>
                  </a:cubicBezTo>
                  <a:lnTo>
                    <a:pt x="662" y="1298"/>
                  </a:lnTo>
                  <a:lnTo>
                    <a:pt x="636" y="1264"/>
                  </a:lnTo>
                  <a:cubicBezTo>
                    <a:pt x="619" y="1246"/>
                    <a:pt x="593" y="1221"/>
                    <a:pt x="584" y="1195"/>
                  </a:cubicBezTo>
                  <a:lnTo>
                    <a:pt x="567" y="1169"/>
                  </a:lnTo>
                  <a:cubicBezTo>
                    <a:pt x="550" y="1152"/>
                    <a:pt x="533" y="1135"/>
                    <a:pt x="516" y="1118"/>
                  </a:cubicBezTo>
                  <a:cubicBezTo>
                    <a:pt x="498" y="1100"/>
                    <a:pt x="490" y="1092"/>
                    <a:pt x="481" y="1083"/>
                  </a:cubicBezTo>
                  <a:cubicBezTo>
                    <a:pt x="464" y="1075"/>
                    <a:pt x="447" y="1049"/>
                    <a:pt x="430" y="1040"/>
                  </a:cubicBezTo>
                  <a:cubicBezTo>
                    <a:pt x="404" y="1006"/>
                    <a:pt x="370" y="980"/>
                    <a:pt x="344" y="946"/>
                  </a:cubicBezTo>
                  <a:cubicBezTo>
                    <a:pt x="327" y="929"/>
                    <a:pt x="309" y="903"/>
                    <a:pt x="301" y="886"/>
                  </a:cubicBezTo>
                  <a:lnTo>
                    <a:pt x="275" y="843"/>
                  </a:lnTo>
                  <a:lnTo>
                    <a:pt x="258" y="825"/>
                  </a:lnTo>
                  <a:lnTo>
                    <a:pt x="241" y="800"/>
                  </a:lnTo>
                  <a:cubicBezTo>
                    <a:pt x="224" y="774"/>
                    <a:pt x="215" y="748"/>
                    <a:pt x="206" y="714"/>
                  </a:cubicBezTo>
                  <a:cubicBezTo>
                    <a:pt x="198" y="688"/>
                    <a:pt x="181" y="671"/>
                    <a:pt x="172" y="636"/>
                  </a:cubicBezTo>
                  <a:cubicBezTo>
                    <a:pt x="163" y="619"/>
                    <a:pt x="163" y="594"/>
                    <a:pt x="155" y="568"/>
                  </a:cubicBezTo>
                  <a:cubicBezTo>
                    <a:pt x="155" y="542"/>
                    <a:pt x="120" y="447"/>
                    <a:pt x="120" y="439"/>
                  </a:cubicBezTo>
                  <a:cubicBezTo>
                    <a:pt x="112" y="422"/>
                    <a:pt x="112" y="413"/>
                    <a:pt x="103" y="405"/>
                  </a:cubicBezTo>
                  <a:cubicBezTo>
                    <a:pt x="95" y="387"/>
                    <a:pt x="95" y="370"/>
                    <a:pt x="95" y="353"/>
                  </a:cubicBezTo>
                  <a:cubicBezTo>
                    <a:pt x="77" y="310"/>
                    <a:pt x="69" y="267"/>
                    <a:pt x="60" y="215"/>
                  </a:cubicBezTo>
                  <a:cubicBezTo>
                    <a:pt x="60" y="190"/>
                    <a:pt x="60" y="155"/>
                    <a:pt x="52" y="121"/>
                  </a:cubicBezTo>
                  <a:cubicBezTo>
                    <a:pt x="43" y="104"/>
                    <a:pt x="34" y="87"/>
                    <a:pt x="26" y="61"/>
                  </a:cubicBezTo>
                  <a:cubicBezTo>
                    <a:pt x="26" y="52"/>
                    <a:pt x="17" y="35"/>
                    <a:pt x="17" y="18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DDBC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93" name="Google Shape;22693;p75"/>
            <p:cNvSpPr/>
            <p:nvPr/>
          </p:nvSpPr>
          <p:spPr>
            <a:xfrm>
              <a:off x="5693650" y="1362675"/>
              <a:ext cx="58450" cy="32275"/>
            </a:xfrm>
            <a:custGeom>
              <a:avLst/>
              <a:gdLst/>
              <a:ahLst/>
              <a:cxnLst/>
              <a:rect l="l" t="t" r="r" b="b"/>
              <a:pathLst>
                <a:path w="2338" h="1291" extrusionOk="0">
                  <a:moveTo>
                    <a:pt x="19" y="1156"/>
                  </a:moveTo>
                  <a:cubicBezTo>
                    <a:pt x="13" y="1156"/>
                    <a:pt x="7" y="1157"/>
                    <a:pt x="1" y="1161"/>
                  </a:cubicBezTo>
                  <a:cubicBezTo>
                    <a:pt x="1" y="1161"/>
                    <a:pt x="1" y="1161"/>
                    <a:pt x="19" y="1156"/>
                  </a:cubicBezTo>
                  <a:close/>
                  <a:moveTo>
                    <a:pt x="2303" y="1"/>
                  </a:moveTo>
                  <a:cubicBezTo>
                    <a:pt x="2286" y="18"/>
                    <a:pt x="2269" y="52"/>
                    <a:pt x="2260" y="69"/>
                  </a:cubicBezTo>
                  <a:cubicBezTo>
                    <a:pt x="2252" y="112"/>
                    <a:pt x="2234" y="155"/>
                    <a:pt x="2217" y="198"/>
                  </a:cubicBezTo>
                  <a:cubicBezTo>
                    <a:pt x="2200" y="241"/>
                    <a:pt x="2200" y="293"/>
                    <a:pt x="2174" y="336"/>
                  </a:cubicBezTo>
                  <a:cubicBezTo>
                    <a:pt x="2166" y="353"/>
                    <a:pt x="2140" y="370"/>
                    <a:pt x="2123" y="396"/>
                  </a:cubicBezTo>
                  <a:cubicBezTo>
                    <a:pt x="2080" y="465"/>
                    <a:pt x="2011" y="508"/>
                    <a:pt x="1951" y="568"/>
                  </a:cubicBezTo>
                  <a:cubicBezTo>
                    <a:pt x="1882" y="636"/>
                    <a:pt x="1822" y="679"/>
                    <a:pt x="1736" y="722"/>
                  </a:cubicBezTo>
                  <a:cubicBezTo>
                    <a:pt x="1710" y="731"/>
                    <a:pt x="1693" y="740"/>
                    <a:pt x="1667" y="748"/>
                  </a:cubicBezTo>
                  <a:cubicBezTo>
                    <a:pt x="1633" y="774"/>
                    <a:pt x="1599" y="791"/>
                    <a:pt x="1556" y="808"/>
                  </a:cubicBezTo>
                  <a:cubicBezTo>
                    <a:pt x="1530" y="817"/>
                    <a:pt x="1495" y="825"/>
                    <a:pt x="1461" y="843"/>
                  </a:cubicBezTo>
                  <a:cubicBezTo>
                    <a:pt x="1444" y="843"/>
                    <a:pt x="1427" y="851"/>
                    <a:pt x="1410" y="860"/>
                  </a:cubicBezTo>
                  <a:lnTo>
                    <a:pt x="1367" y="860"/>
                  </a:lnTo>
                  <a:cubicBezTo>
                    <a:pt x="1358" y="860"/>
                    <a:pt x="1341" y="877"/>
                    <a:pt x="1324" y="877"/>
                  </a:cubicBezTo>
                  <a:cubicBezTo>
                    <a:pt x="1298" y="894"/>
                    <a:pt x="1289" y="911"/>
                    <a:pt x="1264" y="929"/>
                  </a:cubicBezTo>
                  <a:cubicBezTo>
                    <a:pt x="1246" y="946"/>
                    <a:pt x="1229" y="954"/>
                    <a:pt x="1212" y="971"/>
                  </a:cubicBezTo>
                  <a:cubicBezTo>
                    <a:pt x="1169" y="997"/>
                    <a:pt x="1117" y="1032"/>
                    <a:pt x="1075" y="1057"/>
                  </a:cubicBezTo>
                  <a:cubicBezTo>
                    <a:pt x="1062" y="1070"/>
                    <a:pt x="1049" y="1078"/>
                    <a:pt x="1030" y="1078"/>
                  </a:cubicBezTo>
                  <a:cubicBezTo>
                    <a:pt x="1023" y="1078"/>
                    <a:pt x="1015" y="1077"/>
                    <a:pt x="1006" y="1075"/>
                  </a:cubicBezTo>
                  <a:cubicBezTo>
                    <a:pt x="971" y="1066"/>
                    <a:pt x="928" y="1057"/>
                    <a:pt x="886" y="1049"/>
                  </a:cubicBezTo>
                  <a:cubicBezTo>
                    <a:pt x="825" y="1049"/>
                    <a:pt x="757" y="1066"/>
                    <a:pt x="696" y="1083"/>
                  </a:cubicBezTo>
                  <a:cubicBezTo>
                    <a:pt x="671" y="1092"/>
                    <a:pt x="654" y="1109"/>
                    <a:pt x="628" y="1126"/>
                  </a:cubicBezTo>
                  <a:cubicBezTo>
                    <a:pt x="606" y="1135"/>
                    <a:pt x="583" y="1137"/>
                    <a:pt x="558" y="1137"/>
                  </a:cubicBezTo>
                  <a:cubicBezTo>
                    <a:pt x="533" y="1137"/>
                    <a:pt x="507" y="1135"/>
                    <a:pt x="482" y="1135"/>
                  </a:cubicBezTo>
                  <a:cubicBezTo>
                    <a:pt x="370" y="1135"/>
                    <a:pt x="250" y="1135"/>
                    <a:pt x="138" y="1126"/>
                  </a:cubicBezTo>
                  <a:cubicBezTo>
                    <a:pt x="71" y="1143"/>
                    <a:pt x="37" y="1151"/>
                    <a:pt x="19" y="1156"/>
                  </a:cubicBezTo>
                  <a:lnTo>
                    <a:pt x="19" y="1156"/>
                  </a:lnTo>
                  <a:cubicBezTo>
                    <a:pt x="20" y="1156"/>
                    <a:pt x="21" y="1156"/>
                    <a:pt x="22" y="1156"/>
                  </a:cubicBezTo>
                  <a:cubicBezTo>
                    <a:pt x="51" y="1156"/>
                    <a:pt x="85" y="1179"/>
                    <a:pt x="112" y="1186"/>
                  </a:cubicBezTo>
                  <a:cubicBezTo>
                    <a:pt x="164" y="1203"/>
                    <a:pt x="215" y="1221"/>
                    <a:pt x="267" y="1229"/>
                  </a:cubicBezTo>
                  <a:cubicBezTo>
                    <a:pt x="318" y="1246"/>
                    <a:pt x="361" y="1255"/>
                    <a:pt x="422" y="1255"/>
                  </a:cubicBezTo>
                  <a:cubicBezTo>
                    <a:pt x="482" y="1255"/>
                    <a:pt x="533" y="1264"/>
                    <a:pt x="593" y="1281"/>
                  </a:cubicBezTo>
                  <a:cubicBezTo>
                    <a:pt x="620" y="1287"/>
                    <a:pt x="647" y="1290"/>
                    <a:pt x="675" y="1290"/>
                  </a:cubicBezTo>
                  <a:cubicBezTo>
                    <a:pt x="720" y="1290"/>
                    <a:pt x="766" y="1283"/>
                    <a:pt x="808" y="1272"/>
                  </a:cubicBezTo>
                  <a:cubicBezTo>
                    <a:pt x="843" y="1272"/>
                    <a:pt x="868" y="1264"/>
                    <a:pt x="903" y="1255"/>
                  </a:cubicBezTo>
                  <a:cubicBezTo>
                    <a:pt x="928" y="1246"/>
                    <a:pt x="954" y="1229"/>
                    <a:pt x="980" y="1221"/>
                  </a:cubicBezTo>
                  <a:cubicBezTo>
                    <a:pt x="1014" y="1212"/>
                    <a:pt x="1040" y="1212"/>
                    <a:pt x="1075" y="1195"/>
                  </a:cubicBezTo>
                  <a:cubicBezTo>
                    <a:pt x="1092" y="1195"/>
                    <a:pt x="1109" y="1186"/>
                    <a:pt x="1126" y="1178"/>
                  </a:cubicBezTo>
                  <a:cubicBezTo>
                    <a:pt x="1160" y="1169"/>
                    <a:pt x="1203" y="1161"/>
                    <a:pt x="1238" y="1152"/>
                  </a:cubicBezTo>
                  <a:cubicBezTo>
                    <a:pt x="1264" y="1152"/>
                    <a:pt x="1281" y="1135"/>
                    <a:pt x="1298" y="1135"/>
                  </a:cubicBezTo>
                  <a:cubicBezTo>
                    <a:pt x="1324" y="1126"/>
                    <a:pt x="1358" y="1126"/>
                    <a:pt x="1384" y="1118"/>
                  </a:cubicBezTo>
                  <a:cubicBezTo>
                    <a:pt x="1418" y="1109"/>
                    <a:pt x="1444" y="1092"/>
                    <a:pt x="1478" y="1083"/>
                  </a:cubicBezTo>
                  <a:cubicBezTo>
                    <a:pt x="1538" y="1066"/>
                    <a:pt x="1590" y="1049"/>
                    <a:pt x="1650" y="1014"/>
                  </a:cubicBezTo>
                  <a:cubicBezTo>
                    <a:pt x="1676" y="989"/>
                    <a:pt x="1710" y="963"/>
                    <a:pt x="1745" y="937"/>
                  </a:cubicBezTo>
                  <a:cubicBezTo>
                    <a:pt x="1753" y="920"/>
                    <a:pt x="1753" y="894"/>
                    <a:pt x="1770" y="877"/>
                  </a:cubicBezTo>
                  <a:cubicBezTo>
                    <a:pt x="1788" y="860"/>
                    <a:pt x="1813" y="851"/>
                    <a:pt x="1831" y="825"/>
                  </a:cubicBezTo>
                  <a:cubicBezTo>
                    <a:pt x="1874" y="782"/>
                    <a:pt x="1865" y="705"/>
                    <a:pt x="1899" y="654"/>
                  </a:cubicBezTo>
                  <a:cubicBezTo>
                    <a:pt x="1916" y="628"/>
                    <a:pt x="1934" y="619"/>
                    <a:pt x="1951" y="602"/>
                  </a:cubicBezTo>
                  <a:cubicBezTo>
                    <a:pt x="1977" y="585"/>
                    <a:pt x="1994" y="568"/>
                    <a:pt x="2020" y="542"/>
                  </a:cubicBezTo>
                  <a:cubicBezTo>
                    <a:pt x="2080" y="490"/>
                    <a:pt x="2148" y="439"/>
                    <a:pt x="2191" y="362"/>
                  </a:cubicBezTo>
                  <a:cubicBezTo>
                    <a:pt x="2234" y="293"/>
                    <a:pt x="2294" y="215"/>
                    <a:pt x="2320" y="130"/>
                  </a:cubicBezTo>
                  <a:cubicBezTo>
                    <a:pt x="2329" y="87"/>
                    <a:pt x="2337" y="35"/>
                    <a:pt x="2303" y="1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94" name="Google Shape;22694;p75"/>
            <p:cNvSpPr/>
            <p:nvPr/>
          </p:nvSpPr>
          <p:spPr>
            <a:xfrm>
              <a:off x="5714475" y="1287050"/>
              <a:ext cx="42775" cy="42350"/>
            </a:xfrm>
            <a:custGeom>
              <a:avLst/>
              <a:gdLst/>
              <a:ahLst/>
              <a:cxnLst/>
              <a:rect l="l" t="t" r="r" b="b"/>
              <a:pathLst>
                <a:path w="1711" h="1694" extrusionOk="0">
                  <a:moveTo>
                    <a:pt x="391" y="0"/>
                  </a:moveTo>
                  <a:cubicBezTo>
                    <a:pt x="350" y="0"/>
                    <a:pt x="309" y="3"/>
                    <a:pt x="267" y="19"/>
                  </a:cubicBezTo>
                  <a:cubicBezTo>
                    <a:pt x="231" y="34"/>
                    <a:pt x="192" y="37"/>
                    <a:pt x="152" y="37"/>
                  </a:cubicBezTo>
                  <a:cubicBezTo>
                    <a:pt x="125" y="37"/>
                    <a:pt x="97" y="36"/>
                    <a:pt x="70" y="36"/>
                  </a:cubicBezTo>
                  <a:cubicBezTo>
                    <a:pt x="53" y="36"/>
                    <a:pt x="44" y="44"/>
                    <a:pt x="35" y="44"/>
                  </a:cubicBezTo>
                  <a:lnTo>
                    <a:pt x="1" y="44"/>
                  </a:lnTo>
                  <a:cubicBezTo>
                    <a:pt x="44" y="44"/>
                    <a:pt x="87" y="44"/>
                    <a:pt x="130" y="53"/>
                  </a:cubicBezTo>
                  <a:cubicBezTo>
                    <a:pt x="164" y="53"/>
                    <a:pt x="216" y="62"/>
                    <a:pt x="250" y="70"/>
                  </a:cubicBezTo>
                  <a:cubicBezTo>
                    <a:pt x="267" y="79"/>
                    <a:pt x="284" y="87"/>
                    <a:pt x="310" y="96"/>
                  </a:cubicBezTo>
                  <a:cubicBezTo>
                    <a:pt x="336" y="113"/>
                    <a:pt x="370" y="113"/>
                    <a:pt x="405" y="122"/>
                  </a:cubicBezTo>
                  <a:cubicBezTo>
                    <a:pt x="448" y="139"/>
                    <a:pt x="482" y="191"/>
                    <a:pt x="525" y="216"/>
                  </a:cubicBezTo>
                  <a:cubicBezTo>
                    <a:pt x="559" y="233"/>
                    <a:pt x="594" y="251"/>
                    <a:pt x="628" y="276"/>
                  </a:cubicBezTo>
                  <a:cubicBezTo>
                    <a:pt x="645" y="285"/>
                    <a:pt x="662" y="294"/>
                    <a:pt x="688" y="302"/>
                  </a:cubicBezTo>
                  <a:cubicBezTo>
                    <a:pt x="705" y="311"/>
                    <a:pt x="731" y="311"/>
                    <a:pt x="748" y="328"/>
                  </a:cubicBezTo>
                  <a:cubicBezTo>
                    <a:pt x="766" y="337"/>
                    <a:pt x="783" y="354"/>
                    <a:pt x="800" y="371"/>
                  </a:cubicBezTo>
                  <a:cubicBezTo>
                    <a:pt x="826" y="397"/>
                    <a:pt x="843" y="422"/>
                    <a:pt x="869" y="440"/>
                  </a:cubicBezTo>
                  <a:cubicBezTo>
                    <a:pt x="903" y="465"/>
                    <a:pt x="929" y="491"/>
                    <a:pt x="972" y="517"/>
                  </a:cubicBezTo>
                  <a:cubicBezTo>
                    <a:pt x="1006" y="534"/>
                    <a:pt x="1049" y="551"/>
                    <a:pt x="1075" y="577"/>
                  </a:cubicBezTo>
                  <a:cubicBezTo>
                    <a:pt x="1118" y="603"/>
                    <a:pt x="1144" y="646"/>
                    <a:pt x="1178" y="680"/>
                  </a:cubicBezTo>
                  <a:cubicBezTo>
                    <a:pt x="1212" y="715"/>
                    <a:pt x="1247" y="740"/>
                    <a:pt x="1272" y="775"/>
                  </a:cubicBezTo>
                  <a:cubicBezTo>
                    <a:pt x="1315" y="826"/>
                    <a:pt x="1341" y="869"/>
                    <a:pt x="1376" y="912"/>
                  </a:cubicBezTo>
                  <a:cubicBezTo>
                    <a:pt x="1410" y="955"/>
                    <a:pt x="1427" y="1015"/>
                    <a:pt x="1436" y="1067"/>
                  </a:cubicBezTo>
                  <a:cubicBezTo>
                    <a:pt x="1453" y="1118"/>
                    <a:pt x="1461" y="1170"/>
                    <a:pt x="1479" y="1221"/>
                  </a:cubicBezTo>
                  <a:lnTo>
                    <a:pt x="1479" y="1230"/>
                  </a:lnTo>
                  <a:cubicBezTo>
                    <a:pt x="1513" y="1316"/>
                    <a:pt x="1565" y="1333"/>
                    <a:pt x="1590" y="1419"/>
                  </a:cubicBezTo>
                  <a:cubicBezTo>
                    <a:pt x="1608" y="1462"/>
                    <a:pt x="1599" y="1574"/>
                    <a:pt x="1616" y="1617"/>
                  </a:cubicBezTo>
                  <a:cubicBezTo>
                    <a:pt x="1628" y="1635"/>
                    <a:pt x="1636" y="1653"/>
                    <a:pt x="1640" y="1670"/>
                  </a:cubicBezTo>
                  <a:lnTo>
                    <a:pt x="1640" y="1670"/>
                  </a:lnTo>
                  <a:cubicBezTo>
                    <a:pt x="1645" y="1661"/>
                    <a:pt x="1654" y="1652"/>
                    <a:pt x="1659" y="1642"/>
                  </a:cubicBezTo>
                  <a:cubicBezTo>
                    <a:pt x="1668" y="1617"/>
                    <a:pt x="1668" y="1591"/>
                    <a:pt x="1676" y="1565"/>
                  </a:cubicBezTo>
                  <a:cubicBezTo>
                    <a:pt x="1693" y="1531"/>
                    <a:pt x="1685" y="1505"/>
                    <a:pt x="1693" y="1471"/>
                  </a:cubicBezTo>
                  <a:cubicBezTo>
                    <a:pt x="1702" y="1445"/>
                    <a:pt x="1702" y="1410"/>
                    <a:pt x="1702" y="1376"/>
                  </a:cubicBezTo>
                  <a:cubicBezTo>
                    <a:pt x="1702" y="1350"/>
                    <a:pt x="1711" y="1333"/>
                    <a:pt x="1711" y="1307"/>
                  </a:cubicBezTo>
                  <a:cubicBezTo>
                    <a:pt x="1711" y="1282"/>
                    <a:pt x="1702" y="1256"/>
                    <a:pt x="1693" y="1230"/>
                  </a:cubicBezTo>
                  <a:cubicBezTo>
                    <a:pt x="1685" y="1161"/>
                    <a:pt x="1668" y="1101"/>
                    <a:pt x="1659" y="1041"/>
                  </a:cubicBezTo>
                  <a:cubicBezTo>
                    <a:pt x="1651" y="981"/>
                    <a:pt x="1659" y="921"/>
                    <a:pt x="1625" y="878"/>
                  </a:cubicBezTo>
                  <a:cubicBezTo>
                    <a:pt x="1599" y="843"/>
                    <a:pt x="1565" y="818"/>
                    <a:pt x="1539" y="792"/>
                  </a:cubicBezTo>
                  <a:cubicBezTo>
                    <a:pt x="1513" y="758"/>
                    <a:pt x="1513" y="723"/>
                    <a:pt x="1504" y="689"/>
                  </a:cubicBezTo>
                  <a:cubicBezTo>
                    <a:pt x="1487" y="663"/>
                    <a:pt x="1479" y="637"/>
                    <a:pt x="1461" y="620"/>
                  </a:cubicBezTo>
                  <a:cubicBezTo>
                    <a:pt x="1436" y="594"/>
                    <a:pt x="1419" y="569"/>
                    <a:pt x="1393" y="534"/>
                  </a:cubicBezTo>
                  <a:cubicBezTo>
                    <a:pt x="1350" y="491"/>
                    <a:pt x="1290" y="465"/>
                    <a:pt x="1255" y="405"/>
                  </a:cubicBezTo>
                  <a:lnTo>
                    <a:pt x="1238" y="380"/>
                  </a:lnTo>
                  <a:cubicBezTo>
                    <a:pt x="1230" y="362"/>
                    <a:pt x="1212" y="354"/>
                    <a:pt x="1195" y="337"/>
                  </a:cubicBezTo>
                  <a:cubicBezTo>
                    <a:pt x="1169" y="311"/>
                    <a:pt x="1144" y="285"/>
                    <a:pt x="1109" y="276"/>
                  </a:cubicBezTo>
                  <a:cubicBezTo>
                    <a:pt x="1083" y="268"/>
                    <a:pt x="1066" y="259"/>
                    <a:pt x="1041" y="251"/>
                  </a:cubicBezTo>
                  <a:cubicBezTo>
                    <a:pt x="1006" y="225"/>
                    <a:pt x="955" y="216"/>
                    <a:pt x="912" y="199"/>
                  </a:cubicBezTo>
                  <a:cubicBezTo>
                    <a:pt x="894" y="199"/>
                    <a:pt x="877" y="191"/>
                    <a:pt x="860" y="182"/>
                  </a:cubicBezTo>
                  <a:cubicBezTo>
                    <a:pt x="834" y="182"/>
                    <a:pt x="809" y="182"/>
                    <a:pt x="791" y="173"/>
                  </a:cubicBezTo>
                  <a:cubicBezTo>
                    <a:pt x="748" y="156"/>
                    <a:pt x="731" y="122"/>
                    <a:pt x="705" y="96"/>
                  </a:cubicBezTo>
                  <a:cubicBezTo>
                    <a:pt x="662" y="62"/>
                    <a:pt x="628" y="27"/>
                    <a:pt x="577" y="10"/>
                  </a:cubicBezTo>
                  <a:cubicBezTo>
                    <a:pt x="542" y="1"/>
                    <a:pt x="508" y="1"/>
                    <a:pt x="473" y="1"/>
                  </a:cubicBezTo>
                  <a:cubicBezTo>
                    <a:pt x="446" y="1"/>
                    <a:pt x="419" y="0"/>
                    <a:pt x="391" y="0"/>
                  </a:cubicBezTo>
                  <a:close/>
                  <a:moveTo>
                    <a:pt x="1640" y="1670"/>
                  </a:moveTo>
                  <a:cubicBezTo>
                    <a:pt x="1635" y="1678"/>
                    <a:pt x="1634" y="1686"/>
                    <a:pt x="1642" y="1694"/>
                  </a:cubicBezTo>
                  <a:cubicBezTo>
                    <a:pt x="1642" y="1686"/>
                    <a:pt x="1641" y="1678"/>
                    <a:pt x="1640" y="167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95" name="Google Shape;22695;p75"/>
            <p:cNvSpPr/>
            <p:nvPr/>
          </p:nvSpPr>
          <p:spPr>
            <a:xfrm>
              <a:off x="5752300" y="1334125"/>
              <a:ext cx="7525" cy="26000"/>
            </a:xfrm>
            <a:custGeom>
              <a:avLst/>
              <a:gdLst/>
              <a:ahLst/>
              <a:cxnLst/>
              <a:rect l="l" t="t" r="r" b="b"/>
              <a:pathLst>
                <a:path w="301" h="1040" extrusionOk="0">
                  <a:moveTo>
                    <a:pt x="103" y="0"/>
                  </a:moveTo>
                  <a:cubicBezTo>
                    <a:pt x="77" y="0"/>
                    <a:pt x="103" y="60"/>
                    <a:pt x="103" y="69"/>
                  </a:cubicBezTo>
                  <a:cubicBezTo>
                    <a:pt x="112" y="95"/>
                    <a:pt x="112" y="112"/>
                    <a:pt x="112" y="137"/>
                  </a:cubicBezTo>
                  <a:cubicBezTo>
                    <a:pt x="112" y="152"/>
                    <a:pt x="100" y="166"/>
                    <a:pt x="101" y="166"/>
                  </a:cubicBezTo>
                  <a:cubicBezTo>
                    <a:pt x="101" y="166"/>
                    <a:pt x="102" y="165"/>
                    <a:pt x="103" y="163"/>
                  </a:cubicBezTo>
                  <a:lnTo>
                    <a:pt x="103" y="180"/>
                  </a:lnTo>
                  <a:cubicBezTo>
                    <a:pt x="112" y="198"/>
                    <a:pt x="112" y="206"/>
                    <a:pt x="112" y="223"/>
                  </a:cubicBezTo>
                  <a:cubicBezTo>
                    <a:pt x="112" y="275"/>
                    <a:pt x="129" y="318"/>
                    <a:pt x="138" y="369"/>
                  </a:cubicBezTo>
                  <a:cubicBezTo>
                    <a:pt x="138" y="404"/>
                    <a:pt x="146" y="438"/>
                    <a:pt x="120" y="473"/>
                  </a:cubicBezTo>
                  <a:lnTo>
                    <a:pt x="103" y="498"/>
                  </a:lnTo>
                  <a:lnTo>
                    <a:pt x="95" y="533"/>
                  </a:lnTo>
                  <a:lnTo>
                    <a:pt x="86" y="558"/>
                  </a:lnTo>
                  <a:cubicBezTo>
                    <a:pt x="86" y="576"/>
                    <a:pt x="86" y="593"/>
                    <a:pt x="86" y="610"/>
                  </a:cubicBezTo>
                  <a:cubicBezTo>
                    <a:pt x="86" y="636"/>
                    <a:pt x="95" y="653"/>
                    <a:pt x="95" y="679"/>
                  </a:cubicBezTo>
                  <a:cubicBezTo>
                    <a:pt x="103" y="696"/>
                    <a:pt x="103" y="713"/>
                    <a:pt x="103" y="739"/>
                  </a:cubicBezTo>
                  <a:cubicBezTo>
                    <a:pt x="103" y="756"/>
                    <a:pt x="103" y="782"/>
                    <a:pt x="95" y="799"/>
                  </a:cubicBezTo>
                  <a:cubicBezTo>
                    <a:pt x="95" y="825"/>
                    <a:pt x="86" y="851"/>
                    <a:pt x="86" y="876"/>
                  </a:cubicBezTo>
                  <a:cubicBezTo>
                    <a:pt x="86" y="902"/>
                    <a:pt x="77" y="936"/>
                    <a:pt x="69" y="962"/>
                  </a:cubicBezTo>
                  <a:cubicBezTo>
                    <a:pt x="66" y="968"/>
                    <a:pt x="63" y="974"/>
                    <a:pt x="60" y="979"/>
                  </a:cubicBezTo>
                  <a:lnTo>
                    <a:pt x="60" y="979"/>
                  </a:lnTo>
                  <a:cubicBezTo>
                    <a:pt x="63" y="977"/>
                    <a:pt x="66" y="974"/>
                    <a:pt x="69" y="971"/>
                  </a:cubicBezTo>
                  <a:cubicBezTo>
                    <a:pt x="86" y="962"/>
                    <a:pt x="103" y="945"/>
                    <a:pt x="120" y="928"/>
                  </a:cubicBezTo>
                  <a:cubicBezTo>
                    <a:pt x="138" y="919"/>
                    <a:pt x="146" y="894"/>
                    <a:pt x="155" y="876"/>
                  </a:cubicBezTo>
                  <a:cubicBezTo>
                    <a:pt x="163" y="859"/>
                    <a:pt x="163" y="842"/>
                    <a:pt x="172" y="825"/>
                  </a:cubicBezTo>
                  <a:cubicBezTo>
                    <a:pt x="180" y="808"/>
                    <a:pt x="189" y="782"/>
                    <a:pt x="189" y="765"/>
                  </a:cubicBezTo>
                  <a:cubicBezTo>
                    <a:pt x="206" y="747"/>
                    <a:pt x="215" y="722"/>
                    <a:pt x="232" y="705"/>
                  </a:cubicBezTo>
                  <a:cubicBezTo>
                    <a:pt x="266" y="670"/>
                    <a:pt x="301" y="653"/>
                    <a:pt x="292" y="601"/>
                  </a:cubicBezTo>
                  <a:cubicBezTo>
                    <a:pt x="292" y="558"/>
                    <a:pt x="275" y="515"/>
                    <a:pt x="266" y="473"/>
                  </a:cubicBezTo>
                  <a:cubicBezTo>
                    <a:pt x="266" y="455"/>
                    <a:pt x="258" y="438"/>
                    <a:pt x="258" y="430"/>
                  </a:cubicBezTo>
                  <a:cubicBezTo>
                    <a:pt x="249" y="412"/>
                    <a:pt x="249" y="395"/>
                    <a:pt x="249" y="378"/>
                  </a:cubicBezTo>
                  <a:cubicBezTo>
                    <a:pt x="249" y="344"/>
                    <a:pt x="241" y="309"/>
                    <a:pt x="232" y="275"/>
                  </a:cubicBezTo>
                  <a:cubicBezTo>
                    <a:pt x="223" y="241"/>
                    <a:pt x="223" y="223"/>
                    <a:pt x="223" y="189"/>
                  </a:cubicBezTo>
                  <a:cubicBezTo>
                    <a:pt x="223" y="155"/>
                    <a:pt x="215" y="112"/>
                    <a:pt x="206" y="86"/>
                  </a:cubicBezTo>
                  <a:cubicBezTo>
                    <a:pt x="198" y="69"/>
                    <a:pt x="189" y="52"/>
                    <a:pt x="180" y="43"/>
                  </a:cubicBezTo>
                  <a:lnTo>
                    <a:pt x="163" y="17"/>
                  </a:lnTo>
                  <a:lnTo>
                    <a:pt x="138" y="17"/>
                  </a:lnTo>
                  <a:lnTo>
                    <a:pt x="120" y="9"/>
                  </a:lnTo>
                  <a:lnTo>
                    <a:pt x="103" y="0"/>
                  </a:lnTo>
                  <a:close/>
                  <a:moveTo>
                    <a:pt x="60" y="979"/>
                  </a:moveTo>
                  <a:lnTo>
                    <a:pt x="60" y="979"/>
                  </a:lnTo>
                  <a:cubicBezTo>
                    <a:pt x="46" y="993"/>
                    <a:pt x="32" y="1007"/>
                    <a:pt x="17" y="1014"/>
                  </a:cubicBezTo>
                  <a:lnTo>
                    <a:pt x="0" y="1040"/>
                  </a:lnTo>
                  <a:cubicBezTo>
                    <a:pt x="17" y="1031"/>
                    <a:pt x="34" y="1022"/>
                    <a:pt x="43" y="1014"/>
                  </a:cubicBezTo>
                  <a:cubicBezTo>
                    <a:pt x="49" y="1002"/>
                    <a:pt x="54" y="991"/>
                    <a:pt x="60" y="979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96" name="Google Shape;22696;p75"/>
            <p:cNvSpPr/>
            <p:nvPr/>
          </p:nvSpPr>
          <p:spPr>
            <a:xfrm>
              <a:off x="5697950" y="1327025"/>
              <a:ext cx="29875" cy="34925"/>
            </a:xfrm>
            <a:custGeom>
              <a:avLst/>
              <a:gdLst/>
              <a:ahLst/>
              <a:cxnLst/>
              <a:rect l="l" t="t" r="r" b="b"/>
              <a:pathLst>
                <a:path w="1195" h="1397" extrusionOk="0">
                  <a:moveTo>
                    <a:pt x="799" y="396"/>
                  </a:moveTo>
                  <a:lnTo>
                    <a:pt x="805" y="401"/>
                  </a:lnTo>
                  <a:lnTo>
                    <a:pt x="805" y="401"/>
                  </a:lnTo>
                  <a:cubicBezTo>
                    <a:pt x="804" y="398"/>
                    <a:pt x="802" y="396"/>
                    <a:pt x="799" y="396"/>
                  </a:cubicBezTo>
                  <a:close/>
                  <a:moveTo>
                    <a:pt x="1031" y="0"/>
                  </a:moveTo>
                  <a:cubicBezTo>
                    <a:pt x="1049" y="35"/>
                    <a:pt x="1049" y="78"/>
                    <a:pt x="1057" y="121"/>
                  </a:cubicBezTo>
                  <a:cubicBezTo>
                    <a:pt x="1066" y="172"/>
                    <a:pt x="1074" y="207"/>
                    <a:pt x="1066" y="258"/>
                  </a:cubicBezTo>
                  <a:cubicBezTo>
                    <a:pt x="1057" y="327"/>
                    <a:pt x="1031" y="404"/>
                    <a:pt x="1006" y="473"/>
                  </a:cubicBezTo>
                  <a:lnTo>
                    <a:pt x="980" y="430"/>
                  </a:lnTo>
                  <a:cubicBezTo>
                    <a:pt x="963" y="413"/>
                    <a:pt x="954" y="396"/>
                    <a:pt x="937" y="379"/>
                  </a:cubicBezTo>
                  <a:cubicBezTo>
                    <a:pt x="920" y="387"/>
                    <a:pt x="937" y="413"/>
                    <a:pt x="920" y="421"/>
                  </a:cubicBezTo>
                  <a:cubicBezTo>
                    <a:pt x="903" y="387"/>
                    <a:pt x="903" y="344"/>
                    <a:pt x="894" y="310"/>
                  </a:cubicBezTo>
                  <a:cubicBezTo>
                    <a:pt x="885" y="275"/>
                    <a:pt x="868" y="250"/>
                    <a:pt x="860" y="215"/>
                  </a:cubicBezTo>
                  <a:cubicBezTo>
                    <a:pt x="851" y="198"/>
                    <a:pt x="842" y="181"/>
                    <a:pt x="834" y="164"/>
                  </a:cubicBezTo>
                  <a:cubicBezTo>
                    <a:pt x="825" y="147"/>
                    <a:pt x="817" y="112"/>
                    <a:pt x="799" y="112"/>
                  </a:cubicBezTo>
                  <a:cubicBezTo>
                    <a:pt x="799" y="112"/>
                    <a:pt x="799" y="112"/>
                    <a:pt x="774" y="138"/>
                  </a:cubicBezTo>
                  <a:cubicBezTo>
                    <a:pt x="808" y="164"/>
                    <a:pt x="799" y="232"/>
                    <a:pt x="808" y="267"/>
                  </a:cubicBezTo>
                  <a:cubicBezTo>
                    <a:pt x="808" y="310"/>
                    <a:pt x="808" y="361"/>
                    <a:pt x="808" y="404"/>
                  </a:cubicBezTo>
                  <a:lnTo>
                    <a:pt x="805" y="401"/>
                  </a:lnTo>
                  <a:lnTo>
                    <a:pt x="805" y="401"/>
                  </a:lnTo>
                  <a:cubicBezTo>
                    <a:pt x="808" y="410"/>
                    <a:pt x="808" y="426"/>
                    <a:pt x="808" y="439"/>
                  </a:cubicBezTo>
                  <a:cubicBezTo>
                    <a:pt x="817" y="464"/>
                    <a:pt x="825" y="490"/>
                    <a:pt x="825" y="516"/>
                  </a:cubicBezTo>
                  <a:cubicBezTo>
                    <a:pt x="834" y="559"/>
                    <a:pt x="817" y="585"/>
                    <a:pt x="799" y="619"/>
                  </a:cubicBezTo>
                  <a:cubicBezTo>
                    <a:pt x="782" y="602"/>
                    <a:pt x="782" y="576"/>
                    <a:pt x="765" y="542"/>
                  </a:cubicBezTo>
                  <a:cubicBezTo>
                    <a:pt x="765" y="533"/>
                    <a:pt x="731" y="473"/>
                    <a:pt x="722" y="464"/>
                  </a:cubicBezTo>
                  <a:lnTo>
                    <a:pt x="705" y="516"/>
                  </a:lnTo>
                  <a:cubicBezTo>
                    <a:pt x="696" y="533"/>
                    <a:pt x="688" y="550"/>
                    <a:pt x="671" y="568"/>
                  </a:cubicBezTo>
                  <a:cubicBezTo>
                    <a:pt x="662" y="585"/>
                    <a:pt x="662" y="602"/>
                    <a:pt x="645" y="619"/>
                  </a:cubicBezTo>
                  <a:cubicBezTo>
                    <a:pt x="619" y="662"/>
                    <a:pt x="567" y="714"/>
                    <a:pt x="567" y="765"/>
                  </a:cubicBezTo>
                  <a:lnTo>
                    <a:pt x="576" y="739"/>
                  </a:lnTo>
                  <a:lnTo>
                    <a:pt x="585" y="774"/>
                  </a:lnTo>
                  <a:cubicBezTo>
                    <a:pt x="593" y="808"/>
                    <a:pt x="576" y="842"/>
                    <a:pt x="559" y="877"/>
                  </a:cubicBezTo>
                  <a:cubicBezTo>
                    <a:pt x="533" y="911"/>
                    <a:pt x="499" y="937"/>
                    <a:pt x="464" y="954"/>
                  </a:cubicBezTo>
                  <a:cubicBezTo>
                    <a:pt x="447" y="963"/>
                    <a:pt x="439" y="971"/>
                    <a:pt x="421" y="980"/>
                  </a:cubicBezTo>
                  <a:lnTo>
                    <a:pt x="413" y="989"/>
                  </a:lnTo>
                  <a:cubicBezTo>
                    <a:pt x="407" y="993"/>
                    <a:pt x="401" y="994"/>
                    <a:pt x="395" y="994"/>
                  </a:cubicBezTo>
                  <a:cubicBezTo>
                    <a:pt x="376" y="994"/>
                    <a:pt x="357" y="976"/>
                    <a:pt x="344" y="963"/>
                  </a:cubicBezTo>
                  <a:cubicBezTo>
                    <a:pt x="310" y="928"/>
                    <a:pt x="284" y="894"/>
                    <a:pt x="241" y="885"/>
                  </a:cubicBezTo>
                  <a:lnTo>
                    <a:pt x="224" y="920"/>
                  </a:lnTo>
                  <a:cubicBezTo>
                    <a:pt x="220" y="921"/>
                    <a:pt x="216" y="922"/>
                    <a:pt x="212" y="922"/>
                  </a:cubicBezTo>
                  <a:cubicBezTo>
                    <a:pt x="194" y="922"/>
                    <a:pt x="171" y="911"/>
                    <a:pt x="164" y="911"/>
                  </a:cubicBezTo>
                  <a:cubicBezTo>
                    <a:pt x="138" y="903"/>
                    <a:pt x="121" y="894"/>
                    <a:pt x="104" y="885"/>
                  </a:cubicBezTo>
                  <a:cubicBezTo>
                    <a:pt x="95" y="911"/>
                    <a:pt x="86" y="928"/>
                    <a:pt x="86" y="963"/>
                  </a:cubicBezTo>
                  <a:cubicBezTo>
                    <a:pt x="78" y="1006"/>
                    <a:pt x="69" y="1040"/>
                    <a:pt x="52" y="1074"/>
                  </a:cubicBezTo>
                  <a:cubicBezTo>
                    <a:pt x="43" y="1092"/>
                    <a:pt x="43" y="1109"/>
                    <a:pt x="43" y="1117"/>
                  </a:cubicBezTo>
                  <a:lnTo>
                    <a:pt x="18" y="1152"/>
                  </a:lnTo>
                  <a:cubicBezTo>
                    <a:pt x="0" y="1178"/>
                    <a:pt x="18" y="1195"/>
                    <a:pt x="35" y="1220"/>
                  </a:cubicBezTo>
                  <a:cubicBezTo>
                    <a:pt x="52" y="1272"/>
                    <a:pt x="78" y="1306"/>
                    <a:pt x="121" y="1332"/>
                  </a:cubicBezTo>
                  <a:cubicBezTo>
                    <a:pt x="172" y="1367"/>
                    <a:pt x="207" y="1392"/>
                    <a:pt x="267" y="1392"/>
                  </a:cubicBezTo>
                  <a:cubicBezTo>
                    <a:pt x="295" y="1392"/>
                    <a:pt x="324" y="1388"/>
                    <a:pt x="355" y="1388"/>
                  </a:cubicBezTo>
                  <a:cubicBezTo>
                    <a:pt x="371" y="1388"/>
                    <a:pt x="387" y="1389"/>
                    <a:pt x="404" y="1392"/>
                  </a:cubicBezTo>
                  <a:cubicBezTo>
                    <a:pt x="421" y="1392"/>
                    <a:pt x="435" y="1396"/>
                    <a:pt x="449" y="1396"/>
                  </a:cubicBezTo>
                  <a:cubicBezTo>
                    <a:pt x="457" y="1396"/>
                    <a:pt x="464" y="1395"/>
                    <a:pt x="473" y="1392"/>
                  </a:cubicBezTo>
                  <a:cubicBezTo>
                    <a:pt x="482" y="1384"/>
                    <a:pt x="499" y="1375"/>
                    <a:pt x="507" y="1367"/>
                  </a:cubicBezTo>
                  <a:cubicBezTo>
                    <a:pt x="533" y="1358"/>
                    <a:pt x="567" y="1349"/>
                    <a:pt x="593" y="1332"/>
                  </a:cubicBezTo>
                  <a:cubicBezTo>
                    <a:pt x="628" y="1315"/>
                    <a:pt x="645" y="1306"/>
                    <a:pt x="688" y="1306"/>
                  </a:cubicBezTo>
                  <a:cubicBezTo>
                    <a:pt x="705" y="1306"/>
                    <a:pt x="722" y="1306"/>
                    <a:pt x="739" y="1298"/>
                  </a:cubicBezTo>
                  <a:cubicBezTo>
                    <a:pt x="774" y="1281"/>
                    <a:pt x="799" y="1263"/>
                    <a:pt x="834" y="1238"/>
                  </a:cubicBezTo>
                  <a:cubicBezTo>
                    <a:pt x="851" y="1220"/>
                    <a:pt x="877" y="1212"/>
                    <a:pt x="894" y="1195"/>
                  </a:cubicBezTo>
                  <a:cubicBezTo>
                    <a:pt x="920" y="1178"/>
                    <a:pt x="928" y="1152"/>
                    <a:pt x="945" y="1117"/>
                  </a:cubicBezTo>
                  <a:cubicBezTo>
                    <a:pt x="954" y="1100"/>
                    <a:pt x="988" y="1066"/>
                    <a:pt x="1006" y="1057"/>
                  </a:cubicBezTo>
                  <a:cubicBezTo>
                    <a:pt x="1031" y="1040"/>
                    <a:pt x="1057" y="1040"/>
                    <a:pt x="1074" y="1014"/>
                  </a:cubicBezTo>
                  <a:cubicBezTo>
                    <a:pt x="1100" y="989"/>
                    <a:pt x="1100" y="963"/>
                    <a:pt x="1117" y="928"/>
                  </a:cubicBezTo>
                  <a:cubicBezTo>
                    <a:pt x="1143" y="868"/>
                    <a:pt x="1143" y="791"/>
                    <a:pt x="1143" y="722"/>
                  </a:cubicBezTo>
                  <a:cubicBezTo>
                    <a:pt x="1143" y="662"/>
                    <a:pt x="1152" y="602"/>
                    <a:pt x="1160" y="542"/>
                  </a:cubicBezTo>
                  <a:cubicBezTo>
                    <a:pt x="1177" y="490"/>
                    <a:pt x="1186" y="439"/>
                    <a:pt x="1195" y="387"/>
                  </a:cubicBezTo>
                  <a:cubicBezTo>
                    <a:pt x="1195" y="370"/>
                    <a:pt x="1186" y="344"/>
                    <a:pt x="1186" y="318"/>
                  </a:cubicBezTo>
                  <a:cubicBezTo>
                    <a:pt x="1177" y="301"/>
                    <a:pt x="1177" y="284"/>
                    <a:pt x="1177" y="267"/>
                  </a:cubicBezTo>
                  <a:cubicBezTo>
                    <a:pt x="1169" y="232"/>
                    <a:pt x="1160" y="198"/>
                    <a:pt x="1143" y="164"/>
                  </a:cubicBezTo>
                  <a:cubicBezTo>
                    <a:pt x="1126" y="95"/>
                    <a:pt x="1066" y="52"/>
                    <a:pt x="1031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97" name="Google Shape;22697;p75"/>
            <p:cNvSpPr/>
            <p:nvPr/>
          </p:nvSpPr>
          <p:spPr>
            <a:xfrm>
              <a:off x="5689775" y="1307950"/>
              <a:ext cx="27525" cy="21450"/>
            </a:xfrm>
            <a:custGeom>
              <a:avLst/>
              <a:gdLst/>
              <a:ahLst/>
              <a:cxnLst/>
              <a:rect l="l" t="t" r="r" b="b"/>
              <a:pathLst>
                <a:path w="1101" h="858" extrusionOk="0">
                  <a:moveTo>
                    <a:pt x="620" y="0"/>
                  </a:moveTo>
                  <a:cubicBezTo>
                    <a:pt x="611" y="0"/>
                    <a:pt x="602" y="2"/>
                    <a:pt x="594" y="7"/>
                  </a:cubicBezTo>
                  <a:cubicBezTo>
                    <a:pt x="577" y="16"/>
                    <a:pt x="559" y="33"/>
                    <a:pt x="551" y="42"/>
                  </a:cubicBezTo>
                  <a:cubicBezTo>
                    <a:pt x="534" y="59"/>
                    <a:pt x="534" y="59"/>
                    <a:pt x="516" y="68"/>
                  </a:cubicBezTo>
                  <a:lnTo>
                    <a:pt x="448" y="68"/>
                  </a:lnTo>
                  <a:cubicBezTo>
                    <a:pt x="431" y="76"/>
                    <a:pt x="413" y="102"/>
                    <a:pt x="396" y="102"/>
                  </a:cubicBezTo>
                  <a:lnTo>
                    <a:pt x="362" y="119"/>
                  </a:lnTo>
                  <a:lnTo>
                    <a:pt x="327" y="136"/>
                  </a:lnTo>
                  <a:cubicBezTo>
                    <a:pt x="310" y="145"/>
                    <a:pt x="310" y="162"/>
                    <a:pt x="293" y="179"/>
                  </a:cubicBezTo>
                  <a:cubicBezTo>
                    <a:pt x="276" y="205"/>
                    <a:pt x="242" y="214"/>
                    <a:pt x="224" y="222"/>
                  </a:cubicBezTo>
                  <a:cubicBezTo>
                    <a:pt x="199" y="231"/>
                    <a:pt x="181" y="239"/>
                    <a:pt x="173" y="257"/>
                  </a:cubicBezTo>
                  <a:cubicBezTo>
                    <a:pt x="138" y="291"/>
                    <a:pt x="113" y="343"/>
                    <a:pt x="95" y="394"/>
                  </a:cubicBezTo>
                  <a:cubicBezTo>
                    <a:pt x="95" y="420"/>
                    <a:pt x="87" y="446"/>
                    <a:pt x="78" y="471"/>
                  </a:cubicBezTo>
                  <a:cubicBezTo>
                    <a:pt x="70" y="489"/>
                    <a:pt x="61" y="506"/>
                    <a:pt x="52" y="523"/>
                  </a:cubicBezTo>
                  <a:cubicBezTo>
                    <a:pt x="52" y="540"/>
                    <a:pt x="52" y="557"/>
                    <a:pt x="52" y="566"/>
                  </a:cubicBezTo>
                  <a:cubicBezTo>
                    <a:pt x="48" y="538"/>
                    <a:pt x="43" y="530"/>
                    <a:pt x="40" y="530"/>
                  </a:cubicBezTo>
                  <a:cubicBezTo>
                    <a:pt x="37" y="530"/>
                    <a:pt x="35" y="536"/>
                    <a:pt x="35" y="540"/>
                  </a:cubicBezTo>
                  <a:lnTo>
                    <a:pt x="27" y="574"/>
                  </a:lnTo>
                  <a:cubicBezTo>
                    <a:pt x="27" y="600"/>
                    <a:pt x="10" y="609"/>
                    <a:pt x="1" y="635"/>
                  </a:cubicBezTo>
                  <a:lnTo>
                    <a:pt x="1" y="652"/>
                  </a:lnTo>
                  <a:cubicBezTo>
                    <a:pt x="1" y="669"/>
                    <a:pt x="1" y="695"/>
                    <a:pt x="1" y="721"/>
                  </a:cubicBezTo>
                  <a:cubicBezTo>
                    <a:pt x="1" y="738"/>
                    <a:pt x="1" y="755"/>
                    <a:pt x="1" y="781"/>
                  </a:cubicBezTo>
                  <a:cubicBezTo>
                    <a:pt x="10" y="806"/>
                    <a:pt x="18" y="832"/>
                    <a:pt x="18" y="858"/>
                  </a:cubicBezTo>
                  <a:lnTo>
                    <a:pt x="35" y="824"/>
                  </a:lnTo>
                  <a:cubicBezTo>
                    <a:pt x="52" y="806"/>
                    <a:pt x="52" y="789"/>
                    <a:pt x="52" y="772"/>
                  </a:cubicBezTo>
                  <a:cubicBezTo>
                    <a:pt x="61" y="738"/>
                    <a:pt x="61" y="712"/>
                    <a:pt x="70" y="686"/>
                  </a:cubicBezTo>
                  <a:cubicBezTo>
                    <a:pt x="87" y="660"/>
                    <a:pt x="95" y="643"/>
                    <a:pt x="113" y="635"/>
                  </a:cubicBezTo>
                  <a:cubicBezTo>
                    <a:pt x="130" y="626"/>
                    <a:pt x="138" y="609"/>
                    <a:pt x="147" y="592"/>
                  </a:cubicBezTo>
                  <a:cubicBezTo>
                    <a:pt x="173" y="549"/>
                    <a:pt x="199" y="506"/>
                    <a:pt x="233" y="463"/>
                  </a:cubicBezTo>
                  <a:cubicBezTo>
                    <a:pt x="267" y="420"/>
                    <a:pt x="302" y="394"/>
                    <a:pt x="327" y="351"/>
                  </a:cubicBezTo>
                  <a:cubicBezTo>
                    <a:pt x="362" y="282"/>
                    <a:pt x="422" y="248"/>
                    <a:pt x="482" y="248"/>
                  </a:cubicBezTo>
                  <a:cubicBezTo>
                    <a:pt x="516" y="248"/>
                    <a:pt x="551" y="257"/>
                    <a:pt x="577" y="257"/>
                  </a:cubicBezTo>
                  <a:cubicBezTo>
                    <a:pt x="602" y="248"/>
                    <a:pt x="620" y="239"/>
                    <a:pt x="628" y="222"/>
                  </a:cubicBezTo>
                  <a:lnTo>
                    <a:pt x="654" y="188"/>
                  </a:lnTo>
                  <a:lnTo>
                    <a:pt x="662" y="179"/>
                  </a:lnTo>
                  <a:lnTo>
                    <a:pt x="705" y="162"/>
                  </a:lnTo>
                  <a:cubicBezTo>
                    <a:pt x="723" y="154"/>
                    <a:pt x="731" y="145"/>
                    <a:pt x="748" y="136"/>
                  </a:cubicBezTo>
                  <a:lnTo>
                    <a:pt x="774" y="119"/>
                  </a:lnTo>
                  <a:lnTo>
                    <a:pt x="800" y="93"/>
                  </a:lnTo>
                  <a:cubicBezTo>
                    <a:pt x="817" y="76"/>
                    <a:pt x="851" y="76"/>
                    <a:pt x="869" y="76"/>
                  </a:cubicBezTo>
                  <a:cubicBezTo>
                    <a:pt x="920" y="76"/>
                    <a:pt x="972" y="93"/>
                    <a:pt x="1023" y="93"/>
                  </a:cubicBezTo>
                  <a:lnTo>
                    <a:pt x="1066" y="102"/>
                  </a:lnTo>
                  <a:lnTo>
                    <a:pt x="1101" y="102"/>
                  </a:lnTo>
                  <a:lnTo>
                    <a:pt x="1058" y="76"/>
                  </a:lnTo>
                  <a:cubicBezTo>
                    <a:pt x="1041" y="68"/>
                    <a:pt x="1023" y="59"/>
                    <a:pt x="1006" y="50"/>
                  </a:cubicBezTo>
                  <a:cubicBezTo>
                    <a:pt x="980" y="42"/>
                    <a:pt x="955" y="42"/>
                    <a:pt x="937" y="33"/>
                  </a:cubicBezTo>
                  <a:cubicBezTo>
                    <a:pt x="930" y="31"/>
                    <a:pt x="923" y="31"/>
                    <a:pt x="915" y="31"/>
                  </a:cubicBezTo>
                  <a:cubicBezTo>
                    <a:pt x="893" y="31"/>
                    <a:pt x="870" y="36"/>
                    <a:pt x="849" y="36"/>
                  </a:cubicBezTo>
                  <a:cubicBezTo>
                    <a:pt x="841" y="36"/>
                    <a:pt x="833" y="35"/>
                    <a:pt x="826" y="33"/>
                  </a:cubicBezTo>
                  <a:cubicBezTo>
                    <a:pt x="774" y="25"/>
                    <a:pt x="731" y="16"/>
                    <a:pt x="688" y="16"/>
                  </a:cubicBezTo>
                  <a:cubicBezTo>
                    <a:pt x="665" y="10"/>
                    <a:pt x="641" y="0"/>
                    <a:pt x="620" y="0"/>
                  </a:cubicBezTo>
                  <a:close/>
                </a:path>
              </a:pathLst>
            </a:custGeom>
            <a:solidFill>
              <a:srgbClr val="D9B5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98" name="Google Shape;22698;p75"/>
            <p:cNvSpPr/>
            <p:nvPr/>
          </p:nvSpPr>
          <p:spPr>
            <a:xfrm>
              <a:off x="5693225" y="1318825"/>
              <a:ext cx="29225" cy="37875"/>
            </a:xfrm>
            <a:custGeom>
              <a:avLst/>
              <a:gdLst/>
              <a:ahLst/>
              <a:cxnLst/>
              <a:rect l="l" t="t" r="r" b="b"/>
              <a:pathLst>
                <a:path w="1169" h="1515" extrusionOk="0">
                  <a:moveTo>
                    <a:pt x="771" y="1"/>
                  </a:moveTo>
                  <a:cubicBezTo>
                    <a:pt x="747" y="1"/>
                    <a:pt x="725" y="6"/>
                    <a:pt x="705" y="11"/>
                  </a:cubicBezTo>
                  <a:cubicBezTo>
                    <a:pt x="662" y="19"/>
                    <a:pt x="628" y="36"/>
                    <a:pt x="593" y="62"/>
                  </a:cubicBezTo>
                  <a:cubicBezTo>
                    <a:pt x="550" y="88"/>
                    <a:pt x="490" y="88"/>
                    <a:pt x="447" y="122"/>
                  </a:cubicBezTo>
                  <a:cubicBezTo>
                    <a:pt x="421" y="139"/>
                    <a:pt x="396" y="165"/>
                    <a:pt x="370" y="182"/>
                  </a:cubicBezTo>
                  <a:cubicBezTo>
                    <a:pt x="335" y="200"/>
                    <a:pt x="301" y="217"/>
                    <a:pt x="275" y="251"/>
                  </a:cubicBezTo>
                  <a:cubicBezTo>
                    <a:pt x="232" y="294"/>
                    <a:pt x="172" y="311"/>
                    <a:pt x="129" y="346"/>
                  </a:cubicBezTo>
                  <a:cubicBezTo>
                    <a:pt x="104" y="363"/>
                    <a:pt x="78" y="397"/>
                    <a:pt x="61" y="423"/>
                  </a:cubicBezTo>
                  <a:cubicBezTo>
                    <a:pt x="35" y="449"/>
                    <a:pt x="18" y="509"/>
                    <a:pt x="9" y="543"/>
                  </a:cubicBezTo>
                  <a:cubicBezTo>
                    <a:pt x="9" y="595"/>
                    <a:pt x="18" y="655"/>
                    <a:pt x="18" y="707"/>
                  </a:cubicBezTo>
                  <a:cubicBezTo>
                    <a:pt x="9" y="749"/>
                    <a:pt x="0" y="784"/>
                    <a:pt x="0" y="835"/>
                  </a:cubicBezTo>
                  <a:cubicBezTo>
                    <a:pt x="0" y="853"/>
                    <a:pt x="18" y="870"/>
                    <a:pt x="18" y="896"/>
                  </a:cubicBezTo>
                  <a:lnTo>
                    <a:pt x="18" y="930"/>
                  </a:lnTo>
                  <a:cubicBezTo>
                    <a:pt x="18" y="947"/>
                    <a:pt x="26" y="956"/>
                    <a:pt x="35" y="973"/>
                  </a:cubicBezTo>
                  <a:cubicBezTo>
                    <a:pt x="35" y="999"/>
                    <a:pt x="35" y="1016"/>
                    <a:pt x="43" y="1042"/>
                  </a:cubicBezTo>
                  <a:cubicBezTo>
                    <a:pt x="61" y="1085"/>
                    <a:pt x="78" y="1136"/>
                    <a:pt x="95" y="1179"/>
                  </a:cubicBezTo>
                  <a:cubicBezTo>
                    <a:pt x="104" y="1222"/>
                    <a:pt x="138" y="1256"/>
                    <a:pt x="164" y="1299"/>
                  </a:cubicBezTo>
                  <a:cubicBezTo>
                    <a:pt x="189" y="1334"/>
                    <a:pt x="215" y="1368"/>
                    <a:pt x="241" y="1402"/>
                  </a:cubicBezTo>
                  <a:cubicBezTo>
                    <a:pt x="250" y="1420"/>
                    <a:pt x="267" y="1428"/>
                    <a:pt x="275" y="1445"/>
                  </a:cubicBezTo>
                  <a:cubicBezTo>
                    <a:pt x="279" y="1449"/>
                    <a:pt x="282" y="1453"/>
                    <a:pt x="285" y="1458"/>
                  </a:cubicBezTo>
                  <a:lnTo>
                    <a:pt x="285" y="1458"/>
                  </a:lnTo>
                  <a:cubicBezTo>
                    <a:pt x="284" y="1453"/>
                    <a:pt x="284" y="1448"/>
                    <a:pt x="284" y="1445"/>
                  </a:cubicBezTo>
                  <a:cubicBezTo>
                    <a:pt x="275" y="1428"/>
                    <a:pt x="284" y="1411"/>
                    <a:pt x="275" y="1402"/>
                  </a:cubicBezTo>
                  <a:cubicBezTo>
                    <a:pt x="275" y="1385"/>
                    <a:pt x="267" y="1377"/>
                    <a:pt x="267" y="1359"/>
                  </a:cubicBezTo>
                  <a:cubicBezTo>
                    <a:pt x="258" y="1325"/>
                    <a:pt x="258" y="1308"/>
                    <a:pt x="284" y="1291"/>
                  </a:cubicBezTo>
                  <a:cubicBezTo>
                    <a:pt x="301" y="1274"/>
                    <a:pt x="344" y="1256"/>
                    <a:pt x="353" y="1239"/>
                  </a:cubicBezTo>
                  <a:cubicBezTo>
                    <a:pt x="353" y="1213"/>
                    <a:pt x="327" y="1179"/>
                    <a:pt x="318" y="1162"/>
                  </a:cubicBezTo>
                  <a:cubicBezTo>
                    <a:pt x="301" y="1136"/>
                    <a:pt x="293" y="1110"/>
                    <a:pt x="284" y="1093"/>
                  </a:cubicBezTo>
                  <a:cubicBezTo>
                    <a:pt x="250" y="1024"/>
                    <a:pt x="250" y="947"/>
                    <a:pt x="267" y="887"/>
                  </a:cubicBezTo>
                  <a:cubicBezTo>
                    <a:pt x="284" y="853"/>
                    <a:pt x="284" y="818"/>
                    <a:pt x="284" y="784"/>
                  </a:cubicBezTo>
                  <a:cubicBezTo>
                    <a:pt x="284" y="749"/>
                    <a:pt x="301" y="715"/>
                    <a:pt x="318" y="681"/>
                  </a:cubicBezTo>
                  <a:cubicBezTo>
                    <a:pt x="353" y="612"/>
                    <a:pt x="370" y="518"/>
                    <a:pt x="413" y="449"/>
                  </a:cubicBezTo>
                  <a:cubicBezTo>
                    <a:pt x="422" y="431"/>
                    <a:pt x="433" y="426"/>
                    <a:pt x="445" y="426"/>
                  </a:cubicBezTo>
                  <a:cubicBezTo>
                    <a:pt x="457" y="426"/>
                    <a:pt x="470" y="431"/>
                    <a:pt x="483" y="431"/>
                  </a:cubicBezTo>
                  <a:cubicBezTo>
                    <a:pt x="494" y="431"/>
                    <a:pt x="505" y="428"/>
                    <a:pt x="516" y="414"/>
                  </a:cubicBezTo>
                  <a:cubicBezTo>
                    <a:pt x="550" y="371"/>
                    <a:pt x="585" y="346"/>
                    <a:pt x="628" y="337"/>
                  </a:cubicBezTo>
                  <a:cubicBezTo>
                    <a:pt x="671" y="320"/>
                    <a:pt x="696" y="320"/>
                    <a:pt x="731" y="311"/>
                  </a:cubicBezTo>
                  <a:cubicBezTo>
                    <a:pt x="752" y="300"/>
                    <a:pt x="778" y="290"/>
                    <a:pt x="800" y="290"/>
                  </a:cubicBezTo>
                  <a:cubicBezTo>
                    <a:pt x="813" y="290"/>
                    <a:pt x="824" y="293"/>
                    <a:pt x="834" y="303"/>
                  </a:cubicBezTo>
                  <a:cubicBezTo>
                    <a:pt x="851" y="320"/>
                    <a:pt x="868" y="346"/>
                    <a:pt x="885" y="354"/>
                  </a:cubicBezTo>
                  <a:cubicBezTo>
                    <a:pt x="892" y="358"/>
                    <a:pt x="899" y="359"/>
                    <a:pt x="906" y="359"/>
                  </a:cubicBezTo>
                  <a:cubicBezTo>
                    <a:pt x="937" y="359"/>
                    <a:pt x="973" y="335"/>
                    <a:pt x="1014" y="328"/>
                  </a:cubicBezTo>
                  <a:lnTo>
                    <a:pt x="1040" y="380"/>
                  </a:lnTo>
                  <a:lnTo>
                    <a:pt x="1057" y="397"/>
                  </a:lnTo>
                  <a:lnTo>
                    <a:pt x="1100" y="440"/>
                  </a:lnTo>
                  <a:cubicBezTo>
                    <a:pt x="1100" y="406"/>
                    <a:pt x="1134" y="380"/>
                    <a:pt x="1143" y="346"/>
                  </a:cubicBezTo>
                  <a:cubicBezTo>
                    <a:pt x="1169" y="303"/>
                    <a:pt x="1152" y="286"/>
                    <a:pt x="1134" y="243"/>
                  </a:cubicBezTo>
                  <a:cubicBezTo>
                    <a:pt x="1100" y="182"/>
                    <a:pt x="1040" y="122"/>
                    <a:pt x="988" y="71"/>
                  </a:cubicBezTo>
                  <a:cubicBezTo>
                    <a:pt x="963" y="54"/>
                    <a:pt x="954" y="45"/>
                    <a:pt x="920" y="45"/>
                  </a:cubicBezTo>
                  <a:cubicBezTo>
                    <a:pt x="885" y="36"/>
                    <a:pt x="860" y="19"/>
                    <a:pt x="825" y="11"/>
                  </a:cubicBezTo>
                  <a:cubicBezTo>
                    <a:pt x="807" y="3"/>
                    <a:pt x="789" y="1"/>
                    <a:pt x="771" y="1"/>
                  </a:cubicBezTo>
                  <a:close/>
                  <a:moveTo>
                    <a:pt x="285" y="1458"/>
                  </a:moveTo>
                  <a:cubicBezTo>
                    <a:pt x="288" y="1480"/>
                    <a:pt x="297" y="1514"/>
                    <a:pt x="318" y="1514"/>
                  </a:cubicBezTo>
                  <a:cubicBezTo>
                    <a:pt x="305" y="1500"/>
                    <a:pt x="296" y="1476"/>
                    <a:pt x="285" y="1458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2699" name="Google Shape;22699;p75"/>
          <p:cNvGrpSpPr/>
          <p:nvPr/>
        </p:nvGrpSpPr>
        <p:grpSpPr>
          <a:xfrm flipH="1">
            <a:off x="216313" y="3539319"/>
            <a:ext cx="461527" cy="1228225"/>
            <a:chOff x="4978550" y="2483100"/>
            <a:chExt cx="87025" cy="241250"/>
          </a:xfrm>
        </p:grpSpPr>
        <p:sp>
          <p:nvSpPr>
            <p:cNvPr id="22700" name="Google Shape;22700;p75"/>
            <p:cNvSpPr/>
            <p:nvPr/>
          </p:nvSpPr>
          <p:spPr>
            <a:xfrm>
              <a:off x="5012150" y="2502650"/>
              <a:ext cx="1025" cy="13825"/>
            </a:xfrm>
            <a:custGeom>
              <a:avLst/>
              <a:gdLst/>
              <a:ahLst/>
              <a:cxnLst/>
              <a:rect l="l" t="t" r="r" b="b"/>
              <a:pathLst>
                <a:path w="41" h="553" extrusionOk="0">
                  <a:moveTo>
                    <a:pt x="0" y="1"/>
                  </a:moveTo>
                  <a:lnTo>
                    <a:pt x="0" y="553"/>
                  </a:lnTo>
                  <a:lnTo>
                    <a:pt x="41" y="553"/>
                  </a:lnTo>
                  <a:lnTo>
                    <a:pt x="4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01" name="Google Shape;22701;p75"/>
            <p:cNvSpPr/>
            <p:nvPr/>
          </p:nvSpPr>
          <p:spPr>
            <a:xfrm>
              <a:off x="4999350" y="2511675"/>
              <a:ext cx="13575" cy="5300"/>
            </a:xfrm>
            <a:custGeom>
              <a:avLst/>
              <a:gdLst/>
              <a:ahLst/>
              <a:cxnLst/>
              <a:rect l="l" t="t" r="r" b="b"/>
              <a:pathLst>
                <a:path w="543" h="212" extrusionOk="0">
                  <a:moveTo>
                    <a:pt x="11" y="1"/>
                  </a:moveTo>
                  <a:lnTo>
                    <a:pt x="1" y="41"/>
                  </a:lnTo>
                  <a:lnTo>
                    <a:pt x="522" y="212"/>
                  </a:lnTo>
                  <a:lnTo>
                    <a:pt x="543" y="171"/>
                  </a:lnTo>
                  <a:lnTo>
                    <a:pt x="1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02" name="Google Shape;22702;p75"/>
            <p:cNvSpPr/>
            <p:nvPr/>
          </p:nvSpPr>
          <p:spPr>
            <a:xfrm>
              <a:off x="5004125" y="2515950"/>
              <a:ext cx="9050" cy="11800"/>
            </a:xfrm>
            <a:custGeom>
              <a:avLst/>
              <a:gdLst/>
              <a:ahLst/>
              <a:cxnLst/>
              <a:rect l="l" t="t" r="r" b="b"/>
              <a:pathLst>
                <a:path w="362" h="472" extrusionOk="0">
                  <a:moveTo>
                    <a:pt x="321" y="0"/>
                  </a:moveTo>
                  <a:lnTo>
                    <a:pt x="0" y="452"/>
                  </a:lnTo>
                  <a:lnTo>
                    <a:pt x="31" y="472"/>
                  </a:lnTo>
                  <a:lnTo>
                    <a:pt x="362" y="31"/>
                  </a:lnTo>
                  <a:lnTo>
                    <a:pt x="32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03" name="Google Shape;22703;p75"/>
            <p:cNvSpPr/>
            <p:nvPr/>
          </p:nvSpPr>
          <p:spPr>
            <a:xfrm>
              <a:off x="5012150" y="2515950"/>
              <a:ext cx="9050" cy="11800"/>
            </a:xfrm>
            <a:custGeom>
              <a:avLst/>
              <a:gdLst/>
              <a:ahLst/>
              <a:cxnLst/>
              <a:rect l="l" t="t" r="r" b="b"/>
              <a:pathLst>
                <a:path w="362" h="472" extrusionOk="0">
                  <a:moveTo>
                    <a:pt x="41" y="0"/>
                  </a:moveTo>
                  <a:lnTo>
                    <a:pt x="0" y="31"/>
                  </a:lnTo>
                  <a:lnTo>
                    <a:pt x="331" y="472"/>
                  </a:lnTo>
                  <a:lnTo>
                    <a:pt x="362" y="452"/>
                  </a:lnTo>
                  <a:lnTo>
                    <a:pt x="4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04" name="Google Shape;22704;p75"/>
            <p:cNvSpPr/>
            <p:nvPr/>
          </p:nvSpPr>
          <p:spPr>
            <a:xfrm>
              <a:off x="5012400" y="2511675"/>
              <a:ext cx="13575" cy="5300"/>
            </a:xfrm>
            <a:custGeom>
              <a:avLst/>
              <a:gdLst/>
              <a:ahLst/>
              <a:cxnLst/>
              <a:rect l="l" t="t" r="r" b="b"/>
              <a:pathLst>
                <a:path w="543" h="212" extrusionOk="0">
                  <a:moveTo>
                    <a:pt x="532" y="1"/>
                  </a:moveTo>
                  <a:lnTo>
                    <a:pt x="0" y="171"/>
                  </a:lnTo>
                  <a:lnTo>
                    <a:pt x="21" y="212"/>
                  </a:lnTo>
                  <a:lnTo>
                    <a:pt x="542" y="41"/>
                  </a:lnTo>
                  <a:lnTo>
                    <a:pt x="53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05" name="Google Shape;22705;p75"/>
            <p:cNvSpPr/>
            <p:nvPr/>
          </p:nvSpPr>
          <p:spPr>
            <a:xfrm>
              <a:off x="4986575" y="2491000"/>
              <a:ext cx="52175" cy="50550"/>
            </a:xfrm>
            <a:custGeom>
              <a:avLst/>
              <a:gdLst/>
              <a:ahLst/>
              <a:cxnLst/>
              <a:rect l="l" t="t" r="r" b="b"/>
              <a:pathLst>
                <a:path w="2087" h="2022" extrusionOk="0">
                  <a:moveTo>
                    <a:pt x="1043" y="46"/>
                  </a:moveTo>
                  <a:cubicBezTo>
                    <a:pt x="1144" y="46"/>
                    <a:pt x="1244" y="66"/>
                    <a:pt x="1344" y="96"/>
                  </a:cubicBezTo>
                  <a:cubicBezTo>
                    <a:pt x="1595" y="176"/>
                    <a:pt x="1796" y="346"/>
                    <a:pt x="1906" y="577"/>
                  </a:cubicBezTo>
                  <a:cubicBezTo>
                    <a:pt x="2026" y="808"/>
                    <a:pt x="2047" y="1069"/>
                    <a:pt x="1966" y="1319"/>
                  </a:cubicBezTo>
                  <a:cubicBezTo>
                    <a:pt x="1886" y="1560"/>
                    <a:pt x="1705" y="1761"/>
                    <a:pt x="1475" y="1881"/>
                  </a:cubicBezTo>
                  <a:cubicBezTo>
                    <a:pt x="1342" y="1950"/>
                    <a:pt x="1199" y="1983"/>
                    <a:pt x="1056" y="1983"/>
                  </a:cubicBezTo>
                  <a:cubicBezTo>
                    <a:pt x="951" y="1983"/>
                    <a:pt x="845" y="1965"/>
                    <a:pt x="743" y="1931"/>
                  </a:cubicBezTo>
                  <a:cubicBezTo>
                    <a:pt x="492" y="1851"/>
                    <a:pt x="291" y="1681"/>
                    <a:pt x="181" y="1450"/>
                  </a:cubicBezTo>
                  <a:cubicBezTo>
                    <a:pt x="60" y="1219"/>
                    <a:pt x="40" y="958"/>
                    <a:pt x="121" y="708"/>
                  </a:cubicBezTo>
                  <a:cubicBezTo>
                    <a:pt x="201" y="467"/>
                    <a:pt x="371" y="266"/>
                    <a:pt x="602" y="146"/>
                  </a:cubicBezTo>
                  <a:cubicBezTo>
                    <a:pt x="743" y="76"/>
                    <a:pt x="893" y="46"/>
                    <a:pt x="1043" y="46"/>
                  </a:cubicBezTo>
                  <a:close/>
                  <a:moveTo>
                    <a:pt x="1042" y="0"/>
                  </a:moveTo>
                  <a:cubicBezTo>
                    <a:pt x="887" y="0"/>
                    <a:pt x="734" y="39"/>
                    <a:pt x="592" y="116"/>
                  </a:cubicBezTo>
                  <a:cubicBezTo>
                    <a:pt x="341" y="236"/>
                    <a:pt x="171" y="437"/>
                    <a:pt x="81" y="698"/>
                  </a:cubicBezTo>
                  <a:cubicBezTo>
                    <a:pt x="0" y="958"/>
                    <a:pt x="20" y="1229"/>
                    <a:pt x="141" y="1470"/>
                  </a:cubicBezTo>
                  <a:cubicBezTo>
                    <a:pt x="261" y="1711"/>
                    <a:pt x="472" y="1891"/>
                    <a:pt x="722" y="1971"/>
                  </a:cubicBezTo>
                  <a:cubicBezTo>
                    <a:pt x="833" y="2012"/>
                    <a:pt x="933" y="2022"/>
                    <a:pt x="1043" y="2022"/>
                  </a:cubicBezTo>
                  <a:cubicBezTo>
                    <a:pt x="1194" y="2022"/>
                    <a:pt x="1354" y="1991"/>
                    <a:pt x="1495" y="1921"/>
                  </a:cubicBezTo>
                  <a:cubicBezTo>
                    <a:pt x="1736" y="1801"/>
                    <a:pt x="1916" y="1590"/>
                    <a:pt x="2006" y="1329"/>
                  </a:cubicBezTo>
                  <a:cubicBezTo>
                    <a:pt x="2087" y="1079"/>
                    <a:pt x="2067" y="798"/>
                    <a:pt x="1946" y="557"/>
                  </a:cubicBezTo>
                  <a:cubicBezTo>
                    <a:pt x="1826" y="316"/>
                    <a:pt x="1615" y="136"/>
                    <a:pt x="1364" y="56"/>
                  </a:cubicBezTo>
                  <a:cubicBezTo>
                    <a:pt x="1258" y="19"/>
                    <a:pt x="1149" y="0"/>
                    <a:pt x="104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06" name="Google Shape;22706;p75"/>
            <p:cNvSpPr/>
            <p:nvPr/>
          </p:nvSpPr>
          <p:spPr>
            <a:xfrm>
              <a:off x="5011150" y="2536500"/>
              <a:ext cx="3775" cy="187850"/>
            </a:xfrm>
            <a:custGeom>
              <a:avLst/>
              <a:gdLst/>
              <a:ahLst/>
              <a:cxnLst/>
              <a:rect l="l" t="t" r="r" b="b"/>
              <a:pathLst>
                <a:path w="151" h="7514" extrusionOk="0">
                  <a:moveTo>
                    <a:pt x="60" y="1"/>
                  </a:moveTo>
                  <a:cubicBezTo>
                    <a:pt x="20" y="1"/>
                    <a:pt x="0" y="31"/>
                    <a:pt x="0" y="61"/>
                  </a:cubicBezTo>
                  <a:lnTo>
                    <a:pt x="20" y="7454"/>
                  </a:lnTo>
                  <a:cubicBezTo>
                    <a:pt x="20" y="7494"/>
                    <a:pt x="50" y="7514"/>
                    <a:pt x="81" y="7514"/>
                  </a:cubicBezTo>
                  <a:cubicBezTo>
                    <a:pt x="121" y="7514"/>
                    <a:pt x="151" y="7494"/>
                    <a:pt x="151" y="7454"/>
                  </a:cubicBezTo>
                  <a:lnTo>
                    <a:pt x="121" y="61"/>
                  </a:lnTo>
                  <a:cubicBezTo>
                    <a:pt x="121" y="31"/>
                    <a:pt x="91" y="1"/>
                    <a:pt x="6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07" name="Google Shape;22707;p75"/>
            <p:cNvSpPr/>
            <p:nvPr/>
          </p:nvSpPr>
          <p:spPr>
            <a:xfrm>
              <a:off x="4978800" y="2555075"/>
              <a:ext cx="74000" cy="168275"/>
            </a:xfrm>
            <a:custGeom>
              <a:avLst/>
              <a:gdLst/>
              <a:ahLst/>
              <a:cxnLst/>
              <a:rect l="l" t="t" r="r" b="b"/>
              <a:pathLst>
                <a:path w="2960" h="6731" extrusionOk="0">
                  <a:moveTo>
                    <a:pt x="1354" y="0"/>
                  </a:moveTo>
                  <a:cubicBezTo>
                    <a:pt x="1324" y="0"/>
                    <a:pt x="1294" y="20"/>
                    <a:pt x="1294" y="50"/>
                  </a:cubicBezTo>
                  <a:lnTo>
                    <a:pt x="0" y="6640"/>
                  </a:lnTo>
                  <a:cubicBezTo>
                    <a:pt x="0" y="6681"/>
                    <a:pt x="20" y="6711"/>
                    <a:pt x="51" y="6721"/>
                  </a:cubicBezTo>
                  <a:cubicBezTo>
                    <a:pt x="91" y="6721"/>
                    <a:pt x="121" y="6701"/>
                    <a:pt x="131" y="6671"/>
                  </a:cubicBezTo>
                  <a:lnTo>
                    <a:pt x="1365" y="371"/>
                  </a:lnTo>
                  <a:lnTo>
                    <a:pt x="2829" y="6681"/>
                  </a:lnTo>
                  <a:cubicBezTo>
                    <a:pt x="2839" y="6711"/>
                    <a:pt x="2859" y="6731"/>
                    <a:pt x="2889" y="6731"/>
                  </a:cubicBezTo>
                  <a:lnTo>
                    <a:pt x="2899" y="6731"/>
                  </a:lnTo>
                  <a:cubicBezTo>
                    <a:pt x="2939" y="6721"/>
                    <a:pt x="2959" y="6691"/>
                    <a:pt x="2949" y="6650"/>
                  </a:cubicBezTo>
                  <a:lnTo>
                    <a:pt x="1415" y="50"/>
                  </a:lnTo>
                  <a:cubicBezTo>
                    <a:pt x="1405" y="20"/>
                    <a:pt x="1385" y="0"/>
                    <a:pt x="1354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08" name="Google Shape;22708;p75"/>
            <p:cNvSpPr/>
            <p:nvPr/>
          </p:nvSpPr>
          <p:spPr>
            <a:xfrm>
              <a:off x="4987575" y="2670675"/>
              <a:ext cx="54950" cy="3275"/>
            </a:xfrm>
            <a:custGeom>
              <a:avLst/>
              <a:gdLst/>
              <a:ahLst/>
              <a:cxnLst/>
              <a:rect l="l" t="t" r="r" b="b"/>
              <a:pathLst>
                <a:path w="2198" h="131" extrusionOk="0">
                  <a:moveTo>
                    <a:pt x="61" y="0"/>
                  </a:moveTo>
                  <a:cubicBezTo>
                    <a:pt x="20" y="0"/>
                    <a:pt x="0" y="30"/>
                    <a:pt x="0" y="70"/>
                  </a:cubicBezTo>
                  <a:cubicBezTo>
                    <a:pt x="0" y="101"/>
                    <a:pt x="20" y="131"/>
                    <a:pt x="61" y="131"/>
                  </a:cubicBezTo>
                  <a:lnTo>
                    <a:pt x="2127" y="131"/>
                  </a:lnTo>
                  <a:cubicBezTo>
                    <a:pt x="2167" y="131"/>
                    <a:pt x="2197" y="101"/>
                    <a:pt x="2197" y="70"/>
                  </a:cubicBezTo>
                  <a:cubicBezTo>
                    <a:pt x="2197" y="30"/>
                    <a:pt x="2167" y="0"/>
                    <a:pt x="2127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09" name="Google Shape;22709;p75"/>
            <p:cNvSpPr/>
            <p:nvPr/>
          </p:nvSpPr>
          <p:spPr>
            <a:xfrm>
              <a:off x="4998600" y="2618500"/>
              <a:ext cx="30375" cy="105850"/>
            </a:xfrm>
            <a:custGeom>
              <a:avLst/>
              <a:gdLst/>
              <a:ahLst/>
              <a:cxnLst/>
              <a:rect l="l" t="t" r="r" b="b"/>
              <a:pathLst>
                <a:path w="1215" h="4234" extrusionOk="0">
                  <a:moveTo>
                    <a:pt x="1074" y="121"/>
                  </a:moveTo>
                  <a:lnTo>
                    <a:pt x="593" y="3692"/>
                  </a:lnTo>
                  <a:lnTo>
                    <a:pt x="141" y="121"/>
                  </a:lnTo>
                  <a:close/>
                  <a:moveTo>
                    <a:pt x="71" y="1"/>
                  </a:moveTo>
                  <a:cubicBezTo>
                    <a:pt x="51" y="1"/>
                    <a:pt x="31" y="1"/>
                    <a:pt x="21" y="21"/>
                  </a:cubicBezTo>
                  <a:cubicBezTo>
                    <a:pt x="11" y="31"/>
                    <a:pt x="1" y="51"/>
                    <a:pt x="1" y="71"/>
                  </a:cubicBezTo>
                  <a:lnTo>
                    <a:pt x="522" y="4184"/>
                  </a:lnTo>
                  <a:cubicBezTo>
                    <a:pt x="532" y="4214"/>
                    <a:pt x="552" y="4234"/>
                    <a:pt x="583" y="4234"/>
                  </a:cubicBezTo>
                  <a:cubicBezTo>
                    <a:pt x="623" y="4234"/>
                    <a:pt x="643" y="4214"/>
                    <a:pt x="653" y="4184"/>
                  </a:cubicBezTo>
                  <a:lnTo>
                    <a:pt x="1214" y="71"/>
                  </a:lnTo>
                  <a:cubicBezTo>
                    <a:pt x="1214" y="51"/>
                    <a:pt x="1214" y="31"/>
                    <a:pt x="1194" y="21"/>
                  </a:cubicBezTo>
                  <a:cubicBezTo>
                    <a:pt x="1184" y="1"/>
                    <a:pt x="1174" y="1"/>
                    <a:pt x="1154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10" name="Google Shape;22710;p75"/>
            <p:cNvSpPr/>
            <p:nvPr/>
          </p:nvSpPr>
          <p:spPr>
            <a:xfrm>
              <a:off x="5001125" y="2587425"/>
              <a:ext cx="24600" cy="3025"/>
            </a:xfrm>
            <a:custGeom>
              <a:avLst/>
              <a:gdLst/>
              <a:ahLst/>
              <a:cxnLst/>
              <a:rect l="l" t="t" r="r" b="b"/>
              <a:pathLst>
                <a:path w="984" h="121" extrusionOk="0">
                  <a:moveTo>
                    <a:pt x="70" y="0"/>
                  </a:moveTo>
                  <a:cubicBezTo>
                    <a:pt x="30" y="0"/>
                    <a:pt x="0" y="30"/>
                    <a:pt x="0" y="60"/>
                  </a:cubicBezTo>
                  <a:cubicBezTo>
                    <a:pt x="0" y="100"/>
                    <a:pt x="30" y="121"/>
                    <a:pt x="70" y="121"/>
                  </a:cubicBezTo>
                  <a:lnTo>
                    <a:pt x="913" y="121"/>
                  </a:lnTo>
                  <a:cubicBezTo>
                    <a:pt x="953" y="121"/>
                    <a:pt x="983" y="100"/>
                    <a:pt x="983" y="60"/>
                  </a:cubicBezTo>
                  <a:cubicBezTo>
                    <a:pt x="983" y="30"/>
                    <a:pt x="953" y="0"/>
                    <a:pt x="913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11" name="Google Shape;22711;p75"/>
            <p:cNvSpPr/>
            <p:nvPr/>
          </p:nvSpPr>
          <p:spPr>
            <a:xfrm>
              <a:off x="5001125" y="2588425"/>
              <a:ext cx="24600" cy="2025"/>
            </a:xfrm>
            <a:custGeom>
              <a:avLst/>
              <a:gdLst/>
              <a:ahLst/>
              <a:cxnLst/>
              <a:rect l="l" t="t" r="r" b="b"/>
              <a:pathLst>
                <a:path w="984" h="81" extrusionOk="0">
                  <a:moveTo>
                    <a:pt x="973" y="0"/>
                  </a:moveTo>
                  <a:cubicBezTo>
                    <a:pt x="973" y="30"/>
                    <a:pt x="943" y="50"/>
                    <a:pt x="913" y="50"/>
                  </a:cubicBezTo>
                  <a:lnTo>
                    <a:pt x="60" y="50"/>
                  </a:lnTo>
                  <a:cubicBezTo>
                    <a:pt x="40" y="50"/>
                    <a:pt x="10" y="30"/>
                    <a:pt x="0" y="10"/>
                  </a:cubicBezTo>
                  <a:lnTo>
                    <a:pt x="0" y="20"/>
                  </a:lnTo>
                  <a:cubicBezTo>
                    <a:pt x="0" y="60"/>
                    <a:pt x="30" y="81"/>
                    <a:pt x="70" y="81"/>
                  </a:cubicBezTo>
                  <a:lnTo>
                    <a:pt x="913" y="81"/>
                  </a:lnTo>
                  <a:cubicBezTo>
                    <a:pt x="953" y="81"/>
                    <a:pt x="983" y="60"/>
                    <a:pt x="983" y="20"/>
                  </a:cubicBezTo>
                  <a:lnTo>
                    <a:pt x="973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12" name="Google Shape;22712;p75"/>
            <p:cNvSpPr/>
            <p:nvPr/>
          </p:nvSpPr>
          <p:spPr>
            <a:xfrm>
              <a:off x="4978550" y="2618450"/>
              <a:ext cx="74250" cy="104900"/>
            </a:xfrm>
            <a:custGeom>
              <a:avLst/>
              <a:gdLst/>
              <a:ahLst/>
              <a:cxnLst/>
              <a:rect l="l" t="t" r="r" b="b"/>
              <a:pathLst>
                <a:path w="2970" h="4196" extrusionOk="0">
                  <a:moveTo>
                    <a:pt x="1390" y="0"/>
                  </a:moveTo>
                  <a:cubicBezTo>
                    <a:pt x="1385" y="0"/>
                    <a:pt x="1380" y="1"/>
                    <a:pt x="1375" y="3"/>
                  </a:cubicBezTo>
                  <a:cubicBezTo>
                    <a:pt x="1344" y="3"/>
                    <a:pt x="1324" y="13"/>
                    <a:pt x="1314" y="43"/>
                  </a:cubicBezTo>
                  <a:lnTo>
                    <a:pt x="10" y="4105"/>
                  </a:lnTo>
                  <a:cubicBezTo>
                    <a:pt x="0" y="4136"/>
                    <a:pt x="20" y="4176"/>
                    <a:pt x="61" y="4186"/>
                  </a:cubicBezTo>
                  <a:cubicBezTo>
                    <a:pt x="66" y="4187"/>
                    <a:pt x="71" y="4188"/>
                    <a:pt x="76" y="4188"/>
                  </a:cubicBezTo>
                  <a:cubicBezTo>
                    <a:pt x="101" y="4188"/>
                    <a:pt x="124" y="4170"/>
                    <a:pt x="141" y="4146"/>
                  </a:cubicBezTo>
                  <a:lnTo>
                    <a:pt x="1385" y="254"/>
                  </a:lnTo>
                  <a:lnTo>
                    <a:pt x="2839" y="4156"/>
                  </a:lnTo>
                  <a:cubicBezTo>
                    <a:pt x="2849" y="4176"/>
                    <a:pt x="2879" y="4196"/>
                    <a:pt x="2899" y="4196"/>
                  </a:cubicBezTo>
                  <a:lnTo>
                    <a:pt x="2919" y="4186"/>
                  </a:lnTo>
                  <a:cubicBezTo>
                    <a:pt x="2959" y="4176"/>
                    <a:pt x="2969" y="4146"/>
                    <a:pt x="2959" y="4105"/>
                  </a:cubicBezTo>
                  <a:lnTo>
                    <a:pt x="1435" y="43"/>
                  </a:lnTo>
                  <a:cubicBezTo>
                    <a:pt x="1426" y="18"/>
                    <a:pt x="1411" y="0"/>
                    <a:pt x="139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13" name="Google Shape;22713;p75"/>
            <p:cNvSpPr/>
            <p:nvPr/>
          </p:nvSpPr>
          <p:spPr>
            <a:xfrm>
              <a:off x="5011150" y="2514700"/>
              <a:ext cx="3025" cy="44400"/>
            </a:xfrm>
            <a:custGeom>
              <a:avLst/>
              <a:gdLst/>
              <a:ahLst/>
              <a:cxnLst/>
              <a:rect l="l" t="t" r="r" b="b"/>
              <a:pathLst>
                <a:path w="121" h="1776" extrusionOk="0">
                  <a:moveTo>
                    <a:pt x="60" y="0"/>
                  </a:moveTo>
                  <a:cubicBezTo>
                    <a:pt x="20" y="0"/>
                    <a:pt x="0" y="30"/>
                    <a:pt x="0" y="71"/>
                  </a:cubicBezTo>
                  <a:lnTo>
                    <a:pt x="0" y="1716"/>
                  </a:lnTo>
                  <a:cubicBezTo>
                    <a:pt x="0" y="1746"/>
                    <a:pt x="20" y="1776"/>
                    <a:pt x="60" y="1776"/>
                  </a:cubicBezTo>
                  <a:cubicBezTo>
                    <a:pt x="91" y="1776"/>
                    <a:pt x="121" y="1746"/>
                    <a:pt x="121" y="1716"/>
                  </a:cubicBezTo>
                  <a:lnTo>
                    <a:pt x="121" y="71"/>
                  </a:lnTo>
                  <a:cubicBezTo>
                    <a:pt x="121" y="30"/>
                    <a:pt x="91" y="0"/>
                    <a:pt x="6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14" name="Google Shape;22714;p75"/>
            <p:cNvSpPr/>
            <p:nvPr/>
          </p:nvSpPr>
          <p:spPr>
            <a:xfrm>
              <a:off x="5007875" y="2512200"/>
              <a:ext cx="9575" cy="8425"/>
            </a:xfrm>
            <a:custGeom>
              <a:avLst/>
              <a:gdLst/>
              <a:ahLst/>
              <a:cxnLst/>
              <a:rect l="l" t="t" r="r" b="b"/>
              <a:pathLst>
                <a:path w="383" h="337" extrusionOk="0">
                  <a:moveTo>
                    <a:pt x="182" y="0"/>
                  </a:moveTo>
                  <a:cubicBezTo>
                    <a:pt x="114" y="0"/>
                    <a:pt x="54" y="40"/>
                    <a:pt x="31" y="110"/>
                  </a:cubicBezTo>
                  <a:cubicBezTo>
                    <a:pt x="1" y="201"/>
                    <a:pt x="51" y="301"/>
                    <a:pt x="141" y="331"/>
                  </a:cubicBezTo>
                  <a:cubicBezTo>
                    <a:pt x="155" y="334"/>
                    <a:pt x="169" y="336"/>
                    <a:pt x="183" y="336"/>
                  </a:cubicBezTo>
                  <a:cubicBezTo>
                    <a:pt x="253" y="336"/>
                    <a:pt x="327" y="296"/>
                    <a:pt x="352" y="221"/>
                  </a:cubicBezTo>
                  <a:cubicBezTo>
                    <a:pt x="382" y="130"/>
                    <a:pt x="332" y="40"/>
                    <a:pt x="242" y="10"/>
                  </a:cubicBezTo>
                  <a:cubicBezTo>
                    <a:pt x="222" y="3"/>
                    <a:pt x="202" y="0"/>
                    <a:pt x="18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15" name="Google Shape;22715;p75"/>
            <p:cNvSpPr/>
            <p:nvPr/>
          </p:nvSpPr>
          <p:spPr>
            <a:xfrm>
              <a:off x="5014900" y="2483850"/>
              <a:ext cx="10825" cy="22100"/>
            </a:xfrm>
            <a:custGeom>
              <a:avLst/>
              <a:gdLst/>
              <a:ahLst/>
              <a:cxnLst/>
              <a:rect l="l" t="t" r="r" b="b"/>
              <a:pathLst>
                <a:path w="433" h="884" extrusionOk="0">
                  <a:moveTo>
                    <a:pt x="221" y="1"/>
                  </a:moveTo>
                  <a:lnTo>
                    <a:pt x="1" y="843"/>
                  </a:lnTo>
                  <a:lnTo>
                    <a:pt x="111" y="883"/>
                  </a:lnTo>
                  <a:lnTo>
                    <a:pt x="432" y="71"/>
                  </a:lnTo>
                  <a:lnTo>
                    <a:pt x="22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16" name="Google Shape;22716;p75"/>
            <p:cNvSpPr/>
            <p:nvPr/>
          </p:nvSpPr>
          <p:spPr>
            <a:xfrm>
              <a:off x="5010150" y="2483100"/>
              <a:ext cx="5525" cy="21850"/>
            </a:xfrm>
            <a:custGeom>
              <a:avLst/>
              <a:gdLst/>
              <a:ahLst/>
              <a:cxnLst/>
              <a:rect l="l" t="t" r="r" b="b"/>
              <a:pathLst>
                <a:path w="221" h="874" extrusionOk="0">
                  <a:moveTo>
                    <a:pt x="0" y="0"/>
                  </a:moveTo>
                  <a:lnTo>
                    <a:pt x="50" y="873"/>
                  </a:lnTo>
                  <a:lnTo>
                    <a:pt x="161" y="873"/>
                  </a:lnTo>
                  <a:lnTo>
                    <a:pt x="22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17" name="Google Shape;22717;p75"/>
            <p:cNvSpPr/>
            <p:nvPr/>
          </p:nvSpPr>
          <p:spPr>
            <a:xfrm>
              <a:off x="4999850" y="2483850"/>
              <a:ext cx="10575" cy="22100"/>
            </a:xfrm>
            <a:custGeom>
              <a:avLst/>
              <a:gdLst/>
              <a:ahLst/>
              <a:cxnLst/>
              <a:rect l="l" t="t" r="r" b="b"/>
              <a:pathLst>
                <a:path w="423" h="884" extrusionOk="0">
                  <a:moveTo>
                    <a:pt x="212" y="1"/>
                  </a:moveTo>
                  <a:lnTo>
                    <a:pt x="1" y="71"/>
                  </a:lnTo>
                  <a:lnTo>
                    <a:pt x="322" y="883"/>
                  </a:lnTo>
                  <a:lnTo>
                    <a:pt x="422" y="843"/>
                  </a:lnTo>
                  <a:lnTo>
                    <a:pt x="21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18" name="Google Shape;22718;p75"/>
            <p:cNvSpPr/>
            <p:nvPr/>
          </p:nvSpPr>
          <p:spPr>
            <a:xfrm>
              <a:off x="4990825" y="2487625"/>
              <a:ext cx="16325" cy="20325"/>
            </a:xfrm>
            <a:custGeom>
              <a:avLst/>
              <a:gdLst/>
              <a:ahLst/>
              <a:cxnLst/>
              <a:rect l="l" t="t" r="r" b="b"/>
              <a:pathLst>
                <a:path w="653" h="813" extrusionOk="0">
                  <a:moveTo>
                    <a:pt x="181" y="0"/>
                  </a:moveTo>
                  <a:lnTo>
                    <a:pt x="1" y="130"/>
                  </a:lnTo>
                  <a:lnTo>
                    <a:pt x="563" y="812"/>
                  </a:lnTo>
                  <a:lnTo>
                    <a:pt x="653" y="742"/>
                  </a:lnTo>
                  <a:lnTo>
                    <a:pt x="18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19" name="Google Shape;22719;p75"/>
            <p:cNvSpPr/>
            <p:nvPr/>
          </p:nvSpPr>
          <p:spPr>
            <a:xfrm>
              <a:off x="4984050" y="2494375"/>
              <a:ext cx="20100" cy="16325"/>
            </a:xfrm>
            <a:custGeom>
              <a:avLst/>
              <a:gdLst/>
              <a:ahLst/>
              <a:cxnLst/>
              <a:rect l="l" t="t" r="r" b="b"/>
              <a:pathLst>
                <a:path w="804" h="653" extrusionOk="0">
                  <a:moveTo>
                    <a:pt x="131" y="1"/>
                  </a:moveTo>
                  <a:lnTo>
                    <a:pt x="1" y="181"/>
                  </a:lnTo>
                  <a:lnTo>
                    <a:pt x="743" y="653"/>
                  </a:lnTo>
                  <a:lnTo>
                    <a:pt x="803" y="563"/>
                  </a:lnTo>
                  <a:lnTo>
                    <a:pt x="13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20" name="Google Shape;22720;p75"/>
            <p:cNvSpPr/>
            <p:nvPr/>
          </p:nvSpPr>
          <p:spPr>
            <a:xfrm>
              <a:off x="4980300" y="2503150"/>
              <a:ext cx="21850" cy="10825"/>
            </a:xfrm>
            <a:custGeom>
              <a:avLst/>
              <a:gdLst/>
              <a:ahLst/>
              <a:cxnLst/>
              <a:rect l="l" t="t" r="r" b="b"/>
              <a:pathLst>
                <a:path w="874" h="433" extrusionOk="0">
                  <a:moveTo>
                    <a:pt x="61" y="1"/>
                  </a:moveTo>
                  <a:lnTo>
                    <a:pt x="1" y="212"/>
                  </a:lnTo>
                  <a:lnTo>
                    <a:pt x="843" y="432"/>
                  </a:lnTo>
                  <a:lnTo>
                    <a:pt x="873" y="332"/>
                  </a:lnTo>
                  <a:lnTo>
                    <a:pt x="6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21" name="Google Shape;22721;p75"/>
            <p:cNvSpPr/>
            <p:nvPr/>
          </p:nvSpPr>
          <p:spPr>
            <a:xfrm>
              <a:off x="4979300" y="2513450"/>
              <a:ext cx="21850" cy="5525"/>
            </a:xfrm>
            <a:custGeom>
              <a:avLst/>
              <a:gdLst/>
              <a:ahLst/>
              <a:cxnLst/>
              <a:rect l="l" t="t" r="r" b="b"/>
              <a:pathLst>
                <a:path w="874" h="221" extrusionOk="0">
                  <a:moveTo>
                    <a:pt x="0" y="0"/>
                  </a:moveTo>
                  <a:lnTo>
                    <a:pt x="0" y="221"/>
                  </a:lnTo>
                  <a:lnTo>
                    <a:pt x="873" y="171"/>
                  </a:lnTo>
                  <a:lnTo>
                    <a:pt x="873" y="6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22" name="Google Shape;22722;p75"/>
            <p:cNvSpPr/>
            <p:nvPr/>
          </p:nvSpPr>
          <p:spPr>
            <a:xfrm>
              <a:off x="4980050" y="2518450"/>
              <a:ext cx="22100" cy="10825"/>
            </a:xfrm>
            <a:custGeom>
              <a:avLst/>
              <a:gdLst/>
              <a:ahLst/>
              <a:cxnLst/>
              <a:rect l="l" t="t" r="r" b="b"/>
              <a:pathLst>
                <a:path w="884" h="433" extrusionOk="0">
                  <a:moveTo>
                    <a:pt x="853" y="1"/>
                  </a:moveTo>
                  <a:lnTo>
                    <a:pt x="1" y="221"/>
                  </a:lnTo>
                  <a:lnTo>
                    <a:pt x="71" y="432"/>
                  </a:lnTo>
                  <a:lnTo>
                    <a:pt x="883" y="111"/>
                  </a:lnTo>
                  <a:lnTo>
                    <a:pt x="8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23" name="Google Shape;22723;p75"/>
            <p:cNvSpPr/>
            <p:nvPr/>
          </p:nvSpPr>
          <p:spPr>
            <a:xfrm>
              <a:off x="4984050" y="2521975"/>
              <a:ext cx="20100" cy="16075"/>
            </a:xfrm>
            <a:custGeom>
              <a:avLst/>
              <a:gdLst/>
              <a:ahLst/>
              <a:cxnLst/>
              <a:rect l="l" t="t" r="r" b="b"/>
              <a:pathLst>
                <a:path w="804" h="643" extrusionOk="0">
                  <a:moveTo>
                    <a:pt x="733" y="0"/>
                  </a:moveTo>
                  <a:lnTo>
                    <a:pt x="1" y="462"/>
                  </a:lnTo>
                  <a:lnTo>
                    <a:pt x="131" y="642"/>
                  </a:lnTo>
                  <a:lnTo>
                    <a:pt x="803" y="90"/>
                  </a:lnTo>
                  <a:lnTo>
                    <a:pt x="733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24" name="Google Shape;22724;p75"/>
            <p:cNvSpPr/>
            <p:nvPr/>
          </p:nvSpPr>
          <p:spPr>
            <a:xfrm>
              <a:off x="4990575" y="2524725"/>
              <a:ext cx="16325" cy="20075"/>
            </a:xfrm>
            <a:custGeom>
              <a:avLst/>
              <a:gdLst/>
              <a:ahLst/>
              <a:cxnLst/>
              <a:rect l="l" t="t" r="r" b="b"/>
              <a:pathLst>
                <a:path w="653" h="803" extrusionOk="0">
                  <a:moveTo>
                    <a:pt x="562" y="1"/>
                  </a:moveTo>
                  <a:lnTo>
                    <a:pt x="1" y="673"/>
                  </a:lnTo>
                  <a:lnTo>
                    <a:pt x="181" y="803"/>
                  </a:lnTo>
                  <a:lnTo>
                    <a:pt x="653" y="71"/>
                  </a:lnTo>
                  <a:lnTo>
                    <a:pt x="56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25" name="Google Shape;22725;p75"/>
            <p:cNvSpPr/>
            <p:nvPr/>
          </p:nvSpPr>
          <p:spPr>
            <a:xfrm>
              <a:off x="4999600" y="2526725"/>
              <a:ext cx="10825" cy="22100"/>
            </a:xfrm>
            <a:custGeom>
              <a:avLst/>
              <a:gdLst/>
              <a:ahLst/>
              <a:cxnLst/>
              <a:rect l="l" t="t" r="r" b="b"/>
              <a:pathLst>
                <a:path w="433" h="884" extrusionOk="0">
                  <a:moveTo>
                    <a:pt x="322" y="1"/>
                  </a:moveTo>
                  <a:lnTo>
                    <a:pt x="1" y="813"/>
                  </a:lnTo>
                  <a:lnTo>
                    <a:pt x="212" y="883"/>
                  </a:lnTo>
                  <a:lnTo>
                    <a:pt x="432" y="41"/>
                  </a:lnTo>
                  <a:lnTo>
                    <a:pt x="32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26" name="Google Shape;22726;p75"/>
            <p:cNvSpPr/>
            <p:nvPr/>
          </p:nvSpPr>
          <p:spPr>
            <a:xfrm>
              <a:off x="5009650" y="2527725"/>
              <a:ext cx="5525" cy="21850"/>
            </a:xfrm>
            <a:custGeom>
              <a:avLst/>
              <a:gdLst/>
              <a:ahLst/>
              <a:cxnLst/>
              <a:rect l="l" t="t" r="r" b="b"/>
              <a:pathLst>
                <a:path w="221" h="874" extrusionOk="0">
                  <a:moveTo>
                    <a:pt x="60" y="1"/>
                  </a:moveTo>
                  <a:lnTo>
                    <a:pt x="0" y="874"/>
                  </a:lnTo>
                  <a:lnTo>
                    <a:pt x="221" y="874"/>
                  </a:lnTo>
                  <a:lnTo>
                    <a:pt x="17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27" name="Google Shape;22727;p75"/>
            <p:cNvSpPr/>
            <p:nvPr/>
          </p:nvSpPr>
          <p:spPr>
            <a:xfrm>
              <a:off x="5014900" y="2526725"/>
              <a:ext cx="10575" cy="22100"/>
            </a:xfrm>
            <a:custGeom>
              <a:avLst/>
              <a:gdLst/>
              <a:ahLst/>
              <a:cxnLst/>
              <a:rect l="l" t="t" r="r" b="b"/>
              <a:pathLst>
                <a:path w="423" h="884" extrusionOk="0">
                  <a:moveTo>
                    <a:pt x="101" y="1"/>
                  </a:moveTo>
                  <a:lnTo>
                    <a:pt x="1" y="41"/>
                  </a:lnTo>
                  <a:lnTo>
                    <a:pt x="211" y="883"/>
                  </a:lnTo>
                  <a:lnTo>
                    <a:pt x="422" y="823"/>
                  </a:lnTo>
                  <a:lnTo>
                    <a:pt x="10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28" name="Google Shape;22728;p75"/>
            <p:cNvSpPr/>
            <p:nvPr/>
          </p:nvSpPr>
          <p:spPr>
            <a:xfrm>
              <a:off x="5018175" y="2524975"/>
              <a:ext cx="16075" cy="20075"/>
            </a:xfrm>
            <a:custGeom>
              <a:avLst/>
              <a:gdLst/>
              <a:ahLst/>
              <a:cxnLst/>
              <a:rect l="l" t="t" r="r" b="b"/>
              <a:pathLst>
                <a:path w="643" h="803" extrusionOk="0">
                  <a:moveTo>
                    <a:pt x="90" y="1"/>
                  </a:moveTo>
                  <a:lnTo>
                    <a:pt x="0" y="61"/>
                  </a:lnTo>
                  <a:lnTo>
                    <a:pt x="462" y="803"/>
                  </a:lnTo>
                  <a:lnTo>
                    <a:pt x="642" y="673"/>
                  </a:lnTo>
                  <a:lnTo>
                    <a:pt x="90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29" name="Google Shape;22729;p75"/>
            <p:cNvSpPr/>
            <p:nvPr/>
          </p:nvSpPr>
          <p:spPr>
            <a:xfrm>
              <a:off x="5021175" y="2521975"/>
              <a:ext cx="19825" cy="16325"/>
            </a:xfrm>
            <a:custGeom>
              <a:avLst/>
              <a:gdLst/>
              <a:ahLst/>
              <a:cxnLst/>
              <a:rect l="l" t="t" r="r" b="b"/>
              <a:pathLst>
                <a:path w="793" h="653" extrusionOk="0">
                  <a:moveTo>
                    <a:pt x="61" y="0"/>
                  </a:moveTo>
                  <a:lnTo>
                    <a:pt x="1" y="90"/>
                  </a:lnTo>
                  <a:lnTo>
                    <a:pt x="663" y="652"/>
                  </a:lnTo>
                  <a:lnTo>
                    <a:pt x="793" y="472"/>
                  </a:lnTo>
                  <a:lnTo>
                    <a:pt x="6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30" name="Google Shape;22730;p75"/>
            <p:cNvSpPr/>
            <p:nvPr/>
          </p:nvSpPr>
          <p:spPr>
            <a:xfrm>
              <a:off x="5023175" y="2518700"/>
              <a:ext cx="21850" cy="10825"/>
            </a:xfrm>
            <a:custGeom>
              <a:avLst/>
              <a:gdLst/>
              <a:ahLst/>
              <a:cxnLst/>
              <a:rect l="l" t="t" r="r" b="b"/>
              <a:pathLst>
                <a:path w="874" h="433" extrusionOk="0">
                  <a:moveTo>
                    <a:pt x="31" y="1"/>
                  </a:moveTo>
                  <a:lnTo>
                    <a:pt x="1" y="101"/>
                  </a:lnTo>
                  <a:lnTo>
                    <a:pt x="803" y="432"/>
                  </a:lnTo>
                  <a:lnTo>
                    <a:pt x="873" y="221"/>
                  </a:lnTo>
                  <a:lnTo>
                    <a:pt x="3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31" name="Google Shape;22731;p75"/>
            <p:cNvSpPr/>
            <p:nvPr/>
          </p:nvSpPr>
          <p:spPr>
            <a:xfrm>
              <a:off x="5023925" y="2513700"/>
              <a:ext cx="21850" cy="5525"/>
            </a:xfrm>
            <a:custGeom>
              <a:avLst/>
              <a:gdLst/>
              <a:ahLst/>
              <a:cxnLst/>
              <a:rect l="l" t="t" r="r" b="b"/>
              <a:pathLst>
                <a:path w="874" h="221" extrusionOk="0">
                  <a:moveTo>
                    <a:pt x="874" y="0"/>
                  </a:moveTo>
                  <a:lnTo>
                    <a:pt x="11" y="50"/>
                  </a:lnTo>
                  <a:lnTo>
                    <a:pt x="1" y="161"/>
                  </a:lnTo>
                  <a:lnTo>
                    <a:pt x="874" y="221"/>
                  </a:lnTo>
                  <a:lnTo>
                    <a:pt x="874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32" name="Google Shape;22732;p75"/>
            <p:cNvSpPr/>
            <p:nvPr/>
          </p:nvSpPr>
          <p:spPr>
            <a:xfrm>
              <a:off x="5023175" y="2503650"/>
              <a:ext cx="21850" cy="10575"/>
            </a:xfrm>
            <a:custGeom>
              <a:avLst/>
              <a:gdLst/>
              <a:ahLst/>
              <a:cxnLst/>
              <a:rect l="l" t="t" r="r" b="b"/>
              <a:pathLst>
                <a:path w="874" h="423" extrusionOk="0">
                  <a:moveTo>
                    <a:pt x="813" y="1"/>
                  </a:moveTo>
                  <a:lnTo>
                    <a:pt x="1" y="312"/>
                  </a:lnTo>
                  <a:lnTo>
                    <a:pt x="31" y="422"/>
                  </a:lnTo>
                  <a:lnTo>
                    <a:pt x="873" y="212"/>
                  </a:lnTo>
                  <a:lnTo>
                    <a:pt x="81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33" name="Google Shape;22733;p75"/>
            <p:cNvSpPr/>
            <p:nvPr/>
          </p:nvSpPr>
          <p:spPr>
            <a:xfrm>
              <a:off x="5021175" y="2494625"/>
              <a:ext cx="20075" cy="16075"/>
            </a:xfrm>
            <a:custGeom>
              <a:avLst/>
              <a:gdLst/>
              <a:ahLst/>
              <a:cxnLst/>
              <a:rect l="l" t="t" r="r" b="b"/>
              <a:pathLst>
                <a:path w="803" h="643" extrusionOk="0">
                  <a:moveTo>
                    <a:pt x="673" y="1"/>
                  </a:moveTo>
                  <a:lnTo>
                    <a:pt x="1" y="553"/>
                  </a:lnTo>
                  <a:lnTo>
                    <a:pt x="61" y="643"/>
                  </a:lnTo>
                  <a:lnTo>
                    <a:pt x="803" y="181"/>
                  </a:lnTo>
                  <a:lnTo>
                    <a:pt x="67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34" name="Google Shape;22734;p75"/>
            <p:cNvSpPr/>
            <p:nvPr/>
          </p:nvSpPr>
          <p:spPr>
            <a:xfrm>
              <a:off x="5018425" y="2487875"/>
              <a:ext cx="16075" cy="20075"/>
            </a:xfrm>
            <a:custGeom>
              <a:avLst/>
              <a:gdLst/>
              <a:ahLst/>
              <a:cxnLst/>
              <a:rect l="l" t="t" r="r" b="b"/>
              <a:pathLst>
                <a:path w="643" h="803" extrusionOk="0">
                  <a:moveTo>
                    <a:pt x="472" y="0"/>
                  </a:moveTo>
                  <a:lnTo>
                    <a:pt x="0" y="732"/>
                  </a:lnTo>
                  <a:lnTo>
                    <a:pt x="80" y="802"/>
                  </a:lnTo>
                  <a:lnTo>
                    <a:pt x="642" y="130"/>
                  </a:lnTo>
                  <a:lnTo>
                    <a:pt x="472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35" name="Google Shape;22735;p75"/>
            <p:cNvSpPr/>
            <p:nvPr/>
          </p:nvSpPr>
          <p:spPr>
            <a:xfrm>
              <a:off x="5002625" y="2587425"/>
              <a:ext cx="21325" cy="775"/>
            </a:xfrm>
            <a:custGeom>
              <a:avLst/>
              <a:gdLst/>
              <a:ahLst/>
              <a:cxnLst/>
              <a:rect l="l" t="t" r="r" b="b"/>
              <a:pathLst>
                <a:path w="853" h="31" extrusionOk="0">
                  <a:moveTo>
                    <a:pt x="432" y="0"/>
                  </a:moveTo>
                  <a:cubicBezTo>
                    <a:pt x="191" y="0"/>
                    <a:pt x="0" y="10"/>
                    <a:pt x="0" y="20"/>
                  </a:cubicBezTo>
                  <a:cubicBezTo>
                    <a:pt x="0" y="30"/>
                    <a:pt x="191" y="30"/>
                    <a:pt x="432" y="30"/>
                  </a:cubicBezTo>
                  <a:cubicBezTo>
                    <a:pt x="662" y="30"/>
                    <a:pt x="853" y="30"/>
                    <a:pt x="853" y="20"/>
                  </a:cubicBezTo>
                  <a:cubicBezTo>
                    <a:pt x="853" y="10"/>
                    <a:pt x="662" y="0"/>
                    <a:pt x="43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36" name="Google Shape;22736;p75"/>
            <p:cNvSpPr/>
            <p:nvPr/>
          </p:nvSpPr>
          <p:spPr>
            <a:xfrm>
              <a:off x="4998100" y="2671175"/>
              <a:ext cx="32625" cy="525"/>
            </a:xfrm>
            <a:custGeom>
              <a:avLst/>
              <a:gdLst/>
              <a:ahLst/>
              <a:cxnLst/>
              <a:rect l="l" t="t" r="r" b="b"/>
              <a:pathLst>
                <a:path w="1305" h="21" extrusionOk="0">
                  <a:moveTo>
                    <a:pt x="1" y="0"/>
                  </a:moveTo>
                  <a:lnTo>
                    <a:pt x="1" y="20"/>
                  </a:lnTo>
                  <a:lnTo>
                    <a:pt x="282" y="20"/>
                  </a:lnTo>
                  <a:lnTo>
                    <a:pt x="282" y="0"/>
                  </a:lnTo>
                  <a:close/>
                  <a:moveTo>
                    <a:pt x="412" y="0"/>
                  </a:moveTo>
                  <a:lnTo>
                    <a:pt x="412" y="20"/>
                  </a:lnTo>
                  <a:lnTo>
                    <a:pt x="823" y="20"/>
                  </a:lnTo>
                  <a:lnTo>
                    <a:pt x="823" y="0"/>
                  </a:lnTo>
                  <a:close/>
                  <a:moveTo>
                    <a:pt x="954" y="0"/>
                  </a:moveTo>
                  <a:lnTo>
                    <a:pt x="954" y="20"/>
                  </a:lnTo>
                  <a:lnTo>
                    <a:pt x="1305" y="20"/>
                  </a:lnTo>
                  <a:lnTo>
                    <a:pt x="1295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37" name="Google Shape;22737;p75"/>
            <p:cNvSpPr/>
            <p:nvPr/>
          </p:nvSpPr>
          <p:spPr>
            <a:xfrm>
              <a:off x="5005125" y="2671175"/>
              <a:ext cx="16825" cy="525"/>
            </a:xfrm>
            <a:custGeom>
              <a:avLst/>
              <a:gdLst/>
              <a:ahLst/>
              <a:cxnLst/>
              <a:rect l="l" t="t" r="r" b="b"/>
              <a:pathLst>
                <a:path w="673" h="21" extrusionOk="0">
                  <a:moveTo>
                    <a:pt x="1" y="0"/>
                  </a:moveTo>
                  <a:lnTo>
                    <a:pt x="1" y="20"/>
                  </a:lnTo>
                  <a:lnTo>
                    <a:pt x="131" y="20"/>
                  </a:lnTo>
                  <a:lnTo>
                    <a:pt x="131" y="0"/>
                  </a:lnTo>
                  <a:close/>
                  <a:moveTo>
                    <a:pt x="542" y="0"/>
                  </a:moveTo>
                  <a:lnTo>
                    <a:pt x="542" y="20"/>
                  </a:lnTo>
                  <a:lnTo>
                    <a:pt x="673" y="20"/>
                  </a:lnTo>
                  <a:lnTo>
                    <a:pt x="673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38" name="Google Shape;22738;p75"/>
            <p:cNvSpPr/>
            <p:nvPr/>
          </p:nvSpPr>
          <p:spPr>
            <a:xfrm>
              <a:off x="4989075" y="2671175"/>
              <a:ext cx="51425" cy="525"/>
            </a:xfrm>
            <a:custGeom>
              <a:avLst/>
              <a:gdLst/>
              <a:ahLst/>
              <a:cxnLst/>
              <a:rect l="l" t="t" r="r" b="b"/>
              <a:pathLst>
                <a:path w="2057" h="21" extrusionOk="0">
                  <a:moveTo>
                    <a:pt x="231" y="0"/>
                  </a:moveTo>
                  <a:cubicBezTo>
                    <a:pt x="91" y="0"/>
                    <a:pt x="1" y="10"/>
                    <a:pt x="1" y="10"/>
                  </a:cubicBezTo>
                  <a:cubicBezTo>
                    <a:pt x="1" y="10"/>
                    <a:pt x="91" y="20"/>
                    <a:pt x="221" y="20"/>
                  </a:cubicBezTo>
                  <a:lnTo>
                    <a:pt x="231" y="0"/>
                  </a:lnTo>
                  <a:close/>
                  <a:moveTo>
                    <a:pt x="1786" y="0"/>
                  </a:moveTo>
                  <a:lnTo>
                    <a:pt x="1796" y="20"/>
                  </a:lnTo>
                  <a:cubicBezTo>
                    <a:pt x="1957" y="20"/>
                    <a:pt x="2057" y="10"/>
                    <a:pt x="2057" y="10"/>
                  </a:cubicBezTo>
                  <a:cubicBezTo>
                    <a:pt x="2057" y="10"/>
                    <a:pt x="1957" y="0"/>
                    <a:pt x="1786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39" name="Google Shape;22739;p75"/>
            <p:cNvSpPr/>
            <p:nvPr/>
          </p:nvSpPr>
          <p:spPr>
            <a:xfrm>
              <a:off x="4994600" y="2671175"/>
              <a:ext cx="39400" cy="525"/>
            </a:xfrm>
            <a:custGeom>
              <a:avLst/>
              <a:gdLst/>
              <a:ahLst/>
              <a:cxnLst/>
              <a:rect l="l" t="t" r="r" b="b"/>
              <a:pathLst>
                <a:path w="1576" h="21" extrusionOk="0">
                  <a:moveTo>
                    <a:pt x="10" y="0"/>
                  </a:moveTo>
                  <a:lnTo>
                    <a:pt x="0" y="20"/>
                  </a:lnTo>
                  <a:lnTo>
                    <a:pt x="141" y="20"/>
                  </a:lnTo>
                  <a:lnTo>
                    <a:pt x="141" y="0"/>
                  </a:lnTo>
                  <a:close/>
                  <a:moveTo>
                    <a:pt x="1435" y="0"/>
                  </a:moveTo>
                  <a:lnTo>
                    <a:pt x="1445" y="20"/>
                  </a:lnTo>
                  <a:lnTo>
                    <a:pt x="1575" y="20"/>
                  </a:lnTo>
                  <a:lnTo>
                    <a:pt x="1565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40" name="Google Shape;22740;p75"/>
            <p:cNvSpPr/>
            <p:nvPr/>
          </p:nvSpPr>
          <p:spPr>
            <a:xfrm>
              <a:off x="5034475" y="2671925"/>
              <a:ext cx="8050" cy="2025"/>
            </a:xfrm>
            <a:custGeom>
              <a:avLst/>
              <a:gdLst/>
              <a:ahLst/>
              <a:cxnLst/>
              <a:rect l="l" t="t" r="r" b="b"/>
              <a:pathLst>
                <a:path w="322" h="81" extrusionOk="0">
                  <a:moveTo>
                    <a:pt x="311" y="0"/>
                  </a:moveTo>
                  <a:cubicBezTo>
                    <a:pt x="301" y="20"/>
                    <a:pt x="281" y="41"/>
                    <a:pt x="251" y="41"/>
                  </a:cubicBezTo>
                  <a:lnTo>
                    <a:pt x="0" y="41"/>
                  </a:lnTo>
                  <a:lnTo>
                    <a:pt x="10" y="81"/>
                  </a:lnTo>
                  <a:lnTo>
                    <a:pt x="251" y="81"/>
                  </a:lnTo>
                  <a:cubicBezTo>
                    <a:pt x="291" y="81"/>
                    <a:pt x="321" y="51"/>
                    <a:pt x="321" y="20"/>
                  </a:cubicBezTo>
                  <a:lnTo>
                    <a:pt x="31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41" name="Google Shape;22741;p75"/>
            <p:cNvSpPr/>
            <p:nvPr/>
          </p:nvSpPr>
          <p:spPr>
            <a:xfrm>
              <a:off x="4997350" y="2672925"/>
              <a:ext cx="34125" cy="1025"/>
            </a:xfrm>
            <a:custGeom>
              <a:avLst/>
              <a:gdLst/>
              <a:ahLst/>
              <a:cxnLst/>
              <a:rect l="l" t="t" r="r" b="b"/>
              <a:pathLst>
                <a:path w="1365" h="41" extrusionOk="0">
                  <a:moveTo>
                    <a:pt x="11" y="1"/>
                  </a:moveTo>
                  <a:lnTo>
                    <a:pt x="1" y="41"/>
                  </a:lnTo>
                  <a:lnTo>
                    <a:pt x="322" y="41"/>
                  </a:lnTo>
                  <a:lnTo>
                    <a:pt x="322" y="1"/>
                  </a:lnTo>
                  <a:close/>
                  <a:moveTo>
                    <a:pt x="452" y="1"/>
                  </a:moveTo>
                  <a:lnTo>
                    <a:pt x="452" y="41"/>
                  </a:lnTo>
                  <a:lnTo>
                    <a:pt x="843" y="41"/>
                  </a:lnTo>
                  <a:lnTo>
                    <a:pt x="843" y="1"/>
                  </a:lnTo>
                  <a:close/>
                  <a:moveTo>
                    <a:pt x="974" y="1"/>
                  </a:moveTo>
                  <a:lnTo>
                    <a:pt x="974" y="41"/>
                  </a:lnTo>
                  <a:lnTo>
                    <a:pt x="1365" y="41"/>
                  </a:lnTo>
                  <a:lnTo>
                    <a:pt x="1345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42" name="Google Shape;22742;p75"/>
            <p:cNvSpPr/>
            <p:nvPr/>
          </p:nvSpPr>
          <p:spPr>
            <a:xfrm>
              <a:off x="5005375" y="2672925"/>
              <a:ext cx="16325" cy="1025"/>
            </a:xfrm>
            <a:custGeom>
              <a:avLst/>
              <a:gdLst/>
              <a:ahLst/>
              <a:cxnLst/>
              <a:rect l="l" t="t" r="r" b="b"/>
              <a:pathLst>
                <a:path w="653" h="41" extrusionOk="0">
                  <a:moveTo>
                    <a:pt x="1" y="1"/>
                  </a:moveTo>
                  <a:lnTo>
                    <a:pt x="1" y="41"/>
                  </a:lnTo>
                  <a:lnTo>
                    <a:pt x="131" y="41"/>
                  </a:lnTo>
                  <a:lnTo>
                    <a:pt x="131" y="1"/>
                  </a:lnTo>
                  <a:close/>
                  <a:moveTo>
                    <a:pt x="522" y="1"/>
                  </a:moveTo>
                  <a:lnTo>
                    <a:pt x="522" y="41"/>
                  </a:lnTo>
                  <a:lnTo>
                    <a:pt x="653" y="41"/>
                  </a:lnTo>
                  <a:lnTo>
                    <a:pt x="6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43" name="Google Shape;22743;p75"/>
            <p:cNvSpPr/>
            <p:nvPr/>
          </p:nvSpPr>
          <p:spPr>
            <a:xfrm>
              <a:off x="4987575" y="2671925"/>
              <a:ext cx="6800" cy="2025"/>
            </a:xfrm>
            <a:custGeom>
              <a:avLst/>
              <a:gdLst/>
              <a:ahLst/>
              <a:cxnLst/>
              <a:rect l="l" t="t" r="r" b="b"/>
              <a:pathLst>
                <a:path w="272" h="81" extrusionOk="0">
                  <a:moveTo>
                    <a:pt x="0" y="0"/>
                  </a:moveTo>
                  <a:lnTo>
                    <a:pt x="0" y="20"/>
                  </a:lnTo>
                  <a:cubicBezTo>
                    <a:pt x="0" y="41"/>
                    <a:pt x="10" y="61"/>
                    <a:pt x="20" y="71"/>
                  </a:cubicBezTo>
                  <a:cubicBezTo>
                    <a:pt x="31" y="81"/>
                    <a:pt x="51" y="81"/>
                    <a:pt x="61" y="81"/>
                  </a:cubicBezTo>
                  <a:lnTo>
                    <a:pt x="261" y="81"/>
                  </a:lnTo>
                  <a:lnTo>
                    <a:pt x="271" y="41"/>
                  </a:lnTo>
                  <a:lnTo>
                    <a:pt x="61" y="41"/>
                  </a:lnTo>
                  <a:cubicBezTo>
                    <a:pt x="31" y="41"/>
                    <a:pt x="10" y="20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44" name="Google Shape;22744;p75"/>
            <p:cNvSpPr/>
            <p:nvPr/>
          </p:nvSpPr>
          <p:spPr>
            <a:xfrm>
              <a:off x="4994100" y="2672925"/>
              <a:ext cx="40650" cy="1025"/>
            </a:xfrm>
            <a:custGeom>
              <a:avLst/>
              <a:gdLst/>
              <a:ahLst/>
              <a:cxnLst/>
              <a:rect l="l" t="t" r="r" b="b"/>
              <a:pathLst>
                <a:path w="1626" h="41" extrusionOk="0">
                  <a:moveTo>
                    <a:pt x="10" y="1"/>
                  </a:moveTo>
                  <a:lnTo>
                    <a:pt x="0" y="41"/>
                  </a:lnTo>
                  <a:lnTo>
                    <a:pt x="131" y="41"/>
                  </a:lnTo>
                  <a:lnTo>
                    <a:pt x="141" y="1"/>
                  </a:lnTo>
                  <a:close/>
                  <a:moveTo>
                    <a:pt x="1475" y="1"/>
                  </a:moveTo>
                  <a:lnTo>
                    <a:pt x="1495" y="41"/>
                  </a:lnTo>
                  <a:lnTo>
                    <a:pt x="1625" y="41"/>
                  </a:lnTo>
                  <a:lnTo>
                    <a:pt x="1615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45" name="Google Shape;22745;p75"/>
            <p:cNvSpPr/>
            <p:nvPr/>
          </p:nvSpPr>
          <p:spPr>
            <a:xfrm>
              <a:off x="4997600" y="2618500"/>
              <a:ext cx="32125" cy="3050"/>
            </a:xfrm>
            <a:custGeom>
              <a:avLst/>
              <a:gdLst/>
              <a:ahLst/>
              <a:cxnLst/>
              <a:rect l="l" t="t" r="r" b="b"/>
              <a:pathLst>
                <a:path w="1285" h="122" extrusionOk="0">
                  <a:moveTo>
                    <a:pt x="61" y="1"/>
                  </a:moveTo>
                  <a:cubicBezTo>
                    <a:pt x="21" y="1"/>
                    <a:pt x="1" y="21"/>
                    <a:pt x="1" y="61"/>
                  </a:cubicBezTo>
                  <a:cubicBezTo>
                    <a:pt x="1" y="91"/>
                    <a:pt x="21" y="121"/>
                    <a:pt x="61" y="121"/>
                  </a:cubicBezTo>
                  <a:lnTo>
                    <a:pt x="1224" y="121"/>
                  </a:lnTo>
                  <a:cubicBezTo>
                    <a:pt x="1264" y="121"/>
                    <a:pt x="1285" y="91"/>
                    <a:pt x="1285" y="61"/>
                  </a:cubicBezTo>
                  <a:cubicBezTo>
                    <a:pt x="1285" y="21"/>
                    <a:pt x="1264" y="1"/>
                    <a:pt x="1224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46" name="Google Shape;22746;p75"/>
            <p:cNvSpPr/>
            <p:nvPr/>
          </p:nvSpPr>
          <p:spPr>
            <a:xfrm>
              <a:off x="4997600" y="2619275"/>
              <a:ext cx="32125" cy="2275"/>
            </a:xfrm>
            <a:custGeom>
              <a:avLst/>
              <a:gdLst/>
              <a:ahLst/>
              <a:cxnLst/>
              <a:rect l="l" t="t" r="r" b="b"/>
              <a:pathLst>
                <a:path w="1285" h="91" extrusionOk="0">
                  <a:moveTo>
                    <a:pt x="1285" y="0"/>
                  </a:moveTo>
                  <a:cubicBezTo>
                    <a:pt x="1275" y="30"/>
                    <a:pt x="1254" y="60"/>
                    <a:pt x="1224" y="60"/>
                  </a:cubicBezTo>
                  <a:lnTo>
                    <a:pt x="61" y="60"/>
                  </a:lnTo>
                  <a:cubicBezTo>
                    <a:pt x="31" y="60"/>
                    <a:pt x="11" y="40"/>
                    <a:pt x="1" y="20"/>
                  </a:cubicBezTo>
                  <a:lnTo>
                    <a:pt x="1" y="30"/>
                  </a:lnTo>
                  <a:cubicBezTo>
                    <a:pt x="1" y="60"/>
                    <a:pt x="21" y="90"/>
                    <a:pt x="51" y="90"/>
                  </a:cubicBezTo>
                  <a:lnTo>
                    <a:pt x="1224" y="90"/>
                  </a:lnTo>
                  <a:cubicBezTo>
                    <a:pt x="1264" y="90"/>
                    <a:pt x="1285" y="60"/>
                    <a:pt x="1285" y="30"/>
                  </a:cubicBezTo>
                  <a:lnTo>
                    <a:pt x="1285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47" name="Google Shape;22747;p75"/>
            <p:cNvSpPr/>
            <p:nvPr/>
          </p:nvSpPr>
          <p:spPr>
            <a:xfrm>
              <a:off x="4998850" y="2618500"/>
              <a:ext cx="29375" cy="800"/>
            </a:xfrm>
            <a:custGeom>
              <a:avLst/>
              <a:gdLst/>
              <a:ahLst/>
              <a:cxnLst/>
              <a:rect l="l" t="t" r="r" b="b"/>
              <a:pathLst>
                <a:path w="1175" h="32" extrusionOk="0">
                  <a:moveTo>
                    <a:pt x="573" y="1"/>
                  </a:moveTo>
                  <a:cubicBezTo>
                    <a:pt x="332" y="1"/>
                    <a:pt x="1" y="11"/>
                    <a:pt x="1" y="21"/>
                  </a:cubicBezTo>
                  <a:cubicBezTo>
                    <a:pt x="1" y="31"/>
                    <a:pt x="332" y="31"/>
                    <a:pt x="573" y="31"/>
                  </a:cubicBezTo>
                  <a:cubicBezTo>
                    <a:pt x="803" y="31"/>
                    <a:pt x="1174" y="31"/>
                    <a:pt x="1174" y="21"/>
                  </a:cubicBezTo>
                  <a:cubicBezTo>
                    <a:pt x="1174" y="11"/>
                    <a:pt x="803" y="1"/>
                    <a:pt x="573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48" name="Google Shape;22748;p75"/>
            <p:cNvSpPr/>
            <p:nvPr/>
          </p:nvSpPr>
          <p:spPr>
            <a:xfrm>
              <a:off x="5044250" y="2509175"/>
              <a:ext cx="21325" cy="8550"/>
            </a:xfrm>
            <a:custGeom>
              <a:avLst/>
              <a:gdLst/>
              <a:ahLst/>
              <a:cxnLst/>
              <a:rect l="l" t="t" r="r" b="b"/>
              <a:pathLst>
                <a:path w="853" h="342" extrusionOk="0">
                  <a:moveTo>
                    <a:pt x="853" y="1"/>
                  </a:moveTo>
                  <a:lnTo>
                    <a:pt x="0" y="221"/>
                  </a:lnTo>
                  <a:lnTo>
                    <a:pt x="0" y="342"/>
                  </a:lnTo>
                  <a:lnTo>
                    <a:pt x="853" y="342"/>
                  </a:lnTo>
                  <a:lnTo>
                    <a:pt x="8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49" name="Google Shape;22749;p75"/>
            <p:cNvSpPr/>
            <p:nvPr/>
          </p:nvSpPr>
          <p:spPr>
            <a:xfrm>
              <a:off x="5044250" y="2518450"/>
              <a:ext cx="21325" cy="8550"/>
            </a:xfrm>
            <a:custGeom>
              <a:avLst/>
              <a:gdLst/>
              <a:ahLst/>
              <a:cxnLst/>
              <a:rect l="l" t="t" r="r" b="b"/>
              <a:pathLst>
                <a:path w="853" h="342" extrusionOk="0">
                  <a:moveTo>
                    <a:pt x="0" y="1"/>
                  </a:moveTo>
                  <a:lnTo>
                    <a:pt x="0" y="121"/>
                  </a:lnTo>
                  <a:lnTo>
                    <a:pt x="853" y="342"/>
                  </a:lnTo>
                  <a:lnTo>
                    <a:pt x="8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" name="Google Shape;15276;p52">
            <a:extLst>
              <a:ext uri="{FF2B5EF4-FFF2-40B4-BE49-F238E27FC236}">
                <a16:creationId xmlns:a16="http://schemas.microsoft.com/office/drawing/2014/main" id="{76A81E3A-2EAE-359E-ADCF-E82A57E8529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1024" y="104733"/>
            <a:ext cx="718784" cy="627697"/>
          </a:xfrm>
          <a:prstGeom prst="rect">
            <a:avLst/>
          </a:prstGeom>
          <a:solidFill>
            <a:schemeClr val="accent5">
              <a:lumMod val="90000"/>
              <a:lumOff val="10000"/>
            </a:schemeClr>
          </a:solidFill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>
                <a:solidFill>
                  <a:schemeClr val="accent2"/>
                </a:solidFill>
              </a:rPr>
              <a:t>03</a:t>
            </a:r>
            <a:endParaRPr dirty="0">
              <a:solidFill>
                <a:schemeClr val="accent2"/>
              </a:solidFill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0DD777D-3B12-53EC-F324-0FED1F2BC86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4855" t="10966" r="12886" b="22875"/>
          <a:stretch/>
        </p:blipFill>
        <p:spPr>
          <a:xfrm>
            <a:off x="922677" y="-62560"/>
            <a:ext cx="8248617" cy="4657308"/>
          </a:xfrm>
          <a:prstGeom prst="rect">
            <a:avLst/>
          </a:prstGeom>
        </p:spPr>
      </p:pic>
      <p:grpSp>
        <p:nvGrpSpPr>
          <p:cNvPr id="9" name="Google Shape;22750;p75"/>
          <p:cNvGrpSpPr/>
          <p:nvPr/>
        </p:nvGrpSpPr>
        <p:grpSpPr>
          <a:xfrm>
            <a:off x="6473705" y="4576552"/>
            <a:ext cx="1505685" cy="832512"/>
            <a:chOff x="6233150" y="2810369"/>
            <a:chExt cx="1232224" cy="774764"/>
          </a:xfrm>
        </p:grpSpPr>
        <p:grpSp>
          <p:nvGrpSpPr>
            <p:cNvPr id="10" name="Google Shape;22751;p75"/>
            <p:cNvGrpSpPr/>
            <p:nvPr/>
          </p:nvGrpSpPr>
          <p:grpSpPr>
            <a:xfrm>
              <a:off x="6233150" y="2810369"/>
              <a:ext cx="1232224" cy="774764"/>
              <a:chOff x="6099775" y="4015623"/>
              <a:chExt cx="934990" cy="587877"/>
            </a:xfrm>
          </p:grpSpPr>
          <p:sp>
            <p:nvSpPr>
              <p:cNvPr id="12" name="Google Shape;22752;p75"/>
              <p:cNvSpPr/>
              <p:nvPr/>
            </p:nvSpPr>
            <p:spPr>
              <a:xfrm>
                <a:off x="6099775" y="4472400"/>
                <a:ext cx="924000" cy="131100"/>
              </a:xfrm>
              <a:prstGeom prst="ellipse">
                <a:avLst/>
              </a:pr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13" name="Google Shape;22753;p75"/>
              <p:cNvGrpSpPr/>
              <p:nvPr/>
            </p:nvGrpSpPr>
            <p:grpSpPr>
              <a:xfrm>
                <a:off x="6153165" y="4015623"/>
                <a:ext cx="881600" cy="521378"/>
                <a:chOff x="4892275" y="1877000"/>
                <a:chExt cx="237500" cy="140450"/>
              </a:xfrm>
            </p:grpSpPr>
            <p:sp>
              <p:nvSpPr>
                <p:cNvPr id="14" name="Google Shape;22754;p75"/>
                <p:cNvSpPr/>
                <p:nvPr/>
              </p:nvSpPr>
              <p:spPr>
                <a:xfrm>
                  <a:off x="4993100" y="1933175"/>
                  <a:ext cx="131675" cy="8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7" h="3371" extrusionOk="0">
                      <a:moveTo>
                        <a:pt x="0" y="1"/>
                      </a:moveTo>
                      <a:lnTo>
                        <a:pt x="0" y="3371"/>
                      </a:lnTo>
                      <a:lnTo>
                        <a:pt x="5266" y="3110"/>
                      </a:lnTo>
                      <a:lnTo>
                        <a:pt x="5266" y="37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4"/>
                    </a:gs>
                    <a:gs pos="100000">
                      <a:schemeClr val="dk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5" name="Google Shape;22755;p75"/>
                <p:cNvSpPr/>
                <p:nvPr/>
              </p:nvSpPr>
              <p:spPr>
                <a:xfrm>
                  <a:off x="4993100" y="2004900"/>
                  <a:ext cx="131675" cy="1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7" h="502" extrusionOk="0">
                      <a:moveTo>
                        <a:pt x="5266" y="0"/>
                      </a:moveTo>
                      <a:lnTo>
                        <a:pt x="0" y="231"/>
                      </a:lnTo>
                      <a:lnTo>
                        <a:pt x="0" y="502"/>
                      </a:lnTo>
                      <a:lnTo>
                        <a:pt x="5266" y="241"/>
                      </a:lnTo>
                      <a:lnTo>
                        <a:pt x="526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6" name="Google Shape;22756;p75"/>
                <p:cNvSpPr/>
                <p:nvPr/>
              </p:nvSpPr>
              <p:spPr>
                <a:xfrm>
                  <a:off x="4993100" y="2004900"/>
                  <a:ext cx="131675" cy="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7" h="231" extrusionOk="0">
                      <a:moveTo>
                        <a:pt x="5266" y="0"/>
                      </a:moveTo>
                      <a:lnTo>
                        <a:pt x="0" y="231"/>
                      </a:lnTo>
                      <a:lnTo>
                        <a:pt x="5266" y="10"/>
                      </a:lnTo>
                      <a:lnTo>
                        <a:pt x="5266" y="0"/>
                      </a:lnTo>
                      <a:close/>
                    </a:path>
                  </a:pathLst>
                </a:custGeom>
                <a:solidFill>
                  <a:srgbClr val="79624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" name="Google Shape;22757;p75"/>
                <p:cNvSpPr/>
                <p:nvPr/>
              </p:nvSpPr>
              <p:spPr>
                <a:xfrm>
                  <a:off x="4892275" y="1877000"/>
                  <a:ext cx="61975" cy="6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2529" extrusionOk="0">
                      <a:moveTo>
                        <a:pt x="1997" y="1"/>
                      </a:moveTo>
                      <a:lnTo>
                        <a:pt x="934" y="713"/>
                      </a:lnTo>
                      <a:lnTo>
                        <a:pt x="1" y="2528"/>
                      </a:lnTo>
                      <a:lnTo>
                        <a:pt x="412" y="2528"/>
                      </a:lnTo>
                      <a:lnTo>
                        <a:pt x="1204" y="964"/>
                      </a:lnTo>
                      <a:lnTo>
                        <a:pt x="2478" y="201"/>
                      </a:lnTo>
                      <a:lnTo>
                        <a:pt x="1997" y="1"/>
                      </a:lnTo>
                      <a:close/>
                    </a:path>
                  </a:pathLst>
                </a:custGeom>
                <a:solidFill>
                  <a:srgbClr val="1A0B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" name="Google Shape;22758;p75"/>
                <p:cNvSpPr/>
                <p:nvPr/>
              </p:nvSpPr>
              <p:spPr>
                <a:xfrm>
                  <a:off x="4892275" y="1877000"/>
                  <a:ext cx="61975" cy="6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2529" extrusionOk="0">
                      <a:moveTo>
                        <a:pt x="2057" y="21"/>
                      </a:moveTo>
                      <a:lnTo>
                        <a:pt x="2052" y="24"/>
                      </a:lnTo>
                      <a:lnTo>
                        <a:pt x="2052" y="24"/>
                      </a:lnTo>
                      <a:lnTo>
                        <a:pt x="2109" y="48"/>
                      </a:lnTo>
                      <a:lnTo>
                        <a:pt x="2109" y="48"/>
                      </a:lnTo>
                      <a:lnTo>
                        <a:pt x="2057" y="21"/>
                      </a:lnTo>
                      <a:close/>
                      <a:moveTo>
                        <a:pt x="2109" y="48"/>
                      </a:moveTo>
                      <a:lnTo>
                        <a:pt x="2448" y="221"/>
                      </a:lnTo>
                      <a:lnTo>
                        <a:pt x="2478" y="201"/>
                      </a:lnTo>
                      <a:lnTo>
                        <a:pt x="2109" y="48"/>
                      </a:lnTo>
                      <a:close/>
                      <a:moveTo>
                        <a:pt x="1997" y="1"/>
                      </a:moveTo>
                      <a:lnTo>
                        <a:pt x="934" y="713"/>
                      </a:lnTo>
                      <a:lnTo>
                        <a:pt x="1" y="2528"/>
                      </a:lnTo>
                      <a:lnTo>
                        <a:pt x="61" y="2528"/>
                      </a:lnTo>
                      <a:lnTo>
                        <a:pt x="974" y="753"/>
                      </a:lnTo>
                      <a:lnTo>
                        <a:pt x="2052" y="24"/>
                      </a:lnTo>
                      <a:lnTo>
                        <a:pt x="2052" y="24"/>
                      </a:lnTo>
                      <a:lnTo>
                        <a:pt x="1997" y="1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9" name="Google Shape;22759;p75"/>
                <p:cNvSpPr/>
                <p:nvPr/>
              </p:nvSpPr>
              <p:spPr>
                <a:xfrm>
                  <a:off x="4896550" y="1878750"/>
                  <a:ext cx="96575" cy="13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3" h="5548" extrusionOk="0">
                      <a:moveTo>
                        <a:pt x="1926" y="1"/>
                      </a:moveTo>
                      <a:lnTo>
                        <a:pt x="863" y="713"/>
                      </a:lnTo>
                      <a:lnTo>
                        <a:pt x="0" y="2408"/>
                      </a:lnTo>
                      <a:lnTo>
                        <a:pt x="0" y="5347"/>
                      </a:lnTo>
                      <a:lnTo>
                        <a:pt x="3862" y="5548"/>
                      </a:lnTo>
                      <a:lnTo>
                        <a:pt x="3862" y="2478"/>
                      </a:lnTo>
                      <a:lnTo>
                        <a:pt x="3240" y="553"/>
                      </a:lnTo>
                      <a:lnTo>
                        <a:pt x="1926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4"/>
                    </a:gs>
                    <a:gs pos="100000">
                      <a:schemeClr val="dk1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0" name="Google Shape;22760;p75"/>
                <p:cNvSpPr/>
                <p:nvPr/>
              </p:nvSpPr>
              <p:spPr>
                <a:xfrm>
                  <a:off x="4896550" y="2005900"/>
                  <a:ext cx="96575" cy="1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3" h="462" extrusionOk="0">
                      <a:moveTo>
                        <a:pt x="0" y="0"/>
                      </a:moveTo>
                      <a:lnTo>
                        <a:pt x="0" y="261"/>
                      </a:lnTo>
                      <a:lnTo>
                        <a:pt x="3862" y="462"/>
                      </a:lnTo>
                      <a:lnTo>
                        <a:pt x="3862" y="1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1" name="Google Shape;22761;p75"/>
                <p:cNvSpPr/>
                <p:nvPr/>
              </p:nvSpPr>
              <p:spPr>
                <a:xfrm>
                  <a:off x="4942175" y="1877000"/>
                  <a:ext cx="187600" cy="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04" h="2720" extrusionOk="0">
                      <a:moveTo>
                        <a:pt x="1" y="1"/>
                      </a:moveTo>
                      <a:lnTo>
                        <a:pt x="1415" y="964"/>
                      </a:lnTo>
                      <a:lnTo>
                        <a:pt x="2097" y="2719"/>
                      </a:lnTo>
                      <a:lnTo>
                        <a:pt x="7504" y="2699"/>
                      </a:lnTo>
                      <a:lnTo>
                        <a:pt x="6691" y="1084"/>
                      </a:lnTo>
                      <a:lnTo>
                        <a:pt x="5367" y="18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5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2" name="Google Shape;22762;p75"/>
                <p:cNvSpPr/>
                <p:nvPr/>
              </p:nvSpPr>
              <p:spPr>
                <a:xfrm>
                  <a:off x="4993600" y="1942450"/>
                  <a:ext cx="136175" cy="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47" h="102" extrusionOk="0">
                      <a:moveTo>
                        <a:pt x="5407" y="1"/>
                      </a:moveTo>
                      <a:lnTo>
                        <a:pt x="0" y="21"/>
                      </a:lnTo>
                      <a:lnTo>
                        <a:pt x="40" y="101"/>
                      </a:lnTo>
                      <a:lnTo>
                        <a:pt x="5447" y="81"/>
                      </a:lnTo>
                      <a:lnTo>
                        <a:pt x="5407" y="1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3" name="Google Shape;22763;p75"/>
                <p:cNvSpPr/>
                <p:nvPr/>
              </p:nvSpPr>
              <p:spPr>
                <a:xfrm>
                  <a:off x="4942175" y="1877000"/>
                  <a:ext cx="54450" cy="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8" h="2720" extrusionOk="0">
                      <a:moveTo>
                        <a:pt x="1" y="1"/>
                      </a:moveTo>
                      <a:lnTo>
                        <a:pt x="1415" y="964"/>
                      </a:lnTo>
                      <a:lnTo>
                        <a:pt x="2097" y="2719"/>
                      </a:lnTo>
                      <a:lnTo>
                        <a:pt x="2178" y="2719"/>
                      </a:lnTo>
                      <a:lnTo>
                        <a:pt x="1495" y="974"/>
                      </a:lnTo>
                      <a:lnTo>
                        <a:pt x="111" y="1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4" name="Google Shape;22764;p75"/>
                <p:cNvSpPr/>
                <p:nvPr/>
              </p:nvSpPr>
              <p:spPr>
                <a:xfrm>
                  <a:off x="4913850" y="1941450"/>
                  <a:ext cx="5770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8" h="2990" extrusionOk="0">
                      <a:moveTo>
                        <a:pt x="0" y="1"/>
                      </a:moveTo>
                      <a:lnTo>
                        <a:pt x="51" y="2879"/>
                      </a:lnTo>
                      <a:lnTo>
                        <a:pt x="2307" y="2990"/>
                      </a:lnTo>
                      <a:lnTo>
                        <a:pt x="2307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5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5" name="Google Shape;22765;p75"/>
                <p:cNvSpPr/>
                <p:nvPr/>
              </p:nvSpPr>
              <p:spPr>
                <a:xfrm>
                  <a:off x="4913850" y="1941450"/>
                  <a:ext cx="5770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8" h="2990" extrusionOk="0">
                      <a:moveTo>
                        <a:pt x="893" y="101"/>
                      </a:moveTo>
                      <a:lnTo>
                        <a:pt x="522" y="1295"/>
                      </a:lnTo>
                      <a:lnTo>
                        <a:pt x="181" y="101"/>
                      </a:lnTo>
                      <a:close/>
                      <a:moveTo>
                        <a:pt x="2147" y="101"/>
                      </a:moveTo>
                      <a:lnTo>
                        <a:pt x="1756" y="1365"/>
                      </a:lnTo>
                      <a:lnTo>
                        <a:pt x="1375" y="101"/>
                      </a:lnTo>
                      <a:close/>
                      <a:moveTo>
                        <a:pt x="101" y="131"/>
                      </a:moveTo>
                      <a:lnTo>
                        <a:pt x="472" y="1465"/>
                      </a:lnTo>
                      <a:lnTo>
                        <a:pt x="101" y="2719"/>
                      </a:lnTo>
                      <a:lnTo>
                        <a:pt x="101" y="131"/>
                      </a:lnTo>
                      <a:close/>
                      <a:moveTo>
                        <a:pt x="522" y="1626"/>
                      </a:moveTo>
                      <a:lnTo>
                        <a:pt x="863" y="2829"/>
                      </a:lnTo>
                      <a:lnTo>
                        <a:pt x="171" y="2789"/>
                      </a:lnTo>
                      <a:lnTo>
                        <a:pt x="522" y="1626"/>
                      </a:lnTo>
                      <a:close/>
                      <a:moveTo>
                        <a:pt x="963" y="171"/>
                      </a:moveTo>
                      <a:lnTo>
                        <a:pt x="963" y="2829"/>
                      </a:lnTo>
                      <a:lnTo>
                        <a:pt x="572" y="1465"/>
                      </a:lnTo>
                      <a:lnTo>
                        <a:pt x="963" y="171"/>
                      </a:lnTo>
                      <a:close/>
                      <a:moveTo>
                        <a:pt x="1194" y="101"/>
                      </a:moveTo>
                      <a:lnTo>
                        <a:pt x="1194" y="2839"/>
                      </a:lnTo>
                      <a:lnTo>
                        <a:pt x="1054" y="2839"/>
                      </a:lnTo>
                      <a:lnTo>
                        <a:pt x="1054" y="101"/>
                      </a:lnTo>
                      <a:close/>
                      <a:moveTo>
                        <a:pt x="1284" y="111"/>
                      </a:moveTo>
                      <a:lnTo>
                        <a:pt x="1706" y="1525"/>
                      </a:lnTo>
                      <a:lnTo>
                        <a:pt x="1284" y="2839"/>
                      </a:lnTo>
                      <a:lnTo>
                        <a:pt x="1284" y="111"/>
                      </a:lnTo>
                      <a:close/>
                      <a:moveTo>
                        <a:pt x="1746" y="1686"/>
                      </a:moveTo>
                      <a:lnTo>
                        <a:pt x="2107" y="2889"/>
                      </a:lnTo>
                      <a:lnTo>
                        <a:pt x="2107" y="2889"/>
                      </a:lnTo>
                      <a:lnTo>
                        <a:pt x="1375" y="2849"/>
                      </a:lnTo>
                      <a:lnTo>
                        <a:pt x="1746" y="1686"/>
                      </a:lnTo>
                      <a:close/>
                      <a:moveTo>
                        <a:pt x="2217" y="191"/>
                      </a:moveTo>
                      <a:lnTo>
                        <a:pt x="2217" y="2899"/>
                      </a:lnTo>
                      <a:lnTo>
                        <a:pt x="2207" y="2899"/>
                      </a:lnTo>
                      <a:lnTo>
                        <a:pt x="1796" y="1525"/>
                      </a:lnTo>
                      <a:lnTo>
                        <a:pt x="2217" y="191"/>
                      </a:lnTo>
                      <a:close/>
                      <a:moveTo>
                        <a:pt x="0" y="1"/>
                      </a:moveTo>
                      <a:lnTo>
                        <a:pt x="0" y="2869"/>
                      </a:lnTo>
                      <a:lnTo>
                        <a:pt x="51" y="2879"/>
                      </a:lnTo>
                      <a:lnTo>
                        <a:pt x="191" y="2879"/>
                      </a:lnTo>
                      <a:lnTo>
                        <a:pt x="2307" y="2990"/>
                      </a:lnTo>
                      <a:lnTo>
                        <a:pt x="2307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" name="Google Shape;22766;p75"/>
                <p:cNvSpPr/>
                <p:nvPr/>
              </p:nvSpPr>
              <p:spPr>
                <a:xfrm>
                  <a:off x="4916850" y="1978075"/>
                  <a:ext cx="8800" cy="2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1174" extrusionOk="0">
                      <a:moveTo>
                        <a:pt x="1" y="1174"/>
                      </a:moveTo>
                      <a:lnTo>
                        <a:pt x="1" y="1174"/>
                      </a:lnTo>
                      <a:lnTo>
                        <a:pt x="352" y="0"/>
                      </a:lnTo>
                      <a:lnTo>
                        <a:pt x="1" y="1174"/>
                      </a:lnTo>
                      <a:close/>
                    </a:path>
                  </a:pathLst>
                </a:custGeom>
                <a:solidFill>
                  <a:srgbClr val="BD554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" name="Google Shape;22767;p75"/>
                <p:cNvSpPr/>
                <p:nvPr/>
              </p:nvSpPr>
              <p:spPr>
                <a:xfrm>
                  <a:off x="4918875" y="2011175"/>
                  <a:ext cx="16575" cy="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" h="41" extrusionOk="0">
                      <a:moveTo>
                        <a:pt x="662" y="4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662" y="40"/>
                      </a:lnTo>
                      <a:close/>
                    </a:path>
                  </a:pathLst>
                </a:custGeom>
                <a:solidFill>
                  <a:srgbClr val="BD554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" name="Google Shape;22768;p75"/>
                <p:cNvSpPr/>
                <p:nvPr/>
              </p:nvSpPr>
              <p:spPr>
                <a:xfrm>
                  <a:off x="4946700" y="1979575"/>
                  <a:ext cx="9800" cy="3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" h="1234" extrusionOk="0">
                      <a:moveTo>
                        <a:pt x="0" y="1234"/>
                      </a:moveTo>
                      <a:lnTo>
                        <a:pt x="0" y="1234"/>
                      </a:lnTo>
                      <a:lnTo>
                        <a:pt x="392" y="0"/>
                      </a:lnTo>
                      <a:lnTo>
                        <a:pt x="0" y="1234"/>
                      </a:lnTo>
                      <a:close/>
                    </a:path>
                  </a:pathLst>
                </a:custGeom>
                <a:solidFill>
                  <a:srgbClr val="BD554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9" name="Google Shape;22769;p75"/>
                <p:cNvSpPr/>
                <p:nvPr/>
              </p:nvSpPr>
              <p:spPr>
                <a:xfrm>
                  <a:off x="4957725" y="1952725"/>
                  <a:ext cx="7050" cy="2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884" extrusionOk="0">
                      <a:moveTo>
                        <a:pt x="1" y="884"/>
                      </a:moveTo>
                      <a:lnTo>
                        <a:pt x="1" y="884"/>
                      </a:lnTo>
                      <a:lnTo>
                        <a:pt x="282" y="1"/>
                      </a:lnTo>
                      <a:lnTo>
                        <a:pt x="1" y="884"/>
                      </a:lnTo>
                      <a:close/>
                    </a:path>
                  </a:pathLst>
                </a:custGeom>
                <a:solidFill>
                  <a:srgbClr val="BD554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30" name="Google Shape;22770;p75"/>
                <p:cNvSpPr/>
                <p:nvPr/>
              </p:nvSpPr>
              <p:spPr>
                <a:xfrm>
                  <a:off x="4940925" y="2012425"/>
                  <a:ext cx="280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" extrusionOk="0">
                      <a:moveTo>
                        <a:pt x="11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11" y="0"/>
                      </a:lnTo>
                      <a:close/>
                    </a:path>
                  </a:pathLst>
                </a:custGeom>
                <a:solidFill>
                  <a:srgbClr val="BD554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31" name="Google Shape;22771;p75"/>
                <p:cNvSpPr/>
                <p:nvPr/>
              </p:nvSpPr>
              <p:spPr>
                <a:xfrm>
                  <a:off x="4957975" y="1984825"/>
                  <a:ext cx="8550" cy="2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" h="1155" extrusionOk="0">
                      <a:moveTo>
                        <a:pt x="342" y="1154"/>
                      </a:moveTo>
                      <a:lnTo>
                        <a:pt x="342" y="1154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342" y="1154"/>
                      </a:lnTo>
                      <a:close/>
                    </a:path>
                  </a:pathLst>
                </a:custGeom>
                <a:solidFill>
                  <a:srgbClr val="BD554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32" name="Google Shape;22772;p75"/>
                <p:cNvSpPr/>
                <p:nvPr/>
              </p:nvSpPr>
              <p:spPr>
                <a:xfrm>
                  <a:off x="5022425" y="1959750"/>
                  <a:ext cx="27625" cy="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5" h="994" extrusionOk="0">
                      <a:moveTo>
                        <a:pt x="1" y="1"/>
                      </a:moveTo>
                      <a:lnTo>
                        <a:pt x="1" y="994"/>
                      </a:lnTo>
                      <a:lnTo>
                        <a:pt x="1104" y="994"/>
                      </a:lnTo>
                      <a:lnTo>
                        <a:pt x="1104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33" name="Google Shape;22773;p75"/>
                <p:cNvSpPr/>
                <p:nvPr/>
              </p:nvSpPr>
              <p:spPr>
                <a:xfrm>
                  <a:off x="5074325" y="1959250"/>
                  <a:ext cx="25625" cy="2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" h="984" extrusionOk="0">
                      <a:moveTo>
                        <a:pt x="1" y="1"/>
                      </a:moveTo>
                      <a:lnTo>
                        <a:pt x="1" y="984"/>
                      </a:lnTo>
                      <a:lnTo>
                        <a:pt x="1024" y="984"/>
                      </a:lnTo>
                      <a:lnTo>
                        <a:pt x="1024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34" name="Google Shape;22774;p75"/>
                <p:cNvSpPr/>
                <p:nvPr/>
              </p:nvSpPr>
              <p:spPr>
                <a:xfrm>
                  <a:off x="5021425" y="1958250"/>
                  <a:ext cx="293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" h="1145" extrusionOk="0">
                      <a:moveTo>
                        <a:pt x="542" y="101"/>
                      </a:moveTo>
                      <a:lnTo>
                        <a:pt x="542" y="452"/>
                      </a:lnTo>
                      <a:lnTo>
                        <a:pt x="171" y="101"/>
                      </a:lnTo>
                      <a:close/>
                      <a:moveTo>
                        <a:pt x="1014" y="101"/>
                      </a:moveTo>
                      <a:lnTo>
                        <a:pt x="642" y="462"/>
                      </a:lnTo>
                      <a:lnTo>
                        <a:pt x="642" y="101"/>
                      </a:lnTo>
                      <a:close/>
                      <a:moveTo>
                        <a:pt x="1084" y="161"/>
                      </a:moveTo>
                      <a:lnTo>
                        <a:pt x="1084" y="954"/>
                      </a:lnTo>
                      <a:lnTo>
                        <a:pt x="663" y="562"/>
                      </a:lnTo>
                      <a:lnTo>
                        <a:pt x="1084" y="161"/>
                      </a:lnTo>
                      <a:close/>
                      <a:moveTo>
                        <a:pt x="101" y="161"/>
                      </a:moveTo>
                      <a:lnTo>
                        <a:pt x="532" y="562"/>
                      </a:lnTo>
                      <a:lnTo>
                        <a:pt x="101" y="984"/>
                      </a:lnTo>
                      <a:lnTo>
                        <a:pt x="101" y="161"/>
                      </a:lnTo>
                      <a:close/>
                      <a:moveTo>
                        <a:pt x="642" y="663"/>
                      </a:moveTo>
                      <a:lnTo>
                        <a:pt x="1014" y="1014"/>
                      </a:lnTo>
                      <a:lnTo>
                        <a:pt x="642" y="1024"/>
                      </a:lnTo>
                      <a:lnTo>
                        <a:pt x="642" y="663"/>
                      </a:lnTo>
                      <a:close/>
                      <a:moveTo>
                        <a:pt x="542" y="683"/>
                      </a:moveTo>
                      <a:lnTo>
                        <a:pt x="542" y="1034"/>
                      </a:lnTo>
                      <a:lnTo>
                        <a:pt x="171" y="1044"/>
                      </a:lnTo>
                      <a:lnTo>
                        <a:pt x="542" y="683"/>
                      </a:lnTo>
                      <a:close/>
                      <a:moveTo>
                        <a:pt x="1174" y="1"/>
                      </a:moveTo>
                      <a:lnTo>
                        <a:pt x="1" y="11"/>
                      </a:lnTo>
                      <a:lnTo>
                        <a:pt x="1" y="1144"/>
                      </a:lnTo>
                      <a:lnTo>
                        <a:pt x="1174" y="1104"/>
                      </a:lnTo>
                      <a:lnTo>
                        <a:pt x="1174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35" name="Google Shape;22775;p75"/>
                <p:cNvSpPr/>
                <p:nvPr/>
              </p:nvSpPr>
              <p:spPr>
                <a:xfrm>
                  <a:off x="5024425" y="1972300"/>
                  <a:ext cx="10325" cy="1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" h="402" extrusionOk="0">
                      <a:moveTo>
                        <a:pt x="1" y="402"/>
                      </a:moveTo>
                      <a:lnTo>
                        <a:pt x="1" y="402"/>
                      </a:lnTo>
                      <a:lnTo>
                        <a:pt x="412" y="0"/>
                      </a:lnTo>
                      <a:lnTo>
                        <a:pt x="1" y="402"/>
                      </a:lnTo>
                      <a:close/>
                    </a:path>
                  </a:pathLst>
                </a:custGeom>
                <a:solidFill>
                  <a:srgbClr val="883E3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36" name="Google Shape;22776;p75"/>
                <p:cNvSpPr/>
                <p:nvPr/>
              </p:nvSpPr>
              <p:spPr>
                <a:xfrm>
                  <a:off x="5037975" y="1975300"/>
                  <a:ext cx="8800" cy="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342" extrusionOk="0">
                      <a:moveTo>
                        <a:pt x="1" y="342"/>
                      </a:moveTo>
                      <a:lnTo>
                        <a:pt x="1" y="342"/>
                      </a:lnTo>
                      <a:lnTo>
                        <a:pt x="352" y="332"/>
                      </a:lnTo>
                      <a:lnTo>
                        <a:pt x="1" y="342"/>
                      </a:lnTo>
                      <a:close/>
                      <a:moveTo>
                        <a:pt x="352" y="332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352" y="332"/>
                      </a:lnTo>
                      <a:close/>
                    </a:path>
                  </a:pathLst>
                </a:custGeom>
                <a:solidFill>
                  <a:srgbClr val="883E3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37" name="Google Shape;22777;p75"/>
                <p:cNvSpPr/>
                <p:nvPr/>
              </p:nvSpPr>
              <p:spPr>
                <a:xfrm>
                  <a:off x="5037975" y="1964775"/>
                  <a:ext cx="4550" cy="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" h="181" extrusionOk="0">
                      <a:moveTo>
                        <a:pt x="1" y="181"/>
                      </a:moveTo>
                      <a:lnTo>
                        <a:pt x="1" y="181"/>
                      </a:lnTo>
                      <a:lnTo>
                        <a:pt x="181" y="0"/>
                      </a:lnTo>
                      <a:lnTo>
                        <a:pt x="1" y="181"/>
                      </a:lnTo>
                      <a:close/>
                    </a:path>
                  </a:pathLst>
                </a:custGeom>
                <a:solidFill>
                  <a:srgbClr val="883E3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38" name="Google Shape;22778;p75"/>
                <p:cNvSpPr/>
                <p:nvPr/>
              </p:nvSpPr>
              <p:spPr>
                <a:xfrm>
                  <a:off x="5072825" y="1957500"/>
                  <a:ext cx="28375" cy="27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5" h="1114" extrusionOk="0">
                      <a:moveTo>
                        <a:pt x="512" y="101"/>
                      </a:moveTo>
                      <a:lnTo>
                        <a:pt x="512" y="442"/>
                      </a:lnTo>
                      <a:lnTo>
                        <a:pt x="161" y="111"/>
                      </a:lnTo>
                      <a:lnTo>
                        <a:pt x="512" y="101"/>
                      </a:lnTo>
                      <a:close/>
                      <a:moveTo>
                        <a:pt x="964" y="91"/>
                      </a:moveTo>
                      <a:lnTo>
                        <a:pt x="613" y="442"/>
                      </a:lnTo>
                      <a:lnTo>
                        <a:pt x="613" y="101"/>
                      </a:lnTo>
                      <a:lnTo>
                        <a:pt x="964" y="91"/>
                      </a:lnTo>
                      <a:close/>
                      <a:moveTo>
                        <a:pt x="1034" y="161"/>
                      </a:moveTo>
                      <a:lnTo>
                        <a:pt x="1034" y="923"/>
                      </a:lnTo>
                      <a:lnTo>
                        <a:pt x="633" y="552"/>
                      </a:lnTo>
                      <a:lnTo>
                        <a:pt x="1034" y="161"/>
                      </a:lnTo>
                      <a:close/>
                      <a:moveTo>
                        <a:pt x="91" y="171"/>
                      </a:moveTo>
                      <a:lnTo>
                        <a:pt x="502" y="552"/>
                      </a:lnTo>
                      <a:lnTo>
                        <a:pt x="91" y="953"/>
                      </a:lnTo>
                      <a:lnTo>
                        <a:pt x="91" y="171"/>
                      </a:lnTo>
                      <a:close/>
                      <a:moveTo>
                        <a:pt x="613" y="653"/>
                      </a:moveTo>
                      <a:lnTo>
                        <a:pt x="964" y="984"/>
                      </a:lnTo>
                      <a:lnTo>
                        <a:pt x="613" y="994"/>
                      </a:lnTo>
                      <a:lnTo>
                        <a:pt x="613" y="653"/>
                      </a:lnTo>
                      <a:close/>
                      <a:moveTo>
                        <a:pt x="512" y="663"/>
                      </a:moveTo>
                      <a:lnTo>
                        <a:pt x="512" y="1004"/>
                      </a:lnTo>
                      <a:lnTo>
                        <a:pt x="161" y="1014"/>
                      </a:lnTo>
                      <a:lnTo>
                        <a:pt x="512" y="663"/>
                      </a:lnTo>
                      <a:close/>
                      <a:moveTo>
                        <a:pt x="1134" y="1"/>
                      </a:moveTo>
                      <a:lnTo>
                        <a:pt x="1" y="21"/>
                      </a:lnTo>
                      <a:lnTo>
                        <a:pt x="1" y="1114"/>
                      </a:lnTo>
                      <a:lnTo>
                        <a:pt x="1134" y="1074"/>
                      </a:lnTo>
                      <a:lnTo>
                        <a:pt x="1134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39" name="Google Shape;22779;p75"/>
                <p:cNvSpPr/>
                <p:nvPr/>
              </p:nvSpPr>
              <p:spPr>
                <a:xfrm>
                  <a:off x="5078350" y="1982575"/>
                  <a:ext cx="730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29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883E3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40" name="Google Shape;22780;p75"/>
                <p:cNvSpPr/>
                <p:nvPr/>
              </p:nvSpPr>
              <p:spPr>
                <a:xfrm>
                  <a:off x="5089375" y="1971800"/>
                  <a:ext cx="9300" cy="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" h="352" extrusionOk="0">
                      <a:moveTo>
                        <a:pt x="1" y="0"/>
                      </a:moveTo>
                      <a:lnTo>
                        <a:pt x="372" y="351"/>
                      </a:lnTo>
                      <a:lnTo>
                        <a:pt x="101" y="9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883E3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41" name="Google Shape;22781;p75"/>
                <p:cNvSpPr/>
                <p:nvPr/>
              </p:nvSpPr>
              <p:spPr>
                <a:xfrm>
                  <a:off x="5088875" y="1982075"/>
                  <a:ext cx="8050" cy="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" h="11" extrusionOk="0">
                      <a:moveTo>
                        <a:pt x="1" y="11"/>
                      </a:moveTo>
                      <a:lnTo>
                        <a:pt x="1" y="11"/>
                      </a:lnTo>
                      <a:lnTo>
                        <a:pt x="322" y="1"/>
                      </a:lnTo>
                      <a:lnTo>
                        <a:pt x="1" y="11"/>
                      </a:lnTo>
                      <a:close/>
                    </a:path>
                  </a:pathLst>
                </a:custGeom>
                <a:solidFill>
                  <a:srgbClr val="883E3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42" name="Google Shape;22782;p75"/>
                <p:cNvSpPr/>
                <p:nvPr/>
              </p:nvSpPr>
              <p:spPr>
                <a:xfrm>
                  <a:off x="4944950" y="1877000"/>
                  <a:ext cx="164525" cy="2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" h="1085" extrusionOk="0">
                      <a:moveTo>
                        <a:pt x="1374" y="231"/>
                      </a:moveTo>
                      <a:cubicBezTo>
                        <a:pt x="1655" y="231"/>
                        <a:pt x="1926" y="241"/>
                        <a:pt x="2197" y="252"/>
                      </a:cubicBezTo>
                      <a:cubicBezTo>
                        <a:pt x="2578" y="272"/>
                        <a:pt x="2949" y="282"/>
                        <a:pt x="3330" y="322"/>
                      </a:cubicBezTo>
                      <a:cubicBezTo>
                        <a:pt x="3230" y="332"/>
                        <a:pt x="3120" y="332"/>
                        <a:pt x="3019" y="332"/>
                      </a:cubicBezTo>
                      <a:cubicBezTo>
                        <a:pt x="2739" y="332"/>
                        <a:pt x="2468" y="322"/>
                        <a:pt x="2197" y="312"/>
                      </a:cubicBezTo>
                      <a:cubicBezTo>
                        <a:pt x="1816" y="292"/>
                        <a:pt x="1445" y="282"/>
                        <a:pt x="1063" y="241"/>
                      </a:cubicBezTo>
                      <a:cubicBezTo>
                        <a:pt x="1174" y="231"/>
                        <a:pt x="1274" y="231"/>
                        <a:pt x="1374" y="231"/>
                      </a:cubicBezTo>
                      <a:close/>
                      <a:moveTo>
                        <a:pt x="2989" y="492"/>
                      </a:moveTo>
                      <a:cubicBezTo>
                        <a:pt x="3210" y="492"/>
                        <a:pt x="3421" y="512"/>
                        <a:pt x="3641" y="542"/>
                      </a:cubicBezTo>
                      <a:cubicBezTo>
                        <a:pt x="3501" y="552"/>
                        <a:pt x="3350" y="552"/>
                        <a:pt x="3210" y="552"/>
                      </a:cubicBezTo>
                      <a:lnTo>
                        <a:pt x="2989" y="552"/>
                      </a:lnTo>
                      <a:cubicBezTo>
                        <a:pt x="2769" y="542"/>
                        <a:pt x="2558" y="532"/>
                        <a:pt x="2337" y="502"/>
                      </a:cubicBezTo>
                      <a:cubicBezTo>
                        <a:pt x="2478" y="492"/>
                        <a:pt x="2628" y="492"/>
                        <a:pt x="2769" y="492"/>
                      </a:cubicBezTo>
                      <a:close/>
                      <a:moveTo>
                        <a:pt x="3882" y="733"/>
                      </a:moveTo>
                      <a:cubicBezTo>
                        <a:pt x="4153" y="733"/>
                        <a:pt x="4424" y="743"/>
                        <a:pt x="4705" y="753"/>
                      </a:cubicBezTo>
                      <a:cubicBezTo>
                        <a:pt x="5076" y="773"/>
                        <a:pt x="5457" y="783"/>
                        <a:pt x="5828" y="823"/>
                      </a:cubicBezTo>
                      <a:cubicBezTo>
                        <a:pt x="5728" y="833"/>
                        <a:pt x="5617" y="833"/>
                        <a:pt x="5517" y="833"/>
                      </a:cubicBezTo>
                      <a:cubicBezTo>
                        <a:pt x="5246" y="833"/>
                        <a:pt x="4975" y="823"/>
                        <a:pt x="4695" y="813"/>
                      </a:cubicBezTo>
                      <a:cubicBezTo>
                        <a:pt x="4323" y="793"/>
                        <a:pt x="3942" y="783"/>
                        <a:pt x="3571" y="743"/>
                      </a:cubicBezTo>
                      <a:cubicBezTo>
                        <a:pt x="3671" y="733"/>
                        <a:pt x="3772" y="733"/>
                        <a:pt x="3882" y="733"/>
                      </a:cubicBezTo>
                      <a:close/>
                      <a:moveTo>
                        <a:pt x="0" y="1"/>
                      </a:moveTo>
                      <a:lnTo>
                        <a:pt x="1384" y="974"/>
                      </a:lnTo>
                      <a:lnTo>
                        <a:pt x="6580" y="1084"/>
                      </a:lnTo>
                      <a:lnTo>
                        <a:pt x="6580" y="1084"/>
                      </a:lnTo>
                      <a:lnTo>
                        <a:pt x="5256" y="18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5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43" name="Google Shape;22783;p75"/>
                <p:cNvSpPr/>
                <p:nvPr/>
              </p:nvSpPr>
              <p:spPr>
                <a:xfrm>
                  <a:off x="4942175" y="1877000"/>
                  <a:ext cx="37400" cy="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974" extrusionOk="0">
                      <a:moveTo>
                        <a:pt x="1" y="1"/>
                      </a:moveTo>
                      <a:lnTo>
                        <a:pt x="673" y="462"/>
                      </a:lnTo>
                      <a:lnTo>
                        <a:pt x="683" y="462"/>
                      </a:lnTo>
                      <a:lnTo>
                        <a:pt x="1415" y="964"/>
                      </a:lnTo>
                      <a:lnTo>
                        <a:pt x="1495" y="974"/>
                      </a:lnTo>
                      <a:lnTo>
                        <a:pt x="111" y="1"/>
                      </a:lnTo>
                      <a:close/>
                    </a:path>
                  </a:pathLst>
                </a:custGeom>
                <a:solidFill>
                  <a:srgbClr val="1A0B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44" name="Google Shape;22784;p75"/>
                <p:cNvSpPr/>
                <p:nvPr/>
              </p:nvSpPr>
              <p:spPr>
                <a:xfrm>
                  <a:off x="4993600" y="1915875"/>
                  <a:ext cx="68225" cy="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9" h="71" extrusionOk="0">
                      <a:moveTo>
                        <a:pt x="662" y="0"/>
                      </a:moveTo>
                      <a:cubicBezTo>
                        <a:pt x="441" y="0"/>
                        <a:pt x="221" y="0"/>
                        <a:pt x="0" y="11"/>
                      </a:cubicBezTo>
                      <a:cubicBezTo>
                        <a:pt x="462" y="41"/>
                        <a:pt x="913" y="51"/>
                        <a:pt x="1364" y="61"/>
                      </a:cubicBezTo>
                      <a:cubicBezTo>
                        <a:pt x="1605" y="71"/>
                        <a:pt x="1836" y="71"/>
                        <a:pt x="2076" y="71"/>
                      </a:cubicBezTo>
                      <a:cubicBezTo>
                        <a:pt x="2287" y="71"/>
                        <a:pt x="2508" y="71"/>
                        <a:pt x="2728" y="61"/>
                      </a:cubicBezTo>
                      <a:cubicBezTo>
                        <a:pt x="2277" y="31"/>
                        <a:pt x="1816" y="21"/>
                        <a:pt x="1364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13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45" name="Google Shape;22785;p75"/>
                <p:cNvSpPr/>
                <p:nvPr/>
              </p:nvSpPr>
              <p:spPr>
                <a:xfrm>
                  <a:off x="5052025" y="1925400"/>
                  <a:ext cx="52175" cy="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7" h="61" extrusionOk="0">
                      <a:moveTo>
                        <a:pt x="1043" y="1"/>
                      </a:moveTo>
                      <a:cubicBezTo>
                        <a:pt x="692" y="1"/>
                        <a:pt x="351" y="1"/>
                        <a:pt x="0" y="31"/>
                      </a:cubicBezTo>
                      <a:cubicBezTo>
                        <a:pt x="351" y="51"/>
                        <a:pt x="692" y="51"/>
                        <a:pt x="1043" y="61"/>
                      </a:cubicBezTo>
                      <a:cubicBezTo>
                        <a:pt x="1395" y="51"/>
                        <a:pt x="1746" y="51"/>
                        <a:pt x="2087" y="31"/>
                      </a:cubicBezTo>
                      <a:cubicBezTo>
                        <a:pt x="1746" y="1"/>
                        <a:pt x="1395" y="1"/>
                        <a:pt x="1043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13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46" name="Google Shape;22786;p75"/>
                <p:cNvSpPr/>
                <p:nvPr/>
              </p:nvSpPr>
              <p:spPr>
                <a:xfrm>
                  <a:off x="5034225" y="1895300"/>
                  <a:ext cx="56425" cy="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7" h="102" extrusionOk="0">
                      <a:moveTo>
                        <a:pt x="311" y="1"/>
                      </a:moveTo>
                      <a:cubicBezTo>
                        <a:pt x="201" y="1"/>
                        <a:pt x="100" y="1"/>
                        <a:pt x="0" y="11"/>
                      </a:cubicBezTo>
                      <a:cubicBezTo>
                        <a:pt x="371" y="51"/>
                        <a:pt x="752" y="61"/>
                        <a:pt x="1124" y="81"/>
                      </a:cubicBezTo>
                      <a:cubicBezTo>
                        <a:pt x="1404" y="91"/>
                        <a:pt x="1675" y="101"/>
                        <a:pt x="1946" y="101"/>
                      </a:cubicBezTo>
                      <a:cubicBezTo>
                        <a:pt x="2046" y="101"/>
                        <a:pt x="2157" y="101"/>
                        <a:pt x="2257" y="91"/>
                      </a:cubicBezTo>
                      <a:cubicBezTo>
                        <a:pt x="1886" y="51"/>
                        <a:pt x="1505" y="41"/>
                        <a:pt x="1134" y="21"/>
                      </a:cubicBezTo>
                      <a:cubicBezTo>
                        <a:pt x="853" y="11"/>
                        <a:pt x="582" y="1"/>
                        <a:pt x="311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13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47" name="Google Shape;22787;p75"/>
                <p:cNvSpPr/>
                <p:nvPr/>
              </p:nvSpPr>
              <p:spPr>
                <a:xfrm>
                  <a:off x="4971525" y="1882775"/>
                  <a:ext cx="56700" cy="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8" h="101" extrusionOk="0">
                      <a:moveTo>
                        <a:pt x="311" y="0"/>
                      </a:moveTo>
                      <a:cubicBezTo>
                        <a:pt x="211" y="0"/>
                        <a:pt x="111" y="0"/>
                        <a:pt x="0" y="10"/>
                      </a:cubicBezTo>
                      <a:cubicBezTo>
                        <a:pt x="382" y="51"/>
                        <a:pt x="753" y="61"/>
                        <a:pt x="1134" y="81"/>
                      </a:cubicBezTo>
                      <a:cubicBezTo>
                        <a:pt x="1405" y="91"/>
                        <a:pt x="1676" y="101"/>
                        <a:pt x="1956" y="101"/>
                      </a:cubicBezTo>
                      <a:cubicBezTo>
                        <a:pt x="2057" y="101"/>
                        <a:pt x="2167" y="101"/>
                        <a:pt x="2267" y="91"/>
                      </a:cubicBezTo>
                      <a:cubicBezTo>
                        <a:pt x="1886" y="51"/>
                        <a:pt x="1515" y="41"/>
                        <a:pt x="1134" y="21"/>
                      </a:cubicBezTo>
                      <a:cubicBezTo>
                        <a:pt x="863" y="10"/>
                        <a:pt x="592" y="0"/>
                        <a:pt x="311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13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48" name="Google Shape;22788;p75"/>
                <p:cNvSpPr/>
                <p:nvPr/>
              </p:nvSpPr>
              <p:spPr>
                <a:xfrm>
                  <a:off x="5003375" y="1889300"/>
                  <a:ext cx="32625" cy="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5" h="61" extrusionOk="0">
                      <a:moveTo>
                        <a:pt x="432" y="0"/>
                      </a:moveTo>
                      <a:cubicBezTo>
                        <a:pt x="291" y="0"/>
                        <a:pt x="141" y="0"/>
                        <a:pt x="0" y="10"/>
                      </a:cubicBezTo>
                      <a:cubicBezTo>
                        <a:pt x="221" y="40"/>
                        <a:pt x="432" y="50"/>
                        <a:pt x="652" y="60"/>
                      </a:cubicBezTo>
                      <a:lnTo>
                        <a:pt x="873" y="60"/>
                      </a:lnTo>
                      <a:cubicBezTo>
                        <a:pt x="1013" y="60"/>
                        <a:pt x="1164" y="60"/>
                        <a:pt x="1304" y="50"/>
                      </a:cubicBezTo>
                      <a:cubicBezTo>
                        <a:pt x="1084" y="20"/>
                        <a:pt x="873" y="0"/>
                        <a:pt x="652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13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49" name="Google Shape;22789;p75"/>
                <p:cNvSpPr/>
                <p:nvPr/>
              </p:nvSpPr>
              <p:spPr>
                <a:xfrm>
                  <a:off x="5061800" y="1885775"/>
                  <a:ext cx="23100" cy="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4" h="72" extrusionOk="0">
                      <a:moveTo>
                        <a:pt x="652" y="1"/>
                      </a:moveTo>
                      <a:cubicBezTo>
                        <a:pt x="432" y="1"/>
                        <a:pt x="221" y="1"/>
                        <a:pt x="0" y="21"/>
                      </a:cubicBezTo>
                      <a:cubicBezTo>
                        <a:pt x="221" y="51"/>
                        <a:pt x="432" y="61"/>
                        <a:pt x="652" y="61"/>
                      </a:cubicBezTo>
                      <a:cubicBezTo>
                        <a:pt x="743" y="71"/>
                        <a:pt x="833" y="71"/>
                        <a:pt x="923" y="71"/>
                      </a:cubicBezTo>
                      <a:lnTo>
                        <a:pt x="843" y="11"/>
                      </a:lnTo>
                      <a:cubicBezTo>
                        <a:pt x="783" y="11"/>
                        <a:pt x="723" y="1"/>
                        <a:pt x="652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13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50" name="Google Shape;22790;p75"/>
                <p:cNvSpPr/>
                <p:nvPr/>
              </p:nvSpPr>
              <p:spPr>
                <a:xfrm>
                  <a:off x="5030950" y="1929925"/>
                  <a:ext cx="29875" cy="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5" h="61" extrusionOk="0">
                      <a:moveTo>
                        <a:pt x="593" y="0"/>
                      </a:moveTo>
                      <a:cubicBezTo>
                        <a:pt x="402" y="0"/>
                        <a:pt x="201" y="10"/>
                        <a:pt x="1" y="30"/>
                      </a:cubicBezTo>
                      <a:cubicBezTo>
                        <a:pt x="201" y="60"/>
                        <a:pt x="402" y="60"/>
                        <a:pt x="593" y="60"/>
                      </a:cubicBezTo>
                      <a:cubicBezTo>
                        <a:pt x="793" y="60"/>
                        <a:pt x="994" y="60"/>
                        <a:pt x="1194" y="30"/>
                      </a:cubicBezTo>
                      <a:cubicBezTo>
                        <a:pt x="994" y="10"/>
                        <a:pt x="793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13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51" name="Google Shape;22791;p75"/>
                <p:cNvSpPr/>
                <p:nvPr/>
              </p:nvSpPr>
              <p:spPr>
                <a:xfrm>
                  <a:off x="4983550" y="1954500"/>
                  <a:ext cx="1550" cy="4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" h="1806" extrusionOk="0">
                      <a:moveTo>
                        <a:pt x="31" y="0"/>
                      </a:moveTo>
                      <a:cubicBezTo>
                        <a:pt x="11" y="301"/>
                        <a:pt x="1" y="602"/>
                        <a:pt x="1" y="903"/>
                      </a:cubicBezTo>
                      <a:cubicBezTo>
                        <a:pt x="1" y="1204"/>
                        <a:pt x="11" y="1505"/>
                        <a:pt x="31" y="1806"/>
                      </a:cubicBezTo>
                      <a:cubicBezTo>
                        <a:pt x="61" y="1505"/>
                        <a:pt x="61" y="1204"/>
                        <a:pt x="61" y="903"/>
                      </a:cubicBezTo>
                      <a:cubicBezTo>
                        <a:pt x="61" y="602"/>
                        <a:pt x="61" y="301"/>
                        <a:pt x="3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52" name="Google Shape;22792;p75"/>
                <p:cNvSpPr/>
                <p:nvPr/>
              </p:nvSpPr>
              <p:spPr>
                <a:xfrm>
                  <a:off x="5061050" y="1947225"/>
                  <a:ext cx="1525" cy="4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" h="1816" extrusionOk="0">
                      <a:moveTo>
                        <a:pt x="30" y="0"/>
                      </a:moveTo>
                      <a:cubicBezTo>
                        <a:pt x="0" y="301"/>
                        <a:pt x="0" y="612"/>
                        <a:pt x="0" y="913"/>
                      </a:cubicBezTo>
                      <a:cubicBezTo>
                        <a:pt x="0" y="1214"/>
                        <a:pt x="0" y="1515"/>
                        <a:pt x="30" y="1816"/>
                      </a:cubicBezTo>
                      <a:cubicBezTo>
                        <a:pt x="51" y="1515"/>
                        <a:pt x="61" y="1214"/>
                        <a:pt x="61" y="913"/>
                      </a:cubicBezTo>
                      <a:cubicBezTo>
                        <a:pt x="61" y="612"/>
                        <a:pt x="51" y="301"/>
                        <a:pt x="3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53" name="Google Shape;22793;p75"/>
                <p:cNvSpPr/>
                <p:nvPr/>
              </p:nvSpPr>
              <p:spPr>
                <a:xfrm>
                  <a:off x="4943450" y="1890550"/>
                  <a:ext cx="1525" cy="4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" h="1806" extrusionOk="0">
                      <a:moveTo>
                        <a:pt x="30" y="0"/>
                      </a:moveTo>
                      <a:cubicBezTo>
                        <a:pt x="20" y="121"/>
                        <a:pt x="10" y="231"/>
                        <a:pt x="10" y="351"/>
                      </a:cubicBezTo>
                      <a:lnTo>
                        <a:pt x="50" y="351"/>
                      </a:lnTo>
                      <a:cubicBezTo>
                        <a:pt x="40" y="231"/>
                        <a:pt x="40" y="111"/>
                        <a:pt x="30" y="0"/>
                      </a:cubicBezTo>
                      <a:close/>
                      <a:moveTo>
                        <a:pt x="0" y="1094"/>
                      </a:moveTo>
                      <a:cubicBezTo>
                        <a:pt x="0" y="1334"/>
                        <a:pt x="10" y="1565"/>
                        <a:pt x="30" y="1806"/>
                      </a:cubicBezTo>
                      <a:cubicBezTo>
                        <a:pt x="50" y="1565"/>
                        <a:pt x="50" y="1334"/>
                        <a:pt x="60" y="1094"/>
                      </a:cubicBez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54" name="Google Shape;22794;p75"/>
                <p:cNvSpPr/>
                <p:nvPr/>
              </p:nvSpPr>
              <p:spPr>
                <a:xfrm>
                  <a:off x="4978300" y="1927900"/>
                  <a:ext cx="1525" cy="3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" h="1265" extrusionOk="0">
                      <a:moveTo>
                        <a:pt x="30" y="1"/>
                      </a:moveTo>
                      <a:cubicBezTo>
                        <a:pt x="0" y="212"/>
                        <a:pt x="0" y="422"/>
                        <a:pt x="0" y="633"/>
                      </a:cubicBezTo>
                      <a:cubicBezTo>
                        <a:pt x="0" y="843"/>
                        <a:pt x="0" y="1054"/>
                        <a:pt x="30" y="1265"/>
                      </a:cubicBezTo>
                      <a:cubicBezTo>
                        <a:pt x="50" y="1054"/>
                        <a:pt x="60" y="843"/>
                        <a:pt x="60" y="633"/>
                      </a:cubicBezTo>
                      <a:cubicBezTo>
                        <a:pt x="60" y="422"/>
                        <a:pt x="50" y="212"/>
                        <a:pt x="3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55" name="Google Shape;22795;p75"/>
                <p:cNvSpPr/>
                <p:nvPr/>
              </p:nvSpPr>
              <p:spPr>
                <a:xfrm>
                  <a:off x="5105925" y="1968775"/>
                  <a:ext cx="1800" cy="3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" h="1255" extrusionOk="0">
                      <a:moveTo>
                        <a:pt x="31" y="1"/>
                      </a:moveTo>
                      <a:cubicBezTo>
                        <a:pt x="11" y="212"/>
                        <a:pt x="1" y="412"/>
                        <a:pt x="1" y="623"/>
                      </a:cubicBezTo>
                      <a:cubicBezTo>
                        <a:pt x="1" y="833"/>
                        <a:pt x="11" y="1044"/>
                        <a:pt x="31" y="1255"/>
                      </a:cubicBezTo>
                      <a:cubicBezTo>
                        <a:pt x="61" y="1044"/>
                        <a:pt x="61" y="833"/>
                        <a:pt x="71" y="623"/>
                      </a:cubicBezTo>
                      <a:cubicBezTo>
                        <a:pt x="61" y="412"/>
                        <a:pt x="61" y="212"/>
                        <a:pt x="3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56" name="Google Shape;22796;p75"/>
                <p:cNvSpPr/>
                <p:nvPr/>
              </p:nvSpPr>
              <p:spPr>
                <a:xfrm>
                  <a:off x="5014150" y="1971050"/>
                  <a:ext cx="1525" cy="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" h="1254" extrusionOk="0">
                      <a:moveTo>
                        <a:pt x="31" y="0"/>
                      </a:moveTo>
                      <a:cubicBezTo>
                        <a:pt x="11" y="211"/>
                        <a:pt x="1" y="421"/>
                        <a:pt x="1" y="632"/>
                      </a:cubicBezTo>
                      <a:cubicBezTo>
                        <a:pt x="1" y="843"/>
                        <a:pt x="11" y="1053"/>
                        <a:pt x="31" y="1254"/>
                      </a:cubicBezTo>
                      <a:cubicBezTo>
                        <a:pt x="61" y="1053"/>
                        <a:pt x="61" y="843"/>
                        <a:pt x="61" y="632"/>
                      </a:cubicBezTo>
                      <a:cubicBezTo>
                        <a:pt x="61" y="421"/>
                        <a:pt x="61" y="211"/>
                        <a:pt x="3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57" name="Google Shape;22797;p75"/>
                <p:cNvSpPr/>
                <p:nvPr/>
              </p:nvSpPr>
              <p:spPr>
                <a:xfrm>
                  <a:off x="4904075" y="1964525"/>
                  <a:ext cx="1525" cy="3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" h="1265" extrusionOk="0">
                      <a:moveTo>
                        <a:pt x="30" y="0"/>
                      </a:moveTo>
                      <a:cubicBezTo>
                        <a:pt x="0" y="211"/>
                        <a:pt x="0" y="422"/>
                        <a:pt x="0" y="632"/>
                      </a:cubicBezTo>
                      <a:cubicBezTo>
                        <a:pt x="0" y="843"/>
                        <a:pt x="0" y="1054"/>
                        <a:pt x="30" y="1264"/>
                      </a:cubicBezTo>
                      <a:cubicBezTo>
                        <a:pt x="50" y="1054"/>
                        <a:pt x="60" y="843"/>
                        <a:pt x="60" y="632"/>
                      </a:cubicBezTo>
                      <a:cubicBezTo>
                        <a:pt x="60" y="422"/>
                        <a:pt x="50" y="211"/>
                        <a:pt x="3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58" name="Google Shape;22798;p75"/>
                <p:cNvSpPr/>
                <p:nvPr/>
              </p:nvSpPr>
              <p:spPr>
                <a:xfrm>
                  <a:off x="4924875" y="1898575"/>
                  <a:ext cx="1775" cy="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994" extrusionOk="0">
                      <a:moveTo>
                        <a:pt x="31" y="0"/>
                      </a:moveTo>
                      <a:cubicBezTo>
                        <a:pt x="11" y="171"/>
                        <a:pt x="11" y="331"/>
                        <a:pt x="1" y="502"/>
                      </a:cubicBezTo>
                      <a:cubicBezTo>
                        <a:pt x="11" y="662"/>
                        <a:pt x="11" y="823"/>
                        <a:pt x="31" y="993"/>
                      </a:cubicBezTo>
                      <a:cubicBezTo>
                        <a:pt x="61" y="823"/>
                        <a:pt x="61" y="662"/>
                        <a:pt x="71" y="502"/>
                      </a:cubicBezTo>
                      <a:cubicBezTo>
                        <a:pt x="61" y="331"/>
                        <a:pt x="61" y="171"/>
                        <a:pt x="3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59" name="Google Shape;22799;p75"/>
                <p:cNvSpPr/>
                <p:nvPr/>
              </p:nvSpPr>
              <p:spPr>
                <a:xfrm>
                  <a:off x="4968775" y="1909100"/>
                  <a:ext cx="775" cy="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" h="994" extrusionOk="0">
                      <a:moveTo>
                        <a:pt x="20" y="1"/>
                      </a:moveTo>
                      <a:cubicBezTo>
                        <a:pt x="10" y="171"/>
                        <a:pt x="10" y="332"/>
                        <a:pt x="0" y="502"/>
                      </a:cubicBezTo>
                      <a:cubicBezTo>
                        <a:pt x="10" y="663"/>
                        <a:pt x="10" y="833"/>
                        <a:pt x="20" y="994"/>
                      </a:cubicBezTo>
                      <a:cubicBezTo>
                        <a:pt x="30" y="833"/>
                        <a:pt x="30" y="663"/>
                        <a:pt x="30" y="502"/>
                      </a:cubicBezTo>
                      <a:cubicBezTo>
                        <a:pt x="30" y="332"/>
                        <a:pt x="30" y="171"/>
                        <a:pt x="2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60" name="Google Shape;22800;p75"/>
                <p:cNvSpPr/>
                <p:nvPr/>
              </p:nvSpPr>
              <p:spPr>
                <a:xfrm>
                  <a:off x="5009650" y="1947475"/>
                  <a:ext cx="775" cy="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" h="994" extrusionOk="0">
                      <a:moveTo>
                        <a:pt x="10" y="0"/>
                      </a:moveTo>
                      <a:cubicBezTo>
                        <a:pt x="0" y="161"/>
                        <a:pt x="0" y="331"/>
                        <a:pt x="0" y="492"/>
                      </a:cubicBezTo>
                      <a:cubicBezTo>
                        <a:pt x="0" y="662"/>
                        <a:pt x="0" y="823"/>
                        <a:pt x="10" y="993"/>
                      </a:cubicBezTo>
                      <a:cubicBezTo>
                        <a:pt x="30" y="823"/>
                        <a:pt x="30" y="662"/>
                        <a:pt x="30" y="492"/>
                      </a:cubicBezTo>
                      <a:cubicBezTo>
                        <a:pt x="30" y="331"/>
                        <a:pt x="30" y="161"/>
                        <a:pt x="1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61" name="Google Shape;22801;p75"/>
                <p:cNvSpPr/>
                <p:nvPr/>
              </p:nvSpPr>
              <p:spPr>
                <a:xfrm>
                  <a:off x="4908575" y="1921650"/>
                  <a:ext cx="1775" cy="4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736" extrusionOk="0">
                      <a:moveTo>
                        <a:pt x="41" y="0"/>
                      </a:moveTo>
                      <a:cubicBezTo>
                        <a:pt x="11" y="291"/>
                        <a:pt x="11" y="572"/>
                        <a:pt x="1" y="863"/>
                      </a:cubicBezTo>
                      <a:cubicBezTo>
                        <a:pt x="11" y="1154"/>
                        <a:pt x="11" y="1445"/>
                        <a:pt x="41" y="1735"/>
                      </a:cubicBezTo>
                      <a:cubicBezTo>
                        <a:pt x="61" y="1445"/>
                        <a:pt x="71" y="1154"/>
                        <a:pt x="71" y="863"/>
                      </a:cubicBezTo>
                      <a:cubicBezTo>
                        <a:pt x="71" y="572"/>
                        <a:pt x="61" y="291"/>
                        <a:pt x="4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62" name="Google Shape;22802;p75"/>
                <p:cNvSpPr/>
                <p:nvPr/>
              </p:nvSpPr>
              <p:spPr>
                <a:xfrm>
                  <a:off x="5114200" y="1947225"/>
                  <a:ext cx="1550" cy="3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" h="1355" extrusionOk="0">
                      <a:moveTo>
                        <a:pt x="31" y="0"/>
                      </a:moveTo>
                      <a:cubicBezTo>
                        <a:pt x="11" y="221"/>
                        <a:pt x="1" y="452"/>
                        <a:pt x="1" y="682"/>
                      </a:cubicBezTo>
                      <a:cubicBezTo>
                        <a:pt x="1" y="903"/>
                        <a:pt x="11" y="1134"/>
                        <a:pt x="31" y="1354"/>
                      </a:cubicBezTo>
                      <a:cubicBezTo>
                        <a:pt x="61" y="1134"/>
                        <a:pt x="61" y="903"/>
                        <a:pt x="61" y="682"/>
                      </a:cubicBezTo>
                      <a:cubicBezTo>
                        <a:pt x="61" y="452"/>
                        <a:pt x="51" y="221"/>
                        <a:pt x="3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63" name="Google Shape;22803;p75"/>
                <p:cNvSpPr/>
                <p:nvPr/>
              </p:nvSpPr>
              <p:spPr>
                <a:xfrm>
                  <a:off x="4936425" y="1900575"/>
                  <a:ext cx="15825" cy="1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3" h="673" extrusionOk="0">
                      <a:moveTo>
                        <a:pt x="0" y="1"/>
                      </a:moveTo>
                      <a:lnTo>
                        <a:pt x="0" y="673"/>
                      </a:lnTo>
                      <a:lnTo>
                        <a:pt x="632" y="673"/>
                      </a:lnTo>
                      <a:lnTo>
                        <a:pt x="632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2528" name="Google Shape;22804;p75"/>
                <p:cNvSpPr/>
                <p:nvPr/>
              </p:nvSpPr>
              <p:spPr>
                <a:xfrm>
                  <a:off x="4934925" y="1899325"/>
                  <a:ext cx="18325" cy="1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3" h="753" extrusionOk="0">
                      <a:moveTo>
                        <a:pt x="662" y="71"/>
                      </a:moveTo>
                      <a:lnTo>
                        <a:pt x="662" y="662"/>
                      </a:lnTo>
                      <a:lnTo>
                        <a:pt x="80" y="673"/>
                      </a:lnTo>
                      <a:lnTo>
                        <a:pt x="80" y="81"/>
                      </a:lnTo>
                      <a:lnTo>
                        <a:pt x="662" y="71"/>
                      </a:lnTo>
                      <a:close/>
                      <a:moveTo>
                        <a:pt x="732" y="0"/>
                      </a:moveTo>
                      <a:lnTo>
                        <a:pt x="0" y="10"/>
                      </a:lnTo>
                      <a:lnTo>
                        <a:pt x="0" y="753"/>
                      </a:lnTo>
                      <a:lnTo>
                        <a:pt x="732" y="733"/>
                      </a:lnTo>
                      <a:lnTo>
                        <a:pt x="732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2529" name="Google Shape;22805;p75"/>
                <p:cNvSpPr/>
                <p:nvPr/>
              </p:nvSpPr>
              <p:spPr>
                <a:xfrm>
                  <a:off x="4958725" y="1888550"/>
                  <a:ext cx="1550" cy="3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" h="1224" extrusionOk="0">
                      <a:moveTo>
                        <a:pt x="11" y="0"/>
                      </a:moveTo>
                      <a:cubicBezTo>
                        <a:pt x="11" y="100"/>
                        <a:pt x="1" y="211"/>
                        <a:pt x="1" y="321"/>
                      </a:cubicBezTo>
                      <a:cubicBezTo>
                        <a:pt x="1" y="622"/>
                        <a:pt x="11" y="923"/>
                        <a:pt x="31" y="1224"/>
                      </a:cubicBezTo>
                      <a:cubicBezTo>
                        <a:pt x="61" y="923"/>
                        <a:pt x="61" y="622"/>
                        <a:pt x="61" y="321"/>
                      </a:cubicBezTo>
                      <a:cubicBezTo>
                        <a:pt x="61" y="221"/>
                        <a:pt x="61" y="131"/>
                        <a:pt x="61" y="30"/>
                      </a:cubicBezTo>
                      <a:lnTo>
                        <a:pt x="51" y="3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2530" name="Google Shape;22806;p75"/>
                <p:cNvSpPr/>
                <p:nvPr/>
              </p:nvSpPr>
              <p:spPr>
                <a:xfrm>
                  <a:off x="4958975" y="1888550"/>
                  <a:ext cx="1050" cy="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" h="31" extrusionOk="0">
                      <a:moveTo>
                        <a:pt x="1" y="0"/>
                      </a:moveTo>
                      <a:lnTo>
                        <a:pt x="41" y="3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7E757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2531" name="Google Shape;22807;p75"/>
                <p:cNvSpPr/>
                <p:nvPr/>
              </p:nvSpPr>
              <p:spPr>
                <a:xfrm>
                  <a:off x="4958975" y="1888550"/>
                  <a:ext cx="27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" extrusionOk="0">
                      <a:moveTo>
                        <a:pt x="1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857A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sp>
          <p:nvSpPr>
            <p:cNvPr id="11" name="Google Shape;22808;p75"/>
            <p:cNvSpPr/>
            <p:nvPr/>
          </p:nvSpPr>
          <p:spPr>
            <a:xfrm>
              <a:off x="6815190" y="3080408"/>
              <a:ext cx="288237" cy="60101"/>
            </a:xfrm>
            <a:custGeom>
              <a:avLst/>
              <a:gdLst/>
              <a:ahLst/>
              <a:cxnLst/>
              <a:rect l="l" t="t" r="r" b="b"/>
              <a:pathLst>
                <a:path w="3712" h="774" extrusionOk="0">
                  <a:moveTo>
                    <a:pt x="0" y="773"/>
                  </a:moveTo>
                  <a:cubicBezTo>
                    <a:pt x="1254" y="512"/>
                    <a:pt x="2488" y="252"/>
                    <a:pt x="3712" y="1"/>
                  </a:cubicBezTo>
                  <a:lnTo>
                    <a:pt x="3712" y="1"/>
                  </a:lnTo>
                  <a:cubicBezTo>
                    <a:pt x="2488" y="252"/>
                    <a:pt x="1254" y="512"/>
                    <a:pt x="0" y="773"/>
                  </a:cubicBezTo>
                  <a:close/>
                </a:path>
              </a:pathLst>
            </a:custGeom>
            <a:solidFill>
              <a:srgbClr val="D5E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pic>
        <p:nvPicPr>
          <p:cNvPr id="22532" name="Picture 22531">
            <a:extLst>
              <a:ext uri="{FF2B5EF4-FFF2-40B4-BE49-F238E27FC236}">
                <a16:creationId xmlns:a16="http://schemas.microsoft.com/office/drawing/2014/main" id="{40C6AE59-BDF3-6E7D-404F-5DC3442F615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83033" y="4888587"/>
            <a:ext cx="453252" cy="389332"/>
          </a:xfrm>
          <a:prstGeom prst="rect">
            <a:avLst/>
          </a:prstGeom>
        </p:spPr>
      </p:pic>
      <p:sp>
        <p:nvSpPr>
          <p:cNvPr id="2" name="Google Shape;15286;p52">
            <a:extLst>
              <a:ext uri="{FF2B5EF4-FFF2-40B4-BE49-F238E27FC236}">
                <a16:creationId xmlns:a16="http://schemas.microsoft.com/office/drawing/2014/main" id="{D07E1B6D-9DF1-FB05-D96E-2EC3684A01DA}"/>
              </a:ext>
            </a:extLst>
          </p:cNvPr>
          <p:cNvSpPr txBox="1">
            <a:spLocks/>
          </p:cNvSpPr>
          <p:nvPr/>
        </p:nvSpPr>
        <p:spPr>
          <a:xfrm>
            <a:off x="0" y="881922"/>
            <a:ext cx="1005027" cy="628689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1500" b="1" dirty="0">
                <a:solidFill>
                  <a:schemeClr val="accent5">
                    <a:lumMod val="90000"/>
                    <a:lumOff val="10000"/>
                  </a:schemeClr>
                </a:solidFill>
                <a:latin typeface="Chivo" panose="020B0604020202020204" charset="0"/>
                <a:ea typeface="Chivo" panose="020B0604020202020204" charset="0"/>
                <a:cs typeface="Chivo" panose="020B0604020202020204" charset="0"/>
              </a:rPr>
              <a:t>Our</a:t>
            </a:r>
          </a:p>
          <a:p>
            <a:pPr algn="ctr"/>
            <a:r>
              <a:rPr lang="en-US" sz="1500" b="1" dirty="0">
                <a:solidFill>
                  <a:schemeClr val="accent5">
                    <a:lumMod val="90000"/>
                    <a:lumOff val="10000"/>
                  </a:schemeClr>
                </a:solidFill>
                <a:latin typeface="Chivo" panose="020B0604020202020204" charset="0"/>
                <a:ea typeface="Chivo" panose="020B0604020202020204" charset="0"/>
                <a:cs typeface="Chivo" panose="020B0604020202020204" charset="0"/>
              </a:rPr>
              <a:t>Baseline 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141">
          <a:extLst>
            <a:ext uri="{FF2B5EF4-FFF2-40B4-BE49-F238E27FC236}">
              <a16:creationId xmlns:a16="http://schemas.microsoft.com/office/drawing/2014/main" id="{512EBF89-FEA0-8B97-5C0A-C04416EEC3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42" name="Google Shape;17142;p56">
            <a:extLst>
              <a:ext uri="{FF2B5EF4-FFF2-40B4-BE49-F238E27FC236}">
                <a16:creationId xmlns:a16="http://schemas.microsoft.com/office/drawing/2014/main" id="{3545C359-0FBE-5C2D-4FD3-4FAF3774D92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29427" y="871840"/>
            <a:ext cx="7704000" cy="57716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dirty="0"/>
              <a:t>Cybersecurity-Related Challenges </a:t>
            </a:r>
            <a:endParaRPr sz="3600" dirty="0"/>
          </a:p>
        </p:txBody>
      </p:sp>
      <p:sp>
        <p:nvSpPr>
          <p:cNvPr id="17143" name="Google Shape;17143;p56">
            <a:extLst>
              <a:ext uri="{FF2B5EF4-FFF2-40B4-BE49-F238E27FC236}">
                <a16:creationId xmlns:a16="http://schemas.microsoft.com/office/drawing/2014/main" id="{ED7F2AAB-5BEF-D897-3C89-6269230997B8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1221827" y="1754919"/>
            <a:ext cx="3459600" cy="252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-US" dirty="0"/>
              <a:t>Real -World Incidents </a:t>
            </a:r>
          </a:p>
          <a:p>
            <a:pPr marL="285750" lvl="0" indent="-285750" algn="l" rtl="0">
              <a:spcBef>
                <a:spcPts val="0"/>
              </a:spcBef>
              <a:spcAft>
                <a:spcPts val="1200"/>
              </a:spcAft>
              <a:buSzPct val="120000"/>
              <a:buFont typeface="Arial" panose="020B0604020202020204" pitchFamily="34" charset="0"/>
              <a:buChar char="•"/>
            </a:pPr>
            <a:r>
              <a:rPr lang="en-US" dirty="0"/>
              <a:t>JBS Foods Ransomware Assault </a:t>
            </a:r>
          </a:p>
          <a:p>
            <a:pPr marL="285750" lvl="0" indent="-285750" algn="l" rtl="0">
              <a:spcBef>
                <a:spcPts val="0"/>
              </a:spcBef>
              <a:spcAft>
                <a:spcPts val="1200"/>
              </a:spcAft>
              <a:buSzPct val="120000"/>
              <a:buFont typeface="Arial" panose="020B0604020202020204" pitchFamily="34" charset="0"/>
              <a:buChar char="•"/>
            </a:pPr>
            <a:r>
              <a:rPr lang="en-US" dirty="0"/>
              <a:t>Danish Crown Cyberattack </a:t>
            </a:r>
          </a:p>
          <a:p>
            <a:pPr marL="285750" lvl="0" indent="-285750" algn="l" rtl="0">
              <a:spcBef>
                <a:spcPts val="0"/>
              </a:spcBef>
              <a:spcAft>
                <a:spcPts val="1200"/>
              </a:spcAft>
              <a:buSzPct val="120000"/>
              <a:buFont typeface="Arial" panose="020B0604020202020204" pitchFamily="34" charset="0"/>
              <a:buChar char="•"/>
            </a:pPr>
            <a:r>
              <a:rPr lang="en-US" dirty="0"/>
              <a:t>Schreiber Foods Ransomware Incident </a:t>
            </a:r>
            <a:endParaRPr dirty="0"/>
          </a:p>
        </p:txBody>
      </p:sp>
      <p:sp>
        <p:nvSpPr>
          <p:cNvPr id="17144" name="Google Shape;17144;p56">
            <a:extLst>
              <a:ext uri="{FF2B5EF4-FFF2-40B4-BE49-F238E27FC236}">
                <a16:creationId xmlns:a16="http://schemas.microsoft.com/office/drawing/2014/main" id="{073E117C-8137-D0FB-45A3-B6B808831A2B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5057419" y="1757223"/>
            <a:ext cx="2806525" cy="252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-US" dirty="0"/>
              <a:t>Our Incident </a:t>
            </a:r>
          </a:p>
          <a:p>
            <a:pPr marL="285750" lvl="0" indent="-285750" algn="l" rtl="0">
              <a:spcBef>
                <a:spcPts val="0"/>
              </a:spcBef>
              <a:spcAft>
                <a:spcPts val="1200"/>
              </a:spcAft>
              <a:buSzPct val="120000"/>
              <a:buFont typeface="Arial" panose="020B0604020202020204" pitchFamily="34" charset="0"/>
              <a:buChar char="•"/>
            </a:pPr>
            <a:r>
              <a:rPr lang="en-US" dirty="0"/>
              <a:t>Prime Pack Beef Ransomware Incident </a:t>
            </a:r>
            <a:endParaRPr dirty="0"/>
          </a:p>
        </p:txBody>
      </p:sp>
      <p:sp>
        <p:nvSpPr>
          <p:cNvPr id="17145" name="Google Shape;17145;p56">
            <a:extLst>
              <a:ext uri="{FF2B5EF4-FFF2-40B4-BE49-F238E27FC236}">
                <a16:creationId xmlns:a16="http://schemas.microsoft.com/office/drawing/2014/main" id="{A1B16C4A-032E-3349-FB6F-BCFE975FD0CA}"/>
              </a:ext>
            </a:extLst>
          </p:cNvPr>
          <p:cNvSpPr/>
          <p:nvPr/>
        </p:nvSpPr>
        <p:spPr>
          <a:xfrm flipH="1">
            <a:off x="2296502" y="224049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146" name="Google Shape;17146;p56">
            <a:extLst>
              <a:ext uri="{FF2B5EF4-FFF2-40B4-BE49-F238E27FC236}">
                <a16:creationId xmlns:a16="http://schemas.microsoft.com/office/drawing/2014/main" id="{B720DB23-2695-18D4-DB0F-6461315302AA}"/>
              </a:ext>
            </a:extLst>
          </p:cNvPr>
          <p:cNvSpPr/>
          <p:nvPr/>
        </p:nvSpPr>
        <p:spPr>
          <a:xfrm flipH="1">
            <a:off x="4420877" y="4388449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147" name="Google Shape;17147;p56">
            <a:extLst>
              <a:ext uri="{FF2B5EF4-FFF2-40B4-BE49-F238E27FC236}">
                <a16:creationId xmlns:a16="http://schemas.microsoft.com/office/drawing/2014/main" id="{120B8168-44AE-2D3B-A580-07C89525B089}"/>
              </a:ext>
            </a:extLst>
          </p:cNvPr>
          <p:cNvSpPr/>
          <p:nvPr/>
        </p:nvSpPr>
        <p:spPr>
          <a:xfrm flipH="1">
            <a:off x="175152" y="3047774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148" name="Google Shape;17148;p56">
            <a:extLst>
              <a:ext uri="{FF2B5EF4-FFF2-40B4-BE49-F238E27FC236}">
                <a16:creationId xmlns:a16="http://schemas.microsoft.com/office/drawing/2014/main" id="{81107BD0-8BEF-0121-BA6B-2B47DEA00AA3}"/>
              </a:ext>
            </a:extLst>
          </p:cNvPr>
          <p:cNvSpPr/>
          <p:nvPr/>
        </p:nvSpPr>
        <p:spPr>
          <a:xfrm>
            <a:off x="8608388" y="1730250"/>
            <a:ext cx="535608" cy="233315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7149" name="Google Shape;17149;p56">
            <a:extLst>
              <a:ext uri="{FF2B5EF4-FFF2-40B4-BE49-F238E27FC236}">
                <a16:creationId xmlns:a16="http://schemas.microsoft.com/office/drawing/2014/main" id="{E30A2725-5A92-31C2-DE1A-E5137AA879C4}"/>
              </a:ext>
            </a:extLst>
          </p:cNvPr>
          <p:cNvGrpSpPr/>
          <p:nvPr/>
        </p:nvGrpSpPr>
        <p:grpSpPr>
          <a:xfrm>
            <a:off x="5745248" y="4508062"/>
            <a:ext cx="478811" cy="404373"/>
            <a:chOff x="4635873" y="4120337"/>
            <a:chExt cx="478811" cy="404373"/>
          </a:xfrm>
        </p:grpSpPr>
        <p:sp>
          <p:nvSpPr>
            <p:cNvPr id="17150" name="Google Shape;17150;p56">
              <a:extLst>
                <a:ext uri="{FF2B5EF4-FFF2-40B4-BE49-F238E27FC236}">
                  <a16:creationId xmlns:a16="http://schemas.microsoft.com/office/drawing/2014/main" id="{FDC8A7D4-4C57-3BC0-0BA7-6C62E420365A}"/>
                </a:ext>
              </a:extLst>
            </p:cNvPr>
            <p:cNvSpPr/>
            <p:nvPr/>
          </p:nvSpPr>
          <p:spPr>
            <a:xfrm>
              <a:off x="4635873" y="4145110"/>
              <a:ext cx="55378" cy="225868"/>
            </a:xfrm>
            <a:custGeom>
              <a:avLst/>
              <a:gdLst/>
              <a:ahLst/>
              <a:cxnLst/>
              <a:rect l="l" t="t" r="r" b="b"/>
              <a:pathLst>
                <a:path w="342" h="1395" extrusionOk="0">
                  <a:moveTo>
                    <a:pt x="281" y="0"/>
                  </a:moveTo>
                  <a:cubicBezTo>
                    <a:pt x="221" y="40"/>
                    <a:pt x="111" y="381"/>
                    <a:pt x="111" y="582"/>
                  </a:cubicBezTo>
                  <a:cubicBezTo>
                    <a:pt x="111" y="793"/>
                    <a:pt x="1" y="1043"/>
                    <a:pt x="11" y="1164"/>
                  </a:cubicBezTo>
                  <a:cubicBezTo>
                    <a:pt x="31" y="1294"/>
                    <a:pt x="31" y="1364"/>
                    <a:pt x="21" y="1394"/>
                  </a:cubicBezTo>
                  <a:cubicBezTo>
                    <a:pt x="21" y="1394"/>
                    <a:pt x="41" y="1364"/>
                    <a:pt x="51" y="1314"/>
                  </a:cubicBezTo>
                  <a:cubicBezTo>
                    <a:pt x="61" y="1274"/>
                    <a:pt x="71" y="1224"/>
                    <a:pt x="71" y="1174"/>
                  </a:cubicBezTo>
                  <a:lnTo>
                    <a:pt x="71" y="1174"/>
                  </a:lnTo>
                  <a:cubicBezTo>
                    <a:pt x="71" y="1174"/>
                    <a:pt x="91" y="1254"/>
                    <a:pt x="51" y="1364"/>
                  </a:cubicBezTo>
                  <a:cubicBezTo>
                    <a:pt x="51" y="1364"/>
                    <a:pt x="111" y="1294"/>
                    <a:pt x="101" y="1144"/>
                  </a:cubicBezTo>
                  <a:cubicBezTo>
                    <a:pt x="81" y="993"/>
                    <a:pt x="81" y="963"/>
                    <a:pt x="101" y="863"/>
                  </a:cubicBezTo>
                  <a:cubicBezTo>
                    <a:pt x="121" y="772"/>
                    <a:pt x="131" y="742"/>
                    <a:pt x="161" y="542"/>
                  </a:cubicBezTo>
                  <a:cubicBezTo>
                    <a:pt x="181" y="321"/>
                    <a:pt x="342" y="151"/>
                    <a:pt x="342" y="151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51" name="Google Shape;17151;p56">
              <a:extLst>
                <a:ext uri="{FF2B5EF4-FFF2-40B4-BE49-F238E27FC236}">
                  <a16:creationId xmlns:a16="http://schemas.microsoft.com/office/drawing/2014/main" id="{1944CB7E-51D0-30D8-BEE4-51A8FDE03966}"/>
                </a:ext>
              </a:extLst>
            </p:cNvPr>
            <p:cNvSpPr/>
            <p:nvPr/>
          </p:nvSpPr>
          <p:spPr>
            <a:xfrm>
              <a:off x="4712301" y="4264278"/>
              <a:ext cx="51978" cy="165151"/>
            </a:xfrm>
            <a:custGeom>
              <a:avLst/>
              <a:gdLst/>
              <a:ahLst/>
              <a:cxnLst/>
              <a:rect l="l" t="t" r="r" b="b"/>
              <a:pathLst>
                <a:path w="321" h="1020" extrusionOk="0">
                  <a:moveTo>
                    <a:pt x="145" y="1"/>
                  </a:moveTo>
                  <a:cubicBezTo>
                    <a:pt x="134" y="1"/>
                    <a:pt x="128" y="14"/>
                    <a:pt x="130" y="47"/>
                  </a:cubicBezTo>
                  <a:cubicBezTo>
                    <a:pt x="150" y="227"/>
                    <a:pt x="0" y="749"/>
                    <a:pt x="0" y="749"/>
                  </a:cubicBezTo>
                  <a:lnTo>
                    <a:pt x="110" y="1019"/>
                  </a:lnTo>
                  <a:cubicBezTo>
                    <a:pt x="110" y="1019"/>
                    <a:pt x="201" y="548"/>
                    <a:pt x="321" y="237"/>
                  </a:cubicBezTo>
                  <a:cubicBezTo>
                    <a:pt x="321" y="237"/>
                    <a:pt x="190" y="1"/>
                    <a:pt x="1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52" name="Google Shape;17152;p56">
              <a:extLst>
                <a:ext uri="{FF2B5EF4-FFF2-40B4-BE49-F238E27FC236}">
                  <a16:creationId xmlns:a16="http://schemas.microsoft.com/office/drawing/2014/main" id="{1DFDAD37-6F72-B18A-E158-6969935D2E94}"/>
                </a:ext>
              </a:extLst>
            </p:cNvPr>
            <p:cNvSpPr/>
            <p:nvPr/>
          </p:nvSpPr>
          <p:spPr>
            <a:xfrm>
              <a:off x="4715540" y="4278203"/>
              <a:ext cx="34166" cy="107348"/>
            </a:xfrm>
            <a:custGeom>
              <a:avLst/>
              <a:gdLst/>
              <a:ahLst/>
              <a:cxnLst/>
              <a:rect l="l" t="t" r="r" b="b"/>
              <a:pathLst>
                <a:path w="211" h="663" extrusionOk="0">
                  <a:moveTo>
                    <a:pt x="157" y="0"/>
                  </a:moveTo>
                  <a:cubicBezTo>
                    <a:pt x="144" y="0"/>
                    <a:pt x="131" y="4"/>
                    <a:pt x="120" y="11"/>
                  </a:cubicBezTo>
                  <a:lnTo>
                    <a:pt x="110" y="11"/>
                  </a:lnTo>
                  <a:cubicBezTo>
                    <a:pt x="110" y="181"/>
                    <a:pt x="30" y="502"/>
                    <a:pt x="0" y="623"/>
                  </a:cubicBezTo>
                  <a:cubicBezTo>
                    <a:pt x="0" y="633"/>
                    <a:pt x="0" y="653"/>
                    <a:pt x="10" y="663"/>
                  </a:cubicBezTo>
                  <a:cubicBezTo>
                    <a:pt x="90" y="482"/>
                    <a:pt x="151" y="292"/>
                    <a:pt x="201" y="91"/>
                  </a:cubicBezTo>
                  <a:lnTo>
                    <a:pt x="211" y="31"/>
                  </a:lnTo>
                  <a:cubicBezTo>
                    <a:pt x="204" y="11"/>
                    <a:pt x="181" y="0"/>
                    <a:pt x="157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53" name="Google Shape;17153;p56">
              <a:extLst>
                <a:ext uri="{FF2B5EF4-FFF2-40B4-BE49-F238E27FC236}">
                  <a16:creationId xmlns:a16="http://schemas.microsoft.com/office/drawing/2014/main" id="{C78482F8-9B8C-FA19-ABE5-7B11C68268BE}"/>
                </a:ext>
              </a:extLst>
            </p:cNvPr>
            <p:cNvSpPr/>
            <p:nvPr/>
          </p:nvSpPr>
          <p:spPr>
            <a:xfrm>
              <a:off x="4653859" y="4121224"/>
              <a:ext cx="380362" cy="403486"/>
            </a:xfrm>
            <a:custGeom>
              <a:avLst/>
              <a:gdLst/>
              <a:ahLst/>
              <a:cxnLst/>
              <a:rect l="l" t="t" r="r" b="b"/>
              <a:pathLst>
                <a:path w="2349" h="2492" extrusionOk="0">
                  <a:moveTo>
                    <a:pt x="548" y="0"/>
                  </a:moveTo>
                  <a:cubicBezTo>
                    <a:pt x="430" y="0"/>
                    <a:pt x="332" y="29"/>
                    <a:pt x="282" y="73"/>
                  </a:cubicBezTo>
                  <a:cubicBezTo>
                    <a:pt x="202" y="133"/>
                    <a:pt x="31" y="243"/>
                    <a:pt x="11" y="304"/>
                  </a:cubicBezTo>
                  <a:cubicBezTo>
                    <a:pt x="1" y="374"/>
                    <a:pt x="21" y="655"/>
                    <a:pt x="61" y="755"/>
                  </a:cubicBezTo>
                  <a:cubicBezTo>
                    <a:pt x="111" y="865"/>
                    <a:pt x="212" y="1156"/>
                    <a:pt x="222" y="1287"/>
                  </a:cubicBezTo>
                  <a:cubicBezTo>
                    <a:pt x="232" y="1417"/>
                    <a:pt x="232" y="1467"/>
                    <a:pt x="272" y="1608"/>
                  </a:cubicBezTo>
                  <a:cubicBezTo>
                    <a:pt x="312" y="1748"/>
                    <a:pt x="332" y="1949"/>
                    <a:pt x="332" y="2069"/>
                  </a:cubicBezTo>
                  <a:cubicBezTo>
                    <a:pt x="332" y="2189"/>
                    <a:pt x="292" y="2219"/>
                    <a:pt x="342" y="2290"/>
                  </a:cubicBezTo>
                  <a:cubicBezTo>
                    <a:pt x="366" y="2332"/>
                    <a:pt x="438" y="2349"/>
                    <a:pt x="493" y="2349"/>
                  </a:cubicBezTo>
                  <a:cubicBezTo>
                    <a:pt x="530" y="2349"/>
                    <a:pt x="559" y="2342"/>
                    <a:pt x="563" y="2330"/>
                  </a:cubicBezTo>
                  <a:cubicBezTo>
                    <a:pt x="563" y="2300"/>
                    <a:pt x="553" y="2229"/>
                    <a:pt x="533" y="2169"/>
                  </a:cubicBezTo>
                  <a:cubicBezTo>
                    <a:pt x="512" y="2109"/>
                    <a:pt x="452" y="1828"/>
                    <a:pt x="452" y="1728"/>
                  </a:cubicBezTo>
                  <a:cubicBezTo>
                    <a:pt x="452" y="1638"/>
                    <a:pt x="412" y="1437"/>
                    <a:pt x="412" y="1327"/>
                  </a:cubicBezTo>
                  <a:cubicBezTo>
                    <a:pt x="422" y="1206"/>
                    <a:pt x="442" y="1016"/>
                    <a:pt x="442" y="1016"/>
                  </a:cubicBezTo>
                  <a:cubicBezTo>
                    <a:pt x="442" y="1016"/>
                    <a:pt x="512" y="1086"/>
                    <a:pt x="703" y="1186"/>
                  </a:cubicBezTo>
                  <a:cubicBezTo>
                    <a:pt x="811" y="1240"/>
                    <a:pt x="938" y="1251"/>
                    <a:pt x="1022" y="1251"/>
                  </a:cubicBezTo>
                  <a:cubicBezTo>
                    <a:pt x="1077" y="1251"/>
                    <a:pt x="1114" y="1246"/>
                    <a:pt x="1114" y="1246"/>
                  </a:cubicBezTo>
                  <a:cubicBezTo>
                    <a:pt x="1124" y="1277"/>
                    <a:pt x="1225" y="1557"/>
                    <a:pt x="1215" y="1638"/>
                  </a:cubicBezTo>
                  <a:cubicBezTo>
                    <a:pt x="1215" y="1718"/>
                    <a:pt x="1225" y="1838"/>
                    <a:pt x="1225" y="1878"/>
                  </a:cubicBezTo>
                  <a:cubicBezTo>
                    <a:pt x="1235" y="1929"/>
                    <a:pt x="1195" y="2310"/>
                    <a:pt x="1195" y="2320"/>
                  </a:cubicBezTo>
                  <a:cubicBezTo>
                    <a:pt x="1205" y="2340"/>
                    <a:pt x="1174" y="2450"/>
                    <a:pt x="1174" y="2450"/>
                  </a:cubicBezTo>
                  <a:cubicBezTo>
                    <a:pt x="1174" y="2450"/>
                    <a:pt x="1205" y="2480"/>
                    <a:pt x="1275" y="2490"/>
                  </a:cubicBezTo>
                  <a:cubicBezTo>
                    <a:pt x="1345" y="2490"/>
                    <a:pt x="1405" y="2470"/>
                    <a:pt x="1405" y="2460"/>
                  </a:cubicBezTo>
                  <a:cubicBezTo>
                    <a:pt x="1415" y="2440"/>
                    <a:pt x="1375" y="2370"/>
                    <a:pt x="1375" y="2320"/>
                  </a:cubicBezTo>
                  <a:cubicBezTo>
                    <a:pt x="1375" y="2270"/>
                    <a:pt x="1355" y="1919"/>
                    <a:pt x="1355" y="1868"/>
                  </a:cubicBezTo>
                  <a:cubicBezTo>
                    <a:pt x="1355" y="1818"/>
                    <a:pt x="1385" y="1808"/>
                    <a:pt x="1385" y="1658"/>
                  </a:cubicBezTo>
                  <a:cubicBezTo>
                    <a:pt x="1375" y="1507"/>
                    <a:pt x="1395" y="1347"/>
                    <a:pt x="1395" y="1347"/>
                  </a:cubicBezTo>
                  <a:cubicBezTo>
                    <a:pt x="1395" y="1347"/>
                    <a:pt x="1495" y="1417"/>
                    <a:pt x="1546" y="1447"/>
                  </a:cubicBezTo>
                  <a:cubicBezTo>
                    <a:pt x="1562" y="1455"/>
                    <a:pt x="1582" y="1458"/>
                    <a:pt x="1603" y="1458"/>
                  </a:cubicBezTo>
                  <a:cubicBezTo>
                    <a:pt x="1658" y="1458"/>
                    <a:pt x="1716" y="1437"/>
                    <a:pt x="1716" y="1437"/>
                  </a:cubicBezTo>
                  <a:cubicBezTo>
                    <a:pt x="1716" y="1437"/>
                    <a:pt x="1726" y="1497"/>
                    <a:pt x="1756" y="1577"/>
                  </a:cubicBezTo>
                  <a:cubicBezTo>
                    <a:pt x="1776" y="1648"/>
                    <a:pt x="1826" y="1848"/>
                    <a:pt x="1847" y="1949"/>
                  </a:cubicBezTo>
                  <a:cubicBezTo>
                    <a:pt x="1867" y="2049"/>
                    <a:pt x="1937" y="2350"/>
                    <a:pt x="1937" y="2360"/>
                  </a:cubicBezTo>
                  <a:cubicBezTo>
                    <a:pt x="1937" y="2380"/>
                    <a:pt x="1927" y="2450"/>
                    <a:pt x="1967" y="2480"/>
                  </a:cubicBezTo>
                  <a:cubicBezTo>
                    <a:pt x="1978" y="2488"/>
                    <a:pt x="2010" y="2491"/>
                    <a:pt x="2046" y="2491"/>
                  </a:cubicBezTo>
                  <a:cubicBezTo>
                    <a:pt x="2102" y="2491"/>
                    <a:pt x="2168" y="2483"/>
                    <a:pt x="2168" y="2470"/>
                  </a:cubicBezTo>
                  <a:cubicBezTo>
                    <a:pt x="2168" y="2450"/>
                    <a:pt x="2137" y="2390"/>
                    <a:pt x="2137" y="2370"/>
                  </a:cubicBezTo>
                  <a:cubicBezTo>
                    <a:pt x="2137" y="2350"/>
                    <a:pt x="2037" y="2189"/>
                    <a:pt x="2007" y="2109"/>
                  </a:cubicBezTo>
                  <a:cubicBezTo>
                    <a:pt x="1987" y="2029"/>
                    <a:pt x="1977" y="1959"/>
                    <a:pt x="1987" y="1878"/>
                  </a:cubicBezTo>
                  <a:cubicBezTo>
                    <a:pt x="1987" y="1798"/>
                    <a:pt x="1937" y="1728"/>
                    <a:pt x="1947" y="1587"/>
                  </a:cubicBezTo>
                  <a:cubicBezTo>
                    <a:pt x="1957" y="1447"/>
                    <a:pt x="2017" y="1076"/>
                    <a:pt x="2067" y="1026"/>
                  </a:cubicBezTo>
                  <a:cubicBezTo>
                    <a:pt x="2102" y="982"/>
                    <a:pt x="2191" y="900"/>
                    <a:pt x="2239" y="900"/>
                  </a:cubicBezTo>
                  <a:cubicBezTo>
                    <a:pt x="2247" y="900"/>
                    <a:pt x="2253" y="902"/>
                    <a:pt x="2258" y="905"/>
                  </a:cubicBezTo>
                  <a:cubicBezTo>
                    <a:pt x="2278" y="915"/>
                    <a:pt x="2308" y="946"/>
                    <a:pt x="2348" y="976"/>
                  </a:cubicBezTo>
                  <a:cubicBezTo>
                    <a:pt x="2338" y="705"/>
                    <a:pt x="2348" y="444"/>
                    <a:pt x="2308" y="173"/>
                  </a:cubicBezTo>
                  <a:cubicBezTo>
                    <a:pt x="2258" y="193"/>
                    <a:pt x="2228" y="213"/>
                    <a:pt x="2208" y="223"/>
                  </a:cubicBezTo>
                  <a:cubicBezTo>
                    <a:pt x="2201" y="225"/>
                    <a:pt x="2194" y="226"/>
                    <a:pt x="2187" y="226"/>
                  </a:cubicBezTo>
                  <a:cubicBezTo>
                    <a:pt x="2153" y="226"/>
                    <a:pt x="2113" y="208"/>
                    <a:pt x="1997" y="183"/>
                  </a:cubicBezTo>
                  <a:cubicBezTo>
                    <a:pt x="1857" y="143"/>
                    <a:pt x="1746" y="83"/>
                    <a:pt x="1596" y="73"/>
                  </a:cubicBezTo>
                  <a:cubicBezTo>
                    <a:pt x="1579" y="70"/>
                    <a:pt x="1559" y="68"/>
                    <a:pt x="1536" y="68"/>
                  </a:cubicBezTo>
                  <a:cubicBezTo>
                    <a:pt x="1491" y="68"/>
                    <a:pt x="1435" y="73"/>
                    <a:pt x="1375" y="73"/>
                  </a:cubicBezTo>
                  <a:cubicBezTo>
                    <a:pt x="1307" y="77"/>
                    <a:pt x="1231" y="80"/>
                    <a:pt x="1154" y="80"/>
                  </a:cubicBezTo>
                  <a:cubicBezTo>
                    <a:pt x="1026" y="80"/>
                    <a:pt x="892" y="70"/>
                    <a:pt x="773" y="33"/>
                  </a:cubicBezTo>
                  <a:cubicBezTo>
                    <a:pt x="695" y="10"/>
                    <a:pt x="618" y="0"/>
                    <a:pt x="548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54" name="Google Shape;17154;p56">
              <a:extLst>
                <a:ext uri="{FF2B5EF4-FFF2-40B4-BE49-F238E27FC236}">
                  <a16:creationId xmlns:a16="http://schemas.microsoft.com/office/drawing/2014/main" id="{EBC619AB-DD09-BBD2-6429-0B1C4A633731}"/>
                </a:ext>
              </a:extLst>
            </p:cNvPr>
            <p:cNvSpPr/>
            <p:nvPr/>
          </p:nvSpPr>
          <p:spPr>
            <a:xfrm>
              <a:off x="4704043" y="4263631"/>
              <a:ext cx="40805" cy="236230"/>
            </a:xfrm>
            <a:custGeom>
              <a:avLst/>
              <a:gdLst/>
              <a:ahLst/>
              <a:cxnLst/>
              <a:rect l="l" t="t" r="r" b="b"/>
              <a:pathLst>
                <a:path w="252" h="1459" extrusionOk="0">
                  <a:moveTo>
                    <a:pt x="1" y="0"/>
                  </a:moveTo>
                  <a:cubicBezTo>
                    <a:pt x="1" y="0"/>
                    <a:pt x="21" y="582"/>
                    <a:pt x="51" y="753"/>
                  </a:cubicBezTo>
                  <a:cubicBezTo>
                    <a:pt x="81" y="913"/>
                    <a:pt x="131" y="1304"/>
                    <a:pt x="131" y="1455"/>
                  </a:cubicBezTo>
                  <a:cubicBezTo>
                    <a:pt x="149" y="1458"/>
                    <a:pt x="166" y="1459"/>
                    <a:pt x="181" y="1459"/>
                  </a:cubicBezTo>
                  <a:cubicBezTo>
                    <a:pt x="217" y="1459"/>
                    <a:pt x="245" y="1452"/>
                    <a:pt x="252" y="1445"/>
                  </a:cubicBezTo>
                  <a:cubicBezTo>
                    <a:pt x="252" y="1415"/>
                    <a:pt x="242" y="1344"/>
                    <a:pt x="222" y="1284"/>
                  </a:cubicBezTo>
                  <a:cubicBezTo>
                    <a:pt x="201" y="1224"/>
                    <a:pt x="141" y="943"/>
                    <a:pt x="141" y="843"/>
                  </a:cubicBezTo>
                  <a:cubicBezTo>
                    <a:pt x="141" y="753"/>
                    <a:pt x="101" y="552"/>
                    <a:pt x="101" y="442"/>
                  </a:cubicBezTo>
                  <a:cubicBezTo>
                    <a:pt x="111" y="321"/>
                    <a:pt x="131" y="131"/>
                    <a:pt x="131" y="131"/>
                  </a:cubicBezTo>
                  <a:lnTo>
                    <a:pt x="1" y="0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55" name="Google Shape;17155;p56">
              <a:extLst>
                <a:ext uri="{FF2B5EF4-FFF2-40B4-BE49-F238E27FC236}">
                  <a16:creationId xmlns:a16="http://schemas.microsoft.com/office/drawing/2014/main" id="{BF638348-3302-8298-F356-8DB151DA5698}"/>
                </a:ext>
              </a:extLst>
            </p:cNvPr>
            <p:cNvSpPr/>
            <p:nvPr/>
          </p:nvSpPr>
          <p:spPr>
            <a:xfrm>
              <a:off x="4819495" y="4322081"/>
              <a:ext cx="14735" cy="1781"/>
            </a:xfrm>
            <a:custGeom>
              <a:avLst/>
              <a:gdLst/>
              <a:ahLst/>
              <a:cxnLst/>
              <a:rect l="l" t="t" r="r" b="b"/>
              <a:pathLst>
                <a:path w="91" h="11" extrusionOk="0">
                  <a:moveTo>
                    <a:pt x="90" y="0"/>
                  </a:moveTo>
                  <a:cubicBezTo>
                    <a:pt x="80" y="0"/>
                    <a:pt x="50" y="10"/>
                    <a:pt x="0" y="10"/>
                  </a:cubicBezTo>
                  <a:cubicBezTo>
                    <a:pt x="50" y="1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EFE8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56" name="Google Shape;17156;p56">
              <a:extLst>
                <a:ext uri="{FF2B5EF4-FFF2-40B4-BE49-F238E27FC236}">
                  <a16:creationId xmlns:a16="http://schemas.microsoft.com/office/drawing/2014/main" id="{D69D1819-8AF5-A48C-12AE-74310530258D}"/>
                </a:ext>
              </a:extLst>
            </p:cNvPr>
            <p:cNvSpPr/>
            <p:nvPr/>
          </p:nvSpPr>
          <p:spPr>
            <a:xfrm>
              <a:off x="4713920" y="4266869"/>
              <a:ext cx="120310" cy="56993"/>
            </a:xfrm>
            <a:custGeom>
              <a:avLst/>
              <a:gdLst/>
              <a:ahLst/>
              <a:cxnLst/>
              <a:rect l="l" t="t" r="r" b="b"/>
              <a:pathLst>
                <a:path w="743" h="352" extrusionOk="0">
                  <a:moveTo>
                    <a:pt x="120" y="0"/>
                  </a:moveTo>
                  <a:cubicBezTo>
                    <a:pt x="80" y="0"/>
                    <a:pt x="40" y="20"/>
                    <a:pt x="0" y="31"/>
                  </a:cubicBezTo>
                  <a:cubicBezTo>
                    <a:pt x="0" y="41"/>
                    <a:pt x="0" y="41"/>
                    <a:pt x="10" y="51"/>
                  </a:cubicBezTo>
                  <a:lnTo>
                    <a:pt x="70" y="111"/>
                  </a:lnTo>
                  <a:cubicBezTo>
                    <a:pt x="70" y="111"/>
                    <a:pt x="90" y="121"/>
                    <a:pt x="120" y="151"/>
                  </a:cubicBezTo>
                  <a:cubicBezTo>
                    <a:pt x="140" y="161"/>
                    <a:pt x="171" y="181"/>
                    <a:pt x="201" y="201"/>
                  </a:cubicBezTo>
                  <a:cubicBezTo>
                    <a:pt x="231" y="221"/>
                    <a:pt x="261" y="241"/>
                    <a:pt x="291" y="261"/>
                  </a:cubicBezTo>
                  <a:cubicBezTo>
                    <a:pt x="301" y="261"/>
                    <a:pt x="311" y="271"/>
                    <a:pt x="331" y="281"/>
                  </a:cubicBezTo>
                  <a:cubicBezTo>
                    <a:pt x="441" y="331"/>
                    <a:pt x="572" y="351"/>
                    <a:pt x="652" y="351"/>
                  </a:cubicBezTo>
                  <a:cubicBezTo>
                    <a:pt x="702" y="351"/>
                    <a:pt x="732" y="341"/>
                    <a:pt x="742" y="341"/>
                  </a:cubicBezTo>
                  <a:cubicBezTo>
                    <a:pt x="732" y="311"/>
                    <a:pt x="722" y="281"/>
                    <a:pt x="712" y="261"/>
                  </a:cubicBezTo>
                  <a:cubicBezTo>
                    <a:pt x="672" y="191"/>
                    <a:pt x="642" y="111"/>
                    <a:pt x="622" y="31"/>
                  </a:cubicBezTo>
                  <a:lnTo>
                    <a:pt x="622" y="31"/>
                  </a:lnTo>
                  <a:cubicBezTo>
                    <a:pt x="632" y="81"/>
                    <a:pt x="602" y="141"/>
                    <a:pt x="552" y="161"/>
                  </a:cubicBezTo>
                  <a:cubicBezTo>
                    <a:pt x="532" y="171"/>
                    <a:pt x="502" y="171"/>
                    <a:pt x="482" y="171"/>
                  </a:cubicBezTo>
                  <a:cubicBezTo>
                    <a:pt x="451" y="171"/>
                    <a:pt x="421" y="171"/>
                    <a:pt x="401" y="161"/>
                  </a:cubicBezTo>
                  <a:cubicBezTo>
                    <a:pt x="351" y="141"/>
                    <a:pt x="311" y="121"/>
                    <a:pt x="271" y="91"/>
                  </a:cubicBezTo>
                  <a:cubicBezTo>
                    <a:pt x="241" y="61"/>
                    <a:pt x="211" y="20"/>
                    <a:pt x="171" y="10"/>
                  </a:cubicBezTo>
                  <a:cubicBezTo>
                    <a:pt x="150" y="0"/>
                    <a:pt x="140" y="0"/>
                    <a:pt x="12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57" name="Google Shape;17157;p56">
              <a:extLst>
                <a:ext uri="{FF2B5EF4-FFF2-40B4-BE49-F238E27FC236}">
                  <a16:creationId xmlns:a16="http://schemas.microsoft.com/office/drawing/2014/main" id="{7F2BA906-0949-1A32-3AAF-97527D2E6AEB}"/>
                </a:ext>
              </a:extLst>
            </p:cNvPr>
            <p:cNvSpPr/>
            <p:nvPr/>
          </p:nvSpPr>
          <p:spPr>
            <a:xfrm>
              <a:off x="4715540" y="4274964"/>
              <a:ext cx="9877" cy="13115"/>
            </a:xfrm>
            <a:custGeom>
              <a:avLst/>
              <a:gdLst/>
              <a:ahLst/>
              <a:cxnLst/>
              <a:rect l="l" t="t" r="r" b="b"/>
              <a:pathLst>
                <a:path w="61" h="81" extrusionOk="0">
                  <a:moveTo>
                    <a:pt x="0" y="1"/>
                  </a:moveTo>
                  <a:cubicBezTo>
                    <a:pt x="20" y="31"/>
                    <a:pt x="40" y="51"/>
                    <a:pt x="60" y="81"/>
                  </a:cubicBezTo>
                  <a:cubicBezTo>
                    <a:pt x="60" y="71"/>
                    <a:pt x="60" y="61"/>
                    <a:pt x="60" y="6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58" name="Google Shape;17158;p56">
              <a:extLst>
                <a:ext uri="{FF2B5EF4-FFF2-40B4-BE49-F238E27FC236}">
                  <a16:creationId xmlns:a16="http://schemas.microsoft.com/office/drawing/2014/main" id="{BB415787-B66A-D814-CDA5-721EB58F7AFC}"/>
                </a:ext>
              </a:extLst>
            </p:cNvPr>
            <p:cNvSpPr/>
            <p:nvPr/>
          </p:nvSpPr>
          <p:spPr>
            <a:xfrm>
              <a:off x="4931547" y="4291156"/>
              <a:ext cx="73190" cy="232506"/>
            </a:xfrm>
            <a:custGeom>
              <a:avLst/>
              <a:gdLst/>
              <a:ahLst/>
              <a:cxnLst/>
              <a:rect l="l" t="t" r="r" b="b"/>
              <a:pathLst>
                <a:path w="452" h="1436" extrusionOk="0">
                  <a:moveTo>
                    <a:pt x="331" y="1"/>
                  </a:moveTo>
                  <a:cubicBezTo>
                    <a:pt x="311" y="31"/>
                    <a:pt x="281" y="91"/>
                    <a:pt x="271" y="111"/>
                  </a:cubicBezTo>
                  <a:cubicBezTo>
                    <a:pt x="211" y="171"/>
                    <a:pt x="181" y="232"/>
                    <a:pt x="120" y="302"/>
                  </a:cubicBezTo>
                  <a:cubicBezTo>
                    <a:pt x="90" y="332"/>
                    <a:pt x="30" y="352"/>
                    <a:pt x="0" y="382"/>
                  </a:cubicBezTo>
                  <a:cubicBezTo>
                    <a:pt x="0" y="382"/>
                    <a:pt x="0" y="392"/>
                    <a:pt x="10" y="432"/>
                  </a:cubicBezTo>
                  <a:cubicBezTo>
                    <a:pt x="60" y="412"/>
                    <a:pt x="100" y="402"/>
                    <a:pt x="141" y="372"/>
                  </a:cubicBezTo>
                  <a:cubicBezTo>
                    <a:pt x="151" y="452"/>
                    <a:pt x="161" y="522"/>
                    <a:pt x="181" y="593"/>
                  </a:cubicBezTo>
                  <a:cubicBezTo>
                    <a:pt x="221" y="874"/>
                    <a:pt x="261" y="1154"/>
                    <a:pt x="361" y="1425"/>
                  </a:cubicBezTo>
                  <a:lnTo>
                    <a:pt x="371" y="1435"/>
                  </a:lnTo>
                  <a:cubicBezTo>
                    <a:pt x="411" y="1435"/>
                    <a:pt x="452" y="1425"/>
                    <a:pt x="452" y="1415"/>
                  </a:cubicBezTo>
                  <a:cubicBezTo>
                    <a:pt x="452" y="1395"/>
                    <a:pt x="421" y="1335"/>
                    <a:pt x="421" y="1315"/>
                  </a:cubicBezTo>
                  <a:cubicBezTo>
                    <a:pt x="421" y="1295"/>
                    <a:pt x="321" y="1134"/>
                    <a:pt x="291" y="1054"/>
                  </a:cubicBezTo>
                  <a:cubicBezTo>
                    <a:pt x="271" y="974"/>
                    <a:pt x="261" y="904"/>
                    <a:pt x="271" y="823"/>
                  </a:cubicBezTo>
                  <a:cubicBezTo>
                    <a:pt x="271" y="743"/>
                    <a:pt x="221" y="673"/>
                    <a:pt x="231" y="532"/>
                  </a:cubicBezTo>
                  <a:cubicBezTo>
                    <a:pt x="241" y="412"/>
                    <a:pt x="291" y="101"/>
                    <a:pt x="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59" name="Google Shape;17159;p56">
              <a:extLst>
                <a:ext uri="{FF2B5EF4-FFF2-40B4-BE49-F238E27FC236}">
                  <a16:creationId xmlns:a16="http://schemas.microsoft.com/office/drawing/2014/main" id="{350FC11F-9842-F8BF-BD7B-BB13E4FC2CE4}"/>
                </a:ext>
              </a:extLst>
            </p:cNvPr>
            <p:cNvSpPr/>
            <p:nvPr/>
          </p:nvSpPr>
          <p:spPr>
            <a:xfrm>
              <a:off x="4968790" y="4517026"/>
              <a:ext cx="3400" cy="5019"/>
            </a:xfrm>
            <a:custGeom>
              <a:avLst/>
              <a:gdLst/>
              <a:ahLst/>
              <a:cxnLst/>
              <a:rect l="l" t="t" r="r" b="b"/>
              <a:pathLst>
                <a:path w="21" h="31" extrusionOk="0">
                  <a:moveTo>
                    <a:pt x="21" y="30"/>
                  </a:moveTo>
                  <a:lnTo>
                    <a:pt x="21" y="20"/>
                  </a:lnTo>
                  <a:lnTo>
                    <a:pt x="21" y="30"/>
                  </a:lnTo>
                  <a:close/>
                  <a:moveTo>
                    <a:pt x="21" y="20"/>
                  </a:moveTo>
                  <a:lnTo>
                    <a:pt x="11" y="20"/>
                  </a:lnTo>
                  <a:lnTo>
                    <a:pt x="21" y="20"/>
                  </a:ln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20"/>
                  </a:moveTo>
                  <a:lnTo>
                    <a:pt x="11" y="20"/>
                  </a:lnTo>
                  <a:lnTo>
                    <a:pt x="11" y="20"/>
                  </a:ln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20"/>
                  </a:moveTo>
                  <a:cubicBezTo>
                    <a:pt x="11" y="20"/>
                    <a:pt x="11" y="10"/>
                    <a:pt x="11" y="10"/>
                  </a:cubicBezTo>
                  <a:cubicBezTo>
                    <a:pt x="11" y="10"/>
                    <a:pt x="11" y="20"/>
                    <a:pt x="11" y="20"/>
                  </a:cubicBezTo>
                  <a:close/>
                  <a:moveTo>
                    <a:pt x="11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lose/>
                  <a:moveTo>
                    <a:pt x="11" y="10"/>
                  </a:moveTo>
                  <a:cubicBezTo>
                    <a:pt x="11" y="10"/>
                    <a:pt x="1" y="10"/>
                    <a:pt x="1" y="10"/>
                  </a:cubicBezTo>
                  <a:cubicBezTo>
                    <a:pt x="1" y="10"/>
                    <a:pt x="11" y="10"/>
                    <a:pt x="11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" y="1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0"/>
                  </a:cubicBezTo>
                  <a:close/>
                </a:path>
              </a:pathLst>
            </a:custGeom>
            <a:solidFill>
              <a:srgbClr val="8D9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60" name="Google Shape;17160;p56">
              <a:extLst>
                <a:ext uri="{FF2B5EF4-FFF2-40B4-BE49-F238E27FC236}">
                  <a16:creationId xmlns:a16="http://schemas.microsoft.com/office/drawing/2014/main" id="{B877721A-8FB7-473E-AFB2-42492B4E9FF3}"/>
                </a:ext>
              </a:extLst>
            </p:cNvPr>
            <p:cNvSpPr/>
            <p:nvPr/>
          </p:nvSpPr>
          <p:spPr>
            <a:xfrm>
              <a:off x="4967171" y="4503911"/>
              <a:ext cx="24613" cy="19753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1" y="1"/>
                  </a:moveTo>
                  <a:cubicBezTo>
                    <a:pt x="1" y="21"/>
                    <a:pt x="1" y="61"/>
                    <a:pt x="11" y="81"/>
                  </a:cubicBezTo>
                  <a:cubicBezTo>
                    <a:pt x="11" y="81"/>
                    <a:pt x="11" y="81"/>
                    <a:pt x="11" y="91"/>
                  </a:cubicBezTo>
                  <a:lnTo>
                    <a:pt x="21" y="91"/>
                  </a:lnTo>
                  <a:cubicBezTo>
                    <a:pt x="21" y="91"/>
                    <a:pt x="21" y="101"/>
                    <a:pt x="21" y="101"/>
                  </a:cubicBezTo>
                  <a:lnTo>
                    <a:pt x="31" y="101"/>
                  </a:lnTo>
                  <a:lnTo>
                    <a:pt x="31" y="111"/>
                  </a:lnTo>
                  <a:cubicBezTo>
                    <a:pt x="41" y="121"/>
                    <a:pt x="81" y="121"/>
                    <a:pt x="121" y="121"/>
                  </a:cubicBezTo>
                  <a:lnTo>
                    <a:pt x="151" y="121"/>
                  </a:lnTo>
                  <a:lnTo>
                    <a:pt x="141" y="111"/>
                  </a:lnTo>
                  <a:cubicBezTo>
                    <a:pt x="131" y="81"/>
                    <a:pt x="121" y="51"/>
                    <a:pt x="111" y="11"/>
                  </a:cubicBezTo>
                  <a:lnTo>
                    <a:pt x="51" y="11"/>
                  </a:lnTo>
                  <a:cubicBezTo>
                    <a:pt x="41" y="11"/>
                    <a:pt x="2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61" name="Google Shape;17161;p56">
              <a:extLst>
                <a:ext uri="{FF2B5EF4-FFF2-40B4-BE49-F238E27FC236}">
                  <a16:creationId xmlns:a16="http://schemas.microsoft.com/office/drawing/2014/main" id="{2AC01A72-AF6B-B7FB-56AD-7B576DF96D91}"/>
                </a:ext>
              </a:extLst>
            </p:cNvPr>
            <p:cNvSpPr/>
            <p:nvPr/>
          </p:nvSpPr>
          <p:spPr>
            <a:xfrm>
              <a:off x="5004575" y="4520264"/>
              <a:ext cx="162" cy="16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28E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62" name="Google Shape;17162;p56">
              <a:extLst>
                <a:ext uri="{FF2B5EF4-FFF2-40B4-BE49-F238E27FC236}">
                  <a16:creationId xmlns:a16="http://schemas.microsoft.com/office/drawing/2014/main" id="{BA97A43F-71BB-6241-EE6D-7252D867A690}"/>
                </a:ext>
              </a:extLst>
            </p:cNvPr>
            <p:cNvSpPr/>
            <p:nvPr/>
          </p:nvSpPr>
          <p:spPr>
            <a:xfrm>
              <a:off x="4999717" y="4505530"/>
              <a:ext cx="5020" cy="14896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31" y="91"/>
                  </a:moveTo>
                  <a:lnTo>
                    <a:pt x="31" y="91"/>
                  </a:lnTo>
                  <a:cubicBezTo>
                    <a:pt x="31" y="91"/>
                    <a:pt x="31" y="91"/>
                    <a:pt x="31" y="91"/>
                  </a:cubicBezTo>
                  <a:lnTo>
                    <a:pt x="31" y="91"/>
                  </a:lnTo>
                  <a:cubicBezTo>
                    <a:pt x="31" y="91"/>
                    <a:pt x="31" y="91"/>
                    <a:pt x="31" y="91"/>
                  </a:cubicBezTo>
                  <a:cubicBezTo>
                    <a:pt x="31" y="71"/>
                    <a:pt x="0" y="21"/>
                    <a:pt x="0" y="1"/>
                  </a:cubicBezTo>
                  <a:lnTo>
                    <a:pt x="0" y="1"/>
                  </a:lnTo>
                  <a:cubicBezTo>
                    <a:pt x="0" y="21"/>
                    <a:pt x="31" y="71"/>
                    <a:pt x="31" y="91"/>
                  </a:cubicBezTo>
                  <a:cubicBezTo>
                    <a:pt x="31" y="91"/>
                    <a:pt x="31" y="91"/>
                    <a:pt x="31" y="91"/>
                  </a:cubicBezTo>
                  <a:close/>
                </a:path>
              </a:pathLst>
            </a:custGeom>
            <a:solidFill>
              <a:srgbClr val="8D9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63" name="Google Shape;17163;p56">
              <a:extLst>
                <a:ext uri="{FF2B5EF4-FFF2-40B4-BE49-F238E27FC236}">
                  <a16:creationId xmlns:a16="http://schemas.microsoft.com/office/drawing/2014/main" id="{43A98F72-7611-8C48-76AA-3A16FB882E2E}"/>
                </a:ext>
              </a:extLst>
            </p:cNvPr>
            <p:cNvSpPr/>
            <p:nvPr/>
          </p:nvSpPr>
          <p:spPr>
            <a:xfrm>
              <a:off x="5004575" y="4520264"/>
              <a:ext cx="162" cy="16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28E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64" name="Google Shape;17164;p56">
              <a:extLst>
                <a:ext uri="{FF2B5EF4-FFF2-40B4-BE49-F238E27FC236}">
                  <a16:creationId xmlns:a16="http://schemas.microsoft.com/office/drawing/2014/main" id="{4318F9E8-00B7-30B1-F8BB-8B350C262B17}"/>
                </a:ext>
              </a:extLst>
            </p:cNvPr>
            <p:cNvSpPr/>
            <p:nvPr/>
          </p:nvSpPr>
          <p:spPr>
            <a:xfrm>
              <a:off x="4985144" y="4505530"/>
              <a:ext cx="19593" cy="18134"/>
            </a:xfrm>
            <a:custGeom>
              <a:avLst/>
              <a:gdLst/>
              <a:ahLst/>
              <a:cxnLst/>
              <a:rect l="l" t="t" r="r" b="b"/>
              <a:pathLst>
                <a:path w="121" h="112" extrusionOk="0">
                  <a:moveTo>
                    <a:pt x="0" y="1"/>
                  </a:moveTo>
                  <a:cubicBezTo>
                    <a:pt x="10" y="41"/>
                    <a:pt x="20" y="71"/>
                    <a:pt x="30" y="101"/>
                  </a:cubicBezTo>
                  <a:lnTo>
                    <a:pt x="40" y="111"/>
                  </a:lnTo>
                  <a:lnTo>
                    <a:pt x="50" y="111"/>
                  </a:lnTo>
                  <a:cubicBezTo>
                    <a:pt x="80" y="111"/>
                    <a:pt x="110" y="101"/>
                    <a:pt x="121" y="91"/>
                  </a:cubicBezTo>
                  <a:cubicBezTo>
                    <a:pt x="121" y="71"/>
                    <a:pt x="90" y="21"/>
                    <a:pt x="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65" name="Google Shape;17165;p56">
              <a:extLst>
                <a:ext uri="{FF2B5EF4-FFF2-40B4-BE49-F238E27FC236}">
                  <a16:creationId xmlns:a16="http://schemas.microsoft.com/office/drawing/2014/main" id="{B1EE1B4B-EB53-68A1-74E6-DA88D73A5EFA}"/>
                </a:ext>
              </a:extLst>
            </p:cNvPr>
            <p:cNvSpPr/>
            <p:nvPr/>
          </p:nvSpPr>
          <p:spPr>
            <a:xfrm>
              <a:off x="4863215" y="4286298"/>
              <a:ext cx="60236" cy="237364"/>
            </a:xfrm>
            <a:custGeom>
              <a:avLst/>
              <a:gdLst/>
              <a:ahLst/>
              <a:cxnLst/>
              <a:rect l="l" t="t" r="r" b="b"/>
              <a:pathLst>
                <a:path w="372" h="1466" extrusionOk="0">
                  <a:moveTo>
                    <a:pt x="1" y="1"/>
                  </a:moveTo>
                  <a:cubicBezTo>
                    <a:pt x="1" y="121"/>
                    <a:pt x="1" y="242"/>
                    <a:pt x="11" y="362"/>
                  </a:cubicBezTo>
                  <a:cubicBezTo>
                    <a:pt x="11" y="492"/>
                    <a:pt x="41" y="573"/>
                    <a:pt x="21" y="703"/>
                  </a:cubicBezTo>
                  <a:cubicBezTo>
                    <a:pt x="1" y="934"/>
                    <a:pt x="1" y="1174"/>
                    <a:pt x="1" y="1395"/>
                  </a:cubicBezTo>
                  <a:cubicBezTo>
                    <a:pt x="1" y="1425"/>
                    <a:pt x="1" y="1445"/>
                    <a:pt x="11" y="1465"/>
                  </a:cubicBezTo>
                  <a:cubicBezTo>
                    <a:pt x="71" y="1455"/>
                    <a:pt x="111" y="1445"/>
                    <a:pt x="111" y="1435"/>
                  </a:cubicBezTo>
                  <a:cubicBezTo>
                    <a:pt x="121" y="1415"/>
                    <a:pt x="81" y="1345"/>
                    <a:pt x="81" y="1295"/>
                  </a:cubicBezTo>
                  <a:cubicBezTo>
                    <a:pt x="81" y="1245"/>
                    <a:pt x="61" y="894"/>
                    <a:pt x="61" y="843"/>
                  </a:cubicBezTo>
                  <a:cubicBezTo>
                    <a:pt x="61" y="793"/>
                    <a:pt x="91" y="783"/>
                    <a:pt x="91" y="633"/>
                  </a:cubicBezTo>
                  <a:cubicBezTo>
                    <a:pt x="81" y="482"/>
                    <a:pt x="101" y="322"/>
                    <a:pt x="101" y="322"/>
                  </a:cubicBezTo>
                  <a:cubicBezTo>
                    <a:pt x="101" y="322"/>
                    <a:pt x="201" y="392"/>
                    <a:pt x="252" y="422"/>
                  </a:cubicBezTo>
                  <a:cubicBezTo>
                    <a:pt x="267" y="427"/>
                    <a:pt x="287" y="430"/>
                    <a:pt x="308" y="430"/>
                  </a:cubicBezTo>
                  <a:cubicBezTo>
                    <a:pt x="329" y="430"/>
                    <a:pt x="352" y="427"/>
                    <a:pt x="372" y="422"/>
                  </a:cubicBezTo>
                  <a:cubicBezTo>
                    <a:pt x="357" y="422"/>
                    <a:pt x="342" y="425"/>
                    <a:pt x="327" y="425"/>
                  </a:cubicBezTo>
                  <a:cubicBezTo>
                    <a:pt x="312" y="425"/>
                    <a:pt x="297" y="422"/>
                    <a:pt x="282" y="412"/>
                  </a:cubicBezTo>
                  <a:cubicBezTo>
                    <a:pt x="151" y="352"/>
                    <a:pt x="71" y="191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66" name="Google Shape;17166;p56">
              <a:extLst>
                <a:ext uri="{FF2B5EF4-FFF2-40B4-BE49-F238E27FC236}">
                  <a16:creationId xmlns:a16="http://schemas.microsoft.com/office/drawing/2014/main" id="{860A7FF0-E5BC-077D-0384-9DBA687FFE84}"/>
                </a:ext>
              </a:extLst>
            </p:cNvPr>
            <p:cNvSpPr/>
            <p:nvPr/>
          </p:nvSpPr>
          <p:spPr>
            <a:xfrm>
              <a:off x="4843784" y="4497434"/>
              <a:ext cx="32709" cy="26230"/>
            </a:xfrm>
            <a:custGeom>
              <a:avLst/>
              <a:gdLst/>
              <a:ahLst/>
              <a:cxnLst/>
              <a:rect l="l" t="t" r="r" b="b"/>
              <a:pathLst>
                <a:path w="202" h="162" extrusionOk="0">
                  <a:moveTo>
                    <a:pt x="121" y="161"/>
                  </a:moveTo>
                  <a:cubicBezTo>
                    <a:pt x="111" y="161"/>
                    <a:pt x="111" y="161"/>
                    <a:pt x="101" y="161"/>
                  </a:cubicBezTo>
                  <a:cubicBezTo>
                    <a:pt x="31" y="151"/>
                    <a:pt x="0" y="121"/>
                    <a:pt x="0" y="121"/>
                  </a:cubicBezTo>
                  <a:lnTo>
                    <a:pt x="0" y="121"/>
                  </a:lnTo>
                  <a:cubicBezTo>
                    <a:pt x="0" y="121"/>
                    <a:pt x="31" y="151"/>
                    <a:pt x="101" y="161"/>
                  </a:cubicBezTo>
                  <a:cubicBezTo>
                    <a:pt x="111" y="161"/>
                    <a:pt x="111" y="161"/>
                    <a:pt x="121" y="161"/>
                  </a:cubicBezTo>
                  <a:lnTo>
                    <a:pt x="121" y="161"/>
                  </a:lnTo>
                  <a:close/>
                  <a:moveTo>
                    <a:pt x="0" y="121"/>
                  </a:moveTo>
                  <a:lnTo>
                    <a:pt x="0" y="121"/>
                  </a:lnTo>
                  <a:lnTo>
                    <a:pt x="0" y="121"/>
                  </a:lnTo>
                  <a:close/>
                  <a:moveTo>
                    <a:pt x="0" y="121"/>
                  </a:moveTo>
                  <a:cubicBezTo>
                    <a:pt x="0" y="121"/>
                    <a:pt x="0" y="121"/>
                    <a:pt x="0" y="121"/>
                  </a:cubicBezTo>
                  <a:cubicBezTo>
                    <a:pt x="0" y="121"/>
                    <a:pt x="0" y="121"/>
                    <a:pt x="0" y="121"/>
                  </a:cubicBezTo>
                  <a:close/>
                  <a:moveTo>
                    <a:pt x="0" y="121"/>
                  </a:moveTo>
                  <a:lnTo>
                    <a:pt x="0" y="121"/>
                  </a:lnTo>
                  <a:lnTo>
                    <a:pt x="0" y="121"/>
                  </a:lnTo>
                  <a:close/>
                  <a:moveTo>
                    <a:pt x="11" y="71"/>
                  </a:moveTo>
                  <a:cubicBezTo>
                    <a:pt x="21" y="51"/>
                    <a:pt x="21" y="31"/>
                    <a:pt x="21" y="11"/>
                  </a:cubicBezTo>
                  <a:lnTo>
                    <a:pt x="21" y="11"/>
                  </a:lnTo>
                  <a:cubicBezTo>
                    <a:pt x="21" y="31"/>
                    <a:pt x="21" y="51"/>
                    <a:pt x="11" y="71"/>
                  </a:cubicBezTo>
                  <a:close/>
                  <a:moveTo>
                    <a:pt x="201" y="21"/>
                  </a:moveTo>
                  <a:cubicBezTo>
                    <a:pt x="201" y="21"/>
                    <a:pt x="201" y="11"/>
                    <a:pt x="201" y="11"/>
                  </a:cubicBezTo>
                  <a:cubicBezTo>
                    <a:pt x="201" y="11"/>
                    <a:pt x="201" y="1"/>
                    <a:pt x="201" y="1"/>
                  </a:cubicBezTo>
                  <a:lnTo>
                    <a:pt x="201" y="1"/>
                  </a:lnTo>
                  <a:cubicBezTo>
                    <a:pt x="201" y="11"/>
                    <a:pt x="201" y="21"/>
                    <a:pt x="201" y="21"/>
                  </a:cubicBezTo>
                </a:path>
              </a:pathLst>
            </a:custGeom>
            <a:solidFill>
              <a:srgbClr val="8D9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67" name="Google Shape;17167;p56">
              <a:extLst>
                <a:ext uri="{FF2B5EF4-FFF2-40B4-BE49-F238E27FC236}">
                  <a16:creationId xmlns:a16="http://schemas.microsoft.com/office/drawing/2014/main" id="{AF30C8D9-69FD-08BD-AEBB-A0D351FB6D78}"/>
                </a:ext>
              </a:extLst>
            </p:cNvPr>
            <p:cNvSpPr/>
            <p:nvPr/>
          </p:nvSpPr>
          <p:spPr>
            <a:xfrm>
              <a:off x="4843784" y="4499053"/>
              <a:ext cx="35947" cy="24611"/>
            </a:xfrm>
            <a:custGeom>
              <a:avLst/>
              <a:gdLst/>
              <a:ahLst/>
              <a:cxnLst/>
              <a:rect l="l" t="t" r="r" b="b"/>
              <a:pathLst>
                <a:path w="222" h="152" extrusionOk="0">
                  <a:moveTo>
                    <a:pt x="221" y="131"/>
                  </a:moveTo>
                  <a:lnTo>
                    <a:pt x="221" y="131"/>
                  </a:lnTo>
                  <a:cubicBezTo>
                    <a:pt x="201" y="141"/>
                    <a:pt x="171" y="141"/>
                    <a:pt x="132" y="151"/>
                  </a:cubicBezTo>
                  <a:lnTo>
                    <a:pt x="132" y="151"/>
                  </a:lnTo>
                  <a:cubicBezTo>
                    <a:pt x="168" y="149"/>
                    <a:pt x="203" y="140"/>
                    <a:pt x="221" y="131"/>
                  </a:cubicBezTo>
                  <a:close/>
                  <a:moveTo>
                    <a:pt x="21" y="1"/>
                  </a:moveTo>
                  <a:cubicBezTo>
                    <a:pt x="21" y="21"/>
                    <a:pt x="21" y="41"/>
                    <a:pt x="11" y="61"/>
                  </a:cubicBezTo>
                  <a:cubicBezTo>
                    <a:pt x="11" y="81"/>
                    <a:pt x="0" y="101"/>
                    <a:pt x="0" y="111"/>
                  </a:cubicBezTo>
                  <a:cubicBezTo>
                    <a:pt x="0" y="111"/>
                    <a:pt x="31" y="141"/>
                    <a:pt x="101" y="151"/>
                  </a:cubicBezTo>
                  <a:lnTo>
                    <a:pt x="121" y="151"/>
                  </a:lnTo>
                  <a:cubicBezTo>
                    <a:pt x="124" y="151"/>
                    <a:pt x="127" y="151"/>
                    <a:pt x="131" y="151"/>
                  </a:cubicBezTo>
                  <a:lnTo>
                    <a:pt x="131" y="151"/>
                  </a:lnTo>
                  <a:cubicBezTo>
                    <a:pt x="131" y="151"/>
                    <a:pt x="131" y="151"/>
                    <a:pt x="131" y="151"/>
                  </a:cubicBezTo>
                  <a:cubicBezTo>
                    <a:pt x="131" y="151"/>
                    <a:pt x="132" y="151"/>
                    <a:pt x="132" y="151"/>
                  </a:cubicBezTo>
                  <a:lnTo>
                    <a:pt x="132" y="151"/>
                  </a:lnTo>
                  <a:cubicBezTo>
                    <a:pt x="132" y="151"/>
                    <a:pt x="131" y="151"/>
                    <a:pt x="131" y="151"/>
                  </a:cubicBezTo>
                  <a:lnTo>
                    <a:pt x="131" y="151"/>
                  </a:lnTo>
                  <a:cubicBezTo>
                    <a:pt x="121" y="131"/>
                    <a:pt x="121" y="111"/>
                    <a:pt x="121" y="81"/>
                  </a:cubicBezTo>
                  <a:cubicBezTo>
                    <a:pt x="121" y="61"/>
                    <a:pt x="121" y="3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68" name="Google Shape;17168;p56">
              <a:extLst>
                <a:ext uri="{FF2B5EF4-FFF2-40B4-BE49-F238E27FC236}">
                  <a16:creationId xmlns:a16="http://schemas.microsoft.com/office/drawing/2014/main" id="{A819418A-5B3B-5B93-ABE9-B99C16B55CB9}"/>
                </a:ext>
              </a:extLst>
            </p:cNvPr>
            <p:cNvSpPr/>
            <p:nvPr/>
          </p:nvSpPr>
          <p:spPr>
            <a:xfrm>
              <a:off x="4863215" y="4497434"/>
              <a:ext cx="19755" cy="26230"/>
            </a:xfrm>
            <a:custGeom>
              <a:avLst/>
              <a:gdLst/>
              <a:ahLst/>
              <a:cxnLst/>
              <a:rect l="l" t="t" r="r" b="b"/>
              <a:pathLst>
                <a:path w="122" h="162" extrusionOk="0">
                  <a:moveTo>
                    <a:pt x="81" y="1"/>
                  </a:moveTo>
                  <a:lnTo>
                    <a:pt x="71" y="11"/>
                  </a:lnTo>
                  <a:lnTo>
                    <a:pt x="1" y="11"/>
                  </a:lnTo>
                  <a:cubicBezTo>
                    <a:pt x="1" y="41"/>
                    <a:pt x="1" y="71"/>
                    <a:pt x="1" y="91"/>
                  </a:cubicBezTo>
                  <a:cubicBezTo>
                    <a:pt x="1" y="121"/>
                    <a:pt x="1" y="141"/>
                    <a:pt x="11" y="161"/>
                  </a:cubicBezTo>
                  <a:cubicBezTo>
                    <a:pt x="51" y="151"/>
                    <a:pt x="81" y="151"/>
                    <a:pt x="101" y="14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21" y="121"/>
                    <a:pt x="91" y="71"/>
                    <a:pt x="81" y="21"/>
                  </a:cubicBezTo>
                  <a:cubicBezTo>
                    <a:pt x="81" y="21"/>
                    <a:pt x="81" y="11"/>
                    <a:pt x="81" y="11"/>
                  </a:cubicBezTo>
                  <a:cubicBezTo>
                    <a:pt x="81" y="11"/>
                    <a:pt x="81" y="1"/>
                    <a:pt x="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69" name="Google Shape;17169;p56">
              <a:extLst>
                <a:ext uri="{FF2B5EF4-FFF2-40B4-BE49-F238E27FC236}">
                  <a16:creationId xmlns:a16="http://schemas.microsoft.com/office/drawing/2014/main" id="{B5CF4774-EEF0-F701-E94A-FEFEF306E83E}"/>
                </a:ext>
              </a:extLst>
            </p:cNvPr>
            <p:cNvSpPr/>
            <p:nvPr/>
          </p:nvSpPr>
          <p:spPr>
            <a:xfrm>
              <a:off x="4682993" y="4120337"/>
              <a:ext cx="342795" cy="244164"/>
            </a:xfrm>
            <a:custGeom>
              <a:avLst/>
              <a:gdLst/>
              <a:ahLst/>
              <a:cxnLst/>
              <a:rect l="l" t="t" r="r" b="b"/>
              <a:pathLst>
                <a:path w="2117" h="1508" extrusionOk="0">
                  <a:moveTo>
                    <a:pt x="367" y="0"/>
                  </a:moveTo>
                  <a:cubicBezTo>
                    <a:pt x="249" y="0"/>
                    <a:pt x="151" y="29"/>
                    <a:pt x="101" y="73"/>
                  </a:cubicBezTo>
                  <a:cubicBezTo>
                    <a:pt x="81" y="93"/>
                    <a:pt x="41" y="113"/>
                    <a:pt x="0" y="143"/>
                  </a:cubicBezTo>
                  <a:cubicBezTo>
                    <a:pt x="51" y="133"/>
                    <a:pt x="101" y="113"/>
                    <a:pt x="131" y="113"/>
                  </a:cubicBezTo>
                  <a:cubicBezTo>
                    <a:pt x="191" y="113"/>
                    <a:pt x="261" y="133"/>
                    <a:pt x="291" y="183"/>
                  </a:cubicBezTo>
                  <a:cubicBezTo>
                    <a:pt x="331" y="223"/>
                    <a:pt x="331" y="294"/>
                    <a:pt x="382" y="324"/>
                  </a:cubicBezTo>
                  <a:cubicBezTo>
                    <a:pt x="432" y="354"/>
                    <a:pt x="502" y="334"/>
                    <a:pt x="552" y="354"/>
                  </a:cubicBezTo>
                  <a:cubicBezTo>
                    <a:pt x="642" y="404"/>
                    <a:pt x="642" y="544"/>
                    <a:pt x="733" y="584"/>
                  </a:cubicBezTo>
                  <a:cubicBezTo>
                    <a:pt x="744" y="588"/>
                    <a:pt x="756" y="590"/>
                    <a:pt x="768" y="590"/>
                  </a:cubicBezTo>
                  <a:cubicBezTo>
                    <a:pt x="819" y="590"/>
                    <a:pt x="873" y="561"/>
                    <a:pt x="913" y="544"/>
                  </a:cubicBezTo>
                  <a:cubicBezTo>
                    <a:pt x="1004" y="494"/>
                    <a:pt x="1104" y="474"/>
                    <a:pt x="1204" y="474"/>
                  </a:cubicBezTo>
                  <a:cubicBezTo>
                    <a:pt x="1254" y="474"/>
                    <a:pt x="1304" y="484"/>
                    <a:pt x="1335" y="524"/>
                  </a:cubicBezTo>
                  <a:cubicBezTo>
                    <a:pt x="1365" y="544"/>
                    <a:pt x="1365" y="584"/>
                    <a:pt x="1375" y="615"/>
                  </a:cubicBezTo>
                  <a:cubicBezTo>
                    <a:pt x="1395" y="665"/>
                    <a:pt x="1425" y="705"/>
                    <a:pt x="1455" y="755"/>
                  </a:cubicBezTo>
                  <a:cubicBezTo>
                    <a:pt x="1505" y="865"/>
                    <a:pt x="1505" y="996"/>
                    <a:pt x="1455" y="1106"/>
                  </a:cubicBezTo>
                  <a:cubicBezTo>
                    <a:pt x="1425" y="1176"/>
                    <a:pt x="1525" y="1267"/>
                    <a:pt x="1495" y="1347"/>
                  </a:cubicBezTo>
                  <a:cubicBezTo>
                    <a:pt x="1487" y="1372"/>
                    <a:pt x="1449" y="1434"/>
                    <a:pt x="1377" y="1434"/>
                  </a:cubicBezTo>
                  <a:cubicBezTo>
                    <a:pt x="1364" y="1434"/>
                    <a:pt x="1350" y="1432"/>
                    <a:pt x="1335" y="1427"/>
                  </a:cubicBezTo>
                  <a:lnTo>
                    <a:pt x="1335" y="1427"/>
                  </a:lnTo>
                  <a:lnTo>
                    <a:pt x="1365" y="1447"/>
                  </a:lnTo>
                  <a:cubicBezTo>
                    <a:pt x="1381" y="1455"/>
                    <a:pt x="1401" y="1458"/>
                    <a:pt x="1422" y="1458"/>
                  </a:cubicBezTo>
                  <a:cubicBezTo>
                    <a:pt x="1477" y="1458"/>
                    <a:pt x="1535" y="1437"/>
                    <a:pt x="1535" y="1437"/>
                  </a:cubicBezTo>
                  <a:cubicBezTo>
                    <a:pt x="1535" y="1437"/>
                    <a:pt x="1535" y="1467"/>
                    <a:pt x="1545" y="1507"/>
                  </a:cubicBezTo>
                  <a:cubicBezTo>
                    <a:pt x="1595" y="1487"/>
                    <a:pt x="1625" y="1467"/>
                    <a:pt x="1666" y="1437"/>
                  </a:cubicBezTo>
                  <a:cubicBezTo>
                    <a:pt x="1716" y="1397"/>
                    <a:pt x="1766" y="1347"/>
                    <a:pt x="1806" y="1297"/>
                  </a:cubicBezTo>
                  <a:cubicBezTo>
                    <a:pt x="1826" y="1166"/>
                    <a:pt x="1856" y="1056"/>
                    <a:pt x="1886" y="1026"/>
                  </a:cubicBezTo>
                  <a:cubicBezTo>
                    <a:pt x="1916" y="986"/>
                    <a:pt x="1987" y="915"/>
                    <a:pt x="2037" y="905"/>
                  </a:cubicBezTo>
                  <a:cubicBezTo>
                    <a:pt x="2037" y="875"/>
                    <a:pt x="2037" y="845"/>
                    <a:pt x="2037" y="815"/>
                  </a:cubicBezTo>
                  <a:cubicBezTo>
                    <a:pt x="2007" y="705"/>
                    <a:pt x="1916" y="605"/>
                    <a:pt x="1956" y="494"/>
                  </a:cubicBezTo>
                  <a:cubicBezTo>
                    <a:pt x="1987" y="394"/>
                    <a:pt x="2117" y="334"/>
                    <a:pt x="2097" y="223"/>
                  </a:cubicBezTo>
                  <a:lnTo>
                    <a:pt x="2087" y="193"/>
                  </a:lnTo>
                  <a:cubicBezTo>
                    <a:pt x="2057" y="203"/>
                    <a:pt x="2037" y="213"/>
                    <a:pt x="2027" y="223"/>
                  </a:cubicBezTo>
                  <a:cubicBezTo>
                    <a:pt x="2020" y="225"/>
                    <a:pt x="2013" y="226"/>
                    <a:pt x="2006" y="226"/>
                  </a:cubicBezTo>
                  <a:cubicBezTo>
                    <a:pt x="1972" y="226"/>
                    <a:pt x="1932" y="208"/>
                    <a:pt x="1816" y="183"/>
                  </a:cubicBezTo>
                  <a:cubicBezTo>
                    <a:pt x="1676" y="143"/>
                    <a:pt x="1565" y="83"/>
                    <a:pt x="1415" y="73"/>
                  </a:cubicBezTo>
                  <a:cubicBezTo>
                    <a:pt x="1399" y="72"/>
                    <a:pt x="1381" y="71"/>
                    <a:pt x="1361" y="71"/>
                  </a:cubicBezTo>
                  <a:cubicBezTo>
                    <a:pt x="1274" y="71"/>
                    <a:pt x="1151" y="79"/>
                    <a:pt x="1019" y="79"/>
                  </a:cubicBezTo>
                  <a:cubicBezTo>
                    <a:pt x="877" y="79"/>
                    <a:pt x="723" y="70"/>
                    <a:pt x="592" y="33"/>
                  </a:cubicBezTo>
                  <a:cubicBezTo>
                    <a:pt x="514" y="10"/>
                    <a:pt x="437" y="0"/>
                    <a:pt x="367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70" name="Google Shape;17170;p56">
              <a:extLst>
                <a:ext uri="{FF2B5EF4-FFF2-40B4-BE49-F238E27FC236}">
                  <a16:creationId xmlns:a16="http://schemas.microsoft.com/office/drawing/2014/main" id="{FC240455-4A7A-57A3-4937-5E31C1394B04}"/>
                </a:ext>
              </a:extLst>
            </p:cNvPr>
            <p:cNvSpPr/>
            <p:nvPr/>
          </p:nvSpPr>
          <p:spPr>
            <a:xfrm>
              <a:off x="4929928" y="4151586"/>
              <a:ext cx="92621" cy="212915"/>
            </a:xfrm>
            <a:custGeom>
              <a:avLst/>
              <a:gdLst/>
              <a:ahLst/>
              <a:cxnLst/>
              <a:rect l="l" t="t" r="r" b="b"/>
              <a:pathLst>
                <a:path w="572" h="1315" extrusionOk="0">
                  <a:moveTo>
                    <a:pt x="562" y="0"/>
                  </a:moveTo>
                  <a:cubicBezTo>
                    <a:pt x="532" y="10"/>
                    <a:pt x="512" y="20"/>
                    <a:pt x="502" y="30"/>
                  </a:cubicBezTo>
                  <a:cubicBezTo>
                    <a:pt x="472" y="30"/>
                    <a:pt x="451" y="30"/>
                    <a:pt x="401" y="10"/>
                  </a:cubicBezTo>
                  <a:cubicBezTo>
                    <a:pt x="401" y="81"/>
                    <a:pt x="361" y="151"/>
                    <a:pt x="341" y="211"/>
                  </a:cubicBezTo>
                  <a:cubicBezTo>
                    <a:pt x="301" y="301"/>
                    <a:pt x="271" y="391"/>
                    <a:pt x="291" y="482"/>
                  </a:cubicBezTo>
                  <a:cubicBezTo>
                    <a:pt x="311" y="532"/>
                    <a:pt x="341" y="572"/>
                    <a:pt x="331" y="622"/>
                  </a:cubicBezTo>
                  <a:cubicBezTo>
                    <a:pt x="321" y="682"/>
                    <a:pt x="251" y="722"/>
                    <a:pt x="231" y="773"/>
                  </a:cubicBezTo>
                  <a:cubicBezTo>
                    <a:pt x="221" y="813"/>
                    <a:pt x="231" y="863"/>
                    <a:pt x="231" y="913"/>
                  </a:cubicBezTo>
                  <a:cubicBezTo>
                    <a:pt x="221" y="983"/>
                    <a:pt x="181" y="1043"/>
                    <a:pt x="130" y="1104"/>
                  </a:cubicBezTo>
                  <a:cubicBezTo>
                    <a:pt x="90" y="1154"/>
                    <a:pt x="40" y="1194"/>
                    <a:pt x="0" y="1254"/>
                  </a:cubicBezTo>
                  <a:lnTo>
                    <a:pt x="10" y="1244"/>
                  </a:lnTo>
                  <a:cubicBezTo>
                    <a:pt x="10" y="1244"/>
                    <a:pt x="10" y="1274"/>
                    <a:pt x="20" y="1314"/>
                  </a:cubicBezTo>
                  <a:cubicBezTo>
                    <a:pt x="70" y="1294"/>
                    <a:pt x="100" y="1274"/>
                    <a:pt x="141" y="1244"/>
                  </a:cubicBezTo>
                  <a:cubicBezTo>
                    <a:pt x="191" y="1204"/>
                    <a:pt x="241" y="1154"/>
                    <a:pt x="281" y="1104"/>
                  </a:cubicBezTo>
                  <a:cubicBezTo>
                    <a:pt x="301" y="973"/>
                    <a:pt x="331" y="863"/>
                    <a:pt x="361" y="833"/>
                  </a:cubicBezTo>
                  <a:cubicBezTo>
                    <a:pt x="391" y="793"/>
                    <a:pt x="462" y="722"/>
                    <a:pt x="512" y="712"/>
                  </a:cubicBezTo>
                  <a:cubicBezTo>
                    <a:pt x="512" y="682"/>
                    <a:pt x="512" y="652"/>
                    <a:pt x="512" y="622"/>
                  </a:cubicBezTo>
                  <a:cubicBezTo>
                    <a:pt x="482" y="512"/>
                    <a:pt x="391" y="412"/>
                    <a:pt x="431" y="301"/>
                  </a:cubicBezTo>
                  <a:cubicBezTo>
                    <a:pt x="441" y="261"/>
                    <a:pt x="472" y="221"/>
                    <a:pt x="502" y="191"/>
                  </a:cubicBezTo>
                  <a:cubicBezTo>
                    <a:pt x="502" y="171"/>
                    <a:pt x="512" y="151"/>
                    <a:pt x="522" y="121"/>
                  </a:cubicBezTo>
                  <a:cubicBezTo>
                    <a:pt x="542" y="91"/>
                    <a:pt x="562" y="60"/>
                    <a:pt x="572" y="30"/>
                  </a:cubicBezTo>
                  <a:lnTo>
                    <a:pt x="562" y="0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71" name="Google Shape;17171;p56">
              <a:extLst>
                <a:ext uri="{FF2B5EF4-FFF2-40B4-BE49-F238E27FC236}">
                  <a16:creationId xmlns:a16="http://schemas.microsoft.com/office/drawing/2014/main" id="{BDBDB527-4753-02E5-66B8-6A9002D85E2E}"/>
                </a:ext>
              </a:extLst>
            </p:cNvPr>
            <p:cNvSpPr/>
            <p:nvPr/>
          </p:nvSpPr>
          <p:spPr>
            <a:xfrm>
              <a:off x="5084242" y="4205180"/>
              <a:ext cx="5020" cy="6638"/>
            </a:xfrm>
            <a:custGeom>
              <a:avLst/>
              <a:gdLst/>
              <a:ahLst/>
              <a:cxnLst/>
              <a:rect l="l" t="t" r="r" b="b"/>
              <a:pathLst>
                <a:path w="31" h="41" extrusionOk="0">
                  <a:moveTo>
                    <a:pt x="0" y="0"/>
                  </a:moveTo>
                  <a:lnTo>
                    <a:pt x="0" y="40"/>
                  </a:lnTo>
                  <a:cubicBezTo>
                    <a:pt x="20" y="40"/>
                    <a:pt x="30" y="10"/>
                    <a:pt x="30" y="0"/>
                  </a:cubicBezTo>
                  <a:close/>
                </a:path>
              </a:pathLst>
            </a:custGeom>
            <a:solidFill>
              <a:srgbClr val="2833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72" name="Google Shape;17172;p56">
              <a:extLst>
                <a:ext uri="{FF2B5EF4-FFF2-40B4-BE49-F238E27FC236}">
                  <a16:creationId xmlns:a16="http://schemas.microsoft.com/office/drawing/2014/main" id="{5327DBB5-EF96-10A0-C09D-6FB35ACF3264}"/>
                </a:ext>
              </a:extLst>
            </p:cNvPr>
            <p:cNvSpPr/>
            <p:nvPr/>
          </p:nvSpPr>
          <p:spPr>
            <a:xfrm>
              <a:off x="4965551" y="4145595"/>
              <a:ext cx="149133" cy="160779"/>
            </a:xfrm>
            <a:custGeom>
              <a:avLst/>
              <a:gdLst/>
              <a:ahLst/>
              <a:cxnLst/>
              <a:rect l="l" t="t" r="r" b="b"/>
              <a:pathLst>
                <a:path w="921" h="993" extrusionOk="0">
                  <a:moveTo>
                    <a:pt x="490" y="1"/>
                  </a:moveTo>
                  <a:cubicBezTo>
                    <a:pt x="410" y="1"/>
                    <a:pt x="343" y="24"/>
                    <a:pt x="312" y="47"/>
                  </a:cubicBezTo>
                  <a:cubicBezTo>
                    <a:pt x="262" y="77"/>
                    <a:pt x="242" y="107"/>
                    <a:pt x="231" y="107"/>
                  </a:cubicBezTo>
                  <a:cubicBezTo>
                    <a:pt x="206" y="107"/>
                    <a:pt x="165" y="63"/>
                    <a:pt x="110" y="63"/>
                  </a:cubicBezTo>
                  <a:cubicBezTo>
                    <a:pt x="101" y="63"/>
                    <a:pt x="91" y="64"/>
                    <a:pt x="81" y="67"/>
                  </a:cubicBezTo>
                  <a:cubicBezTo>
                    <a:pt x="11" y="87"/>
                    <a:pt x="1" y="158"/>
                    <a:pt x="21" y="208"/>
                  </a:cubicBezTo>
                  <a:cubicBezTo>
                    <a:pt x="51" y="258"/>
                    <a:pt x="181" y="288"/>
                    <a:pt x="181" y="308"/>
                  </a:cubicBezTo>
                  <a:cubicBezTo>
                    <a:pt x="191" y="328"/>
                    <a:pt x="181" y="469"/>
                    <a:pt x="191" y="559"/>
                  </a:cubicBezTo>
                  <a:cubicBezTo>
                    <a:pt x="211" y="659"/>
                    <a:pt x="242" y="719"/>
                    <a:pt x="352" y="790"/>
                  </a:cubicBezTo>
                  <a:cubicBezTo>
                    <a:pt x="392" y="820"/>
                    <a:pt x="532" y="900"/>
                    <a:pt x="562" y="940"/>
                  </a:cubicBezTo>
                  <a:cubicBezTo>
                    <a:pt x="589" y="966"/>
                    <a:pt x="622" y="992"/>
                    <a:pt x="676" y="992"/>
                  </a:cubicBezTo>
                  <a:cubicBezTo>
                    <a:pt x="685" y="992"/>
                    <a:pt x="694" y="992"/>
                    <a:pt x="703" y="990"/>
                  </a:cubicBezTo>
                  <a:cubicBezTo>
                    <a:pt x="773" y="980"/>
                    <a:pt x="763" y="950"/>
                    <a:pt x="763" y="950"/>
                  </a:cubicBezTo>
                  <a:cubicBezTo>
                    <a:pt x="793" y="940"/>
                    <a:pt x="833" y="900"/>
                    <a:pt x="823" y="850"/>
                  </a:cubicBezTo>
                  <a:cubicBezTo>
                    <a:pt x="813" y="800"/>
                    <a:pt x="783" y="719"/>
                    <a:pt x="773" y="629"/>
                  </a:cubicBezTo>
                  <a:cubicBezTo>
                    <a:pt x="753" y="549"/>
                    <a:pt x="733" y="368"/>
                    <a:pt x="733" y="368"/>
                  </a:cubicBezTo>
                  <a:lnTo>
                    <a:pt x="763" y="368"/>
                  </a:lnTo>
                  <a:cubicBezTo>
                    <a:pt x="763" y="368"/>
                    <a:pt x="763" y="348"/>
                    <a:pt x="743" y="318"/>
                  </a:cubicBezTo>
                  <a:cubicBezTo>
                    <a:pt x="723" y="278"/>
                    <a:pt x="733" y="248"/>
                    <a:pt x="733" y="248"/>
                  </a:cubicBezTo>
                  <a:cubicBezTo>
                    <a:pt x="733" y="248"/>
                    <a:pt x="883" y="238"/>
                    <a:pt x="904" y="168"/>
                  </a:cubicBezTo>
                  <a:cubicBezTo>
                    <a:pt x="921" y="107"/>
                    <a:pt x="886" y="53"/>
                    <a:pt x="837" y="53"/>
                  </a:cubicBezTo>
                  <a:cubicBezTo>
                    <a:pt x="829" y="53"/>
                    <a:pt x="821" y="55"/>
                    <a:pt x="813" y="57"/>
                  </a:cubicBezTo>
                  <a:cubicBezTo>
                    <a:pt x="763" y="77"/>
                    <a:pt x="703" y="97"/>
                    <a:pt x="703" y="97"/>
                  </a:cubicBezTo>
                  <a:cubicBezTo>
                    <a:pt x="703" y="97"/>
                    <a:pt x="653" y="27"/>
                    <a:pt x="562" y="7"/>
                  </a:cubicBezTo>
                  <a:cubicBezTo>
                    <a:pt x="538" y="3"/>
                    <a:pt x="513" y="1"/>
                    <a:pt x="490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73" name="Google Shape;17173;p56">
              <a:extLst>
                <a:ext uri="{FF2B5EF4-FFF2-40B4-BE49-F238E27FC236}">
                  <a16:creationId xmlns:a16="http://schemas.microsoft.com/office/drawing/2014/main" id="{FB6A2AC7-74CD-B80B-552A-FDE5302B43D5}"/>
                </a:ext>
              </a:extLst>
            </p:cNvPr>
            <p:cNvSpPr/>
            <p:nvPr/>
          </p:nvSpPr>
          <p:spPr>
            <a:xfrm>
              <a:off x="5048457" y="4289537"/>
              <a:ext cx="44044" cy="16839"/>
            </a:xfrm>
            <a:custGeom>
              <a:avLst/>
              <a:gdLst/>
              <a:ahLst/>
              <a:cxnLst/>
              <a:rect l="l" t="t" r="r" b="b"/>
              <a:pathLst>
                <a:path w="272" h="104" extrusionOk="0">
                  <a:moveTo>
                    <a:pt x="0" y="1"/>
                  </a:moveTo>
                  <a:cubicBezTo>
                    <a:pt x="20" y="21"/>
                    <a:pt x="40" y="41"/>
                    <a:pt x="50" y="51"/>
                  </a:cubicBezTo>
                  <a:cubicBezTo>
                    <a:pt x="77" y="77"/>
                    <a:pt x="110" y="103"/>
                    <a:pt x="164" y="103"/>
                  </a:cubicBezTo>
                  <a:cubicBezTo>
                    <a:pt x="173" y="103"/>
                    <a:pt x="182" y="103"/>
                    <a:pt x="191" y="101"/>
                  </a:cubicBezTo>
                  <a:cubicBezTo>
                    <a:pt x="261" y="91"/>
                    <a:pt x="251" y="61"/>
                    <a:pt x="251" y="61"/>
                  </a:cubicBezTo>
                  <a:lnTo>
                    <a:pt x="271" y="51"/>
                  </a:lnTo>
                  <a:cubicBezTo>
                    <a:pt x="265" y="39"/>
                    <a:pt x="249" y="34"/>
                    <a:pt x="227" y="34"/>
                  </a:cubicBezTo>
                  <a:cubicBezTo>
                    <a:pt x="211" y="34"/>
                    <a:pt x="192" y="37"/>
                    <a:pt x="171" y="41"/>
                  </a:cubicBezTo>
                  <a:cubicBezTo>
                    <a:pt x="141" y="41"/>
                    <a:pt x="111" y="41"/>
                    <a:pt x="101" y="31"/>
                  </a:cubicBezTo>
                  <a:cubicBezTo>
                    <a:pt x="71" y="11"/>
                    <a:pt x="20" y="2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74" name="Google Shape;17174;p56">
              <a:extLst>
                <a:ext uri="{FF2B5EF4-FFF2-40B4-BE49-F238E27FC236}">
                  <a16:creationId xmlns:a16="http://schemas.microsoft.com/office/drawing/2014/main" id="{1F502CF3-1169-A344-4AFE-D05CC421041F}"/>
                </a:ext>
              </a:extLst>
            </p:cNvPr>
            <p:cNvSpPr/>
            <p:nvPr/>
          </p:nvSpPr>
          <p:spPr>
            <a:xfrm>
              <a:off x="5053314" y="4149967"/>
              <a:ext cx="61370" cy="144588"/>
            </a:xfrm>
            <a:custGeom>
              <a:avLst/>
              <a:gdLst/>
              <a:ahLst/>
              <a:cxnLst/>
              <a:rect l="l" t="t" r="r" b="b"/>
              <a:pathLst>
                <a:path w="379" h="893" extrusionOk="0">
                  <a:moveTo>
                    <a:pt x="61" y="0"/>
                  </a:moveTo>
                  <a:cubicBezTo>
                    <a:pt x="51" y="30"/>
                    <a:pt x="31" y="70"/>
                    <a:pt x="20" y="111"/>
                  </a:cubicBezTo>
                  <a:cubicBezTo>
                    <a:pt x="0" y="171"/>
                    <a:pt x="31" y="201"/>
                    <a:pt x="61" y="251"/>
                  </a:cubicBezTo>
                  <a:cubicBezTo>
                    <a:pt x="121" y="361"/>
                    <a:pt x="161" y="502"/>
                    <a:pt x="161" y="622"/>
                  </a:cubicBezTo>
                  <a:cubicBezTo>
                    <a:pt x="171" y="692"/>
                    <a:pt x="171" y="753"/>
                    <a:pt x="191" y="813"/>
                  </a:cubicBezTo>
                  <a:cubicBezTo>
                    <a:pt x="201" y="843"/>
                    <a:pt x="231" y="873"/>
                    <a:pt x="261" y="893"/>
                  </a:cubicBezTo>
                  <a:cubicBezTo>
                    <a:pt x="271" y="873"/>
                    <a:pt x="281" y="853"/>
                    <a:pt x="281" y="823"/>
                  </a:cubicBezTo>
                  <a:cubicBezTo>
                    <a:pt x="271" y="773"/>
                    <a:pt x="241" y="692"/>
                    <a:pt x="231" y="602"/>
                  </a:cubicBezTo>
                  <a:cubicBezTo>
                    <a:pt x="211" y="522"/>
                    <a:pt x="191" y="341"/>
                    <a:pt x="191" y="341"/>
                  </a:cubicBezTo>
                  <a:lnTo>
                    <a:pt x="221" y="341"/>
                  </a:lnTo>
                  <a:cubicBezTo>
                    <a:pt x="221" y="341"/>
                    <a:pt x="221" y="321"/>
                    <a:pt x="201" y="291"/>
                  </a:cubicBezTo>
                  <a:cubicBezTo>
                    <a:pt x="181" y="251"/>
                    <a:pt x="191" y="221"/>
                    <a:pt x="191" y="221"/>
                  </a:cubicBezTo>
                  <a:cubicBezTo>
                    <a:pt x="191" y="221"/>
                    <a:pt x="341" y="211"/>
                    <a:pt x="362" y="141"/>
                  </a:cubicBezTo>
                  <a:cubicBezTo>
                    <a:pt x="379" y="80"/>
                    <a:pt x="344" y="26"/>
                    <a:pt x="295" y="26"/>
                  </a:cubicBezTo>
                  <a:cubicBezTo>
                    <a:pt x="287" y="26"/>
                    <a:pt x="279" y="28"/>
                    <a:pt x="271" y="30"/>
                  </a:cubicBezTo>
                  <a:cubicBezTo>
                    <a:pt x="221" y="50"/>
                    <a:pt x="161" y="70"/>
                    <a:pt x="161" y="70"/>
                  </a:cubicBezTo>
                  <a:cubicBezTo>
                    <a:pt x="161" y="70"/>
                    <a:pt x="131" y="2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75" name="Google Shape;17175;p56">
              <a:extLst>
                <a:ext uri="{FF2B5EF4-FFF2-40B4-BE49-F238E27FC236}">
                  <a16:creationId xmlns:a16="http://schemas.microsoft.com/office/drawing/2014/main" id="{B1A596A8-A048-9FF1-85EA-8D0524801FE0}"/>
                </a:ext>
              </a:extLst>
            </p:cNvPr>
            <p:cNvSpPr/>
            <p:nvPr/>
          </p:nvSpPr>
          <p:spPr>
            <a:xfrm>
              <a:off x="5084242" y="4205180"/>
              <a:ext cx="9877" cy="810"/>
            </a:xfrm>
            <a:custGeom>
              <a:avLst/>
              <a:gdLst/>
              <a:ahLst/>
              <a:cxnLst/>
              <a:rect l="l" t="t" r="r" b="b"/>
              <a:pathLst>
                <a:path w="61" h="5" extrusionOk="0">
                  <a:moveTo>
                    <a:pt x="0" y="0"/>
                  </a:moveTo>
                  <a:cubicBezTo>
                    <a:pt x="10" y="4"/>
                    <a:pt x="20" y="5"/>
                    <a:pt x="29" y="5"/>
                  </a:cubicBezTo>
                  <a:cubicBezTo>
                    <a:pt x="47" y="5"/>
                    <a:pt x="60" y="0"/>
                    <a:pt x="60" y="0"/>
                  </a:cubicBezTo>
                  <a:close/>
                </a:path>
              </a:pathLst>
            </a:custGeom>
            <a:solidFill>
              <a:srgbClr val="2833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76" name="Google Shape;17176;p56">
              <a:extLst>
                <a:ext uri="{FF2B5EF4-FFF2-40B4-BE49-F238E27FC236}">
                  <a16:creationId xmlns:a16="http://schemas.microsoft.com/office/drawing/2014/main" id="{FB1A52DA-9B75-A1ED-240A-977A3AAEEC31}"/>
                </a:ext>
              </a:extLst>
            </p:cNvPr>
            <p:cNvSpPr/>
            <p:nvPr/>
          </p:nvSpPr>
          <p:spPr>
            <a:xfrm>
              <a:off x="5082461" y="4159034"/>
              <a:ext cx="29470" cy="23477"/>
            </a:xfrm>
            <a:custGeom>
              <a:avLst/>
              <a:gdLst/>
              <a:ahLst/>
              <a:cxnLst/>
              <a:rect l="l" t="t" r="r" b="b"/>
              <a:pathLst>
                <a:path w="182" h="145" extrusionOk="0">
                  <a:moveTo>
                    <a:pt x="118" y="0"/>
                  </a:moveTo>
                  <a:cubicBezTo>
                    <a:pt x="102" y="0"/>
                    <a:pt x="84" y="5"/>
                    <a:pt x="61" y="14"/>
                  </a:cubicBezTo>
                  <a:cubicBezTo>
                    <a:pt x="1" y="45"/>
                    <a:pt x="1" y="115"/>
                    <a:pt x="1" y="145"/>
                  </a:cubicBezTo>
                  <a:cubicBezTo>
                    <a:pt x="1" y="145"/>
                    <a:pt x="71" y="145"/>
                    <a:pt x="121" y="125"/>
                  </a:cubicBezTo>
                  <a:cubicBezTo>
                    <a:pt x="171" y="105"/>
                    <a:pt x="182" y="55"/>
                    <a:pt x="161" y="24"/>
                  </a:cubicBezTo>
                  <a:cubicBezTo>
                    <a:pt x="150" y="8"/>
                    <a:pt x="136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77" name="Google Shape;17177;p56">
              <a:extLst>
                <a:ext uri="{FF2B5EF4-FFF2-40B4-BE49-F238E27FC236}">
                  <a16:creationId xmlns:a16="http://schemas.microsoft.com/office/drawing/2014/main" id="{9A88C5B1-FBFB-C373-3378-CBDD55FB6302}"/>
                </a:ext>
              </a:extLst>
            </p:cNvPr>
            <p:cNvSpPr/>
            <p:nvPr/>
          </p:nvSpPr>
          <p:spPr>
            <a:xfrm>
              <a:off x="4968790" y="4159520"/>
              <a:ext cx="35947" cy="32868"/>
            </a:xfrm>
            <a:custGeom>
              <a:avLst/>
              <a:gdLst/>
              <a:ahLst/>
              <a:cxnLst/>
              <a:rect l="l" t="t" r="r" b="b"/>
              <a:pathLst>
                <a:path w="222" h="203" extrusionOk="0">
                  <a:moveTo>
                    <a:pt x="90" y="1"/>
                  </a:moveTo>
                  <a:cubicBezTo>
                    <a:pt x="87" y="1"/>
                    <a:pt x="84" y="1"/>
                    <a:pt x="81" y="1"/>
                  </a:cubicBezTo>
                  <a:cubicBezTo>
                    <a:pt x="21" y="1"/>
                    <a:pt x="1" y="82"/>
                    <a:pt x="31" y="122"/>
                  </a:cubicBezTo>
                  <a:cubicBezTo>
                    <a:pt x="61" y="172"/>
                    <a:pt x="161" y="182"/>
                    <a:pt x="191" y="202"/>
                  </a:cubicBezTo>
                  <a:lnTo>
                    <a:pt x="171" y="162"/>
                  </a:lnTo>
                  <a:lnTo>
                    <a:pt x="201" y="172"/>
                  </a:lnTo>
                  <a:lnTo>
                    <a:pt x="151" y="122"/>
                  </a:lnTo>
                  <a:lnTo>
                    <a:pt x="151" y="122"/>
                  </a:lnTo>
                  <a:cubicBezTo>
                    <a:pt x="161" y="128"/>
                    <a:pt x="172" y="131"/>
                    <a:pt x="183" y="131"/>
                  </a:cubicBezTo>
                  <a:cubicBezTo>
                    <a:pt x="204" y="131"/>
                    <a:pt x="222" y="122"/>
                    <a:pt x="222" y="122"/>
                  </a:cubicBezTo>
                  <a:cubicBezTo>
                    <a:pt x="193" y="103"/>
                    <a:pt x="155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78" name="Google Shape;17178;p56">
              <a:extLst>
                <a:ext uri="{FF2B5EF4-FFF2-40B4-BE49-F238E27FC236}">
                  <a16:creationId xmlns:a16="http://schemas.microsoft.com/office/drawing/2014/main" id="{92A8D067-C249-1832-45CF-C392C7EB8653}"/>
                </a:ext>
              </a:extLst>
            </p:cNvPr>
            <p:cNvSpPr/>
            <p:nvPr/>
          </p:nvSpPr>
          <p:spPr>
            <a:xfrm>
              <a:off x="5027245" y="4198703"/>
              <a:ext cx="16516" cy="8258"/>
            </a:xfrm>
            <a:custGeom>
              <a:avLst/>
              <a:gdLst/>
              <a:ahLst/>
              <a:cxnLst/>
              <a:rect l="l" t="t" r="r" b="b"/>
              <a:pathLst>
                <a:path w="102" h="51" extrusionOk="0">
                  <a:moveTo>
                    <a:pt x="51" y="0"/>
                  </a:moveTo>
                  <a:cubicBezTo>
                    <a:pt x="21" y="0"/>
                    <a:pt x="1" y="30"/>
                    <a:pt x="1" y="30"/>
                  </a:cubicBezTo>
                  <a:lnTo>
                    <a:pt x="101" y="50"/>
                  </a:lnTo>
                  <a:cubicBezTo>
                    <a:pt x="91" y="30"/>
                    <a:pt x="71" y="0"/>
                    <a:pt x="51" y="0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79" name="Google Shape;17179;p56">
              <a:extLst>
                <a:ext uri="{FF2B5EF4-FFF2-40B4-BE49-F238E27FC236}">
                  <a16:creationId xmlns:a16="http://schemas.microsoft.com/office/drawing/2014/main" id="{98138900-C3C7-565F-E42E-CD6ED43CB4D3}"/>
                </a:ext>
              </a:extLst>
            </p:cNvPr>
            <p:cNvSpPr/>
            <p:nvPr/>
          </p:nvSpPr>
          <p:spPr>
            <a:xfrm>
              <a:off x="5025625" y="4201294"/>
              <a:ext cx="18136" cy="5667"/>
            </a:xfrm>
            <a:custGeom>
              <a:avLst/>
              <a:gdLst/>
              <a:ahLst/>
              <a:cxnLst/>
              <a:rect l="l" t="t" r="r" b="b"/>
              <a:pathLst>
                <a:path w="112" h="35" extrusionOk="0">
                  <a:moveTo>
                    <a:pt x="1" y="4"/>
                  </a:moveTo>
                  <a:cubicBezTo>
                    <a:pt x="1" y="4"/>
                    <a:pt x="1" y="7"/>
                    <a:pt x="5" y="8"/>
                  </a:cubicBezTo>
                  <a:lnTo>
                    <a:pt x="5" y="8"/>
                  </a:lnTo>
                  <a:lnTo>
                    <a:pt x="1" y="4"/>
                  </a:lnTo>
                  <a:close/>
                  <a:moveTo>
                    <a:pt x="53" y="0"/>
                  </a:moveTo>
                  <a:cubicBezTo>
                    <a:pt x="46" y="0"/>
                    <a:pt x="39" y="2"/>
                    <a:pt x="31" y="4"/>
                  </a:cubicBezTo>
                  <a:cubicBezTo>
                    <a:pt x="21" y="8"/>
                    <a:pt x="14" y="9"/>
                    <a:pt x="10" y="9"/>
                  </a:cubicBezTo>
                  <a:cubicBezTo>
                    <a:pt x="8" y="9"/>
                    <a:pt x="6" y="8"/>
                    <a:pt x="5" y="8"/>
                  </a:cubicBezTo>
                  <a:lnTo>
                    <a:pt x="5" y="8"/>
                  </a:lnTo>
                  <a:lnTo>
                    <a:pt x="21" y="24"/>
                  </a:lnTo>
                  <a:lnTo>
                    <a:pt x="51" y="34"/>
                  </a:lnTo>
                  <a:lnTo>
                    <a:pt x="111" y="34"/>
                  </a:lnTo>
                  <a:cubicBezTo>
                    <a:pt x="96" y="12"/>
                    <a:pt x="76" y="0"/>
                    <a:pt x="53" y="0"/>
                  </a:cubicBezTo>
                  <a:close/>
                </a:path>
              </a:pathLst>
            </a:custGeom>
            <a:solidFill>
              <a:srgbClr val="2833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80" name="Google Shape;17180;p56">
              <a:extLst>
                <a:ext uri="{FF2B5EF4-FFF2-40B4-BE49-F238E27FC236}">
                  <a16:creationId xmlns:a16="http://schemas.microsoft.com/office/drawing/2014/main" id="{8B6A16AC-C07E-1B01-1E61-B95E63D1572C}"/>
                </a:ext>
              </a:extLst>
            </p:cNvPr>
            <p:cNvSpPr/>
            <p:nvPr/>
          </p:nvSpPr>
          <p:spPr>
            <a:xfrm>
              <a:off x="5028864" y="4201941"/>
              <a:ext cx="14897" cy="11496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43" y="0"/>
                  </a:moveTo>
                  <a:cubicBezTo>
                    <a:pt x="30" y="0"/>
                    <a:pt x="15" y="6"/>
                    <a:pt x="1" y="20"/>
                  </a:cubicBezTo>
                  <a:cubicBezTo>
                    <a:pt x="1" y="20"/>
                    <a:pt x="11" y="60"/>
                    <a:pt x="41" y="70"/>
                  </a:cubicBezTo>
                  <a:cubicBezTo>
                    <a:pt x="81" y="70"/>
                    <a:pt x="91" y="30"/>
                    <a:pt x="91" y="30"/>
                  </a:cubicBezTo>
                  <a:cubicBezTo>
                    <a:pt x="85" y="17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2833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81" name="Google Shape;17181;p56">
              <a:extLst>
                <a:ext uri="{FF2B5EF4-FFF2-40B4-BE49-F238E27FC236}">
                  <a16:creationId xmlns:a16="http://schemas.microsoft.com/office/drawing/2014/main" id="{159BB8E4-C4F2-8ADF-B6DD-1C5D18FA77AC}"/>
                </a:ext>
              </a:extLst>
            </p:cNvPr>
            <p:cNvSpPr/>
            <p:nvPr/>
          </p:nvSpPr>
          <p:spPr>
            <a:xfrm>
              <a:off x="5084242" y="4202427"/>
              <a:ext cx="5020" cy="2914"/>
            </a:xfrm>
            <a:custGeom>
              <a:avLst/>
              <a:gdLst/>
              <a:ahLst/>
              <a:cxnLst/>
              <a:rect l="l" t="t" r="r" b="b"/>
              <a:pathLst>
                <a:path w="31" h="18" extrusionOk="0">
                  <a:moveTo>
                    <a:pt x="8" y="0"/>
                  </a:moveTo>
                  <a:cubicBezTo>
                    <a:pt x="0" y="0"/>
                    <a:pt x="0" y="17"/>
                    <a:pt x="0" y="17"/>
                  </a:cubicBezTo>
                  <a:lnTo>
                    <a:pt x="30" y="17"/>
                  </a:lnTo>
                  <a:lnTo>
                    <a:pt x="20" y="7"/>
                  </a:lnTo>
                  <a:cubicBezTo>
                    <a:pt x="15" y="2"/>
                    <a:pt x="11" y="0"/>
                    <a:pt x="8" y="0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82" name="Google Shape;17182;p56">
              <a:extLst>
                <a:ext uri="{FF2B5EF4-FFF2-40B4-BE49-F238E27FC236}">
                  <a16:creationId xmlns:a16="http://schemas.microsoft.com/office/drawing/2014/main" id="{8ADD27C0-CE2C-C632-6623-B46CDB32D2DA}"/>
                </a:ext>
              </a:extLst>
            </p:cNvPr>
            <p:cNvSpPr/>
            <p:nvPr/>
          </p:nvSpPr>
          <p:spPr>
            <a:xfrm>
              <a:off x="5080842" y="4172635"/>
              <a:ext cx="11659" cy="11334"/>
            </a:xfrm>
            <a:custGeom>
              <a:avLst/>
              <a:gdLst/>
              <a:ahLst/>
              <a:cxnLst/>
              <a:rect l="l" t="t" r="r" b="b"/>
              <a:pathLst>
                <a:path w="72" h="70" extrusionOk="0">
                  <a:moveTo>
                    <a:pt x="71" y="1"/>
                  </a:moveTo>
                  <a:cubicBezTo>
                    <a:pt x="41" y="1"/>
                    <a:pt x="1" y="21"/>
                    <a:pt x="1" y="31"/>
                  </a:cubicBezTo>
                  <a:cubicBezTo>
                    <a:pt x="1" y="31"/>
                    <a:pt x="7" y="69"/>
                    <a:pt x="10" y="69"/>
                  </a:cubicBezTo>
                  <a:cubicBezTo>
                    <a:pt x="11" y="69"/>
                    <a:pt x="11" y="67"/>
                    <a:pt x="11" y="61"/>
                  </a:cubicBezTo>
                  <a:cubicBezTo>
                    <a:pt x="21" y="31"/>
                    <a:pt x="71" y="1"/>
                    <a:pt x="71" y="1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83" name="Google Shape;17183;p56">
              <a:extLst>
                <a:ext uri="{FF2B5EF4-FFF2-40B4-BE49-F238E27FC236}">
                  <a16:creationId xmlns:a16="http://schemas.microsoft.com/office/drawing/2014/main" id="{7FE8B8CD-2AEB-9E78-F428-532E35E088A6}"/>
                </a:ext>
              </a:extLst>
            </p:cNvPr>
            <p:cNvSpPr/>
            <p:nvPr/>
          </p:nvSpPr>
          <p:spPr>
            <a:xfrm>
              <a:off x="5058172" y="4274641"/>
              <a:ext cx="42424" cy="25582"/>
            </a:xfrm>
            <a:custGeom>
              <a:avLst/>
              <a:gdLst/>
              <a:ahLst/>
              <a:cxnLst/>
              <a:rect l="l" t="t" r="r" b="b"/>
              <a:pathLst>
                <a:path w="262" h="158" extrusionOk="0">
                  <a:moveTo>
                    <a:pt x="82" y="1"/>
                  </a:moveTo>
                  <a:cubicBezTo>
                    <a:pt x="39" y="1"/>
                    <a:pt x="1" y="30"/>
                    <a:pt x="1" y="83"/>
                  </a:cubicBezTo>
                  <a:cubicBezTo>
                    <a:pt x="9" y="126"/>
                    <a:pt x="41" y="155"/>
                    <a:pt x="82" y="155"/>
                  </a:cubicBezTo>
                  <a:cubicBezTo>
                    <a:pt x="88" y="155"/>
                    <a:pt x="94" y="154"/>
                    <a:pt x="101" y="153"/>
                  </a:cubicBezTo>
                  <a:lnTo>
                    <a:pt x="151" y="153"/>
                  </a:lnTo>
                  <a:cubicBezTo>
                    <a:pt x="158" y="153"/>
                    <a:pt x="164" y="157"/>
                    <a:pt x="174" y="157"/>
                  </a:cubicBezTo>
                  <a:cubicBezTo>
                    <a:pt x="179" y="157"/>
                    <a:pt x="184" y="156"/>
                    <a:pt x="191" y="153"/>
                  </a:cubicBezTo>
                  <a:cubicBezTo>
                    <a:pt x="221" y="143"/>
                    <a:pt x="261" y="103"/>
                    <a:pt x="251" y="53"/>
                  </a:cubicBezTo>
                  <a:lnTo>
                    <a:pt x="241" y="23"/>
                  </a:lnTo>
                  <a:cubicBezTo>
                    <a:pt x="221" y="3"/>
                    <a:pt x="191" y="3"/>
                    <a:pt x="161" y="3"/>
                  </a:cubicBezTo>
                  <a:cubicBezTo>
                    <a:pt x="151" y="8"/>
                    <a:pt x="141" y="10"/>
                    <a:pt x="131" y="10"/>
                  </a:cubicBezTo>
                  <a:cubicBezTo>
                    <a:pt x="121" y="10"/>
                    <a:pt x="111" y="8"/>
                    <a:pt x="101" y="3"/>
                  </a:cubicBezTo>
                  <a:cubicBezTo>
                    <a:pt x="94" y="1"/>
                    <a:pt x="88" y="1"/>
                    <a:pt x="82" y="1"/>
                  </a:cubicBezTo>
                  <a:close/>
                </a:path>
              </a:pathLst>
            </a:custGeom>
            <a:solidFill>
              <a:srgbClr val="E0B9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84" name="Google Shape;17184;p56">
              <a:extLst>
                <a:ext uri="{FF2B5EF4-FFF2-40B4-BE49-F238E27FC236}">
                  <a16:creationId xmlns:a16="http://schemas.microsoft.com/office/drawing/2014/main" id="{150494B6-5397-EB5B-855E-29B01208B8FD}"/>
                </a:ext>
              </a:extLst>
            </p:cNvPr>
            <p:cNvSpPr/>
            <p:nvPr/>
          </p:nvSpPr>
          <p:spPr>
            <a:xfrm>
              <a:off x="5069507" y="4283060"/>
              <a:ext cx="5020" cy="8258"/>
            </a:xfrm>
            <a:custGeom>
              <a:avLst/>
              <a:gdLst/>
              <a:ahLst/>
              <a:cxnLst/>
              <a:rect l="l" t="t" r="r" b="b"/>
              <a:pathLst>
                <a:path w="31" h="51" extrusionOk="0">
                  <a:moveTo>
                    <a:pt x="1" y="1"/>
                  </a:moveTo>
                  <a:lnTo>
                    <a:pt x="11" y="31"/>
                  </a:lnTo>
                  <a:lnTo>
                    <a:pt x="31" y="51"/>
                  </a:lnTo>
                  <a:lnTo>
                    <a:pt x="31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3B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85" name="Google Shape;17185;p56">
              <a:extLst>
                <a:ext uri="{FF2B5EF4-FFF2-40B4-BE49-F238E27FC236}">
                  <a16:creationId xmlns:a16="http://schemas.microsoft.com/office/drawing/2014/main" id="{3EB8EF38-F35E-06B3-2E14-761CCF37B5C6}"/>
                </a:ext>
              </a:extLst>
            </p:cNvPr>
            <p:cNvSpPr/>
            <p:nvPr/>
          </p:nvSpPr>
          <p:spPr>
            <a:xfrm>
              <a:off x="5092338" y="4283060"/>
              <a:ext cx="3400" cy="6638"/>
            </a:xfrm>
            <a:custGeom>
              <a:avLst/>
              <a:gdLst/>
              <a:ahLst/>
              <a:cxnLst/>
              <a:rect l="l" t="t" r="r" b="b"/>
              <a:pathLst>
                <a:path w="21" h="41" extrusionOk="0">
                  <a:moveTo>
                    <a:pt x="20" y="1"/>
                  </a:moveTo>
                  <a:lnTo>
                    <a:pt x="0" y="21"/>
                  </a:lnTo>
                  <a:lnTo>
                    <a:pt x="0" y="41"/>
                  </a:lnTo>
                  <a:lnTo>
                    <a:pt x="20" y="2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593B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86" name="Google Shape;17186;p56">
              <a:extLst>
                <a:ext uri="{FF2B5EF4-FFF2-40B4-BE49-F238E27FC236}">
                  <a16:creationId xmlns:a16="http://schemas.microsoft.com/office/drawing/2014/main" id="{22D1D2D9-0479-074C-B13E-5EBD44EB06DF}"/>
                </a:ext>
              </a:extLst>
            </p:cNvPr>
            <p:cNvSpPr/>
            <p:nvPr/>
          </p:nvSpPr>
          <p:spPr>
            <a:xfrm>
              <a:off x="5059791" y="4289537"/>
              <a:ext cx="35947" cy="10039"/>
            </a:xfrm>
            <a:custGeom>
              <a:avLst/>
              <a:gdLst/>
              <a:ahLst/>
              <a:cxnLst/>
              <a:rect l="l" t="t" r="r" b="b"/>
              <a:pathLst>
                <a:path w="222" h="62" extrusionOk="0">
                  <a:moveTo>
                    <a:pt x="1" y="1"/>
                  </a:moveTo>
                  <a:cubicBezTo>
                    <a:pt x="1" y="41"/>
                    <a:pt x="31" y="61"/>
                    <a:pt x="71" y="61"/>
                  </a:cubicBezTo>
                  <a:lnTo>
                    <a:pt x="181" y="61"/>
                  </a:lnTo>
                  <a:cubicBezTo>
                    <a:pt x="201" y="51"/>
                    <a:pt x="211" y="41"/>
                    <a:pt x="221" y="31"/>
                  </a:cubicBezTo>
                  <a:lnTo>
                    <a:pt x="141" y="31"/>
                  </a:lnTo>
                  <a:cubicBezTo>
                    <a:pt x="121" y="31"/>
                    <a:pt x="91" y="41"/>
                    <a:pt x="71" y="41"/>
                  </a:cubicBez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5A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87" name="Google Shape;17187;p56">
              <a:extLst>
                <a:ext uri="{FF2B5EF4-FFF2-40B4-BE49-F238E27FC236}">
                  <a16:creationId xmlns:a16="http://schemas.microsoft.com/office/drawing/2014/main" id="{D3621D8A-5AE3-7F47-CCA4-80E6A08AB3CB}"/>
                </a:ext>
              </a:extLst>
            </p:cNvPr>
            <p:cNvSpPr/>
            <p:nvPr/>
          </p:nvSpPr>
          <p:spPr>
            <a:xfrm>
              <a:off x="4994860" y="4206799"/>
              <a:ext cx="60236" cy="81280"/>
            </a:xfrm>
            <a:custGeom>
              <a:avLst/>
              <a:gdLst/>
              <a:ahLst/>
              <a:cxnLst/>
              <a:rect l="l" t="t" r="r" b="b"/>
              <a:pathLst>
                <a:path w="372" h="502" extrusionOk="0">
                  <a:moveTo>
                    <a:pt x="0" y="0"/>
                  </a:moveTo>
                  <a:cubicBezTo>
                    <a:pt x="10" y="50"/>
                    <a:pt x="10" y="131"/>
                    <a:pt x="10" y="181"/>
                  </a:cubicBezTo>
                  <a:cubicBezTo>
                    <a:pt x="30" y="281"/>
                    <a:pt x="61" y="341"/>
                    <a:pt x="171" y="412"/>
                  </a:cubicBezTo>
                  <a:cubicBezTo>
                    <a:pt x="201" y="432"/>
                    <a:pt x="261" y="462"/>
                    <a:pt x="311" y="502"/>
                  </a:cubicBezTo>
                  <a:cubicBezTo>
                    <a:pt x="331" y="482"/>
                    <a:pt x="351" y="452"/>
                    <a:pt x="341" y="422"/>
                  </a:cubicBezTo>
                  <a:cubicBezTo>
                    <a:pt x="331" y="412"/>
                    <a:pt x="321" y="391"/>
                    <a:pt x="321" y="371"/>
                  </a:cubicBezTo>
                  <a:cubicBezTo>
                    <a:pt x="321" y="341"/>
                    <a:pt x="371" y="321"/>
                    <a:pt x="361" y="291"/>
                  </a:cubicBezTo>
                  <a:cubicBezTo>
                    <a:pt x="361" y="271"/>
                    <a:pt x="341" y="261"/>
                    <a:pt x="331" y="251"/>
                  </a:cubicBezTo>
                  <a:cubicBezTo>
                    <a:pt x="311" y="251"/>
                    <a:pt x="291" y="251"/>
                    <a:pt x="281" y="241"/>
                  </a:cubicBezTo>
                  <a:cubicBezTo>
                    <a:pt x="241" y="221"/>
                    <a:pt x="221" y="181"/>
                    <a:pt x="201" y="141"/>
                  </a:cubicBezTo>
                  <a:cubicBezTo>
                    <a:pt x="191" y="101"/>
                    <a:pt x="181" y="50"/>
                    <a:pt x="141" y="30"/>
                  </a:cubicBezTo>
                  <a:cubicBezTo>
                    <a:pt x="101" y="10"/>
                    <a:pt x="50" y="10"/>
                    <a:pt x="1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88" name="Google Shape;17188;p56">
              <a:extLst>
                <a:ext uri="{FF2B5EF4-FFF2-40B4-BE49-F238E27FC236}">
                  <a16:creationId xmlns:a16="http://schemas.microsoft.com/office/drawing/2014/main" id="{E95EEC2C-7E71-1A99-125F-B96AA22DDE5A}"/>
                </a:ext>
              </a:extLst>
            </p:cNvPr>
            <p:cNvSpPr/>
            <p:nvPr/>
          </p:nvSpPr>
          <p:spPr>
            <a:xfrm>
              <a:off x="5006194" y="4145595"/>
              <a:ext cx="83068" cy="119815"/>
            </a:xfrm>
            <a:custGeom>
              <a:avLst/>
              <a:gdLst/>
              <a:ahLst/>
              <a:cxnLst/>
              <a:rect l="l" t="t" r="r" b="b"/>
              <a:pathLst>
                <a:path w="513" h="740" extrusionOk="0">
                  <a:moveTo>
                    <a:pt x="239" y="1"/>
                  </a:moveTo>
                  <a:cubicBezTo>
                    <a:pt x="159" y="1"/>
                    <a:pt x="92" y="24"/>
                    <a:pt x="61" y="47"/>
                  </a:cubicBezTo>
                  <a:cubicBezTo>
                    <a:pt x="31" y="67"/>
                    <a:pt x="11" y="77"/>
                    <a:pt x="1" y="87"/>
                  </a:cubicBezTo>
                  <a:lnTo>
                    <a:pt x="31" y="107"/>
                  </a:lnTo>
                  <a:lnTo>
                    <a:pt x="71" y="107"/>
                  </a:lnTo>
                  <a:cubicBezTo>
                    <a:pt x="81" y="97"/>
                    <a:pt x="91" y="97"/>
                    <a:pt x="111" y="97"/>
                  </a:cubicBezTo>
                  <a:cubicBezTo>
                    <a:pt x="141" y="97"/>
                    <a:pt x="161" y="118"/>
                    <a:pt x="181" y="128"/>
                  </a:cubicBezTo>
                  <a:cubicBezTo>
                    <a:pt x="211" y="158"/>
                    <a:pt x="231" y="188"/>
                    <a:pt x="251" y="218"/>
                  </a:cubicBezTo>
                  <a:cubicBezTo>
                    <a:pt x="291" y="288"/>
                    <a:pt x="311" y="308"/>
                    <a:pt x="301" y="388"/>
                  </a:cubicBezTo>
                  <a:cubicBezTo>
                    <a:pt x="301" y="418"/>
                    <a:pt x="301" y="438"/>
                    <a:pt x="311" y="459"/>
                  </a:cubicBezTo>
                  <a:cubicBezTo>
                    <a:pt x="311" y="489"/>
                    <a:pt x="352" y="529"/>
                    <a:pt x="352" y="549"/>
                  </a:cubicBezTo>
                  <a:cubicBezTo>
                    <a:pt x="362" y="579"/>
                    <a:pt x="362" y="619"/>
                    <a:pt x="382" y="669"/>
                  </a:cubicBezTo>
                  <a:cubicBezTo>
                    <a:pt x="412" y="709"/>
                    <a:pt x="432" y="739"/>
                    <a:pt x="462" y="739"/>
                  </a:cubicBezTo>
                  <a:cubicBezTo>
                    <a:pt x="512" y="739"/>
                    <a:pt x="452" y="629"/>
                    <a:pt x="462" y="569"/>
                  </a:cubicBezTo>
                  <a:cubicBezTo>
                    <a:pt x="472" y="529"/>
                    <a:pt x="442" y="499"/>
                    <a:pt x="422" y="459"/>
                  </a:cubicBezTo>
                  <a:cubicBezTo>
                    <a:pt x="412" y="418"/>
                    <a:pt x="432" y="388"/>
                    <a:pt x="442" y="348"/>
                  </a:cubicBezTo>
                  <a:cubicBezTo>
                    <a:pt x="452" y="298"/>
                    <a:pt x="422" y="218"/>
                    <a:pt x="432" y="178"/>
                  </a:cubicBezTo>
                  <a:cubicBezTo>
                    <a:pt x="432" y="138"/>
                    <a:pt x="442" y="107"/>
                    <a:pt x="432" y="77"/>
                  </a:cubicBezTo>
                  <a:cubicBezTo>
                    <a:pt x="412" y="57"/>
                    <a:pt x="372" y="27"/>
                    <a:pt x="311" y="7"/>
                  </a:cubicBezTo>
                  <a:cubicBezTo>
                    <a:pt x="287" y="3"/>
                    <a:pt x="262" y="1"/>
                    <a:pt x="239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89" name="Google Shape;17189;p56">
              <a:extLst>
                <a:ext uri="{FF2B5EF4-FFF2-40B4-BE49-F238E27FC236}">
                  <a16:creationId xmlns:a16="http://schemas.microsoft.com/office/drawing/2014/main" id="{C69952F9-EABA-C01C-BB05-53F311824E72}"/>
                </a:ext>
              </a:extLst>
            </p:cNvPr>
            <p:cNvSpPr/>
            <p:nvPr/>
          </p:nvSpPr>
          <p:spPr>
            <a:xfrm>
              <a:off x="5032264" y="4205180"/>
              <a:ext cx="5020" cy="3400"/>
            </a:xfrm>
            <a:custGeom>
              <a:avLst/>
              <a:gdLst/>
              <a:ahLst/>
              <a:cxnLst/>
              <a:rect l="l" t="t" r="r" b="b"/>
              <a:pathLst>
                <a:path w="31" h="21" extrusionOk="0">
                  <a:moveTo>
                    <a:pt x="10" y="0"/>
                  </a:moveTo>
                  <a:lnTo>
                    <a:pt x="0" y="10"/>
                  </a:lnTo>
                  <a:lnTo>
                    <a:pt x="10" y="20"/>
                  </a:lnTo>
                  <a:lnTo>
                    <a:pt x="30" y="1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7C80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90" name="Google Shape;17190;p56">
              <a:extLst>
                <a:ext uri="{FF2B5EF4-FFF2-40B4-BE49-F238E27FC236}">
                  <a16:creationId xmlns:a16="http://schemas.microsoft.com/office/drawing/2014/main" id="{B9EBFB55-6EC3-ACD4-EBB7-48765BFD71D0}"/>
                </a:ext>
              </a:extLst>
            </p:cNvPr>
            <p:cNvSpPr/>
            <p:nvPr/>
          </p:nvSpPr>
          <p:spPr>
            <a:xfrm>
              <a:off x="5037122" y="4210037"/>
              <a:ext cx="1781" cy="1781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0" y="10"/>
                  </a:lnTo>
                  <a:lnTo>
                    <a:pt x="1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80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91" name="Google Shape;17191;p56">
              <a:extLst>
                <a:ext uri="{FF2B5EF4-FFF2-40B4-BE49-F238E27FC236}">
                  <a16:creationId xmlns:a16="http://schemas.microsoft.com/office/drawing/2014/main" id="{BDFA2E0B-0482-C405-276E-2E42BD728167}"/>
                </a:ext>
              </a:extLst>
            </p:cNvPr>
            <p:cNvSpPr/>
            <p:nvPr/>
          </p:nvSpPr>
          <p:spPr>
            <a:xfrm>
              <a:off x="4678297" y="4179597"/>
              <a:ext cx="107194" cy="84194"/>
            </a:xfrm>
            <a:custGeom>
              <a:avLst/>
              <a:gdLst/>
              <a:ahLst/>
              <a:cxnLst/>
              <a:rect l="l" t="t" r="r" b="b"/>
              <a:pathLst>
                <a:path w="662" h="520" extrusionOk="0">
                  <a:moveTo>
                    <a:pt x="126" y="1"/>
                  </a:moveTo>
                  <a:cubicBezTo>
                    <a:pt x="60" y="1"/>
                    <a:pt x="1" y="39"/>
                    <a:pt x="29" y="118"/>
                  </a:cubicBezTo>
                  <a:cubicBezTo>
                    <a:pt x="39" y="158"/>
                    <a:pt x="70" y="188"/>
                    <a:pt x="70" y="228"/>
                  </a:cubicBezTo>
                  <a:cubicBezTo>
                    <a:pt x="70" y="289"/>
                    <a:pt x="39" y="349"/>
                    <a:pt x="80" y="389"/>
                  </a:cubicBezTo>
                  <a:cubicBezTo>
                    <a:pt x="100" y="409"/>
                    <a:pt x="140" y="419"/>
                    <a:pt x="170" y="419"/>
                  </a:cubicBezTo>
                  <a:cubicBezTo>
                    <a:pt x="230" y="419"/>
                    <a:pt x="290" y="399"/>
                    <a:pt x="350" y="399"/>
                  </a:cubicBezTo>
                  <a:cubicBezTo>
                    <a:pt x="421" y="409"/>
                    <a:pt x="451" y="519"/>
                    <a:pt x="521" y="519"/>
                  </a:cubicBezTo>
                  <a:lnTo>
                    <a:pt x="631" y="489"/>
                  </a:lnTo>
                  <a:cubicBezTo>
                    <a:pt x="661" y="479"/>
                    <a:pt x="611" y="399"/>
                    <a:pt x="601" y="369"/>
                  </a:cubicBezTo>
                  <a:cubicBezTo>
                    <a:pt x="571" y="299"/>
                    <a:pt x="511" y="249"/>
                    <a:pt x="441" y="249"/>
                  </a:cubicBezTo>
                  <a:cubicBezTo>
                    <a:pt x="424" y="249"/>
                    <a:pt x="406" y="250"/>
                    <a:pt x="389" y="250"/>
                  </a:cubicBezTo>
                  <a:cubicBezTo>
                    <a:pt x="354" y="250"/>
                    <a:pt x="320" y="245"/>
                    <a:pt x="300" y="218"/>
                  </a:cubicBezTo>
                  <a:cubicBezTo>
                    <a:pt x="280" y="198"/>
                    <a:pt x="280" y="158"/>
                    <a:pt x="280" y="128"/>
                  </a:cubicBezTo>
                  <a:cubicBezTo>
                    <a:pt x="270" y="88"/>
                    <a:pt x="240" y="48"/>
                    <a:pt x="200" y="18"/>
                  </a:cubicBezTo>
                  <a:cubicBezTo>
                    <a:pt x="178" y="7"/>
                    <a:pt x="151" y="1"/>
                    <a:pt x="126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92" name="Google Shape;17192;p56">
              <a:extLst>
                <a:ext uri="{FF2B5EF4-FFF2-40B4-BE49-F238E27FC236}">
                  <a16:creationId xmlns:a16="http://schemas.microsoft.com/office/drawing/2014/main" id="{C416CA2C-09DF-2841-A68F-7E8263EA988B}"/>
                </a:ext>
              </a:extLst>
            </p:cNvPr>
            <p:cNvSpPr/>
            <p:nvPr/>
          </p:nvSpPr>
          <p:spPr>
            <a:xfrm>
              <a:off x="4809618" y="4251001"/>
              <a:ext cx="52140" cy="162236"/>
            </a:xfrm>
            <a:custGeom>
              <a:avLst/>
              <a:gdLst/>
              <a:ahLst/>
              <a:cxnLst/>
              <a:rect l="l" t="t" r="r" b="b"/>
              <a:pathLst>
                <a:path w="322" h="1002" extrusionOk="0">
                  <a:moveTo>
                    <a:pt x="105" y="1"/>
                  </a:moveTo>
                  <a:cubicBezTo>
                    <a:pt x="78" y="1"/>
                    <a:pt x="49" y="14"/>
                    <a:pt x="31" y="38"/>
                  </a:cubicBezTo>
                  <a:cubicBezTo>
                    <a:pt x="1" y="78"/>
                    <a:pt x="21" y="129"/>
                    <a:pt x="31" y="169"/>
                  </a:cubicBezTo>
                  <a:cubicBezTo>
                    <a:pt x="61" y="269"/>
                    <a:pt x="151" y="439"/>
                    <a:pt x="151" y="439"/>
                  </a:cubicBezTo>
                  <a:cubicBezTo>
                    <a:pt x="161" y="470"/>
                    <a:pt x="262" y="750"/>
                    <a:pt x="252" y="831"/>
                  </a:cubicBezTo>
                  <a:cubicBezTo>
                    <a:pt x="252" y="881"/>
                    <a:pt x="252" y="951"/>
                    <a:pt x="262" y="1001"/>
                  </a:cubicBezTo>
                  <a:cubicBezTo>
                    <a:pt x="302" y="971"/>
                    <a:pt x="322" y="911"/>
                    <a:pt x="322" y="861"/>
                  </a:cubicBezTo>
                  <a:cubicBezTo>
                    <a:pt x="312" y="821"/>
                    <a:pt x="292" y="780"/>
                    <a:pt x="282" y="740"/>
                  </a:cubicBezTo>
                  <a:cubicBezTo>
                    <a:pt x="262" y="670"/>
                    <a:pt x="252" y="600"/>
                    <a:pt x="252" y="530"/>
                  </a:cubicBezTo>
                  <a:cubicBezTo>
                    <a:pt x="242" y="490"/>
                    <a:pt x="242" y="449"/>
                    <a:pt x="262" y="419"/>
                  </a:cubicBezTo>
                  <a:cubicBezTo>
                    <a:pt x="272" y="399"/>
                    <a:pt x="292" y="379"/>
                    <a:pt x="292" y="349"/>
                  </a:cubicBezTo>
                  <a:cubicBezTo>
                    <a:pt x="292" y="309"/>
                    <a:pt x="242" y="269"/>
                    <a:pt x="211" y="229"/>
                  </a:cubicBezTo>
                  <a:cubicBezTo>
                    <a:pt x="181" y="169"/>
                    <a:pt x="211" y="68"/>
                    <a:pt x="151" y="18"/>
                  </a:cubicBezTo>
                  <a:cubicBezTo>
                    <a:pt x="139" y="6"/>
                    <a:pt x="123" y="1"/>
                    <a:pt x="105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93" name="Google Shape;17193;p56">
              <a:extLst>
                <a:ext uri="{FF2B5EF4-FFF2-40B4-BE49-F238E27FC236}">
                  <a16:creationId xmlns:a16="http://schemas.microsoft.com/office/drawing/2014/main" id="{41B43289-E8FA-B708-8AE3-8E43F0DBD254}"/>
                </a:ext>
              </a:extLst>
            </p:cNvPr>
            <p:cNvSpPr/>
            <p:nvPr/>
          </p:nvSpPr>
          <p:spPr>
            <a:xfrm>
              <a:off x="4833140" y="4185931"/>
              <a:ext cx="107356" cy="120787"/>
            </a:xfrm>
            <a:custGeom>
              <a:avLst/>
              <a:gdLst/>
              <a:ahLst/>
              <a:cxnLst/>
              <a:rect l="l" t="t" r="r" b="b"/>
              <a:pathLst>
                <a:path w="663" h="746" extrusionOk="0">
                  <a:moveTo>
                    <a:pt x="287" y="0"/>
                  </a:moveTo>
                  <a:cubicBezTo>
                    <a:pt x="255" y="0"/>
                    <a:pt x="222" y="5"/>
                    <a:pt x="191" y="13"/>
                  </a:cubicBezTo>
                  <a:cubicBezTo>
                    <a:pt x="141" y="33"/>
                    <a:pt x="51" y="63"/>
                    <a:pt x="20" y="103"/>
                  </a:cubicBezTo>
                  <a:cubicBezTo>
                    <a:pt x="0" y="133"/>
                    <a:pt x="10" y="133"/>
                    <a:pt x="30" y="133"/>
                  </a:cubicBezTo>
                  <a:cubicBezTo>
                    <a:pt x="71" y="133"/>
                    <a:pt x="101" y="133"/>
                    <a:pt x="141" y="143"/>
                  </a:cubicBezTo>
                  <a:cubicBezTo>
                    <a:pt x="181" y="153"/>
                    <a:pt x="221" y="183"/>
                    <a:pt x="221" y="233"/>
                  </a:cubicBezTo>
                  <a:cubicBezTo>
                    <a:pt x="211" y="244"/>
                    <a:pt x="201" y="264"/>
                    <a:pt x="201" y="274"/>
                  </a:cubicBezTo>
                  <a:cubicBezTo>
                    <a:pt x="181" y="324"/>
                    <a:pt x="211" y="394"/>
                    <a:pt x="271" y="404"/>
                  </a:cubicBezTo>
                  <a:cubicBezTo>
                    <a:pt x="301" y="404"/>
                    <a:pt x="321" y="394"/>
                    <a:pt x="351" y="394"/>
                  </a:cubicBezTo>
                  <a:cubicBezTo>
                    <a:pt x="382" y="394"/>
                    <a:pt x="412" y="394"/>
                    <a:pt x="432" y="414"/>
                  </a:cubicBezTo>
                  <a:cubicBezTo>
                    <a:pt x="462" y="434"/>
                    <a:pt x="462" y="474"/>
                    <a:pt x="472" y="504"/>
                  </a:cubicBezTo>
                  <a:cubicBezTo>
                    <a:pt x="482" y="575"/>
                    <a:pt x="552" y="605"/>
                    <a:pt x="502" y="745"/>
                  </a:cubicBezTo>
                  <a:cubicBezTo>
                    <a:pt x="582" y="725"/>
                    <a:pt x="662" y="605"/>
                    <a:pt x="662" y="534"/>
                  </a:cubicBezTo>
                  <a:cubicBezTo>
                    <a:pt x="662" y="474"/>
                    <a:pt x="622" y="414"/>
                    <a:pt x="592" y="354"/>
                  </a:cubicBezTo>
                  <a:cubicBezTo>
                    <a:pt x="572" y="294"/>
                    <a:pt x="552" y="244"/>
                    <a:pt x="532" y="183"/>
                  </a:cubicBezTo>
                  <a:cubicBezTo>
                    <a:pt x="512" y="123"/>
                    <a:pt x="482" y="73"/>
                    <a:pt x="432" y="43"/>
                  </a:cubicBezTo>
                  <a:cubicBezTo>
                    <a:pt x="389" y="12"/>
                    <a:pt x="338" y="0"/>
                    <a:pt x="287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94" name="Google Shape;17194;p56">
              <a:extLst>
                <a:ext uri="{FF2B5EF4-FFF2-40B4-BE49-F238E27FC236}">
                  <a16:creationId xmlns:a16="http://schemas.microsoft.com/office/drawing/2014/main" id="{9003DD04-820A-9A5E-E1F4-3130D0E944D7}"/>
                </a:ext>
              </a:extLst>
            </p:cNvPr>
            <p:cNvSpPr/>
            <p:nvPr/>
          </p:nvSpPr>
          <p:spPr>
            <a:xfrm>
              <a:off x="4743067" y="4487719"/>
              <a:ext cx="1781" cy="9877"/>
            </a:xfrm>
            <a:custGeom>
              <a:avLst/>
              <a:gdLst/>
              <a:ahLst/>
              <a:cxnLst/>
              <a:rect l="l" t="t" r="r" b="b"/>
              <a:pathLst>
                <a:path w="11" h="61" extrusionOk="0">
                  <a:moveTo>
                    <a:pt x="1" y="1"/>
                  </a:moveTo>
                  <a:cubicBezTo>
                    <a:pt x="1" y="18"/>
                    <a:pt x="8" y="36"/>
                    <a:pt x="10" y="47"/>
                  </a:cubicBezTo>
                  <a:lnTo>
                    <a:pt x="10" y="47"/>
                  </a:lnTo>
                  <a:cubicBezTo>
                    <a:pt x="9" y="35"/>
                    <a:pt x="7" y="20"/>
                    <a:pt x="1" y="1"/>
                  </a:cubicBezTo>
                  <a:close/>
                  <a:moveTo>
                    <a:pt x="10" y="47"/>
                  </a:moveTo>
                  <a:cubicBezTo>
                    <a:pt x="11" y="52"/>
                    <a:pt x="11" y="57"/>
                    <a:pt x="11" y="6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49"/>
                    <a:pt x="10" y="48"/>
                    <a:pt x="10" y="47"/>
                  </a:cubicBezTo>
                  <a:close/>
                </a:path>
              </a:pathLst>
            </a:custGeom>
            <a:solidFill>
              <a:srgbClr val="8D9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95" name="Google Shape;17195;p56">
              <a:extLst>
                <a:ext uri="{FF2B5EF4-FFF2-40B4-BE49-F238E27FC236}">
                  <a16:creationId xmlns:a16="http://schemas.microsoft.com/office/drawing/2014/main" id="{5395B102-5103-8363-33EF-2ECE2DA0A167}"/>
                </a:ext>
              </a:extLst>
            </p:cNvPr>
            <p:cNvSpPr/>
            <p:nvPr/>
          </p:nvSpPr>
          <p:spPr>
            <a:xfrm>
              <a:off x="4704043" y="4474766"/>
              <a:ext cx="29470" cy="26068"/>
            </a:xfrm>
            <a:custGeom>
              <a:avLst/>
              <a:gdLst/>
              <a:ahLst/>
              <a:cxnLst/>
              <a:rect l="l" t="t" r="r" b="b"/>
              <a:pathLst>
                <a:path w="182" h="161" extrusionOk="0">
                  <a:moveTo>
                    <a:pt x="11" y="0"/>
                  </a:moveTo>
                  <a:cubicBezTo>
                    <a:pt x="1" y="40"/>
                    <a:pt x="1" y="61"/>
                    <a:pt x="31" y="101"/>
                  </a:cubicBezTo>
                  <a:cubicBezTo>
                    <a:pt x="49" y="137"/>
                    <a:pt x="116" y="157"/>
                    <a:pt x="166" y="160"/>
                  </a:cubicBezTo>
                  <a:lnTo>
                    <a:pt x="166" y="160"/>
                  </a:lnTo>
                  <a:cubicBezTo>
                    <a:pt x="156" y="159"/>
                    <a:pt x="144" y="157"/>
                    <a:pt x="131" y="151"/>
                  </a:cubicBezTo>
                  <a:cubicBezTo>
                    <a:pt x="131" y="121"/>
                    <a:pt x="131" y="71"/>
                    <a:pt x="131" y="10"/>
                  </a:cubicBezTo>
                  <a:cubicBezTo>
                    <a:pt x="101" y="10"/>
                    <a:pt x="51" y="0"/>
                    <a:pt x="11" y="0"/>
                  </a:cubicBezTo>
                  <a:close/>
                  <a:moveTo>
                    <a:pt x="166" y="160"/>
                  </a:moveTo>
                  <a:cubicBezTo>
                    <a:pt x="172" y="161"/>
                    <a:pt x="178" y="161"/>
                    <a:pt x="181" y="161"/>
                  </a:cubicBezTo>
                  <a:cubicBezTo>
                    <a:pt x="176" y="161"/>
                    <a:pt x="171" y="161"/>
                    <a:pt x="166" y="1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96" name="Google Shape;17196;p56">
              <a:extLst>
                <a:ext uri="{FF2B5EF4-FFF2-40B4-BE49-F238E27FC236}">
                  <a16:creationId xmlns:a16="http://schemas.microsoft.com/office/drawing/2014/main" id="{F06ADAC6-F966-B6F3-C86F-3471D9372CC5}"/>
                </a:ext>
              </a:extLst>
            </p:cNvPr>
            <p:cNvSpPr/>
            <p:nvPr/>
          </p:nvSpPr>
          <p:spPr>
            <a:xfrm>
              <a:off x="4725255" y="4476385"/>
              <a:ext cx="19593" cy="24449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0" y="0"/>
                  </a:moveTo>
                  <a:cubicBezTo>
                    <a:pt x="0" y="61"/>
                    <a:pt x="0" y="111"/>
                    <a:pt x="0" y="141"/>
                  </a:cubicBezTo>
                  <a:cubicBezTo>
                    <a:pt x="20" y="151"/>
                    <a:pt x="40" y="151"/>
                    <a:pt x="50" y="151"/>
                  </a:cubicBezTo>
                  <a:cubicBezTo>
                    <a:pt x="70" y="151"/>
                    <a:pt x="91" y="141"/>
                    <a:pt x="111" y="141"/>
                  </a:cubicBezTo>
                  <a:cubicBezTo>
                    <a:pt x="111" y="141"/>
                    <a:pt x="121" y="131"/>
                    <a:pt x="121" y="13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11"/>
                    <a:pt x="111" y="91"/>
                    <a:pt x="111" y="71"/>
                  </a:cubicBezTo>
                  <a:cubicBezTo>
                    <a:pt x="111" y="51"/>
                    <a:pt x="101" y="40"/>
                    <a:pt x="101" y="20"/>
                  </a:cubicBezTo>
                  <a:lnTo>
                    <a:pt x="80" y="10"/>
                  </a:lnTo>
                  <a:cubicBezTo>
                    <a:pt x="50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97" name="Google Shape;17197;p56">
              <a:extLst>
                <a:ext uri="{FF2B5EF4-FFF2-40B4-BE49-F238E27FC236}">
                  <a16:creationId xmlns:a16="http://schemas.microsoft.com/office/drawing/2014/main" id="{EE43008C-99D6-43D5-4F2E-2E46BD76F205}"/>
                </a:ext>
              </a:extLst>
            </p:cNvPr>
            <p:cNvSpPr/>
            <p:nvPr/>
          </p:nvSpPr>
          <p:spPr>
            <a:xfrm>
              <a:off x="4689470" y="4325320"/>
              <a:ext cx="52140" cy="154465"/>
            </a:xfrm>
            <a:custGeom>
              <a:avLst/>
              <a:gdLst/>
              <a:ahLst/>
              <a:cxnLst/>
              <a:rect l="l" t="t" r="r" b="b"/>
              <a:pathLst>
                <a:path w="322" h="954" extrusionOk="0">
                  <a:moveTo>
                    <a:pt x="1" y="1"/>
                  </a:moveTo>
                  <a:lnTo>
                    <a:pt x="1" y="21"/>
                  </a:lnTo>
                  <a:cubicBezTo>
                    <a:pt x="11" y="151"/>
                    <a:pt x="11" y="201"/>
                    <a:pt x="51" y="342"/>
                  </a:cubicBezTo>
                  <a:cubicBezTo>
                    <a:pt x="91" y="482"/>
                    <a:pt x="111" y="683"/>
                    <a:pt x="111" y="803"/>
                  </a:cubicBezTo>
                  <a:cubicBezTo>
                    <a:pt x="111" y="853"/>
                    <a:pt x="101" y="893"/>
                    <a:pt x="101" y="923"/>
                  </a:cubicBezTo>
                  <a:cubicBezTo>
                    <a:pt x="131" y="923"/>
                    <a:pt x="201" y="933"/>
                    <a:pt x="221" y="933"/>
                  </a:cubicBezTo>
                  <a:cubicBezTo>
                    <a:pt x="241" y="933"/>
                    <a:pt x="271" y="933"/>
                    <a:pt x="301" y="943"/>
                  </a:cubicBezTo>
                  <a:lnTo>
                    <a:pt x="322" y="953"/>
                  </a:lnTo>
                  <a:cubicBezTo>
                    <a:pt x="322" y="933"/>
                    <a:pt x="312" y="923"/>
                    <a:pt x="312" y="903"/>
                  </a:cubicBezTo>
                  <a:cubicBezTo>
                    <a:pt x="291" y="853"/>
                    <a:pt x="261" y="693"/>
                    <a:pt x="241" y="572"/>
                  </a:cubicBezTo>
                  <a:cubicBezTo>
                    <a:pt x="221" y="542"/>
                    <a:pt x="201" y="502"/>
                    <a:pt x="201" y="472"/>
                  </a:cubicBezTo>
                  <a:cubicBezTo>
                    <a:pt x="201" y="422"/>
                    <a:pt x="211" y="372"/>
                    <a:pt x="201" y="321"/>
                  </a:cubicBezTo>
                  <a:cubicBezTo>
                    <a:pt x="171" y="271"/>
                    <a:pt x="101" y="241"/>
                    <a:pt x="91" y="181"/>
                  </a:cubicBezTo>
                  <a:cubicBezTo>
                    <a:pt x="81" y="161"/>
                    <a:pt x="91" y="131"/>
                    <a:pt x="91" y="101"/>
                  </a:cubicBezTo>
                  <a:cubicBezTo>
                    <a:pt x="81" y="71"/>
                    <a:pt x="41" y="1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98" name="Google Shape;17198;p56">
              <a:extLst>
                <a:ext uri="{FF2B5EF4-FFF2-40B4-BE49-F238E27FC236}">
                  <a16:creationId xmlns:a16="http://schemas.microsoft.com/office/drawing/2014/main" id="{E958C319-7CE6-3C87-BB7A-9C0FC6A6E1BF}"/>
                </a:ext>
              </a:extLst>
            </p:cNvPr>
            <p:cNvSpPr/>
            <p:nvPr/>
          </p:nvSpPr>
          <p:spPr>
            <a:xfrm>
              <a:off x="4743067" y="4486100"/>
              <a:ext cx="162" cy="16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99" name="Google Shape;17199;p56">
              <a:extLst>
                <a:ext uri="{FF2B5EF4-FFF2-40B4-BE49-F238E27FC236}">
                  <a16:creationId xmlns:a16="http://schemas.microsoft.com/office/drawing/2014/main" id="{8EE600D6-5FD6-B237-F5E3-6FD4785F066C}"/>
                </a:ext>
              </a:extLst>
            </p:cNvPr>
            <p:cNvSpPr/>
            <p:nvPr/>
          </p:nvSpPr>
          <p:spPr>
            <a:xfrm>
              <a:off x="4743067" y="4482862"/>
              <a:ext cx="162" cy="1781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00" name="Google Shape;17200;p56">
              <a:extLst>
                <a:ext uri="{FF2B5EF4-FFF2-40B4-BE49-F238E27FC236}">
                  <a16:creationId xmlns:a16="http://schemas.microsoft.com/office/drawing/2014/main" id="{2BF60DA2-56CF-9A13-BF09-A93BD1DB7DD6}"/>
                </a:ext>
              </a:extLst>
            </p:cNvPr>
            <p:cNvSpPr/>
            <p:nvPr/>
          </p:nvSpPr>
          <p:spPr>
            <a:xfrm>
              <a:off x="4743067" y="4487719"/>
              <a:ext cx="162" cy="16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01" name="Google Shape;17201;p56">
              <a:extLst>
                <a:ext uri="{FF2B5EF4-FFF2-40B4-BE49-F238E27FC236}">
                  <a16:creationId xmlns:a16="http://schemas.microsoft.com/office/drawing/2014/main" id="{EAEE2166-5495-40E3-3943-9257E0C31322}"/>
                </a:ext>
              </a:extLst>
            </p:cNvPr>
            <p:cNvSpPr/>
            <p:nvPr/>
          </p:nvSpPr>
          <p:spPr>
            <a:xfrm>
              <a:off x="4741448" y="4481243"/>
              <a:ext cx="162" cy="1781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02" name="Google Shape;17202;p56">
              <a:extLst>
                <a:ext uri="{FF2B5EF4-FFF2-40B4-BE49-F238E27FC236}">
                  <a16:creationId xmlns:a16="http://schemas.microsoft.com/office/drawing/2014/main" id="{2188C529-91E5-E27D-38CE-4F931439C954}"/>
                </a:ext>
              </a:extLst>
            </p:cNvPr>
            <p:cNvSpPr/>
            <p:nvPr/>
          </p:nvSpPr>
          <p:spPr>
            <a:xfrm>
              <a:off x="4741448" y="4479624"/>
              <a:ext cx="162" cy="16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03" name="Google Shape;17203;p56">
              <a:extLst>
                <a:ext uri="{FF2B5EF4-FFF2-40B4-BE49-F238E27FC236}">
                  <a16:creationId xmlns:a16="http://schemas.microsoft.com/office/drawing/2014/main" id="{371B99F7-F0AE-A49A-5F8D-3A01C5E76134}"/>
                </a:ext>
              </a:extLst>
            </p:cNvPr>
            <p:cNvSpPr/>
            <p:nvPr/>
          </p:nvSpPr>
          <p:spPr>
            <a:xfrm>
              <a:off x="4949359" y="4421173"/>
              <a:ext cx="37567" cy="74318"/>
            </a:xfrm>
            <a:custGeom>
              <a:avLst/>
              <a:gdLst/>
              <a:ahLst/>
              <a:cxnLst/>
              <a:rect l="l" t="t" r="r" b="b"/>
              <a:pathLst>
                <a:path w="232" h="459" extrusionOk="0">
                  <a:moveTo>
                    <a:pt x="0" y="0"/>
                  </a:moveTo>
                  <a:lnTo>
                    <a:pt x="0" y="0"/>
                  </a:lnTo>
                  <a:cubicBezTo>
                    <a:pt x="10" y="30"/>
                    <a:pt x="10" y="71"/>
                    <a:pt x="21" y="91"/>
                  </a:cubicBezTo>
                  <a:cubicBezTo>
                    <a:pt x="31" y="161"/>
                    <a:pt x="71" y="321"/>
                    <a:pt x="91" y="422"/>
                  </a:cubicBezTo>
                  <a:cubicBezTo>
                    <a:pt x="115" y="440"/>
                    <a:pt x="151" y="458"/>
                    <a:pt x="180" y="458"/>
                  </a:cubicBezTo>
                  <a:cubicBezTo>
                    <a:pt x="198" y="458"/>
                    <a:pt x="213" y="451"/>
                    <a:pt x="221" y="432"/>
                  </a:cubicBezTo>
                  <a:cubicBezTo>
                    <a:pt x="231" y="392"/>
                    <a:pt x="201" y="341"/>
                    <a:pt x="181" y="301"/>
                  </a:cubicBezTo>
                  <a:cubicBezTo>
                    <a:pt x="151" y="251"/>
                    <a:pt x="121" y="201"/>
                    <a:pt x="101" y="151"/>
                  </a:cubicBezTo>
                  <a:cubicBezTo>
                    <a:pt x="81" y="111"/>
                    <a:pt x="51" y="30"/>
                    <a:pt x="10" y="1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04" name="Google Shape;17204;p56">
              <a:extLst>
                <a:ext uri="{FF2B5EF4-FFF2-40B4-BE49-F238E27FC236}">
                  <a16:creationId xmlns:a16="http://schemas.microsoft.com/office/drawing/2014/main" id="{1FE553E1-8D62-C089-76C2-1AA7EFC4D6E5}"/>
                </a:ext>
              </a:extLst>
            </p:cNvPr>
            <p:cNvSpPr/>
            <p:nvPr/>
          </p:nvSpPr>
          <p:spPr>
            <a:xfrm>
              <a:off x="4973648" y="4460194"/>
              <a:ext cx="14897" cy="34164"/>
            </a:xfrm>
            <a:custGeom>
              <a:avLst/>
              <a:gdLst/>
              <a:ahLst/>
              <a:cxnLst/>
              <a:rect l="l" t="t" r="r" b="b"/>
              <a:pathLst>
                <a:path w="92" h="211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70"/>
                    <a:pt x="31" y="140"/>
                    <a:pt x="51" y="211"/>
                  </a:cubicBezTo>
                  <a:lnTo>
                    <a:pt x="81" y="191"/>
                  </a:lnTo>
                  <a:cubicBezTo>
                    <a:pt x="91" y="140"/>
                    <a:pt x="51" y="100"/>
                    <a:pt x="31" y="60"/>
                  </a:cubicBezTo>
                  <a:cubicBezTo>
                    <a:pt x="21" y="40"/>
                    <a:pt x="11" y="20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05" name="Google Shape;17205;p56">
              <a:extLst>
                <a:ext uri="{FF2B5EF4-FFF2-40B4-BE49-F238E27FC236}">
                  <a16:creationId xmlns:a16="http://schemas.microsoft.com/office/drawing/2014/main" id="{BCF7D6DE-0DE1-88A8-CE5D-AC37519A6CBF}"/>
                </a:ext>
              </a:extLst>
            </p:cNvPr>
            <p:cNvSpPr/>
            <p:nvPr/>
          </p:nvSpPr>
          <p:spPr>
            <a:xfrm>
              <a:off x="4884427" y="4148024"/>
              <a:ext cx="73190" cy="72213"/>
            </a:xfrm>
            <a:custGeom>
              <a:avLst/>
              <a:gdLst/>
              <a:ahLst/>
              <a:cxnLst/>
              <a:rect l="l" t="t" r="r" b="b"/>
              <a:pathLst>
                <a:path w="452" h="446" extrusionOk="0">
                  <a:moveTo>
                    <a:pt x="180" y="0"/>
                  </a:moveTo>
                  <a:cubicBezTo>
                    <a:pt x="174" y="0"/>
                    <a:pt x="168" y="1"/>
                    <a:pt x="161" y="2"/>
                  </a:cubicBezTo>
                  <a:cubicBezTo>
                    <a:pt x="80" y="12"/>
                    <a:pt x="0" y="72"/>
                    <a:pt x="40" y="163"/>
                  </a:cubicBezTo>
                  <a:cubicBezTo>
                    <a:pt x="60" y="193"/>
                    <a:pt x="91" y="223"/>
                    <a:pt x="121" y="243"/>
                  </a:cubicBezTo>
                  <a:cubicBezTo>
                    <a:pt x="151" y="263"/>
                    <a:pt x="181" y="283"/>
                    <a:pt x="211" y="313"/>
                  </a:cubicBezTo>
                  <a:cubicBezTo>
                    <a:pt x="241" y="333"/>
                    <a:pt x="271" y="373"/>
                    <a:pt x="301" y="403"/>
                  </a:cubicBezTo>
                  <a:cubicBezTo>
                    <a:pt x="327" y="421"/>
                    <a:pt x="361" y="446"/>
                    <a:pt x="395" y="446"/>
                  </a:cubicBezTo>
                  <a:cubicBezTo>
                    <a:pt x="401" y="446"/>
                    <a:pt x="406" y="445"/>
                    <a:pt x="411" y="444"/>
                  </a:cubicBezTo>
                  <a:cubicBezTo>
                    <a:pt x="432" y="434"/>
                    <a:pt x="452" y="423"/>
                    <a:pt x="452" y="403"/>
                  </a:cubicBezTo>
                  <a:lnTo>
                    <a:pt x="442" y="373"/>
                  </a:lnTo>
                  <a:cubicBezTo>
                    <a:pt x="452" y="223"/>
                    <a:pt x="351" y="223"/>
                    <a:pt x="311" y="133"/>
                  </a:cubicBezTo>
                  <a:cubicBezTo>
                    <a:pt x="301" y="103"/>
                    <a:pt x="291" y="72"/>
                    <a:pt x="261" y="42"/>
                  </a:cubicBezTo>
                  <a:cubicBezTo>
                    <a:pt x="235" y="25"/>
                    <a:pt x="217" y="0"/>
                    <a:pt x="1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06" name="Google Shape;17206;p56">
              <a:extLst>
                <a:ext uri="{FF2B5EF4-FFF2-40B4-BE49-F238E27FC236}">
                  <a16:creationId xmlns:a16="http://schemas.microsoft.com/office/drawing/2014/main" id="{103046E4-AAB9-6DDE-5254-E0D9B0AB9832}"/>
                </a:ext>
              </a:extLst>
            </p:cNvPr>
            <p:cNvSpPr/>
            <p:nvPr/>
          </p:nvSpPr>
          <p:spPr>
            <a:xfrm>
              <a:off x="4761526" y="4135880"/>
              <a:ext cx="71085" cy="33678"/>
            </a:xfrm>
            <a:custGeom>
              <a:avLst/>
              <a:gdLst/>
              <a:ahLst/>
              <a:cxnLst/>
              <a:rect l="l" t="t" r="r" b="b"/>
              <a:pathLst>
                <a:path w="439" h="208" extrusionOk="0">
                  <a:moveTo>
                    <a:pt x="73" y="1"/>
                  </a:moveTo>
                  <a:cubicBezTo>
                    <a:pt x="34" y="1"/>
                    <a:pt x="1" y="9"/>
                    <a:pt x="17" y="47"/>
                  </a:cubicBezTo>
                  <a:cubicBezTo>
                    <a:pt x="27" y="97"/>
                    <a:pt x="127" y="67"/>
                    <a:pt x="167" y="97"/>
                  </a:cubicBezTo>
                  <a:cubicBezTo>
                    <a:pt x="198" y="117"/>
                    <a:pt x="208" y="157"/>
                    <a:pt x="238" y="178"/>
                  </a:cubicBezTo>
                  <a:cubicBezTo>
                    <a:pt x="258" y="198"/>
                    <a:pt x="298" y="208"/>
                    <a:pt x="328" y="208"/>
                  </a:cubicBezTo>
                  <a:cubicBezTo>
                    <a:pt x="358" y="198"/>
                    <a:pt x="388" y="188"/>
                    <a:pt x="408" y="167"/>
                  </a:cubicBezTo>
                  <a:cubicBezTo>
                    <a:pt x="428" y="147"/>
                    <a:pt x="438" y="127"/>
                    <a:pt x="438" y="107"/>
                  </a:cubicBezTo>
                  <a:cubicBezTo>
                    <a:pt x="428" y="77"/>
                    <a:pt x="398" y="67"/>
                    <a:pt x="378" y="67"/>
                  </a:cubicBezTo>
                  <a:cubicBezTo>
                    <a:pt x="298" y="47"/>
                    <a:pt x="228" y="27"/>
                    <a:pt x="157" y="7"/>
                  </a:cubicBezTo>
                  <a:cubicBezTo>
                    <a:pt x="144" y="7"/>
                    <a:pt x="106" y="1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07" name="Google Shape;17207;p56">
              <a:extLst>
                <a:ext uri="{FF2B5EF4-FFF2-40B4-BE49-F238E27FC236}">
                  <a16:creationId xmlns:a16="http://schemas.microsoft.com/office/drawing/2014/main" id="{0718101F-1FAB-6AFF-8DBB-C6E393093C25}"/>
                </a:ext>
              </a:extLst>
            </p:cNvPr>
            <p:cNvSpPr/>
            <p:nvPr/>
          </p:nvSpPr>
          <p:spPr>
            <a:xfrm>
              <a:off x="4842165" y="4162272"/>
              <a:ext cx="21212" cy="15382"/>
            </a:xfrm>
            <a:custGeom>
              <a:avLst/>
              <a:gdLst/>
              <a:ahLst/>
              <a:cxnLst/>
              <a:rect l="l" t="t" r="r" b="b"/>
              <a:pathLst>
                <a:path w="131" h="95" extrusionOk="0">
                  <a:moveTo>
                    <a:pt x="76" y="0"/>
                  </a:moveTo>
                  <a:cubicBezTo>
                    <a:pt x="58" y="0"/>
                    <a:pt x="42" y="7"/>
                    <a:pt x="21" y="15"/>
                  </a:cubicBezTo>
                  <a:lnTo>
                    <a:pt x="0" y="25"/>
                  </a:lnTo>
                  <a:lnTo>
                    <a:pt x="0" y="55"/>
                  </a:lnTo>
                  <a:cubicBezTo>
                    <a:pt x="10" y="85"/>
                    <a:pt x="41" y="95"/>
                    <a:pt x="71" y="95"/>
                  </a:cubicBezTo>
                  <a:cubicBezTo>
                    <a:pt x="91" y="95"/>
                    <a:pt x="111" y="95"/>
                    <a:pt x="121" y="75"/>
                  </a:cubicBezTo>
                  <a:cubicBezTo>
                    <a:pt x="131" y="55"/>
                    <a:pt x="121" y="25"/>
                    <a:pt x="101" y="4"/>
                  </a:cubicBezTo>
                  <a:cubicBezTo>
                    <a:pt x="92" y="2"/>
                    <a:pt x="84" y="0"/>
                    <a:pt x="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08" name="Google Shape;17208;p56">
              <a:extLst>
                <a:ext uri="{FF2B5EF4-FFF2-40B4-BE49-F238E27FC236}">
                  <a16:creationId xmlns:a16="http://schemas.microsoft.com/office/drawing/2014/main" id="{3A09AE32-3227-6200-5FAA-F4FEC2D56D7E}"/>
                </a:ext>
              </a:extLst>
            </p:cNvPr>
            <p:cNvSpPr/>
            <p:nvPr/>
          </p:nvSpPr>
          <p:spPr>
            <a:xfrm>
              <a:off x="4635873" y="4294394"/>
              <a:ext cx="17974" cy="76585"/>
            </a:xfrm>
            <a:custGeom>
              <a:avLst/>
              <a:gdLst/>
              <a:ahLst/>
              <a:cxnLst/>
              <a:rect l="l" t="t" r="r" b="b"/>
              <a:pathLst>
                <a:path w="111" h="473" extrusionOk="0">
                  <a:moveTo>
                    <a:pt x="51" y="1"/>
                  </a:moveTo>
                  <a:cubicBezTo>
                    <a:pt x="31" y="101"/>
                    <a:pt x="1" y="181"/>
                    <a:pt x="11" y="242"/>
                  </a:cubicBezTo>
                  <a:cubicBezTo>
                    <a:pt x="31" y="372"/>
                    <a:pt x="31" y="442"/>
                    <a:pt x="21" y="472"/>
                  </a:cubicBezTo>
                  <a:cubicBezTo>
                    <a:pt x="21" y="472"/>
                    <a:pt x="41" y="442"/>
                    <a:pt x="51" y="392"/>
                  </a:cubicBezTo>
                  <a:cubicBezTo>
                    <a:pt x="61" y="352"/>
                    <a:pt x="71" y="302"/>
                    <a:pt x="71" y="252"/>
                  </a:cubicBezTo>
                  <a:lnTo>
                    <a:pt x="71" y="252"/>
                  </a:lnTo>
                  <a:cubicBezTo>
                    <a:pt x="71" y="252"/>
                    <a:pt x="91" y="332"/>
                    <a:pt x="51" y="442"/>
                  </a:cubicBezTo>
                  <a:cubicBezTo>
                    <a:pt x="51" y="442"/>
                    <a:pt x="111" y="372"/>
                    <a:pt x="101" y="222"/>
                  </a:cubicBezTo>
                  <a:cubicBezTo>
                    <a:pt x="91" y="141"/>
                    <a:pt x="91" y="101"/>
                    <a:pt x="91" y="61"/>
                  </a:cubicBezTo>
                  <a:lnTo>
                    <a:pt x="71" y="2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" name="Google Shape;15276;p52">
            <a:extLst>
              <a:ext uri="{FF2B5EF4-FFF2-40B4-BE49-F238E27FC236}">
                <a16:creationId xmlns:a16="http://schemas.microsoft.com/office/drawing/2014/main" id="{2A481FFB-C202-3384-F714-C08273B4AF11}"/>
              </a:ext>
            </a:extLst>
          </p:cNvPr>
          <p:cNvSpPr txBox="1">
            <a:spLocks/>
          </p:cNvSpPr>
          <p:nvPr/>
        </p:nvSpPr>
        <p:spPr>
          <a:xfrm>
            <a:off x="141024" y="104733"/>
            <a:ext cx="718784" cy="627697"/>
          </a:xfrm>
          <a:prstGeom prst="rect">
            <a:avLst/>
          </a:prstGeom>
          <a:solidFill>
            <a:schemeClr val="accent5">
              <a:lumMod val="90000"/>
              <a:lumOff val="1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aven Pro"/>
              <a:buNone/>
              <a:defRPr sz="33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R="0" lvl="1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R="0" lvl="2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R="0" lvl="3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R="0" lvl="4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R="0" lvl="5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R="0" lvl="6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R="0" lvl="7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R="0" lvl="8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r>
              <a:rPr lang="en" sz="3200" dirty="0">
                <a:solidFill>
                  <a:schemeClr val="accent2"/>
                </a:solidFill>
              </a:rPr>
              <a:t>04</a:t>
            </a:r>
            <a:endParaRPr lang="en" dirty="0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19938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43" grpId="0" build="p"/>
      <p:bldP spid="17144" grpId="0" build="p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13" name="Google Shape;17213;p57"/>
          <p:cNvSpPr txBox="1">
            <a:spLocks noGrp="1"/>
          </p:cNvSpPr>
          <p:nvPr>
            <p:ph type="body" idx="1"/>
          </p:nvPr>
        </p:nvSpPr>
        <p:spPr>
          <a:xfrm>
            <a:off x="791655" y="1470150"/>
            <a:ext cx="4911300" cy="220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lvl="0" indent="-28575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SzPct val="120000"/>
              <a:buFont typeface="Arial" panose="020B0604020202020204" pitchFamily="34" charset="0"/>
              <a:buChar char="•"/>
            </a:pPr>
            <a:r>
              <a:rPr lang="en-US" dirty="0"/>
              <a:t>Product Contamination/Quality</a:t>
            </a:r>
          </a:p>
          <a:p>
            <a:pPr marL="285750" lvl="0" indent="-28575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SzPct val="120000"/>
              <a:buFont typeface="Arial" panose="020B0604020202020204" pitchFamily="34" charset="0"/>
              <a:buChar char="•"/>
            </a:pPr>
            <a:r>
              <a:rPr lang="en-US" dirty="0"/>
              <a:t>Consumer Trust </a:t>
            </a:r>
          </a:p>
          <a:p>
            <a:pPr marL="285750" lvl="0" indent="-28575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SzPct val="120000"/>
              <a:buFont typeface="Arial" panose="020B0604020202020204" pitchFamily="34" charset="0"/>
              <a:buChar char="•"/>
            </a:pPr>
            <a:r>
              <a:rPr lang="en-US" dirty="0"/>
              <a:t>Financial Losses </a:t>
            </a:r>
          </a:p>
          <a:p>
            <a:pPr marL="285750" lvl="0" indent="-28575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SzPct val="120000"/>
              <a:buFont typeface="Arial" panose="020B0604020202020204" pitchFamily="34" charset="0"/>
              <a:buChar char="•"/>
            </a:pPr>
            <a:r>
              <a:rPr lang="en-US" dirty="0"/>
              <a:t>Company Reputation </a:t>
            </a:r>
          </a:p>
          <a:p>
            <a:pPr marL="285750" lvl="0" indent="-28575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SzPct val="120000"/>
              <a:buFont typeface="Arial" panose="020B0604020202020204" pitchFamily="34" charset="0"/>
              <a:buChar char="•"/>
            </a:pPr>
            <a:r>
              <a:rPr lang="en-US" dirty="0"/>
              <a:t>Lawsuits</a:t>
            </a:r>
          </a:p>
        </p:txBody>
      </p:sp>
      <p:sp>
        <p:nvSpPr>
          <p:cNvPr id="17214" name="Google Shape;17214;p57"/>
          <p:cNvSpPr txBox="1">
            <a:spLocks noGrp="1"/>
          </p:cNvSpPr>
          <p:nvPr>
            <p:ph type="title"/>
          </p:nvPr>
        </p:nvSpPr>
        <p:spPr>
          <a:xfrm>
            <a:off x="769592" y="747215"/>
            <a:ext cx="7704000" cy="75894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dirty="0"/>
              <a:t>I</a:t>
            </a:r>
            <a:r>
              <a:rPr lang="en-US" sz="3600" dirty="0" err="1"/>
              <a:t>mpacts</a:t>
            </a:r>
            <a:r>
              <a:rPr lang="en-US" dirty="0"/>
              <a:t> from Common Threats </a:t>
            </a:r>
            <a:endParaRPr dirty="0"/>
          </a:p>
        </p:txBody>
      </p:sp>
      <p:grpSp>
        <p:nvGrpSpPr>
          <p:cNvPr id="17215" name="Google Shape;17215;p57"/>
          <p:cNvGrpSpPr/>
          <p:nvPr/>
        </p:nvGrpSpPr>
        <p:grpSpPr>
          <a:xfrm>
            <a:off x="7217044" y="2810368"/>
            <a:ext cx="759885" cy="2106692"/>
            <a:chOff x="4978550" y="2483100"/>
            <a:chExt cx="87025" cy="241250"/>
          </a:xfrm>
        </p:grpSpPr>
        <p:sp>
          <p:nvSpPr>
            <p:cNvPr id="17216" name="Google Shape;17216;p57"/>
            <p:cNvSpPr/>
            <p:nvPr/>
          </p:nvSpPr>
          <p:spPr>
            <a:xfrm>
              <a:off x="5012150" y="2502650"/>
              <a:ext cx="1025" cy="13825"/>
            </a:xfrm>
            <a:custGeom>
              <a:avLst/>
              <a:gdLst/>
              <a:ahLst/>
              <a:cxnLst/>
              <a:rect l="l" t="t" r="r" b="b"/>
              <a:pathLst>
                <a:path w="41" h="553" extrusionOk="0">
                  <a:moveTo>
                    <a:pt x="0" y="1"/>
                  </a:moveTo>
                  <a:lnTo>
                    <a:pt x="0" y="553"/>
                  </a:lnTo>
                  <a:lnTo>
                    <a:pt x="41" y="553"/>
                  </a:lnTo>
                  <a:lnTo>
                    <a:pt x="4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17" name="Google Shape;17217;p57"/>
            <p:cNvSpPr/>
            <p:nvPr/>
          </p:nvSpPr>
          <p:spPr>
            <a:xfrm>
              <a:off x="4999350" y="2511675"/>
              <a:ext cx="13575" cy="5300"/>
            </a:xfrm>
            <a:custGeom>
              <a:avLst/>
              <a:gdLst/>
              <a:ahLst/>
              <a:cxnLst/>
              <a:rect l="l" t="t" r="r" b="b"/>
              <a:pathLst>
                <a:path w="543" h="212" extrusionOk="0">
                  <a:moveTo>
                    <a:pt x="11" y="1"/>
                  </a:moveTo>
                  <a:lnTo>
                    <a:pt x="1" y="41"/>
                  </a:lnTo>
                  <a:lnTo>
                    <a:pt x="522" y="212"/>
                  </a:lnTo>
                  <a:lnTo>
                    <a:pt x="543" y="171"/>
                  </a:lnTo>
                  <a:lnTo>
                    <a:pt x="1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18" name="Google Shape;17218;p57"/>
            <p:cNvSpPr/>
            <p:nvPr/>
          </p:nvSpPr>
          <p:spPr>
            <a:xfrm>
              <a:off x="5004125" y="2515950"/>
              <a:ext cx="9050" cy="11800"/>
            </a:xfrm>
            <a:custGeom>
              <a:avLst/>
              <a:gdLst/>
              <a:ahLst/>
              <a:cxnLst/>
              <a:rect l="l" t="t" r="r" b="b"/>
              <a:pathLst>
                <a:path w="362" h="472" extrusionOk="0">
                  <a:moveTo>
                    <a:pt x="321" y="0"/>
                  </a:moveTo>
                  <a:lnTo>
                    <a:pt x="0" y="452"/>
                  </a:lnTo>
                  <a:lnTo>
                    <a:pt x="31" y="472"/>
                  </a:lnTo>
                  <a:lnTo>
                    <a:pt x="362" y="31"/>
                  </a:lnTo>
                  <a:lnTo>
                    <a:pt x="32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19" name="Google Shape;17219;p57"/>
            <p:cNvSpPr/>
            <p:nvPr/>
          </p:nvSpPr>
          <p:spPr>
            <a:xfrm>
              <a:off x="5012150" y="2515950"/>
              <a:ext cx="9050" cy="11800"/>
            </a:xfrm>
            <a:custGeom>
              <a:avLst/>
              <a:gdLst/>
              <a:ahLst/>
              <a:cxnLst/>
              <a:rect l="l" t="t" r="r" b="b"/>
              <a:pathLst>
                <a:path w="362" h="472" extrusionOk="0">
                  <a:moveTo>
                    <a:pt x="41" y="0"/>
                  </a:moveTo>
                  <a:lnTo>
                    <a:pt x="0" y="31"/>
                  </a:lnTo>
                  <a:lnTo>
                    <a:pt x="331" y="472"/>
                  </a:lnTo>
                  <a:lnTo>
                    <a:pt x="362" y="452"/>
                  </a:lnTo>
                  <a:lnTo>
                    <a:pt x="4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20" name="Google Shape;17220;p57"/>
            <p:cNvSpPr/>
            <p:nvPr/>
          </p:nvSpPr>
          <p:spPr>
            <a:xfrm>
              <a:off x="5012400" y="2511675"/>
              <a:ext cx="13575" cy="5300"/>
            </a:xfrm>
            <a:custGeom>
              <a:avLst/>
              <a:gdLst/>
              <a:ahLst/>
              <a:cxnLst/>
              <a:rect l="l" t="t" r="r" b="b"/>
              <a:pathLst>
                <a:path w="543" h="212" extrusionOk="0">
                  <a:moveTo>
                    <a:pt x="532" y="1"/>
                  </a:moveTo>
                  <a:lnTo>
                    <a:pt x="0" y="171"/>
                  </a:lnTo>
                  <a:lnTo>
                    <a:pt x="21" y="212"/>
                  </a:lnTo>
                  <a:lnTo>
                    <a:pt x="542" y="41"/>
                  </a:lnTo>
                  <a:lnTo>
                    <a:pt x="53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21" name="Google Shape;17221;p57"/>
            <p:cNvSpPr/>
            <p:nvPr/>
          </p:nvSpPr>
          <p:spPr>
            <a:xfrm>
              <a:off x="4986575" y="2491000"/>
              <a:ext cx="52175" cy="50550"/>
            </a:xfrm>
            <a:custGeom>
              <a:avLst/>
              <a:gdLst/>
              <a:ahLst/>
              <a:cxnLst/>
              <a:rect l="l" t="t" r="r" b="b"/>
              <a:pathLst>
                <a:path w="2087" h="2022" extrusionOk="0">
                  <a:moveTo>
                    <a:pt x="1043" y="46"/>
                  </a:moveTo>
                  <a:cubicBezTo>
                    <a:pt x="1144" y="46"/>
                    <a:pt x="1244" y="66"/>
                    <a:pt x="1344" y="96"/>
                  </a:cubicBezTo>
                  <a:cubicBezTo>
                    <a:pt x="1595" y="176"/>
                    <a:pt x="1796" y="346"/>
                    <a:pt x="1906" y="577"/>
                  </a:cubicBezTo>
                  <a:cubicBezTo>
                    <a:pt x="2026" y="808"/>
                    <a:pt x="2047" y="1069"/>
                    <a:pt x="1966" y="1319"/>
                  </a:cubicBezTo>
                  <a:cubicBezTo>
                    <a:pt x="1886" y="1560"/>
                    <a:pt x="1705" y="1761"/>
                    <a:pt x="1475" y="1881"/>
                  </a:cubicBezTo>
                  <a:cubicBezTo>
                    <a:pt x="1342" y="1950"/>
                    <a:pt x="1199" y="1983"/>
                    <a:pt x="1056" y="1983"/>
                  </a:cubicBezTo>
                  <a:cubicBezTo>
                    <a:pt x="951" y="1983"/>
                    <a:pt x="845" y="1965"/>
                    <a:pt x="743" y="1931"/>
                  </a:cubicBezTo>
                  <a:cubicBezTo>
                    <a:pt x="492" y="1851"/>
                    <a:pt x="291" y="1681"/>
                    <a:pt x="181" y="1450"/>
                  </a:cubicBezTo>
                  <a:cubicBezTo>
                    <a:pt x="60" y="1219"/>
                    <a:pt x="40" y="958"/>
                    <a:pt x="121" y="708"/>
                  </a:cubicBezTo>
                  <a:cubicBezTo>
                    <a:pt x="201" y="467"/>
                    <a:pt x="371" y="266"/>
                    <a:pt x="602" y="146"/>
                  </a:cubicBezTo>
                  <a:cubicBezTo>
                    <a:pt x="743" y="76"/>
                    <a:pt x="893" y="46"/>
                    <a:pt x="1043" y="46"/>
                  </a:cubicBezTo>
                  <a:close/>
                  <a:moveTo>
                    <a:pt x="1042" y="0"/>
                  </a:moveTo>
                  <a:cubicBezTo>
                    <a:pt x="887" y="0"/>
                    <a:pt x="734" y="39"/>
                    <a:pt x="592" y="116"/>
                  </a:cubicBezTo>
                  <a:cubicBezTo>
                    <a:pt x="341" y="236"/>
                    <a:pt x="171" y="437"/>
                    <a:pt x="81" y="698"/>
                  </a:cubicBezTo>
                  <a:cubicBezTo>
                    <a:pt x="0" y="958"/>
                    <a:pt x="20" y="1229"/>
                    <a:pt x="141" y="1470"/>
                  </a:cubicBezTo>
                  <a:cubicBezTo>
                    <a:pt x="261" y="1711"/>
                    <a:pt x="472" y="1891"/>
                    <a:pt x="722" y="1971"/>
                  </a:cubicBezTo>
                  <a:cubicBezTo>
                    <a:pt x="833" y="2012"/>
                    <a:pt x="933" y="2022"/>
                    <a:pt x="1043" y="2022"/>
                  </a:cubicBezTo>
                  <a:cubicBezTo>
                    <a:pt x="1194" y="2022"/>
                    <a:pt x="1354" y="1991"/>
                    <a:pt x="1495" y="1921"/>
                  </a:cubicBezTo>
                  <a:cubicBezTo>
                    <a:pt x="1736" y="1801"/>
                    <a:pt x="1916" y="1590"/>
                    <a:pt x="2006" y="1329"/>
                  </a:cubicBezTo>
                  <a:cubicBezTo>
                    <a:pt x="2087" y="1079"/>
                    <a:pt x="2067" y="798"/>
                    <a:pt x="1946" y="557"/>
                  </a:cubicBezTo>
                  <a:cubicBezTo>
                    <a:pt x="1826" y="316"/>
                    <a:pt x="1615" y="136"/>
                    <a:pt x="1364" y="56"/>
                  </a:cubicBezTo>
                  <a:cubicBezTo>
                    <a:pt x="1258" y="19"/>
                    <a:pt x="1149" y="0"/>
                    <a:pt x="104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22" name="Google Shape;17222;p57"/>
            <p:cNvSpPr/>
            <p:nvPr/>
          </p:nvSpPr>
          <p:spPr>
            <a:xfrm>
              <a:off x="5011150" y="2536500"/>
              <a:ext cx="3775" cy="187850"/>
            </a:xfrm>
            <a:custGeom>
              <a:avLst/>
              <a:gdLst/>
              <a:ahLst/>
              <a:cxnLst/>
              <a:rect l="l" t="t" r="r" b="b"/>
              <a:pathLst>
                <a:path w="151" h="7514" extrusionOk="0">
                  <a:moveTo>
                    <a:pt x="60" y="1"/>
                  </a:moveTo>
                  <a:cubicBezTo>
                    <a:pt x="20" y="1"/>
                    <a:pt x="0" y="31"/>
                    <a:pt x="0" y="61"/>
                  </a:cubicBezTo>
                  <a:lnTo>
                    <a:pt x="20" y="7454"/>
                  </a:lnTo>
                  <a:cubicBezTo>
                    <a:pt x="20" y="7494"/>
                    <a:pt x="50" y="7514"/>
                    <a:pt x="81" y="7514"/>
                  </a:cubicBezTo>
                  <a:cubicBezTo>
                    <a:pt x="121" y="7514"/>
                    <a:pt x="151" y="7494"/>
                    <a:pt x="151" y="7454"/>
                  </a:cubicBezTo>
                  <a:lnTo>
                    <a:pt x="121" y="61"/>
                  </a:lnTo>
                  <a:cubicBezTo>
                    <a:pt x="121" y="31"/>
                    <a:pt x="91" y="1"/>
                    <a:pt x="6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23" name="Google Shape;17223;p57"/>
            <p:cNvSpPr/>
            <p:nvPr/>
          </p:nvSpPr>
          <p:spPr>
            <a:xfrm>
              <a:off x="4978800" y="2555075"/>
              <a:ext cx="74000" cy="168275"/>
            </a:xfrm>
            <a:custGeom>
              <a:avLst/>
              <a:gdLst/>
              <a:ahLst/>
              <a:cxnLst/>
              <a:rect l="l" t="t" r="r" b="b"/>
              <a:pathLst>
                <a:path w="2960" h="6731" extrusionOk="0">
                  <a:moveTo>
                    <a:pt x="1354" y="0"/>
                  </a:moveTo>
                  <a:cubicBezTo>
                    <a:pt x="1324" y="0"/>
                    <a:pt x="1294" y="20"/>
                    <a:pt x="1294" y="50"/>
                  </a:cubicBezTo>
                  <a:lnTo>
                    <a:pt x="0" y="6640"/>
                  </a:lnTo>
                  <a:cubicBezTo>
                    <a:pt x="0" y="6681"/>
                    <a:pt x="20" y="6711"/>
                    <a:pt x="51" y="6721"/>
                  </a:cubicBezTo>
                  <a:cubicBezTo>
                    <a:pt x="91" y="6721"/>
                    <a:pt x="121" y="6701"/>
                    <a:pt x="131" y="6671"/>
                  </a:cubicBezTo>
                  <a:lnTo>
                    <a:pt x="1365" y="371"/>
                  </a:lnTo>
                  <a:lnTo>
                    <a:pt x="2829" y="6681"/>
                  </a:lnTo>
                  <a:cubicBezTo>
                    <a:pt x="2839" y="6711"/>
                    <a:pt x="2859" y="6731"/>
                    <a:pt x="2889" y="6731"/>
                  </a:cubicBezTo>
                  <a:lnTo>
                    <a:pt x="2899" y="6731"/>
                  </a:lnTo>
                  <a:cubicBezTo>
                    <a:pt x="2939" y="6721"/>
                    <a:pt x="2959" y="6691"/>
                    <a:pt x="2949" y="6650"/>
                  </a:cubicBezTo>
                  <a:lnTo>
                    <a:pt x="1415" y="50"/>
                  </a:lnTo>
                  <a:cubicBezTo>
                    <a:pt x="1405" y="20"/>
                    <a:pt x="1385" y="0"/>
                    <a:pt x="1354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24" name="Google Shape;17224;p57"/>
            <p:cNvSpPr/>
            <p:nvPr/>
          </p:nvSpPr>
          <p:spPr>
            <a:xfrm>
              <a:off x="4987575" y="2670675"/>
              <a:ext cx="54950" cy="3275"/>
            </a:xfrm>
            <a:custGeom>
              <a:avLst/>
              <a:gdLst/>
              <a:ahLst/>
              <a:cxnLst/>
              <a:rect l="l" t="t" r="r" b="b"/>
              <a:pathLst>
                <a:path w="2198" h="131" extrusionOk="0">
                  <a:moveTo>
                    <a:pt x="61" y="0"/>
                  </a:moveTo>
                  <a:cubicBezTo>
                    <a:pt x="20" y="0"/>
                    <a:pt x="0" y="30"/>
                    <a:pt x="0" y="70"/>
                  </a:cubicBezTo>
                  <a:cubicBezTo>
                    <a:pt x="0" y="101"/>
                    <a:pt x="20" y="131"/>
                    <a:pt x="61" y="131"/>
                  </a:cubicBezTo>
                  <a:lnTo>
                    <a:pt x="2127" y="131"/>
                  </a:lnTo>
                  <a:cubicBezTo>
                    <a:pt x="2167" y="131"/>
                    <a:pt x="2197" y="101"/>
                    <a:pt x="2197" y="70"/>
                  </a:cubicBezTo>
                  <a:cubicBezTo>
                    <a:pt x="2197" y="30"/>
                    <a:pt x="2167" y="0"/>
                    <a:pt x="2127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25" name="Google Shape;17225;p57"/>
            <p:cNvSpPr/>
            <p:nvPr/>
          </p:nvSpPr>
          <p:spPr>
            <a:xfrm>
              <a:off x="4998600" y="2618500"/>
              <a:ext cx="30375" cy="105850"/>
            </a:xfrm>
            <a:custGeom>
              <a:avLst/>
              <a:gdLst/>
              <a:ahLst/>
              <a:cxnLst/>
              <a:rect l="l" t="t" r="r" b="b"/>
              <a:pathLst>
                <a:path w="1215" h="4234" extrusionOk="0">
                  <a:moveTo>
                    <a:pt x="1074" y="121"/>
                  </a:moveTo>
                  <a:lnTo>
                    <a:pt x="593" y="3692"/>
                  </a:lnTo>
                  <a:lnTo>
                    <a:pt x="141" y="121"/>
                  </a:lnTo>
                  <a:close/>
                  <a:moveTo>
                    <a:pt x="71" y="1"/>
                  </a:moveTo>
                  <a:cubicBezTo>
                    <a:pt x="51" y="1"/>
                    <a:pt x="31" y="1"/>
                    <a:pt x="21" y="21"/>
                  </a:cubicBezTo>
                  <a:cubicBezTo>
                    <a:pt x="11" y="31"/>
                    <a:pt x="1" y="51"/>
                    <a:pt x="1" y="71"/>
                  </a:cubicBezTo>
                  <a:lnTo>
                    <a:pt x="522" y="4184"/>
                  </a:lnTo>
                  <a:cubicBezTo>
                    <a:pt x="532" y="4214"/>
                    <a:pt x="552" y="4234"/>
                    <a:pt x="583" y="4234"/>
                  </a:cubicBezTo>
                  <a:cubicBezTo>
                    <a:pt x="623" y="4234"/>
                    <a:pt x="643" y="4214"/>
                    <a:pt x="653" y="4184"/>
                  </a:cubicBezTo>
                  <a:lnTo>
                    <a:pt x="1214" y="71"/>
                  </a:lnTo>
                  <a:cubicBezTo>
                    <a:pt x="1214" y="51"/>
                    <a:pt x="1214" y="31"/>
                    <a:pt x="1194" y="21"/>
                  </a:cubicBezTo>
                  <a:cubicBezTo>
                    <a:pt x="1184" y="1"/>
                    <a:pt x="1174" y="1"/>
                    <a:pt x="1154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26" name="Google Shape;17226;p57"/>
            <p:cNvSpPr/>
            <p:nvPr/>
          </p:nvSpPr>
          <p:spPr>
            <a:xfrm>
              <a:off x="5001125" y="2587425"/>
              <a:ext cx="24600" cy="3025"/>
            </a:xfrm>
            <a:custGeom>
              <a:avLst/>
              <a:gdLst/>
              <a:ahLst/>
              <a:cxnLst/>
              <a:rect l="l" t="t" r="r" b="b"/>
              <a:pathLst>
                <a:path w="984" h="121" extrusionOk="0">
                  <a:moveTo>
                    <a:pt x="70" y="0"/>
                  </a:moveTo>
                  <a:cubicBezTo>
                    <a:pt x="30" y="0"/>
                    <a:pt x="0" y="30"/>
                    <a:pt x="0" y="60"/>
                  </a:cubicBezTo>
                  <a:cubicBezTo>
                    <a:pt x="0" y="100"/>
                    <a:pt x="30" y="121"/>
                    <a:pt x="70" y="121"/>
                  </a:cubicBezTo>
                  <a:lnTo>
                    <a:pt x="913" y="121"/>
                  </a:lnTo>
                  <a:cubicBezTo>
                    <a:pt x="953" y="121"/>
                    <a:pt x="983" y="100"/>
                    <a:pt x="983" y="60"/>
                  </a:cubicBezTo>
                  <a:cubicBezTo>
                    <a:pt x="983" y="30"/>
                    <a:pt x="953" y="0"/>
                    <a:pt x="913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27" name="Google Shape;17227;p57"/>
            <p:cNvSpPr/>
            <p:nvPr/>
          </p:nvSpPr>
          <p:spPr>
            <a:xfrm>
              <a:off x="5001125" y="2588425"/>
              <a:ext cx="24600" cy="2025"/>
            </a:xfrm>
            <a:custGeom>
              <a:avLst/>
              <a:gdLst/>
              <a:ahLst/>
              <a:cxnLst/>
              <a:rect l="l" t="t" r="r" b="b"/>
              <a:pathLst>
                <a:path w="984" h="81" extrusionOk="0">
                  <a:moveTo>
                    <a:pt x="973" y="0"/>
                  </a:moveTo>
                  <a:cubicBezTo>
                    <a:pt x="973" y="30"/>
                    <a:pt x="943" y="50"/>
                    <a:pt x="913" y="50"/>
                  </a:cubicBezTo>
                  <a:lnTo>
                    <a:pt x="60" y="50"/>
                  </a:lnTo>
                  <a:cubicBezTo>
                    <a:pt x="40" y="50"/>
                    <a:pt x="10" y="30"/>
                    <a:pt x="0" y="10"/>
                  </a:cubicBezTo>
                  <a:lnTo>
                    <a:pt x="0" y="20"/>
                  </a:lnTo>
                  <a:cubicBezTo>
                    <a:pt x="0" y="60"/>
                    <a:pt x="30" y="81"/>
                    <a:pt x="70" y="81"/>
                  </a:cubicBezTo>
                  <a:lnTo>
                    <a:pt x="913" y="81"/>
                  </a:lnTo>
                  <a:cubicBezTo>
                    <a:pt x="953" y="81"/>
                    <a:pt x="983" y="60"/>
                    <a:pt x="983" y="20"/>
                  </a:cubicBezTo>
                  <a:lnTo>
                    <a:pt x="973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28" name="Google Shape;17228;p57"/>
            <p:cNvSpPr/>
            <p:nvPr/>
          </p:nvSpPr>
          <p:spPr>
            <a:xfrm>
              <a:off x="4978550" y="2618450"/>
              <a:ext cx="74250" cy="104900"/>
            </a:xfrm>
            <a:custGeom>
              <a:avLst/>
              <a:gdLst/>
              <a:ahLst/>
              <a:cxnLst/>
              <a:rect l="l" t="t" r="r" b="b"/>
              <a:pathLst>
                <a:path w="2970" h="4196" extrusionOk="0">
                  <a:moveTo>
                    <a:pt x="1390" y="0"/>
                  </a:moveTo>
                  <a:cubicBezTo>
                    <a:pt x="1385" y="0"/>
                    <a:pt x="1380" y="1"/>
                    <a:pt x="1375" y="3"/>
                  </a:cubicBezTo>
                  <a:cubicBezTo>
                    <a:pt x="1344" y="3"/>
                    <a:pt x="1324" y="13"/>
                    <a:pt x="1314" y="43"/>
                  </a:cubicBezTo>
                  <a:lnTo>
                    <a:pt x="10" y="4105"/>
                  </a:lnTo>
                  <a:cubicBezTo>
                    <a:pt x="0" y="4136"/>
                    <a:pt x="20" y="4176"/>
                    <a:pt x="61" y="4186"/>
                  </a:cubicBezTo>
                  <a:cubicBezTo>
                    <a:pt x="66" y="4187"/>
                    <a:pt x="71" y="4188"/>
                    <a:pt x="76" y="4188"/>
                  </a:cubicBezTo>
                  <a:cubicBezTo>
                    <a:pt x="101" y="4188"/>
                    <a:pt x="124" y="4170"/>
                    <a:pt x="141" y="4146"/>
                  </a:cubicBezTo>
                  <a:lnTo>
                    <a:pt x="1385" y="254"/>
                  </a:lnTo>
                  <a:lnTo>
                    <a:pt x="2839" y="4156"/>
                  </a:lnTo>
                  <a:cubicBezTo>
                    <a:pt x="2849" y="4176"/>
                    <a:pt x="2879" y="4196"/>
                    <a:pt x="2899" y="4196"/>
                  </a:cubicBezTo>
                  <a:lnTo>
                    <a:pt x="2919" y="4186"/>
                  </a:lnTo>
                  <a:cubicBezTo>
                    <a:pt x="2959" y="4176"/>
                    <a:pt x="2969" y="4146"/>
                    <a:pt x="2959" y="4105"/>
                  </a:cubicBezTo>
                  <a:lnTo>
                    <a:pt x="1435" y="43"/>
                  </a:lnTo>
                  <a:cubicBezTo>
                    <a:pt x="1426" y="18"/>
                    <a:pt x="1411" y="0"/>
                    <a:pt x="139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29" name="Google Shape;17229;p57"/>
            <p:cNvSpPr/>
            <p:nvPr/>
          </p:nvSpPr>
          <p:spPr>
            <a:xfrm>
              <a:off x="5011150" y="2514700"/>
              <a:ext cx="3025" cy="44400"/>
            </a:xfrm>
            <a:custGeom>
              <a:avLst/>
              <a:gdLst/>
              <a:ahLst/>
              <a:cxnLst/>
              <a:rect l="l" t="t" r="r" b="b"/>
              <a:pathLst>
                <a:path w="121" h="1776" extrusionOk="0">
                  <a:moveTo>
                    <a:pt x="60" y="0"/>
                  </a:moveTo>
                  <a:cubicBezTo>
                    <a:pt x="20" y="0"/>
                    <a:pt x="0" y="30"/>
                    <a:pt x="0" y="71"/>
                  </a:cubicBezTo>
                  <a:lnTo>
                    <a:pt x="0" y="1716"/>
                  </a:lnTo>
                  <a:cubicBezTo>
                    <a:pt x="0" y="1746"/>
                    <a:pt x="20" y="1776"/>
                    <a:pt x="60" y="1776"/>
                  </a:cubicBezTo>
                  <a:cubicBezTo>
                    <a:pt x="91" y="1776"/>
                    <a:pt x="121" y="1746"/>
                    <a:pt x="121" y="1716"/>
                  </a:cubicBezTo>
                  <a:lnTo>
                    <a:pt x="121" y="71"/>
                  </a:lnTo>
                  <a:cubicBezTo>
                    <a:pt x="121" y="30"/>
                    <a:pt x="91" y="0"/>
                    <a:pt x="6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30" name="Google Shape;17230;p57"/>
            <p:cNvSpPr/>
            <p:nvPr/>
          </p:nvSpPr>
          <p:spPr>
            <a:xfrm>
              <a:off x="5007875" y="2512200"/>
              <a:ext cx="9575" cy="8425"/>
            </a:xfrm>
            <a:custGeom>
              <a:avLst/>
              <a:gdLst/>
              <a:ahLst/>
              <a:cxnLst/>
              <a:rect l="l" t="t" r="r" b="b"/>
              <a:pathLst>
                <a:path w="383" h="337" extrusionOk="0">
                  <a:moveTo>
                    <a:pt x="182" y="0"/>
                  </a:moveTo>
                  <a:cubicBezTo>
                    <a:pt x="114" y="0"/>
                    <a:pt x="54" y="40"/>
                    <a:pt x="31" y="110"/>
                  </a:cubicBezTo>
                  <a:cubicBezTo>
                    <a:pt x="1" y="201"/>
                    <a:pt x="51" y="301"/>
                    <a:pt x="141" y="331"/>
                  </a:cubicBezTo>
                  <a:cubicBezTo>
                    <a:pt x="155" y="334"/>
                    <a:pt x="169" y="336"/>
                    <a:pt x="183" y="336"/>
                  </a:cubicBezTo>
                  <a:cubicBezTo>
                    <a:pt x="253" y="336"/>
                    <a:pt x="327" y="296"/>
                    <a:pt x="352" y="221"/>
                  </a:cubicBezTo>
                  <a:cubicBezTo>
                    <a:pt x="382" y="130"/>
                    <a:pt x="332" y="40"/>
                    <a:pt x="242" y="10"/>
                  </a:cubicBezTo>
                  <a:cubicBezTo>
                    <a:pt x="222" y="3"/>
                    <a:pt x="202" y="0"/>
                    <a:pt x="18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31" name="Google Shape;17231;p57"/>
            <p:cNvSpPr/>
            <p:nvPr/>
          </p:nvSpPr>
          <p:spPr>
            <a:xfrm>
              <a:off x="5014900" y="2483850"/>
              <a:ext cx="10825" cy="22100"/>
            </a:xfrm>
            <a:custGeom>
              <a:avLst/>
              <a:gdLst/>
              <a:ahLst/>
              <a:cxnLst/>
              <a:rect l="l" t="t" r="r" b="b"/>
              <a:pathLst>
                <a:path w="433" h="884" extrusionOk="0">
                  <a:moveTo>
                    <a:pt x="221" y="1"/>
                  </a:moveTo>
                  <a:lnTo>
                    <a:pt x="1" y="843"/>
                  </a:lnTo>
                  <a:lnTo>
                    <a:pt x="111" y="883"/>
                  </a:lnTo>
                  <a:lnTo>
                    <a:pt x="432" y="71"/>
                  </a:lnTo>
                  <a:lnTo>
                    <a:pt x="22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32" name="Google Shape;17232;p57"/>
            <p:cNvSpPr/>
            <p:nvPr/>
          </p:nvSpPr>
          <p:spPr>
            <a:xfrm>
              <a:off x="5010150" y="2483100"/>
              <a:ext cx="5525" cy="21850"/>
            </a:xfrm>
            <a:custGeom>
              <a:avLst/>
              <a:gdLst/>
              <a:ahLst/>
              <a:cxnLst/>
              <a:rect l="l" t="t" r="r" b="b"/>
              <a:pathLst>
                <a:path w="221" h="874" extrusionOk="0">
                  <a:moveTo>
                    <a:pt x="0" y="0"/>
                  </a:moveTo>
                  <a:lnTo>
                    <a:pt x="50" y="873"/>
                  </a:lnTo>
                  <a:lnTo>
                    <a:pt x="161" y="873"/>
                  </a:lnTo>
                  <a:lnTo>
                    <a:pt x="22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33" name="Google Shape;17233;p57"/>
            <p:cNvSpPr/>
            <p:nvPr/>
          </p:nvSpPr>
          <p:spPr>
            <a:xfrm>
              <a:off x="4999850" y="2483850"/>
              <a:ext cx="10575" cy="22100"/>
            </a:xfrm>
            <a:custGeom>
              <a:avLst/>
              <a:gdLst/>
              <a:ahLst/>
              <a:cxnLst/>
              <a:rect l="l" t="t" r="r" b="b"/>
              <a:pathLst>
                <a:path w="423" h="884" extrusionOk="0">
                  <a:moveTo>
                    <a:pt x="212" y="1"/>
                  </a:moveTo>
                  <a:lnTo>
                    <a:pt x="1" y="71"/>
                  </a:lnTo>
                  <a:lnTo>
                    <a:pt x="322" y="883"/>
                  </a:lnTo>
                  <a:lnTo>
                    <a:pt x="422" y="843"/>
                  </a:lnTo>
                  <a:lnTo>
                    <a:pt x="21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34" name="Google Shape;17234;p57"/>
            <p:cNvSpPr/>
            <p:nvPr/>
          </p:nvSpPr>
          <p:spPr>
            <a:xfrm>
              <a:off x="4990825" y="2487625"/>
              <a:ext cx="16325" cy="20325"/>
            </a:xfrm>
            <a:custGeom>
              <a:avLst/>
              <a:gdLst/>
              <a:ahLst/>
              <a:cxnLst/>
              <a:rect l="l" t="t" r="r" b="b"/>
              <a:pathLst>
                <a:path w="653" h="813" extrusionOk="0">
                  <a:moveTo>
                    <a:pt x="181" y="0"/>
                  </a:moveTo>
                  <a:lnTo>
                    <a:pt x="1" y="130"/>
                  </a:lnTo>
                  <a:lnTo>
                    <a:pt x="563" y="812"/>
                  </a:lnTo>
                  <a:lnTo>
                    <a:pt x="653" y="742"/>
                  </a:lnTo>
                  <a:lnTo>
                    <a:pt x="18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35" name="Google Shape;17235;p57"/>
            <p:cNvSpPr/>
            <p:nvPr/>
          </p:nvSpPr>
          <p:spPr>
            <a:xfrm>
              <a:off x="4984050" y="2494375"/>
              <a:ext cx="20100" cy="16325"/>
            </a:xfrm>
            <a:custGeom>
              <a:avLst/>
              <a:gdLst/>
              <a:ahLst/>
              <a:cxnLst/>
              <a:rect l="l" t="t" r="r" b="b"/>
              <a:pathLst>
                <a:path w="804" h="653" extrusionOk="0">
                  <a:moveTo>
                    <a:pt x="131" y="1"/>
                  </a:moveTo>
                  <a:lnTo>
                    <a:pt x="1" y="181"/>
                  </a:lnTo>
                  <a:lnTo>
                    <a:pt x="743" y="653"/>
                  </a:lnTo>
                  <a:lnTo>
                    <a:pt x="803" y="563"/>
                  </a:lnTo>
                  <a:lnTo>
                    <a:pt x="13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36" name="Google Shape;17236;p57"/>
            <p:cNvSpPr/>
            <p:nvPr/>
          </p:nvSpPr>
          <p:spPr>
            <a:xfrm>
              <a:off x="4980300" y="2503150"/>
              <a:ext cx="21850" cy="10825"/>
            </a:xfrm>
            <a:custGeom>
              <a:avLst/>
              <a:gdLst/>
              <a:ahLst/>
              <a:cxnLst/>
              <a:rect l="l" t="t" r="r" b="b"/>
              <a:pathLst>
                <a:path w="874" h="433" extrusionOk="0">
                  <a:moveTo>
                    <a:pt x="61" y="1"/>
                  </a:moveTo>
                  <a:lnTo>
                    <a:pt x="1" y="212"/>
                  </a:lnTo>
                  <a:lnTo>
                    <a:pt x="843" y="432"/>
                  </a:lnTo>
                  <a:lnTo>
                    <a:pt x="873" y="332"/>
                  </a:lnTo>
                  <a:lnTo>
                    <a:pt x="6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37" name="Google Shape;17237;p57"/>
            <p:cNvSpPr/>
            <p:nvPr/>
          </p:nvSpPr>
          <p:spPr>
            <a:xfrm>
              <a:off x="4979300" y="2513450"/>
              <a:ext cx="21850" cy="5525"/>
            </a:xfrm>
            <a:custGeom>
              <a:avLst/>
              <a:gdLst/>
              <a:ahLst/>
              <a:cxnLst/>
              <a:rect l="l" t="t" r="r" b="b"/>
              <a:pathLst>
                <a:path w="874" h="221" extrusionOk="0">
                  <a:moveTo>
                    <a:pt x="0" y="0"/>
                  </a:moveTo>
                  <a:lnTo>
                    <a:pt x="0" y="221"/>
                  </a:lnTo>
                  <a:lnTo>
                    <a:pt x="873" y="171"/>
                  </a:lnTo>
                  <a:lnTo>
                    <a:pt x="873" y="6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38" name="Google Shape;17238;p57"/>
            <p:cNvSpPr/>
            <p:nvPr/>
          </p:nvSpPr>
          <p:spPr>
            <a:xfrm>
              <a:off x="4980050" y="2518450"/>
              <a:ext cx="22100" cy="10825"/>
            </a:xfrm>
            <a:custGeom>
              <a:avLst/>
              <a:gdLst/>
              <a:ahLst/>
              <a:cxnLst/>
              <a:rect l="l" t="t" r="r" b="b"/>
              <a:pathLst>
                <a:path w="884" h="433" extrusionOk="0">
                  <a:moveTo>
                    <a:pt x="853" y="1"/>
                  </a:moveTo>
                  <a:lnTo>
                    <a:pt x="1" y="221"/>
                  </a:lnTo>
                  <a:lnTo>
                    <a:pt x="71" y="432"/>
                  </a:lnTo>
                  <a:lnTo>
                    <a:pt x="883" y="111"/>
                  </a:lnTo>
                  <a:lnTo>
                    <a:pt x="8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39" name="Google Shape;17239;p57"/>
            <p:cNvSpPr/>
            <p:nvPr/>
          </p:nvSpPr>
          <p:spPr>
            <a:xfrm>
              <a:off x="4984050" y="2521975"/>
              <a:ext cx="20100" cy="16075"/>
            </a:xfrm>
            <a:custGeom>
              <a:avLst/>
              <a:gdLst/>
              <a:ahLst/>
              <a:cxnLst/>
              <a:rect l="l" t="t" r="r" b="b"/>
              <a:pathLst>
                <a:path w="804" h="643" extrusionOk="0">
                  <a:moveTo>
                    <a:pt x="733" y="0"/>
                  </a:moveTo>
                  <a:lnTo>
                    <a:pt x="1" y="462"/>
                  </a:lnTo>
                  <a:lnTo>
                    <a:pt x="131" y="642"/>
                  </a:lnTo>
                  <a:lnTo>
                    <a:pt x="803" y="90"/>
                  </a:lnTo>
                  <a:lnTo>
                    <a:pt x="733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40" name="Google Shape;17240;p57"/>
            <p:cNvSpPr/>
            <p:nvPr/>
          </p:nvSpPr>
          <p:spPr>
            <a:xfrm>
              <a:off x="4990575" y="2524725"/>
              <a:ext cx="16325" cy="20075"/>
            </a:xfrm>
            <a:custGeom>
              <a:avLst/>
              <a:gdLst/>
              <a:ahLst/>
              <a:cxnLst/>
              <a:rect l="l" t="t" r="r" b="b"/>
              <a:pathLst>
                <a:path w="653" h="803" extrusionOk="0">
                  <a:moveTo>
                    <a:pt x="562" y="1"/>
                  </a:moveTo>
                  <a:lnTo>
                    <a:pt x="1" y="673"/>
                  </a:lnTo>
                  <a:lnTo>
                    <a:pt x="181" y="803"/>
                  </a:lnTo>
                  <a:lnTo>
                    <a:pt x="653" y="71"/>
                  </a:lnTo>
                  <a:lnTo>
                    <a:pt x="56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41" name="Google Shape;17241;p57"/>
            <p:cNvSpPr/>
            <p:nvPr/>
          </p:nvSpPr>
          <p:spPr>
            <a:xfrm>
              <a:off x="4999600" y="2526725"/>
              <a:ext cx="10825" cy="22100"/>
            </a:xfrm>
            <a:custGeom>
              <a:avLst/>
              <a:gdLst/>
              <a:ahLst/>
              <a:cxnLst/>
              <a:rect l="l" t="t" r="r" b="b"/>
              <a:pathLst>
                <a:path w="433" h="884" extrusionOk="0">
                  <a:moveTo>
                    <a:pt x="322" y="1"/>
                  </a:moveTo>
                  <a:lnTo>
                    <a:pt x="1" y="813"/>
                  </a:lnTo>
                  <a:lnTo>
                    <a:pt x="212" y="883"/>
                  </a:lnTo>
                  <a:lnTo>
                    <a:pt x="432" y="41"/>
                  </a:lnTo>
                  <a:lnTo>
                    <a:pt x="32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42" name="Google Shape;17242;p57"/>
            <p:cNvSpPr/>
            <p:nvPr/>
          </p:nvSpPr>
          <p:spPr>
            <a:xfrm>
              <a:off x="5009650" y="2527725"/>
              <a:ext cx="5525" cy="21850"/>
            </a:xfrm>
            <a:custGeom>
              <a:avLst/>
              <a:gdLst/>
              <a:ahLst/>
              <a:cxnLst/>
              <a:rect l="l" t="t" r="r" b="b"/>
              <a:pathLst>
                <a:path w="221" h="874" extrusionOk="0">
                  <a:moveTo>
                    <a:pt x="60" y="1"/>
                  </a:moveTo>
                  <a:lnTo>
                    <a:pt x="0" y="874"/>
                  </a:lnTo>
                  <a:lnTo>
                    <a:pt x="221" y="874"/>
                  </a:lnTo>
                  <a:lnTo>
                    <a:pt x="17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43" name="Google Shape;17243;p57"/>
            <p:cNvSpPr/>
            <p:nvPr/>
          </p:nvSpPr>
          <p:spPr>
            <a:xfrm>
              <a:off x="5014900" y="2526725"/>
              <a:ext cx="10575" cy="22100"/>
            </a:xfrm>
            <a:custGeom>
              <a:avLst/>
              <a:gdLst/>
              <a:ahLst/>
              <a:cxnLst/>
              <a:rect l="l" t="t" r="r" b="b"/>
              <a:pathLst>
                <a:path w="423" h="884" extrusionOk="0">
                  <a:moveTo>
                    <a:pt x="101" y="1"/>
                  </a:moveTo>
                  <a:lnTo>
                    <a:pt x="1" y="41"/>
                  </a:lnTo>
                  <a:lnTo>
                    <a:pt x="211" y="883"/>
                  </a:lnTo>
                  <a:lnTo>
                    <a:pt x="422" y="823"/>
                  </a:lnTo>
                  <a:lnTo>
                    <a:pt x="10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44" name="Google Shape;17244;p57"/>
            <p:cNvSpPr/>
            <p:nvPr/>
          </p:nvSpPr>
          <p:spPr>
            <a:xfrm>
              <a:off x="5018175" y="2524975"/>
              <a:ext cx="16075" cy="20075"/>
            </a:xfrm>
            <a:custGeom>
              <a:avLst/>
              <a:gdLst/>
              <a:ahLst/>
              <a:cxnLst/>
              <a:rect l="l" t="t" r="r" b="b"/>
              <a:pathLst>
                <a:path w="643" h="803" extrusionOk="0">
                  <a:moveTo>
                    <a:pt x="90" y="1"/>
                  </a:moveTo>
                  <a:lnTo>
                    <a:pt x="0" y="61"/>
                  </a:lnTo>
                  <a:lnTo>
                    <a:pt x="462" y="803"/>
                  </a:lnTo>
                  <a:lnTo>
                    <a:pt x="642" y="673"/>
                  </a:lnTo>
                  <a:lnTo>
                    <a:pt x="90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45" name="Google Shape;17245;p57"/>
            <p:cNvSpPr/>
            <p:nvPr/>
          </p:nvSpPr>
          <p:spPr>
            <a:xfrm>
              <a:off x="5021175" y="2521975"/>
              <a:ext cx="19825" cy="16325"/>
            </a:xfrm>
            <a:custGeom>
              <a:avLst/>
              <a:gdLst/>
              <a:ahLst/>
              <a:cxnLst/>
              <a:rect l="l" t="t" r="r" b="b"/>
              <a:pathLst>
                <a:path w="793" h="653" extrusionOk="0">
                  <a:moveTo>
                    <a:pt x="61" y="0"/>
                  </a:moveTo>
                  <a:lnTo>
                    <a:pt x="1" y="90"/>
                  </a:lnTo>
                  <a:lnTo>
                    <a:pt x="663" y="652"/>
                  </a:lnTo>
                  <a:lnTo>
                    <a:pt x="793" y="472"/>
                  </a:lnTo>
                  <a:lnTo>
                    <a:pt x="6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46" name="Google Shape;17246;p57"/>
            <p:cNvSpPr/>
            <p:nvPr/>
          </p:nvSpPr>
          <p:spPr>
            <a:xfrm>
              <a:off x="5023175" y="2518700"/>
              <a:ext cx="21850" cy="10825"/>
            </a:xfrm>
            <a:custGeom>
              <a:avLst/>
              <a:gdLst/>
              <a:ahLst/>
              <a:cxnLst/>
              <a:rect l="l" t="t" r="r" b="b"/>
              <a:pathLst>
                <a:path w="874" h="433" extrusionOk="0">
                  <a:moveTo>
                    <a:pt x="31" y="1"/>
                  </a:moveTo>
                  <a:lnTo>
                    <a:pt x="1" y="101"/>
                  </a:lnTo>
                  <a:lnTo>
                    <a:pt x="803" y="432"/>
                  </a:lnTo>
                  <a:lnTo>
                    <a:pt x="873" y="221"/>
                  </a:lnTo>
                  <a:lnTo>
                    <a:pt x="3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47" name="Google Shape;17247;p57"/>
            <p:cNvSpPr/>
            <p:nvPr/>
          </p:nvSpPr>
          <p:spPr>
            <a:xfrm>
              <a:off x="5023925" y="2513700"/>
              <a:ext cx="21850" cy="5525"/>
            </a:xfrm>
            <a:custGeom>
              <a:avLst/>
              <a:gdLst/>
              <a:ahLst/>
              <a:cxnLst/>
              <a:rect l="l" t="t" r="r" b="b"/>
              <a:pathLst>
                <a:path w="874" h="221" extrusionOk="0">
                  <a:moveTo>
                    <a:pt x="874" y="0"/>
                  </a:moveTo>
                  <a:lnTo>
                    <a:pt x="11" y="50"/>
                  </a:lnTo>
                  <a:lnTo>
                    <a:pt x="1" y="161"/>
                  </a:lnTo>
                  <a:lnTo>
                    <a:pt x="874" y="221"/>
                  </a:lnTo>
                  <a:lnTo>
                    <a:pt x="874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48" name="Google Shape;17248;p57"/>
            <p:cNvSpPr/>
            <p:nvPr/>
          </p:nvSpPr>
          <p:spPr>
            <a:xfrm>
              <a:off x="5023175" y="2503650"/>
              <a:ext cx="21850" cy="10575"/>
            </a:xfrm>
            <a:custGeom>
              <a:avLst/>
              <a:gdLst/>
              <a:ahLst/>
              <a:cxnLst/>
              <a:rect l="l" t="t" r="r" b="b"/>
              <a:pathLst>
                <a:path w="874" h="423" extrusionOk="0">
                  <a:moveTo>
                    <a:pt x="813" y="1"/>
                  </a:moveTo>
                  <a:lnTo>
                    <a:pt x="1" y="312"/>
                  </a:lnTo>
                  <a:lnTo>
                    <a:pt x="31" y="422"/>
                  </a:lnTo>
                  <a:lnTo>
                    <a:pt x="873" y="212"/>
                  </a:lnTo>
                  <a:lnTo>
                    <a:pt x="81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49" name="Google Shape;17249;p57"/>
            <p:cNvSpPr/>
            <p:nvPr/>
          </p:nvSpPr>
          <p:spPr>
            <a:xfrm>
              <a:off x="5021175" y="2494625"/>
              <a:ext cx="20075" cy="16075"/>
            </a:xfrm>
            <a:custGeom>
              <a:avLst/>
              <a:gdLst/>
              <a:ahLst/>
              <a:cxnLst/>
              <a:rect l="l" t="t" r="r" b="b"/>
              <a:pathLst>
                <a:path w="803" h="643" extrusionOk="0">
                  <a:moveTo>
                    <a:pt x="673" y="1"/>
                  </a:moveTo>
                  <a:lnTo>
                    <a:pt x="1" y="553"/>
                  </a:lnTo>
                  <a:lnTo>
                    <a:pt x="61" y="643"/>
                  </a:lnTo>
                  <a:lnTo>
                    <a:pt x="803" y="181"/>
                  </a:lnTo>
                  <a:lnTo>
                    <a:pt x="67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50" name="Google Shape;17250;p57"/>
            <p:cNvSpPr/>
            <p:nvPr/>
          </p:nvSpPr>
          <p:spPr>
            <a:xfrm>
              <a:off x="5018425" y="2487875"/>
              <a:ext cx="16075" cy="20075"/>
            </a:xfrm>
            <a:custGeom>
              <a:avLst/>
              <a:gdLst/>
              <a:ahLst/>
              <a:cxnLst/>
              <a:rect l="l" t="t" r="r" b="b"/>
              <a:pathLst>
                <a:path w="643" h="803" extrusionOk="0">
                  <a:moveTo>
                    <a:pt x="472" y="0"/>
                  </a:moveTo>
                  <a:lnTo>
                    <a:pt x="0" y="732"/>
                  </a:lnTo>
                  <a:lnTo>
                    <a:pt x="80" y="802"/>
                  </a:lnTo>
                  <a:lnTo>
                    <a:pt x="642" y="130"/>
                  </a:lnTo>
                  <a:lnTo>
                    <a:pt x="472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51" name="Google Shape;17251;p57"/>
            <p:cNvSpPr/>
            <p:nvPr/>
          </p:nvSpPr>
          <p:spPr>
            <a:xfrm>
              <a:off x="5002625" y="2587425"/>
              <a:ext cx="21325" cy="775"/>
            </a:xfrm>
            <a:custGeom>
              <a:avLst/>
              <a:gdLst/>
              <a:ahLst/>
              <a:cxnLst/>
              <a:rect l="l" t="t" r="r" b="b"/>
              <a:pathLst>
                <a:path w="853" h="31" extrusionOk="0">
                  <a:moveTo>
                    <a:pt x="432" y="0"/>
                  </a:moveTo>
                  <a:cubicBezTo>
                    <a:pt x="191" y="0"/>
                    <a:pt x="0" y="10"/>
                    <a:pt x="0" y="20"/>
                  </a:cubicBezTo>
                  <a:cubicBezTo>
                    <a:pt x="0" y="30"/>
                    <a:pt x="191" y="30"/>
                    <a:pt x="432" y="30"/>
                  </a:cubicBezTo>
                  <a:cubicBezTo>
                    <a:pt x="662" y="30"/>
                    <a:pt x="853" y="30"/>
                    <a:pt x="853" y="20"/>
                  </a:cubicBezTo>
                  <a:cubicBezTo>
                    <a:pt x="853" y="10"/>
                    <a:pt x="662" y="0"/>
                    <a:pt x="43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52" name="Google Shape;17252;p57"/>
            <p:cNvSpPr/>
            <p:nvPr/>
          </p:nvSpPr>
          <p:spPr>
            <a:xfrm>
              <a:off x="4998100" y="2671175"/>
              <a:ext cx="32625" cy="525"/>
            </a:xfrm>
            <a:custGeom>
              <a:avLst/>
              <a:gdLst/>
              <a:ahLst/>
              <a:cxnLst/>
              <a:rect l="l" t="t" r="r" b="b"/>
              <a:pathLst>
                <a:path w="1305" h="21" extrusionOk="0">
                  <a:moveTo>
                    <a:pt x="1" y="0"/>
                  </a:moveTo>
                  <a:lnTo>
                    <a:pt x="1" y="20"/>
                  </a:lnTo>
                  <a:lnTo>
                    <a:pt x="282" y="20"/>
                  </a:lnTo>
                  <a:lnTo>
                    <a:pt x="282" y="0"/>
                  </a:lnTo>
                  <a:close/>
                  <a:moveTo>
                    <a:pt x="412" y="0"/>
                  </a:moveTo>
                  <a:lnTo>
                    <a:pt x="412" y="20"/>
                  </a:lnTo>
                  <a:lnTo>
                    <a:pt x="823" y="20"/>
                  </a:lnTo>
                  <a:lnTo>
                    <a:pt x="823" y="0"/>
                  </a:lnTo>
                  <a:close/>
                  <a:moveTo>
                    <a:pt x="954" y="0"/>
                  </a:moveTo>
                  <a:lnTo>
                    <a:pt x="954" y="20"/>
                  </a:lnTo>
                  <a:lnTo>
                    <a:pt x="1305" y="20"/>
                  </a:lnTo>
                  <a:lnTo>
                    <a:pt x="1295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53" name="Google Shape;17253;p57"/>
            <p:cNvSpPr/>
            <p:nvPr/>
          </p:nvSpPr>
          <p:spPr>
            <a:xfrm>
              <a:off x="5005125" y="2671175"/>
              <a:ext cx="16825" cy="525"/>
            </a:xfrm>
            <a:custGeom>
              <a:avLst/>
              <a:gdLst/>
              <a:ahLst/>
              <a:cxnLst/>
              <a:rect l="l" t="t" r="r" b="b"/>
              <a:pathLst>
                <a:path w="673" h="21" extrusionOk="0">
                  <a:moveTo>
                    <a:pt x="1" y="0"/>
                  </a:moveTo>
                  <a:lnTo>
                    <a:pt x="1" y="20"/>
                  </a:lnTo>
                  <a:lnTo>
                    <a:pt x="131" y="20"/>
                  </a:lnTo>
                  <a:lnTo>
                    <a:pt x="131" y="0"/>
                  </a:lnTo>
                  <a:close/>
                  <a:moveTo>
                    <a:pt x="542" y="0"/>
                  </a:moveTo>
                  <a:lnTo>
                    <a:pt x="542" y="20"/>
                  </a:lnTo>
                  <a:lnTo>
                    <a:pt x="673" y="20"/>
                  </a:lnTo>
                  <a:lnTo>
                    <a:pt x="673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54" name="Google Shape;17254;p57"/>
            <p:cNvSpPr/>
            <p:nvPr/>
          </p:nvSpPr>
          <p:spPr>
            <a:xfrm>
              <a:off x="4989075" y="2671175"/>
              <a:ext cx="51425" cy="525"/>
            </a:xfrm>
            <a:custGeom>
              <a:avLst/>
              <a:gdLst/>
              <a:ahLst/>
              <a:cxnLst/>
              <a:rect l="l" t="t" r="r" b="b"/>
              <a:pathLst>
                <a:path w="2057" h="21" extrusionOk="0">
                  <a:moveTo>
                    <a:pt x="231" y="0"/>
                  </a:moveTo>
                  <a:cubicBezTo>
                    <a:pt x="91" y="0"/>
                    <a:pt x="1" y="10"/>
                    <a:pt x="1" y="10"/>
                  </a:cubicBezTo>
                  <a:cubicBezTo>
                    <a:pt x="1" y="10"/>
                    <a:pt x="91" y="20"/>
                    <a:pt x="221" y="20"/>
                  </a:cubicBezTo>
                  <a:lnTo>
                    <a:pt x="231" y="0"/>
                  </a:lnTo>
                  <a:close/>
                  <a:moveTo>
                    <a:pt x="1786" y="0"/>
                  </a:moveTo>
                  <a:lnTo>
                    <a:pt x="1796" y="20"/>
                  </a:lnTo>
                  <a:cubicBezTo>
                    <a:pt x="1957" y="20"/>
                    <a:pt x="2057" y="10"/>
                    <a:pt x="2057" y="10"/>
                  </a:cubicBezTo>
                  <a:cubicBezTo>
                    <a:pt x="2057" y="10"/>
                    <a:pt x="1957" y="0"/>
                    <a:pt x="1786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55" name="Google Shape;17255;p57"/>
            <p:cNvSpPr/>
            <p:nvPr/>
          </p:nvSpPr>
          <p:spPr>
            <a:xfrm>
              <a:off x="4994600" y="2671175"/>
              <a:ext cx="39400" cy="525"/>
            </a:xfrm>
            <a:custGeom>
              <a:avLst/>
              <a:gdLst/>
              <a:ahLst/>
              <a:cxnLst/>
              <a:rect l="l" t="t" r="r" b="b"/>
              <a:pathLst>
                <a:path w="1576" h="21" extrusionOk="0">
                  <a:moveTo>
                    <a:pt x="10" y="0"/>
                  </a:moveTo>
                  <a:lnTo>
                    <a:pt x="0" y="20"/>
                  </a:lnTo>
                  <a:lnTo>
                    <a:pt x="141" y="20"/>
                  </a:lnTo>
                  <a:lnTo>
                    <a:pt x="141" y="0"/>
                  </a:lnTo>
                  <a:close/>
                  <a:moveTo>
                    <a:pt x="1435" y="0"/>
                  </a:moveTo>
                  <a:lnTo>
                    <a:pt x="1445" y="20"/>
                  </a:lnTo>
                  <a:lnTo>
                    <a:pt x="1575" y="20"/>
                  </a:lnTo>
                  <a:lnTo>
                    <a:pt x="1565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56" name="Google Shape;17256;p57"/>
            <p:cNvSpPr/>
            <p:nvPr/>
          </p:nvSpPr>
          <p:spPr>
            <a:xfrm>
              <a:off x="5034475" y="2671925"/>
              <a:ext cx="8050" cy="2025"/>
            </a:xfrm>
            <a:custGeom>
              <a:avLst/>
              <a:gdLst/>
              <a:ahLst/>
              <a:cxnLst/>
              <a:rect l="l" t="t" r="r" b="b"/>
              <a:pathLst>
                <a:path w="322" h="81" extrusionOk="0">
                  <a:moveTo>
                    <a:pt x="311" y="0"/>
                  </a:moveTo>
                  <a:cubicBezTo>
                    <a:pt x="301" y="20"/>
                    <a:pt x="281" y="41"/>
                    <a:pt x="251" y="41"/>
                  </a:cubicBezTo>
                  <a:lnTo>
                    <a:pt x="0" y="41"/>
                  </a:lnTo>
                  <a:lnTo>
                    <a:pt x="10" y="81"/>
                  </a:lnTo>
                  <a:lnTo>
                    <a:pt x="251" y="81"/>
                  </a:lnTo>
                  <a:cubicBezTo>
                    <a:pt x="291" y="81"/>
                    <a:pt x="321" y="51"/>
                    <a:pt x="321" y="20"/>
                  </a:cubicBezTo>
                  <a:lnTo>
                    <a:pt x="31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57" name="Google Shape;17257;p57"/>
            <p:cNvSpPr/>
            <p:nvPr/>
          </p:nvSpPr>
          <p:spPr>
            <a:xfrm>
              <a:off x="4997350" y="2672925"/>
              <a:ext cx="34125" cy="1025"/>
            </a:xfrm>
            <a:custGeom>
              <a:avLst/>
              <a:gdLst/>
              <a:ahLst/>
              <a:cxnLst/>
              <a:rect l="l" t="t" r="r" b="b"/>
              <a:pathLst>
                <a:path w="1365" h="41" extrusionOk="0">
                  <a:moveTo>
                    <a:pt x="11" y="1"/>
                  </a:moveTo>
                  <a:lnTo>
                    <a:pt x="1" y="41"/>
                  </a:lnTo>
                  <a:lnTo>
                    <a:pt x="322" y="41"/>
                  </a:lnTo>
                  <a:lnTo>
                    <a:pt x="322" y="1"/>
                  </a:lnTo>
                  <a:close/>
                  <a:moveTo>
                    <a:pt x="452" y="1"/>
                  </a:moveTo>
                  <a:lnTo>
                    <a:pt x="452" y="41"/>
                  </a:lnTo>
                  <a:lnTo>
                    <a:pt x="843" y="41"/>
                  </a:lnTo>
                  <a:lnTo>
                    <a:pt x="843" y="1"/>
                  </a:lnTo>
                  <a:close/>
                  <a:moveTo>
                    <a:pt x="974" y="1"/>
                  </a:moveTo>
                  <a:lnTo>
                    <a:pt x="974" y="41"/>
                  </a:lnTo>
                  <a:lnTo>
                    <a:pt x="1365" y="41"/>
                  </a:lnTo>
                  <a:lnTo>
                    <a:pt x="1345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58" name="Google Shape;17258;p57"/>
            <p:cNvSpPr/>
            <p:nvPr/>
          </p:nvSpPr>
          <p:spPr>
            <a:xfrm>
              <a:off x="5005375" y="2672925"/>
              <a:ext cx="16325" cy="1025"/>
            </a:xfrm>
            <a:custGeom>
              <a:avLst/>
              <a:gdLst/>
              <a:ahLst/>
              <a:cxnLst/>
              <a:rect l="l" t="t" r="r" b="b"/>
              <a:pathLst>
                <a:path w="653" h="41" extrusionOk="0">
                  <a:moveTo>
                    <a:pt x="1" y="1"/>
                  </a:moveTo>
                  <a:lnTo>
                    <a:pt x="1" y="41"/>
                  </a:lnTo>
                  <a:lnTo>
                    <a:pt x="131" y="41"/>
                  </a:lnTo>
                  <a:lnTo>
                    <a:pt x="131" y="1"/>
                  </a:lnTo>
                  <a:close/>
                  <a:moveTo>
                    <a:pt x="522" y="1"/>
                  </a:moveTo>
                  <a:lnTo>
                    <a:pt x="522" y="41"/>
                  </a:lnTo>
                  <a:lnTo>
                    <a:pt x="653" y="41"/>
                  </a:lnTo>
                  <a:lnTo>
                    <a:pt x="6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59" name="Google Shape;17259;p57"/>
            <p:cNvSpPr/>
            <p:nvPr/>
          </p:nvSpPr>
          <p:spPr>
            <a:xfrm>
              <a:off x="4987575" y="2671925"/>
              <a:ext cx="6800" cy="2025"/>
            </a:xfrm>
            <a:custGeom>
              <a:avLst/>
              <a:gdLst/>
              <a:ahLst/>
              <a:cxnLst/>
              <a:rect l="l" t="t" r="r" b="b"/>
              <a:pathLst>
                <a:path w="272" h="81" extrusionOk="0">
                  <a:moveTo>
                    <a:pt x="0" y="0"/>
                  </a:moveTo>
                  <a:lnTo>
                    <a:pt x="0" y="20"/>
                  </a:lnTo>
                  <a:cubicBezTo>
                    <a:pt x="0" y="41"/>
                    <a:pt x="10" y="61"/>
                    <a:pt x="20" y="71"/>
                  </a:cubicBezTo>
                  <a:cubicBezTo>
                    <a:pt x="31" y="81"/>
                    <a:pt x="51" y="81"/>
                    <a:pt x="61" y="81"/>
                  </a:cubicBezTo>
                  <a:lnTo>
                    <a:pt x="261" y="81"/>
                  </a:lnTo>
                  <a:lnTo>
                    <a:pt x="271" y="41"/>
                  </a:lnTo>
                  <a:lnTo>
                    <a:pt x="61" y="41"/>
                  </a:lnTo>
                  <a:cubicBezTo>
                    <a:pt x="31" y="41"/>
                    <a:pt x="10" y="20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60" name="Google Shape;17260;p57"/>
            <p:cNvSpPr/>
            <p:nvPr/>
          </p:nvSpPr>
          <p:spPr>
            <a:xfrm>
              <a:off x="4994100" y="2672925"/>
              <a:ext cx="40650" cy="1025"/>
            </a:xfrm>
            <a:custGeom>
              <a:avLst/>
              <a:gdLst/>
              <a:ahLst/>
              <a:cxnLst/>
              <a:rect l="l" t="t" r="r" b="b"/>
              <a:pathLst>
                <a:path w="1626" h="41" extrusionOk="0">
                  <a:moveTo>
                    <a:pt x="10" y="1"/>
                  </a:moveTo>
                  <a:lnTo>
                    <a:pt x="0" y="41"/>
                  </a:lnTo>
                  <a:lnTo>
                    <a:pt x="131" y="41"/>
                  </a:lnTo>
                  <a:lnTo>
                    <a:pt x="141" y="1"/>
                  </a:lnTo>
                  <a:close/>
                  <a:moveTo>
                    <a:pt x="1475" y="1"/>
                  </a:moveTo>
                  <a:lnTo>
                    <a:pt x="1495" y="41"/>
                  </a:lnTo>
                  <a:lnTo>
                    <a:pt x="1625" y="41"/>
                  </a:lnTo>
                  <a:lnTo>
                    <a:pt x="1615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61" name="Google Shape;17261;p57"/>
            <p:cNvSpPr/>
            <p:nvPr/>
          </p:nvSpPr>
          <p:spPr>
            <a:xfrm>
              <a:off x="4997600" y="2618500"/>
              <a:ext cx="32125" cy="3050"/>
            </a:xfrm>
            <a:custGeom>
              <a:avLst/>
              <a:gdLst/>
              <a:ahLst/>
              <a:cxnLst/>
              <a:rect l="l" t="t" r="r" b="b"/>
              <a:pathLst>
                <a:path w="1285" h="122" extrusionOk="0">
                  <a:moveTo>
                    <a:pt x="61" y="1"/>
                  </a:moveTo>
                  <a:cubicBezTo>
                    <a:pt x="21" y="1"/>
                    <a:pt x="1" y="21"/>
                    <a:pt x="1" y="61"/>
                  </a:cubicBezTo>
                  <a:cubicBezTo>
                    <a:pt x="1" y="91"/>
                    <a:pt x="21" y="121"/>
                    <a:pt x="61" y="121"/>
                  </a:cubicBezTo>
                  <a:lnTo>
                    <a:pt x="1224" y="121"/>
                  </a:lnTo>
                  <a:cubicBezTo>
                    <a:pt x="1264" y="121"/>
                    <a:pt x="1285" y="91"/>
                    <a:pt x="1285" y="61"/>
                  </a:cubicBezTo>
                  <a:cubicBezTo>
                    <a:pt x="1285" y="21"/>
                    <a:pt x="1264" y="1"/>
                    <a:pt x="1224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62" name="Google Shape;17262;p57"/>
            <p:cNvSpPr/>
            <p:nvPr/>
          </p:nvSpPr>
          <p:spPr>
            <a:xfrm>
              <a:off x="4997600" y="2619275"/>
              <a:ext cx="32125" cy="2275"/>
            </a:xfrm>
            <a:custGeom>
              <a:avLst/>
              <a:gdLst/>
              <a:ahLst/>
              <a:cxnLst/>
              <a:rect l="l" t="t" r="r" b="b"/>
              <a:pathLst>
                <a:path w="1285" h="91" extrusionOk="0">
                  <a:moveTo>
                    <a:pt x="1285" y="0"/>
                  </a:moveTo>
                  <a:cubicBezTo>
                    <a:pt x="1275" y="30"/>
                    <a:pt x="1254" y="60"/>
                    <a:pt x="1224" y="60"/>
                  </a:cubicBezTo>
                  <a:lnTo>
                    <a:pt x="61" y="60"/>
                  </a:lnTo>
                  <a:cubicBezTo>
                    <a:pt x="31" y="60"/>
                    <a:pt x="11" y="40"/>
                    <a:pt x="1" y="20"/>
                  </a:cubicBezTo>
                  <a:lnTo>
                    <a:pt x="1" y="30"/>
                  </a:lnTo>
                  <a:cubicBezTo>
                    <a:pt x="1" y="60"/>
                    <a:pt x="21" y="90"/>
                    <a:pt x="51" y="90"/>
                  </a:cubicBezTo>
                  <a:lnTo>
                    <a:pt x="1224" y="90"/>
                  </a:lnTo>
                  <a:cubicBezTo>
                    <a:pt x="1264" y="90"/>
                    <a:pt x="1285" y="60"/>
                    <a:pt x="1285" y="30"/>
                  </a:cubicBezTo>
                  <a:lnTo>
                    <a:pt x="1285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63" name="Google Shape;17263;p57"/>
            <p:cNvSpPr/>
            <p:nvPr/>
          </p:nvSpPr>
          <p:spPr>
            <a:xfrm>
              <a:off x="4998850" y="2618500"/>
              <a:ext cx="29375" cy="800"/>
            </a:xfrm>
            <a:custGeom>
              <a:avLst/>
              <a:gdLst/>
              <a:ahLst/>
              <a:cxnLst/>
              <a:rect l="l" t="t" r="r" b="b"/>
              <a:pathLst>
                <a:path w="1175" h="32" extrusionOk="0">
                  <a:moveTo>
                    <a:pt x="573" y="1"/>
                  </a:moveTo>
                  <a:cubicBezTo>
                    <a:pt x="332" y="1"/>
                    <a:pt x="1" y="11"/>
                    <a:pt x="1" y="21"/>
                  </a:cubicBezTo>
                  <a:cubicBezTo>
                    <a:pt x="1" y="31"/>
                    <a:pt x="332" y="31"/>
                    <a:pt x="573" y="31"/>
                  </a:cubicBezTo>
                  <a:cubicBezTo>
                    <a:pt x="803" y="31"/>
                    <a:pt x="1174" y="31"/>
                    <a:pt x="1174" y="21"/>
                  </a:cubicBezTo>
                  <a:cubicBezTo>
                    <a:pt x="1174" y="11"/>
                    <a:pt x="803" y="1"/>
                    <a:pt x="573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64" name="Google Shape;17264;p57"/>
            <p:cNvSpPr/>
            <p:nvPr/>
          </p:nvSpPr>
          <p:spPr>
            <a:xfrm>
              <a:off x="5044250" y="2509175"/>
              <a:ext cx="21325" cy="8550"/>
            </a:xfrm>
            <a:custGeom>
              <a:avLst/>
              <a:gdLst/>
              <a:ahLst/>
              <a:cxnLst/>
              <a:rect l="l" t="t" r="r" b="b"/>
              <a:pathLst>
                <a:path w="853" h="342" extrusionOk="0">
                  <a:moveTo>
                    <a:pt x="853" y="1"/>
                  </a:moveTo>
                  <a:lnTo>
                    <a:pt x="0" y="221"/>
                  </a:lnTo>
                  <a:lnTo>
                    <a:pt x="0" y="342"/>
                  </a:lnTo>
                  <a:lnTo>
                    <a:pt x="853" y="342"/>
                  </a:lnTo>
                  <a:lnTo>
                    <a:pt x="8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65" name="Google Shape;17265;p57"/>
            <p:cNvSpPr/>
            <p:nvPr/>
          </p:nvSpPr>
          <p:spPr>
            <a:xfrm>
              <a:off x="5044250" y="2518450"/>
              <a:ext cx="21325" cy="8550"/>
            </a:xfrm>
            <a:custGeom>
              <a:avLst/>
              <a:gdLst/>
              <a:ahLst/>
              <a:cxnLst/>
              <a:rect l="l" t="t" r="r" b="b"/>
              <a:pathLst>
                <a:path w="853" h="342" extrusionOk="0">
                  <a:moveTo>
                    <a:pt x="0" y="1"/>
                  </a:moveTo>
                  <a:lnTo>
                    <a:pt x="0" y="121"/>
                  </a:lnTo>
                  <a:lnTo>
                    <a:pt x="853" y="342"/>
                  </a:lnTo>
                  <a:lnTo>
                    <a:pt x="8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7266" name="Google Shape;17266;p57"/>
          <p:cNvSpPr/>
          <p:nvPr/>
        </p:nvSpPr>
        <p:spPr>
          <a:xfrm flipH="1">
            <a:off x="6130265" y="3283849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267" name="Google Shape;17267;p57"/>
          <p:cNvSpPr/>
          <p:nvPr/>
        </p:nvSpPr>
        <p:spPr>
          <a:xfrm flipH="1">
            <a:off x="568890" y="469074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268" name="Google Shape;17268;p57"/>
          <p:cNvSpPr/>
          <p:nvPr/>
        </p:nvSpPr>
        <p:spPr>
          <a:xfrm>
            <a:off x="8205788" y="1299325"/>
            <a:ext cx="535608" cy="233315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269" name="Google Shape;17269;p57"/>
          <p:cNvSpPr/>
          <p:nvPr/>
        </p:nvSpPr>
        <p:spPr>
          <a:xfrm flipH="1">
            <a:off x="2538797" y="4115192"/>
            <a:ext cx="257424" cy="112136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" name="Google Shape;15276;p52">
            <a:extLst>
              <a:ext uri="{FF2B5EF4-FFF2-40B4-BE49-F238E27FC236}">
                <a16:creationId xmlns:a16="http://schemas.microsoft.com/office/drawing/2014/main" id="{B4BEFA18-4B95-2BC2-8D7A-BE07755D841A}"/>
              </a:ext>
            </a:extLst>
          </p:cNvPr>
          <p:cNvSpPr txBox="1">
            <a:spLocks/>
          </p:cNvSpPr>
          <p:nvPr/>
        </p:nvSpPr>
        <p:spPr>
          <a:xfrm>
            <a:off x="141024" y="104733"/>
            <a:ext cx="718784" cy="627697"/>
          </a:xfrm>
          <a:prstGeom prst="rect">
            <a:avLst/>
          </a:prstGeom>
          <a:solidFill>
            <a:schemeClr val="accent5">
              <a:lumMod val="90000"/>
              <a:lumOff val="1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aven Pro"/>
              <a:buNone/>
              <a:defRPr sz="33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R="0" lvl="1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R="0" lvl="2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R="0" lvl="3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R="0" lvl="4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R="0" lvl="5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R="0" lvl="6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R="0" lvl="7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R="0" lvl="8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r>
              <a:rPr lang="en" sz="3200" dirty="0">
                <a:solidFill>
                  <a:schemeClr val="accent2"/>
                </a:solidFill>
              </a:rPr>
              <a:t>05</a:t>
            </a:r>
            <a:endParaRPr lang="en" dirty="0">
              <a:solidFill>
                <a:schemeClr val="accent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13" grpId="0" build="p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33" name="Google Shape;17033;p55"/>
          <p:cNvSpPr txBox="1">
            <a:spLocks noGrp="1"/>
          </p:cNvSpPr>
          <p:nvPr>
            <p:ph type="title"/>
          </p:nvPr>
        </p:nvSpPr>
        <p:spPr>
          <a:xfrm>
            <a:off x="239171" y="3252951"/>
            <a:ext cx="8665626" cy="627697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/>
              <a:t>Organic, Sustainable, Prepared</a:t>
            </a:r>
            <a:endParaRPr sz="2400" dirty="0"/>
          </a:p>
        </p:txBody>
      </p:sp>
      <p:sp>
        <p:nvSpPr>
          <p:cNvPr id="17034" name="Google Shape;17034;p55"/>
          <p:cNvSpPr txBox="1">
            <a:spLocks noGrp="1"/>
          </p:cNvSpPr>
          <p:nvPr>
            <p:ph type="subTitle" idx="1"/>
          </p:nvPr>
        </p:nvSpPr>
        <p:spPr>
          <a:xfrm>
            <a:off x="859808" y="1200223"/>
            <a:ext cx="5826300" cy="188985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342900" lvl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+mj-lt"/>
              <a:buAutoNum type="arabicPeriod"/>
            </a:pPr>
            <a:r>
              <a:rPr lang="en-US" dirty="0"/>
              <a:t>Network Security</a:t>
            </a:r>
          </a:p>
          <a:p>
            <a:pPr marL="342900" lvl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+mj-lt"/>
              <a:buAutoNum type="arabicPeriod"/>
            </a:pPr>
            <a:r>
              <a:rPr lang="en-US" dirty="0"/>
              <a:t>Data Encryption</a:t>
            </a:r>
          </a:p>
          <a:p>
            <a:pPr marL="342900" lvl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+mj-lt"/>
              <a:buAutoNum type="arabicPeriod"/>
            </a:pPr>
            <a:r>
              <a:rPr lang="en-US" dirty="0"/>
              <a:t>Access Controls &amp; Authentication</a:t>
            </a:r>
          </a:p>
          <a:p>
            <a:pPr marL="342900" lvl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+mj-lt"/>
              <a:buAutoNum type="arabicPeriod"/>
            </a:pPr>
            <a:r>
              <a:rPr lang="en-US" dirty="0"/>
              <a:t>Incident Response Plan (IRP) creation</a:t>
            </a:r>
          </a:p>
          <a:p>
            <a:pPr marL="342900" lvl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+mj-lt"/>
              <a:buAutoNum type="arabicPeriod"/>
            </a:pPr>
            <a:r>
              <a:rPr lang="en-US" dirty="0"/>
              <a:t>Employee Training &amp; Awareness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035" name="Google Shape;17035;p55"/>
          <p:cNvSpPr/>
          <p:nvPr/>
        </p:nvSpPr>
        <p:spPr>
          <a:xfrm flipH="1">
            <a:off x="6620146" y="660550"/>
            <a:ext cx="865000" cy="376800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036" name="Google Shape;17036;p55"/>
          <p:cNvSpPr/>
          <p:nvPr/>
        </p:nvSpPr>
        <p:spPr>
          <a:xfrm flipH="1">
            <a:off x="83550" y="2280575"/>
            <a:ext cx="535608" cy="233315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037" name="Google Shape;17037;p55"/>
          <p:cNvSpPr/>
          <p:nvPr/>
        </p:nvSpPr>
        <p:spPr>
          <a:xfrm flipH="1">
            <a:off x="8708190" y="3092999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038" name="Google Shape;17038;p55"/>
          <p:cNvSpPr/>
          <p:nvPr/>
        </p:nvSpPr>
        <p:spPr>
          <a:xfrm flipH="1">
            <a:off x="4443272" y="4225467"/>
            <a:ext cx="257424" cy="112136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039" name="Google Shape;17039;p55"/>
          <p:cNvSpPr/>
          <p:nvPr/>
        </p:nvSpPr>
        <p:spPr>
          <a:xfrm flipH="1">
            <a:off x="1551427" y="474174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7040" name="Google Shape;17040;p55"/>
          <p:cNvGrpSpPr/>
          <p:nvPr/>
        </p:nvGrpSpPr>
        <p:grpSpPr>
          <a:xfrm>
            <a:off x="1358047" y="4042574"/>
            <a:ext cx="1074085" cy="787480"/>
            <a:chOff x="891012" y="3624366"/>
            <a:chExt cx="1653966" cy="1212627"/>
          </a:xfrm>
        </p:grpSpPr>
        <p:sp>
          <p:nvSpPr>
            <p:cNvPr id="17041" name="Google Shape;17041;p55"/>
            <p:cNvSpPr/>
            <p:nvPr/>
          </p:nvSpPr>
          <p:spPr>
            <a:xfrm>
              <a:off x="2381627" y="3787701"/>
              <a:ext cx="118214" cy="415603"/>
            </a:xfrm>
            <a:custGeom>
              <a:avLst/>
              <a:gdLst/>
              <a:ahLst/>
              <a:cxnLst/>
              <a:rect l="l" t="t" r="r" b="b"/>
              <a:pathLst>
                <a:path w="1155" h="4061" extrusionOk="0">
                  <a:moveTo>
                    <a:pt x="131" y="1"/>
                  </a:moveTo>
                  <a:cubicBezTo>
                    <a:pt x="81" y="312"/>
                    <a:pt x="41" y="653"/>
                    <a:pt x="1" y="1014"/>
                  </a:cubicBezTo>
                  <a:cubicBezTo>
                    <a:pt x="101" y="1355"/>
                    <a:pt x="352" y="2227"/>
                    <a:pt x="372" y="2468"/>
                  </a:cubicBezTo>
                  <a:cubicBezTo>
                    <a:pt x="391" y="2700"/>
                    <a:pt x="925" y="4060"/>
                    <a:pt x="1084" y="4060"/>
                  </a:cubicBezTo>
                  <a:cubicBezTo>
                    <a:pt x="1097" y="4060"/>
                    <a:pt x="1107" y="4051"/>
                    <a:pt x="1114" y="4033"/>
                  </a:cubicBezTo>
                  <a:cubicBezTo>
                    <a:pt x="1154" y="3903"/>
                    <a:pt x="1094" y="3852"/>
                    <a:pt x="1004" y="3722"/>
                  </a:cubicBezTo>
                  <a:cubicBezTo>
                    <a:pt x="924" y="3602"/>
                    <a:pt x="693" y="2930"/>
                    <a:pt x="633" y="2679"/>
                  </a:cubicBezTo>
                  <a:cubicBezTo>
                    <a:pt x="502" y="2147"/>
                    <a:pt x="442" y="673"/>
                    <a:pt x="1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42" name="Google Shape;17042;p55"/>
            <p:cNvSpPr/>
            <p:nvPr/>
          </p:nvSpPr>
          <p:spPr>
            <a:xfrm>
              <a:off x="2400152" y="3957073"/>
              <a:ext cx="35004" cy="135600"/>
            </a:xfrm>
            <a:custGeom>
              <a:avLst/>
              <a:gdLst/>
              <a:ahLst/>
              <a:cxnLst/>
              <a:rect l="l" t="t" r="r" b="b"/>
              <a:pathLst>
                <a:path w="342" h="1325" extrusionOk="0">
                  <a:moveTo>
                    <a:pt x="0" y="1"/>
                  </a:moveTo>
                  <a:cubicBezTo>
                    <a:pt x="27" y="101"/>
                    <a:pt x="54" y="200"/>
                    <a:pt x="78" y="295"/>
                  </a:cubicBezTo>
                  <a:lnTo>
                    <a:pt x="78" y="295"/>
                  </a:lnTo>
                  <a:cubicBezTo>
                    <a:pt x="54" y="197"/>
                    <a:pt x="28" y="99"/>
                    <a:pt x="0" y="1"/>
                  </a:cubicBezTo>
                  <a:close/>
                  <a:moveTo>
                    <a:pt x="78" y="295"/>
                  </a:moveTo>
                  <a:cubicBezTo>
                    <a:pt x="116" y="449"/>
                    <a:pt x="150" y="604"/>
                    <a:pt x="181" y="763"/>
                  </a:cubicBezTo>
                  <a:cubicBezTo>
                    <a:pt x="168" y="656"/>
                    <a:pt x="127" y="486"/>
                    <a:pt x="78" y="295"/>
                  </a:cubicBezTo>
                  <a:close/>
                  <a:moveTo>
                    <a:pt x="281" y="1154"/>
                  </a:moveTo>
                  <a:lnTo>
                    <a:pt x="281" y="1154"/>
                  </a:lnTo>
                  <a:cubicBezTo>
                    <a:pt x="301" y="1215"/>
                    <a:pt x="321" y="1275"/>
                    <a:pt x="341" y="1325"/>
                  </a:cubicBezTo>
                  <a:cubicBezTo>
                    <a:pt x="321" y="1265"/>
                    <a:pt x="301" y="1214"/>
                    <a:pt x="281" y="1154"/>
                  </a:cubicBezTo>
                  <a:close/>
                </a:path>
              </a:pathLst>
            </a:custGeom>
            <a:solidFill>
              <a:srgbClr val="D3D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43" name="Google Shape;17043;p55"/>
            <p:cNvSpPr/>
            <p:nvPr/>
          </p:nvSpPr>
          <p:spPr>
            <a:xfrm>
              <a:off x="2388894" y="3863637"/>
              <a:ext cx="51380" cy="239373"/>
            </a:xfrm>
            <a:custGeom>
              <a:avLst/>
              <a:gdLst/>
              <a:ahLst/>
              <a:cxnLst/>
              <a:rect l="l" t="t" r="r" b="b"/>
              <a:pathLst>
                <a:path w="502" h="2339" extrusionOk="0">
                  <a:moveTo>
                    <a:pt x="130" y="1"/>
                  </a:moveTo>
                  <a:cubicBezTo>
                    <a:pt x="130" y="11"/>
                    <a:pt x="130" y="21"/>
                    <a:pt x="130" y="31"/>
                  </a:cubicBezTo>
                  <a:cubicBezTo>
                    <a:pt x="100" y="181"/>
                    <a:pt x="60" y="352"/>
                    <a:pt x="0" y="523"/>
                  </a:cubicBezTo>
                  <a:cubicBezTo>
                    <a:pt x="40" y="653"/>
                    <a:pt x="80" y="783"/>
                    <a:pt x="110" y="914"/>
                  </a:cubicBezTo>
                  <a:cubicBezTo>
                    <a:pt x="191" y="1215"/>
                    <a:pt x="271" y="1516"/>
                    <a:pt x="291" y="1676"/>
                  </a:cubicBezTo>
                  <a:cubicBezTo>
                    <a:pt x="301" y="1716"/>
                    <a:pt x="311" y="1756"/>
                    <a:pt x="321" y="1796"/>
                  </a:cubicBezTo>
                  <a:cubicBezTo>
                    <a:pt x="341" y="1867"/>
                    <a:pt x="361" y="1967"/>
                    <a:pt x="391" y="2067"/>
                  </a:cubicBezTo>
                  <a:cubicBezTo>
                    <a:pt x="411" y="2127"/>
                    <a:pt x="431" y="2178"/>
                    <a:pt x="451" y="2238"/>
                  </a:cubicBezTo>
                  <a:cubicBezTo>
                    <a:pt x="465" y="2258"/>
                    <a:pt x="474" y="2283"/>
                    <a:pt x="485" y="2307"/>
                  </a:cubicBezTo>
                  <a:lnTo>
                    <a:pt x="485" y="2307"/>
                  </a:lnTo>
                  <a:cubicBezTo>
                    <a:pt x="251" y="1570"/>
                    <a:pt x="250" y="776"/>
                    <a:pt x="130" y="1"/>
                  </a:cubicBezTo>
                  <a:close/>
                  <a:moveTo>
                    <a:pt x="485" y="2307"/>
                  </a:moveTo>
                  <a:lnTo>
                    <a:pt x="485" y="2307"/>
                  </a:lnTo>
                  <a:cubicBezTo>
                    <a:pt x="487" y="2314"/>
                    <a:pt x="489" y="2321"/>
                    <a:pt x="492" y="2328"/>
                  </a:cubicBezTo>
                  <a:lnTo>
                    <a:pt x="502" y="2338"/>
                  </a:lnTo>
                  <a:cubicBezTo>
                    <a:pt x="495" y="2328"/>
                    <a:pt x="490" y="2318"/>
                    <a:pt x="485" y="2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44" name="Google Shape;17044;p55"/>
            <p:cNvSpPr/>
            <p:nvPr/>
          </p:nvSpPr>
          <p:spPr>
            <a:xfrm>
              <a:off x="2017161" y="4097586"/>
              <a:ext cx="181876" cy="218087"/>
            </a:xfrm>
            <a:custGeom>
              <a:avLst/>
              <a:gdLst/>
              <a:ahLst/>
              <a:cxnLst/>
              <a:rect l="l" t="t" r="r" b="b"/>
              <a:pathLst>
                <a:path w="1777" h="2131" extrusionOk="0">
                  <a:moveTo>
                    <a:pt x="638" y="0"/>
                  </a:moveTo>
                  <a:cubicBezTo>
                    <a:pt x="517" y="0"/>
                    <a:pt x="398" y="9"/>
                    <a:pt x="292" y="22"/>
                  </a:cubicBezTo>
                  <a:cubicBezTo>
                    <a:pt x="242" y="182"/>
                    <a:pt x="172" y="453"/>
                    <a:pt x="121" y="594"/>
                  </a:cubicBezTo>
                  <a:cubicBezTo>
                    <a:pt x="1" y="915"/>
                    <a:pt x="272" y="1256"/>
                    <a:pt x="342" y="1476"/>
                  </a:cubicBezTo>
                  <a:cubicBezTo>
                    <a:pt x="409" y="1688"/>
                    <a:pt x="320" y="2131"/>
                    <a:pt x="516" y="2131"/>
                  </a:cubicBezTo>
                  <a:cubicBezTo>
                    <a:pt x="525" y="2131"/>
                    <a:pt x="533" y="2130"/>
                    <a:pt x="543" y="2128"/>
                  </a:cubicBezTo>
                  <a:cubicBezTo>
                    <a:pt x="773" y="2078"/>
                    <a:pt x="573" y="1637"/>
                    <a:pt x="733" y="1567"/>
                  </a:cubicBezTo>
                  <a:cubicBezTo>
                    <a:pt x="742" y="1563"/>
                    <a:pt x="751" y="1562"/>
                    <a:pt x="759" y="1562"/>
                  </a:cubicBezTo>
                  <a:cubicBezTo>
                    <a:pt x="820" y="1562"/>
                    <a:pt x="847" y="1661"/>
                    <a:pt x="874" y="1767"/>
                  </a:cubicBezTo>
                  <a:cubicBezTo>
                    <a:pt x="912" y="1873"/>
                    <a:pt x="950" y="1979"/>
                    <a:pt x="1033" y="1979"/>
                  </a:cubicBezTo>
                  <a:cubicBezTo>
                    <a:pt x="1037" y="1979"/>
                    <a:pt x="1040" y="1978"/>
                    <a:pt x="1044" y="1978"/>
                  </a:cubicBezTo>
                  <a:cubicBezTo>
                    <a:pt x="1245" y="1948"/>
                    <a:pt x="1155" y="1687"/>
                    <a:pt x="1265" y="1446"/>
                  </a:cubicBezTo>
                  <a:cubicBezTo>
                    <a:pt x="1375" y="1196"/>
                    <a:pt x="1776" y="754"/>
                    <a:pt x="1556" y="363"/>
                  </a:cubicBezTo>
                  <a:cubicBezTo>
                    <a:pt x="1383" y="78"/>
                    <a:pt x="998" y="0"/>
                    <a:pt x="638" y="0"/>
                  </a:cubicBez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45" name="Google Shape;17045;p55"/>
            <p:cNvSpPr/>
            <p:nvPr/>
          </p:nvSpPr>
          <p:spPr>
            <a:xfrm>
              <a:off x="2029545" y="4198289"/>
              <a:ext cx="101736" cy="103773"/>
            </a:xfrm>
            <a:custGeom>
              <a:avLst/>
              <a:gdLst/>
              <a:ahLst/>
              <a:cxnLst/>
              <a:rect l="l" t="t" r="r" b="b"/>
              <a:pathLst>
                <a:path w="994" h="1014" extrusionOk="0">
                  <a:moveTo>
                    <a:pt x="0" y="1"/>
                  </a:moveTo>
                  <a:cubicBezTo>
                    <a:pt x="10" y="11"/>
                    <a:pt x="10" y="21"/>
                    <a:pt x="10" y="31"/>
                  </a:cubicBezTo>
                  <a:cubicBezTo>
                    <a:pt x="10" y="21"/>
                    <a:pt x="10" y="11"/>
                    <a:pt x="10" y="1"/>
                  </a:cubicBezTo>
                  <a:close/>
                  <a:moveTo>
                    <a:pt x="993" y="964"/>
                  </a:moveTo>
                  <a:lnTo>
                    <a:pt x="993" y="964"/>
                  </a:lnTo>
                  <a:cubicBezTo>
                    <a:pt x="973" y="974"/>
                    <a:pt x="953" y="984"/>
                    <a:pt x="923" y="994"/>
                  </a:cubicBezTo>
                  <a:lnTo>
                    <a:pt x="913" y="994"/>
                  </a:lnTo>
                  <a:cubicBezTo>
                    <a:pt x="913" y="994"/>
                    <a:pt x="913" y="994"/>
                    <a:pt x="913" y="1004"/>
                  </a:cubicBezTo>
                  <a:lnTo>
                    <a:pt x="923" y="1014"/>
                  </a:lnTo>
                  <a:cubicBezTo>
                    <a:pt x="953" y="994"/>
                    <a:pt x="973" y="984"/>
                    <a:pt x="993" y="964"/>
                  </a:cubicBezTo>
                  <a:close/>
                </a:path>
              </a:pathLst>
            </a:custGeom>
            <a:solidFill>
              <a:srgbClr val="C8B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46" name="Google Shape;17046;p55"/>
            <p:cNvSpPr/>
            <p:nvPr/>
          </p:nvSpPr>
          <p:spPr>
            <a:xfrm>
              <a:off x="2030569" y="4144970"/>
              <a:ext cx="109924" cy="155045"/>
            </a:xfrm>
            <a:custGeom>
              <a:avLst/>
              <a:gdLst/>
              <a:ahLst/>
              <a:cxnLst/>
              <a:rect l="l" t="t" r="r" b="b"/>
              <a:pathLst>
                <a:path w="1074" h="1515" extrusionOk="0">
                  <a:moveTo>
                    <a:pt x="983" y="0"/>
                  </a:moveTo>
                  <a:cubicBezTo>
                    <a:pt x="983" y="0"/>
                    <a:pt x="983" y="10"/>
                    <a:pt x="973" y="10"/>
                  </a:cubicBezTo>
                  <a:cubicBezTo>
                    <a:pt x="893" y="71"/>
                    <a:pt x="813" y="121"/>
                    <a:pt x="723" y="171"/>
                  </a:cubicBezTo>
                  <a:cubicBezTo>
                    <a:pt x="723" y="171"/>
                    <a:pt x="713" y="181"/>
                    <a:pt x="713" y="181"/>
                  </a:cubicBezTo>
                  <a:cubicBezTo>
                    <a:pt x="662" y="211"/>
                    <a:pt x="612" y="241"/>
                    <a:pt x="562" y="261"/>
                  </a:cubicBezTo>
                  <a:cubicBezTo>
                    <a:pt x="472" y="311"/>
                    <a:pt x="372" y="361"/>
                    <a:pt x="281" y="402"/>
                  </a:cubicBezTo>
                  <a:cubicBezTo>
                    <a:pt x="181" y="442"/>
                    <a:pt x="91" y="482"/>
                    <a:pt x="0" y="522"/>
                  </a:cubicBezTo>
                  <a:cubicBezTo>
                    <a:pt x="0" y="532"/>
                    <a:pt x="0" y="542"/>
                    <a:pt x="0" y="552"/>
                  </a:cubicBezTo>
                  <a:cubicBezTo>
                    <a:pt x="10" y="562"/>
                    <a:pt x="10" y="572"/>
                    <a:pt x="10" y="582"/>
                  </a:cubicBezTo>
                  <a:cubicBezTo>
                    <a:pt x="71" y="592"/>
                    <a:pt x="121" y="602"/>
                    <a:pt x="181" y="602"/>
                  </a:cubicBezTo>
                  <a:cubicBezTo>
                    <a:pt x="241" y="602"/>
                    <a:pt x="301" y="592"/>
                    <a:pt x="361" y="592"/>
                  </a:cubicBezTo>
                  <a:cubicBezTo>
                    <a:pt x="422" y="582"/>
                    <a:pt x="482" y="572"/>
                    <a:pt x="542" y="572"/>
                  </a:cubicBezTo>
                  <a:cubicBezTo>
                    <a:pt x="622" y="572"/>
                    <a:pt x="703" y="582"/>
                    <a:pt x="783" y="632"/>
                  </a:cubicBezTo>
                  <a:cubicBezTo>
                    <a:pt x="1034" y="773"/>
                    <a:pt x="893" y="1264"/>
                    <a:pt x="903" y="1515"/>
                  </a:cubicBezTo>
                  <a:lnTo>
                    <a:pt x="913" y="1515"/>
                  </a:lnTo>
                  <a:cubicBezTo>
                    <a:pt x="943" y="1505"/>
                    <a:pt x="963" y="1495"/>
                    <a:pt x="983" y="1485"/>
                  </a:cubicBezTo>
                  <a:cubicBezTo>
                    <a:pt x="1003" y="1465"/>
                    <a:pt x="1024" y="1445"/>
                    <a:pt x="1034" y="1425"/>
                  </a:cubicBezTo>
                  <a:cubicBezTo>
                    <a:pt x="1044" y="1395"/>
                    <a:pt x="1054" y="1354"/>
                    <a:pt x="1064" y="1304"/>
                  </a:cubicBezTo>
                  <a:cubicBezTo>
                    <a:pt x="1064" y="1264"/>
                    <a:pt x="1064" y="1214"/>
                    <a:pt x="1074" y="1164"/>
                  </a:cubicBezTo>
                  <a:cubicBezTo>
                    <a:pt x="1064" y="1043"/>
                    <a:pt x="1054" y="913"/>
                    <a:pt x="1044" y="783"/>
                  </a:cubicBezTo>
                  <a:cubicBezTo>
                    <a:pt x="1024" y="522"/>
                    <a:pt x="1003" y="271"/>
                    <a:pt x="983" y="20"/>
                  </a:cubicBezTo>
                  <a:cubicBezTo>
                    <a:pt x="983" y="10"/>
                    <a:pt x="983" y="0"/>
                    <a:pt x="983" y="0"/>
                  </a:cubicBezTo>
                  <a:close/>
                </a:path>
              </a:pathLst>
            </a:custGeom>
            <a:solidFill>
              <a:srgbClr val="401E15">
                <a:alpha val="26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47" name="Google Shape;17047;p55"/>
            <p:cNvSpPr/>
            <p:nvPr/>
          </p:nvSpPr>
          <p:spPr>
            <a:xfrm>
              <a:off x="2227694" y="4182631"/>
              <a:ext cx="137661" cy="500340"/>
            </a:xfrm>
            <a:custGeom>
              <a:avLst/>
              <a:gdLst/>
              <a:ahLst/>
              <a:cxnLst/>
              <a:rect l="l" t="t" r="r" b="b"/>
              <a:pathLst>
                <a:path w="1345" h="4889" extrusionOk="0">
                  <a:moveTo>
                    <a:pt x="486" y="0"/>
                  </a:moveTo>
                  <a:cubicBezTo>
                    <a:pt x="367" y="0"/>
                    <a:pt x="27" y="943"/>
                    <a:pt x="0" y="1057"/>
                  </a:cubicBezTo>
                  <a:cubicBezTo>
                    <a:pt x="30" y="1237"/>
                    <a:pt x="80" y="1408"/>
                    <a:pt x="121" y="1578"/>
                  </a:cubicBezTo>
                  <a:cubicBezTo>
                    <a:pt x="311" y="1839"/>
                    <a:pt x="542" y="1879"/>
                    <a:pt x="672" y="2240"/>
                  </a:cubicBezTo>
                  <a:cubicBezTo>
                    <a:pt x="803" y="2601"/>
                    <a:pt x="793" y="3283"/>
                    <a:pt x="773" y="3685"/>
                  </a:cubicBezTo>
                  <a:cubicBezTo>
                    <a:pt x="753" y="4086"/>
                    <a:pt x="632" y="4407"/>
                    <a:pt x="652" y="4788"/>
                  </a:cubicBezTo>
                  <a:cubicBezTo>
                    <a:pt x="652" y="4828"/>
                    <a:pt x="662" y="4828"/>
                    <a:pt x="702" y="4848"/>
                  </a:cubicBezTo>
                  <a:cubicBezTo>
                    <a:pt x="751" y="4870"/>
                    <a:pt x="870" y="4889"/>
                    <a:pt x="992" y="4889"/>
                  </a:cubicBezTo>
                  <a:cubicBezTo>
                    <a:pt x="1095" y="4889"/>
                    <a:pt x="1200" y="4875"/>
                    <a:pt x="1264" y="4838"/>
                  </a:cubicBezTo>
                  <a:cubicBezTo>
                    <a:pt x="1274" y="4828"/>
                    <a:pt x="1314" y="4818"/>
                    <a:pt x="1304" y="4758"/>
                  </a:cubicBezTo>
                  <a:cubicBezTo>
                    <a:pt x="1294" y="4577"/>
                    <a:pt x="1314" y="4266"/>
                    <a:pt x="1304" y="4036"/>
                  </a:cubicBezTo>
                  <a:cubicBezTo>
                    <a:pt x="1304" y="3895"/>
                    <a:pt x="1344" y="3584"/>
                    <a:pt x="1334" y="3404"/>
                  </a:cubicBezTo>
                  <a:cubicBezTo>
                    <a:pt x="1304" y="2872"/>
                    <a:pt x="1224" y="2010"/>
                    <a:pt x="1224" y="1568"/>
                  </a:cubicBezTo>
                  <a:cubicBezTo>
                    <a:pt x="1234" y="1117"/>
                    <a:pt x="1344" y="1167"/>
                    <a:pt x="1053" y="926"/>
                  </a:cubicBezTo>
                  <a:cubicBezTo>
                    <a:pt x="763" y="696"/>
                    <a:pt x="582" y="415"/>
                    <a:pt x="522" y="64"/>
                  </a:cubicBezTo>
                  <a:cubicBezTo>
                    <a:pt x="516" y="20"/>
                    <a:pt x="503" y="0"/>
                    <a:pt x="4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48" name="Google Shape;17048;p55"/>
            <p:cNvSpPr/>
            <p:nvPr/>
          </p:nvSpPr>
          <p:spPr>
            <a:xfrm>
              <a:off x="2357063" y="4667416"/>
              <a:ext cx="4196" cy="10439"/>
            </a:xfrm>
            <a:custGeom>
              <a:avLst/>
              <a:gdLst/>
              <a:ahLst/>
              <a:cxnLst/>
              <a:rect l="l" t="t" r="r" b="b"/>
              <a:pathLst>
                <a:path w="41" h="102" extrusionOk="0">
                  <a:moveTo>
                    <a:pt x="0" y="101"/>
                  </a:moveTo>
                  <a:cubicBezTo>
                    <a:pt x="0" y="101"/>
                    <a:pt x="0" y="101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lose/>
                  <a:moveTo>
                    <a:pt x="0" y="101"/>
                  </a:moveTo>
                  <a:cubicBezTo>
                    <a:pt x="0" y="101"/>
                    <a:pt x="0" y="101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lose/>
                  <a:moveTo>
                    <a:pt x="40" y="21"/>
                  </a:moveTo>
                  <a:cubicBezTo>
                    <a:pt x="40" y="21"/>
                    <a:pt x="40" y="21"/>
                    <a:pt x="40" y="21"/>
                  </a:cubicBezTo>
                  <a:lnTo>
                    <a:pt x="40" y="21"/>
                  </a:lnTo>
                  <a:cubicBezTo>
                    <a:pt x="40" y="21"/>
                    <a:pt x="40" y="21"/>
                    <a:pt x="40" y="21"/>
                  </a:cubicBezTo>
                  <a:close/>
                  <a:moveTo>
                    <a:pt x="40" y="21"/>
                  </a:move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lose/>
                  <a:moveTo>
                    <a:pt x="40" y="11"/>
                  </a:move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lose/>
                  <a:moveTo>
                    <a:pt x="40" y="11"/>
                  </a:move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lose/>
                  <a:moveTo>
                    <a:pt x="40" y="11"/>
                  </a:move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lose/>
                  <a:moveTo>
                    <a:pt x="40" y="1"/>
                  </a:move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4CB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49" name="Google Shape;17049;p55"/>
            <p:cNvSpPr/>
            <p:nvPr/>
          </p:nvSpPr>
          <p:spPr>
            <a:xfrm>
              <a:off x="2306707" y="4248640"/>
              <a:ext cx="55576" cy="347035"/>
            </a:xfrm>
            <a:custGeom>
              <a:avLst/>
              <a:gdLst/>
              <a:ahLst/>
              <a:cxnLst/>
              <a:rect l="l" t="t" r="r" b="b"/>
              <a:pathLst>
                <a:path w="543" h="3391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101"/>
                    <a:pt x="161" y="191"/>
                    <a:pt x="261" y="271"/>
                  </a:cubicBezTo>
                  <a:cubicBezTo>
                    <a:pt x="181" y="201"/>
                    <a:pt x="111" y="131"/>
                    <a:pt x="51" y="61"/>
                  </a:cubicBezTo>
                  <a:cubicBezTo>
                    <a:pt x="41" y="41"/>
                    <a:pt x="21" y="20"/>
                    <a:pt x="1" y="0"/>
                  </a:cubicBezTo>
                  <a:close/>
                  <a:moveTo>
                    <a:pt x="452" y="923"/>
                  </a:moveTo>
                  <a:cubicBezTo>
                    <a:pt x="452" y="931"/>
                    <a:pt x="452" y="939"/>
                    <a:pt x="452" y="948"/>
                  </a:cubicBezTo>
                  <a:lnTo>
                    <a:pt x="452" y="948"/>
                  </a:lnTo>
                  <a:cubicBezTo>
                    <a:pt x="452" y="940"/>
                    <a:pt x="452" y="931"/>
                    <a:pt x="452" y="923"/>
                  </a:cubicBezTo>
                  <a:close/>
                  <a:moveTo>
                    <a:pt x="452" y="948"/>
                  </a:moveTo>
                  <a:cubicBezTo>
                    <a:pt x="454" y="1272"/>
                    <a:pt x="493" y="1818"/>
                    <a:pt x="532" y="2287"/>
                  </a:cubicBezTo>
                  <a:lnTo>
                    <a:pt x="532" y="2287"/>
                  </a:lnTo>
                  <a:cubicBezTo>
                    <a:pt x="522" y="2167"/>
                    <a:pt x="512" y="2036"/>
                    <a:pt x="502" y="1906"/>
                  </a:cubicBezTo>
                  <a:cubicBezTo>
                    <a:pt x="482" y="1595"/>
                    <a:pt x="462" y="1294"/>
                    <a:pt x="462" y="1064"/>
                  </a:cubicBezTo>
                  <a:cubicBezTo>
                    <a:pt x="454" y="1023"/>
                    <a:pt x="452" y="983"/>
                    <a:pt x="452" y="948"/>
                  </a:cubicBezTo>
                  <a:close/>
                  <a:moveTo>
                    <a:pt x="542" y="3240"/>
                  </a:moveTo>
                  <a:lnTo>
                    <a:pt x="542" y="3240"/>
                  </a:lnTo>
                  <a:cubicBezTo>
                    <a:pt x="541" y="3247"/>
                    <a:pt x="540" y="3254"/>
                    <a:pt x="539" y="3261"/>
                  </a:cubicBezTo>
                  <a:lnTo>
                    <a:pt x="539" y="3261"/>
                  </a:lnTo>
                  <a:cubicBezTo>
                    <a:pt x="542" y="3254"/>
                    <a:pt x="542" y="3247"/>
                    <a:pt x="542" y="3240"/>
                  </a:cubicBezTo>
                  <a:close/>
                  <a:moveTo>
                    <a:pt x="539" y="3261"/>
                  </a:moveTo>
                  <a:lnTo>
                    <a:pt x="539" y="3261"/>
                  </a:lnTo>
                  <a:cubicBezTo>
                    <a:pt x="538" y="3264"/>
                    <a:pt x="535" y="3267"/>
                    <a:pt x="532" y="3270"/>
                  </a:cubicBezTo>
                  <a:cubicBezTo>
                    <a:pt x="532" y="3320"/>
                    <a:pt x="532" y="3361"/>
                    <a:pt x="532" y="3391"/>
                  </a:cubicBezTo>
                  <a:cubicBezTo>
                    <a:pt x="532" y="3355"/>
                    <a:pt x="532" y="3312"/>
                    <a:pt x="539" y="3261"/>
                  </a:cubicBezTo>
                  <a:close/>
                </a:path>
              </a:pathLst>
            </a:custGeom>
            <a:solidFill>
              <a:srgbClr val="D3D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50" name="Google Shape;17050;p55"/>
            <p:cNvSpPr/>
            <p:nvPr/>
          </p:nvSpPr>
          <p:spPr>
            <a:xfrm>
              <a:off x="2253383" y="4203508"/>
              <a:ext cx="110947" cy="444565"/>
            </a:xfrm>
            <a:custGeom>
              <a:avLst/>
              <a:gdLst/>
              <a:ahLst/>
              <a:cxnLst/>
              <a:rect l="l" t="t" r="r" b="b"/>
              <a:pathLst>
                <a:path w="1084" h="4344" extrusionOk="0">
                  <a:moveTo>
                    <a:pt x="301" y="0"/>
                  </a:moveTo>
                  <a:cubicBezTo>
                    <a:pt x="201" y="241"/>
                    <a:pt x="90" y="461"/>
                    <a:pt x="0" y="682"/>
                  </a:cubicBezTo>
                  <a:cubicBezTo>
                    <a:pt x="150" y="903"/>
                    <a:pt x="361" y="973"/>
                    <a:pt x="622" y="1224"/>
                  </a:cubicBezTo>
                  <a:cubicBezTo>
                    <a:pt x="963" y="1545"/>
                    <a:pt x="943" y="2347"/>
                    <a:pt x="953" y="2909"/>
                  </a:cubicBezTo>
                  <a:cubicBezTo>
                    <a:pt x="953" y="3250"/>
                    <a:pt x="893" y="3862"/>
                    <a:pt x="873" y="4343"/>
                  </a:cubicBezTo>
                  <a:lnTo>
                    <a:pt x="943" y="4343"/>
                  </a:lnTo>
                  <a:cubicBezTo>
                    <a:pt x="963" y="4343"/>
                    <a:pt x="983" y="4333"/>
                    <a:pt x="1003" y="4333"/>
                  </a:cubicBezTo>
                  <a:cubicBezTo>
                    <a:pt x="1023" y="4333"/>
                    <a:pt x="1043" y="4343"/>
                    <a:pt x="1053" y="4343"/>
                  </a:cubicBezTo>
                  <a:cubicBezTo>
                    <a:pt x="1053" y="4323"/>
                    <a:pt x="1053" y="4293"/>
                    <a:pt x="1053" y="4263"/>
                  </a:cubicBezTo>
                  <a:cubicBezTo>
                    <a:pt x="1053" y="4223"/>
                    <a:pt x="1053" y="4183"/>
                    <a:pt x="1053" y="4143"/>
                  </a:cubicBezTo>
                  <a:cubicBezTo>
                    <a:pt x="1053" y="4113"/>
                    <a:pt x="1053" y="4092"/>
                    <a:pt x="1053" y="4072"/>
                  </a:cubicBezTo>
                  <a:cubicBezTo>
                    <a:pt x="1053" y="4052"/>
                    <a:pt x="1053" y="4022"/>
                    <a:pt x="1053" y="4002"/>
                  </a:cubicBezTo>
                  <a:cubicBezTo>
                    <a:pt x="1053" y="3952"/>
                    <a:pt x="1053" y="3902"/>
                    <a:pt x="1053" y="3852"/>
                  </a:cubicBezTo>
                  <a:cubicBezTo>
                    <a:pt x="1053" y="3852"/>
                    <a:pt x="1053" y="3842"/>
                    <a:pt x="1053" y="3832"/>
                  </a:cubicBezTo>
                  <a:cubicBezTo>
                    <a:pt x="1053" y="3792"/>
                    <a:pt x="1053" y="3741"/>
                    <a:pt x="1063" y="3681"/>
                  </a:cubicBezTo>
                  <a:cubicBezTo>
                    <a:pt x="1063" y="3581"/>
                    <a:pt x="1073" y="3471"/>
                    <a:pt x="1083" y="3360"/>
                  </a:cubicBezTo>
                  <a:lnTo>
                    <a:pt x="1083" y="3350"/>
                  </a:lnTo>
                  <a:lnTo>
                    <a:pt x="1083" y="3330"/>
                  </a:lnTo>
                  <a:cubicBezTo>
                    <a:pt x="1083" y="3300"/>
                    <a:pt x="1083" y="3280"/>
                    <a:pt x="1083" y="3250"/>
                  </a:cubicBezTo>
                  <a:cubicBezTo>
                    <a:pt x="1083" y="3240"/>
                    <a:pt x="1083" y="3220"/>
                    <a:pt x="1083" y="3200"/>
                  </a:cubicBezTo>
                  <a:cubicBezTo>
                    <a:pt x="1083" y="3170"/>
                    <a:pt x="1083" y="3140"/>
                    <a:pt x="1073" y="3109"/>
                  </a:cubicBezTo>
                  <a:cubicBezTo>
                    <a:pt x="1073" y="2989"/>
                    <a:pt x="1063" y="2859"/>
                    <a:pt x="1053" y="2728"/>
                  </a:cubicBezTo>
                  <a:cubicBezTo>
                    <a:pt x="1013" y="2247"/>
                    <a:pt x="973" y="1685"/>
                    <a:pt x="973" y="1364"/>
                  </a:cubicBezTo>
                  <a:cubicBezTo>
                    <a:pt x="983" y="1304"/>
                    <a:pt x="983" y="1254"/>
                    <a:pt x="983" y="1214"/>
                  </a:cubicBezTo>
                  <a:cubicBezTo>
                    <a:pt x="1003" y="943"/>
                    <a:pt x="1043" y="943"/>
                    <a:pt x="863" y="782"/>
                  </a:cubicBezTo>
                  <a:cubicBezTo>
                    <a:pt x="843" y="762"/>
                    <a:pt x="823" y="742"/>
                    <a:pt x="802" y="722"/>
                  </a:cubicBezTo>
                  <a:cubicBezTo>
                    <a:pt x="792" y="722"/>
                    <a:pt x="792" y="712"/>
                    <a:pt x="782" y="712"/>
                  </a:cubicBezTo>
                  <a:cubicBezTo>
                    <a:pt x="682" y="632"/>
                    <a:pt x="602" y="542"/>
                    <a:pt x="522" y="441"/>
                  </a:cubicBezTo>
                  <a:cubicBezTo>
                    <a:pt x="421" y="331"/>
                    <a:pt x="351" y="201"/>
                    <a:pt x="311" y="10"/>
                  </a:cubicBezTo>
                  <a:cubicBezTo>
                    <a:pt x="311" y="10"/>
                    <a:pt x="311" y="0"/>
                    <a:pt x="301" y="0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51" name="Google Shape;17051;p55"/>
            <p:cNvSpPr/>
            <p:nvPr/>
          </p:nvSpPr>
          <p:spPr>
            <a:xfrm>
              <a:off x="2231788" y="4299913"/>
              <a:ext cx="86281" cy="246537"/>
            </a:xfrm>
            <a:custGeom>
              <a:avLst/>
              <a:gdLst/>
              <a:ahLst/>
              <a:cxnLst/>
              <a:rect l="l" t="t" r="r" b="b"/>
              <a:pathLst>
                <a:path w="843" h="2409" extrusionOk="0">
                  <a:moveTo>
                    <a:pt x="121" y="1"/>
                  </a:moveTo>
                  <a:cubicBezTo>
                    <a:pt x="81" y="31"/>
                    <a:pt x="40" y="71"/>
                    <a:pt x="0" y="111"/>
                  </a:cubicBezTo>
                  <a:cubicBezTo>
                    <a:pt x="30" y="212"/>
                    <a:pt x="51" y="332"/>
                    <a:pt x="81" y="432"/>
                  </a:cubicBezTo>
                  <a:cubicBezTo>
                    <a:pt x="271" y="693"/>
                    <a:pt x="502" y="743"/>
                    <a:pt x="632" y="1094"/>
                  </a:cubicBezTo>
                  <a:cubicBezTo>
                    <a:pt x="763" y="1435"/>
                    <a:pt x="733" y="2017"/>
                    <a:pt x="743" y="2408"/>
                  </a:cubicBezTo>
                  <a:cubicBezTo>
                    <a:pt x="743" y="1947"/>
                    <a:pt x="843" y="1435"/>
                    <a:pt x="823" y="974"/>
                  </a:cubicBezTo>
                  <a:cubicBezTo>
                    <a:pt x="803" y="512"/>
                    <a:pt x="392" y="312"/>
                    <a:pt x="121" y="1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52" name="Google Shape;17052;p55"/>
            <p:cNvSpPr/>
            <p:nvPr/>
          </p:nvSpPr>
          <p:spPr>
            <a:xfrm>
              <a:off x="1472049" y="4249664"/>
              <a:ext cx="127426" cy="522855"/>
            </a:xfrm>
            <a:custGeom>
              <a:avLst/>
              <a:gdLst/>
              <a:ahLst/>
              <a:cxnLst/>
              <a:rect l="l" t="t" r="r" b="b"/>
              <a:pathLst>
                <a:path w="1245" h="5109" extrusionOk="0">
                  <a:moveTo>
                    <a:pt x="432" y="0"/>
                  </a:moveTo>
                  <a:cubicBezTo>
                    <a:pt x="282" y="472"/>
                    <a:pt x="141" y="943"/>
                    <a:pt x="1" y="1425"/>
                  </a:cubicBezTo>
                  <a:cubicBezTo>
                    <a:pt x="61" y="1786"/>
                    <a:pt x="131" y="2107"/>
                    <a:pt x="262" y="2468"/>
                  </a:cubicBezTo>
                  <a:cubicBezTo>
                    <a:pt x="392" y="2829"/>
                    <a:pt x="522" y="3040"/>
                    <a:pt x="512" y="3471"/>
                  </a:cubicBezTo>
                  <a:cubicBezTo>
                    <a:pt x="512" y="3902"/>
                    <a:pt x="362" y="4474"/>
                    <a:pt x="322" y="4935"/>
                  </a:cubicBezTo>
                  <a:cubicBezTo>
                    <a:pt x="322" y="4986"/>
                    <a:pt x="282" y="5026"/>
                    <a:pt x="352" y="5066"/>
                  </a:cubicBezTo>
                  <a:cubicBezTo>
                    <a:pt x="410" y="5091"/>
                    <a:pt x="515" y="5109"/>
                    <a:pt x="618" y="5109"/>
                  </a:cubicBezTo>
                  <a:cubicBezTo>
                    <a:pt x="640" y="5109"/>
                    <a:pt x="662" y="5108"/>
                    <a:pt x="683" y="5106"/>
                  </a:cubicBezTo>
                  <a:cubicBezTo>
                    <a:pt x="793" y="5106"/>
                    <a:pt x="944" y="5106"/>
                    <a:pt x="1094" y="5056"/>
                  </a:cubicBezTo>
                  <a:cubicBezTo>
                    <a:pt x="1124" y="5046"/>
                    <a:pt x="1174" y="5046"/>
                    <a:pt x="1174" y="4945"/>
                  </a:cubicBezTo>
                  <a:cubicBezTo>
                    <a:pt x="1174" y="4835"/>
                    <a:pt x="1174" y="4614"/>
                    <a:pt x="1184" y="4434"/>
                  </a:cubicBezTo>
                  <a:cubicBezTo>
                    <a:pt x="1194" y="4253"/>
                    <a:pt x="1245" y="4053"/>
                    <a:pt x="1204" y="3832"/>
                  </a:cubicBezTo>
                  <a:cubicBezTo>
                    <a:pt x="1114" y="3321"/>
                    <a:pt x="974" y="3020"/>
                    <a:pt x="984" y="2408"/>
                  </a:cubicBezTo>
                  <a:cubicBezTo>
                    <a:pt x="994" y="1796"/>
                    <a:pt x="1054" y="823"/>
                    <a:pt x="1094" y="141"/>
                  </a:cubicBezTo>
                  <a:cubicBezTo>
                    <a:pt x="873" y="81"/>
                    <a:pt x="653" y="51"/>
                    <a:pt x="4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53" name="Google Shape;17053;p55"/>
            <p:cNvSpPr/>
            <p:nvPr/>
          </p:nvSpPr>
          <p:spPr>
            <a:xfrm>
              <a:off x="1472049" y="4360498"/>
              <a:ext cx="78195" cy="367605"/>
            </a:xfrm>
            <a:custGeom>
              <a:avLst/>
              <a:gdLst/>
              <a:ahLst/>
              <a:cxnLst/>
              <a:rect l="l" t="t" r="r" b="b"/>
              <a:pathLst>
                <a:path w="764" h="3592" extrusionOk="0">
                  <a:moveTo>
                    <a:pt x="272" y="1"/>
                  </a:moveTo>
                  <a:cubicBezTo>
                    <a:pt x="181" y="101"/>
                    <a:pt x="91" y="231"/>
                    <a:pt x="1" y="342"/>
                  </a:cubicBezTo>
                  <a:cubicBezTo>
                    <a:pt x="71" y="703"/>
                    <a:pt x="131" y="1034"/>
                    <a:pt x="262" y="1385"/>
                  </a:cubicBezTo>
                  <a:cubicBezTo>
                    <a:pt x="392" y="1726"/>
                    <a:pt x="522" y="1987"/>
                    <a:pt x="512" y="2378"/>
                  </a:cubicBezTo>
                  <a:cubicBezTo>
                    <a:pt x="512" y="2769"/>
                    <a:pt x="402" y="3190"/>
                    <a:pt x="352" y="3592"/>
                  </a:cubicBezTo>
                  <a:cubicBezTo>
                    <a:pt x="392" y="3572"/>
                    <a:pt x="432" y="3572"/>
                    <a:pt x="472" y="3572"/>
                  </a:cubicBezTo>
                  <a:cubicBezTo>
                    <a:pt x="484" y="3574"/>
                    <a:pt x="495" y="3575"/>
                    <a:pt x="507" y="3575"/>
                  </a:cubicBezTo>
                  <a:cubicBezTo>
                    <a:pt x="553" y="3575"/>
                    <a:pt x="596" y="3548"/>
                    <a:pt x="653" y="3411"/>
                  </a:cubicBezTo>
                  <a:cubicBezTo>
                    <a:pt x="763" y="3160"/>
                    <a:pt x="743" y="2498"/>
                    <a:pt x="723" y="2167"/>
                  </a:cubicBezTo>
                  <a:cubicBezTo>
                    <a:pt x="713" y="1826"/>
                    <a:pt x="713" y="1676"/>
                    <a:pt x="593" y="1325"/>
                  </a:cubicBezTo>
                  <a:cubicBezTo>
                    <a:pt x="462" y="974"/>
                    <a:pt x="312" y="422"/>
                    <a:pt x="272" y="1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54" name="Google Shape;17054;p55"/>
            <p:cNvSpPr/>
            <p:nvPr/>
          </p:nvSpPr>
          <p:spPr>
            <a:xfrm>
              <a:off x="1516264" y="4254781"/>
              <a:ext cx="67858" cy="244388"/>
            </a:xfrm>
            <a:custGeom>
              <a:avLst/>
              <a:gdLst/>
              <a:ahLst/>
              <a:cxnLst/>
              <a:rect l="l" t="t" r="r" b="b"/>
              <a:pathLst>
                <a:path w="663" h="2388" extrusionOk="0">
                  <a:moveTo>
                    <a:pt x="251" y="1"/>
                  </a:moveTo>
                  <a:cubicBezTo>
                    <a:pt x="171" y="191"/>
                    <a:pt x="80" y="372"/>
                    <a:pt x="0" y="562"/>
                  </a:cubicBezTo>
                  <a:cubicBezTo>
                    <a:pt x="161" y="863"/>
                    <a:pt x="281" y="1094"/>
                    <a:pt x="291" y="1445"/>
                  </a:cubicBezTo>
                  <a:cubicBezTo>
                    <a:pt x="301" y="1796"/>
                    <a:pt x="492" y="2057"/>
                    <a:pt x="552" y="2388"/>
                  </a:cubicBezTo>
                  <a:cubicBezTo>
                    <a:pt x="572" y="1626"/>
                    <a:pt x="612" y="853"/>
                    <a:pt x="662" y="81"/>
                  </a:cubicBezTo>
                  <a:cubicBezTo>
                    <a:pt x="522" y="61"/>
                    <a:pt x="391" y="31"/>
                    <a:pt x="251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55" name="Google Shape;17055;p55"/>
            <p:cNvSpPr/>
            <p:nvPr/>
          </p:nvSpPr>
          <p:spPr>
            <a:xfrm>
              <a:off x="894082" y="3658036"/>
              <a:ext cx="142778" cy="90776"/>
            </a:xfrm>
            <a:custGeom>
              <a:avLst/>
              <a:gdLst/>
              <a:ahLst/>
              <a:cxnLst/>
              <a:rect l="l" t="t" r="r" b="b"/>
              <a:pathLst>
                <a:path w="1395" h="887" extrusionOk="0">
                  <a:moveTo>
                    <a:pt x="461" y="1"/>
                  </a:moveTo>
                  <a:cubicBezTo>
                    <a:pt x="225" y="1"/>
                    <a:pt x="30" y="88"/>
                    <a:pt x="21" y="385"/>
                  </a:cubicBezTo>
                  <a:cubicBezTo>
                    <a:pt x="1" y="716"/>
                    <a:pt x="382" y="887"/>
                    <a:pt x="693" y="887"/>
                  </a:cubicBezTo>
                  <a:cubicBezTo>
                    <a:pt x="803" y="887"/>
                    <a:pt x="994" y="866"/>
                    <a:pt x="1064" y="866"/>
                  </a:cubicBezTo>
                  <a:cubicBezTo>
                    <a:pt x="1224" y="866"/>
                    <a:pt x="1284" y="856"/>
                    <a:pt x="1395" y="786"/>
                  </a:cubicBezTo>
                  <a:cubicBezTo>
                    <a:pt x="1375" y="686"/>
                    <a:pt x="1385" y="475"/>
                    <a:pt x="1274" y="435"/>
                  </a:cubicBezTo>
                  <a:cubicBezTo>
                    <a:pt x="1164" y="395"/>
                    <a:pt x="1114" y="415"/>
                    <a:pt x="1014" y="305"/>
                  </a:cubicBezTo>
                  <a:cubicBezTo>
                    <a:pt x="903" y="204"/>
                    <a:pt x="713" y="4"/>
                    <a:pt x="542" y="4"/>
                  </a:cubicBezTo>
                  <a:cubicBezTo>
                    <a:pt x="515" y="2"/>
                    <a:pt x="488" y="1"/>
                    <a:pt x="4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56" name="Google Shape;17056;p55"/>
            <p:cNvSpPr/>
            <p:nvPr/>
          </p:nvSpPr>
          <p:spPr>
            <a:xfrm>
              <a:off x="905341" y="3656296"/>
              <a:ext cx="95800" cy="47793"/>
            </a:xfrm>
            <a:custGeom>
              <a:avLst/>
              <a:gdLst/>
              <a:ahLst/>
              <a:cxnLst/>
              <a:rect l="l" t="t" r="r" b="b"/>
              <a:pathLst>
                <a:path w="936" h="467" extrusionOk="0">
                  <a:moveTo>
                    <a:pt x="11" y="121"/>
                  </a:moveTo>
                  <a:cubicBezTo>
                    <a:pt x="7" y="125"/>
                    <a:pt x="3" y="129"/>
                    <a:pt x="1" y="131"/>
                  </a:cubicBezTo>
                  <a:lnTo>
                    <a:pt x="1" y="131"/>
                  </a:lnTo>
                  <a:cubicBezTo>
                    <a:pt x="11" y="131"/>
                    <a:pt x="11" y="121"/>
                    <a:pt x="11" y="121"/>
                  </a:cubicBezTo>
                  <a:close/>
                  <a:moveTo>
                    <a:pt x="351" y="1"/>
                  </a:moveTo>
                  <a:cubicBezTo>
                    <a:pt x="219" y="1"/>
                    <a:pt x="79" y="70"/>
                    <a:pt x="21" y="111"/>
                  </a:cubicBezTo>
                  <a:cubicBezTo>
                    <a:pt x="17" y="115"/>
                    <a:pt x="14" y="118"/>
                    <a:pt x="11" y="121"/>
                  </a:cubicBezTo>
                  <a:lnTo>
                    <a:pt x="11" y="121"/>
                  </a:lnTo>
                  <a:cubicBezTo>
                    <a:pt x="17" y="205"/>
                    <a:pt x="75" y="223"/>
                    <a:pt x="148" y="223"/>
                  </a:cubicBezTo>
                  <a:cubicBezTo>
                    <a:pt x="206" y="223"/>
                    <a:pt x="274" y="211"/>
                    <a:pt x="332" y="211"/>
                  </a:cubicBezTo>
                  <a:cubicBezTo>
                    <a:pt x="472" y="211"/>
                    <a:pt x="743" y="422"/>
                    <a:pt x="843" y="462"/>
                  </a:cubicBezTo>
                  <a:cubicBezTo>
                    <a:pt x="855" y="466"/>
                    <a:pt x="864" y="467"/>
                    <a:pt x="872" y="467"/>
                  </a:cubicBezTo>
                  <a:cubicBezTo>
                    <a:pt x="936" y="467"/>
                    <a:pt x="906" y="370"/>
                    <a:pt x="924" y="352"/>
                  </a:cubicBezTo>
                  <a:lnTo>
                    <a:pt x="904" y="332"/>
                  </a:lnTo>
                  <a:cubicBezTo>
                    <a:pt x="793" y="191"/>
                    <a:pt x="593" y="61"/>
                    <a:pt x="432" y="11"/>
                  </a:cubicBezTo>
                  <a:cubicBezTo>
                    <a:pt x="406" y="4"/>
                    <a:pt x="379" y="1"/>
                    <a:pt x="3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57" name="Google Shape;17057;p55"/>
            <p:cNvSpPr/>
            <p:nvPr/>
          </p:nvSpPr>
          <p:spPr>
            <a:xfrm>
              <a:off x="891012" y="3668065"/>
              <a:ext cx="124355" cy="76653"/>
            </a:xfrm>
            <a:custGeom>
              <a:avLst/>
              <a:gdLst/>
              <a:ahLst/>
              <a:cxnLst/>
              <a:rect l="l" t="t" r="r" b="b"/>
              <a:pathLst>
                <a:path w="1215" h="749" extrusionOk="0">
                  <a:moveTo>
                    <a:pt x="424" y="0"/>
                  </a:moveTo>
                  <a:cubicBezTo>
                    <a:pt x="400" y="0"/>
                    <a:pt x="376" y="2"/>
                    <a:pt x="352" y="6"/>
                  </a:cubicBezTo>
                  <a:cubicBezTo>
                    <a:pt x="51" y="46"/>
                    <a:pt x="0" y="337"/>
                    <a:pt x="151" y="528"/>
                  </a:cubicBezTo>
                  <a:cubicBezTo>
                    <a:pt x="301" y="708"/>
                    <a:pt x="622" y="748"/>
                    <a:pt x="803" y="748"/>
                  </a:cubicBezTo>
                  <a:lnTo>
                    <a:pt x="953" y="748"/>
                  </a:lnTo>
                  <a:cubicBezTo>
                    <a:pt x="994" y="743"/>
                    <a:pt x="1026" y="741"/>
                    <a:pt x="1062" y="741"/>
                  </a:cubicBezTo>
                  <a:cubicBezTo>
                    <a:pt x="1099" y="741"/>
                    <a:pt x="1139" y="743"/>
                    <a:pt x="1194" y="748"/>
                  </a:cubicBezTo>
                  <a:cubicBezTo>
                    <a:pt x="1194" y="648"/>
                    <a:pt x="1214" y="558"/>
                    <a:pt x="1214" y="458"/>
                  </a:cubicBezTo>
                  <a:cubicBezTo>
                    <a:pt x="1001" y="263"/>
                    <a:pt x="712" y="0"/>
                    <a:pt x="424" y="0"/>
                  </a:cubicBezTo>
                  <a:close/>
                </a:path>
              </a:pathLst>
            </a:custGeom>
            <a:solidFill>
              <a:srgbClr val="986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58" name="Google Shape;17058;p55"/>
            <p:cNvSpPr/>
            <p:nvPr/>
          </p:nvSpPr>
          <p:spPr>
            <a:xfrm>
              <a:off x="898176" y="3667656"/>
              <a:ext cx="114120" cy="77062"/>
            </a:xfrm>
            <a:custGeom>
              <a:avLst/>
              <a:gdLst/>
              <a:ahLst/>
              <a:cxnLst/>
              <a:rect l="l" t="t" r="r" b="b"/>
              <a:pathLst>
                <a:path w="1115" h="753" extrusionOk="0">
                  <a:moveTo>
                    <a:pt x="342" y="0"/>
                  </a:moveTo>
                  <a:cubicBezTo>
                    <a:pt x="322" y="0"/>
                    <a:pt x="302" y="0"/>
                    <a:pt x="282" y="10"/>
                  </a:cubicBezTo>
                  <a:cubicBezTo>
                    <a:pt x="91" y="30"/>
                    <a:pt x="1" y="161"/>
                    <a:pt x="1" y="301"/>
                  </a:cubicBezTo>
                  <a:cubicBezTo>
                    <a:pt x="1" y="381"/>
                    <a:pt x="31" y="462"/>
                    <a:pt x="81" y="532"/>
                  </a:cubicBezTo>
                  <a:cubicBezTo>
                    <a:pt x="231" y="712"/>
                    <a:pt x="552" y="752"/>
                    <a:pt x="733" y="752"/>
                  </a:cubicBezTo>
                  <a:lnTo>
                    <a:pt x="883" y="752"/>
                  </a:lnTo>
                  <a:cubicBezTo>
                    <a:pt x="924" y="742"/>
                    <a:pt x="954" y="742"/>
                    <a:pt x="984" y="742"/>
                  </a:cubicBezTo>
                  <a:lnTo>
                    <a:pt x="1024" y="742"/>
                  </a:lnTo>
                  <a:cubicBezTo>
                    <a:pt x="1044" y="662"/>
                    <a:pt x="1064" y="572"/>
                    <a:pt x="1104" y="482"/>
                  </a:cubicBezTo>
                  <a:cubicBezTo>
                    <a:pt x="1104" y="462"/>
                    <a:pt x="1114" y="451"/>
                    <a:pt x="1114" y="441"/>
                  </a:cubicBezTo>
                  <a:cubicBezTo>
                    <a:pt x="903" y="241"/>
                    <a:pt x="623" y="0"/>
                    <a:pt x="3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59" name="Google Shape;17059;p55"/>
            <p:cNvSpPr/>
            <p:nvPr/>
          </p:nvSpPr>
          <p:spPr>
            <a:xfrm>
              <a:off x="984457" y="3624878"/>
              <a:ext cx="1423996" cy="1212115"/>
            </a:xfrm>
            <a:custGeom>
              <a:avLst/>
              <a:gdLst/>
              <a:ahLst/>
              <a:cxnLst/>
              <a:rect l="l" t="t" r="r" b="b"/>
              <a:pathLst>
                <a:path w="13913" h="11844" extrusionOk="0">
                  <a:moveTo>
                    <a:pt x="1394" y="0"/>
                  </a:moveTo>
                  <a:cubicBezTo>
                    <a:pt x="1229" y="0"/>
                    <a:pt x="1098" y="66"/>
                    <a:pt x="953" y="117"/>
                  </a:cubicBezTo>
                  <a:cubicBezTo>
                    <a:pt x="783" y="177"/>
                    <a:pt x="632" y="218"/>
                    <a:pt x="542" y="368"/>
                  </a:cubicBezTo>
                  <a:cubicBezTo>
                    <a:pt x="361" y="619"/>
                    <a:pt x="171" y="1010"/>
                    <a:pt x="181" y="1291"/>
                  </a:cubicBezTo>
                  <a:cubicBezTo>
                    <a:pt x="191" y="1582"/>
                    <a:pt x="191" y="1582"/>
                    <a:pt x="291" y="1863"/>
                  </a:cubicBezTo>
                  <a:cubicBezTo>
                    <a:pt x="391" y="2153"/>
                    <a:pt x="412" y="2725"/>
                    <a:pt x="271" y="3036"/>
                  </a:cubicBezTo>
                  <a:cubicBezTo>
                    <a:pt x="141" y="3337"/>
                    <a:pt x="0" y="3598"/>
                    <a:pt x="70" y="3879"/>
                  </a:cubicBezTo>
                  <a:cubicBezTo>
                    <a:pt x="141" y="4170"/>
                    <a:pt x="161" y="4340"/>
                    <a:pt x="422" y="4440"/>
                  </a:cubicBezTo>
                  <a:cubicBezTo>
                    <a:pt x="524" y="4478"/>
                    <a:pt x="659" y="4500"/>
                    <a:pt x="796" y="4500"/>
                  </a:cubicBezTo>
                  <a:cubicBezTo>
                    <a:pt x="1023" y="4500"/>
                    <a:pt x="1258" y="4440"/>
                    <a:pt x="1364" y="4290"/>
                  </a:cubicBezTo>
                  <a:cubicBezTo>
                    <a:pt x="1535" y="4039"/>
                    <a:pt x="1655" y="3818"/>
                    <a:pt x="1846" y="3598"/>
                  </a:cubicBezTo>
                  <a:cubicBezTo>
                    <a:pt x="2227" y="4079"/>
                    <a:pt x="2488" y="4410"/>
                    <a:pt x="2759" y="5012"/>
                  </a:cubicBezTo>
                  <a:cubicBezTo>
                    <a:pt x="3029" y="5614"/>
                    <a:pt x="3371" y="6406"/>
                    <a:pt x="4063" y="6707"/>
                  </a:cubicBezTo>
                  <a:cubicBezTo>
                    <a:pt x="3932" y="7018"/>
                    <a:pt x="3832" y="7219"/>
                    <a:pt x="3692" y="7540"/>
                  </a:cubicBezTo>
                  <a:cubicBezTo>
                    <a:pt x="3541" y="7861"/>
                    <a:pt x="3401" y="8162"/>
                    <a:pt x="3371" y="8573"/>
                  </a:cubicBezTo>
                  <a:cubicBezTo>
                    <a:pt x="3330" y="8994"/>
                    <a:pt x="3210" y="9666"/>
                    <a:pt x="3170" y="10067"/>
                  </a:cubicBezTo>
                  <a:cubicBezTo>
                    <a:pt x="3140" y="10469"/>
                    <a:pt x="2909" y="11030"/>
                    <a:pt x="2879" y="11281"/>
                  </a:cubicBezTo>
                  <a:cubicBezTo>
                    <a:pt x="2839" y="11532"/>
                    <a:pt x="2668" y="11642"/>
                    <a:pt x="2809" y="11722"/>
                  </a:cubicBezTo>
                  <a:cubicBezTo>
                    <a:pt x="2893" y="11770"/>
                    <a:pt x="3087" y="11843"/>
                    <a:pt x="3268" y="11843"/>
                  </a:cubicBezTo>
                  <a:cubicBezTo>
                    <a:pt x="3391" y="11843"/>
                    <a:pt x="3508" y="11810"/>
                    <a:pt x="3581" y="11712"/>
                  </a:cubicBezTo>
                  <a:cubicBezTo>
                    <a:pt x="3762" y="11462"/>
                    <a:pt x="3661" y="11131"/>
                    <a:pt x="3742" y="10629"/>
                  </a:cubicBezTo>
                  <a:cubicBezTo>
                    <a:pt x="3822" y="10138"/>
                    <a:pt x="3802" y="9275"/>
                    <a:pt x="4083" y="8593"/>
                  </a:cubicBezTo>
                  <a:cubicBezTo>
                    <a:pt x="4354" y="7921"/>
                    <a:pt x="5186" y="6998"/>
                    <a:pt x="5698" y="6386"/>
                  </a:cubicBezTo>
                  <a:cubicBezTo>
                    <a:pt x="5746" y="6387"/>
                    <a:pt x="5794" y="6387"/>
                    <a:pt x="5843" y="6387"/>
                  </a:cubicBezTo>
                  <a:cubicBezTo>
                    <a:pt x="6769" y="6387"/>
                    <a:pt x="7710" y="6295"/>
                    <a:pt x="8596" y="6085"/>
                  </a:cubicBezTo>
                  <a:cubicBezTo>
                    <a:pt x="9519" y="5865"/>
                    <a:pt x="10412" y="5624"/>
                    <a:pt x="11194" y="5092"/>
                  </a:cubicBezTo>
                  <a:cubicBezTo>
                    <a:pt x="11199" y="5087"/>
                    <a:pt x="11202" y="5082"/>
                    <a:pt x="11203" y="5082"/>
                  </a:cubicBezTo>
                  <a:cubicBezTo>
                    <a:pt x="11204" y="5082"/>
                    <a:pt x="11204" y="5087"/>
                    <a:pt x="11204" y="5102"/>
                  </a:cubicBezTo>
                  <a:cubicBezTo>
                    <a:pt x="11245" y="5674"/>
                    <a:pt x="11295" y="6316"/>
                    <a:pt x="11395" y="6888"/>
                  </a:cubicBezTo>
                  <a:cubicBezTo>
                    <a:pt x="11485" y="7460"/>
                    <a:pt x="11545" y="8152"/>
                    <a:pt x="11515" y="8683"/>
                  </a:cubicBezTo>
                  <a:cubicBezTo>
                    <a:pt x="11485" y="9205"/>
                    <a:pt x="11265" y="9977"/>
                    <a:pt x="11184" y="10308"/>
                  </a:cubicBezTo>
                  <a:cubicBezTo>
                    <a:pt x="11094" y="10639"/>
                    <a:pt x="10903" y="10699"/>
                    <a:pt x="11014" y="10870"/>
                  </a:cubicBezTo>
                  <a:cubicBezTo>
                    <a:pt x="11064" y="10948"/>
                    <a:pt x="11193" y="10980"/>
                    <a:pt x="11336" y="10980"/>
                  </a:cubicBezTo>
                  <a:cubicBezTo>
                    <a:pt x="11506" y="10980"/>
                    <a:pt x="11697" y="10935"/>
                    <a:pt x="11806" y="10870"/>
                  </a:cubicBezTo>
                  <a:cubicBezTo>
                    <a:pt x="11997" y="10750"/>
                    <a:pt x="11987" y="10479"/>
                    <a:pt x="11967" y="10158"/>
                  </a:cubicBezTo>
                  <a:cubicBezTo>
                    <a:pt x="11937" y="9837"/>
                    <a:pt x="11987" y="9275"/>
                    <a:pt x="12107" y="8894"/>
                  </a:cubicBezTo>
                  <a:cubicBezTo>
                    <a:pt x="12227" y="8513"/>
                    <a:pt x="12338" y="8292"/>
                    <a:pt x="12318" y="7851"/>
                  </a:cubicBezTo>
                  <a:cubicBezTo>
                    <a:pt x="12308" y="7419"/>
                    <a:pt x="12167" y="7098"/>
                    <a:pt x="12328" y="6557"/>
                  </a:cubicBezTo>
                  <a:cubicBezTo>
                    <a:pt x="12478" y="6025"/>
                    <a:pt x="12869" y="5413"/>
                    <a:pt x="13060" y="4731"/>
                  </a:cubicBezTo>
                  <a:cubicBezTo>
                    <a:pt x="13241" y="4049"/>
                    <a:pt x="13712" y="3106"/>
                    <a:pt x="13852" y="2364"/>
                  </a:cubicBezTo>
                  <a:cubicBezTo>
                    <a:pt x="13913" y="2023"/>
                    <a:pt x="13883" y="1822"/>
                    <a:pt x="13732" y="1491"/>
                  </a:cubicBezTo>
                  <a:cubicBezTo>
                    <a:pt x="13582" y="1150"/>
                    <a:pt x="13241" y="900"/>
                    <a:pt x="12869" y="739"/>
                  </a:cubicBezTo>
                  <a:cubicBezTo>
                    <a:pt x="12498" y="569"/>
                    <a:pt x="12087" y="338"/>
                    <a:pt x="11656" y="318"/>
                  </a:cubicBezTo>
                  <a:cubicBezTo>
                    <a:pt x="11609" y="315"/>
                    <a:pt x="11561" y="314"/>
                    <a:pt x="11512" y="314"/>
                  </a:cubicBezTo>
                  <a:cubicBezTo>
                    <a:pt x="11009" y="314"/>
                    <a:pt x="10419" y="448"/>
                    <a:pt x="9971" y="549"/>
                  </a:cubicBezTo>
                  <a:cubicBezTo>
                    <a:pt x="9614" y="629"/>
                    <a:pt x="9194" y="661"/>
                    <a:pt x="8773" y="661"/>
                  </a:cubicBezTo>
                  <a:cubicBezTo>
                    <a:pt x="8141" y="661"/>
                    <a:pt x="7505" y="589"/>
                    <a:pt x="7072" y="498"/>
                  </a:cubicBezTo>
                  <a:cubicBezTo>
                    <a:pt x="6665" y="415"/>
                    <a:pt x="6314" y="381"/>
                    <a:pt x="6003" y="381"/>
                  </a:cubicBezTo>
                  <a:cubicBezTo>
                    <a:pt x="5754" y="381"/>
                    <a:pt x="5532" y="403"/>
                    <a:pt x="5326" y="438"/>
                  </a:cubicBezTo>
                  <a:cubicBezTo>
                    <a:pt x="4865" y="518"/>
                    <a:pt x="4343" y="709"/>
                    <a:pt x="4143" y="719"/>
                  </a:cubicBezTo>
                  <a:cubicBezTo>
                    <a:pt x="4021" y="726"/>
                    <a:pt x="3909" y="730"/>
                    <a:pt x="3806" y="730"/>
                  </a:cubicBezTo>
                  <a:cubicBezTo>
                    <a:pt x="3312" y="730"/>
                    <a:pt x="2998" y="647"/>
                    <a:pt x="2608" y="448"/>
                  </a:cubicBezTo>
                  <a:cubicBezTo>
                    <a:pt x="2137" y="218"/>
                    <a:pt x="1956" y="57"/>
                    <a:pt x="1485" y="7"/>
                  </a:cubicBezTo>
                  <a:cubicBezTo>
                    <a:pt x="1453" y="2"/>
                    <a:pt x="1423" y="0"/>
                    <a:pt x="1394" y="0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60" name="Google Shape;17060;p55"/>
            <p:cNvSpPr/>
            <p:nvPr/>
          </p:nvSpPr>
          <p:spPr>
            <a:xfrm>
              <a:off x="984457" y="3624878"/>
              <a:ext cx="1423996" cy="1212115"/>
            </a:xfrm>
            <a:custGeom>
              <a:avLst/>
              <a:gdLst/>
              <a:ahLst/>
              <a:cxnLst/>
              <a:rect l="l" t="t" r="r" b="b"/>
              <a:pathLst>
                <a:path w="13913" h="11844" extrusionOk="0">
                  <a:moveTo>
                    <a:pt x="1394" y="0"/>
                  </a:moveTo>
                  <a:cubicBezTo>
                    <a:pt x="1229" y="0"/>
                    <a:pt x="1098" y="66"/>
                    <a:pt x="953" y="117"/>
                  </a:cubicBezTo>
                  <a:cubicBezTo>
                    <a:pt x="783" y="177"/>
                    <a:pt x="632" y="218"/>
                    <a:pt x="542" y="368"/>
                  </a:cubicBezTo>
                  <a:cubicBezTo>
                    <a:pt x="361" y="619"/>
                    <a:pt x="171" y="1010"/>
                    <a:pt x="181" y="1291"/>
                  </a:cubicBezTo>
                  <a:cubicBezTo>
                    <a:pt x="191" y="1582"/>
                    <a:pt x="191" y="1582"/>
                    <a:pt x="291" y="1863"/>
                  </a:cubicBezTo>
                  <a:cubicBezTo>
                    <a:pt x="391" y="2153"/>
                    <a:pt x="412" y="2725"/>
                    <a:pt x="271" y="3036"/>
                  </a:cubicBezTo>
                  <a:cubicBezTo>
                    <a:pt x="141" y="3337"/>
                    <a:pt x="0" y="3598"/>
                    <a:pt x="70" y="3879"/>
                  </a:cubicBezTo>
                  <a:cubicBezTo>
                    <a:pt x="141" y="4170"/>
                    <a:pt x="161" y="4340"/>
                    <a:pt x="422" y="4440"/>
                  </a:cubicBezTo>
                  <a:cubicBezTo>
                    <a:pt x="524" y="4478"/>
                    <a:pt x="659" y="4500"/>
                    <a:pt x="796" y="4500"/>
                  </a:cubicBezTo>
                  <a:cubicBezTo>
                    <a:pt x="1023" y="4500"/>
                    <a:pt x="1258" y="4440"/>
                    <a:pt x="1364" y="4290"/>
                  </a:cubicBezTo>
                  <a:cubicBezTo>
                    <a:pt x="1535" y="4039"/>
                    <a:pt x="1655" y="3818"/>
                    <a:pt x="1846" y="3598"/>
                  </a:cubicBezTo>
                  <a:cubicBezTo>
                    <a:pt x="2227" y="4079"/>
                    <a:pt x="2488" y="4410"/>
                    <a:pt x="2759" y="5012"/>
                  </a:cubicBezTo>
                  <a:cubicBezTo>
                    <a:pt x="3029" y="5614"/>
                    <a:pt x="3371" y="6406"/>
                    <a:pt x="4063" y="6707"/>
                  </a:cubicBezTo>
                  <a:cubicBezTo>
                    <a:pt x="3932" y="7018"/>
                    <a:pt x="3832" y="7219"/>
                    <a:pt x="3692" y="7540"/>
                  </a:cubicBezTo>
                  <a:cubicBezTo>
                    <a:pt x="3541" y="7861"/>
                    <a:pt x="3401" y="8162"/>
                    <a:pt x="3371" y="8573"/>
                  </a:cubicBezTo>
                  <a:cubicBezTo>
                    <a:pt x="3330" y="8994"/>
                    <a:pt x="3210" y="9666"/>
                    <a:pt x="3170" y="10067"/>
                  </a:cubicBezTo>
                  <a:cubicBezTo>
                    <a:pt x="3140" y="10469"/>
                    <a:pt x="2909" y="11030"/>
                    <a:pt x="2879" y="11281"/>
                  </a:cubicBezTo>
                  <a:cubicBezTo>
                    <a:pt x="2839" y="11532"/>
                    <a:pt x="2668" y="11642"/>
                    <a:pt x="2809" y="11722"/>
                  </a:cubicBezTo>
                  <a:cubicBezTo>
                    <a:pt x="2893" y="11770"/>
                    <a:pt x="3087" y="11843"/>
                    <a:pt x="3268" y="11843"/>
                  </a:cubicBezTo>
                  <a:cubicBezTo>
                    <a:pt x="3391" y="11843"/>
                    <a:pt x="3508" y="11810"/>
                    <a:pt x="3581" y="11712"/>
                  </a:cubicBezTo>
                  <a:cubicBezTo>
                    <a:pt x="3762" y="11462"/>
                    <a:pt x="3661" y="11131"/>
                    <a:pt x="3742" y="10629"/>
                  </a:cubicBezTo>
                  <a:cubicBezTo>
                    <a:pt x="3822" y="10138"/>
                    <a:pt x="3802" y="9275"/>
                    <a:pt x="4083" y="8593"/>
                  </a:cubicBezTo>
                  <a:cubicBezTo>
                    <a:pt x="4354" y="7921"/>
                    <a:pt x="5186" y="6998"/>
                    <a:pt x="5698" y="6386"/>
                  </a:cubicBezTo>
                  <a:cubicBezTo>
                    <a:pt x="5746" y="6387"/>
                    <a:pt x="5794" y="6387"/>
                    <a:pt x="5843" y="6387"/>
                  </a:cubicBezTo>
                  <a:cubicBezTo>
                    <a:pt x="6769" y="6387"/>
                    <a:pt x="7710" y="6295"/>
                    <a:pt x="8596" y="6085"/>
                  </a:cubicBezTo>
                  <a:cubicBezTo>
                    <a:pt x="9519" y="5865"/>
                    <a:pt x="10412" y="5624"/>
                    <a:pt x="11194" y="5092"/>
                  </a:cubicBezTo>
                  <a:cubicBezTo>
                    <a:pt x="11199" y="5087"/>
                    <a:pt x="11202" y="5082"/>
                    <a:pt x="11203" y="5082"/>
                  </a:cubicBezTo>
                  <a:cubicBezTo>
                    <a:pt x="11204" y="5082"/>
                    <a:pt x="11204" y="5087"/>
                    <a:pt x="11204" y="5102"/>
                  </a:cubicBezTo>
                  <a:cubicBezTo>
                    <a:pt x="11245" y="5674"/>
                    <a:pt x="11295" y="6316"/>
                    <a:pt x="11395" y="6888"/>
                  </a:cubicBezTo>
                  <a:cubicBezTo>
                    <a:pt x="11485" y="7460"/>
                    <a:pt x="11545" y="8152"/>
                    <a:pt x="11515" y="8683"/>
                  </a:cubicBezTo>
                  <a:cubicBezTo>
                    <a:pt x="11485" y="9205"/>
                    <a:pt x="11265" y="9977"/>
                    <a:pt x="11184" y="10308"/>
                  </a:cubicBezTo>
                  <a:cubicBezTo>
                    <a:pt x="11094" y="10639"/>
                    <a:pt x="10903" y="10699"/>
                    <a:pt x="11014" y="10870"/>
                  </a:cubicBezTo>
                  <a:cubicBezTo>
                    <a:pt x="11064" y="10948"/>
                    <a:pt x="11193" y="10980"/>
                    <a:pt x="11336" y="10980"/>
                  </a:cubicBezTo>
                  <a:cubicBezTo>
                    <a:pt x="11506" y="10980"/>
                    <a:pt x="11697" y="10935"/>
                    <a:pt x="11806" y="10870"/>
                  </a:cubicBezTo>
                  <a:cubicBezTo>
                    <a:pt x="11997" y="10750"/>
                    <a:pt x="11987" y="10479"/>
                    <a:pt x="11967" y="10158"/>
                  </a:cubicBezTo>
                  <a:cubicBezTo>
                    <a:pt x="11937" y="9837"/>
                    <a:pt x="11987" y="9275"/>
                    <a:pt x="12107" y="8894"/>
                  </a:cubicBezTo>
                  <a:cubicBezTo>
                    <a:pt x="12227" y="8513"/>
                    <a:pt x="12338" y="8292"/>
                    <a:pt x="12318" y="7851"/>
                  </a:cubicBezTo>
                  <a:cubicBezTo>
                    <a:pt x="12308" y="7419"/>
                    <a:pt x="12167" y="7098"/>
                    <a:pt x="12328" y="6557"/>
                  </a:cubicBezTo>
                  <a:cubicBezTo>
                    <a:pt x="12478" y="6025"/>
                    <a:pt x="12869" y="5413"/>
                    <a:pt x="13060" y="4731"/>
                  </a:cubicBezTo>
                  <a:cubicBezTo>
                    <a:pt x="13241" y="4049"/>
                    <a:pt x="13712" y="3106"/>
                    <a:pt x="13852" y="2364"/>
                  </a:cubicBezTo>
                  <a:cubicBezTo>
                    <a:pt x="13913" y="2023"/>
                    <a:pt x="13883" y="1822"/>
                    <a:pt x="13732" y="1491"/>
                  </a:cubicBezTo>
                  <a:cubicBezTo>
                    <a:pt x="13582" y="1150"/>
                    <a:pt x="13241" y="900"/>
                    <a:pt x="12869" y="739"/>
                  </a:cubicBezTo>
                  <a:cubicBezTo>
                    <a:pt x="12498" y="569"/>
                    <a:pt x="12087" y="338"/>
                    <a:pt x="11656" y="318"/>
                  </a:cubicBezTo>
                  <a:cubicBezTo>
                    <a:pt x="11609" y="315"/>
                    <a:pt x="11561" y="314"/>
                    <a:pt x="11512" y="314"/>
                  </a:cubicBezTo>
                  <a:cubicBezTo>
                    <a:pt x="11009" y="314"/>
                    <a:pt x="10419" y="448"/>
                    <a:pt x="9971" y="549"/>
                  </a:cubicBezTo>
                  <a:cubicBezTo>
                    <a:pt x="9614" y="629"/>
                    <a:pt x="9194" y="661"/>
                    <a:pt x="8773" y="661"/>
                  </a:cubicBezTo>
                  <a:cubicBezTo>
                    <a:pt x="8141" y="661"/>
                    <a:pt x="7505" y="589"/>
                    <a:pt x="7072" y="498"/>
                  </a:cubicBezTo>
                  <a:cubicBezTo>
                    <a:pt x="6665" y="415"/>
                    <a:pt x="6314" y="381"/>
                    <a:pt x="6003" y="381"/>
                  </a:cubicBezTo>
                  <a:cubicBezTo>
                    <a:pt x="5754" y="381"/>
                    <a:pt x="5532" y="403"/>
                    <a:pt x="5326" y="438"/>
                  </a:cubicBezTo>
                  <a:cubicBezTo>
                    <a:pt x="4865" y="518"/>
                    <a:pt x="4343" y="709"/>
                    <a:pt x="4143" y="719"/>
                  </a:cubicBezTo>
                  <a:cubicBezTo>
                    <a:pt x="4021" y="726"/>
                    <a:pt x="3909" y="730"/>
                    <a:pt x="3806" y="730"/>
                  </a:cubicBezTo>
                  <a:cubicBezTo>
                    <a:pt x="3312" y="730"/>
                    <a:pt x="2998" y="647"/>
                    <a:pt x="2608" y="448"/>
                  </a:cubicBezTo>
                  <a:cubicBezTo>
                    <a:pt x="2137" y="218"/>
                    <a:pt x="1956" y="57"/>
                    <a:pt x="1485" y="7"/>
                  </a:cubicBezTo>
                  <a:cubicBezTo>
                    <a:pt x="1453" y="2"/>
                    <a:pt x="1423" y="0"/>
                    <a:pt x="1394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61" name="Google Shape;17061;p55"/>
            <p:cNvSpPr/>
            <p:nvPr/>
          </p:nvSpPr>
          <p:spPr>
            <a:xfrm>
              <a:off x="1205122" y="3870903"/>
              <a:ext cx="114120" cy="159139"/>
            </a:xfrm>
            <a:custGeom>
              <a:avLst/>
              <a:gdLst/>
              <a:ahLst/>
              <a:cxnLst/>
              <a:rect l="l" t="t" r="r" b="b"/>
              <a:pathLst>
                <a:path w="1115" h="1555" extrusionOk="0">
                  <a:moveTo>
                    <a:pt x="683" y="0"/>
                  </a:moveTo>
                  <a:cubicBezTo>
                    <a:pt x="623" y="0"/>
                    <a:pt x="573" y="40"/>
                    <a:pt x="542" y="121"/>
                  </a:cubicBezTo>
                  <a:cubicBezTo>
                    <a:pt x="522" y="191"/>
                    <a:pt x="502" y="261"/>
                    <a:pt x="472" y="321"/>
                  </a:cubicBezTo>
                  <a:cubicBezTo>
                    <a:pt x="462" y="341"/>
                    <a:pt x="462" y="351"/>
                    <a:pt x="452" y="371"/>
                  </a:cubicBezTo>
                  <a:cubicBezTo>
                    <a:pt x="342" y="592"/>
                    <a:pt x="232" y="722"/>
                    <a:pt x="91" y="853"/>
                  </a:cubicBezTo>
                  <a:cubicBezTo>
                    <a:pt x="61" y="883"/>
                    <a:pt x="31" y="913"/>
                    <a:pt x="1" y="943"/>
                  </a:cubicBezTo>
                  <a:cubicBezTo>
                    <a:pt x="452" y="963"/>
                    <a:pt x="793" y="1284"/>
                    <a:pt x="1114" y="1555"/>
                  </a:cubicBezTo>
                  <a:cubicBezTo>
                    <a:pt x="954" y="1184"/>
                    <a:pt x="1054" y="682"/>
                    <a:pt x="954" y="301"/>
                  </a:cubicBezTo>
                  <a:cubicBezTo>
                    <a:pt x="904" y="110"/>
                    <a:pt x="783" y="0"/>
                    <a:pt x="6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62" name="Google Shape;17062;p55"/>
            <p:cNvSpPr/>
            <p:nvPr/>
          </p:nvSpPr>
          <p:spPr>
            <a:xfrm>
              <a:off x="988551" y="3624366"/>
              <a:ext cx="146872" cy="378044"/>
            </a:xfrm>
            <a:custGeom>
              <a:avLst/>
              <a:gdLst/>
              <a:ahLst/>
              <a:cxnLst/>
              <a:rect l="l" t="t" r="r" b="b"/>
              <a:pathLst>
                <a:path w="1435" h="3694" extrusionOk="0">
                  <a:moveTo>
                    <a:pt x="1398" y="1"/>
                  </a:moveTo>
                  <a:cubicBezTo>
                    <a:pt x="1220" y="1"/>
                    <a:pt x="1043" y="66"/>
                    <a:pt x="893" y="122"/>
                  </a:cubicBezTo>
                  <a:cubicBezTo>
                    <a:pt x="733" y="192"/>
                    <a:pt x="592" y="233"/>
                    <a:pt x="502" y="373"/>
                  </a:cubicBezTo>
                  <a:cubicBezTo>
                    <a:pt x="321" y="624"/>
                    <a:pt x="131" y="1015"/>
                    <a:pt x="141" y="1296"/>
                  </a:cubicBezTo>
                  <a:cubicBezTo>
                    <a:pt x="151" y="1587"/>
                    <a:pt x="151" y="1587"/>
                    <a:pt x="251" y="1868"/>
                  </a:cubicBezTo>
                  <a:cubicBezTo>
                    <a:pt x="361" y="2148"/>
                    <a:pt x="361" y="2750"/>
                    <a:pt x="241" y="3031"/>
                  </a:cubicBezTo>
                  <a:cubicBezTo>
                    <a:pt x="121" y="3312"/>
                    <a:pt x="30" y="3422"/>
                    <a:pt x="0" y="3693"/>
                  </a:cubicBezTo>
                  <a:lnTo>
                    <a:pt x="101" y="3693"/>
                  </a:lnTo>
                  <a:cubicBezTo>
                    <a:pt x="127" y="3693"/>
                    <a:pt x="155" y="3694"/>
                    <a:pt x="183" y="3694"/>
                  </a:cubicBezTo>
                  <a:cubicBezTo>
                    <a:pt x="280" y="3694"/>
                    <a:pt x="375" y="3687"/>
                    <a:pt x="422" y="3633"/>
                  </a:cubicBezTo>
                  <a:cubicBezTo>
                    <a:pt x="632" y="3392"/>
                    <a:pt x="602" y="3272"/>
                    <a:pt x="743" y="2931"/>
                  </a:cubicBezTo>
                  <a:cubicBezTo>
                    <a:pt x="883" y="2600"/>
                    <a:pt x="813" y="1958"/>
                    <a:pt x="703" y="1577"/>
                  </a:cubicBezTo>
                  <a:cubicBezTo>
                    <a:pt x="592" y="1195"/>
                    <a:pt x="622" y="1045"/>
                    <a:pt x="773" y="684"/>
                  </a:cubicBezTo>
                  <a:cubicBezTo>
                    <a:pt x="933" y="313"/>
                    <a:pt x="973" y="92"/>
                    <a:pt x="1435" y="2"/>
                  </a:cubicBezTo>
                  <a:cubicBezTo>
                    <a:pt x="1422" y="1"/>
                    <a:pt x="1410" y="1"/>
                    <a:pt x="1398" y="1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63" name="Google Shape;17063;p55"/>
            <p:cNvSpPr/>
            <p:nvPr/>
          </p:nvSpPr>
          <p:spPr>
            <a:xfrm>
              <a:off x="1331421" y="3663460"/>
              <a:ext cx="396402" cy="62018"/>
            </a:xfrm>
            <a:custGeom>
              <a:avLst/>
              <a:gdLst/>
              <a:ahLst/>
              <a:cxnLst/>
              <a:rect l="l" t="t" r="r" b="b"/>
              <a:pathLst>
                <a:path w="3873" h="606" extrusionOk="0">
                  <a:moveTo>
                    <a:pt x="2579" y="1"/>
                  </a:moveTo>
                  <a:cubicBezTo>
                    <a:pt x="2334" y="1"/>
                    <a:pt x="2100" y="20"/>
                    <a:pt x="1906" y="61"/>
                  </a:cubicBezTo>
                  <a:cubicBezTo>
                    <a:pt x="1445" y="151"/>
                    <a:pt x="1074" y="312"/>
                    <a:pt x="723" y="342"/>
                  </a:cubicBezTo>
                  <a:cubicBezTo>
                    <a:pt x="627" y="350"/>
                    <a:pt x="552" y="353"/>
                    <a:pt x="488" y="353"/>
                  </a:cubicBezTo>
                  <a:cubicBezTo>
                    <a:pt x="316" y="353"/>
                    <a:pt x="219" y="332"/>
                    <a:pt x="1" y="332"/>
                  </a:cubicBezTo>
                  <a:cubicBezTo>
                    <a:pt x="31" y="402"/>
                    <a:pt x="41" y="482"/>
                    <a:pt x="71" y="553"/>
                  </a:cubicBezTo>
                  <a:cubicBezTo>
                    <a:pt x="230" y="590"/>
                    <a:pt x="396" y="605"/>
                    <a:pt x="564" y="605"/>
                  </a:cubicBezTo>
                  <a:cubicBezTo>
                    <a:pt x="1265" y="605"/>
                    <a:pt x="2018" y="331"/>
                    <a:pt x="2609" y="161"/>
                  </a:cubicBezTo>
                  <a:cubicBezTo>
                    <a:pt x="2794" y="108"/>
                    <a:pt x="2948" y="90"/>
                    <a:pt x="3091" y="90"/>
                  </a:cubicBezTo>
                  <a:cubicBezTo>
                    <a:pt x="3349" y="90"/>
                    <a:pt x="3569" y="149"/>
                    <a:pt x="3872" y="161"/>
                  </a:cubicBezTo>
                  <a:cubicBezTo>
                    <a:pt x="3802" y="151"/>
                    <a:pt x="3672" y="121"/>
                    <a:pt x="3612" y="111"/>
                  </a:cubicBezTo>
                  <a:cubicBezTo>
                    <a:pt x="3304" y="40"/>
                    <a:pt x="2930" y="1"/>
                    <a:pt x="2579" y="1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64" name="Google Shape;17064;p55"/>
            <p:cNvSpPr/>
            <p:nvPr/>
          </p:nvSpPr>
          <p:spPr>
            <a:xfrm>
              <a:off x="1146680" y="3967410"/>
              <a:ext cx="231925" cy="330763"/>
            </a:xfrm>
            <a:custGeom>
              <a:avLst/>
              <a:gdLst/>
              <a:ahLst/>
              <a:cxnLst/>
              <a:rect l="l" t="t" r="r" b="b"/>
              <a:pathLst>
                <a:path w="2266" h="3232" extrusionOk="0">
                  <a:moveTo>
                    <a:pt x="482" y="0"/>
                  </a:moveTo>
                  <a:cubicBezTo>
                    <a:pt x="321" y="0"/>
                    <a:pt x="161" y="20"/>
                    <a:pt x="0" y="30"/>
                  </a:cubicBezTo>
                  <a:cubicBezTo>
                    <a:pt x="30" y="171"/>
                    <a:pt x="60" y="311"/>
                    <a:pt x="80" y="451"/>
                  </a:cubicBezTo>
                  <a:cubicBezTo>
                    <a:pt x="141" y="381"/>
                    <a:pt x="201" y="321"/>
                    <a:pt x="261" y="251"/>
                  </a:cubicBezTo>
                  <a:cubicBezTo>
                    <a:pt x="632" y="722"/>
                    <a:pt x="903" y="1073"/>
                    <a:pt x="1174" y="1665"/>
                  </a:cubicBezTo>
                  <a:cubicBezTo>
                    <a:pt x="1404" y="2177"/>
                    <a:pt x="1735" y="2919"/>
                    <a:pt x="2247" y="3230"/>
                  </a:cubicBezTo>
                  <a:cubicBezTo>
                    <a:pt x="2248" y="3231"/>
                    <a:pt x="2249" y="3231"/>
                    <a:pt x="2250" y="3231"/>
                  </a:cubicBezTo>
                  <a:cubicBezTo>
                    <a:pt x="2266" y="3231"/>
                    <a:pt x="1984" y="2853"/>
                    <a:pt x="1916" y="2708"/>
                  </a:cubicBezTo>
                  <a:cubicBezTo>
                    <a:pt x="1846" y="2568"/>
                    <a:pt x="1745" y="2217"/>
                    <a:pt x="1625" y="1906"/>
                  </a:cubicBezTo>
                  <a:cubicBezTo>
                    <a:pt x="1394" y="1294"/>
                    <a:pt x="903" y="562"/>
                    <a:pt x="482" y="0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65" name="Google Shape;17065;p55"/>
            <p:cNvSpPr/>
            <p:nvPr/>
          </p:nvSpPr>
          <p:spPr>
            <a:xfrm>
              <a:off x="1002879" y="3626515"/>
              <a:ext cx="740298" cy="597359"/>
            </a:xfrm>
            <a:custGeom>
              <a:avLst/>
              <a:gdLst/>
              <a:ahLst/>
              <a:cxnLst/>
              <a:rect l="l" t="t" r="r" b="b"/>
              <a:pathLst>
                <a:path w="7233" h="5837" extrusionOk="0">
                  <a:moveTo>
                    <a:pt x="1415" y="1"/>
                  </a:moveTo>
                  <a:cubicBezTo>
                    <a:pt x="1846" y="161"/>
                    <a:pt x="1756" y="603"/>
                    <a:pt x="1235" y="1034"/>
                  </a:cubicBezTo>
                  <a:cubicBezTo>
                    <a:pt x="1084" y="1154"/>
                    <a:pt x="954" y="1395"/>
                    <a:pt x="1114" y="1646"/>
                  </a:cubicBezTo>
                  <a:cubicBezTo>
                    <a:pt x="1305" y="1947"/>
                    <a:pt x="1455" y="2037"/>
                    <a:pt x="1285" y="2378"/>
                  </a:cubicBezTo>
                  <a:cubicBezTo>
                    <a:pt x="1204" y="2549"/>
                    <a:pt x="1054" y="2679"/>
                    <a:pt x="1024" y="2880"/>
                  </a:cubicBezTo>
                  <a:cubicBezTo>
                    <a:pt x="994" y="3070"/>
                    <a:pt x="1024" y="3211"/>
                    <a:pt x="1104" y="3391"/>
                  </a:cubicBezTo>
                  <a:cubicBezTo>
                    <a:pt x="1174" y="3572"/>
                    <a:pt x="1245" y="3812"/>
                    <a:pt x="1124" y="3983"/>
                  </a:cubicBezTo>
                  <a:cubicBezTo>
                    <a:pt x="1004" y="4154"/>
                    <a:pt x="914" y="4154"/>
                    <a:pt x="703" y="4184"/>
                  </a:cubicBezTo>
                  <a:cubicBezTo>
                    <a:pt x="546" y="4207"/>
                    <a:pt x="346" y="4243"/>
                    <a:pt x="155" y="4243"/>
                  </a:cubicBezTo>
                  <a:cubicBezTo>
                    <a:pt x="103" y="4243"/>
                    <a:pt x="51" y="4240"/>
                    <a:pt x="1" y="4234"/>
                  </a:cubicBezTo>
                  <a:lnTo>
                    <a:pt x="1" y="4234"/>
                  </a:lnTo>
                  <a:cubicBezTo>
                    <a:pt x="101" y="4354"/>
                    <a:pt x="51" y="4374"/>
                    <a:pt x="262" y="4434"/>
                  </a:cubicBezTo>
                  <a:cubicBezTo>
                    <a:pt x="345" y="4458"/>
                    <a:pt x="483" y="4479"/>
                    <a:pt x="628" y="4479"/>
                  </a:cubicBezTo>
                  <a:cubicBezTo>
                    <a:pt x="849" y="4479"/>
                    <a:pt x="1088" y="4431"/>
                    <a:pt x="1184" y="4274"/>
                  </a:cubicBezTo>
                  <a:cubicBezTo>
                    <a:pt x="1345" y="4003"/>
                    <a:pt x="1495" y="3833"/>
                    <a:pt x="1696" y="3602"/>
                  </a:cubicBezTo>
                  <a:cubicBezTo>
                    <a:pt x="2057" y="3191"/>
                    <a:pt x="2318" y="3140"/>
                    <a:pt x="2518" y="2509"/>
                  </a:cubicBezTo>
                  <a:cubicBezTo>
                    <a:pt x="2545" y="2433"/>
                    <a:pt x="2599" y="2395"/>
                    <a:pt x="2660" y="2395"/>
                  </a:cubicBezTo>
                  <a:cubicBezTo>
                    <a:pt x="2760" y="2395"/>
                    <a:pt x="2880" y="2496"/>
                    <a:pt x="2930" y="2689"/>
                  </a:cubicBezTo>
                  <a:cubicBezTo>
                    <a:pt x="3040" y="3110"/>
                    <a:pt x="2900" y="3672"/>
                    <a:pt x="3150" y="4043"/>
                  </a:cubicBezTo>
                  <a:cubicBezTo>
                    <a:pt x="3281" y="4234"/>
                    <a:pt x="3512" y="4785"/>
                    <a:pt x="3652" y="4886"/>
                  </a:cubicBezTo>
                  <a:cubicBezTo>
                    <a:pt x="3719" y="4937"/>
                    <a:pt x="3771" y="4959"/>
                    <a:pt x="3810" y="4959"/>
                  </a:cubicBezTo>
                  <a:cubicBezTo>
                    <a:pt x="4042" y="4959"/>
                    <a:pt x="3851" y="4190"/>
                    <a:pt x="3903" y="3993"/>
                  </a:cubicBezTo>
                  <a:cubicBezTo>
                    <a:pt x="3922" y="3879"/>
                    <a:pt x="3986" y="3519"/>
                    <a:pt x="4183" y="3519"/>
                  </a:cubicBezTo>
                  <a:cubicBezTo>
                    <a:pt x="4193" y="3519"/>
                    <a:pt x="4203" y="3520"/>
                    <a:pt x="4214" y="3522"/>
                  </a:cubicBezTo>
                  <a:cubicBezTo>
                    <a:pt x="4434" y="3552"/>
                    <a:pt x="4344" y="3873"/>
                    <a:pt x="4384" y="4003"/>
                  </a:cubicBezTo>
                  <a:cubicBezTo>
                    <a:pt x="4464" y="4294"/>
                    <a:pt x="4655" y="4354"/>
                    <a:pt x="4926" y="4475"/>
                  </a:cubicBezTo>
                  <a:cubicBezTo>
                    <a:pt x="5197" y="4605"/>
                    <a:pt x="5477" y="4755"/>
                    <a:pt x="5588" y="5106"/>
                  </a:cubicBezTo>
                  <a:cubicBezTo>
                    <a:pt x="5632" y="5253"/>
                    <a:pt x="5726" y="5290"/>
                    <a:pt x="5826" y="5290"/>
                  </a:cubicBezTo>
                  <a:cubicBezTo>
                    <a:pt x="5884" y="5290"/>
                    <a:pt x="5944" y="5278"/>
                    <a:pt x="5999" y="5267"/>
                  </a:cubicBezTo>
                  <a:cubicBezTo>
                    <a:pt x="6065" y="5251"/>
                    <a:pt x="6123" y="5234"/>
                    <a:pt x="6165" y="5234"/>
                  </a:cubicBezTo>
                  <a:cubicBezTo>
                    <a:pt x="6174" y="5234"/>
                    <a:pt x="6182" y="5235"/>
                    <a:pt x="6190" y="5237"/>
                  </a:cubicBezTo>
                  <a:cubicBezTo>
                    <a:pt x="6554" y="5367"/>
                    <a:pt x="6492" y="5837"/>
                    <a:pt x="6829" y="5837"/>
                  </a:cubicBezTo>
                  <a:cubicBezTo>
                    <a:pt x="6854" y="5837"/>
                    <a:pt x="6882" y="5834"/>
                    <a:pt x="6912" y="5829"/>
                  </a:cubicBezTo>
                  <a:cubicBezTo>
                    <a:pt x="7042" y="5809"/>
                    <a:pt x="7163" y="5327"/>
                    <a:pt x="7193" y="5187"/>
                  </a:cubicBezTo>
                  <a:cubicBezTo>
                    <a:pt x="7233" y="4956"/>
                    <a:pt x="7012" y="4765"/>
                    <a:pt x="6932" y="4595"/>
                  </a:cubicBezTo>
                  <a:cubicBezTo>
                    <a:pt x="6852" y="4424"/>
                    <a:pt x="6761" y="4284"/>
                    <a:pt x="6701" y="4154"/>
                  </a:cubicBezTo>
                  <a:cubicBezTo>
                    <a:pt x="6641" y="4013"/>
                    <a:pt x="6641" y="3883"/>
                    <a:pt x="6561" y="3792"/>
                  </a:cubicBezTo>
                  <a:cubicBezTo>
                    <a:pt x="6514" y="3742"/>
                    <a:pt x="6472" y="3723"/>
                    <a:pt x="6432" y="3723"/>
                  </a:cubicBezTo>
                  <a:cubicBezTo>
                    <a:pt x="6369" y="3723"/>
                    <a:pt x="6311" y="3770"/>
                    <a:pt x="6250" y="3812"/>
                  </a:cubicBezTo>
                  <a:cubicBezTo>
                    <a:pt x="6182" y="3863"/>
                    <a:pt x="6121" y="3907"/>
                    <a:pt x="6043" y="3907"/>
                  </a:cubicBezTo>
                  <a:cubicBezTo>
                    <a:pt x="6029" y="3907"/>
                    <a:pt x="6014" y="3906"/>
                    <a:pt x="5999" y="3903"/>
                  </a:cubicBezTo>
                  <a:cubicBezTo>
                    <a:pt x="5879" y="3883"/>
                    <a:pt x="5819" y="3622"/>
                    <a:pt x="5758" y="3522"/>
                  </a:cubicBezTo>
                  <a:cubicBezTo>
                    <a:pt x="5698" y="3411"/>
                    <a:pt x="5648" y="3331"/>
                    <a:pt x="5648" y="3201"/>
                  </a:cubicBezTo>
                  <a:cubicBezTo>
                    <a:pt x="5638" y="2940"/>
                    <a:pt x="5758" y="2739"/>
                    <a:pt x="5859" y="2498"/>
                  </a:cubicBezTo>
                  <a:cubicBezTo>
                    <a:pt x="5959" y="2258"/>
                    <a:pt x="5829" y="1977"/>
                    <a:pt x="5658" y="1786"/>
                  </a:cubicBezTo>
                  <a:cubicBezTo>
                    <a:pt x="5568" y="1686"/>
                    <a:pt x="5488" y="1646"/>
                    <a:pt x="5357" y="1576"/>
                  </a:cubicBezTo>
                  <a:cubicBezTo>
                    <a:pt x="5227" y="1516"/>
                    <a:pt x="5066" y="1415"/>
                    <a:pt x="4936" y="1305"/>
                  </a:cubicBezTo>
                  <a:cubicBezTo>
                    <a:pt x="4846" y="1215"/>
                    <a:pt x="4740" y="1098"/>
                    <a:pt x="4621" y="1098"/>
                  </a:cubicBezTo>
                  <a:cubicBezTo>
                    <a:pt x="4580" y="1098"/>
                    <a:pt x="4538" y="1111"/>
                    <a:pt x="4494" y="1144"/>
                  </a:cubicBezTo>
                  <a:cubicBezTo>
                    <a:pt x="4424" y="1205"/>
                    <a:pt x="4414" y="1255"/>
                    <a:pt x="4414" y="1355"/>
                  </a:cubicBezTo>
                  <a:cubicBezTo>
                    <a:pt x="4424" y="1455"/>
                    <a:pt x="4444" y="1586"/>
                    <a:pt x="4464" y="1716"/>
                  </a:cubicBezTo>
                  <a:cubicBezTo>
                    <a:pt x="4515" y="1947"/>
                    <a:pt x="4695" y="2268"/>
                    <a:pt x="4374" y="2388"/>
                  </a:cubicBezTo>
                  <a:cubicBezTo>
                    <a:pt x="4342" y="2400"/>
                    <a:pt x="4307" y="2406"/>
                    <a:pt x="4273" y="2406"/>
                  </a:cubicBezTo>
                  <a:cubicBezTo>
                    <a:pt x="4135" y="2406"/>
                    <a:pt x="3991" y="2318"/>
                    <a:pt x="3943" y="2198"/>
                  </a:cubicBezTo>
                  <a:cubicBezTo>
                    <a:pt x="3883" y="2047"/>
                    <a:pt x="3973" y="1927"/>
                    <a:pt x="3983" y="1786"/>
                  </a:cubicBezTo>
                  <a:cubicBezTo>
                    <a:pt x="3983" y="1656"/>
                    <a:pt x="3983" y="1586"/>
                    <a:pt x="3903" y="1465"/>
                  </a:cubicBezTo>
                  <a:cubicBezTo>
                    <a:pt x="3822" y="1355"/>
                    <a:pt x="3682" y="1265"/>
                    <a:pt x="3592" y="1144"/>
                  </a:cubicBezTo>
                  <a:cubicBezTo>
                    <a:pt x="3501" y="1024"/>
                    <a:pt x="3481" y="853"/>
                    <a:pt x="3431" y="703"/>
                  </a:cubicBezTo>
                  <a:cubicBezTo>
                    <a:pt x="3030" y="683"/>
                    <a:pt x="2749" y="613"/>
                    <a:pt x="2408" y="432"/>
                  </a:cubicBezTo>
                  <a:cubicBezTo>
                    <a:pt x="2067" y="242"/>
                    <a:pt x="1806" y="61"/>
                    <a:pt x="1415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66" name="Google Shape;17066;p55"/>
            <p:cNvSpPr/>
            <p:nvPr/>
          </p:nvSpPr>
          <p:spPr>
            <a:xfrm>
              <a:off x="1987480" y="3927293"/>
              <a:ext cx="251576" cy="265982"/>
            </a:xfrm>
            <a:custGeom>
              <a:avLst/>
              <a:gdLst/>
              <a:ahLst/>
              <a:cxnLst/>
              <a:rect l="l" t="t" r="r" b="b"/>
              <a:pathLst>
                <a:path w="2458" h="2599" extrusionOk="0">
                  <a:moveTo>
                    <a:pt x="1987" y="0"/>
                  </a:moveTo>
                  <a:cubicBezTo>
                    <a:pt x="1798" y="0"/>
                    <a:pt x="1678" y="144"/>
                    <a:pt x="1465" y="211"/>
                  </a:cubicBezTo>
                  <a:cubicBezTo>
                    <a:pt x="1418" y="226"/>
                    <a:pt x="1371" y="231"/>
                    <a:pt x="1324" y="231"/>
                  </a:cubicBezTo>
                  <a:cubicBezTo>
                    <a:pt x="1240" y="231"/>
                    <a:pt x="1157" y="214"/>
                    <a:pt x="1073" y="201"/>
                  </a:cubicBezTo>
                  <a:cubicBezTo>
                    <a:pt x="990" y="185"/>
                    <a:pt x="906" y="168"/>
                    <a:pt x="825" y="168"/>
                  </a:cubicBezTo>
                  <a:cubicBezTo>
                    <a:pt x="711" y="168"/>
                    <a:pt x="601" y="201"/>
                    <a:pt x="502" y="312"/>
                  </a:cubicBezTo>
                  <a:cubicBezTo>
                    <a:pt x="401" y="412"/>
                    <a:pt x="391" y="583"/>
                    <a:pt x="321" y="733"/>
                  </a:cubicBezTo>
                  <a:cubicBezTo>
                    <a:pt x="241" y="873"/>
                    <a:pt x="100" y="994"/>
                    <a:pt x="50" y="1174"/>
                  </a:cubicBezTo>
                  <a:cubicBezTo>
                    <a:pt x="0" y="1365"/>
                    <a:pt x="50" y="1546"/>
                    <a:pt x="241" y="1666"/>
                  </a:cubicBezTo>
                  <a:cubicBezTo>
                    <a:pt x="351" y="1726"/>
                    <a:pt x="451" y="1867"/>
                    <a:pt x="462" y="1997"/>
                  </a:cubicBezTo>
                  <a:cubicBezTo>
                    <a:pt x="462" y="2127"/>
                    <a:pt x="632" y="2117"/>
                    <a:pt x="642" y="2248"/>
                  </a:cubicBezTo>
                  <a:cubicBezTo>
                    <a:pt x="662" y="2368"/>
                    <a:pt x="562" y="2488"/>
                    <a:pt x="522" y="2599"/>
                  </a:cubicBezTo>
                  <a:cubicBezTo>
                    <a:pt x="732" y="2508"/>
                    <a:pt x="933" y="2428"/>
                    <a:pt x="1134" y="2308"/>
                  </a:cubicBezTo>
                  <a:cubicBezTo>
                    <a:pt x="1194" y="2268"/>
                    <a:pt x="1214" y="2167"/>
                    <a:pt x="1184" y="2097"/>
                  </a:cubicBezTo>
                  <a:cubicBezTo>
                    <a:pt x="1164" y="2017"/>
                    <a:pt x="1083" y="1937"/>
                    <a:pt x="1033" y="1887"/>
                  </a:cubicBezTo>
                  <a:cubicBezTo>
                    <a:pt x="883" y="1676"/>
                    <a:pt x="853" y="1495"/>
                    <a:pt x="1023" y="1275"/>
                  </a:cubicBezTo>
                  <a:cubicBezTo>
                    <a:pt x="1150" y="1112"/>
                    <a:pt x="1300" y="1104"/>
                    <a:pt x="1468" y="1104"/>
                  </a:cubicBezTo>
                  <a:cubicBezTo>
                    <a:pt x="1487" y="1104"/>
                    <a:pt x="1506" y="1104"/>
                    <a:pt x="1525" y="1104"/>
                  </a:cubicBezTo>
                  <a:cubicBezTo>
                    <a:pt x="1565" y="1107"/>
                    <a:pt x="1605" y="1109"/>
                    <a:pt x="1646" y="1109"/>
                  </a:cubicBezTo>
                  <a:cubicBezTo>
                    <a:pt x="1736" y="1109"/>
                    <a:pt x="1826" y="1099"/>
                    <a:pt x="1916" y="1064"/>
                  </a:cubicBezTo>
                  <a:cubicBezTo>
                    <a:pt x="2117" y="984"/>
                    <a:pt x="2417" y="553"/>
                    <a:pt x="2438" y="332"/>
                  </a:cubicBezTo>
                  <a:cubicBezTo>
                    <a:pt x="2458" y="111"/>
                    <a:pt x="2207" y="11"/>
                    <a:pt x="2006" y="1"/>
                  </a:cubicBezTo>
                  <a:cubicBezTo>
                    <a:pt x="2000" y="1"/>
                    <a:pt x="1993" y="0"/>
                    <a:pt x="1987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67" name="Google Shape;17067;p55"/>
            <p:cNvSpPr/>
            <p:nvPr/>
          </p:nvSpPr>
          <p:spPr>
            <a:xfrm>
              <a:off x="2234858" y="3785654"/>
              <a:ext cx="174609" cy="401480"/>
            </a:xfrm>
            <a:custGeom>
              <a:avLst/>
              <a:gdLst/>
              <a:ahLst/>
              <a:cxnLst/>
              <a:rect l="l" t="t" r="r" b="b"/>
              <a:pathLst>
                <a:path w="1706" h="3923" extrusionOk="0">
                  <a:moveTo>
                    <a:pt x="1565" y="1"/>
                  </a:moveTo>
                  <a:cubicBezTo>
                    <a:pt x="1495" y="131"/>
                    <a:pt x="1345" y="201"/>
                    <a:pt x="1254" y="302"/>
                  </a:cubicBezTo>
                  <a:cubicBezTo>
                    <a:pt x="1054" y="522"/>
                    <a:pt x="1264" y="673"/>
                    <a:pt x="1114" y="873"/>
                  </a:cubicBezTo>
                  <a:cubicBezTo>
                    <a:pt x="963" y="1074"/>
                    <a:pt x="572" y="974"/>
                    <a:pt x="472" y="1254"/>
                  </a:cubicBezTo>
                  <a:cubicBezTo>
                    <a:pt x="372" y="1545"/>
                    <a:pt x="713" y="1806"/>
                    <a:pt x="683" y="1987"/>
                  </a:cubicBezTo>
                  <a:cubicBezTo>
                    <a:pt x="612" y="2478"/>
                    <a:pt x="101" y="2568"/>
                    <a:pt x="71" y="3020"/>
                  </a:cubicBezTo>
                  <a:cubicBezTo>
                    <a:pt x="51" y="3361"/>
                    <a:pt x="0" y="3622"/>
                    <a:pt x="221" y="3862"/>
                  </a:cubicBezTo>
                  <a:cubicBezTo>
                    <a:pt x="247" y="3888"/>
                    <a:pt x="280" y="3895"/>
                    <a:pt x="317" y="3895"/>
                  </a:cubicBezTo>
                  <a:cubicBezTo>
                    <a:pt x="366" y="3895"/>
                    <a:pt x="421" y="3882"/>
                    <a:pt x="471" y="3882"/>
                  </a:cubicBezTo>
                  <a:cubicBezTo>
                    <a:pt x="501" y="3882"/>
                    <a:pt x="529" y="3887"/>
                    <a:pt x="552" y="3902"/>
                  </a:cubicBezTo>
                  <a:lnTo>
                    <a:pt x="572" y="3923"/>
                  </a:lnTo>
                  <a:cubicBezTo>
                    <a:pt x="683" y="3672"/>
                    <a:pt x="753" y="3461"/>
                    <a:pt x="833" y="3190"/>
                  </a:cubicBezTo>
                  <a:cubicBezTo>
                    <a:pt x="1064" y="2408"/>
                    <a:pt x="1465" y="1575"/>
                    <a:pt x="1635" y="793"/>
                  </a:cubicBezTo>
                  <a:cubicBezTo>
                    <a:pt x="1706" y="462"/>
                    <a:pt x="1635" y="302"/>
                    <a:pt x="1565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68" name="Google Shape;17068;p55"/>
            <p:cNvSpPr/>
            <p:nvPr/>
          </p:nvSpPr>
          <p:spPr>
            <a:xfrm>
              <a:off x="999809" y="3739498"/>
              <a:ext cx="54553" cy="190966"/>
            </a:xfrm>
            <a:custGeom>
              <a:avLst/>
              <a:gdLst/>
              <a:ahLst/>
              <a:cxnLst/>
              <a:rect l="l" t="t" r="r" b="b"/>
              <a:pathLst>
                <a:path w="533" h="1866" extrusionOk="0">
                  <a:moveTo>
                    <a:pt x="41" y="0"/>
                  </a:moveTo>
                  <a:cubicBezTo>
                    <a:pt x="31" y="50"/>
                    <a:pt x="21" y="151"/>
                    <a:pt x="21" y="181"/>
                  </a:cubicBezTo>
                  <a:cubicBezTo>
                    <a:pt x="31" y="301"/>
                    <a:pt x="1" y="401"/>
                    <a:pt x="21" y="502"/>
                  </a:cubicBezTo>
                  <a:cubicBezTo>
                    <a:pt x="51" y="612"/>
                    <a:pt x="91" y="622"/>
                    <a:pt x="131" y="732"/>
                  </a:cubicBezTo>
                  <a:cubicBezTo>
                    <a:pt x="262" y="1074"/>
                    <a:pt x="241" y="1515"/>
                    <a:pt x="141" y="1866"/>
                  </a:cubicBezTo>
                  <a:lnTo>
                    <a:pt x="171" y="1856"/>
                  </a:lnTo>
                  <a:cubicBezTo>
                    <a:pt x="251" y="1826"/>
                    <a:pt x="392" y="1806"/>
                    <a:pt x="422" y="1705"/>
                  </a:cubicBezTo>
                  <a:cubicBezTo>
                    <a:pt x="532" y="1304"/>
                    <a:pt x="372" y="933"/>
                    <a:pt x="312" y="532"/>
                  </a:cubicBezTo>
                  <a:cubicBezTo>
                    <a:pt x="292" y="331"/>
                    <a:pt x="181" y="151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69" name="Google Shape;17069;p55"/>
            <p:cNvSpPr/>
            <p:nvPr/>
          </p:nvSpPr>
          <p:spPr>
            <a:xfrm>
              <a:off x="986504" y="3987878"/>
              <a:ext cx="21596" cy="79109"/>
            </a:xfrm>
            <a:custGeom>
              <a:avLst/>
              <a:gdLst/>
              <a:ahLst/>
              <a:cxnLst/>
              <a:rect l="l" t="t" r="r" b="b"/>
              <a:pathLst>
                <a:path w="211" h="773" extrusionOk="0">
                  <a:moveTo>
                    <a:pt x="40" y="1"/>
                  </a:moveTo>
                  <a:lnTo>
                    <a:pt x="40" y="1"/>
                  </a:lnTo>
                  <a:cubicBezTo>
                    <a:pt x="0" y="81"/>
                    <a:pt x="20" y="261"/>
                    <a:pt x="50" y="342"/>
                  </a:cubicBezTo>
                  <a:cubicBezTo>
                    <a:pt x="50" y="372"/>
                    <a:pt x="61" y="392"/>
                    <a:pt x="71" y="412"/>
                  </a:cubicBezTo>
                  <a:cubicBezTo>
                    <a:pt x="61" y="382"/>
                    <a:pt x="50" y="362"/>
                    <a:pt x="50" y="332"/>
                  </a:cubicBezTo>
                  <a:cubicBezTo>
                    <a:pt x="40" y="281"/>
                    <a:pt x="30" y="231"/>
                    <a:pt x="30" y="181"/>
                  </a:cubicBezTo>
                  <a:cubicBezTo>
                    <a:pt x="30" y="171"/>
                    <a:pt x="30" y="161"/>
                    <a:pt x="30" y="141"/>
                  </a:cubicBezTo>
                  <a:lnTo>
                    <a:pt x="20" y="141"/>
                  </a:lnTo>
                  <a:cubicBezTo>
                    <a:pt x="30" y="91"/>
                    <a:pt x="30" y="41"/>
                    <a:pt x="40" y="1"/>
                  </a:cubicBezTo>
                  <a:close/>
                  <a:moveTo>
                    <a:pt x="91" y="522"/>
                  </a:moveTo>
                  <a:lnTo>
                    <a:pt x="91" y="522"/>
                  </a:lnTo>
                  <a:cubicBezTo>
                    <a:pt x="111" y="592"/>
                    <a:pt x="131" y="653"/>
                    <a:pt x="161" y="703"/>
                  </a:cubicBezTo>
                  <a:cubicBezTo>
                    <a:pt x="131" y="643"/>
                    <a:pt x="111" y="582"/>
                    <a:pt x="91" y="522"/>
                  </a:cubicBezTo>
                  <a:close/>
                  <a:moveTo>
                    <a:pt x="161" y="703"/>
                  </a:moveTo>
                  <a:cubicBezTo>
                    <a:pt x="161" y="708"/>
                    <a:pt x="163" y="710"/>
                    <a:pt x="166" y="713"/>
                  </a:cubicBezTo>
                  <a:lnTo>
                    <a:pt x="166" y="713"/>
                  </a:lnTo>
                  <a:cubicBezTo>
                    <a:pt x="164" y="710"/>
                    <a:pt x="163" y="706"/>
                    <a:pt x="161" y="703"/>
                  </a:cubicBezTo>
                  <a:close/>
                  <a:moveTo>
                    <a:pt x="166" y="713"/>
                  </a:moveTo>
                  <a:lnTo>
                    <a:pt x="166" y="713"/>
                  </a:lnTo>
                  <a:cubicBezTo>
                    <a:pt x="168" y="716"/>
                    <a:pt x="169" y="719"/>
                    <a:pt x="171" y="722"/>
                  </a:cubicBezTo>
                  <a:lnTo>
                    <a:pt x="171" y="722"/>
                  </a:lnTo>
                  <a:cubicBezTo>
                    <a:pt x="171" y="718"/>
                    <a:pt x="168" y="715"/>
                    <a:pt x="166" y="713"/>
                  </a:cubicBezTo>
                  <a:close/>
                  <a:moveTo>
                    <a:pt x="171" y="722"/>
                  </a:moveTo>
                  <a:lnTo>
                    <a:pt x="171" y="722"/>
                  </a:lnTo>
                  <a:cubicBezTo>
                    <a:pt x="171" y="722"/>
                    <a:pt x="171" y="723"/>
                    <a:pt x="171" y="723"/>
                  </a:cubicBezTo>
                  <a:cubicBezTo>
                    <a:pt x="171" y="723"/>
                    <a:pt x="171" y="723"/>
                    <a:pt x="172" y="724"/>
                  </a:cubicBezTo>
                  <a:lnTo>
                    <a:pt x="172" y="724"/>
                  </a:lnTo>
                  <a:cubicBezTo>
                    <a:pt x="171" y="723"/>
                    <a:pt x="171" y="723"/>
                    <a:pt x="171" y="722"/>
                  </a:cubicBezTo>
                  <a:close/>
                  <a:moveTo>
                    <a:pt x="172" y="724"/>
                  </a:moveTo>
                  <a:cubicBezTo>
                    <a:pt x="179" y="737"/>
                    <a:pt x="188" y="750"/>
                    <a:pt x="201" y="763"/>
                  </a:cubicBezTo>
                  <a:cubicBezTo>
                    <a:pt x="206" y="768"/>
                    <a:pt x="208" y="770"/>
                    <a:pt x="211" y="773"/>
                  </a:cubicBezTo>
                  <a:cubicBezTo>
                    <a:pt x="201" y="753"/>
                    <a:pt x="182" y="734"/>
                    <a:pt x="172" y="724"/>
                  </a:cubicBezTo>
                  <a:close/>
                </a:path>
              </a:pathLst>
            </a:custGeom>
            <a:solidFill>
              <a:srgbClr val="ECB9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70" name="Google Shape;17070;p55"/>
            <p:cNvSpPr/>
            <p:nvPr/>
          </p:nvSpPr>
          <p:spPr>
            <a:xfrm>
              <a:off x="989574" y="3976620"/>
              <a:ext cx="124355" cy="90366"/>
            </a:xfrm>
            <a:custGeom>
              <a:avLst/>
              <a:gdLst/>
              <a:ahLst/>
              <a:cxnLst/>
              <a:rect l="l" t="t" r="r" b="b"/>
              <a:pathLst>
                <a:path w="1215" h="883" extrusionOk="0">
                  <a:moveTo>
                    <a:pt x="803" y="0"/>
                  </a:moveTo>
                  <a:cubicBezTo>
                    <a:pt x="713" y="0"/>
                    <a:pt x="622" y="20"/>
                    <a:pt x="532" y="40"/>
                  </a:cubicBezTo>
                  <a:lnTo>
                    <a:pt x="522" y="40"/>
                  </a:lnTo>
                  <a:cubicBezTo>
                    <a:pt x="502" y="81"/>
                    <a:pt x="462" y="131"/>
                    <a:pt x="412" y="191"/>
                  </a:cubicBezTo>
                  <a:cubicBezTo>
                    <a:pt x="362" y="251"/>
                    <a:pt x="251" y="251"/>
                    <a:pt x="151" y="251"/>
                  </a:cubicBezTo>
                  <a:lnTo>
                    <a:pt x="0" y="251"/>
                  </a:lnTo>
                  <a:cubicBezTo>
                    <a:pt x="0" y="271"/>
                    <a:pt x="0" y="281"/>
                    <a:pt x="0" y="291"/>
                  </a:cubicBezTo>
                  <a:cubicBezTo>
                    <a:pt x="0" y="341"/>
                    <a:pt x="10" y="391"/>
                    <a:pt x="20" y="442"/>
                  </a:cubicBezTo>
                  <a:cubicBezTo>
                    <a:pt x="20" y="472"/>
                    <a:pt x="31" y="492"/>
                    <a:pt x="41" y="522"/>
                  </a:cubicBezTo>
                  <a:cubicBezTo>
                    <a:pt x="51" y="552"/>
                    <a:pt x="51" y="592"/>
                    <a:pt x="61" y="632"/>
                  </a:cubicBezTo>
                  <a:cubicBezTo>
                    <a:pt x="81" y="702"/>
                    <a:pt x="101" y="763"/>
                    <a:pt x="131" y="813"/>
                  </a:cubicBezTo>
                  <a:cubicBezTo>
                    <a:pt x="181" y="823"/>
                    <a:pt x="231" y="823"/>
                    <a:pt x="281" y="823"/>
                  </a:cubicBezTo>
                  <a:cubicBezTo>
                    <a:pt x="472" y="823"/>
                    <a:pt x="672" y="783"/>
                    <a:pt x="833" y="763"/>
                  </a:cubicBezTo>
                  <a:cubicBezTo>
                    <a:pt x="983" y="743"/>
                    <a:pt x="1074" y="733"/>
                    <a:pt x="1154" y="672"/>
                  </a:cubicBezTo>
                  <a:cubicBezTo>
                    <a:pt x="1154" y="452"/>
                    <a:pt x="1214" y="221"/>
                    <a:pt x="1034" y="71"/>
                  </a:cubicBezTo>
                  <a:cubicBezTo>
                    <a:pt x="973" y="20"/>
                    <a:pt x="893" y="0"/>
                    <a:pt x="803" y="0"/>
                  </a:cubicBezTo>
                  <a:close/>
                  <a:moveTo>
                    <a:pt x="141" y="833"/>
                  </a:moveTo>
                  <a:cubicBezTo>
                    <a:pt x="151" y="843"/>
                    <a:pt x="171" y="863"/>
                    <a:pt x="181" y="883"/>
                  </a:cubicBezTo>
                  <a:cubicBezTo>
                    <a:pt x="171" y="863"/>
                    <a:pt x="161" y="843"/>
                    <a:pt x="141" y="833"/>
                  </a:cubicBez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71" name="Google Shape;17071;p55"/>
            <p:cNvSpPr/>
            <p:nvPr/>
          </p:nvSpPr>
          <p:spPr>
            <a:xfrm>
              <a:off x="988551" y="3980714"/>
              <a:ext cx="54553" cy="21696"/>
            </a:xfrm>
            <a:custGeom>
              <a:avLst/>
              <a:gdLst/>
              <a:ahLst/>
              <a:cxnLst/>
              <a:rect l="l" t="t" r="r" b="b"/>
              <a:pathLst>
                <a:path w="533" h="212" extrusionOk="0">
                  <a:moveTo>
                    <a:pt x="532" y="0"/>
                  </a:moveTo>
                  <a:lnTo>
                    <a:pt x="532" y="0"/>
                  </a:lnTo>
                  <a:cubicBezTo>
                    <a:pt x="442" y="10"/>
                    <a:pt x="361" y="31"/>
                    <a:pt x="281" y="31"/>
                  </a:cubicBezTo>
                  <a:lnTo>
                    <a:pt x="261" y="31"/>
                  </a:lnTo>
                  <a:cubicBezTo>
                    <a:pt x="221" y="31"/>
                    <a:pt x="181" y="20"/>
                    <a:pt x="131" y="20"/>
                  </a:cubicBezTo>
                  <a:cubicBezTo>
                    <a:pt x="91" y="20"/>
                    <a:pt x="51" y="31"/>
                    <a:pt x="20" y="71"/>
                  </a:cubicBezTo>
                  <a:cubicBezTo>
                    <a:pt x="10" y="111"/>
                    <a:pt x="10" y="161"/>
                    <a:pt x="0" y="211"/>
                  </a:cubicBezTo>
                  <a:lnTo>
                    <a:pt x="161" y="211"/>
                  </a:lnTo>
                  <a:cubicBezTo>
                    <a:pt x="261" y="211"/>
                    <a:pt x="372" y="211"/>
                    <a:pt x="422" y="151"/>
                  </a:cubicBezTo>
                  <a:cubicBezTo>
                    <a:pt x="472" y="91"/>
                    <a:pt x="512" y="41"/>
                    <a:pt x="532" y="0"/>
                  </a:cubicBez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72" name="Google Shape;17072;p55"/>
            <p:cNvSpPr/>
            <p:nvPr/>
          </p:nvSpPr>
          <p:spPr>
            <a:xfrm>
              <a:off x="1002879" y="4045393"/>
              <a:ext cx="104806" cy="26813"/>
            </a:xfrm>
            <a:custGeom>
              <a:avLst/>
              <a:gdLst/>
              <a:ahLst/>
              <a:cxnLst/>
              <a:rect l="l" t="t" r="r" b="b"/>
              <a:pathLst>
                <a:path w="1024" h="262" extrusionOk="0">
                  <a:moveTo>
                    <a:pt x="1024" y="0"/>
                  </a:moveTo>
                  <a:cubicBezTo>
                    <a:pt x="944" y="61"/>
                    <a:pt x="853" y="71"/>
                    <a:pt x="703" y="91"/>
                  </a:cubicBezTo>
                  <a:cubicBezTo>
                    <a:pt x="542" y="111"/>
                    <a:pt x="342" y="151"/>
                    <a:pt x="151" y="151"/>
                  </a:cubicBezTo>
                  <a:cubicBezTo>
                    <a:pt x="101" y="151"/>
                    <a:pt x="51" y="151"/>
                    <a:pt x="1" y="141"/>
                  </a:cubicBezTo>
                  <a:lnTo>
                    <a:pt x="1" y="141"/>
                  </a:lnTo>
                  <a:cubicBezTo>
                    <a:pt x="1" y="151"/>
                    <a:pt x="11" y="151"/>
                    <a:pt x="11" y="161"/>
                  </a:cubicBezTo>
                  <a:cubicBezTo>
                    <a:pt x="31" y="171"/>
                    <a:pt x="41" y="191"/>
                    <a:pt x="51" y="211"/>
                  </a:cubicBezTo>
                  <a:cubicBezTo>
                    <a:pt x="51" y="211"/>
                    <a:pt x="61" y="221"/>
                    <a:pt x="61" y="221"/>
                  </a:cubicBezTo>
                  <a:cubicBezTo>
                    <a:pt x="101" y="251"/>
                    <a:pt x="151" y="261"/>
                    <a:pt x="211" y="261"/>
                  </a:cubicBezTo>
                  <a:cubicBezTo>
                    <a:pt x="322" y="261"/>
                    <a:pt x="452" y="221"/>
                    <a:pt x="552" y="221"/>
                  </a:cubicBezTo>
                  <a:cubicBezTo>
                    <a:pt x="565" y="221"/>
                    <a:pt x="579" y="221"/>
                    <a:pt x="593" y="221"/>
                  </a:cubicBezTo>
                  <a:cubicBezTo>
                    <a:pt x="754" y="221"/>
                    <a:pt x="1024" y="213"/>
                    <a:pt x="1024" y="10"/>
                  </a:cubicBezTo>
                  <a:lnTo>
                    <a:pt x="1024" y="0"/>
                  </a:ln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73" name="Google Shape;17073;p55"/>
            <p:cNvSpPr/>
            <p:nvPr/>
          </p:nvSpPr>
          <p:spPr>
            <a:xfrm>
              <a:off x="982512" y="4003638"/>
              <a:ext cx="35106" cy="31214"/>
            </a:xfrm>
            <a:custGeom>
              <a:avLst/>
              <a:gdLst/>
              <a:ahLst/>
              <a:cxnLst/>
              <a:rect l="l" t="t" r="r" b="b"/>
              <a:pathLst>
                <a:path w="343" h="305" extrusionOk="0">
                  <a:moveTo>
                    <a:pt x="49" y="1"/>
                  </a:moveTo>
                  <a:cubicBezTo>
                    <a:pt x="48" y="1"/>
                    <a:pt x="50" y="2"/>
                    <a:pt x="58" y="8"/>
                  </a:cubicBezTo>
                  <a:lnTo>
                    <a:pt x="58" y="8"/>
                  </a:lnTo>
                  <a:cubicBezTo>
                    <a:pt x="58" y="8"/>
                    <a:pt x="59" y="7"/>
                    <a:pt x="59" y="7"/>
                  </a:cubicBezTo>
                  <a:cubicBezTo>
                    <a:pt x="59" y="7"/>
                    <a:pt x="50" y="1"/>
                    <a:pt x="49" y="1"/>
                  </a:cubicBezTo>
                  <a:close/>
                  <a:moveTo>
                    <a:pt x="58" y="8"/>
                  </a:moveTo>
                  <a:cubicBezTo>
                    <a:pt x="1" y="40"/>
                    <a:pt x="70" y="168"/>
                    <a:pt x="89" y="188"/>
                  </a:cubicBezTo>
                  <a:cubicBezTo>
                    <a:pt x="110" y="236"/>
                    <a:pt x="238" y="305"/>
                    <a:pt x="300" y="305"/>
                  </a:cubicBezTo>
                  <a:cubicBezTo>
                    <a:pt x="328" y="305"/>
                    <a:pt x="342" y="292"/>
                    <a:pt x="330" y="258"/>
                  </a:cubicBezTo>
                  <a:cubicBezTo>
                    <a:pt x="300" y="148"/>
                    <a:pt x="120" y="57"/>
                    <a:pt x="69" y="17"/>
                  </a:cubicBezTo>
                  <a:cubicBezTo>
                    <a:pt x="64" y="13"/>
                    <a:pt x="61" y="10"/>
                    <a:pt x="58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74" name="Google Shape;17074;p55"/>
            <p:cNvSpPr/>
            <p:nvPr/>
          </p:nvSpPr>
          <p:spPr>
            <a:xfrm>
              <a:off x="1043000" y="3992995"/>
              <a:ext cx="53427" cy="37661"/>
            </a:xfrm>
            <a:custGeom>
              <a:avLst/>
              <a:gdLst/>
              <a:ahLst/>
              <a:cxnLst/>
              <a:rect l="l" t="t" r="r" b="b"/>
              <a:pathLst>
                <a:path w="522" h="368" extrusionOk="0">
                  <a:moveTo>
                    <a:pt x="414" y="0"/>
                  </a:moveTo>
                  <a:cubicBezTo>
                    <a:pt x="342" y="0"/>
                    <a:pt x="263" y="106"/>
                    <a:pt x="221" y="131"/>
                  </a:cubicBezTo>
                  <a:cubicBezTo>
                    <a:pt x="171" y="161"/>
                    <a:pt x="0" y="322"/>
                    <a:pt x="80" y="362"/>
                  </a:cubicBezTo>
                  <a:cubicBezTo>
                    <a:pt x="90" y="366"/>
                    <a:pt x="100" y="368"/>
                    <a:pt x="110" y="368"/>
                  </a:cubicBezTo>
                  <a:cubicBezTo>
                    <a:pt x="201" y="368"/>
                    <a:pt x="327" y="228"/>
                    <a:pt x="381" y="201"/>
                  </a:cubicBezTo>
                  <a:cubicBezTo>
                    <a:pt x="441" y="161"/>
                    <a:pt x="522" y="61"/>
                    <a:pt x="451" y="11"/>
                  </a:cubicBezTo>
                  <a:cubicBezTo>
                    <a:pt x="439" y="3"/>
                    <a:pt x="427" y="0"/>
                    <a:pt x="4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75" name="Google Shape;17075;p55"/>
            <p:cNvSpPr/>
            <p:nvPr/>
          </p:nvSpPr>
          <p:spPr>
            <a:xfrm>
              <a:off x="1257525" y="4184780"/>
              <a:ext cx="245435" cy="652110"/>
            </a:xfrm>
            <a:custGeom>
              <a:avLst/>
              <a:gdLst/>
              <a:ahLst/>
              <a:cxnLst/>
              <a:rect l="l" t="t" r="r" b="b"/>
              <a:pathLst>
                <a:path w="2398" h="6372" extrusionOk="0">
                  <a:moveTo>
                    <a:pt x="1928" y="0"/>
                  </a:moveTo>
                  <a:cubicBezTo>
                    <a:pt x="1818" y="0"/>
                    <a:pt x="1482" y="1062"/>
                    <a:pt x="1375" y="1296"/>
                  </a:cubicBezTo>
                  <a:cubicBezTo>
                    <a:pt x="1344" y="1367"/>
                    <a:pt x="1134" y="1828"/>
                    <a:pt x="1013" y="2089"/>
                  </a:cubicBezTo>
                  <a:cubicBezTo>
                    <a:pt x="1003" y="2109"/>
                    <a:pt x="983" y="2139"/>
                    <a:pt x="973" y="2169"/>
                  </a:cubicBezTo>
                  <a:cubicBezTo>
                    <a:pt x="953" y="2219"/>
                    <a:pt x="933" y="2259"/>
                    <a:pt x="913" y="2299"/>
                  </a:cubicBezTo>
                  <a:cubicBezTo>
                    <a:pt x="863" y="2430"/>
                    <a:pt x="803" y="2580"/>
                    <a:pt x="763" y="2731"/>
                  </a:cubicBezTo>
                  <a:cubicBezTo>
                    <a:pt x="733" y="2851"/>
                    <a:pt x="713" y="2972"/>
                    <a:pt x="703" y="3102"/>
                  </a:cubicBezTo>
                  <a:cubicBezTo>
                    <a:pt x="692" y="3152"/>
                    <a:pt x="692" y="3202"/>
                    <a:pt x="682" y="3252"/>
                  </a:cubicBezTo>
                  <a:cubicBezTo>
                    <a:pt x="652" y="3553"/>
                    <a:pt x="582" y="3965"/>
                    <a:pt x="542" y="4296"/>
                  </a:cubicBezTo>
                  <a:cubicBezTo>
                    <a:pt x="522" y="4406"/>
                    <a:pt x="512" y="4506"/>
                    <a:pt x="502" y="4596"/>
                  </a:cubicBezTo>
                  <a:cubicBezTo>
                    <a:pt x="492" y="4727"/>
                    <a:pt x="462" y="4867"/>
                    <a:pt x="422" y="5008"/>
                  </a:cubicBezTo>
                  <a:cubicBezTo>
                    <a:pt x="351" y="5279"/>
                    <a:pt x="271" y="5539"/>
                    <a:pt x="221" y="5730"/>
                  </a:cubicBezTo>
                  <a:cubicBezTo>
                    <a:pt x="211" y="5760"/>
                    <a:pt x="211" y="5790"/>
                    <a:pt x="211" y="5810"/>
                  </a:cubicBezTo>
                  <a:cubicBezTo>
                    <a:pt x="171" y="6061"/>
                    <a:pt x="0" y="6171"/>
                    <a:pt x="141" y="6251"/>
                  </a:cubicBezTo>
                  <a:cubicBezTo>
                    <a:pt x="221" y="6292"/>
                    <a:pt x="382" y="6352"/>
                    <a:pt x="552" y="6372"/>
                  </a:cubicBezTo>
                  <a:cubicBezTo>
                    <a:pt x="582" y="6231"/>
                    <a:pt x="602" y="6151"/>
                    <a:pt x="622" y="5951"/>
                  </a:cubicBezTo>
                  <a:cubicBezTo>
                    <a:pt x="642" y="5720"/>
                    <a:pt x="562" y="5690"/>
                    <a:pt x="642" y="5289"/>
                  </a:cubicBezTo>
                  <a:cubicBezTo>
                    <a:pt x="723" y="4887"/>
                    <a:pt x="823" y="3573"/>
                    <a:pt x="913" y="3172"/>
                  </a:cubicBezTo>
                  <a:cubicBezTo>
                    <a:pt x="1003" y="2771"/>
                    <a:pt x="1114" y="3072"/>
                    <a:pt x="1184" y="2711"/>
                  </a:cubicBezTo>
                  <a:cubicBezTo>
                    <a:pt x="1244" y="2360"/>
                    <a:pt x="1615" y="2079"/>
                    <a:pt x="1846" y="1758"/>
                  </a:cubicBezTo>
                  <a:cubicBezTo>
                    <a:pt x="2067" y="1427"/>
                    <a:pt x="2257" y="855"/>
                    <a:pt x="2378" y="494"/>
                  </a:cubicBezTo>
                  <a:cubicBezTo>
                    <a:pt x="2398" y="434"/>
                    <a:pt x="2378" y="414"/>
                    <a:pt x="2336" y="414"/>
                  </a:cubicBezTo>
                  <a:cubicBezTo>
                    <a:pt x="2295" y="414"/>
                    <a:pt x="2232" y="434"/>
                    <a:pt x="2167" y="454"/>
                  </a:cubicBezTo>
                  <a:cubicBezTo>
                    <a:pt x="2104" y="479"/>
                    <a:pt x="2032" y="505"/>
                    <a:pt x="1975" y="505"/>
                  </a:cubicBezTo>
                  <a:cubicBezTo>
                    <a:pt x="1943" y="505"/>
                    <a:pt x="1915" y="496"/>
                    <a:pt x="1896" y="474"/>
                  </a:cubicBezTo>
                  <a:cubicBezTo>
                    <a:pt x="1836" y="404"/>
                    <a:pt x="1976" y="23"/>
                    <a:pt x="1936" y="2"/>
                  </a:cubicBezTo>
                  <a:cubicBezTo>
                    <a:pt x="1934" y="1"/>
                    <a:pt x="1931" y="0"/>
                    <a:pt x="1928" y="0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76" name="Google Shape;17076;p55"/>
            <p:cNvSpPr/>
            <p:nvPr/>
          </p:nvSpPr>
          <p:spPr>
            <a:xfrm>
              <a:off x="1147704" y="3775318"/>
              <a:ext cx="36027" cy="28962"/>
            </a:xfrm>
            <a:custGeom>
              <a:avLst/>
              <a:gdLst/>
              <a:ahLst/>
              <a:cxnLst/>
              <a:rect l="l" t="t" r="r" b="b"/>
              <a:pathLst>
                <a:path w="352" h="283" extrusionOk="0">
                  <a:moveTo>
                    <a:pt x="172" y="1"/>
                  </a:moveTo>
                  <a:cubicBezTo>
                    <a:pt x="145" y="1"/>
                    <a:pt x="118" y="8"/>
                    <a:pt x="90" y="21"/>
                  </a:cubicBezTo>
                  <a:cubicBezTo>
                    <a:pt x="20" y="62"/>
                    <a:pt x="0" y="142"/>
                    <a:pt x="50" y="212"/>
                  </a:cubicBezTo>
                  <a:cubicBezTo>
                    <a:pt x="77" y="258"/>
                    <a:pt x="125" y="283"/>
                    <a:pt x="177" y="283"/>
                  </a:cubicBezTo>
                  <a:cubicBezTo>
                    <a:pt x="205" y="283"/>
                    <a:pt x="233" y="276"/>
                    <a:pt x="261" y="262"/>
                  </a:cubicBezTo>
                  <a:cubicBezTo>
                    <a:pt x="331" y="222"/>
                    <a:pt x="351" y="142"/>
                    <a:pt x="301" y="72"/>
                  </a:cubicBezTo>
                  <a:cubicBezTo>
                    <a:pt x="268" y="25"/>
                    <a:pt x="222" y="1"/>
                    <a:pt x="172" y="1"/>
                  </a:cubicBezTo>
                  <a:close/>
                </a:path>
              </a:pathLst>
            </a:custGeom>
            <a:solidFill>
              <a:srgbClr val="1A0B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77" name="Google Shape;17077;p55"/>
            <p:cNvSpPr/>
            <p:nvPr/>
          </p:nvSpPr>
          <p:spPr>
            <a:xfrm>
              <a:off x="1149751" y="3775318"/>
              <a:ext cx="31933" cy="25892"/>
            </a:xfrm>
            <a:custGeom>
              <a:avLst/>
              <a:gdLst/>
              <a:ahLst/>
              <a:cxnLst/>
              <a:rect l="l" t="t" r="r" b="b"/>
              <a:pathLst>
                <a:path w="312" h="253" extrusionOk="0">
                  <a:moveTo>
                    <a:pt x="157" y="1"/>
                  </a:moveTo>
                  <a:cubicBezTo>
                    <a:pt x="131" y="1"/>
                    <a:pt x="105" y="7"/>
                    <a:pt x="80" y="21"/>
                  </a:cubicBezTo>
                  <a:cubicBezTo>
                    <a:pt x="10" y="51"/>
                    <a:pt x="0" y="122"/>
                    <a:pt x="40" y="192"/>
                  </a:cubicBezTo>
                  <a:cubicBezTo>
                    <a:pt x="66" y="231"/>
                    <a:pt x="109" y="253"/>
                    <a:pt x="155" y="253"/>
                  </a:cubicBezTo>
                  <a:cubicBezTo>
                    <a:pt x="180" y="253"/>
                    <a:pt x="206" y="246"/>
                    <a:pt x="231" y="232"/>
                  </a:cubicBezTo>
                  <a:cubicBezTo>
                    <a:pt x="291" y="202"/>
                    <a:pt x="311" y="122"/>
                    <a:pt x="271" y="62"/>
                  </a:cubicBezTo>
                  <a:cubicBezTo>
                    <a:pt x="245" y="23"/>
                    <a:pt x="202" y="1"/>
                    <a:pt x="157" y="1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78" name="Google Shape;17078;p55"/>
            <p:cNvSpPr/>
            <p:nvPr/>
          </p:nvSpPr>
          <p:spPr>
            <a:xfrm>
              <a:off x="1156915" y="3780537"/>
              <a:ext cx="17502" cy="14430"/>
            </a:xfrm>
            <a:custGeom>
              <a:avLst/>
              <a:gdLst/>
              <a:ahLst/>
              <a:cxnLst/>
              <a:rect l="l" t="t" r="r" b="b"/>
              <a:pathLst>
                <a:path w="171" h="141" extrusionOk="0">
                  <a:moveTo>
                    <a:pt x="80" y="0"/>
                  </a:moveTo>
                  <a:cubicBezTo>
                    <a:pt x="67" y="0"/>
                    <a:pt x="54" y="4"/>
                    <a:pt x="41" y="11"/>
                  </a:cubicBezTo>
                  <a:cubicBezTo>
                    <a:pt x="0" y="31"/>
                    <a:pt x="0" y="71"/>
                    <a:pt x="20" y="101"/>
                  </a:cubicBezTo>
                  <a:cubicBezTo>
                    <a:pt x="34" y="128"/>
                    <a:pt x="61" y="141"/>
                    <a:pt x="86" y="141"/>
                  </a:cubicBezTo>
                  <a:cubicBezTo>
                    <a:pt x="98" y="141"/>
                    <a:pt x="111" y="138"/>
                    <a:pt x="121" y="131"/>
                  </a:cubicBezTo>
                  <a:cubicBezTo>
                    <a:pt x="161" y="111"/>
                    <a:pt x="171" y="71"/>
                    <a:pt x="151" y="41"/>
                  </a:cubicBezTo>
                  <a:cubicBezTo>
                    <a:pt x="131" y="14"/>
                    <a:pt x="106" y="0"/>
                    <a:pt x="80" y="0"/>
                  </a:cubicBezTo>
                  <a:close/>
                </a:path>
              </a:pathLst>
            </a:custGeom>
            <a:solidFill>
              <a:srgbClr val="1A0B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79" name="Google Shape;17079;p55"/>
            <p:cNvSpPr/>
            <p:nvPr/>
          </p:nvSpPr>
          <p:spPr>
            <a:xfrm>
              <a:off x="1139413" y="3769689"/>
              <a:ext cx="53529" cy="24766"/>
            </a:xfrm>
            <a:custGeom>
              <a:avLst/>
              <a:gdLst/>
              <a:ahLst/>
              <a:cxnLst/>
              <a:rect l="l" t="t" r="r" b="b"/>
              <a:pathLst>
                <a:path w="523" h="242" extrusionOk="0">
                  <a:moveTo>
                    <a:pt x="318" y="0"/>
                  </a:moveTo>
                  <a:cubicBezTo>
                    <a:pt x="235" y="0"/>
                    <a:pt x="123" y="35"/>
                    <a:pt x="101" y="86"/>
                  </a:cubicBezTo>
                  <a:cubicBezTo>
                    <a:pt x="71" y="157"/>
                    <a:pt x="1" y="217"/>
                    <a:pt x="61" y="237"/>
                  </a:cubicBezTo>
                  <a:cubicBezTo>
                    <a:pt x="68" y="240"/>
                    <a:pt x="74" y="242"/>
                    <a:pt x="81" y="242"/>
                  </a:cubicBezTo>
                  <a:cubicBezTo>
                    <a:pt x="137" y="242"/>
                    <a:pt x="198" y="144"/>
                    <a:pt x="252" y="127"/>
                  </a:cubicBezTo>
                  <a:cubicBezTo>
                    <a:pt x="266" y="123"/>
                    <a:pt x="280" y="121"/>
                    <a:pt x="295" y="121"/>
                  </a:cubicBezTo>
                  <a:cubicBezTo>
                    <a:pt x="353" y="121"/>
                    <a:pt x="414" y="147"/>
                    <a:pt x="462" y="147"/>
                  </a:cubicBezTo>
                  <a:cubicBezTo>
                    <a:pt x="522" y="147"/>
                    <a:pt x="452" y="46"/>
                    <a:pt x="392" y="16"/>
                  </a:cubicBezTo>
                  <a:cubicBezTo>
                    <a:pt x="376" y="5"/>
                    <a:pt x="349" y="0"/>
                    <a:pt x="318" y="0"/>
                  </a:cubicBezTo>
                  <a:close/>
                </a:path>
              </a:pathLst>
            </a:custGeom>
            <a:solidFill>
              <a:srgbClr val="1A0B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80" name="Google Shape;17080;p55"/>
            <p:cNvSpPr/>
            <p:nvPr/>
          </p:nvSpPr>
          <p:spPr>
            <a:xfrm>
              <a:off x="1794449" y="3656705"/>
              <a:ext cx="495988" cy="73275"/>
            </a:xfrm>
            <a:custGeom>
              <a:avLst/>
              <a:gdLst/>
              <a:ahLst/>
              <a:cxnLst/>
              <a:rect l="l" t="t" r="r" b="b"/>
              <a:pathLst>
                <a:path w="4846" h="716" extrusionOk="0">
                  <a:moveTo>
                    <a:pt x="3567" y="1"/>
                  </a:moveTo>
                  <a:cubicBezTo>
                    <a:pt x="3057" y="1"/>
                    <a:pt x="2560" y="147"/>
                    <a:pt x="2047" y="238"/>
                  </a:cubicBezTo>
                  <a:cubicBezTo>
                    <a:pt x="1877" y="265"/>
                    <a:pt x="1706" y="274"/>
                    <a:pt x="1533" y="274"/>
                  </a:cubicBezTo>
                  <a:cubicBezTo>
                    <a:pt x="1247" y="274"/>
                    <a:pt x="959" y="250"/>
                    <a:pt x="672" y="250"/>
                  </a:cubicBezTo>
                  <a:cubicBezTo>
                    <a:pt x="446" y="250"/>
                    <a:pt x="222" y="265"/>
                    <a:pt x="0" y="318"/>
                  </a:cubicBezTo>
                  <a:lnTo>
                    <a:pt x="0" y="328"/>
                  </a:lnTo>
                  <a:cubicBezTo>
                    <a:pt x="185" y="632"/>
                    <a:pt x="473" y="715"/>
                    <a:pt x="787" y="715"/>
                  </a:cubicBezTo>
                  <a:cubicBezTo>
                    <a:pt x="1053" y="715"/>
                    <a:pt x="1338" y="655"/>
                    <a:pt x="1595" y="619"/>
                  </a:cubicBezTo>
                  <a:cubicBezTo>
                    <a:pt x="2157" y="528"/>
                    <a:pt x="2749" y="388"/>
                    <a:pt x="3290" y="258"/>
                  </a:cubicBezTo>
                  <a:cubicBezTo>
                    <a:pt x="3447" y="222"/>
                    <a:pt x="3603" y="207"/>
                    <a:pt x="3757" y="207"/>
                  </a:cubicBezTo>
                  <a:cubicBezTo>
                    <a:pt x="4124" y="207"/>
                    <a:pt x="4485" y="290"/>
                    <a:pt x="4845" y="368"/>
                  </a:cubicBezTo>
                  <a:cubicBezTo>
                    <a:pt x="4474" y="217"/>
                    <a:pt x="4163" y="27"/>
                    <a:pt x="3742" y="7"/>
                  </a:cubicBezTo>
                  <a:cubicBezTo>
                    <a:pt x="3683" y="3"/>
                    <a:pt x="3625" y="1"/>
                    <a:pt x="3567" y="1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81" name="Google Shape;17081;p55"/>
            <p:cNvSpPr/>
            <p:nvPr/>
          </p:nvSpPr>
          <p:spPr>
            <a:xfrm>
              <a:off x="1171244" y="3783607"/>
              <a:ext cx="5220" cy="5219"/>
            </a:xfrm>
            <a:custGeom>
              <a:avLst/>
              <a:gdLst/>
              <a:ahLst/>
              <a:cxnLst/>
              <a:rect l="l" t="t" r="r" b="b"/>
              <a:pathLst>
                <a:path w="51" h="51" extrusionOk="0">
                  <a:moveTo>
                    <a:pt x="1" y="1"/>
                  </a:moveTo>
                  <a:cubicBezTo>
                    <a:pt x="11" y="1"/>
                    <a:pt x="11" y="11"/>
                    <a:pt x="11" y="11"/>
                  </a:cubicBezTo>
                  <a:cubicBezTo>
                    <a:pt x="21" y="21"/>
                    <a:pt x="21" y="41"/>
                    <a:pt x="21" y="51"/>
                  </a:cubicBezTo>
                  <a:cubicBezTo>
                    <a:pt x="31" y="51"/>
                    <a:pt x="51" y="41"/>
                    <a:pt x="41" y="31"/>
                  </a:cubicBezTo>
                  <a:cubicBezTo>
                    <a:pt x="41" y="11"/>
                    <a:pt x="31" y="1"/>
                    <a:pt x="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82" name="Google Shape;17082;p55"/>
            <p:cNvSpPr/>
            <p:nvPr/>
          </p:nvSpPr>
          <p:spPr>
            <a:xfrm>
              <a:off x="1169197" y="3783607"/>
              <a:ext cx="4196" cy="5219"/>
            </a:xfrm>
            <a:custGeom>
              <a:avLst/>
              <a:gdLst/>
              <a:ahLst/>
              <a:cxnLst/>
              <a:rect l="l" t="t" r="r" b="b"/>
              <a:pathLst>
                <a:path w="41" h="51" extrusionOk="0">
                  <a:moveTo>
                    <a:pt x="21" y="1"/>
                  </a:moveTo>
                  <a:cubicBezTo>
                    <a:pt x="11" y="11"/>
                    <a:pt x="1" y="21"/>
                    <a:pt x="1" y="31"/>
                  </a:cubicBezTo>
                  <a:cubicBezTo>
                    <a:pt x="11" y="41"/>
                    <a:pt x="21" y="51"/>
                    <a:pt x="41" y="51"/>
                  </a:cubicBezTo>
                  <a:cubicBezTo>
                    <a:pt x="41" y="41"/>
                    <a:pt x="41" y="21"/>
                    <a:pt x="31" y="11"/>
                  </a:cubicBezTo>
                  <a:cubicBezTo>
                    <a:pt x="31" y="11"/>
                    <a:pt x="31" y="1"/>
                    <a:pt x="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83" name="Google Shape;17083;p55"/>
            <p:cNvSpPr/>
            <p:nvPr/>
          </p:nvSpPr>
          <p:spPr>
            <a:xfrm>
              <a:off x="1161009" y="3793841"/>
              <a:ext cx="2149" cy="2149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" y="1"/>
                  </a:moveTo>
                  <a:lnTo>
                    <a:pt x="11" y="21"/>
                  </a:lnTo>
                  <a:lnTo>
                    <a:pt x="21" y="11"/>
                  </a:lnTo>
                  <a:cubicBezTo>
                    <a:pt x="21" y="1"/>
                    <a:pt x="11" y="1"/>
                    <a:pt x="1" y="1"/>
                  </a:cubicBezTo>
                  <a:close/>
                </a:path>
              </a:pathLst>
            </a:custGeom>
            <a:solidFill>
              <a:srgbClr val="B4AD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84" name="Google Shape;17084;p55"/>
            <p:cNvSpPr/>
            <p:nvPr/>
          </p:nvSpPr>
          <p:spPr>
            <a:xfrm>
              <a:off x="1161009" y="3792818"/>
              <a:ext cx="3173" cy="2149"/>
            </a:xfrm>
            <a:custGeom>
              <a:avLst/>
              <a:gdLst/>
              <a:ahLst/>
              <a:cxnLst/>
              <a:rect l="l" t="t" r="r" b="b"/>
              <a:pathLst>
                <a:path w="31" h="21" extrusionOk="0">
                  <a:moveTo>
                    <a:pt x="11" y="1"/>
                  </a:moveTo>
                  <a:lnTo>
                    <a:pt x="1" y="11"/>
                  </a:lnTo>
                  <a:cubicBezTo>
                    <a:pt x="11" y="11"/>
                    <a:pt x="21" y="11"/>
                    <a:pt x="21" y="21"/>
                  </a:cubicBezTo>
                  <a:lnTo>
                    <a:pt x="31" y="1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85" name="Google Shape;17085;p55"/>
            <p:cNvSpPr/>
            <p:nvPr/>
          </p:nvSpPr>
          <p:spPr>
            <a:xfrm>
              <a:off x="1649727" y="4198289"/>
              <a:ext cx="379923" cy="79211"/>
            </a:xfrm>
            <a:custGeom>
              <a:avLst/>
              <a:gdLst/>
              <a:ahLst/>
              <a:cxnLst/>
              <a:rect l="l" t="t" r="r" b="b"/>
              <a:pathLst>
                <a:path w="3712" h="774" extrusionOk="0">
                  <a:moveTo>
                    <a:pt x="3711" y="1"/>
                  </a:moveTo>
                  <a:lnTo>
                    <a:pt x="3711" y="1"/>
                  </a:lnTo>
                  <a:cubicBezTo>
                    <a:pt x="3330" y="151"/>
                    <a:pt x="2929" y="272"/>
                    <a:pt x="2518" y="372"/>
                  </a:cubicBezTo>
                  <a:cubicBezTo>
                    <a:pt x="2929" y="272"/>
                    <a:pt x="3330" y="161"/>
                    <a:pt x="3711" y="1"/>
                  </a:cubicBezTo>
                  <a:close/>
                  <a:moveTo>
                    <a:pt x="1324" y="633"/>
                  </a:moveTo>
                  <a:cubicBezTo>
                    <a:pt x="893" y="703"/>
                    <a:pt x="441" y="743"/>
                    <a:pt x="0" y="773"/>
                  </a:cubicBezTo>
                  <a:cubicBezTo>
                    <a:pt x="441" y="753"/>
                    <a:pt x="893" y="703"/>
                    <a:pt x="1324" y="633"/>
                  </a:cubicBezTo>
                  <a:close/>
                </a:path>
              </a:pathLst>
            </a:custGeom>
            <a:solidFill>
              <a:srgbClr val="D3D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86" name="Google Shape;17086;p55"/>
            <p:cNvSpPr/>
            <p:nvPr/>
          </p:nvSpPr>
          <p:spPr>
            <a:xfrm>
              <a:off x="2029545" y="4198289"/>
              <a:ext cx="1126" cy="102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9A3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87" name="Google Shape;17087;p55"/>
            <p:cNvSpPr/>
            <p:nvPr/>
          </p:nvSpPr>
          <p:spPr>
            <a:xfrm>
              <a:off x="2030569" y="4186008"/>
              <a:ext cx="28863" cy="12383"/>
            </a:xfrm>
            <a:custGeom>
              <a:avLst/>
              <a:gdLst/>
              <a:ahLst/>
              <a:cxnLst/>
              <a:rect l="l" t="t" r="r" b="b"/>
              <a:pathLst>
                <a:path w="282" h="121" extrusionOk="0">
                  <a:moveTo>
                    <a:pt x="0" y="121"/>
                  </a:moveTo>
                  <a:cubicBezTo>
                    <a:pt x="0" y="121"/>
                    <a:pt x="0" y="121"/>
                    <a:pt x="0" y="121"/>
                  </a:cubicBezTo>
                  <a:cubicBezTo>
                    <a:pt x="91" y="81"/>
                    <a:pt x="181" y="41"/>
                    <a:pt x="281" y="1"/>
                  </a:cubicBezTo>
                  <a:cubicBezTo>
                    <a:pt x="181" y="41"/>
                    <a:pt x="91" y="81"/>
                    <a:pt x="0" y="121"/>
                  </a:cubicBezTo>
                </a:path>
              </a:pathLst>
            </a:custGeom>
            <a:solidFill>
              <a:srgbClr val="8A6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88" name="Google Shape;17088;p55"/>
            <p:cNvSpPr/>
            <p:nvPr/>
          </p:nvSpPr>
          <p:spPr>
            <a:xfrm>
              <a:off x="1568564" y="4138829"/>
              <a:ext cx="516458" cy="139694"/>
            </a:xfrm>
            <a:custGeom>
              <a:avLst/>
              <a:gdLst/>
              <a:ahLst/>
              <a:cxnLst/>
              <a:rect l="l" t="t" r="r" b="b"/>
              <a:pathLst>
                <a:path w="5046" h="1365" extrusionOk="0">
                  <a:moveTo>
                    <a:pt x="5046" y="341"/>
                  </a:moveTo>
                  <a:cubicBezTo>
                    <a:pt x="5006" y="361"/>
                    <a:pt x="4964" y="381"/>
                    <a:pt x="4922" y="401"/>
                  </a:cubicBezTo>
                  <a:lnTo>
                    <a:pt x="4922" y="401"/>
                  </a:lnTo>
                  <a:cubicBezTo>
                    <a:pt x="4964" y="381"/>
                    <a:pt x="5005" y="362"/>
                    <a:pt x="5046" y="341"/>
                  </a:cubicBezTo>
                  <a:close/>
                  <a:moveTo>
                    <a:pt x="4575" y="0"/>
                  </a:moveTo>
                  <a:cubicBezTo>
                    <a:pt x="3712" y="90"/>
                    <a:pt x="2699" y="482"/>
                    <a:pt x="2037" y="652"/>
                  </a:cubicBezTo>
                  <a:cubicBezTo>
                    <a:pt x="1987" y="662"/>
                    <a:pt x="1937" y="662"/>
                    <a:pt x="1876" y="662"/>
                  </a:cubicBezTo>
                  <a:cubicBezTo>
                    <a:pt x="1776" y="662"/>
                    <a:pt x="1656" y="642"/>
                    <a:pt x="1535" y="612"/>
                  </a:cubicBezTo>
                  <a:cubicBezTo>
                    <a:pt x="1495" y="722"/>
                    <a:pt x="1435" y="813"/>
                    <a:pt x="1385" y="823"/>
                  </a:cubicBezTo>
                  <a:cubicBezTo>
                    <a:pt x="1355" y="833"/>
                    <a:pt x="1325" y="833"/>
                    <a:pt x="1295" y="833"/>
                  </a:cubicBezTo>
                  <a:cubicBezTo>
                    <a:pt x="964" y="833"/>
                    <a:pt x="1024" y="361"/>
                    <a:pt x="663" y="231"/>
                  </a:cubicBezTo>
                  <a:lnTo>
                    <a:pt x="633" y="231"/>
                  </a:lnTo>
                  <a:cubicBezTo>
                    <a:pt x="592" y="231"/>
                    <a:pt x="532" y="241"/>
                    <a:pt x="472" y="261"/>
                  </a:cubicBezTo>
                  <a:cubicBezTo>
                    <a:pt x="422" y="271"/>
                    <a:pt x="352" y="281"/>
                    <a:pt x="292" y="281"/>
                  </a:cubicBezTo>
                  <a:lnTo>
                    <a:pt x="221" y="281"/>
                  </a:lnTo>
                  <a:cubicBezTo>
                    <a:pt x="241" y="441"/>
                    <a:pt x="261" y="592"/>
                    <a:pt x="261" y="662"/>
                  </a:cubicBezTo>
                  <a:cubicBezTo>
                    <a:pt x="261" y="853"/>
                    <a:pt x="151" y="1164"/>
                    <a:pt x="1" y="1354"/>
                  </a:cubicBezTo>
                  <a:cubicBezTo>
                    <a:pt x="121" y="1354"/>
                    <a:pt x="241" y="1364"/>
                    <a:pt x="362" y="1364"/>
                  </a:cubicBezTo>
                  <a:cubicBezTo>
                    <a:pt x="502" y="1364"/>
                    <a:pt x="643" y="1354"/>
                    <a:pt x="793" y="1354"/>
                  </a:cubicBezTo>
                  <a:cubicBezTo>
                    <a:pt x="1234" y="1324"/>
                    <a:pt x="1686" y="1284"/>
                    <a:pt x="2117" y="1214"/>
                  </a:cubicBezTo>
                  <a:cubicBezTo>
                    <a:pt x="2378" y="1174"/>
                    <a:pt x="2639" y="1114"/>
                    <a:pt x="2889" y="1063"/>
                  </a:cubicBezTo>
                  <a:cubicBezTo>
                    <a:pt x="3030" y="1023"/>
                    <a:pt x="3170" y="993"/>
                    <a:pt x="3311" y="953"/>
                  </a:cubicBezTo>
                  <a:cubicBezTo>
                    <a:pt x="3722" y="853"/>
                    <a:pt x="4123" y="732"/>
                    <a:pt x="4504" y="582"/>
                  </a:cubicBezTo>
                  <a:lnTo>
                    <a:pt x="4514" y="582"/>
                  </a:lnTo>
                  <a:cubicBezTo>
                    <a:pt x="4605" y="542"/>
                    <a:pt x="4695" y="502"/>
                    <a:pt x="4795" y="462"/>
                  </a:cubicBezTo>
                  <a:cubicBezTo>
                    <a:pt x="4836" y="441"/>
                    <a:pt x="4879" y="421"/>
                    <a:pt x="4922" y="401"/>
                  </a:cubicBezTo>
                  <a:lnTo>
                    <a:pt x="4922" y="401"/>
                  </a:lnTo>
                  <a:cubicBezTo>
                    <a:pt x="4822" y="447"/>
                    <a:pt x="4721" y="489"/>
                    <a:pt x="4615" y="532"/>
                  </a:cubicBezTo>
                  <a:cubicBezTo>
                    <a:pt x="4655" y="421"/>
                    <a:pt x="4755" y="301"/>
                    <a:pt x="4735" y="181"/>
                  </a:cubicBezTo>
                  <a:cubicBezTo>
                    <a:pt x="4725" y="80"/>
                    <a:pt x="4615" y="70"/>
                    <a:pt x="4575" y="0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89" name="Google Shape;17089;p55"/>
            <p:cNvSpPr/>
            <p:nvPr/>
          </p:nvSpPr>
          <p:spPr>
            <a:xfrm>
              <a:off x="1584019" y="4105978"/>
              <a:ext cx="141755" cy="118100"/>
            </a:xfrm>
            <a:custGeom>
              <a:avLst/>
              <a:gdLst/>
              <a:ahLst/>
              <a:cxnLst/>
              <a:rect l="l" t="t" r="r" b="b"/>
              <a:pathLst>
                <a:path w="1385" h="1154" extrusionOk="0">
                  <a:moveTo>
                    <a:pt x="120" y="0"/>
                  </a:moveTo>
                  <a:cubicBezTo>
                    <a:pt x="0" y="0"/>
                    <a:pt x="30" y="321"/>
                    <a:pt x="70" y="602"/>
                  </a:cubicBezTo>
                  <a:lnTo>
                    <a:pt x="141" y="602"/>
                  </a:lnTo>
                  <a:cubicBezTo>
                    <a:pt x="201" y="602"/>
                    <a:pt x="271" y="592"/>
                    <a:pt x="321" y="582"/>
                  </a:cubicBezTo>
                  <a:cubicBezTo>
                    <a:pt x="381" y="562"/>
                    <a:pt x="441" y="552"/>
                    <a:pt x="482" y="552"/>
                  </a:cubicBezTo>
                  <a:lnTo>
                    <a:pt x="512" y="552"/>
                  </a:lnTo>
                  <a:cubicBezTo>
                    <a:pt x="873" y="682"/>
                    <a:pt x="813" y="1154"/>
                    <a:pt x="1144" y="1154"/>
                  </a:cubicBezTo>
                  <a:cubicBezTo>
                    <a:pt x="1174" y="1154"/>
                    <a:pt x="1204" y="1154"/>
                    <a:pt x="1234" y="1144"/>
                  </a:cubicBezTo>
                  <a:cubicBezTo>
                    <a:pt x="1284" y="1134"/>
                    <a:pt x="1344" y="1043"/>
                    <a:pt x="1384" y="933"/>
                  </a:cubicBezTo>
                  <a:cubicBezTo>
                    <a:pt x="1124" y="853"/>
                    <a:pt x="863" y="702"/>
                    <a:pt x="732" y="562"/>
                  </a:cubicBezTo>
                  <a:cubicBezTo>
                    <a:pt x="512" y="331"/>
                    <a:pt x="341" y="20"/>
                    <a:pt x="130" y="0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90" name="Google Shape;17090;p55"/>
            <p:cNvSpPr/>
            <p:nvPr/>
          </p:nvSpPr>
          <p:spPr>
            <a:xfrm>
              <a:off x="2130155" y="4145993"/>
              <a:ext cx="1126" cy="102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0" y="0"/>
                    <a:pt x="10" y="0"/>
                  </a:cubicBezTo>
                  <a:lnTo>
                    <a:pt x="0" y="0"/>
                  </a:lnTo>
                </a:path>
              </a:pathLst>
            </a:custGeom>
            <a:solidFill>
              <a:srgbClr val="8A6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91" name="Google Shape;17091;p55"/>
            <p:cNvSpPr/>
            <p:nvPr/>
          </p:nvSpPr>
          <p:spPr>
            <a:xfrm>
              <a:off x="2105489" y="4139853"/>
              <a:ext cx="24769" cy="21594"/>
            </a:xfrm>
            <a:custGeom>
              <a:avLst/>
              <a:gdLst/>
              <a:ahLst/>
              <a:cxnLst/>
              <a:rect l="l" t="t" r="r" b="b"/>
              <a:pathLst>
                <a:path w="242" h="211" extrusionOk="0">
                  <a:moveTo>
                    <a:pt x="31" y="0"/>
                  </a:moveTo>
                  <a:cubicBezTo>
                    <a:pt x="31" y="0"/>
                    <a:pt x="31" y="10"/>
                    <a:pt x="31" y="20"/>
                  </a:cubicBezTo>
                  <a:cubicBezTo>
                    <a:pt x="51" y="80"/>
                    <a:pt x="51" y="171"/>
                    <a:pt x="1" y="211"/>
                  </a:cubicBezTo>
                  <a:cubicBezTo>
                    <a:pt x="81" y="171"/>
                    <a:pt x="161" y="110"/>
                    <a:pt x="241" y="60"/>
                  </a:cubicBezTo>
                  <a:cubicBezTo>
                    <a:pt x="181" y="30"/>
                    <a:pt x="101" y="10"/>
                    <a:pt x="31" y="0"/>
                  </a:cubicBezTo>
                  <a:close/>
                </a:path>
              </a:pathLst>
            </a:custGeom>
            <a:solidFill>
              <a:srgbClr val="BBB2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92" name="Google Shape;17092;p55"/>
            <p:cNvSpPr/>
            <p:nvPr/>
          </p:nvSpPr>
          <p:spPr>
            <a:xfrm>
              <a:off x="2100371" y="4225000"/>
              <a:ext cx="99689" cy="519171"/>
            </a:xfrm>
            <a:custGeom>
              <a:avLst/>
              <a:gdLst/>
              <a:ahLst/>
              <a:cxnLst/>
              <a:rect l="l" t="t" r="r" b="b"/>
              <a:pathLst>
                <a:path w="974" h="5073" extrusionOk="0">
                  <a:moveTo>
                    <a:pt x="362" y="1"/>
                  </a:moveTo>
                  <a:cubicBezTo>
                    <a:pt x="382" y="382"/>
                    <a:pt x="442" y="763"/>
                    <a:pt x="482" y="1014"/>
                  </a:cubicBezTo>
                  <a:cubicBezTo>
                    <a:pt x="582" y="1616"/>
                    <a:pt x="652" y="2278"/>
                    <a:pt x="612" y="2809"/>
                  </a:cubicBezTo>
                  <a:cubicBezTo>
                    <a:pt x="572" y="3351"/>
                    <a:pt x="382" y="4103"/>
                    <a:pt x="271" y="4444"/>
                  </a:cubicBezTo>
                  <a:cubicBezTo>
                    <a:pt x="161" y="4785"/>
                    <a:pt x="0" y="4845"/>
                    <a:pt x="91" y="5006"/>
                  </a:cubicBezTo>
                  <a:cubicBezTo>
                    <a:pt x="124" y="5059"/>
                    <a:pt x="184" y="5073"/>
                    <a:pt x="245" y="5073"/>
                  </a:cubicBezTo>
                  <a:cubicBezTo>
                    <a:pt x="275" y="5073"/>
                    <a:pt x="305" y="5069"/>
                    <a:pt x="331" y="5066"/>
                  </a:cubicBezTo>
                  <a:cubicBezTo>
                    <a:pt x="357" y="5061"/>
                    <a:pt x="377" y="5059"/>
                    <a:pt x="393" y="5059"/>
                  </a:cubicBezTo>
                  <a:cubicBezTo>
                    <a:pt x="409" y="5059"/>
                    <a:pt x="422" y="5061"/>
                    <a:pt x="432" y="5066"/>
                  </a:cubicBezTo>
                  <a:cubicBezTo>
                    <a:pt x="442" y="5069"/>
                    <a:pt x="446" y="5071"/>
                    <a:pt x="448" y="5071"/>
                  </a:cubicBezTo>
                  <a:cubicBezTo>
                    <a:pt x="451" y="5071"/>
                    <a:pt x="442" y="5066"/>
                    <a:pt x="442" y="5066"/>
                  </a:cubicBezTo>
                  <a:cubicBezTo>
                    <a:pt x="783" y="4765"/>
                    <a:pt x="743" y="4334"/>
                    <a:pt x="783" y="3872"/>
                  </a:cubicBezTo>
                  <a:cubicBezTo>
                    <a:pt x="833" y="3421"/>
                    <a:pt x="973" y="2699"/>
                    <a:pt x="923" y="2227"/>
                  </a:cubicBezTo>
                  <a:cubicBezTo>
                    <a:pt x="873" y="1766"/>
                    <a:pt x="833" y="1375"/>
                    <a:pt x="783" y="944"/>
                  </a:cubicBezTo>
                  <a:cubicBezTo>
                    <a:pt x="733" y="512"/>
                    <a:pt x="813" y="81"/>
                    <a:pt x="442" y="11"/>
                  </a:cubicBezTo>
                  <a:cubicBezTo>
                    <a:pt x="422" y="11"/>
                    <a:pt x="382" y="1"/>
                    <a:pt x="362" y="1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93" name="Google Shape;17093;p55"/>
            <p:cNvSpPr/>
            <p:nvPr/>
          </p:nvSpPr>
          <p:spPr>
            <a:xfrm>
              <a:off x="1644507" y="3665609"/>
              <a:ext cx="660260" cy="528893"/>
            </a:xfrm>
            <a:custGeom>
              <a:avLst/>
              <a:gdLst/>
              <a:ahLst/>
              <a:cxnLst/>
              <a:rect l="l" t="t" r="r" b="b"/>
              <a:pathLst>
                <a:path w="6451" h="5168" extrusionOk="0">
                  <a:moveTo>
                    <a:pt x="1" y="0"/>
                  </a:moveTo>
                  <a:lnTo>
                    <a:pt x="1" y="0"/>
                  </a:lnTo>
                  <a:cubicBezTo>
                    <a:pt x="131" y="70"/>
                    <a:pt x="242" y="130"/>
                    <a:pt x="362" y="231"/>
                  </a:cubicBezTo>
                  <a:cubicBezTo>
                    <a:pt x="593" y="421"/>
                    <a:pt x="793" y="632"/>
                    <a:pt x="874" y="923"/>
                  </a:cubicBezTo>
                  <a:cubicBezTo>
                    <a:pt x="924" y="1134"/>
                    <a:pt x="803" y="1234"/>
                    <a:pt x="833" y="1465"/>
                  </a:cubicBezTo>
                  <a:cubicBezTo>
                    <a:pt x="874" y="1695"/>
                    <a:pt x="1154" y="1956"/>
                    <a:pt x="1305" y="2127"/>
                  </a:cubicBezTo>
                  <a:cubicBezTo>
                    <a:pt x="1465" y="2297"/>
                    <a:pt x="1616" y="2488"/>
                    <a:pt x="1676" y="2688"/>
                  </a:cubicBezTo>
                  <a:cubicBezTo>
                    <a:pt x="1736" y="2899"/>
                    <a:pt x="1606" y="3059"/>
                    <a:pt x="1556" y="3240"/>
                  </a:cubicBezTo>
                  <a:cubicBezTo>
                    <a:pt x="1475" y="3541"/>
                    <a:pt x="1495" y="3862"/>
                    <a:pt x="1616" y="4133"/>
                  </a:cubicBezTo>
                  <a:cubicBezTo>
                    <a:pt x="1659" y="4239"/>
                    <a:pt x="1740" y="4268"/>
                    <a:pt x="1832" y="4268"/>
                  </a:cubicBezTo>
                  <a:cubicBezTo>
                    <a:pt x="1940" y="4268"/>
                    <a:pt x="2062" y="4229"/>
                    <a:pt x="2157" y="4229"/>
                  </a:cubicBezTo>
                  <a:cubicBezTo>
                    <a:pt x="2187" y="4229"/>
                    <a:pt x="2215" y="4233"/>
                    <a:pt x="2238" y="4243"/>
                  </a:cubicBezTo>
                  <a:cubicBezTo>
                    <a:pt x="2408" y="4323"/>
                    <a:pt x="2238" y="4674"/>
                    <a:pt x="2368" y="4694"/>
                  </a:cubicBezTo>
                  <a:cubicBezTo>
                    <a:pt x="2789" y="4755"/>
                    <a:pt x="2819" y="5075"/>
                    <a:pt x="3100" y="5156"/>
                  </a:cubicBezTo>
                  <a:cubicBezTo>
                    <a:pt x="3127" y="5164"/>
                    <a:pt x="3149" y="5168"/>
                    <a:pt x="3167" y="5168"/>
                  </a:cubicBezTo>
                  <a:cubicBezTo>
                    <a:pt x="3349" y="5168"/>
                    <a:pt x="3147" y="4792"/>
                    <a:pt x="3110" y="4664"/>
                  </a:cubicBezTo>
                  <a:cubicBezTo>
                    <a:pt x="3060" y="4464"/>
                    <a:pt x="3161" y="4233"/>
                    <a:pt x="2980" y="4022"/>
                  </a:cubicBezTo>
                  <a:cubicBezTo>
                    <a:pt x="2799" y="3822"/>
                    <a:pt x="2659" y="3631"/>
                    <a:pt x="2819" y="3350"/>
                  </a:cubicBezTo>
                  <a:cubicBezTo>
                    <a:pt x="2910" y="3200"/>
                    <a:pt x="2980" y="3110"/>
                    <a:pt x="2890" y="2949"/>
                  </a:cubicBezTo>
                  <a:cubicBezTo>
                    <a:pt x="2789" y="2779"/>
                    <a:pt x="2569" y="2658"/>
                    <a:pt x="2448" y="2518"/>
                  </a:cubicBezTo>
                  <a:cubicBezTo>
                    <a:pt x="2218" y="2227"/>
                    <a:pt x="2228" y="1946"/>
                    <a:pt x="2468" y="1685"/>
                  </a:cubicBezTo>
                  <a:cubicBezTo>
                    <a:pt x="2552" y="1602"/>
                    <a:pt x="2632" y="1570"/>
                    <a:pt x="2712" y="1570"/>
                  </a:cubicBezTo>
                  <a:cubicBezTo>
                    <a:pt x="2873" y="1570"/>
                    <a:pt x="3033" y="1695"/>
                    <a:pt x="3221" y="1775"/>
                  </a:cubicBezTo>
                  <a:cubicBezTo>
                    <a:pt x="3353" y="1830"/>
                    <a:pt x="3601" y="1921"/>
                    <a:pt x="3785" y="1921"/>
                  </a:cubicBezTo>
                  <a:cubicBezTo>
                    <a:pt x="3838" y="1921"/>
                    <a:pt x="3885" y="1914"/>
                    <a:pt x="3923" y="1896"/>
                  </a:cubicBezTo>
                  <a:cubicBezTo>
                    <a:pt x="4093" y="1826"/>
                    <a:pt x="4053" y="1715"/>
                    <a:pt x="4123" y="1615"/>
                  </a:cubicBezTo>
                  <a:cubicBezTo>
                    <a:pt x="4247" y="1466"/>
                    <a:pt x="4387" y="1405"/>
                    <a:pt x="4539" y="1405"/>
                  </a:cubicBezTo>
                  <a:cubicBezTo>
                    <a:pt x="4621" y="1405"/>
                    <a:pt x="4707" y="1423"/>
                    <a:pt x="4796" y="1454"/>
                  </a:cubicBezTo>
                  <a:cubicBezTo>
                    <a:pt x="5046" y="1545"/>
                    <a:pt x="5096" y="1765"/>
                    <a:pt x="5397" y="1765"/>
                  </a:cubicBezTo>
                  <a:cubicBezTo>
                    <a:pt x="5708" y="1765"/>
                    <a:pt x="6290" y="1535"/>
                    <a:pt x="6370" y="1194"/>
                  </a:cubicBezTo>
                  <a:cubicBezTo>
                    <a:pt x="6451" y="843"/>
                    <a:pt x="5748" y="933"/>
                    <a:pt x="5528" y="803"/>
                  </a:cubicBezTo>
                  <a:cubicBezTo>
                    <a:pt x="5367" y="712"/>
                    <a:pt x="5147" y="471"/>
                    <a:pt x="4946" y="441"/>
                  </a:cubicBezTo>
                  <a:cubicBezTo>
                    <a:pt x="4930" y="440"/>
                    <a:pt x="4915" y="439"/>
                    <a:pt x="4899" y="439"/>
                  </a:cubicBezTo>
                  <a:cubicBezTo>
                    <a:pt x="4730" y="439"/>
                    <a:pt x="4588" y="533"/>
                    <a:pt x="4404" y="552"/>
                  </a:cubicBezTo>
                  <a:cubicBezTo>
                    <a:pt x="4272" y="566"/>
                    <a:pt x="4129" y="585"/>
                    <a:pt x="3987" y="585"/>
                  </a:cubicBezTo>
                  <a:cubicBezTo>
                    <a:pt x="3925" y="585"/>
                    <a:pt x="3863" y="581"/>
                    <a:pt x="3802" y="572"/>
                  </a:cubicBezTo>
                  <a:cubicBezTo>
                    <a:pt x="3482" y="532"/>
                    <a:pt x="3201" y="401"/>
                    <a:pt x="2910" y="261"/>
                  </a:cubicBezTo>
                  <a:cubicBezTo>
                    <a:pt x="2751" y="271"/>
                    <a:pt x="2590" y="276"/>
                    <a:pt x="2429" y="276"/>
                  </a:cubicBezTo>
                  <a:cubicBezTo>
                    <a:pt x="1799" y="276"/>
                    <a:pt x="1162" y="202"/>
                    <a:pt x="563" y="90"/>
                  </a:cubicBezTo>
                  <a:cubicBezTo>
                    <a:pt x="322" y="50"/>
                    <a:pt x="222" y="20"/>
                    <a:pt x="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94" name="Google Shape;17094;p55"/>
            <p:cNvSpPr/>
            <p:nvPr/>
          </p:nvSpPr>
          <p:spPr>
            <a:xfrm>
              <a:off x="1580539" y="4104341"/>
              <a:ext cx="143188" cy="120864"/>
            </a:xfrm>
            <a:custGeom>
              <a:avLst/>
              <a:gdLst/>
              <a:ahLst/>
              <a:cxnLst/>
              <a:rect l="l" t="t" r="r" b="b"/>
              <a:pathLst>
                <a:path w="1399" h="1181" extrusionOk="0">
                  <a:moveTo>
                    <a:pt x="140" y="1"/>
                  </a:moveTo>
                  <a:cubicBezTo>
                    <a:pt x="1" y="1"/>
                    <a:pt x="153" y="600"/>
                    <a:pt x="124" y="638"/>
                  </a:cubicBezTo>
                  <a:cubicBezTo>
                    <a:pt x="136" y="641"/>
                    <a:pt x="149" y="642"/>
                    <a:pt x="163" y="642"/>
                  </a:cubicBezTo>
                  <a:cubicBezTo>
                    <a:pt x="274" y="642"/>
                    <a:pt x="445" y="561"/>
                    <a:pt x="531" y="561"/>
                  </a:cubicBezTo>
                  <a:cubicBezTo>
                    <a:pt x="545" y="561"/>
                    <a:pt x="557" y="563"/>
                    <a:pt x="566" y="568"/>
                  </a:cubicBezTo>
                  <a:cubicBezTo>
                    <a:pt x="880" y="744"/>
                    <a:pt x="877" y="1180"/>
                    <a:pt x="1234" y="1180"/>
                  </a:cubicBezTo>
                  <a:cubicBezTo>
                    <a:pt x="1242" y="1180"/>
                    <a:pt x="1250" y="1180"/>
                    <a:pt x="1258" y="1180"/>
                  </a:cubicBezTo>
                  <a:cubicBezTo>
                    <a:pt x="1308" y="1180"/>
                    <a:pt x="1388" y="1019"/>
                    <a:pt x="1398" y="959"/>
                  </a:cubicBezTo>
                  <a:cubicBezTo>
                    <a:pt x="1188" y="919"/>
                    <a:pt x="877" y="698"/>
                    <a:pt x="756" y="568"/>
                  </a:cubicBezTo>
                  <a:cubicBezTo>
                    <a:pt x="576" y="357"/>
                    <a:pt x="355" y="66"/>
                    <a:pt x="164" y="6"/>
                  </a:cubicBezTo>
                  <a:cubicBezTo>
                    <a:pt x="155" y="3"/>
                    <a:pt x="147" y="1"/>
                    <a:pt x="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95" name="Google Shape;17095;p55"/>
            <p:cNvSpPr/>
            <p:nvPr/>
          </p:nvSpPr>
          <p:spPr>
            <a:xfrm>
              <a:off x="2040804" y="4139853"/>
              <a:ext cx="69905" cy="54445"/>
            </a:xfrm>
            <a:custGeom>
              <a:avLst/>
              <a:gdLst/>
              <a:ahLst/>
              <a:cxnLst/>
              <a:rect l="l" t="t" r="r" b="b"/>
              <a:pathLst>
                <a:path w="683" h="532" extrusionOk="0">
                  <a:moveTo>
                    <a:pt x="663" y="0"/>
                  </a:moveTo>
                  <a:cubicBezTo>
                    <a:pt x="462" y="10"/>
                    <a:pt x="261" y="50"/>
                    <a:pt x="61" y="70"/>
                  </a:cubicBezTo>
                  <a:cubicBezTo>
                    <a:pt x="91" y="131"/>
                    <a:pt x="121" y="90"/>
                    <a:pt x="131" y="171"/>
                  </a:cubicBezTo>
                  <a:cubicBezTo>
                    <a:pt x="131" y="261"/>
                    <a:pt x="41" y="441"/>
                    <a:pt x="1" y="532"/>
                  </a:cubicBezTo>
                  <a:cubicBezTo>
                    <a:pt x="31" y="522"/>
                    <a:pt x="111" y="482"/>
                    <a:pt x="141" y="472"/>
                  </a:cubicBezTo>
                  <a:cubicBezTo>
                    <a:pt x="161" y="462"/>
                    <a:pt x="211" y="441"/>
                    <a:pt x="221" y="441"/>
                  </a:cubicBezTo>
                  <a:lnTo>
                    <a:pt x="221" y="431"/>
                  </a:lnTo>
                  <a:cubicBezTo>
                    <a:pt x="251" y="421"/>
                    <a:pt x="402" y="341"/>
                    <a:pt x="442" y="321"/>
                  </a:cubicBezTo>
                  <a:lnTo>
                    <a:pt x="452" y="321"/>
                  </a:lnTo>
                  <a:cubicBezTo>
                    <a:pt x="462" y="311"/>
                    <a:pt x="492" y="301"/>
                    <a:pt x="512" y="291"/>
                  </a:cubicBezTo>
                  <a:lnTo>
                    <a:pt x="522" y="281"/>
                  </a:lnTo>
                  <a:lnTo>
                    <a:pt x="603" y="241"/>
                  </a:lnTo>
                  <a:lnTo>
                    <a:pt x="603" y="231"/>
                  </a:lnTo>
                  <a:cubicBezTo>
                    <a:pt x="683" y="181"/>
                    <a:pt x="683" y="100"/>
                    <a:pt x="663" y="20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96" name="Google Shape;17096;p55"/>
            <p:cNvSpPr/>
            <p:nvPr/>
          </p:nvSpPr>
          <p:spPr>
            <a:xfrm>
              <a:off x="1937124" y="4162368"/>
              <a:ext cx="45443" cy="33670"/>
            </a:xfrm>
            <a:custGeom>
              <a:avLst/>
              <a:gdLst/>
              <a:ahLst/>
              <a:cxnLst/>
              <a:rect l="l" t="t" r="r" b="b"/>
              <a:pathLst>
                <a:path w="444" h="329" extrusionOk="0">
                  <a:moveTo>
                    <a:pt x="312" y="1"/>
                  </a:moveTo>
                  <a:cubicBezTo>
                    <a:pt x="211" y="11"/>
                    <a:pt x="111" y="41"/>
                    <a:pt x="1" y="61"/>
                  </a:cubicBezTo>
                  <a:cubicBezTo>
                    <a:pt x="81" y="131"/>
                    <a:pt x="141" y="302"/>
                    <a:pt x="251" y="322"/>
                  </a:cubicBezTo>
                  <a:cubicBezTo>
                    <a:pt x="270" y="326"/>
                    <a:pt x="285" y="328"/>
                    <a:pt x="299" y="328"/>
                  </a:cubicBezTo>
                  <a:cubicBezTo>
                    <a:pt x="444" y="328"/>
                    <a:pt x="348" y="102"/>
                    <a:pt x="3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97" name="Google Shape;17097;p55"/>
            <p:cNvSpPr/>
            <p:nvPr/>
          </p:nvSpPr>
          <p:spPr>
            <a:xfrm>
              <a:off x="1129178" y="3735712"/>
              <a:ext cx="192111" cy="318994"/>
            </a:xfrm>
            <a:custGeom>
              <a:avLst/>
              <a:gdLst/>
              <a:ahLst/>
              <a:cxnLst/>
              <a:rect l="l" t="t" r="r" b="b"/>
              <a:pathLst>
                <a:path w="1877" h="3117" extrusionOk="0">
                  <a:moveTo>
                    <a:pt x="1722" y="1"/>
                  </a:moveTo>
                  <a:cubicBezTo>
                    <a:pt x="1579" y="1"/>
                    <a:pt x="1315" y="111"/>
                    <a:pt x="1154" y="198"/>
                  </a:cubicBezTo>
                  <a:cubicBezTo>
                    <a:pt x="913" y="338"/>
                    <a:pt x="943" y="659"/>
                    <a:pt x="883" y="1000"/>
                  </a:cubicBezTo>
                  <a:cubicBezTo>
                    <a:pt x="833" y="1341"/>
                    <a:pt x="482" y="1522"/>
                    <a:pt x="291" y="1853"/>
                  </a:cubicBezTo>
                  <a:cubicBezTo>
                    <a:pt x="111" y="2174"/>
                    <a:pt x="161" y="2735"/>
                    <a:pt x="1" y="3117"/>
                  </a:cubicBezTo>
                  <a:cubicBezTo>
                    <a:pt x="141" y="2916"/>
                    <a:pt x="291" y="2725"/>
                    <a:pt x="462" y="2535"/>
                  </a:cubicBezTo>
                  <a:cubicBezTo>
                    <a:pt x="803" y="2164"/>
                    <a:pt x="1114" y="2003"/>
                    <a:pt x="1274" y="1472"/>
                  </a:cubicBezTo>
                  <a:cubicBezTo>
                    <a:pt x="1284" y="1442"/>
                    <a:pt x="1295" y="1411"/>
                    <a:pt x="1315" y="1371"/>
                  </a:cubicBezTo>
                  <a:cubicBezTo>
                    <a:pt x="1405" y="1141"/>
                    <a:pt x="1686" y="1100"/>
                    <a:pt x="1776" y="870"/>
                  </a:cubicBezTo>
                  <a:cubicBezTo>
                    <a:pt x="1876" y="639"/>
                    <a:pt x="1756" y="388"/>
                    <a:pt x="1816" y="97"/>
                  </a:cubicBezTo>
                  <a:cubicBezTo>
                    <a:pt x="1833" y="28"/>
                    <a:pt x="1792" y="1"/>
                    <a:pt x="17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98" name="Google Shape;17098;p55"/>
            <p:cNvSpPr/>
            <p:nvPr/>
          </p:nvSpPr>
          <p:spPr>
            <a:xfrm>
              <a:off x="1207169" y="3669396"/>
              <a:ext cx="152092" cy="95586"/>
            </a:xfrm>
            <a:custGeom>
              <a:avLst/>
              <a:gdLst/>
              <a:ahLst/>
              <a:cxnLst/>
              <a:rect l="l" t="t" r="r" b="b"/>
              <a:pathLst>
                <a:path w="1486" h="934" extrusionOk="0">
                  <a:moveTo>
                    <a:pt x="837" y="0"/>
                  </a:moveTo>
                  <a:cubicBezTo>
                    <a:pt x="491" y="0"/>
                    <a:pt x="287" y="343"/>
                    <a:pt x="1" y="515"/>
                  </a:cubicBezTo>
                  <a:cubicBezTo>
                    <a:pt x="11" y="665"/>
                    <a:pt x="31" y="846"/>
                    <a:pt x="171" y="926"/>
                  </a:cubicBezTo>
                  <a:cubicBezTo>
                    <a:pt x="269" y="929"/>
                    <a:pt x="371" y="934"/>
                    <a:pt x="474" y="934"/>
                  </a:cubicBezTo>
                  <a:cubicBezTo>
                    <a:pt x="753" y="934"/>
                    <a:pt x="1034" y="898"/>
                    <a:pt x="1225" y="685"/>
                  </a:cubicBezTo>
                  <a:cubicBezTo>
                    <a:pt x="1485" y="384"/>
                    <a:pt x="1275" y="33"/>
                    <a:pt x="894" y="3"/>
                  </a:cubicBezTo>
                  <a:cubicBezTo>
                    <a:pt x="874" y="1"/>
                    <a:pt x="855" y="0"/>
                    <a:pt x="8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99" name="Google Shape;17099;p55"/>
            <p:cNvSpPr/>
            <p:nvPr/>
          </p:nvSpPr>
          <p:spPr>
            <a:xfrm>
              <a:off x="1319139" y="4821438"/>
              <a:ext cx="32957" cy="15453"/>
            </a:xfrm>
            <a:custGeom>
              <a:avLst/>
              <a:gdLst/>
              <a:ahLst/>
              <a:cxnLst/>
              <a:rect l="l" t="t" r="r" b="b"/>
              <a:pathLst>
                <a:path w="322" h="151" extrusionOk="0">
                  <a:moveTo>
                    <a:pt x="0" y="151"/>
                  </a:moveTo>
                  <a:lnTo>
                    <a:pt x="0" y="151"/>
                  </a:lnTo>
                  <a:cubicBezTo>
                    <a:pt x="121" y="151"/>
                    <a:pt x="241" y="121"/>
                    <a:pt x="311" y="20"/>
                  </a:cubicBezTo>
                  <a:lnTo>
                    <a:pt x="311" y="20"/>
                  </a:lnTo>
                  <a:lnTo>
                    <a:pt x="311" y="20"/>
                  </a:lnTo>
                  <a:cubicBezTo>
                    <a:pt x="241" y="121"/>
                    <a:pt x="121" y="151"/>
                    <a:pt x="0" y="151"/>
                  </a:cubicBezTo>
                  <a:close/>
                  <a:moveTo>
                    <a:pt x="311" y="10"/>
                  </a:moveTo>
                  <a:cubicBezTo>
                    <a:pt x="311" y="10"/>
                    <a:pt x="311" y="10"/>
                    <a:pt x="311" y="10"/>
                  </a:cubicBezTo>
                  <a:cubicBezTo>
                    <a:pt x="311" y="10"/>
                    <a:pt x="311" y="10"/>
                    <a:pt x="311" y="10"/>
                  </a:cubicBezTo>
                  <a:close/>
                  <a:moveTo>
                    <a:pt x="321" y="10"/>
                  </a:moveTo>
                  <a:cubicBezTo>
                    <a:pt x="321" y="10"/>
                    <a:pt x="321" y="10"/>
                    <a:pt x="321" y="10"/>
                  </a:cubicBezTo>
                  <a:cubicBezTo>
                    <a:pt x="321" y="10"/>
                    <a:pt x="321" y="10"/>
                    <a:pt x="321" y="10"/>
                  </a:cubicBezTo>
                  <a:close/>
                  <a:moveTo>
                    <a:pt x="321" y="0"/>
                  </a:moveTo>
                  <a:cubicBezTo>
                    <a:pt x="321" y="0"/>
                    <a:pt x="321" y="0"/>
                    <a:pt x="321" y="0"/>
                  </a:cubicBezTo>
                  <a:cubicBezTo>
                    <a:pt x="321" y="0"/>
                    <a:pt x="321" y="0"/>
                    <a:pt x="321" y="0"/>
                  </a:cubicBezTo>
                  <a:close/>
                  <a:moveTo>
                    <a:pt x="321" y="0"/>
                  </a:moveTo>
                  <a:cubicBezTo>
                    <a:pt x="321" y="0"/>
                    <a:pt x="321" y="0"/>
                    <a:pt x="321" y="0"/>
                  </a:cubicBezTo>
                  <a:cubicBezTo>
                    <a:pt x="321" y="0"/>
                    <a:pt x="321" y="0"/>
                    <a:pt x="321" y="0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00" name="Google Shape;17100;p55"/>
            <p:cNvSpPr/>
            <p:nvPr/>
          </p:nvSpPr>
          <p:spPr>
            <a:xfrm>
              <a:off x="1272877" y="4783470"/>
              <a:ext cx="89454" cy="53421"/>
            </a:xfrm>
            <a:custGeom>
              <a:avLst/>
              <a:gdLst/>
              <a:ahLst/>
              <a:cxnLst/>
              <a:rect l="l" t="t" r="r" b="b"/>
              <a:pathLst>
                <a:path w="874" h="522" extrusionOk="0">
                  <a:moveTo>
                    <a:pt x="1" y="401"/>
                  </a:moveTo>
                  <a:cubicBezTo>
                    <a:pt x="75" y="443"/>
                    <a:pt x="217" y="497"/>
                    <a:pt x="360" y="516"/>
                  </a:cubicBezTo>
                  <a:lnTo>
                    <a:pt x="360" y="516"/>
                  </a:lnTo>
                  <a:cubicBezTo>
                    <a:pt x="214" y="491"/>
                    <a:pt x="74" y="438"/>
                    <a:pt x="1" y="401"/>
                  </a:cubicBezTo>
                  <a:close/>
                  <a:moveTo>
                    <a:pt x="482" y="0"/>
                  </a:moveTo>
                  <a:cubicBezTo>
                    <a:pt x="482" y="30"/>
                    <a:pt x="482" y="60"/>
                    <a:pt x="472" y="101"/>
                  </a:cubicBezTo>
                  <a:cubicBezTo>
                    <a:pt x="452" y="300"/>
                    <a:pt x="432" y="381"/>
                    <a:pt x="402" y="520"/>
                  </a:cubicBezTo>
                  <a:lnTo>
                    <a:pt x="402" y="520"/>
                  </a:lnTo>
                  <a:cubicBezTo>
                    <a:pt x="388" y="519"/>
                    <a:pt x="374" y="517"/>
                    <a:pt x="360" y="516"/>
                  </a:cubicBezTo>
                  <a:lnTo>
                    <a:pt x="360" y="516"/>
                  </a:lnTo>
                  <a:cubicBezTo>
                    <a:pt x="374" y="518"/>
                    <a:pt x="388" y="520"/>
                    <a:pt x="402" y="522"/>
                  </a:cubicBezTo>
                  <a:cubicBezTo>
                    <a:pt x="402" y="521"/>
                    <a:pt x="402" y="521"/>
                    <a:pt x="402" y="520"/>
                  </a:cubicBezTo>
                  <a:lnTo>
                    <a:pt x="402" y="520"/>
                  </a:lnTo>
                  <a:cubicBezTo>
                    <a:pt x="419" y="521"/>
                    <a:pt x="436" y="522"/>
                    <a:pt x="452" y="522"/>
                  </a:cubicBezTo>
                  <a:cubicBezTo>
                    <a:pt x="573" y="522"/>
                    <a:pt x="693" y="492"/>
                    <a:pt x="763" y="391"/>
                  </a:cubicBezTo>
                  <a:cubicBezTo>
                    <a:pt x="763" y="391"/>
                    <a:pt x="763" y="381"/>
                    <a:pt x="763" y="381"/>
                  </a:cubicBezTo>
                  <a:lnTo>
                    <a:pt x="773" y="381"/>
                  </a:lnTo>
                  <a:lnTo>
                    <a:pt x="773" y="371"/>
                  </a:lnTo>
                  <a:cubicBezTo>
                    <a:pt x="833" y="271"/>
                    <a:pt x="863" y="171"/>
                    <a:pt x="874" y="50"/>
                  </a:cubicBezTo>
                  <a:cubicBezTo>
                    <a:pt x="773" y="10"/>
                    <a:pt x="693" y="30"/>
                    <a:pt x="563" y="10"/>
                  </a:cubicBezTo>
                  <a:cubicBezTo>
                    <a:pt x="542" y="10"/>
                    <a:pt x="512" y="10"/>
                    <a:pt x="4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01" name="Google Shape;17101;p55"/>
            <p:cNvSpPr/>
            <p:nvPr/>
          </p:nvSpPr>
          <p:spPr>
            <a:xfrm>
              <a:off x="1266736" y="4783470"/>
              <a:ext cx="11361" cy="36024"/>
            </a:xfrm>
            <a:custGeom>
              <a:avLst/>
              <a:gdLst/>
              <a:ahLst/>
              <a:cxnLst/>
              <a:rect l="l" t="t" r="r" b="b"/>
              <a:pathLst>
                <a:path w="111" h="352" extrusionOk="0">
                  <a:moveTo>
                    <a:pt x="111" y="0"/>
                  </a:moveTo>
                  <a:cubicBezTo>
                    <a:pt x="78" y="149"/>
                    <a:pt x="4" y="243"/>
                    <a:pt x="1" y="311"/>
                  </a:cubicBezTo>
                  <a:lnTo>
                    <a:pt x="1" y="311"/>
                  </a:lnTo>
                  <a:cubicBezTo>
                    <a:pt x="4" y="294"/>
                    <a:pt x="12" y="276"/>
                    <a:pt x="21" y="251"/>
                  </a:cubicBezTo>
                  <a:cubicBezTo>
                    <a:pt x="41" y="191"/>
                    <a:pt x="91" y="111"/>
                    <a:pt x="111" y="0"/>
                  </a:cubicBezTo>
                  <a:close/>
                  <a:moveTo>
                    <a:pt x="1" y="311"/>
                  </a:moveTo>
                  <a:cubicBezTo>
                    <a:pt x="1" y="314"/>
                    <a:pt x="1" y="318"/>
                    <a:pt x="1" y="321"/>
                  </a:cubicBezTo>
                  <a:cubicBezTo>
                    <a:pt x="1" y="331"/>
                    <a:pt x="1" y="341"/>
                    <a:pt x="11" y="351"/>
                  </a:cubicBezTo>
                  <a:cubicBezTo>
                    <a:pt x="4" y="339"/>
                    <a:pt x="1" y="326"/>
                    <a:pt x="1" y="311"/>
                  </a:cubicBezTo>
                  <a:close/>
                </a:path>
              </a:pathLst>
            </a:custGeom>
            <a:solidFill>
              <a:srgbClr val="9697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02" name="Google Shape;17102;p55"/>
            <p:cNvSpPr/>
            <p:nvPr/>
          </p:nvSpPr>
          <p:spPr>
            <a:xfrm>
              <a:off x="1265712" y="4809157"/>
              <a:ext cx="3173" cy="12383"/>
            </a:xfrm>
            <a:custGeom>
              <a:avLst/>
              <a:gdLst/>
              <a:ahLst/>
              <a:cxnLst/>
              <a:rect l="l" t="t" r="r" b="b"/>
              <a:pathLst>
                <a:path w="31" h="121" extrusionOk="0">
                  <a:moveTo>
                    <a:pt x="31" y="0"/>
                  </a:moveTo>
                  <a:cubicBezTo>
                    <a:pt x="11" y="50"/>
                    <a:pt x="1" y="80"/>
                    <a:pt x="21" y="120"/>
                  </a:cubicBezTo>
                  <a:cubicBezTo>
                    <a:pt x="21" y="110"/>
                    <a:pt x="21" y="110"/>
                    <a:pt x="21" y="100"/>
                  </a:cubicBezTo>
                  <a:cubicBezTo>
                    <a:pt x="11" y="90"/>
                    <a:pt x="11" y="80"/>
                    <a:pt x="11" y="70"/>
                  </a:cubicBezTo>
                  <a:cubicBezTo>
                    <a:pt x="11" y="50"/>
                    <a:pt x="21" y="30"/>
                    <a:pt x="31" y="0"/>
                  </a:cubicBezTo>
                  <a:close/>
                </a:path>
              </a:pathLst>
            </a:custGeom>
            <a:solidFill>
              <a:srgbClr val="8884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03" name="Google Shape;17103;p55"/>
            <p:cNvSpPr/>
            <p:nvPr/>
          </p:nvSpPr>
          <p:spPr>
            <a:xfrm>
              <a:off x="1265712" y="4782446"/>
              <a:ext cx="56600" cy="54445"/>
            </a:xfrm>
            <a:custGeom>
              <a:avLst/>
              <a:gdLst/>
              <a:ahLst/>
              <a:cxnLst/>
              <a:rect l="l" t="t" r="r" b="b"/>
              <a:pathLst>
                <a:path w="553" h="532" extrusionOk="0">
                  <a:moveTo>
                    <a:pt x="312" y="0"/>
                  </a:moveTo>
                  <a:cubicBezTo>
                    <a:pt x="251" y="0"/>
                    <a:pt x="181" y="0"/>
                    <a:pt x="121" y="10"/>
                  </a:cubicBezTo>
                  <a:cubicBezTo>
                    <a:pt x="101" y="121"/>
                    <a:pt x="51" y="201"/>
                    <a:pt x="31" y="261"/>
                  </a:cubicBezTo>
                  <a:cubicBezTo>
                    <a:pt x="11" y="311"/>
                    <a:pt x="1" y="341"/>
                    <a:pt x="21" y="381"/>
                  </a:cubicBezTo>
                  <a:lnTo>
                    <a:pt x="31" y="381"/>
                  </a:lnTo>
                  <a:cubicBezTo>
                    <a:pt x="31" y="381"/>
                    <a:pt x="41" y="391"/>
                    <a:pt x="51" y="401"/>
                  </a:cubicBezTo>
                  <a:lnTo>
                    <a:pt x="61" y="401"/>
                  </a:lnTo>
                  <a:cubicBezTo>
                    <a:pt x="61" y="411"/>
                    <a:pt x="61" y="411"/>
                    <a:pt x="61" y="411"/>
                  </a:cubicBezTo>
                  <a:lnTo>
                    <a:pt x="71" y="411"/>
                  </a:lnTo>
                  <a:cubicBezTo>
                    <a:pt x="151" y="452"/>
                    <a:pt x="312" y="512"/>
                    <a:pt x="472" y="532"/>
                  </a:cubicBezTo>
                  <a:cubicBezTo>
                    <a:pt x="502" y="391"/>
                    <a:pt x="522" y="311"/>
                    <a:pt x="542" y="111"/>
                  </a:cubicBezTo>
                  <a:cubicBezTo>
                    <a:pt x="552" y="70"/>
                    <a:pt x="552" y="40"/>
                    <a:pt x="552" y="10"/>
                  </a:cubicBezTo>
                  <a:cubicBezTo>
                    <a:pt x="472" y="10"/>
                    <a:pt x="392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04" name="Google Shape;17104;p55"/>
            <p:cNvSpPr/>
            <p:nvPr/>
          </p:nvSpPr>
          <p:spPr>
            <a:xfrm>
              <a:off x="2191769" y="4736189"/>
              <a:ext cx="2149" cy="1126"/>
            </a:xfrm>
            <a:custGeom>
              <a:avLst/>
              <a:gdLst/>
              <a:ahLst/>
              <a:cxnLst/>
              <a:rect l="l" t="t" r="r" b="b"/>
              <a:pathLst>
                <a:path w="21" h="11" extrusionOk="0">
                  <a:moveTo>
                    <a:pt x="0" y="11"/>
                  </a:moveTo>
                  <a:lnTo>
                    <a:pt x="10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0" y="11"/>
                  </a:ln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lose/>
                  <a:moveTo>
                    <a:pt x="10" y="1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lose/>
                  <a:moveTo>
                    <a:pt x="20" y="1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lose/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05" name="Google Shape;17105;p55"/>
            <p:cNvSpPr/>
            <p:nvPr/>
          </p:nvSpPr>
          <p:spPr>
            <a:xfrm>
              <a:off x="2119920" y="4699244"/>
              <a:ext cx="90375" cy="49430"/>
            </a:xfrm>
            <a:custGeom>
              <a:avLst/>
              <a:gdLst/>
              <a:ahLst/>
              <a:cxnLst/>
              <a:rect l="l" t="t" r="r" b="b"/>
              <a:pathLst>
                <a:path w="883" h="483" extrusionOk="0">
                  <a:moveTo>
                    <a:pt x="512" y="1"/>
                  </a:moveTo>
                  <a:cubicBezTo>
                    <a:pt x="461" y="161"/>
                    <a:pt x="391" y="312"/>
                    <a:pt x="251" y="432"/>
                  </a:cubicBezTo>
                  <a:cubicBezTo>
                    <a:pt x="251" y="432"/>
                    <a:pt x="261" y="442"/>
                    <a:pt x="261" y="442"/>
                  </a:cubicBezTo>
                  <a:cubicBezTo>
                    <a:pt x="261" y="442"/>
                    <a:pt x="251" y="432"/>
                    <a:pt x="241" y="432"/>
                  </a:cubicBezTo>
                  <a:cubicBezTo>
                    <a:pt x="231" y="422"/>
                    <a:pt x="231" y="422"/>
                    <a:pt x="221" y="422"/>
                  </a:cubicBezTo>
                  <a:cubicBezTo>
                    <a:pt x="201" y="422"/>
                    <a:pt x="171" y="432"/>
                    <a:pt x="140" y="432"/>
                  </a:cubicBezTo>
                  <a:cubicBezTo>
                    <a:pt x="110" y="432"/>
                    <a:pt x="80" y="442"/>
                    <a:pt x="50" y="442"/>
                  </a:cubicBezTo>
                  <a:cubicBezTo>
                    <a:pt x="30" y="442"/>
                    <a:pt x="20" y="442"/>
                    <a:pt x="0" y="432"/>
                  </a:cubicBezTo>
                  <a:lnTo>
                    <a:pt x="0" y="432"/>
                  </a:lnTo>
                  <a:cubicBezTo>
                    <a:pt x="60" y="462"/>
                    <a:pt x="151" y="482"/>
                    <a:pt x="241" y="482"/>
                  </a:cubicBezTo>
                  <a:cubicBezTo>
                    <a:pt x="411" y="482"/>
                    <a:pt x="602" y="432"/>
                    <a:pt x="702" y="372"/>
                  </a:cubicBezTo>
                  <a:lnTo>
                    <a:pt x="712" y="372"/>
                  </a:lnTo>
                  <a:lnTo>
                    <a:pt x="712" y="362"/>
                  </a:lnTo>
                  <a:lnTo>
                    <a:pt x="722" y="362"/>
                  </a:lnTo>
                  <a:cubicBezTo>
                    <a:pt x="833" y="282"/>
                    <a:pt x="873" y="161"/>
                    <a:pt x="8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06" name="Google Shape;17106;p55"/>
            <p:cNvSpPr/>
            <p:nvPr/>
          </p:nvSpPr>
          <p:spPr>
            <a:xfrm>
              <a:off x="2107536" y="4696174"/>
              <a:ext cx="14534" cy="41141"/>
            </a:xfrm>
            <a:custGeom>
              <a:avLst/>
              <a:gdLst/>
              <a:ahLst/>
              <a:cxnLst/>
              <a:rect l="l" t="t" r="r" b="b"/>
              <a:pathLst>
                <a:path w="142" h="402" extrusionOk="0">
                  <a:moveTo>
                    <a:pt x="21" y="402"/>
                  </a:moveTo>
                  <a:cubicBezTo>
                    <a:pt x="21" y="402"/>
                    <a:pt x="21" y="402"/>
                    <a:pt x="21" y="402"/>
                  </a:cubicBezTo>
                  <a:lnTo>
                    <a:pt x="21" y="402"/>
                  </a:lnTo>
                  <a:lnTo>
                    <a:pt x="21" y="402"/>
                  </a:lnTo>
                  <a:cubicBezTo>
                    <a:pt x="21" y="402"/>
                    <a:pt x="21" y="402"/>
                    <a:pt x="21" y="402"/>
                  </a:cubicBezTo>
                  <a:close/>
                  <a:moveTo>
                    <a:pt x="21" y="402"/>
                  </a:moveTo>
                  <a:cubicBezTo>
                    <a:pt x="21" y="402"/>
                    <a:pt x="21" y="402"/>
                    <a:pt x="21" y="402"/>
                  </a:cubicBezTo>
                  <a:cubicBezTo>
                    <a:pt x="21" y="402"/>
                    <a:pt x="21" y="402"/>
                    <a:pt x="21" y="402"/>
                  </a:cubicBezTo>
                  <a:close/>
                  <a:moveTo>
                    <a:pt x="21" y="392"/>
                  </a:moveTo>
                  <a:cubicBezTo>
                    <a:pt x="21" y="392"/>
                    <a:pt x="21" y="392"/>
                    <a:pt x="21" y="392"/>
                  </a:cubicBezTo>
                  <a:cubicBezTo>
                    <a:pt x="21" y="392"/>
                    <a:pt x="21" y="392"/>
                    <a:pt x="21" y="392"/>
                  </a:cubicBezTo>
                  <a:close/>
                  <a:moveTo>
                    <a:pt x="1" y="312"/>
                  </a:moveTo>
                  <a:cubicBezTo>
                    <a:pt x="1" y="231"/>
                    <a:pt x="71" y="151"/>
                    <a:pt x="141" y="1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71" y="151"/>
                    <a:pt x="1" y="231"/>
                    <a:pt x="1" y="312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07" name="Google Shape;17107;p55"/>
            <p:cNvSpPr/>
            <p:nvPr/>
          </p:nvSpPr>
          <p:spPr>
            <a:xfrm>
              <a:off x="2107536" y="4695150"/>
              <a:ext cx="64788" cy="49430"/>
            </a:xfrm>
            <a:custGeom>
              <a:avLst/>
              <a:gdLst/>
              <a:ahLst/>
              <a:cxnLst/>
              <a:rect l="l" t="t" r="r" b="b"/>
              <a:pathLst>
                <a:path w="633" h="483" extrusionOk="0">
                  <a:moveTo>
                    <a:pt x="211" y="1"/>
                  </a:moveTo>
                  <a:cubicBezTo>
                    <a:pt x="181" y="1"/>
                    <a:pt x="161" y="1"/>
                    <a:pt x="141" y="11"/>
                  </a:cubicBezTo>
                  <a:cubicBezTo>
                    <a:pt x="71" y="161"/>
                    <a:pt x="1" y="241"/>
                    <a:pt x="1" y="322"/>
                  </a:cubicBezTo>
                  <a:cubicBezTo>
                    <a:pt x="1" y="342"/>
                    <a:pt x="1" y="372"/>
                    <a:pt x="21" y="402"/>
                  </a:cubicBezTo>
                  <a:cubicBezTo>
                    <a:pt x="21" y="402"/>
                    <a:pt x="21" y="412"/>
                    <a:pt x="21" y="412"/>
                  </a:cubicBezTo>
                  <a:cubicBezTo>
                    <a:pt x="51" y="452"/>
                    <a:pt x="81" y="462"/>
                    <a:pt x="121" y="472"/>
                  </a:cubicBezTo>
                  <a:cubicBezTo>
                    <a:pt x="141" y="482"/>
                    <a:pt x="151" y="482"/>
                    <a:pt x="171" y="482"/>
                  </a:cubicBezTo>
                  <a:cubicBezTo>
                    <a:pt x="201" y="482"/>
                    <a:pt x="231" y="472"/>
                    <a:pt x="261" y="472"/>
                  </a:cubicBezTo>
                  <a:cubicBezTo>
                    <a:pt x="292" y="472"/>
                    <a:pt x="322" y="462"/>
                    <a:pt x="342" y="462"/>
                  </a:cubicBezTo>
                  <a:cubicBezTo>
                    <a:pt x="352" y="462"/>
                    <a:pt x="352" y="462"/>
                    <a:pt x="362" y="472"/>
                  </a:cubicBezTo>
                  <a:cubicBezTo>
                    <a:pt x="372" y="472"/>
                    <a:pt x="382" y="482"/>
                    <a:pt x="382" y="482"/>
                  </a:cubicBezTo>
                  <a:cubicBezTo>
                    <a:pt x="382" y="482"/>
                    <a:pt x="372" y="472"/>
                    <a:pt x="372" y="472"/>
                  </a:cubicBezTo>
                  <a:cubicBezTo>
                    <a:pt x="512" y="352"/>
                    <a:pt x="582" y="201"/>
                    <a:pt x="633" y="41"/>
                  </a:cubicBezTo>
                  <a:cubicBezTo>
                    <a:pt x="522" y="41"/>
                    <a:pt x="332" y="1"/>
                    <a:pt x="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08" name="Google Shape;17108;p55"/>
            <p:cNvSpPr/>
            <p:nvPr/>
          </p:nvSpPr>
          <p:spPr>
            <a:xfrm>
              <a:off x="2361157" y="4667416"/>
              <a:ext cx="102" cy="214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lose/>
                  <a:moveTo>
                    <a:pt x="0" y="21"/>
                  </a:moveTo>
                  <a:lnTo>
                    <a:pt x="0" y="11"/>
                  </a:lnTo>
                  <a:lnTo>
                    <a:pt x="0" y="21"/>
                  </a:lnTo>
                  <a:close/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lose/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close/>
                  <a:moveTo>
                    <a:pt x="0" y="11"/>
                  </a:moveTo>
                  <a:cubicBezTo>
                    <a:pt x="0" y="11"/>
                    <a:pt x="0" y="11"/>
                    <a:pt x="0" y="1"/>
                  </a:cubicBezTo>
                  <a:cubicBezTo>
                    <a:pt x="0" y="11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09" name="Google Shape;17109;p55"/>
            <p:cNvSpPr/>
            <p:nvPr/>
          </p:nvSpPr>
          <p:spPr>
            <a:xfrm>
              <a:off x="2361157" y="4657182"/>
              <a:ext cx="102" cy="3173"/>
            </a:xfrm>
            <a:custGeom>
              <a:avLst/>
              <a:gdLst/>
              <a:ahLst/>
              <a:cxnLst/>
              <a:rect l="l" t="t" r="r" b="b"/>
              <a:pathLst>
                <a:path w="1" h="31" extrusionOk="0">
                  <a:moveTo>
                    <a:pt x="0" y="31"/>
                  </a:moveTo>
                  <a:cubicBezTo>
                    <a:pt x="0" y="21"/>
                    <a:pt x="0" y="11"/>
                    <a:pt x="0" y="1"/>
                  </a:cubicBezTo>
                  <a:cubicBezTo>
                    <a:pt x="0" y="11"/>
                    <a:pt x="0" y="21"/>
                    <a:pt x="0" y="31"/>
                  </a:cubicBezTo>
                  <a:lnTo>
                    <a:pt x="0" y="31"/>
                  </a:lnTo>
                  <a:close/>
                </a:path>
              </a:pathLst>
            </a:custGeom>
            <a:solidFill>
              <a:srgbClr val="9697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10" name="Google Shape;17110;p55"/>
            <p:cNvSpPr/>
            <p:nvPr/>
          </p:nvSpPr>
          <p:spPr>
            <a:xfrm>
              <a:off x="2361157" y="4660252"/>
              <a:ext cx="102" cy="7266"/>
            </a:xfrm>
            <a:custGeom>
              <a:avLst/>
              <a:gdLst/>
              <a:ahLst/>
              <a:cxnLst/>
              <a:rect l="l" t="t" r="r" b="b"/>
              <a:pathLst>
                <a:path w="1" h="71" extrusionOk="0">
                  <a:moveTo>
                    <a:pt x="0" y="71"/>
                  </a:moveTo>
                  <a:cubicBezTo>
                    <a:pt x="0" y="51"/>
                    <a:pt x="0" y="31"/>
                    <a:pt x="0" y="1"/>
                  </a:cubicBezTo>
                  <a:lnTo>
                    <a:pt x="0" y="1"/>
                  </a:lnTo>
                  <a:cubicBezTo>
                    <a:pt x="0" y="31"/>
                    <a:pt x="0" y="51"/>
                    <a:pt x="0" y="7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11" name="Google Shape;17111;p55"/>
            <p:cNvSpPr/>
            <p:nvPr/>
          </p:nvSpPr>
          <p:spPr>
            <a:xfrm>
              <a:off x="2293402" y="4644901"/>
              <a:ext cx="67858" cy="38070"/>
            </a:xfrm>
            <a:custGeom>
              <a:avLst/>
              <a:gdLst/>
              <a:ahLst/>
              <a:cxnLst/>
              <a:rect l="l" t="t" r="r" b="b"/>
              <a:pathLst>
                <a:path w="663" h="372" extrusionOk="0">
                  <a:moveTo>
                    <a:pt x="662" y="251"/>
                  </a:moveTo>
                  <a:cubicBezTo>
                    <a:pt x="662" y="255"/>
                    <a:pt x="662" y="259"/>
                    <a:pt x="662" y="263"/>
                  </a:cubicBezTo>
                  <a:lnTo>
                    <a:pt x="662" y="263"/>
                  </a:lnTo>
                  <a:lnTo>
                    <a:pt x="662" y="261"/>
                  </a:lnTo>
                  <a:lnTo>
                    <a:pt x="662" y="251"/>
                  </a:lnTo>
                  <a:close/>
                  <a:moveTo>
                    <a:pt x="662" y="263"/>
                  </a:moveTo>
                  <a:lnTo>
                    <a:pt x="652" y="291"/>
                  </a:lnTo>
                  <a:lnTo>
                    <a:pt x="622" y="321"/>
                  </a:lnTo>
                  <a:cubicBezTo>
                    <a:pt x="631" y="312"/>
                    <a:pt x="657" y="303"/>
                    <a:pt x="662" y="263"/>
                  </a:cubicBezTo>
                  <a:close/>
                  <a:moveTo>
                    <a:pt x="20" y="0"/>
                  </a:moveTo>
                  <a:cubicBezTo>
                    <a:pt x="10" y="90"/>
                    <a:pt x="0" y="181"/>
                    <a:pt x="10" y="271"/>
                  </a:cubicBezTo>
                  <a:cubicBezTo>
                    <a:pt x="10" y="311"/>
                    <a:pt x="20" y="311"/>
                    <a:pt x="60" y="331"/>
                  </a:cubicBezTo>
                  <a:cubicBezTo>
                    <a:pt x="111" y="351"/>
                    <a:pt x="231" y="371"/>
                    <a:pt x="341" y="371"/>
                  </a:cubicBezTo>
                  <a:cubicBezTo>
                    <a:pt x="452" y="371"/>
                    <a:pt x="552" y="361"/>
                    <a:pt x="622" y="321"/>
                  </a:cubicBezTo>
                  <a:lnTo>
                    <a:pt x="622" y="321"/>
                  </a:lnTo>
                  <a:cubicBezTo>
                    <a:pt x="582" y="341"/>
                    <a:pt x="522" y="351"/>
                    <a:pt x="472" y="361"/>
                  </a:cubicBezTo>
                  <a:cubicBezTo>
                    <a:pt x="472" y="261"/>
                    <a:pt x="472" y="151"/>
                    <a:pt x="482" y="30"/>
                  </a:cubicBezTo>
                  <a:lnTo>
                    <a:pt x="432" y="30"/>
                  </a:lnTo>
                  <a:cubicBezTo>
                    <a:pt x="341" y="20"/>
                    <a:pt x="141" y="2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12" name="Google Shape;17112;p55"/>
            <p:cNvSpPr/>
            <p:nvPr/>
          </p:nvSpPr>
          <p:spPr>
            <a:xfrm>
              <a:off x="2361157" y="4647971"/>
              <a:ext cx="102" cy="12383"/>
            </a:xfrm>
            <a:custGeom>
              <a:avLst/>
              <a:gdLst/>
              <a:ahLst/>
              <a:cxnLst/>
              <a:rect l="l" t="t" r="r" b="b"/>
              <a:pathLst>
                <a:path w="1" h="121" extrusionOk="0">
                  <a:moveTo>
                    <a:pt x="0" y="121"/>
                  </a:moveTo>
                  <a:cubicBezTo>
                    <a:pt x="0" y="80"/>
                    <a:pt x="0" y="4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0"/>
                    <a:pt x="0" y="60"/>
                    <a:pt x="0" y="91"/>
                  </a:cubicBezTo>
                  <a:cubicBezTo>
                    <a:pt x="0" y="101"/>
                    <a:pt x="0" y="111"/>
                    <a:pt x="0" y="121"/>
                  </a:cubicBezTo>
                  <a:lnTo>
                    <a:pt x="0" y="121"/>
                  </a:lnTo>
                  <a:close/>
                </a:path>
              </a:pathLst>
            </a:custGeom>
            <a:solidFill>
              <a:srgbClr val="8484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13" name="Google Shape;17113;p55"/>
            <p:cNvSpPr/>
            <p:nvPr/>
          </p:nvSpPr>
          <p:spPr>
            <a:xfrm>
              <a:off x="2361157" y="4660252"/>
              <a:ext cx="102" cy="9313"/>
            </a:xfrm>
            <a:custGeom>
              <a:avLst/>
              <a:gdLst/>
              <a:ahLst/>
              <a:cxnLst/>
              <a:rect l="l" t="t" r="r" b="b"/>
              <a:pathLst>
                <a:path w="1" h="91" extrusionOk="0">
                  <a:moveTo>
                    <a:pt x="0" y="91"/>
                  </a:moveTo>
                  <a:cubicBezTo>
                    <a:pt x="0" y="61"/>
                    <a:pt x="0" y="31"/>
                    <a:pt x="0" y="1"/>
                  </a:cubicBezTo>
                  <a:lnTo>
                    <a:pt x="0" y="1"/>
                  </a:lnTo>
                  <a:cubicBezTo>
                    <a:pt x="0" y="31"/>
                    <a:pt x="0" y="51"/>
                    <a:pt x="0" y="71"/>
                  </a:cubicBezTo>
                  <a:lnTo>
                    <a:pt x="0" y="71"/>
                  </a:ln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lnTo>
                    <a:pt x="0" y="81"/>
                  </a:ln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lnTo>
                    <a:pt x="0" y="91"/>
                  </a:lnTo>
                  <a:cubicBezTo>
                    <a:pt x="0" y="91"/>
                    <a:pt x="0" y="91"/>
                    <a:pt x="0" y="91"/>
                  </a:cubicBezTo>
                  <a:cubicBezTo>
                    <a:pt x="0" y="91"/>
                    <a:pt x="0" y="91"/>
                    <a:pt x="0" y="91"/>
                  </a:cubicBezTo>
                  <a:lnTo>
                    <a:pt x="0" y="91"/>
                  </a:lnTo>
                </a:path>
              </a:pathLst>
            </a:custGeom>
            <a:solidFill>
              <a:srgbClr val="767F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14" name="Google Shape;17114;p55"/>
            <p:cNvSpPr/>
            <p:nvPr/>
          </p:nvSpPr>
          <p:spPr>
            <a:xfrm>
              <a:off x="2341609" y="4646948"/>
              <a:ext cx="19651" cy="35000"/>
            </a:xfrm>
            <a:custGeom>
              <a:avLst/>
              <a:gdLst/>
              <a:ahLst/>
              <a:cxnLst/>
              <a:rect l="l" t="t" r="r" b="b"/>
              <a:pathLst>
                <a:path w="192" h="342" extrusionOk="0">
                  <a:moveTo>
                    <a:pt x="141" y="0"/>
                  </a:moveTo>
                  <a:cubicBezTo>
                    <a:pt x="121" y="0"/>
                    <a:pt x="101" y="10"/>
                    <a:pt x="81" y="10"/>
                  </a:cubicBezTo>
                  <a:lnTo>
                    <a:pt x="11" y="10"/>
                  </a:lnTo>
                  <a:cubicBezTo>
                    <a:pt x="1" y="131"/>
                    <a:pt x="1" y="241"/>
                    <a:pt x="1" y="341"/>
                  </a:cubicBezTo>
                  <a:cubicBezTo>
                    <a:pt x="51" y="331"/>
                    <a:pt x="111" y="321"/>
                    <a:pt x="151" y="301"/>
                  </a:cubicBezTo>
                  <a:lnTo>
                    <a:pt x="181" y="271"/>
                  </a:lnTo>
                  <a:lnTo>
                    <a:pt x="191" y="241"/>
                  </a:lnTo>
                  <a:lnTo>
                    <a:pt x="191" y="221"/>
                  </a:lnTo>
                  <a:cubicBezTo>
                    <a:pt x="191" y="191"/>
                    <a:pt x="191" y="161"/>
                    <a:pt x="191" y="131"/>
                  </a:cubicBezTo>
                  <a:cubicBezTo>
                    <a:pt x="191" y="90"/>
                    <a:pt x="191" y="50"/>
                    <a:pt x="191" y="10"/>
                  </a:cubicBezTo>
                  <a:cubicBezTo>
                    <a:pt x="181" y="10"/>
                    <a:pt x="161" y="0"/>
                    <a:pt x="1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15" name="Google Shape;17115;p55"/>
            <p:cNvSpPr/>
            <p:nvPr/>
          </p:nvSpPr>
          <p:spPr>
            <a:xfrm>
              <a:off x="1204098" y="3668679"/>
              <a:ext cx="128654" cy="63758"/>
            </a:xfrm>
            <a:custGeom>
              <a:avLst/>
              <a:gdLst/>
              <a:ahLst/>
              <a:cxnLst/>
              <a:rect l="l" t="t" r="r" b="b"/>
              <a:pathLst>
                <a:path w="1257" h="623" extrusionOk="0">
                  <a:moveTo>
                    <a:pt x="914" y="0"/>
                  </a:moveTo>
                  <a:cubicBezTo>
                    <a:pt x="552" y="0"/>
                    <a:pt x="312" y="321"/>
                    <a:pt x="41" y="522"/>
                  </a:cubicBezTo>
                  <a:cubicBezTo>
                    <a:pt x="1" y="552"/>
                    <a:pt x="41" y="592"/>
                    <a:pt x="51" y="622"/>
                  </a:cubicBezTo>
                  <a:cubicBezTo>
                    <a:pt x="248" y="356"/>
                    <a:pt x="928" y="100"/>
                    <a:pt x="1133" y="100"/>
                  </a:cubicBezTo>
                  <a:cubicBezTo>
                    <a:pt x="1137" y="100"/>
                    <a:pt x="1141" y="100"/>
                    <a:pt x="1144" y="100"/>
                  </a:cubicBezTo>
                  <a:cubicBezTo>
                    <a:pt x="1208" y="104"/>
                    <a:pt x="1235" y="105"/>
                    <a:pt x="1242" y="105"/>
                  </a:cubicBezTo>
                  <a:cubicBezTo>
                    <a:pt x="1257" y="105"/>
                    <a:pt x="1194" y="100"/>
                    <a:pt x="1194" y="100"/>
                  </a:cubicBezTo>
                  <a:cubicBezTo>
                    <a:pt x="1214" y="10"/>
                    <a:pt x="1024" y="0"/>
                    <a:pt x="914" y="0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16" name="Google Shape;17116;p55"/>
            <p:cNvSpPr/>
            <p:nvPr/>
          </p:nvSpPr>
          <p:spPr>
            <a:xfrm>
              <a:off x="1206145" y="3668679"/>
              <a:ext cx="124355" cy="63758"/>
            </a:xfrm>
            <a:custGeom>
              <a:avLst/>
              <a:gdLst/>
              <a:ahLst/>
              <a:cxnLst/>
              <a:rect l="l" t="t" r="r" b="b"/>
              <a:pathLst>
                <a:path w="1215" h="623" extrusionOk="0">
                  <a:moveTo>
                    <a:pt x="1174" y="100"/>
                  </a:moveTo>
                  <a:cubicBezTo>
                    <a:pt x="1174" y="100"/>
                    <a:pt x="1194" y="100"/>
                    <a:pt x="1215" y="110"/>
                  </a:cubicBezTo>
                  <a:cubicBezTo>
                    <a:pt x="1205" y="100"/>
                    <a:pt x="1194" y="100"/>
                    <a:pt x="1174" y="100"/>
                  </a:cubicBezTo>
                  <a:close/>
                  <a:moveTo>
                    <a:pt x="894" y="0"/>
                  </a:moveTo>
                  <a:cubicBezTo>
                    <a:pt x="532" y="0"/>
                    <a:pt x="292" y="321"/>
                    <a:pt x="21" y="522"/>
                  </a:cubicBezTo>
                  <a:cubicBezTo>
                    <a:pt x="1" y="532"/>
                    <a:pt x="1" y="542"/>
                    <a:pt x="1" y="552"/>
                  </a:cubicBezTo>
                  <a:cubicBezTo>
                    <a:pt x="1" y="572"/>
                    <a:pt x="21" y="602"/>
                    <a:pt x="31" y="622"/>
                  </a:cubicBezTo>
                  <a:cubicBezTo>
                    <a:pt x="31" y="622"/>
                    <a:pt x="31" y="612"/>
                    <a:pt x="31" y="612"/>
                  </a:cubicBezTo>
                  <a:cubicBezTo>
                    <a:pt x="61" y="582"/>
                    <a:pt x="101" y="542"/>
                    <a:pt x="141" y="512"/>
                  </a:cubicBezTo>
                  <a:cubicBezTo>
                    <a:pt x="252" y="381"/>
                    <a:pt x="332" y="251"/>
                    <a:pt x="522" y="211"/>
                  </a:cubicBezTo>
                  <a:cubicBezTo>
                    <a:pt x="522" y="211"/>
                    <a:pt x="522" y="211"/>
                    <a:pt x="522" y="221"/>
                  </a:cubicBezTo>
                  <a:cubicBezTo>
                    <a:pt x="613" y="161"/>
                    <a:pt x="713" y="131"/>
                    <a:pt x="823" y="131"/>
                  </a:cubicBezTo>
                  <a:lnTo>
                    <a:pt x="914" y="131"/>
                  </a:lnTo>
                  <a:cubicBezTo>
                    <a:pt x="994" y="110"/>
                    <a:pt x="1064" y="100"/>
                    <a:pt x="1114" y="100"/>
                  </a:cubicBezTo>
                  <a:lnTo>
                    <a:pt x="1174" y="100"/>
                  </a:lnTo>
                  <a:cubicBezTo>
                    <a:pt x="1174" y="100"/>
                    <a:pt x="1174" y="100"/>
                    <a:pt x="1174" y="90"/>
                  </a:cubicBezTo>
                  <a:cubicBezTo>
                    <a:pt x="1174" y="10"/>
                    <a:pt x="1004" y="0"/>
                    <a:pt x="9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17" name="Google Shape;17117;p55"/>
            <p:cNvSpPr/>
            <p:nvPr/>
          </p:nvSpPr>
          <p:spPr>
            <a:xfrm>
              <a:off x="1208192" y="3681574"/>
              <a:ext cx="141857" cy="82588"/>
            </a:xfrm>
            <a:custGeom>
              <a:avLst/>
              <a:gdLst/>
              <a:ahLst/>
              <a:cxnLst/>
              <a:rect l="l" t="t" r="r" b="b"/>
              <a:pathLst>
                <a:path w="1386" h="807" extrusionOk="0">
                  <a:moveTo>
                    <a:pt x="807" y="0"/>
                  </a:moveTo>
                  <a:cubicBezTo>
                    <a:pt x="461" y="0"/>
                    <a:pt x="287" y="300"/>
                    <a:pt x="1" y="496"/>
                  </a:cubicBezTo>
                  <a:cubicBezTo>
                    <a:pt x="11" y="626"/>
                    <a:pt x="41" y="737"/>
                    <a:pt x="161" y="807"/>
                  </a:cubicBezTo>
                  <a:cubicBezTo>
                    <a:pt x="462" y="777"/>
                    <a:pt x="673" y="797"/>
                    <a:pt x="984" y="667"/>
                  </a:cubicBezTo>
                  <a:cubicBezTo>
                    <a:pt x="1305" y="536"/>
                    <a:pt x="1385" y="105"/>
                    <a:pt x="944" y="15"/>
                  </a:cubicBezTo>
                  <a:cubicBezTo>
                    <a:pt x="895" y="5"/>
                    <a:pt x="850" y="0"/>
                    <a:pt x="8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18" name="Google Shape;17118;p55"/>
            <p:cNvSpPr/>
            <p:nvPr/>
          </p:nvSpPr>
          <p:spPr>
            <a:xfrm>
              <a:off x="1226717" y="3762013"/>
              <a:ext cx="32957" cy="2149"/>
            </a:xfrm>
            <a:custGeom>
              <a:avLst/>
              <a:gdLst/>
              <a:ahLst/>
              <a:cxnLst/>
              <a:rect l="l" t="t" r="r" b="b"/>
              <a:pathLst>
                <a:path w="322" h="21" extrusionOk="0">
                  <a:moveTo>
                    <a:pt x="321" y="1"/>
                  </a:moveTo>
                  <a:cubicBezTo>
                    <a:pt x="221" y="11"/>
                    <a:pt x="121" y="11"/>
                    <a:pt x="0" y="21"/>
                  </a:cubicBezTo>
                  <a:cubicBezTo>
                    <a:pt x="111" y="21"/>
                    <a:pt x="221" y="11"/>
                    <a:pt x="321" y="1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19" name="Google Shape;17119;p55"/>
            <p:cNvSpPr/>
            <p:nvPr/>
          </p:nvSpPr>
          <p:spPr>
            <a:xfrm>
              <a:off x="1211365" y="3748709"/>
              <a:ext cx="6243" cy="10336"/>
            </a:xfrm>
            <a:custGeom>
              <a:avLst/>
              <a:gdLst/>
              <a:ahLst/>
              <a:cxnLst/>
              <a:rect l="l" t="t" r="r" b="b"/>
              <a:pathLst>
                <a:path w="61" h="101" extrusionOk="0">
                  <a:moveTo>
                    <a:pt x="60" y="101"/>
                  </a:moveTo>
                  <a:cubicBezTo>
                    <a:pt x="40" y="71"/>
                    <a:pt x="20" y="41"/>
                    <a:pt x="0" y="1"/>
                  </a:cubicBezTo>
                  <a:cubicBezTo>
                    <a:pt x="20" y="41"/>
                    <a:pt x="40" y="71"/>
                    <a:pt x="60" y="101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20" name="Google Shape;17120;p55"/>
            <p:cNvSpPr/>
            <p:nvPr/>
          </p:nvSpPr>
          <p:spPr>
            <a:xfrm>
              <a:off x="1298567" y="3750756"/>
              <a:ext cx="9314" cy="3173"/>
            </a:xfrm>
            <a:custGeom>
              <a:avLst/>
              <a:gdLst/>
              <a:ahLst/>
              <a:cxnLst/>
              <a:rect l="l" t="t" r="r" b="b"/>
              <a:pathLst>
                <a:path w="91" h="31" extrusionOk="0">
                  <a:moveTo>
                    <a:pt x="91" y="1"/>
                  </a:moveTo>
                  <a:cubicBezTo>
                    <a:pt x="81" y="1"/>
                    <a:pt x="71" y="1"/>
                    <a:pt x="61" y="11"/>
                  </a:cubicBezTo>
                  <a:cubicBezTo>
                    <a:pt x="71" y="7"/>
                    <a:pt x="81" y="4"/>
                    <a:pt x="91" y="1"/>
                  </a:cubicBezTo>
                  <a:close/>
                  <a:moveTo>
                    <a:pt x="61" y="11"/>
                  </a:moveTo>
                  <a:cubicBezTo>
                    <a:pt x="41" y="11"/>
                    <a:pt x="21" y="21"/>
                    <a:pt x="1" y="31"/>
                  </a:cubicBezTo>
                  <a:cubicBezTo>
                    <a:pt x="21" y="24"/>
                    <a:pt x="41" y="17"/>
                    <a:pt x="61" y="11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21" name="Google Shape;17121;p55"/>
            <p:cNvSpPr/>
            <p:nvPr/>
          </p:nvSpPr>
          <p:spPr>
            <a:xfrm>
              <a:off x="1208192" y="3736428"/>
              <a:ext cx="1126" cy="1126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" y="0"/>
                  </a:moveTo>
                  <a:lnTo>
                    <a:pt x="11" y="10"/>
                  </a:ln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22" name="Google Shape;17122;p55"/>
            <p:cNvSpPr/>
            <p:nvPr/>
          </p:nvSpPr>
          <p:spPr>
            <a:xfrm>
              <a:off x="1208192" y="3710741"/>
              <a:ext cx="25792" cy="2579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252" y="0"/>
                  </a:moveTo>
                  <a:lnTo>
                    <a:pt x="252" y="0"/>
                  </a:lnTo>
                  <a:cubicBezTo>
                    <a:pt x="212" y="30"/>
                    <a:pt x="161" y="61"/>
                    <a:pt x="121" y="101"/>
                  </a:cubicBezTo>
                  <a:cubicBezTo>
                    <a:pt x="91" y="131"/>
                    <a:pt x="61" y="171"/>
                    <a:pt x="21" y="201"/>
                  </a:cubicBezTo>
                  <a:cubicBezTo>
                    <a:pt x="101" y="141"/>
                    <a:pt x="181" y="71"/>
                    <a:pt x="252" y="0"/>
                  </a:cubicBezTo>
                  <a:close/>
                  <a:moveTo>
                    <a:pt x="1" y="211"/>
                  </a:moveTo>
                  <a:cubicBezTo>
                    <a:pt x="1" y="221"/>
                    <a:pt x="1" y="241"/>
                    <a:pt x="1" y="251"/>
                  </a:cubicBezTo>
                  <a:lnTo>
                    <a:pt x="11" y="251"/>
                  </a:lnTo>
                  <a:cubicBezTo>
                    <a:pt x="1" y="241"/>
                    <a:pt x="1" y="221"/>
                    <a:pt x="1" y="211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23" name="Google Shape;17123;p55"/>
            <p:cNvSpPr/>
            <p:nvPr/>
          </p:nvSpPr>
          <p:spPr>
            <a:xfrm>
              <a:off x="1208192" y="3691194"/>
              <a:ext cx="96618" cy="72968"/>
            </a:xfrm>
            <a:custGeom>
              <a:avLst/>
              <a:gdLst/>
              <a:ahLst/>
              <a:cxnLst/>
              <a:rect l="l" t="t" r="r" b="b"/>
              <a:pathLst>
                <a:path w="944" h="713" extrusionOk="0">
                  <a:moveTo>
                    <a:pt x="944" y="593"/>
                  </a:moveTo>
                  <a:cubicBezTo>
                    <a:pt x="940" y="593"/>
                    <a:pt x="936" y="593"/>
                    <a:pt x="931" y="594"/>
                  </a:cubicBezTo>
                  <a:lnTo>
                    <a:pt x="931" y="594"/>
                  </a:lnTo>
                  <a:cubicBezTo>
                    <a:pt x="936" y="593"/>
                    <a:pt x="940" y="593"/>
                    <a:pt x="944" y="593"/>
                  </a:cubicBezTo>
                  <a:close/>
                  <a:moveTo>
                    <a:pt x="502" y="1"/>
                  </a:moveTo>
                  <a:cubicBezTo>
                    <a:pt x="412" y="51"/>
                    <a:pt x="332" y="121"/>
                    <a:pt x="252" y="191"/>
                  </a:cubicBezTo>
                  <a:cubicBezTo>
                    <a:pt x="181" y="262"/>
                    <a:pt x="101" y="332"/>
                    <a:pt x="21" y="392"/>
                  </a:cubicBezTo>
                  <a:cubicBezTo>
                    <a:pt x="11" y="402"/>
                    <a:pt x="11" y="402"/>
                    <a:pt x="1" y="402"/>
                  </a:cubicBezTo>
                  <a:cubicBezTo>
                    <a:pt x="1" y="412"/>
                    <a:pt x="1" y="432"/>
                    <a:pt x="11" y="442"/>
                  </a:cubicBezTo>
                  <a:cubicBezTo>
                    <a:pt x="11" y="442"/>
                    <a:pt x="11" y="442"/>
                    <a:pt x="11" y="452"/>
                  </a:cubicBezTo>
                  <a:cubicBezTo>
                    <a:pt x="11" y="492"/>
                    <a:pt x="21" y="532"/>
                    <a:pt x="31" y="563"/>
                  </a:cubicBezTo>
                  <a:cubicBezTo>
                    <a:pt x="51" y="603"/>
                    <a:pt x="71" y="633"/>
                    <a:pt x="91" y="663"/>
                  </a:cubicBezTo>
                  <a:cubicBezTo>
                    <a:pt x="111" y="683"/>
                    <a:pt x="131" y="703"/>
                    <a:pt x="161" y="713"/>
                  </a:cubicBezTo>
                  <a:lnTo>
                    <a:pt x="181" y="713"/>
                  </a:lnTo>
                  <a:cubicBezTo>
                    <a:pt x="302" y="703"/>
                    <a:pt x="402" y="703"/>
                    <a:pt x="502" y="693"/>
                  </a:cubicBezTo>
                  <a:cubicBezTo>
                    <a:pt x="633" y="673"/>
                    <a:pt x="763" y="643"/>
                    <a:pt x="884" y="613"/>
                  </a:cubicBezTo>
                  <a:cubicBezTo>
                    <a:pt x="900" y="605"/>
                    <a:pt x="915" y="597"/>
                    <a:pt x="931" y="594"/>
                  </a:cubicBezTo>
                  <a:lnTo>
                    <a:pt x="931" y="594"/>
                  </a:lnTo>
                  <a:cubicBezTo>
                    <a:pt x="822" y="605"/>
                    <a:pt x="679" y="633"/>
                    <a:pt x="563" y="633"/>
                  </a:cubicBezTo>
                  <a:cubicBezTo>
                    <a:pt x="512" y="633"/>
                    <a:pt x="462" y="623"/>
                    <a:pt x="422" y="613"/>
                  </a:cubicBezTo>
                  <a:cubicBezTo>
                    <a:pt x="272" y="583"/>
                    <a:pt x="302" y="502"/>
                    <a:pt x="412" y="412"/>
                  </a:cubicBezTo>
                  <a:cubicBezTo>
                    <a:pt x="533" y="322"/>
                    <a:pt x="553" y="101"/>
                    <a:pt x="512" y="1"/>
                  </a:cubicBezTo>
                  <a:close/>
                </a:path>
              </a:pathLst>
            </a:custGeom>
            <a:solidFill>
              <a:srgbClr val="401E15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24" name="Google Shape;17124;p55"/>
            <p:cNvSpPr/>
            <p:nvPr/>
          </p:nvSpPr>
          <p:spPr>
            <a:xfrm>
              <a:off x="1192840" y="3723533"/>
              <a:ext cx="44215" cy="49942"/>
            </a:xfrm>
            <a:custGeom>
              <a:avLst/>
              <a:gdLst/>
              <a:ahLst/>
              <a:cxnLst/>
              <a:rect l="l" t="t" r="r" b="b"/>
              <a:pathLst>
                <a:path w="432" h="488" extrusionOk="0">
                  <a:moveTo>
                    <a:pt x="419" y="1"/>
                  </a:moveTo>
                  <a:cubicBezTo>
                    <a:pt x="369" y="1"/>
                    <a:pt x="186" y="86"/>
                    <a:pt x="151" y="86"/>
                  </a:cubicBezTo>
                  <a:cubicBezTo>
                    <a:pt x="101" y="146"/>
                    <a:pt x="51" y="206"/>
                    <a:pt x="0" y="267"/>
                  </a:cubicBezTo>
                  <a:cubicBezTo>
                    <a:pt x="81" y="337"/>
                    <a:pt x="171" y="407"/>
                    <a:pt x="251" y="487"/>
                  </a:cubicBezTo>
                  <a:cubicBezTo>
                    <a:pt x="291" y="467"/>
                    <a:pt x="382" y="447"/>
                    <a:pt x="311" y="397"/>
                  </a:cubicBezTo>
                  <a:cubicBezTo>
                    <a:pt x="241" y="347"/>
                    <a:pt x="311" y="267"/>
                    <a:pt x="331" y="206"/>
                  </a:cubicBezTo>
                  <a:cubicBezTo>
                    <a:pt x="334" y="195"/>
                    <a:pt x="329" y="191"/>
                    <a:pt x="320" y="191"/>
                  </a:cubicBezTo>
                  <a:cubicBezTo>
                    <a:pt x="300" y="191"/>
                    <a:pt x="259" y="212"/>
                    <a:pt x="233" y="212"/>
                  </a:cubicBezTo>
                  <a:cubicBezTo>
                    <a:pt x="222" y="212"/>
                    <a:pt x="213" y="208"/>
                    <a:pt x="211" y="196"/>
                  </a:cubicBezTo>
                  <a:cubicBezTo>
                    <a:pt x="211" y="146"/>
                    <a:pt x="432" y="46"/>
                    <a:pt x="432" y="6"/>
                  </a:cubicBezTo>
                  <a:cubicBezTo>
                    <a:pt x="431" y="2"/>
                    <a:pt x="426" y="1"/>
                    <a:pt x="4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25" name="Google Shape;17125;p55"/>
            <p:cNvSpPr/>
            <p:nvPr/>
          </p:nvSpPr>
          <p:spPr>
            <a:xfrm>
              <a:off x="2133225" y="4514520"/>
              <a:ext cx="39098" cy="146449"/>
            </a:xfrm>
            <a:custGeom>
              <a:avLst/>
              <a:gdLst/>
              <a:ahLst/>
              <a:cxnLst/>
              <a:rect l="l" t="t" r="r" b="b"/>
              <a:pathLst>
                <a:path w="382" h="1431" extrusionOk="0">
                  <a:moveTo>
                    <a:pt x="291" y="0"/>
                  </a:moveTo>
                  <a:cubicBezTo>
                    <a:pt x="231" y="482"/>
                    <a:pt x="121" y="1013"/>
                    <a:pt x="0" y="1425"/>
                  </a:cubicBezTo>
                  <a:cubicBezTo>
                    <a:pt x="25" y="1429"/>
                    <a:pt x="48" y="1431"/>
                    <a:pt x="70" y="1431"/>
                  </a:cubicBezTo>
                  <a:cubicBezTo>
                    <a:pt x="373" y="1431"/>
                    <a:pt x="379" y="1055"/>
                    <a:pt x="341" y="793"/>
                  </a:cubicBezTo>
                  <a:cubicBezTo>
                    <a:pt x="301" y="522"/>
                    <a:pt x="382" y="281"/>
                    <a:pt x="29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26" name="Google Shape;17126;p55"/>
            <p:cNvSpPr/>
            <p:nvPr/>
          </p:nvSpPr>
          <p:spPr>
            <a:xfrm>
              <a:off x="2194840" y="4233187"/>
              <a:ext cx="62741" cy="277341"/>
            </a:xfrm>
            <a:custGeom>
              <a:avLst/>
              <a:gdLst/>
              <a:ahLst/>
              <a:cxnLst/>
              <a:rect l="l" t="t" r="r" b="b"/>
              <a:pathLst>
                <a:path w="613" h="2710" extrusionOk="0">
                  <a:moveTo>
                    <a:pt x="271" y="0"/>
                  </a:moveTo>
                  <a:cubicBezTo>
                    <a:pt x="225" y="0"/>
                    <a:pt x="180" y="29"/>
                    <a:pt x="141" y="101"/>
                  </a:cubicBezTo>
                  <a:cubicBezTo>
                    <a:pt x="0" y="382"/>
                    <a:pt x="20" y="803"/>
                    <a:pt x="111" y="1114"/>
                  </a:cubicBezTo>
                  <a:cubicBezTo>
                    <a:pt x="211" y="1425"/>
                    <a:pt x="311" y="1656"/>
                    <a:pt x="351" y="1987"/>
                  </a:cubicBezTo>
                  <a:cubicBezTo>
                    <a:pt x="371" y="2198"/>
                    <a:pt x="361" y="2478"/>
                    <a:pt x="361" y="2709"/>
                  </a:cubicBezTo>
                  <a:cubicBezTo>
                    <a:pt x="452" y="2408"/>
                    <a:pt x="522" y="2268"/>
                    <a:pt x="492" y="1907"/>
                  </a:cubicBezTo>
                  <a:cubicBezTo>
                    <a:pt x="462" y="1546"/>
                    <a:pt x="391" y="1044"/>
                    <a:pt x="482" y="653"/>
                  </a:cubicBezTo>
                  <a:cubicBezTo>
                    <a:pt x="502" y="543"/>
                    <a:pt x="572" y="422"/>
                    <a:pt x="612" y="322"/>
                  </a:cubicBezTo>
                  <a:cubicBezTo>
                    <a:pt x="553" y="233"/>
                    <a:pt x="405" y="0"/>
                    <a:pt x="27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27" name="Google Shape;17127;p55"/>
            <p:cNvSpPr/>
            <p:nvPr/>
          </p:nvSpPr>
          <p:spPr>
            <a:xfrm>
              <a:off x="1330397" y="4547371"/>
              <a:ext cx="59670" cy="190966"/>
            </a:xfrm>
            <a:custGeom>
              <a:avLst/>
              <a:gdLst/>
              <a:ahLst/>
              <a:cxnLst/>
              <a:rect l="l" t="t" r="r" b="b"/>
              <a:pathLst>
                <a:path w="583" h="1866" extrusionOk="0">
                  <a:moveTo>
                    <a:pt x="582" y="0"/>
                  </a:moveTo>
                  <a:cubicBezTo>
                    <a:pt x="271" y="131"/>
                    <a:pt x="322" y="452"/>
                    <a:pt x="221" y="773"/>
                  </a:cubicBezTo>
                  <a:cubicBezTo>
                    <a:pt x="131" y="1084"/>
                    <a:pt x="1" y="1605"/>
                    <a:pt x="332" y="1866"/>
                  </a:cubicBezTo>
                  <a:cubicBezTo>
                    <a:pt x="342" y="1786"/>
                    <a:pt x="352" y="1746"/>
                    <a:pt x="362" y="1655"/>
                  </a:cubicBezTo>
                  <a:cubicBezTo>
                    <a:pt x="412" y="1104"/>
                    <a:pt x="482" y="552"/>
                    <a:pt x="58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28" name="Google Shape;17128;p55"/>
            <p:cNvSpPr/>
            <p:nvPr/>
          </p:nvSpPr>
          <p:spPr>
            <a:xfrm>
              <a:off x="1592207" y="4730048"/>
              <a:ext cx="102" cy="11462"/>
            </a:xfrm>
            <a:custGeom>
              <a:avLst/>
              <a:gdLst/>
              <a:ahLst/>
              <a:cxnLst/>
              <a:rect l="l" t="t" r="r" b="b"/>
              <a:pathLst>
                <a:path w="1" h="112" extrusionOk="0">
                  <a:moveTo>
                    <a:pt x="0" y="111"/>
                  </a:moveTo>
                  <a:cubicBezTo>
                    <a:pt x="0" y="71"/>
                    <a:pt x="0" y="41"/>
                    <a:pt x="0" y="1"/>
                  </a:cubicBezTo>
                  <a:lnTo>
                    <a:pt x="0" y="1"/>
                  </a:lnTo>
                  <a:cubicBezTo>
                    <a:pt x="0" y="41"/>
                    <a:pt x="0" y="71"/>
                    <a:pt x="0" y="111"/>
                  </a:cubicBezTo>
                  <a:lnTo>
                    <a:pt x="0" y="111"/>
                  </a:lnTo>
                  <a:close/>
                </a:path>
              </a:pathLst>
            </a:custGeom>
            <a:solidFill>
              <a:srgbClr val="9697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29" name="Google Shape;17129;p55"/>
            <p:cNvSpPr/>
            <p:nvPr/>
          </p:nvSpPr>
          <p:spPr>
            <a:xfrm>
              <a:off x="1592207" y="4741408"/>
              <a:ext cx="102" cy="13407"/>
            </a:xfrm>
            <a:custGeom>
              <a:avLst/>
              <a:gdLst/>
              <a:ahLst/>
              <a:cxnLst/>
              <a:rect l="l" t="t" r="r" b="b"/>
              <a:pathLst>
                <a:path w="1" h="131" extrusionOk="0">
                  <a:moveTo>
                    <a:pt x="0" y="130"/>
                  </a:moveTo>
                  <a:cubicBezTo>
                    <a:pt x="0" y="100"/>
                    <a:pt x="0" y="50"/>
                    <a:pt x="0" y="0"/>
                  </a:cubicBezTo>
                  <a:lnTo>
                    <a:pt x="0" y="0"/>
                  </a:lnTo>
                  <a:cubicBezTo>
                    <a:pt x="0" y="50"/>
                    <a:pt x="0" y="100"/>
                    <a:pt x="0" y="130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30" name="Google Shape;17130;p55"/>
            <p:cNvSpPr/>
            <p:nvPr/>
          </p:nvSpPr>
          <p:spPr>
            <a:xfrm>
              <a:off x="1502856" y="4725955"/>
              <a:ext cx="89454" cy="46258"/>
            </a:xfrm>
            <a:custGeom>
              <a:avLst/>
              <a:gdLst/>
              <a:ahLst/>
              <a:cxnLst/>
              <a:rect l="l" t="t" r="r" b="b"/>
              <a:pathLst>
                <a:path w="874" h="452" extrusionOk="0">
                  <a:moveTo>
                    <a:pt x="141" y="1"/>
                  </a:moveTo>
                  <a:cubicBezTo>
                    <a:pt x="121" y="1"/>
                    <a:pt x="91" y="11"/>
                    <a:pt x="51" y="21"/>
                  </a:cubicBezTo>
                  <a:cubicBezTo>
                    <a:pt x="41" y="111"/>
                    <a:pt x="31" y="201"/>
                    <a:pt x="21" y="281"/>
                  </a:cubicBezTo>
                  <a:cubicBezTo>
                    <a:pt x="21" y="312"/>
                    <a:pt x="11" y="332"/>
                    <a:pt x="1" y="352"/>
                  </a:cubicBezTo>
                  <a:cubicBezTo>
                    <a:pt x="1" y="372"/>
                    <a:pt x="11" y="392"/>
                    <a:pt x="51" y="412"/>
                  </a:cubicBezTo>
                  <a:cubicBezTo>
                    <a:pt x="111" y="442"/>
                    <a:pt x="231" y="452"/>
                    <a:pt x="342" y="452"/>
                  </a:cubicBezTo>
                  <a:lnTo>
                    <a:pt x="382" y="452"/>
                  </a:lnTo>
                  <a:cubicBezTo>
                    <a:pt x="492" y="452"/>
                    <a:pt x="643" y="452"/>
                    <a:pt x="793" y="402"/>
                  </a:cubicBezTo>
                  <a:cubicBezTo>
                    <a:pt x="823" y="392"/>
                    <a:pt x="873" y="392"/>
                    <a:pt x="873" y="291"/>
                  </a:cubicBezTo>
                  <a:lnTo>
                    <a:pt x="873" y="281"/>
                  </a:lnTo>
                  <a:cubicBezTo>
                    <a:pt x="873" y="251"/>
                    <a:pt x="873" y="201"/>
                    <a:pt x="873" y="151"/>
                  </a:cubicBezTo>
                  <a:cubicBezTo>
                    <a:pt x="873" y="111"/>
                    <a:pt x="873" y="81"/>
                    <a:pt x="873" y="41"/>
                  </a:cubicBezTo>
                  <a:cubicBezTo>
                    <a:pt x="773" y="41"/>
                    <a:pt x="613" y="41"/>
                    <a:pt x="542" y="31"/>
                  </a:cubicBezTo>
                  <a:cubicBezTo>
                    <a:pt x="422" y="21"/>
                    <a:pt x="332" y="11"/>
                    <a:pt x="231" y="1"/>
                  </a:cubicBezTo>
                  <a:cubicBezTo>
                    <a:pt x="221" y="1"/>
                    <a:pt x="201" y="11"/>
                    <a:pt x="191" y="11"/>
                  </a:cubicBezTo>
                  <a:cubicBezTo>
                    <a:pt x="181" y="11"/>
                    <a:pt x="171" y="1"/>
                    <a:pt x="1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31" name="Google Shape;17131;p55"/>
            <p:cNvSpPr/>
            <p:nvPr/>
          </p:nvSpPr>
          <p:spPr>
            <a:xfrm>
              <a:off x="1507973" y="4724931"/>
              <a:ext cx="18628" cy="3173"/>
            </a:xfrm>
            <a:custGeom>
              <a:avLst/>
              <a:gdLst/>
              <a:ahLst/>
              <a:cxnLst/>
              <a:rect l="l" t="t" r="r" b="b"/>
              <a:pathLst>
                <a:path w="182" h="31" extrusionOk="0">
                  <a:moveTo>
                    <a:pt x="11" y="1"/>
                  </a:moveTo>
                  <a:cubicBezTo>
                    <a:pt x="1" y="11"/>
                    <a:pt x="1" y="21"/>
                    <a:pt x="1" y="31"/>
                  </a:cubicBezTo>
                  <a:cubicBezTo>
                    <a:pt x="41" y="21"/>
                    <a:pt x="71" y="11"/>
                    <a:pt x="91" y="11"/>
                  </a:cubicBezTo>
                  <a:lnTo>
                    <a:pt x="121" y="11"/>
                  </a:lnTo>
                  <a:cubicBezTo>
                    <a:pt x="121" y="11"/>
                    <a:pt x="131" y="21"/>
                    <a:pt x="141" y="21"/>
                  </a:cubicBezTo>
                  <a:cubicBezTo>
                    <a:pt x="151" y="21"/>
                    <a:pt x="171" y="11"/>
                    <a:pt x="181" y="11"/>
                  </a:cubicBezTo>
                  <a:cubicBezTo>
                    <a:pt x="131" y="1"/>
                    <a:pt x="71" y="1"/>
                    <a:pt x="11" y="1"/>
                  </a:cubicBezTo>
                  <a:close/>
                </a:path>
              </a:pathLst>
            </a:custGeom>
            <a:solidFill>
              <a:srgbClr val="928E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32" name="Google Shape;17132;p55"/>
            <p:cNvSpPr/>
            <p:nvPr/>
          </p:nvSpPr>
          <p:spPr>
            <a:xfrm>
              <a:off x="1646554" y="3853403"/>
              <a:ext cx="102862" cy="120761"/>
            </a:xfrm>
            <a:custGeom>
              <a:avLst/>
              <a:gdLst/>
              <a:ahLst/>
              <a:cxnLst/>
              <a:rect l="l" t="t" r="r" b="b"/>
              <a:pathLst>
                <a:path w="1005" h="1180" extrusionOk="0">
                  <a:moveTo>
                    <a:pt x="284" y="1"/>
                  </a:moveTo>
                  <a:cubicBezTo>
                    <a:pt x="254" y="1"/>
                    <a:pt x="226" y="13"/>
                    <a:pt x="202" y="41"/>
                  </a:cubicBezTo>
                  <a:cubicBezTo>
                    <a:pt x="61" y="201"/>
                    <a:pt x="1" y="392"/>
                    <a:pt x="151" y="582"/>
                  </a:cubicBezTo>
                  <a:cubicBezTo>
                    <a:pt x="212" y="663"/>
                    <a:pt x="322" y="723"/>
                    <a:pt x="382" y="813"/>
                  </a:cubicBezTo>
                  <a:cubicBezTo>
                    <a:pt x="452" y="893"/>
                    <a:pt x="472" y="1034"/>
                    <a:pt x="553" y="1104"/>
                  </a:cubicBezTo>
                  <a:cubicBezTo>
                    <a:pt x="614" y="1156"/>
                    <a:pt x="679" y="1179"/>
                    <a:pt x="740" y="1179"/>
                  </a:cubicBezTo>
                  <a:cubicBezTo>
                    <a:pt x="870" y="1179"/>
                    <a:pt x="980" y="1074"/>
                    <a:pt x="994" y="903"/>
                  </a:cubicBezTo>
                  <a:cubicBezTo>
                    <a:pt x="1004" y="653"/>
                    <a:pt x="844" y="502"/>
                    <a:pt x="663" y="322"/>
                  </a:cubicBezTo>
                  <a:cubicBezTo>
                    <a:pt x="605" y="264"/>
                    <a:pt x="424" y="1"/>
                    <a:pt x="284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33" name="Google Shape;17133;p55"/>
            <p:cNvSpPr/>
            <p:nvPr/>
          </p:nvSpPr>
          <p:spPr>
            <a:xfrm>
              <a:off x="1573682" y="3698051"/>
              <a:ext cx="123332" cy="81872"/>
            </a:xfrm>
            <a:custGeom>
              <a:avLst/>
              <a:gdLst/>
              <a:ahLst/>
              <a:cxnLst/>
              <a:rect l="l" t="t" r="r" b="b"/>
              <a:pathLst>
                <a:path w="1205" h="800" extrusionOk="0">
                  <a:moveTo>
                    <a:pt x="232" y="0"/>
                  </a:moveTo>
                  <a:cubicBezTo>
                    <a:pt x="176" y="0"/>
                    <a:pt x="130" y="16"/>
                    <a:pt x="101" y="54"/>
                  </a:cubicBezTo>
                  <a:cubicBezTo>
                    <a:pt x="1" y="185"/>
                    <a:pt x="91" y="215"/>
                    <a:pt x="131" y="315"/>
                  </a:cubicBezTo>
                  <a:cubicBezTo>
                    <a:pt x="181" y="425"/>
                    <a:pt x="231" y="546"/>
                    <a:pt x="342" y="636"/>
                  </a:cubicBezTo>
                  <a:cubicBezTo>
                    <a:pt x="452" y="716"/>
                    <a:pt x="673" y="716"/>
                    <a:pt x="793" y="746"/>
                  </a:cubicBezTo>
                  <a:cubicBezTo>
                    <a:pt x="873" y="771"/>
                    <a:pt x="945" y="799"/>
                    <a:pt x="1007" y="799"/>
                  </a:cubicBezTo>
                  <a:cubicBezTo>
                    <a:pt x="1047" y="799"/>
                    <a:pt x="1083" y="788"/>
                    <a:pt x="1114" y="756"/>
                  </a:cubicBezTo>
                  <a:cubicBezTo>
                    <a:pt x="1204" y="686"/>
                    <a:pt x="1134" y="586"/>
                    <a:pt x="1114" y="526"/>
                  </a:cubicBezTo>
                  <a:cubicBezTo>
                    <a:pt x="1044" y="365"/>
                    <a:pt x="713" y="215"/>
                    <a:pt x="643" y="165"/>
                  </a:cubicBezTo>
                  <a:cubicBezTo>
                    <a:pt x="519" y="75"/>
                    <a:pt x="353" y="0"/>
                    <a:pt x="23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34" name="Google Shape;17134;p55"/>
            <p:cNvSpPr/>
            <p:nvPr/>
          </p:nvSpPr>
          <p:spPr>
            <a:xfrm>
              <a:off x="1485354" y="4154078"/>
              <a:ext cx="91501" cy="102442"/>
            </a:xfrm>
            <a:custGeom>
              <a:avLst/>
              <a:gdLst/>
              <a:ahLst/>
              <a:cxnLst/>
              <a:rect l="l" t="t" r="r" b="b"/>
              <a:pathLst>
                <a:path w="894" h="1001" extrusionOk="0">
                  <a:moveTo>
                    <a:pt x="189" y="0"/>
                  </a:moveTo>
                  <a:cubicBezTo>
                    <a:pt x="78" y="0"/>
                    <a:pt x="1" y="60"/>
                    <a:pt x="21" y="222"/>
                  </a:cubicBezTo>
                  <a:cubicBezTo>
                    <a:pt x="31" y="292"/>
                    <a:pt x="81" y="413"/>
                    <a:pt x="142" y="463"/>
                  </a:cubicBezTo>
                  <a:cubicBezTo>
                    <a:pt x="202" y="513"/>
                    <a:pt x="412" y="613"/>
                    <a:pt x="402" y="674"/>
                  </a:cubicBezTo>
                  <a:cubicBezTo>
                    <a:pt x="375" y="845"/>
                    <a:pt x="576" y="1001"/>
                    <a:pt x="645" y="1001"/>
                  </a:cubicBezTo>
                  <a:cubicBezTo>
                    <a:pt x="653" y="1001"/>
                    <a:pt x="659" y="999"/>
                    <a:pt x="663" y="995"/>
                  </a:cubicBezTo>
                  <a:cubicBezTo>
                    <a:pt x="894" y="704"/>
                    <a:pt x="774" y="272"/>
                    <a:pt x="553" y="132"/>
                  </a:cubicBezTo>
                  <a:cubicBezTo>
                    <a:pt x="439" y="58"/>
                    <a:pt x="298" y="0"/>
                    <a:pt x="189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35" name="Google Shape;17135;p55"/>
            <p:cNvSpPr/>
            <p:nvPr/>
          </p:nvSpPr>
          <p:spPr>
            <a:xfrm>
              <a:off x="2466884" y="4166461"/>
              <a:ext cx="78093" cy="104899"/>
            </a:xfrm>
            <a:custGeom>
              <a:avLst/>
              <a:gdLst/>
              <a:ahLst/>
              <a:cxnLst/>
              <a:rect l="l" t="t" r="r" b="b"/>
              <a:pathLst>
                <a:path w="763" h="1025" extrusionOk="0">
                  <a:moveTo>
                    <a:pt x="0" y="1"/>
                  </a:moveTo>
                  <a:lnTo>
                    <a:pt x="0" y="1"/>
                  </a:lnTo>
                  <a:cubicBezTo>
                    <a:pt x="171" y="412"/>
                    <a:pt x="171" y="603"/>
                    <a:pt x="351" y="773"/>
                  </a:cubicBezTo>
                  <a:cubicBezTo>
                    <a:pt x="522" y="944"/>
                    <a:pt x="612" y="1024"/>
                    <a:pt x="612" y="1024"/>
                  </a:cubicBezTo>
                  <a:cubicBezTo>
                    <a:pt x="552" y="914"/>
                    <a:pt x="502" y="713"/>
                    <a:pt x="502" y="713"/>
                  </a:cubicBezTo>
                  <a:lnTo>
                    <a:pt x="502" y="713"/>
                  </a:lnTo>
                  <a:cubicBezTo>
                    <a:pt x="592" y="954"/>
                    <a:pt x="763" y="1024"/>
                    <a:pt x="763" y="1024"/>
                  </a:cubicBezTo>
                  <a:cubicBezTo>
                    <a:pt x="763" y="1024"/>
                    <a:pt x="682" y="974"/>
                    <a:pt x="602" y="593"/>
                  </a:cubicBezTo>
                  <a:cubicBezTo>
                    <a:pt x="512" y="202"/>
                    <a:pt x="331" y="252"/>
                    <a:pt x="171" y="2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36" name="Google Shape;17136;p55"/>
            <p:cNvSpPr/>
            <p:nvPr/>
          </p:nvSpPr>
          <p:spPr>
            <a:xfrm>
              <a:off x="2470978" y="4173727"/>
              <a:ext cx="73999" cy="97632"/>
            </a:xfrm>
            <a:custGeom>
              <a:avLst/>
              <a:gdLst/>
              <a:ahLst/>
              <a:cxnLst/>
              <a:rect l="l" t="t" r="r" b="b"/>
              <a:pathLst>
                <a:path w="723" h="954" extrusionOk="0">
                  <a:moveTo>
                    <a:pt x="171" y="0"/>
                  </a:moveTo>
                  <a:lnTo>
                    <a:pt x="171" y="0"/>
                  </a:lnTo>
                  <a:cubicBezTo>
                    <a:pt x="191" y="50"/>
                    <a:pt x="201" y="100"/>
                    <a:pt x="221" y="151"/>
                  </a:cubicBezTo>
                  <a:cubicBezTo>
                    <a:pt x="201" y="141"/>
                    <a:pt x="181" y="141"/>
                    <a:pt x="161" y="131"/>
                  </a:cubicBezTo>
                  <a:lnTo>
                    <a:pt x="161" y="131"/>
                  </a:lnTo>
                  <a:cubicBezTo>
                    <a:pt x="171" y="141"/>
                    <a:pt x="181" y="161"/>
                    <a:pt x="181" y="181"/>
                  </a:cubicBezTo>
                  <a:cubicBezTo>
                    <a:pt x="151" y="141"/>
                    <a:pt x="71" y="60"/>
                    <a:pt x="0" y="40"/>
                  </a:cubicBezTo>
                  <a:lnTo>
                    <a:pt x="0" y="40"/>
                  </a:lnTo>
                  <a:cubicBezTo>
                    <a:pt x="131" y="381"/>
                    <a:pt x="151" y="552"/>
                    <a:pt x="311" y="702"/>
                  </a:cubicBezTo>
                  <a:cubicBezTo>
                    <a:pt x="482" y="873"/>
                    <a:pt x="572" y="953"/>
                    <a:pt x="572" y="953"/>
                  </a:cubicBezTo>
                  <a:cubicBezTo>
                    <a:pt x="512" y="843"/>
                    <a:pt x="462" y="642"/>
                    <a:pt x="462" y="642"/>
                  </a:cubicBezTo>
                  <a:lnTo>
                    <a:pt x="462" y="642"/>
                  </a:lnTo>
                  <a:cubicBezTo>
                    <a:pt x="552" y="883"/>
                    <a:pt x="723" y="953"/>
                    <a:pt x="723" y="953"/>
                  </a:cubicBezTo>
                  <a:cubicBezTo>
                    <a:pt x="723" y="953"/>
                    <a:pt x="642" y="903"/>
                    <a:pt x="562" y="522"/>
                  </a:cubicBezTo>
                  <a:cubicBezTo>
                    <a:pt x="482" y="161"/>
                    <a:pt x="321" y="171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37" name="Google Shape;17137;p55"/>
            <p:cNvSpPr/>
            <p:nvPr/>
          </p:nvSpPr>
          <p:spPr>
            <a:xfrm>
              <a:off x="1220576" y="3690171"/>
              <a:ext cx="39098" cy="30907"/>
            </a:xfrm>
            <a:custGeom>
              <a:avLst/>
              <a:gdLst/>
              <a:ahLst/>
              <a:cxnLst/>
              <a:rect l="l" t="t" r="r" b="b"/>
              <a:pathLst>
                <a:path w="382" h="302" extrusionOk="0">
                  <a:moveTo>
                    <a:pt x="381" y="1"/>
                  </a:moveTo>
                  <a:cubicBezTo>
                    <a:pt x="191" y="41"/>
                    <a:pt x="111" y="171"/>
                    <a:pt x="0" y="302"/>
                  </a:cubicBezTo>
                  <a:cubicBezTo>
                    <a:pt x="40" y="262"/>
                    <a:pt x="91" y="231"/>
                    <a:pt x="131" y="201"/>
                  </a:cubicBezTo>
                  <a:cubicBezTo>
                    <a:pt x="211" y="131"/>
                    <a:pt x="291" y="61"/>
                    <a:pt x="381" y="11"/>
                  </a:cubicBezTo>
                  <a:cubicBezTo>
                    <a:pt x="381" y="1"/>
                    <a:pt x="381" y="1"/>
                    <a:pt x="381" y="1"/>
                  </a:cubicBezTo>
                  <a:close/>
                </a:path>
              </a:pathLst>
            </a:custGeom>
            <a:solidFill>
              <a:srgbClr val="1A0B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" name="Google Shape;15276;p52">
            <a:extLst>
              <a:ext uri="{FF2B5EF4-FFF2-40B4-BE49-F238E27FC236}">
                <a16:creationId xmlns:a16="http://schemas.microsoft.com/office/drawing/2014/main" id="{CACB6FA9-2D83-B3A9-C005-E1C4BEF2964D}"/>
              </a:ext>
            </a:extLst>
          </p:cNvPr>
          <p:cNvSpPr txBox="1">
            <a:spLocks/>
          </p:cNvSpPr>
          <p:nvPr/>
        </p:nvSpPr>
        <p:spPr>
          <a:xfrm>
            <a:off x="141024" y="104733"/>
            <a:ext cx="718784" cy="627697"/>
          </a:xfrm>
          <a:prstGeom prst="rect">
            <a:avLst/>
          </a:prstGeom>
          <a:solidFill>
            <a:schemeClr val="accent5">
              <a:lumMod val="90000"/>
              <a:lumOff val="1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aven Pro"/>
              <a:buNone/>
              <a:defRPr sz="50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R="0" lvl="1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R="0" lvl="2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R="0" lvl="3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R="0" lvl="4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R="0" lvl="5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R="0" lvl="6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R="0" lvl="7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R="0" lvl="8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r>
              <a:rPr lang="en" sz="3200" dirty="0">
                <a:solidFill>
                  <a:schemeClr val="accent2"/>
                </a:solidFill>
              </a:rPr>
              <a:t>06</a:t>
            </a:r>
            <a:endParaRPr lang="en" dirty="0">
              <a:solidFill>
                <a:schemeClr val="accent2"/>
              </a:solidFill>
            </a:endParaRPr>
          </a:p>
        </p:txBody>
      </p:sp>
      <p:sp>
        <p:nvSpPr>
          <p:cNvPr id="3" name="Google Shape;17033;p55">
            <a:extLst>
              <a:ext uri="{FF2B5EF4-FFF2-40B4-BE49-F238E27FC236}">
                <a16:creationId xmlns:a16="http://schemas.microsoft.com/office/drawing/2014/main" id="{72ADFF6C-4CAA-D88B-AA83-3382AAFA69F3}"/>
              </a:ext>
            </a:extLst>
          </p:cNvPr>
          <p:cNvSpPr txBox="1">
            <a:spLocks/>
          </p:cNvSpPr>
          <p:nvPr/>
        </p:nvSpPr>
        <p:spPr>
          <a:xfrm>
            <a:off x="337350" y="482303"/>
            <a:ext cx="8665626" cy="6276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aven Pro"/>
              <a:buNone/>
              <a:defRPr sz="50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R="0" lvl="1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R="0" lvl="2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R="0" lvl="3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R="0" lvl="4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R="0" lvl="5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R="0" lvl="6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R="0" lvl="7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R="0" lvl="8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r>
              <a:rPr lang="en-US" sz="3600" dirty="0"/>
              <a:t>Target Benchmarks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33" grpId="0"/>
      <p:bldP spid="17034" grpId="0" build="p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28" name="Google Shape;17828;p62"/>
          <p:cNvSpPr txBox="1">
            <a:spLocks noGrp="1"/>
          </p:cNvSpPr>
          <p:nvPr>
            <p:ph type="title"/>
          </p:nvPr>
        </p:nvSpPr>
        <p:spPr>
          <a:xfrm>
            <a:off x="0" y="819623"/>
            <a:ext cx="9144000" cy="91923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/>
              <a:t>Thank you!</a:t>
            </a:r>
            <a:endParaRPr sz="8000" dirty="0"/>
          </a:p>
        </p:txBody>
      </p:sp>
      <p:sp>
        <p:nvSpPr>
          <p:cNvPr id="17829" name="Google Shape;17829;p62"/>
          <p:cNvSpPr/>
          <p:nvPr/>
        </p:nvSpPr>
        <p:spPr>
          <a:xfrm flipH="1">
            <a:off x="4452365" y="3354812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830" name="Google Shape;17830;p62"/>
          <p:cNvSpPr/>
          <p:nvPr/>
        </p:nvSpPr>
        <p:spPr>
          <a:xfrm flipH="1">
            <a:off x="8156200" y="1279238"/>
            <a:ext cx="535608" cy="233315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831" name="Google Shape;17831;p62"/>
          <p:cNvSpPr/>
          <p:nvPr/>
        </p:nvSpPr>
        <p:spPr>
          <a:xfrm flipH="1">
            <a:off x="3326040" y="144124"/>
            <a:ext cx="302231" cy="131654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7832" name="Google Shape;17832;p62"/>
          <p:cNvSpPr/>
          <p:nvPr/>
        </p:nvSpPr>
        <p:spPr>
          <a:xfrm flipH="1">
            <a:off x="452213" y="2147613"/>
            <a:ext cx="535608" cy="233315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8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7833" name="Google Shape;17833;p62"/>
          <p:cNvGrpSpPr/>
          <p:nvPr/>
        </p:nvGrpSpPr>
        <p:grpSpPr>
          <a:xfrm>
            <a:off x="-283730" y="3084619"/>
            <a:ext cx="10011272" cy="2329338"/>
            <a:chOff x="-283730" y="3084619"/>
            <a:chExt cx="10011272" cy="2329338"/>
          </a:xfrm>
        </p:grpSpPr>
        <p:grpSp>
          <p:nvGrpSpPr>
            <p:cNvPr id="17834" name="Google Shape;17834;p62"/>
            <p:cNvGrpSpPr/>
            <p:nvPr/>
          </p:nvGrpSpPr>
          <p:grpSpPr>
            <a:xfrm flipH="1">
              <a:off x="-283730" y="3145706"/>
              <a:ext cx="5155547" cy="2106696"/>
              <a:chOff x="4189695" y="287694"/>
              <a:chExt cx="5155547" cy="2106696"/>
            </a:xfrm>
          </p:grpSpPr>
          <p:sp>
            <p:nvSpPr>
              <p:cNvPr id="17835" name="Google Shape;17835;p62"/>
              <p:cNvSpPr/>
              <p:nvPr/>
            </p:nvSpPr>
            <p:spPr>
              <a:xfrm>
                <a:off x="4189695" y="287694"/>
                <a:ext cx="5155547" cy="2098315"/>
              </a:xfrm>
              <a:custGeom>
                <a:avLst/>
                <a:gdLst/>
                <a:ahLst/>
                <a:cxnLst/>
                <a:rect l="l" t="t" r="r" b="b"/>
                <a:pathLst>
                  <a:path w="62130" h="25287" extrusionOk="0">
                    <a:moveTo>
                      <a:pt x="59522" y="0"/>
                    </a:moveTo>
                    <a:cubicBezTo>
                      <a:pt x="58960" y="381"/>
                      <a:pt x="58509" y="652"/>
                      <a:pt x="58178" y="903"/>
                    </a:cubicBezTo>
                    <a:cubicBezTo>
                      <a:pt x="57847" y="1164"/>
                      <a:pt x="56734" y="2046"/>
                      <a:pt x="56734" y="2046"/>
                    </a:cubicBezTo>
                    <a:cubicBezTo>
                      <a:pt x="56734" y="2046"/>
                      <a:pt x="56784" y="2508"/>
                      <a:pt x="56453" y="2758"/>
                    </a:cubicBezTo>
                    <a:cubicBezTo>
                      <a:pt x="56122" y="3019"/>
                      <a:pt x="55771" y="3160"/>
                      <a:pt x="55660" y="3280"/>
                    </a:cubicBezTo>
                    <a:cubicBezTo>
                      <a:pt x="55560" y="3400"/>
                      <a:pt x="54597" y="3481"/>
                      <a:pt x="54266" y="3731"/>
                    </a:cubicBezTo>
                    <a:cubicBezTo>
                      <a:pt x="54155" y="3818"/>
                      <a:pt x="53991" y="3843"/>
                      <a:pt x="53807" y="3843"/>
                    </a:cubicBezTo>
                    <a:cubicBezTo>
                      <a:pt x="53691" y="3843"/>
                      <a:pt x="53567" y="3833"/>
                      <a:pt x="53444" y="3822"/>
                    </a:cubicBezTo>
                    <a:cubicBezTo>
                      <a:pt x="53330" y="3813"/>
                      <a:pt x="53217" y="3806"/>
                      <a:pt x="53108" y="3806"/>
                    </a:cubicBezTo>
                    <a:cubicBezTo>
                      <a:pt x="52966" y="3806"/>
                      <a:pt x="52830" y="3818"/>
                      <a:pt x="52711" y="3852"/>
                    </a:cubicBezTo>
                    <a:cubicBezTo>
                      <a:pt x="52250" y="4002"/>
                      <a:pt x="51738" y="3812"/>
                      <a:pt x="51407" y="4072"/>
                    </a:cubicBezTo>
                    <a:cubicBezTo>
                      <a:pt x="51076" y="4323"/>
                      <a:pt x="50033" y="4755"/>
                      <a:pt x="50033" y="4755"/>
                    </a:cubicBezTo>
                    <a:cubicBezTo>
                      <a:pt x="50033" y="4755"/>
                      <a:pt x="50005" y="4752"/>
                      <a:pt x="49956" y="4752"/>
                    </a:cubicBezTo>
                    <a:cubicBezTo>
                      <a:pt x="49757" y="4752"/>
                      <a:pt x="49218" y="4791"/>
                      <a:pt x="48880" y="5186"/>
                    </a:cubicBezTo>
                    <a:cubicBezTo>
                      <a:pt x="48537" y="5576"/>
                      <a:pt x="48473" y="5726"/>
                      <a:pt x="48335" y="5726"/>
                    </a:cubicBezTo>
                    <a:cubicBezTo>
                      <a:pt x="48300" y="5726"/>
                      <a:pt x="48259" y="5716"/>
                      <a:pt x="48208" y="5697"/>
                    </a:cubicBezTo>
                    <a:cubicBezTo>
                      <a:pt x="47957" y="5597"/>
                      <a:pt x="47134" y="4744"/>
                      <a:pt x="46884" y="4654"/>
                    </a:cubicBezTo>
                    <a:cubicBezTo>
                      <a:pt x="46677" y="4571"/>
                      <a:pt x="46224" y="4516"/>
                      <a:pt x="45875" y="4516"/>
                    </a:cubicBezTo>
                    <a:cubicBezTo>
                      <a:pt x="45801" y="4516"/>
                      <a:pt x="45731" y="4519"/>
                      <a:pt x="45670" y="4524"/>
                    </a:cubicBezTo>
                    <a:cubicBezTo>
                      <a:pt x="45381" y="4540"/>
                      <a:pt x="45130" y="4929"/>
                      <a:pt x="44779" y="4929"/>
                    </a:cubicBezTo>
                    <a:cubicBezTo>
                      <a:pt x="44692" y="4929"/>
                      <a:pt x="44598" y="4905"/>
                      <a:pt x="44496" y="4845"/>
                    </a:cubicBezTo>
                    <a:cubicBezTo>
                      <a:pt x="43975" y="4534"/>
                      <a:pt x="43804" y="4093"/>
                      <a:pt x="43082" y="4032"/>
                    </a:cubicBezTo>
                    <a:cubicBezTo>
                      <a:pt x="42350" y="3972"/>
                      <a:pt x="42590" y="3962"/>
                      <a:pt x="41969" y="3782"/>
                    </a:cubicBezTo>
                    <a:cubicBezTo>
                      <a:pt x="41337" y="3601"/>
                      <a:pt x="41186" y="3270"/>
                      <a:pt x="40665" y="2959"/>
                    </a:cubicBezTo>
                    <a:cubicBezTo>
                      <a:pt x="40153" y="2658"/>
                      <a:pt x="39621" y="2237"/>
                      <a:pt x="39351" y="1916"/>
                    </a:cubicBezTo>
                    <a:cubicBezTo>
                      <a:pt x="39070" y="1595"/>
                      <a:pt x="38819" y="1505"/>
                      <a:pt x="38418" y="1194"/>
                    </a:cubicBezTo>
                    <a:cubicBezTo>
                      <a:pt x="38027" y="873"/>
                      <a:pt x="37786" y="893"/>
                      <a:pt x="37405" y="692"/>
                    </a:cubicBezTo>
                    <a:cubicBezTo>
                      <a:pt x="37090" y="539"/>
                      <a:pt x="36710" y="457"/>
                      <a:pt x="36265" y="457"/>
                    </a:cubicBezTo>
                    <a:cubicBezTo>
                      <a:pt x="36157" y="457"/>
                      <a:pt x="36046" y="462"/>
                      <a:pt x="35930" y="471"/>
                    </a:cubicBezTo>
                    <a:cubicBezTo>
                      <a:pt x="35869" y="476"/>
                      <a:pt x="35805" y="478"/>
                      <a:pt x="35741" y="478"/>
                    </a:cubicBezTo>
                    <a:cubicBezTo>
                      <a:pt x="35181" y="478"/>
                      <a:pt x="34560" y="332"/>
                      <a:pt x="34335" y="251"/>
                    </a:cubicBezTo>
                    <a:cubicBezTo>
                      <a:pt x="34313" y="243"/>
                      <a:pt x="34287" y="239"/>
                      <a:pt x="34258" y="239"/>
                    </a:cubicBezTo>
                    <a:cubicBezTo>
                      <a:pt x="34143" y="239"/>
                      <a:pt x="33978" y="295"/>
                      <a:pt x="33794" y="351"/>
                    </a:cubicBezTo>
                    <a:cubicBezTo>
                      <a:pt x="33609" y="405"/>
                      <a:pt x="33411" y="462"/>
                      <a:pt x="33232" y="462"/>
                    </a:cubicBezTo>
                    <a:cubicBezTo>
                      <a:pt x="33109" y="462"/>
                      <a:pt x="32995" y="435"/>
                      <a:pt x="32901" y="361"/>
                    </a:cubicBezTo>
                    <a:cubicBezTo>
                      <a:pt x="32794" y="278"/>
                      <a:pt x="32719" y="242"/>
                      <a:pt x="32659" y="242"/>
                    </a:cubicBezTo>
                    <a:cubicBezTo>
                      <a:pt x="32496" y="242"/>
                      <a:pt x="32457" y="519"/>
                      <a:pt x="32229" y="873"/>
                    </a:cubicBezTo>
                    <a:cubicBezTo>
                      <a:pt x="31928" y="1354"/>
                      <a:pt x="31266" y="1976"/>
                      <a:pt x="30935" y="2237"/>
                    </a:cubicBezTo>
                    <a:cubicBezTo>
                      <a:pt x="30604" y="2488"/>
                      <a:pt x="30624" y="2718"/>
                      <a:pt x="30303" y="3089"/>
                    </a:cubicBezTo>
                    <a:cubicBezTo>
                      <a:pt x="29982" y="3451"/>
                      <a:pt x="29992" y="3571"/>
                      <a:pt x="29661" y="3822"/>
                    </a:cubicBezTo>
                    <a:cubicBezTo>
                      <a:pt x="29608" y="3863"/>
                      <a:pt x="29536" y="3880"/>
                      <a:pt x="29449" y="3880"/>
                    </a:cubicBezTo>
                    <a:cubicBezTo>
                      <a:pt x="29241" y="3880"/>
                      <a:pt x="28955" y="3781"/>
                      <a:pt x="28678" y="3681"/>
                    </a:cubicBezTo>
                    <a:cubicBezTo>
                      <a:pt x="28399" y="3586"/>
                      <a:pt x="28120" y="3490"/>
                      <a:pt x="27937" y="3490"/>
                    </a:cubicBezTo>
                    <a:cubicBezTo>
                      <a:pt x="27889" y="3490"/>
                      <a:pt x="27848" y="3496"/>
                      <a:pt x="27815" y="3511"/>
                    </a:cubicBezTo>
                    <a:cubicBezTo>
                      <a:pt x="27766" y="3531"/>
                      <a:pt x="27719" y="3540"/>
                      <a:pt x="27671" y="3540"/>
                    </a:cubicBezTo>
                    <a:cubicBezTo>
                      <a:pt x="27535" y="3540"/>
                      <a:pt x="27400" y="3467"/>
                      <a:pt x="27244" y="3400"/>
                    </a:cubicBezTo>
                    <a:cubicBezTo>
                      <a:pt x="27082" y="3329"/>
                      <a:pt x="26897" y="3257"/>
                      <a:pt x="26666" y="3257"/>
                    </a:cubicBezTo>
                    <a:cubicBezTo>
                      <a:pt x="26638" y="3257"/>
                      <a:pt x="26610" y="3258"/>
                      <a:pt x="26582" y="3260"/>
                    </a:cubicBezTo>
                    <a:cubicBezTo>
                      <a:pt x="26491" y="3269"/>
                      <a:pt x="26390" y="3272"/>
                      <a:pt x="26284" y="3272"/>
                    </a:cubicBezTo>
                    <a:cubicBezTo>
                      <a:pt x="26027" y="3272"/>
                      <a:pt x="25738" y="3251"/>
                      <a:pt x="25468" y="3230"/>
                    </a:cubicBezTo>
                    <a:cubicBezTo>
                      <a:pt x="25173" y="3204"/>
                      <a:pt x="24900" y="3178"/>
                      <a:pt x="24722" y="3178"/>
                    </a:cubicBezTo>
                    <a:cubicBezTo>
                      <a:pt x="24694" y="3178"/>
                      <a:pt x="24669" y="3178"/>
                      <a:pt x="24646" y="3180"/>
                    </a:cubicBezTo>
                    <a:cubicBezTo>
                      <a:pt x="24285" y="3210"/>
                      <a:pt x="23803" y="3250"/>
                      <a:pt x="23472" y="3501"/>
                    </a:cubicBezTo>
                    <a:cubicBezTo>
                      <a:pt x="23141" y="3762"/>
                      <a:pt x="22188" y="4985"/>
                      <a:pt x="21737" y="5246"/>
                    </a:cubicBezTo>
                    <a:cubicBezTo>
                      <a:pt x="21286" y="5507"/>
                      <a:pt x="21055" y="5647"/>
                      <a:pt x="20614" y="6018"/>
                    </a:cubicBezTo>
                    <a:cubicBezTo>
                      <a:pt x="20172" y="6400"/>
                      <a:pt x="19952" y="6530"/>
                      <a:pt x="19490" y="6801"/>
                    </a:cubicBezTo>
                    <a:cubicBezTo>
                      <a:pt x="19039" y="7062"/>
                      <a:pt x="18698" y="7202"/>
                      <a:pt x="18357" y="7463"/>
                    </a:cubicBezTo>
                    <a:cubicBezTo>
                      <a:pt x="18026" y="7714"/>
                      <a:pt x="16942" y="7683"/>
                      <a:pt x="16601" y="7944"/>
                    </a:cubicBezTo>
                    <a:cubicBezTo>
                      <a:pt x="16336" y="8145"/>
                      <a:pt x="15987" y="8282"/>
                      <a:pt x="15725" y="8282"/>
                    </a:cubicBezTo>
                    <a:cubicBezTo>
                      <a:pt x="15660" y="8282"/>
                      <a:pt x="15600" y="8273"/>
                      <a:pt x="15548" y="8255"/>
                    </a:cubicBezTo>
                    <a:cubicBezTo>
                      <a:pt x="15297" y="8155"/>
                      <a:pt x="14525" y="7643"/>
                      <a:pt x="14385" y="7543"/>
                    </a:cubicBezTo>
                    <a:cubicBezTo>
                      <a:pt x="14254" y="7433"/>
                      <a:pt x="13773" y="7473"/>
                      <a:pt x="13512" y="7262"/>
                    </a:cubicBezTo>
                    <a:cubicBezTo>
                      <a:pt x="13251" y="7052"/>
                      <a:pt x="12880" y="6971"/>
                      <a:pt x="12389" y="6891"/>
                    </a:cubicBezTo>
                    <a:cubicBezTo>
                      <a:pt x="11897" y="6821"/>
                      <a:pt x="11044" y="6771"/>
                      <a:pt x="10673" y="6680"/>
                    </a:cubicBezTo>
                    <a:cubicBezTo>
                      <a:pt x="10659" y="6677"/>
                      <a:pt x="10643" y="6676"/>
                      <a:pt x="10627" y="6676"/>
                    </a:cubicBezTo>
                    <a:cubicBezTo>
                      <a:pt x="10236" y="6676"/>
                      <a:pt x="9435" y="7584"/>
                      <a:pt x="9088" y="7613"/>
                    </a:cubicBezTo>
                    <a:cubicBezTo>
                      <a:pt x="8727" y="7643"/>
                      <a:pt x="8075" y="8265"/>
                      <a:pt x="7845" y="8396"/>
                    </a:cubicBezTo>
                    <a:cubicBezTo>
                      <a:pt x="7624" y="8526"/>
                      <a:pt x="7263" y="8556"/>
                      <a:pt x="7062" y="8917"/>
                    </a:cubicBezTo>
                    <a:cubicBezTo>
                      <a:pt x="6936" y="9144"/>
                      <a:pt x="6869" y="9217"/>
                      <a:pt x="6745" y="9217"/>
                    </a:cubicBezTo>
                    <a:cubicBezTo>
                      <a:pt x="6672" y="9217"/>
                      <a:pt x="6578" y="9191"/>
                      <a:pt x="6440" y="9158"/>
                    </a:cubicBezTo>
                    <a:cubicBezTo>
                      <a:pt x="6180" y="9094"/>
                      <a:pt x="5854" y="8927"/>
                      <a:pt x="5528" y="8927"/>
                    </a:cubicBezTo>
                    <a:cubicBezTo>
                      <a:pt x="5389" y="8927"/>
                      <a:pt x="5251" y="8957"/>
                      <a:pt x="5116" y="9038"/>
                    </a:cubicBezTo>
                    <a:cubicBezTo>
                      <a:pt x="4665" y="9298"/>
                      <a:pt x="3602" y="10331"/>
                      <a:pt x="3271" y="10703"/>
                    </a:cubicBezTo>
                    <a:cubicBezTo>
                      <a:pt x="2950" y="11074"/>
                      <a:pt x="2027" y="11375"/>
                      <a:pt x="1846" y="11956"/>
                    </a:cubicBezTo>
                    <a:cubicBezTo>
                      <a:pt x="1666" y="12548"/>
                      <a:pt x="1576" y="12779"/>
                      <a:pt x="1124" y="13050"/>
                    </a:cubicBezTo>
                    <a:cubicBezTo>
                      <a:pt x="673" y="13311"/>
                      <a:pt x="1" y="13822"/>
                      <a:pt x="1" y="13822"/>
                    </a:cubicBezTo>
                    <a:cubicBezTo>
                      <a:pt x="1" y="13822"/>
                      <a:pt x="14074" y="17764"/>
                      <a:pt x="22780" y="20181"/>
                    </a:cubicBezTo>
                    <a:cubicBezTo>
                      <a:pt x="31497" y="22589"/>
                      <a:pt x="39521" y="25287"/>
                      <a:pt x="39521" y="25287"/>
                    </a:cubicBezTo>
                    <a:lnTo>
                      <a:pt x="62130" y="23522"/>
                    </a:lnTo>
                    <a:lnTo>
                      <a:pt x="5952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36" name="Google Shape;17836;p62"/>
              <p:cNvSpPr/>
              <p:nvPr/>
            </p:nvSpPr>
            <p:spPr>
              <a:xfrm>
                <a:off x="7177805" y="799514"/>
                <a:ext cx="183220" cy="89203"/>
              </a:xfrm>
              <a:custGeom>
                <a:avLst/>
                <a:gdLst/>
                <a:ahLst/>
                <a:cxnLst/>
                <a:rect l="l" t="t" r="r" b="b"/>
                <a:pathLst>
                  <a:path w="2208" h="1075" extrusionOk="0">
                    <a:moveTo>
                      <a:pt x="0" y="1"/>
                    </a:moveTo>
                    <a:cubicBezTo>
                      <a:pt x="1" y="1"/>
                      <a:pt x="1" y="2"/>
                      <a:pt x="2" y="2"/>
                    </a:cubicBezTo>
                    <a:lnTo>
                      <a:pt x="2" y="2"/>
                    </a:lnTo>
                    <a:cubicBezTo>
                      <a:pt x="1" y="2"/>
                      <a:pt x="1" y="1"/>
                      <a:pt x="0" y="1"/>
                    </a:cubicBezTo>
                    <a:close/>
                    <a:moveTo>
                      <a:pt x="2" y="2"/>
                    </a:moveTo>
                    <a:cubicBezTo>
                      <a:pt x="152" y="182"/>
                      <a:pt x="332" y="322"/>
                      <a:pt x="542" y="432"/>
                    </a:cubicBezTo>
                    <a:cubicBezTo>
                      <a:pt x="662" y="492"/>
                      <a:pt x="793" y="542"/>
                      <a:pt x="923" y="593"/>
                    </a:cubicBezTo>
                    <a:cubicBezTo>
                      <a:pt x="1034" y="633"/>
                      <a:pt x="1154" y="683"/>
                      <a:pt x="1264" y="723"/>
                    </a:cubicBezTo>
                    <a:cubicBezTo>
                      <a:pt x="1575" y="833"/>
                      <a:pt x="1886" y="954"/>
                      <a:pt x="2207" y="1074"/>
                    </a:cubicBezTo>
                    <a:cubicBezTo>
                      <a:pt x="1876" y="753"/>
                      <a:pt x="1545" y="452"/>
                      <a:pt x="1124" y="282"/>
                    </a:cubicBezTo>
                    <a:cubicBezTo>
                      <a:pt x="983" y="221"/>
                      <a:pt x="843" y="191"/>
                      <a:pt x="693" y="161"/>
                    </a:cubicBezTo>
                    <a:cubicBezTo>
                      <a:pt x="553" y="131"/>
                      <a:pt x="94" y="111"/>
                      <a:pt x="2" y="2"/>
                    </a:cubicBezTo>
                    <a:close/>
                  </a:path>
                </a:pathLst>
              </a:custGeom>
              <a:solidFill>
                <a:srgbClr val="92DB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37" name="Google Shape;17837;p62"/>
              <p:cNvSpPr/>
              <p:nvPr/>
            </p:nvSpPr>
            <p:spPr>
              <a:xfrm>
                <a:off x="8897399" y="457471"/>
                <a:ext cx="913" cy="13360"/>
              </a:xfrm>
              <a:custGeom>
                <a:avLst/>
                <a:gdLst/>
                <a:ahLst/>
                <a:cxnLst/>
                <a:rect l="l" t="t" r="r" b="b"/>
                <a:pathLst>
                  <a:path w="11" h="161" extrusionOk="0">
                    <a:moveTo>
                      <a:pt x="1" y="161"/>
                    </a:moveTo>
                    <a:cubicBezTo>
                      <a:pt x="11" y="71"/>
                      <a:pt x="1" y="10"/>
                      <a:pt x="1" y="0"/>
                    </a:cubicBezTo>
                    <a:cubicBezTo>
                      <a:pt x="1" y="10"/>
                      <a:pt x="1" y="30"/>
                      <a:pt x="1" y="71"/>
                    </a:cubicBezTo>
                    <a:cubicBezTo>
                      <a:pt x="1" y="91"/>
                      <a:pt x="1" y="131"/>
                      <a:pt x="1" y="161"/>
                    </a:cubicBezTo>
                    <a:lnTo>
                      <a:pt x="1" y="161"/>
                    </a:lnTo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D6E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38" name="Google Shape;17838;p62"/>
              <p:cNvSpPr/>
              <p:nvPr/>
            </p:nvSpPr>
            <p:spPr>
              <a:xfrm>
                <a:off x="9128831" y="287694"/>
                <a:ext cx="913" cy="4232"/>
              </a:xfrm>
              <a:custGeom>
                <a:avLst/>
                <a:gdLst/>
                <a:ahLst/>
                <a:cxnLst/>
                <a:rect l="l" t="t" r="r" b="b"/>
                <a:pathLst>
                  <a:path w="11" h="51" extrusionOk="0">
                    <a:moveTo>
                      <a:pt x="0" y="0"/>
                    </a:moveTo>
                    <a:cubicBezTo>
                      <a:pt x="0" y="3"/>
                      <a:pt x="1" y="8"/>
                      <a:pt x="3" y="13"/>
                    </a:cubicBezTo>
                    <a:lnTo>
                      <a:pt x="3" y="13"/>
                    </a:lnTo>
                    <a:lnTo>
                      <a:pt x="0" y="0"/>
                    </a:lnTo>
                    <a:close/>
                    <a:moveTo>
                      <a:pt x="3" y="13"/>
                    </a:moveTo>
                    <a:lnTo>
                      <a:pt x="10" y="50"/>
                    </a:lnTo>
                    <a:cubicBezTo>
                      <a:pt x="10" y="37"/>
                      <a:pt x="6" y="23"/>
                      <a:pt x="3" y="13"/>
                    </a:cubicBezTo>
                    <a:close/>
                  </a:path>
                </a:pathLst>
              </a:custGeom>
              <a:solidFill>
                <a:srgbClr val="B1DCE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39" name="Google Shape;17839;p62"/>
              <p:cNvSpPr/>
              <p:nvPr/>
            </p:nvSpPr>
            <p:spPr>
              <a:xfrm>
                <a:off x="6913928" y="313500"/>
                <a:ext cx="644340" cy="216412"/>
              </a:xfrm>
              <a:custGeom>
                <a:avLst/>
                <a:gdLst/>
                <a:ahLst/>
                <a:cxnLst/>
                <a:rect l="l" t="t" r="r" b="b"/>
                <a:pathLst>
                  <a:path w="7765" h="2608" extrusionOk="0">
                    <a:moveTo>
                      <a:pt x="7764" y="2608"/>
                    </a:moveTo>
                    <a:cubicBezTo>
                      <a:pt x="7333" y="2347"/>
                      <a:pt x="6912" y="2016"/>
                      <a:pt x="6631" y="1735"/>
                    </a:cubicBezTo>
                    <a:cubicBezTo>
                      <a:pt x="6912" y="2016"/>
                      <a:pt x="7333" y="2347"/>
                      <a:pt x="7764" y="2608"/>
                    </a:cubicBezTo>
                    <a:cubicBezTo>
                      <a:pt x="7764" y="2608"/>
                      <a:pt x="7764" y="2608"/>
                      <a:pt x="7764" y="2608"/>
                    </a:cubicBezTo>
                    <a:moveTo>
                      <a:pt x="6631" y="1725"/>
                    </a:moveTo>
                    <a:cubicBezTo>
                      <a:pt x="6631" y="1725"/>
                      <a:pt x="6631" y="1725"/>
                      <a:pt x="6631" y="1725"/>
                    </a:cubicBezTo>
                    <a:cubicBezTo>
                      <a:pt x="6631" y="1725"/>
                      <a:pt x="6631" y="1725"/>
                      <a:pt x="6631" y="1725"/>
                    </a:cubicBezTo>
                    <a:close/>
                    <a:moveTo>
                      <a:pt x="71" y="50"/>
                    </a:moveTo>
                    <a:cubicBezTo>
                      <a:pt x="41" y="30"/>
                      <a:pt x="21" y="10"/>
                      <a:pt x="1" y="0"/>
                    </a:cubicBezTo>
                    <a:cubicBezTo>
                      <a:pt x="21" y="10"/>
                      <a:pt x="41" y="30"/>
                      <a:pt x="71" y="50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40" name="Google Shape;17840;p62"/>
              <p:cNvSpPr/>
              <p:nvPr/>
            </p:nvSpPr>
            <p:spPr>
              <a:xfrm>
                <a:off x="6884802" y="307609"/>
                <a:ext cx="908963" cy="386272"/>
              </a:xfrm>
              <a:custGeom>
                <a:avLst/>
                <a:gdLst/>
                <a:ahLst/>
                <a:cxnLst/>
                <a:rect l="l" t="t" r="r" b="b"/>
                <a:pathLst>
                  <a:path w="10954" h="4655" extrusionOk="0">
                    <a:moveTo>
                      <a:pt x="181" y="1"/>
                    </a:moveTo>
                    <a:cubicBezTo>
                      <a:pt x="111" y="1"/>
                      <a:pt x="61" y="61"/>
                      <a:pt x="1" y="161"/>
                    </a:cubicBezTo>
                    <a:cubicBezTo>
                      <a:pt x="41" y="111"/>
                      <a:pt x="81" y="91"/>
                      <a:pt x="121" y="91"/>
                    </a:cubicBezTo>
                    <a:cubicBezTo>
                      <a:pt x="181" y="91"/>
                      <a:pt x="261" y="131"/>
                      <a:pt x="362" y="211"/>
                    </a:cubicBezTo>
                    <a:cubicBezTo>
                      <a:pt x="452" y="282"/>
                      <a:pt x="572" y="312"/>
                      <a:pt x="693" y="312"/>
                    </a:cubicBezTo>
                    <a:cubicBezTo>
                      <a:pt x="723" y="312"/>
                      <a:pt x="753" y="312"/>
                      <a:pt x="783" y="302"/>
                    </a:cubicBezTo>
                    <a:cubicBezTo>
                      <a:pt x="903" y="402"/>
                      <a:pt x="1505" y="522"/>
                      <a:pt x="1636" y="522"/>
                    </a:cubicBezTo>
                    <a:lnTo>
                      <a:pt x="1656" y="522"/>
                    </a:lnTo>
                    <a:cubicBezTo>
                      <a:pt x="1666" y="512"/>
                      <a:pt x="1676" y="512"/>
                      <a:pt x="1686" y="512"/>
                    </a:cubicBezTo>
                    <a:cubicBezTo>
                      <a:pt x="1846" y="512"/>
                      <a:pt x="2288" y="813"/>
                      <a:pt x="2809" y="1214"/>
                    </a:cubicBezTo>
                    <a:cubicBezTo>
                      <a:pt x="2960" y="1255"/>
                      <a:pt x="3170" y="1335"/>
                      <a:pt x="3491" y="1495"/>
                    </a:cubicBezTo>
                    <a:cubicBezTo>
                      <a:pt x="4053" y="1786"/>
                      <a:pt x="4906" y="2328"/>
                      <a:pt x="5497" y="2559"/>
                    </a:cubicBezTo>
                    <a:cubicBezTo>
                      <a:pt x="5507" y="2569"/>
                      <a:pt x="5517" y="2569"/>
                      <a:pt x="5517" y="2569"/>
                    </a:cubicBezTo>
                    <a:cubicBezTo>
                      <a:pt x="5568" y="2569"/>
                      <a:pt x="5317" y="2368"/>
                      <a:pt x="5066" y="2167"/>
                    </a:cubicBezTo>
                    <a:cubicBezTo>
                      <a:pt x="4805" y="1957"/>
                      <a:pt x="4555" y="1756"/>
                      <a:pt x="4595" y="1756"/>
                    </a:cubicBezTo>
                    <a:lnTo>
                      <a:pt x="4595" y="1756"/>
                    </a:lnTo>
                    <a:cubicBezTo>
                      <a:pt x="4595" y="1756"/>
                      <a:pt x="4605" y="1766"/>
                      <a:pt x="4615" y="1766"/>
                    </a:cubicBezTo>
                    <a:cubicBezTo>
                      <a:pt x="4976" y="1937"/>
                      <a:pt x="6621" y="2890"/>
                      <a:pt x="6922" y="3140"/>
                    </a:cubicBezTo>
                    <a:cubicBezTo>
                      <a:pt x="7142" y="3321"/>
                      <a:pt x="7343" y="3542"/>
                      <a:pt x="7594" y="3682"/>
                    </a:cubicBezTo>
                    <a:cubicBezTo>
                      <a:pt x="7804" y="3792"/>
                      <a:pt x="8025" y="3853"/>
                      <a:pt x="8256" y="3903"/>
                    </a:cubicBezTo>
                    <a:cubicBezTo>
                      <a:pt x="9199" y="4133"/>
                      <a:pt x="10001" y="4424"/>
                      <a:pt x="10954" y="4655"/>
                    </a:cubicBezTo>
                    <a:cubicBezTo>
                      <a:pt x="10773" y="4444"/>
                      <a:pt x="10332" y="4284"/>
                      <a:pt x="10111" y="4123"/>
                    </a:cubicBezTo>
                    <a:cubicBezTo>
                      <a:pt x="9981" y="4013"/>
                      <a:pt x="8928" y="3752"/>
                      <a:pt x="8787" y="3652"/>
                    </a:cubicBezTo>
                    <a:cubicBezTo>
                      <a:pt x="8216" y="3281"/>
                      <a:pt x="8416" y="3060"/>
                      <a:pt x="8115" y="2679"/>
                    </a:cubicBezTo>
                    <a:cubicBezTo>
                      <a:pt x="7684" y="2418"/>
                      <a:pt x="7263" y="2087"/>
                      <a:pt x="6982" y="1806"/>
                    </a:cubicBezTo>
                    <a:lnTo>
                      <a:pt x="6982" y="1796"/>
                    </a:lnTo>
                    <a:cubicBezTo>
                      <a:pt x="6942" y="1756"/>
                      <a:pt x="6902" y="1716"/>
                      <a:pt x="6872" y="1676"/>
                    </a:cubicBezTo>
                    <a:cubicBezTo>
                      <a:pt x="6591" y="1355"/>
                      <a:pt x="6340" y="1265"/>
                      <a:pt x="5939" y="954"/>
                    </a:cubicBezTo>
                    <a:cubicBezTo>
                      <a:pt x="5548" y="633"/>
                      <a:pt x="5307" y="653"/>
                      <a:pt x="4926" y="452"/>
                    </a:cubicBezTo>
                    <a:cubicBezTo>
                      <a:pt x="4615" y="292"/>
                      <a:pt x="4234" y="211"/>
                      <a:pt x="3782" y="211"/>
                    </a:cubicBezTo>
                    <a:cubicBezTo>
                      <a:pt x="3672" y="211"/>
                      <a:pt x="3562" y="221"/>
                      <a:pt x="3451" y="231"/>
                    </a:cubicBezTo>
                    <a:lnTo>
                      <a:pt x="3231" y="231"/>
                    </a:lnTo>
                    <a:cubicBezTo>
                      <a:pt x="2689" y="231"/>
                      <a:pt x="2077" y="91"/>
                      <a:pt x="1856" y="11"/>
                    </a:cubicBezTo>
                    <a:cubicBezTo>
                      <a:pt x="1836" y="1"/>
                      <a:pt x="1806" y="1"/>
                      <a:pt x="1776" y="1"/>
                    </a:cubicBezTo>
                    <a:cubicBezTo>
                      <a:pt x="1666" y="1"/>
                      <a:pt x="1495" y="51"/>
                      <a:pt x="1315" y="111"/>
                    </a:cubicBezTo>
                    <a:cubicBezTo>
                      <a:pt x="1134" y="161"/>
                      <a:pt x="934" y="221"/>
                      <a:pt x="753" y="221"/>
                    </a:cubicBezTo>
                    <a:cubicBezTo>
                      <a:pt x="633" y="221"/>
                      <a:pt x="512" y="191"/>
                      <a:pt x="422" y="121"/>
                    </a:cubicBezTo>
                    <a:cubicBezTo>
                      <a:pt x="392" y="101"/>
                      <a:pt x="372" y="81"/>
                      <a:pt x="352" y="71"/>
                    </a:cubicBezTo>
                    <a:cubicBezTo>
                      <a:pt x="282" y="21"/>
                      <a:pt x="221" y="1"/>
                      <a:pt x="181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41" name="Google Shape;17841;p62"/>
              <p:cNvSpPr/>
              <p:nvPr/>
            </p:nvSpPr>
            <p:spPr>
              <a:xfrm>
                <a:off x="6701666" y="362542"/>
                <a:ext cx="1434226" cy="576877"/>
              </a:xfrm>
              <a:custGeom>
                <a:avLst/>
                <a:gdLst/>
                <a:ahLst/>
                <a:cxnLst/>
                <a:rect l="l" t="t" r="r" b="b"/>
                <a:pathLst>
                  <a:path w="17284" h="6952" extrusionOk="0">
                    <a:moveTo>
                      <a:pt x="1937" y="1"/>
                    </a:moveTo>
                    <a:cubicBezTo>
                      <a:pt x="1616" y="482"/>
                      <a:pt x="984" y="1084"/>
                      <a:pt x="663" y="1335"/>
                    </a:cubicBezTo>
                    <a:cubicBezTo>
                      <a:pt x="513" y="1445"/>
                      <a:pt x="442" y="1546"/>
                      <a:pt x="372" y="1666"/>
                    </a:cubicBezTo>
                    <a:cubicBezTo>
                      <a:pt x="432" y="1586"/>
                      <a:pt x="502" y="1505"/>
                      <a:pt x="603" y="1425"/>
                    </a:cubicBezTo>
                    <a:cubicBezTo>
                      <a:pt x="944" y="1164"/>
                      <a:pt x="1596" y="542"/>
                      <a:pt x="1907" y="61"/>
                    </a:cubicBezTo>
                    <a:cubicBezTo>
                      <a:pt x="1917" y="41"/>
                      <a:pt x="1927" y="21"/>
                      <a:pt x="1937" y="1"/>
                    </a:cubicBezTo>
                    <a:close/>
                    <a:moveTo>
                      <a:pt x="182" y="1997"/>
                    </a:moveTo>
                    <a:cubicBezTo>
                      <a:pt x="173" y="2009"/>
                      <a:pt x="164" y="2022"/>
                      <a:pt x="154" y="2036"/>
                    </a:cubicBezTo>
                    <a:lnTo>
                      <a:pt x="154" y="2036"/>
                    </a:lnTo>
                    <a:cubicBezTo>
                      <a:pt x="164" y="2023"/>
                      <a:pt x="173" y="2010"/>
                      <a:pt x="182" y="1997"/>
                    </a:cubicBezTo>
                    <a:close/>
                    <a:moveTo>
                      <a:pt x="154" y="2036"/>
                    </a:moveTo>
                    <a:lnTo>
                      <a:pt x="154" y="2036"/>
                    </a:lnTo>
                    <a:cubicBezTo>
                      <a:pt x="120" y="2083"/>
                      <a:pt x="78" y="2132"/>
                      <a:pt x="31" y="2187"/>
                    </a:cubicBezTo>
                    <a:lnTo>
                      <a:pt x="1" y="2218"/>
                    </a:lnTo>
                    <a:cubicBezTo>
                      <a:pt x="11" y="2218"/>
                      <a:pt x="11" y="2228"/>
                      <a:pt x="11" y="2228"/>
                    </a:cubicBezTo>
                    <a:cubicBezTo>
                      <a:pt x="69" y="2162"/>
                      <a:pt x="113" y="2096"/>
                      <a:pt x="154" y="2036"/>
                    </a:cubicBezTo>
                    <a:close/>
                    <a:moveTo>
                      <a:pt x="7062" y="3341"/>
                    </a:moveTo>
                    <a:cubicBezTo>
                      <a:pt x="6932" y="3341"/>
                      <a:pt x="6882" y="3371"/>
                      <a:pt x="7002" y="3451"/>
                    </a:cubicBezTo>
                    <a:cubicBezTo>
                      <a:pt x="7514" y="3903"/>
                      <a:pt x="7755" y="3822"/>
                      <a:pt x="8156" y="4444"/>
                    </a:cubicBezTo>
                    <a:cubicBezTo>
                      <a:pt x="8206" y="4525"/>
                      <a:pt x="8256" y="4615"/>
                      <a:pt x="8336" y="4675"/>
                    </a:cubicBezTo>
                    <a:cubicBezTo>
                      <a:pt x="8507" y="4825"/>
                      <a:pt x="8748" y="4825"/>
                      <a:pt x="8968" y="4866"/>
                    </a:cubicBezTo>
                    <a:cubicBezTo>
                      <a:pt x="9359" y="4946"/>
                      <a:pt x="10433" y="5578"/>
                      <a:pt x="10934" y="5738"/>
                    </a:cubicBezTo>
                    <a:cubicBezTo>
                      <a:pt x="10994" y="5748"/>
                      <a:pt x="11035" y="5758"/>
                      <a:pt x="11075" y="5758"/>
                    </a:cubicBezTo>
                    <a:cubicBezTo>
                      <a:pt x="11145" y="5758"/>
                      <a:pt x="11195" y="5738"/>
                      <a:pt x="11245" y="5728"/>
                    </a:cubicBezTo>
                    <a:cubicBezTo>
                      <a:pt x="11295" y="5708"/>
                      <a:pt x="11346" y="5698"/>
                      <a:pt x="11416" y="5698"/>
                    </a:cubicBezTo>
                    <a:cubicBezTo>
                      <a:pt x="11466" y="5698"/>
                      <a:pt x="11526" y="5708"/>
                      <a:pt x="11596" y="5738"/>
                    </a:cubicBezTo>
                    <a:lnTo>
                      <a:pt x="11646" y="5738"/>
                    </a:lnTo>
                    <a:cubicBezTo>
                      <a:pt x="11867" y="5738"/>
                      <a:pt x="12088" y="5768"/>
                      <a:pt x="12308" y="5798"/>
                    </a:cubicBezTo>
                    <a:cubicBezTo>
                      <a:pt x="13562" y="5969"/>
                      <a:pt x="14806" y="6460"/>
                      <a:pt x="16050" y="6641"/>
                    </a:cubicBezTo>
                    <a:cubicBezTo>
                      <a:pt x="16311" y="6671"/>
                      <a:pt x="17053" y="6952"/>
                      <a:pt x="17213" y="6952"/>
                    </a:cubicBezTo>
                    <a:cubicBezTo>
                      <a:pt x="17284" y="6952"/>
                      <a:pt x="17253" y="6912"/>
                      <a:pt x="17063" y="6781"/>
                    </a:cubicBezTo>
                    <a:cubicBezTo>
                      <a:pt x="16993" y="6741"/>
                      <a:pt x="16150" y="6340"/>
                      <a:pt x="15970" y="6290"/>
                    </a:cubicBezTo>
                    <a:cubicBezTo>
                      <a:pt x="15478" y="6150"/>
                      <a:pt x="15027" y="5859"/>
                      <a:pt x="14525" y="5728"/>
                    </a:cubicBezTo>
                    <a:cubicBezTo>
                      <a:pt x="13482" y="5457"/>
                      <a:pt x="11927" y="4795"/>
                      <a:pt x="10954" y="4334"/>
                    </a:cubicBezTo>
                    <a:lnTo>
                      <a:pt x="10954" y="4334"/>
                    </a:lnTo>
                    <a:cubicBezTo>
                      <a:pt x="11366" y="4745"/>
                      <a:pt x="11717" y="4946"/>
                      <a:pt x="12198" y="5227"/>
                    </a:cubicBezTo>
                    <a:cubicBezTo>
                      <a:pt x="11496" y="4876"/>
                      <a:pt x="10784" y="4535"/>
                      <a:pt x="10062" y="4194"/>
                    </a:cubicBezTo>
                    <a:cubicBezTo>
                      <a:pt x="9961" y="4153"/>
                      <a:pt x="9901" y="4133"/>
                      <a:pt x="9871" y="4133"/>
                    </a:cubicBezTo>
                    <a:cubicBezTo>
                      <a:pt x="9821" y="4133"/>
                      <a:pt x="9821" y="4173"/>
                      <a:pt x="9821" y="4204"/>
                    </a:cubicBezTo>
                    <a:cubicBezTo>
                      <a:pt x="9831" y="4244"/>
                      <a:pt x="9831" y="4274"/>
                      <a:pt x="9791" y="4274"/>
                    </a:cubicBezTo>
                    <a:cubicBezTo>
                      <a:pt x="9751" y="4274"/>
                      <a:pt x="9700" y="4254"/>
                      <a:pt x="9590" y="4204"/>
                    </a:cubicBezTo>
                    <a:cubicBezTo>
                      <a:pt x="9249" y="4033"/>
                      <a:pt x="8778" y="3782"/>
                      <a:pt x="8276" y="3522"/>
                    </a:cubicBezTo>
                    <a:cubicBezTo>
                      <a:pt x="8176" y="3501"/>
                      <a:pt x="8066" y="3481"/>
                      <a:pt x="7945" y="3461"/>
                    </a:cubicBezTo>
                    <a:cubicBezTo>
                      <a:pt x="7624" y="3401"/>
                      <a:pt x="7253" y="3341"/>
                      <a:pt x="7062" y="3341"/>
                    </a:cubicBez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42" name="Google Shape;17842;p62"/>
              <p:cNvSpPr/>
              <p:nvPr/>
            </p:nvSpPr>
            <p:spPr>
              <a:xfrm>
                <a:off x="6507741" y="577294"/>
                <a:ext cx="93352" cy="2672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322" extrusionOk="0">
                    <a:moveTo>
                      <a:pt x="1" y="1"/>
                    </a:moveTo>
                    <a:cubicBezTo>
                      <a:pt x="17" y="1"/>
                      <a:pt x="34" y="1"/>
                      <a:pt x="52" y="3"/>
                    </a:cubicBezTo>
                    <a:lnTo>
                      <a:pt x="52" y="3"/>
                    </a:lnTo>
                    <a:cubicBezTo>
                      <a:pt x="34" y="1"/>
                      <a:pt x="17" y="1"/>
                      <a:pt x="1" y="1"/>
                    </a:cubicBezTo>
                    <a:close/>
                    <a:moveTo>
                      <a:pt x="52" y="3"/>
                    </a:moveTo>
                    <a:cubicBezTo>
                      <a:pt x="132" y="10"/>
                      <a:pt x="225" y="32"/>
                      <a:pt x="328" y="61"/>
                    </a:cubicBezTo>
                    <a:lnTo>
                      <a:pt x="328" y="61"/>
                    </a:lnTo>
                    <a:cubicBezTo>
                      <a:pt x="225" y="32"/>
                      <a:pt x="131" y="10"/>
                      <a:pt x="52" y="3"/>
                    </a:cubicBezTo>
                    <a:close/>
                    <a:moveTo>
                      <a:pt x="328" y="61"/>
                    </a:moveTo>
                    <a:lnTo>
                      <a:pt x="328" y="61"/>
                    </a:lnTo>
                    <a:cubicBezTo>
                      <a:pt x="572" y="132"/>
                      <a:pt x="866" y="249"/>
                      <a:pt x="1124" y="322"/>
                    </a:cubicBezTo>
                    <a:cubicBezTo>
                      <a:pt x="1004" y="282"/>
                      <a:pt x="873" y="241"/>
                      <a:pt x="743" y="191"/>
                    </a:cubicBezTo>
                    <a:cubicBezTo>
                      <a:pt x="597" y="146"/>
                      <a:pt x="455" y="98"/>
                      <a:pt x="328" y="61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43" name="Google Shape;17843;p62"/>
              <p:cNvSpPr/>
              <p:nvPr/>
            </p:nvSpPr>
            <p:spPr>
              <a:xfrm>
                <a:off x="6038323" y="551487"/>
                <a:ext cx="598535" cy="160732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1937" extrusionOk="0">
                    <a:moveTo>
                      <a:pt x="2368" y="1"/>
                    </a:moveTo>
                    <a:cubicBezTo>
                      <a:pt x="2017" y="31"/>
                      <a:pt x="1565" y="71"/>
                      <a:pt x="1234" y="302"/>
                    </a:cubicBezTo>
                    <a:cubicBezTo>
                      <a:pt x="1224" y="312"/>
                      <a:pt x="1204" y="322"/>
                      <a:pt x="1194" y="322"/>
                    </a:cubicBezTo>
                    <a:cubicBezTo>
                      <a:pt x="1194" y="322"/>
                      <a:pt x="1194" y="332"/>
                      <a:pt x="1194" y="332"/>
                    </a:cubicBezTo>
                    <a:lnTo>
                      <a:pt x="1184" y="332"/>
                    </a:lnTo>
                    <a:cubicBezTo>
                      <a:pt x="1184" y="342"/>
                      <a:pt x="1184" y="342"/>
                      <a:pt x="1184" y="342"/>
                    </a:cubicBezTo>
                    <a:lnTo>
                      <a:pt x="1174" y="342"/>
                    </a:lnTo>
                    <a:cubicBezTo>
                      <a:pt x="1174" y="342"/>
                      <a:pt x="1164" y="352"/>
                      <a:pt x="1164" y="352"/>
                    </a:cubicBezTo>
                    <a:lnTo>
                      <a:pt x="1154" y="352"/>
                    </a:lnTo>
                    <a:cubicBezTo>
                      <a:pt x="1154" y="352"/>
                      <a:pt x="1154" y="362"/>
                      <a:pt x="1154" y="362"/>
                    </a:cubicBezTo>
                    <a:lnTo>
                      <a:pt x="1144" y="362"/>
                    </a:lnTo>
                    <a:cubicBezTo>
                      <a:pt x="1144" y="362"/>
                      <a:pt x="1144" y="372"/>
                      <a:pt x="1144" y="372"/>
                    </a:cubicBezTo>
                    <a:lnTo>
                      <a:pt x="1134" y="372"/>
                    </a:lnTo>
                    <a:cubicBezTo>
                      <a:pt x="893" y="593"/>
                      <a:pt x="422" y="1164"/>
                      <a:pt x="1" y="1586"/>
                    </a:cubicBezTo>
                    <a:cubicBezTo>
                      <a:pt x="11" y="1586"/>
                      <a:pt x="21" y="1596"/>
                      <a:pt x="31" y="1596"/>
                    </a:cubicBezTo>
                    <a:cubicBezTo>
                      <a:pt x="452" y="1144"/>
                      <a:pt x="923" y="583"/>
                      <a:pt x="1134" y="412"/>
                    </a:cubicBezTo>
                    <a:cubicBezTo>
                      <a:pt x="1204" y="362"/>
                      <a:pt x="1285" y="322"/>
                      <a:pt x="1365" y="282"/>
                    </a:cubicBezTo>
                    <a:cubicBezTo>
                      <a:pt x="1425" y="332"/>
                      <a:pt x="1485" y="392"/>
                      <a:pt x="1545" y="422"/>
                    </a:cubicBezTo>
                    <a:cubicBezTo>
                      <a:pt x="1937" y="643"/>
                      <a:pt x="2508" y="532"/>
                      <a:pt x="3000" y="763"/>
                    </a:cubicBezTo>
                    <a:cubicBezTo>
                      <a:pt x="3481" y="994"/>
                      <a:pt x="4765" y="1806"/>
                      <a:pt x="5026" y="1806"/>
                    </a:cubicBezTo>
                    <a:cubicBezTo>
                      <a:pt x="5036" y="1806"/>
                      <a:pt x="5046" y="1806"/>
                      <a:pt x="5046" y="1796"/>
                    </a:cubicBezTo>
                    <a:cubicBezTo>
                      <a:pt x="5076" y="1796"/>
                      <a:pt x="5096" y="1786"/>
                      <a:pt x="5116" y="1786"/>
                    </a:cubicBezTo>
                    <a:cubicBezTo>
                      <a:pt x="5206" y="1786"/>
                      <a:pt x="5237" y="1876"/>
                      <a:pt x="5367" y="1917"/>
                    </a:cubicBezTo>
                    <a:cubicBezTo>
                      <a:pt x="5407" y="1927"/>
                      <a:pt x="5457" y="1937"/>
                      <a:pt x="5497" y="1937"/>
                    </a:cubicBezTo>
                    <a:cubicBezTo>
                      <a:pt x="5537" y="1937"/>
                      <a:pt x="5568" y="1937"/>
                      <a:pt x="5608" y="1927"/>
                    </a:cubicBezTo>
                    <a:cubicBezTo>
                      <a:pt x="5287" y="1636"/>
                      <a:pt x="5016" y="1385"/>
                      <a:pt x="5106" y="1385"/>
                    </a:cubicBezTo>
                    <a:cubicBezTo>
                      <a:pt x="5116" y="1385"/>
                      <a:pt x="5136" y="1395"/>
                      <a:pt x="5166" y="1405"/>
                    </a:cubicBezTo>
                    <a:cubicBezTo>
                      <a:pt x="5287" y="1455"/>
                      <a:pt x="5588" y="1596"/>
                      <a:pt x="5969" y="1776"/>
                    </a:cubicBezTo>
                    <a:cubicBezTo>
                      <a:pt x="6069" y="1736"/>
                      <a:pt x="6169" y="1696"/>
                      <a:pt x="6280" y="1686"/>
                    </a:cubicBezTo>
                    <a:cubicBezTo>
                      <a:pt x="6280" y="1686"/>
                      <a:pt x="6290" y="1676"/>
                      <a:pt x="6300" y="1676"/>
                    </a:cubicBezTo>
                    <a:cubicBezTo>
                      <a:pt x="6360" y="1676"/>
                      <a:pt x="6460" y="1696"/>
                      <a:pt x="6551" y="1706"/>
                    </a:cubicBezTo>
                    <a:cubicBezTo>
                      <a:pt x="6651" y="1716"/>
                      <a:pt x="6761" y="1726"/>
                      <a:pt x="6851" y="1726"/>
                    </a:cubicBezTo>
                    <a:cubicBezTo>
                      <a:pt x="6942" y="1726"/>
                      <a:pt x="7022" y="1716"/>
                      <a:pt x="7062" y="1686"/>
                    </a:cubicBezTo>
                    <a:cubicBezTo>
                      <a:pt x="7132" y="1636"/>
                      <a:pt x="7182" y="1535"/>
                      <a:pt x="7213" y="1425"/>
                    </a:cubicBezTo>
                    <a:cubicBezTo>
                      <a:pt x="6821" y="1124"/>
                      <a:pt x="6430" y="823"/>
                      <a:pt x="6340" y="783"/>
                    </a:cubicBezTo>
                    <a:cubicBezTo>
                      <a:pt x="6099" y="663"/>
                      <a:pt x="6430" y="663"/>
                      <a:pt x="6781" y="633"/>
                    </a:cubicBezTo>
                    <a:cubicBezTo>
                      <a:pt x="6661" y="593"/>
                      <a:pt x="6530" y="552"/>
                      <a:pt x="6400" y="502"/>
                    </a:cubicBezTo>
                    <a:cubicBezTo>
                      <a:pt x="6109" y="412"/>
                      <a:pt x="5838" y="312"/>
                      <a:pt x="5658" y="312"/>
                    </a:cubicBezTo>
                    <a:lnTo>
                      <a:pt x="5618" y="312"/>
                    </a:lnTo>
                    <a:cubicBezTo>
                      <a:pt x="5588" y="312"/>
                      <a:pt x="5568" y="322"/>
                      <a:pt x="5537" y="332"/>
                    </a:cubicBezTo>
                    <a:cubicBezTo>
                      <a:pt x="5487" y="352"/>
                      <a:pt x="5447" y="362"/>
                      <a:pt x="5397" y="362"/>
                    </a:cubicBezTo>
                    <a:cubicBezTo>
                      <a:pt x="5257" y="362"/>
                      <a:pt x="5126" y="292"/>
                      <a:pt x="4966" y="221"/>
                    </a:cubicBezTo>
                    <a:cubicBezTo>
                      <a:pt x="4805" y="151"/>
                      <a:pt x="4625" y="81"/>
                      <a:pt x="4394" y="81"/>
                    </a:cubicBezTo>
                    <a:lnTo>
                      <a:pt x="4304" y="81"/>
                    </a:lnTo>
                    <a:cubicBezTo>
                      <a:pt x="4223" y="91"/>
                      <a:pt x="4133" y="91"/>
                      <a:pt x="4043" y="91"/>
                    </a:cubicBezTo>
                    <a:cubicBezTo>
                      <a:pt x="3782" y="91"/>
                      <a:pt x="3471" y="71"/>
                      <a:pt x="3190" y="51"/>
                    </a:cubicBezTo>
                    <a:cubicBezTo>
                      <a:pt x="2909" y="21"/>
                      <a:pt x="2649" y="1"/>
                      <a:pt x="246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44" name="Google Shape;17844;p62"/>
              <p:cNvSpPr/>
              <p:nvPr/>
            </p:nvSpPr>
            <p:spPr>
              <a:xfrm>
                <a:off x="5812784" y="787067"/>
                <a:ext cx="87461" cy="61654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43" extrusionOk="0">
                    <a:moveTo>
                      <a:pt x="0" y="743"/>
                    </a:moveTo>
                    <a:cubicBezTo>
                      <a:pt x="412" y="502"/>
                      <a:pt x="632" y="361"/>
                      <a:pt x="1054" y="0"/>
                    </a:cubicBezTo>
                    <a:cubicBezTo>
                      <a:pt x="632" y="361"/>
                      <a:pt x="412" y="502"/>
                      <a:pt x="0" y="743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45" name="Google Shape;17845;p62"/>
              <p:cNvSpPr/>
              <p:nvPr/>
            </p:nvSpPr>
            <p:spPr>
              <a:xfrm>
                <a:off x="5703748" y="783748"/>
                <a:ext cx="201475" cy="133266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606" extrusionOk="0">
                    <a:moveTo>
                      <a:pt x="2428" y="0"/>
                    </a:moveTo>
                    <a:cubicBezTo>
                      <a:pt x="2408" y="10"/>
                      <a:pt x="2388" y="30"/>
                      <a:pt x="2368" y="40"/>
                    </a:cubicBezTo>
                    <a:cubicBezTo>
                      <a:pt x="1946" y="401"/>
                      <a:pt x="1726" y="542"/>
                      <a:pt x="1314" y="783"/>
                    </a:cubicBezTo>
                    <a:cubicBezTo>
                      <a:pt x="1294" y="793"/>
                      <a:pt x="1274" y="803"/>
                      <a:pt x="1244" y="823"/>
                    </a:cubicBezTo>
                    <a:cubicBezTo>
                      <a:pt x="793" y="1084"/>
                      <a:pt x="452" y="1224"/>
                      <a:pt x="111" y="1485"/>
                    </a:cubicBezTo>
                    <a:cubicBezTo>
                      <a:pt x="71" y="1525"/>
                      <a:pt x="30" y="1565"/>
                      <a:pt x="0" y="1605"/>
                    </a:cubicBezTo>
                    <a:cubicBezTo>
                      <a:pt x="20" y="1595"/>
                      <a:pt x="40" y="1585"/>
                      <a:pt x="61" y="1575"/>
                    </a:cubicBezTo>
                    <a:cubicBezTo>
                      <a:pt x="392" y="1314"/>
                      <a:pt x="743" y="1174"/>
                      <a:pt x="1194" y="913"/>
                    </a:cubicBezTo>
                    <a:cubicBezTo>
                      <a:pt x="1645" y="642"/>
                      <a:pt x="1876" y="512"/>
                      <a:pt x="2307" y="131"/>
                    </a:cubicBezTo>
                    <a:cubicBezTo>
                      <a:pt x="2327" y="121"/>
                      <a:pt x="2347" y="111"/>
                      <a:pt x="2358" y="91"/>
                    </a:cubicBezTo>
                    <a:cubicBezTo>
                      <a:pt x="2378" y="60"/>
                      <a:pt x="2398" y="30"/>
                      <a:pt x="2428" y="0"/>
                    </a:cubicBezTo>
                    <a:close/>
                  </a:path>
                </a:pathLst>
              </a:custGeom>
              <a:solidFill>
                <a:srgbClr val="93D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46" name="Google Shape;17846;p62"/>
              <p:cNvSpPr/>
              <p:nvPr/>
            </p:nvSpPr>
            <p:spPr>
              <a:xfrm>
                <a:off x="8189912" y="760431"/>
                <a:ext cx="10870" cy="2572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1" extrusionOk="0">
                    <a:moveTo>
                      <a:pt x="1" y="0"/>
                    </a:moveTo>
                    <a:cubicBezTo>
                      <a:pt x="51" y="20"/>
                      <a:pt x="91" y="30"/>
                      <a:pt x="131" y="30"/>
                    </a:cubicBezTo>
                    <a:cubicBezTo>
                      <a:pt x="101" y="30"/>
                      <a:pt x="51" y="20"/>
                      <a:pt x="1" y="0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47" name="Google Shape;17847;p62"/>
              <p:cNvSpPr/>
              <p:nvPr/>
            </p:nvSpPr>
            <p:spPr>
              <a:xfrm>
                <a:off x="7913588" y="662182"/>
                <a:ext cx="731718" cy="348848"/>
              </a:xfrm>
              <a:custGeom>
                <a:avLst/>
                <a:gdLst/>
                <a:ahLst/>
                <a:cxnLst/>
                <a:rect l="l" t="t" r="r" b="b"/>
                <a:pathLst>
                  <a:path w="8818" h="4204" extrusionOk="0">
                    <a:moveTo>
                      <a:pt x="973" y="1"/>
                    </a:moveTo>
                    <a:cubicBezTo>
                      <a:pt x="903" y="1"/>
                      <a:pt x="843" y="1"/>
                      <a:pt x="793" y="11"/>
                    </a:cubicBezTo>
                    <a:lnTo>
                      <a:pt x="733" y="11"/>
                    </a:lnTo>
                    <a:cubicBezTo>
                      <a:pt x="733" y="11"/>
                      <a:pt x="733" y="11"/>
                      <a:pt x="733" y="21"/>
                    </a:cubicBezTo>
                    <a:lnTo>
                      <a:pt x="713" y="21"/>
                    </a:lnTo>
                    <a:cubicBezTo>
                      <a:pt x="502" y="81"/>
                      <a:pt x="301" y="322"/>
                      <a:pt x="51" y="392"/>
                    </a:cubicBezTo>
                    <a:cubicBezTo>
                      <a:pt x="0" y="532"/>
                      <a:pt x="31" y="633"/>
                      <a:pt x="201" y="633"/>
                    </a:cubicBezTo>
                    <a:lnTo>
                      <a:pt x="211" y="633"/>
                    </a:lnTo>
                    <a:cubicBezTo>
                      <a:pt x="452" y="623"/>
                      <a:pt x="632" y="593"/>
                      <a:pt x="793" y="593"/>
                    </a:cubicBezTo>
                    <a:cubicBezTo>
                      <a:pt x="993" y="593"/>
                      <a:pt x="1154" y="643"/>
                      <a:pt x="1324" y="833"/>
                    </a:cubicBezTo>
                    <a:cubicBezTo>
                      <a:pt x="1565" y="1124"/>
                      <a:pt x="2267" y="1746"/>
                      <a:pt x="2438" y="1746"/>
                    </a:cubicBezTo>
                    <a:cubicBezTo>
                      <a:pt x="2488" y="1746"/>
                      <a:pt x="2498" y="1716"/>
                      <a:pt x="2468" y="1626"/>
                    </a:cubicBezTo>
                    <a:cubicBezTo>
                      <a:pt x="2448" y="1586"/>
                      <a:pt x="2468" y="1576"/>
                      <a:pt x="2498" y="1576"/>
                    </a:cubicBezTo>
                    <a:cubicBezTo>
                      <a:pt x="2659" y="1576"/>
                      <a:pt x="3311" y="1967"/>
                      <a:pt x="3983" y="2348"/>
                    </a:cubicBezTo>
                    <a:cubicBezTo>
                      <a:pt x="4665" y="2739"/>
                      <a:pt x="5357" y="3130"/>
                      <a:pt x="5607" y="3130"/>
                    </a:cubicBezTo>
                    <a:cubicBezTo>
                      <a:pt x="5648" y="3130"/>
                      <a:pt x="5668" y="3130"/>
                      <a:pt x="5688" y="3110"/>
                    </a:cubicBezTo>
                    <a:cubicBezTo>
                      <a:pt x="5718" y="3080"/>
                      <a:pt x="5768" y="3070"/>
                      <a:pt x="5818" y="3070"/>
                    </a:cubicBezTo>
                    <a:cubicBezTo>
                      <a:pt x="6249" y="3070"/>
                      <a:pt x="7363" y="3953"/>
                      <a:pt x="8506" y="4163"/>
                    </a:cubicBezTo>
                    <a:cubicBezTo>
                      <a:pt x="8637" y="4184"/>
                      <a:pt x="8717" y="4204"/>
                      <a:pt x="8747" y="4204"/>
                    </a:cubicBezTo>
                    <a:cubicBezTo>
                      <a:pt x="8817" y="4204"/>
                      <a:pt x="8727" y="4143"/>
                      <a:pt x="8486" y="3983"/>
                    </a:cubicBezTo>
                    <a:cubicBezTo>
                      <a:pt x="8326" y="3873"/>
                      <a:pt x="8105" y="3732"/>
                      <a:pt x="7854" y="3582"/>
                    </a:cubicBezTo>
                    <a:cubicBezTo>
                      <a:pt x="7714" y="3542"/>
                      <a:pt x="7584" y="3461"/>
                      <a:pt x="7463" y="3381"/>
                    </a:cubicBezTo>
                    <a:cubicBezTo>
                      <a:pt x="7222" y="3221"/>
                      <a:pt x="6540" y="2829"/>
                      <a:pt x="5818" y="2428"/>
                    </a:cubicBezTo>
                    <a:cubicBezTo>
                      <a:pt x="5136" y="2057"/>
                      <a:pt x="4514" y="1716"/>
                      <a:pt x="4133" y="1495"/>
                    </a:cubicBezTo>
                    <a:cubicBezTo>
                      <a:pt x="3892" y="1355"/>
                      <a:pt x="3732" y="1275"/>
                      <a:pt x="3722" y="1265"/>
                    </a:cubicBezTo>
                    <a:cubicBezTo>
                      <a:pt x="3692" y="1255"/>
                      <a:pt x="3621" y="1214"/>
                      <a:pt x="3601" y="1194"/>
                    </a:cubicBezTo>
                    <a:lnTo>
                      <a:pt x="3581" y="1164"/>
                    </a:lnTo>
                    <a:cubicBezTo>
                      <a:pt x="3541" y="1194"/>
                      <a:pt x="3501" y="1214"/>
                      <a:pt x="3461" y="1214"/>
                    </a:cubicBezTo>
                    <a:cubicBezTo>
                      <a:pt x="3431" y="1214"/>
                      <a:pt x="3381" y="1204"/>
                      <a:pt x="3331" y="1184"/>
                    </a:cubicBezTo>
                    <a:cubicBezTo>
                      <a:pt x="3080" y="1084"/>
                      <a:pt x="2257" y="231"/>
                      <a:pt x="2007" y="141"/>
                    </a:cubicBezTo>
                    <a:cubicBezTo>
                      <a:pt x="1796" y="61"/>
                      <a:pt x="1334" y="1"/>
                      <a:pt x="9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48" name="Google Shape;17848;p62"/>
              <p:cNvSpPr/>
              <p:nvPr/>
            </p:nvSpPr>
            <p:spPr>
              <a:xfrm>
                <a:off x="7782065" y="722094"/>
                <a:ext cx="184050" cy="65056"/>
              </a:xfrm>
              <a:custGeom>
                <a:avLst/>
                <a:gdLst/>
                <a:ahLst/>
                <a:cxnLst/>
                <a:rect l="l" t="t" r="r" b="b"/>
                <a:pathLst>
                  <a:path w="2218" h="784" extrusionOk="0">
                    <a:moveTo>
                      <a:pt x="1254" y="1"/>
                    </a:moveTo>
                    <a:cubicBezTo>
                      <a:pt x="1204" y="1"/>
                      <a:pt x="1144" y="21"/>
                      <a:pt x="1054" y="71"/>
                    </a:cubicBezTo>
                    <a:cubicBezTo>
                      <a:pt x="643" y="312"/>
                      <a:pt x="1" y="603"/>
                      <a:pt x="402" y="683"/>
                    </a:cubicBezTo>
                    <a:cubicBezTo>
                      <a:pt x="643" y="733"/>
                      <a:pt x="923" y="783"/>
                      <a:pt x="1204" y="783"/>
                    </a:cubicBezTo>
                    <a:cubicBezTo>
                      <a:pt x="1405" y="783"/>
                      <a:pt x="1595" y="763"/>
                      <a:pt x="1776" y="713"/>
                    </a:cubicBezTo>
                    <a:cubicBezTo>
                      <a:pt x="2217" y="583"/>
                      <a:pt x="1906" y="352"/>
                      <a:pt x="1626" y="202"/>
                    </a:cubicBezTo>
                    <a:cubicBezTo>
                      <a:pt x="1445" y="101"/>
                      <a:pt x="1375" y="1"/>
                      <a:pt x="12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49" name="Google Shape;17849;p62"/>
              <p:cNvSpPr/>
              <p:nvPr/>
            </p:nvSpPr>
            <p:spPr>
              <a:xfrm>
                <a:off x="6665901" y="2137069"/>
                <a:ext cx="5062" cy="5145"/>
              </a:xfrm>
              <a:custGeom>
                <a:avLst/>
                <a:gdLst/>
                <a:ahLst/>
                <a:cxnLst/>
                <a:rect l="l" t="t" r="r" b="b"/>
                <a:pathLst>
                  <a:path w="61" h="62" extrusionOk="0">
                    <a:moveTo>
                      <a:pt x="51" y="1"/>
                    </a:moveTo>
                    <a:cubicBezTo>
                      <a:pt x="31" y="11"/>
                      <a:pt x="11" y="21"/>
                      <a:pt x="1" y="51"/>
                    </a:cubicBezTo>
                    <a:cubicBezTo>
                      <a:pt x="21" y="51"/>
                      <a:pt x="41" y="61"/>
                      <a:pt x="61" y="61"/>
                    </a:cubicBezTo>
                    <a:cubicBezTo>
                      <a:pt x="61" y="41"/>
                      <a:pt x="61" y="21"/>
                      <a:pt x="51" y="1"/>
                    </a:cubicBezTo>
                    <a:close/>
                  </a:path>
                </a:pathLst>
              </a:custGeom>
              <a:solidFill>
                <a:srgbClr val="B3E0E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50" name="Google Shape;17850;p62"/>
              <p:cNvSpPr/>
              <p:nvPr/>
            </p:nvSpPr>
            <p:spPr>
              <a:xfrm>
                <a:off x="4769061" y="320969"/>
                <a:ext cx="4571202" cy="2073421"/>
              </a:xfrm>
              <a:custGeom>
                <a:avLst/>
                <a:gdLst/>
                <a:ahLst/>
                <a:cxnLst/>
                <a:rect l="l" t="t" r="r" b="b"/>
                <a:pathLst>
                  <a:path w="55088" h="24987" extrusionOk="0">
                    <a:moveTo>
                      <a:pt x="25498" y="0"/>
                    </a:moveTo>
                    <a:lnTo>
                      <a:pt x="25498" y="0"/>
                    </a:lnTo>
                    <a:cubicBezTo>
                      <a:pt x="25427" y="91"/>
                      <a:pt x="25357" y="281"/>
                      <a:pt x="25227" y="502"/>
                    </a:cubicBezTo>
                    <a:cubicBezTo>
                      <a:pt x="25237" y="492"/>
                      <a:pt x="25247" y="482"/>
                      <a:pt x="25247" y="472"/>
                    </a:cubicBezTo>
                    <a:cubicBezTo>
                      <a:pt x="25377" y="281"/>
                      <a:pt x="25437" y="111"/>
                      <a:pt x="25498" y="0"/>
                    </a:cubicBezTo>
                    <a:close/>
                    <a:moveTo>
                      <a:pt x="23662" y="2167"/>
                    </a:moveTo>
                    <a:cubicBezTo>
                      <a:pt x="23592" y="2267"/>
                      <a:pt x="23542" y="2378"/>
                      <a:pt x="23472" y="2498"/>
                    </a:cubicBezTo>
                    <a:cubicBezTo>
                      <a:pt x="23552" y="2378"/>
                      <a:pt x="23602" y="2267"/>
                      <a:pt x="23662" y="2167"/>
                    </a:cubicBezTo>
                    <a:close/>
                    <a:moveTo>
                      <a:pt x="80" y="8506"/>
                    </a:moveTo>
                    <a:cubicBezTo>
                      <a:pt x="70" y="8526"/>
                      <a:pt x="60" y="8536"/>
                      <a:pt x="50" y="8556"/>
                    </a:cubicBezTo>
                    <a:cubicBezTo>
                      <a:pt x="39" y="8574"/>
                      <a:pt x="30" y="8591"/>
                      <a:pt x="22" y="8608"/>
                    </a:cubicBezTo>
                    <a:lnTo>
                      <a:pt x="22" y="8608"/>
                    </a:lnTo>
                    <a:cubicBezTo>
                      <a:pt x="39" y="8580"/>
                      <a:pt x="60" y="8551"/>
                      <a:pt x="80" y="8516"/>
                    </a:cubicBezTo>
                    <a:cubicBezTo>
                      <a:pt x="80" y="8516"/>
                      <a:pt x="80" y="8506"/>
                      <a:pt x="80" y="8506"/>
                    </a:cubicBezTo>
                    <a:close/>
                    <a:moveTo>
                      <a:pt x="22" y="8608"/>
                    </a:moveTo>
                    <a:lnTo>
                      <a:pt x="22" y="8608"/>
                    </a:lnTo>
                    <a:cubicBezTo>
                      <a:pt x="14" y="8621"/>
                      <a:pt x="6" y="8634"/>
                      <a:pt x="0" y="8647"/>
                    </a:cubicBezTo>
                    <a:cubicBezTo>
                      <a:pt x="9" y="8634"/>
                      <a:pt x="15" y="8621"/>
                      <a:pt x="22" y="8608"/>
                    </a:cubicBezTo>
                    <a:close/>
                    <a:moveTo>
                      <a:pt x="23010" y="21867"/>
                    </a:moveTo>
                    <a:cubicBezTo>
                      <a:pt x="22990" y="21897"/>
                      <a:pt x="22970" y="21927"/>
                      <a:pt x="22960" y="21957"/>
                    </a:cubicBezTo>
                    <a:cubicBezTo>
                      <a:pt x="25207" y="22739"/>
                      <a:pt x="27534" y="23371"/>
                      <a:pt x="29801" y="24104"/>
                    </a:cubicBezTo>
                    <a:cubicBezTo>
                      <a:pt x="30463" y="24314"/>
                      <a:pt x="31646" y="24986"/>
                      <a:pt x="32389" y="24986"/>
                    </a:cubicBezTo>
                    <a:cubicBezTo>
                      <a:pt x="32419" y="24986"/>
                      <a:pt x="32449" y="24976"/>
                      <a:pt x="32479" y="24976"/>
                    </a:cubicBezTo>
                    <a:cubicBezTo>
                      <a:pt x="32690" y="24966"/>
                      <a:pt x="55088" y="23211"/>
                      <a:pt x="55088" y="23211"/>
                    </a:cubicBezTo>
                    <a:lnTo>
                      <a:pt x="55078" y="23131"/>
                    </a:lnTo>
                    <a:lnTo>
                      <a:pt x="32539" y="24886"/>
                    </a:lnTo>
                    <a:cubicBezTo>
                      <a:pt x="32539" y="24886"/>
                      <a:pt x="28477" y="23522"/>
                      <a:pt x="23010" y="21867"/>
                    </a:cubicBezTo>
                    <a:close/>
                  </a:path>
                </a:pathLst>
              </a:custGeom>
              <a:solidFill>
                <a:srgbClr val="B3E0E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51" name="Google Shape;17851;p62"/>
              <p:cNvSpPr/>
              <p:nvPr/>
            </p:nvSpPr>
            <p:spPr>
              <a:xfrm>
                <a:off x="4751553" y="320969"/>
                <a:ext cx="4587881" cy="2065040"/>
              </a:xfrm>
              <a:custGeom>
                <a:avLst/>
                <a:gdLst/>
                <a:ahLst/>
                <a:cxnLst/>
                <a:rect l="l" t="t" r="r" b="b"/>
                <a:pathLst>
                  <a:path w="55289" h="24886" extrusionOk="0">
                    <a:moveTo>
                      <a:pt x="25709" y="0"/>
                    </a:moveTo>
                    <a:cubicBezTo>
                      <a:pt x="25648" y="111"/>
                      <a:pt x="25588" y="281"/>
                      <a:pt x="25458" y="472"/>
                    </a:cubicBezTo>
                    <a:cubicBezTo>
                      <a:pt x="26130" y="1074"/>
                      <a:pt x="27093" y="2057"/>
                      <a:pt x="27444" y="2297"/>
                    </a:cubicBezTo>
                    <a:cubicBezTo>
                      <a:pt x="28577" y="3050"/>
                      <a:pt x="28587" y="2468"/>
                      <a:pt x="29731" y="3170"/>
                    </a:cubicBezTo>
                    <a:cubicBezTo>
                      <a:pt x="29590" y="2959"/>
                      <a:pt x="29540" y="2819"/>
                      <a:pt x="29410" y="2618"/>
                    </a:cubicBezTo>
                    <a:lnTo>
                      <a:pt x="29410" y="2618"/>
                    </a:lnTo>
                    <a:cubicBezTo>
                      <a:pt x="29962" y="3009"/>
                      <a:pt x="30915" y="3551"/>
                      <a:pt x="31777" y="4023"/>
                    </a:cubicBezTo>
                    <a:cubicBezTo>
                      <a:pt x="31958" y="4053"/>
                      <a:pt x="32078" y="4073"/>
                      <a:pt x="32108" y="4073"/>
                    </a:cubicBezTo>
                    <a:cubicBezTo>
                      <a:pt x="31877" y="3692"/>
                      <a:pt x="31306" y="3581"/>
                      <a:pt x="31175" y="3160"/>
                    </a:cubicBezTo>
                    <a:cubicBezTo>
                      <a:pt x="31075" y="2849"/>
                      <a:pt x="29380" y="1726"/>
                      <a:pt x="29129" y="1525"/>
                    </a:cubicBezTo>
                    <a:cubicBezTo>
                      <a:pt x="28918" y="1364"/>
                      <a:pt x="28708" y="1204"/>
                      <a:pt x="28517" y="1053"/>
                    </a:cubicBezTo>
                    <a:cubicBezTo>
                      <a:pt x="28447" y="1033"/>
                      <a:pt x="28397" y="1033"/>
                      <a:pt x="28357" y="1033"/>
                    </a:cubicBezTo>
                    <a:cubicBezTo>
                      <a:pt x="28246" y="1033"/>
                      <a:pt x="28196" y="1074"/>
                      <a:pt x="28146" y="1114"/>
                    </a:cubicBezTo>
                    <a:cubicBezTo>
                      <a:pt x="28106" y="1164"/>
                      <a:pt x="28076" y="1204"/>
                      <a:pt x="27986" y="1204"/>
                    </a:cubicBezTo>
                    <a:cubicBezTo>
                      <a:pt x="27956" y="1204"/>
                      <a:pt x="27915" y="1194"/>
                      <a:pt x="27855" y="1174"/>
                    </a:cubicBezTo>
                    <a:cubicBezTo>
                      <a:pt x="27253" y="973"/>
                      <a:pt x="26371" y="652"/>
                      <a:pt x="25699" y="20"/>
                    </a:cubicBezTo>
                    <a:cubicBezTo>
                      <a:pt x="25709" y="10"/>
                      <a:pt x="25709" y="0"/>
                      <a:pt x="25709" y="0"/>
                    </a:cubicBezTo>
                    <a:close/>
                    <a:moveTo>
                      <a:pt x="29280" y="5116"/>
                    </a:moveTo>
                    <a:cubicBezTo>
                      <a:pt x="29560" y="5116"/>
                      <a:pt x="30373" y="5437"/>
                      <a:pt x="30373" y="5437"/>
                    </a:cubicBezTo>
                    <a:cubicBezTo>
                      <a:pt x="30854" y="5597"/>
                      <a:pt x="31476" y="5988"/>
                      <a:pt x="31496" y="6179"/>
                    </a:cubicBezTo>
                    <a:cubicBezTo>
                      <a:pt x="31506" y="6229"/>
                      <a:pt x="31466" y="6249"/>
                      <a:pt x="31406" y="6249"/>
                    </a:cubicBezTo>
                    <a:cubicBezTo>
                      <a:pt x="31236" y="6249"/>
                      <a:pt x="30864" y="6109"/>
                      <a:pt x="30513" y="6059"/>
                    </a:cubicBezTo>
                    <a:cubicBezTo>
                      <a:pt x="30032" y="5988"/>
                      <a:pt x="29069" y="5246"/>
                      <a:pt x="29199" y="5136"/>
                    </a:cubicBezTo>
                    <a:cubicBezTo>
                      <a:pt x="29209" y="5126"/>
                      <a:pt x="29239" y="5116"/>
                      <a:pt x="29280" y="5116"/>
                    </a:cubicBezTo>
                    <a:close/>
                    <a:moveTo>
                      <a:pt x="16872" y="4564"/>
                    </a:moveTo>
                    <a:cubicBezTo>
                      <a:pt x="17022" y="4564"/>
                      <a:pt x="17193" y="4624"/>
                      <a:pt x="17363" y="4685"/>
                    </a:cubicBezTo>
                    <a:cubicBezTo>
                      <a:pt x="17524" y="4745"/>
                      <a:pt x="17674" y="4795"/>
                      <a:pt x="17775" y="4795"/>
                    </a:cubicBezTo>
                    <a:cubicBezTo>
                      <a:pt x="17795" y="4795"/>
                      <a:pt x="17825" y="4795"/>
                      <a:pt x="17845" y="4785"/>
                    </a:cubicBezTo>
                    <a:cubicBezTo>
                      <a:pt x="17845" y="4775"/>
                      <a:pt x="17855" y="4775"/>
                      <a:pt x="17865" y="4775"/>
                    </a:cubicBezTo>
                    <a:cubicBezTo>
                      <a:pt x="17995" y="4775"/>
                      <a:pt x="18386" y="5006"/>
                      <a:pt x="18778" y="5236"/>
                    </a:cubicBezTo>
                    <a:cubicBezTo>
                      <a:pt x="19159" y="5467"/>
                      <a:pt x="19540" y="5698"/>
                      <a:pt x="19650" y="5698"/>
                    </a:cubicBezTo>
                    <a:cubicBezTo>
                      <a:pt x="19670" y="5698"/>
                      <a:pt x="19680" y="5688"/>
                      <a:pt x="19670" y="5657"/>
                    </a:cubicBezTo>
                    <a:cubicBezTo>
                      <a:pt x="19660" y="5617"/>
                      <a:pt x="19680" y="5607"/>
                      <a:pt x="19710" y="5607"/>
                    </a:cubicBezTo>
                    <a:cubicBezTo>
                      <a:pt x="19961" y="5607"/>
                      <a:pt x="21195" y="6350"/>
                      <a:pt x="21656" y="6610"/>
                    </a:cubicBezTo>
                    <a:cubicBezTo>
                      <a:pt x="22168" y="6911"/>
                      <a:pt x="22268" y="7012"/>
                      <a:pt x="22148" y="7012"/>
                    </a:cubicBezTo>
                    <a:cubicBezTo>
                      <a:pt x="21957" y="7012"/>
                      <a:pt x="21175" y="6731"/>
                      <a:pt x="20844" y="6640"/>
                    </a:cubicBezTo>
                    <a:cubicBezTo>
                      <a:pt x="20663" y="6590"/>
                      <a:pt x="20513" y="6560"/>
                      <a:pt x="20392" y="6560"/>
                    </a:cubicBezTo>
                    <a:cubicBezTo>
                      <a:pt x="20152" y="6560"/>
                      <a:pt x="20031" y="6661"/>
                      <a:pt x="20122" y="6831"/>
                    </a:cubicBezTo>
                    <a:cubicBezTo>
                      <a:pt x="20132" y="6861"/>
                      <a:pt x="20102" y="6871"/>
                      <a:pt x="20031" y="6871"/>
                    </a:cubicBezTo>
                    <a:cubicBezTo>
                      <a:pt x="19540" y="6871"/>
                      <a:pt x="17323" y="6219"/>
                      <a:pt x="17163" y="5978"/>
                    </a:cubicBezTo>
                    <a:cubicBezTo>
                      <a:pt x="17113" y="5908"/>
                      <a:pt x="17183" y="5888"/>
                      <a:pt x="17293" y="5888"/>
                    </a:cubicBezTo>
                    <a:cubicBezTo>
                      <a:pt x="17423" y="5888"/>
                      <a:pt x="17604" y="5918"/>
                      <a:pt x="17785" y="5938"/>
                    </a:cubicBezTo>
                    <a:cubicBezTo>
                      <a:pt x="17955" y="5968"/>
                      <a:pt x="18116" y="5988"/>
                      <a:pt x="18196" y="5988"/>
                    </a:cubicBezTo>
                    <a:cubicBezTo>
                      <a:pt x="18286" y="5988"/>
                      <a:pt x="18276" y="5958"/>
                      <a:pt x="18075" y="5868"/>
                    </a:cubicBezTo>
                    <a:cubicBezTo>
                      <a:pt x="17333" y="5527"/>
                      <a:pt x="16390" y="4805"/>
                      <a:pt x="16691" y="4614"/>
                    </a:cubicBezTo>
                    <a:cubicBezTo>
                      <a:pt x="16741" y="4574"/>
                      <a:pt x="16802" y="4564"/>
                      <a:pt x="16872" y="4564"/>
                    </a:cubicBezTo>
                    <a:close/>
                    <a:moveTo>
                      <a:pt x="23352" y="6480"/>
                    </a:moveTo>
                    <a:cubicBezTo>
                      <a:pt x="23412" y="6480"/>
                      <a:pt x="23512" y="6510"/>
                      <a:pt x="23683" y="6580"/>
                    </a:cubicBezTo>
                    <a:cubicBezTo>
                      <a:pt x="24826" y="7082"/>
                      <a:pt x="25879" y="7914"/>
                      <a:pt x="25528" y="7914"/>
                    </a:cubicBezTo>
                    <a:cubicBezTo>
                      <a:pt x="25478" y="7914"/>
                      <a:pt x="25408" y="7904"/>
                      <a:pt x="25297" y="7864"/>
                    </a:cubicBezTo>
                    <a:cubicBezTo>
                      <a:pt x="24435" y="7573"/>
                      <a:pt x="23913" y="7473"/>
                      <a:pt x="23121" y="7072"/>
                    </a:cubicBezTo>
                    <a:cubicBezTo>
                      <a:pt x="22629" y="6821"/>
                      <a:pt x="23221" y="6971"/>
                      <a:pt x="23422" y="6861"/>
                    </a:cubicBezTo>
                    <a:cubicBezTo>
                      <a:pt x="23522" y="6811"/>
                      <a:pt x="23181" y="6480"/>
                      <a:pt x="23352" y="6480"/>
                    </a:cubicBezTo>
                    <a:close/>
                    <a:moveTo>
                      <a:pt x="29241" y="5769"/>
                    </a:moveTo>
                    <a:lnTo>
                      <a:pt x="29241" y="5769"/>
                    </a:lnTo>
                    <a:cubicBezTo>
                      <a:pt x="29333" y="5878"/>
                      <a:pt x="29792" y="5898"/>
                      <a:pt x="29932" y="5928"/>
                    </a:cubicBezTo>
                    <a:cubicBezTo>
                      <a:pt x="30082" y="5958"/>
                      <a:pt x="30222" y="5988"/>
                      <a:pt x="30363" y="6049"/>
                    </a:cubicBezTo>
                    <a:cubicBezTo>
                      <a:pt x="30764" y="6209"/>
                      <a:pt x="31095" y="6500"/>
                      <a:pt x="31396" y="6801"/>
                    </a:cubicBezTo>
                    <a:cubicBezTo>
                      <a:pt x="31847" y="6871"/>
                      <a:pt x="32560" y="7082"/>
                      <a:pt x="33171" y="7242"/>
                    </a:cubicBezTo>
                    <a:cubicBezTo>
                      <a:pt x="33553" y="7343"/>
                      <a:pt x="34746" y="7613"/>
                      <a:pt x="35208" y="7654"/>
                    </a:cubicBezTo>
                    <a:cubicBezTo>
                      <a:pt x="35669" y="7684"/>
                      <a:pt x="37234" y="8135"/>
                      <a:pt x="37475" y="8356"/>
                    </a:cubicBezTo>
                    <a:cubicBezTo>
                      <a:pt x="37505" y="8386"/>
                      <a:pt x="37485" y="8406"/>
                      <a:pt x="37424" y="8406"/>
                    </a:cubicBezTo>
                    <a:cubicBezTo>
                      <a:pt x="37254" y="8406"/>
                      <a:pt x="36823" y="8316"/>
                      <a:pt x="36341" y="8225"/>
                    </a:cubicBezTo>
                    <a:cubicBezTo>
                      <a:pt x="35860" y="8135"/>
                      <a:pt x="35338" y="8045"/>
                      <a:pt x="34997" y="8045"/>
                    </a:cubicBezTo>
                    <a:cubicBezTo>
                      <a:pt x="34937" y="8045"/>
                      <a:pt x="34887" y="8055"/>
                      <a:pt x="34836" y="8055"/>
                    </a:cubicBezTo>
                    <a:cubicBezTo>
                      <a:pt x="34726" y="8075"/>
                      <a:pt x="34606" y="8085"/>
                      <a:pt x="34485" y="8085"/>
                    </a:cubicBezTo>
                    <a:cubicBezTo>
                      <a:pt x="33853" y="8085"/>
                      <a:pt x="33101" y="7894"/>
                      <a:pt x="32560" y="7654"/>
                    </a:cubicBezTo>
                    <a:cubicBezTo>
                      <a:pt x="31928" y="7363"/>
                      <a:pt x="30945" y="6781"/>
                      <a:pt x="31256" y="6781"/>
                    </a:cubicBezTo>
                    <a:lnTo>
                      <a:pt x="31296" y="6781"/>
                    </a:lnTo>
                    <a:cubicBezTo>
                      <a:pt x="31035" y="6681"/>
                      <a:pt x="30774" y="6590"/>
                      <a:pt x="30503" y="6490"/>
                    </a:cubicBezTo>
                    <a:cubicBezTo>
                      <a:pt x="30393" y="6450"/>
                      <a:pt x="30273" y="6400"/>
                      <a:pt x="30162" y="6360"/>
                    </a:cubicBezTo>
                    <a:cubicBezTo>
                      <a:pt x="30032" y="6309"/>
                      <a:pt x="29901" y="6259"/>
                      <a:pt x="29781" y="6199"/>
                    </a:cubicBezTo>
                    <a:cubicBezTo>
                      <a:pt x="29571" y="6089"/>
                      <a:pt x="29391" y="5949"/>
                      <a:pt x="29241" y="5769"/>
                    </a:cubicBezTo>
                    <a:close/>
                    <a:moveTo>
                      <a:pt x="2949" y="8616"/>
                    </a:moveTo>
                    <a:cubicBezTo>
                      <a:pt x="3080" y="8616"/>
                      <a:pt x="3220" y="8647"/>
                      <a:pt x="3371" y="8717"/>
                    </a:cubicBezTo>
                    <a:cubicBezTo>
                      <a:pt x="4314" y="9178"/>
                      <a:pt x="6390" y="9941"/>
                      <a:pt x="5808" y="9941"/>
                    </a:cubicBezTo>
                    <a:cubicBezTo>
                      <a:pt x="5778" y="9941"/>
                      <a:pt x="5738" y="9941"/>
                      <a:pt x="5698" y="9930"/>
                    </a:cubicBezTo>
                    <a:cubicBezTo>
                      <a:pt x="4915" y="9860"/>
                      <a:pt x="4203" y="9620"/>
                      <a:pt x="3652" y="9620"/>
                    </a:cubicBezTo>
                    <a:cubicBezTo>
                      <a:pt x="3551" y="9620"/>
                      <a:pt x="3451" y="9630"/>
                      <a:pt x="3371" y="9640"/>
                    </a:cubicBezTo>
                    <a:cubicBezTo>
                      <a:pt x="3321" y="9650"/>
                      <a:pt x="3270" y="9660"/>
                      <a:pt x="3230" y="9660"/>
                    </a:cubicBezTo>
                    <a:cubicBezTo>
                      <a:pt x="3070" y="9660"/>
                      <a:pt x="3020" y="9569"/>
                      <a:pt x="2969" y="9479"/>
                    </a:cubicBezTo>
                    <a:cubicBezTo>
                      <a:pt x="2919" y="9389"/>
                      <a:pt x="2869" y="9299"/>
                      <a:pt x="2679" y="9299"/>
                    </a:cubicBezTo>
                    <a:cubicBezTo>
                      <a:pt x="2618" y="9299"/>
                      <a:pt x="2548" y="9309"/>
                      <a:pt x="2458" y="9329"/>
                    </a:cubicBezTo>
                    <a:cubicBezTo>
                      <a:pt x="2097" y="9419"/>
                      <a:pt x="1716" y="9479"/>
                      <a:pt x="1515" y="9479"/>
                    </a:cubicBezTo>
                    <a:cubicBezTo>
                      <a:pt x="1314" y="9479"/>
                      <a:pt x="1284" y="9419"/>
                      <a:pt x="1565" y="9268"/>
                    </a:cubicBezTo>
                    <a:cubicBezTo>
                      <a:pt x="2147" y="8958"/>
                      <a:pt x="1956" y="9098"/>
                      <a:pt x="2247" y="8887"/>
                    </a:cubicBezTo>
                    <a:cubicBezTo>
                      <a:pt x="2438" y="8747"/>
                      <a:pt x="2679" y="8616"/>
                      <a:pt x="2949" y="8616"/>
                    </a:cubicBezTo>
                    <a:close/>
                    <a:moveTo>
                      <a:pt x="23512" y="2729"/>
                    </a:moveTo>
                    <a:cubicBezTo>
                      <a:pt x="23512" y="2729"/>
                      <a:pt x="23502" y="2739"/>
                      <a:pt x="23502" y="2739"/>
                    </a:cubicBezTo>
                    <a:cubicBezTo>
                      <a:pt x="23482" y="2779"/>
                      <a:pt x="23452" y="2819"/>
                      <a:pt x="23412" y="2859"/>
                    </a:cubicBezTo>
                    <a:cubicBezTo>
                      <a:pt x="23191" y="3120"/>
                      <a:pt x="23151" y="3240"/>
                      <a:pt x="22940" y="3421"/>
                    </a:cubicBezTo>
                    <a:cubicBezTo>
                      <a:pt x="22820" y="3601"/>
                      <a:pt x="22800" y="3952"/>
                      <a:pt x="22720" y="4203"/>
                    </a:cubicBezTo>
                    <a:cubicBezTo>
                      <a:pt x="23151" y="4534"/>
                      <a:pt x="23592" y="4875"/>
                      <a:pt x="23693" y="4935"/>
                    </a:cubicBezTo>
                    <a:cubicBezTo>
                      <a:pt x="23703" y="4945"/>
                      <a:pt x="23713" y="4945"/>
                      <a:pt x="23713" y="4945"/>
                    </a:cubicBezTo>
                    <a:cubicBezTo>
                      <a:pt x="23753" y="4945"/>
                      <a:pt x="23582" y="4725"/>
                      <a:pt x="23402" y="4504"/>
                    </a:cubicBezTo>
                    <a:cubicBezTo>
                      <a:pt x="23231" y="4293"/>
                      <a:pt x="23051" y="4073"/>
                      <a:pt x="23091" y="4073"/>
                    </a:cubicBezTo>
                    <a:lnTo>
                      <a:pt x="23091" y="4073"/>
                    </a:lnTo>
                    <a:cubicBezTo>
                      <a:pt x="23091" y="4073"/>
                      <a:pt x="23101" y="4073"/>
                      <a:pt x="23111" y="4083"/>
                    </a:cubicBezTo>
                    <a:cubicBezTo>
                      <a:pt x="24475" y="5036"/>
                      <a:pt x="26150" y="6249"/>
                      <a:pt x="27554" y="7423"/>
                    </a:cubicBezTo>
                    <a:cubicBezTo>
                      <a:pt x="26250" y="7022"/>
                      <a:pt x="25277" y="6179"/>
                      <a:pt x="23993" y="5708"/>
                    </a:cubicBezTo>
                    <a:cubicBezTo>
                      <a:pt x="23713" y="5607"/>
                      <a:pt x="22379" y="4975"/>
                      <a:pt x="21476" y="4554"/>
                    </a:cubicBezTo>
                    <a:cubicBezTo>
                      <a:pt x="21355" y="4614"/>
                      <a:pt x="21235" y="4685"/>
                      <a:pt x="21115" y="4705"/>
                    </a:cubicBezTo>
                    <a:cubicBezTo>
                      <a:pt x="21175" y="4755"/>
                      <a:pt x="21235" y="4815"/>
                      <a:pt x="21295" y="4865"/>
                    </a:cubicBezTo>
                    <a:cubicBezTo>
                      <a:pt x="21686" y="5216"/>
                      <a:pt x="22078" y="5557"/>
                      <a:pt x="22007" y="5557"/>
                    </a:cubicBezTo>
                    <a:cubicBezTo>
                      <a:pt x="21977" y="5557"/>
                      <a:pt x="21897" y="5517"/>
                      <a:pt x="21737" y="5427"/>
                    </a:cubicBezTo>
                    <a:cubicBezTo>
                      <a:pt x="21626" y="5357"/>
                      <a:pt x="19891" y="4584"/>
                      <a:pt x="19761" y="4524"/>
                    </a:cubicBezTo>
                    <a:cubicBezTo>
                      <a:pt x="19660" y="4484"/>
                      <a:pt x="19590" y="4464"/>
                      <a:pt x="19540" y="4464"/>
                    </a:cubicBezTo>
                    <a:cubicBezTo>
                      <a:pt x="19460" y="4464"/>
                      <a:pt x="19450" y="4514"/>
                      <a:pt x="19460" y="4574"/>
                    </a:cubicBezTo>
                    <a:cubicBezTo>
                      <a:pt x="19460" y="4634"/>
                      <a:pt x="19470" y="4695"/>
                      <a:pt x="19420" y="4695"/>
                    </a:cubicBezTo>
                    <a:cubicBezTo>
                      <a:pt x="19389" y="4695"/>
                      <a:pt x="19339" y="4674"/>
                      <a:pt x="19259" y="4624"/>
                    </a:cubicBezTo>
                    <a:cubicBezTo>
                      <a:pt x="18838" y="4384"/>
                      <a:pt x="18095" y="4063"/>
                      <a:pt x="17373" y="3692"/>
                    </a:cubicBezTo>
                    <a:cubicBezTo>
                      <a:pt x="17293" y="3661"/>
                      <a:pt x="17223" y="3641"/>
                      <a:pt x="17153" y="3641"/>
                    </a:cubicBezTo>
                    <a:cubicBezTo>
                      <a:pt x="16922" y="3641"/>
                      <a:pt x="16711" y="3832"/>
                      <a:pt x="16491" y="4023"/>
                    </a:cubicBezTo>
                    <a:cubicBezTo>
                      <a:pt x="16270" y="4213"/>
                      <a:pt x="16039" y="4404"/>
                      <a:pt x="15738" y="4404"/>
                    </a:cubicBezTo>
                    <a:cubicBezTo>
                      <a:pt x="15678" y="4404"/>
                      <a:pt x="15608" y="4394"/>
                      <a:pt x="15538" y="4374"/>
                    </a:cubicBezTo>
                    <a:cubicBezTo>
                      <a:pt x="15297" y="4624"/>
                      <a:pt x="15066" y="4835"/>
                      <a:pt x="14906" y="4935"/>
                    </a:cubicBezTo>
                    <a:cubicBezTo>
                      <a:pt x="14474" y="5186"/>
                      <a:pt x="14244" y="5326"/>
                      <a:pt x="13833" y="5668"/>
                    </a:cubicBezTo>
                    <a:cubicBezTo>
                      <a:pt x="13742" y="5808"/>
                      <a:pt x="13742" y="5878"/>
                      <a:pt x="13822" y="5878"/>
                    </a:cubicBezTo>
                    <a:cubicBezTo>
                      <a:pt x="13913" y="5878"/>
                      <a:pt x="14133" y="5768"/>
                      <a:pt x="14454" y="5527"/>
                    </a:cubicBezTo>
                    <a:cubicBezTo>
                      <a:pt x="15016" y="5106"/>
                      <a:pt x="15417" y="4845"/>
                      <a:pt x="15558" y="4845"/>
                    </a:cubicBezTo>
                    <a:cubicBezTo>
                      <a:pt x="15638" y="4845"/>
                      <a:pt x="15628" y="4925"/>
                      <a:pt x="15538" y="5106"/>
                    </a:cubicBezTo>
                    <a:cubicBezTo>
                      <a:pt x="15257" y="5587"/>
                      <a:pt x="14264" y="6390"/>
                      <a:pt x="14103" y="6831"/>
                    </a:cubicBezTo>
                    <a:cubicBezTo>
                      <a:pt x="14023" y="7057"/>
                      <a:pt x="13790" y="7059"/>
                      <a:pt x="13470" y="7059"/>
                    </a:cubicBezTo>
                    <a:cubicBezTo>
                      <a:pt x="13463" y="7059"/>
                      <a:pt x="13456" y="7059"/>
                      <a:pt x="13448" y="7059"/>
                    </a:cubicBezTo>
                    <a:cubicBezTo>
                      <a:pt x="13132" y="7059"/>
                      <a:pt x="12735" y="7062"/>
                      <a:pt x="12318" y="7272"/>
                    </a:cubicBezTo>
                    <a:cubicBezTo>
                      <a:pt x="11917" y="7473"/>
                      <a:pt x="11566" y="7613"/>
                      <a:pt x="11385" y="7613"/>
                    </a:cubicBezTo>
                    <a:cubicBezTo>
                      <a:pt x="11225" y="7613"/>
                      <a:pt x="11215" y="7483"/>
                      <a:pt x="11475" y="7182"/>
                    </a:cubicBezTo>
                    <a:lnTo>
                      <a:pt x="11475" y="7182"/>
                    </a:lnTo>
                    <a:cubicBezTo>
                      <a:pt x="11084" y="7403"/>
                      <a:pt x="10091" y="7383"/>
                      <a:pt x="9780" y="7623"/>
                    </a:cubicBezTo>
                    <a:cubicBezTo>
                      <a:pt x="9600" y="7764"/>
                      <a:pt x="9379" y="7874"/>
                      <a:pt x="9178" y="7924"/>
                    </a:cubicBezTo>
                    <a:cubicBezTo>
                      <a:pt x="10001" y="8386"/>
                      <a:pt x="11335" y="8958"/>
                      <a:pt x="12819" y="9670"/>
                    </a:cubicBezTo>
                    <a:cubicBezTo>
                      <a:pt x="13913" y="10121"/>
                      <a:pt x="14926" y="10512"/>
                      <a:pt x="15317" y="10623"/>
                    </a:cubicBezTo>
                    <a:cubicBezTo>
                      <a:pt x="15467" y="10663"/>
                      <a:pt x="15628" y="10723"/>
                      <a:pt x="15768" y="10803"/>
                    </a:cubicBezTo>
                    <a:cubicBezTo>
                      <a:pt x="16220" y="11084"/>
                      <a:pt x="14234" y="11375"/>
                      <a:pt x="12819" y="11375"/>
                    </a:cubicBezTo>
                    <a:cubicBezTo>
                      <a:pt x="12188" y="11375"/>
                      <a:pt x="11676" y="11315"/>
                      <a:pt x="11536" y="11174"/>
                    </a:cubicBezTo>
                    <a:cubicBezTo>
                      <a:pt x="11465" y="11104"/>
                      <a:pt x="11405" y="11014"/>
                      <a:pt x="11325" y="10974"/>
                    </a:cubicBezTo>
                    <a:cubicBezTo>
                      <a:pt x="11265" y="10944"/>
                      <a:pt x="11205" y="10924"/>
                      <a:pt x="11144" y="10924"/>
                    </a:cubicBezTo>
                    <a:cubicBezTo>
                      <a:pt x="11014" y="10924"/>
                      <a:pt x="10884" y="10984"/>
                      <a:pt x="10753" y="11014"/>
                    </a:cubicBezTo>
                    <a:cubicBezTo>
                      <a:pt x="10623" y="11044"/>
                      <a:pt x="10502" y="11054"/>
                      <a:pt x="10392" y="11054"/>
                    </a:cubicBezTo>
                    <a:cubicBezTo>
                      <a:pt x="10011" y="11054"/>
                      <a:pt x="9680" y="10893"/>
                      <a:pt x="9369" y="10623"/>
                    </a:cubicBezTo>
                    <a:cubicBezTo>
                      <a:pt x="8687" y="10001"/>
                      <a:pt x="6891" y="9870"/>
                      <a:pt x="6831" y="9830"/>
                    </a:cubicBezTo>
                    <a:cubicBezTo>
                      <a:pt x="6651" y="9690"/>
                      <a:pt x="5628" y="8556"/>
                      <a:pt x="5427" y="8456"/>
                    </a:cubicBezTo>
                    <a:cubicBezTo>
                      <a:pt x="5317" y="8396"/>
                      <a:pt x="5196" y="8346"/>
                      <a:pt x="5066" y="8346"/>
                    </a:cubicBezTo>
                    <a:lnTo>
                      <a:pt x="5036" y="8346"/>
                    </a:lnTo>
                    <a:cubicBezTo>
                      <a:pt x="4925" y="8346"/>
                      <a:pt x="4003" y="7854"/>
                      <a:pt x="3451" y="7583"/>
                    </a:cubicBezTo>
                    <a:cubicBezTo>
                      <a:pt x="3341" y="7523"/>
                      <a:pt x="3290" y="7503"/>
                      <a:pt x="3270" y="7503"/>
                    </a:cubicBezTo>
                    <a:cubicBezTo>
                      <a:pt x="3190" y="7503"/>
                      <a:pt x="3521" y="7774"/>
                      <a:pt x="3310" y="7824"/>
                    </a:cubicBezTo>
                    <a:lnTo>
                      <a:pt x="3300" y="7824"/>
                    </a:lnTo>
                    <a:cubicBezTo>
                      <a:pt x="3230" y="7824"/>
                      <a:pt x="2990" y="7694"/>
                      <a:pt x="2759" y="7563"/>
                    </a:cubicBezTo>
                    <a:cubicBezTo>
                      <a:pt x="2729" y="7543"/>
                      <a:pt x="2699" y="7523"/>
                      <a:pt x="2669" y="7513"/>
                    </a:cubicBezTo>
                    <a:cubicBezTo>
                      <a:pt x="2638" y="7523"/>
                      <a:pt x="2598" y="7533"/>
                      <a:pt x="2558" y="7553"/>
                    </a:cubicBezTo>
                    <a:cubicBezTo>
                      <a:pt x="2478" y="7573"/>
                      <a:pt x="1655" y="7774"/>
                      <a:pt x="1385" y="7804"/>
                    </a:cubicBezTo>
                    <a:cubicBezTo>
                      <a:pt x="1304" y="7874"/>
                      <a:pt x="1204" y="7954"/>
                      <a:pt x="1144" y="7995"/>
                    </a:cubicBezTo>
                    <a:cubicBezTo>
                      <a:pt x="1064" y="8065"/>
                      <a:pt x="1064" y="8065"/>
                      <a:pt x="1254" y="8125"/>
                    </a:cubicBezTo>
                    <a:cubicBezTo>
                      <a:pt x="1415" y="8185"/>
                      <a:pt x="1114" y="8406"/>
                      <a:pt x="933" y="8406"/>
                    </a:cubicBezTo>
                    <a:lnTo>
                      <a:pt x="883" y="8406"/>
                    </a:lnTo>
                    <a:cubicBezTo>
                      <a:pt x="793" y="8376"/>
                      <a:pt x="693" y="8356"/>
                      <a:pt x="602" y="8356"/>
                    </a:cubicBezTo>
                    <a:cubicBezTo>
                      <a:pt x="502" y="8356"/>
                      <a:pt x="412" y="8376"/>
                      <a:pt x="362" y="8436"/>
                    </a:cubicBezTo>
                    <a:cubicBezTo>
                      <a:pt x="331" y="8466"/>
                      <a:pt x="311" y="8486"/>
                      <a:pt x="291" y="8506"/>
                    </a:cubicBezTo>
                    <a:cubicBezTo>
                      <a:pt x="291" y="8506"/>
                      <a:pt x="291" y="8516"/>
                      <a:pt x="291" y="8516"/>
                    </a:cubicBezTo>
                    <a:cubicBezTo>
                      <a:pt x="261" y="8566"/>
                      <a:pt x="231" y="8606"/>
                      <a:pt x="211" y="8647"/>
                    </a:cubicBezTo>
                    <a:cubicBezTo>
                      <a:pt x="121" y="8787"/>
                      <a:pt x="61" y="8857"/>
                      <a:pt x="0" y="8887"/>
                    </a:cubicBezTo>
                    <a:cubicBezTo>
                      <a:pt x="422" y="9118"/>
                      <a:pt x="592" y="9208"/>
                      <a:pt x="472" y="9208"/>
                    </a:cubicBezTo>
                    <a:cubicBezTo>
                      <a:pt x="442" y="9208"/>
                      <a:pt x="392" y="9198"/>
                      <a:pt x="321" y="9188"/>
                    </a:cubicBezTo>
                    <a:lnTo>
                      <a:pt x="321" y="9188"/>
                    </a:lnTo>
                    <a:cubicBezTo>
                      <a:pt x="351" y="9208"/>
                      <a:pt x="372" y="9218"/>
                      <a:pt x="392" y="9228"/>
                    </a:cubicBezTo>
                    <a:cubicBezTo>
                      <a:pt x="442" y="9258"/>
                      <a:pt x="1013" y="9620"/>
                      <a:pt x="1204" y="9720"/>
                    </a:cubicBezTo>
                    <a:cubicBezTo>
                      <a:pt x="1385" y="9820"/>
                      <a:pt x="2177" y="10051"/>
                      <a:pt x="2388" y="10171"/>
                    </a:cubicBezTo>
                    <a:cubicBezTo>
                      <a:pt x="2458" y="10211"/>
                      <a:pt x="2508" y="10221"/>
                      <a:pt x="2538" y="10221"/>
                    </a:cubicBezTo>
                    <a:cubicBezTo>
                      <a:pt x="2578" y="10221"/>
                      <a:pt x="2578" y="10181"/>
                      <a:pt x="2568" y="10141"/>
                    </a:cubicBezTo>
                    <a:cubicBezTo>
                      <a:pt x="2558" y="10091"/>
                      <a:pt x="2548" y="10051"/>
                      <a:pt x="2578" y="10051"/>
                    </a:cubicBezTo>
                    <a:lnTo>
                      <a:pt x="2598" y="10051"/>
                    </a:lnTo>
                    <a:cubicBezTo>
                      <a:pt x="3331" y="10402"/>
                      <a:pt x="3020" y="10211"/>
                      <a:pt x="3652" y="10733"/>
                    </a:cubicBezTo>
                    <a:cubicBezTo>
                      <a:pt x="5407" y="12197"/>
                      <a:pt x="6570" y="14695"/>
                      <a:pt x="6510" y="14765"/>
                    </a:cubicBezTo>
                    <a:cubicBezTo>
                      <a:pt x="6420" y="14855"/>
                      <a:pt x="6290" y="14886"/>
                      <a:pt x="6179" y="14936"/>
                    </a:cubicBezTo>
                    <a:cubicBezTo>
                      <a:pt x="5938" y="15046"/>
                      <a:pt x="5758" y="15257"/>
                      <a:pt x="5597" y="15467"/>
                    </a:cubicBezTo>
                    <a:cubicBezTo>
                      <a:pt x="5387" y="15718"/>
                      <a:pt x="5176" y="16049"/>
                      <a:pt x="5297" y="16350"/>
                    </a:cubicBezTo>
                    <a:cubicBezTo>
                      <a:pt x="5367" y="16531"/>
                      <a:pt x="5537" y="16641"/>
                      <a:pt x="5718" y="16731"/>
                    </a:cubicBezTo>
                    <a:cubicBezTo>
                      <a:pt x="6370" y="17052"/>
                      <a:pt x="7102" y="17032"/>
                      <a:pt x="7744" y="17353"/>
                    </a:cubicBezTo>
                    <a:cubicBezTo>
                      <a:pt x="7914" y="17443"/>
                      <a:pt x="8105" y="17473"/>
                      <a:pt x="8296" y="17473"/>
                    </a:cubicBezTo>
                    <a:cubicBezTo>
                      <a:pt x="8577" y="17473"/>
                      <a:pt x="8857" y="17413"/>
                      <a:pt x="9118" y="17403"/>
                    </a:cubicBezTo>
                    <a:cubicBezTo>
                      <a:pt x="9700" y="17363"/>
                      <a:pt x="10332" y="16862"/>
                      <a:pt x="10863" y="16641"/>
                    </a:cubicBezTo>
                    <a:cubicBezTo>
                      <a:pt x="11596" y="16330"/>
                      <a:pt x="12328" y="16029"/>
                      <a:pt x="13070" y="15718"/>
                    </a:cubicBezTo>
                    <a:lnTo>
                      <a:pt x="17363" y="13933"/>
                    </a:lnTo>
                    <a:cubicBezTo>
                      <a:pt x="18065" y="13642"/>
                      <a:pt x="18768" y="13351"/>
                      <a:pt x="19480" y="13070"/>
                    </a:cubicBezTo>
                    <a:cubicBezTo>
                      <a:pt x="19831" y="12940"/>
                      <a:pt x="20413" y="12589"/>
                      <a:pt x="20844" y="12589"/>
                    </a:cubicBezTo>
                    <a:cubicBezTo>
                      <a:pt x="20924" y="12589"/>
                      <a:pt x="21004" y="12609"/>
                      <a:pt x="21075" y="12639"/>
                    </a:cubicBezTo>
                    <a:cubicBezTo>
                      <a:pt x="20884" y="12759"/>
                      <a:pt x="20663" y="12869"/>
                      <a:pt x="20453" y="12970"/>
                    </a:cubicBezTo>
                    <a:cubicBezTo>
                      <a:pt x="19590" y="13371"/>
                      <a:pt x="18758" y="13682"/>
                      <a:pt x="17925" y="14173"/>
                    </a:cubicBezTo>
                    <a:cubicBezTo>
                      <a:pt x="17002" y="14725"/>
                      <a:pt x="16099" y="15287"/>
                      <a:pt x="15207" y="15879"/>
                    </a:cubicBezTo>
                    <a:cubicBezTo>
                      <a:pt x="14826" y="16139"/>
                      <a:pt x="14444" y="16390"/>
                      <a:pt x="14013" y="16541"/>
                    </a:cubicBezTo>
                    <a:cubicBezTo>
                      <a:pt x="13833" y="16611"/>
                      <a:pt x="13632" y="16651"/>
                      <a:pt x="13471" y="16761"/>
                    </a:cubicBezTo>
                    <a:cubicBezTo>
                      <a:pt x="13181" y="16952"/>
                      <a:pt x="13030" y="17303"/>
                      <a:pt x="12729" y="17493"/>
                    </a:cubicBezTo>
                    <a:cubicBezTo>
                      <a:pt x="12458" y="17674"/>
                      <a:pt x="12097" y="17684"/>
                      <a:pt x="11846" y="17915"/>
                    </a:cubicBezTo>
                    <a:cubicBezTo>
                      <a:pt x="11766" y="17985"/>
                      <a:pt x="11656" y="18065"/>
                      <a:pt x="11626" y="18166"/>
                    </a:cubicBezTo>
                    <a:cubicBezTo>
                      <a:pt x="11756" y="18166"/>
                      <a:pt x="11796" y="18266"/>
                      <a:pt x="11887" y="18336"/>
                    </a:cubicBezTo>
                    <a:cubicBezTo>
                      <a:pt x="11997" y="18426"/>
                      <a:pt x="12198" y="18426"/>
                      <a:pt x="12338" y="18446"/>
                    </a:cubicBezTo>
                    <a:cubicBezTo>
                      <a:pt x="12980" y="18527"/>
                      <a:pt x="13592" y="18647"/>
                      <a:pt x="14174" y="18958"/>
                    </a:cubicBezTo>
                    <a:cubicBezTo>
                      <a:pt x="14294" y="19018"/>
                      <a:pt x="14414" y="19088"/>
                      <a:pt x="14545" y="19108"/>
                    </a:cubicBezTo>
                    <a:lnTo>
                      <a:pt x="14555" y="19118"/>
                    </a:lnTo>
                    <a:lnTo>
                      <a:pt x="14645" y="19118"/>
                    </a:lnTo>
                    <a:cubicBezTo>
                      <a:pt x="14705" y="19118"/>
                      <a:pt x="14765" y="19108"/>
                      <a:pt x="14836" y="19098"/>
                    </a:cubicBezTo>
                    <a:cubicBezTo>
                      <a:pt x="15929" y="18928"/>
                      <a:pt x="16912" y="18246"/>
                      <a:pt x="17955" y="17895"/>
                    </a:cubicBezTo>
                    <a:cubicBezTo>
                      <a:pt x="20182" y="17142"/>
                      <a:pt x="22479" y="16852"/>
                      <a:pt x="24796" y="16420"/>
                    </a:cubicBezTo>
                    <a:cubicBezTo>
                      <a:pt x="25237" y="16340"/>
                      <a:pt x="25689" y="16250"/>
                      <a:pt x="26100" y="16049"/>
                    </a:cubicBezTo>
                    <a:cubicBezTo>
                      <a:pt x="26531" y="15838"/>
                      <a:pt x="26892" y="15517"/>
                      <a:pt x="27294" y="15257"/>
                    </a:cubicBezTo>
                    <a:cubicBezTo>
                      <a:pt x="28036" y="14775"/>
                      <a:pt x="29009" y="14364"/>
                      <a:pt x="29881" y="14244"/>
                    </a:cubicBezTo>
                    <a:lnTo>
                      <a:pt x="29881" y="14244"/>
                    </a:lnTo>
                    <a:cubicBezTo>
                      <a:pt x="29711" y="14565"/>
                      <a:pt x="29370" y="14876"/>
                      <a:pt x="29069" y="15106"/>
                    </a:cubicBezTo>
                    <a:cubicBezTo>
                      <a:pt x="28517" y="15517"/>
                      <a:pt x="28096" y="15879"/>
                      <a:pt x="27594" y="16360"/>
                    </a:cubicBezTo>
                    <a:cubicBezTo>
                      <a:pt x="27454" y="16480"/>
                      <a:pt x="27304" y="16591"/>
                      <a:pt x="27213" y="16751"/>
                    </a:cubicBezTo>
                    <a:cubicBezTo>
                      <a:pt x="27133" y="16892"/>
                      <a:pt x="27123" y="17062"/>
                      <a:pt x="27043" y="17203"/>
                    </a:cubicBezTo>
                    <a:cubicBezTo>
                      <a:pt x="26752" y="17764"/>
                      <a:pt x="25097" y="18326"/>
                      <a:pt x="24525" y="18527"/>
                    </a:cubicBezTo>
                    <a:cubicBezTo>
                      <a:pt x="24184" y="18637"/>
                      <a:pt x="23843" y="18747"/>
                      <a:pt x="23502" y="18858"/>
                    </a:cubicBezTo>
                    <a:cubicBezTo>
                      <a:pt x="23432" y="18888"/>
                      <a:pt x="22248" y="19329"/>
                      <a:pt x="22449" y="19550"/>
                    </a:cubicBezTo>
                    <a:cubicBezTo>
                      <a:pt x="22539" y="19560"/>
                      <a:pt x="22639" y="19560"/>
                      <a:pt x="22730" y="19560"/>
                    </a:cubicBezTo>
                    <a:cubicBezTo>
                      <a:pt x="22860" y="19560"/>
                      <a:pt x="22990" y="19560"/>
                      <a:pt x="23111" y="19540"/>
                    </a:cubicBezTo>
                    <a:cubicBezTo>
                      <a:pt x="24214" y="19419"/>
                      <a:pt x="25578" y="18707"/>
                      <a:pt x="26601" y="18276"/>
                    </a:cubicBezTo>
                    <a:cubicBezTo>
                      <a:pt x="27494" y="17895"/>
                      <a:pt x="28437" y="17193"/>
                      <a:pt x="29350" y="16962"/>
                    </a:cubicBezTo>
                    <a:lnTo>
                      <a:pt x="29350" y="16962"/>
                    </a:lnTo>
                    <a:cubicBezTo>
                      <a:pt x="29049" y="17483"/>
                      <a:pt x="28497" y="17604"/>
                      <a:pt x="28026" y="17915"/>
                    </a:cubicBezTo>
                    <a:cubicBezTo>
                      <a:pt x="27544" y="18246"/>
                      <a:pt x="27143" y="18667"/>
                      <a:pt x="26742" y="19078"/>
                    </a:cubicBezTo>
                    <a:cubicBezTo>
                      <a:pt x="26160" y="19660"/>
                      <a:pt x="25558" y="20232"/>
                      <a:pt x="24876" y="20693"/>
                    </a:cubicBezTo>
                    <a:cubicBezTo>
                      <a:pt x="24375" y="21014"/>
                      <a:pt x="23542" y="21335"/>
                      <a:pt x="23221" y="21867"/>
                    </a:cubicBezTo>
                    <a:cubicBezTo>
                      <a:pt x="28688" y="23522"/>
                      <a:pt x="32750" y="24886"/>
                      <a:pt x="32750" y="24886"/>
                    </a:cubicBezTo>
                    <a:lnTo>
                      <a:pt x="55289" y="23131"/>
                    </a:lnTo>
                    <a:lnTo>
                      <a:pt x="54306" y="14244"/>
                    </a:lnTo>
                    <a:cubicBezTo>
                      <a:pt x="54276" y="14224"/>
                      <a:pt x="54256" y="14214"/>
                      <a:pt x="54226" y="14193"/>
                    </a:cubicBezTo>
                    <a:cubicBezTo>
                      <a:pt x="54015" y="14073"/>
                      <a:pt x="53634" y="14203"/>
                      <a:pt x="53453" y="14053"/>
                    </a:cubicBezTo>
                    <a:cubicBezTo>
                      <a:pt x="52270" y="13120"/>
                      <a:pt x="51718" y="11636"/>
                      <a:pt x="49973" y="11495"/>
                    </a:cubicBezTo>
                    <a:cubicBezTo>
                      <a:pt x="49822" y="11485"/>
                      <a:pt x="49672" y="11485"/>
                      <a:pt x="49541" y="11415"/>
                    </a:cubicBezTo>
                    <a:cubicBezTo>
                      <a:pt x="49451" y="11355"/>
                      <a:pt x="49381" y="11275"/>
                      <a:pt x="49311" y="11194"/>
                    </a:cubicBezTo>
                    <a:cubicBezTo>
                      <a:pt x="48618" y="10382"/>
                      <a:pt x="47676" y="9790"/>
                      <a:pt x="46642" y="9519"/>
                    </a:cubicBezTo>
                    <a:cubicBezTo>
                      <a:pt x="46231" y="9409"/>
                      <a:pt x="45589" y="9208"/>
                      <a:pt x="45178" y="9078"/>
                    </a:cubicBezTo>
                    <a:cubicBezTo>
                      <a:pt x="44225" y="8807"/>
                      <a:pt x="43433" y="8376"/>
                      <a:pt x="42680" y="7814"/>
                    </a:cubicBezTo>
                    <a:cubicBezTo>
                      <a:pt x="42610" y="7764"/>
                      <a:pt x="42620" y="7744"/>
                      <a:pt x="42680" y="7744"/>
                    </a:cubicBezTo>
                    <a:cubicBezTo>
                      <a:pt x="42891" y="7744"/>
                      <a:pt x="43683" y="7975"/>
                      <a:pt x="43944" y="8085"/>
                    </a:cubicBezTo>
                    <a:cubicBezTo>
                      <a:pt x="44095" y="8145"/>
                      <a:pt x="44175" y="8165"/>
                      <a:pt x="44215" y="8165"/>
                    </a:cubicBezTo>
                    <a:cubicBezTo>
                      <a:pt x="44335" y="8165"/>
                      <a:pt x="43653" y="7764"/>
                      <a:pt x="42821" y="7353"/>
                    </a:cubicBezTo>
                    <a:cubicBezTo>
                      <a:pt x="41988" y="6951"/>
                      <a:pt x="41005" y="6540"/>
                      <a:pt x="40544" y="6540"/>
                    </a:cubicBezTo>
                    <a:cubicBezTo>
                      <a:pt x="40464" y="6540"/>
                      <a:pt x="40403" y="6550"/>
                      <a:pt x="40353" y="6580"/>
                    </a:cubicBezTo>
                    <a:cubicBezTo>
                      <a:pt x="40133" y="6721"/>
                      <a:pt x="40724" y="7092"/>
                      <a:pt x="40925" y="7262"/>
                    </a:cubicBezTo>
                    <a:cubicBezTo>
                      <a:pt x="41487" y="7754"/>
                      <a:pt x="41487" y="8045"/>
                      <a:pt x="41176" y="8045"/>
                    </a:cubicBezTo>
                    <a:cubicBezTo>
                      <a:pt x="41075" y="8045"/>
                      <a:pt x="40955" y="8015"/>
                      <a:pt x="40815" y="7965"/>
                    </a:cubicBezTo>
                    <a:cubicBezTo>
                      <a:pt x="40484" y="7844"/>
                      <a:pt x="39350" y="7433"/>
                      <a:pt x="38869" y="7433"/>
                    </a:cubicBezTo>
                    <a:lnTo>
                      <a:pt x="38789" y="7433"/>
                    </a:lnTo>
                    <a:cubicBezTo>
                      <a:pt x="38768" y="7443"/>
                      <a:pt x="38748" y="7443"/>
                      <a:pt x="38718" y="7443"/>
                    </a:cubicBezTo>
                    <a:cubicBezTo>
                      <a:pt x="38648" y="7443"/>
                      <a:pt x="38538" y="7433"/>
                      <a:pt x="38417" y="7423"/>
                    </a:cubicBezTo>
                    <a:cubicBezTo>
                      <a:pt x="38307" y="7413"/>
                      <a:pt x="38177" y="7403"/>
                      <a:pt x="38076" y="7403"/>
                    </a:cubicBezTo>
                    <a:cubicBezTo>
                      <a:pt x="37976" y="7403"/>
                      <a:pt x="37896" y="7413"/>
                      <a:pt x="37856" y="7433"/>
                    </a:cubicBezTo>
                    <a:cubicBezTo>
                      <a:pt x="37826" y="7463"/>
                      <a:pt x="37785" y="7473"/>
                      <a:pt x="37725" y="7473"/>
                    </a:cubicBezTo>
                    <a:cubicBezTo>
                      <a:pt x="37194" y="7473"/>
                      <a:pt x="35649" y="6490"/>
                      <a:pt x="35167" y="6259"/>
                    </a:cubicBezTo>
                    <a:cubicBezTo>
                      <a:pt x="35137" y="6249"/>
                      <a:pt x="35117" y="6239"/>
                      <a:pt x="35097" y="6239"/>
                    </a:cubicBezTo>
                    <a:cubicBezTo>
                      <a:pt x="34997" y="6239"/>
                      <a:pt x="34887" y="6249"/>
                      <a:pt x="34776" y="6269"/>
                    </a:cubicBezTo>
                    <a:cubicBezTo>
                      <a:pt x="34676" y="6289"/>
                      <a:pt x="34576" y="6320"/>
                      <a:pt x="34485" y="6370"/>
                    </a:cubicBezTo>
                    <a:cubicBezTo>
                      <a:pt x="34245" y="6480"/>
                      <a:pt x="33984" y="6540"/>
                      <a:pt x="33713" y="6540"/>
                    </a:cubicBezTo>
                    <a:cubicBezTo>
                      <a:pt x="33392" y="6540"/>
                      <a:pt x="33071" y="6460"/>
                      <a:pt x="32780" y="6299"/>
                    </a:cubicBezTo>
                    <a:cubicBezTo>
                      <a:pt x="31336" y="5547"/>
                      <a:pt x="29952" y="4604"/>
                      <a:pt x="28347" y="4494"/>
                    </a:cubicBezTo>
                    <a:lnTo>
                      <a:pt x="28297" y="4494"/>
                    </a:lnTo>
                    <a:cubicBezTo>
                      <a:pt x="28246" y="4494"/>
                      <a:pt x="28196" y="4504"/>
                      <a:pt x="28166" y="4534"/>
                    </a:cubicBezTo>
                    <a:cubicBezTo>
                      <a:pt x="28126" y="4584"/>
                      <a:pt x="28136" y="4644"/>
                      <a:pt x="28146" y="4695"/>
                    </a:cubicBezTo>
                    <a:cubicBezTo>
                      <a:pt x="28216" y="5066"/>
                      <a:pt x="28467" y="5387"/>
                      <a:pt x="28567" y="5748"/>
                    </a:cubicBezTo>
                    <a:cubicBezTo>
                      <a:pt x="28678" y="6149"/>
                      <a:pt x="29861" y="6761"/>
                      <a:pt x="29601" y="7082"/>
                    </a:cubicBezTo>
                    <a:cubicBezTo>
                      <a:pt x="29219" y="6610"/>
                      <a:pt x="27915" y="6019"/>
                      <a:pt x="26742" y="5086"/>
                    </a:cubicBezTo>
                    <a:cubicBezTo>
                      <a:pt x="26040" y="4524"/>
                      <a:pt x="25448" y="3551"/>
                      <a:pt x="24946" y="3200"/>
                    </a:cubicBezTo>
                    <a:cubicBezTo>
                      <a:pt x="24866" y="3140"/>
                      <a:pt x="24816" y="3120"/>
                      <a:pt x="24776" y="3120"/>
                    </a:cubicBezTo>
                    <a:cubicBezTo>
                      <a:pt x="24655" y="3120"/>
                      <a:pt x="24746" y="3381"/>
                      <a:pt x="24836" y="3651"/>
                    </a:cubicBezTo>
                    <a:cubicBezTo>
                      <a:pt x="24926" y="3912"/>
                      <a:pt x="25017" y="4183"/>
                      <a:pt x="24896" y="4183"/>
                    </a:cubicBezTo>
                    <a:cubicBezTo>
                      <a:pt x="24866" y="4183"/>
                      <a:pt x="24826" y="4163"/>
                      <a:pt x="24766" y="4123"/>
                    </a:cubicBezTo>
                    <a:cubicBezTo>
                      <a:pt x="24405" y="3892"/>
                      <a:pt x="23923" y="3230"/>
                      <a:pt x="23512" y="27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52" name="Google Shape;17852;p62"/>
              <p:cNvSpPr/>
              <p:nvPr/>
            </p:nvSpPr>
            <p:spPr>
              <a:xfrm>
                <a:off x="7177805" y="799514"/>
                <a:ext cx="178988" cy="85801"/>
              </a:xfrm>
              <a:custGeom>
                <a:avLst/>
                <a:gdLst/>
                <a:ahLst/>
                <a:cxnLst/>
                <a:rect l="l" t="t" r="r" b="b"/>
                <a:pathLst>
                  <a:path w="2157" h="1034" extrusionOk="0">
                    <a:moveTo>
                      <a:pt x="0" y="1"/>
                    </a:moveTo>
                    <a:cubicBezTo>
                      <a:pt x="1" y="1"/>
                      <a:pt x="1" y="2"/>
                      <a:pt x="2" y="2"/>
                    </a:cubicBezTo>
                    <a:lnTo>
                      <a:pt x="2" y="2"/>
                    </a:lnTo>
                    <a:cubicBezTo>
                      <a:pt x="1" y="2"/>
                      <a:pt x="1" y="1"/>
                      <a:pt x="0" y="1"/>
                    </a:cubicBezTo>
                    <a:close/>
                    <a:moveTo>
                      <a:pt x="2" y="2"/>
                    </a:moveTo>
                    <a:cubicBezTo>
                      <a:pt x="152" y="182"/>
                      <a:pt x="332" y="322"/>
                      <a:pt x="542" y="432"/>
                    </a:cubicBezTo>
                    <a:cubicBezTo>
                      <a:pt x="662" y="492"/>
                      <a:pt x="793" y="542"/>
                      <a:pt x="923" y="593"/>
                    </a:cubicBezTo>
                    <a:cubicBezTo>
                      <a:pt x="1034" y="633"/>
                      <a:pt x="1154" y="683"/>
                      <a:pt x="1264" y="723"/>
                    </a:cubicBezTo>
                    <a:cubicBezTo>
                      <a:pt x="1535" y="823"/>
                      <a:pt x="1796" y="914"/>
                      <a:pt x="2057" y="1014"/>
                    </a:cubicBezTo>
                    <a:cubicBezTo>
                      <a:pt x="2087" y="1024"/>
                      <a:pt x="2127" y="1024"/>
                      <a:pt x="2157" y="1034"/>
                    </a:cubicBezTo>
                    <a:cubicBezTo>
                      <a:pt x="1856" y="733"/>
                      <a:pt x="1525" y="442"/>
                      <a:pt x="1124" y="282"/>
                    </a:cubicBezTo>
                    <a:cubicBezTo>
                      <a:pt x="983" y="221"/>
                      <a:pt x="843" y="191"/>
                      <a:pt x="693" y="161"/>
                    </a:cubicBezTo>
                    <a:cubicBezTo>
                      <a:pt x="553" y="131"/>
                      <a:pt x="94" y="111"/>
                      <a:pt x="2" y="2"/>
                    </a:cubicBezTo>
                    <a:close/>
                  </a:path>
                </a:pathLst>
              </a:custGeom>
              <a:solidFill>
                <a:srgbClr val="CCE3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53" name="Google Shape;17853;p62"/>
              <p:cNvSpPr/>
              <p:nvPr/>
            </p:nvSpPr>
            <p:spPr>
              <a:xfrm>
                <a:off x="6883973" y="315160"/>
                <a:ext cx="234004" cy="105717"/>
              </a:xfrm>
              <a:custGeom>
                <a:avLst/>
                <a:gdLst/>
                <a:ahLst/>
                <a:cxnLst/>
                <a:rect l="l" t="t" r="r" b="b"/>
                <a:pathLst>
                  <a:path w="2820" h="1274" extrusionOk="0">
                    <a:moveTo>
                      <a:pt x="2288" y="1274"/>
                    </a:moveTo>
                    <a:cubicBezTo>
                      <a:pt x="2258" y="1274"/>
                      <a:pt x="2217" y="1264"/>
                      <a:pt x="2157" y="1244"/>
                    </a:cubicBezTo>
                    <a:cubicBezTo>
                      <a:pt x="1555" y="1043"/>
                      <a:pt x="673" y="722"/>
                      <a:pt x="1" y="90"/>
                    </a:cubicBezTo>
                    <a:cubicBezTo>
                      <a:pt x="11" y="80"/>
                      <a:pt x="11" y="70"/>
                      <a:pt x="11" y="70"/>
                    </a:cubicBezTo>
                    <a:cubicBezTo>
                      <a:pt x="51" y="20"/>
                      <a:pt x="91" y="0"/>
                      <a:pt x="131" y="0"/>
                    </a:cubicBezTo>
                    <a:cubicBezTo>
                      <a:pt x="191" y="0"/>
                      <a:pt x="271" y="40"/>
                      <a:pt x="372" y="120"/>
                    </a:cubicBezTo>
                    <a:cubicBezTo>
                      <a:pt x="462" y="191"/>
                      <a:pt x="582" y="221"/>
                      <a:pt x="703" y="221"/>
                    </a:cubicBezTo>
                    <a:cubicBezTo>
                      <a:pt x="733" y="221"/>
                      <a:pt x="763" y="221"/>
                      <a:pt x="793" y="211"/>
                    </a:cubicBezTo>
                    <a:cubicBezTo>
                      <a:pt x="913" y="311"/>
                      <a:pt x="1515" y="431"/>
                      <a:pt x="1646" y="431"/>
                    </a:cubicBezTo>
                    <a:cubicBezTo>
                      <a:pt x="1656" y="431"/>
                      <a:pt x="1656" y="431"/>
                      <a:pt x="1666" y="431"/>
                    </a:cubicBezTo>
                    <a:cubicBezTo>
                      <a:pt x="1676" y="421"/>
                      <a:pt x="1686" y="421"/>
                      <a:pt x="1696" y="421"/>
                    </a:cubicBezTo>
                    <a:cubicBezTo>
                      <a:pt x="1856" y="421"/>
                      <a:pt x="2298" y="722"/>
                      <a:pt x="2819" y="1123"/>
                    </a:cubicBezTo>
                    <a:cubicBezTo>
                      <a:pt x="2749" y="1103"/>
                      <a:pt x="2699" y="1103"/>
                      <a:pt x="2659" y="1103"/>
                    </a:cubicBezTo>
                    <a:cubicBezTo>
                      <a:pt x="2548" y="1103"/>
                      <a:pt x="2498" y="1144"/>
                      <a:pt x="2448" y="1184"/>
                    </a:cubicBezTo>
                    <a:cubicBezTo>
                      <a:pt x="2408" y="1234"/>
                      <a:pt x="2378" y="1274"/>
                      <a:pt x="2288" y="1274"/>
                    </a:cubicBezTo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54" name="Google Shape;17854;p62"/>
              <p:cNvSpPr/>
              <p:nvPr/>
            </p:nvSpPr>
            <p:spPr>
              <a:xfrm>
                <a:off x="6863974" y="360052"/>
                <a:ext cx="83" cy="83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C46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55" name="Google Shape;17855;p62"/>
              <p:cNvSpPr/>
              <p:nvPr/>
            </p:nvSpPr>
            <p:spPr>
              <a:xfrm>
                <a:off x="6702495" y="360052"/>
                <a:ext cx="961489" cy="548581"/>
              </a:xfrm>
              <a:custGeom>
                <a:avLst/>
                <a:gdLst/>
                <a:ahLst/>
                <a:cxnLst/>
                <a:rect l="l" t="t" r="r" b="b"/>
                <a:pathLst>
                  <a:path w="11587" h="6611" extrusionOk="0">
                    <a:moveTo>
                      <a:pt x="1947" y="1"/>
                    </a:moveTo>
                    <a:cubicBezTo>
                      <a:pt x="1947" y="11"/>
                      <a:pt x="1937" y="21"/>
                      <a:pt x="1927" y="31"/>
                    </a:cubicBezTo>
                    <a:cubicBezTo>
                      <a:pt x="1917" y="51"/>
                      <a:pt x="1907" y="71"/>
                      <a:pt x="1897" y="91"/>
                    </a:cubicBezTo>
                    <a:cubicBezTo>
                      <a:pt x="1586" y="572"/>
                      <a:pt x="934" y="1194"/>
                      <a:pt x="593" y="1455"/>
                    </a:cubicBezTo>
                    <a:cubicBezTo>
                      <a:pt x="492" y="1535"/>
                      <a:pt x="422" y="1616"/>
                      <a:pt x="362" y="1696"/>
                    </a:cubicBezTo>
                    <a:cubicBezTo>
                      <a:pt x="302" y="1796"/>
                      <a:pt x="252" y="1907"/>
                      <a:pt x="172" y="2027"/>
                    </a:cubicBezTo>
                    <a:cubicBezTo>
                      <a:pt x="121" y="2097"/>
                      <a:pt x="71" y="2177"/>
                      <a:pt x="1" y="2258"/>
                    </a:cubicBezTo>
                    <a:cubicBezTo>
                      <a:pt x="412" y="2759"/>
                      <a:pt x="894" y="3421"/>
                      <a:pt x="1255" y="3652"/>
                    </a:cubicBezTo>
                    <a:cubicBezTo>
                      <a:pt x="1315" y="3692"/>
                      <a:pt x="1355" y="3712"/>
                      <a:pt x="1385" y="3712"/>
                    </a:cubicBezTo>
                    <a:cubicBezTo>
                      <a:pt x="1506" y="3712"/>
                      <a:pt x="1415" y="3441"/>
                      <a:pt x="1325" y="3180"/>
                    </a:cubicBezTo>
                    <a:cubicBezTo>
                      <a:pt x="1235" y="2910"/>
                      <a:pt x="1144" y="2649"/>
                      <a:pt x="1265" y="2649"/>
                    </a:cubicBezTo>
                    <a:cubicBezTo>
                      <a:pt x="1305" y="2649"/>
                      <a:pt x="1355" y="2669"/>
                      <a:pt x="1435" y="2729"/>
                    </a:cubicBezTo>
                    <a:cubicBezTo>
                      <a:pt x="1937" y="3080"/>
                      <a:pt x="2529" y="4053"/>
                      <a:pt x="3231" y="4615"/>
                    </a:cubicBezTo>
                    <a:cubicBezTo>
                      <a:pt x="4404" y="5548"/>
                      <a:pt x="5708" y="6139"/>
                      <a:pt x="6090" y="6611"/>
                    </a:cubicBezTo>
                    <a:cubicBezTo>
                      <a:pt x="6350" y="6290"/>
                      <a:pt x="5167" y="5678"/>
                      <a:pt x="5056" y="5277"/>
                    </a:cubicBezTo>
                    <a:cubicBezTo>
                      <a:pt x="4956" y="4916"/>
                      <a:pt x="4705" y="4595"/>
                      <a:pt x="4635" y="4224"/>
                    </a:cubicBezTo>
                    <a:cubicBezTo>
                      <a:pt x="4625" y="4173"/>
                      <a:pt x="4615" y="4113"/>
                      <a:pt x="4655" y="4063"/>
                    </a:cubicBezTo>
                    <a:cubicBezTo>
                      <a:pt x="4685" y="4033"/>
                      <a:pt x="4735" y="4023"/>
                      <a:pt x="4786" y="4023"/>
                    </a:cubicBezTo>
                    <a:lnTo>
                      <a:pt x="4836" y="4023"/>
                    </a:lnTo>
                    <a:cubicBezTo>
                      <a:pt x="6441" y="4133"/>
                      <a:pt x="7825" y="5076"/>
                      <a:pt x="9269" y="5828"/>
                    </a:cubicBezTo>
                    <a:cubicBezTo>
                      <a:pt x="9560" y="5989"/>
                      <a:pt x="9881" y="6069"/>
                      <a:pt x="10202" y="6069"/>
                    </a:cubicBezTo>
                    <a:cubicBezTo>
                      <a:pt x="10473" y="6069"/>
                      <a:pt x="10734" y="6009"/>
                      <a:pt x="10974" y="5899"/>
                    </a:cubicBezTo>
                    <a:cubicBezTo>
                      <a:pt x="11065" y="5849"/>
                      <a:pt x="11165" y="5818"/>
                      <a:pt x="11265" y="5798"/>
                    </a:cubicBezTo>
                    <a:cubicBezTo>
                      <a:pt x="11376" y="5778"/>
                      <a:pt x="11486" y="5768"/>
                      <a:pt x="11586" y="5768"/>
                    </a:cubicBezTo>
                    <a:cubicBezTo>
                      <a:pt x="11516" y="5738"/>
                      <a:pt x="11456" y="5728"/>
                      <a:pt x="11406" y="5728"/>
                    </a:cubicBezTo>
                    <a:cubicBezTo>
                      <a:pt x="11336" y="5728"/>
                      <a:pt x="11285" y="5738"/>
                      <a:pt x="11235" y="5758"/>
                    </a:cubicBezTo>
                    <a:cubicBezTo>
                      <a:pt x="11185" y="5768"/>
                      <a:pt x="11135" y="5788"/>
                      <a:pt x="11065" y="5788"/>
                    </a:cubicBezTo>
                    <a:cubicBezTo>
                      <a:pt x="11025" y="5788"/>
                      <a:pt x="10984" y="5778"/>
                      <a:pt x="10924" y="5768"/>
                    </a:cubicBezTo>
                    <a:cubicBezTo>
                      <a:pt x="10423" y="5608"/>
                      <a:pt x="9349" y="4976"/>
                      <a:pt x="8958" y="4896"/>
                    </a:cubicBezTo>
                    <a:cubicBezTo>
                      <a:pt x="8738" y="4855"/>
                      <a:pt x="8497" y="4855"/>
                      <a:pt x="8326" y="4705"/>
                    </a:cubicBezTo>
                    <a:cubicBezTo>
                      <a:pt x="8246" y="4645"/>
                      <a:pt x="8196" y="4555"/>
                      <a:pt x="8146" y="4474"/>
                    </a:cubicBezTo>
                    <a:cubicBezTo>
                      <a:pt x="7745" y="3852"/>
                      <a:pt x="7504" y="3933"/>
                      <a:pt x="6992" y="3481"/>
                    </a:cubicBezTo>
                    <a:cubicBezTo>
                      <a:pt x="6872" y="3401"/>
                      <a:pt x="6922" y="3371"/>
                      <a:pt x="7052" y="3371"/>
                    </a:cubicBezTo>
                    <a:cubicBezTo>
                      <a:pt x="7243" y="3371"/>
                      <a:pt x="7614" y="3431"/>
                      <a:pt x="7935" y="3491"/>
                    </a:cubicBezTo>
                    <a:cubicBezTo>
                      <a:pt x="8056" y="3511"/>
                      <a:pt x="8166" y="3531"/>
                      <a:pt x="8266" y="3552"/>
                    </a:cubicBezTo>
                    <a:cubicBezTo>
                      <a:pt x="7404" y="3080"/>
                      <a:pt x="6451" y="2538"/>
                      <a:pt x="5899" y="2147"/>
                    </a:cubicBezTo>
                    <a:lnTo>
                      <a:pt x="5899" y="2147"/>
                    </a:lnTo>
                    <a:cubicBezTo>
                      <a:pt x="6029" y="2348"/>
                      <a:pt x="6079" y="2488"/>
                      <a:pt x="6220" y="2699"/>
                    </a:cubicBezTo>
                    <a:cubicBezTo>
                      <a:pt x="5076" y="1997"/>
                      <a:pt x="5066" y="2579"/>
                      <a:pt x="3933" y="1826"/>
                    </a:cubicBezTo>
                    <a:cubicBezTo>
                      <a:pt x="3582" y="1586"/>
                      <a:pt x="2619" y="603"/>
                      <a:pt x="1947" y="1"/>
                    </a:cubicBez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56" name="Google Shape;17856;p62"/>
              <p:cNvSpPr/>
              <p:nvPr/>
            </p:nvSpPr>
            <p:spPr>
              <a:xfrm>
                <a:off x="6040813" y="574804"/>
                <a:ext cx="997254" cy="362125"/>
              </a:xfrm>
              <a:custGeom>
                <a:avLst/>
                <a:gdLst/>
                <a:ahLst/>
                <a:cxnLst/>
                <a:rect l="l" t="t" r="r" b="b"/>
                <a:pathLst>
                  <a:path w="12018" h="4364" extrusionOk="0">
                    <a:moveTo>
                      <a:pt x="1335" y="1"/>
                    </a:moveTo>
                    <a:cubicBezTo>
                      <a:pt x="1255" y="41"/>
                      <a:pt x="1174" y="81"/>
                      <a:pt x="1104" y="131"/>
                    </a:cubicBezTo>
                    <a:cubicBezTo>
                      <a:pt x="893" y="302"/>
                      <a:pt x="422" y="863"/>
                      <a:pt x="1" y="1315"/>
                    </a:cubicBezTo>
                    <a:cubicBezTo>
                      <a:pt x="71" y="1335"/>
                      <a:pt x="141" y="1345"/>
                      <a:pt x="201" y="1345"/>
                    </a:cubicBezTo>
                    <a:cubicBezTo>
                      <a:pt x="502" y="1345"/>
                      <a:pt x="733" y="1154"/>
                      <a:pt x="954" y="964"/>
                    </a:cubicBezTo>
                    <a:cubicBezTo>
                      <a:pt x="1174" y="773"/>
                      <a:pt x="1385" y="582"/>
                      <a:pt x="1616" y="582"/>
                    </a:cubicBezTo>
                    <a:cubicBezTo>
                      <a:pt x="1686" y="582"/>
                      <a:pt x="1756" y="602"/>
                      <a:pt x="1836" y="633"/>
                    </a:cubicBezTo>
                    <a:cubicBezTo>
                      <a:pt x="2558" y="1004"/>
                      <a:pt x="3301" y="1325"/>
                      <a:pt x="3722" y="1565"/>
                    </a:cubicBezTo>
                    <a:cubicBezTo>
                      <a:pt x="3802" y="1615"/>
                      <a:pt x="3852" y="1636"/>
                      <a:pt x="3883" y="1636"/>
                    </a:cubicBezTo>
                    <a:cubicBezTo>
                      <a:pt x="3933" y="1636"/>
                      <a:pt x="3923" y="1575"/>
                      <a:pt x="3923" y="1515"/>
                    </a:cubicBezTo>
                    <a:cubicBezTo>
                      <a:pt x="3913" y="1455"/>
                      <a:pt x="3923" y="1405"/>
                      <a:pt x="4003" y="1405"/>
                    </a:cubicBezTo>
                    <a:cubicBezTo>
                      <a:pt x="4053" y="1405"/>
                      <a:pt x="4123" y="1425"/>
                      <a:pt x="4224" y="1465"/>
                    </a:cubicBezTo>
                    <a:cubicBezTo>
                      <a:pt x="4354" y="1525"/>
                      <a:pt x="6089" y="2298"/>
                      <a:pt x="6200" y="2368"/>
                    </a:cubicBezTo>
                    <a:cubicBezTo>
                      <a:pt x="6360" y="2458"/>
                      <a:pt x="6440" y="2498"/>
                      <a:pt x="6470" y="2498"/>
                    </a:cubicBezTo>
                    <a:cubicBezTo>
                      <a:pt x="6541" y="2498"/>
                      <a:pt x="6149" y="2157"/>
                      <a:pt x="5758" y="1806"/>
                    </a:cubicBezTo>
                    <a:cubicBezTo>
                      <a:pt x="5698" y="1756"/>
                      <a:pt x="5638" y="1696"/>
                      <a:pt x="5578" y="1646"/>
                    </a:cubicBezTo>
                    <a:cubicBezTo>
                      <a:pt x="5538" y="1656"/>
                      <a:pt x="5507" y="1656"/>
                      <a:pt x="5467" y="1656"/>
                    </a:cubicBezTo>
                    <a:cubicBezTo>
                      <a:pt x="5427" y="1656"/>
                      <a:pt x="5377" y="1646"/>
                      <a:pt x="5337" y="1636"/>
                    </a:cubicBezTo>
                    <a:cubicBezTo>
                      <a:pt x="5207" y="1595"/>
                      <a:pt x="5176" y="1505"/>
                      <a:pt x="5086" y="1505"/>
                    </a:cubicBezTo>
                    <a:cubicBezTo>
                      <a:pt x="5066" y="1505"/>
                      <a:pt x="5046" y="1515"/>
                      <a:pt x="5016" y="1515"/>
                    </a:cubicBezTo>
                    <a:cubicBezTo>
                      <a:pt x="5016" y="1525"/>
                      <a:pt x="5006" y="1525"/>
                      <a:pt x="4996" y="1525"/>
                    </a:cubicBezTo>
                    <a:cubicBezTo>
                      <a:pt x="4735" y="1525"/>
                      <a:pt x="3451" y="713"/>
                      <a:pt x="2970" y="482"/>
                    </a:cubicBezTo>
                    <a:cubicBezTo>
                      <a:pt x="2478" y="251"/>
                      <a:pt x="1907" y="362"/>
                      <a:pt x="1515" y="141"/>
                    </a:cubicBezTo>
                    <a:cubicBezTo>
                      <a:pt x="1455" y="111"/>
                      <a:pt x="1395" y="51"/>
                      <a:pt x="1335" y="1"/>
                    </a:cubicBezTo>
                    <a:close/>
                    <a:moveTo>
                      <a:pt x="7554" y="1014"/>
                    </a:moveTo>
                    <a:lnTo>
                      <a:pt x="7554" y="1014"/>
                    </a:lnTo>
                    <a:cubicBezTo>
                      <a:pt x="7514" y="1014"/>
                      <a:pt x="7694" y="1234"/>
                      <a:pt x="7865" y="1445"/>
                    </a:cubicBezTo>
                    <a:cubicBezTo>
                      <a:pt x="8045" y="1666"/>
                      <a:pt x="8216" y="1886"/>
                      <a:pt x="8176" y="1886"/>
                    </a:cubicBezTo>
                    <a:cubicBezTo>
                      <a:pt x="8176" y="1886"/>
                      <a:pt x="8166" y="1886"/>
                      <a:pt x="8156" y="1876"/>
                    </a:cubicBezTo>
                    <a:cubicBezTo>
                      <a:pt x="8055" y="1816"/>
                      <a:pt x="7614" y="1475"/>
                      <a:pt x="7183" y="1144"/>
                    </a:cubicBezTo>
                    <a:cubicBezTo>
                      <a:pt x="7152" y="1254"/>
                      <a:pt x="7102" y="1355"/>
                      <a:pt x="7032" y="1405"/>
                    </a:cubicBezTo>
                    <a:cubicBezTo>
                      <a:pt x="6992" y="1435"/>
                      <a:pt x="6912" y="1445"/>
                      <a:pt x="6821" y="1445"/>
                    </a:cubicBezTo>
                    <a:cubicBezTo>
                      <a:pt x="6731" y="1445"/>
                      <a:pt x="6621" y="1435"/>
                      <a:pt x="6521" y="1425"/>
                    </a:cubicBezTo>
                    <a:cubicBezTo>
                      <a:pt x="6430" y="1415"/>
                      <a:pt x="6330" y="1395"/>
                      <a:pt x="6270" y="1395"/>
                    </a:cubicBezTo>
                    <a:cubicBezTo>
                      <a:pt x="6260" y="1395"/>
                      <a:pt x="6250" y="1405"/>
                      <a:pt x="6250" y="1405"/>
                    </a:cubicBezTo>
                    <a:cubicBezTo>
                      <a:pt x="6139" y="1415"/>
                      <a:pt x="6039" y="1455"/>
                      <a:pt x="5939" y="1495"/>
                    </a:cubicBezTo>
                    <a:cubicBezTo>
                      <a:pt x="6842" y="1916"/>
                      <a:pt x="8176" y="2548"/>
                      <a:pt x="8456" y="2649"/>
                    </a:cubicBezTo>
                    <a:cubicBezTo>
                      <a:pt x="9740" y="3120"/>
                      <a:pt x="10713" y="3963"/>
                      <a:pt x="12017" y="4364"/>
                    </a:cubicBezTo>
                    <a:cubicBezTo>
                      <a:pt x="10613" y="3190"/>
                      <a:pt x="8938" y="1977"/>
                      <a:pt x="7574" y="1024"/>
                    </a:cubicBezTo>
                    <a:cubicBezTo>
                      <a:pt x="7564" y="1014"/>
                      <a:pt x="7554" y="1014"/>
                      <a:pt x="7554" y="1014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57" name="Google Shape;17857;p62"/>
              <p:cNvSpPr/>
              <p:nvPr/>
            </p:nvSpPr>
            <p:spPr>
              <a:xfrm>
                <a:off x="7319286" y="883573"/>
                <a:ext cx="544432" cy="13492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1626" extrusionOk="0">
                    <a:moveTo>
                      <a:pt x="312" y="1"/>
                    </a:moveTo>
                    <a:cubicBezTo>
                      <a:pt x="1" y="1"/>
                      <a:pt x="984" y="583"/>
                      <a:pt x="1616" y="874"/>
                    </a:cubicBezTo>
                    <a:cubicBezTo>
                      <a:pt x="2157" y="1114"/>
                      <a:pt x="2909" y="1305"/>
                      <a:pt x="3541" y="1305"/>
                    </a:cubicBezTo>
                    <a:cubicBezTo>
                      <a:pt x="3662" y="1305"/>
                      <a:pt x="3782" y="1295"/>
                      <a:pt x="3892" y="1275"/>
                    </a:cubicBezTo>
                    <a:cubicBezTo>
                      <a:pt x="3943" y="1275"/>
                      <a:pt x="3993" y="1265"/>
                      <a:pt x="4053" y="1265"/>
                    </a:cubicBezTo>
                    <a:cubicBezTo>
                      <a:pt x="4394" y="1265"/>
                      <a:pt x="4916" y="1355"/>
                      <a:pt x="5397" y="1445"/>
                    </a:cubicBezTo>
                    <a:cubicBezTo>
                      <a:pt x="5879" y="1536"/>
                      <a:pt x="6310" y="1626"/>
                      <a:pt x="6480" y="1626"/>
                    </a:cubicBezTo>
                    <a:cubicBezTo>
                      <a:pt x="6541" y="1626"/>
                      <a:pt x="6561" y="1606"/>
                      <a:pt x="6531" y="1576"/>
                    </a:cubicBezTo>
                    <a:cubicBezTo>
                      <a:pt x="6290" y="1355"/>
                      <a:pt x="4725" y="904"/>
                      <a:pt x="4264" y="874"/>
                    </a:cubicBezTo>
                    <a:cubicBezTo>
                      <a:pt x="3802" y="833"/>
                      <a:pt x="2609" y="563"/>
                      <a:pt x="2227" y="462"/>
                    </a:cubicBezTo>
                    <a:cubicBezTo>
                      <a:pt x="1616" y="302"/>
                      <a:pt x="903" y="91"/>
                      <a:pt x="452" y="21"/>
                    </a:cubicBezTo>
                    <a:lnTo>
                      <a:pt x="452" y="21"/>
                    </a:lnTo>
                    <a:cubicBezTo>
                      <a:pt x="472" y="31"/>
                      <a:pt x="482" y="41"/>
                      <a:pt x="502" y="61"/>
                    </a:cubicBezTo>
                    <a:cubicBezTo>
                      <a:pt x="452" y="41"/>
                      <a:pt x="402" y="21"/>
                      <a:pt x="3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58" name="Google Shape;17858;p62"/>
              <p:cNvSpPr/>
              <p:nvPr/>
            </p:nvSpPr>
            <p:spPr>
              <a:xfrm>
                <a:off x="7348412" y="883573"/>
                <a:ext cx="12613" cy="5145"/>
              </a:xfrm>
              <a:custGeom>
                <a:avLst/>
                <a:gdLst/>
                <a:ahLst/>
                <a:cxnLst/>
                <a:rect l="l" t="t" r="r" b="b"/>
                <a:pathLst>
                  <a:path w="152" h="6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1" y="21"/>
                      <a:pt x="101" y="41"/>
                      <a:pt x="151" y="61"/>
                    </a:cubicBezTo>
                    <a:cubicBezTo>
                      <a:pt x="131" y="41"/>
                      <a:pt x="121" y="31"/>
                      <a:pt x="101" y="21"/>
                    </a:cubicBezTo>
                    <a:cubicBezTo>
                      <a:pt x="71" y="11"/>
                      <a:pt x="31" y="11"/>
                      <a:pt x="1" y="1"/>
                    </a:cubicBezTo>
                    <a:close/>
                  </a:path>
                </a:pathLst>
              </a:custGeom>
              <a:solidFill>
                <a:srgbClr val="7ECD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59" name="Google Shape;17859;p62"/>
              <p:cNvSpPr/>
              <p:nvPr/>
            </p:nvSpPr>
            <p:spPr>
              <a:xfrm>
                <a:off x="7163615" y="745411"/>
                <a:ext cx="202388" cy="94182"/>
              </a:xfrm>
              <a:custGeom>
                <a:avLst/>
                <a:gdLst/>
                <a:ahLst/>
                <a:cxnLst/>
                <a:rect l="l" t="t" r="r" b="b"/>
                <a:pathLst>
                  <a:path w="2439" h="1135" extrusionOk="0">
                    <a:moveTo>
                      <a:pt x="212" y="1"/>
                    </a:moveTo>
                    <a:cubicBezTo>
                      <a:pt x="171" y="1"/>
                      <a:pt x="141" y="11"/>
                      <a:pt x="131" y="21"/>
                    </a:cubicBezTo>
                    <a:cubicBezTo>
                      <a:pt x="1" y="131"/>
                      <a:pt x="964" y="873"/>
                      <a:pt x="1445" y="944"/>
                    </a:cubicBezTo>
                    <a:cubicBezTo>
                      <a:pt x="1796" y="994"/>
                      <a:pt x="2168" y="1134"/>
                      <a:pt x="2338" y="1134"/>
                    </a:cubicBezTo>
                    <a:cubicBezTo>
                      <a:pt x="2398" y="1134"/>
                      <a:pt x="2438" y="1114"/>
                      <a:pt x="2428" y="1064"/>
                    </a:cubicBezTo>
                    <a:cubicBezTo>
                      <a:pt x="2408" y="873"/>
                      <a:pt x="1786" y="482"/>
                      <a:pt x="1305" y="322"/>
                    </a:cubicBezTo>
                    <a:cubicBezTo>
                      <a:pt x="1305" y="322"/>
                      <a:pt x="492" y="1"/>
                      <a:pt x="2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60" name="Google Shape;17860;p62"/>
              <p:cNvSpPr/>
              <p:nvPr/>
            </p:nvSpPr>
            <p:spPr>
              <a:xfrm>
                <a:off x="5682090" y="723007"/>
                <a:ext cx="367104" cy="229772"/>
              </a:xfrm>
              <a:custGeom>
                <a:avLst/>
                <a:gdLst/>
                <a:ahLst/>
                <a:cxnLst/>
                <a:rect l="l" t="t" r="r" b="b"/>
                <a:pathLst>
                  <a:path w="4424" h="2769" extrusionOk="0">
                    <a:moveTo>
                      <a:pt x="2619" y="823"/>
                    </a:moveTo>
                    <a:cubicBezTo>
                      <a:pt x="2616" y="826"/>
                      <a:pt x="2614" y="829"/>
                      <a:pt x="2612" y="832"/>
                    </a:cubicBezTo>
                    <a:lnTo>
                      <a:pt x="2612" y="832"/>
                    </a:lnTo>
                    <a:cubicBezTo>
                      <a:pt x="2615" y="829"/>
                      <a:pt x="2617" y="826"/>
                      <a:pt x="2619" y="823"/>
                    </a:cubicBezTo>
                    <a:close/>
                    <a:moveTo>
                      <a:pt x="4344" y="0"/>
                    </a:moveTo>
                    <a:cubicBezTo>
                      <a:pt x="4203" y="0"/>
                      <a:pt x="3802" y="261"/>
                      <a:pt x="3240" y="682"/>
                    </a:cubicBezTo>
                    <a:cubicBezTo>
                      <a:pt x="2919" y="923"/>
                      <a:pt x="2699" y="1033"/>
                      <a:pt x="2608" y="1033"/>
                    </a:cubicBezTo>
                    <a:cubicBezTo>
                      <a:pt x="2530" y="1033"/>
                      <a:pt x="2528" y="966"/>
                      <a:pt x="2612" y="832"/>
                    </a:cubicBezTo>
                    <a:lnTo>
                      <a:pt x="2612" y="832"/>
                    </a:lnTo>
                    <a:cubicBezTo>
                      <a:pt x="2601" y="846"/>
                      <a:pt x="2585" y="854"/>
                      <a:pt x="2568" y="863"/>
                    </a:cubicBezTo>
                    <a:cubicBezTo>
                      <a:pt x="2137" y="1244"/>
                      <a:pt x="1906" y="1374"/>
                      <a:pt x="1455" y="1645"/>
                    </a:cubicBezTo>
                    <a:cubicBezTo>
                      <a:pt x="1004" y="1906"/>
                      <a:pt x="653" y="2046"/>
                      <a:pt x="322" y="2307"/>
                    </a:cubicBezTo>
                    <a:cubicBezTo>
                      <a:pt x="301" y="2317"/>
                      <a:pt x="281" y="2327"/>
                      <a:pt x="261" y="2337"/>
                    </a:cubicBezTo>
                    <a:cubicBezTo>
                      <a:pt x="1" y="2638"/>
                      <a:pt x="11" y="2768"/>
                      <a:pt x="171" y="2768"/>
                    </a:cubicBezTo>
                    <a:cubicBezTo>
                      <a:pt x="352" y="2768"/>
                      <a:pt x="703" y="2628"/>
                      <a:pt x="1104" y="2427"/>
                    </a:cubicBezTo>
                    <a:cubicBezTo>
                      <a:pt x="1521" y="2217"/>
                      <a:pt x="1918" y="2214"/>
                      <a:pt x="2234" y="2214"/>
                    </a:cubicBezTo>
                    <a:cubicBezTo>
                      <a:pt x="2242" y="2214"/>
                      <a:pt x="2249" y="2214"/>
                      <a:pt x="2256" y="2214"/>
                    </a:cubicBezTo>
                    <a:cubicBezTo>
                      <a:pt x="2576" y="2214"/>
                      <a:pt x="2809" y="2212"/>
                      <a:pt x="2889" y="1986"/>
                    </a:cubicBezTo>
                    <a:cubicBezTo>
                      <a:pt x="3050" y="1545"/>
                      <a:pt x="4043" y="742"/>
                      <a:pt x="4324" y="261"/>
                    </a:cubicBezTo>
                    <a:cubicBezTo>
                      <a:pt x="4414" y="80"/>
                      <a:pt x="4424" y="0"/>
                      <a:pt x="4344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61" name="Google Shape;17861;p62"/>
              <p:cNvSpPr/>
              <p:nvPr/>
            </p:nvSpPr>
            <p:spPr>
              <a:xfrm>
                <a:off x="6111595" y="699689"/>
                <a:ext cx="487839" cy="203135"/>
              </a:xfrm>
              <a:custGeom>
                <a:avLst/>
                <a:gdLst/>
                <a:ahLst/>
                <a:cxnLst/>
                <a:rect l="l" t="t" r="r" b="b"/>
                <a:pathLst>
                  <a:path w="5879" h="2448" extrusionOk="0">
                    <a:moveTo>
                      <a:pt x="482" y="0"/>
                    </a:moveTo>
                    <a:cubicBezTo>
                      <a:pt x="412" y="0"/>
                      <a:pt x="351" y="10"/>
                      <a:pt x="301" y="50"/>
                    </a:cubicBezTo>
                    <a:cubicBezTo>
                      <a:pt x="0" y="241"/>
                      <a:pt x="943" y="963"/>
                      <a:pt x="1685" y="1304"/>
                    </a:cubicBezTo>
                    <a:cubicBezTo>
                      <a:pt x="1886" y="1394"/>
                      <a:pt x="1896" y="1424"/>
                      <a:pt x="1806" y="1424"/>
                    </a:cubicBezTo>
                    <a:cubicBezTo>
                      <a:pt x="1726" y="1424"/>
                      <a:pt x="1565" y="1404"/>
                      <a:pt x="1395" y="1374"/>
                    </a:cubicBezTo>
                    <a:cubicBezTo>
                      <a:pt x="1214" y="1354"/>
                      <a:pt x="1033" y="1324"/>
                      <a:pt x="903" y="1324"/>
                    </a:cubicBezTo>
                    <a:cubicBezTo>
                      <a:pt x="793" y="1324"/>
                      <a:pt x="723" y="1344"/>
                      <a:pt x="773" y="1414"/>
                    </a:cubicBezTo>
                    <a:cubicBezTo>
                      <a:pt x="933" y="1655"/>
                      <a:pt x="3150" y="2307"/>
                      <a:pt x="3641" y="2307"/>
                    </a:cubicBezTo>
                    <a:cubicBezTo>
                      <a:pt x="3712" y="2307"/>
                      <a:pt x="3742" y="2297"/>
                      <a:pt x="3732" y="2267"/>
                    </a:cubicBezTo>
                    <a:cubicBezTo>
                      <a:pt x="3641" y="2097"/>
                      <a:pt x="3762" y="1996"/>
                      <a:pt x="4002" y="1996"/>
                    </a:cubicBezTo>
                    <a:cubicBezTo>
                      <a:pt x="4123" y="1996"/>
                      <a:pt x="4273" y="2026"/>
                      <a:pt x="4454" y="2076"/>
                    </a:cubicBezTo>
                    <a:cubicBezTo>
                      <a:pt x="4785" y="2167"/>
                      <a:pt x="5567" y="2448"/>
                      <a:pt x="5758" y="2448"/>
                    </a:cubicBezTo>
                    <a:cubicBezTo>
                      <a:pt x="5878" y="2448"/>
                      <a:pt x="5778" y="2347"/>
                      <a:pt x="5266" y="2046"/>
                    </a:cubicBezTo>
                    <a:cubicBezTo>
                      <a:pt x="4805" y="1786"/>
                      <a:pt x="3571" y="1043"/>
                      <a:pt x="3320" y="1043"/>
                    </a:cubicBezTo>
                    <a:cubicBezTo>
                      <a:pt x="3290" y="1043"/>
                      <a:pt x="3270" y="1053"/>
                      <a:pt x="3280" y="1093"/>
                    </a:cubicBezTo>
                    <a:cubicBezTo>
                      <a:pt x="3290" y="1124"/>
                      <a:pt x="3280" y="1134"/>
                      <a:pt x="3260" y="1134"/>
                    </a:cubicBezTo>
                    <a:cubicBezTo>
                      <a:pt x="3150" y="1134"/>
                      <a:pt x="2769" y="903"/>
                      <a:pt x="2388" y="672"/>
                    </a:cubicBezTo>
                    <a:cubicBezTo>
                      <a:pt x="1996" y="442"/>
                      <a:pt x="1605" y="211"/>
                      <a:pt x="1475" y="211"/>
                    </a:cubicBezTo>
                    <a:cubicBezTo>
                      <a:pt x="1465" y="211"/>
                      <a:pt x="1455" y="211"/>
                      <a:pt x="1455" y="221"/>
                    </a:cubicBezTo>
                    <a:cubicBezTo>
                      <a:pt x="1435" y="231"/>
                      <a:pt x="1405" y="231"/>
                      <a:pt x="1385" y="231"/>
                    </a:cubicBezTo>
                    <a:cubicBezTo>
                      <a:pt x="1284" y="231"/>
                      <a:pt x="1134" y="181"/>
                      <a:pt x="973" y="121"/>
                    </a:cubicBezTo>
                    <a:cubicBezTo>
                      <a:pt x="803" y="60"/>
                      <a:pt x="632" y="0"/>
                      <a:pt x="482" y="0"/>
                    </a:cubicBez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62" name="Google Shape;17862;p62"/>
              <p:cNvSpPr/>
              <p:nvPr/>
            </p:nvSpPr>
            <p:spPr>
              <a:xfrm>
                <a:off x="6629307" y="858596"/>
                <a:ext cx="269768" cy="119159"/>
              </a:xfrm>
              <a:custGeom>
                <a:avLst/>
                <a:gdLst/>
                <a:ahLst/>
                <a:cxnLst/>
                <a:rect l="l" t="t" r="r" b="b"/>
                <a:pathLst>
                  <a:path w="3251" h="1436" extrusionOk="0">
                    <a:moveTo>
                      <a:pt x="723" y="1"/>
                    </a:moveTo>
                    <a:cubicBezTo>
                      <a:pt x="552" y="1"/>
                      <a:pt x="893" y="332"/>
                      <a:pt x="793" y="382"/>
                    </a:cubicBezTo>
                    <a:cubicBezTo>
                      <a:pt x="592" y="492"/>
                      <a:pt x="0" y="342"/>
                      <a:pt x="492" y="593"/>
                    </a:cubicBezTo>
                    <a:cubicBezTo>
                      <a:pt x="1284" y="994"/>
                      <a:pt x="1806" y="1094"/>
                      <a:pt x="2668" y="1385"/>
                    </a:cubicBezTo>
                    <a:cubicBezTo>
                      <a:pt x="2779" y="1425"/>
                      <a:pt x="2849" y="1435"/>
                      <a:pt x="2899" y="1435"/>
                    </a:cubicBezTo>
                    <a:cubicBezTo>
                      <a:pt x="3250" y="1435"/>
                      <a:pt x="2197" y="603"/>
                      <a:pt x="1054" y="101"/>
                    </a:cubicBezTo>
                    <a:cubicBezTo>
                      <a:pt x="883" y="31"/>
                      <a:pt x="783" y="1"/>
                      <a:pt x="723" y="1"/>
                    </a:cubicBez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63" name="Google Shape;17863;p62"/>
              <p:cNvSpPr/>
              <p:nvPr/>
            </p:nvSpPr>
            <p:spPr>
              <a:xfrm>
                <a:off x="8210740" y="291843"/>
                <a:ext cx="985553" cy="605173"/>
              </a:xfrm>
              <a:custGeom>
                <a:avLst/>
                <a:gdLst/>
                <a:ahLst/>
                <a:cxnLst/>
                <a:rect l="l" t="t" r="r" b="b"/>
                <a:pathLst>
                  <a:path w="11877" h="7293" extrusionOk="0">
                    <a:moveTo>
                      <a:pt x="191" y="5417"/>
                    </a:moveTo>
                    <a:cubicBezTo>
                      <a:pt x="121" y="5495"/>
                      <a:pt x="75" y="5554"/>
                      <a:pt x="34" y="5596"/>
                    </a:cubicBezTo>
                    <a:lnTo>
                      <a:pt x="34" y="5596"/>
                    </a:lnTo>
                    <a:cubicBezTo>
                      <a:pt x="77" y="5554"/>
                      <a:pt x="123" y="5493"/>
                      <a:pt x="191" y="5417"/>
                    </a:cubicBezTo>
                    <a:close/>
                    <a:moveTo>
                      <a:pt x="34" y="5596"/>
                    </a:moveTo>
                    <a:cubicBezTo>
                      <a:pt x="26" y="5604"/>
                      <a:pt x="18" y="5611"/>
                      <a:pt x="10" y="5617"/>
                    </a:cubicBezTo>
                    <a:cubicBezTo>
                      <a:pt x="10" y="5617"/>
                      <a:pt x="0" y="5627"/>
                      <a:pt x="0" y="5627"/>
                    </a:cubicBezTo>
                    <a:cubicBezTo>
                      <a:pt x="12" y="5618"/>
                      <a:pt x="23" y="5608"/>
                      <a:pt x="34" y="5596"/>
                    </a:cubicBezTo>
                    <a:close/>
                    <a:moveTo>
                      <a:pt x="11074" y="0"/>
                    </a:moveTo>
                    <a:lnTo>
                      <a:pt x="11876" y="7292"/>
                    </a:lnTo>
                    <a:cubicBezTo>
                      <a:pt x="11656" y="4855"/>
                      <a:pt x="11345" y="2428"/>
                      <a:pt x="11074" y="0"/>
                    </a:cubicBezTo>
                    <a:close/>
                  </a:path>
                </a:pathLst>
              </a:custGeom>
              <a:solidFill>
                <a:srgbClr val="B3E0E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64" name="Google Shape;17864;p62"/>
              <p:cNvSpPr/>
              <p:nvPr/>
            </p:nvSpPr>
            <p:spPr>
              <a:xfrm>
                <a:off x="8211570" y="291843"/>
                <a:ext cx="989702" cy="670063"/>
              </a:xfrm>
              <a:custGeom>
                <a:avLst/>
                <a:gdLst/>
                <a:ahLst/>
                <a:cxnLst/>
                <a:rect l="l" t="t" r="r" b="b"/>
                <a:pathLst>
                  <a:path w="11927" h="8075" extrusionOk="0">
                    <a:moveTo>
                      <a:pt x="11064" y="0"/>
                    </a:moveTo>
                    <a:lnTo>
                      <a:pt x="11435" y="3391"/>
                    </a:lnTo>
                    <a:cubicBezTo>
                      <a:pt x="11094" y="3581"/>
                      <a:pt x="10693" y="3782"/>
                      <a:pt x="10141" y="4043"/>
                    </a:cubicBezTo>
                    <a:cubicBezTo>
                      <a:pt x="9439" y="4384"/>
                      <a:pt x="8396" y="5005"/>
                      <a:pt x="7353" y="5326"/>
                    </a:cubicBezTo>
                    <a:cubicBezTo>
                      <a:pt x="7252" y="5357"/>
                      <a:pt x="7192" y="5367"/>
                      <a:pt x="7162" y="5367"/>
                    </a:cubicBezTo>
                    <a:cubicBezTo>
                      <a:pt x="6972" y="5367"/>
                      <a:pt x="7995" y="4815"/>
                      <a:pt x="8436" y="4414"/>
                    </a:cubicBezTo>
                    <a:cubicBezTo>
                      <a:pt x="8496" y="4353"/>
                      <a:pt x="8506" y="4333"/>
                      <a:pt x="8476" y="4333"/>
                    </a:cubicBezTo>
                    <a:cubicBezTo>
                      <a:pt x="8306" y="4333"/>
                      <a:pt x="6721" y="5176"/>
                      <a:pt x="5286" y="5497"/>
                    </a:cubicBezTo>
                    <a:cubicBezTo>
                      <a:pt x="5196" y="5517"/>
                      <a:pt x="5136" y="5527"/>
                      <a:pt x="5096" y="5527"/>
                    </a:cubicBezTo>
                    <a:cubicBezTo>
                      <a:pt x="4755" y="5527"/>
                      <a:pt x="6631" y="4694"/>
                      <a:pt x="7874" y="3802"/>
                    </a:cubicBezTo>
                    <a:cubicBezTo>
                      <a:pt x="8536" y="3330"/>
                      <a:pt x="8907" y="2909"/>
                      <a:pt x="8877" y="2448"/>
                    </a:cubicBezTo>
                    <a:cubicBezTo>
                      <a:pt x="8857" y="2227"/>
                      <a:pt x="8667" y="2157"/>
                      <a:pt x="8396" y="2157"/>
                    </a:cubicBezTo>
                    <a:lnTo>
                      <a:pt x="8266" y="2157"/>
                    </a:lnTo>
                    <a:cubicBezTo>
                      <a:pt x="8245" y="2317"/>
                      <a:pt x="8185" y="2548"/>
                      <a:pt x="7985" y="2708"/>
                    </a:cubicBezTo>
                    <a:cubicBezTo>
                      <a:pt x="7654" y="2969"/>
                      <a:pt x="7303" y="3110"/>
                      <a:pt x="7192" y="3230"/>
                    </a:cubicBezTo>
                    <a:cubicBezTo>
                      <a:pt x="7022" y="3431"/>
                      <a:pt x="6570" y="3370"/>
                      <a:pt x="6350" y="3541"/>
                    </a:cubicBezTo>
                    <a:cubicBezTo>
                      <a:pt x="6039" y="3772"/>
                      <a:pt x="5969" y="4123"/>
                      <a:pt x="5537" y="4263"/>
                    </a:cubicBezTo>
                    <a:cubicBezTo>
                      <a:pt x="5327" y="4333"/>
                      <a:pt x="5106" y="4343"/>
                      <a:pt x="4895" y="4424"/>
                    </a:cubicBezTo>
                    <a:cubicBezTo>
                      <a:pt x="4624" y="4534"/>
                      <a:pt x="4414" y="4725"/>
                      <a:pt x="4173" y="4895"/>
                    </a:cubicBezTo>
                    <a:cubicBezTo>
                      <a:pt x="3942" y="5056"/>
                      <a:pt x="1936" y="5387"/>
                      <a:pt x="1816" y="5387"/>
                    </a:cubicBezTo>
                    <a:lnTo>
                      <a:pt x="1806" y="5387"/>
                    </a:lnTo>
                    <a:cubicBezTo>
                      <a:pt x="1736" y="5377"/>
                      <a:pt x="2257" y="5015"/>
                      <a:pt x="1856" y="5015"/>
                    </a:cubicBezTo>
                    <a:cubicBezTo>
                      <a:pt x="1776" y="5015"/>
                      <a:pt x="1655" y="5036"/>
                      <a:pt x="1495" y="5066"/>
                    </a:cubicBezTo>
                    <a:cubicBezTo>
                      <a:pt x="1054" y="5156"/>
                      <a:pt x="231" y="5367"/>
                      <a:pt x="221" y="5367"/>
                    </a:cubicBezTo>
                    <a:lnTo>
                      <a:pt x="211" y="5367"/>
                    </a:lnTo>
                    <a:cubicBezTo>
                      <a:pt x="201" y="5387"/>
                      <a:pt x="191" y="5397"/>
                      <a:pt x="181" y="5417"/>
                    </a:cubicBezTo>
                    <a:cubicBezTo>
                      <a:pt x="101" y="5507"/>
                      <a:pt x="51" y="5577"/>
                      <a:pt x="0" y="5617"/>
                    </a:cubicBezTo>
                    <a:cubicBezTo>
                      <a:pt x="161" y="5728"/>
                      <a:pt x="341" y="5838"/>
                      <a:pt x="542" y="5958"/>
                    </a:cubicBezTo>
                    <a:cubicBezTo>
                      <a:pt x="953" y="6179"/>
                      <a:pt x="1605" y="6540"/>
                      <a:pt x="2227" y="6891"/>
                    </a:cubicBezTo>
                    <a:cubicBezTo>
                      <a:pt x="2929" y="7282"/>
                      <a:pt x="3682" y="7694"/>
                      <a:pt x="4263" y="8045"/>
                    </a:cubicBezTo>
                    <a:cubicBezTo>
                      <a:pt x="4324" y="8065"/>
                      <a:pt x="4384" y="8075"/>
                      <a:pt x="4444" y="8075"/>
                    </a:cubicBezTo>
                    <a:cubicBezTo>
                      <a:pt x="4504" y="8075"/>
                      <a:pt x="4554" y="8065"/>
                      <a:pt x="4604" y="8045"/>
                    </a:cubicBezTo>
                    <a:cubicBezTo>
                      <a:pt x="4986" y="7904"/>
                      <a:pt x="5266" y="7613"/>
                      <a:pt x="5678" y="7473"/>
                    </a:cubicBezTo>
                    <a:cubicBezTo>
                      <a:pt x="5738" y="7453"/>
                      <a:pt x="5808" y="7433"/>
                      <a:pt x="5878" y="7433"/>
                    </a:cubicBezTo>
                    <a:lnTo>
                      <a:pt x="5898" y="7433"/>
                    </a:lnTo>
                    <a:cubicBezTo>
                      <a:pt x="6049" y="7443"/>
                      <a:pt x="6189" y="7533"/>
                      <a:pt x="6340" y="7533"/>
                    </a:cubicBezTo>
                    <a:cubicBezTo>
                      <a:pt x="6390" y="7543"/>
                      <a:pt x="6430" y="7543"/>
                      <a:pt x="6470" y="7543"/>
                    </a:cubicBezTo>
                    <a:cubicBezTo>
                      <a:pt x="6701" y="7543"/>
                      <a:pt x="6921" y="7513"/>
                      <a:pt x="7142" y="7493"/>
                    </a:cubicBezTo>
                    <a:cubicBezTo>
                      <a:pt x="7363" y="7463"/>
                      <a:pt x="7593" y="7443"/>
                      <a:pt x="7824" y="7443"/>
                    </a:cubicBezTo>
                    <a:lnTo>
                      <a:pt x="8115" y="7443"/>
                    </a:lnTo>
                    <a:cubicBezTo>
                      <a:pt x="8346" y="7443"/>
                      <a:pt x="8576" y="7403"/>
                      <a:pt x="8807" y="7393"/>
                    </a:cubicBezTo>
                    <a:lnTo>
                      <a:pt x="8867" y="7393"/>
                    </a:lnTo>
                    <a:cubicBezTo>
                      <a:pt x="9148" y="7393"/>
                      <a:pt x="9419" y="7453"/>
                      <a:pt x="9680" y="7533"/>
                    </a:cubicBezTo>
                    <a:cubicBezTo>
                      <a:pt x="10081" y="7674"/>
                      <a:pt x="10472" y="7884"/>
                      <a:pt x="10894" y="7884"/>
                    </a:cubicBezTo>
                    <a:cubicBezTo>
                      <a:pt x="10994" y="7884"/>
                      <a:pt x="11104" y="7874"/>
                      <a:pt x="11215" y="7864"/>
                    </a:cubicBezTo>
                    <a:cubicBezTo>
                      <a:pt x="11315" y="7854"/>
                      <a:pt x="11425" y="7844"/>
                      <a:pt x="11525" y="7844"/>
                    </a:cubicBezTo>
                    <a:cubicBezTo>
                      <a:pt x="11666" y="7844"/>
                      <a:pt x="11806" y="7864"/>
                      <a:pt x="11927" y="7944"/>
                    </a:cubicBezTo>
                    <a:cubicBezTo>
                      <a:pt x="11907" y="7724"/>
                      <a:pt x="11887" y="7513"/>
                      <a:pt x="11866" y="7292"/>
                    </a:cubicBezTo>
                    <a:lnTo>
                      <a:pt x="1106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65" name="Google Shape;17865;p62"/>
              <p:cNvSpPr/>
              <p:nvPr/>
            </p:nvSpPr>
            <p:spPr>
              <a:xfrm>
                <a:off x="8606057" y="287694"/>
                <a:ext cx="554472" cy="462862"/>
              </a:xfrm>
              <a:custGeom>
                <a:avLst/>
                <a:gdLst/>
                <a:ahLst/>
                <a:cxnLst/>
                <a:rect l="l" t="t" r="r" b="b"/>
                <a:pathLst>
                  <a:path w="6682" h="5578" extrusionOk="0">
                    <a:moveTo>
                      <a:pt x="342" y="5577"/>
                    </a:moveTo>
                    <a:cubicBezTo>
                      <a:pt x="1" y="5577"/>
                      <a:pt x="1877" y="4744"/>
                      <a:pt x="3120" y="3852"/>
                    </a:cubicBezTo>
                    <a:cubicBezTo>
                      <a:pt x="3782" y="3380"/>
                      <a:pt x="4153" y="2959"/>
                      <a:pt x="4123" y="2498"/>
                    </a:cubicBezTo>
                    <a:cubicBezTo>
                      <a:pt x="4103" y="2277"/>
                      <a:pt x="3913" y="2207"/>
                      <a:pt x="3642" y="2207"/>
                    </a:cubicBezTo>
                    <a:cubicBezTo>
                      <a:pt x="3602" y="2207"/>
                      <a:pt x="3552" y="2207"/>
                      <a:pt x="3512" y="2207"/>
                    </a:cubicBezTo>
                    <a:cubicBezTo>
                      <a:pt x="3512" y="2177"/>
                      <a:pt x="3512" y="2137"/>
                      <a:pt x="3512" y="2117"/>
                    </a:cubicBezTo>
                    <a:cubicBezTo>
                      <a:pt x="3512" y="2076"/>
                      <a:pt x="3512" y="2056"/>
                      <a:pt x="3512" y="2046"/>
                    </a:cubicBezTo>
                    <a:lnTo>
                      <a:pt x="3512" y="2046"/>
                    </a:lnTo>
                    <a:lnTo>
                      <a:pt x="3512" y="2046"/>
                    </a:lnTo>
                    <a:lnTo>
                      <a:pt x="3512" y="2046"/>
                    </a:lnTo>
                    <a:lnTo>
                      <a:pt x="3512" y="2046"/>
                    </a:lnTo>
                    <a:cubicBezTo>
                      <a:pt x="3512" y="2046"/>
                      <a:pt x="4625" y="1164"/>
                      <a:pt x="4956" y="903"/>
                    </a:cubicBezTo>
                    <a:cubicBezTo>
                      <a:pt x="5287" y="652"/>
                      <a:pt x="5738" y="381"/>
                      <a:pt x="6300" y="0"/>
                    </a:cubicBezTo>
                    <a:cubicBezTo>
                      <a:pt x="6300" y="10"/>
                      <a:pt x="6310" y="30"/>
                      <a:pt x="6310" y="50"/>
                    </a:cubicBezTo>
                    <a:lnTo>
                      <a:pt x="6681" y="3441"/>
                    </a:lnTo>
                    <a:cubicBezTo>
                      <a:pt x="6340" y="3631"/>
                      <a:pt x="5939" y="3832"/>
                      <a:pt x="5387" y="4093"/>
                    </a:cubicBezTo>
                    <a:cubicBezTo>
                      <a:pt x="4685" y="4434"/>
                      <a:pt x="3642" y="5055"/>
                      <a:pt x="2599" y="5376"/>
                    </a:cubicBezTo>
                    <a:cubicBezTo>
                      <a:pt x="2498" y="5407"/>
                      <a:pt x="2438" y="5417"/>
                      <a:pt x="2408" y="5417"/>
                    </a:cubicBezTo>
                    <a:cubicBezTo>
                      <a:pt x="2218" y="5417"/>
                      <a:pt x="3241" y="4865"/>
                      <a:pt x="3682" y="4464"/>
                    </a:cubicBezTo>
                    <a:cubicBezTo>
                      <a:pt x="3742" y="4403"/>
                      <a:pt x="3752" y="4383"/>
                      <a:pt x="3722" y="4383"/>
                    </a:cubicBezTo>
                    <a:cubicBezTo>
                      <a:pt x="3552" y="4383"/>
                      <a:pt x="1967" y="5226"/>
                      <a:pt x="532" y="5547"/>
                    </a:cubicBezTo>
                    <a:cubicBezTo>
                      <a:pt x="442" y="5567"/>
                      <a:pt x="382" y="5577"/>
                      <a:pt x="342" y="5577"/>
                    </a:cubicBezTo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66" name="Google Shape;17866;p62"/>
              <p:cNvSpPr/>
              <p:nvPr/>
            </p:nvSpPr>
            <p:spPr>
              <a:xfrm>
                <a:off x="8396366" y="863658"/>
                <a:ext cx="169030" cy="95759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154" extrusionOk="0">
                    <a:moveTo>
                      <a:pt x="0" y="0"/>
                    </a:moveTo>
                    <a:cubicBezTo>
                      <a:pt x="42" y="23"/>
                      <a:pt x="84" y="47"/>
                      <a:pt x="126" y="70"/>
                    </a:cubicBezTo>
                    <a:lnTo>
                      <a:pt x="126" y="70"/>
                    </a:lnTo>
                    <a:cubicBezTo>
                      <a:pt x="84" y="47"/>
                      <a:pt x="42" y="24"/>
                      <a:pt x="0" y="0"/>
                    </a:cubicBezTo>
                    <a:close/>
                    <a:moveTo>
                      <a:pt x="126" y="70"/>
                    </a:moveTo>
                    <a:cubicBezTo>
                      <a:pt x="800" y="446"/>
                      <a:pt x="1418" y="802"/>
                      <a:pt x="1645" y="953"/>
                    </a:cubicBezTo>
                    <a:cubicBezTo>
                      <a:pt x="1766" y="1033"/>
                      <a:pt x="1896" y="1114"/>
                      <a:pt x="2036" y="1154"/>
                    </a:cubicBezTo>
                    <a:cubicBezTo>
                      <a:pt x="1489" y="823"/>
                      <a:pt x="791" y="440"/>
                      <a:pt x="126" y="70"/>
                    </a:cubicBezTo>
                    <a:close/>
                  </a:path>
                </a:pathLst>
              </a:custGeom>
              <a:solidFill>
                <a:srgbClr val="70BB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67" name="Google Shape;17867;p62"/>
              <p:cNvSpPr/>
              <p:nvPr/>
            </p:nvSpPr>
            <p:spPr>
              <a:xfrm>
                <a:off x="8210740" y="757941"/>
                <a:ext cx="913" cy="913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0" y="10"/>
                    </a:moveTo>
                    <a:lnTo>
                      <a:pt x="0" y="10"/>
                    </a:lnTo>
                    <a:cubicBezTo>
                      <a:pt x="0" y="10"/>
                      <a:pt x="10" y="0"/>
                      <a:pt x="10" y="0"/>
                    </a:cubicBezTo>
                    <a:lnTo>
                      <a:pt x="10" y="0"/>
                    </a:lnTo>
                    <a:cubicBezTo>
                      <a:pt x="10" y="0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2C46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68" name="Google Shape;17868;p62"/>
              <p:cNvSpPr/>
              <p:nvPr/>
            </p:nvSpPr>
            <p:spPr>
              <a:xfrm>
                <a:off x="8210740" y="757941"/>
                <a:ext cx="45805" cy="28379"/>
              </a:xfrm>
              <a:custGeom>
                <a:avLst/>
                <a:gdLst/>
                <a:ahLst/>
                <a:cxnLst/>
                <a:rect l="l" t="t" r="r" b="b"/>
                <a:pathLst>
                  <a:path w="552" h="342" extrusionOk="0">
                    <a:moveTo>
                      <a:pt x="10" y="0"/>
                    </a:moveTo>
                    <a:cubicBezTo>
                      <a:pt x="10" y="0"/>
                      <a:pt x="0" y="10"/>
                      <a:pt x="0" y="10"/>
                    </a:cubicBezTo>
                    <a:lnTo>
                      <a:pt x="20" y="40"/>
                    </a:lnTo>
                    <a:cubicBezTo>
                      <a:pt x="40" y="60"/>
                      <a:pt x="111" y="101"/>
                      <a:pt x="141" y="111"/>
                    </a:cubicBezTo>
                    <a:cubicBezTo>
                      <a:pt x="151" y="121"/>
                      <a:pt x="311" y="201"/>
                      <a:pt x="552" y="341"/>
                    </a:cubicBezTo>
                    <a:cubicBezTo>
                      <a:pt x="351" y="221"/>
                      <a:pt x="171" y="111"/>
                      <a:pt x="10" y="0"/>
                    </a:cubicBezTo>
                    <a:close/>
                  </a:path>
                </a:pathLst>
              </a:custGeom>
              <a:solidFill>
                <a:srgbClr val="70BB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69" name="Google Shape;17869;p62"/>
              <p:cNvSpPr/>
              <p:nvPr/>
            </p:nvSpPr>
            <p:spPr>
              <a:xfrm>
                <a:off x="8339774" y="603930"/>
                <a:ext cx="267196" cy="83312"/>
              </a:xfrm>
              <a:custGeom>
                <a:avLst/>
                <a:gdLst/>
                <a:ahLst/>
                <a:cxnLst/>
                <a:rect l="l" t="t" r="r" b="b"/>
                <a:pathLst>
                  <a:path w="3220" h="1004" extrusionOk="0">
                    <a:moveTo>
                      <a:pt x="3069" y="1"/>
                    </a:moveTo>
                    <a:cubicBezTo>
                      <a:pt x="2929" y="1"/>
                      <a:pt x="2809" y="11"/>
                      <a:pt x="2698" y="41"/>
                    </a:cubicBezTo>
                    <a:cubicBezTo>
                      <a:pt x="2237" y="191"/>
                      <a:pt x="1725" y="1"/>
                      <a:pt x="1394" y="261"/>
                    </a:cubicBezTo>
                    <a:cubicBezTo>
                      <a:pt x="1063" y="512"/>
                      <a:pt x="20" y="944"/>
                      <a:pt x="20" y="944"/>
                    </a:cubicBezTo>
                    <a:lnTo>
                      <a:pt x="0" y="944"/>
                    </a:lnTo>
                    <a:cubicBezTo>
                      <a:pt x="10" y="964"/>
                      <a:pt x="30" y="974"/>
                      <a:pt x="60" y="984"/>
                    </a:cubicBezTo>
                    <a:cubicBezTo>
                      <a:pt x="80" y="994"/>
                      <a:pt x="100" y="1004"/>
                      <a:pt x="130" y="1004"/>
                    </a:cubicBezTo>
                    <a:cubicBezTo>
                      <a:pt x="151" y="1004"/>
                      <a:pt x="181" y="994"/>
                      <a:pt x="211" y="994"/>
                    </a:cubicBezTo>
                    <a:cubicBezTo>
                      <a:pt x="782" y="903"/>
                      <a:pt x="1364" y="823"/>
                      <a:pt x="1906" y="613"/>
                    </a:cubicBezTo>
                    <a:cubicBezTo>
                      <a:pt x="2076" y="542"/>
                      <a:pt x="2247" y="462"/>
                      <a:pt x="2427" y="442"/>
                    </a:cubicBezTo>
                    <a:cubicBezTo>
                      <a:pt x="2628" y="412"/>
                      <a:pt x="3180" y="221"/>
                      <a:pt x="32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70" name="Google Shape;17870;p62"/>
              <p:cNvSpPr/>
              <p:nvPr/>
            </p:nvSpPr>
            <p:spPr>
              <a:xfrm>
                <a:off x="8680988" y="1046712"/>
                <a:ext cx="571898" cy="270598"/>
              </a:xfrm>
              <a:custGeom>
                <a:avLst/>
                <a:gdLst/>
                <a:ahLst/>
                <a:cxnLst/>
                <a:rect l="l" t="t" r="r" b="b"/>
                <a:pathLst>
                  <a:path w="6892" h="3261" extrusionOk="0">
                    <a:moveTo>
                      <a:pt x="271" y="1"/>
                    </a:moveTo>
                    <a:cubicBezTo>
                      <a:pt x="1" y="1"/>
                      <a:pt x="833" y="723"/>
                      <a:pt x="1395" y="1084"/>
                    </a:cubicBezTo>
                    <a:cubicBezTo>
                      <a:pt x="2087" y="1546"/>
                      <a:pt x="1846" y="1024"/>
                      <a:pt x="3471" y="2027"/>
                    </a:cubicBezTo>
                    <a:cubicBezTo>
                      <a:pt x="4173" y="2468"/>
                      <a:pt x="4464" y="2609"/>
                      <a:pt x="4544" y="2609"/>
                    </a:cubicBezTo>
                    <a:cubicBezTo>
                      <a:pt x="4665" y="2609"/>
                      <a:pt x="4444" y="2368"/>
                      <a:pt x="4374" y="2228"/>
                    </a:cubicBezTo>
                    <a:cubicBezTo>
                      <a:pt x="4354" y="2208"/>
                      <a:pt x="4364" y="2198"/>
                      <a:pt x="4384" y="2198"/>
                    </a:cubicBezTo>
                    <a:cubicBezTo>
                      <a:pt x="4564" y="2198"/>
                      <a:pt x="6139" y="3181"/>
                      <a:pt x="6540" y="3261"/>
                    </a:cubicBezTo>
                    <a:lnTo>
                      <a:pt x="6601" y="3261"/>
                    </a:lnTo>
                    <a:cubicBezTo>
                      <a:pt x="6892" y="3261"/>
                      <a:pt x="6179" y="2639"/>
                      <a:pt x="5066" y="1836"/>
                    </a:cubicBezTo>
                    <a:cubicBezTo>
                      <a:pt x="4123" y="1154"/>
                      <a:pt x="3892" y="944"/>
                      <a:pt x="3521" y="944"/>
                    </a:cubicBezTo>
                    <a:cubicBezTo>
                      <a:pt x="3431" y="944"/>
                      <a:pt x="3331" y="954"/>
                      <a:pt x="3210" y="974"/>
                    </a:cubicBezTo>
                    <a:cubicBezTo>
                      <a:pt x="3140" y="994"/>
                      <a:pt x="3070" y="994"/>
                      <a:pt x="3000" y="994"/>
                    </a:cubicBezTo>
                    <a:cubicBezTo>
                      <a:pt x="2418" y="994"/>
                      <a:pt x="1696" y="623"/>
                      <a:pt x="733" y="171"/>
                    </a:cubicBezTo>
                    <a:cubicBezTo>
                      <a:pt x="492" y="51"/>
                      <a:pt x="342" y="1"/>
                      <a:pt x="27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71" name="Google Shape;17871;p62"/>
              <p:cNvSpPr/>
              <p:nvPr/>
            </p:nvSpPr>
            <p:spPr>
              <a:xfrm>
                <a:off x="4251349" y="1370500"/>
                <a:ext cx="30869" cy="20081"/>
              </a:xfrm>
              <a:custGeom>
                <a:avLst/>
                <a:gdLst/>
                <a:ahLst/>
                <a:cxnLst/>
                <a:rect l="l" t="t" r="r" b="b"/>
                <a:pathLst>
                  <a:path w="372" h="242" extrusionOk="0">
                    <a:moveTo>
                      <a:pt x="0" y="241"/>
                    </a:moveTo>
                    <a:cubicBezTo>
                      <a:pt x="0" y="241"/>
                      <a:pt x="0" y="241"/>
                      <a:pt x="0" y="241"/>
                    </a:cubicBezTo>
                    <a:cubicBezTo>
                      <a:pt x="0" y="241"/>
                      <a:pt x="0" y="241"/>
                      <a:pt x="0" y="241"/>
                    </a:cubicBezTo>
                    <a:close/>
                    <a:moveTo>
                      <a:pt x="0" y="241"/>
                    </a:moveTo>
                    <a:cubicBezTo>
                      <a:pt x="130" y="151"/>
                      <a:pt x="251" y="71"/>
                      <a:pt x="361" y="11"/>
                    </a:cubicBezTo>
                    <a:cubicBezTo>
                      <a:pt x="251" y="71"/>
                      <a:pt x="130" y="151"/>
                      <a:pt x="0" y="241"/>
                    </a:cubicBezTo>
                    <a:close/>
                    <a:moveTo>
                      <a:pt x="361" y="11"/>
                    </a:moveTo>
                    <a:cubicBezTo>
                      <a:pt x="361" y="11"/>
                      <a:pt x="371" y="11"/>
                      <a:pt x="371" y="1"/>
                    </a:cubicBezTo>
                    <a:cubicBezTo>
                      <a:pt x="371" y="11"/>
                      <a:pt x="361" y="11"/>
                      <a:pt x="361" y="11"/>
                    </a:cubicBezTo>
                    <a:close/>
                    <a:moveTo>
                      <a:pt x="371" y="1"/>
                    </a:moveTo>
                    <a:cubicBezTo>
                      <a:pt x="371" y="1"/>
                      <a:pt x="371" y="1"/>
                      <a:pt x="371" y="1"/>
                    </a:cubicBezTo>
                    <a:cubicBezTo>
                      <a:pt x="371" y="1"/>
                      <a:pt x="371" y="1"/>
                      <a:pt x="371" y="1"/>
                    </a:cubicBezTo>
                    <a:close/>
                  </a:path>
                </a:pathLst>
              </a:custGeom>
              <a:solidFill>
                <a:srgbClr val="B3E0E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72" name="Google Shape;17872;p62"/>
              <p:cNvSpPr/>
              <p:nvPr/>
            </p:nvSpPr>
            <p:spPr>
              <a:xfrm>
                <a:off x="4214672" y="1035095"/>
                <a:ext cx="840753" cy="398802"/>
              </a:xfrm>
              <a:custGeom>
                <a:avLst/>
                <a:gdLst/>
                <a:ahLst/>
                <a:cxnLst/>
                <a:rect l="l" t="t" r="r" b="b"/>
                <a:pathLst>
                  <a:path w="10132" h="4806" extrusionOk="0">
                    <a:moveTo>
                      <a:pt x="4855" y="0"/>
                    </a:moveTo>
                    <a:cubicBezTo>
                      <a:pt x="4845" y="10"/>
                      <a:pt x="4825" y="21"/>
                      <a:pt x="4815" y="31"/>
                    </a:cubicBezTo>
                    <a:cubicBezTo>
                      <a:pt x="4364" y="291"/>
                      <a:pt x="3301" y="1324"/>
                      <a:pt x="2970" y="1696"/>
                    </a:cubicBezTo>
                    <a:cubicBezTo>
                      <a:pt x="2649" y="2067"/>
                      <a:pt x="1726" y="2368"/>
                      <a:pt x="1545" y="2949"/>
                    </a:cubicBezTo>
                    <a:cubicBezTo>
                      <a:pt x="1365" y="3541"/>
                      <a:pt x="1275" y="3772"/>
                      <a:pt x="823" y="4043"/>
                    </a:cubicBezTo>
                    <a:lnTo>
                      <a:pt x="813" y="4043"/>
                    </a:lnTo>
                    <a:cubicBezTo>
                      <a:pt x="813" y="4053"/>
                      <a:pt x="803" y="4053"/>
                      <a:pt x="803" y="4053"/>
                    </a:cubicBezTo>
                    <a:cubicBezTo>
                      <a:pt x="693" y="4113"/>
                      <a:pt x="572" y="4193"/>
                      <a:pt x="442" y="4283"/>
                    </a:cubicBezTo>
                    <a:cubicBezTo>
                      <a:pt x="282" y="4394"/>
                      <a:pt x="121" y="4504"/>
                      <a:pt x="1" y="4594"/>
                    </a:cubicBezTo>
                    <a:cubicBezTo>
                      <a:pt x="91" y="4775"/>
                      <a:pt x="352" y="4805"/>
                      <a:pt x="572" y="4805"/>
                    </a:cubicBezTo>
                    <a:lnTo>
                      <a:pt x="593" y="4805"/>
                    </a:lnTo>
                    <a:cubicBezTo>
                      <a:pt x="2518" y="4795"/>
                      <a:pt x="4444" y="4775"/>
                      <a:pt x="6360" y="4765"/>
                    </a:cubicBezTo>
                    <a:cubicBezTo>
                      <a:pt x="6511" y="4765"/>
                      <a:pt x="6651" y="4765"/>
                      <a:pt x="6791" y="4715"/>
                    </a:cubicBezTo>
                    <a:cubicBezTo>
                      <a:pt x="6982" y="4655"/>
                      <a:pt x="7132" y="4494"/>
                      <a:pt x="7313" y="4404"/>
                    </a:cubicBezTo>
                    <a:cubicBezTo>
                      <a:pt x="7403" y="4364"/>
                      <a:pt x="7634" y="4354"/>
                      <a:pt x="7935" y="4354"/>
                    </a:cubicBezTo>
                    <a:lnTo>
                      <a:pt x="8446" y="4354"/>
                    </a:lnTo>
                    <a:cubicBezTo>
                      <a:pt x="8627" y="4364"/>
                      <a:pt x="8808" y="4364"/>
                      <a:pt x="8988" y="4364"/>
                    </a:cubicBezTo>
                    <a:cubicBezTo>
                      <a:pt x="9600" y="4364"/>
                      <a:pt x="10132" y="4324"/>
                      <a:pt x="10091" y="4113"/>
                    </a:cubicBezTo>
                    <a:cubicBezTo>
                      <a:pt x="10061" y="3912"/>
                      <a:pt x="9700" y="3571"/>
                      <a:pt x="9580" y="3401"/>
                    </a:cubicBezTo>
                    <a:cubicBezTo>
                      <a:pt x="9399" y="3160"/>
                      <a:pt x="8456" y="2829"/>
                      <a:pt x="8276" y="2588"/>
                    </a:cubicBezTo>
                    <a:cubicBezTo>
                      <a:pt x="8035" y="2257"/>
                      <a:pt x="7193" y="2257"/>
                      <a:pt x="6781" y="2167"/>
                    </a:cubicBezTo>
                    <a:cubicBezTo>
                      <a:pt x="6671" y="2137"/>
                      <a:pt x="6139" y="1846"/>
                      <a:pt x="6059" y="1776"/>
                    </a:cubicBezTo>
                    <a:cubicBezTo>
                      <a:pt x="5979" y="1696"/>
                      <a:pt x="5337" y="1365"/>
                      <a:pt x="5317" y="1264"/>
                    </a:cubicBezTo>
                    <a:cubicBezTo>
                      <a:pt x="5156" y="703"/>
                      <a:pt x="5086" y="542"/>
                      <a:pt x="4896" y="61"/>
                    </a:cubicBezTo>
                    <a:cubicBezTo>
                      <a:pt x="4886" y="41"/>
                      <a:pt x="4876" y="21"/>
                      <a:pt x="48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73" name="Google Shape;17873;p62"/>
              <p:cNvSpPr/>
              <p:nvPr/>
            </p:nvSpPr>
            <p:spPr>
              <a:xfrm>
                <a:off x="4861418" y="842000"/>
                <a:ext cx="643510" cy="132436"/>
              </a:xfrm>
              <a:custGeom>
                <a:avLst/>
                <a:gdLst/>
                <a:ahLst/>
                <a:cxnLst/>
                <a:rect l="l" t="t" r="r" b="b"/>
                <a:pathLst>
                  <a:path w="7755" h="1596" extrusionOk="0">
                    <a:moveTo>
                      <a:pt x="7634" y="1595"/>
                    </a:moveTo>
                    <a:cubicBezTo>
                      <a:pt x="7573" y="1595"/>
                      <a:pt x="7523" y="1595"/>
                      <a:pt x="7473" y="1575"/>
                    </a:cubicBezTo>
                    <a:cubicBezTo>
                      <a:pt x="7523" y="1595"/>
                      <a:pt x="7573" y="1595"/>
                      <a:pt x="7634" y="1595"/>
                    </a:cubicBezTo>
                    <a:cubicBezTo>
                      <a:pt x="7674" y="1595"/>
                      <a:pt x="7714" y="1595"/>
                      <a:pt x="7754" y="1595"/>
                    </a:cubicBezTo>
                    <a:lnTo>
                      <a:pt x="7754" y="1595"/>
                    </a:lnTo>
                    <a:cubicBezTo>
                      <a:pt x="7714" y="1595"/>
                      <a:pt x="7674" y="1595"/>
                      <a:pt x="7634" y="1595"/>
                    </a:cubicBezTo>
                    <a:close/>
                    <a:moveTo>
                      <a:pt x="0" y="1535"/>
                    </a:moveTo>
                    <a:lnTo>
                      <a:pt x="0" y="1535"/>
                    </a:lnTo>
                    <a:cubicBezTo>
                      <a:pt x="171" y="1405"/>
                      <a:pt x="372" y="1234"/>
                      <a:pt x="572" y="1114"/>
                    </a:cubicBezTo>
                    <a:cubicBezTo>
                      <a:pt x="372" y="1234"/>
                      <a:pt x="171" y="1405"/>
                      <a:pt x="0" y="1535"/>
                    </a:cubicBezTo>
                    <a:close/>
                    <a:moveTo>
                      <a:pt x="572" y="1114"/>
                    </a:moveTo>
                    <a:lnTo>
                      <a:pt x="572" y="1114"/>
                    </a:lnTo>
                    <a:lnTo>
                      <a:pt x="572" y="1114"/>
                    </a:lnTo>
                    <a:close/>
                    <a:moveTo>
                      <a:pt x="572" y="1104"/>
                    </a:moveTo>
                    <a:cubicBezTo>
                      <a:pt x="572" y="1104"/>
                      <a:pt x="582" y="1104"/>
                      <a:pt x="582" y="1104"/>
                    </a:cubicBezTo>
                    <a:cubicBezTo>
                      <a:pt x="582" y="1104"/>
                      <a:pt x="572" y="1104"/>
                      <a:pt x="572" y="1104"/>
                    </a:cubicBezTo>
                    <a:close/>
                    <a:moveTo>
                      <a:pt x="582" y="1104"/>
                    </a:moveTo>
                    <a:lnTo>
                      <a:pt x="582" y="1104"/>
                    </a:lnTo>
                    <a:lnTo>
                      <a:pt x="582" y="1104"/>
                    </a:lnTo>
                    <a:close/>
                    <a:moveTo>
                      <a:pt x="582" y="1104"/>
                    </a:moveTo>
                    <a:lnTo>
                      <a:pt x="592" y="1094"/>
                    </a:lnTo>
                    <a:lnTo>
                      <a:pt x="582" y="1104"/>
                    </a:lnTo>
                    <a:close/>
                    <a:moveTo>
                      <a:pt x="602" y="1094"/>
                    </a:moveTo>
                    <a:cubicBezTo>
                      <a:pt x="602" y="1094"/>
                      <a:pt x="602" y="1094"/>
                      <a:pt x="602" y="1094"/>
                    </a:cubicBezTo>
                    <a:cubicBezTo>
                      <a:pt x="602" y="1094"/>
                      <a:pt x="602" y="1094"/>
                      <a:pt x="602" y="1094"/>
                    </a:cubicBezTo>
                    <a:close/>
                    <a:moveTo>
                      <a:pt x="602" y="1094"/>
                    </a:moveTo>
                    <a:cubicBezTo>
                      <a:pt x="602" y="1094"/>
                      <a:pt x="602" y="1094"/>
                      <a:pt x="602" y="1084"/>
                    </a:cubicBezTo>
                    <a:cubicBezTo>
                      <a:pt x="602" y="1094"/>
                      <a:pt x="602" y="1094"/>
                      <a:pt x="602" y="1094"/>
                    </a:cubicBezTo>
                    <a:close/>
                    <a:moveTo>
                      <a:pt x="612" y="1084"/>
                    </a:moveTo>
                    <a:cubicBezTo>
                      <a:pt x="612" y="1084"/>
                      <a:pt x="612" y="1084"/>
                      <a:pt x="612" y="1084"/>
                    </a:cubicBezTo>
                    <a:cubicBezTo>
                      <a:pt x="612" y="1084"/>
                      <a:pt x="612" y="1084"/>
                      <a:pt x="612" y="1084"/>
                    </a:cubicBezTo>
                    <a:close/>
                    <a:moveTo>
                      <a:pt x="612" y="1084"/>
                    </a:moveTo>
                    <a:cubicBezTo>
                      <a:pt x="612" y="1084"/>
                      <a:pt x="612" y="1084"/>
                      <a:pt x="622" y="1084"/>
                    </a:cubicBezTo>
                    <a:cubicBezTo>
                      <a:pt x="612" y="1084"/>
                      <a:pt x="612" y="1084"/>
                      <a:pt x="612" y="1084"/>
                    </a:cubicBezTo>
                    <a:close/>
                    <a:moveTo>
                      <a:pt x="622" y="1084"/>
                    </a:moveTo>
                    <a:lnTo>
                      <a:pt x="622" y="1074"/>
                    </a:lnTo>
                    <a:lnTo>
                      <a:pt x="622" y="1084"/>
                    </a:lnTo>
                    <a:close/>
                    <a:moveTo>
                      <a:pt x="622" y="1074"/>
                    </a:moveTo>
                    <a:cubicBezTo>
                      <a:pt x="622" y="1074"/>
                      <a:pt x="632" y="1074"/>
                      <a:pt x="632" y="1074"/>
                    </a:cubicBezTo>
                    <a:cubicBezTo>
                      <a:pt x="632" y="1074"/>
                      <a:pt x="622" y="1074"/>
                      <a:pt x="622" y="1074"/>
                    </a:cubicBezTo>
                    <a:close/>
                    <a:moveTo>
                      <a:pt x="632" y="1074"/>
                    </a:moveTo>
                    <a:cubicBezTo>
                      <a:pt x="632" y="1074"/>
                      <a:pt x="632" y="1074"/>
                      <a:pt x="632" y="1074"/>
                    </a:cubicBezTo>
                    <a:cubicBezTo>
                      <a:pt x="632" y="1074"/>
                      <a:pt x="632" y="1074"/>
                      <a:pt x="632" y="1074"/>
                    </a:cubicBezTo>
                    <a:close/>
                    <a:moveTo>
                      <a:pt x="632" y="1074"/>
                    </a:moveTo>
                    <a:cubicBezTo>
                      <a:pt x="632" y="1074"/>
                      <a:pt x="642" y="1074"/>
                      <a:pt x="642" y="1074"/>
                    </a:cubicBezTo>
                    <a:cubicBezTo>
                      <a:pt x="642" y="1074"/>
                      <a:pt x="632" y="1074"/>
                      <a:pt x="632" y="1074"/>
                    </a:cubicBezTo>
                    <a:close/>
                    <a:moveTo>
                      <a:pt x="642" y="1064"/>
                    </a:moveTo>
                    <a:cubicBezTo>
                      <a:pt x="642" y="1064"/>
                      <a:pt x="642" y="1064"/>
                      <a:pt x="642" y="1064"/>
                    </a:cubicBezTo>
                    <a:cubicBezTo>
                      <a:pt x="642" y="1064"/>
                      <a:pt x="642" y="1064"/>
                      <a:pt x="642" y="1064"/>
                    </a:cubicBezTo>
                    <a:close/>
                    <a:moveTo>
                      <a:pt x="652" y="1064"/>
                    </a:moveTo>
                    <a:cubicBezTo>
                      <a:pt x="652" y="1064"/>
                      <a:pt x="652" y="1064"/>
                      <a:pt x="652" y="1064"/>
                    </a:cubicBezTo>
                    <a:cubicBezTo>
                      <a:pt x="652" y="1064"/>
                      <a:pt x="652" y="1064"/>
                      <a:pt x="652" y="1064"/>
                    </a:cubicBezTo>
                    <a:close/>
                    <a:moveTo>
                      <a:pt x="662" y="1054"/>
                    </a:moveTo>
                    <a:cubicBezTo>
                      <a:pt x="662" y="1054"/>
                      <a:pt x="662" y="1054"/>
                      <a:pt x="662" y="1054"/>
                    </a:cubicBezTo>
                    <a:cubicBezTo>
                      <a:pt x="662" y="1054"/>
                      <a:pt x="662" y="1054"/>
                      <a:pt x="662" y="1054"/>
                    </a:cubicBezTo>
                    <a:close/>
                    <a:moveTo>
                      <a:pt x="662" y="1054"/>
                    </a:moveTo>
                    <a:cubicBezTo>
                      <a:pt x="662" y="1054"/>
                      <a:pt x="662" y="1054"/>
                      <a:pt x="662" y="1054"/>
                    </a:cubicBezTo>
                    <a:cubicBezTo>
                      <a:pt x="662" y="1054"/>
                      <a:pt x="662" y="1054"/>
                      <a:pt x="662" y="1054"/>
                    </a:cubicBezTo>
                    <a:close/>
                    <a:moveTo>
                      <a:pt x="672" y="1054"/>
                    </a:moveTo>
                    <a:cubicBezTo>
                      <a:pt x="672" y="1054"/>
                      <a:pt x="672" y="1054"/>
                      <a:pt x="672" y="1054"/>
                    </a:cubicBezTo>
                    <a:cubicBezTo>
                      <a:pt x="672" y="1054"/>
                      <a:pt x="672" y="1054"/>
                      <a:pt x="672" y="1054"/>
                    </a:cubicBezTo>
                    <a:close/>
                    <a:moveTo>
                      <a:pt x="672" y="1044"/>
                    </a:moveTo>
                    <a:cubicBezTo>
                      <a:pt x="672" y="1044"/>
                      <a:pt x="672" y="1044"/>
                      <a:pt x="683" y="1044"/>
                    </a:cubicBezTo>
                    <a:cubicBezTo>
                      <a:pt x="672" y="1044"/>
                      <a:pt x="672" y="1044"/>
                      <a:pt x="672" y="1044"/>
                    </a:cubicBezTo>
                    <a:close/>
                    <a:moveTo>
                      <a:pt x="683" y="1044"/>
                    </a:moveTo>
                    <a:cubicBezTo>
                      <a:pt x="683" y="1044"/>
                      <a:pt x="683" y="1044"/>
                      <a:pt x="683" y="1044"/>
                    </a:cubicBezTo>
                    <a:cubicBezTo>
                      <a:pt x="683" y="1044"/>
                      <a:pt x="683" y="1044"/>
                      <a:pt x="683" y="1044"/>
                    </a:cubicBezTo>
                    <a:close/>
                    <a:moveTo>
                      <a:pt x="693" y="1044"/>
                    </a:moveTo>
                    <a:cubicBezTo>
                      <a:pt x="693" y="1044"/>
                      <a:pt x="693" y="1044"/>
                      <a:pt x="693" y="1034"/>
                    </a:cubicBezTo>
                    <a:cubicBezTo>
                      <a:pt x="693" y="1044"/>
                      <a:pt x="693" y="1044"/>
                      <a:pt x="693" y="1044"/>
                    </a:cubicBezTo>
                    <a:close/>
                    <a:moveTo>
                      <a:pt x="693" y="1034"/>
                    </a:moveTo>
                    <a:cubicBezTo>
                      <a:pt x="693" y="1034"/>
                      <a:pt x="693" y="1034"/>
                      <a:pt x="703" y="1034"/>
                    </a:cubicBezTo>
                    <a:cubicBezTo>
                      <a:pt x="693" y="1034"/>
                      <a:pt x="693" y="1034"/>
                      <a:pt x="693" y="1034"/>
                    </a:cubicBezTo>
                    <a:close/>
                    <a:moveTo>
                      <a:pt x="713" y="1034"/>
                    </a:moveTo>
                    <a:lnTo>
                      <a:pt x="713" y="1034"/>
                    </a:lnTo>
                    <a:lnTo>
                      <a:pt x="713" y="1034"/>
                    </a:lnTo>
                    <a:close/>
                    <a:moveTo>
                      <a:pt x="713" y="1023"/>
                    </a:moveTo>
                    <a:cubicBezTo>
                      <a:pt x="713" y="1023"/>
                      <a:pt x="713" y="1023"/>
                      <a:pt x="713" y="1023"/>
                    </a:cubicBezTo>
                    <a:cubicBezTo>
                      <a:pt x="713" y="1023"/>
                      <a:pt x="713" y="1023"/>
                      <a:pt x="713" y="1023"/>
                    </a:cubicBezTo>
                    <a:close/>
                    <a:moveTo>
                      <a:pt x="723" y="1023"/>
                    </a:moveTo>
                    <a:lnTo>
                      <a:pt x="723" y="1023"/>
                    </a:lnTo>
                    <a:lnTo>
                      <a:pt x="723" y="1023"/>
                    </a:lnTo>
                    <a:close/>
                    <a:moveTo>
                      <a:pt x="723" y="1023"/>
                    </a:moveTo>
                    <a:cubicBezTo>
                      <a:pt x="723" y="1023"/>
                      <a:pt x="723" y="1023"/>
                      <a:pt x="723" y="1023"/>
                    </a:cubicBezTo>
                    <a:cubicBezTo>
                      <a:pt x="723" y="1023"/>
                      <a:pt x="723" y="1023"/>
                      <a:pt x="723" y="1023"/>
                    </a:cubicBezTo>
                    <a:close/>
                    <a:moveTo>
                      <a:pt x="743" y="1013"/>
                    </a:moveTo>
                    <a:lnTo>
                      <a:pt x="743" y="1013"/>
                    </a:lnTo>
                    <a:lnTo>
                      <a:pt x="743" y="1013"/>
                    </a:lnTo>
                    <a:close/>
                    <a:moveTo>
                      <a:pt x="753" y="1003"/>
                    </a:moveTo>
                    <a:lnTo>
                      <a:pt x="753" y="1003"/>
                    </a:lnTo>
                    <a:lnTo>
                      <a:pt x="753" y="1003"/>
                    </a:lnTo>
                    <a:close/>
                    <a:moveTo>
                      <a:pt x="763" y="1003"/>
                    </a:moveTo>
                    <a:lnTo>
                      <a:pt x="763" y="1003"/>
                    </a:lnTo>
                    <a:lnTo>
                      <a:pt x="763" y="1003"/>
                    </a:lnTo>
                    <a:close/>
                    <a:moveTo>
                      <a:pt x="773" y="1003"/>
                    </a:moveTo>
                    <a:lnTo>
                      <a:pt x="773" y="1003"/>
                    </a:lnTo>
                    <a:lnTo>
                      <a:pt x="773" y="1003"/>
                    </a:lnTo>
                    <a:close/>
                    <a:moveTo>
                      <a:pt x="783" y="993"/>
                    </a:moveTo>
                    <a:lnTo>
                      <a:pt x="783" y="993"/>
                    </a:lnTo>
                    <a:lnTo>
                      <a:pt x="783" y="993"/>
                    </a:lnTo>
                    <a:close/>
                    <a:moveTo>
                      <a:pt x="783" y="993"/>
                    </a:moveTo>
                    <a:cubicBezTo>
                      <a:pt x="783" y="993"/>
                      <a:pt x="783" y="993"/>
                      <a:pt x="783" y="993"/>
                    </a:cubicBezTo>
                    <a:cubicBezTo>
                      <a:pt x="783" y="993"/>
                      <a:pt x="783" y="993"/>
                      <a:pt x="783" y="993"/>
                    </a:cubicBezTo>
                    <a:close/>
                    <a:moveTo>
                      <a:pt x="793" y="983"/>
                    </a:moveTo>
                    <a:cubicBezTo>
                      <a:pt x="793" y="983"/>
                      <a:pt x="793" y="983"/>
                      <a:pt x="803" y="983"/>
                    </a:cubicBezTo>
                    <a:cubicBezTo>
                      <a:pt x="793" y="983"/>
                      <a:pt x="793" y="983"/>
                      <a:pt x="793" y="983"/>
                    </a:cubicBezTo>
                    <a:close/>
                    <a:moveTo>
                      <a:pt x="803" y="983"/>
                    </a:moveTo>
                    <a:lnTo>
                      <a:pt x="803" y="983"/>
                    </a:lnTo>
                    <a:lnTo>
                      <a:pt x="803" y="983"/>
                    </a:lnTo>
                    <a:close/>
                    <a:moveTo>
                      <a:pt x="813" y="983"/>
                    </a:moveTo>
                    <a:lnTo>
                      <a:pt x="813" y="983"/>
                    </a:lnTo>
                    <a:lnTo>
                      <a:pt x="813" y="983"/>
                    </a:lnTo>
                    <a:close/>
                    <a:moveTo>
                      <a:pt x="813" y="983"/>
                    </a:moveTo>
                    <a:cubicBezTo>
                      <a:pt x="813" y="983"/>
                      <a:pt x="813" y="983"/>
                      <a:pt x="813" y="983"/>
                    </a:cubicBezTo>
                    <a:cubicBezTo>
                      <a:pt x="813" y="983"/>
                      <a:pt x="813" y="983"/>
                      <a:pt x="813" y="983"/>
                    </a:cubicBezTo>
                    <a:close/>
                    <a:moveTo>
                      <a:pt x="813" y="973"/>
                    </a:moveTo>
                    <a:lnTo>
                      <a:pt x="813" y="973"/>
                    </a:lnTo>
                    <a:lnTo>
                      <a:pt x="813" y="973"/>
                    </a:lnTo>
                    <a:close/>
                    <a:moveTo>
                      <a:pt x="823" y="973"/>
                    </a:moveTo>
                    <a:lnTo>
                      <a:pt x="823" y="973"/>
                    </a:lnTo>
                    <a:lnTo>
                      <a:pt x="823" y="973"/>
                    </a:lnTo>
                    <a:close/>
                    <a:moveTo>
                      <a:pt x="823" y="973"/>
                    </a:moveTo>
                    <a:cubicBezTo>
                      <a:pt x="823" y="973"/>
                      <a:pt x="823" y="973"/>
                      <a:pt x="833" y="973"/>
                    </a:cubicBezTo>
                    <a:cubicBezTo>
                      <a:pt x="823" y="973"/>
                      <a:pt x="823" y="973"/>
                      <a:pt x="823" y="973"/>
                    </a:cubicBezTo>
                    <a:close/>
                    <a:moveTo>
                      <a:pt x="833" y="973"/>
                    </a:moveTo>
                    <a:lnTo>
                      <a:pt x="833" y="973"/>
                    </a:lnTo>
                    <a:lnTo>
                      <a:pt x="833" y="973"/>
                    </a:lnTo>
                    <a:close/>
                    <a:moveTo>
                      <a:pt x="833" y="973"/>
                    </a:moveTo>
                    <a:cubicBezTo>
                      <a:pt x="843" y="973"/>
                      <a:pt x="843" y="973"/>
                      <a:pt x="843" y="973"/>
                    </a:cubicBezTo>
                    <a:cubicBezTo>
                      <a:pt x="843" y="973"/>
                      <a:pt x="843" y="973"/>
                      <a:pt x="833" y="973"/>
                    </a:cubicBezTo>
                    <a:close/>
                    <a:moveTo>
                      <a:pt x="843" y="963"/>
                    </a:moveTo>
                    <a:cubicBezTo>
                      <a:pt x="843" y="963"/>
                      <a:pt x="843" y="963"/>
                      <a:pt x="843" y="963"/>
                    </a:cubicBezTo>
                    <a:cubicBezTo>
                      <a:pt x="843" y="963"/>
                      <a:pt x="843" y="963"/>
                      <a:pt x="843" y="963"/>
                    </a:cubicBezTo>
                    <a:close/>
                    <a:moveTo>
                      <a:pt x="843" y="963"/>
                    </a:moveTo>
                    <a:cubicBezTo>
                      <a:pt x="843" y="963"/>
                      <a:pt x="843" y="963"/>
                      <a:pt x="853" y="963"/>
                    </a:cubicBezTo>
                    <a:cubicBezTo>
                      <a:pt x="843" y="963"/>
                      <a:pt x="843" y="963"/>
                      <a:pt x="843" y="963"/>
                    </a:cubicBezTo>
                    <a:close/>
                    <a:moveTo>
                      <a:pt x="853" y="963"/>
                    </a:moveTo>
                    <a:cubicBezTo>
                      <a:pt x="853" y="963"/>
                      <a:pt x="853" y="963"/>
                      <a:pt x="853" y="963"/>
                    </a:cubicBezTo>
                    <a:cubicBezTo>
                      <a:pt x="853" y="963"/>
                      <a:pt x="853" y="963"/>
                      <a:pt x="853" y="963"/>
                    </a:cubicBezTo>
                    <a:close/>
                    <a:moveTo>
                      <a:pt x="853" y="963"/>
                    </a:moveTo>
                    <a:cubicBezTo>
                      <a:pt x="853" y="963"/>
                      <a:pt x="853" y="963"/>
                      <a:pt x="863" y="963"/>
                    </a:cubicBezTo>
                    <a:cubicBezTo>
                      <a:pt x="853" y="963"/>
                      <a:pt x="853" y="963"/>
                      <a:pt x="853" y="963"/>
                    </a:cubicBezTo>
                    <a:close/>
                    <a:moveTo>
                      <a:pt x="863" y="963"/>
                    </a:moveTo>
                    <a:cubicBezTo>
                      <a:pt x="863" y="963"/>
                      <a:pt x="863" y="963"/>
                      <a:pt x="863" y="963"/>
                    </a:cubicBezTo>
                    <a:cubicBezTo>
                      <a:pt x="863" y="963"/>
                      <a:pt x="863" y="963"/>
                      <a:pt x="863" y="963"/>
                    </a:cubicBezTo>
                    <a:close/>
                    <a:moveTo>
                      <a:pt x="863" y="963"/>
                    </a:moveTo>
                    <a:cubicBezTo>
                      <a:pt x="863" y="963"/>
                      <a:pt x="863" y="963"/>
                      <a:pt x="873" y="963"/>
                    </a:cubicBezTo>
                    <a:cubicBezTo>
                      <a:pt x="863" y="963"/>
                      <a:pt x="863" y="963"/>
                      <a:pt x="863" y="963"/>
                    </a:cubicBezTo>
                    <a:close/>
                    <a:moveTo>
                      <a:pt x="873" y="953"/>
                    </a:moveTo>
                    <a:cubicBezTo>
                      <a:pt x="873" y="953"/>
                      <a:pt x="873" y="953"/>
                      <a:pt x="873" y="953"/>
                    </a:cubicBezTo>
                    <a:cubicBezTo>
                      <a:pt x="873" y="953"/>
                      <a:pt x="873" y="953"/>
                      <a:pt x="873" y="953"/>
                    </a:cubicBezTo>
                    <a:close/>
                    <a:moveTo>
                      <a:pt x="873" y="953"/>
                    </a:moveTo>
                    <a:cubicBezTo>
                      <a:pt x="873" y="953"/>
                      <a:pt x="873" y="953"/>
                      <a:pt x="883" y="953"/>
                    </a:cubicBezTo>
                    <a:cubicBezTo>
                      <a:pt x="873" y="953"/>
                      <a:pt x="873" y="953"/>
                      <a:pt x="873" y="953"/>
                    </a:cubicBezTo>
                    <a:close/>
                    <a:moveTo>
                      <a:pt x="883" y="953"/>
                    </a:moveTo>
                    <a:cubicBezTo>
                      <a:pt x="883" y="953"/>
                      <a:pt x="883" y="953"/>
                      <a:pt x="883" y="953"/>
                    </a:cubicBezTo>
                    <a:cubicBezTo>
                      <a:pt x="883" y="953"/>
                      <a:pt x="883" y="953"/>
                      <a:pt x="883" y="953"/>
                    </a:cubicBezTo>
                    <a:close/>
                    <a:moveTo>
                      <a:pt x="883" y="953"/>
                    </a:moveTo>
                    <a:cubicBezTo>
                      <a:pt x="883" y="953"/>
                      <a:pt x="883" y="953"/>
                      <a:pt x="883" y="953"/>
                    </a:cubicBezTo>
                    <a:cubicBezTo>
                      <a:pt x="883" y="953"/>
                      <a:pt x="883" y="953"/>
                      <a:pt x="883" y="953"/>
                    </a:cubicBezTo>
                    <a:close/>
                    <a:moveTo>
                      <a:pt x="893" y="953"/>
                    </a:moveTo>
                    <a:cubicBezTo>
                      <a:pt x="893" y="953"/>
                      <a:pt x="893" y="953"/>
                      <a:pt x="893" y="953"/>
                    </a:cubicBezTo>
                    <a:cubicBezTo>
                      <a:pt x="893" y="953"/>
                      <a:pt x="893" y="953"/>
                      <a:pt x="893" y="953"/>
                    </a:cubicBezTo>
                    <a:close/>
                    <a:moveTo>
                      <a:pt x="893" y="953"/>
                    </a:moveTo>
                    <a:cubicBezTo>
                      <a:pt x="893" y="953"/>
                      <a:pt x="893" y="953"/>
                      <a:pt x="893" y="953"/>
                    </a:cubicBezTo>
                    <a:cubicBezTo>
                      <a:pt x="893" y="953"/>
                      <a:pt x="893" y="953"/>
                      <a:pt x="893" y="953"/>
                    </a:cubicBezTo>
                    <a:close/>
                    <a:moveTo>
                      <a:pt x="903" y="953"/>
                    </a:moveTo>
                    <a:cubicBezTo>
                      <a:pt x="903" y="943"/>
                      <a:pt x="903" y="943"/>
                      <a:pt x="903" y="943"/>
                    </a:cubicBezTo>
                    <a:cubicBezTo>
                      <a:pt x="903" y="943"/>
                      <a:pt x="903" y="943"/>
                      <a:pt x="903" y="953"/>
                    </a:cubicBezTo>
                    <a:close/>
                    <a:moveTo>
                      <a:pt x="903" y="943"/>
                    </a:moveTo>
                    <a:cubicBezTo>
                      <a:pt x="903" y="943"/>
                      <a:pt x="903" y="943"/>
                      <a:pt x="903" y="943"/>
                    </a:cubicBezTo>
                    <a:cubicBezTo>
                      <a:pt x="903" y="943"/>
                      <a:pt x="903" y="943"/>
                      <a:pt x="903" y="943"/>
                    </a:cubicBezTo>
                    <a:close/>
                    <a:moveTo>
                      <a:pt x="913" y="943"/>
                    </a:moveTo>
                    <a:cubicBezTo>
                      <a:pt x="913" y="943"/>
                      <a:pt x="913" y="943"/>
                      <a:pt x="913" y="943"/>
                    </a:cubicBezTo>
                    <a:cubicBezTo>
                      <a:pt x="913" y="943"/>
                      <a:pt x="913" y="943"/>
                      <a:pt x="913" y="943"/>
                    </a:cubicBezTo>
                    <a:close/>
                    <a:moveTo>
                      <a:pt x="913" y="943"/>
                    </a:moveTo>
                    <a:lnTo>
                      <a:pt x="913" y="943"/>
                    </a:lnTo>
                    <a:lnTo>
                      <a:pt x="913" y="943"/>
                    </a:lnTo>
                    <a:close/>
                    <a:moveTo>
                      <a:pt x="913" y="943"/>
                    </a:moveTo>
                    <a:cubicBezTo>
                      <a:pt x="923" y="943"/>
                      <a:pt x="923" y="943"/>
                      <a:pt x="923" y="943"/>
                    </a:cubicBezTo>
                    <a:cubicBezTo>
                      <a:pt x="923" y="943"/>
                      <a:pt x="923" y="943"/>
                      <a:pt x="913" y="943"/>
                    </a:cubicBezTo>
                    <a:close/>
                    <a:moveTo>
                      <a:pt x="923" y="943"/>
                    </a:moveTo>
                    <a:cubicBezTo>
                      <a:pt x="923" y="943"/>
                      <a:pt x="923" y="943"/>
                      <a:pt x="923" y="943"/>
                    </a:cubicBezTo>
                    <a:cubicBezTo>
                      <a:pt x="923" y="943"/>
                      <a:pt x="923" y="943"/>
                      <a:pt x="923" y="943"/>
                    </a:cubicBezTo>
                    <a:close/>
                    <a:moveTo>
                      <a:pt x="923" y="943"/>
                    </a:moveTo>
                    <a:cubicBezTo>
                      <a:pt x="923" y="943"/>
                      <a:pt x="933" y="943"/>
                      <a:pt x="933" y="943"/>
                    </a:cubicBezTo>
                    <a:cubicBezTo>
                      <a:pt x="933" y="943"/>
                      <a:pt x="923" y="943"/>
                      <a:pt x="923" y="943"/>
                    </a:cubicBezTo>
                    <a:close/>
                    <a:moveTo>
                      <a:pt x="933" y="943"/>
                    </a:moveTo>
                    <a:cubicBezTo>
                      <a:pt x="933" y="943"/>
                      <a:pt x="933" y="943"/>
                      <a:pt x="933" y="943"/>
                    </a:cubicBezTo>
                    <a:cubicBezTo>
                      <a:pt x="933" y="943"/>
                      <a:pt x="933" y="943"/>
                      <a:pt x="933" y="943"/>
                    </a:cubicBezTo>
                    <a:close/>
                    <a:moveTo>
                      <a:pt x="933" y="943"/>
                    </a:moveTo>
                    <a:cubicBezTo>
                      <a:pt x="933" y="943"/>
                      <a:pt x="933" y="943"/>
                      <a:pt x="943" y="943"/>
                    </a:cubicBezTo>
                    <a:cubicBezTo>
                      <a:pt x="933" y="943"/>
                      <a:pt x="933" y="943"/>
                      <a:pt x="933" y="943"/>
                    </a:cubicBezTo>
                    <a:close/>
                    <a:moveTo>
                      <a:pt x="943" y="933"/>
                    </a:moveTo>
                    <a:cubicBezTo>
                      <a:pt x="943" y="933"/>
                      <a:pt x="943" y="933"/>
                      <a:pt x="943" y="933"/>
                    </a:cubicBezTo>
                    <a:cubicBezTo>
                      <a:pt x="943" y="933"/>
                      <a:pt x="943" y="933"/>
                      <a:pt x="943" y="933"/>
                    </a:cubicBezTo>
                    <a:close/>
                    <a:moveTo>
                      <a:pt x="943" y="933"/>
                    </a:moveTo>
                    <a:cubicBezTo>
                      <a:pt x="943" y="933"/>
                      <a:pt x="943" y="933"/>
                      <a:pt x="943" y="933"/>
                    </a:cubicBezTo>
                    <a:cubicBezTo>
                      <a:pt x="943" y="933"/>
                      <a:pt x="943" y="933"/>
                      <a:pt x="943" y="933"/>
                    </a:cubicBezTo>
                    <a:close/>
                    <a:moveTo>
                      <a:pt x="953" y="933"/>
                    </a:moveTo>
                    <a:cubicBezTo>
                      <a:pt x="953" y="933"/>
                      <a:pt x="953" y="933"/>
                      <a:pt x="953" y="933"/>
                    </a:cubicBezTo>
                    <a:cubicBezTo>
                      <a:pt x="953" y="933"/>
                      <a:pt x="953" y="933"/>
                      <a:pt x="953" y="933"/>
                    </a:cubicBezTo>
                    <a:close/>
                    <a:moveTo>
                      <a:pt x="953" y="933"/>
                    </a:moveTo>
                    <a:cubicBezTo>
                      <a:pt x="953" y="933"/>
                      <a:pt x="953" y="933"/>
                      <a:pt x="953" y="933"/>
                    </a:cubicBezTo>
                    <a:cubicBezTo>
                      <a:pt x="953" y="933"/>
                      <a:pt x="953" y="933"/>
                      <a:pt x="953" y="933"/>
                    </a:cubicBezTo>
                    <a:close/>
                    <a:moveTo>
                      <a:pt x="963" y="933"/>
                    </a:moveTo>
                    <a:cubicBezTo>
                      <a:pt x="963" y="933"/>
                      <a:pt x="963" y="933"/>
                      <a:pt x="963" y="933"/>
                    </a:cubicBezTo>
                    <a:cubicBezTo>
                      <a:pt x="963" y="933"/>
                      <a:pt x="963" y="933"/>
                      <a:pt x="963" y="933"/>
                    </a:cubicBezTo>
                    <a:close/>
                    <a:moveTo>
                      <a:pt x="963" y="933"/>
                    </a:moveTo>
                    <a:cubicBezTo>
                      <a:pt x="963" y="933"/>
                      <a:pt x="963" y="933"/>
                      <a:pt x="963" y="933"/>
                    </a:cubicBezTo>
                    <a:cubicBezTo>
                      <a:pt x="963" y="933"/>
                      <a:pt x="963" y="933"/>
                      <a:pt x="963" y="933"/>
                    </a:cubicBezTo>
                    <a:close/>
                    <a:moveTo>
                      <a:pt x="963" y="933"/>
                    </a:moveTo>
                    <a:cubicBezTo>
                      <a:pt x="963" y="933"/>
                      <a:pt x="973" y="933"/>
                      <a:pt x="973" y="933"/>
                    </a:cubicBezTo>
                    <a:cubicBezTo>
                      <a:pt x="973" y="933"/>
                      <a:pt x="963" y="933"/>
                      <a:pt x="963" y="933"/>
                    </a:cubicBezTo>
                    <a:close/>
                    <a:moveTo>
                      <a:pt x="973" y="933"/>
                    </a:moveTo>
                    <a:lnTo>
                      <a:pt x="973" y="933"/>
                    </a:lnTo>
                    <a:lnTo>
                      <a:pt x="973" y="933"/>
                    </a:lnTo>
                    <a:close/>
                    <a:moveTo>
                      <a:pt x="973" y="933"/>
                    </a:moveTo>
                    <a:cubicBezTo>
                      <a:pt x="973" y="933"/>
                      <a:pt x="973" y="933"/>
                      <a:pt x="983" y="933"/>
                    </a:cubicBezTo>
                    <a:cubicBezTo>
                      <a:pt x="973" y="933"/>
                      <a:pt x="973" y="933"/>
                      <a:pt x="973" y="933"/>
                    </a:cubicBezTo>
                    <a:close/>
                    <a:moveTo>
                      <a:pt x="983" y="933"/>
                    </a:moveTo>
                    <a:lnTo>
                      <a:pt x="983" y="933"/>
                    </a:lnTo>
                    <a:lnTo>
                      <a:pt x="983" y="933"/>
                    </a:lnTo>
                    <a:close/>
                    <a:moveTo>
                      <a:pt x="983" y="933"/>
                    </a:moveTo>
                    <a:lnTo>
                      <a:pt x="983" y="933"/>
                    </a:lnTo>
                    <a:lnTo>
                      <a:pt x="983" y="933"/>
                    </a:lnTo>
                    <a:close/>
                    <a:moveTo>
                      <a:pt x="993" y="933"/>
                    </a:moveTo>
                    <a:cubicBezTo>
                      <a:pt x="993" y="933"/>
                      <a:pt x="993" y="933"/>
                      <a:pt x="993" y="933"/>
                    </a:cubicBezTo>
                    <a:cubicBezTo>
                      <a:pt x="993" y="933"/>
                      <a:pt x="993" y="933"/>
                      <a:pt x="993" y="933"/>
                    </a:cubicBezTo>
                    <a:close/>
                    <a:moveTo>
                      <a:pt x="993" y="933"/>
                    </a:moveTo>
                    <a:cubicBezTo>
                      <a:pt x="993" y="933"/>
                      <a:pt x="993" y="933"/>
                      <a:pt x="993" y="933"/>
                    </a:cubicBezTo>
                    <a:cubicBezTo>
                      <a:pt x="993" y="933"/>
                      <a:pt x="993" y="933"/>
                      <a:pt x="993" y="933"/>
                    </a:cubicBezTo>
                    <a:close/>
                    <a:moveTo>
                      <a:pt x="1024" y="923"/>
                    </a:moveTo>
                    <a:cubicBezTo>
                      <a:pt x="1365" y="863"/>
                      <a:pt x="2107" y="51"/>
                      <a:pt x="2498" y="0"/>
                    </a:cubicBezTo>
                    <a:cubicBezTo>
                      <a:pt x="2107" y="51"/>
                      <a:pt x="1365" y="863"/>
                      <a:pt x="1024" y="923"/>
                    </a:cubicBezTo>
                    <a:close/>
                    <a:moveTo>
                      <a:pt x="2578" y="0"/>
                    </a:moveTo>
                    <a:cubicBezTo>
                      <a:pt x="2568" y="0"/>
                      <a:pt x="2548" y="0"/>
                      <a:pt x="2528" y="0"/>
                    </a:cubicBezTo>
                    <a:cubicBezTo>
                      <a:pt x="2548" y="0"/>
                      <a:pt x="2568" y="0"/>
                      <a:pt x="2578" y="0"/>
                    </a:cubicBezTo>
                    <a:close/>
                    <a:moveTo>
                      <a:pt x="2498" y="0"/>
                    </a:moveTo>
                    <a:cubicBezTo>
                      <a:pt x="2508" y="0"/>
                      <a:pt x="2518" y="0"/>
                      <a:pt x="2528" y="0"/>
                    </a:cubicBezTo>
                    <a:lnTo>
                      <a:pt x="2528" y="0"/>
                    </a:lnTo>
                    <a:cubicBezTo>
                      <a:pt x="2518" y="0"/>
                      <a:pt x="2508" y="0"/>
                      <a:pt x="2498" y="0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74" name="Google Shape;17874;p62"/>
              <p:cNvSpPr/>
              <p:nvPr/>
            </p:nvSpPr>
            <p:spPr>
              <a:xfrm>
                <a:off x="4861418" y="842000"/>
                <a:ext cx="1059655" cy="334658"/>
              </a:xfrm>
              <a:custGeom>
                <a:avLst/>
                <a:gdLst/>
                <a:ahLst/>
                <a:cxnLst/>
                <a:rect l="l" t="t" r="r" b="b"/>
                <a:pathLst>
                  <a:path w="12770" h="4033" extrusionOk="0">
                    <a:moveTo>
                      <a:pt x="2498" y="0"/>
                    </a:moveTo>
                    <a:cubicBezTo>
                      <a:pt x="2107" y="51"/>
                      <a:pt x="1365" y="863"/>
                      <a:pt x="1024" y="923"/>
                    </a:cubicBezTo>
                    <a:cubicBezTo>
                      <a:pt x="1014" y="923"/>
                      <a:pt x="1003" y="933"/>
                      <a:pt x="993" y="933"/>
                    </a:cubicBezTo>
                    <a:lnTo>
                      <a:pt x="943" y="933"/>
                    </a:lnTo>
                    <a:cubicBezTo>
                      <a:pt x="943" y="933"/>
                      <a:pt x="943" y="943"/>
                      <a:pt x="943" y="943"/>
                    </a:cubicBezTo>
                    <a:lnTo>
                      <a:pt x="903" y="943"/>
                    </a:lnTo>
                    <a:cubicBezTo>
                      <a:pt x="903" y="943"/>
                      <a:pt x="903" y="943"/>
                      <a:pt x="903" y="953"/>
                    </a:cubicBezTo>
                    <a:lnTo>
                      <a:pt x="873" y="953"/>
                    </a:lnTo>
                    <a:cubicBezTo>
                      <a:pt x="873" y="953"/>
                      <a:pt x="873" y="953"/>
                      <a:pt x="873" y="963"/>
                    </a:cubicBezTo>
                    <a:lnTo>
                      <a:pt x="843" y="963"/>
                    </a:lnTo>
                    <a:cubicBezTo>
                      <a:pt x="843" y="973"/>
                      <a:pt x="843" y="973"/>
                      <a:pt x="843" y="973"/>
                    </a:cubicBezTo>
                    <a:lnTo>
                      <a:pt x="813" y="973"/>
                    </a:lnTo>
                    <a:cubicBezTo>
                      <a:pt x="813" y="983"/>
                      <a:pt x="813" y="983"/>
                      <a:pt x="813" y="983"/>
                    </a:cubicBezTo>
                    <a:lnTo>
                      <a:pt x="793" y="983"/>
                    </a:lnTo>
                    <a:cubicBezTo>
                      <a:pt x="793" y="983"/>
                      <a:pt x="793" y="993"/>
                      <a:pt x="783" y="993"/>
                    </a:cubicBezTo>
                    <a:cubicBezTo>
                      <a:pt x="783" y="993"/>
                      <a:pt x="773" y="993"/>
                      <a:pt x="773" y="1003"/>
                    </a:cubicBezTo>
                    <a:lnTo>
                      <a:pt x="753" y="1003"/>
                    </a:lnTo>
                    <a:cubicBezTo>
                      <a:pt x="753" y="1013"/>
                      <a:pt x="743" y="1013"/>
                      <a:pt x="743" y="1013"/>
                    </a:cubicBezTo>
                    <a:cubicBezTo>
                      <a:pt x="733" y="1013"/>
                      <a:pt x="733" y="1023"/>
                      <a:pt x="723" y="1023"/>
                    </a:cubicBezTo>
                    <a:lnTo>
                      <a:pt x="713" y="1023"/>
                    </a:lnTo>
                    <a:cubicBezTo>
                      <a:pt x="713" y="1034"/>
                      <a:pt x="713" y="1034"/>
                      <a:pt x="713" y="1034"/>
                    </a:cubicBezTo>
                    <a:lnTo>
                      <a:pt x="693" y="1034"/>
                    </a:lnTo>
                    <a:cubicBezTo>
                      <a:pt x="693" y="1044"/>
                      <a:pt x="693" y="1044"/>
                      <a:pt x="693" y="1044"/>
                    </a:cubicBezTo>
                    <a:lnTo>
                      <a:pt x="672" y="1044"/>
                    </a:lnTo>
                    <a:cubicBezTo>
                      <a:pt x="672" y="1054"/>
                      <a:pt x="672" y="1054"/>
                      <a:pt x="672" y="1054"/>
                    </a:cubicBezTo>
                    <a:lnTo>
                      <a:pt x="662" y="1054"/>
                    </a:lnTo>
                    <a:lnTo>
                      <a:pt x="652" y="1064"/>
                    </a:lnTo>
                    <a:lnTo>
                      <a:pt x="642" y="1064"/>
                    </a:lnTo>
                    <a:cubicBezTo>
                      <a:pt x="642" y="1064"/>
                      <a:pt x="642" y="1064"/>
                      <a:pt x="642" y="1074"/>
                    </a:cubicBezTo>
                    <a:lnTo>
                      <a:pt x="622" y="1074"/>
                    </a:lnTo>
                    <a:lnTo>
                      <a:pt x="622" y="1084"/>
                    </a:lnTo>
                    <a:lnTo>
                      <a:pt x="602" y="1084"/>
                    </a:lnTo>
                    <a:cubicBezTo>
                      <a:pt x="602" y="1094"/>
                      <a:pt x="602" y="1094"/>
                      <a:pt x="602" y="1094"/>
                    </a:cubicBezTo>
                    <a:lnTo>
                      <a:pt x="592" y="1094"/>
                    </a:lnTo>
                    <a:lnTo>
                      <a:pt x="582" y="1104"/>
                    </a:lnTo>
                    <a:lnTo>
                      <a:pt x="572" y="1104"/>
                    </a:lnTo>
                    <a:lnTo>
                      <a:pt x="572" y="1114"/>
                    </a:lnTo>
                    <a:cubicBezTo>
                      <a:pt x="372" y="1234"/>
                      <a:pt x="171" y="1405"/>
                      <a:pt x="0" y="1535"/>
                    </a:cubicBezTo>
                    <a:lnTo>
                      <a:pt x="10" y="1535"/>
                    </a:lnTo>
                    <a:cubicBezTo>
                      <a:pt x="20" y="1535"/>
                      <a:pt x="41" y="1535"/>
                      <a:pt x="61" y="1525"/>
                    </a:cubicBezTo>
                    <a:cubicBezTo>
                      <a:pt x="101" y="1505"/>
                      <a:pt x="131" y="1475"/>
                      <a:pt x="161" y="1455"/>
                    </a:cubicBezTo>
                    <a:cubicBezTo>
                      <a:pt x="372" y="1284"/>
                      <a:pt x="783" y="1023"/>
                      <a:pt x="933" y="1023"/>
                    </a:cubicBezTo>
                    <a:cubicBezTo>
                      <a:pt x="973" y="1023"/>
                      <a:pt x="1144" y="1124"/>
                      <a:pt x="1345" y="1234"/>
                    </a:cubicBezTo>
                    <a:cubicBezTo>
                      <a:pt x="1686" y="1104"/>
                      <a:pt x="1696" y="1003"/>
                      <a:pt x="2107" y="863"/>
                    </a:cubicBezTo>
                    <a:cubicBezTo>
                      <a:pt x="2227" y="823"/>
                      <a:pt x="2348" y="783"/>
                      <a:pt x="2478" y="783"/>
                    </a:cubicBezTo>
                    <a:lnTo>
                      <a:pt x="2488" y="783"/>
                    </a:lnTo>
                    <a:cubicBezTo>
                      <a:pt x="2739" y="783"/>
                      <a:pt x="3170" y="913"/>
                      <a:pt x="3381" y="1054"/>
                    </a:cubicBezTo>
                    <a:cubicBezTo>
                      <a:pt x="3832" y="1375"/>
                      <a:pt x="4645" y="1655"/>
                      <a:pt x="5186" y="1696"/>
                    </a:cubicBezTo>
                    <a:cubicBezTo>
                      <a:pt x="5196" y="1706"/>
                      <a:pt x="5196" y="1706"/>
                      <a:pt x="5196" y="1706"/>
                    </a:cubicBezTo>
                    <a:cubicBezTo>
                      <a:pt x="5297" y="1706"/>
                      <a:pt x="5066" y="1545"/>
                      <a:pt x="4835" y="1385"/>
                    </a:cubicBezTo>
                    <a:cubicBezTo>
                      <a:pt x="4594" y="1234"/>
                      <a:pt x="4354" y="1074"/>
                      <a:pt x="4414" y="1074"/>
                    </a:cubicBezTo>
                    <a:cubicBezTo>
                      <a:pt x="4424" y="1074"/>
                      <a:pt x="4424" y="1074"/>
                      <a:pt x="4434" y="1084"/>
                    </a:cubicBezTo>
                    <a:cubicBezTo>
                      <a:pt x="4825" y="1174"/>
                      <a:pt x="5337" y="1365"/>
                      <a:pt x="5908" y="1605"/>
                    </a:cubicBezTo>
                    <a:cubicBezTo>
                      <a:pt x="6621" y="1906"/>
                      <a:pt x="8607" y="2979"/>
                      <a:pt x="9389" y="3351"/>
                    </a:cubicBezTo>
                    <a:cubicBezTo>
                      <a:pt x="9439" y="3371"/>
                      <a:pt x="9469" y="3381"/>
                      <a:pt x="9479" y="3381"/>
                    </a:cubicBezTo>
                    <a:cubicBezTo>
                      <a:pt x="9550" y="3381"/>
                      <a:pt x="9289" y="3170"/>
                      <a:pt x="9028" y="2949"/>
                    </a:cubicBezTo>
                    <a:cubicBezTo>
                      <a:pt x="8767" y="2739"/>
                      <a:pt x="8506" y="2518"/>
                      <a:pt x="8577" y="2518"/>
                    </a:cubicBezTo>
                    <a:cubicBezTo>
                      <a:pt x="8587" y="2518"/>
                      <a:pt x="8607" y="2528"/>
                      <a:pt x="8647" y="2548"/>
                    </a:cubicBezTo>
                    <a:cubicBezTo>
                      <a:pt x="9229" y="2809"/>
                      <a:pt x="10894" y="3601"/>
                      <a:pt x="11265" y="3722"/>
                    </a:cubicBezTo>
                    <a:cubicBezTo>
                      <a:pt x="11576" y="3822"/>
                      <a:pt x="12468" y="4033"/>
                      <a:pt x="12689" y="4033"/>
                    </a:cubicBezTo>
                    <a:cubicBezTo>
                      <a:pt x="12759" y="4033"/>
                      <a:pt x="12769" y="4013"/>
                      <a:pt x="12679" y="3962"/>
                    </a:cubicBezTo>
                    <a:cubicBezTo>
                      <a:pt x="12278" y="3762"/>
                      <a:pt x="11877" y="3571"/>
                      <a:pt x="11495" y="3391"/>
                    </a:cubicBezTo>
                    <a:cubicBezTo>
                      <a:pt x="9710" y="2658"/>
                      <a:pt x="7684" y="1766"/>
                      <a:pt x="7694" y="1675"/>
                    </a:cubicBezTo>
                    <a:cubicBezTo>
                      <a:pt x="7744" y="1675"/>
                      <a:pt x="7794" y="1665"/>
                      <a:pt x="7854" y="1645"/>
                    </a:cubicBezTo>
                    <a:cubicBezTo>
                      <a:pt x="7814" y="1625"/>
                      <a:pt x="7784" y="1605"/>
                      <a:pt x="7754" y="1595"/>
                    </a:cubicBezTo>
                    <a:lnTo>
                      <a:pt x="7634" y="1595"/>
                    </a:lnTo>
                    <a:cubicBezTo>
                      <a:pt x="7573" y="1595"/>
                      <a:pt x="7523" y="1595"/>
                      <a:pt x="7473" y="1575"/>
                    </a:cubicBezTo>
                    <a:lnTo>
                      <a:pt x="7453" y="1575"/>
                    </a:lnTo>
                    <a:cubicBezTo>
                      <a:pt x="7202" y="1475"/>
                      <a:pt x="6430" y="963"/>
                      <a:pt x="6290" y="863"/>
                    </a:cubicBezTo>
                    <a:cubicBezTo>
                      <a:pt x="6159" y="753"/>
                      <a:pt x="5678" y="793"/>
                      <a:pt x="5417" y="582"/>
                    </a:cubicBezTo>
                    <a:cubicBezTo>
                      <a:pt x="5156" y="372"/>
                      <a:pt x="4785" y="291"/>
                      <a:pt x="4294" y="211"/>
                    </a:cubicBezTo>
                    <a:cubicBezTo>
                      <a:pt x="3802" y="141"/>
                      <a:pt x="2949" y="91"/>
                      <a:pt x="25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75" name="Google Shape;17875;p62"/>
              <p:cNvSpPr/>
              <p:nvPr/>
            </p:nvSpPr>
            <p:spPr>
              <a:xfrm>
                <a:off x="4866397" y="926889"/>
                <a:ext cx="948959" cy="196497"/>
              </a:xfrm>
              <a:custGeom>
                <a:avLst/>
                <a:gdLst/>
                <a:ahLst/>
                <a:cxnLst/>
                <a:rect l="l" t="t" r="r" b="b"/>
                <a:pathLst>
                  <a:path w="11436" h="2368" extrusionOk="0">
                    <a:moveTo>
                      <a:pt x="873" y="0"/>
                    </a:moveTo>
                    <a:cubicBezTo>
                      <a:pt x="723" y="0"/>
                      <a:pt x="312" y="261"/>
                      <a:pt x="101" y="432"/>
                    </a:cubicBezTo>
                    <a:cubicBezTo>
                      <a:pt x="71" y="452"/>
                      <a:pt x="41" y="482"/>
                      <a:pt x="1" y="502"/>
                    </a:cubicBezTo>
                    <a:cubicBezTo>
                      <a:pt x="271" y="472"/>
                      <a:pt x="1094" y="271"/>
                      <a:pt x="1174" y="251"/>
                    </a:cubicBezTo>
                    <a:cubicBezTo>
                      <a:pt x="1214" y="231"/>
                      <a:pt x="1254" y="221"/>
                      <a:pt x="1285" y="211"/>
                    </a:cubicBezTo>
                    <a:cubicBezTo>
                      <a:pt x="1084" y="101"/>
                      <a:pt x="913" y="0"/>
                      <a:pt x="873" y="0"/>
                    </a:cubicBezTo>
                    <a:close/>
                    <a:moveTo>
                      <a:pt x="7794" y="622"/>
                    </a:moveTo>
                    <a:cubicBezTo>
                      <a:pt x="7734" y="642"/>
                      <a:pt x="7684" y="652"/>
                      <a:pt x="7634" y="652"/>
                    </a:cubicBezTo>
                    <a:cubicBezTo>
                      <a:pt x="7624" y="743"/>
                      <a:pt x="9650" y="1635"/>
                      <a:pt x="11435" y="2368"/>
                    </a:cubicBezTo>
                    <a:cubicBezTo>
                      <a:pt x="9951" y="1656"/>
                      <a:pt x="8617" y="1084"/>
                      <a:pt x="7794" y="622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76" name="Google Shape;17876;p62"/>
              <p:cNvSpPr/>
              <p:nvPr/>
            </p:nvSpPr>
            <p:spPr>
              <a:xfrm>
                <a:off x="4858099" y="1035924"/>
                <a:ext cx="423696" cy="109949"/>
              </a:xfrm>
              <a:custGeom>
                <a:avLst/>
                <a:gdLst/>
                <a:ahLst/>
                <a:cxnLst/>
                <a:rect l="l" t="t" r="r" b="b"/>
                <a:pathLst>
                  <a:path w="5106" h="1325" extrusionOk="0">
                    <a:moveTo>
                      <a:pt x="1665" y="0"/>
                    </a:moveTo>
                    <a:cubicBezTo>
                      <a:pt x="1395" y="0"/>
                      <a:pt x="1154" y="131"/>
                      <a:pt x="963" y="271"/>
                    </a:cubicBezTo>
                    <a:cubicBezTo>
                      <a:pt x="672" y="482"/>
                      <a:pt x="863" y="342"/>
                      <a:pt x="281" y="652"/>
                    </a:cubicBezTo>
                    <a:cubicBezTo>
                      <a:pt x="0" y="803"/>
                      <a:pt x="30" y="863"/>
                      <a:pt x="231" y="863"/>
                    </a:cubicBezTo>
                    <a:cubicBezTo>
                      <a:pt x="432" y="863"/>
                      <a:pt x="813" y="803"/>
                      <a:pt x="1174" y="713"/>
                    </a:cubicBezTo>
                    <a:cubicBezTo>
                      <a:pt x="1264" y="693"/>
                      <a:pt x="1334" y="683"/>
                      <a:pt x="1395" y="683"/>
                    </a:cubicBezTo>
                    <a:cubicBezTo>
                      <a:pt x="1585" y="683"/>
                      <a:pt x="1635" y="773"/>
                      <a:pt x="1685" y="863"/>
                    </a:cubicBezTo>
                    <a:cubicBezTo>
                      <a:pt x="1736" y="953"/>
                      <a:pt x="1786" y="1044"/>
                      <a:pt x="1946" y="1044"/>
                    </a:cubicBezTo>
                    <a:cubicBezTo>
                      <a:pt x="1986" y="1044"/>
                      <a:pt x="2037" y="1034"/>
                      <a:pt x="2087" y="1024"/>
                    </a:cubicBezTo>
                    <a:cubicBezTo>
                      <a:pt x="2167" y="1014"/>
                      <a:pt x="2267" y="1004"/>
                      <a:pt x="2368" y="1004"/>
                    </a:cubicBezTo>
                    <a:cubicBezTo>
                      <a:pt x="2919" y="1004"/>
                      <a:pt x="3631" y="1244"/>
                      <a:pt x="4414" y="1314"/>
                    </a:cubicBezTo>
                    <a:cubicBezTo>
                      <a:pt x="4454" y="1325"/>
                      <a:pt x="4494" y="1325"/>
                      <a:pt x="4524" y="1325"/>
                    </a:cubicBezTo>
                    <a:cubicBezTo>
                      <a:pt x="5106" y="1325"/>
                      <a:pt x="3030" y="562"/>
                      <a:pt x="2087" y="101"/>
                    </a:cubicBezTo>
                    <a:cubicBezTo>
                      <a:pt x="1936" y="31"/>
                      <a:pt x="1796" y="0"/>
                      <a:pt x="1665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77" name="Google Shape;17877;p62"/>
              <p:cNvSpPr/>
              <p:nvPr/>
            </p:nvSpPr>
            <p:spPr>
              <a:xfrm>
                <a:off x="4722427" y="1047542"/>
                <a:ext cx="16679" cy="348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42" extrusionOk="0">
                    <a:moveTo>
                      <a:pt x="201" y="41"/>
                    </a:moveTo>
                    <a:cubicBezTo>
                      <a:pt x="171" y="31"/>
                      <a:pt x="131" y="31"/>
                      <a:pt x="91" y="21"/>
                    </a:cubicBezTo>
                    <a:cubicBezTo>
                      <a:pt x="131" y="31"/>
                      <a:pt x="171" y="31"/>
                      <a:pt x="201" y="41"/>
                    </a:cubicBezTo>
                    <a:lnTo>
                      <a:pt x="201" y="41"/>
                    </a:lnTo>
                    <a:close/>
                    <a:moveTo>
                      <a:pt x="20" y="1"/>
                    </a:moveTo>
                    <a:cubicBezTo>
                      <a:pt x="10" y="1"/>
                      <a:pt x="10" y="1"/>
                      <a:pt x="0" y="1"/>
                    </a:cubicBezTo>
                    <a:cubicBezTo>
                      <a:pt x="10" y="1"/>
                      <a:pt x="10" y="1"/>
                      <a:pt x="20" y="1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78" name="Google Shape;17878;p62"/>
              <p:cNvSpPr/>
              <p:nvPr/>
            </p:nvSpPr>
            <p:spPr>
              <a:xfrm>
                <a:off x="4617540" y="1028456"/>
                <a:ext cx="160732" cy="55016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663" extrusionOk="0">
                    <a:moveTo>
                      <a:pt x="362" y="0"/>
                    </a:moveTo>
                    <a:cubicBezTo>
                      <a:pt x="241" y="0"/>
                      <a:pt x="121" y="20"/>
                      <a:pt x="0" y="80"/>
                    </a:cubicBezTo>
                    <a:lnTo>
                      <a:pt x="21" y="80"/>
                    </a:lnTo>
                    <a:cubicBezTo>
                      <a:pt x="21" y="101"/>
                      <a:pt x="31" y="121"/>
                      <a:pt x="41" y="141"/>
                    </a:cubicBezTo>
                    <a:cubicBezTo>
                      <a:pt x="191" y="351"/>
                      <a:pt x="492" y="562"/>
                      <a:pt x="683" y="562"/>
                    </a:cubicBezTo>
                    <a:lnTo>
                      <a:pt x="713" y="562"/>
                    </a:lnTo>
                    <a:cubicBezTo>
                      <a:pt x="783" y="552"/>
                      <a:pt x="863" y="552"/>
                      <a:pt x="943" y="552"/>
                    </a:cubicBezTo>
                    <a:cubicBezTo>
                      <a:pt x="1164" y="552"/>
                      <a:pt x="1445" y="582"/>
                      <a:pt x="1846" y="652"/>
                    </a:cubicBezTo>
                    <a:cubicBezTo>
                      <a:pt x="1876" y="652"/>
                      <a:pt x="1906" y="662"/>
                      <a:pt x="1936" y="662"/>
                    </a:cubicBezTo>
                    <a:cubicBezTo>
                      <a:pt x="1836" y="602"/>
                      <a:pt x="1746" y="542"/>
                      <a:pt x="1676" y="502"/>
                    </a:cubicBezTo>
                    <a:cubicBezTo>
                      <a:pt x="1485" y="401"/>
                      <a:pt x="1405" y="361"/>
                      <a:pt x="1435" y="361"/>
                    </a:cubicBezTo>
                    <a:cubicBezTo>
                      <a:pt x="1445" y="361"/>
                      <a:pt x="1465" y="371"/>
                      <a:pt x="1505" y="371"/>
                    </a:cubicBezTo>
                    <a:cubicBezTo>
                      <a:pt x="1515" y="381"/>
                      <a:pt x="1525" y="381"/>
                      <a:pt x="1545" y="381"/>
                    </a:cubicBezTo>
                    <a:cubicBezTo>
                      <a:pt x="1565" y="381"/>
                      <a:pt x="1595" y="371"/>
                      <a:pt x="1615" y="361"/>
                    </a:cubicBezTo>
                    <a:cubicBezTo>
                      <a:pt x="1575" y="331"/>
                      <a:pt x="1515" y="301"/>
                      <a:pt x="1465" y="271"/>
                    </a:cubicBezTo>
                    <a:cubicBezTo>
                      <a:pt x="1435" y="261"/>
                      <a:pt x="1395" y="261"/>
                      <a:pt x="1355" y="251"/>
                    </a:cubicBezTo>
                    <a:cubicBezTo>
                      <a:pt x="1335" y="241"/>
                      <a:pt x="1314" y="241"/>
                      <a:pt x="1284" y="231"/>
                    </a:cubicBezTo>
                    <a:lnTo>
                      <a:pt x="1264" y="231"/>
                    </a:lnTo>
                    <a:cubicBezTo>
                      <a:pt x="1004" y="161"/>
                      <a:pt x="683" y="0"/>
                      <a:pt x="36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79" name="Google Shape;17879;p62"/>
              <p:cNvSpPr/>
              <p:nvPr/>
            </p:nvSpPr>
            <p:spPr>
              <a:xfrm>
                <a:off x="4734044" y="1058412"/>
                <a:ext cx="66716" cy="26720"/>
              </a:xfrm>
              <a:custGeom>
                <a:avLst/>
                <a:gdLst/>
                <a:ahLst/>
                <a:cxnLst/>
                <a:rect l="l" t="t" r="r" b="b"/>
                <a:pathLst>
                  <a:path w="804" h="322" extrusionOk="0">
                    <a:moveTo>
                      <a:pt x="31" y="0"/>
                    </a:moveTo>
                    <a:cubicBezTo>
                      <a:pt x="1" y="0"/>
                      <a:pt x="81" y="40"/>
                      <a:pt x="272" y="141"/>
                    </a:cubicBezTo>
                    <a:cubicBezTo>
                      <a:pt x="342" y="181"/>
                      <a:pt x="432" y="241"/>
                      <a:pt x="532" y="301"/>
                    </a:cubicBezTo>
                    <a:cubicBezTo>
                      <a:pt x="603" y="311"/>
                      <a:pt x="653" y="321"/>
                      <a:pt x="683" y="321"/>
                    </a:cubicBezTo>
                    <a:cubicBezTo>
                      <a:pt x="803" y="321"/>
                      <a:pt x="633" y="231"/>
                      <a:pt x="211" y="0"/>
                    </a:cubicBezTo>
                    <a:cubicBezTo>
                      <a:pt x="191" y="10"/>
                      <a:pt x="161" y="20"/>
                      <a:pt x="141" y="20"/>
                    </a:cubicBezTo>
                    <a:cubicBezTo>
                      <a:pt x="121" y="20"/>
                      <a:pt x="111" y="20"/>
                      <a:pt x="101" y="10"/>
                    </a:cubicBezTo>
                    <a:cubicBezTo>
                      <a:pt x="61" y="10"/>
                      <a:pt x="41" y="0"/>
                      <a:pt x="31" y="0"/>
                    </a:cubicBezTo>
                    <a:close/>
                  </a:path>
                </a:pathLst>
              </a:custGeom>
              <a:solidFill>
                <a:srgbClr val="7EC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80" name="Google Shape;17880;p62"/>
              <p:cNvSpPr/>
              <p:nvPr/>
            </p:nvSpPr>
            <p:spPr>
              <a:xfrm>
                <a:off x="4617540" y="1035095"/>
                <a:ext cx="3402" cy="5062"/>
              </a:xfrm>
              <a:custGeom>
                <a:avLst/>
                <a:gdLst/>
                <a:ahLst/>
                <a:cxnLst/>
                <a:rect l="l" t="t" r="r" b="b"/>
                <a:pathLst>
                  <a:path w="41" h="61" extrusionOk="0">
                    <a:moveTo>
                      <a:pt x="0" y="0"/>
                    </a:moveTo>
                    <a:cubicBezTo>
                      <a:pt x="21" y="21"/>
                      <a:pt x="31" y="41"/>
                      <a:pt x="41" y="61"/>
                    </a:cubicBezTo>
                    <a:cubicBezTo>
                      <a:pt x="31" y="41"/>
                      <a:pt x="21" y="21"/>
                      <a:pt x="21" y="0"/>
                    </a:cubicBezTo>
                    <a:close/>
                  </a:path>
                </a:pathLst>
              </a:custGeom>
              <a:solidFill>
                <a:srgbClr val="7EC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7881" name="Google Shape;17881;p62"/>
            <p:cNvGrpSpPr/>
            <p:nvPr/>
          </p:nvGrpSpPr>
          <p:grpSpPr>
            <a:xfrm>
              <a:off x="4571995" y="3084619"/>
              <a:ext cx="5155547" cy="2106696"/>
              <a:chOff x="4189695" y="287694"/>
              <a:chExt cx="5155547" cy="2106696"/>
            </a:xfrm>
          </p:grpSpPr>
          <p:sp>
            <p:nvSpPr>
              <p:cNvPr id="17882" name="Google Shape;17882;p62"/>
              <p:cNvSpPr/>
              <p:nvPr/>
            </p:nvSpPr>
            <p:spPr>
              <a:xfrm>
                <a:off x="4189695" y="287694"/>
                <a:ext cx="5155547" cy="2098315"/>
              </a:xfrm>
              <a:custGeom>
                <a:avLst/>
                <a:gdLst/>
                <a:ahLst/>
                <a:cxnLst/>
                <a:rect l="l" t="t" r="r" b="b"/>
                <a:pathLst>
                  <a:path w="62130" h="25287" extrusionOk="0">
                    <a:moveTo>
                      <a:pt x="59522" y="0"/>
                    </a:moveTo>
                    <a:cubicBezTo>
                      <a:pt x="58960" y="381"/>
                      <a:pt x="58509" y="652"/>
                      <a:pt x="58178" y="903"/>
                    </a:cubicBezTo>
                    <a:cubicBezTo>
                      <a:pt x="57847" y="1164"/>
                      <a:pt x="56734" y="2046"/>
                      <a:pt x="56734" y="2046"/>
                    </a:cubicBezTo>
                    <a:cubicBezTo>
                      <a:pt x="56734" y="2046"/>
                      <a:pt x="56784" y="2508"/>
                      <a:pt x="56453" y="2758"/>
                    </a:cubicBezTo>
                    <a:cubicBezTo>
                      <a:pt x="56122" y="3019"/>
                      <a:pt x="55771" y="3160"/>
                      <a:pt x="55660" y="3280"/>
                    </a:cubicBezTo>
                    <a:cubicBezTo>
                      <a:pt x="55560" y="3400"/>
                      <a:pt x="54597" y="3481"/>
                      <a:pt x="54266" y="3731"/>
                    </a:cubicBezTo>
                    <a:cubicBezTo>
                      <a:pt x="54155" y="3818"/>
                      <a:pt x="53991" y="3843"/>
                      <a:pt x="53807" y="3843"/>
                    </a:cubicBezTo>
                    <a:cubicBezTo>
                      <a:pt x="53691" y="3843"/>
                      <a:pt x="53567" y="3833"/>
                      <a:pt x="53444" y="3822"/>
                    </a:cubicBezTo>
                    <a:cubicBezTo>
                      <a:pt x="53330" y="3813"/>
                      <a:pt x="53217" y="3806"/>
                      <a:pt x="53108" y="3806"/>
                    </a:cubicBezTo>
                    <a:cubicBezTo>
                      <a:pt x="52966" y="3806"/>
                      <a:pt x="52830" y="3818"/>
                      <a:pt x="52711" y="3852"/>
                    </a:cubicBezTo>
                    <a:cubicBezTo>
                      <a:pt x="52250" y="4002"/>
                      <a:pt x="51738" y="3812"/>
                      <a:pt x="51407" y="4072"/>
                    </a:cubicBezTo>
                    <a:cubicBezTo>
                      <a:pt x="51076" y="4323"/>
                      <a:pt x="50033" y="4755"/>
                      <a:pt x="50033" y="4755"/>
                    </a:cubicBezTo>
                    <a:cubicBezTo>
                      <a:pt x="50033" y="4755"/>
                      <a:pt x="50005" y="4752"/>
                      <a:pt x="49956" y="4752"/>
                    </a:cubicBezTo>
                    <a:cubicBezTo>
                      <a:pt x="49757" y="4752"/>
                      <a:pt x="49218" y="4791"/>
                      <a:pt x="48880" y="5186"/>
                    </a:cubicBezTo>
                    <a:cubicBezTo>
                      <a:pt x="48537" y="5576"/>
                      <a:pt x="48473" y="5726"/>
                      <a:pt x="48335" y="5726"/>
                    </a:cubicBezTo>
                    <a:cubicBezTo>
                      <a:pt x="48300" y="5726"/>
                      <a:pt x="48259" y="5716"/>
                      <a:pt x="48208" y="5697"/>
                    </a:cubicBezTo>
                    <a:cubicBezTo>
                      <a:pt x="47957" y="5597"/>
                      <a:pt x="47134" y="4744"/>
                      <a:pt x="46884" y="4654"/>
                    </a:cubicBezTo>
                    <a:cubicBezTo>
                      <a:pt x="46677" y="4571"/>
                      <a:pt x="46224" y="4516"/>
                      <a:pt x="45875" y="4516"/>
                    </a:cubicBezTo>
                    <a:cubicBezTo>
                      <a:pt x="45801" y="4516"/>
                      <a:pt x="45731" y="4519"/>
                      <a:pt x="45670" y="4524"/>
                    </a:cubicBezTo>
                    <a:cubicBezTo>
                      <a:pt x="45381" y="4540"/>
                      <a:pt x="45130" y="4929"/>
                      <a:pt x="44779" y="4929"/>
                    </a:cubicBezTo>
                    <a:cubicBezTo>
                      <a:pt x="44692" y="4929"/>
                      <a:pt x="44598" y="4905"/>
                      <a:pt x="44496" y="4845"/>
                    </a:cubicBezTo>
                    <a:cubicBezTo>
                      <a:pt x="43975" y="4534"/>
                      <a:pt x="43804" y="4093"/>
                      <a:pt x="43082" y="4032"/>
                    </a:cubicBezTo>
                    <a:cubicBezTo>
                      <a:pt x="42350" y="3972"/>
                      <a:pt x="42590" y="3962"/>
                      <a:pt x="41969" y="3782"/>
                    </a:cubicBezTo>
                    <a:cubicBezTo>
                      <a:pt x="41337" y="3601"/>
                      <a:pt x="41186" y="3270"/>
                      <a:pt x="40665" y="2959"/>
                    </a:cubicBezTo>
                    <a:cubicBezTo>
                      <a:pt x="40153" y="2658"/>
                      <a:pt x="39621" y="2237"/>
                      <a:pt x="39351" y="1916"/>
                    </a:cubicBezTo>
                    <a:cubicBezTo>
                      <a:pt x="39070" y="1595"/>
                      <a:pt x="38819" y="1505"/>
                      <a:pt x="38418" y="1194"/>
                    </a:cubicBezTo>
                    <a:cubicBezTo>
                      <a:pt x="38027" y="873"/>
                      <a:pt x="37786" y="893"/>
                      <a:pt x="37405" y="692"/>
                    </a:cubicBezTo>
                    <a:cubicBezTo>
                      <a:pt x="37090" y="539"/>
                      <a:pt x="36710" y="457"/>
                      <a:pt x="36265" y="457"/>
                    </a:cubicBezTo>
                    <a:cubicBezTo>
                      <a:pt x="36157" y="457"/>
                      <a:pt x="36046" y="462"/>
                      <a:pt x="35930" y="471"/>
                    </a:cubicBezTo>
                    <a:cubicBezTo>
                      <a:pt x="35869" y="476"/>
                      <a:pt x="35805" y="478"/>
                      <a:pt x="35741" y="478"/>
                    </a:cubicBezTo>
                    <a:cubicBezTo>
                      <a:pt x="35181" y="478"/>
                      <a:pt x="34560" y="332"/>
                      <a:pt x="34335" y="251"/>
                    </a:cubicBezTo>
                    <a:cubicBezTo>
                      <a:pt x="34313" y="243"/>
                      <a:pt x="34287" y="239"/>
                      <a:pt x="34258" y="239"/>
                    </a:cubicBezTo>
                    <a:cubicBezTo>
                      <a:pt x="34143" y="239"/>
                      <a:pt x="33978" y="295"/>
                      <a:pt x="33794" y="351"/>
                    </a:cubicBezTo>
                    <a:cubicBezTo>
                      <a:pt x="33609" y="405"/>
                      <a:pt x="33411" y="462"/>
                      <a:pt x="33232" y="462"/>
                    </a:cubicBezTo>
                    <a:cubicBezTo>
                      <a:pt x="33109" y="462"/>
                      <a:pt x="32995" y="435"/>
                      <a:pt x="32901" y="361"/>
                    </a:cubicBezTo>
                    <a:cubicBezTo>
                      <a:pt x="32794" y="278"/>
                      <a:pt x="32719" y="242"/>
                      <a:pt x="32659" y="242"/>
                    </a:cubicBezTo>
                    <a:cubicBezTo>
                      <a:pt x="32496" y="242"/>
                      <a:pt x="32457" y="519"/>
                      <a:pt x="32229" y="873"/>
                    </a:cubicBezTo>
                    <a:cubicBezTo>
                      <a:pt x="31928" y="1354"/>
                      <a:pt x="31266" y="1976"/>
                      <a:pt x="30935" y="2237"/>
                    </a:cubicBezTo>
                    <a:cubicBezTo>
                      <a:pt x="30604" y="2488"/>
                      <a:pt x="30624" y="2718"/>
                      <a:pt x="30303" y="3089"/>
                    </a:cubicBezTo>
                    <a:cubicBezTo>
                      <a:pt x="29982" y="3451"/>
                      <a:pt x="29992" y="3571"/>
                      <a:pt x="29661" y="3822"/>
                    </a:cubicBezTo>
                    <a:cubicBezTo>
                      <a:pt x="29608" y="3863"/>
                      <a:pt x="29536" y="3880"/>
                      <a:pt x="29449" y="3880"/>
                    </a:cubicBezTo>
                    <a:cubicBezTo>
                      <a:pt x="29241" y="3880"/>
                      <a:pt x="28955" y="3781"/>
                      <a:pt x="28678" y="3681"/>
                    </a:cubicBezTo>
                    <a:cubicBezTo>
                      <a:pt x="28399" y="3586"/>
                      <a:pt x="28120" y="3490"/>
                      <a:pt x="27937" y="3490"/>
                    </a:cubicBezTo>
                    <a:cubicBezTo>
                      <a:pt x="27889" y="3490"/>
                      <a:pt x="27848" y="3496"/>
                      <a:pt x="27815" y="3511"/>
                    </a:cubicBezTo>
                    <a:cubicBezTo>
                      <a:pt x="27766" y="3531"/>
                      <a:pt x="27719" y="3540"/>
                      <a:pt x="27671" y="3540"/>
                    </a:cubicBezTo>
                    <a:cubicBezTo>
                      <a:pt x="27535" y="3540"/>
                      <a:pt x="27400" y="3467"/>
                      <a:pt x="27244" y="3400"/>
                    </a:cubicBezTo>
                    <a:cubicBezTo>
                      <a:pt x="27082" y="3329"/>
                      <a:pt x="26897" y="3257"/>
                      <a:pt x="26666" y="3257"/>
                    </a:cubicBezTo>
                    <a:cubicBezTo>
                      <a:pt x="26638" y="3257"/>
                      <a:pt x="26610" y="3258"/>
                      <a:pt x="26582" y="3260"/>
                    </a:cubicBezTo>
                    <a:cubicBezTo>
                      <a:pt x="26491" y="3269"/>
                      <a:pt x="26390" y="3272"/>
                      <a:pt x="26284" y="3272"/>
                    </a:cubicBezTo>
                    <a:cubicBezTo>
                      <a:pt x="26027" y="3272"/>
                      <a:pt x="25738" y="3251"/>
                      <a:pt x="25468" y="3230"/>
                    </a:cubicBezTo>
                    <a:cubicBezTo>
                      <a:pt x="25173" y="3204"/>
                      <a:pt x="24900" y="3178"/>
                      <a:pt x="24722" y="3178"/>
                    </a:cubicBezTo>
                    <a:cubicBezTo>
                      <a:pt x="24694" y="3178"/>
                      <a:pt x="24669" y="3178"/>
                      <a:pt x="24646" y="3180"/>
                    </a:cubicBezTo>
                    <a:cubicBezTo>
                      <a:pt x="24285" y="3210"/>
                      <a:pt x="23803" y="3250"/>
                      <a:pt x="23472" y="3501"/>
                    </a:cubicBezTo>
                    <a:cubicBezTo>
                      <a:pt x="23141" y="3762"/>
                      <a:pt x="22188" y="4985"/>
                      <a:pt x="21737" y="5246"/>
                    </a:cubicBezTo>
                    <a:cubicBezTo>
                      <a:pt x="21286" y="5507"/>
                      <a:pt x="21055" y="5647"/>
                      <a:pt x="20614" y="6018"/>
                    </a:cubicBezTo>
                    <a:cubicBezTo>
                      <a:pt x="20172" y="6400"/>
                      <a:pt x="19952" y="6530"/>
                      <a:pt x="19490" y="6801"/>
                    </a:cubicBezTo>
                    <a:cubicBezTo>
                      <a:pt x="19039" y="7062"/>
                      <a:pt x="18698" y="7202"/>
                      <a:pt x="18357" y="7463"/>
                    </a:cubicBezTo>
                    <a:cubicBezTo>
                      <a:pt x="18026" y="7714"/>
                      <a:pt x="16942" y="7683"/>
                      <a:pt x="16601" y="7944"/>
                    </a:cubicBezTo>
                    <a:cubicBezTo>
                      <a:pt x="16336" y="8145"/>
                      <a:pt x="15987" y="8282"/>
                      <a:pt x="15725" y="8282"/>
                    </a:cubicBezTo>
                    <a:cubicBezTo>
                      <a:pt x="15660" y="8282"/>
                      <a:pt x="15600" y="8273"/>
                      <a:pt x="15548" y="8255"/>
                    </a:cubicBezTo>
                    <a:cubicBezTo>
                      <a:pt x="15297" y="8155"/>
                      <a:pt x="14525" y="7643"/>
                      <a:pt x="14385" y="7543"/>
                    </a:cubicBezTo>
                    <a:cubicBezTo>
                      <a:pt x="14254" y="7433"/>
                      <a:pt x="13773" y="7473"/>
                      <a:pt x="13512" y="7262"/>
                    </a:cubicBezTo>
                    <a:cubicBezTo>
                      <a:pt x="13251" y="7052"/>
                      <a:pt x="12880" y="6971"/>
                      <a:pt x="12389" y="6891"/>
                    </a:cubicBezTo>
                    <a:cubicBezTo>
                      <a:pt x="11897" y="6821"/>
                      <a:pt x="11044" y="6771"/>
                      <a:pt x="10673" y="6680"/>
                    </a:cubicBezTo>
                    <a:cubicBezTo>
                      <a:pt x="10659" y="6677"/>
                      <a:pt x="10643" y="6676"/>
                      <a:pt x="10627" y="6676"/>
                    </a:cubicBezTo>
                    <a:cubicBezTo>
                      <a:pt x="10236" y="6676"/>
                      <a:pt x="9435" y="7584"/>
                      <a:pt x="9088" y="7613"/>
                    </a:cubicBezTo>
                    <a:cubicBezTo>
                      <a:pt x="8727" y="7643"/>
                      <a:pt x="8075" y="8265"/>
                      <a:pt x="7845" y="8396"/>
                    </a:cubicBezTo>
                    <a:cubicBezTo>
                      <a:pt x="7624" y="8526"/>
                      <a:pt x="7263" y="8556"/>
                      <a:pt x="7062" y="8917"/>
                    </a:cubicBezTo>
                    <a:cubicBezTo>
                      <a:pt x="6936" y="9144"/>
                      <a:pt x="6869" y="9217"/>
                      <a:pt x="6745" y="9217"/>
                    </a:cubicBezTo>
                    <a:cubicBezTo>
                      <a:pt x="6672" y="9217"/>
                      <a:pt x="6578" y="9191"/>
                      <a:pt x="6440" y="9158"/>
                    </a:cubicBezTo>
                    <a:cubicBezTo>
                      <a:pt x="6180" y="9094"/>
                      <a:pt x="5854" y="8927"/>
                      <a:pt x="5528" y="8927"/>
                    </a:cubicBezTo>
                    <a:cubicBezTo>
                      <a:pt x="5389" y="8927"/>
                      <a:pt x="5251" y="8957"/>
                      <a:pt x="5116" y="9038"/>
                    </a:cubicBezTo>
                    <a:cubicBezTo>
                      <a:pt x="4665" y="9298"/>
                      <a:pt x="3602" y="10331"/>
                      <a:pt x="3271" y="10703"/>
                    </a:cubicBezTo>
                    <a:cubicBezTo>
                      <a:pt x="2950" y="11074"/>
                      <a:pt x="2027" y="11375"/>
                      <a:pt x="1846" y="11956"/>
                    </a:cubicBezTo>
                    <a:cubicBezTo>
                      <a:pt x="1666" y="12548"/>
                      <a:pt x="1576" y="12779"/>
                      <a:pt x="1124" y="13050"/>
                    </a:cubicBezTo>
                    <a:cubicBezTo>
                      <a:pt x="673" y="13311"/>
                      <a:pt x="1" y="13822"/>
                      <a:pt x="1" y="13822"/>
                    </a:cubicBezTo>
                    <a:cubicBezTo>
                      <a:pt x="1" y="13822"/>
                      <a:pt x="14074" y="17764"/>
                      <a:pt x="22780" y="20181"/>
                    </a:cubicBezTo>
                    <a:cubicBezTo>
                      <a:pt x="31497" y="22589"/>
                      <a:pt x="39521" y="25287"/>
                      <a:pt x="39521" y="25287"/>
                    </a:cubicBezTo>
                    <a:lnTo>
                      <a:pt x="62130" y="23522"/>
                    </a:lnTo>
                    <a:lnTo>
                      <a:pt x="5952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83" name="Google Shape;17883;p62"/>
              <p:cNvSpPr/>
              <p:nvPr/>
            </p:nvSpPr>
            <p:spPr>
              <a:xfrm>
                <a:off x="7177805" y="799514"/>
                <a:ext cx="183220" cy="89203"/>
              </a:xfrm>
              <a:custGeom>
                <a:avLst/>
                <a:gdLst/>
                <a:ahLst/>
                <a:cxnLst/>
                <a:rect l="l" t="t" r="r" b="b"/>
                <a:pathLst>
                  <a:path w="2208" h="1075" extrusionOk="0">
                    <a:moveTo>
                      <a:pt x="0" y="1"/>
                    </a:moveTo>
                    <a:cubicBezTo>
                      <a:pt x="1" y="1"/>
                      <a:pt x="1" y="2"/>
                      <a:pt x="2" y="2"/>
                    </a:cubicBezTo>
                    <a:lnTo>
                      <a:pt x="2" y="2"/>
                    </a:lnTo>
                    <a:cubicBezTo>
                      <a:pt x="1" y="2"/>
                      <a:pt x="1" y="1"/>
                      <a:pt x="0" y="1"/>
                    </a:cubicBezTo>
                    <a:close/>
                    <a:moveTo>
                      <a:pt x="2" y="2"/>
                    </a:moveTo>
                    <a:cubicBezTo>
                      <a:pt x="152" y="182"/>
                      <a:pt x="332" y="322"/>
                      <a:pt x="542" y="432"/>
                    </a:cubicBezTo>
                    <a:cubicBezTo>
                      <a:pt x="662" y="492"/>
                      <a:pt x="793" y="542"/>
                      <a:pt x="923" y="593"/>
                    </a:cubicBezTo>
                    <a:cubicBezTo>
                      <a:pt x="1034" y="633"/>
                      <a:pt x="1154" y="683"/>
                      <a:pt x="1264" y="723"/>
                    </a:cubicBezTo>
                    <a:cubicBezTo>
                      <a:pt x="1575" y="833"/>
                      <a:pt x="1886" y="954"/>
                      <a:pt x="2207" y="1074"/>
                    </a:cubicBezTo>
                    <a:cubicBezTo>
                      <a:pt x="1876" y="753"/>
                      <a:pt x="1545" y="452"/>
                      <a:pt x="1124" y="282"/>
                    </a:cubicBezTo>
                    <a:cubicBezTo>
                      <a:pt x="983" y="221"/>
                      <a:pt x="843" y="191"/>
                      <a:pt x="693" y="161"/>
                    </a:cubicBezTo>
                    <a:cubicBezTo>
                      <a:pt x="553" y="131"/>
                      <a:pt x="94" y="111"/>
                      <a:pt x="2" y="2"/>
                    </a:cubicBezTo>
                    <a:close/>
                  </a:path>
                </a:pathLst>
              </a:custGeom>
              <a:solidFill>
                <a:srgbClr val="92DB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84" name="Google Shape;17884;p62"/>
              <p:cNvSpPr/>
              <p:nvPr/>
            </p:nvSpPr>
            <p:spPr>
              <a:xfrm>
                <a:off x="8897399" y="457471"/>
                <a:ext cx="913" cy="13360"/>
              </a:xfrm>
              <a:custGeom>
                <a:avLst/>
                <a:gdLst/>
                <a:ahLst/>
                <a:cxnLst/>
                <a:rect l="l" t="t" r="r" b="b"/>
                <a:pathLst>
                  <a:path w="11" h="161" extrusionOk="0">
                    <a:moveTo>
                      <a:pt x="1" y="161"/>
                    </a:moveTo>
                    <a:cubicBezTo>
                      <a:pt x="11" y="71"/>
                      <a:pt x="1" y="10"/>
                      <a:pt x="1" y="0"/>
                    </a:cubicBezTo>
                    <a:cubicBezTo>
                      <a:pt x="1" y="10"/>
                      <a:pt x="1" y="30"/>
                      <a:pt x="1" y="71"/>
                    </a:cubicBezTo>
                    <a:cubicBezTo>
                      <a:pt x="1" y="91"/>
                      <a:pt x="1" y="131"/>
                      <a:pt x="1" y="161"/>
                    </a:cubicBezTo>
                    <a:lnTo>
                      <a:pt x="1" y="161"/>
                    </a:lnTo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D6E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85" name="Google Shape;17885;p62"/>
              <p:cNvSpPr/>
              <p:nvPr/>
            </p:nvSpPr>
            <p:spPr>
              <a:xfrm>
                <a:off x="9128831" y="287694"/>
                <a:ext cx="913" cy="4232"/>
              </a:xfrm>
              <a:custGeom>
                <a:avLst/>
                <a:gdLst/>
                <a:ahLst/>
                <a:cxnLst/>
                <a:rect l="l" t="t" r="r" b="b"/>
                <a:pathLst>
                  <a:path w="11" h="51" extrusionOk="0">
                    <a:moveTo>
                      <a:pt x="0" y="0"/>
                    </a:moveTo>
                    <a:cubicBezTo>
                      <a:pt x="0" y="3"/>
                      <a:pt x="1" y="8"/>
                      <a:pt x="3" y="13"/>
                    </a:cubicBezTo>
                    <a:lnTo>
                      <a:pt x="3" y="13"/>
                    </a:lnTo>
                    <a:lnTo>
                      <a:pt x="0" y="0"/>
                    </a:lnTo>
                    <a:close/>
                    <a:moveTo>
                      <a:pt x="3" y="13"/>
                    </a:moveTo>
                    <a:lnTo>
                      <a:pt x="10" y="50"/>
                    </a:lnTo>
                    <a:cubicBezTo>
                      <a:pt x="10" y="37"/>
                      <a:pt x="6" y="23"/>
                      <a:pt x="3" y="13"/>
                    </a:cubicBezTo>
                    <a:close/>
                  </a:path>
                </a:pathLst>
              </a:custGeom>
              <a:solidFill>
                <a:srgbClr val="B1DCE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86" name="Google Shape;17886;p62"/>
              <p:cNvSpPr/>
              <p:nvPr/>
            </p:nvSpPr>
            <p:spPr>
              <a:xfrm>
                <a:off x="6913928" y="313500"/>
                <a:ext cx="644340" cy="216412"/>
              </a:xfrm>
              <a:custGeom>
                <a:avLst/>
                <a:gdLst/>
                <a:ahLst/>
                <a:cxnLst/>
                <a:rect l="l" t="t" r="r" b="b"/>
                <a:pathLst>
                  <a:path w="7765" h="2608" extrusionOk="0">
                    <a:moveTo>
                      <a:pt x="7764" y="2608"/>
                    </a:moveTo>
                    <a:cubicBezTo>
                      <a:pt x="7333" y="2347"/>
                      <a:pt x="6912" y="2016"/>
                      <a:pt x="6631" y="1735"/>
                    </a:cubicBezTo>
                    <a:cubicBezTo>
                      <a:pt x="6912" y="2016"/>
                      <a:pt x="7333" y="2347"/>
                      <a:pt x="7764" y="2608"/>
                    </a:cubicBezTo>
                    <a:cubicBezTo>
                      <a:pt x="7764" y="2608"/>
                      <a:pt x="7764" y="2608"/>
                      <a:pt x="7764" y="2608"/>
                    </a:cubicBezTo>
                    <a:moveTo>
                      <a:pt x="6631" y="1725"/>
                    </a:moveTo>
                    <a:cubicBezTo>
                      <a:pt x="6631" y="1725"/>
                      <a:pt x="6631" y="1725"/>
                      <a:pt x="6631" y="1725"/>
                    </a:cubicBezTo>
                    <a:cubicBezTo>
                      <a:pt x="6631" y="1725"/>
                      <a:pt x="6631" y="1725"/>
                      <a:pt x="6631" y="1725"/>
                    </a:cubicBezTo>
                    <a:close/>
                    <a:moveTo>
                      <a:pt x="71" y="50"/>
                    </a:moveTo>
                    <a:cubicBezTo>
                      <a:pt x="41" y="30"/>
                      <a:pt x="21" y="10"/>
                      <a:pt x="1" y="0"/>
                    </a:cubicBezTo>
                    <a:cubicBezTo>
                      <a:pt x="21" y="10"/>
                      <a:pt x="41" y="30"/>
                      <a:pt x="71" y="50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87" name="Google Shape;17887;p62"/>
              <p:cNvSpPr/>
              <p:nvPr/>
            </p:nvSpPr>
            <p:spPr>
              <a:xfrm>
                <a:off x="6884802" y="307609"/>
                <a:ext cx="908963" cy="386272"/>
              </a:xfrm>
              <a:custGeom>
                <a:avLst/>
                <a:gdLst/>
                <a:ahLst/>
                <a:cxnLst/>
                <a:rect l="l" t="t" r="r" b="b"/>
                <a:pathLst>
                  <a:path w="10954" h="4655" extrusionOk="0">
                    <a:moveTo>
                      <a:pt x="181" y="1"/>
                    </a:moveTo>
                    <a:cubicBezTo>
                      <a:pt x="111" y="1"/>
                      <a:pt x="61" y="61"/>
                      <a:pt x="1" y="161"/>
                    </a:cubicBezTo>
                    <a:cubicBezTo>
                      <a:pt x="41" y="111"/>
                      <a:pt x="81" y="91"/>
                      <a:pt x="121" y="91"/>
                    </a:cubicBezTo>
                    <a:cubicBezTo>
                      <a:pt x="181" y="91"/>
                      <a:pt x="261" y="131"/>
                      <a:pt x="362" y="211"/>
                    </a:cubicBezTo>
                    <a:cubicBezTo>
                      <a:pt x="452" y="282"/>
                      <a:pt x="572" y="312"/>
                      <a:pt x="693" y="312"/>
                    </a:cubicBezTo>
                    <a:cubicBezTo>
                      <a:pt x="723" y="312"/>
                      <a:pt x="753" y="312"/>
                      <a:pt x="783" y="302"/>
                    </a:cubicBezTo>
                    <a:cubicBezTo>
                      <a:pt x="903" y="402"/>
                      <a:pt x="1505" y="522"/>
                      <a:pt x="1636" y="522"/>
                    </a:cubicBezTo>
                    <a:lnTo>
                      <a:pt x="1656" y="522"/>
                    </a:lnTo>
                    <a:cubicBezTo>
                      <a:pt x="1666" y="512"/>
                      <a:pt x="1676" y="512"/>
                      <a:pt x="1686" y="512"/>
                    </a:cubicBezTo>
                    <a:cubicBezTo>
                      <a:pt x="1846" y="512"/>
                      <a:pt x="2288" y="813"/>
                      <a:pt x="2809" y="1214"/>
                    </a:cubicBezTo>
                    <a:cubicBezTo>
                      <a:pt x="2960" y="1255"/>
                      <a:pt x="3170" y="1335"/>
                      <a:pt x="3491" y="1495"/>
                    </a:cubicBezTo>
                    <a:cubicBezTo>
                      <a:pt x="4053" y="1786"/>
                      <a:pt x="4906" y="2328"/>
                      <a:pt x="5497" y="2559"/>
                    </a:cubicBezTo>
                    <a:cubicBezTo>
                      <a:pt x="5507" y="2569"/>
                      <a:pt x="5517" y="2569"/>
                      <a:pt x="5517" y="2569"/>
                    </a:cubicBezTo>
                    <a:cubicBezTo>
                      <a:pt x="5568" y="2569"/>
                      <a:pt x="5317" y="2368"/>
                      <a:pt x="5066" y="2167"/>
                    </a:cubicBezTo>
                    <a:cubicBezTo>
                      <a:pt x="4805" y="1957"/>
                      <a:pt x="4555" y="1756"/>
                      <a:pt x="4595" y="1756"/>
                    </a:cubicBezTo>
                    <a:lnTo>
                      <a:pt x="4595" y="1756"/>
                    </a:lnTo>
                    <a:cubicBezTo>
                      <a:pt x="4595" y="1756"/>
                      <a:pt x="4605" y="1766"/>
                      <a:pt x="4615" y="1766"/>
                    </a:cubicBezTo>
                    <a:cubicBezTo>
                      <a:pt x="4976" y="1937"/>
                      <a:pt x="6621" y="2890"/>
                      <a:pt x="6922" y="3140"/>
                    </a:cubicBezTo>
                    <a:cubicBezTo>
                      <a:pt x="7142" y="3321"/>
                      <a:pt x="7343" y="3542"/>
                      <a:pt x="7594" y="3682"/>
                    </a:cubicBezTo>
                    <a:cubicBezTo>
                      <a:pt x="7804" y="3792"/>
                      <a:pt x="8025" y="3853"/>
                      <a:pt x="8256" y="3903"/>
                    </a:cubicBezTo>
                    <a:cubicBezTo>
                      <a:pt x="9199" y="4133"/>
                      <a:pt x="10001" y="4424"/>
                      <a:pt x="10954" y="4655"/>
                    </a:cubicBezTo>
                    <a:cubicBezTo>
                      <a:pt x="10773" y="4444"/>
                      <a:pt x="10332" y="4284"/>
                      <a:pt x="10111" y="4123"/>
                    </a:cubicBezTo>
                    <a:cubicBezTo>
                      <a:pt x="9981" y="4013"/>
                      <a:pt x="8928" y="3752"/>
                      <a:pt x="8787" y="3652"/>
                    </a:cubicBezTo>
                    <a:cubicBezTo>
                      <a:pt x="8216" y="3281"/>
                      <a:pt x="8416" y="3060"/>
                      <a:pt x="8115" y="2679"/>
                    </a:cubicBezTo>
                    <a:cubicBezTo>
                      <a:pt x="7684" y="2418"/>
                      <a:pt x="7263" y="2087"/>
                      <a:pt x="6982" y="1806"/>
                    </a:cubicBezTo>
                    <a:lnTo>
                      <a:pt x="6982" y="1796"/>
                    </a:lnTo>
                    <a:cubicBezTo>
                      <a:pt x="6942" y="1756"/>
                      <a:pt x="6902" y="1716"/>
                      <a:pt x="6872" y="1676"/>
                    </a:cubicBezTo>
                    <a:cubicBezTo>
                      <a:pt x="6591" y="1355"/>
                      <a:pt x="6340" y="1265"/>
                      <a:pt x="5939" y="954"/>
                    </a:cubicBezTo>
                    <a:cubicBezTo>
                      <a:pt x="5548" y="633"/>
                      <a:pt x="5307" y="653"/>
                      <a:pt x="4926" y="452"/>
                    </a:cubicBezTo>
                    <a:cubicBezTo>
                      <a:pt x="4615" y="292"/>
                      <a:pt x="4234" y="211"/>
                      <a:pt x="3782" y="211"/>
                    </a:cubicBezTo>
                    <a:cubicBezTo>
                      <a:pt x="3672" y="211"/>
                      <a:pt x="3562" y="221"/>
                      <a:pt x="3451" y="231"/>
                    </a:cubicBezTo>
                    <a:lnTo>
                      <a:pt x="3231" y="231"/>
                    </a:lnTo>
                    <a:cubicBezTo>
                      <a:pt x="2689" y="231"/>
                      <a:pt x="2077" y="91"/>
                      <a:pt x="1856" y="11"/>
                    </a:cubicBezTo>
                    <a:cubicBezTo>
                      <a:pt x="1836" y="1"/>
                      <a:pt x="1806" y="1"/>
                      <a:pt x="1776" y="1"/>
                    </a:cubicBezTo>
                    <a:cubicBezTo>
                      <a:pt x="1666" y="1"/>
                      <a:pt x="1495" y="51"/>
                      <a:pt x="1315" y="111"/>
                    </a:cubicBezTo>
                    <a:cubicBezTo>
                      <a:pt x="1134" y="161"/>
                      <a:pt x="934" y="221"/>
                      <a:pt x="753" y="221"/>
                    </a:cubicBezTo>
                    <a:cubicBezTo>
                      <a:pt x="633" y="221"/>
                      <a:pt x="512" y="191"/>
                      <a:pt x="422" y="121"/>
                    </a:cubicBezTo>
                    <a:cubicBezTo>
                      <a:pt x="392" y="101"/>
                      <a:pt x="372" y="81"/>
                      <a:pt x="352" y="71"/>
                    </a:cubicBezTo>
                    <a:cubicBezTo>
                      <a:pt x="282" y="21"/>
                      <a:pt x="221" y="1"/>
                      <a:pt x="181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88" name="Google Shape;17888;p62"/>
              <p:cNvSpPr/>
              <p:nvPr/>
            </p:nvSpPr>
            <p:spPr>
              <a:xfrm>
                <a:off x="6701666" y="362542"/>
                <a:ext cx="1434226" cy="576877"/>
              </a:xfrm>
              <a:custGeom>
                <a:avLst/>
                <a:gdLst/>
                <a:ahLst/>
                <a:cxnLst/>
                <a:rect l="l" t="t" r="r" b="b"/>
                <a:pathLst>
                  <a:path w="17284" h="6952" extrusionOk="0">
                    <a:moveTo>
                      <a:pt x="1937" y="1"/>
                    </a:moveTo>
                    <a:cubicBezTo>
                      <a:pt x="1616" y="482"/>
                      <a:pt x="984" y="1084"/>
                      <a:pt x="663" y="1335"/>
                    </a:cubicBezTo>
                    <a:cubicBezTo>
                      <a:pt x="513" y="1445"/>
                      <a:pt x="442" y="1546"/>
                      <a:pt x="372" y="1666"/>
                    </a:cubicBezTo>
                    <a:cubicBezTo>
                      <a:pt x="432" y="1586"/>
                      <a:pt x="502" y="1505"/>
                      <a:pt x="603" y="1425"/>
                    </a:cubicBezTo>
                    <a:cubicBezTo>
                      <a:pt x="944" y="1164"/>
                      <a:pt x="1596" y="542"/>
                      <a:pt x="1907" y="61"/>
                    </a:cubicBezTo>
                    <a:cubicBezTo>
                      <a:pt x="1917" y="41"/>
                      <a:pt x="1927" y="21"/>
                      <a:pt x="1937" y="1"/>
                    </a:cubicBezTo>
                    <a:close/>
                    <a:moveTo>
                      <a:pt x="182" y="1997"/>
                    </a:moveTo>
                    <a:cubicBezTo>
                      <a:pt x="173" y="2009"/>
                      <a:pt x="164" y="2022"/>
                      <a:pt x="154" y="2036"/>
                    </a:cubicBezTo>
                    <a:lnTo>
                      <a:pt x="154" y="2036"/>
                    </a:lnTo>
                    <a:cubicBezTo>
                      <a:pt x="164" y="2023"/>
                      <a:pt x="173" y="2010"/>
                      <a:pt x="182" y="1997"/>
                    </a:cubicBezTo>
                    <a:close/>
                    <a:moveTo>
                      <a:pt x="154" y="2036"/>
                    </a:moveTo>
                    <a:lnTo>
                      <a:pt x="154" y="2036"/>
                    </a:lnTo>
                    <a:cubicBezTo>
                      <a:pt x="120" y="2083"/>
                      <a:pt x="78" y="2132"/>
                      <a:pt x="31" y="2187"/>
                    </a:cubicBezTo>
                    <a:lnTo>
                      <a:pt x="1" y="2218"/>
                    </a:lnTo>
                    <a:cubicBezTo>
                      <a:pt x="11" y="2218"/>
                      <a:pt x="11" y="2228"/>
                      <a:pt x="11" y="2228"/>
                    </a:cubicBezTo>
                    <a:cubicBezTo>
                      <a:pt x="69" y="2162"/>
                      <a:pt x="113" y="2096"/>
                      <a:pt x="154" y="2036"/>
                    </a:cubicBezTo>
                    <a:close/>
                    <a:moveTo>
                      <a:pt x="7062" y="3341"/>
                    </a:moveTo>
                    <a:cubicBezTo>
                      <a:pt x="6932" y="3341"/>
                      <a:pt x="6882" y="3371"/>
                      <a:pt x="7002" y="3451"/>
                    </a:cubicBezTo>
                    <a:cubicBezTo>
                      <a:pt x="7514" y="3903"/>
                      <a:pt x="7755" y="3822"/>
                      <a:pt x="8156" y="4444"/>
                    </a:cubicBezTo>
                    <a:cubicBezTo>
                      <a:pt x="8206" y="4525"/>
                      <a:pt x="8256" y="4615"/>
                      <a:pt x="8336" y="4675"/>
                    </a:cubicBezTo>
                    <a:cubicBezTo>
                      <a:pt x="8507" y="4825"/>
                      <a:pt x="8748" y="4825"/>
                      <a:pt x="8968" y="4866"/>
                    </a:cubicBezTo>
                    <a:cubicBezTo>
                      <a:pt x="9359" y="4946"/>
                      <a:pt x="10433" y="5578"/>
                      <a:pt x="10934" y="5738"/>
                    </a:cubicBezTo>
                    <a:cubicBezTo>
                      <a:pt x="10994" y="5748"/>
                      <a:pt x="11035" y="5758"/>
                      <a:pt x="11075" y="5758"/>
                    </a:cubicBezTo>
                    <a:cubicBezTo>
                      <a:pt x="11145" y="5758"/>
                      <a:pt x="11195" y="5738"/>
                      <a:pt x="11245" y="5728"/>
                    </a:cubicBezTo>
                    <a:cubicBezTo>
                      <a:pt x="11295" y="5708"/>
                      <a:pt x="11346" y="5698"/>
                      <a:pt x="11416" y="5698"/>
                    </a:cubicBezTo>
                    <a:cubicBezTo>
                      <a:pt x="11466" y="5698"/>
                      <a:pt x="11526" y="5708"/>
                      <a:pt x="11596" y="5738"/>
                    </a:cubicBezTo>
                    <a:lnTo>
                      <a:pt x="11646" y="5738"/>
                    </a:lnTo>
                    <a:cubicBezTo>
                      <a:pt x="11867" y="5738"/>
                      <a:pt x="12088" y="5768"/>
                      <a:pt x="12308" y="5798"/>
                    </a:cubicBezTo>
                    <a:cubicBezTo>
                      <a:pt x="13562" y="5969"/>
                      <a:pt x="14806" y="6460"/>
                      <a:pt x="16050" y="6641"/>
                    </a:cubicBezTo>
                    <a:cubicBezTo>
                      <a:pt x="16311" y="6671"/>
                      <a:pt x="17053" y="6952"/>
                      <a:pt x="17213" y="6952"/>
                    </a:cubicBezTo>
                    <a:cubicBezTo>
                      <a:pt x="17284" y="6952"/>
                      <a:pt x="17253" y="6912"/>
                      <a:pt x="17063" y="6781"/>
                    </a:cubicBezTo>
                    <a:cubicBezTo>
                      <a:pt x="16993" y="6741"/>
                      <a:pt x="16150" y="6340"/>
                      <a:pt x="15970" y="6290"/>
                    </a:cubicBezTo>
                    <a:cubicBezTo>
                      <a:pt x="15478" y="6150"/>
                      <a:pt x="15027" y="5859"/>
                      <a:pt x="14525" y="5728"/>
                    </a:cubicBezTo>
                    <a:cubicBezTo>
                      <a:pt x="13482" y="5457"/>
                      <a:pt x="11927" y="4795"/>
                      <a:pt x="10954" y="4334"/>
                    </a:cubicBezTo>
                    <a:lnTo>
                      <a:pt x="10954" y="4334"/>
                    </a:lnTo>
                    <a:cubicBezTo>
                      <a:pt x="11366" y="4745"/>
                      <a:pt x="11717" y="4946"/>
                      <a:pt x="12198" y="5227"/>
                    </a:cubicBezTo>
                    <a:cubicBezTo>
                      <a:pt x="11496" y="4876"/>
                      <a:pt x="10784" y="4535"/>
                      <a:pt x="10062" y="4194"/>
                    </a:cubicBezTo>
                    <a:cubicBezTo>
                      <a:pt x="9961" y="4153"/>
                      <a:pt x="9901" y="4133"/>
                      <a:pt x="9871" y="4133"/>
                    </a:cubicBezTo>
                    <a:cubicBezTo>
                      <a:pt x="9821" y="4133"/>
                      <a:pt x="9821" y="4173"/>
                      <a:pt x="9821" y="4204"/>
                    </a:cubicBezTo>
                    <a:cubicBezTo>
                      <a:pt x="9831" y="4244"/>
                      <a:pt x="9831" y="4274"/>
                      <a:pt x="9791" y="4274"/>
                    </a:cubicBezTo>
                    <a:cubicBezTo>
                      <a:pt x="9751" y="4274"/>
                      <a:pt x="9700" y="4254"/>
                      <a:pt x="9590" y="4204"/>
                    </a:cubicBezTo>
                    <a:cubicBezTo>
                      <a:pt x="9249" y="4033"/>
                      <a:pt x="8778" y="3782"/>
                      <a:pt x="8276" y="3522"/>
                    </a:cubicBezTo>
                    <a:cubicBezTo>
                      <a:pt x="8176" y="3501"/>
                      <a:pt x="8066" y="3481"/>
                      <a:pt x="7945" y="3461"/>
                    </a:cubicBezTo>
                    <a:cubicBezTo>
                      <a:pt x="7624" y="3401"/>
                      <a:pt x="7253" y="3341"/>
                      <a:pt x="7062" y="3341"/>
                    </a:cubicBez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89" name="Google Shape;17889;p62"/>
              <p:cNvSpPr/>
              <p:nvPr/>
            </p:nvSpPr>
            <p:spPr>
              <a:xfrm>
                <a:off x="6507741" y="577294"/>
                <a:ext cx="93352" cy="2672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322" extrusionOk="0">
                    <a:moveTo>
                      <a:pt x="1" y="1"/>
                    </a:moveTo>
                    <a:cubicBezTo>
                      <a:pt x="17" y="1"/>
                      <a:pt x="34" y="1"/>
                      <a:pt x="52" y="3"/>
                    </a:cubicBezTo>
                    <a:lnTo>
                      <a:pt x="52" y="3"/>
                    </a:lnTo>
                    <a:cubicBezTo>
                      <a:pt x="34" y="1"/>
                      <a:pt x="17" y="1"/>
                      <a:pt x="1" y="1"/>
                    </a:cubicBezTo>
                    <a:close/>
                    <a:moveTo>
                      <a:pt x="52" y="3"/>
                    </a:moveTo>
                    <a:cubicBezTo>
                      <a:pt x="132" y="10"/>
                      <a:pt x="225" y="32"/>
                      <a:pt x="328" y="61"/>
                    </a:cubicBezTo>
                    <a:lnTo>
                      <a:pt x="328" y="61"/>
                    </a:lnTo>
                    <a:cubicBezTo>
                      <a:pt x="225" y="32"/>
                      <a:pt x="131" y="10"/>
                      <a:pt x="52" y="3"/>
                    </a:cubicBezTo>
                    <a:close/>
                    <a:moveTo>
                      <a:pt x="328" y="61"/>
                    </a:moveTo>
                    <a:lnTo>
                      <a:pt x="328" y="61"/>
                    </a:lnTo>
                    <a:cubicBezTo>
                      <a:pt x="572" y="132"/>
                      <a:pt x="866" y="249"/>
                      <a:pt x="1124" y="322"/>
                    </a:cubicBezTo>
                    <a:cubicBezTo>
                      <a:pt x="1004" y="282"/>
                      <a:pt x="873" y="241"/>
                      <a:pt x="743" y="191"/>
                    </a:cubicBezTo>
                    <a:cubicBezTo>
                      <a:pt x="597" y="146"/>
                      <a:pt x="455" y="98"/>
                      <a:pt x="328" y="61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90" name="Google Shape;17890;p62"/>
              <p:cNvSpPr/>
              <p:nvPr/>
            </p:nvSpPr>
            <p:spPr>
              <a:xfrm>
                <a:off x="6038323" y="551487"/>
                <a:ext cx="598535" cy="160732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1937" extrusionOk="0">
                    <a:moveTo>
                      <a:pt x="2368" y="1"/>
                    </a:moveTo>
                    <a:cubicBezTo>
                      <a:pt x="2017" y="31"/>
                      <a:pt x="1565" y="71"/>
                      <a:pt x="1234" y="302"/>
                    </a:cubicBezTo>
                    <a:cubicBezTo>
                      <a:pt x="1224" y="312"/>
                      <a:pt x="1204" y="322"/>
                      <a:pt x="1194" y="322"/>
                    </a:cubicBezTo>
                    <a:cubicBezTo>
                      <a:pt x="1194" y="322"/>
                      <a:pt x="1194" y="332"/>
                      <a:pt x="1194" y="332"/>
                    </a:cubicBezTo>
                    <a:lnTo>
                      <a:pt x="1184" y="332"/>
                    </a:lnTo>
                    <a:cubicBezTo>
                      <a:pt x="1184" y="342"/>
                      <a:pt x="1184" y="342"/>
                      <a:pt x="1184" y="342"/>
                    </a:cubicBezTo>
                    <a:lnTo>
                      <a:pt x="1174" y="342"/>
                    </a:lnTo>
                    <a:cubicBezTo>
                      <a:pt x="1174" y="342"/>
                      <a:pt x="1164" y="352"/>
                      <a:pt x="1164" y="352"/>
                    </a:cubicBezTo>
                    <a:lnTo>
                      <a:pt x="1154" y="352"/>
                    </a:lnTo>
                    <a:cubicBezTo>
                      <a:pt x="1154" y="352"/>
                      <a:pt x="1154" y="362"/>
                      <a:pt x="1154" y="362"/>
                    </a:cubicBezTo>
                    <a:lnTo>
                      <a:pt x="1144" y="362"/>
                    </a:lnTo>
                    <a:cubicBezTo>
                      <a:pt x="1144" y="362"/>
                      <a:pt x="1144" y="372"/>
                      <a:pt x="1144" y="372"/>
                    </a:cubicBezTo>
                    <a:lnTo>
                      <a:pt x="1134" y="372"/>
                    </a:lnTo>
                    <a:cubicBezTo>
                      <a:pt x="893" y="593"/>
                      <a:pt x="422" y="1164"/>
                      <a:pt x="1" y="1586"/>
                    </a:cubicBezTo>
                    <a:cubicBezTo>
                      <a:pt x="11" y="1586"/>
                      <a:pt x="21" y="1596"/>
                      <a:pt x="31" y="1596"/>
                    </a:cubicBezTo>
                    <a:cubicBezTo>
                      <a:pt x="452" y="1144"/>
                      <a:pt x="923" y="583"/>
                      <a:pt x="1134" y="412"/>
                    </a:cubicBezTo>
                    <a:cubicBezTo>
                      <a:pt x="1204" y="362"/>
                      <a:pt x="1285" y="322"/>
                      <a:pt x="1365" y="282"/>
                    </a:cubicBezTo>
                    <a:cubicBezTo>
                      <a:pt x="1425" y="332"/>
                      <a:pt x="1485" y="392"/>
                      <a:pt x="1545" y="422"/>
                    </a:cubicBezTo>
                    <a:cubicBezTo>
                      <a:pt x="1937" y="643"/>
                      <a:pt x="2508" y="532"/>
                      <a:pt x="3000" y="763"/>
                    </a:cubicBezTo>
                    <a:cubicBezTo>
                      <a:pt x="3481" y="994"/>
                      <a:pt x="4765" y="1806"/>
                      <a:pt x="5026" y="1806"/>
                    </a:cubicBezTo>
                    <a:cubicBezTo>
                      <a:pt x="5036" y="1806"/>
                      <a:pt x="5046" y="1806"/>
                      <a:pt x="5046" y="1796"/>
                    </a:cubicBezTo>
                    <a:cubicBezTo>
                      <a:pt x="5076" y="1796"/>
                      <a:pt x="5096" y="1786"/>
                      <a:pt x="5116" y="1786"/>
                    </a:cubicBezTo>
                    <a:cubicBezTo>
                      <a:pt x="5206" y="1786"/>
                      <a:pt x="5237" y="1876"/>
                      <a:pt x="5367" y="1917"/>
                    </a:cubicBezTo>
                    <a:cubicBezTo>
                      <a:pt x="5407" y="1927"/>
                      <a:pt x="5457" y="1937"/>
                      <a:pt x="5497" y="1937"/>
                    </a:cubicBezTo>
                    <a:cubicBezTo>
                      <a:pt x="5537" y="1937"/>
                      <a:pt x="5568" y="1937"/>
                      <a:pt x="5608" y="1927"/>
                    </a:cubicBezTo>
                    <a:cubicBezTo>
                      <a:pt x="5287" y="1636"/>
                      <a:pt x="5016" y="1385"/>
                      <a:pt x="5106" y="1385"/>
                    </a:cubicBezTo>
                    <a:cubicBezTo>
                      <a:pt x="5116" y="1385"/>
                      <a:pt x="5136" y="1395"/>
                      <a:pt x="5166" y="1405"/>
                    </a:cubicBezTo>
                    <a:cubicBezTo>
                      <a:pt x="5287" y="1455"/>
                      <a:pt x="5588" y="1596"/>
                      <a:pt x="5969" y="1776"/>
                    </a:cubicBezTo>
                    <a:cubicBezTo>
                      <a:pt x="6069" y="1736"/>
                      <a:pt x="6169" y="1696"/>
                      <a:pt x="6280" y="1686"/>
                    </a:cubicBezTo>
                    <a:cubicBezTo>
                      <a:pt x="6280" y="1686"/>
                      <a:pt x="6290" y="1676"/>
                      <a:pt x="6300" y="1676"/>
                    </a:cubicBezTo>
                    <a:cubicBezTo>
                      <a:pt x="6360" y="1676"/>
                      <a:pt x="6460" y="1696"/>
                      <a:pt x="6551" y="1706"/>
                    </a:cubicBezTo>
                    <a:cubicBezTo>
                      <a:pt x="6651" y="1716"/>
                      <a:pt x="6761" y="1726"/>
                      <a:pt x="6851" y="1726"/>
                    </a:cubicBezTo>
                    <a:cubicBezTo>
                      <a:pt x="6942" y="1726"/>
                      <a:pt x="7022" y="1716"/>
                      <a:pt x="7062" y="1686"/>
                    </a:cubicBezTo>
                    <a:cubicBezTo>
                      <a:pt x="7132" y="1636"/>
                      <a:pt x="7182" y="1535"/>
                      <a:pt x="7213" y="1425"/>
                    </a:cubicBezTo>
                    <a:cubicBezTo>
                      <a:pt x="6821" y="1124"/>
                      <a:pt x="6430" y="823"/>
                      <a:pt x="6340" y="783"/>
                    </a:cubicBezTo>
                    <a:cubicBezTo>
                      <a:pt x="6099" y="663"/>
                      <a:pt x="6430" y="663"/>
                      <a:pt x="6781" y="633"/>
                    </a:cubicBezTo>
                    <a:cubicBezTo>
                      <a:pt x="6661" y="593"/>
                      <a:pt x="6530" y="552"/>
                      <a:pt x="6400" y="502"/>
                    </a:cubicBezTo>
                    <a:cubicBezTo>
                      <a:pt x="6109" y="412"/>
                      <a:pt x="5838" y="312"/>
                      <a:pt x="5658" y="312"/>
                    </a:cubicBezTo>
                    <a:lnTo>
                      <a:pt x="5618" y="312"/>
                    </a:lnTo>
                    <a:cubicBezTo>
                      <a:pt x="5588" y="312"/>
                      <a:pt x="5568" y="322"/>
                      <a:pt x="5537" y="332"/>
                    </a:cubicBezTo>
                    <a:cubicBezTo>
                      <a:pt x="5487" y="352"/>
                      <a:pt x="5447" y="362"/>
                      <a:pt x="5397" y="362"/>
                    </a:cubicBezTo>
                    <a:cubicBezTo>
                      <a:pt x="5257" y="362"/>
                      <a:pt x="5126" y="292"/>
                      <a:pt x="4966" y="221"/>
                    </a:cubicBezTo>
                    <a:cubicBezTo>
                      <a:pt x="4805" y="151"/>
                      <a:pt x="4625" y="81"/>
                      <a:pt x="4394" y="81"/>
                    </a:cubicBezTo>
                    <a:lnTo>
                      <a:pt x="4304" y="81"/>
                    </a:lnTo>
                    <a:cubicBezTo>
                      <a:pt x="4223" y="91"/>
                      <a:pt x="4133" y="91"/>
                      <a:pt x="4043" y="91"/>
                    </a:cubicBezTo>
                    <a:cubicBezTo>
                      <a:pt x="3782" y="91"/>
                      <a:pt x="3471" y="71"/>
                      <a:pt x="3190" y="51"/>
                    </a:cubicBezTo>
                    <a:cubicBezTo>
                      <a:pt x="2909" y="21"/>
                      <a:pt x="2649" y="1"/>
                      <a:pt x="246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91" name="Google Shape;17891;p62"/>
              <p:cNvSpPr/>
              <p:nvPr/>
            </p:nvSpPr>
            <p:spPr>
              <a:xfrm>
                <a:off x="5812784" y="787067"/>
                <a:ext cx="87461" cy="61654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43" extrusionOk="0">
                    <a:moveTo>
                      <a:pt x="0" y="743"/>
                    </a:moveTo>
                    <a:cubicBezTo>
                      <a:pt x="412" y="502"/>
                      <a:pt x="632" y="361"/>
                      <a:pt x="1054" y="0"/>
                    </a:cubicBezTo>
                    <a:cubicBezTo>
                      <a:pt x="632" y="361"/>
                      <a:pt x="412" y="502"/>
                      <a:pt x="0" y="743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92" name="Google Shape;17892;p62"/>
              <p:cNvSpPr/>
              <p:nvPr/>
            </p:nvSpPr>
            <p:spPr>
              <a:xfrm>
                <a:off x="5703748" y="783748"/>
                <a:ext cx="201475" cy="133266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606" extrusionOk="0">
                    <a:moveTo>
                      <a:pt x="2428" y="0"/>
                    </a:moveTo>
                    <a:cubicBezTo>
                      <a:pt x="2408" y="10"/>
                      <a:pt x="2388" y="30"/>
                      <a:pt x="2368" y="40"/>
                    </a:cubicBezTo>
                    <a:cubicBezTo>
                      <a:pt x="1946" y="401"/>
                      <a:pt x="1726" y="542"/>
                      <a:pt x="1314" y="783"/>
                    </a:cubicBezTo>
                    <a:cubicBezTo>
                      <a:pt x="1294" y="793"/>
                      <a:pt x="1274" y="803"/>
                      <a:pt x="1244" y="823"/>
                    </a:cubicBezTo>
                    <a:cubicBezTo>
                      <a:pt x="793" y="1084"/>
                      <a:pt x="452" y="1224"/>
                      <a:pt x="111" y="1485"/>
                    </a:cubicBezTo>
                    <a:cubicBezTo>
                      <a:pt x="71" y="1525"/>
                      <a:pt x="30" y="1565"/>
                      <a:pt x="0" y="1605"/>
                    </a:cubicBezTo>
                    <a:cubicBezTo>
                      <a:pt x="20" y="1595"/>
                      <a:pt x="40" y="1585"/>
                      <a:pt x="61" y="1575"/>
                    </a:cubicBezTo>
                    <a:cubicBezTo>
                      <a:pt x="392" y="1314"/>
                      <a:pt x="743" y="1174"/>
                      <a:pt x="1194" y="913"/>
                    </a:cubicBezTo>
                    <a:cubicBezTo>
                      <a:pt x="1645" y="642"/>
                      <a:pt x="1876" y="512"/>
                      <a:pt x="2307" y="131"/>
                    </a:cubicBezTo>
                    <a:cubicBezTo>
                      <a:pt x="2327" y="121"/>
                      <a:pt x="2347" y="111"/>
                      <a:pt x="2358" y="91"/>
                    </a:cubicBezTo>
                    <a:cubicBezTo>
                      <a:pt x="2378" y="60"/>
                      <a:pt x="2398" y="30"/>
                      <a:pt x="2428" y="0"/>
                    </a:cubicBezTo>
                    <a:close/>
                  </a:path>
                </a:pathLst>
              </a:custGeom>
              <a:solidFill>
                <a:srgbClr val="93D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93" name="Google Shape;17893;p62"/>
              <p:cNvSpPr/>
              <p:nvPr/>
            </p:nvSpPr>
            <p:spPr>
              <a:xfrm>
                <a:off x="8189912" y="760431"/>
                <a:ext cx="10870" cy="2572"/>
              </a:xfrm>
              <a:custGeom>
                <a:avLst/>
                <a:gdLst/>
                <a:ahLst/>
                <a:cxnLst/>
                <a:rect l="l" t="t" r="r" b="b"/>
                <a:pathLst>
                  <a:path w="131" h="31" extrusionOk="0">
                    <a:moveTo>
                      <a:pt x="1" y="0"/>
                    </a:moveTo>
                    <a:cubicBezTo>
                      <a:pt x="51" y="20"/>
                      <a:pt x="91" y="30"/>
                      <a:pt x="131" y="30"/>
                    </a:cubicBezTo>
                    <a:cubicBezTo>
                      <a:pt x="101" y="30"/>
                      <a:pt x="51" y="20"/>
                      <a:pt x="1" y="0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94" name="Google Shape;17894;p62"/>
              <p:cNvSpPr/>
              <p:nvPr/>
            </p:nvSpPr>
            <p:spPr>
              <a:xfrm>
                <a:off x="7913588" y="662182"/>
                <a:ext cx="731718" cy="348848"/>
              </a:xfrm>
              <a:custGeom>
                <a:avLst/>
                <a:gdLst/>
                <a:ahLst/>
                <a:cxnLst/>
                <a:rect l="l" t="t" r="r" b="b"/>
                <a:pathLst>
                  <a:path w="8818" h="4204" extrusionOk="0">
                    <a:moveTo>
                      <a:pt x="973" y="1"/>
                    </a:moveTo>
                    <a:cubicBezTo>
                      <a:pt x="903" y="1"/>
                      <a:pt x="843" y="1"/>
                      <a:pt x="793" y="11"/>
                    </a:cubicBezTo>
                    <a:lnTo>
                      <a:pt x="733" y="11"/>
                    </a:lnTo>
                    <a:cubicBezTo>
                      <a:pt x="733" y="11"/>
                      <a:pt x="733" y="11"/>
                      <a:pt x="733" y="21"/>
                    </a:cubicBezTo>
                    <a:lnTo>
                      <a:pt x="713" y="21"/>
                    </a:lnTo>
                    <a:cubicBezTo>
                      <a:pt x="502" y="81"/>
                      <a:pt x="301" y="322"/>
                      <a:pt x="51" y="392"/>
                    </a:cubicBezTo>
                    <a:cubicBezTo>
                      <a:pt x="0" y="532"/>
                      <a:pt x="31" y="633"/>
                      <a:pt x="201" y="633"/>
                    </a:cubicBezTo>
                    <a:lnTo>
                      <a:pt x="211" y="633"/>
                    </a:lnTo>
                    <a:cubicBezTo>
                      <a:pt x="452" y="623"/>
                      <a:pt x="632" y="593"/>
                      <a:pt x="793" y="593"/>
                    </a:cubicBezTo>
                    <a:cubicBezTo>
                      <a:pt x="993" y="593"/>
                      <a:pt x="1154" y="643"/>
                      <a:pt x="1324" y="833"/>
                    </a:cubicBezTo>
                    <a:cubicBezTo>
                      <a:pt x="1565" y="1124"/>
                      <a:pt x="2267" y="1746"/>
                      <a:pt x="2438" y="1746"/>
                    </a:cubicBezTo>
                    <a:cubicBezTo>
                      <a:pt x="2488" y="1746"/>
                      <a:pt x="2498" y="1716"/>
                      <a:pt x="2468" y="1626"/>
                    </a:cubicBezTo>
                    <a:cubicBezTo>
                      <a:pt x="2448" y="1586"/>
                      <a:pt x="2468" y="1576"/>
                      <a:pt x="2498" y="1576"/>
                    </a:cubicBezTo>
                    <a:cubicBezTo>
                      <a:pt x="2659" y="1576"/>
                      <a:pt x="3311" y="1967"/>
                      <a:pt x="3983" y="2348"/>
                    </a:cubicBezTo>
                    <a:cubicBezTo>
                      <a:pt x="4665" y="2739"/>
                      <a:pt x="5357" y="3130"/>
                      <a:pt x="5607" y="3130"/>
                    </a:cubicBezTo>
                    <a:cubicBezTo>
                      <a:pt x="5648" y="3130"/>
                      <a:pt x="5668" y="3130"/>
                      <a:pt x="5688" y="3110"/>
                    </a:cubicBezTo>
                    <a:cubicBezTo>
                      <a:pt x="5718" y="3080"/>
                      <a:pt x="5768" y="3070"/>
                      <a:pt x="5818" y="3070"/>
                    </a:cubicBezTo>
                    <a:cubicBezTo>
                      <a:pt x="6249" y="3070"/>
                      <a:pt x="7363" y="3953"/>
                      <a:pt x="8506" y="4163"/>
                    </a:cubicBezTo>
                    <a:cubicBezTo>
                      <a:pt x="8637" y="4184"/>
                      <a:pt x="8717" y="4204"/>
                      <a:pt x="8747" y="4204"/>
                    </a:cubicBezTo>
                    <a:cubicBezTo>
                      <a:pt x="8817" y="4204"/>
                      <a:pt x="8727" y="4143"/>
                      <a:pt x="8486" y="3983"/>
                    </a:cubicBezTo>
                    <a:cubicBezTo>
                      <a:pt x="8326" y="3873"/>
                      <a:pt x="8105" y="3732"/>
                      <a:pt x="7854" y="3582"/>
                    </a:cubicBezTo>
                    <a:cubicBezTo>
                      <a:pt x="7714" y="3542"/>
                      <a:pt x="7584" y="3461"/>
                      <a:pt x="7463" y="3381"/>
                    </a:cubicBezTo>
                    <a:cubicBezTo>
                      <a:pt x="7222" y="3221"/>
                      <a:pt x="6540" y="2829"/>
                      <a:pt x="5818" y="2428"/>
                    </a:cubicBezTo>
                    <a:cubicBezTo>
                      <a:pt x="5136" y="2057"/>
                      <a:pt x="4514" y="1716"/>
                      <a:pt x="4133" y="1495"/>
                    </a:cubicBezTo>
                    <a:cubicBezTo>
                      <a:pt x="3892" y="1355"/>
                      <a:pt x="3732" y="1275"/>
                      <a:pt x="3722" y="1265"/>
                    </a:cubicBezTo>
                    <a:cubicBezTo>
                      <a:pt x="3692" y="1255"/>
                      <a:pt x="3621" y="1214"/>
                      <a:pt x="3601" y="1194"/>
                    </a:cubicBezTo>
                    <a:lnTo>
                      <a:pt x="3581" y="1164"/>
                    </a:lnTo>
                    <a:cubicBezTo>
                      <a:pt x="3541" y="1194"/>
                      <a:pt x="3501" y="1214"/>
                      <a:pt x="3461" y="1214"/>
                    </a:cubicBezTo>
                    <a:cubicBezTo>
                      <a:pt x="3431" y="1214"/>
                      <a:pt x="3381" y="1204"/>
                      <a:pt x="3331" y="1184"/>
                    </a:cubicBezTo>
                    <a:cubicBezTo>
                      <a:pt x="3080" y="1084"/>
                      <a:pt x="2257" y="231"/>
                      <a:pt x="2007" y="141"/>
                    </a:cubicBezTo>
                    <a:cubicBezTo>
                      <a:pt x="1796" y="61"/>
                      <a:pt x="1334" y="1"/>
                      <a:pt x="9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95" name="Google Shape;17895;p62"/>
              <p:cNvSpPr/>
              <p:nvPr/>
            </p:nvSpPr>
            <p:spPr>
              <a:xfrm>
                <a:off x="7782065" y="722094"/>
                <a:ext cx="184050" cy="65056"/>
              </a:xfrm>
              <a:custGeom>
                <a:avLst/>
                <a:gdLst/>
                <a:ahLst/>
                <a:cxnLst/>
                <a:rect l="l" t="t" r="r" b="b"/>
                <a:pathLst>
                  <a:path w="2218" h="784" extrusionOk="0">
                    <a:moveTo>
                      <a:pt x="1254" y="1"/>
                    </a:moveTo>
                    <a:cubicBezTo>
                      <a:pt x="1204" y="1"/>
                      <a:pt x="1144" y="21"/>
                      <a:pt x="1054" y="71"/>
                    </a:cubicBezTo>
                    <a:cubicBezTo>
                      <a:pt x="643" y="312"/>
                      <a:pt x="1" y="603"/>
                      <a:pt x="402" y="683"/>
                    </a:cubicBezTo>
                    <a:cubicBezTo>
                      <a:pt x="643" y="733"/>
                      <a:pt x="923" y="783"/>
                      <a:pt x="1204" y="783"/>
                    </a:cubicBezTo>
                    <a:cubicBezTo>
                      <a:pt x="1405" y="783"/>
                      <a:pt x="1595" y="763"/>
                      <a:pt x="1776" y="713"/>
                    </a:cubicBezTo>
                    <a:cubicBezTo>
                      <a:pt x="2217" y="583"/>
                      <a:pt x="1906" y="352"/>
                      <a:pt x="1626" y="202"/>
                    </a:cubicBezTo>
                    <a:cubicBezTo>
                      <a:pt x="1445" y="101"/>
                      <a:pt x="1375" y="1"/>
                      <a:pt x="12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96" name="Google Shape;17896;p62"/>
              <p:cNvSpPr/>
              <p:nvPr/>
            </p:nvSpPr>
            <p:spPr>
              <a:xfrm>
                <a:off x="6665901" y="2137069"/>
                <a:ext cx="5062" cy="5145"/>
              </a:xfrm>
              <a:custGeom>
                <a:avLst/>
                <a:gdLst/>
                <a:ahLst/>
                <a:cxnLst/>
                <a:rect l="l" t="t" r="r" b="b"/>
                <a:pathLst>
                  <a:path w="61" h="62" extrusionOk="0">
                    <a:moveTo>
                      <a:pt x="51" y="1"/>
                    </a:moveTo>
                    <a:cubicBezTo>
                      <a:pt x="31" y="11"/>
                      <a:pt x="11" y="21"/>
                      <a:pt x="1" y="51"/>
                    </a:cubicBezTo>
                    <a:cubicBezTo>
                      <a:pt x="21" y="51"/>
                      <a:pt x="41" y="61"/>
                      <a:pt x="61" y="61"/>
                    </a:cubicBezTo>
                    <a:cubicBezTo>
                      <a:pt x="61" y="41"/>
                      <a:pt x="61" y="21"/>
                      <a:pt x="51" y="1"/>
                    </a:cubicBezTo>
                    <a:close/>
                  </a:path>
                </a:pathLst>
              </a:custGeom>
              <a:solidFill>
                <a:srgbClr val="B3E0E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97" name="Google Shape;17897;p62"/>
              <p:cNvSpPr/>
              <p:nvPr/>
            </p:nvSpPr>
            <p:spPr>
              <a:xfrm>
                <a:off x="4769061" y="320969"/>
                <a:ext cx="4571202" cy="2073421"/>
              </a:xfrm>
              <a:custGeom>
                <a:avLst/>
                <a:gdLst/>
                <a:ahLst/>
                <a:cxnLst/>
                <a:rect l="l" t="t" r="r" b="b"/>
                <a:pathLst>
                  <a:path w="55088" h="24987" extrusionOk="0">
                    <a:moveTo>
                      <a:pt x="25498" y="0"/>
                    </a:moveTo>
                    <a:lnTo>
                      <a:pt x="25498" y="0"/>
                    </a:lnTo>
                    <a:cubicBezTo>
                      <a:pt x="25427" y="91"/>
                      <a:pt x="25357" y="281"/>
                      <a:pt x="25227" y="502"/>
                    </a:cubicBezTo>
                    <a:cubicBezTo>
                      <a:pt x="25237" y="492"/>
                      <a:pt x="25247" y="482"/>
                      <a:pt x="25247" y="472"/>
                    </a:cubicBezTo>
                    <a:cubicBezTo>
                      <a:pt x="25377" y="281"/>
                      <a:pt x="25437" y="111"/>
                      <a:pt x="25498" y="0"/>
                    </a:cubicBezTo>
                    <a:close/>
                    <a:moveTo>
                      <a:pt x="23662" y="2167"/>
                    </a:moveTo>
                    <a:cubicBezTo>
                      <a:pt x="23592" y="2267"/>
                      <a:pt x="23542" y="2378"/>
                      <a:pt x="23472" y="2498"/>
                    </a:cubicBezTo>
                    <a:cubicBezTo>
                      <a:pt x="23552" y="2378"/>
                      <a:pt x="23602" y="2267"/>
                      <a:pt x="23662" y="2167"/>
                    </a:cubicBezTo>
                    <a:close/>
                    <a:moveTo>
                      <a:pt x="80" y="8506"/>
                    </a:moveTo>
                    <a:cubicBezTo>
                      <a:pt x="70" y="8526"/>
                      <a:pt x="60" y="8536"/>
                      <a:pt x="50" y="8556"/>
                    </a:cubicBezTo>
                    <a:cubicBezTo>
                      <a:pt x="39" y="8574"/>
                      <a:pt x="30" y="8591"/>
                      <a:pt x="22" y="8608"/>
                    </a:cubicBezTo>
                    <a:lnTo>
                      <a:pt x="22" y="8608"/>
                    </a:lnTo>
                    <a:cubicBezTo>
                      <a:pt x="39" y="8580"/>
                      <a:pt x="60" y="8551"/>
                      <a:pt x="80" y="8516"/>
                    </a:cubicBezTo>
                    <a:cubicBezTo>
                      <a:pt x="80" y="8516"/>
                      <a:pt x="80" y="8506"/>
                      <a:pt x="80" y="8506"/>
                    </a:cubicBezTo>
                    <a:close/>
                    <a:moveTo>
                      <a:pt x="22" y="8608"/>
                    </a:moveTo>
                    <a:lnTo>
                      <a:pt x="22" y="8608"/>
                    </a:lnTo>
                    <a:cubicBezTo>
                      <a:pt x="14" y="8621"/>
                      <a:pt x="6" y="8634"/>
                      <a:pt x="0" y="8647"/>
                    </a:cubicBezTo>
                    <a:cubicBezTo>
                      <a:pt x="9" y="8634"/>
                      <a:pt x="15" y="8621"/>
                      <a:pt x="22" y="8608"/>
                    </a:cubicBezTo>
                    <a:close/>
                    <a:moveTo>
                      <a:pt x="23010" y="21867"/>
                    </a:moveTo>
                    <a:cubicBezTo>
                      <a:pt x="22990" y="21897"/>
                      <a:pt x="22970" y="21927"/>
                      <a:pt x="22960" y="21957"/>
                    </a:cubicBezTo>
                    <a:cubicBezTo>
                      <a:pt x="25207" y="22739"/>
                      <a:pt x="27534" y="23371"/>
                      <a:pt x="29801" y="24104"/>
                    </a:cubicBezTo>
                    <a:cubicBezTo>
                      <a:pt x="30463" y="24314"/>
                      <a:pt x="31646" y="24986"/>
                      <a:pt x="32389" y="24986"/>
                    </a:cubicBezTo>
                    <a:cubicBezTo>
                      <a:pt x="32419" y="24986"/>
                      <a:pt x="32449" y="24976"/>
                      <a:pt x="32479" y="24976"/>
                    </a:cubicBezTo>
                    <a:cubicBezTo>
                      <a:pt x="32690" y="24966"/>
                      <a:pt x="55088" y="23211"/>
                      <a:pt x="55088" y="23211"/>
                    </a:cubicBezTo>
                    <a:lnTo>
                      <a:pt x="55078" y="23131"/>
                    </a:lnTo>
                    <a:lnTo>
                      <a:pt x="32539" y="24886"/>
                    </a:lnTo>
                    <a:cubicBezTo>
                      <a:pt x="32539" y="24886"/>
                      <a:pt x="28477" y="23522"/>
                      <a:pt x="23010" y="21867"/>
                    </a:cubicBezTo>
                    <a:close/>
                  </a:path>
                </a:pathLst>
              </a:custGeom>
              <a:solidFill>
                <a:srgbClr val="B3E0E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98" name="Google Shape;17898;p62"/>
              <p:cNvSpPr/>
              <p:nvPr/>
            </p:nvSpPr>
            <p:spPr>
              <a:xfrm>
                <a:off x="4751553" y="320969"/>
                <a:ext cx="4587881" cy="2065040"/>
              </a:xfrm>
              <a:custGeom>
                <a:avLst/>
                <a:gdLst/>
                <a:ahLst/>
                <a:cxnLst/>
                <a:rect l="l" t="t" r="r" b="b"/>
                <a:pathLst>
                  <a:path w="55289" h="24886" extrusionOk="0">
                    <a:moveTo>
                      <a:pt x="25709" y="0"/>
                    </a:moveTo>
                    <a:cubicBezTo>
                      <a:pt x="25648" y="111"/>
                      <a:pt x="25588" y="281"/>
                      <a:pt x="25458" y="472"/>
                    </a:cubicBezTo>
                    <a:cubicBezTo>
                      <a:pt x="26130" y="1074"/>
                      <a:pt x="27093" y="2057"/>
                      <a:pt x="27444" y="2297"/>
                    </a:cubicBezTo>
                    <a:cubicBezTo>
                      <a:pt x="28577" y="3050"/>
                      <a:pt x="28587" y="2468"/>
                      <a:pt x="29731" y="3170"/>
                    </a:cubicBezTo>
                    <a:cubicBezTo>
                      <a:pt x="29590" y="2959"/>
                      <a:pt x="29540" y="2819"/>
                      <a:pt x="29410" y="2618"/>
                    </a:cubicBezTo>
                    <a:lnTo>
                      <a:pt x="29410" y="2618"/>
                    </a:lnTo>
                    <a:cubicBezTo>
                      <a:pt x="29962" y="3009"/>
                      <a:pt x="30915" y="3551"/>
                      <a:pt x="31777" y="4023"/>
                    </a:cubicBezTo>
                    <a:cubicBezTo>
                      <a:pt x="31958" y="4053"/>
                      <a:pt x="32078" y="4073"/>
                      <a:pt x="32108" y="4073"/>
                    </a:cubicBezTo>
                    <a:cubicBezTo>
                      <a:pt x="31877" y="3692"/>
                      <a:pt x="31306" y="3581"/>
                      <a:pt x="31175" y="3160"/>
                    </a:cubicBezTo>
                    <a:cubicBezTo>
                      <a:pt x="31075" y="2849"/>
                      <a:pt x="29380" y="1726"/>
                      <a:pt x="29129" y="1525"/>
                    </a:cubicBezTo>
                    <a:cubicBezTo>
                      <a:pt x="28918" y="1364"/>
                      <a:pt x="28708" y="1204"/>
                      <a:pt x="28517" y="1053"/>
                    </a:cubicBezTo>
                    <a:cubicBezTo>
                      <a:pt x="28447" y="1033"/>
                      <a:pt x="28397" y="1033"/>
                      <a:pt x="28357" y="1033"/>
                    </a:cubicBezTo>
                    <a:cubicBezTo>
                      <a:pt x="28246" y="1033"/>
                      <a:pt x="28196" y="1074"/>
                      <a:pt x="28146" y="1114"/>
                    </a:cubicBezTo>
                    <a:cubicBezTo>
                      <a:pt x="28106" y="1164"/>
                      <a:pt x="28076" y="1204"/>
                      <a:pt x="27986" y="1204"/>
                    </a:cubicBezTo>
                    <a:cubicBezTo>
                      <a:pt x="27956" y="1204"/>
                      <a:pt x="27915" y="1194"/>
                      <a:pt x="27855" y="1174"/>
                    </a:cubicBezTo>
                    <a:cubicBezTo>
                      <a:pt x="27253" y="973"/>
                      <a:pt x="26371" y="652"/>
                      <a:pt x="25699" y="20"/>
                    </a:cubicBezTo>
                    <a:cubicBezTo>
                      <a:pt x="25709" y="10"/>
                      <a:pt x="25709" y="0"/>
                      <a:pt x="25709" y="0"/>
                    </a:cubicBezTo>
                    <a:close/>
                    <a:moveTo>
                      <a:pt x="29280" y="5116"/>
                    </a:moveTo>
                    <a:cubicBezTo>
                      <a:pt x="29560" y="5116"/>
                      <a:pt x="30373" y="5437"/>
                      <a:pt x="30373" y="5437"/>
                    </a:cubicBezTo>
                    <a:cubicBezTo>
                      <a:pt x="30854" y="5597"/>
                      <a:pt x="31476" y="5988"/>
                      <a:pt x="31496" y="6179"/>
                    </a:cubicBezTo>
                    <a:cubicBezTo>
                      <a:pt x="31506" y="6229"/>
                      <a:pt x="31466" y="6249"/>
                      <a:pt x="31406" y="6249"/>
                    </a:cubicBezTo>
                    <a:cubicBezTo>
                      <a:pt x="31236" y="6249"/>
                      <a:pt x="30864" y="6109"/>
                      <a:pt x="30513" y="6059"/>
                    </a:cubicBezTo>
                    <a:cubicBezTo>
                      <a:pt x="30032" y="5988"/>
                      <a:pt x="29069" y="5246"/>
                      <a:pt x="29199" y="5136"/>
                    </a:cubicBezTo>
                    <a:cubicBezTo>
                      <a:pt x="29209" y="5126"/>
                      <a:pt x="29239" y="5116"/>
                      <a:pt x="29280" y="5116"/>
                    </a:cubicBezTo>
                    <a:close/>
                    <a:moveTo>
                      <a:pt x="16872" y="4564"/>
                    </a:moveTo>
                    <a:cubicBezTo>
                      <a:pt x="17022" y="4564"/>
                      <a:pt x="17193" y="4624"/>
                      <a:pt x="17363" y="4685"/>
                    </a:cubicBezTo>
                    <a:cubicBezTo>
                      <a:pt x="17524" y="4745"/>
                      <a:pt x="17674" y="4795"/>
                      <a:pt x="17775" y="4795"/>
                    </a:cubicBezTo>
                    <a:cubicBezTo>
                      <a:pt x="17795" y="4795"/>
                      <a:pt x="17825" y="4795"/>
                      <a:pt x="17845" y="4785"/>
                    </a:cubicBezTo>
                    <a:cubicBezTo>
                      <a:pt x="17845" y="4775"/>
                      <a:pt x="17855" y="4775"/>
                      <a:pt x="17865" y="4775"/>
                    </a:cubicBezTo>
                    <a:cubicBezTo>
                      <a:pt x="17995" y="4775"/>
                      <a:pt x="18386" y="5006"/>
                      <a:pt x="18778" y="5236"/>
                    </a:cubicBezTo>
                    <a:cubicBezTo>
                      <a:pt x="19159" y="5467"/>
                      <a:pt x="19540" y="5698"/>
                      <a:pt x="19650" y="5698"/>
                    </a:cubicBezTo>
                    <a:cubicBezTo>
                      <a:pt x="19670" y="5698"/>
                      <a:pt x="19680" y="5688"/>
                      <a:pt x="19670" y="5657"/>
                    </a:cubicBezTo>
                    <a:cubicBezTo>
                      <a:pt x="19660" y="5617"/>
                      <a:pt x="19680" y="5607"/>
                      <a:pt x="19710" y="5607"/>
                    </a:cubicBezTo>
                    <a:cubicBezTo>
                      <a:pt x="19961" y="5607"/>
                      <a:pt x="21195" y="6350"/>
                      <a:pt x="21656" y="6610"/>
                    </a:cubicBezTo>
                    <a:cubicBezTo>
                      <a:pt x="22168" y="6911"/>
                      <a:pt x="22268" y="7012"/>
                      <a:pt x="22148" y="7012"/>
                    </a:cubicBezTo>
                    <a:cubicBezTo>
                      <a:pt x="21957" y="7012"/>
                      <a:pt x="21175" y="6731"/>
                      <a:pt x="20844" y="6640"/>
                    </a:cubicBezTo>
                    <a:cubicBezTo>
                      <a:pt x="20663" y="6590"/>
                      <a:pt x="20513" y="6560"/>
                      <a:pt x="20392" y="6560"/>
                    </a:cubicBezTo>
                    <a:cubicBezTo>
                      <a:pt x="20152" y="6560"/>
                      <a:pt x="20031" y="6661"/>
                      <a:pt x="20122" y="6831"/>
                    </a:cubicBezTo>
                    <a:cubicBezTo>
                      <a:pt x="20132" y="6861"/>
                      <a:pt x="20102" y="6871"/>
                      <a:pt x="20031" y="6871"/>
                    </a:cubicBezTo>
                    <a:cubicBezTo>
                      <a:pt x="19540" y="6871"/>
                      <a:pt x="17323" y="6219"/>
                      <a:pt x="17163" y="5978"/>
                    </a:cubicBezTo>
                    <a:cubicBezTo>
                      <a:pt x="17113" y="5908"/>
                      <a:pt x="17183" y="5888"/>
                      <a:pt x="17293" y="5888"/>
                    </a:cubicBezTo>
                    <a:cubicBezTo>
                      <a:pt x="17423" y="5888"/>
                      <a:pt x="17604" y="5918"/>
                      <a:pt x="17785" y="5938"/>
                    </a:cubicBezTo>
                    <a:cubicBezTo>
                      <a:pt x="17955" y="5968"/>
                      <a:pt x="18116" y="5988"/>
                      <a:pt x="18196" y="5988"/>
                    </a:cubicBezTo>
                    <a:cubicBezTo>
                      <a:pt x="18286" y="5988"/>
                      <a:pt x="18276" y="5958"/>
                      <a:pt x="18075" y="5868"/>
                    </a:cubicBezTo>
                    <a:cubicBezTo>
                      <a:pt x="17333" y="5527"/>
                      <a:pt x="16390" y="4805"/>
                      <a:pt x="16691" y="4614"/>
                    </a:cubicBezTo>
                    <a:cubicBezTo>
                      <a:pt x="16741" y="4574"/>
                      <a:pt x="16802" y="4564"/>
                      <a:pt x="16872" y="4564"/>
                    </a:cubicBezTo>
                    <a:close/>
                    <a:moveTo>
                      <a:pt x="23352" y="6480"/>
                    </a:moveTo>
                    <a:cubicBezTo>
                      <a:pt x="23412" y="6480"/>
                      <a:pt x="23512" y="6510"/>
                      <a:pt x="23683" y="6580"/>
                    </a:cubicBezTo>
                    <a:cubicBezTo>
                      <a:pt x="24826" y="7082"/>
                      <a:pt x="25879" y="7914"/>
                      <a:pt x="25528" y="7914"/>
                    </a:cubicBezTo>
                    <a:cubicBezTo>
                      <a:pt x="25478" y="7914"/>
                      <a:pt x="25408" y="7904"/>
                      <a:pt x="25297" y="7864"/>
                    </a:cubicBezTo>
                    <a:cubicBezTo>
                      <a:pt x="24435" y="7573"/>
                      <a:pt x="23913" y="7473"/>
                      <a:pt x="23121" y="7072"/>
                    </a:cubicBezTo>
                    <a:cubicBezTo>
                      <a:pt x="22629" y="6821"/>
                      <a:pt x="23221" y="6971"/>
                      <a:pt x="23422" y="6861"/>
                    </a:cubicBezTo>
                    <a:cubicBezTo>
                      <a:pt x="23522" y="6811"/>
                      <a:pt x="23181" y="6480"/>
                      <a:pt x="23352" y="6480"/>
                    </a:cubicBezTo>
                    <a:close/>
                    <a:moveTo>
                      <a:pt x="29241" y="5769"/>
                    </a:moveTo>
                    <a:lnTo>
                      <a:pt x="29241" y="5769"/>
                    </a:lnTo>
                    <a:cubicBezTo>
                      <a:pt x="29333" y="5878"/>
                      <a:pt x="29792" y="5898"/>
                      <a:pt x="29932" y="5928"/>
                    </a:cubicBezTo>
                    <a:cubicBezTo>
                      <a:pt x="30082" y="5958"/>
                      <a:pt x="30222" y="5988"/>
                      <a:pt x="30363" y="6049"/>
                    </a:cubicBezTo>
                    <a:cubicBezTo>
                      <a:pt x="30764" y="6209"/>
                      <a:pt x="31095" y="6500"/>
                      <a:pt x="31396" y="6801"/>
                    </a:cubicBezTo>
                    <a:cubicBezTo>
                      <a:pt x="31847" y="6871"/>
                      <a:pt x="32560" y="7082"/>
                      <a:pt x="33171" y="7242"/>
                    </a:cubicBezTo>
                    <a:cubicBezTo>
                      <a:pt x="33553" y="7343"/>
                      <a:pt x="34746" y="7613"/>
                      <a:pt x="35208" y="7654"/>
                    </a:cubicBezTo>
                    <a:cubicBezTo>
                      <a:pt x="35669" y="7684"/>
                      <a:pt x="37234" y="8135"/>
                      <a:pt x="37475" y="8356"/>
                    </a:cubicBezTo>
                    <a:cubicBezTo>
                      <a:pt x="37505" y="8386"/>
                      <a:pt x="37485" y="8406"/>
                      <a:pt x="37424" y="8406"/>
                    </a:cubicBezTo>
                    <a:cubicBezTo>
                      <a:pt x="37254" y="8406"/>
                      <a:pt x="36823" y="8316"/>
                      <a:pt x="36341" y="8225"/>
                    </a:cubicBezTo>
                    <a:cubicBezTo>
                      <a:pt x="35860" y="8135"/>
                      <a:pt x="35338" y="8045"/>
                      <a:pt x="34997" y="8045"/>
                    </a:cubicBezTo>
                    <a:cubicBezTo>
                      <a:pt x="34937" y="8045"/>
                      <a:pt x="34887" y="8055"/>
                      <a:pt x="34836" y="8055"/>
                    </a:cubicBezTo>
                    <a:cubicBezTo>
                      <a:pt x="34726" y="8075"/>
                      <a:pt x="34606" y="8085"/>
                      <a:pt x="34485" y="8085"/>
                    </a:cubicBezTo>
                    <a:cubicBezTo>
                      <a:pt x="33853" y="8085"/>
                      <a:pt x="33101" y="7894"/>
                      <a:pt x="32560" y="7654"/>
                    </a:cubicBezTo>
                    <a:cubicBezTo>
                      <a:pt x="31928" y="7363"/>
                      <a:pt x="30945" y="6781"/>
                      <a:pt x="31256" y="6781"/>
                    </a:cubicBezTo>
                    <a:lnTo>
                      <a:pt x="31296" y="6781"/>
                    </a:lnTo>
                    <a:cubicBezTo>
                      <a:pt x="31035" y="6681"/>
                      <a:pt x="30774" y="6590"/>
                      <a:pt x="30503" y="6490"/>
                    </a:cubicBezTo>
                    <a:cubicBezTo>
                      <a:pt x="30393" y="6450"/>
                      <a:pt x="30273" y="6400"/>
                      <a:pt x="30162" y="6360"/>
                    </a:cubicBezTo>
                    <a:cubicBezTo>
                      <a:pt x="30032" y="6309"/>
                      <a:pt x="29901" y="6259"/>
                      <a:pt x="29781" y="6199"/>
                    </a:cubicBezTo>
                    <a:cubicBezTo>
                      <a:pt x="29571" y="6089"/>
                      <a:pt x="29391" y="5949"/>
                      <a:pt x="29241" y="5769"/>
                    </a:cubicBezTo>
                    <a:close/>
                    <a:moveTo>
                      <a:pt x="2949" y="8616"/>
                    </a:moveTo>
                    <a:cubicBezTo>
                      <a:pt x="3080" y="8616"/>
                      <a:pt x="3220" y="8647"/>
                      <a:pt x="3371" y="8717"/>
                    </a:cubicBezTo>
                    <a:cubicBezTo>
                      <a:pt x="4314" y="9178"/>
                      <a:pt x="6390" y="9941"/>
                      <a:pt x="5808" y="9941"/>
                    </a:cubicBezTo>
                    <a:cubicBezTo>
                      <a:pt x="5778" y="9941"/>
                      <a:pt x="5738" y="9941"/>
                      <a:pt x="5698" y="9930"/>
                    </a:cubicBezTo>
                    <a:cubicBezTo>
                      <a:pt x="4915" y="9860"/>
                      <a:pt x="4203" y="9620"/>
                      <a:pt x="3652" y="9620"/>
                    </a:cubicBezTo>
                    <a:cubicBezTo>
                      <a:pt x="3551" y="9620"/>
                      <a:pt x="3451" y="9630"/>
                      <a:pt x="3371" y="9640"/>
                    </a:cubicBezTo>
                    <a:cubicBezTo>
                      <a:pt x="3321" y="9650"/>
                      <a:pt x="3270" y="9660"/>
                      <a:pt x="3230" y="9660"/>
                    </a:cubicBezTo>
                    <a:cubicBezTo>
                      <a:pt x="3070" y="9660"/>
                      <a:pt x="3020" y="9569"/>
                      <a:pt x="2969" y="9479"/>
                    </a:cubicBezTo>
                    <a:cubicBezTo>
                      <a:pt x="2919" y="9389"/>
                      <a:pt x="2869" y="9299"/>
                      <a:pt x="2679" y="9299"/>
                    </a:cubicBezTo>
                    <a:cubicBezTo>
                      <a:pt x="2618" y="9299"/>
                      <a:pt x="2548" y="9309"/>
                      <a:pt x="2458" y="9329"/>
                    </a:cubicBezTo>
                    <a:cubicBezTo>
                      <a:pt x="2097" y="9419"/>
                      <a:pt x="1716" y="9479"/>
                      <a:pt x="1515" y="9479"/>
                    </a:cubicBezTo>
                    <a:cubicBezTo>
                      <a:pt x="1314" y="9479"/>
                      <a:pt x="1284" y="9419"/>
                      <a:pt x="1565" y="9268"/>
                    </a:cubicBezTo>
                    <a:cubicBezTo>
                      <a:pt x="2147" y="8958"/>
                      <a:pt x="1956" y="9098"/>
                      <a:pt x="2247" y="8887"/>
                    </a:cubicBezTo>
                    <a:cubicBezTo>
                      <a:pt x="2438" y="8747"/>
                      <a:pt x="2679" y="8616"/>
                      <a:pt x="2949" y="8616"/>
                    </a:cubicBezTo>
                    <a:close/>
                    <a:moveTo>
                      <a:pt x="23512" y="2729"/>
                    </a:moveTo>
                    <a:cubicBezTo>
                      <a:pt x="23512" y="2729"/>
                      <a:pt x="23502" y="2739"/>
                      <a:pt x="23502" y="2739"/>
                    </a:cubicBezTo>
                    <a:cubicBezTo>
                      <a:pt x="23482" y="2779"/>
                      <a:pt x="23452" y="2819"/>
                      <a:pt x="23412" y="2859"/>
                    </a:cubicBezTo>
                    <a:cubicBezTo>
                      <a:pt x="23191" y="3120"/>
                      <a:pt x="23151" y="3240"/>
                      <a:pt x="22940" y="3421"/>
                    </a:cubicBezTo>
                    <a:cubicBezTo>
                      <a:pt x="22820" y="3601"/>
                      <a:pt x="22800" y="3952"/>
                      <a:pt x="22720" y="4203"/>
                    </a:cubicBezTo>
                    <a:cubicBezTo>
                      <a:pt x="23151" y="4534"/>
                      <a:pt x="23592" y="4875"/>
                      <a:pt x="23693" y="4935"/>
                    </a:cubicBezTo>
                    <a:cubicBezTo>
                      <a:pt x="23703" y="4945"/>
                      <a:pt x="23713" y="4945"/>
                      <a:pt x="23713" y="4945"/>
                    </a:cubicBezTo>
                    <a:cubicBezTo>
                      <a:pt x="23753" y="4945"/>
                      <a:pt x="23582" y="4725"/>
                      <a:pt x="23402" y="4504"/>
                    </a:cubicBezTo>
                    <a:cubicBezTo>
                      <a:pt x="23231" y="4293"/>
                      <a:pt x="23051" y="4073"/>
                      <a:pt x="23091" y="4073"/>
                    </a:cubicBezTo>
                    <a:lnTo>
                      <a:pt x="23091" y="4073"/>
                    </a:lnTo>
                    <a:cubicBezTo>
                      <a:pt x="23091" y="4073"/>
                      <a:pt x="23101" y="4073"/>
                      <a:pt x="23111" y="4083"/>
                    </a:cubicBezTo>
                    <a:cubicBezTo>
                      <a:pt x="24475" y="5036"/>
                      <a:pt x="26150" y="6249"/>
                      <a:pt x="27554" y="7423"/>
                    </a:cubicBezTo>
                    <a:cubicBezTo>
                      <a:pt x="26250" y="7022"/>
                      <a:pt x="25277" y="6179"/>
                      <a:pt x="23993" y="5708"/>
                    </a:cubicBezTo>
                    <a:cubicBezTo>
                      <a:pt x="23713" y="5607"/>
                      <a:pt x="22379" y="4975"/>
                      <a:pt x="21476" y="4554"/>
                    </a:cubicBezTo>
                    <a:cubicBezTo>
                      <a:pt x="21355" y="4614"/>
                      <a:pt x="21235" y="4685"/>
                      <a:pt x="21115" y="4705"/>
                    </a:cubicBezTo>
                    <a:cubicBezTo>
                      <a:pt x="21175" y="4755"/>
                      <a:pt x="21235" y="4815"/>
                      <a:pt x="21295" y="4865"/>
                    </a:cubicBezTo>
                    <a:cubicBezTo>
                      <a:pt x="21686" y="5216"/>
                      <a:pt x="22078" y="5557"/>
                      <a:pt x="22007" y="5557"/>
                    </a:cubicBezTo>
                    <a:cubicBezTo>
                      <a:pt x="21977" y="5557"/>
                      <a:pt x="21897" y="5517"/>
                      <a:pt x="21737" y="5427"/>
                    </a:cubicBezTo>
                    <a:cubicBezTo>
                      <a:pt x="21626" y="5357"/>
                      <a:pt x="19891" y="4584"/>
                      <a:pt x="19761" y="4524"/>
                    </a:cubicBezTo>
                    <a:cubicBezTo>
                      <a:pt x="19660" y="4484"/>
                      <a:pt x="19590" y="4464"/>
                      <a:pt x="19540" y="4464"/>
                    </a:cubicBezTo>
                    <a:cubicBezTo>
                      <a:pt x="19460" y="4464"/>
                      <a:pt x="19450" y="4514"/>
                      <a:pt x="19460" y="4574"/>
                    </a:cubicBezTo>
                    <a:cubicBezTo>
                      <a:pt x="19460" y="4634"/>
                      <a:pt x="19470" y="4695"/>
                      <a:pt x="19420" y="4695"/>
                    </a:cubicBezTo>
                    <a:cubicBezTo>
                      <a:pt x="19389" y="4695"/>
                      <a:pt x="19339" y="4674"/>
                      <a:pt x="19259" y="4624"/>
                    </a:cubicBezTo>
                    <a:cubicBezTo>
                      <a:pt x="18838" y="4384"/>
                      <a:pt x="18095" y="4063"/>
                      <a:pt x="17373" y="3692"/>
                    </a:cubicBezTo>
                    <a:cubicBezTo>
                      <a:pt x="17293" y="3661"/>
                      <a:pt x="17223" y="3641"/>
                      <a:pt x="17153" y="3641"/>
                    </a:cubicBezTo>
                    <a:cubicBezTo>
                      <a:pt x="16922" y="3641"/>
                      <a:pt x="16711" y="3832"/>
                      <a:pt x="16491" y="4023"/>
                    </a:cubicBezTo>
                    <a:cubicBezTo>
                      <a:pt x="16270" y="4213"/>
                      <a:pt x="16039" y="4404"/>
                      <a:pt x="15738" y="4404"/>
                    </a:cubicBezTo>
                    <a:cubicBezTo>
                      <a:pt x="15678" y="4404"/>
                      <a:pt x="15608" y="4394"/>
                      <a:pt x="15538" y="4374"/>
                    </a:cubicBezTo>
                    <a:cubicBezTo>
                      <a:pt x="15297" y="4624"/>
                      <a:pt x="15066" y="4835"/>
                      <a:pt x="14906" y="4935"/>
                    </a:cubicBezTo>
                    <a:cubicBezTo>
                      <a:pt x="14474" y="5186"/>
                      <a:pt x="14244" y="5326"/>
                      <a:pt x="13833" y="5668"/>
                    </a:cubicBezTo>
                    <a:cubicBezTo>
                      <a:pt x="13742" y="5808"/>
                      <a:pt x="13742" y="5878"/>
                      <a:pt x="13822" y="5878"/>
                    </a:cubicBezTo>
                    <a:cubicBezTo>
                      <a:pt x="13913" y="5878"/>
                      <a:pt x="14133" y="5768"/>
                      <a:pt x="14454" y="5527"/>
                    </a:cubicBezTo>
                    <a:cubicBezTo>
                      <a:pt x="15016" y="5106"/>
                      <a:pt x="15417" y="4845"/>
                      <a:pt x="15558" y="4845"/>
                    </a:cubicBezTo>
                    <a:cubicBezTo>
                      <a:pt x="15638" y="4845"/>
                      <a:pt x="15628" y="4925"/>
                      <a:pt x="15538" y="5106"/>
                    </a:cubicBezTo>
                    <a:cubicBezTo>
                      <a:pt x="15257" y="5587"/>
                      <a:pt x="14264" y="6390"/>
                      <a:pt x="14103" y="6831"/>
                    </a:cubicBezTo>
                    <a:cubicBezTo>
                      <a:pt x="14023" y="7057"/>
                      <a:pt x="13790" y="7059"/>
                      <a:pt x="13470" y="7059"/>
                    </a:cubicBezTo>
                    <a:cubicBezTo>
                      <a:pt x="13463" y="7059"/>
                      <a:pt x="13456" y="7059"/>
                      <a:pt x="13448" y="7059"/>
                    </a:cubicBezTo>
                    <a:cubicBezTo>
                      <a:pt x="13132" y="7059"/>
                      <a:pt x="12735" y="7062"/>
                      <a:pt x="12318" y="7272"/>
                    </a:cubicBezTo>
                    <a:cubicBezTo>
                      <a:pt x="11917" y="7473"/>
                      <a:pt x="11566" y="7613"/>
                      <a:pt x="11385" y="7613"/>
                    </a:cubicBezTo>
                    <a:cubicBezTo>
                      <a:pt x="11225" y="7613"/>
                      <a:pt x="11215" y="7483"/>
                      <a:pt x="11475" y="7182"/>
                    </a:cubicBezTo>
                    <a:lnTo>
                      <a:pt x="11475" y="7182"/>
                    </a:lnTo>
                    <a:cubicBezTo>
                      <a:pt x="11084" y="7403"/>
                      <a:pt x="10091" y="7383"/>
                      <a:pt x="9780" y="7623"/>
                    </a:cubicBezTo>
                    <a:cubicBezTo>
                      <a:pt x="9600" y="7764"/>
                      <a:pt x="9379" y="7874"/>
                      <a:pt x="9178" y="7924"/>
                    </a:cubicBezTo>
                    <a:cubicBezTo>
                      <a:pt x="10001" y="8386"/>
                      <a:pt x="11335" y="8958"/>
                      <a:pt x="12819" y="9670"/>
                    </a:cubicBezTo>
                    <a:cubicBezTo>
                      <a:pt x="13913" y="10121"/>
                      <a:pt x="14926" y="10512"/>
                      <a:pt x="15317" y="10623"/>
                    </a:cubicBezTo>
                    <a:cubicBezTo>
                      <a:pt x="15467" y="10663"/>
                      <a:pt x="15628" y="10723"/>
                      <a:pt x="15768" y="10803"/>
                    </a:cubicBezTo>
                    <a:cubicBezTo>
                      <a:pt x="16220" y="11084"/>
                      <a:pt x="14234" y="11375"/>
                      <a:pt x="12819" y="11375"/>
                    </a:cubicBezTo>
                    <a:cubicBezTo>
                      <a:pt x="12188" y="11375"/>
                      <a:pt x="11676" y="11315"/>
                      <a:pt x="11536" y="11174"/>
                    </a:cubicBezTo>
                    <a:cubicBezTo>
                      <a:pt x="11465" y="11104"/>
                      <a:pt x="11405" y="11014"/>
                      <a:pt x="11325" y="10974"/>
                    </a:cubicBezTo>
                    <a:cubicBezTo>
                      <a:pt x="11265" y="10944"/>
                      <a:pt x="11205" y="10924"/>
                      <a:pt x="11144" y="10924"/>
                    </a:cubicBezTo>
                    <a:cubicBezTo>
                      <a:pt x="11014" y="10924"/>
                      <a:pt x="10884" y="10984"/>
                      <a:pt x="10753" y="11014"/>
                    </a:cubicBezTo>
                    <a:cubicBezTo>
                      <a:pt x="10623" y="11044"/>
                      <a:pt x="10502" y="11054"/>
                      <a:pt x="10392" y="11054"/>
                    </a:cubicBezTo>
                    <a:cubicBezTo>
                      <a:pt x="10011" y="11054"/>
                      <a:pt x="9680" y="10893"/>
                      <a:pt x="9369" y="10623"/>
                    </a:cubicBezTo>
                    <a:cubicBezTo>
                      <a:pt x="8687" y="10001"/>
                      <a:pt x="6891" y="9870"/>
                      <a:pt x="6831" y="9830"/>
                    </a:cubicBezTo>
                    <a:cubicBezTo>
                      <a:pt x="6651" y="9690"/>
                      <a:pt x="5628" y="8556"/>
                      <a:pt x="5427" y="8456"/>
                    </a:cubicBezTo>
                    <a:cubicBezTo>
                      <a:pt x="5317" y="8396"/>
                      <a:pt x="5196" y="8346"/>
                      <a:pt x="5066" y="8346"/>
                    </a:cubicBezTo>
                    <a:lnTo>
                      <a:pt x="5036" y="8346"/>
                    </a:lnTo>
                    <a:cubicBezTo>
                      <a:pt x="4925" y="8346"/>
                      <a:pt x="4003" y="7854"/>
                      <a:pt x="3451" y="7583"/>
                    </a:cubicBezTo>
                    <a:cubicBezTo>
                      <a:pt x="3341" y="7523"/>
                      <a:pt x="3290" y="7503"/>
                      <a:pt x="3270" y="7503"/>
                    </a:cubicBezTo>
                    <a:cubicBezTo>
                      <a:pt x="3190" y="7503"/>
                      <a:pt x="3521" y="7774"/>
                      <a:pt x="3310" y="7824"/>
                    </a:cubicBezTo>
                    <a:lnTo>
                      <a:pt x="3300" y="7824"/>
                    </a:lnTo>
                    <a:cubicBezTo>
                      <a:pt x="3230" y="7824"/>
                      <a:pt x="2990" y="7694"/>
                      <a:pt x="2759" y="7563"/>
                    </a:cubicBezTo>
                    <a:cubicBezTo>
                      <a:pt x="2729" y="7543"/>
                      <a:pt x="2699" y="7523"/>
                      <a:pt x="2669" y="7513"/>
                    </a:cubicBezTo>
                    <a:cubicBezTo>
                      <a:pt x="2638" y="7523"/>
                      <a:pt x="2598" y="7533"/>
                      <a:pt x="2558" y="7553"/>
                    </a:cubicBezTo>
                    <a:cubicBezTo>
                      <a:pt x="2478" y="7573"/>
                      <a:pt x="1655" y="7774"/>
                      <a:pt x="1385" y="7804"/>
                    </a:cubicBezTo>
                    <a:cubicBezTo>
                      <a:pt x="1304" y="7874"/>
                      <a:pt x="1204" y="7954"/>
                      <a:pt x="1144" y="7995"/>
                    </a:cubicBezTo>
                    <a:cubicBezTo>
                      <a:pt x="1064" y="8065"/>
                      <a:pt x="1064" y="8065"/>
                      <a:pt x="1254" y="8125"/>
                    </a:cubicBezTo>
                    <a:cubicBezTo>
                      <a:pt x="1415" y="8185"/>
                      <a:pt x="1114" y="8406"/>
                      <a:pt x="933" y="8406"/>
                    </a:cubicBezTo>
                    <a:lnTo>
                      <a:pt x="883" y="8406"/>
                    </a:lnTo>
                    <a:cubicBezTo>
                      <a:pt x="793" y="8376"/>
                      <a:pt x="693" y="8356"/>
                      <a:pt x="602" y="8356"/>
                    </a:cubicBezTo>
                    <a:cubicBezTo>
                      <a:pt x="502" y="8356"/>
                      <a:pt x="412" y="8376"/>
                      <a:pt x="362" y="8436"/>
                    </a:cubicBezTo>
                    <a:cubicBezTo>
                      <a:pt x="331" y="8466"/>
                      <a:pt x="311" y="8486"/>
                      <a:pt x="291" y="8506"/>
                    </a:cubicBezTo>
                    <a:cubicBezTo>
                      <a:pt x="291" y="8506"/>
                      <a:pt x="291" y="8516"/>
                      <a:pt x="291" y="8516"/>
                    </a:cubicBezTo>
                    <a:cubicBezTo>
                      <a:pt x="261" y="8566"/>
                      <a:pt x="231" y="8606"/>
                      <a:pt x="211" y="8647"/>
                    </a:cubicBezTo>
                    <a:cubicBezTo>
                      <a:pt x="121" y="8787"/>
                      <a:pt x="61" y="8857"/>
                      <a:pt x="0" y="8887"/>
                    </a:cubicBezTo>
                    <a:cubicBezTo>
                      <a:pt x="422" y="9118"/>
                      <a:pt x="592" y="9208"/>
                      <a:pt x="472" y="9208"/>
                    </a:cubicBezTo>
                    <a:cubicBezTo>
                      <a:pt x="442" y="9208"/>
                      <a:pt x="392" y="9198"/>
                      <a:pt x="321" y="9188"/>
                    </a:cubicBezTo>
                    <a:lnTo>
                      <a:pt x="321" y="9188"/>
                    </a:lnTo>
                    <a:cubicBezTo>
                      <a:pt x="351" y="9208"/>
                      <a:pt x="372" y="9218"/>
                      <a:pt x="392" y="9228"/>
                    </a:cubicBezTo>
                    <a:cubicBezTo>
                      <a:pt x="442" y="9258"/>
                      <a:pt x="1013" y="9620"/>
                      <a:pt x="1204" y="9720"/>
                    </a:cubicBezTo>
                    <a:cubicBezTo>
                      <a:pt x="1385" y="9820"/>
                      <a:pt x="2177" y="10051"/>
                      <a:pt x="2388" y="10171"/>
                    </a:cubicBezTo>
                    <a:cubicBezTo>
                      <a:pt x="2458" y="10211"/>
                      <a:pt x="2508" y="10221"/>
                      <a:pt x="2538" y="10221"/>
                    </a:cubicBezTo>
                    <a:cubicBezTo>
                      <a:pt x="2578" y="10221"/>
                      <a:pt x="2578" y="10181"/>
                      <a:pt x="2568" y="10141"/>
                    </a:cubicBezTo>
                    <a:cubicBezTo>
                      <a:pt x="2558" y="10091"/>
                      <a:pt x="2548" y="10051"/>
                      <a:pt x="2578" y="10051"/>
                    </a:cubicBezTo>
                    <a:lnTo>
                      <a:pt x="2598" y="10051"/>
                    </a:lnTo>
                    <a:cubicBezTo>
                      <a:pt x="3331" y="10402"/>
                      <a:pt x="3020" y="10211"/>
                      <a:pt x="3652" y="10733"/>
                    </a:cubicBezTo>
                    <a:cubicBezTo>
                      <a:pt x="5407" y="12197"/>
                      <a:pt x="6570" y="14695"/>
                      <a:pt x="6510" y="14765"/>
                    </a:cubicBezTo>
                    <a:cubicBezTo>
                      <a:pt x="6420" y="14855"/>
                      <a:pt x="6290" y="14886"/>
                      <a:pt x="6179" y="14936"/>
                    </a:cubicBezTo>
                    <a:cubicBezTo>
                      <a:pt x="5938" y="15046"/>
                      <a:pt x="5758" y="15257"/>
                      <a:pt x="5597" y="15467"/>
                    </a:cubicBezTo>
                    <a:cubicBezTo>
                      <a:pt x="5387" y="15718"/>
                      <a:pt x="5176" y="16049"/>
                      <a:pt x="5297" y="16350"/>
                    </a:cubicBezTo>
                    <a:cubicBezTo>
                      <a:pt x="5367" y="16531"/>
                      <a:pt x="5537" y="16641"/>
                      <a:pt x="5718" y="16731"/>
                    </a:cubicBezTo>
                    <a:cubicBezTo>
                      <a:pt x="6370" y="17052"/>
                      <a:pt x="7102" y="17032"/>
                      <a:pt x="7744" y="17353"/>
                    </a:cubicBezTo>
                    <a:cubicBezTo>
                      <a:pt x="7914" y="17443"/>
                      <a:pt x="8105" y="17473"/>
                      <a:pt x="8296" y="17473"/>
                    </a:cubicBezTo>
                    <a:cubicBezTo>
                      <a:pt x="8577" y="17473"/>
                      <a:pt x="8857" y="17413"/>
                      <a:pt x="9118" y="17403"/>
                    </a:cubicBezTo>
                    <a:cubicBezTo>
                      <a:pt x="9700" y="17363"/>
                      <a:pt x="10332" y="16862"/>
                      <a:pt x="10863" y="16641"/>
                    </a:cubicBezTo>
                    <a:cubicBezTo>
                      <a:pt x="11596" y="16330"/>
                      <a:pt x="12328" y="16029"/>
                      <a:pt x="13070" y="15718"/>
                    </a:cubicBezTo>
                    <a:lnTo>
                      <a:pt x="17363" y="13933"/>
                    </a:lnTo>
                    <a:cubicBezTo>
                      <a:pt x="18065" y="13642"/>
                      <a:pt x="18768" y="13351"/>
                      <a:pt x="19480" y="13070"/>
                    </a:cubicBezTo>
                    <a:cubicBezTo>
                      <a:pt x="19831" y="12940"/>
                      <a:pt x="20413" y="12589"/>
                      <a:pt x="20844" y="12589"/>
                    </a:cubicBezTo>
                    <a:cubicBezTo>
                      <a:pt x="20924" y="12589"/>
                      <a:pt x="21004" y="12609"/>
                      <a:pt x="21075" y="12639"/>
                    </a:cubicBezTo>
                    <a:cubicBezTo>
                      <a:pt x="20884" y="12759"/>
                      <a:pt x="20663" y="12869"/>
                      <a:pt x="20453" y="12970"/>
                    </a:cubicBezTo>
                    <a:cubicBezTo>
                      <a:pt x="19590" y="13371"/>
                      <a:pt x="18758" y="13682"/>
                      <a:pt x="17925" y="14173"/>
                    </a:cubicBezTo>
                    <a:cubicBezTo>
                      <a:pt x="17002" y="14725"/>
                      <a:pt x="16099" y="15287"/>
                      <a:pt x="15207" y="15879"/>
                    </a:cubicBezTo>
                    <a:cubicBezTo>
                      <a:pt x="14826" y="16139"/>
                      <a:pt x="14444" y="16390"/>
                      <a:pt x="14013" y="16541"/>
                    </a:cubicBezTo>
                    <a:cubicBezTo>
                      <a:pt x="13833" y="16611"/>
                      <a:pt x="13632" y="16651"/>
                      <a:pt x="13471" y="16761"/>
                    </a:cubicBezTo>
                    <a:cubicBezTo>
                      <a:pt x="13181" y="16952"/>
                      <a:pt x="13030" y="17303"/>
                      <a:pt x="12729" y="17493"/>
                    </a:cubicBezTo>
                    <a:cubicBezTo>
                      <a:pt x="12458" y="17674"/>
                      <a:pt x="12097" y="17684"/>
                      <a:pt x="11846" y="17915"/>
                    </a:cubicBezTo>
                    <a:cubicBezTo>
                      <a:pt x="11766" y="17985"/>
                      <a:pt x="11656" y="18065"/>
                      <a:pt x="11626" y="18166"/>
                    </a:cubicBezTo>
                    <a:cubicBezTo>
                      <a:pt x="11756" y="18166"/>
                      <a:pt x="11796" y="18266"/>
                      <a:pt x="11887" y="18336"/>
                    </a:cubicBezTo>
                    <a:cubicBezTo>
                      <a:pt x="11997" y="18426"/>
                      <a:pt x="12198" y="18426"/>
                      <a:pt x="12338" y="18446"/>
                    </a:cubicBezTo>
                    <a:cubicBezTo>
                      <a:pt x="12980" y="18527"/>
                      <a:pt x="13592" y="18647"/>
                      <a:pt x="14174" y="18958"/>
                    </a:cubicBezTo>
                    <a:cubicBezTo>
                      <a:pt x="14294" y="19018"/>
                      <a:pt x="14414" y="19088"/>
                      <a:pt x="14545" y="19108"/>
                    </a:cubicBezTo>
                    <a:lnTo>
                      <a:pt x="14555" y="19118"/>
                    </a:lnTo>
                    <a:lnTo>
                      <a:pt x="14645" y="19118"/>
                    </a:lnTo>
                    <a:cubicBezTo>
                      <a:pt x="14705" y="19118"/>
                      <a:pt x="14765" y="19108"/>
                      <a:pt x="14836" y="19098"/>
                    </a:cubicBezTo>
                    <a:cubicBezTo>
                      <a:pt x="15929" y="18928"/>
                      <a:pt x="16912" y="18246"/>
                      <a:pt x="17955" y="17895"/>
                    </a:cubicBezTo>
                    <a:cubicBezTo>
                      <a:pt x="20182" y="17142"/>
                      <a:pt x="22479" y="16852"/>
                      <a:pt x="24796" y="16420"/>
                    </a:cubicBezTo>
                    <a:cubicBezTo>
                      <a:pt x="25237" y="16340"/>
                      <a:pt x="25689" y="16250"/>
                      <a:pt x="26100" y="16049"/>
                    </a:cubicBezTo>
                    <a:cubicBezTo>
                      <a:pt x="26531" y="15838"/>
                      <a:pt x="26892" y="15517"/>
                      <a:pt x="27294" y="15257"/>
                    </a:cubicBezTo>
                    <a:cubicBezTo>
                      <a:pt x="28036" y="14775"/>
                      <a:pt x="29009" y="14364"/>
                      <a:pt x="29881" y="14244"/>
                    </a:cubicBezTo>
                    <a:lnTo>
                      <a:pt x="29881" y="14244"/>
                    </a:lnTo>
                    <a:cubicBezTo>
                      <a:pt x="29711" y="14565"/>
                      <a:pt x="29370" y="14876"/>
                      <a:pt x="29069" y="15106"/>
                    </a:cubicBezTo>
                    <a:cubicBezTo>
                      <a:pt x="28517" y="15517"/>
                      <a:pt x="28096" y="15879"/>
                      <a:pt x="27594" y="16360"/>
                    </a:cubicBezTo>
                    <a:cubicBezTo>
                      <a:pt x="27454" y="16480"/>
                      <a:pt x="27304" y="16591"/>
                      <a:pt x="27213" y="16751"/>
                    </a:cubicBezTo>
                    <a:cubicBezTo>
                      <a:pt x="27133" y="16892"/>
                      <a:pt x="27123" y="17062"/>
                      <a:pt x="27043" y="17203"/>
                    </a:cubicBezTo>
                    <a:cubicBezTo>
                      <a:pt x="26752" y="17764"/>
                      <a:pt x="25097" y="18326"/>
                      <a:pt x="24525" y="18527"/>
                    </a:cubicBezTo>
                    <a:cubicBezTo>
                      <a:pt x="24184" y="18637"/>
                      <a:pt x="23843" y="18747"/>
                      <a:pt x="23502" y="18858"/>
                    </a:cubicBezTo>
                    <a:cubicBezTo>
                      <a:pt x="23432" y="18888"/>
                      <a:pt x="22248" y="19329"/>
                      <a:pt x="22449" y="19550"/>
                    </a:cubicBezTo>
                    <a:cubicBezTo>
                      <a:pt x="22539" y="19560"/>
                      <a:pt x="22639" y="19560"/>
                      <a:pt x="22730" y="19560"/>
                    </a:cubicBezTo>
                    <a:cubicBezTo>
                      <a:pt x="22860" y="19560"/>
                      <a:pt x="22990" y="19560"/>
                      <a:pt x="23111" y="19540"/>
                    </a:cubicBezTo>
                    <a:cubicBezTo>
                      <a:pt x="24214" y="19419"/>
                      <a:pt x="25578" y="18707"/>
                      <a:pt x="26601" y="18276"/>
                    </a:cubicBezTo>
                    <a:cubicBezTo>
                      <a:pt x="27494" y="17895"/>
                      <a:pt x="28437" y="17193"/>
                      <a:pt x="29350" y="16962"/>
                    </a:cubicBezTo>
                    <a:lnTo>
                      <a:pt x="29350" y="16962"/>
                    </a:lnTo>
                    <a:cubicBezTo>
                      <a:pt x="29049" y="17483"/>
                      <a:pt x="28497" y="17604"/>
                      <a:pt x="28026" y="17915"/>
                    </a:cubicBezTo>
                    <a:cubicBezTo>
                      <a:pt x="27544" y="18246"/>
                      <a:pt x="27143" y="18667"/>
                      <a:pt x="26742" y="19078"/>
                    </a:cubicBezTo>
                    <a:cubicBezTo>
                      <a:pt x="26160" y="19660"/>
                      <a:pt x="25558" y="20232"/>
                      <a:pt x="24876" y="20693"/>
                    </a:cubicBezTo>
                    <a:cubicBezTo>
                      <a:pt x="24375" y="21014"/>
                      <a:pt x="23542" y="21335"/>
                      <a:pt x="23221" y="21867"/>
                    </a:cubicBezTo>
                    <a:cubicBezTo>
                      <a:pt x="28688" y="23522"/>
                      <a:pt x="32750" y="24886"/>
                      <a:pt x="32750" y="24886"/>
                    </a:cubicBezTo>
                    <a:lnTo>
                      <a:pt x="55289" y="23131"/>
                    </a:lnTo>
                    <a:lnTo>
                      <a:pt x="54306" y="14244"/>
                    </a:lnTo>
                    <a:cubicBezTo>
                      <a:pt x="54276" y="14224"/>
                      <a:pt x="54256" y="14214"/>
                      <a:pt x="54226" y="14193"/>
                    </a:cubicBezTo>
                    <a:cubicBezTo>
                      <a:pt x="54015" y="14073"/>
                      <a:pt x="53634" y="14203"/>
                      <a:pt x="53453" y="14053"/>
                    </a:cubicBezTo>
                    <a:cubicBezTo>
                      <a:pt x="52270" y="13120"/>
                      <a:pt x="51718" y="11636"/>
                      <a:pt x="49973" y="11495"/>
                    </a:cubicBezTo>
                    <a:cubicBezTo>
                      <a:pt x="49822" y="11485"/>
                      <a:pt x="49672" y="11485"/>
                      <a:pt x="49541" y="11415"/>
                    </a:cubicBezTo>
                    <a:cubicBezTo>
                      <a:pt x="49451" y="11355"/>
                      <a:pt x="49381" y="11275"/>
                      <a:pt x="49311" y="11194"/>
                    </a:cubicBezTo>
                    <a:cubicBezTo>
                      <a:pt x="48618" y="10382"/>
                      <a:pt x="47676" y="9790"/>
                      <a:pt x="46642" y="9519"/>
                    </a:cubicBezTo>
                    <a:cubicBezTo>
                      <a:pt x="46231" y="9409"/>
                      <a:pt x="45589" y="9208"/>
                      <a:pt x="45178" y="9078"/>
                    </a:cubicBezTo>
                    <a:cubicBezTo>
                      <a:pt x="44225" y="8807"/>
                      <a:pt x="43433" y="8376"/>
                      <a:pt x="42680" y="7814"/>
                    </a:cubicBezTo>
                    <a:cubicBezTo>
                      <a:pt x="42610" y="7764"/>
                      <a:pt x="42620" y="7744"/>
                      <a:pt x="42680" y="7744"/>
                    </a:cubicBezTo>
                    <a:cubicBezTo>
                      <a:pt x="42891" y="7744"/>
                      <a:pt x="43683" y="7975"/>
                      <a:pt x="43944" y="8085"/>
                    </a:cubicBezTo>
                    <a:cubicBezTo>
                      <a:pt x="44095" y="8145"/>
                      <a:pt x="44175" y="8165"/>
                      <a:pt x="44215" y="8165"/>
                    </a:cubicBezTo>
                    <a:cubicBezTo>
                      <a:pt x="44335" y="8165"/>
                      <a:pt x="43653" y="7764"/>
                      <a:pt x="42821" y="7353"/>
                    </a:cubicBezTo>
                    <a:cubicBezTo>
                      <a:pt x="41988" y="6951"/>
                      <a:pt x="41005" y="6540"/>
                      <a:pt x="40544" y="6540"/>
                    </a:cubicBezTo>
                    <a:cubicBezTo>
                      <a:pt x="40464" y="6540"/>
                      <a:pt x="40403" y="6550"/>
                      <a:pt x="40353" y="6580"/>
                    </a:cubicBezTo>
                    <a:cubicBezTo>
                      <a:pt x="40133" y="6721"/>
                      <a:pt x="40724" y="7092"/>
                      <a:pt x="40925" y="7262"/>
                    </a:cubicBezTo>
                    <a:cubicBezTo>
                      <a:pt x="41487" y="7754"/>
                      <a:pt x="41487" y="8045"/>
                      <a:pt x="41176" y="8045"/>
                    </a:cubicBezTo>
                    <a:cubicBezTo>
                      <a:pt x="41075" y="8045"/>
                      <a:pt x="40955" y="8015"/>
                      <a:pt x="40815" y="7965"/>
                    </a:cubicBezTo>
                    <a:cubicBezTo>
                      <a:pt x="40484" y="7844"/>
                      <a:pt x="39350" y="7433"/>
                      <a:pt x="38869" y="7433"/>
                    </a:cubicBezTo>
                    <a:lnTo>
                      <a:pt x="38789" y="7433"/>
                    </a:lnTo>
                    <a:cubicBezTo>
                      <a:pt x="38768" y="7443"/>
                      <a:pt x="38748" y="7443"/>
                      <a:pt x="38718" y="7443"/>
                    </a:cubicBezTo>
                    <a:cubicBezTo>
                      <a:pt x="38648" y="7443"/>
                      <a:pt x="38538" y="7433"/>
                      <a:pt x="38417" y="7423"/>
                    </a:cubicBezTo>
                    <a:cubicBezTo>
                      <a:pt x="38307" y="7413"/>
                      <a:pt x="38177" y="7403"/>
                      <a:pt x="38076" y="7403"/>
                    </a:cubicBezTo>
                    <a:cubicBezTo>
                      <a:pt x="37976" y="7403"/>
                      <a:pt x="37896" y="7413"/>
                      <a:pt x="37856" y="7433"/>
                    </a:cubicBezTo>
                    <a:cubicBezTo>
                      <a:pt x="37826" y="7463"/>
                      <a:pt x="37785" y="7473"/>
                      <a:pt x="37725" y="7473"/>
                    </a:cubicBezTo>
                    <a:cubicBezTo>
                      <a:pt x="37194" y="7473"/>
                      <a:pt x="35649" y="6490"/>
                      <a:pt x="35167" y="6259"/>
                    </a:cubicBezTo>
                    <a:cubicBezTo>
                      <a:pt x="35137" y="6249"/>
                      <a:pt x="35117" y="6239"/>
                      <a:pt x="35097" y="6239"/>
                    </a:cubicBezTo>
                    <a:cubicBezTo>
                      <a:pt x="34997" y="6239"/>
                      <a:pt x="34887" y="6249"/>
                      <a:pt x="34776" y="6269"/>
                    </a:cubicBezTo>
                    <a:cubicBezTo>
                      <a:pt x="34676" y="6289"/>
                      <a:pt x="34576" y="6320"/>
                      <a:pt x="34485" y="6370"/>
                    </a:cubicBezTo>
                    <a:cubicBezTo>
                      <a:pt x="34245" y="6480"/>
                      <a:pt x="33984" y="6540"/>
                      <a:pt x="33713" y="6540"/>
                    </a:cubicBezTo>
                    <a:cubicBezTo>
                      <a:pt x="33392" y="6540"/>
                      <a:pt x="33071" y="6460"/>
                      <a:pt x="32780" y="6299"/>
                    </a:cubicBezTo>
                    <a:cubicBezTo>
                      <a:pt x="31336" y="5547"/>
                      <a:pt x="29952" y="4604"/>
                      <a:pt x="28347" y="4494"/>
                    </a:cubicBezTo>
                    <a:lnTo>
                      <a:pt x="28297" y="4494"/>
                    </a:lnTo>
                    <a:cubicBezTo>
                      <a:pt x="28246" y="4494"/>
                      <a:pt x="28196" y="4504"/>
                      <a:pt x="28166" y="4534"/>
                    </a:cubicBezTo>
                    <a:cubicBezTo>
                      <a:pt x="28126" y="4584"/>
                      <a:pt x="28136" y="4644"/>
                      <a:pt x="28146" y="4695"/>
                    </a:cubicBezTo>
                    <a:cubicBezTo>
                      <a:pt x="28216" y="5066"/>
                      <a:pt x="28467" y="5387"/>
                      <a:pt x="28567" y="5748"/>
                    </a:cubicBezTo>
                    <a:cubicBezTo>
                      <a:pt x="28678" y="6149"/>
                      <a:pt x="29861" y="6761"/>
                      <a:pt x="29601" y="7082"/>
                    </a:cubicBezTo>
                    <a:cubicBezTo>
                      <a:pt x="29219" y="6610"/>
                      <a:pt x="27915" y="6019"/>
                      <a:pt x="26742" y="5086"/>
                    </a:cubicBezTo>
                    <a:cubicBezTo>
                      <a:pt x="26040" y="4524"/>
                      <a:pt x="25448" y="3551"/>
                      <a:pt x="24946" y="3200"/>
                    </a:cubicBezTo>
                    <a:cubicBezTo>
                      <a:pt x="24866" y="3140"/>
                      <a:pt x="24816" y="3120"/>
                      <a:pt x="24776" y="3120"/>
                    </a:cubicBezTo>
                    <a:cubicBezTo>
                      <a:pt x="24655" y="3120"/>
                      <a:pt x="24746" y="3381"/>
                      <a:pt x="24836" y="3651"/>
                    </a:cubicBezTo>
                    <a:cubicBezTo>
                      <a:pt x="24926" y="3912"/>
                      <a:pt x="25017" y="4183"/>
                      <a:pt x="24896" y="4183"/>
                    </a:cubicBezTo>
                    <a:cubicBezTo>
                      <a:pt x="24866" y="4183"/>
                      <a:pt x="24826" y="4163"/>
                      <a:pt x="24766" y="4123"/>
                    </a:cubicBezTo>
                    <a:cubicBezTo>
                      <a:pt x="24405" y="3892"/>
                      <a:pt x="23923" y="3230"/>
                      <a:pt x="23512" y="27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899" name="Google Shape;17899;p62"/>
              <p:cNvSpPr/>
              <p:nvPr/>
            </p:nvSpPr>
            <p:spPr>
              <a:xfrm>
                <a:off x="7177805" y="799514"/>
                <a:ext cx="178988" cy="85801"/>
              </a:xfrm>
              <a:custGeom>
                <a:avLst/>
                <a:gdLst/>
                <a:ahLst/>
                <a:cxnLst/>
                <a:rect l="l" t="t" r="r" b="b"/>
                <a:pathLst>
                  <a:path w="2157" h="1034" extrusionOk="0">
                    <a:moveTo>
                      <a:pt x="0" y="1"/>
                    </a:moveTo>
                    <a:cubicBezTo>
                      <a:pt x="1" y="1"/>
                      <a:pt x="1" y="2"/>
                      <a:pt x="2" y="2"/>
                    </a:cubicBezTo>
                    <a:lnTo>
                      <a:pt x="2" y="2"/>
                    </a:lnTo>
                    <a:cubicBezTo>
                      <a:pt x="1" y="2"/>
                      <a:pt x="1" y="1"/>
                      <a:pt x="0" y="1"/>
                    </a:cubicBezTo>
                    <a:close/>
                    <a:moveTo>
                      <a:pt x="2" y="2"/>
                    </a:moveTo>
                    <a:cubicBezTo>
                      <a:pt x="152" y="182"/>
                      <a:pt x="332" y="322"/>
                      <a:pt x="542" y="432"/>
                    </a:cubicBezTo>
                    <a:cubicBezTo>
                      <a:pt x="662" y="492"/>
                      <a:pt x="793" y="542"/>
                      <a:pt x="923" y="593"/>
                    </a:cubicBezTo>
                    <a:cubicBezTo>
                      <a:pt x="1034" y="633"/>
                      <a:pt x="1154" y="683"/>
                      <a:pt x="1264" y="723"/>
                    </a:cubicBezTo>
                    <a:cubicBezTo>
                      <a:pt x="1535" y="823"/>
                      <a:pt x="1796" y="914"/>
                      <a:pt x="2057" y="1014"/>
                    </a:cubicBezTo>
                    <a:cubicBezTo>
                      <a:pt x="2087" y="1024"/>
                      <a:pt x="2127" y="1024"/>
                      <a:pt x="2157" y="1034"/>
                    </a:cubicBezTo>
                    <a:cubicBezTo>
                      <a:pt x="1856" y="733"/>
                      <a:pt x="1525" y="442"/>
                      <a:pt x="1124" y="282"/>
                    </a:cubicBezTo>
                    <a:cubicBezTo>
                      <a:pt x="983" y="221"/>
                      <a:pt x="843" y="191"/>
                      <a:pt x="693" y="161"/>
                    </a:cubicBezTo>
                    <a:cubicBezTo>
                      <a:pt x="553" y="131"/>
                      <a:pt x="94" y="111"/>
                      <a:pt x="2" y="2"/>
                    </a:cubicBezTo>
                    <a:close/>
                  </a:path>
                </a:pathLst>
              </a:custGeom>
              <a:solidFill>
                <a:srgbClr val="CCE3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00" name="Google Shape;17900;p62"/>
              <p:cNvSpPr/>
              <p:nvPr/>
            </p:nvSpPr>
            <p:spPr>
              <a:xfrm>
                <a:off x="6883973" y="315160"/>
                <a:ext cx="234004" cy="105717"/>
              </a:xfrm>
              <a:custGeom>
                <a:avLst/>
                <a:gdLst/>
                <a:ahLst/>
                <a:cxnLst/>
                <a:rect l="l" t="t" r="r" b="b"/>
                <a:pathLst>
                  <a:path w="2820" h="1274" extrusionOk="0">
                    <a:moveTo>
                      <a:pt x="2288" y="1274"/>
                    </a:moveTo>
                    <a:cubicBezTo>
                      <a:pt x="2258" y="1274"/>
                      <a:pt x="2217" y="1264"/>
                      <a:pt x="2157" y="1244"/>
                    </a:cubicBezTo>
                    <a:cubicBezTo>
                      <a:pt x="1555" y="1043"/>
                      <a:pt x="673" y="722"/>
                      <a:pt x="1" y="90"/>
                    </a:cubicBezTo>
                    <a:cubicBezTo>
                      <a:pt x="11" y="80"/>
                      <a:pt x="11" y="70"/>
                      <a:pt x="11" y="70"/>
                    </a:cubicBezTo>
                    <a:cubicBezTo>
                      <a:pt x="51" y="20"/>
                      <a:pt x="91" y="0"/>
                      <a:pt x="131" y="0"/>
                    </a:cubicBezTo>
                    <a:cubicBezTo>
                      <a:pt x="191" y="0"/>
                      <a:pt x="271" y="40"/>
                      <a:pt x="372" y="120"/>
                    </a:cubicBezTo>
                    <a:cubicBezTo>
                      <a:pt x="462" y="191"/>
                      <a:pt x="582" y="221"/>
                      <a:pt x="703" y="221"/>
                    </a:cubicBezTo>
                    <a:cubicBezTo>
                      <a:pt x="733" y="221"/>
                      <a:pt x="763" y="221"/>
                      <a:pt x="793" y="211"/>
                    </a:cubicBezTo>
                    <a:cubicBezTo>
                      <a:pt x="913" y="311"/>
                      <a:pt x="1515" y="431"/>
                      <a:pt x="1646" y="431"/>
                    </a:cubicBezTo>
                    <a:cubicBezTo>
                      <a:pt x="1656" y="431"/>
                      <a:pt x="1656" y="431"/>
                      <a:pt x="1666" y="431"/>
                    </a:cubicBezTo>
                    <a:cubicBezTo>
                      <a:pt x="1676" y="421"/>
                      <a:pt x="1686" y="421"/>
                      <a:pt x="1696" y="421"/>
                    </a:cubicBezTo>
                    <a:cubicBezTo>
                      <a:pt x="1856" y="421"/>
                      <a:pt x="2298" y="722"/>
                      <a:pt x="2819" y="1123"/>
                    </a:cubicBezTo>
                    <a:cubicBezTo>
                      <a:pt x="2749" y="1103"/>
                      <a:pt x="2699" y="1103"/>
                      <a:pt x="2659" y="1103"/>
                    </a:cubicBezTo>
                    <a:cubicBezTo>
                      <a:pt x="2548" y="1103"/>
                      <a:pt x="2498" y="1144"/>
                      <a:pt x="2448" y="1184"/>
                    </a:cubicBezTo>
                    <a:cubicBezTo>
                      <a:pt x="2408" y="1234"/>
                      <a:pt x="2378" y="1274"/>
                      <a:pt x="2288" y="1274"/>
                    </a:cubicBezTo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01" name="Google Shape;17901;p62"/>
              <p:cNvSpPr/>
              <p:nvPr/>
            </p:nvSpPr>
            <p:spPr>
              <a:xfrm>
                <a:off x="6863974" y="360052"/>
                <a:ext cx="83" cy="83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C46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02" name="Google Shape;17902;p62"/>
              <p:cNvSpPr/>
              <p:nvPr/>
            </p:nvSpPr>
            <p:spPr>
              <a:xfrm>
                <a:off x="6702495" y="360052"/>
                <a:ext cx="961489" cy="548581"/>
              </a:xfrm>
              <a:custGeom>
                <a:avLst/>
                <a:gdLst/>
                <a:ahLst/>
                <a:cxnLst/>
                <a:rect l="l" t="t" r="r" b="b"/>
                <a:pathLst>
                  <a:path w="11587" h="6611" extrusionOk="0">
                    <a:moveTo>
                      <a:pt x="1947" y="1"/>
                    </a:moveTo>
                    <a:cubicBezTo>
                      <a:pt x="1947" y="11"/>
                      <a:pt x="1937" y="21"/>
                      <a:pt x="1927" y="31"/>
                    </a:cubicBezTo>
                    <a:cubicBezTo>
                      <a:pt x="1917" y="51"/>
                      <a:pt x="1907" y="71"/>
                      <a:pt x="1897" y="91"/>
                    </a:cubicBezTo>
                    <a:cubicBezTo>
                      <a:pt x="1586" y="572"/>
                      <a:pt x="934" y="1194"/>
                      <a:pt x="593" y="1455"/>
                    </a:cubicBezTo>
                    <a:cubicBezTo>
                      <a:pt x="492" y="1535"/>
                      <a:pt x="422" y="1616"/>
                      <a:pt x="362" y="1696"/>
                    </a:cubicBezTo>
                    <a:cubicBezTo>
                      <a:pt x="302" y="1796"/>
                      <a:pt x="252" y="1907"/>
                      <a:pt x="172" y="2027"/>
                    </a:cubicBezTo>
                    <a:cubicBezTo>
                      <a:pt x="121" y="2097"/>
                      <a:pt x="71" y="2177"/>
                      <a:pt x="1" y="2258"/>
                    </a:cubicBezTo>
                    <a:cubicBezTo>
                      <a:pt x="412" y="2759"/>
                      <a:pt x="894" y="3421"/>
                      <a:pt x="1255" y="3652"/>
                    </a:cubicBezTo>
                    <a:cubicBezTo>
                      <a:pt x="1315" y="3692"/>
                      <a:pt x="1355" y="3712"/>
                      <a:pt x="1385" y="3712"/>
                    </a:cubicBezTo>
                    <a:cubicBezTo>
                      <a:pt x="1506" y="3712"/>
                      <a:pt x="1415" y="3441"/>
                      <a:pt x="1325" y="3180"/>
                    </a:cubicBezTo>
                    <a:cubicBezTo>
                      <a:pt x="1235" y="2910"/>
                      <a:pt x="1144" y="2649"/>
                      <a:pt x="1265" y="2649"/>
                    </a:cubicBezTo>
                    <a:cubicBezTo>
                      <a:pt x="1305" y="2649"/>
                      <a:pt x="1355" y="2669"/>
                      <a:pt x="1435" y="2729"/>
                    </a:cubicBezTo>
                    <a:cubicBezTo>
                      <a:pt x="1937" y="3080"/>
                      <a:pt x="2529" y="4053"/>
                      <a:pt x="3231" y="4615"/>
                    </a:cubicBezTo>
                    <a:cubicBezTo>
                      <a:pt x="4404" y="5548"/>
                      <a:pt x="5708" y="6139"/>
                      <a:pt x="6090" y="6611"/>
                    </a:cubicBezTo>
                    <a:cubicBezTo>
                      <a:pt x="6350" y="6290"/>
                      <a:pt x="5167" y="5678"/>
                      <a:pt x="5056" y="5277"/>
                    </a:cubicBezTo>
                    <a:cubicBezTo>
                      <a:pt x="4956" y="4916"/>
                      <a:pt x="4705" y="4595"/>
                      <a:pt x="4635" y="4224"/>
                    </a:cubicBezTo>
                    <a:cubicBezTo>
                      <a:pt x="4625" y="4173"/>
                      <a:pt x="4615" y="4113"/>
                      <a:pt x="4655" y="4063"/>
                    </a:cubicBezTo>
                    <a:cubicBezTo>
                      <a:pt x="4685" y="4033"/>
                      <a:pt x="4735" y="4023"/>
                      <a:pt x="4786" y="4023"/>
                    </a:cubicBezTo>
                    <a:lnTo>
                      <a:pt x="4836" y="4023"/>
                    </a:lnTo>
                    <a:cubicBezTo>
                      <a:pt x="6441" y="4133"/>
                      <a:pt x="7825" y="5076"/>
                      <a:pt x="9269" y="5828"/>
                    </a:cubicBezTo>
                    <a:cubicBezTo>
                      <a:pt x="9560" y="5989"/>
                      <a:pt x="9881" y="6069"/>
                      <a:pt x="10202" y="6069"/>
                    </a:cubicBezTo>
                    <a:cubicBezTo>
                      <a:pt x="10473" y="6069"/>
                      <a:pt x="10734" y="6009"/>
                      <a:pt x="10974" y="5899"/>
                    </a:cubicBezTo>
                    <a:cubicBezTo>
                      <a:pt x="11065" y="5849"/>
                      <a:pt x="11165" y="5818"/>
                      <a:pt x="11265" y="5798"/>
                    </a:cubicBezTo>
                    <a:cubicBezTo>
                      <a:pt x="11376" y="5778"/>
                      <a:pt x="11486" y="5768"/>
                      <a:pt x="11586" y="5768"/>
                    </a:cubicBezTo>
                    <a:cubicBezTo>
                      <a:pt x="11516" y="5738"/>
                      <a:pt x="11456" y="5728"/>
                      <a:pt x="11406" y="5728"/>
                    </a:cubicBezTo>
                    <a:cubicBezTo>
                      <a:pt x="11336" y="5728"/>
                      <a:pt x="11285" y="5738"/>
                      <a:pt x="11235" y="5758"/>
                    </a:cubicBezTo>
                    <a:cubicBezTo>
                      <a:pt x="11185" y="5768"/>
                      <a:pt x="11135" y="5788"/>
                      <a:pt x="11065" y="5788"/>
                    </a:cubicBezTo>
                    <a:cubicBezTo>
                      <a:pt x="11025" y="5788"/>
                      <a:pt x="10984" y="5778"/>
                      <a:pt x="10924" y="5768"/>
                    </a:cubicBezTo>
                    <a:cubicBezTo>
                      <a:pt x="10423" y="5608"/>
                      <a:pt x="9349" y="4976"/>
                      <a:pt x="8958" y="4896"/>
                    </a:cubicBezTo>
                    <a:cubicBezTo>
                      <a:pt x="8738" y="4855"/>
                      <a:pt x="8497" y="4855"/>
                      <a:pt x="8326" y="4705"/>
                    </a:cubicBezTo>
                    <a:cubicBezTo>
                      <a:pt x="8246" y="4645"/>
                      <a:pt x="8196" y="4555"/>
                      <a:pt x="8146" y="4474"/>
                    </a:cubicBezTo>
                    <a:cubicBezTo>
                      <a:pt x="7745" y="3852"/>
                      <a:pt x="7504" y="3933"/>
                      <a:pt x="6992" y="3481"/>
                    </a:cubicBezTo>
                    <a:cubicBezTo>
                      <a:pt x="6872" y="3401"/>
                      <a:pt x="6922" y="3371"/>
                      <a:pt x="7052" y="3371"/>
                    </a:cubicBezTo>
                    <a:cubicBezTo>
                      <a:pt x="7243" y="3371"/>
                      <a:pt x="7614" y="3431"/>
                      <a:pt x="7935" y="3491"/>
                    </a:cubicBezTo>
                    <a:cubicBezTo>
                      <a:pt x="8056" y="3511"/>
                      <a:pt x="8166" y="3531"/>
                      <a:pt x="8266" y="3552"/>
                    </a:cubicBezTo>
                    <a:cubicBezTo>
                      <a:pt x="7404" y="3080"/>
                      <a:pt x="6451" y="2538"/>
                      <a:pt x="5899" y="2147"/>
                    </a:cubicBezTo>
                    <a:lnTo>
                      <a:pt x="5899" y="2147"/>
                    </a:lnTo>
                    <a:cubicBezTo>
                      <a:pt x="6029" y="2348"/>
                      <a:pt x="6079" y="2488"/>
                      <a:pt x="6220" y="2699"/>
                    </a:cubicBezTo>
                    <a:cubicBezTo>
                      <a:pt x="5076" y="1997"/>
                      <a:pt x="5066" y="2579"/>
                      <a:pt x="3933" y="1826"/>
                    </a:cubicBezTo>
                    <a:cubicBezTo>
                      <a:pt x="3582" y="1586"/>
                      <a:pt x="2619" y="603"/>
                      <a:pt x="1947" y="1"/>
                    </a:cubicBez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03" name="Google Shape;17903;p62"/>
              <p:cNvSpPr/>
              <p:nvPr/>
            </p:nvSpPr>
            <p:spPr>
              <a:xfrm>
                <a:off x="6040813" y="574804"/>
                <a:ext cx="997254" cy="362125"/>
              </a:xfrm>
              <a:custGeom>
                <a:avLst/>
                <a:gdLst/>
                <a:ahLst/>
                <a:cxnLst/>
                <a:rect l="l" t="t" r="r" b="b"/>
                <a:pathLst>
                  <a:path w="12018" h="4364" extrusionOk="0">
                    <a:moveTo>
                      <a:pt x="1335" y="1"/>
                    </a:moveTo>
                    <a:cubicBezTo>
                      <a:pt x="1255" y="41"/>
                      <a:pt x="1174" y="81"/>
                      <a:pt x="1104" y="131"/>
                    </a:cubicBezTo>
                    <a:cubicBezTo>
                      <a:pt x="893" y="302"/>
                      <a:pt x="422" y="863"/>
                      <a:pt x="1" y="1315"/>
                    </a:cubicBezTo>
                    <a:cubicBezTo>
                      <a:pt x="71" y="1335"/>
                      <a:pt x="141" y="1345"/>
                      <a:pt x="201" y="1345"/>
                    </a:cubicBezTo>
                    <a:cubicBezTo>
                      <a:pt x="502" y="1345"/>
                      <a:pt x="733" y="1154"/>
                      <a:pt x="954" y="964"/>
                    </a:cubicBezTo>
                    <a:cubicBezTo>
                      <a:pt x="1174" y="773"/>
                      <a:pt x="1385" y="582"/>
                      <a:pt x="1616" y="582"/>
                    </a:cubicBezTo>
                    <a:cubicBezTo>
                      <a:pt x="1686" y="582"/>
                      <a:pt x="1756" y="602"/>
                      <a:pt x="1836" y="633"/>
                    </a:cubicBezTo>
                    <a:cubicBezTo>
                      <a:pt x="2558" y="1004"/>
                      <a:pt x="3301" y="1325"/>
                      <a:pt x="3722" y="1565"/>
                    </a:cubicBezTo>
                    <a:cubicBezTo>
                      <a:pt x="3802" y="1615"/>
                      <a:pt x="3852" y="1636"/>
                      <a:pt x="3883" y="1636"/>
                    </a:cubicBezTo>
                    <a:cubicBezTo>
                      <a:pt x="3933" y="1636"/>
                      <a:pt x="3923" y="1575"/>
                      <a:pt x="3923" y="1515"/>
                    </a:cubicBezTo>
                    <a:cubicBezTo>
                      <a:pt x="3913" y="1455"/>
                      <a:pt x="3923" y="1405"/>
                      <a:pt x="4003" y="1405"/>
                    </a:cubicBezTo>
                    <a:cubicBezTo>
                      <a:pt x="4053" y="1405"/>
                      <a:pt x="4123" y="1425"/>
                      <a:pt x="4224" y="1465"/>
                    </a:cubicBezTo>
                    <a:cubicBezTo>
                      <a:pt x="4354" y="1525"/>
                      <a:pt x="6089" y="2298"/>
                      <a:pt x="6200" y="2368"/>
                    </a:cubicBezTo>
                    <a:cubicBezTo>
                      <a:pt x="6360" y="2458"/>
                      <a:pt x="6440" y="2498"/>
                      <a:pt x="6470" y="2498"/>
                    </a:cubicBezTo>
                    <a:cubicBezTo>
                      <a:pt x="6541" y="2498"/>
                      <a:pt x="6149" y="2157"/>
                      <a:pt x="5758" y="1806"/>
                    </a:cubicBezTo>
                    <a:cubicBezTo>
                      <a:pt x="5698" y="1756"/>
                      <a:pt x="5638" y="1696"/>
                      <a:pt x="5578" y="1646"/>
                    </a:cubicBezTo>
                    <a:cubicBezTo>
                      <a:pt x="5538" y="1656"/>
                      <a:pt x="5507" y="1656"/>
                      <a:pt x="5467" y="1656"/>
                    </a:cubicBezTo>
                    <a:cubicBezTo>
                      <a:pt x="5427" y="1656"/>
                      <a:pt x="5377" y="1646"/>
                      <a:pt x="5337" y="1636"/>
                    </a:cubicBezTo>
                    <a:cubicBezTo>
                      <a:pt x="5207" y="1595"/>
                      <a:pt x="5176" y="1505"/>
                      <a:pt x="5086" y="1505"/>
                    </a:cubicBezTo>
                    <a:cubicBezTo>
                      <a:pt x="5066" y="1505"/>
                      <a:pt x="5046" y="1515"/>
                      <a:pt x="5016" y="1515"/>
                    </a:cubicBezTo>
                    <a:cubicBezTo>
                      <a:pt x="5016" y="1525"/>
                      <a:pt x="5006" y="1525"/>
                      <a:pt x="4996" y="1525"/>
                    </a:cubicBezTo>
                    <a:cubicBezTo>
                      <a:pt x="4735" y="1525"/>
                      <a:pt x="3451" y="713"/>
                      <a:pt x="2970" y="482"/>
                    </a:cubicBezTo>
                    <a:cubicBezTo>
                      <a:pt x="2478" y="251"/>
                      <a:pt x="1907" y="362"/>
                      <a:pt x="1515" y="141"/>
                    </a:cubicBezTo>
                    <a:cubicBezTo>
                      <a:pt x="1455" y="111"/>
                      <a:pt x="1395" y="51"/>
                      <a:pt x="1335" y="1"/>
                    </a:cubicBezTo>
                    <a:close/>
                    <a:moveTo>
                      <a:pt x="7554" y="1014"/>
                    </a:moveTo>
                    <a:lnTo>
                      <a:pt x="7554" y="1014"/>
                    </a:lnTo>
                    <a:cubicBezTo>
                      <a:pt x="7514" y="1014"/>
                      <a:pt x="7694" y="1234"/>
                      <a:pt x="7865" y="1445"/>
                    </a:cubicBezTo>
                    <a:cubicBezTo>
                      <a:pt x="8045" y="1666"/>
                      <a:pt x="8216" y="1886"/>
                      <a:pt x="8176" y="1886"/>
                    </a:cubicBezTo>
                    <a:cubicBezTo>
                      <a:pt x="8176" y="1886"/>
                      <a:pt x="8166" y="1886"/>
                      <a:pt x="8156" y="1876"/>
                    </a:cubicBezTo>
                    <a:cubicBezTo>
                      <a:pt x="8055" y="1816"/>
                      <a:pt x="7614" y="1475"/>
                      <a:pt x="7183" y="1144"/>
                    </a:cubicBezTo>
                    <a:cubicBezTo>
                      <a:pt x="7152" y="1254"/>
                      <a:pt x="7102" y="1355"/>
                      <a:pt x="7032" y="1405"/>
                    </a:cubicBezTo>
                    <a:cubicBezTo>
                      <a:pt x="6992" y="1435"/>
                      <a:pt x="6912" y="1445"/>
                      <a:pt x="6821" y="1445"/>
                    </a:cubicBezTo>
                    <a:cubicBezTo>
                      <a:pt x="6731" y="1445"/>
                      <a:pt x="6621" y="1435"/>
                      <a:pt x="6521" y="1425"/>
                    </a:cubicBezTo>
                    <a:cubicBezTo>
                      <a:pt x="6430" y="1415"/>
                      <a:pt x="6330" y="1395"/>
                      <a:pt x="6270" y="1395"/>
                    </a:cubicBezTo>
                    <a:cubicBezTo>
                      <a:pt x="6260" y="1395"/>
                      <a:pt x="6250" y="1405"/>
                      <a:pt x="6250" y="1405"/>
                    </a:cubicBezTo>
                    <a:cubicBezTo>
                      <a:pt x="6139" y="1415"/>
                      <a:pt x="6039" y="1455"/>
                      <a:pt x="5939" y="1495"/>
                    </a:cubicBezTo>
                    <a:cubicBezTo>
                      <a:pt x="6842" y="1916"/>
                      <a:pt x="8176" y="2548"/>
                      <a:pt x="8456" y="2649"/>
                    </a:cubicBezTo>
                    <a:cubicBezTo>
                      <a:pt x="9740" y="3120"/>
                      <a:pt x="10713" y="3963"/>
                      <a:pt x="12017" y="4364"/>
                    </a:cubicBezTo>
                    <a:cubicBezTo>
                      <a:pt x="10613" y="3190"/>
                      <a:pt x="8938" y="1977"/>
                      <a:pt x="7574" y="1024"/>
                    </a:cubicBezTo>
                    <a:cubicBezTo>
                      <a:pt x="7564" y="1014"/>
                      <a:pt x="7554" y="1014"/>
                      <a:pt x="7554" y="1014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04" name="Google Shape;17904;p62"/>
              <p:cNvSpPr/>
              <p:nvPr/>
            </p:nvSpPr>
            <p:spPr>
              <a:xfrm>
                <a:off x="7319286" y="883573"/>
                <a:ext cx="544432" cy="13492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1626" extrusionOk="0">
                    <a:moveTo>
                      <a:pt x="312" y="1"/>
                    </a:moveTo>
                    <a:cubicBezTo>
                      <a:pt x="1" y="1"/>
                      <a:pt x="984" y="583"/>
                      <a:pt x="1616" y="874"/>
                    </a:cubicBezTo>
                    <a:cubicBezTo>
                      <a:pt x="2157" y="1114"/>
                      <a:pt x="2909" y="1305"/>
                      <a:pt x="3541" y="1305"/>
                    </a:cubicBezTo>
                    <a:cubicBezTo>
                      <a:pt x="3662" y="1305"/>
                      <a:pt x="3782" y="1295"/>
                      <a:pt x="3892" y="1275"/>
                    </a:cubicBezTo>
                    <a:cubicBezTo>
                      <a:pt x="3943" y="1275"/>
                      <a:pt x="3993" y="1265"/>
                      <a:pt x="4053" y="1265"/>
                    </a:cubicBezTo>
                    <a:cubicBezTo>
                      <a:pt x="4394" y="1265"/>
                      <a:pt x="4916" y="1355"/>
                      <a:pt x="5397" y="1445"/>
                    </a:cubicBezTo>
                    <a:cubicBezTo>
                      <a:pt x="5879" y="1536"/>
                      <a:pt x="6310" y="1626"/>
                      <a:pt x="6480" y="1626"/>
                    </a:cubicBezTo>
                    <a:cubicBezTo>
                      <a:pt x="6541" y="1626"/>
                      <a:pt x="6561" y="1606"/>
                      <a:pt x="6531" y="1576"/>
                    </a:cubicBezTo>
                    <a:cubicBezTo>
                      <a:pt x="6290" y="1355"/>
                      <a:pt x="4725" y="904"/>
                      <a:pt x="4264" y="874"/>
                    </a:cubicBezTo>
                    <a:cubicBezTo>
                      <a:pt x="3802" y="833"/>
                      <a:pt x="2609" y="563"/>
                      <a:pt x="2227" y="462"/>
                    </a:cubicBezTo>
                    <a:cubicBezTo>
                      <a:pt x="1616" y="302"/>
                      <a:pt x="903" y="91"/>
                      <a:pt x="452" y="21"/>
                    </a:cubicBezTo>
                    <a:lnTo>
                      <a:pt x="452" y="21"/>
                    </a:lnTo>
                    <a:cubicBezTo>
                      <a:pt x="472" y="31"/>
                      <a:pt x="482" y="41"/>
                      <a:pt x="502" y="61"/>
                    </a:cubicBezTo>
                    <a:cubicBezTo>
                      <a:pt x="452" y="41"/>
                      <a:pt x="402" y="21"/>
                      <a:pt x="3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05" name="Google Shape;17905;p62"/>
              <p:cNvSpPr/>
              <p:nvPr/>
            </p:nvSpPr>
            <p:spPr>
              <a:xfrm>
                <a:off x="7348412" y="883573"/>
                <a:ext cx="12613" cy="5145"/>
              </a:xfrm>
              <a:custGeom>
                <a:avLst/>
                <a:gdLst/>
                <a:ahLst/>
                <a:cxnLst/>
                <a:rect l="l" t="t" r="r" b="b"/>
                <a:pathLst>
                  <a:path w="152" h="6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1" y="21"/>
                      <a:pt x="101" y="41"/>
                      <a:pt x="151" y="61"/>
                    </a:cubicBezTo>
                    <a:cubicBezTo>
                      <a:pt x="131" y="41"/>
                      <a:pt x="121" y="31"/>
                      <a:pt x="101" y="21"/>
                    </a:cubicBezTo>
                    <a:cubicBezTo>
                      <a:pt x="71" y="11"/>
                      <a:pt x="31" y="11"/>
                      <a:pt x="1" y="1"/>
                    </a:cubicBezTo>
                    <a:close/>
                  </a:path>
                </a:pathLst>
              </a:custGeom>
              <a:solidFill>
                <a:srgbClr val="7ECD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06" name="Google Shape;17906;p62"/>
              <p:cNvSpPr/>
              <p:nvPr/>
            </p:nvSpPr>
            <p:spPr>
              <a:xfrm>
                <a:off x="7163615" y="745411"/>
                <a:ext cx="202388" cy="94182"/>
              </a:xfrm>
              <a:custGeom>
                <a:avLst/>
                <a:gdLst/>
                <a:ahLst/>
                <a:cxnLst/>
                <a:rect l="l" t="t" r="r" b="b"/>
                <a:pathLst>
                  <a:path w="2439" h="1135" extrusionOk="0">
                    <a:moveTo>
                      <a:pt x="212" y="1"/>
                    </a:moveTo>
                    <a:cubicBezTo>
                      <a:pt x="171" y="1"/>
                      <a:pt x="141" y="11"/>
                      <a:pt x="131" y="21"/>
                    </a:cubicBezTo>
                    <a:cubicBezTo>
                      <a:pt x="1" y="131"/>
                      <a:pt x="964" y="873"/>
                      <a:pt x="1445" y="944"/>
                    </a:cubicBezTo>
                    <a:cubicBezTo>
                      <a:pt x="1796" y="994"/>
                      <a:pt x="2168" y="1134"/>
                      <a:pt x="2338" y="1134"/>
                    </a:cubicBezTo>
                    <a:cubicBezTo>
                      <a:pt x="2398" y="1134"/>
                      <a:pt x="2438" y="1114"/>
                      <a:pt x="2428" y="1064"/>
                    </a:cubicBezTo>
                    <a:cubicBezTo>
                      <a:pt x="2408" y="873"/>
                      <a:pt x="1786" y="482"/>
                      <a:pt x="1305" y="322"/>
                    </a:cubicBezTo>
                    <a:cubicBezTo>
                      <a:pt x="1305" y="322"/>
                      <a:pt x="492" y="1"/>
                      <a:pt x="2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07" name="Google Shape;17907;p62"/>
              <p:cNvSpPr/>
              <p:nvPr/>
            </p:nvSpPr>
            <p:spPr>
              <a:xfrm>
                <a:off x="5682090" y="723007"/>
                <a:ext cx="367104" cy="229772"/>
              </a:xfrm>
              <a:custGeom>
                <a:avLst/>
                <a:gdLst/>
                <a:ahLst/>
                <a:cxnLst/>
                <a:rect l="l" t="t" r="r" b="b"/>
                <a:pathLst>
                  <a:path w="4424" h="2769" extrusionOk="0">
                    <a:moveTo>
                      <a:pt x="2619" y="823"/>
                    </a:moveTo>
                    <a:cubicBezTo>
                      <a:pt x="2616" y="826"/>
                      <a:pt x="2614" y="829"/>
                      <a:pt x="2612" y="832"/>
                    </a:cubicBezTo>
                    <a:lnTo>
                      <a:pt x="2612" y="832"/>
                    </a:lnTo>
                    <a:cubicBezTo>
                      <a:pt x="2615" y="829"/>
                      <a:pt x="2617" y="826"/>
                      <a:pt x="2619" y="823"/>
                    </a:cubicBezTo>
                    <a:close/>
                    <a:moveTo>
                      <a:pt x="4344" y="0"/>
                    </a:moveTo>
                    <a:cubicBezTo>
                      <a:pt x="4203" y="0"/>
                      <a:pt x="3802" y="261"/>
                      <a:pt x="3240" y="682"/>
                    </a:cubicBezTo>
                    <a:cubicBezTo>
                      <a:pt x="2919" y="923"/>
                      <a:pt x="2699" y="1033"/>
                      <a:pt x="2608" y="1033"/>
                    </a:cubicBezTo>
                    <a:cubicBezTo>
                      <a:pt x="2530" y="1033"/>
                      <a:pt x="2528" y="966"/>
                      <a:pt x="2612" y="832"/>
                    </a:cubicBezTo>
                    <a:lnTo>
                      <a:pt x="2612" y="832"/>
                    </a:lnTo>
                    <a:cubicBezTo>
                      <a:pt x="2601" y="846"/>
                      <a:pt x="2585" y="854"/>
                      <a:pt x="2568" y="863"/>
                    </a:cubicBezTo>
                    <a:cubicBezTo>
                      <a:pt x="2137" y="1244"/>
                      <a:pt x="1906" y="1374"/>
                      <a:pt x="1455" y="1645"/>
                    </a:cubicBezTo>
                    <a:cubicBezTo>
                      <a:pt x="1004" y="1906"/>
                      <a:pt x="653" y="2046"/>
                      <a:pt x="322" y="2307"/>
                    </a:cubicBezTo>
                    <a:cubicBezTo>
                      <a:pt x="301" y="2317"/>
                      <a:pt x="281" y="2327"/>
                      <a:pt x="261" y="2337"/>
                    </a:cubicBezTo>
                    <a:cubicBezTo>
                      <a:pt x="1" y="2638"/>
                      <a:pt x="11" y="2768"/>
                      <a:pt x="171" y="2768"/>
                    </a:cubicBezTo>
                    <a:cubicBezTo>
                      <a:pt x="352" y="2768"/>
                      <a:pt x="703" y="2628"/>
                      <a:pt x="1104" y="2427"/>
                    </a:cubicBezTo>
                    <a:cubicBezTo>
                      <a:pt x="1521" y="2217"/>
                      <a:pt x="1918" y="2214"/>
                      <a:pt x="2234" y="2214"/>
                    </a:cubicBezTo>
                    <a:cubicBezTo>
                      <a:pt x="2242" y="2214"/>
                      <a:pt x="2249" y="2214"/>
                      <a:pt x="2256" y="2214"/>
                    </a:cubicBezTo>
                    <a:cubicBezTo>
                      <a:pt x="2576" y="2214"/>
                      <a:pt x="2809" y="2212"/>
                      <a:pt x="2889" y="1986"/>
                    </a:cubicBezTo>
                    <a:cubicBezTo>
                      <a:pt x="3050" y="1545"/>
                      <a:pt x="4043" y="742"/>
                      <a:pt x="4324" y="261"/>
                    </a:cubicBezTo>
                    <a:cubicBezTo>
                      <a:pt x="4414" y="80"/>
                      <a:pt x="4424" y="0"/>
                      <a:pt x="4344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08" name="Google Shape;17908;p62"/>
              <p:cNvSpPr/>
              <p:nvPr/>
            </p:nvSpPr>
            <p:spPr>
              <a:xfrm>
                <a:off x="6111595" y="699689"/>
                <a:ext cx="487839" cy="203135"/>
              </a:xfrm>
              <a:custGeom>
                <a:avLst/>
                <a:gdLst/>
                <a:ahLst/>
                <a:cxnLst/>
                <a:rect l="l" t="t" r="r" b="b"/>
                <a:pathLst>
                  <a:path w="5879" h="2448" extrusionOk="0">
                    <a:moveTo>
                      <a:pt x="482" y="0"/>
                    </a:moveTo>
                    <a:cubicBezTo>
                      <a:pt x="412" y="0"/>
                      <a:pt x="351" y="10"/>
                      <a:pt x="301" y="50"/>
                    </a:cubicBezTo>
                    <a:cubicBezTo>
                      <a:pt x="0" y="241"/>
                      <a:pt x="943" y="963"/>
                      <a:pt x="1685" y="1304"/>
                    </a:cubicBezTo>
                    <a:cubicBezTo>
                      <a:pt x="1886" y="1394"/>
                      <a:pt x="1896" y="1424"/>
                      <a:pt x="1806" y="1424"/>
                    </a:cubicBezTo>
                    <a:cubicBezTo>
                      <a:pt x="1726" y="1424"/>
                      <a:pt x="1565" y="1404"/>
                      <a:pt x="1395" y="1374"/>
                    </a:cubicBezTo>
                    <a:cubicBezTo>
                      <a:pt x="1214" y="1354"/>
                      <a:pt x="1033" y="1324"/>
                      <a:pt x="903" y="1324"/>
                    </a:cubicBezTo>
                    <a:cubicBezTo>
                      <a:pt x="793" y="1324"/>
                      <a:pt x="723" y="1344"/>
                      <a:pt x="773" y="1414"/>
                    </a:cubicBezTo>
                    <a:cubicBezTo>
                      <a:pt x="933" y="1655"/>
                      <a:pt x="3150" y="2307"/>
                      <a:pt x="3641" y="2307"/>
                    </a:cubicBezTo>
                    <a:cubicBezTo>
                      <a:pt x="3712" y="2307"/>
                      <a:pt x="3742" y="2297"/>
                      <a:pt x="3732" y="2267"/>
                    </a:cubicBezTo>
                    <a:cubicBezTo>
                      <a:pt x="3641" y="2097"/>
                      <a:pt x="3762" y="1996"/>
                      <a:pt x="4002" y="1996"/>
                    </a:cubicBezTo>
                    <a:cubicBezTo>
                      <a:pt x="4123" y="1996"/>
                      <a:pt x="4273" y="2026"/>
                      <a:pt x="4454" y="2076"/>
                    </a:cubicBezTo>
                    <a:cubicBezTo>
                      <a:pt x="4785" y="2167"/>
                      <a:pt x="5567" y="2448"/>
                      <a:pt x="5758" y="2448"/>
                    </a:cubicBezTo>
                    <a:cubicBezTo>
                      <a:pt x="5878" y="2448"/>
                      <a:pt x="5778" y="2347"/>
                      <a:pt x="5266" y="2046"/>
                    </a:cubicBezTo>
                    <a:cubicBezTo>
                      <a:pt x="4805" y="1786"/>
                      <a:pt x="3571" y="1043"/>
                      <a:pt x="3320" y="1043"/>
                    </a:cubicBezTo>
                    <a:cubicBezTo>
                      <a:pt x="3290" y="1043"/>
                      <a:pt x="3270" y="1053"/>
                      <a:pt x="3280" y="1093"/>
                    </a:cubicBezTo>
                    <a:cubicBezTo>
                      <a:pt x="3290" y="1124"/>
                      <a:pt x="3280" y="1134"/>
                      <a:pt x="3260" y="1134"/>
                    </a:cubicBezTo>
                    <a:cubicBezTo>
                      <a:pt x="3150" y="1134"/>
                      <a:pt x="2769" y="903"/>
                      <a:pt x="2388" y="672"/>
                    </a:cubicBezTo>
                    <a:cubicBezTo>
                      <a:pt x="1996" y="442"/>
                      <a:pt x="1605" y="211"/>
                      <a:pt x="1475" y="211"/>
                    </a:cubicBezTo>
                    <a:cubicBezTo>
                      <a:pt x="1465" y="211"/>
                      <a:pt x="1455" y="211"/>
                      <a:pt x="1455" y="221"/>
                    </a:cubicBezTo>
                    <a:cubicBezTo>
                      <a:pt x="1435" y="231"/>
                      <a:pt x="1405" y="231"/>
                      <a:pt x="1385" y="231"/>
                    </a:cubicBezTo>
                    <a:cubicBezTo>
                      <a:pt x="1284" y="231"/>
                      <a:pt x="1134" y="181"/>
                      <a:pt x="973" y="121"/>
                    </a:cubicBezTo>
                    <a:cubicBezTo>
                      <a:pt x="803" y="60"/>
                      <a:pt x="632" y="0"/>
                      <a:pt x="482" y="0"/>
                    </a:cubicBez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09" name="Google Shape;17909;p62"/>
              <p:cNvSpPr/>
              <p:nvPr/>
            </p:nvSpPr>
            <p:spPr>
              <a:xfrm>
                <a:off x="6629307" y="858596"/>
                <a:ext cx="269768" cy="119159"/>
              </a:xfrm>
              <a:custGeom>
                <a:avLst/>
                <a:gdLst/>
                <a:ahLst/>
                <a:cxnLst/>
                <a:rect l="l" t="t" r="r" b="b"/>
                <a:pathLst>
                  <a:path w="3251" h="1436" extrusionOk="0">
                    <a:moveTo>
                      <a:pt x="723" y="1"/>
                    </a:moveTo>
                    <a:cubicBezTo>
                      <a:pt x="552" y="1"/>
                      <a:pt x="893" y="332"/>
                      <a:pt x="793" y="382"/>
                    </a:cubicBezTo>
                    <a:cubicBezTo>
                      <a:pt x="592" y="492"/>
                      <a:pt x="0" y="342"/>
                      <a:pt x="492" y="593"/>
                    </a:cubicBezTo>
                    <a:cubicBezTo>
                      <a:pt x="1284" y="994"/>
                      <a:pt x="1806" y="1094"/>
                      <a:pt x="2668" y="1385"/>
                    </a:cubicBezTo>
                    <a:cubicBezTo>
                      <a:pt x="2779" y="1425"/>
                      <a:pt x="2849" y="1435"/>
                      <a:pt x="2899" y="1435"/>
                    </a:cubicBezTo>
                    <a:cubicBezTo>
                      <a:pt x="3250" y="1435"/>
                      <a:pt x="2197" y="603"/>
                      <a:pt x="1054" y="101"/>
                    </a:cubicBezTo>
                    <a:cubicBezTo>
                      <a:pt x="883" y="31"/>
                      <a:pt x="783" y="1"/>
                      <a:pt x="723" y="1"/>
                    </a:cubicBez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10" name="Google Shape;17910;p62"/>
              <p:cNvSpPr/>
              <p:nvPr/>
            </p:nvSpPr>
            <p:spPr>
              <a:xfrm>
                <a:off x="8210740" y="291843"/>
                <a:ext cx="985553" cy="605173"/>
              </a:xfrm>
              <a:custGeom>
                <a:avLst/>
                <a:gdLst/>
                <a:ahLst/>
                <a:cxnLst/>
                <a:rect l="l" t="t" r="r" b="b"/>
                <a:pathLst>
                  <a:path w="11877" h="7293" extrusionOk="0">
                    <a:moveTo>
                      <a:pt x="191" y="5417"/>
                    </a:moveTo>
                    <a:cubicBezTo>
                      <a:pt x="121" y="5495"/>
                      <a:pt x="75" y="5554"/>
                      <a:pt x="34" y="5596"/>
                    </a:cubicBezTo>
                    <a:lnTo>
                      <a:pt x="34" y="5596"/>
                    </a:lnTo>
                    <a:cubicBezTo>
                      <a:pt x="77" y="5554"/>
                      <a:pt x="123" y="5493"/>
                      <a:pt x="191" y="5417"/>
                    </a:cubicBezTo>
                    <a:close/>
                    <a:moveTo>
                      <a:pt x="34" y="5596"/>
                    </a:moveTo>
                    <a:cubicBezTo>
                      <a:pt x="26" y="5604"/>
                      <a:pt x="18" y="5611"/>
                      <a:pt x="10" y="5617"/>
                    </a:cubicBezTo>
                    <a:cubicBezTo>
                      <a:pt x="10" y="5617"/>
                      <a:pt x="0" y="5627"/>
                      <a:pt x="0" y="5627"/>
                    </a:cubicBezTo>
                    <a:cubicBezTo>
                      <a:pt x="12" y="5618"/>
                      <a:pt x="23" y="5608"/>
                      <a:pt x="34" y="5596"/>
                    </a:cubicBezTo>
                    <a:close/>
                    <a:moveTo>
                      <a:pt x="11074" y="0"/>
                    </a:moveTo>
                    <a:lnTo>
                      <a:pt x="11876" y="7292"/>
                    </a:lnTo>
                    <a:cubicBezTo>
                      <a:pt x="11656" y="4855"/>
                      <a:pt x="11345" y="2428"/>
                      <a:pt x="11074" y="0"/>
                    </a:cubicBezTo>
                    <a:close/>
                  </a:path>
                </a:pathLst>
              </a:custGeom>
              <a:solidFill>
                <a:srgbClr val="B3E0E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11" name="Google Shape;17911;p62"/>
              <p:cNvSpPr/>
              <p:nvPr/>
            </p:nvSpPr>
            <p:spPr>
              <a:xfrm>
                <a:off x="8211570" y="291843"/>
                <a:ext cx="989702" cy="670063"/>
              </a:xfrm>
              <a:custGeom>
                <a:avLst/>
                <a:gdLst/>
                <a:ahLst/>
                <a:cxnLst/>
                <a:rect l="l" t="t" r="r" b="b"/>
                <a:pathLst>
                  <a:path w="11927" h="8075" extrusionOk="0">
                    <a:moveTo>
                      <a:pt x="11064" y="0"/>
                    </a:moveTo>
                    <a:lnTo>
                      <a:pt x="11435" y="3391"/>
                    </a:lnTo>
                    <a:cubicBezTo>
                      <a:pt x="11094" y="3581"/>
                      <a:pt x="10693" y="3782"/>
                      <a:pt x="10141" y="4043"/>
                    </a:cubicBezTo>
                    <a:cubicBezTo>
                      <a:pt x="9439" y="4384"/>
                      <a:pt x="8396" y="5005"/>
                      <a:pt x="7353" y="5326"/>
                    </a:cubicBezTo>
                    <a:cubicBezTo>
                      <a:pt x="7252" y="5357"/>
                      <a:pt x="7192" y="5367"/>
                      <a:pt x="7162" y="5367"/>
                    </a:cubicBezTo>
                    <a:cubicBezTo>
                      <a:pt x="6972" y="5367"/>
                      <a:pt x="7995" y="4815"/>
                      <a:pt x="8436" y="4414"/>
                    </a:cubicBezTo>
                    <a:cubicBezTo>
                      <a:pt x="8496" y="4353"/>
                      <a:pt x="8506" y="4333"/>
                      <a:pt x="8476" y="4333"/>
                    </a:cubicBezTo>
                    <a:cubicBezTo>
                      <a:pt x="8306" y="4333"/>
                      <a:pt x="6721" y="5176"/>
                      <a:pt x="5286" y="5497"/>
                    </a:cubicBezTo>
                    <a:cubicBezTo>
                      <a:pt x="5196" y="5517"/>
                      <a:pt x="5136" y="5527"/>
                      <a:pt x="5096" y="5527"/>
                    </a:cubicBezTo>
                    <a:cubicBezTo>
                      <a:pt x="4755" y="5527"/>
                      <a:pt x="6631" y="4694"/>
                      <a:pt x="7874" y="3802"/>
                    </a:cubicBezTo>
                    <a:cubicBezTo>
                      <a:pt x="8536" y="3330"/>
                      <a:pt x="8907" y="2909"/>
                      <a:pt x="8877" y="2448"/>
                    </a:cubicBezTo>
                    <a:cubicBezTo>
                      <a:pt x="8857" y="2227"/>
                      <a:pt x="8667" y="2157"/>
                      <a:pt x="8396" y="2157"/>
                    </a:cubicBezTo>
                    <a:lnTo>
                      <a:pt x="8266" y="2157"/>
                    </a:lnTo>
                    <a:cubicBezTo>
                      <a:pt x="8245" y="2317"/>
                      <a:pt x="8185" y="2548"/>
                      <a:pt x="7985" y="2708"/>
                    </a:cubicBezTo>
                    <a:cubicBezTo>
                      <a:pt x="7654" y="2969"/>
                      <a:pt x="7303" y="3110"/>
                      <a:pt x="7192" y="3230"/>
                    </a:cubicBezTo>
                    <a:cubicBezTo>
                      <a:pt x="7022" y="3431"/>
                      <a:pt x="6570" y="3370"/>
                      <a:pt x="6350" y="3541"/>
                    </a:cubicBezTo>
                    <a:cubicBezTo>
                      <a:pt x="6039" y="3772"/>
                      <a:pt x="5969" y="4123"/>
                      <a:pt x="5537" y="4263"/>
                    </a:cubicBezTo>
                    <a:cubicBezTo>
                      <a:pt x="5327" y="4333"/>
                      <a:pt x="5106" y="4343"/>
                      <a:pt x="4895" y="4424"/>
                    </a:cubicBezTo>
                    <a:cubicBezTo>
                      <a:pt x="4624" y="4534"/>
                      <a:pt x="4414" y="4725"/>
                      <a:pt x="4173" y="4895"/>
                    </a:cubicBezTo>
                    <a:cubicBezTo>
                      <a:pt x="3942" y="5056"/>
                      <a:pt x="1936" y="5387"/>
                      <a:pt x="1816" y="5387"/>
                    </a:cubicBezTo>
                    <a:lnTo>
                      <a:pt x="1806" y="5387"/>
                    </a:lnTo>
                    <a:cubicBezTo>
                      <a:pt x="1736" y="5377"/>
                      <a:pt x="2257" y="5015"/>
                      <a:pt x="1856" y="5015"/>
                    </a:cubicBezTo>
                    <a:cubicBezTo>
                      <a:pt x="1776" y="5015"/>
                      <a:pt x="1655" y="5036"/>
                      <a:pt x="1495" y="5066"/>
                    </a:cubicBezTo>
                    <a:cubicBezTo>
                      <a:pt x="1054" y="5156"/>
                      <a:pt x="231" y="5367"/>
                      <a:pt x="221" y="5367"/>
                    </a:cubicBezTo>
                    <a:lnTo>
                      <a:pt x="211" y="5367"/>
                    </a:lnTo>
                    <a:cubicBezTo>
                      <a:pt x="201" y="5387"/>
                      <a:pt x="191" y="5397"/>
                      <a:pt x="181" y="5417"/>
                    </a:cubicBezTo>
                    <a:cubicBezTo>
                      <a:pt x="101" y="5507"/>
                      <a:pt x="51" y="5577"/>
                      <a:pt x="0" y="5617"/>
                    </a:cubicBezTo>
                    <a:cubicBezTo>
                      <a:pt x="161" y="5728"/>
                      <a:pt x="341" y="5838"/>
                      <a:pt x="542" y="5958"/>
                    </a:cubicBezTo>
                    <a:cubicBezTo>
                      <a:pt x="953" y="6179"/>
                      <a:pt x="1605" y="6540"/>
                      <a:pt x="2227" y="6891"/>
                    </a:cubicBezTo>
                    <a:cubicBezTo>
                      <a:pt x="2929" y="7282"/>
                      <a:pt x="3682" y="7694"/>
                      <a:pt x="4263" y="8045"/>
                    </a:cubicBezTo>
                    <a:cubicBezTo>
                      <a:pt x="4324" y="8065"/>
                      <a:pt x="4384" y="8075"/>
                      <a:pt x="4444" y="8075"/>
                    </a:cubicBezTo>
                    <a:cubicBezTo>
                      <a:pt x="4504" y="8075"/>
                      <a:pt x="4554" y="8065"/>
                      <a:pt x="4604" y="8045"/>
                    </a:cubicBezTo>
                    <a:cubicBezTo>
                      <a:pt x="4986" y="7904"/>
                      <a:pt x="5266" y="7613"/>
                      <a:pt x="5678" y="7473"/>
                    </a:cubicBezTo>
                    <a:cubicBezTo>
                      <a:pt x="5738" y="7453"/>
                      <a:pt x="5808" y="7433"/>
                      <a:pt x="5878" y="7433"/>
                    </a:cubicBezTo>
                    <a:lnTo>
                      <a:pt x="5898" y="7433"/>
                    </a:lnTo>
                    <a:cubicBezTo>
                      <a:pt x="6049" y="7443"/>
                      <a:pt x="6189" y="7533"/>
                      <a:pt x="6340" y="7533"/>
                    </a:cubicBezTo>
                    <a:cubicBezTo>
                      <a:pt x="6390" y="7543"/>
                      <a:pt x="6430" y="7543"/>
                      <a:pt x="6470" y="7543"/>
                    </a:cubicBezTo>
                    <a:cubicBezTo>
                      <a:pt x="6701" y="7543"/>
                      <a:pt x="6921" y="7513"/>
                      <a:pt x="7142" y="7493"/>
                    </a:cubicBezTo>
                    <a:cubicBezTo>
                      <a:pt x="7363" y="7463"/>
                      <a:pt x="7593" y="7443"/>
                      <a:pt x="7824" y="7443"/>
                    </a:cubicBezTo>
                    <a:lnTo>
                      <a:pt x="8115" y="7443"/>
                    </a:lnTo>
                    <a:cubicBezTo>
                      <a:pt x="8346" y="7443"/>
                      <a:pt x="8576" y="7403"/>
                      <a:pt x="8807" y="7393"/>
                    </a:cubicBezTo>
                    <a:lnTo>
                      <a:pt x="8867" y="7393"/>
                    </a:lnTo>
                    <a:cubicBezTo>
                      <a:pt x="9148" y="7393"/>
                      <a:pt x="9419" y="7453"/>
                      <a:pt x="9680" y="7533"/>
                    </a:cubicBezTo>
                    <a:cubicBezTo>
                      <a:pt x="10081" y="7674"/>
                      <a:pt x="10472" y="7884"/>
                      <a:pt x="10894" y="7884"/>
                    </a:cubicBezTo>
                    <a:cubicBezTo>
                      <a:pt x="10994" y="7884"/>
                      <a:pt x="11104" y="7874"/>
                      <a:pt x="11215" y="7864"/>
                    </a:cubicBezTo>
                    <a:cubicBezTo>
                      <a:pt x="11315" y="7854"/>
                      <a:pt x="11425" y="7844"/>
                      <a:pt x="11525" y="7844"/>
                    </a:cubicBezTo>
                    <a:cubicBezTo>
                      <a:pt x="11666" y="7844"/>
                      <a:pt x="11806" y="7864"/>
                      <a:pt x="11927" y="7944"/>
                    </a:cubicBezTo>
                    <a:cubicBezTo>
                      <a:pt x="11907" y="7724"/>
                      <a:pt x="11887" y="7513"/>
                      <a:pt x="11866" y="7292"/>
                    </a:cubicBezTo>
                    <a:lnTo>
                      <a:pt x="1106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12" name="Google Shape;17912;p62"/>
              <p:cNvSpPr/>
              <p:nvPr/>
            </p:nvSpPr>
            <p:spPr>
              <a:xfrm>
                <a:off x="8606057" y="287694"/>
                <a:ext cx="554472" cy="462862"/>
              </a:xfrm>
              <a:custGeom>
                <a:avLst/>
                <a:gdLst/>
                <a:ahLst/>
                <a:cxnLst/>
                <a:rect l="l" t="t" r="r" b="b"/>
                <a:pathLst>
                  <a:path w="6682" h="5578" extrusionOk="0">
                    <a:moveTo>
                      <a:pt x="342" y="5577"/>
                    </a:moveTo>
                    <a:cubicBezTo>
                      <a:pt x="1" y="5577"/>
                      <a:pt x="1877" y="4744"/>
                      <a:pt x="3120" y="3852"/>
                    </a:cubicBezTo>
                    <a:cubicBezTo>
                      <a:pt x="3782" y="3380"/>
                      <a:pt x="4153" y="2959"/>
                      <a:pt x="4123" y="2498"/>
                    </a:cubicBezTo>
                    <a:cubicBezTo>
                      <a:pt x="4103" y="2277"/>
                      <a:pt x="3913" y="2207"/>
                      <a:pt x="3642" y="2207"/>
                    </a:cubicBezTo>
                    <a:cubicBezTo>
                      <a:pt x="3602" y="2207"/>
                      <a:pt x="3552" y="2207"/>
                      <a:pt x="3512" y="2207"/>
                    </a:cubicBezTo>
                    <a:cubicBezTo>
                      <a:pt x="3512" y="2177"/>
                      <a:pt x="3512" y="2137"/>
                      <a:pt x="3512" y="2117"/>
                    </a:cubicBezTo>
                    <a:cubicBezTo>
                      <a:pt x="3512" y="2076"/>
                      <a:pt x="3512" y="2056"/>
                      <a:pt x="3512" y="2046"/>
                    </a:cubicBezTo>
                    <a:lnTo>
                      <a:pt x="3512" y="2046"/>
                    </a:lnTo>
                    <a:lnTo>
                      <a:pt x="3512" y="2046"/>
                    </a:lnTo>
                    <a:lnTo>
                      <a:pt x="3512" y="2046"/>
                    </a:lnTo>
                    <a:lnTo>
                      <a:pt x="3512" y="2046"/>
                    </a:lnTo>
                    <a:cubicBezTo>
                      <a:pt x="3512" y="2046"/>
                      <a:pt x="4625" y="1164"/>
                      <a:pt x="4956" y="903"/>
                    </a:cubicBezTo>
                    <a:cubicBezTo>
                      <a:pt x="5287" y="652"/>
                      <a:pt x="5738" y="381"/>
                      <a:pt x="6300" y="0"/>
                    </a:cubicBezTo>
                    <a:cubicBezTo>
                      <a:pt x="6300" y="10"/>
                      <a:pt x="6310" y="30"/>
                      <a:pt x="6310" y="50"/>
                    </a:cubicBezTo>
                    <a:lnTo>
                      <a:pt x="6681" y="3441"/>
                    </a:lnTo>
                    <a:cubicBezTo>
                      <a:pt x="6340" y="3631"/>
                      <a:pt x="5939" y="3832"/>
                      <a:pt x="5387" y="4093"/>
                    </a:cubicBezTo>
                    <a:cubicBezTo>
                      <a:pt x="4685" y="4434"/>
                      <a:pt x="3642" y="5055"/>
                      <a:pt x="2599" y="5376"/>
                    </a:cubicBezTo>
                    <a:cubicBezTo>
                      <a:pt x="2498" y="5407"/>
                      <a:pt x="2438" y="5417"/>
                      <a:pt x="2408" y="5417"/>
                    </a:cubicBezTo>
                    <a:cubicBezTo>
                      <a:pt x="2218" y="5417"/>
                      <a:pt x="3241" y="4865"/>
                      <a:pt x="3682" y="4464"/>
                    </a:cubicBezTo>
                    <a:cubicBezTo>
                      <a:pt x="3742" y="4403"/>
                      <a:pt x="3752" y="4383"/>
                      <a:pt x="3722" y="4383"/>
                    </a:cubicBezTo>
                    <a:cubicBezTo>
                      <a:pt x="3552" y="4383"/>
                      <a:pt x="1967" y="5226"/>
                      <a:pt x="532" y="5547"/>
                    </a:cubicBezTo>
                    <a:cubicBezTo>
                      <a:pt x="442" y="5567"/>
                      <a:pt x="382" y="5577"/>
                      <a:pt x="342" y="5577"/>
                    </a:cubicBezTo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13" name="Google Shape;17913;p62"/>
              <p:cNvSpPr/>
              <p:nvPr/>
            </p:nvSpPr>
            <p:spPr>
              <a:xfrm>
                <a:off x="8396366" y="863658"/>
                <a:ext cx="169030" cy="95759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154" extrusionOk="0">
                    <a:moveTo>
                      <a:pt x="0" y="0"/>
                    </a:moveTo>
                    <a:cubicBezTo>
                      <a:pt x="42" y="23"/>
                      <a:pt x="84" y="47"/>
                      <a:pt x="126" y="70"/>
                    </a:cubicBezTo>
                    <a:lnTo>
                      <a:pt x="126" y="70"/>
                    </a:lnTo>
                    <a:cubicBezTo>
                      <a:pt x="84" y="47"/>
                      <a:pt x="42" y="24"/>
                      <a:pt x="0" y="0"/>
                    </a:cubicBezTo>
                    <a:close/>
                    <a:moveTo>
                      <a:pt x="126" y="70"/>
                    </a:moveTo>
                    <a:cubicBezTo>
                      <a:pt x="800" y="446"/>
                      <a:pt x="1418" y="802"/>
                      <a:pt x="1645" y="953"/>
                    </a:cubicBezTo>
                    <a:cubicBezTo>
                      <a:pt x="1766" y="1033"/>
                      <a:pt x="1896" y="1114"/>
                      <a:pt x="2036" y="1154"/>
                    </a:cubicBezTo>
                    <a:cubicBezTo>
                      <a:pt x="1489" y="823"/>
                      <a:pt x="791" y="440"/>
                      <a:pt x="126" y="70"/>
                    </a:cubicBezTo>
                    <a:close/>
                  </a:path>
                </a:pathLst>
              </a:custGeom>
              <a:solidFill>
                <a:srgbClr val="70BB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14" name="Google Shape;17914;p62"/>
              <p:cNvSpPr/>
              <p:nvPr/>
            </p:nvSpPr>
            <p:spPr>
              <a:xfrm>
                <a:off x="8210740" y="757941"/>
                <a:ext cx="913" cy="913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0" y="10"/>
                    </a:moveTo>
                    <a:lnTo>
                      <a:pt x="0" y="10"/>
                    </a:lnTo>
                    <a:cubicBezTo>
                      <a:pt x="0" y="10"/>
                      <a:pt x="10" y="0"/>
                      <a:pt x="10" y="0"/>
                    </a:cubicBezTo>
                    <a:lnTo>
                      <a:pt x="10" y="0"/>
                    </a:lnTo>
                    <a:cubicBezTo>
                      <a:pt x="10" y="0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2C46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15" name="Google Shape;17915;p62"/>
              <p:cNvSpPr/>
              <p:nvPr/>
            </p:nvSpPr>
            <p:spPr>
              <a:xfrm>
                <a:off x="8210740" y="757941"/>
                <a:ext cx="45805" cy="28379"/>
              </a:xfrm>
              <a:custGeom>
                <a:avLst/>
                <a:gdLst/>
                <a:ahLst/>
                <a:cxnLst/>
                <a:rect l="l" t="t" r="r" b="b"/>
                <a:pathLst>
                  <a:path w="552" h="342" extrusionOk="0">
                    <a:moveTo>
                      <a:pt x="10" y="0"/>
                    </a:moveTo>
                    <a:cubicBezTo>
                      <a:pt x="10" y="0"/>
                      <a:pt x="0" y="10"/>
                      <a:pt x="0" y="10"/>
                    </a:cubicBezTo>
                    <a:lnTo>
                      <a:pt x="20" y="40"/>
                    </a:lnTo>
                    <a:cubicBezTo>
                      <a:pt x="40" y="60"/>
                      <a:pt x="111" y="101"/>
                      <a:pt x="141" y="111"/>
                    </a:cubicBezTo>
                    <a:cubicBezTo>
                      <a:pt x="151" y="121"/>
                      <a:pt x="311" y="201"/>
                      <a:pt x="552" y="341"/>
                    </a:cubicBezTo>
                    <a:cubicBezTo>
                      <a:pt x="351" y="221"/>
                      <a:pt x="171" y="111"/>
                      <a:pt x="10" y="0"/>
                    </a:cubicBezTo>
                    <a:close/>
                  </a:path>
                </a:pathLst>
              </a:custGeom>
              <a:solidFill>
                <a:srgbClr val="70BB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16" name="Google Shape;17916;p62"/>
              <p:cNvSpPr/>
              <p:nvPr/>
            </p:nvSpPr>
            <p:spPr>
              <a:xfrm>
                <a:off x="8339774" y="603930"/>
                <a:ext cx="267196" cy="83312"/>
              </a:xfrm>
              <a:custGeom>
                <a:avLst/>
                <a:gdLst/>
                <a:ahLst/>
                <a:cxnLst/>
                <a:rect l="l" t="t" r="r" b="b"/>
                <a:pathLst>
                  <a:path w="3220" h="1004" extrusionOk="0">
                    <a:moveTo>
                      <a:pt x="3069" y="1"/>
                    </a:moveTo>
                    <a:cubicBezTo>
                      <a:pt x="2929" y="1"/>
                      <a:pt x="2809" y="11"/>
                      <a:pt x="2698" y="41"/>
                    </a:cubicBezTo>
                    <a:cubicBezTo>
                      <a:pt x="2237" y="191"/>
                      <a:pt x="1725" y="1"/>
                      <a:pt x="1394" y="261"/>
                    </a:cubicBezTo>
                    <a:cubicBezTo>
                      <a:pt x="1063" y="512"/>
                      <a:pt x="20" y="944"/>
                      <a:pt x="20" y="944"/>
                    </a:cubicBezTo>
                    <a:lnTo>
                      <a:pt x="0" y="944"/>
                    </a:lnTo>
                    <a:cubicBezTo>
                      <a:pt x="10" y="964"/>
                      <a:pt x="30" y="974"/>
                      <a:pt x="60" y="984"/>
                    </a:cubicBezTo>
                    <a:cubicBezTo>
                      <a:pt x="80" y="994"/>
                      <a:pt x="100" y="1004"/>
                      <a:pt x="130" y="1004"/>
                    </a:cubicBezTo>
                    <a:cubicBezTo>
                      <a:pt x="151" y="1004"/>
                      <a:pt x="181" y="994"/>
                      <a:pt x="211" y="994"/>
                    </a:cubicBezTo>
                    <a:cubicBezTo>
                      <a:pt x="782" y="903"/>
                      <a:pt x="1364" y="823"/>
                      <a:pt x="1906" y="613"/>
                    </a:cubicBezTo>
                    <a:cubicBezTo>
                      <a:pt x="2076" y="542"/>
                      <a:pt x="2247" y="462"/>
                      <a:pt x="2427" y="442"/>
                    </a:cubicBezTo>
                    <a:cubicBezTo>
                      <a:pt x="2628" y="412"/>
                      <a:pt x="3180" y="221"/>
                      <a:pt x="32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17" name="Google Shape;17917;p62"/>
              <p:cNvSpPr/>
              <p:nvPr/>
            </p:nvSpPr>
            <p:spPr>
              <a:xfrm>
                <a:off x="8680988" y="1046712"/>
                <a:ext cx="571898" cy="270598"/>
              </a:xfrm>
              <a:custGeom>
                <a:avLst/>
                <a:gdLst/>
                <a:ahLst/>
                <a:cxnLst/>
                <a:rect l="l" t="t" r="r" b="b"/>
                <a:pathLst>
                  <a:path w="6892" h="3261" extrusionOk="0">
                    <a:moveTo>
                      <a:pt x="271" y="1"/>
                    </a:moveTo>
                    <a:cubicBezTo>
                      <a:pt x="1" y="1"/>
                      <a:pt x="833" y="723"/>
                      <a:pt x="1395" y="1084"/>
                    </a:cubicBezTo>
                    <a:cubicBezTo>
                      <a:pt x="2087" y="1546"/>
                      <a:pt x="1846" y="1024"/>
                      <a:pt x="3471" y="2027"/>
                    </a:cubicBezTo>
                    <a:cubicBezTo>
                      <a:pt x="4173" y="2468"/>
                      <a:pt x="4464" y="2609"/>
                      <a:pt x="4544" y="2609"/>
                    </a:cubicBezTo>
                    <a:cubicBezTo>
                      <a:pt x="4665" y="2609"/>
                      <a:pt x="4444" y="2368"/>
                      <a:pt x="4374" y="2228"/>
                    </a:cubicBezTo>
                    <a:cubicBezTo>
                      <a:pt x="4354" y="2208"/>
                      <a:pt x="4364" y="2198"/>
                      <a:pt x="4384" y="2198"/>
                    </a:cubicBezTo>
                    <a:cubicBezTo>
                      <a:pt x="4564" y="2198"/>
                      <a:pt x="6139" y="3181"/>
                      <a:pt x="6540" y="3261"/>
                    </a:cubicBezTo>
                    <a:lnTo>
                      <a:pt x="6601" y="3261"/>
                    </a:lnTo>
                    <a:cubicBezTo>
                      <a:pt x="6892" y="3261"/>
                      <a:pt x="6179" y="2639"/>
                      <a:pt x="5066" y="1836"/>
                    </a:cubicBezTo>
                    <a:cubicBezTo>
                      <a:pt x="4123" y="1154"/>
                      <a:pt x="3892" y="944"/>
                      <a:pt x="3521" y="944"/>
                    </a:cubicBezTo>
                    <a:cubicBezTo>
                      <a:pt x="3431" y="944"/>
                      <a:pt x="3331" y="954"/>
                      <a:pt x="3210" y="974"/>
                    </a:cubicBezTo>
                    <a:cubicBezTo>
                      <a:pt x="3140" y="994"/>
                      <a:pt x="3070" y="994"/>
                      <a:pt x="3000" y="994"/>
                    </a:cubicBezTo>
                    <a:cubicBezTo>
                      <a:pt x="2418" y="994"/>
                      <a:pt x="1696" y="623"/>
                      <a:pt x="733" y="171"/>
                    </a:cubicBezTo>
                    <a:cubicBezTo>
                      <a:pt x="492" y="51"/>
                      <a:pt x="342" y="1"/>
                      <a:pt x="27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18" name="Google Shape;17918;p62"/>
              <p:cNvSpPr/>
              <p:nvPr/>
            </p:nvSpPr>
            <p:spPr>
              <a:xfrm>
                <a:off x="4251349" y="1370500"/>
                <a:ext cx="30869" cy="20081"/>
              </a:xfrm>
              <a:custGeom>
                <a:avLst/>
                <a:gdLst/>
                <a:ahLst/>
                <a:cxnLst/>
                <a:rect l="l" t="t" r="r" b="b"/>
                <a:pathLst>
                  <a:path w="372" h="242" extrusionOk="0">
                    <a:moveTo>
                      <a:pt x="0" y="241"/>
                    </a:moveTo>
                    <a:cubicBezTo>
                      <a:pt x="0" y="241"/>
                      <a:pt x="0" y="241"/>
                      <a:pt x="0" y="241"/>
                    </a:cubicBezTo>
                    <a:cubicBezTo>
                      <a:pt x="0" y="241"/>
                      <a:pt x="0" y="241"/>
                      <a:pt x="0" y="241"/>
                    </a:cubicBezTo>
                    <a:close/>
                    <a:moveTo>
                      <a:pt x="0" y="241"/>
                    </a:moveTo>
                    <a:cubicBezTo>
                      <a:pt x="130" y="151"/>
                      <a:pt x="251" y="71"/>
                      <a:pt x="361" y="11"/>
                    </a:cubicBezTo>
                    <a:cubicBezTo>
                      <a:pt x="251" y="71"/>
                      <a:pt x="130" y="151"/>
                      <a:pt x="0" y="241"/>
                    </a:cubicBezTo>
                    <a:close/>
                    <a:moveTo>
                      <a:pt x="361" y="11"/>
                    </a:moveTo>
                    <a:cubicBezTo>
                      <a:pt x="361" y="11"/>
                      <a:pt x="371" y="11"/>
                      <a:pt x="371" y="1"/>
                    </a:cubicBezTo>
                    <a:cubicBezTo>
                      <a:pt x="371" y="11"/>
                      <a:pt x="361" y="11"/>
                      <a:pt x="361" y="11"/>
                    </a:cubicBezTo>
                    <a:close/>
                    <a:moveTo>
                      <a:pt x="371" y="1"/>
                    </a:moveTo>
                    <a:cubicBezTo>
                      <a:pt x="371" y="1"/>
                      <a:pt x="371" y="1"/>
                      <a:pt x="371" y="1"/>
                    </a:cubicBezTo>
                    <a:cubicBezTo>
                      <a:pt x="371" y="1"/>
                      <a:pt x="371" y="1"/>
                      <a:pt x="371" y="1"/>
                    </a:cubicBezTo>
                    <a:close/>
                  </a:path>
                </a:pathLst>
              </a:custGeom>
              <a:solidFill>
                <a:srgbClr val="B3E0E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19" name="Google Shape;17919;p62"/>
              <p:cNvSpPr/>
              <p:nvPr/>
            </p:nvSpPr>
            <p:spPr>
              <a:xfrm>
                <a:off x="4214672" y="1035095"/>
                <a:ext cx="840753" cy="398802"/>
              </a:xfrm>
              <a:custGeom>
                <a:avLst/>
                <a:gdLst/>
                <a:ahLst/>
                <a:cxnLst/>
                <a:rect l="l" t="t" r="r" b="b"/>
                <a:pathLst>
                  <a:path w="10132" h="4806" extrusionOk="0">
                    <a:moveTo>
                      <a:pt x="4855" y="0"/>
                    </a:moveTo>
                    <a:cubicBezTo>
                      <a:pt x="4845" y="10"/>
                      <a:pt x="4825" y="21"/>
                      <a:pt x="4815" y="31"/>
                    </a:cubicBezTo>
                    <a:cubicBezTo>
                      <a:pt x="4364" y="291"/>
                      <a:pt x="3301" y="1324"/>
                      <a:pt x="2970" y="1696"/>
                    </a:cubicBezTo>
                    <a:cubicBezTo>
                      <a:pt x="2649" y="2067"/>
                      <a:pt x="1726" y="2368"/>
                      <a:pt x="1545" y="2949"/>
                    </a:cubicBezTo>
                    <a:cubicBezTo>
                      <a:pt x="1365" y="3541"/>
                      <a:pt x="1275" y="3772"/>
                      <a:pt x="823" y="4043"/>
                    </a:cubicBezTo>
                    <a:lnTo>
                      <a:pt x="813" y="4043"/>
                    </a:lnTo>
                    <a:cubicBezTo>
                      <a:pt x="813" y="4053"/>
                      <a:pt x="803" y="4053"/>
                      <a:pt x="803" y="4053"/>
                    </a:cubicBezTo>
                    <a:cubicBezTo>
                      <a:pt x="693" y="4113"/>
                      <a:pt x="572" y="4193"/>
                      <a:pt x="442" y="4283"/>
                    </a:cubicBezTo>
                    <a:cubicBezTo>
                      <a:pt x="282" y="4394"/>
                      <a:pt x="121" y="4504"/>
                      <a:pt x="1" y="4594"/>
                    </a:cubicBezTo>
                    <a:cubicBezTo>
                      <a:pt x="91" y="4775"/>
                      <a:pt x="352" y="4805"/>
                      <a:pt x="572" y="4805"/>
                    </a:cubicBezTo>
                    <a:lnTo>
                      <a:pt x="593" y="4805"/>
                    </a:lnTo>
                    <a:cubicBezTo>
                      <a:pt x="2518" y="4795"/>
                      <a:pt x="4444" y="4775"/>
                      <a:pt x="6360" y="4765"/>
                    </a:cubicBezTo>
                    <a:cubicBezTo>
                      <a:pt x="6511" y="4765"/>
                      <a:pt x="6651" y="4765"/>
                      <a:pt x="6791" y="4715"/>
                    </a:cubicBezTo>
                    <a:cubicBezTo>
                      <a:pt x="6982" y="4655"/>
                      <a:pt x="7132" y="4494"/>
                      <a:pt x="7313" y="4404"/>
                    </a:cubicBezTo>
                    <a:cubicBezTo>
                      <a:pt x="7403" y="4364"/>
                      <a:pt x="7634" y="4354"/>
                      <a:pt x="7935" y="4354"/>
                    </a:cubicBezTo>
                    <a:lnTo>
                      <a:pt x="8446" y="4354"/>
                    </a:lnTo>
                    <a:cubicBezTo>
                      <a:pt x="8627" y="4364"/>
                      <a:pt x="8808" y="4364"/>
                      <a:pt x="8988" y="4364"/>
                    </a:cubicBezTo>
                    <a:cubicBezTo>
                      <a:pt x="9600" y="4364"/>
                      <a:pt x="10132" y="4324"/>
                      <a:pt x="10091" y="4113"/>
                    </a:cubicBezTo>
                    <a:cubicBezTo>
                      <a:pt x="10061" y="3912"/>
                      <a:pt x="9700" y="3571"/>
                      <a:pt x="9580" y="3401"/>
                    </a:cubicBezTo>
                    <a:cubicBezTo>
                      <a:pt x="9399" y="3160"/>
                      <a:pt x="8456" y="2829"/>
                      <a:pt x="8276" y="2588"/>
                    </a:cubicBezTo>
                    <a:cubicBezTo>
                      <a:pt x="8035" y="2257"/>
                      <a:pt x="7193" y="2257"/>
                      <a:pt x="6781" y="2167"/>
                    </a:cubicBezTo>
                    <a:cubicBezTo>
                      <a:pt x="6671" y="2137"/>
                      <a:pt x="6139" y="1846"/>
                      <a:pt x="6059" y="1776"/>
                    </a:cubicBezTo>
                    <a:cubicBezTo>
                      <a:pt x="5979" y="1696"/>
                      <a:pt x="5337" y="1365"/>
                      <a:pt x="5317" y="1264"/>
                    </a:cubicBezTo>
                    <a:cubicBezTo>
                      <a:pt x="5156" y="703"/>
                      <a:pt x="5086" y="542"/>
                      <a:pt x="4896" y="61"/>
                    </a:cubicBezTo>
                    <a:cubicBezTo>
                      <a:pt x="4886" y="41"/>
                      <a:pt x="4876" y="21"/>
                      <a:pt x="48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20" name="Google Shape;17920;p62"/>
              <p:cNvSpPr/>
              <p:nvPr/>
            </p:nvSpPr>
            <p:spPr>
              <a:xfrm>
                <a:off x="4861418" y="842000"/>
                <a:ext cx="643510" cy="132436"/>
              </a:xfrm>
              <a:custGeom>
                <a:avLst/>
                <a:gdLst/>
                <a:ahLst/>
                <a:cxnLst/>
                <a:rect l="l" t="t" r="r" b="b"/>
                <a:pathLst>
                  <a:path w="7755" h="1596" extrusionOk="0">
                    <a:moveTo>
                      <a:pt x="7634" y="1595"/>
                    </a:moveTo>
                    <a:cubicBezTo>
                      <a:pt x="7573" y="1595"/>
                      <a:pt x="7523" y="1595"/>
                      <a:pt x="7473" y="1575"/>
                    </a:cubicBezTo>
                    <a:cubicBezTo>
                      <a:pt x="7523" y="1595"/>
                      <a:pt x="7573" y="1595"/>
                      <a:pt x="7634" y="1595"/>
                    </a:cubicBezTo>
                    <a:cubicBezTo>
                      <a:pt x="7674" y="1595"/>
                      <a:pt x="7714" y="1595"/>
                      <a:pt x="7754" y="1595"/>
                    </a:cubicBezTo>
                    <a:lnTo>
                      <a:pt x="7754" y="1595"/>
                    </a:lnTo>
                    <a:cubicBezTo>
                      <a:pt x="7714" y="1595"/>
                      <a:pt x="7674" y="1595"/>
                      <a:pt x="7634" y="1595"/>
                    </a:cubicBezTo>
                    <a:close/>
                    <a:moveTo>
                      <a:pt x="0" y="1535"/>
                    </a:moveTo>
                    <a:lnTo>
                      <a:pt x="0" y="1535"/>
                    </a:lnTo>
                    <a:cubicBezTo>
                      <a:pt x="171" y="1405"/>
                      <a:pt x="372" y="1234"/>
                      <a:pt x="572" y="1114"/>
                    </a:cubicBezTo>
                    <a:cubicBezTo>
                      <a:pt x="372" y="1234"/>
                      <a:pt x="171" y="1405"/>
                      <a:pt x="0" y="1535"/>
                    </a:cubicBezTo>
                    <a:close/>
                    <a:moveTo>
                      <a:pt x="572" y="1114"/>
                    </a:moveTo>
                    <a:lnTo>
                      <a:pt x="572" y="1114"/>
                    </a:lnTo>
                    <a:lnTo>
                      <a:pt x="572" y="1114"/>
                    </a:lnTo>
                    <a:close/>
                    <a:moveTo>
                      <a:pt x="572" y="1104"/>
                    </a:moveTo>
                    <a:cubicBezTo>
                      <a:pt x="572" y="1104"/>
                      <a:pt x="582" y="1104"/>
                      <a:pt x="582" y="1104"/>
                    </a:cubicBezTo>
                    <a:cubicBezTo>
                      <a:pt x="582" y="1104"/>
                      <a:pt x="572" y="1104"/>
                      <a:pt x="572" y="1104"/>
                    </a:cubicBezTo>
                    <a:close/>
                    <a:moveTo>
                      <a:pt x="582" y="1104"/>
                    </a:moveTo>
                    <a:lnTo>
                      <a:pt x="582" y="1104"/>
                    </a:lnTo>
                    <a:lnTo>
                      <a:pt x="582" y="1104"/>
                    </a:lnTo>
                    <a:close/>
                    <a:moveTo>
                      <a:pt x="582" y="1104"/>
                    </a:moveTo>
                    <a:lnTo>
                      <a:pt x="592" y="1094"/>
                    </a:lnTo>
                    <a:lnTo>
                      <a:pt x="582" y="1104"/>
                    </a:lnTo>
                    <a:close/>
                    <a:moveTo>
                      <a:pt x="602" y="1094"/>
                    </a:moveTo>
                    <a:cubicBezTo>
                      <a:pt x="602" y="1094"/>
                      <a:pt x="602" y="1094"/>
                      <a:pt x="602" y="1094"/>
                    </a:cubicBezTo>
                    <a:cubicBezTo>
                      <a:pt x="602" y="1094"/>
                      <a:pt x="602" y="1094"/>
                      <a:pt x="602" y="1094"/>
                    </a:cubicBezTo>
                    <a:close/>
                    <a:moveTo>
                      <a:pt x="602" y="1094"/>
                    </a:moveTo>
                    <a:cubicBezTo>
                      <a:pt x="602" y="1094"/>
                      <a:pt x="602" y="1094"/>
                      <a:pt x="602" y="1084"/>
                    </a:cubicBezTo>
                    <a:cubicBezTo>
                      <a:pt x="602" y="1094"/>
                      <a:pt x="602" y="1094"/>
                      <a:pt x="602" y="1094"/>
                    </a:cubicBezTo>
                    <a:close/>
                    <a:moveTo>
                      <a:pt x="612" y="1084"/>
                    </a:moveTo>
                    <a:cubicBezTo>
                      <a:pt x="612" y="1084"/>
                      <a:pt x="612" y="1084"/>
                      <a:pt x="612" y="1084"/>
                    </a:cubicBezTo>
                    <a:cubicBezTo>
                      <a:pt x="612" y="1084"/>
                      <a:pt x="612" y="1084"/>
                      <a:pt x="612" y="1084"/>
                    </a:cubicBezTo>
                    <a:close/>
                    <a:moveTo>
                      <a:pt x="612" y="1084"/>
                    </a:moveTo>
                    <a:cubicBezTo>
                      <a:pt x="612" y="1084"/>
                      <a:pt x="612" y="1084"/>
                      <a:pt x="622" y="1084"/>
                    </a:cubicBezTo>
                    <a:cubicBezTo>
                      <a:pt x="612" y="1084"/>
                      <a:pt x="612" y="1084"/>
                      <a:pt x="612" y="1084"/>
                    </a:cubicBezTo>
                    <a:close/>
                    <a:moveTo>
                      <a:pt x="622" y="1084"/>
                    </a:moveTo>
                    <a:lnTo>
                      <a:pt x="622" y="1074"/>
                    </a:lnTo>
                    <a:lnTo>
                      <a:pt x="622" y="1084"/>
                    </a:lnTo>
                    <a:close/>
                    <a:moveTo>
                      <a:pt x="622" y="1074"/>
                    </a:moveTo>
                    <a:cubicBezTo>
                      <a:pt x="622" y="1074"/>
                      <a:pt x="632" y="1074"/>
                      <a:pt x="632" y="1074"/>
                    </a:cubicBezTo>
                    <a:cubicBezTo>
                      <a:pt x="632" y="1074"/>
                      <a:pt x="622" y="1074"/>
                      <a:pt x="622" y="1074"/>
                    </a:cubicBezTo>
                    <a:close/>
                    <a:moveTo>
                      <a:pt x="632" y="1074"/>
                    </a:moveTo>
                    <a:cubicBezTo>
                      <a:pt x="632" y="1074"/>
                      <a:pt x="632" y="1074"/>
                      <a:pt x="632" y="1074"/>
                    </a:cubicBezTo>
                    <a:cubicBezTo>
                      <a:pt x="632" y="1074"/>
                      <a:pt x="632" y="1074"/>
                      <a:pt x="632" y="1074"/>
                    </a:cubicBezTo>
                    <a:close/>
                    <a:moveTo>
                      <a:pt x="632" y="1074"/>
                    </a:moveTo>
                    <a:cubicBezTo>
                      <a:pt x="632" y="1074"/>
                      <a:pt x="642" y="1074"/>
                      <a:pt x="642" y="1074"/>
                    </a:cubicBezTo>
                    <a:cubicBezTo>
                      <a:pt x="642" y="1074"/>
                      <a:pt x="632" y="1074"/>
                      <a:pt x="632" y="1074"/>
                    </a:cubicBezTo>
                    <a:close/>
                    <a:moveTo>
                      <a:pt x="642" y="1064"/>
                    </a:moveTo>
                    <a:cubicBezTo>
                      <a:pt x="642" y="1064"/>
                      <a:pt x="642" y="1064"/>
                      <a:pt x="642" y="1064"/>
                    </a:cubicBezTo>
                    <a:cubicBezTo>
                      <a:pt x="642" y="1064"/>
                      <a:pt x="642" y="1064"/>
                      <a:pt x="642" y="1064"/>
                    </a:cubicBezTo>
                    <a:close/>
                    <a:moveTo>
                      <a:pt x="652" y="1064"/>
                    </a:moveTo>
                    <a:cubicBezTo>
                      <a:pt x="652" y="1064"/>
                      <a:pt x="652" y="1064"/>
                      <a:pt x="652" y="1064"/>
                    </a:cubicBezTo>
                    <a:cubicBezTo>
                      <a:pt x="652" y="1064"/>
                      <a:pt x="652" y="1064"/>
                      <a:pt x="652" y="1064"/>
                    </a:cubicBezTo>
                    <a:close/>
                    <a:moveTo>
                      <a:pt x="662" y="1054"/>
                    </a:moveTo>
                    <a:cubicBezTo>
                      <a:pt x="662" y="1054"/>
                      <a:pt x="662" y="1054"/>
                      <a:pt x="662" y="1054"/>
                    </a:cubicBezTo>
                    <a:cubicBezTo>
                      <a:pt x="662" y="1054"/>
                      <a:pt x="662" y="1054"/>
                      <a:pt x="662" y="1054"/>
                    </a:cubicBezTo>
                    <a:close/>
                    <a:moveTo>
                      <a:pt x="662" y="1054"/>
                    </a:moveTo>
                    <a:cubicBezTo>
                      <a:pt x="662" y="1054"/>
                      <a:pt x="662" y="1054"/>
                      <a:pt x="662" y="1054"/>
                    </a:cubicBezTo>
                    <a:cubicBezTo>
                      <a:pt x="662" y="1054"/>
                      <a:pt x="662" y="1054"/>
                      <a:pt x="662" y="1054"/>
                    </a:cubicBezTo>
                    <a:close/>
                    <a:moveTo>
                      <a:pt x="672" y="1054"/>
                    </a:moveTo>
                    <a:cubicBezTo>
                      <a:pt x="672" y="1054"/>
                      <a:pt x="672" y="1054"/>
                      <a:pt x="672" y="1054"/>
                    </a:cubicBezTo>
                    <a:cubicBezTo>
                      <a:pt x="672" y="1054"/>
                      <a:pt x="672" y="1054"/>
                      <a:pt x="672" y="1054"/>
                    </a:cubicBezTo>
                    <a:close/>
                    <a:moveTo>
                      <a:pt x="672" y="1044"/>
                    </a:moveTo>
                    <a:cubicBezTo>
                      <a:pt x="672" y="1044"/>
                      <a:pt x="672" y="1044"/>
                      <a:pt x="683" y="1044"/>
                    </a:cubicBezTo>
                    <a:cubicBezTo>
                      <a:pt x="672" y="1044"/>
                      <a:pt x="672" y="1044"/>
                      <a:pt x="672" y="1044"/>
                    </a:cubicBezTo>
                    <a:close/>
                    <a:moveTo>
                      <a:pt x="683" y="1044"/>
                    </a:moveTo>
                    <a:cubicBezTo>
                      <a:pt x="683" y="1044"/>
                      <a:pt x="683" y="1044"/>
                      <a:pt x="683" y="1044"/>
                    </a:cubicBezTo>
                    <a:cubicBezTo>
                      <a:pt x="683" y="1044"/>
                      <a:pt x="683" y="1044"/>
                      <a:pt x="683" y="1044"/>
                    </a:cubicBezTo>
                    <a:close/>
                    <a:moveTo>
                      <a:pt x="693" y="1044"/>
                    </a:moveTo>
                    <a:cubicBezTo>
                      <a:pt x="693" y="1044"/>
                      <a:pt x="693" y="1044"/>
                      <a:pt x="693" y="1034"/>
                    </a:cubicBezTo>
                    <a:cubicBezTo>
                      <a:pt x="693" y="1044"/>
                      <a:pt x="693" y="1044"/>
                      <a:pt x="693" y="1044"/>
                    </a:cubicBezTo>
                    <a:close/>
                    <a:moveTo>
                      <a:pt x="693" y="1034"/>
                    </a:moveTo>
                    <a:cubicBezTo>
                      <a:pt x="693" y="1034"/>
                      <a:pt x="693" y="1034"/>
                      <a:pt x="703" y="1034"/>
                    </a:cubicBezTo>
                    <a:cubicBezTo>
                      <a:pt x="693" y="1034"/>
                      <a:pt x="693" y="1034"/>
                      <a:pt x="693" y="1034"/>
                    </a:cubicBezTo>
                    <a:close/>
                    <a:moveTo>
                      <a:pt x="713" y="1034"/>
                    </a:moveTo>
                    <a:lnTo>
                      <a:pt x="713" y="1034"/>
                    </a:lnTo>
                    <a:lnTo>
                      <a:pt x="713" y="1034"/>
                    </a:lnTo>
                    <a:close/>
                    <a:moveTo>
                      <a:pt x="713" y="1023"/>
                    </a:moveTo>
                    <a:cubicBezTo>
                      <a:pt x="713" y="1023"/>
                      <a:pt x="713" y="1023"/>
                      <a:pt x="713" y="1023"/>
                    </a:cubicBezTo>
                    <a:cubicBezTo>
                      <a:pt x="713" y="1023"/>
                      <a:pt x="713" y="1023"/>
                      <a:pt x="713" y="1023"/>
                    </a:cubicBezTo>
                    <a:close/>
                    <a:moveTo>
                      <a:pt x="723" y="1023"/>
                    </a:moveTo>
                    <a:lnTo>
                      <a:pt x="723" y="1023"/>
                    </a:lnTo>
                    <a:lnTo>
                      <a:pt x="723" y="1023"/>
                    </a:lnTo>
                    <a:close/>
                    <a:moveTo>
                      <a:pt x="723" y="1023"/>
                    </a:moveTo>
                    <a:cubicBezTo>
                      <a:pt x="723" y="1023"/>
                      <a:pt x="723" y="1023"/>
                      <a:pt x="723" y="1023"/>
                    </a:cubicBezTo>
                    <a:cubicBezTo>
                      <a:pt x="723" y="1023"/>
                      <a:pt x="723" y="1023"/>
                      <a:pt x="723" y="1023"/>
                    </a:cubicBezTo>
                    <a:close/>
                    <a:moveTo>
                      <a:pt x="743" y="1013"/>
                    </a:moveTo>
                    <a:lnTo>
                      <a:pt x="743" y="1013"/>
                    </a:lnTo>
                    <a:lnTo>
                      <a:pt x="743" y="1013"/>
                    </a:lnTo>
                    <a:close/>
                    <a:moveTo>
                      <a:pt x="753" y="1003"/>
                    </a:moveTo>
                    <a:lnTo>
                      <a:pt x="753" y="1003"/>
                    </a:lnTo>
                    <a:lnTo>
                      <a:pt x="753" y="1003"/>
                    </a:lnTo>
                    <a:close/>
                    <a:moveTo>
                      <a:pt x="763" y="1003"/>
                    </a:moveTo>
                    <a:lnTo>
                      <a:pt x="763" y="1003"/>
                    </a:lnTo>
                    <a:lnTo>
                      <a:pt x="763" y="1003"/>
                    </a:lnTo>
                    <a:close/>
                    <a:moveTo>
                      <a:pt x="773" y="1003"/>
                    </a:moveTo>
                    <a:lnTo>
                      <a:pt x="773" y="1003"/>
                    </a:lnTo>
                    <a:lnTo>
                      <a:pt x="773" y="1003"/>
                    </a:lnTo>
                    <a:close/>
                    <a:moveTo>
                      <a:pt x="783" y="993"/>
                    </a:moveTo>
                    <a:lnTo>
                      <a:pt x="783" y="993"/>
                    </a:lnTo>
                    <a:lnTo>
                      <a:pt x="783" y="993"/>
                    </a:lnTo>
                    <a:close/>
                    <a:moveTo>
                      <a:pt x="783" y="993"/>
                    </a:moveTo>
                    <a:cubicBezTo>
                      <a:pt x="783" y="993"/>
                      <a:pt x="783" y="993"/>
                      <a:pt x="783" y="993"/>
                    </a:cubicBezTo>
                    <a:cubicBezTo>
                      <a:pt x="783" y="993"/>
                      <a:pt x="783" y="993"/>
                      <a:pt x="783" y="993"/>
                    </a:cubicBezTo>
                    <a:close/>
                    <a:moveTo>
                      <a:pt x="793" y="983"/>
                    </a:moveTo>
                    <a:cubicBezTo>
                      <a:pt x="793" y="983"/>
                      <a:pt x="793" y="983"/>
                      <a:pt x="803" y="983"/>
                    </a:cubicBezTo>
                    <a:cubicBezTo>
                      <a:pt x="793" y="983"/>
                      <a:pt x="793" y="983"/>
                      <a:pt x="793" y="983"/>
                    </a:cubicBezTo>
                    <a:close/>
                    <a:moveTo>
                      <a:pt x="803" y="983"/>
                    </a:moveTo>
                    <a:lnTo>
                      <a:pt x="803" y="983"/>
                    </a:lnTo>
                    <a:lnTo>
                      <a:pt x="803" y="983"/>
                    </a:lnTo>
                    <a:close/>
                    <a:moveTo>
                      <a:pt x="813" y="983"/>
                    </a:moveTo>
                    <a:lnTo>
                      <a:pt x="813" y="983"/>
                    </a:lnTo>
                    <a:lnTo>
                      <a:pt x="813" y="983"/>
                    </a:lnTo>
                    <a:close/>
                    <a:moveTo>
                      <a:pt x="813" y="983"/>
                    </a:moveTo>
                    <a:cubicBezTo>
                      <a:pt x="813" y="983"/>
                      <a:pt x="813" y="983"/>
                      <a:pt x="813" y="983"/>
                    </a:cubicBezTo>
                    <a:cubicBezTo>
                      <a:pt x="813" y="983"/>
                      <a:pt x="813" y="983"/>
                      <a:pt x="813" y="983"/>
                    </a:cubicBezTo>
                    <a:close/>
                    <a:moveTo>
                      <a:pt x="813" y="973"/>
                    </a:moveTo>
                    <a:lnTo>
                      <a:pt x="813" y="973"/>
                    </a:lnTo>
                    <a:lnTo>
                      <a:pt x="813" y="973"/>
                    </a:lnTo>
                    <a:close/>
                    <a:moveTo>
                      <a:pt x="823" y="973"/>
                    </a:moveTo>
                    <a:lnTo>
                      <a:pt x="823" y="973"/>
                    </a:lnTo>
                    <a:lnTo>
                      <a:pt x="823" y="973"/>
                    </a:lnTo>
                    <a:close/>
                    <a:moveTo>
                      <a:pt x="823" y="973"/>
                    </a:moveTo>
                    <a:cubicBezTo>
                      <a:pt x="823" y="973"/>
                      <a:pt x="823" y="973"/>
                      <a:pt x="833" y="973"/>
                    </a:cubicBezTo>
                    <a:cubicBezTo>
                      <a:pt x="823" y="973"/>
                      <a:pt x="823" y="973"/>
                      <a:pt x="823" y="973"/>
                    </a:cubicBezTo>
                    <a:close/>
                    <a:moveTo>
                      <a:pt x="833" y="973"/>
                    </a:moveTo>
                    <a:lnTo>
                      <a:pt x="833" y="973"/>
                    </a:lnTo>
                    <a:lnTo>
                      <a:pt x="833" y="973"/>
                    </a:lnTo>
                    <a:close/>
                    <a:moveTo>
                      <a:pt x="833" y="973"/>
                    </a:moveTo>
                    <a:cubicBezTo>
                      <a:pt x="843" y="973"/>
                      <a:pt x="843" y="973"/>
                      <a:pt x="843" y="973"/>
                    </a:cubicBezTo>
                    <a:cubicBezTo>
                      <a:pt x="843" y="973"/>
                      <a:pt x="843" y="973"/>
                      <a:pt x="833" y="973"/>
                    </a:cubicBezTo>
                    <a:close/>
                    <a:moveTo>
                      <a:pt x="843" y="963"/>
                    </a:moveTo>
                    <a:cubicBezTo>
                      <a:pt x="843" y="963"/>
                      <a:pt x="843" y="963"/>
                      <a:pt x="843" y="963"/>
                    </a:cubicBezTo>
                    <a:cubicBezTo>
                      <a:pt x="843" y="963"/>
                      <a:pt x="843" y="963"/>
                      <a:pt x="843" y="963"/>
                    </a:cubicBezTo>
                    <a:close/>
                    <a:moveTo>
                      <a:pt x="843" y="963"/>
                    </a:moveTo>
                    <a:cubicBezTo>
                      <a:pt x="843" y="963"/>
                      <a:pt x="843" y="963"/>
                      <a:pt x="853" y="963"/>
                    </a:cubicBezTo>
                    <a:cubicBezTo>
                      <a:pt x="843" y="963"/>
                      <a:pt x="843" y="963"/>
                      <a:pt x="843" y="963"/>
                    </a:cubicBezTo>
                    <a:close/>
                    <a:moveTo>
                      <a:pt x="853" y="963"/>
                    </a:moveTo>
                    <a:cubicBezTo>
                      <a:pt x="853" y="963"/>
                      <a:pt x="853" y="963"/>
                      <a:pt x="853" y="963"/>
                    </a:cubicBezTo>
                    <a:cubicBezTo>
                      <a:pt x="853" y="963"/>
                      <a:pt x="853" y="963"/>
                      <a:pt x="853" y="963"/>
                    </a:cubicBezTo>
                    <a:close/>
                    <a:moveTo>
                      <a:pt x="853" y="963"/>
                    </a:moveTo>
                    <a:cubicBezTo>
                      <a:pt x="853" y="963"/>
                      <a:pt x="853" y="963"/>
                      <a:pt x="863" y="963"/>
                    </a:cubicBezTo>
                    <a:cubicBezTo>
                      <a:pt x="853" y="963"/>
                      <a:pt x="853" y="963"/>
                      <a:pt x="853" y="963"/>
                    </a:cubicBezTo>
                    <a:close/>
                    <a:moveTo>
                      <a:pt x="863" y="963"/>
                    </a:moveTo>
                    <a:cubicBezTo>
                      <a:pt x="863" y="963"/>
                      <a:pt x="863" y="963"/>
                      <a:pt x="863" y="963"/>
                    </a:cubicBezTo>
                    <a:cubicBezTo>
                      <a:pt x="863" y="963"/>
                      <a:pt x="863" y="963"/>
                      <a:pt x="863" y="963"/>
                    </a:cubicBezTo>
                    <a:close/>
                    <a:moveTo>
                      <a:pt x="863" y="963"/>
                    </a:moveTo>
                    <a:cubicBezTo>
                      <a:pt x="863" y="963"/>
                      <a:pt x="863" y="963"/>
                      <a:pt x="873" y="963"/>
                    </a:cubicBezTo>
                    <a:cubicBezTo>
                      <a:pt x="863" y="963"/>
                      <a:pt x="863" y="963"/>
                      <a:pt x="863" y="963"/>
                    </a:cubicBezTo>
                    <a:close/>
                    <a:moveTo>
                      <a:pt x="873" y="953"/>
                    </a:moveTo>
                    <a:cubicBezTo>
                      <a:pt x="873" y="953"/>
                      <a:pt x="873" y="953"/>
                      <a:pt x="873" y="953"/>
                    </a:cubicBezTo>
                    <a:cubicBezTo>
                      <a:pt x="873" y="953"/>
                      <a:pt x="873" y="953"/>
                      <a:pt x="873" y="953"/>
                    </a:cubicBezTo>
                    <a:close/>
                    <a:moveTo>
                      <a:pt x="873" y="953"/>
                    </a:moveTo>
                    <a:cubicBezTo>
                      <a:pt x="873" y="953"/>
                      <a:pt x="873" y="953"/>
                      <a:pt x="883" y="953"/>
                    </a:cubicBezTo>
                    <a:cubicBezTo>
                      <a:pt x="873" y="953"/>
                      <a:pt x="873" y="953"/>
                      <a:pt x="873" y="953"/>
                    </a:cubicBezTo>
                    <a:close/>
                    <a:moveTo>
                      <a:pt x="883" y="953"/>
                    </a:moveTo>
                    <a:cubicBezTo>
                      <a:pt x="883" y="953"/>
                      <a:pt x="883" y="953"/>
                      <a:pt x="883" y="953"/>
                    </a:cubicBezTo>
                    <a:cubicBezTo>
                      <a:pt x="883" y="953"/>
                      <a:pt x="883" y="953"/>
                      <a:pt x="883" y="953"/>
                    </a:cubicBezTo>
                    <a:close/>
                    <a:moveTo>
                      <a:pt x="883" y="953"/>
                    </a:moveTo>
                    <a:cubicBezTo>
                      <a:pt x="883" y="953"/>
                      <a:pt x="883" y="953"/>
                      <a:pt x="883" y="953"/>
                    </a:cubicBezTo>
                    <a:cubicBezTo>
                      <a:pt x="883" y="953"/>
                      <a:pt x="883" y="953"/>
                      <a:pt x="883" y="953"/>
                    </a:cubicBezTo>
                    <a:close/>
                    <a:moveTo>
                      <a:pt x="893" y="953"/>
                    </a:moveTo>
                    <a:cubicBezTo>
                      <a:pt x="893" y="953"/>
                      <a:pt x="893" y="953"/>
                      <a:pt x="893" y="953"/>
                    </a:cubicBezTo>
                    <a:cubicBezTo>
                      <a:pt x="893" y="953"/>
                      <a:pt x="893" y="953"/>
                      <a:pt x="893" y="953"/>
                    </a:cubicBezTo>
                    <a:close/>
                    <a:moveTo>
                      <a:pt x="893" y="953"/>
                    </a:moveTo>
                    <a:cubicBezTo>
                      <a:pt x="893" y="953"/>
                      <a:pt x="893" y="953"/>
                      <a:pt x="893" y="953"/>
                    </a:cubicBezTo>
                    <a:cubicBezTo>
                      <a:pt x="893" y="953"/>
                      <a:pt x="893" y="953"/>
                      <a:pt x="893" y="953"/>
                    </a:cubicBezTo>
                    <a:close/>
                    <a:moveTo>
                      <a:pt x="903" y="953"/>
                    </a:moveTo>
                    <a:cubicBezTo>
                      <a:pt x="903" y="943"/>
                      <a:pt x="903" y="943"/>
                      <a:pt x="903" y="943"/>
                    </a:cubicBezTo>
                    <a:cubicBezTo>
                      <a:pt x="903" y="943"/>
                      <a:pt x="903" y="943"/>
                      <a:pt x="903" y="953"/>
                    </a:cubicBezTo>
                    <a:close/>
                    <a:moveTo>
                      <a:pt x="903" y="943"/>
                    </a:moveTo>
                    <a:cubicBezTo>
                      <a:pt x="903" y="943"/>
                      <a:pt x="903" y="943"/>
                      <a:pt x="903" y="943"/>
                    </a:cubicBezTo>
                    <a:cubicBezTo>
                      <a:pt x="903" y="943"/>
                      <a:pt x="903" y="943"/>
                      <a:pt x="903" y="943"/>
                    </a:cubicBezTo>
                    <a:close/>
                    <a:moveTo>
                      <a:pt x="913" y="943"/>
                    </a:moveTo>
                    <a:cubicBezTo>
                      <a:pt x="913" y="943"/>
                      <a:pt x="913" y="943"/>
                      <a:pt x="913" y="943"/>
                    </a:cubicBezTo>
                    <a:cubicBezTo>
                      <a:pt x="913" y="943"/>
                      <a:pt x="913" y="943"/>
                      <a:pt x="913" y="943"/>
                    </a:cubicBezTo>
                    <a:close/>
                    <a:moveTo>
                      <a:pt x="913" y="943"/>
                    </a:moveTo>
                    <a:lnTo>
                      <a:pt x="913" y="943"/>
                    </a:lnTo>
                    <a:lnTo>
                      <a:pt x="913" y="943"/>
                    </a:lnTo>
                    <a:close/>
                    <a:moveTo>
                      <a:pt x="913" y="943"/>
                    </a:moveTo>
                    <a:cubicBezTo>
                      <a:pt x="923" y="943"/>
                      <a:pt x="923" y="943"/>
                      <a:pt x="923" y="943"/>
                    </a:cubicBezTo>
                    <a:cubicBezTo>
                      <a:pt x="923" y="943"/>
                      <a:pt x="923" y="943"/>
                      <a:pt x="913" y="943"/>
                    </a:cubicBezTo>
                    <a:close/>
                    <a:moveTo>
                      <a:pt x="923" y="943"/>
                    </a:moveTo>
                    <a:cubicBezTo>
                      <a:pt x="923" y="943"/>
                      <a:pt x="923" y="943"/>
                      <a:pt x="923" y="943"/>
                    </a:cubicBezTo>
                    <a:cubicBezTo>
                      <a:pt x="923" y="943"/>
                      <a:pt x="923" y="943"/>
                      <a:pt x="923" y="943"/>
                    </a:cubicBezTo>
                    <a:close/>
                    <a:moveTo>
                      <a:pt x="923" y="943"/>
                    </a:moveTo>
                    <a:cubicBezTo>
                      <a:pt x="923" y="943"/>
                      <a:pt x="933" y="943"/>
                      <a:pt x="933" y="943"/>
                    </a:cubicBezTo>
                    <a:cubicBezTo>
                      <a:pt x="933" y="943"/>
                      <a:pt x="923" y="943"/>
                      <a:pt x="923" y="943"/>
                    </a:cubicBezTo>
                    <a:close/>
                    <a:moveTo>
                      <a:pt x="933" y="943"/>
                    </a:moveTo>
                    <a:cubicBezTo>
                      <a:pt x="933" y="943"/>
                      <a:pt x="933" y="943"/>
                      <a:pt x="933" y="943"/>
                    </a:cubicBezTo>
                    <a:cubicBezTo>
                      <a:pt x="933" y="943"/>
                      <a:pt x="933" y="943"/>
                      <a:pt x="933" y="943"/>
                    </a:cubicBezTo>
                    <a:close/>
                    <a:moveTo>
                      <a:pt x="933" y="943"/>
                    </a:moveTo>
                    <a:cubicBezTo>
                      <a:pt x="933" y="943"/>
                      <a:pt x="933" y="943"/>
                      <a:pt x="943" y="943"/>
                    </a:cubicBezTo>
                    <a:cubicBezTo>
                      <a:pt x="933" y="943"/>
                      <a:pt x="933" y="943"/>
                      <a:pt x="933" y="943"/>
                    </a:cubicBezTo>
                    <a:close/>
                    <a:moveTo>
                      <a:pt x="943" y="933"/>
                    </a:moveTo>
                    <a:cubicBezTo>
                      <a:pt x="943" y="933"/>
                      <a:pt x="943" y="933"/>
                      <a:pt x="943" y="933"/>
                    </a:cubicBezTo>
                    <a:cubicBezTo>
                      <a:pt x="943" y="933"/>
                      <a:pt x="943" y="933"/>
                      <a:pt x="943" y="933"/>
                    </a:cubicBezTo>
                    <a:close/>
                    <a:moveTo>
                      <a:pt x="943" y="933"/>
                    </a:moveTo>
                    <a:cubicBezTo>
                      <a:pt x="943" y="933"/>
                      <a:pt x="943" y="933"/>
                      <a:pt x="943" y="933"/>
                    </a:cubicBezTo>
                    <a:cubicBezTo>
                      <a:pt x="943" y="933"/>
                      <a:pt x="943" y="933"/>
                      <a:pt x="943" y="933"/>
                    </a:cubicBezTo>
                    <a:close/>
                    <a:moveTo>
                      <a:pt x="953" y="933"/>
                    </a:moveTo>
                    <a:cubicBezTo>
                      <a:pt x="953" y="933"/>
                      <a:pt x="953" y="933"/>
                      <a:pt x="953" y="933"/>
                    </a:cubicBezTo>
                    <a:cubicBezTo>
                      <a:pt x="953" y="933"/>
                      <a:pt x="953" y="933"/>
                      <a:pt x="953" y="933"/>
                    </a:cubicBezTo>
                    <a:close/>
                    <a:moveTo>
                      <a:pt x="953" y="933"/>
                    </a:moveTo>
                    <a:cubicBezTo>
                      <a:pt x="953" y="933"/>
                      <a:pt x="953" y="933"/>
                      <a:pt x="953" y="933"/>
                    </a:cubicBezTo>
                    <a:cubicBezTo>
                      <a:pt x="953" y="933"/>
                      <a:pt x="953" y="933"/>
                      <a:pt x="953" y="933"/>
                    </a:cubicBezTo>
                    <a:close/>
                    <a:moveTo>
                      <a:pt x="963" y="933"/>
                    </a:moveTo>
                    <a:cubicBezTo>
                      <a:pt x="963" y="933"/>
                      <a:pt x="963" y="933"/>
                      <a:pt x="963" y="933"/>
                    </a:cubicBezTo>
                    <a:cubicBezTo>
                      <a:pt x="963" y="933"/>
                      <a:pt x="963" y="933"/>
                      <a:pt x="963" y="933"/>
                    </a:cubicBezTo>
                    <a:close/>
                    <a:moveTo>
                      <a:pt x="963" y="933"/>
                    </a:moveTo>
                    <a:cubicBezTo>
                      <a:pt x="963" y="933"/>
                      <a:pt x="963" y="933"/>
                      <a:pt x="963" y="933"/>
                    </a:cubicBezTo>
                    <a:cubicBezTo>
                      <a:pt x="963" y="933"/>
                      <a:pt x="963" y="933"/>
                      <a:pt x="963" y="933"/>
                    </a:cubicBezTo>
                    <a:close/>
                    <a:moveTo>
                      <a:pt x="963" y="933"/>
                    </a:moveTo>
                    <a:cubicBezTo>
                      <a:pt x="963" y="933"/>
                      <a:pt x="973" y="933"/>
                      <a:pt x="973" y="933"/>
                    </a:cubicBezTo>
                    <a:cubicBezTo>
                      <a:pt x="973" y="933"/>
                      <a:pt x="963" y="933"/>
                      <a:pt x="963" y="933"/>
                    </a:cubicBezTo>
                    <a:close/>
                    <a:moveTo>
                      <a:pt x="973" y="933"/>
                    </a:moveTo>
                    <a:lnTo>
                      <a:pt x="973" y="933"/>
                    </a:lnTo>
                    <a:lnTo>
                      <a:pt x="973" y="933"/>
                    </a:lnTo>
                    <a:close/>
                    <a:moveTo>
                      <a:pt x="973" y="933"/>
                    </a:moveTo>
                    <a:cubicBezTo>
                      <a:pt x="973" y="933"/>
                      <a:pt x="973" y="933"/>
                      <a:pt x="983" y="933"/>
                    </a:cubicBezTo>
                    <a:cubicBezTo>
                      <a:pt x="973" y="933"/>
                      <a:pt x="973" y="933"/>
                      <a:pt x="973" y="933"/>
                    </a:cubicBezTo>
                    <a:close/>
                    <a:moveTo>
                      <a:pt x="983" y="933"/>
                    </a:moveTo>
                    <a:lnTo>
                      <a:pt x="983" y="933"/>
                    </a:lnTo>
                    <a:lnTo>
                      <a:pt x="983" y="933"/>
                    </a:lnTo>
                    <a:close/>
                    <a:moveTo>
                      <a:pt x="983" y="933"/>
                    </a:moveTo>
                    <a:lnTo>
                      <a:pt x="983" y="933"/>
                    </a:lnTo>
                    <a:lnTo>
                      <a:pt x="983" y="933"/>
                    </a:lnTo>
                    <a:close/>
                    <a:moveTo>
                      <a:pt x="993" y="933"/>
                    </a:moveTo>
                    <a:cubicBezTo>
                      <a:pt x="993" y="933"/>
                      <a:pt x="993" y="933"/>
                      <a:pt x="993" y="933"/>
                    </a:cubicBezTo>
                    <a:cubicBezTo>
                      <a:pt x="993" y="933"/>
                      <a:pt x="993" y="933"/>
                      <a:pt x="993" y="933"/>
                    </a:cubicBezTo>
                    <a:close/>
                    <a:moveTo>
                      <a:pt x="993" y="933"/>
                    </a:moveTo>
                    <a:cubicBezTo>
                      <a:pt x="993" y="933"/>
                      <a:pt x="993" y="933"/>
                      <a:pt x="993" y="933"/>
                    </a:cubicBezTo>
                    <a:cubicBezTo>
                      <a:pt x="993" y="933"/>
                      <a:pt x="993" y="933"/>
                      <a:pt x="993" y="933"/>
                    </a:cubicBezTo>
                    <a:close/>
                    <a:moveTo>
                      <a:pt x="1024" y="923"/>
                    </a:moveTo>
                    <a:cubicBezTo>
                      <a:pt x="1365" y="863"/>
                      <a:pt x="2107" y="51"/>
                      <a:pt x="2498" y="0"/>
                    </a:cubicBezTo>
                    <a:cubicBezTo>
                      <a:pt x="2107" y="51"/>
                      <a:pt x="1365" y="863"/>
                      <a:pt x="1024" y="923"/>
                    </a:cubicBezTo>
                    <a:close/>
                    <a:moveTo>
                      <a:pt x="2578" y="0"/>
                    </a:moveTo>
                    <a:cubicBezTo>
                      <a:pt x="2568" y="0"/>
                      <a:pt x="2548" y="0"/>
                      <a:pt x="2528" y="0"/>
                    </a:cubicBezTo>
                    <a:cubicBezTo>
                      <a:pt x="2548" y="0"/>
                      <a:pt x="2568" y="0"/>
                      <a:pt x="2578" y="0"/>
                    </a:cubicBezTo>
                    <a:close/>
                    <a:moveTo>
                      <a:pt x="2498" y="0"/>
                    </a:moveTo>
                    <a:cubicBezTo>
                      <a:pt x="2508" y="0"/>
                      <a:pt x="2518" y="0"/>
                      <a:pt x="2528" y="0"/>
                    </a:cubicBezTo>
                    <a:lnTo>
                      <a:pt x="2528" y="0"/>
                    </a:lnTo>
                    <a:cubicBezTo>
                      <a:pt x="2518" y="0"/>
                      <a:pt x="2508" y="0"/>
                      <a:pt x="2498" y="0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21" name="Google Shape;17921;p62"/>
              <p:cNvSpPr/>
              <p:nvPr/>
            </p:nvSpPr>
            <p:spPr>
              <a:xfrm>
                <a:off x="4861418" y="842000"/>
                <a:ext cx="1059655" cy="334658"/>
              </a:xfrm>
              <a:custGeom>
                <a:avLst/>
                <a:gdLst/>
                <a:ahLst/>
                <a:cxnLst/>
                <a:rect l="l" t="t" r="r" b="b"/>
                <a:pathLst>
                  <a:path w="12770" h="4033" extrusionOk="0">
                    <a:moveTo>
                      <a:pt x="2498" y="0"/>
                    </a:moveTo>
                    <a:cubicBezTo>
                      <a:pt x="2107" y="51"/>
                      <a:pt x="1365" y="863"/>
                      <a:pt x="1024" y="923"/>
                    </a:cubicBezTo>
                    <a:cubicBezTo>
                      <a:pt x="1014" y="923"/>
                      <a:pt x="1003" y="933"/>
                      <a:pt x="993" y="933"/>
                    </a:cubicBezTo>
                    <a:lnTo>
                      <a:pt x="943" y="933"/>
                    </a:lnTo>
                    <a:cubicBezTo>
                      <a:pt x="943" y="933"/>
                      <a:pt x="943" y="943"/>
                      <a:pt x="943" y="943"/>
                    </a:cubicBezTo>
                    <a:lnTo>
                      <a:pt x="903" y="943"/>
                    </a:lnTo>
                    <a:cubicBezTo>
                      <a:pt x="903" y="943"/>
                      <a:pt x="903" y="943"/>
                      <a:pt x="903" y="953"/>
                    </a:cubicBezTo>
                    <a:lnTo>
                      <a:pt x="873" y="953"/>
                    </a:lnTo>
                    <a:cubicBezTo>
                      <a:pt x="873" y="953"/>
                      <a:pt x="873" y="953"/>
                      <a:pt x="873" y="963"/>
                    </a:cubicBezTo>
                    <a:lnTo>
                      <a:pt x="843" y="963"/>
                    </a:lnTo>
                    <a:cubicBezTo>
                      <a:pt x="843" y="973"/>
                      <a:pt x="843" y="973"/>
                      <a:pt x="843" y="973"/>
                    </a:cubicBezTo>
                    <a:lnTo>
                      <a:pt x="813" y="973"/>
                    </a:lnTo>
                    <a:cubicBezTo>
                      <a:pt x="813" y="983"/>
                      <a:pt x="813" y="983"/>
                      <a:pt x="813" y="983"/>
                    </a:cubicBezTo>
                    <a:lnTo>
                      <a:pt x="793" y="983"/>
                    </a:lnTo>
                    <a:cubicBezTo>
                      <a:pt x="793" y="983"/>
                      <a:pt x="793" y="993"/>
                      <a:pt x="783" y="993"/>
                    </a:cubicBezTo>
                    <a:cubicBezTo>
                      <a:pt x="783" y="993"/>
                      <a:pt x="773" y="993"/>
                      <a:pt x="773" y="1003"/>
                    </a:cubicBezTo>
                    <a:lnTo>
                      <a:pt x="753" y="1003"/>
                    </a:lnTo>
                    <a:cubicBezTo>
                      <a:pt x="753" y="1013"/>
                      <a:pt x="743" y="1013"/>
                      <a:pt x="743" y="1013"/>
                    </a:cubicBezTo>
                    <a:cubicBezTo>
                      <a:pt x="733" y="1013"/>
                      <a:pt x="733" y="1023"/>
                      <a:pt x="723" y="1023"/>
                    </a:cubicBezTo>
                    <a:lnTo>
                      <a:pt x="713" y="1023"/>
                    </a:lnTo>
                    <a:cubicBezTo>
                      <a:pt x="713" y="1034"/>
                      <a:pt x="713" y="1034"/>
                      <a:pt x="713" y="1034"/>
                    </a:cubicBezTo>
                    <a:lnTo>
                      <a:pt x="693" y="1034"/>
                    </a:lnTo>
                    <a:cubicBezTo>
                      <a:pt x="693" y="1044"/>
                      <a:pt x="693" y="1044"/>
                      <a:pt x="693" y="1044"/>
                    </a:cubicBezTo>
                    <a:lnTo>
                      <a:pt x="672" y="1044"/>
                    </a:lnTo>
                    <a:cubicBezTo>
                      <a:pt x="672" y="1054"/>
                      <a:pt x="672" y="1054"/>
                      <a:pt x="672" y="1054"/>
                    </a:cubicBezTo>
                    <a:lnTo>
                      <a:pt x="662" y="1054"/>
                    </a:lnTo>
                    <a:lnTo>
                      <a:pt x="652" y="1064"/>
                    </a:lnTo>
                    <a:lnTo>
                      <a:pt x="642" y="1064"/>
                    </a:lnTo>
                    <a:cubicBezTo>
                      <a:pt x="642" y="1064"/>
                      <a:pt x="642" y="1064"/>
                      <a:pt x="642" y="1074"/>
                    </a:cubicBezTo>
                    <a:lnTo>
                      <a:pt x="622" y="1074"/>
                    </a:lnTo>
                    <a:lnTo>
                      <a:pt x="622" y="1084"/>
                    </a:lnTo>
                    <a:lnTo>
                      <a:pt x="602" y="1084"/>
                    </a:lnTo>
                    <a:cubicBezTo>
                      <a:pt x="602" y="1094"/>
                      <a:pt x="602" y="1094"/>
                      <a:pt x="602" y="1094"/>
                    </a:cubicBezTo>
                    <a:lnTo>
                      <a:pt x="592" y="1094"/>
                    </a:lnTo>
                    <a:lnTo>
                      <a:pt x="582" y="1104"/>
                    </a:lnTo>
                    <a:lnTo>
                      <a:pt x="572" y="1104"/>
                    </a:lnTo>
                    <a:lnTo>
                      <a:pt x="572" y="1114"/>
                    </a:lnTo>
                    <a:cubicBezTo>
                      <a:pt x="372" y="1234"/>
                      <a:pt x="171" y="1405"/>
                      <a:pt x="0" y="1535"/>
                    </a:cubicBezTo>
                    <a:lnTo>
                      <a:pt x="10" y="1535"/>
                    </a:lnTo>
                    <a:cubicBezTo>
                      <a:pt x="20" y="1535"/>
                      <a:pt x="41" y="1535"/>
                      <a:pt x="61" y="1525"/>
                    </a:cubicBezTo>
                    <a:cubicBezTo>
                      <a:pt x="101" y="1505"/>
                      <a:pt x="131" y="1475"/>
                      <a:pt x="161" y="1455"/>
                    </a:cubicBezTo>
                    <a:cubicBezTo>
                      <a:pt x="372" y="1284"/>
                      <a:pt x="783" y="1023"/>
                      <a:pt x="933" y="1023"/>
                    </a:cubicBezTo>
                    <a:cubicBezTo>
                      <a:pt x="973" y="1023"/>
                      <a:pt x="1144" y="1124"/>
                      <a:pt x="1345" y="1234"/>
                    </a:cubicBezTo>
                    <a:cubicBezTo>
                      <a:pt x="1686" y="1104"/>
                      <a:pt x="1696" y="1003"/>
                      <a:pt x="2107" y="863"/>
                    </a:cubicBezTo>
                    <a:cubicBezTo>
                      <a:pt x="2227" y="823"/>
                      <a:pt x="2348" y="783"/>
                      <a:pt x="2478" y="783"/>
                    </a:cubicBezTo>
                    <a:lnTo>
                      <a:pt x="2488" y="783"/>
                    </a:lnTo>
                    <a:cubicBezTo>
                      <a:pt x="2739" y="783"/>
                      <a:pt x="3170" y="913"/>
                      <a:pt x="3381" y="1054"/>
                    </a:cubicBezTo>
                    <a:cubicBezTo>
                      <a:pt x="3832" y="1375"/>
                      <a:pt x="4645" y="1655"/>
                      <a:pt x="5186" y="1696"/>
                    </a:cubicBezTo>
                    <a:cubicBezTo>
                      <a:pt x="5196" y="1706"/>
                      <a:pt x="5196" y="1706"/>
                      <a:pt x="5196" y="1706"/>
                    </a:cubicBezTo>
                    <a:cubicBezTo>
                      <a:pt x="5297" y="1706"/>
                      <a:pt x="5066" y="1545"/>
                      <a:pt x="4835" y="1385"/>
                    </a:cubicBezTo>
                    <a:cubicBezTo>
                      <a:pt x="4594" y="1234"/>
                      <a:pt x="4354" y="1074"/>
                      <a:pt x="4414" y="1074"/>
                    </a:cubicBezTo>
                    <a:cubicBezTo>
                      <a:pt x="4424" y="1074"/>
                      <a:pt x="4424" y="1074"/>
                      <a:pt x="4434" y="1084"/>
                    </a:cubicBezTo>
                    <a:cubicBezTo>
                      <a:pt x="4825" y="1174"/>
                      <a:pt x="5337" y="1365"/>
                      <a:pt x="5908" y="1605"/>
                    </a:cubicBezTo>
                    <a:cubicBezTo>
                      <a:pt x="6621" y="1906"/>
                      <a:pt x="8607" y="2979"/>
                      <a:pt x="9389" y="3351"/>
                    </a:cubicBezTo>
                    <a:cubicBezTo>
                      <a:pt x="9439" y="3371"/>
                      <a:pt x="9469" y="3381"/>
                      <a:pt x="9479" y="3381"/>
                    </a:cubicBezTo>
                    <a:cubicBezTo>
                      <a:pt x="9550" y="3381"/>
                      <a:pt x="9289" y="3170"/>
                      <a:pt x="9028" y="2949"/>
                    </a:cubicBezTo>
                    <a:cubicBezTo>
                      <a:pt x="8767" y="2739"/>
                      <a:pt x="8506" y="2518"/>
                      <a:pt x="8577" y="2518"/>
                    </a:cubicBezTo>
                    <a:cubicBezTo>
                      <a:pt x="8587" y="2518"/>
                      <a:pt x="8607" y="2528"/>
                      <a:pt x="8647" y="2548"/>
                    </a:cubicBezTo>
                    <a:cubicBezTo>
                      <a:pt x="9229" y="2809"/>
                      <a:pt x="10894" y="3601"/>
                      <a:pt x="11265" y="3722"/>
                    </a:cubicBezTo>
                    <a:cubicBezTo>
                      <a:pt x="11576" y="3822"/>
                      <a:pt x="12468" y="4033"/>
                      <a:pt x="12689" y="4033"/>
                    </a:cubicBezTo>
                    <a:cubicBezTo>
                      <a:pt x="12759" y="4033"/>
                      <a:pt x="12769" y="4013"/>
                      <a:pt x="12679" y="3962"/>
                    </a:cubicBezTo>
                    <a:cubicBezTo>
                      <a:pt x="12278" y="3762"/>
                      <a:pt x="11877" y="3571"/>
                      <a:pt x="11495" y="3391"/>
                    </a:cubicBezTo>
                    <a:cubicBezTo>
                      <a:pt x="9710" y="2658"/>
                      <a:pt x="7684" y="1766"/>
                      <a:pt x="7694" y="1675"/>
                    </a:cubicBezTo>
                    <a:cubicBezTo>
                      <a:pt x="7744" y="1675"/>
                      <a:pt x="7794" y="1665"/>
                      <a:pt x="7854" y="1645"/>
                    </a:cubicBezTo>
                    <a:cubicBezTo>
                      <a:pt x="7814" y="1625"/>
                      <a:pt x="7784" y="1605"/>
                      <a:pt x="7754" y="1595"/>
                    </a:cubicBezTo>
                    <a:lnTo>
                      <a:pt x="7634" y="1595"/>
                    </a:lnTo>
                    <a:cubicBezTo>
                      <a:pt x="7573" y="1595"/>
                      <a:pt x="7523" y="1595"/>
                      <a:pt x="7473" y="1575"/>
                    </a:cubicBezTo>
                    <a:lnTo>
                      <a:pt x="7453" y="1575"/>
                    </a:lnTo>
                    <a:cubicBezTo>
                      <a:pt x="7202" y="1475"/>
                      <a:pt x="6430" y="963"/>
                      <a:pt x="6290" y="863"/>
                    </a:cubicBezTo>
                    <a:cubicBezTo>
                      <a:pt x="6159" y="753"/>
                      <a:pt x="5678" y="793"/>
                      <a:pt x="5417" y="582"/>
                    </a:cubicBezTo>
                    <a:cubicBezTo>
                      <a:pt x="5156" y="372"/>
                      <a:pt x="4785" y="291"/>
                      <a:pt x="4294" y="211"/>
                    </a:cubicBezTo>
                    <a:cubicBezTo>
                      <a:pt x="3802" y="141"/>
                      <a:pt x="2949" y="91"/>
                      <a:pt x="25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22" name="Google Shape;17922;p62"/>
              <p:cNvSpPr/>
              <p:nvPr/>
            </p:nvSpPr>
            <p:spPr>
              <a:xfrm>
                <a:off x="4866397" y="926889"/>
                <a:ext cx="948959" cy="196497"/>
              </a:xfrm>
              <a:custGeom>
                <a:avLst/>
                <a:gdLst/>
                <a:ahLst/>
                <a:cxnLst/>
                <a:rect l="l" t="t" r="r" b="b"/>
                <a:pathLst>
                  <a:path w="11436" h="2368" extrusionOk="0">
                    <a:moveTo>
                      <a:pt x="873" y="0"/>
                    </a:moveTo>
                    <a:cubicBezTo>
                      <a:pt x="723" y="0"/>
                      <a:pt x="312" y="261"/>
                      <a:pt x="101" y="432"/>
                    </a:cubicBezTo>
                    <a:cubicBezTo>
                      <a:pt x="71" y="452"/>
                      <a:pt x="41" y="482"/>
                      <a:pt x="1" y="502"/>
                    </a:cubicBezTo>
                    <a:cubicBezTo>
                      <a:pt x="271" y="472"/>
                      <a:pt x="1094" y="271"/>
                      <a:pt x="1174" y="251"/>
                    </a:cubicBezTo>
                    <a:cubicBezTo>
                      <a:pt x="1214" y="231"/>
                      <a:pt x="1254" y="221"/>
                      <a:pt x="1285" y="211"/>
                    </a:cubicBezTo>
                    <a:cubicBezTo>
                      <a:pt x="1084" y="101"/>
                      <a:pt x="913" y="0"/>
                      <a:pt x="873" y="0"/>
                    </a:cubicBezTo>
                    <a:close/>
                    <a:moveTo>
                      <a:pt x="7794" y="622"/>
                    </a:moveTo>
                    <a:cubicBezTo>
                      <a:pt x="7734" y="642"/>
                      <a:pt x="7684" y="652"/>
                      <a:pt x="7634" y="652"/>
                    </a:cubicBezTo>
                    <a:cubicBezTo>
                      <a:pt x="7624" y="743"/>
                      <a:pt x="9650" y="1635"/>
                      <a:pt x="11435" y="2368"/>
                    </a:cubicBezTo>
                    <a:cubicBezTo>
                      <a:pt x="9951" y="1656"/>
                      <a:pt x="8617" y="1084"/>
                      <a:pt x="7794" y="622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23" name="Google Shape;17923;p62"/>
              <p:cNvSpPr/>
              <p:nvPr/>
            </p:nvSpPr>
            <p:spPr>
              <a:xfrm>
                <a:off x="4858099" y="1035924"/>
                <a:ext cx="423696" cy="109949"/>
              </a:xfrm>
              <a:custGeom>
                <a:avLst/>
                <a:gdLst/>
                <a:ahLst/>
                <a:cxnLst/>
                <a:rect l="l" t="t" r="r" b="b"/>
                <a:pathLst>
                  <a:path w="5106" h="1325" extrusionOk="0">
                    <a:moveTo>
                      <a:pt x="1665" y="0"/>
                    </a:moveTo>
                    <a:cubicBezTo>
                      <a:pt x="1395" y="0"/>
                      <a:pt x="1154" y="131"/>
                      <a:pt x="963" y="271"/>
                    </a:cubicBezTo>
                    <a:cubicBezTo>
                      <a:pt x="672" y="482"/>
                      <a:pt x="863" y="342"/>
                      <a:pt x="281" y="652"/>
                    </a:cubicBezTo>
                    <a:cubicBezTo>
                      <a:pt x="0" y="803"/>
                      <a:pt x="30" y="863"/>
                      <a:pt x="231" y="863"/>
                    </a:cubicBezTo>
                    <a:cubicBezTo>
                      <a:pt x="432" y="863"/>
                      <a:pt x="813" y="803"/>
                      <a:pt x="1174" y="713"/>
                    </a:cubicBezTo>
                    <a:cubicBezTo>
                      <a:pt x="1264" y="693"/>
                      <a:pt x="1334" y="683"/>
                      <a:pt x="1395" y="683"/>
                    </a:cubicBezTo>
                    <a:cubicBezTo>
                      <a:pt x="1585" y="683"/>
                      <a:pt x="1635" y="773"/>
                      <a:pt x="1685" y="863"/>
                    </a:cubicBezTo>
                    <a:cubicBezTo>
                      <a:pt x="1736" y="953"/>
                      <a:pt x="1786" y="1044"/>
                      <a:pt x="1946" y="1044"/>
                    </a:cubicBezTo>
                    <a:cubicBezTo>
                      <a:pt x="1986" y="1044"/>
                      <a:pt x="2037" y="1034"/>
                      <a:pt x="2087" y="1024"/>
                    </a:cubicBezTo>
                    <a:cubicBezTo>
                      <a:pt x="2167" y="1014"/>
                      <a:pt x="2267" y="1004"/>
                      <a:pt x="2368" y="1004"/>
                    </a:cubicBezTo>
                    <a:cubicBezTo>
                      <a:pt x="2919" y="1004"/>
                      <a:pt x="3631" y="1244"/>
                      <a:pt x="4414" y="1314"/>
                    </a:cubicBezTo>
                    <a:cubicBezTo>
                      <a:pt x="4454" y="1325"/>
                      <a:pt x="4494" y="1325"/>
                      <a:pt x="4524" y="1325"/>
                    </a:cubicBezTo>
                    <a:cubicBezTo>
                      <a:pt x="5106" y="1325"/>
                      <a:pt x="3030" y="562"/>
                      <a:pt x="2087" y="101"/>
                    </a:cubicBezTo>
                    <a:cubicBezTo>
                      <a:pt x="1936" y="31"/>
                      <a:pt x="1796" y="0"/>
                      <a:pt x="1665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24" name="Google Shape;17924;p62"/>
              <p:cNvSpPr/>
              <p:nvPr/>
            </p:nvSpPr>
            <p:spPr>
              <a:xfrm>
                <a:off x="4722427" y="1047542"/>
                <a:ext cx="16679" cy="348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42" extrusionOk="0">
                    <a:moveTo>
                      <a:pt x="201" y="41"/>
                    </a:moveTo>
                    <a:cubicBezTo>
                      <a:pt x="171" y="31"/>
                      <a:pt x="131" y="31"/>
                      <a:pt x="91" y="21"/>
                    </a:cubicBezTo>
                    <a:cubicBezTo>
                      <a:pt x="131" y="31"/>
                      <a:pt x="171" y="31"/>
                      <a:pt x="201" y="41"/>
                    </a:cubicBezTo>
                    <a:lnTo>
                      <a:pt x="201" y="41"/>
                    </a:lnTo>
                    <a:close/>
                    <a:moveTo>
                      <a:pt x="20" y="1"/>
                    </a:moveTo>
                    <a:cubicBezTo>
                      <a:pt x="10" y="1"/>
                      <a:pt x="10" y="1"/>
                      <a:pt x="0" y="1"/>
                    </a:cubicBezTo>
                    <a:cubicBezTo>
                      <a:pt x="10" y="1"/>
                      <a:pt x="10" y="1"/>
                      <a:pt x="20" y="1"/>
                    </a:cubicBezTo>
                    <a:close/>
                  </a:path>
                </a:pathLst>
              </a:custGeom>
              <a:solidFill>
                <a:srgbClr val="374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25" name="Google Shape;17925;p62"/>
              <p:cNvSpPr/>
              <p:nvPr/>
            </p:nvSpPr>
            <p:spPr>
              <a:xfrm>
                <a:off x="4617540" y="1028456"/>
                <a:ext cx="160732" cy="55016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663" extrusionOk="0">
                    <a:moveTo>
                      <a:pt x="362" y="0"/>
                    </a:moveTo>
                    <a:cubicBezTo>
                      <a:pt x="241" y="0"/>
                      <a:pt x="121" y="20"/>
                      <a:pt x="0" y="80"/>
                    </a:cubicBezTo>
                    <a:lnTo>
                      <a:pt x="21" y="80"/>
                    </a:lnTo>
                    <a:cubicBezTo>
                      <a:pt x="21" y="101"/>
                      <a:pt x="31" y="121"/>
                      <a:pt x="41" y="141"/>
                    </a:cubicBezTo>
                    <a:cubicBezTo>
                      <a:pt x="191" y="351"/>
                      <a:pt x="492" y="562"/>
                      <a:pt x="683" y="562"/>
                    </a:cubicBezTo>
                    <a:lnTo>
                      <a:pt x="713" y="562"/>
                    </a:lnTo>
                    <a:cubicBezTo>
                      <a:pt x="783" y="552"/>
                      <a:pt x="863" y="552"/>
                      <a:pt x="943" y="552"/>
                    </a:cubicBezTo>
                    <a:cubicBezTo>
                      <a:pt x="1164" y="552"/>
                      <a:pt x="1445" y="582"/>
                      <a:pt x="1846" y="652"/>
                    </a:cubicBezTo>
                    <a:cubicBezTo>
                      <a:pt x="1876" y="652"/>
                      <a:pt x="1906" y="662"/>
                      <a:pt x="1936" y="662"/>
                    </a:cubicBezTo>
                    <a:cubicBezTo>
                      <a:pt x="1836" y="602"/>
                      <a:pt x="1746" y="542"/>
                      <a:pt x="1676" y="502"/>
                    </a:cubicBezTo>
                    <a:cubicBezTo>
                      <a:pt x="1485" y="401"/>
                      <a:pt x="1405" y="361"/>
                      <a:pt x="1435" y="361"/>
                    </a:cubicBezTo>
                    <a:cubicBezTo>
                      <a:pt x="1445" y="361"/>
                      <a:pt x="1465" y="371"/>
                      <a:pt x="1505" y="371"/>
                    </a:cubicBezTo>
                    <a:cubicBezTo>
                      <a:pt x="1515" y="381"/>
                      <a:pt x="1525" y="381"/>
                      <a:pt x="1545" y="381"/>
                    </a:cubicBezTo>
                    <a:cubicBezTo>
                      <a:pt x="1565" y="381"/>
                      <a:pt x="1595" y="371"/>
                      <a:pt x="1615" y="361"/>
                    </a:cubicBezTo>
                    <a:cubicBezTo>
                      <a:pt x="1575" y="331"/>
                      <a:pt x="1515" y="301"/>
                      <a:pt x="1465" y="271"/>
                    </a:cubicBezTo>
                    <a:cubicBezTo>
                      <a:pt x="1435" y="261"/>
                      <a:pt x="1395" y="261"/>
                      <a:pt x="1355" y="251"/>
                    </a:cubicBezTo>
                    <a:cubicBezTo>
                      <a:pt x="1335" y="241"/>
                      <a:pt x="1314" y="241"/>
                      <a:pt x="1284" y="231"/>
                    </a:cubicBezTo>
                    <a:lnTo>
                      <a:pt x="1264" y="231"/>
                    </a:lnTo>
                    <a:cubicBezTo>
                      <a:pt x="1004" y="161"/>
                      <a:pt x="683" y="0"/>
                      <a:pt x="36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lt1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26" name="Google Shape;17926;p62"/>
              <p:cNvSpPr/>
              <p:nvPr/>
            </p:nvSpPr>
            <p:spPr>
              <a:xfrm>
                <a:off x="4734044" y="1058412"/>
                <a:ext cx="66716" cy="26720"/>
              </a:xfrm>
              <a:custGeom>
                <a:avLst/>
                <a:gdLst/>
                <a:ahLst/>
                <a:cxnLst/>
                <a:rect l="l" t="t" r="r" b="b"/>
                <a:pathLst>
                  <a:path w="804" h="322" extrusionOk="0">
                    <a:moveTo>
                      <a:pt x="31" y="0"/>
                    </a:moveTo>
                    <a:cubicBezTo>
                      <a:pt x="1" y="0"/>
                      <a:pt x="81" y="40"/>
                      <a:pt x="272" y="141"/>
                    </a:cubicBezTo>
                    <a:cubicBezTo>
                      <a:pt x="342" y="181"/>
                      <a:pt x="432" y="241"/>
                      <a:pt x="532" y="301"/>
                    </a:cubicBezTo>
                    <a:cubicBezTo>
                      <a:pt x="603" y="311"/>
                      <a:pt x="653" y="321"/>
                      <a:pt x="683" y="321"/>
                    </a:cubicBezTo>
                    <a:cubicBezTo>
                      <a:pt x="803" y="321"/>
                      <a:pt x="633" y="231"/>
                      <a:pt x="211" y="0"/>
                    </a:cubicBezTo>
                    <a:cubicBezTo>
                      <a:pt x="191" y="10"/>
                      <a:pt x="161" y="20"/>
                      <a:pt x="141" y="20"/>
                    </a:cubicBezTo>
                    <a:cubicBezTo>
                      <a:pt x="121" y="20"/>
                      <a:pt x="111" y="20"/>
                      <a:pt x="101" y="10"/>
                    </a:cubicBezTo>
                    <a:cubicBezTo>
                      <a:pt x="61" y="10"/>
                      <a:pt x="41" y="0"/>
                      <a:pt x="31" y="0"/>
                    </a:cubicBezTo>
                    <a:close/>
                  </a:path>
                </a:pathLst>
              </a:custGeom>
              <a:solidFill>
                <a:srgbClr val="7EC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7927" name="Google Shape;17927;p62"/>
              <p:cNvSpPr/>
              <p:nvPr/>
            </p:nvSpPr>
            <p:spPr>
              <a:xfrm>
                <a:off x="4617540" y="1035095"/>
                <a:ext cx="3402" cy="5062"/>
              </a:xfrm>
              <a:custGeom>
                <a:avLst/>
                <a:gdLst/>
                <a:ahLst/>
                <a:cxnLst/>
                <a:rect l="l" t="t" r="r" b="b"/>
                <a:pathLst>
                  <a:path w="41" h="61" extrusionOk="0">
                    <a:moveTo>
                      <a:pt x="0" y="0"/>
                    </a:moveTo>
                    <a:cubicBezTo>
                      <a:pt x="21" y="21"/>
                      <a:pt x="31" y="41"/>
                      <a:pt x="41" y="61"/>
                    </a:cubicBezTo>
                    <a:cubicBezTo>
                      <a:pt x="31" y="41"/>
                      <a:pt x="21" y="21"/>
                      <a:pt x="21" y="0"/>
                    </a:cubicBezTo>
                    <a:close/>
                  </a:path>
                </a:pathLst>
              </a:custGeom>
              <a:solidFill>
                <a:srgbClr val="7EC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7928" name="Google Shape;17928;p62"/>
            <p:cNvGrpSpPr/>
            <p:nvPr/>
          </p:nvGrpSpPr>
          <p:grpSpPr>
            <a:xfrm rot="267999">
              <a:off x="4854801" y="3517611"/>
              <a:ext cx="4319927" cy="935899"/>
              <a:chOff x="4963752" y="4000536"/>
              <a:chExt cx="2501340" cy="541907"/>
            </a:xfrm>
          </p:grpSpPr>
          <p:sp>
            <p:nvSpPr>
              <p:cNvPr id="17929" name="Google Shape;17929;p62"/>
              <p:cNvSpPr/>
              <p:nvPr/>
            </p:nvSpPr>
            <p:spPr>
              <a:xfrm>
                <a:off x="5654130" y="4242777"/>
                <a:ext cx="302221" cy="80900"/>
              </a:xfrm>
              <a:custGeom>
                <a:avLst/>
                <a:gdLst/>
                <a:ahLst/>
                <a:cxnLst/>
                <a:rect l="l" t="t" r="r" b="b"/>
                <a:pathLst>
                  <a:path w="6743" h="1805" extrusionOk="0">
                    <a:moveTo>
                      <a:pt x="3531" y="1"/>
                    </a:moveTo>
                    <a:cubicBezTo>
                      <a:pt x="3435" y="1"/>
                      <a:pt x="3356" y="63"/>
                      <a:pt x="3341" y="228"/>
                    </a:cubicBezTo>
                    <a:cubicBezTo>
                      <a:pt x="3310" y="178"/>
                      <a:pt x="3270" y="97"/>
                      <a:pt x="3210" y="77"/>
                    </a:cubicBezTo>
                    <a:cubicBezTo>
                      <a:pt x="3189" y="66"/>
                      <a:pt x="3168" y="60"/>
                      <a:pt x="3146" y="60"/>
                    </a:cubicBezTo>
                    <a:cubicBezTo>
                      <a:pt x="2960" y="60"/>
                      <a:pt x="2757" y="455"/>
                      <a:pt x="2739" y="689"/>
                    </a:cubicBezTo>
                    <a:cubicBezTo>
                      <a:pt x="2679" y="639"/>
                      <a:pt x="2608" y="649"/>
                      <a:pt x="2548" y="629"/>
                    </a:cubicBezTo>
                    <a:cubicBezTo>
                      <a:pt x="2548" y="689"/>
                      <a:pt x="2518" y="739"/>
                      <a:pt x="2528" y="799"/>
                    </a:cubicBezTo>
                    <a:cubicBezTo>
                      <a:pt x="2433" y="745"/>
                      <a:pt x="2320" y="618"/>
                      <a:pt x="2226" y="618"/>
                    </a:cubicBezTo>
                    <a:cubicBezTo>
                      <a:pt x="2181" y="618"/>
                      <a:pt x="2139" y="648"/>
                      <a:pt x="2107" y="729"/>
                    </a:cubicBezTo>
                    <a:cubicBezTo>
                      <a:pt x="2028" y="662"/>
                      <a:pt x="1946" y="607"/>
                      <a:pt x="1872" y="607"/>
                    </a:cubicBezTo>
                    <a:cubicBezTo>
                      <a:pt x="1814" y="607"/>
                      <a:pt x="1760" y="641"/>
                      <a:pt x="1716" y="729"/>
                    </a:cubicBezTo>
                    <a:cubicBezTo>
                      <a:pt x="1655" y="654"/>
                      <a:pt x="1520" y="470"/>
                      <a:pt x="1428" y="470"/>
                    </a:cubicBezTo>
                    <a:cubicBezTo>
                      <a:pt x="1398" y="470"/>
                      <a:pt x="1372" y="489"/>
                      <a:pt x="1354" y="539"/>
                    </a:cubicBezTo>
                    <a:cubicBezTo>
                      <a:pt x="1320" y="445"/>
                      <a:pt x="1273" y="407"/>
                      <a:pt x="1220" y="407"/>
                    </a:cubicBezTo>
                    <a:cubicBezTo>
                      <a:pt x="1166" y="407"/>
                      <a:pt x="1105" y="447"/>
                      <a:pt x="1044" y="509"/>
                    </a:cubicBezTo>
                    <a:cubicBezTo>
                      <a:pt x="953" y="408"/>
                      <a:pt x="893" y="278"/>
                      <a:pt x="763" y="258"/>
                    </a:cubicBezTo>
                    <a:cubicBezTo>
                      <a:pt x="760" y="257"/>
                      <a:pt x="757" y="257"/>
                      <a:pt x="754" y="257"/>
                    </a:cubicBezTo>
                    <a:cubicBezTo>
                      <a:pt x="678" y="257"/>
                      <a:pt x="620" y="381"/>
                      <a:pt x="562" y="448"/>
                    </a:cubicBezTo>
                    <a:cubicBezTo>
                      <a:pt x="527" y="421"/>
                      <a:pt x="494" y="409"/>
                      <a:pt x="463" y="409"/>
                    </a:cubicBezTo>
                    <a:cubicBezTo>
                      <a:pt x="335" y="409"/>
                      <a:pt x="245" y="612"/>
                      <a:pt x="221" y="749"/>
                    </a:cubicBezTo>
                    <a:cubicBezTo>
                      <a:pt x="0" y="890"/>
                      <a:pt x="161" y="1221"/>
                      <a:pt x="341" y="1361"/>
                    </a:cubicBezTo>
                    <a:cubicBezTo>
                      <a:pt x="552" y="1522"/>
                      <a:pt x="893" y="1522"/>
                      <a:pt x="1134" y="1532"/>
                    </a:cubicBezTo>
                    <a:cubicBezTo>
                      <a:pt x="1675" y="1572"/>
                      <a:pt x="2207" y="1702"/>
                      <a:pt x="2749" y="1772"/>
                    </a:cubicBezTo>
                    <a:cubicBezTo>
                      <a:pt x="2920" y="1795"/>
                      <a:pt x="3090" y="1805"/>
                      <a:pt x="3261" y="1805"/>
                    </a:cubicBezTo>
                    <a:cubicBezTo>
                      <a:pt x="3983" y="1805"/>
                      <a:pt x="4707" y="1636"/>
                      <a:pt x="5437" y="1612"/>
                    </a:cubicBezTo>
                    <a:cubicBezTo>
                      <a:pt x="5668" y="1602"/>
                      <a:pt x="6671" y="1652"/>
                      <a:pt x="6711" y="1211"/>
                    </a:cubicBezTo>
                    <a:cubicBezTo>
                      <a:pt x="6742" y="951"/>
                      <a:pt x="6421" y="684"/>
                      <a:pt x="6180" y="684"/>
                    </a:cubicBezTo>
                    <a:cubicBezTo>
                      <a:pt x="6114" y="684"/>
                      <a:pt x="6054" y="704"/>
                      <a:pt x="6009" y="749"/>
                    </a:cubicBezTo>
                    <a:cubicBezTo>
                      <a:pt x="5967" y="642"/>
                      <a:pt x="5872" y="602"/>
                      <a:pt x="5763" y="602"/>
                    </a:cubicBezTo>
                    <a:cubicBezTo>
                      <a:pt x="5586" y="602"/>
                      <a:pt x="5373" y="706"/>
                      <a:pt x="5286" y="799"/>
                    </a:cubicBezTo>
                    <a:cubicBezTo>
                      <a:pt x="5216" y="736"/>
                      <a:pt x="5127" y="693"/>
                      <a:pt x="5042" y="693"/>
                    </a:cubicBezTo>
                    <a:cubicBezTo>
                      <a:pt x="5005" y="693"/>
                      <a:pt x="4969" y="701"/>
                      <a:pt x="4935" y="719"/>
                    </a:cubicBezTo>
                    <a:cubicBezTo>
                      <a:pt x="4888" y="636"/>
                      <a:pt x="4792" y="557"/>
                      <a:pt x="4715" y="557"/>
                    </a:cubicBezTo>
                    <a:cubicBezTo>
                      <a:pt x="4661" y="557"/>
                      <a:pt x="4617" y="596"/>
                      <a:pt x="4604" y="699"/>
                    </a:cubicBezTo>
                    <a:cubicBezTo>
                      <a:pt x="4566" y="544"/>
                      <a:pt x="4454" y="485"/>
                      <a:pt x="4327" y="485"/>
                    </a:cubicBezTo>
                    <a:cubicBezTo>
                      <a:pt x="4290" y="485"/>
                      <a:pt x="4252" y="489"/>
                      <a:pt x="4213" y="498"/>
                    </a:cubicBezTo>
                    <a:cubicBezTo>
                      <a:pt x="4223" y="353"/>
                      <a:pt x="4046" y="227"/>
                      <a:pt x="3926" y="227"/>
                    </a:cubicBezTo>
                    <a:cubicBezTo>
                      <a:pt x="3921" y="227"/>
                      <a:pt x="3917" y="227"/>
                      <a:pt x="3912" y="228"/>
                    </a:cubicBezTo>
                    <a:lnTo>
                      <a:pt x="3932" y="298"/>
                    </a:lnTo>
                    <a:cubicBezTo>
                      <a:pt x="3871" y="151"/>
                      <a:pt x="3680" y="1"/>
                      <a:pt x="353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17930" name="Google Shape;17930;p62"/>
              <p:cNvGrpSpPr/>
              <p:nvPr/>
            </p:nvGrpSpPr>
            <p:grpSpPr>
              <a:xfrm rot="-278360">
                <a:off x="6533282" y="4037668"/>
                <a:ext cx="925757" cy="187175"/>
                <a:chOff x="1255200" y="4115196"/>
                <a:chExt cx="828298" cy="167470"/>
              </a:xfrm>
            </p:grpSpPr>
            <p:sp>
              <p:nvSpPr>
                <p:cNvPr id="17931" name="Google Shape;17931;p62"/>
                <p:cNvSpPr/>
                <p:nvPr/>
              </p:nvSpPr>
              <p:spPr>
                <a:xfrm>
                  <a:off x="1806305" y="4141304"/>
                  <a:ext cx="203600" cy="110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7" h="2756" extrusionOk="0">
                      <a:moveTo>
                        <a:pt x="4069" y="1"/>
                      </a:moveTo>
                      <a:cubicBezTo>
                        <a:pt x="3971" y="1"/>
                        <a:pt x="3853" y="67"/>
                        <a:pt x="3762" y="224"/>
                      </a:cubicBezTo>
                      <a:cubicBezTo>
                        <a:pt x="3742" y="204"/>
                        <a:pt x="3732" y="174"/>
                        <a:pt x="3712" y="154"/>
                      </a:cubicBezTo>
                      <a:cubicBezTo>
                        <a:pt x="3632" y="224"/>
                        <a:pt x="3562" y="324"/>
                        <a:pt x="3511" y="425"/>
                      </a:cubicBezTo>
                      <a:cubicBezTo>
                        <a:pt x="3478" y="387"/>
                        <a:pt x="3447" y="371"/>
                        <a:pt x="3417" y="371"/>
                      </a:cubicBezTo>
                      <a:cubicBezTo>
                        <a:pt x="3240" y="371"/>
                        <a:pt x="3124" y="949"/>
                        <a:pt x="3090" y="1087"/>
                      </a:cubicBezTo>
                      <a:cubicBezTo>
                        <a:pt x="3054" y="997"/>
                        <a:pt x="2994" y="923"/>
                        <a:pt x="2910" y="923"/>
                      </a:cubicBezTo>
                      <a:cubicBezTo>
                        <a:pt x="2900" y="923"/>
                        <a:pt x="2890" y="924"/>
                        <a:pt x="2879" y="926"/>
                      </a:cubicBezTo>
                      <a:cubicBezTo>
                        <a:pt x="2739" y="966"/>
                        <a:pt x="2719" y="1137"/>
                        <a:pt x="2719" y="1368"/>
                      </a:cubicBezTo>
                      <a:cubicBezTo>
                        <a:pt x="2729" y="1608"/>
                        <a:pt x="2849" y="1699"/>
                        <a:pt x="2859" y="1939"/>
                      </a:cubicBezTo>
                      <a:cubicBezTo>
                        <a:pt x="2830" y="1916"/>
                        <a:pt x="2808" y="1906"/>
                        <a:pt x="2784" y="1906"/>
                      </a:cubicBezTo>
                      <a:cubicBezTo>
                        <a:pt x="2767" y="1906"/>
                        <a:pt x="2750" y="1911"/>
                        <a:pt x="2729" y="1919"/>
                      </a:cubicBezTo>
                      <a:cubicBezTo>
                        <a:pt x="2619" y="1959"/>
                        <a:pt x="2669" y="2030"/>
                        <a:pt x="2639" y="2090"/>
                      </a:cubicBezTo>
                      <a:cubicBezTo>
                        <a:pt x="2619" y="2058"/>
                        <a:pt x="2573" y="2045"/>
                        <a:pt x="2523" y="2045"/>
                      </a:cubicBezTo>
                      <a:cubicBezTo>
                        <a:pt x="2447" y="2045"/>
                        <a:pt x="2362" y="2074"/>
                        <a:pt x="2338" y="2110"/>
                      </a:cubicBezTo>
                      <a:cubicBezTo>
                        <a:pt x="2299" y="1983"/>
                        <a:pt x="2317" y="1829"/>
                        <a:pt x="2208" y="1829"/>
                      </a:cubicBezTo>
                      <a:cubicBezTo>
                        <a:pt x="2204" y="1829"/>
                        <a:pt x="2201" y="1829"/>
                        <a:pt x="2197" y="1829"/>
                      </a:cubicBezTo>
                      <a:cubicBezTo>
                        <a:pt x="2188" y="1829"/>
                        <a:pt x="2179" y="1830"/>
                        <a:pt x="2170" y="1830"/>
                      </a:cubicBezTo>
                      <a:cubicBezTo>
                        <a:pt x="2060" y="1830"/>
                        <a:pt x="1957" y="1804"/>
                        <a:pt x="1870" y="1804"/>
                      </a:cubicBezTo>
                      <a:cubicBezTo>
                        <a:pt x="1776" y="1804"/>
                        <a:pt x="1701" y="1834"/>
                        <a:pt x="1656" y="1959"/>
                      </a:cubicBezTo>
                      <a:cubicBezTo>
                        <a:pt x="1568" y="1928"/>
                        <a:pt x="1454" y="1882"/>
                        <a:pt x="1357" y="1882"/>
                      </a:cubicBezTo>
                      <a:cubicBezTo>
                        <a:pt x="1265" y="1882"/>
                        <a:pt x="1189" y="1923"/>
                        <a:pt x="1164" y="2060"/>
                      </a:cubicBezTo>
                      <a:cubicBezTo>
                        <a:pt x="1023" y="1978"/>
                        <a:pt x="942" y="1929"/>
                        <a:pt x="868" y="1929"/>
                      </a:cubicBezTo>
                      <a:cubicBezTo>
                        <a:pt x="779" y="1929"/>
                        <a:pt x="701" y="2000"/>
                        <a:pt x="542" y="2170"/>
                      </a:cubicBezTo>
                      <a:cubicBezTo>
                        <a:pt x="468" y="2111"/>
                        <a:pt x="401" y="2086"/>
                        <a:pt x="341" y="2086"/>
                      </a:cubicBezTo>
                      <a:cubicBezTo>
                        <a:pt x="167" y="2086"/>
                        <a:pt x="53" y="2299"/>
                        <a:pt x="1" y="2501"/>
                      </a:cubicBezTo>
                      <a:cubicBezTo>
                        <a:pt x="161" y="2601"/>
                        <a:pt x="282" y="2672"/>
                        <a:pt x="582" y="2712"/>
                      </a:cubicBezTo>
                      <a:cubicBezTo>
                        <a:pt x="738" y="2732"/>
                        <a:pt x="893" y="2739"/>
                        <a:pt x="1050" y="2739"/>
                      </a:cubicBezTo>
                      <a:cubicBezTo>
                        <a:pt x="1207" y="2739"/>
                        <a:pt x="1365" y="2732"/>
                        <a:pt x="1525" y="2722"/>
                      </a:cubicBezTo>
                      <a:cubicBezTo>
                        <a:pt x="1556" y="2721"/>
                        <a:pt x="1586" y="2721"/>
                        <a:pt x="1617" y="2721"/>
                      </a:cubicBezTo>
                      <a:cubicBezTo>
                        <a:pt x="1920" y="2721"/>
                        <a:pt x="2218" y="2756"/>
                        <a:pt x="2520" y="2756"/>
                      </a:cubicBezTo>
                      <a:cubicBezTo>
                        <a:pt x="2576" y="2756"/>
                        <a:pt x="2632" y="2755"/>
                        <a:pt x="2689" y="2752"/>
                      </a:cubicBezTo>
                      <a:cubicBezTo>
                        <a:pt x="3221" y="2732"/>
                        <a:pt x="3722" y="2531"/>
                        <a:pt x="4244" y="2501"/>
                      </a:cubicBezTo>
                      <a:cubicBezTo>
                        <a:pt x="4424" y="2491"/>
                        <a:pt x="5076" y="2491"/>
                        <a:pt x="4916" y="2150"/>
                      </a:cubicBezTo>
                      <a:cubicBezTo>
                        <a:pt x="4956" y="2140"/>
                        <a:pt x="4996" y="2090"/>
                        <a:pt x="5036" y="2080"/>
                      </a:cubicBezTo>
                      <a:cubicBezTo>
                        <a:pt x="4956" y="1969"/>
                        <a:pt x="4815" y="1849"/>
                        <a:pt x="4765" y="1759"/>
                      </a:cubicBezTo>
                      <a:cubicBezTo>
                        <a:pt x="4765" y="1759"/>
                        <a:pt x="4795" y="1659"/>
                        <a:pt x="4775" y="1628"/>
                      </a:cubicBezTo>
                      <a:cubicBezTo>
                        <a:pt x="4765" y="1598"/>
                        <a:pt x="4615" y="1508"/>
                        <a:pt x="4575" y="1478"/>
                      </a:cubicBezTo>
                      <a:lnTo>
                        <a:pt x="4575" y="1478"/>
                      </a:lnTo>
                      <a:cubicBezTo>
                        <a:pt x="4588" y="1480"/>
                        <a:pt x="4600" y="1480"/>
                        <a:pt x="4611" y="1480"/>
                      </a:cubicBezTo>
                      <a:cubicBezTo>
                        <a:pt x="4803" y="1480"/>
                        <a:pt x="4697" y="1244"/>
                        <a:pt x="4555" y="1187"/>
                      </a:cubicBezTo>
                      <a:cubicBezTo>
                        <a:pt x="4728" y="1007"/>
                        <a:pt x="4534" y="916"/>
                        <a:pt x="4363" y="916"/>
                      </a:cubicBezTo>
                      <a:cubicBezTo>
                        <a:pt x="4306" y="916"/>
                        <a:pt x="4251" y="926"/>
                        <a:pt x="4214" y="946"/>
                      </a:cubicBezTo>
                      <a:cubicBezTo>
                        <a:pt x="4314" y="816"/>
                        <a:pt x="4234" y="615"/>
                        <a:pt x="4123" y="525"/>
                      </a:cubicBezTo>
                      <a:cubicBezTo>
                        <a:pt x="4372" y="231"/>
                        <a:pt x="4254" y="1"/>
                        <a:pt x="40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32" name="Google Shape;17932;p62"/>
                <p:cNvSpPr/>
                <p:nvPr/>
              </p:nvSpPr>
              <p:spPr>
                <a:xfrm>
                  <a:off x="1807508" y="4214252"/>
                  <a:ext cx="79684" cy="22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7" h="562" extrusionOk="0">
                      <a:moveTo>
                        <a:pt x="1987" y="0"/>
                      </a:moveTo>
                      <a:cubicBezTo>
                        <a:pt x="1956" y="7"/>
                        <a:pt x="1924" y="8"/>
                        <a:pt x="1893" y="8"/>
                      </a:cubicBezTo>
                      <a:cubicBezTo>
                        <a:pt x="1873" y="8"/>
                        <a:pt x="1853" y="7"/>
                        <a:pt x="1833" y="7"/>
                      </a:cubicBezTo>
                      <a:cubicBezTo>
                        <a:pt x="1744" y="7"/>
                        <a:pt x="1664" y="18"/>
                        <a:pt x="1626" y="140"/>
                      </a:cubicBezTo>
                      <a:cubicBezTo>
                        <a:pt x="1538" y="109"/>
                        <a:pt x="1424" y="63"/>
                        <a:pt x="1327" y="63"/>
                      </a:cubicBezTo>
                      <a:cubicBezTo>
                        <a:pt x="1235" y="63"/>
                        <a:pt x="1159" y="104"/>
                        <a:pt x="1134" y="241"/>
                      </a:cubicBezTo>
                      <a:cubicBezTo>
                        <a:pt x="993" y="159"/>
                        <a:pt x="912" y="110"/>
                        <a:pt x="838" y="110"/>
                      </a:cubicBezTo>
                      <a:cubicBezTo>
                        <a:pt x="749" y="110"/>
                        <a:pt x="671" y="181"/>
                        <a:pt x="512" y="351"/>
                      </a:cubicBezTo>
                      <a:cubicBezTo>
                        <a:pt x="436" y="290"/>
                        <a:pt x="368" y="265"/>
                        <a:pt x="306" y="265"/>
                      </a:cubicBezTo>
                      <a:cubicBezTo>
                        <a:pt x="166" y="265"/>
                        <a:pt x="64" y="401"/>
                        <a:pt x="1" y="562"/>
                      </a:cubicBezTo>
                      <a:cubicBezTo>
                        <a:pt x="50" y="477"/>
                        <a:pt x="120" y="421"/>
                        <a:pt x="203" y="421"/>
                      </a:cubicBezTo>
                      <a:cubicBezTo>
                        <a:pt x="237" y="421"/>
                        <a:pt x="274" y="431"/>
                        <a:pt x="312" y="451"/>
                      </a:cubicBezTo>
                      <a:cubicBezTo>
                        <a:pt x="352" y="472"/>
                        <a:pt x="368" y="480"/>
                        <a:pt x="379" y="480"/>
                      </a:cubicBezTo>
                      <a:cubicBezTo>
                        <a:pt x="394" y="480"/>
                        <a:pt x="398" y="461"/>
                        <a:pt x="452" y="431"/>
                      </a:cubicBezTo>
                      <a:cubicBezTo>
                        <a:pt x="477" y="416"/>
                        <a:pt x="507" y="406"/>
                        <a:pt x="534" y="406"/>
                      </a:cubicBezTo>
                      <a:cubicBezTo>
                        <a:pt x="560" y="406"/>
                        <a:pt x="583" y="416"/>
                        <a:pt x="593" y="441"/>
                      </a:cubicBezTo>
                      <a:cubicBezTo>
                        <a:pt x="625" y="344"/>
                        <a:pt x="707" y="293"/>
                        <a:pt x="788" y="293"/>
                      </a:cubicBezTo>
                      <a:cubicBezTo>
                        <a:pt x="833" y="293"/>
                        <a:pt x="878" y="309"/>
                        <a:pt x="914" y="341"/>
                      </a:cubicBezTo>
                      <a:cubicBezTo>
                        <a:pt x="931" y="303"/>
                        <a:pt x="953" y="290"/>
                        <a:pt x="978" y="290"/>
                      </a:cubicBezTo>
                      <a:cubicBezTo>
                        <a:pt x="1011" y="290"/>
                        <a:pt x="1049" y="314"/>
                        <a:pt x="1084" y="331"/>
                      </a:cubicBezTo>
                      <a:cubicBezTo>
                        <a:pt x="1106" y="348"/>
                        <a:pt x="1122" y="358"/>
                        <a:pt x="1137" y="358"/>
                      </a:cubicBezTo>
                      <a:cubicBezTo>
                        <a:pt x="1157" y="358"/>
                        <a:pt x="1176" y="341"/>
                        <a:pt x="1204" y="301"/>
                      </a:cubicBezTo>
                      <a:cubicBezTo>
                        <a:pt x="1245" y="241"/>
                        <a:pt x="1245" y="201"/>
                        <a:pt x="1315" y="181"/>
                      </a:cubicBezTo>
                      <a:cubicBezTo>
                        <a:pt x="1328" y="178"/>
                        <a:pt x="1341" y="176"/>
                        <a:pt x="1352" y="176"/>
                      </a:cubicBezTo>
                      <a:cubicBezTo>
                        <a:pt x="1417" y="176"/>
                        <a:pt x="1451" y="223"/>
                        <a:pt x="1485" y="291"/>
                      </a:cubicBezTo>
                      <a:cubicBezTo>
                        <a:pt x="1498" y="276"/>
                        <a:pt x="1511" y="270"/>
                        <a:pt x="1525" y="270"/>
                      </a:cubicBezTo>
                      <a:cubicBezTo>
                        <a:pt x="1562" y="270"/>
                        <a:pt x="1602" y="312"/>
                        <a:pt x="1638" y="312"/>
                      </a:cubicBezTo>
                      <a:cubicBezTo>
                        <a:pt x="1640" y="312"/>
                        <a:pt x="1643" y="312"/>
                        <a:pt x="1646" y="311"/>
                      </a:cubicBezTo>
                      <a:cubicBezTo>
                        <a:pt x="1706" y="301"/>
                        <a:pt x="1706" y="261"/>
                        <a:pt x="1716" y="211"/>
                      </a:cubicBezTo>
                      <a:cubicBezTo>
                        <a:pt x="1746" y="140"/>
                        <a:pt x="1776" y="40"/>
                        <a:pt x="1856" y="40"/>
                      </a:cubicBezTo>
                      <a:cubicBezTo>
                        <a:pt x="1861" y="39"/>
                        <a:pt x="1865" y="39"/>
                        <a:pt x="1869" y="39"/>
                      </a:cubicBezTo>
                      <a:cubicBezTo>
                        <a:pt x="1895" y="39"/>
                        <a:pt x="1907" y="62"/>
                        <a:pt x="1927" y="62"/>
                      </a:cubicBezTo>
                      <a:cubicBezTo>
                        <a:pt x="1930" y="62"/>
                        <a:pt x="1933" y="61"/>
                        <a:pt x="1937" y="60"/>
                      </a:cubicBezTo>
                      <a:cubicBezTo>
                        <a:pt x="1967" y="50"/>
                        <a:pt x="1977" y="20"/>
                        <a:pt x="198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33" name="Google Shape;17933;p62"/>
                <p:cNvSpPr/>
                <p:nvPr/>
              </p:nvSpPr>
              <p:spPr>
                <a:xfrm>
                  <a:off x="1915306" y="4141344"/>
                  <a:ext cx="63202" cy="592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6" h="1477" extrusionOk="0">
                      <a:moveTo>
                        <a:pt x="1352" y="0"/>
                      </a:moveTo>
                      <a:cubicBezTo>
                        <a:pt x="1253" y="0"/>
                        <a:pt x="1136" y="67"/>
                        <a:pt x="1044" y="223"/>
                      </a:cubicBezTo>
                      <a:cubicBezTo>
                        <a:pt x="1024" y="203"/>
                        <a:pt x="1014" y="173"/>
                        <a:pt x="994" y="153"/>
                      </a:cubicBezTo>
                      <a:cubicBezTo>
                        <a:pt x="914" y="223"/>
                        <a:pt x="844" y="323"/>
                        <a:pt x="793" y="424"/>
                      </a:cubicBezTo>
                      <a:cubicBezTo>
                        <a:pt x="760" y="386"/>
                        <a:pt x="729" y="370"/>
                        <a:pt x="699" y="370"/>
                      </a:cubicBezTo>
                      <a:cubicBezTo>
                        <a:pt x="522" y="370"/>
                        <a:pt x="406" y="948"/>
                        <a:pt x="372" y="1086"/>
                      </a:cubicBezTo>
                      <a:cubicBezTo>
                        <a:pt x="336" y="996"/>
                        <a:pt x="276" y="922"/>
                        <a:pt x="192" y="922"/>
                      </a:cubicBezTo>
                      <a:cubicBezTo>
                        <a:pt x="182" y="922"/>
                        <a:pt x="172" y="923"/>
                        <a:pt x="161" y="925"/>
                      </a:cubicBezTo>
                      <a:cubicBezTo>
                        <a:pt x="21" y="965"/>
                        <a:pt x="1" y="1136"/>
                        <a:pt x="1" y="1367"/>
                      </a:cubicBezTo>
                      <a:cubicBezTo>
                        <a:pt x="1" y="1407"/>
                        <a:pt x="11" y="1437"/>
                        <a:pt x="21" y="1477"/>
                      </a:cubicBezTo>
                      <a:cubicBezTo>
                        <a:pt x="21" y="1377"/>
                        <a:pt x="31" y="1276"/>
                        <a:pt x="81" y="1216"/>
                      </a:cubicBezTo>
                      <a:cubicBezTo>
                        <a:pt x="119" y="1161"/>
                        <a:pt x="148" y="1140"/>
                        <a:pt x="174" y="1140"/>
                      </a:cubicBezTo>
                      <a:cubicBezTo>
                        <a:pt x="235" y="1140"/>
                        <a:pt x="271" y="1264"/>
                        <a:pt x="342" y="1306"/>
                      </a:cubicBezTo>
                      <a:cubicBezTo>
                        <a:pt x="352" y="1276"/>
                        <a:pt x="352" y="1246"/>
                        <a:pt x="362" y="1216"/>
                      </a:cubicBezTo>
                      <a:lnTo>
                        <a:pt x="392" y="1226"/>
                      </a:lnTo>
                      <a:cubicBezTo>
                        <a:pt x="402" y="1196"/>
                        <a:pt x="402" y="1156"/>
                        <a:pt x="432" y="1126"/>
                      </a:cubicBezTo>
                      <a:cubicBezTo>
                        <a:pt x="434" y="1122"/>
                        <a:pt x="437" y="1120"/>
                        <a:pt x="441" y="1120"/>
                      </a:cubicBezTo>
                      <a:cubicBezTo>
                        <a:pt x="451" y="1120"/>
                        <a:pt x="464" y="1132"/>
                        <a:pt x="474" y="1132"/>
                      </a:cubicBezTo>
                      <a:cubicBezTo>
                        <a:pt x="477" y="1132"/>
                        <a:pt x="480" y="1130"/>
                        <a:pt x="482" y="1126"/>
                      </a:cubicBezTo>
                      <a:cubicBezTo>
                        <a:pt x="513" y="1096"/>
                        <a:pt x="492" y="955"/>
                        <a:pt x="492" y="925"/>
                      </a:cubicBezTo>
                      <a:cubicBezTo>
                        <a:pt x="482" y="795"/>
                        <a:pt x="482" y="725"/>
                        <a:pt x="553" y="604"/>
                      </a:cubicBezTo>
                      <a:cubicBezTo>
                        <a:pt x="596" y="534"/>
                        <a:pt x="643" y="498"/>
                        <a:pt x="692" y="498"/>
                      </a:cubicBezTo>
                      <a:cubicBezTo>
                        <a:pt x="734" y="498"/>
                        <a:pt x="778" y="524"/>
                        <a:pt x="823" y="574"/>
                      </a:cubicBezTo>
                      <a:cubicBezTo>
                        <a:pt x="841" y="530"/>
                        <a:pt x="891" y="397"/>
                        <a:pt x="944" y="397"/>
                      </a:cubicBezTo>
                      <a:cubicBezTo>
                        <a:pt x="951" y="397"/>
                        <a:pt x="957" y="399"/>
                        <a:pt x="964" y="404"/>
                      </a:cubicBezTo>
                      <a:cubicBezTo>
                        <a:pt x="1019" y="365"/>
                        <a:pt x="1055" y="265"/>
                        <a:pt x="1111" y="265"/>
                      </a:cubicBezTo>
                      <a:cubicBezTo>
                        <a:pt x="1127" y="265"/>
                        <a:pt x="1144" y="273"/>
                        <a:pt x="1165" y="293"/>
                      </a:cubicBezTo>
                      <a:cubicBezTo>
                        <a:pt x="1205" y="223"/>
                        <a:pt x="1315" y="83"/>
                        <a:pt x="1405" y="83"/>
                      </a:cubicBezTo>
                      <a:cubicBezTo>
                        <a:pt x="1475" y="93"/>
                        <a:pt x="1516" y="193"/>
                        <a:pt x="1536" y="283"/>
                      </a:cubicBezTo>
                      <a:cubicBezTo>
                        <a:pt x="1575" y="113"/>
                        <a:pt x="1480" y="0"/>
                        <a:pt x="13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34" name="Google Shape;17934;p62"/>
                <p:cNvSpPr/>
                <p:nvPr/>
              </p:nvSpPr>
              <p:spPr>
                <a:xfrm>
                  <a:off x="1984004" y="4115196"/>
                  <a:ext cx="99494" cy="1342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1" h="3348" extrusionOk="0">
                      <a:moveTo>
                        <a:pt x="1197" y="0"/>
                      </a:moveTo>
                      <a:cubicBezTo>
                        <a:pt x="1129" y="0"/>
                        <a:pt x="1083" y="158"/>
                        <a:pt x="1046" y="273"/>
                      </a:cubicBezTo>
                      <a:lnTo>
                        <a:pt x="1076" y="364"/>
                      </a:lnTo>
                      <a:cubicBezTo>
                        <a:pt x="896" y="474"/>
                        <a:pt x="886" y="534"/>
                        <a:pt x="956" y="695"/>
                      </a:cubicBezTo>
                      <a:cubicBezTo>
                        <a:pt x="976" y="745"/>
                        <a:pt x="866" y="725"/>
                        <a:pt x="826" y="785"/>
                      </a:cubicBezTo>
                      <a:cubicBezTo>
                        <a:pt x="776" y="845"/>
                        <a:pt x="776" y="996"/>
                        <a:pt x="786" y="1076"/>
                      </a:cubicBezTo>
                      <a:cubicBezTo>
                        <a:pt x="485" y="1126"/>
                        <a:pt x="505" y="1407"/>
                        <a:pt x="575" y="1587"/>
                      </a:cubicBezTo>
                      <a:cubicBezTo>
                        <a:pt x="344" y="1688"/>
                        <a:pt x="625" y="2209"/>
                        <a:pt x="625" y="2410"/>
                      </a:cubicBezTo>
                      <a:cubicBezTo>
                        <a:pt x="224" y="2430"/>
                        <a:pt x="364" y="2691"/>
                        <a:pt x="364" y="2891"/>
                      </a:cubicBezTo>
                      <a:cubicBezTo>
                        <a:pt x="347" y="2889"/>
                        <a:pt x="330" y="2888"/>
                        <a:pt x="314" y="2888"/>
                      </a:cubicBezTo>
                      <a:cubicBezTo>
                        <a:pt x="0" y="2888"/>
                        <a:pt x="79" y="3253"/>
                        <a:pt x="394" y="3262"/>
                      </a:cubicBezTo>
                      <a:cubicBezTo>
                        <a:pt x="394" y="3262"/>
                        <a:pt x="1065" y="3348"/>
                        <a:pt x="1599" y="3348"/>
                      </a:cubicBezTo>
                      <a:cubicBezTo>
                        <a:pt x="1904" y="3348"/>
                        <a:pt x="2164" y="3320"/>
                        <a:pt x="2230" y="3232"/>
                      </a:cubicBezTo>
                      <a:cubicBezTo>
                        <a:pt x="2250" y="3212"/>
                        <a:pt x="2481" y="3112"/>
                        <a:pt x="2300" y="2841"/>
                      </a:cubicBezTo>
                      <a:cubicBezTo>
                        <a:pt x="2260" y="2771"/>
                        <a:pt x="2120" y="2801"/>
                        <a:pt x="2080" y="2721"/>
                      </a:cubicBezTo>
                      <a:cubicBezTo>
                        <a:pt x="2039" y="2620"/>
                        <a:pt x="1989" y="2530"/>
                        <a:pt x="1929" y="2460"/>
                      </a:cubicBezTo>
                      <a:cubicBezTo>
                        <a:pt x="1889" y="2410"/>
                        <a:pt x="1749" y="2420"/>
                        <a:pt x="1749" y="2360"/>
                      </a:cubicBezTo>
                      <a:cubicBezTo>
                        <a:pt x="1738" y="2320"/>
                        <a:pt x="1799" y="2229"/>
                        <a:pt x="1799" y="2189"/>
                      </a:cubicBezTo>
                      <a:cubicBezTo>
                        <a:pt x="1819" y="1908"/>
                        <a:pt x="1688" y="1958"/>
                        <a:pt x="1648" y="1868"/>
                      </a:cubicBezTo>
                      <a:cubicBezTo>
                        <a:pt x="1588" y="1768"/>
                        <a:pt x="1708" y="1768"/>
                        <a:pt x="1618" y="1507"/>
                      </a:cubicBezTo>
                      <a:cubicBezTo>
                        <a:pt x="1608" y="1467"/>
                        <a:pt x="1608" y="1357"/>
                        <a:pt x="1618" y="1236"/>
                      </a:cubicBezTo>
                      <a:cubicBezTo>
                        <a:pt x="1658" y="1016"/>
                        <a:pt x="1518" y="1026"/>
                        <a:pt x="1528" y="945"/>
                      </a:cubicBezTo>
                      <a:cubicBezTo>
                        <a:pt x="1548" y="835"/>
                        <a:pt x="1588" y="775"/>
                        <a:pt x="1458" y="655"/>
                      </a:cubicBezTo>
                      <a:lnTo>
                        <a:pt x="1458" y="655"/>
                      </a:lnTo>
                      <a:cubicBezTo>
                        <a:pt x="1463" y="655"/>
                        <a:pt x="1468" y="655"/>
                        <a:pt x="1473" y="655"/>
                      </a:cubicBezTo>
                      <a:cubicBezTo>
                        <a:pt x="1576" y="655"/>
                        <a:pt x="1449" y="552"/>
                        <a:pt x="1488" y="514"/>
                      </a:cubicBezTo>
                      <a:cubicBezTo>
                        <a:pt x="1461" y="451"/>
                        <a:pt x="1458" y="381"/>
                        <a:pt x="1386" y="381"/>
                      </a:cubicBezTo>
                      <a:cubicBezTo>
                        <a:pt x="1378" y="381"/>
                        <a:pt x="1368" y="382"/>
                        <a:pt x="1357" y="384"/>
                      </a:cubicBezTo>
                      <a:cubicBezTo>
                        <a:pt x="1397" y="344"/>
                        <a:pt x="1317" y="123"/>
                        <a:pt x="1287" y="83"/>
                      </a:cubicBezTo>
                      <a:cubicBezTo>
                        <a:pt x="1254" y="24"/>
                        <a:pt x="1224" y="0"/>
                        <a:pt x="11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35" name="Google Shape;17935;p62"/>
                <p:cNvSpPr/>
                <p:nvPr/>
              </p:nvSpPr>
              <p:spPr>
                <a:xfrm>
                  <a:off x="2003815" y="4141023"/>
                  <a:ext cx="20974" cy="37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" h="944" extrusionOk="0">
                      <a:moveTo>
                        <a:pt x="442" y="0"/>
                      </a:moveTo>
                      <a:lnTo>
                        <a:pt x="442" y="0"/>
                      </a:lnTo>
                      <a:cubicBezTo>
                        <a:pt x="452" y="21"/>
                        <a:pt x="452" y="41"/>
                        <a:pt x="462" y="51"/>
                      </a:cubicBezTo>
                      <a:cubicBezTo>
                        <a:pt x="482" y="101"/>
                        <a:pt x="372" y="81"/>
                        <a:pt x="332" y="141"/>
                      </a:cubicBezTo>
                      <a:cubicBezTo>
                        <a:pt x="282" y="201"/>
                        <a:pt x="282" y="352"/>
                        <a:pt x="292" y="432"/>
                      </a:cubicBezTo>
                      <a:cubicBezTo>
                        <a:pt x="1" y="482"/>
                        <a:pt x="11" y="763"/>
                        <a:pt x="81" y="943"/>
                      </a:cubicBezTo>
                      <a:cubicBezTo>
                        <a:pt x="71" y="853"/>
                        <a:pt x="41" y="713"/>
                        <a:pt x="151" y="673"/>
                      </a:cubicBezTo>
                      <a:lnTo>
                        <a:pt x="171" y="683"/>
                      </a:lnTo>
                      <a:cubicBezTo>
                        <a:pt x="171" y="662"/>
                        <a:pt x="151" y="612"/>
                        <a:pt x="181" y="592"/>
                      </a:cubicBezTo>
                      <a:cubicBezTo>
                        <a:pt x="191" y="586"/>
                        <a:pt x="205" y="583"/>
                        <a:pt x="220" y="583"/>
                      </a:cubicBezTo>
                      <a:cubicBezTo>
                        <a:pt x="249" y="583"/>
                        <a:pt x="285" y="592"/>
                        <a:pt x="312" y="592"/>
                      </a:cubicBezTo>
                      <a:cubicBezTo>
                        <a:pt x="312" y="576"/>
                        <a:pt x="333" y="468"/>
                        <a:pt x="369" y="468"/>
                      </a:cubicBezTo>
                      <a:cubicBezTo>
                        <a:pt x="376" y="468"/>
                        <a:pt x="384" y="472"/>
                        <a:pt x="392" y="482"/>
                      </a:cubicBezTo>
                      <a:cubicBezTo>
                        <a:pt x="392" y="455"/>
                        <a:pt x="400" y="306"/>
                        <a:pt x="460" y="306"/>
                      </a:cubicBezTo>
                      <a:cubicBezTo>
                        <a:pt x="467" y="306"/>
                        <a:pt x="474" y="307"/>
                        <a:pt x="482" y="311"/>
                      </a:cubicBezTo>
                      <a:cubicBezTo>
                        <a:pt x="482" y="281"/>
                        <a:pt x="472" y="241"/>
                        <a:pt x="482" y="221"/>
                      </a:cubicBezTo>
                      <a:cubicBezTo>
                        <a:pt x="482" y="201"/>
                        <a:pt x="512" y="191"/>
                        <a:pt x="512" y="181"/>
                      </a:cubicBezTo>
                      <a:cubicBezTo>
                        <a:pt x="522" y="151"/>
                        <a:pt x="512" y="81"/>
                        <a:pt x="502" y="61"/>
                      </a:cubicBezTo>
                      <a:cubicBezTo>
                        <a:pt x="492" y="41"/>
                        <a:pt x="472" y="21"/>
                        <a:pt x="4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36" name="Google Shape;17936;p62"/>
                <p:cNvSpPr/>
                <p:nvPr/>
              </p:nvSpPr>
              <p:spPr>
                <a:xfrm>
                  <a:off x="2006622" y="4178841"/>
                  <a:ext cx="842" cy="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" h="21" extrusionOk="0">
                      <a:moveTo>
                        <a:pt x="11" y="0"/>
                      </a:moveTo>
                      <a:lnTo>
                        <a:pt x="1" y="10"/>
                      </a:lnTo>
                      <a:lnTo>
                        <a:pt x="21" y="20"/>
                      </a:lnTo>
                      <a:lnTo>
                        <a:pt x="21" y="2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37" name="Google Shape;17937;p62"/>
                <p:cNvSpPr/>
                <p:nvPr/>
              </p:nvSpPr>
              <p:spPr>
                <a:xfrm>
                  <a:off x="2024348" y="4115276"/>
                  <a:ext cx="7660" cy="16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412" extrusionOk="0">
                      <a:moveTo>
                        <a:pt x="191" y="1"/>
                      </a:moveTo>
                      <a:cubicBezTo>
                        <a:pt x="121" y="1"/>
                        <a:pt x="81" y="151"/>
                        <a:pt x="40" y="271"/>
                      </a:cubicBezTo>
                      <a:lnTo>
                        <a:pt x="70" y="362"/>
                      </a:lnTo>
                      <a:cubicBezTo>
                        <a:pt x="40" y="382"/>
                        <a:pt x="20" y="392"/>
                        <a:pt x="0" y="412"/>
                      </a:cubicBezTo>
                      <a:lnTo>
                        <a:pt x="10" y="412"/>
                      </a:lnTo>
                      <a:cubicBezTo>
                        <a:pt x="40" y="412"/>
                        <a:pt x="91" y="412"/>
                        <a:pt x="121" y="392"/>
                      </a:cubicBezTo>
                      <a:cubicBezTo>
                        <a:pt x="111" y="372"/>
                        <a:pt x="91" y="362"/>
                        <a:pt x="81" y="342"/>
                      </a:cubicBezTo>
                      <a:cubicBezTo>
                        <a:pt x="70" y="281"/>
                        <a:pt x="141" y="281"/>
                        <a:pt x="191" y="241"/>
                      </a:cubicBezTo>
                      <a:cubicBezTo>
                        <a:pt x="171" y="201"/>
                        <a:pt x="161" y="171"/>
                        <a:pt x="191" y="141"/>
                      </a:cubicBezTo>
                      <a:cubicBezTo>
                        <a:pt x="181" y="121"/>
                        <a:pt x="151" y="101"/>
                        <a:pt x="151" y="81"/>
                      </a:cubicBezTo>
                      <a:cubicBezTo>
                        <a:pt x="141" y="51"/>
                        <a:pt x="161" y="21"/>
                        <a:pt x="19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38" name="Google Shape;17938;p62"/>
                <p:cNvSpPr/>
                <p:nvPr/>
              </p:nvSpPr>
              <p:spPr>
                <a:xfrm>
                  <a:off x="1471238" y="4158708"/>
                  <a:ext cx="44233" cy="754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3" h="1881" extrusionOk="0">
                      <a:moveTo>
                        <a:pt x="261" y="1"/>
                      </a:moveTo>
                      <a:cubicBezTo>
                        <a:pt x="201" y="61"/>
                        <a:pt x="281" y="111"/>
                        <a:pt x="211" y="171"/>
                      </a:cubicBezTo>
                      <a:lnTo>
                        <a:pt x="171" y="252"/>
                      </a:lnTo>
                      <a:cubicBezTo>
                        <a:pt x="101" y="312"/>
                        <a:pt x="161" y="382"/>
                        <a:pt x="161" y="462"/>
                      </a:cubicBezTo>
                      <a:cubicBezTo>
                        <a:pt x="161" y="552"/>
                        <a:pt x="60" y="643"/>
                        <a:pt x="40" y="723"/>
                      </a:cubicBezTo>
                      <a:cubicBezTo>
                        <a:pt x="20" y="823"/>
                        <a:pt x="40" y="853"/>
                        <a:pt x="70" y="944"/>
                      </a:cubicBezTo>
                      <a:cubicBezTo>
                        <a:pt x="111" y="1054"/>
                        <a:pt x="81" y="1134"/>
                        <a:pt x="40" y="1235"/>
                      </a:cubicBezTo>
                      <a:cubicBezTo>
                        <a:pt x="0" y="1305"/>
                        <a:pt x="20" y="1345"/>
                        <a:pt x="40" y="1425"/>
                      </a:cubicBezTo>
                      <a:cubicBezTo>
                        <a:pt x="60" y="1525"/>
                        <a:pt x="81" y="1576"/>
                        <a:pt x="161" y="1666"/>
                      </a:cubicBezTo>
                      <a:cubicBezTo>
                        <a:pt x="271" y="1716"/>
                        <a:pt x="331" y="1746"/>
                        <a:pt x="422" y="1786"/>
                      </a:cubicBezTo>
                      <a:cubicBezTo>
                        <a:pt x="542" y="1836"/>
                        <a:pt x="702" y="1856"/>
                        <a:pt x="843" y="1877"/>
                      </a:cubicBezTo>
                      <a:cubicBezTo>
                        <a:pt x="867" y="1879"/>
                        <a:pt x="889" y="1881"/>
                        <a:pt x="910" y="1881"/>
                      </a:cubicBezTo>
                      <a:cubicBezTo>
                        <a:pt x="1037" y="1881"/>
                        <a:pt x="1102" y="1827"/>
                        <a:pt x="1094" y="1706"/>
                      </a:cubicBezTo>
                      <a:cubicBezTo>
                        <a:pt x="1084" y="1556"/>
                        <a:pt x="933" y="1415"/>
                        <a:pt x="853" y="1295"/>
                      </a:cubicBezTo>
                      <a:cubicBezTo>
                        <a:pt x="783" y="1194"/>
                        <a:pt x="793" y="1144"/>
                        <a:pt x="763" y="1044"/>
                      </a:cubicBezTo>
                      <a:cubicBezTo>
                        <a:pt x="732" y="944"/>
                        <a:pt x="632" y="934"/>
                        <a:pt x="582" y="843"/>
                      </a:cubicBezTo>
                      <a:cubicBezTo>
                        <a:pt x="542" y="763"/>
                        <a:pt x="542" y="713"/>
                        <a:pt x="472" y="643"/>
                      </a:cubicBezTo>
                      <a:cubicBezTo>
                        <a:pt x="422" y="593"/>
                        <a:pt x="482" y="573"/>
                        <a:pt x="472" y="522"/>
                      </a:cubicBezTo>
                      <a:cubicBezTo>
                        <a:pt x="452" y="482"/>
                        <a:pt x="472" y="452"/>
                        <a:pt x="442" y="422"/>
                      </a:cubicBezTo>
                      <a:cubicBezTo>
                        <a:pt x="432" y="402"/>
                        <a:pt x="391" y="392"/>
                        <a:pt x="371" y="372"/>
                      </a:cubicBezTo>
                      <a:cubicBezTo>
                        <a:pt x="351" y="342"/>
                        <a:pt x="351" y="322"/>
                        <a:pt x="341" y="282"/>
                      </a:cubicBezTo>
                      <a:cubicBezTo>
                        <a:pt x="331" y="242"/>
                        <a:pt x="331" y="171"/>
                        <a:pt x="321" y="121"/>
                      </a:cubicBezTo>
                      <a:cubicBezTo>
                        <a:pt x="311" y="71"/>
                        <a:pt x="271" y="41"/>
                        <a:pt x="26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39" name="Google Shape;17939;p62"/>
                <p:cNvSpPr/>
                <p:nvPr/>
              </p:nvSpPr>
              <p:spPr>
                <a:xfrm>
                  <a:off x="1399613" y="4139018"/>
                  <a:ext cx="60394" cy="975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" h="2433" extrusionOk="0">
                      <a:moveTo>
                        <a:pt x="573" y="0"/>
                      </a:moveTo>
                      <a:cubicBezTo>
                        <a:pt x="512" y="61"/>
                        <a:pt x="502" y="121"/>
                        <a:pt x="472" y="191"/>
                      </a:cubicBezTo>
                      <a:cubicBezTo>
                        <a:pt x="442" y="251"/>
                        <a:pt x="392" y="331"/>
                        <a:pt x="382" y="412"/>
                      </a:cubicBezTo>
                      <a:cubicBezTo>
                        <a:pt x="372" y="502"/>
                        <a:pt x="382" y="552"/>
                        <a:pt x="352" y="642"/>
                      </a:cubicBezTo>
                      <a:cubicBezTo>
                        <a:pt x="332" y="723"/>
                        <a:pt x="282" y="803"/>
                        <a:pt x="252" y="873"/>
                      </a:cubicBezTo>
                      <a:cubicBezTo>
                        <a:pt x="222" y="973"/>
                        <a:pt x="302" y="1084"/>
                        <a:pt x="252" y="1184"/>
                      </a:cubicBezTo>
                      <a:cubicBezTo>
                        <a:pt x="242" y="1204"/>
                        <a:pt x="191" y="1224"/>
                        <a:pt x="181" y="1254"/>
                      </a:cubicBezTo>
                      <a:cubicBezTo>
                        <a:pt x="161" y="1314"/>
                        <a:pt x="211" y="1364"/>
                        <a:pt x="222" y="1415"/>
                      </a:cubicBezTo>
                      <a:cubicBezTo>
                        <a:pt x="232" y="1495"/>
                        <a:pt x="322" y="1786"/>
                        <a:pt x="211" y="1786"/>
                      </a:cubicBezTo>
                      <a:cubicBezTo>
                        <a:pt x="191" y="1856"/>
                        <a:pt x="211" y="1946"/>
                        <a:pt x="171" y="2016"/>
                      </a:cubicBezTo>
                      <a:cubicBezTo>
                        <a:pt x="156" y="2011"/>
                        <a:pt x="139" y="2011"/>
                        <a:pt x="121" y="2011"/>
                      </a:cubicBezTo>
                      <a:cubicBezTo>
                        <a:pt x="104" y="2011"/>
                        <a:pt x="86" y="2011"/>
                        <a:pt x="71" y="2006"/>
                      </a:cubicBezTo>
                      <a:lnTo>
                        <a:pt x="71" y="2006"/>
                      </a:lnTo>
                      <a:cubicBezTo>
                        <a:pt x="1" y="2077"/>
                        <a:pt x="91" y="2217"/>
                        <a:pt x="151" y="2277"/>
                      </a:cubicBezTo>
                      <a:cubicBezTo>
                        <a:pt x="201" y="2297"/>
                        <a:pt x="292" y="2357"/>
                        <a:pt x="382" y="2368"/>
                      </a:cubicBezTo>
                      <a:cubicBezTo>
                        <a:pt x="492" y="2388"/>
                        <a:pt x="623" y="2388"/>
                        <a:pt x="733" y="2398"/>
                      </a:cubicBezTo>
                      <a:cubicBezTo>
                        <a:pt x="833" y="2407"/>
                        <a:pt x="989" y="2432"/>
                        <a:pt x="1133" y="2432"/>
                      </a:cubicBezTo>
                      <a:cubicBezTo>
                        <a:pt x="1307" y="2432"/>
                        <a:pt x="1463" y="2395"/>
                        <a:pt x="1485" y="2247"/>
                      </a:cubicBezTo>
                      <a:cubicBezTo>
                        <a:pt x="1505" y="2127"/>
                        <a:pt x="1465" y="1956"/>
                        <a:pt x="1395" y="1846"/>
                      </a:cubicBezTo>
                      <a:cubicBezTo>
                        <a:pt x="1345" y="1776"/>
                        <a:pt x="1174" y="1615"/>
                        <a:pt x="1154" y="1535"/>
                      </a:cubicBezTo>
                      <a:cubicBezTo>
                        <a:pt x="1134" y="1475"/>
                        <a:pt x="1204" y="1425"/>
                        <a:pt x="1184" y="1364"/>
                      </a:cubicBezTo>
                      <a:lnTo>
                        <a:pt x="1134" y="1314"/>
                      </a:lnTo>
                      <a:cubicBezTo>
                        <a:pt x="1084" y="1254"/>
                        <a:pt x="994" y="1204"/>
                        <a:pt x="964" y="1134"/>
                      </a:cubicBezTo>
                      <a:cubicBezTo>
                        <a:pt x="914" y="1033"/>
                        <a:pt x="1004" y="1064"/>
                        <a:pt x="1024" y="963"/>
                      </a:cubicBezTo>
                      <a:cubicBezTo>
                        <a:pt x="1034" y="933"/>
                        <a:pt x="984" y="873"/>
                        <a:pt x="984" y="833"/>
                      </a:cubicBezTo>
                      <a:cubicBezTo>
                        <a:pt x="974" y="813"/>
                        <a:pt x="1004" y="793"/>
                        <a:pt x="984" y="753"/>
                      </a:cubicBezTo>
                      <a:cubicBezTo>
                        <a:pt x="964" y="682"/>
                        <a:pt x="914" y="662"/>
                        <a:pt x="904" y="592"/>
                      </a:cubicBezTo>
                      <a:cubicBezTo>
                        <a:pt x="904" y="512"/>
                        <a:pt x="954" y="512"/>
                        <a:pt x="853" y="452"/>
                      </a:cubicBezTo>
                      <a:cubicBezTo>
                        <a:pt x="813" y="422"/>
                        <a:pt x="763" y="432"/>
                        <a:pt x="733" y="392"/>
                      </a:cubicBezTo>
                      <a:cubicBezTo>
                        <a:pt x="693" y="341"/>
                        <a:pt x="753" y="261"/>
                        <a:pt x="643" y="231"/>
                      </a:cubicBezTo>
                      <a:cubicBezTo>
                        <a:pt x="663" y="131"/>
                        <a:pt x="703" y="71"/>
                        <a:pt x="57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40" name="Google Shape;17940;p62"/>
                <p:cNvSpPr/>
                <p:nvPr/>
              </p:nvSpPr>
              <p:spPr>
                <a:xfrm>
                  <a:off x="1618459" y="4185498"/>
                  <a:ext cx="222489" cy="8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8" h="2111" extrusionOk="0">
                      <a:moveTo>
                        <a:pt x="2379" y="1"/>
                      </a:moveTo>
                      <a:cubicBezTo>
                        <a:pt x="2247" y="1"/>
                        <a:pt x="2147" y="156"/>
                        <a:pt x="2147" y="316"/>
                      </a:cubicBezTo>
                      <a:cubicBezTo>
                        <a:pt x="2047" y="225"/>
                        <a:pt x="1951" y="171"/>
                        <a:pt x="1870" y="171"/>
                      </a:cubicBezTo>
                      <a:cubicBezTo>
                        <a:pt x="1771" y="171"/>
                        <a:pt x="1694" y="250"/>
                        <a:pt x="1655" y="436"/>
                      </a:cubicBezTo>
                      <a:cubicBezTo>
                        <a:pt x="1655" y="429"/>
                        <a:pt x="1641" y="424"/>
                        <a:pt x="1618" y="424"/>
                      </a:cubicBezTo>
                      <a:cubicBezTo>
                        <a:pt x="1521" y="424"/>
                        <a:pt x="1266" y="505"/>
                        <a:pt x="1314" y="757"/>
                      </a:cubicBezTo>
                      <a:cubicBezTo>
                        <a:pt x="1268" y="746"/>
                        <a:pt x="1229" y="741"/>
                        <a:pt x="1194" y="741"/>
                      </a:cubicBezTo>
                      <a:cubicBezTo>
                        <a:pt x="1101" y="741"/>
                        <a:pt x="1038" y="776"/>
                        <a:pt x="943" y="827"/>
                      </a:cubicBezTo>
                      <a:cubicBezTo>
                        <a:pt x="930" y="831"/>
                        <a:pt x="919" y="832"/>
                        <a:pt x="909" y="832"/>
                      </a:cubicBezTo>
                      <a:cubicBezTo>
                        <a:pt x="884" y="832"/>
                        <a:pt x="865" y="824"/>
                        <a:pt x="844" y="824"/>
                      </a:cubicBezTo>
                      <a:cubicBezTo>
                        <a:pt x="827" y="824"/>
                        <a:pt x="808" y="829"/>
                        <a:pt x="783" y="847"/>
                      </a:cubicBezTo>
                      <a:cubicBezTo>
                        <a:pt x="733" y="878"/>
                        <a:pt x="743" y="1008"/>
                        <a:pt x="662" y="1058"/>
                      </a:cubicBezTo>
                      <a:cubicBezTo>
                        <a:pt x="636" y="1025"/>
                        <a:pt x="607" y="1013"/>
                        <a:pt x="580" y="1013"/>
                      </a:cubicBezTo>
                      <a:cubicBezTo>
                        <a:pt x="515" y="1013"/>
                        <a:pt x="456" y="1083"/>
                        <a:pt x="442" y="1118"/>
                      </a:cubicBezTo>
                      <a:cubicBezTo>
                        <a:pt x="383" y="1087"/>
                        <a:pt x="321" y="1071"/>
                        <a:pt x="262" y="1071"/>
                      </a:cubicBezTo>
                      <a:cubicBezTo>
                        <a:pt x="171" y="1071"/>
                        <a:pt x="89" y="1109"/>
                        <a:pt x="41" y="1188"/>
                      </a:cubicBezTo>
                      <a:cubicBezTo>
                        <a:pt x="0" y="1269"/>
                        <a:pt x="31" y="1289"/>
                        <a:pt x="71" y="1379"/>
                      </a:cubicBezTo>
                      <a:cubicBezTo>
                        <a:pt x="191" y="1600"/>
                        <a:pt x="462" y="1800"/>
                        <a:pt x="652" y="1891"/>
                      </a:cubicBezTo>
                      <a:cubicBezTo>
                        <a:pt x="942" y="2018"/>
                        <a:pt x="1413" y="2110"/>
                        <a:pt x="1776" y="2110"/>
                      </a:cubicBezTo>
                      <a:cubicBezTo>
                        <a:pt x="1840" y="2110"/>
                        <a:pt x="1901" y="2107"/>
                        <a:pt x="1956" y="2101"/>
                      </a:cubicBezTo>
                      <a:cubicBezTo>
                        <a:pt x="2348" y="2051"/>
                        <a:pt x="2719" y="1901"/>
                        <a:pt x="3120" y="1861"/>
                      </a:cubicBezTo>
                      <a:cubicBezTo>
                        <a:pt x="3410" y="1823"/>
                        <a:pt x="3689" y="1803"/>
                        <a:pt x="3974" y="1803"/>
                      </a:cubicBezTo>
                      <a:cubicBezTo>
                        <a:pt x="4073" y="1803"/>
                        <a:pt x="4172" y="1805"/>
                        <a:pt x="4273" y="1810"/>
                      </a:cubicBezTo>
                      <a:cubicBezTo>
                        <a:pt x="4306" y="1811"/>
                        <a:pt x="4342" y="1812"/>
                        <a:pt x="4383" y="1812"/>
                      </a:cubicBezTo>
                      <a:cubicBezTo>
                        <a:pt x="4748" y="1812"/>
                        <a:pt x="5407" y="1755"/>
                        <a:pt x="5497" y="1349"/>
                      </a:cubicBezTo>
                      <a:cubicBezTo>
                        <a:pt x="5547" y="1158"/>
                        <a:pt x="5447" y="1219"/>
                        <a:pt x="5347" y="1098"/>
                      </a:cubicBezTo>
                      <a:cubicBezTo>
                        <a:pt x="5246" y="988"/>
                        <a:pt x="5256" y="737"/>
                        <a:pt x="5116" y="697"/>
                      </a:cubicBezTo>
                      <a:cubicBezTo>
                        <a:pt x="5107" y="694"/>
                        <a:pt x="5097" y="692"/>
                        <a:pt x="5087" y="692"/>
                      </a:cubicBezTo>
                      <a:cubicBezTo>
                        <a:pt x="5034" y="692"/>
                        <a:pt x="4976" y="733"/>
                        <a:pt x="4925" y="767"/>
                      </a:cubicBezTo>
                      <a:cubicBezTo>
                        <a:pt x="4915" y="737"/>
                        <a:pt x="4905" y="687"/>
                        <a:pt x="4915" y="657"/>
                      </a:cubicBezTo>
                      <a:lnTo>
                        <a:pt x="4845" y="657"/>
                      </a:lnTo>
                      <a:cubicBezTo>
                        <a:pt x="4875" y="557"/>
                        <a:pt x="4855" y="547"/>
                        <a:pt x="4805" y="476"/>
                      </a:cubicBezTo>
                      <a:lnTo>
                        <a:pt x="4765" y="516"/>
                      </a:lnTo>
                      <a:cubicBezTo>
                        <a:pt x="4727" y="462"/>
                        <a:pt x="4690" y="440"/>
                        <a:pt x="4657" y="440"/>
                      </a:cubicBezTo>
                      <a:cubicBezTo>
                        <a:pt x="4567" y="440"/>
                        <a:pt x="4501" y="597"/>
                        <a:pt x="4494" y="707"/>
                      </a:cubicBezTo>
                      <a:cubicBezTo>
                        <a:pt x="4414" y="677"/>
                        <a:pt x="4354" y="607"/>
                        <a:pt x="4304" y="536"/>
                      </a:cubicBezTo>
                      <a:lnTo>
                        <a:pt x="4304" y="536"/>
                      </a:lnTo>
                      <a:cubicBezTo>
                        <a:pt x="4307" y="548"/>
                        <a:pt x="4311" y="558"/>
                        <a:pt x="4315" y="567"/>
                      </a:cubicBezTo>
                      <a:lnTo>
                        <a:pt x="4315" y="567"/>
                      </a:lnTo>
                      <a:cubicBezTo>
                        <a:pt x="4283" y="505"/>
                        <a:pt x="4232" y="481"/>
                        <a:pt x="4174" y="481"/>
                      </a:cubicBezTo>
                      <a:cubicBezTo>
                        <a:pt x="4086" y="481"/>
                        <a:pt x="3984" y="536"/>
                        <a:pt x="3912" y="597"/>
                      </a:cubicBezTo>
                      <a:cubicBezTo>
                        <a:pt x="3909" y="504"/>
                        <a:pt x="3863" y="471"/>
                        <a:pt x="3803" y="471"/>
                      </a:cubicBezTo>
                      <a:cubicBezTo>
                        <a:pt x="3700" y="471"/>
                        <a:pt x="3556" y="571"/>
                        <a:pt x="3511" y="647"/>
                      </a:cubicBezTo>
                      <a:cubicBezTo>
                        <a:pt x="3495" y="549"/>
                        <a:pt x="3419" y="498"/>
                        <a:pt x="3338" y="498"/>
                      </a:cubicBezTo>
                      <a:cubicBezTo>
                        <a:pt x="3319" y="498"/>
                        <a:pt x="3299" y="501"/>
                        <a:pt x="3280" y="506"/>
                      </a:cubicBezTo>
                      <a:cubicBezTo>
                        <a:pt x="3369" y="360"/>
                        <a:pt x="3221" y="299"/>
                        <a:pt x="3062" y="299"/>
                      </a:cubicBezTo>
                      <a:cubicBezTo>
                        <a:pt x="2970" y="299"/>
                        <a:pt x="2874" y="319"/>
                        <a:pt x="2819" y="356"/>
                      </a:cubicBezTo>
                      <a:cubicBezTo>
                        <a:pt x="2827" y="248"/>
                        <a:pt x="2713" y="45"/>
                        <a:pt x="2605" y="45"/>
                      </a:cubicBezTo>
                      <a:cubicBezTo>
                        <a:pt x="2582" y="45"/>
                        <a:pt x="2559" y="54"/>
                        <a:pt x="2538" y="75"/>
                      </a:cubicBezTo>
                      <a:cubicBezTo>
                        <a:pt x="2483" y="23"/>
                        <a:pt x="2429" y="1"/>
                        <a:pt x="23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41" name="Google Shape;17941;p62"/>
                <p:cNvSpPr/>
                <p:nvPr/>
              </p:nvSpPr>
              <p:spPr>
                <a:xfrm>
                  <a:off x="1439436" y="4198531"/>
                  <a:ext cx="71262" cy="436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7" h="1088" extrusionOk="0">
                      <a:moveTo>
                        <a:pt x="853" y="1"/>
                      </a:moveTo>
                      <a:cubicBezTo>
                        <a:pt x="753" y="1"/>
                        <a:pt x="633" y="171"/>
                        <a:pt x="583" y="232"/>
                      </a:cubicBezTo>
                      <a:cubicBezTo>
                        <a:pt x="522" y="302"/>
                        <a:pt x="472" y="382"/>
                        <a:pt x="402" y="422"/>
                      </a:cubicBezTo>
                      <a:cubicBezTo>
                        <a:pt x="392" y="402"/>
                        <a:pt x="372" y="382"/>
                        <a:pt x="372" y="362"/>
                      </a:cubicBezTo>
                      <a:cubicBezTo>
                        <a:pt x="302" y="402"/>
                        <a:pt x="222" y="452"/>
                        <a:pt x="181" y="512"/>
                      </a:cubicBezTo>
                      <a:cubicBezTo>
                        <a:pt x="171" y="502"/>
                        <a:pt x="161" y="492"/>
                        <a:pt x="151" y="472"/>
                      </a:cubicBezTo>
                      <a:cubicBezTo>
                        <a:pt x="81" y="532"/>
                        <a:pt x="1" y="603"/>
                        <a:pt x="1" y="713"/>
                      </a:cubicBezTo>
                      <a:cubicBezTo>
                        <a:pt x="11" y="753"/>
                        <a:pt x="51" y="884"/>
                        <a:pt x="81" y="984"/>
                      </a:cubicBezTo>
                      <a:cubicBezTo>
                        <a:pt x="129" y="991"/>
                        <a:pt x="176" y="993"/>
                        <a:pt x="223" y="993"/>
                      </a:cubicBezTo>
                      <a:cubicBezTo>
                        <a:pt x="273" y="993"/>
                        <a:pt x="324" y="991"/>
                        <a:pt x="375" y="991"/>
                      </a:cubicBezTo>
                      <a:cubicBezTo>
                        <a:pt x="404" y="991"/>
                        <a:pt x="433" y="992"/>
                        <a:pt x="462" y="994"/>
                      </a:cubicBezTo>
                      <a:cubicBezTo>
                        <a:pt x="621" y="1003"/>
                        <a:pt x="754" y="1065"/>
                        <a:pt x="918" y="1065"/>
                      </a:cubicBezTo>
                      <a:cubicBezTo>
                        <a:pt x="930" y="1065"/>
                        <a:pt x="942" y="1065"/>
                        <a:pt x="954" y="1064"/>
                      </a:cubicBezTo>
                      <a:cubicBezTo>
                        <a:pt x="1104" y="1064"/>
                        <a:pt x="1255" y="1064"/>
                        <a:pt x="1415" y="1074"/>
                      </a:cubicBezTo>
                      <a:cubicBezTo>
                        <a:pt x="1461" y="1074"/>
                        <a:pt x="1536" y="1087"/>
                        <a:pt x="1606" y="1087"/>
                      </a:cubicBezTo>
                      <a:cubicBezTo>
                        <a:pt x="1658" y="1087"/>
                        <a:pt x="1706" y="1080"/>
                        <a:pt x="1736" y="1054"/>
                      </a:cubicBezTo>
                      <a:cubicBezTo>
                        <a:pt x="1776" y="1024"/>
                        <a:pt x="1776" y="994"/>
                        <a:pt x="1776" y="954"/>
                      </a:cubicBezTo>
                      <a:cubicBezTo>
                        <a:pt x="1776" y="894"/>
                        <a:pt x="1756" y="823"/>
                        <a:pt x="1736" y="763"/>
                      </a:cubicBezTo>
                      <a:cubicBezTo>
                        <a:pt x="1712" y="706"/>
                        <a:pt x="1588" y="470"/>
                        <a:pt x="1499" y="470"/>
                      </a:cubicBezTo>
                      <a:cubicBezTo>
                        <a:pt x="1481" y="470"/>
                        <a:pt x="1464" y="480"/>
                        <a:pt x="1450" y="503"/>
                      </a:cubicBezTo>
                      <a:lnTo>
                        <a:pt x="1450" y="503"/>
                      </a:lnTo>
                      <a:cubicBezTo>
                        <a:pt x="1496" y="403"/>
                        <a:pt x="1173" y="412"/>
                        <a:pt x="1114" y="392"/>
                      </a:cubicBezTo>
                      <a:cubicBezTo>
                        <a:pt x="1136" y="348"/>
                        <a:pt x="1105" y="299"/>
                        <a:pt x="1071" y="299"/>
                      </a:cubicBezTo>
                      <a:cubicBezTo>
                        <a:pt x="1061" y="299"/>
                        <a:pt x="1052" y="302"/>
                        <a:pt x="1044" y="310"/>
                      </a:cubicBezTo>
                      <a:lnTo>
                        <a:pt x="1044" y="310"/>
                      </a:lnTo>
                      <a:cubicBezTo>
                        <a:pt x="1110" y="214"/>
                        <a:pt x="940" y="10"/>
                        <a:pt x="85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42" name="Google Shape;17942;p62"/>
                <p:cNvSpPr/>
                <p:nvPr/>
              </p:nvSpPr>
              <p:spPr>
                <a:xfrm>
                  <a:off x="1307495" y="4187583"/>
                  <a:ext cx="87744" cy="42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" h="1065" extrusionOk="0">
                      <a:moveTo>
                        <a:pt x="979" y="1"/>
                      </a:moveTo>
                      <a:cubicBezTo>
                        <a:pt x="883" y="1"/>
                        <a:pt x="768" y="197"/>
                        <a:pt x="723" y="364"/>
                      </a:cubicBezTo>
                      <a:cubicBezTo>
                        <a:pt x="663" y="344"/>
                        <a:pt x="583" y="284"/>
                        <a:pt x="532" y="234"/>
                      </a:cubicBezTo>
                      <a:cubicBezTo>
                        <a:pt x="502" y="274"/>
                        <a:pt x="482" y="314"/>
                        <a:pt x="442" y="344"/>
                      </a:cubicBezTo>
                      <a:cubicBezTo>
                        <a:pt x="442" y="304"/>
                        <a:pt x="412" y="284"/>
                        <a:pt x="402" y="254"/>
                      </a:cubicBezTo>
                      <a:cubicBezTo>
                        <a:pt x="352" y="274"/>
                        <a:pt x="292" y="294"/>
                        <a:pt x="232" y="294"/>
                      </a:cubicBezTo>
                      <a:cubicBezTo>
                        <a:pt x="229" y="295"/>
                        <a:pt x="226" y="295"/>
                        <a:pt x="224" y="295"/>
                      </a:cubicBezTo>
                      <a:cubicBezTo>
                        <a:pt x="205" y="295"/>
                        <a:pt x="199" y="269"/>
                        <a:pt x="173" y="269"/>
                      </a:cubicBezTo>
                      <a:cubicBezTo>
                        <a:pt x="167" y="269"/>
                        <a:pt x="160" y="270"/>
                        <a:pt x="151" y="274"/>
                      </a:cubicBezTo>
                      <a:cubicBezTo>
                        <a:pt x="51" y="314"/>
                        <a:pt x="1" y="474"/>
                        <a:pt x="51" y="575"/>
                      </a:cubicBezTo>
                      <a:cubicBezTo>
                        <a:pt x="71" y="605"/>
                        <a:pt x="51" y="675"/>
                        <a:pt x="81" y="735"/>
                      </a:cubicBezTo>
                      <a:cubicBezTo>
                        <a:pt x="141" y="846"/>
                        <a:pt x="272" y="846"/>
                        <a:pt x="362" y="866"/>
                      </a:cubicBezTo>
                      <a:cubicBezTo>
                        <a:pt x="700" y="948"/>
                        <a:pt x="1071" y="1064"/>
                        <a:pt x="1427" y="1064"/>
                      </a:cubicBezTo>
                      <a:cubicBezTo>
                        <a:pt x="1504" y="1064"/>
                        <a:pt x="1581" y="1059"/>
                        <a:pt x="1656" y="1046"/>
                      </a:cubicBezTo>
                      <a:cubicBezTo>
                        <a:pt x="1947" y="996"/>
                        <a:pt x="2187" y="755"/>
                        <a:pt x="1856" y="535"/>
                      </a:cubicBezTo>
                      <a:cubicBezTo>
                        <a:pt x="1806" y="505"/>
                        <a:pt x="1696" y="464"/>
                        <a:pt x="1646" y="444"/>
                      </a:cubicBezTo>
                      <a:cubicBezTo>
                        <a:pt x="1606" y="434"/>
                        <a:pt x="1536" y="414"/>
                        <a:pt x="1485" y="384"/>
                      </a:cubicBezTo>
                      <a:cubicBezTo>
                        <a:pt x="1525" y="240"/>
                        <a:pt x="1398" y="207"/>
                        <a:pt x="1274" y="207"/>
                      </a:cubicBezTo>
                      <a:cubicBezTo>
                        <a:pt x="1208" y="207"/>
                        <a:pt x="1143" y="217"/>
                        <a:pt x="1104" y="224"/>
                      </a:cubicBezTo>
                      <a:cubicBezTo>
                        <a:pt x="1079" y="62"/>
                        <a:pt x="1032" y="1"/>
                        <a:pt x="9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43" name="Google Shape;17943;p62"/>
                <p:cNvSpPr/>
                <p:nvPr/>
              </p:nvSpPr>
              <p:spPr>
                <a:xfrm>
                  <a:off x="1330033" y="4187703"/>
                  <a:ext cx="347007" cy="94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3" h="2368" extrusionOk="0">
                      <a:moveTo>
                        <a:pt x="6049" y="0"/>
                      </a:moveTo>
                      <a:cubicBezTo>
                        <a:pt x="5858" y="90"/>
                        <a:pt x="5598" y="60"/>
                        <a:pt x="5598" y="341"/>
                      </a:cubicBezTo>
                      <a:cubicBezTo>
                        <a:pt x="5578" y="331"/>
                        <a:pt x="5567" y="301"/>
                        <a:pt x="5547" y="291"/>
                      </a:cubicBezTo>
                      <a:cubicBezTo>
                        <a:pt x="5267" y="421"/>
                        <a:pt x="5156" y="502"/>
                        <a:pt x="5126" y="843"/>
                      </a:cubicBezTo>
                      <a:cubicBezTo>
                        <a:pt x="5060" y="722"/>
                        <a:pt x="4954" y="667"/>
                        <a:pt x="4856" y="667"/>
                      </a:cubicBezTo>
                      <a:cubicBezTo>
                        <a:pt x="4716" y="667"/>
                        <a:pt x="4591" y="779"/>
                        <a:pt x="4615" y="973"/>
                      </a:cubicBezTo>
                      <a:cubicBezTo>
                        <a:pt x="4585" y="943"/>
                        <a:pt x="4554" y="913"/>
                        <a:pt x="4534" y="883"/>
                      </a:cubicBezTo>
                      <a:cubicBezTo>
                        <a:pt x="4534" y="953"/>
                        <a:pt x="4484" y="1023"/>
                        <a:pt x="4504" y="1123"/>
                      </a:cubicBezTo>
                      <a:cubicBezTo>
                        <a:pt x="4392" y="1080"/>
                        <a:pt x="4223" y="990"/>
                        <a:pt x="4098" y="990"/>
                      </a:cubicBezTo>
                      <a:cubicBezTo>
                        <a:pt x="4021" y="990"/>
                        <a:pt x="3962" y="1024"/>
                        <a:pt x="3943" y="1123"/>
                      </a:cubicBezTo>
                      <a:cubicBezTo>
                        <a:pt x="3863" y="1038"/>
                        <a:pt x="3710" y="953"/>
                        <a:pt x="3596" y="953"/>
                      </a:cubicBezTo>
                      <a:cubicBezTo>
                        <a:pt x="3521" y="953"/>
                        <a:pt x="3463" y="989"/>
                        <a:pt x="3451" y="1083"/>
                      </a:cubicBezTo>
                      <a:cubicBezTo>
                        <a:pt x="3421" y="973"/>
                        <a:pt x="3381" y="873"/>
                        <a:pt x="3341" y="782"/>
                      </a:cubicBezTo>
                      <a:cubicBezTo>
                        <a:pt x="3180" y="792"/>
                        <a:pt x="3030" y="873"/>
                        <a:pt x="2909" y="983"/>
                      </a:cubicBezTo>
                      <a:cubicBezTo>
                        <a:pt x="2899" y="923"/>
                        <a:pt x="2859" y="893"/>
                        <a:pt x="2849" y="833"/>
                      </a:cubicBezTo>
                      <a:cubicBezTo>
                        <a:pt x="2830" y="839"/>
                        <a:pt x="2811" y="842"/>
                        <a:pt x="2792" y="842"/>
                      </a:cubicBezTo>
                      <a:cubicBezTo>
                        <a:pt x="2706" y="842"/>
                        <a:pt x="2619" y="785"/>
                        <a:pt x="2546" y="785"/>
                      </a:cubicBezTo>
                      <a:cubicBezTo>
                        <a:pt x="2490" y="785"/>
                        <a:pt x="2442" y="818"/>
                        <a:pt x="2408" y="933"/>
                      </a:cubicBezTo>
                      <a:cubicBezTo>
                        <a:pt x="2324" y="789"/>
                        <a:pt x="2180" y="731"/>
                        <a:pt x="2036" y="731"/>
                      </a:cubicBezTo>
                      <a:cubicBezTo>
                        <a:pt x="1939" y="731"/>
                        <a:pt x="1843" y="758"/>
                        <a:pt x="1766" y="802"/>
                      </a:cubicBezTo>
                      <a:cubicBezTo>
                        <a:pt x="1736" y="722"/>
                        <a:pt x="1666" y="672"/>
                        <a:pt x="1636" y="592"/>
                      </a:cubicBezTo>
                      <a:cubicBezTo>
                        <a:pt x="1515" y="602"/>
                        <a:pt x="1445" y="592"/>
                        <a:pt x="1355" y="682"/>
                      </a:cubicBezTo>
                      <a:lnTo>
                        <a:pt x="1274" y="602"/>
                      </a:lnTo>
                      <a:cubicBezTo>
                        <a:pt x="1254" y="612"/>
                        <a:pt x="1234" y="632"/>
                        <a:pt x="1224" y="652"/>
                      </a:cubicBezTo>
                      <a:cubicBezTo>
                        <a:pt x="1194" y="602"/>
                        <a:pt x="1124" y="552"/>
                        <a:pt x="1094" y="512"/>
                      </a:cubicBezTo>
                      <a:cubicBezTo>
                        <a:pt x="1064" y="542"/>
                        <a:pt x="984" y="582"/>
                        <a:pt x="953" y="612"/>
                      </a:cubicBezTo>
                      <a:cubicBezTo>
                        <a:pt x="833" y="431"/>
                        <a:pt x="763" y="351"/>
                        <a:pt x="552" y="351"/>
                      </a:cubicBezTo>
                      <a:cubicBezTo>
                        <a:pt x="492" y="391"/>
                        <a:pt x="452" y="401"/>
                        <a:pt x="402" y="431"/>
                      </a:cubicBezTo>
                      <a:cubicBezTo>
                        <a:pt x="392" y="431"/>
                        <a:pt x="362" y="371"/>
                        <a:pt x="352" y="361"/>
                      </a:cubicBezTo>
                      <a:cubicBezTo>
                        <a:pt x="332" y="411"/>
                        <a:pt x="291" y="461"/>
                        <a:pt x="281" y="512"/>
                      </a:cubicBezTo>
                      <a:cubicBezTo>
                        <a:pt x="221" y="451"/>
                        <a:pt x="151" y="451"/>
                        <a:pt x="111" y="411"/>
                      </a:cubicBezTo>
                      <a:cubicBezTo>
                        <a:pt x="31" y="542"/>
                        <a:pt x="1" y="702"/>
                        <a:pt x="21" y="863"/>
                      </a:cubicBezTo>
                      <a:cubicBezTo>
                        <a:pt x="41" y="1224"/>
                        <a:pt x="1" y="1685"/>
                        <a:pt x="322" y="2006"/>
                      </a:cubicBezTo>
                      <a:cubicBezTo>
                        <a:pt x="582" y="2247"/>
                        <a:pt x="1102" y="2368"/>
                        <a:pt x="1445" y="2368"/>
                      </a:cubicBezTo>
                      <a:cubicBezTo>
                        <a:pt x="1459" y="2368"/>
                        <a:pt x="1472" y="2368"/>
                        <a:pt x="1485" y="2367"/>
                      </a:cubicBezTo>
                      <a:cubicBezTo>
                        <a:pt x="1866" y="2347"/>
                        <a:pt x="2247" y="2277"/>
                        <a:pt x="2639" y="2277"/>
                      </a:cubicBezTo>
                      <a:cubicBezTo>
                        <a:pt x="3086" y="2277"/>
                        <a:pt x="3539" y="2324"/>
                        <a:pt x="3990" y="2324"/>
                      </a:cubicBezTo>
                      <a:cubicBezTo>
                        <a:pt x="4165" y="2324"/>
                        <a:pt x="4340" y="2317"/>
                        <a:pt x="4514" y="2297"/>
                      </a:cubicBezTo>
                      <a:cubicBezTo>
                        <a:pt x="5527" y="2187"/>
                        <a:pt x="6561" y="1816"/>
                        <a:pt x="7564" y="1585"/>
                      </a:cubicBezTo>
                      <a:cubicBezTo>
                        <a:pt x="7864" y="1525"/>
                        <a:pt x="8376" y="1545"/>
                        <a:pt x="8527" y="1254"/>
                      </a:cubicBezTo>
                      <a:cubicBezTo>
                        <a:pt x="8653" y="1025"/>
                        <a:pt x="8537" y="771"/>
                        <a:pt x="8325" y="771"/>
                      </a:cubicBezTo>
                      <a:cubicBezTo>
                        <a:pt x="8268" y="771"/>
                        <a:pt x="8204" y="790"/>
                        <a:pt x="8135" y="833"/>
                      </a:cubicBezTo>
                      <a:cubicBezTo>
                        <a:pt x="8115" y="752"/>
                        <a:pt x="8045" y="722"/>
                        <a:pt x="8015" y="672"/>
                      </a:cubicBezTo>
                      <a:cubicBezTo>
                        <a:pt x="7975" y="692"/>
                        <a:pt x="7955" y="722"/>
                        <a:pt x="7925" y="752"/>
                      </a:cubicBezTo>
                      <a:cubicBezTo>
                        <a:pt x="7925" y="732"/>
                        <a:pt x="7925" y="672"/>
                        <a:pt x="7905" y="652"/>
                      </a:cubicBezTo>
                      <a:cubicBezTo>
                        <a:pt x="7764" y="672"/>
                        <a:pt x="7624" y="722"/>
                        <a:pt x="7503" y="792"/>
                      </a:cubicBezTo>
                      <a:cubicBezTo>
                        <a:pt x="7473" y="772"/>
                        <a:pt x="7373" y="692"/>
                        <a:pt x="7353" y="672"/>
                      </a:cubicBezTo>
                      <a:cubicBezTo>
                        <a:pt x="7403" y="582"/>
                        <a:pt x="7393" y="461"/>
                        <a:pt x="7413" y="361"/>
                      </a:cubicBezTo>
                      <a:lnTo>
                        <a:pt x="7413" y="361"/>
                      </a:lnTo>
                      <a:cubicBezTo>
                        <a:pt x="7182" y="381"/>
                        <a:pt x="6962" y="512"/>
                        <a:pt x="6751" y="562"/>
                      </a:cubicBezTo>
                      <a:cubicBezTo>
                        <a:pt x="6721" y="542"/>
                        <a:pt x="6631" y="481"/>
                        <a:pt x="6611" y="451"/>
                      </a:cubicBezTo>
                      <a:cubicBezTo>
                        <a:pt x="6591" y="471"/>
                        <a:pt x="6581" y="502"/>
                        <a:pt x="6550" y="522"/>
                      </a:cubicBezTo>
                      <a:cubicBezTo>
                        <a:pt x="6664" y="296"/>
                        <a:pt x="6553" y="84"/>
                        <a:pt x="6404" y="84"/>
                      </a:cubicBezTo>
                      <a:cubicBezTo>
                        <a:pt x="6341" y="84"/>
                        <a:pt x="6272" y="122"/>
                        <a:pt x="6209" y="211"/>
                      </a:cubicBezTo>
                      <a:cubicBezTo>
                        <a:pt x="6139" y="70"/>
                        <a:pt x="6169" y="171"/>
                        <a:pt x="6069" y="90"/>
                      </a:cubicBezTo>
                      <a:cubicBezTo>
                        <a:pt x="6059" y="70"/>
                        <a:pt x="6059" y="10"/>
                        <a:pt x="60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44" name="Google Shape;17944;p62"/>
                <p:cNvSpPr/>
                <p:nvPr/>
              </p:nvSpPr>
              <p:spPr>
                <a:xfrm>
                  <a:off x="1509858" y="4187703"/>
                  <a:ext cx="110242" cy="67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9" h="1682" extrusionOk="0">
                      <a:moveTo>
                        <a:pt x="1565" y="0"/>
                      </a:moveTo>
                      <a:cubicBezTo>
                        <a:pt x="1374" y="90"/>
                        <a:pt x="1114" y="60"/>
                        <a:pt x="1114" y="341"/>
                      </a:cubicBezTo>
                      <a:cubicBezTo>
                        <a:pt x="1094" y="331"/>
                        <a:pt x="1083" y="301"/>
                        <a:pt x="1063" y="291"/>
                      </a:cubicBezTo>
                      <a:cubicBezTo>
                        <a:pt x="783" y="421"/>
                        <a:pt x="672" y="502"/>
                        <a:pt x="642" y="843"/>
                      </a:cubicBezTo>
                      <a:cubicBezTo>
                        <a:pt x="576" y="722"/>
                        <a:pt x="470" y="667"/>
                        <a:pt x="372" y="667"/>
                      </a:cubicBezTo>
                      <a:cubicBezTo>
                        <a:pt x="232" y="667"/>
                        <a:pt x="107" y="779"/>
                        <a:pt x="131" y="973"/>
                      </a:cubicBezTo>
                      <a:cubicBezTo>
                        <a:pt x="101" y="943"/>
                        <a:pt x="70" y="913"/>
                        <a:pt x="50" y="883"/>
                      </a:cubicBezTo>
                      <a:cubicBezTo>
                        <a:pt x="50" y="953"/>
                        <a:pt x="0" y="1023"/>
                        <a:pt x="20" y="1123"/>
                      </a:cubicBezTo>
                      <a:cubicBezTo>
                        <a:pt x="30" y="1194"/>
                        <a:pt x="0" y="1254"/>
                        <a:pt x="10" y="1304"/>
                      </a:cubicBezTo>
                      <a:cubicBezTo>
                        <a:pt x="40" y="1384"/>
                        <a:pt x="60" y="1354"/>
                        <a:pt x="111" y="1414"/>
                      </a:cubicBezTo>
                      <a:cubicBezTo>
                        <a:pt x="161" y="1454"/>
                        <a:pt x="151" y="1515"/>
                        <a:pt x="221" y="1545"/>
                      </a:cubicBezTo>
                      <a:cubicBezTo>
                        <a:pt x="251" y="1560"/>
                        <a:pt x="291" y="1563"/>
                        <a:pt x="336" y="1563"/>
                      </a:cubicBezTo>
                      <a:cubicBezTo>
                        <a:pt x="384" y="1563"/>
                        <a:pt x="437" y="1559"/>
                        <a:pt x="486" y="1559"/>
                      </a:cubicBezTo>
                      <a:cubicBezTo>
                        <a:pt x="513" y="1559"/>
                        <a:pt x="539" y="1560"/>
                        <a:pt x="562" y="1565"/>
                      </a:cubicBezTo>
                      <a:cubicBezTo>
                        <a:pt x="831" y="1626"/>
                        <a:pt x="1153" y="1682"/>
                        <a:pt x="1452" y="1682"/>
                      </a:cubicBezTo>
                      <a:cubicBezTo>
                        <a:pt x="1543" y="1682"/>
                        <a:pt x="1631" y="1677"/>
                        <a:pt x="1715" y="1665"/>
                      </a:cubicBezTo>
                      <a:cubicBezTo>
                        <a:pt x="1796" y="1655"/>
                        <a:pt x="1866" y="1605"/>
                        <a:pt x="1946" y="1595"/>
                      </a:cubicBezTo>
                      <a:cubicBezTo>
                        <a:pt x="1961" y="1593"/>
                        <a:pt x="1977" y="1592"/>
                        <a:pt x="1993" y="1592"/>
                      </a:cubicBezTo>
                      <a:cubicBezTo>
                        <a:pt x="2061" y="1592"/>
                        <a:pt x="2134" y="1607"/>
                        <a:pt x="2207" y="1615"/>
                      </a:cubicBezTo>
                      <a:cubicBezTo>
                        <a:pt x="2387" y="1615"/>
                        <a:pt x="2528" y="1595"/>
                        <a:pt x="2648" y="1454"/>
                      </a:cubicBezTo>
                      <a:cubicBezTo>
                        <a:pt x="2688" y="1404"/>
                        <a:pt x="2749" y="1334"/>
                        <a:pt x="2729" y="1284"/>
                      </a:cubicBezTo>
                      <a:cubicBezTo>
                        <a:pt x="2718" y="1229"/>
                        <a:pt x="2696" y="1219"/>
                        <a:pt x="2668" y="1219"/>
                      </a:cubicBezTo>
                      <a:cubicBezTo>
                        <a:pt x="2653" y="1219"/>
                        <a:pt x="2635" y="1222"/>
                        <a:pt x="2618" y="1222"/>
                      </a:cubicBezTo>
                      <a:cubicBezTo>
                        <a:pt x="2604" y="1222"/>
                        <a:pt x="2591" y="1220"/>
                        <a:pt x="2578" y="1214"/>
                      </a:cubicBezTo>
                      <a:cubicBezTo>
                        <a:pt x="2594" y="1173"/>
                        <a:pt x="2557" y="1138"/>
                        <a:pt x="2521" y="1138"/>
                      </a:cubicBezTo>
                      <a:cubicBezTo>
                        <a:pt x="2513" y="1138"/>
                        <a:pt x="2505" y="1140"/>
                        <a:pt x="2498" y="1143"/>
                      </a:cubicBezTo>
                      <a:cubicBezTo>
                        <a:pt x="2468" y="1103"/>
                        <a:pt x="2448" y="1043"/>
                        <a:pt x="2468" y="993"/>
                      </a:cubicBezTo>
                      <a:cubicBezTo>
                        <a:pt x="2439" y="979"/>
                        <a:pt x="2421" y="965"/>
                        <a:pt x="2399" y="965"/>
                      </a:cubicBezTo>
                      <a:cubicBezTo>
                        <a:pt x="2389" y="965"/>
                        <a:pt x="2379" y="967"/>
                        <a:pt x="2367" y="973"/>
                      </a:cubicBezTo>
                      <a:lnTo>
                        <a:pt x="2387" y="953"/>
                      </a:lnTo>
                      <a:cubicBezTo>
                        <a:pt x="2365" y="927"/>
                        <a:pt x="2344" y="918"/>
                        <a:pt x="2324" y="918"/>
                      </a:cubicBezTo>
                      <a:cubicBezTo>
                        <a:pt x="2283" y="918"/>
                        <a:pt x="2247" y="956"/>
                        <a:pt x="2207" y="963"/>
                      </a:cubicBezTo>
                      <a:cubicBezTo>
                        <a:pt x="2187" y="973"/>
                        <a:pt x="2177" y="993"/>
                        <a:pt x="2157" y="993"/>
                      </a:cubicBezTo>
                      <a:cubicBezTo>
                        <a:pt x="2137" y="993"/>
                        <a:pt x="2087" y="963"/>
                        <a:pt x="2056" y="963"/>
                      </a:cubicBezTo>
                      <a:cubicBezTo>
                        <a:pt x="2117" y="933"/>
                        <a:pt x="2247" y="742"/>
                        <a:pt x="2107" y="732"/>
                      </a:cubicBezTo>
                      <a:cubicBezTo>
                        <a:pt x="2127" y="702"/>
                        <a:pt x="2127" y="682"/>
                        <a:pt x="2157" y="652"/>
                      </a:cubicBezTo>
                      <a:cubicBezTo>
                        <a:pt x="2137" y="612"/>
                        <a:pt x="2087" y="602"/>
                        <a:pt x="2056" y="592"/>
                      </a:cubicBezTo>
                      <a:cubicBezTo>
                        <a:pt x="2077" y="542"/>
                        <a:pt x="2107" y="502"/>
                        <a:pt x="2127" y="461"/>
                      </a:cubicBezTo>
                      <a:lnTo>
                        <a:pt x="2127" y="451"/>
                      </a:lnTo>
                      <a:cubicBezTo>
                        <a:pt x="2107" y="471"/>
                        <a:pt x="2097" y="502"/>
                        <a:pt x="2066" y="522"/>
                      </a:cubicBezTo>
                      <a:cubicBezTo>
                        <a:pt x="2180" y="296"/>
                        <a:pt x="2069" y="84"/>
                        <a:pt x="1920" y="84"/>
                      </a:cubicBezTo>
                      <a:cubicBezTo>
                        <a:pt x="1857" y="84"/>
                        <a:pt x="1788" y="122"/>
                        <a:pt x="1725" y="211"/>
                      </a:cubicBezTo>
                      <a:cubicBezTo>
                        <a:pt x="1655" y="70"/>
                        <a:pt x="1685" y="171"/>
                        <a:pt x="1585" y="90"/>
                      </a:cubicBezTo>
                      <a:cubicBezTo>
                        <a:pt x="1575" y="70"/>
                        <a:pt x="1575" y="10"/>
                        <a:pt x="15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45" name="Google Shape;17945;p62"/>
                <p:cNvSpPr/>
                <p:nvPr/>
              </p:nvSpPr>
              <p:spPr>
                <a:xfrm>
                  <a:off x="1255200" y="4198531"/>
                  <a:ext cx="110282" cy="674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0" h="1683" extrusionOk="0">
                      <a:moveTo>
                        <a:pt x="1566" y="1"/>
                      </a:moveTo>
                      <a:cubicBezTo>
                        <a:pt x="1385" y="101"/>
                        <a:pt x="1124" y="61"/>
                        <a:pt x="1124" y="342"/>
                      </a:cubicBezTo>
                      <a:cubicBezTo>
                        <a:pt x="1104" y="332"/>
                        <a:pt x="1094" y="302"/>
                        <a:pt x="1074" y="302"/>
                      </a:cubicBezTo>
                      <a:cubicBezTo>
                        <a:pt x="793" y="432"/>
                        <a:pt x="683" y="502"/>
                        <a:pt x="643" y="843"/>
                      </a:cubicBezTo>
                      <a:cubicBezTo>
                        <a:pt x="581" y="725"/>
                        <a:pt x="478" y="671"/>
                        <a:pt x="380" y="671"/>
                      </a:cubicBezTo>
                      <a:cubicBezTo>
                        <a:pt x="238" y="671"/>
                        <a:pt x="108" y="784"/>
                        <a:pt x="131" y="974"/>
                      </a:cubicBezTo>
                      <a:cubicBezTo>
                        <a:pt x="111" y="954"/>
                        <a:pt x="81" y="914"/>
                        <a:pt x="61" y="894"/>
                      </a:cubicBezTo>
                      <a:cubicBezTo>
                        <a:pt x="61" y="954"/>
                        <a:pt x="1" y="1034"/>
                        <a:pt x="21" y="1134"/>
                      </a:cubicBezTo>
                      <a:lnTo>
                        <a:pt x="21" y="1124"/>
                      </a:lnTo>
                      <a:lnTo>
                        <a:pt x="21" y="1124"/>
                      </a:lnTo>
                      <a:cubicBezTo>
                        <a:pt x="31" y="1194"/>
                        <a:pt x="11" y="1255"/>
                        <a:pt x="21" y="1305"/>
                      </a:cubicBezTo>
                      <a:cubicBezTo>
                        <a:pt x="51" y="1385"/>
                        <a:pt x="71" y="1355"/>
                        <a:pt x="121" y="1415"/>
                      </a:cubicBezTo>
                      <a:cubicBezTo>
                        <a:pt x="161" y="1455"/>
                        <a:pt x="161" y="1515"/>
                        <a:pt x="222" y="1546"/>
                      </a:cubicBezTo>
                      <a:cubicBezTo>
                        <a:pt x="255" y="1560"/>
                        <a:pt x="298" y="1564"/>
                        <a:pt x="344" y="1564"/>
                      </a:cubicBezTo>
                      <a:cubicBezTo>
                        <a:pt x="394" y="1564"/>
                        <a:pt x="448" y="1560"/>
                        <a:pt x="497" y="1560"/>
                      </a:cubicBezTo>
                      <a:cubicBezTo>
                        <a:pt x="524" y="1560"/>
                        <a:pt x="550" y="1561"/>
                        <a:pt x="573" y="1566"/>
                      </a:cubicBezTo>
                      <a:cubicBezTo>
                        <a:pt x="842" y="1627"/>
                        <a:pt x="1164" y="1683"/>
                        <a:pt x="1462" y="1683"/>
                      </a:cubicBezTo>
                      <a:cubicBezTo>
                        <a:pt x="1553" y="1683"/>
                        <a:pt x="1642" y="1678"/>
                        <a:pt x="1726" y="1666"/>
                      </a:cubicBezTo>
                      <a:cubicBezTo>
                        <a:pt x="1806" y="1656"/>
                        <a:pt x="1877" y="1616"/>
                        <a:pt x="1947" y="1596"/>
                      </a:cubicBezTo>
                      <a:cubicBezTo>
                        <a:pt x="1964" y="1594"/>
                        <a:pt x="1981" y="1593"/>
                        <a:pt x="1998" y="1593"/>
                      </a:cubicBezTo>
                      <a:cubicBezTo>
                        <a:pt x="2071" y="1593"/>
                        <a:pt x="2143" y="1608"/>
                        <a:pt x="2208" y="1616"/>
                      </a:cubicBezTo>
                      <a:cubicBezTo>
                        <a:pt x="2229" y="1617"/>
                        <a:pt x="2250" y="1618"/>
                        <a:pt x="2271" y="1618"/>
                      </a:cubicBezTo>
                      <a:cubicBezTo>
                        <a:pt x="2430" y="1618"/>
                        <a:pt x="2551" y="1580"/>
                        <a:pt x="2649" y="1455"/>
                      </a:cubicBezTo>
                      <a:cubicBezTo>
                        <a:pt x="2689" y="1405"/>
                        <a:pt x="2749" y="1345"/>
                        <a:pt x="2739" y="1285"/>
                      </a:cubicBezTo>
                      <a:cubicBezTo>
                        <a:pt x="2730" y="1232"/>
                        <a:pt x="2709" y="1221"/>
                        <a:pt x="2682" y="1221"/>
                      </a:cubicBezTo>
                      <a:cubicBezTo>
                        <a:pt x="2660" y="1221"/>
                        <a:pt x="2635" y="1228"/>
                        <a:pt x="2608" y="1228"/>
                      </a:cubicBezTo>
                      <a:cubicBezTo>
                        <a:pt x="2599" y="1228"/>
                        <a:pt x="2589" y="1227"/>
                        <a:pt x="2579" y="1225"/>
                      </a:cubicBezTo>
                      <a:cubicBezTo>
                        <a:pt x="2603" y="1175"/>
                        <a:pt x="2567" y="1139"/>
                        <a:pt x="2526" y="1139"/>
                      </a:cubicBezTo>
                      <a:cubicBezTo>
                        <a:pt x="2517" y="1139"/>
                        <a:pt x="2507" y="1141"/>
                        <a:pt x="2498" y="1144"/>
                      </a:cubicBezTo>
                      <a:cubicBezTo>
                        <a:pt x="2468" y="1104"/>
                        <a:pt x="2458" y="1044"/>
                        <a:pt x="2468" y="994"/>
                      </a:cubicBezTo>
                      <a:cubicBezTo>
                        <a:pt x="2449" y="981"/>
                        <a:pt x="2434" y="968"/>
                        <a:pt x="2416" y="968"/>
                      </a:cubicBezTo>
                      <a:cubicBezTo>
                        <a:pt x="2405" y="968"/>
                        <a:pt x="2393" y="973"/>
                        <a:pt x="2378" y="984"/>
                      </a:cubicBezTo>
                      <a:lnTo>
                        <a:pt x="2388" y="954"/>
                      </a:lnTo>
                      <a:cubicBezTo>
                        <a:pt x="2369" y="928"/>
                        <a:pt x="2351" y="919"/>
                        <a:pt x="2333" y="919"/>
                      </a:cubicBezTo>
                      <a:cubicBezTo>
                        <a:pt x="2295" y="919"/>
                        <a:pt x="2258" y="960"/>
                        <a:pt x="2218" y="974"/>
                      </a:cubicBezTo>
                      <a:cubicBezTo>
                        <a:pt x="2198" y="974"/>
                        <a:pt x="2188" y="994"/>
                        <a:pt x="2167" y="994"/>
                      </a:cubicBezTo>
                      <a:cubicBezTo>
                        <a:pt x="2147" y="994"/>
                        <a:pt x="2097" y="964"/>
                        <a:pt x="2067" y="964"/>
                      </a:cubicBezTo>
                      <a:cubicBezTo>
                        <a:pt x="2127" y="934"/>
                        <a:pt x="2258" y="743"/>
                        <a:pt x="2117" y="733"/>
                      </a:cubicBezTo>
                      <a:cubicBezTo>
                        <a:pt x="2137" y="703"/>
                        <a:pt x="2137" y="683"/>
                        <a:pt x="2167" y="653"/>
                      </a:cubicBezTo>
                      <a:cubicBezTo>
                        <a:pt x="2147" y="613"/>
                        <a:pt x="2097" y="603"/>
                        <a:pt x="2057" y="593"/>
                      </a:cubicBezTo>
                      <a:cubicBezTo>
                        <a:pt x="2087" y="542"/>
                        <a:pt x="2107" y="502"/>
                        <a:pt x="2137" y="462"/>
                      </a:cubicBezTo>
                      <a:lnTo>
                        <a:pt x="2127" y="462"/>
                      </a:lnTo>
                      <a:cubicBezTo>
                        <a:pt x="2107" y="482"/>
                        <a:pt x="2107" y="512"/>
                        <a:pt x="2077" y="522"/>
                      </a:cubicBezTo>
                      <a:cubicBezTo>
                        <a:pt x="2189" y="298"/>
                        <a:pt x="2076" y="89"/>
                        <a:pt x="1930" y="89"/>
                      </a:cubicBezTo>
                      <a:cubicBezTo>
                        <a:pt x="1866" y="89"/>
                        <a:pt x="1797" y="128"/>
                        <a:pt x="1736" y="222"/>
                      </a:cubicBezTo>
                      <a:cubicBezTo>
                        <a:pt x="1656" y="71"/>
                        <a:pt x="1696" y="171"/>
                        <a:pt x="1586" y="91"/>
                      </a:cubicBezTo>
                      <a:cubicBezTo>
                        <a:pt x="1586" y="71"/>
                        <a:pt x="1586" y="21"/>
                        <a:pt x="15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46" name="Google Shape;17946;p62"/>
                <p:cNvSpPr/>
                <p:nvPr/>
              </p:nvSpPr>
              <p:spPr>
                <a:xfrm>
                  <a:off x="1510259" y="4187703"/>
                  <a:ext cx="70019" cy="44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6" h="1104" extrusionOk="0">
                      <a:moveTo>
                        <a:pt x="1555" y="0"/>
                      </a:moveTo>
                      <a:cubicBezTo>
                        <a:pt x="1364" y="90"/>
                        <a:pt x="1104" y="60"/>
                        <a:pt x="1104" y="341"/>
                      </a:cubicBezTo>
                      <a:cubicBezTo>
                        <a:pt x="1084" y="331"/>
                        <a:pt x="1073" y="301"/>
                        <a:pt x="1053" y="291"/>
                      </a:cubicBezTo>
                      <a:cubicBezTo>
                        <a:pt x="773" y="421"/>
                        <a:pt x="662" y="502"/>
                        <a:pt x="632" y="843"/>
                      </a:cubicBezTo>
                      <a:cubicBezTo>
                        <a:pt x="566" y="722"/>
                        <a:pt x="460" y="667"/>
                        <a:pt x="362" y="667"/>
                      </a:cubicBezTo>
                      <a:cubicBezTo>
                        <a:pt x="222" y="667"/>
                        <a:pt x="97" y="779"/>
                        <a:pt x="121" y="973"/>
                      </a:cubicBezTo>
                      <a:cubicBezTo>
                        <a:pt x="91" y="943"/>
                        <a:pt x="60" y="913"/>
                        <a:pt x="40" y="883"/>
                      </a:cubicBezTo>
                      <a:cubicBezTo>
                        <a:pt x="40" y="943"/>
                        <a:pt x="0" y="1013"/>
                        <a:pt x="0" y="1103"/>
                      </a:cubicBezTo>
                      <a:cubicBezTo>
                        <a:pt x="20" y="1073"/>
                        <a:pt x="50" y="1043"/>
                        <a:pt x="80" y="1023"/>
                      </a:cubicBezTo>
                      <a:cubicBezTo>
                        <a:pt x="103" y="1012"/>
                        <a:pt x="122" y="1007"/>
                        <a:pt x="138" y="1007"/>
                      </a:cubicBezTo>
                      <a:cubicBezTo>
                        <a:pt x="208" y="1007"/>
                        <a:pt x="232" y="1093"/>
                        <a:pt x="321" y="1093"/>
                      </a:cubicBezTo>
                      <a:cubicBezTo>
                        <a:pt x="321" y="993"/>
                        <a:pt x="331" y="933"/>
                        <a:pt x="422" y="893"/>
                      </a:cubicBezTo>
                      <a:cubicBezTo>
                        <a:pt x="432" y="893"/>
                        <a:pt x="452" y="913"/>
                        <a:pt x="472" y="913"/>
                      </a:cubicBezTo>
                      <a:cubicBezTo>
                        <a:pt x="499" y="904"/>
                        <a:pt x="526" y="861"/>
                        <a:pt x="554" y="861"/>
                      </a:cubicBezTo>
                      <a:cubicBezTo>
                        <a:pt x="557" y="861"/>
                        <a:pt x="559" y="862"/>
                        <a:pt x="562" y="863"/>
                      </a:cubicBezTo>
                      <a:cubicBezTo>
                        <a:pt x="599" y="863"/>
                        <a:pt x="593" y="924"/>
                        <a:pt x="633" y="924"/>
                      </a:cubicBezTo>
                      <a:cubicBezTo>
                        <a:pt x="636" y="924"/>
                        <a:pt x="639" y="923"/>
                        <a:pt x="642" y="923"/>
                      </a:cubicBezTo>
                      <a:cubicBezTo>
                        <a:pt x="682" y="913"/>
                        <a:pt x="672" y="802"/>
                        <a:pt x="692" y="762"/>
                      </a:cubicBezTo>
                      <a:cubicBezTo>
                        <a:pt x="742" y="672"/>
                        <a:pt x="853" y="652"/>
                        <a:pt x="923" y="612"/>
                      </a:cubicBezTo>
                      <a:cubicBezTo>
                        <a:pt x="973" y="592"/>
                        <a:pt x="1003" y="542"/>
                        <a:pt x="1073" y="522"/>
                      </a:cubicBezTo>
                      <a:cubicBezTo>
                        <a:pt x="1174" y="502"/>
                        <a:pt x="1174" y="532"/>
                        <a:pt x="1244" y="421"/>
                      </a:cubicBezTo>
                      <a:cubicBezTo>
                        <a:pt x="1267" y="375"/>
                        <a:pt x="1255" y="328"/>
                        <a:pt x="1299" y="328"/>
                      </a:cubicBezTo>
                      <a:cubicBezTo>
                        <a:pt x="1312" y="328"/>
                        <a:pt x="1329" y="332"/>
                        <a:pt x="1354" y="341"/>
                      </a:cubicBezTo>
                      <a:cubicBezTo>
                        <a:pt x="1330" y="242"/>
                        <a:pt x="1386" y="157"/>
                        <a:pt x="1479" y="157"/>
                      </a:cubicBezTo>
                      <a:cubicBezTo>
                        <a:pt x="1499" y="157"/>
                        <a:pt x="1521" y="161"/>
                        <a:pt x="1545" y="171"/>
                      </a:cubicBezTo>
                      <a:cubicBezTo>
                        <a:pt x="1575" y="181"/>
                        <a:pt x="1595" y="221"/>
                        <a:pt x="1635" y="231"/>
                      </a:cubicBezTo>
                      <a:cubicBezTo>
                        <a:pt x="1639" y="233"/>
                        <a:pt x="1645" y="234"/>
                        <a:pt x="1652" y="234"/>
                      </a:cubicBezTo>
                      <a:cubicBezTo>
                        <a:pt x="1669" y="234"/>
                        <a:pt x="1695" y="228"/>
                        <a:pt x="1719" y="228"/>
                      </a:cubicBezTo>
                      <a:cubicBezTo>
                        <a:pt x="1728" y="228"/>
                        <a:pt x="1737" y="229"/>
                        <a:pt x="1746" y="231"/>
                      </a:cubicBezTo>
                      <a:lnTo>
                        <a:pt x="1736" y="191"/>
                      </a:lnTo>
                      <a:lnTo>
                        <a:pt x="1715" y="211"/>
                      </a:lnTo>
                      <a:cubicBezTo>
                        <a:pt x="1645" y="70"/>
                        <a:pt x="1675" y="171"/>
                        <a:pt x="1575" y="90"/>
                      </a:cubicBezTo>
                      <a:cubicBezTo>
                        <a:pt x="1565" y="70"/>
                        <a:pt x="1565" y="10"/>
                        <a:pt x="155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  <p:grpSp>
            <p:nvGrpSpPr>
              <p:cNvPr id="17947" name="Google Shape;17947;p62"/>
              <p:cNvGrpSpPr/>
              <p:nvPr/>
            </p:nvGrpSpPr>
            <p:grpSpPr>
              <a:xfrm rot="-575426">
                <a:off x="4977464" y="4241675"/>
                <a:ext cx="824216" cy="233743"/>
                <a:chOff x="2436564" y="2774658"/>
                <a:chExt cx="737475" cy="209143"/>
              </a:xfrm>
            </p:grpSpPr>
            <p:sp>
              <p:nvSpPr>
                <p:cNvPr id="17948" name="Google Shape;17948;p62"/>
                <p:cNvSpPr/>
                <p:nvPr/>
              </p:nvSpPr>
              <p:spPr>
                <a:xfrm>
                  <a:off x="2436564" y="2775028"/>
                  <a:ext cx="534606" cy="208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1" h="5206" extrusionOk="0">
                      <a:moveTo>
                        <a:pt x="2434" y="1"/>
                      </a:moveTo>
                      <a:cubicBezTo>
                        <a:pt x="2405" y="1"/>
                        <a:pt x="2376" y="4"/>
                        <a:pt x="2348" y="10"/>
                      </a:cubicBezTo>
                      <a:cubicBezTo>
                        <a:pt x="2057" y="60"/>
                        <a:pt x="2167" y="582"/>
                        <a:pt x="1976" y="812"/>
                      </a:cubicBezTo>
                      <a:cubicBezTo>
                        <a:pt x="1916" y="882"/>
                        <a:pt x="1836" y="933"/>
                        <a:pt x="1776" y="1003"/>
                      </a:cubicBezTo>
                      <a:cubicBezTo>
                        <a:pt x="1585" y="1234"/>
                        <a:pt x="1716" y="1565"/>
                        <a:pt x="1776" y="1855"/>
                      </a:cubicBezTo>
                      <a:cubicBezTo>
                        <a:pt x="1836" y="2176"/>
                        <a:pt x="1826" y="2688"/>
                        <a:pt x="1525" y="2808"/>
                      </a:cubicBezTo>
                      <a:cubicBezTo>
                        <a:pt x="1514" y="2813"/>
                        <a:pt x="1503" y="2815"/>
                        <a:pt x="1494" y="2815"/>
                      </a:cubicBezTo>
                      <a:cubicBezTo>
                        <a:pt x="1391" y="2815"/>
                        <a:pt x="1372" y="2586"/>
                        <a:pt x="1345" y="2467"/>
                      </a:cubicBezTo>
                      <a:cubicBezTo>
                        <a:pt x="1300" y="2164"/>
                        <a:pt x="1136" y="1575"/>
                        <a:pt x="896" y="1575"/>
                      </a:cubicBezTo>
                      <a:cubicBezTo>
                        <a:pt x="866" y="1575"/>
                        <a:pt x="835" y="1585"/>
                        <a:pt x="803" y="1605"/>
                      </a:cubicBezTo>
                      <a:cubicBezTo>
                        <a:pt x="729" y="1660"/>
                        <a:pt x="801" y="1880"/>
                        <a:pt x="732" y="1880"/>
                      </a:cubicBezTo>
                      <a:cubicBezTo>
                        <a:pt x="726" y="1880"/>
                        <a:pt x="720" y="1878"/>
                        <a:pt x="713" y="1875"/>
                      </a:cubicBezTo>
                      <a:cubicBezTo>
                        <a:pt x="562" y="1810"/>
                        <a:pt x="614" y="1409"/>
                        <a:pt x="481" y="1409"/>
                      </a:cubicBezTo>
                      <a:cubicBezTo>
                        <a:pt x="472" y="1409"/>
                        <a:pt x="462" y="1410"/>
                        <a:pt x="452" y="1414"/>
                      </a:cubicBezTo>
                      <a:cubicBezTo>
                        <a:pt x="101" y="1544"/>
                        <a:pt x="171" y="2066"/>
                        <a:pt x="91" y="2417"/>
                      </a:cubicBezTo>
                      <a:cubicBezTo>
                        <a:pt x="0" y="2818"/>
                        <a:pt x="121" y="3370"/>
                        <a:pt x="191" y="3771"/>
                      </a:cubicBezTo>
                      <a:cubicBezTo>
                        <a:pt x="221" y="3952"/>
                        <a:pt x="261" y="4132"/>
                        <a:pt x="372" y="4273"/>
                      </a:cubicBezTo>
                      <a:cubicBezTo>
                        <a:pt x="558" y="4505"/>
                        <a:pt x="864" y="4552"/>
                        <a:pt x="1174" y="4552"/>
                      </a:cubicBezTo>
                      <a:cubicBezTo>
                        <a:pt x="1265" y="4552"/>
                        <a:pt x="1356" y="4548"/>
                        <a:pt x="1445" y="4544"/>
                      </a:cubicBezTo>
                      <a:cubicBezTo>
                        <a:pt x="1561" y="4539"/>
                        <a:pt x="1678" y="4536"/>
                        <a:pt x="1795" y="4536"/>
                      </a:cubicBezTo>
                      <a:cubicBezTo>
                        <a:pt x="2613" y="4536"/>
                        <a:pt x="3432" y="4659"/>
                        <a:pt x="4213" y="4905"/>
                      </a:cubicBezTo>
                      <a:cubicBezTo>
                        <a:pt x="4645" y="5035"/>
                        <a:pt x="5066" y="5206"/>
                        <a:pt x="5507" y="5206"/>
                      </a:cubicBezTo>
                      <a:cubicBezTo>
                        <a:pt x="5828" y="5206"/>
                        <a:pt x="6149" y="5105"/>
                        <a:pt x="6460" y="5025"/>
                      </a:cubicBezTo>
                      <a:cubicBezTo>
                        <a:pt x="7566" y="4728"/>
                        <a:pt x="8715" y="4502"/>
                        <a:pt x="9854" y="4502"/>
                      </a:cubicBezTo>
                      <a:cubicBezTo>
                        <a:pt x="10368" y="4502"/>
                        <a:pt x="10880" y="4548"/>
                        <a:pt x="11385" y="4654"/>
                      </a:cubicBezTo>
                      <a:cubicBezTo>
                        <a:pt x="11686" y="4717"/>
                        <a:pt x="11993" y="4806"/>
                        <a:pt x="12301" y="4806"/>
                      </a:cubicBezTo>
                      <a:cubicBezTo>
                        <a:pt x="12383" y="4806"/>
                        <a:pt x="12466" y="4799"/>
                        <a:pt x="12549" y="4784"/>
                      </a:cubicBezTo>
                      <a:cubicBezTo>
                        <a:pt x="12940" y="4724"/>
                        <a:pt x="13331" y="4403"/>
                        <a:pt x="13321" y="3992"/>
                      </a:cubicBezTo>
                      <a:cubicBezTo>
                        <a:pt x="13311" y="3711"/>
                        <a:pt x="13120" y="3470"/>
                        <a:pt x="12960" y="3230"/>
                      </a:cubicBezTo>
                      <a:cubicBezTo>
                        <a:pt x="12809" y="2989"/>
                        <a:pt x="12900" y="2708"/>
                        <a:pt x="12850" y="2427"/>
                      </a:cubicBezTo>
                      <a:cubicBezTo>
                        <a:pt x="12789" y="2046"/>
                        <a:pt x="12739" y="1635"/>
                        <a:pt x="12438" y="1384"/>
                      </a:cubicBezTo>
                      <a:cubicBezTo>
                        <a:pt x="12338" y="1304"/>
                        <a:pt x="12188" y="1354"/>
                        <a:pt x="12097" y="1254"/>
                      </a:cubicBezTo>
                      <a:cubicBezTo>
                        <a:pt x="12007" y="1153"/>
                        <a:pt x="11937" y="1043"/>
                        <a:pt x="11816" y="983"/>
                      </a:cubicBezTo>
                      <a:cubicBezTo>
                        <a:pt x="11798" y="975"/>
                        <a:pt x="11780" y="972"/>
                        <a:pt x="11764" y="972"/>
                      </a:cubicBezTo>
                      <a:cubicBezTo>
                        <a:pt x="11676" y="972"/>
                        <a:pt x="11617" y="1072"/>
                        <a:pt x="11515" y="1123"/>
                      </a:cubicBezTo>
                      <a:cubicBezTo>
                        <a:pt x="11508" y="1128"/>
                        <a:pt x="11501" y="1130"/>
                        <a:pt x="11494" y="1130"/>
                      </a:cubicBezTo>
                      <a:cubicBezTo>
                        <a:pt x="11429" y="1130"/>
                        <a:pt x="11371" y="966"/>
                        <a:pt x="11307" y="966"/>
                      </a:cubicBezTo>
                      <a:cubicBezTo>
                        <a:pt x="11299" y="966"/>
                        <a:pt x="11292" y="968"/>
                        <a:pt x="11285" y="973"/>
                      </a:cubicBezTo>
                      <a:cubicBezTo>
                        <a:pt x="11154" y="1063"/>
                        <a:pt x="11184" y="1294"/>
                        <a:pt x="11044" y="1314"/>
                      </a:cubicBezTo>
                      <a:cubicBezTo>
                        <a:pt x="11036" y="1315"/>
                        <a:pt x="11029" y="1315"/>
                        <a:pt x="11021" y="1315"/>
                      </a:cubicBezTo>
                      <a:cubicBezTo>
                        <a:pt x="10887" y="1315"/>
                        <a:pt x="10827" y="1149"/>
                        <a:pt x="10713" y="1063"/>
                      </a:cubicBezTo>
                      <a:cubicBezTo>
                        <a:pt x="10708" y="1061"/>
                        <a:pt x="10704" y="1060"/>
                        <a:pt x="10699" y="1060"/>
                      </a:cubicBezTo>
                      <a:cubicBezTo>
                        <a:pt x="10661" y="1060"/>
                        <a:pt x="10619" y="1113"/>
                        <a:pt x="10585" y="1113"/>
                      </a:cubicBezTo>
                      <a:cubicBezTo>
                        <a:pt x="10577" y="1113"/>
                        <a:pt x="10569" y="1110"/>
                        <a:pt x="10563" y="1103"/>
                      </a:cubicBezTo>
                      <a:cubicBezTo>
                        <a:pt x="10502" y="1063"/>
                        <a:pt x="10603" y="933"/>
                        <a:pt x="10543" y="893"/>
                      </a:cubicBezTo>
                      <a:cubicBezTo>
                        <a:pt x="10511" y="868"/>
                        <a:pt x="10479" y="857"/>
                        <a:pt x="10448" y="857"/>
                      </a:cubicBezTo>
                      <a:cubicBezTo>
                        <a:pt x="10249" y="857"/>
                        <a:pt x="10064" y="1303"/>
                        <a:pt x="10081" y="1555"/>
                      </a:cubicBezTo>
                      <a:cubicBezTo>
                        <a:pt x="10091" y="1735"/>
                        <a:pt x="10171" y="1906"/>
                        <a:pt x="10161" y="2076"/>
                      </a:cubicBezTo>
                      <a:cubicBezTo>
                        <a:pt x="10154" y="2217"/>
                        <a:pt x="9999" y="2407"/>
                        <a:pt x="9893" y="2407"/>
                      </a:cubicBezTo>
                      <a:cubicBezTo>
                        <a:pt x="9864" y="2407"/>
                        <a:pt x="9838" y="2392"/>
                        <a:pt x="9820" y="2357"/>
                      </a:cubicBezTo>
                      <a:cubicBezTo>
                        <a:pt x="9650" y="2026"/>
                        <a:pt x="9921" y="1524"/>
                        <a:pt x="9650" y="1264"/>
                      </a:cubicBezTo>
                      <a:cubicBezTo>
                        <a:pt x="9642" y="1257"/>
                        <a:pt x="9635" y="1254"/>
                        <a:pt x="9628" y="1254"/>
                      </a:cubicBezTo>
                      <a:cubicBezTo>
                        <a:pt x="9567" y="1254"/>
                        <a:pt x="9542" y="1505"/>
                        <a:pt x="9458" y="1505"/>
                      </a:cubicBezTo>
                      <a:cubicBezTo>
                        <a:pt x="9455" y="1505"/>
                        <a:pt x="9452" y="1505"/>
                        <a:pt x="9449" y="1504"/>
                      </a:cubicBezTo>
                      <a:cubicBezTo>
                        <a:pt x="9259" y="1474"/>
                        <a:pt x="9509" y="1113"/>
                        <a:pt x="9479" y="923"/>
                      </a:cubicBezTo>
                      <a:cubicBezTo>
                        <a:pt x="9474" y="900"/>
                        <a:pt x="9462" y="890"/>
                        <a:pt x="9446" y="890"/>
                      </a:cubicBezTo>
                      <a:cubicBezTo>
                        <a:pt x="9400" y="890"/>
                        <a:pt x="9321" y="973"/>
                        <a:pt x="9299" y="1033"/>
                      </a:cubicBezTo>
                      <a:cubicBezTo>
                        <a:pt x="9208" y="1304"/>
                        <a:pt x="9128" y="1565"/>
                        <a:pt x="9048" y="1825"/>
                      </a:cubicBezTo>
                      <a:cubicBezTo>
                        <a:pt x="9018" y="1916"/>
                        <a:pt x="8988" y="2006"/>
                        <a:pt x="8998" y="2106"/>
                      </a:cubicBezTo>
                      <a:cubicBezTo>
                        <a:pt x="9008" y="2186"/>
                        <a:pt x="9048" y="2257"/>
                        <a:pt x="9058" y="2337"/>
                      </a:cubicBezTo>
                      <a:cubicBezTo>
                        <a:pt x="9090" y="2523"/>
                        <a:pt x="8881" y="2801"/>
                        <a:pt x="8730" y="2801"/>
                      </a:cubicBezTo>
                      <a:cubicBezTo>
                        <a:pt x="8694" y="2801"/>
                        <a:pt x="8662" y="2785"/>
                        <a:pt x="8637" y="2748"/>
                      </a:cubicBezTo>
                      <a:cubicBezTo>
                        <a:pt x="8466" y="2497"/>
                        <a:pt x="8346" y="2257"/>
                        <a:pt x="8276" y="1956"/>
                      </a:cubicBezTo>
                      <a:cubicBezTo>
                        <a:pt x="8235" y="1755"/>
                        <a:pt x="8486" y="1444"/>
                        <a:pt x="8296" y="1374"/>
                      </a:cubicBezTo>
                      <a:cubicBezTo>
                        <a:pt x="8284" y="1368"/>
                        <a:pt x="8271" y="1366"/>
                        <a:pt x="8258" y="1366"/>
                      </a:cubicBezTo>
                      <a:cubicBezTo>
                        <a:pt x="8180" y="1366"/>
                        <a:pt x="8073" y="1448"/>
                        <a:pt x="8006" y="1448"/>
                      </a:cubicBezTo>
                      <a:cubicBezTo>
                        <a:pt x="7984" y="1448"/>
                        <a:pt x="7966" y="1439"/>
                        <a:pt x="7955" y="1414"/>
                      </a:cubicBezTo>
                      <a:cubicBezTo>
                        <a:pt x="7884" y="1244"/>
                        <a:pt x="8266" y="1053"/>
                        <a:pt x="8165" y="903"/>
                      </a:cubicBezTo>
                      <a:cubicBezTo>
                        <a:pt x="8123" y="839"/>
                        <a:pt x="8040" y="805"/>
                        <a:pt x="7963" y="805"/>
                      </a:cubicBezTo>
                      <a:cubicBezTo>
                        <a:pt x="7931" y="805"/>
                        <a:pt x="7901" y="811"/>
                        <a:pt x="7874" y="822"/>
                      </a:cubicBezTo>
                      <a:cubicBezTo>
                        <a:pt x="7814" y="842"/>
                        <a:pt x="7834" y="963"/>
                        <a:pt x="7774" y="993"/>
                      </a:cubicBezTo>
                      <a:cubicBezTo>
                        <a:pt x="7767" y="996"/>
                        <a:pt x="7759" y="998"/>
                        <a:pt x="7752" y="998"/>
                      </a:cubicBezTo>
                      <a:cubicBezTo>
                        <a:pt x="7702" y="998"/>
                        <a:pt x="7648" y="930"/>
                        <a:pt x="7599" y="930"/>
                      </a:cubicBezTo>
                      <a:cubicBezTo>
                        <a:pt x="7594" y="930"/>
                        <a:pt x="7589" y="931"/>
                        <a:pt x="7584" y="933"/>
                      </a:cubicBezTo>
                      <a:cubicBezTo>
                        <a:pt x="7463" y="993"/>
                        <a:pt x="7513" y="1213"/>
                        <a:pt x="7423" y="1314"/>
                      </a:cubicBezTo>
                      <a:cubicBezTo>
                        <a:pt x="7303" y="1464"/>
                        <a:pt x="7293" y="1655"/>
                        <a:pt x="7162" y="1785"/>
                      </a:cubicBezTo>
                      <a:cubicBezTo>
                        <a:pt x="7152" y="1797"/>
                        <a:pt x="7140" y="1802"/>
                        <a:pt x="7126" y="1802"/>
                      </a:cubicBezTo>
                      <a:cubicBezTo>
                        <a:pt x="7082" y="1802"/>
                        <a:pt x="7023" y="1759"/>
                        <a:pt x="6983" y="1759"/>
                      </a:cubicBezTo>
                      <a:cubicBezTo>
                        <a:pt x="6970" y="1759"/>
                        <a:pt x="6959" y="1763"/>
                        <a:pt x="6952" y="1775"/>
                      </a:cubicBezTo>
                      <a:cubicBezTo>
                        <a:pt x="6811" y="1956"/>
                        <a:pt x="7303" y="2397"/>
                        <a:pt x="7082" y="2447"/>
                      </a:cubicBezTo>
                      <a:cubicBezTo>
                        <a:pt x="7081" y="2447"/>
                        <a:pt x="7079" y="2448"/>
                        <a:pt x="7078" y="2448"/>
                      </a:cubicBezTo>
                      <a:cubicBezTo>
                        <a:pt x="7025" y="2448"/>
                        <a:pt x="7081" y="2257"/>
                        <a:pt x="7022" y="2257"/>
                      </a:cubicBezTo>
                      <a:cubicBezTo>
                        <a:pt x="6791" y="2277"/>
                        <a:pt x="7072" y="2959"/>
                        <a:pt x="6841" y="2959"/>
                      </a:cubicBezTo>
                      <a:cubicBezTo>
                        <a:pt x="6420" y="2949"/>
                        <a:pt x="6560" y="2146"/>
                        <a:pt x="6300" y="1815"/>
                      </a:cubicBezTo>
                      <a:cubicBezTo>
                        <a:pt x="6229" y="1725"/>
                        <a:pt x="6159" y="1645"/>
                        <a:pt x="6109" y="1555"/>
                      </a:cubicBezTo>
                      <a:cubicBezTo>
                        <a:pt x="5938" y="1274"/>
                        <a:pt x="6229" y="722"/>
                        <a:pt x="5928" y="592"/>
                      </a:cubicBezTo>
                      <a:cubicBezTo>
                        <a:pt x="5917" y="586"/>
                        <a:pt x="5906" y="584"/>
                        <a:pt x="5895" y="584"/>
                      </a:cubicBezTo>
                      <a:cubicBezTo>
                        <a:pt x="5759" y="584"/>
                        <a:pt x="5687" y="1001"/>
                        <a:pt x="5550" y="1001"/>
                      </a:cubicBezTo>
                      <a:cubicBezTo>
                        <a:pt x="5540" y="1001"/>
                        <a:pt x="5529" y="998"/>
                        <a:pt x="5517" y="993"/>
                      </a:cubicBezTo>
                      <a:cubicBezTo>
                        <a:pt x="5417" y="943"/>
                        <a:pt x="5628" y="682"/>
                        <a:pt x="5517" y="652"/>
                      </a:cubicBezTo>
                      <a:cubicBezTo>
                        <a:pt x="5509" y="650"/>
                        <a:pt x="5502" y="649"/>
                        <a:pt x="5495" y="649"/>
                      </a:cubicBezTo>
                      <a:cubicBezTo>
                        <a:pt x="5349" y="649"/>
                        <a:pt x="5479" y="1145"/>
                        <a:pt x="5307" y="1183"/>
                      </a:cubicBezTo>
                      <a:cubicBezTo>
                        <a:pt x="5303" y="1184"/>
                        <a:pt x="5300" y="1184"/>
                        <a:pt x="5297" y="1184"/>
                      </a:cubicBezTo>
                      <a:cubicBezTo>
                        <a:pt x="5200" y="1184"/>
                        <a:pt x="5253" y="892"/>
                        <a:pt x="5146" y="862"/>
                      </a:cubicBezTo>
                      <a:cubicBezTo>
                        <a:pt x="5142" y="862"/>
                        <a:pt x="5139" y="861"/>
                        <a:pt x="5135" y="861"/>
                      </a:cubicBezTo>
                      <a:cubicBezTo>
                        <a:pt x="5066" y="861"/>
                        <a:pt x="5043" y="1043"/>
                        <a:pt x="4971" y="1043"/>
                      </a:cubicBezTo>
                      <a:cubicBezTo>
                        <a:pt x="4969" y="1043"/>
                        <a:pt x="4967" y="1043"/>
                        <a:pt x="4966" y="1043"/>
                      </a:cubicBezTo>
                      <a:cubicBezTo>
                        <a:pt x="4765" y="1023"/>
                        <a:pt x="4986" y="551"/>
                        <a:pt x="4815" y="451"/>
                      </a:cubicBezTo>
                      <a:cubicBezTo>
                        <a:pt x="4805" y="446"/>
                        <a:pt x="4796" y="444"/>
                        <a:pt x="4788" y="444"/>
                      </a:cubicBezTo>
                      <a:cubicBezTo>
                        <a:pt x="4685" y="444"/>
                        <a:pt x="4656" y="794"/>
                        <a:pt x="4529" y="794"/>
                      </a:cubicBezTo>
                      <a:cubicBezTo>
                        <a:pt x="4524" y="794"/>
                        <a:pt x="4519" y="793"/>
                        <a:pt x="4514" y="792"/>
                      </a:cubicBezTo>
                      <a:cubicBezTo>
                        <a:pt x="4354" y="762"/>
                        <a:pt x="4564" y="321"/>
                        <a:pt x="4404" y="301"/>
                      </a:cubicBezTo>
                      <a:cubicBezTo>
                        <a:pt x="4391" y="299"/>
                        <a:pt x="4379" y="298"/>
                        <a:pt x="4367" y="298"/>
                      </a:cubicBezTo>
                      <a:cubicBezTo>
                        <a:pt x="4058" y="298"/>
                        <a:pt x="3990" y="905"/>
                        <a:pt x="3932" y="1234"/>
                      </a:cubicBezTo>
                      <a:cubicBezTo>
                        <a:pt x="3902" y="1414"/>
                        <a:pt x="4093" y="1705"/>
                        <a:pt x="3922" y="1795"/>
                      </a:cubicBezTo>
                      <a:cubicBezTo>
                        <a:pt x="3913" y="1800"/>
                        <a:pt x="3904" y="1802"/>
                        <a:pt x="3895" y="1802"/>
                      </a:cubicBezTo>
                      <a:cubicBezTo>
                        <a:pt x="3812" y="1802"/>
                        <a:pt x="3710" y="1649"/>
                        <a:pt x="3637" y="1649"/>
                      </a:cubicBezTo>
                      <a:cubicBezTo>
                        <a:pt x="3624" y="1649"/>
                        <a:pt x="3612" y="1654"/>
                        <a:pt x="3601" y="1665"/>
                      </a:cubicBezTo>
                      <a:cubicBezTo>
                        <a:pt x="3511" y="1755"/>
                        <a:pt x="3652" y="1926"/>
                        <a:pt x="3652" y="2056"/>
                      </a:cubicBezTo>
                      <a:cubicBezTo>
                        <a:pt x="3642" y="2195"/>
                        <a:pt x="3495" y="2309"/>
                        <a:pt x="3362" y="2309"/>
                      </a:cubicBezTo>
                      <a:cubicBezTo>
                        <a:pt x="3351" y="2309"/>
                        <a:pt x="3341" y="2308"/>
                        <a:pt x="3331" y="2307"/>
                      </a:cubicBezTo>
                      <a:cubicBezTo>
                        <a:pt x="3240" y="2287"/>
                        <a:pt x="3240" y="2166"/>
                        <a:pt x="3220" y="2076"/>
                      </a:cubicBezTo>
                      <a:cubicBezTo>
                        <a:pt x="3206" y="2039"/>
                        <a:pt x="3149" y="2030"/>
                        <a:pt x="3100" y="2030"/>
                      </a:cubicBezTo>
                      <a:lnTo>
                        <a:pt x="3100" y="2030"/>
                      </a:lnTo>
                      <a:cubicBezTo>
                        <a:pt x="3422" y="1949"/>
                        <a:pt x="2909" y="1137"/>
                        <a:pt x="2689" y="792"/>
                      </a:cubicBezTo>
                      <a:cubicBezTo>
                        <a:pt x="2659" y="732"/>
                        <a:pt x="2618" y="682"/>
                        <a:pt x="2618" y="622"/>
                      </a:cubicBezTo>
                      <a:cubicBezTo>
                        <a:pt x="2598" y="431"/>
                        <a:pt x="2909" y="220"/>
                        <a:pt x="2769" y="110"/>
                      </a:cubicBezTo>
                      <a:cubicBezTo>
                        <a:pt x="2673" y="46"/>
                        <a:pt x="2551" y="1"/>
                        <a:pt x="243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49" name="Google Shape;17949;p62"/>
                <p:cNvSpPr/>
                <p:nvPr/>
              </p:nvSpPr>
              <p:spPr>
                <a:xfrm rot="-293525">
                  <a:off x="2946011" y="2783857"/>
                  <a:ext cx="222094" cy="1486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8" h="3707" extrusionOk="0">
                      <a:moveTo>
                        <a:pt x="635" y="0"/>
                      </a:moveTo>
                      <a:cubicBezTo>
                        <a:pt x="628" y="0"/>
                        <a:pt x="620" y="1"/>
                        <a:pt x="613" y="2"/>
                      </a:cubicBezTo>
                      <a:cubicBezTo>
                        <a:pt x="522" y="12"/>
                        <a:pt x="492" y="122"/>
                        <a:pt x="492" y="213"/>
                      </a:cubicBezTo>
                      <a:cubicBezTo>
                        <a:pt x="472" y="564"/>
                        <a:pt x="452" y="915"/>
                        <a:pt x="422" y="1266"/>
                      </a:cubicBezTo>
                      <a:cubicBezTo>
                        <a:pt x="392" y="1577"/>
                        <a:pt x="272" y="1687"/>
                        <a:pt x="141" y="1928"/>
                      </a:cubicBezTo>
                      <a:cubicBezTo>
                        <a:pt x="1" y="2169"/>
                        <a:pt x="41" y="2500"/>
                        <a:pt x="51" y="2770"/>
                      </a:cubicBezTo>
                      <a:cubicBezTo>
                        <a:pt x="61" y="3041"/>
                        <a:pt x="111" y="3352"/>
                        <a:pt x="342" y="3472"/>
                      </a:cubicBezTo>
                      <a:cubicBezTo>
                        <a:pt x="414" y="3512"/>
                        <a:pt x="491" y="3527"/>
                        <a:pt x="571" y="3527"/>
                      </a:cubicBezTo>
                      <a:cubicBezTo>
                        <a:pt x="733" y="3527"/>
                        <a:pt x="906" y="3466"/>
                        <a:pt x="1074" y="3432"/>
                      </a:cubicBezTo>
                      <a:cubicBezTo>
                        <a:pt x="1155" y="3417"/>
                        <a:pt x="1238" y="3411"/>
                        <a:pt x="1322" y="3411"/>
                      </a:cubicBezTo>
                      <a:cubicBezTo>
                        <a:pt x="1518" y="3411"/>
                        <a:pt x="1720" y="3444"/>
                        <a:pt x="1917" y="3472"/>
                      </a:cubicBezTo>
                      <a:cubicBezTo>
                        <a:pt x="2952" y="3633"/>
                        <a:pt x="4004" y="3707"/>
                        <a:pt x="5058" y="3707"/>
                      </a:cubicBezTo>
                      <a:cubicBezTo>
                        <a:pt x="5188" y="3707"/>
                        <a:pt x="5317" y="3705"/>
                        <a:pt x="5447" y="3703"/>
                      </a:cubicBezTo>
                      <a:lnTo>
                        <a:pt x="5538" y="2359"/>
                      </a:lnTo>
                      <a:cubicBezTo>
                        <a:pt x="5451" y="2330"/>
                        <a:pt x="5355" y="1996"/>
                        <a:pt x="5268" y="1996"/>
                      </a:cubicBezTo>
                      <a:cubicBezTo>
                        <a:pt x="5264" y="1996"/>
                        <a:pt x="5260" y="1997"/>
                        <a:pt x="5257" y="1998"/>
                      </a:cubicBezTo>
                      <a:cubicBezTo>
                        <a:pt x="5249" y="2000"/>
                        <a:pt x="5242" y="2002"/>
                        <a:pt x="5234" y="2002"/>
                      </a:cubicBezTo>
                      <a:cubicBezTo>
                        <a:pt x="5164" y="2002"/>
                        <a:pt x="5079" y="1916"/>
                        <a:pt x="5023" y="1916"/>
                      </a:cubicBezTo>
                      <a:cubicBezTo>
                        <a:pt x="5008" y="1916"/>
                        <a:pt x="4996" y="1922"/>
                        <a:pt x="4986" y="1938"/>
                      </a:cubicBezTo>
                      <a:cubicBezTo>
                        <a:pt x="4943" y="2006"/>
                        <a:pt x="4871" y="2075"/>
                        <a:pt x="4801" y="2075"/>
                      </a:cubicBezTo>
                      <a:cubicBezTo>
                        <a:pt x="4789" y="2075"/>
                        <a:pt x="4777" y="2073"/>
                        <a:pt x="4765" y="2068"/>
                      </a:cubicBezTo>
                      <a:cubicBezTo>
                        <a:pt x="4666" y="2032"/>
                        <a:pt x="4632" y="1819"/>
                        <a:pt x="4561" y="1819"/>
                      </a:cubicBezTo>
                      <a:cubicBezTo>
                        <a:pt x="4553" y="1819"/>
                        <a:pt x="4544" y="1821"/>
                        <a:pt x="4535" y="1827"/>
                      </a:cubicBezTo>
                      <a:cubicBezTo>
                        <a:pt x="4474" y="1864"/>
                        <a:pt x="4409" y="1897"/>
                        <a:pt x="4354" y="1897"/>
                      </a:cubicBezTo>
                      <a:cubicBezTo>
                        <a:pt x="4319" y="1897"/>
                        <a:pt x="4287" y="1883"/>
                        <a:pt x="4264" y="1848"/>
                      </a:cubicBezTo>
                      <a:cubicBezTo>
                        <a:pt x="4194" y="1757"/>
                        <a:pt x="4254" y="1627"/>
                        <a:pt x="4234" y="1507"/>
                      </a:cubicBezTo>
                      <a:cubicBezTo>
                        <a:pt x="4204" y="1326"/>
                        <a:pt x="4093" y="1045"/>
                        <a:pt x="3913" y="1045"/>
                      </a:cubicBezTo>
                      <a:cubicBezTo>
                        <a:pt x="3742" y="1055"/>
                        <a:pt x="3562" y="1226"/>
                        <a:pt x="3532" y="1406"/>
                      </a:cubicBezTo>
                      <a:cubicBezTo>
                        <a:pt x="3501" y="1627"/>
                        <a:pt x="3742" y="1878"/>
                        <a:pt x="3572" y="2028"/>
                      </a:cubicBezTo>
                      <a:cubicBezTo>
                        <a:pt x="3554" y="2046"/>
                        <a:pt x="3535" y="2053"/>
                        <a:pt x="3515" y="2053"/>
                      </a:cubicBezTo>
                      <a:cubicBezTo>
                        <a:pt x="3432" y="2053"/>
                        <a:pt x="3341" y="1922"/>
                        <a:pt x="3341" y="1817"/>
                      </a:cubicBezTo>
                      <a:cubicBezTo>
                        <a:pt x="3331" y="1687"/>
                        <a:pt x="3381" y="1557"/>
                        <a:pt x="3341" y="1426"/>
                      </a:cubicBezTo>
                      <a:cubicBezTo>
                        <a:pt x="3331" y="1366"/>
                        <a:pt x="3291" y="1316"/>
                        <a:pt x="3281" y="1256"/>
                      </a:cubicBezTo>
                      <a:cubicBezTo>
                        <a:pt x="3261" y="1176"/>
                        <a:pt x="3291" y="1105"/>
                        <a:pt x="3301" y="1025"/>
                      </a:cubicBezTo>
                      <a:cubicBezTo>
                        <a:pt x="3301" y="945"/>
                        <a:pt x="3281" y="824"/>
                        <a:pt x="3211" y="824"/>
                      </a:cubicBezTo>
                      <a:cubicBezTo>
                        <a:pt x="3204" y="825"/>
                        <a:pt x="3198" y="825"/>
                        <a:pt x="3192" y="825"/>
                      </a:cubicBezTo>
                      <a:cubicBezTo>
                        <a:pt x="3128" y="825"/>
                        <a:pt x="3065" y="792"/>
                        <a:pt x="3006" y="792"/>
                      </a:cubicBezTo>
                      <a:cubicBezTo>
                        <a:pt x="2987" y="792"/>
                        <a:pt x="2968" y="795"/>
                        <a:pt x="2950" y="804"/>
                      </a:cubicBezTo>
                      <a:cubicBezTo>
                        <a:pt x="2881" y="827"/>
                        <a:pt x="2823" y="898"/>
                        <a:pt x="2769" y="898"/>
                      </a:cubicBezTo>
                      <a:cubicBezTo>
                        <a:pt x="2752" y="898"/>
                        <a:pt x="2736" y="891"/>
                        <a:pt x="2719" y="875"/>
                      </a:cubicBezTo>
                      <a:cubicBezTo>
                        <a:pt x="2689" y="855"/>
                        <a:pt x="2669" y="814"/>
                        <a:pt x="2629" y="804"/>
                      </a:cubicBezTo>
                      <a:cubicBezTo>
                        <a:pt x="2623" y="802"/>
                        <a:pt x="2617" y="800"/>
                        <a:pt x="2611" y="800"/>
                      </a:cubicBezTo>
                      <a:cubicBezTo>
                        <a:pt x="2593" y="800"/>
                        <a:pt x="2571" y="810"/>
                        <a:pt x="2549" y="824"/>
                      </a:cubicBezTo>
                      <a:cubicBezTo>
                        <a:pt x="2448" y="875"/>
                        <a:pt x="2298" y="865"/>
                        <a:pt x="2238" y="965"/>
                      </a:cubicBezTo>
                      <a:cubicBezTo>
                        <a:pt x="2107" y="1206"/>
                        <a:pt x="2298" y="1496"/>
                        <a:pt x="2328" y="1767"/>
                      </a:cubicBezTo>
                      <a:cubicBezTo>
                        <a:pt x="2338" y="1888"/>
                        <a:pt x="2348" y="2018"/>
                        <a:pt x="2288" y="2118"/>
                      </a:cubicBezTo>
                      <a:cubicBezTo>
                        <a:pt x="2252" y="2183"/>
                        <a:pt x="2179" y="2224"/>
                        <a:pt x="2112" y="2224"/>
                      </a:cubicBezTo>
                      <a:cubicBezTo>
                        <a:pt x="2065" y="2224"/>
                        <a:pt x="2022" y="2204"/>
                        <a:pt x="1997" y="2158"/>
                      </a:cubicBezTo>
                      <a:cubicBezTo>
                        <a:pt x="1967" y="2118"/>
                        <a:pt x="1967" y="2058"/>
                        <a:pt x="1957" y="2008"/>
                      </a:cubicBezTo>
                      <a:cubicBezTo>
                        <a:pt x="1937" y="1848"/>
                        <a:pt x="1846" y="1697"/>
                        <a:pt x="1796" y="1547"/>
                      </a:cubicBezTo>
                      <a:cubicBezTo>
                        <a:pt x="1746" y="1396"/>
                        <a:pt x="1897" y="1256"/>
                        <a:pt x="1866" y="1095"/>
                      </a:cubicBezTo>
                      <a:cubicBezTo>
                        <a:pt x="1836" y="955"/>
                        <a:pt x="1796" y="844"/>
                        <a:pt x="1686" y="764"/>
                      </a:cubicBezTo>
                      <a:cubicBezTo>
                        <a:pt x="1670" y="750"/>
                        <a:pt x="1651" y="744"/>
                        <a:pt x="1629" y="744"/>
                      </a:cubicBezTo>
                      <a:cubicBezTo>
                        <a:pt x="1545" y="744"/>
                        <a:pt x="1429" y="833"/>
                        <a:pt x="1354" y="833"/>
                      </a:cubicBezTo>
                      <a:cubicBezTo>
                        <a:pt x="1328" y="833"/>
                        <a:pt x="1308" y="822"/>
                        <a:pt x="1295" y="794"/>
                      </a:cubicBezTo>
                      <a:cubicBezTo>
                        <a:pt x="1247" y="699"/>
                        <a:pt x="1308" y="522"/>
                        <a:pt x="1220" y="522"/>
                      </a:cubicBezTo>
                      <a:cubicBezTo>
                        <a:pt x="1215" y="522"/>
                        <a:pt x="1210" y="523"/>
                        <a:pt x="1204" y="524"/>
                      </a:cubicBezTo>
                      <a:cubicBezTo>
                        <a:pt x="1164" y="534"/>
                        <a:pt x="1134" y="564"/>
                        <a:pt x="1094" y="584"/>
                      </a:cubicBezTo>
                      <a:cubicBezTo>
                        <a:pt x="1078" y="589"/>
                        <a:pt x="1064" y="592"/>
                        <a:pt x="1049" y="592"/>
                      </a:cubicBezTo>
                      <a:cubicBezTo>
                        <a:pt x="937" y="592"/>
                        <a:pt x="871" y="427"/>
                        <a:pt x="853" y="293"/>
                      </a:cubicBezTo>
                      <a:cubicBezTo>
                        <a:pt x="834" y="160"/>
                        <a:pt x="762" y="0"/>
                        <a:pt x="63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50" name="Google Shape;17950;p62"/>
                <p:cNvSpPr/>
                <p:nvPr/>
              </p:nvSpPr>
              <p:spPr>
                <a:xfrm>
                  <a:off x="2530687" y="2788623"/>
                  <a:ext cx="200352" cy="148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3707" extrusionOk="0">
                      <a:moveTo>
                        <a:pt x="582" y="0"/>
                      </a:moveTo>
                      <a:cubicBezTo>
                        <a:pt x="575" y="0"/>
                        <a:pt x="569" y="1"/>
                        <a:pt x="562" y="2"/>
                      </a:cubicBezTo>
                      <a:cubicBezTo>
                        <a:pt x="482" y="12"/>
                        <a:pt x="442" y="122"/>
                        <a:pt x="442" y="212"/>
                      </a:cubicBezTo>
                      <a:cubicBezTo>
                        <a:pt x="432" y="564"/>
                        <a:pt x="402" y="915"/>
                        <a:pt x="382" y="1266"/>
                      </a:cubicBezTo>
                      <a:cubicBezTo>
                        <a:pt x="352" y="1577"/>
                        <a:pt x="241" y="1687"/>
                        <a:pt x="121" y="1928"/>
                      </a:cubicBezTo>
                      <a:cubicBezTo>
                        <a:pt x="1" y="2168"/>
                        <a:pt x="31" y="2499"/>
                        <a:pt x="41" y="2770"/>
                      </a:cubicBezTo>
                      <a:cubicBezTo>
                        <a:pt x="51" y="3041"/>
                        <a:pt x="101" y="3352"/>
                        <a:pt x="312" y="3472"/>
                      </a:cubicBezTo>
                      <a:cubicBezTo>
                        <a:pt x="378" y="3512"/>
                        <a:pt x="448" y="3527"/>
                        <a:pt x="521" y="3527"/>
                      </a:cubicBezTo>
                      <a:cubicBezTo>
                        <a:pt x="668" y="3527"/>
                        <a:pt x="825" y="3466"/>
                        <a:pt x="974" y="3432"/>
                      </a:cubicBezTo>
                      <a:cubicBezTo>
                        <a:pt x="1052" y="3417"/>
                        <a:pt x="1130" y="3411"/>
                        <a:pt x="1207" y="3411"/>
                      </a:cubicBezTo>
                      <a:cubicBezTo>
                        <a:pt x="1390" y="3411"/>
                        <a:pt x="1570" y="3444"/>
                        <a:pt x="1746" y="3472"/>
                      </a:cubicBezTo>
                      <a:cubicBezTo>
                        <a:pt x="2701" y="3633"/>
                        <a:pt x="3673" y="3706"/>
                        <a:pt x="4639" y="3706"/>
                      </a:cubicBezTo>
                      <a:cubicBezTo>
                        <a:pt x="4758" y="3706"/>
                        <a:pt x="4877" y="3705"/>
                        <a:pt x="4996" y="3703"/>
                      </a:cubicBezTo>
                      <a:lnTo>
                        <a:pt x="4996" y="2098"/>
                      </a:lnTo>
                      <a:cubicBezTo>
                        <a:pt x="4919" y="2069"/>
                        <a:pt x="4823" y="1735"/>
                        <a:pt x="4745" y="1735"/>
                      </a:cubicBezTo>
                      <a:cubicBezTo>
                        <a:pt x="4741" y="1735"/>
                        <a:pt x="4738" y="1736"/>
                        <a:pt x="4735" y="1737"/>
                      </a:cubicBezTo>
                      <a:cubicBezTo>
                        <a:pt x="4655" y="1767"/>
                        <a:pt x="4615" y="1857"/>
                        <a:pt x="4574" y="1938"/>
                      </a:cubicBezTo>
                      <a:cubicBezTo>
                        <a:pt x="4532" y="2006"/>
                        <a:pt x="4467" y="2075"/>
                        <a:pt x="4399" y="2075"/>
                      </a:cubicBezTo>
                      <a:cubicBezTo>
                        <a:pt x="4387" y="2075"/>
                        <a:pt x="4376" y="2073"/>
                        <a:pt x="4364" y="2068"/>
                      </a:cubicBezTo>
                      <a:cubicBezTo>
                        <a:pt x="4283" y="2032"/>
                        <a:pt x="4250" y="1818"/>
                        <a:pt x="4179" y="1818"/>
                      </a:cubicBezTo>
                      <a:cubicBezTo>
                        <a:pt x="4171" y="1818"/>
                        <a:pt x="4162" y="1821"/>
                        <a:pt x="4153" y="1827"/>
                      </a:cubicBezTo>
                      <a:cubicBezTo>
                        <a:pt x="4098" y="1864"/>
                        <a:pt x="4044" y="1897"/>
                        <a:pt x="3993" y="1897"/>
                      </a:cubicBezTo>
                      <a:cubicBezTo>
                        <a:pt x="3961" y="1897"/>
                        <a:pt x="3930" y="1883"/>
                        <a:pt x="3902" y="1847"/>
                      </a:cubicBezTo>
                      <a:cubicBezTo>
                        <a:pt x="3842" y="1757"/>
                        <a:pt x="3902" y="1627"/>
                        <a:pt x="3882" y="1506"/>
                      </a:cubicBezTo>
                      <a:cubicBezTo>
                        <a:pt x="3852" y="1326"/>
                        <a:pt x="3752" y="1045"/>
                        <a:pt x="3581" y="1045"/>
                      </a:cubicBezTo>
                      <a:cubicBezTo>
                        <a:pt x="3421" y="1055"/>
                        <a:pt x="3260" y="1226"/>
                        <a:pt x="3240" y="1406"/>
                      </a:cubicBezTo>
                      <a:cubicBezTo>
                        <a:pt x="3210" y="1627"/>
                        <a:pt x="3431" y="1878"/>
                        <a:pt x="3271" y="2028"/>
                      </a:cubicBezTo>
                      <a:cubicBezTo>
                        <a:pt x="3255" y="2046"/>
                        <a:pt x="3237" y="2053"/>
                        <a:pt x="3219" y="2053"/>
                      </a:cubicBezTo>
                      <a:cubicBezTo>
                        <a:pt x="3144" y="2053"/>
                        <a:pt x="3060" y="1922"/>
                        <a:pt x="3060" y="1817"/>
                      </a:cubicBezTo>
                      <a:cubicBezTo>
                        <a:pt x="3050" y="1687"/>
                        <a:pt x="3100" y="1557"/>
                        <a:pt x="3060" y="1426"/>
                      </a:cubicBezTo>
                      <a:cubicBezTo>
                        <a:pt x="3050" y="1366"/>
                        <a:pt x="3010" y="1316"/>
                        <a:pt x="3000" y="1256"/>
                      </a:cubicBezTo>
                      <a:cubicBezTo>
                        <a:pt x="2990" y="1175"/>
                        <a:pt x="3020" y="1105"/>
                        <a:pt x="3020" y="1025"/>
                      </a:cubicBezTo>
                      <a:cubicBezTo>
                        <a:pt x="3030" y="945"/>
                        <a:pt x="3010" y="824"/>
                        <a:pt x="2940" y="824"/>
                      </a:cubicBezTo>
                      <a:cubicBezTo>
                        <a:pt x="2934" y="825"/>
                        <a:pt x="2929" y="825"/>
                        <a:pt x="2923" y="825"/>
                      </a:cubicBezTo>
                      <a:cubicBezTo>
                        <a:pt x="2866" y="825"/>
                        <a:pt x="2810" y="792"/>
                        <a:pt x="2753" y="792"/>
                      </a:cubicBezTo>
                      <a:cubicBezTo>
                        <a:pt x="2735" y="792"/>
                        <a:pt x="2717" y="795"/>
                        <a:pt x="2699" y="804"/>
                      </a:cubicBezTo>
                      <a:cubicBezTo>
                        <a:pt x="2637" y="827"/>
                        <a:pt x="2588" y="897"/>
                        <a:pt x="2536" y="897"/>
                      </a:cubicBezTo>
                      <a:cubicBezTo>
                        <a:pt x="2520" y="897"/>
                        <a:pt x="2505" y="891"/>
                        <a:pt x="2488" y="874"/>
                      </a:cubicBezTo>
                      <a:cubicBezTo>
                        <a:pt x="2468" y="854"/>
                        <a:pt x="2448" y="814"/>
                        <a:pt x="2408" y="804"/>
                      </a:cubicBezTo>
                      <a:cubicBezTo>
                        <a:pt x="2403" y="802"/>
                        <a:pt x="2396" y="800"/>
                        <a:pt x="2390" y="800"/>
                      </a:cubicBezTo>
                      <a:cubicBezTo>
                        <a:pt x="2372" y="800"/>
                        <a:pt x="2350" y="810"/>
                        <a:pt x="2328" y="824"/>
                      </a:cubicBezTo>
                      <a:cubicBezTo>
                        <a:pt x="2237" y="874"/>
                        <a:pt x="2097" y="864"/>
                        <a:pt x="2047" y="965"/>
                      </a:cubicBezTo>
                      <a:cubicBezTo>
                        <a:pt x="1936" y="1205"/>
                        <a:pt x="2107" y="1496"/>
                        <a:pt x="2127" y="1767"/>
                      </a:cubicBezTo>
                      <a:cubicBezTo>
                        <a:pt x="2147" y="1888"/>
                        <a:pt x="2157" y="2018"/>
                        <a:pt x="2097" y="2118"/>
                      </a:cubicBezTo>
                      <a:cubicBezTo>
                        <a:pt x="2062" y="2183"/>
                        <a:pt x="1995" y="2224"/>
                        <a:pt x="1934" y="2224"/>
                      </a:cubicBezTo>
                      <a:cubicBezTo>
                        <a:pt x="1891" y="2224"/>
                        <a:pt x="1851" y="2204"/>
                        <a:pt x="1826" y="2158"/>
                      </a:cubicBezTo>
                      <a:cubicBezTo>
                        <a:pt x="1796" y="2118"/>
                        <a:pt x="1796" y="2058"/>
                        <a:pt x="1786" y="2008"/>
                      </a:cubicBezTo>
                      <a:cubicBezTo>
                        <a:pt x="1776" y="1847"/>
                        <a:pt x="1696" y="1697"/>
                        <a:pt x="1646" y="1547"/>
                      </a:cubicBezTo>
                      <a:cubicBezTo>
                        <a:pt x="1595" y="1396"/>
                        <a:pt x="1736" y="1256"/>
                        <a:pt x="1706" y="1095"/>
                      </a:cubicBezTo>
                      <a:cubicBezTo>
                        <a:pt x="1686" y="955"/>
                        <a:pt x="1636" y="844"/>
                        <a:pt x="1545" y="764"/>
                      </a:cubicBezTo>
                      <a:cubicBezTo>
                        <a:pt x="1529" y="750"/>
                        <a:pt x="1511" y="744"/>
                        <a:pt x="1491" y="744"/>
                      </a:cubicBezTo>
                      <a:cubicBezTo>
                        <a:pt x="1412" y="744"/>
                        <a:pt x="1308" y="833"/>
                        <a:pt x="1240" y="833"/>
                      </a:cubicBezTo>
                      <a:cubicBezTo>
                        <a:pt x="1216" y="833"/>
                        <a:pt x="1197" y="822"/>
                        <a:pt x="1184" y="794"/>
                      </a:cubicBezTo>
                      <a:cubicBezTo>
                        <a:pt x="1136" y="699"/>
                        <a:pt x="1198" y="522"/>
                        <a:pt x="1109" y="522"/>
                      </a:cubicBezTo>
                      <a:cubicBezTo>
                        <a:pt x="1104" y="522"/>
                        <a:pt x="1099" y="522"/>
                        <a:pt x="1094" y="523"/>
                      </a:cubicBezTo>
                      <a:cubicBezTo>
                        <a:pt x="1064" y="533"/>
                        <a:pt x="1034" y="564"/>
                        <a:pt x="994" y="584"/>
                      </a:cubicBezTo>
                      <a:cubicBezTo>
                        <a:pt x="980" y="589"/>
                        <a:pt x="967" y="592"/>
                        <a:pt x="955" y="592"/>
                      </a:cubicBezTo>
                      <a:cubicBezTo>
                        <a:pt x="856" y="592"/>
                        <a:pt x="791" y="426"/>
                        <a:pt x="773" y="293"/>
                      </a:cubicBezTo>
                      <a:cubicBezTo>
                        <a:pt x="763" y="160"/>
                        <a:pt x="691" y="0"/>
                        <a:pt x="5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51" name="Google Shape;17951;p62"/>
                <p:cNvSpPr/>
                <p:nvPr/>
              </p:nvSpPr>
              <p:spPr>
                <a:xfrm>
                  <a:off x="2874784" y="2820106"/>
                  <a:ext cx="200352" cy="116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2906" extrusionOk="0">
                      <a:moveTo>
                        <a:pt x="4408" y="1"/>
                      </a:moveTo>
                      <a:cubicBezTo>
                        <a:pt x="4294" y="1"/>
                        <a:pt x="4232" y="121"/>
                        <a:pt x="4213" y="224"/>
                      </a:cubicBezTo>
                      <a:cubicBezTo>
                        <a:pt x="4205" y="330"/>
                        <a:pt x="4140" y="461"/>
                        <a:pt x="4042" y="461"/>
                      </a:cubicBezTo>
                      <a:cubicBezTo>
                        <a:pt x="4029" y="461"/>
                        <a:pt x="4016" y="459"/>
                        <a:pt x="4003" y="454"/>
                      </a:cubicBezTo>
                      <a:cubicBezTo>
                        <a:pt x="3963" y="444"/>
                        <a:pt x="3933" y="414"/>
                        <a:pt x="3892" y="404"/>
                      </a:cubicBezTo>
                      <a:cubicBezTo>
                        <a:pt x="3889" y="404"/>
                        <a:pt x="3886" y="404"/>
                        <a:pt x="3883" y="404"/>
                      </a:cubicBezTo>
                      <a:cubicBezTo>
                        <a:pt x="3796" y="404"/>
                        <a:pt x="3861" y="547"/>
                        <a:pt x="3812" y="625"/>
                      </a:cubicBezTo>
                      <a:cubicBezTo>
                        <a:pt x="3800" y="643"/>
                        <a:pt x="3783" y="650"/>
                        <a:pt x="3762" y="650"/>
                      </a:cubicBezTo>
                      <a:cubicBezTo>
                        <a:pt x="3693" y="650"/>
                        <a:pt x="3587" y="579"/>
                        <a:pt x="3507" y="579"/>
                      </a:cubicBezTo>
                      <a:cubicBezTo>
                        <a:pt x="3486" y="579"/>
                        <a:pt x="3467" y="583"/>
                        <a:pt x="3451" y="595"/>
                      </a:cubicBezTo>
                      <a:cubicBezTo>
                        <a:pt x="3351" y="665"/>
                        <a:pt x="3311" y="745"/>
                        <a:pt x="3291" y="855"/>
                      </a:cubicBezTo>
                      <a:cubicBezTo>
                        <a:pt x="3261" y="976"/>
                        <a:pt x="3391" y="1086"/>
                        <a:pt x="3351" y="1207"/>
                      </a:cubicBezTo>
                      <a:cubicBezTo>
                        <a:pt x="3301" y="1327"/>
                        <a:pt x="3220" y="1447"/>
                        <a:pt x="3200" y="1568"/>
                      </a:cubicBezTo>
                      <a:cubicBezTo>
                        <a:pt x="3200" y="1608"/>
                        <a:pt x="3200" y="1658"/>
                        <a:pt x="3170" y="1688"/>
                      </a:cubicBezTo>
                      <a:cubicBezTo>
                        <a:pt x="3146" y="1721"/>
                        <a:pt x="3104" y="1735"/>
                        <a:pt x="3060" y="1735"/>
                      </a:cubicBezTo>
                      <a:cubicBezTo>
                        <a:pt x="2997" y="1735"/>
                        <a:pt x="2929" y="1705"/>
                        <a:pt x="2899" y="1658"/>
                      </a:cubicBezTo>
                      <a:cubicBezTo>
                        <a:pt x="2839" y="1578"/>
                        <a:pt x="2849" y="1477"/>
                        <a:pt x="2859" y="1377"/>
                      </a:cubicBezTo>
                      <a:cubicBezTo>
                        <a:pt x="2889" y="1166"/>
                        <a:pt x="3060" y="936"/>
                        <a:pt x="2950" y="755"/>
                      </a:cubicBezTo>
                      <a:cubicBezTo>
                        <a:pt x="2889" y="675"/>
                        <a:pt x="2759" y="675"/>
                        <a:pt x="2659" y="645"/>
                      </a:cubicBezTo>
                      <a:cubicBezTo>
                        <a:pt x="2642" y="637"/>
                        <a:pt x="2620" y="622"/>
                        <a:pt x="2596" y="622"/>
                      </a:cubicBezTo>
                      <a:cubicBezTo>
                        <a:pt x="2590" y="622"/>
                        <a:pt x="2584" y="623"/>
                        <a:pt x="2578" y="625"/>
                      </a:cubicBezTo>
                      <a:cubicBezTo>
                        <a:pt x="2548" y="635"/>
                        <a:pt x="2528" y="665"/>
                        <a:pt x="2508" y="685"/>
                      </a:cubicBezTo>
                      <a:cubicBezTo>
                        <a:pt x="2492" y="696"/>
                        <a:pt x="2477" y="701"/>
                        <a:pt x="2461" y="701"/>
                      </a:cubicBezTo>
                      <a:cubicBezTo>
                        <a:pt x="2409" y="701"/>
                        <a:pt x="2359" y="648"/>
                        <a:pt x="2298" y="625"/>
                      </a:cubicBezTo>
                      <a:cubicBezTo>
                        <a:pt x="2279" y="618"/>
                        <a:pt x="2261" y="615"/>
                        <a:pt x="2242" y="615"/>
                      </a:cubicBezTo>
                      <a:cubicBezTo>
                        <a:pt x="2180" y="615"/>
                        <a:pt x="2119" y="645"/>
                        <a:pt x="2057" y="645"/>
                      </a:cubicBezTo>
                      <a:cubicBezTo>
                        <a:pt x="1987" y="645"/>
                        <a:pt x="1967" y="735"/>
                        <a:pt x="1977" y="795"/>
                      </a:cubicBezTo>
                      <a:cubicBezTo>
                        <a:pt x="1977" y="855"/>
                        <a:pt x="2007" y="926"/>
                        <a:pt x="1987" y="986"/>
                      </a:cubicBezTo>
                      <a:cubicBezTo>
                        <a:pt x="1977" y="1026"/>
                        <a:pt x="1947" y="1066"/>
                        <a:pt x="1926" y="1116"/>
                      </a:cubicBezTo>
                      <a:cubicBezTo>
                        <a:pt x="1896" y="1217"/>
                        <a:pt x="1936" y="1317"/>
                        <a:pt x="1936" y="1417"/>
                      </a:cubicBezTo>
                      <a:cubicBezTo>
                        <a:pt x="1928" y="1499"/>
                        <a:pt x="1847" y="1607"/>
                        <a:pt x="1769" y="1607"/>
                      </a:cubicBezTo>
                      <a:cubicBezTo>
                        <a:pt x="1751" y="1607"/>
                        <a:pt x="1733" y="1601"/>
                        <a:pt x="1716" y="1588"/>
                      </a:cubicBezTo>
                      <a:cubicBezTo>
                        <a:pt x="1565" y="1467"/>
                        <a:pt x="1786" y="1267"/>
                        <a:pt x="1756" y="1096"/>
                      </a:cubicBezTo>
                      <a:cubicBezTo>
                        <a:pt x="1726" y="956"/>
                        <a:pt x="1565" y="825"/>
                        <a:pt x="1415" y="815"/>
                      </a:cubicBezTo>
                      <a:cubicBezTo>
                        <a:pt x="1244" y="815"/>
                        <a:pt x="1144" y="1036"/>
                        <a:pt x="1114" y="1176"/>
                      </a:cubicBezTo>
                      <a:cubicBezTo>
                        <a:pt x="1094" y="1277"/>
                        <a:pt x="1154" y="1377"/>
                        <a:pt x="1084" y="1447"/>
                      </a:cubicBezTo>
                      <a:cubicBezTo>
                        <a:pt x="1061" y="1474"/>
                        <a:pt x="1031" y="1485"/>
                        <a:pt x="999" y="1485"/>
                      </a:cubicBezTo>
                      <a:cubicBezTo>
                        <a:pt x="948" y="1485"/>
                        <a:pt x="889" y="1458"/>
                        <a:pt x="833" y="1427"/>
                      </a:cubicBezTo>
                      <a:cubicBezTo>
                        <a:pt x="826" y="1424"/>
                        <a:pt x="819" y="1422"/>
                        <a:pt x="813" y="1422"/>
                      </a:cubicBezTo>
                      <a:cubicBezTo>
                        <a:pt x="747" y="1422"/>
                        <a:pt x="715" y="1590"/>
                        <a:pt x="633" y="1618"/>
                      </a:cubicBezTo>
                      <a:cubicBezTo>
                        <a:pt x="619" y="1623"/>
                        <a:pt x="606" y="1625"/>
                        <a:pt x="593" y="1625"/>
                      </a:cubicBezTo>
                      <a:cubicBezTo>
                        <a:pt x="527" y="1625"/>
                        <a:pt x="464" y="1568"/>
                        <a:pt x="422" y="1517"/>
                      </a:cubicBezTo>
                      <a:cubicBezTo>
                        <a:pt x="382" y="1457"/>
                        <a:pt x="342" y="1377"/>
                        <a:pt x="251" y="1357"/>
                      </a:cubicBezTo>
                      <a:cubicBezTo>
                        <a:pt x="247" y="1356"/>
                        <a:pt x="243" y="1355"/>
                        <a:pt x="239" y="1355"/>
                      </a:cubicBezTo>
                      <a:cubicBezTo>
                        <a:pt x="162" y="1355"/>
                        <a:pt x="77" y="1619"/>
                        <a:pt x="1" y="1638"/>
                      </a:cubicBezTo>
                      <a:lnTo>
                        <a:pt x="1" y="2902"/>
                      </a:lnTo>
                      <a:cubicBezTo>
                        <a:pt x="136" y="2904"/>
                        <a:pt x="271" y="2905"/>
                        <a:pt x="407" y="2905"/>
                      </a:cubicBezTo>
                      <a:cubicBezTo>
                        <a:pt x="1355" y="2905"/>
                        <a:pt x="2301" y="2844"/>
                        <a:pt x="3240" y="2721"/>
                      </a:cubicBezTo>
                      <a:cubicBezTo>
                        <a:pt x="3423" y="2700"/>
                        <a:pt x="3605" y="2674"/>
                        <a:pt x="3784" y="2674"/>
                      </a:cubicBezTo>
                      <a:cubicBezTo>
                        <a:pt x="3861" y="2674"/>
                        <a:pt x="3937" y="2679"/>
                        <a:pt x="4013" y="2691"/>
                      </a:cubicBezTo>
                      <a:cubicBezTo>
                        <a:pt x="4170" y="2712"/>
                        <a:pt x="4333" y="2760"/>
                        <a:pt x="4484" y="2760"/>
                      </a:cubicBezTo>
                      <a:cubicBezTo>
                        <a:pt x="4554" y="2760"/>
                        <a:pt x="4621" y="2750"/>
                        <a:pt x="4685" y="2721"/>
                      </a:cubicBezTo>
                      <a:cubicBezTo>
                        <a:pt x="4895" y="2621"/>
                        <a:pt x="4946" y="2380"/>
                        <a:pt x="4956" y="2169"/>
                      </a:cubicBezTo>
                      <a:cubicBezTo>
                        <a:pt x="4966" y="1949"/>
                        <a:pt x="4996" y="1698"/>
                        <a:pt x="4875" y="1507"/>
                      </a:cubicBezTo>
                      <a:cubicBezTo>
                        <a:pt x="4755" y="1327"/>
                        <a:pt x="4635" y="1227"/>
                        <a:pt x="4615" y="996"/>
                      </a:cubicBezTo>
                      <a:cubicBezTo>
                        <a:pt x="4585" y="715"/>
                        <a:pt x="4564" y="434"/>
                        <a:pt x="4554" y="163"/>
                      </a:cubicBezTo>
                      <a:cubicBezTo>
                        <a:pt x="4544" y="93"/>
                        <a:pt x="4514" y="13"/>
                        <a:pt x="4434" y="3"/>
                      </a:cubicBezTo>
                      <a:cubicBezTo>
                        <a:pt x="4425" y="1"/>
                        <a:pt x="4416" y="1"/>
                        <a:pt x="44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52" name="Google Shape;17952;p62"/>
                <p:cNvSpPr/>
                <p:nvPr/>
              </p:nvSpPr>
              <p:spPr>
                <a:xfrm>
                  <a:off x="2695323" y="2774853"/>
                  <a:ext cx="200352" cy="116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2906" extrusionOk="0">
                      <a:moveTo>
                        <a:pt x="4417" y="1"/>
                      </a:moveTo>
                      <a:cubicBezTo>
                        <a:pt x="4304" y="1"/>
                        <a:pt x="4242" y="121"/>
                        <a:pt x="4223" y="224"/>
                      </a:cubicBezTo>
                      <a:cubicBezTo>
                        <a:pt x="4205" y="330"/>
                        <a:pt x="4140" y="461"/>
                        <a:pt x="4041" y="461"/>
                      </a:cubicBezTo>
                      <a:cubicBezTo>
                        <a:pt x="4029" y="461"/>
                        <a:pt x="4016" y="459"/>
                        <a:pt x="4002" y="454"/>
                      </a:cubicBezTo>
                      <a:cubicBezTo>
                        <a:pt x="3962" y="444"/>
                        <a:pt x="3942" y="414"/>
                        <a:pt x="3902" y="404"/>
                      </a:cubicBezTo>
                      <a:cubicBezTo>
                        <a:pt x="3899" y="404"/>
                        <a:pt x="3895" y="404"/>
                        <a:pt x="3892" y="404"/>
                      </a:cubicBezTo>
                      <a:cubicBezTo>
                        <a:pt x="3796" y="404"/>
                        <a:pt x="3860" y="547"/>
                        <a:pt x="3812" y="625"/>
                      </a:cubicBezTo>
                      <a:cubicBezTo>
                        <a:pt x="3802" y="643"/>
                        <a:pt x="3786" y="650"/>
                        <a:pt x="3765" y="650"/>
                      </a:cubicBezTo>
                      <a:cubicBezTo>
                        <a:pt x="3699" y="650"/>
                        <a:pt x="3589" y="579"/>
                        <a:pt x="3507" y="579"/>
                      </a:cubicBezTo>
                      <a:cubicBezTo>
                        <a:pt x="3486" y="579"/>
                        <a:pt x="3467" y="583"/>
                        <a:pt x="3451" y="595"/>
                      </a:cubicBezTo>
                      <a:cubicBezTo>
                        <a:pt x="3360" y="665"/>
                        <a:pt x="3320" y="745"/>
                        <a:pt x="3290" y="855"/>
                      </a:cubicBezTo>
                      <a:cubicBezTo>
                        <a:pt x="3270" y="976"/>
                        <a:pt x="3401" y="1086"/>
                        <a:pt x="3350" y="1207"/>
                      </a:cubicBezTo>
                      <a:cubicBezTo>
                        <a:pt x="3310" y="1327"/>
                        <a:pt x="3230" y="1447"/>
                        <a:pt x="3210" y="1568"/>
                      </a:cubicBezTo>
                      <a:cubicBezTo>
                        <a:pt x="3200" y="1608"/>
                        <a:pt x="3200" y="1658"/>
                        <a:pt x="3170" y="1688"/>
                      </a:cubicBezTo>
                      <a:cubicBezTo>
                        <a:pt x="3145" y="1721"/>
                        <a:pt x="3105" y="1735"/>
                        <a:pt x="3063" y="1735"/>
                      </a:cubicBezTo>
                      <a:cubicBezTo>
                        <a:pt x="3002" y="1735"/>
                        <a:pt x="2935" y="1705"/>
                        <a:pt x="2899" y="1658"/>
                      </a:cubicBezTo>
                      <a:cubicBezTo>
                        <a:pt x="2849" y="1578"/>
                        <a:pt x="2859" y="1477"/>
                        <a:pt x="2869" y="1377"/>
                      </a:cubicBezTo>
                      <a:cubicBezTo>
                        <a:pt x="2899" y="1166"/>
                        <a:pt x="3070" y="936"/>
                        <a:pt x="2949" y="755"/>
                      </a:cubicBezTo>
                      <a:cubicBezTo>
                        <a:pt x="2899" y="675"/>
                        <a:pt x="2759" y="675"/>
                        <a:pt x="2668" y="645"/>
                      </a:cubicBezTo>
                      <a:cubicBezTo>
                        <a:pt x="2644" y="637"/>
                        <a:pt x="2620" y="622"/>
                        <a:pt x="2601" y="622"/>
                      </a:cubicBezTo>
                      <a:cubicBezTo>
                        <a:pt x="2596" y="622"/>
                        <a:pt x="2592" y="623"/>
                        <a:pt x="2588" y="625"/>
                      </a:cubicBezTo>
                      <a:cubicBezTo>
                        <a:pt x="2548" y="635"/>
                        <a:pt x="2538" y="665"/>
                        <a:pt x="2508" y="685"/>
                      </a:cubicBezTo>
                      <a:cubicBezTo>
                        <a:pt x="2492" y="696"/>
                        <a:pt x="2476" y="701"/>
                        <a:pt x="2461" y="701"/>
                      </a:cubicBezTo>
                      <a:cubicBezTo>
                        <a:pt x="2409" y="701"/>
                        <a:pt x="2359" y="648"/>
                        <a:pt x="2297" y="625"/>
                      </a:cubicBezTo>
                      <a:cubicBezTo>
                        <a:pt x="2279" y="618"/>
                        <a:pt x="2261" y="615"/>
                        <a:pt x="2243" y="615"/>
                      </a:cubicBezTo>
                      <a:cubicBezTo>
                        <a:pt x="2183" y="615"/>
                        <a:pt x="2126" y="645"/>
                        <a:pt x="2056" y="645"/>
                      </a:cubicBezTo>
                      <a:cubicBezTo>
                        <a:pt x="1986" y="645"/>
                        <a:pt x="1966" y="735"/>
                        <a:pt x="1976" y="795"/>
                      </a:cubicBezTo>
                      <a:cubicBezTo>
                        <a:pt x="1986" y="855"/>
                        <a:pt x="2006" y="926"/>
                        <a:pt x="1996" y="986"/>
                      </a:cubicBezTo>
                      <a:cubicBezTo>
                        <a:pt x="1986" y="1026"/>
                        <a:pt x="1946" y="1066"/>
                        <a:pt x="1936" y="1116"/>
                      </a:cubicBezTo>
                      <a:cubicBezTo>
                        <a:pt x="1896" y="1217"/>
                        <a:pt x="1946" y="1317"/>
                        <a:pt x="1936" y="1417"/>
                      </a:cubicBezTo>
                      <a:cubicBezTo>
                        <a:pt x="1936" y="1499"/>
                        <a:pt x="1850" y="1607"/>
                        <a:pt x="1775" y="1607"/>
                      </a:cubicBezTo>
                      <a:cubicBezTo>
                        <a:pt x="1757" y="1607"/>
                        <a:pt x="1741" y="1601"/>
                        <a:pt x="1725" y="1588"/>
                      </a:cubicBezTo>
                      <a:cubicBezTo>
                        <a:pt x="1565" y="1467"/>
                        <a:pt x="1796" y="1267"/>
                        <a:pt x="1756" y="1096"/>
                      </a:cubicBezTo>
                      <a:cubicBezTo>
                        <a:pt x="1735" y="956"/>
                        <a:pt x="1575" y="825"/>
                        <a:pt x="1415" y="815"/>
                      </a:cubicBezTo>
                      <a:cubicBezTo>
                        <a:pt x="1244" y="815"/>
                        <a:pt x="1144" y="1036"/>
                        <a:pt x="1114" y="1176"/>
                      </a:cubicBezTo>
                      <a:cubicBezTo>
                        <a:pt x="1094" y="1277"/>
                        <a:pt x="1154" y="1377"/>
                        <a:pt x="1094" y="1447"/>
                      </a:cubicBezTo>
                      <a:cubicBezTo>
                        <a:pt x="1070" y="1474"/>
                        <a:pt x="1041" y="1485"/>
                        <a:pt x="1009" y="1485"/>
                      </a:cubicBezTo>
                      <a:cubicBezTo>
                        <a:pt x="957" y="1485"/>
                        <a:pt x="898" y="1458"/>
                        <a:pt x="843" y="1427"/>
                      </a:cubicBezTo>
                      <a:cubicBezTo>
                        <a:pt x="835" y="1424"/>
                        <a:pt x="827" y="1422"/>
                        <a:pt x="820" y="1422"/>
                      </a:cubicBezTo>
                      <a:cubicBezTo>
                        <a:pt x="748" y="1422"/>
                        <a:pt x="723" y="1590"/>
                        <a:pt x="632" y="1618"/>
                      </a:cubicBezTo>
                      <a:cubicBezTo>
                        <a:pt x="619" y="1623"/>
                        <a:pt x="606" y="1625"/>
                        <a:pt x="593" y="1625"/>
                      </a:cubicBezTo>
                      <a:cubicBezTo>
                        <a:pt x="526" y="1625"/>
                        <a:pt x="465" y="1568"/>
                        <a:pt x="432" y="1517"/>
                      </a:cubicBezTo>
                      <a:cubicBezTo>
                        <a:pt x="381" y="1457"/>
                        <a:pt x="341" y="1377"/>
                        <a:pt x="261" y="1357"/>
                      </a:cubicBezTo>
                      <a:cubicBezTo>
                        <a:pt x="257" y="1356"/>
                        <a:pt x="253" y="1355"/>
                        <a:pt x="249" y="1355"/>
                      </a:cubicBezTo>
                      <a:cubicBezTo>
                        <a:pt x="171" y="1355"/>
                        <a:pt x="77" y="1619"/>
                        <a:pt x="0" y="1638"/>
                      </a:cubicBezTo>
                      <a:lnTo>
                        <a:pt x="0" y="2902"/>
                      </a:lnTo>
                      <a:cubicBezTo>
                        <a:pt x="136" y="2904"/>
                        <a:pt x="271" y="2905"/>
                        <a:pt x="407" y="2905"/>
                      </a:cubicBezTo>
                      <a:cubicBezTo>
                        <a:pt x="1357" y="2905"/>
                        <a:pt x="2311" y="2844"/>
                        <a:pt x="3250" y="2721"/>
                      </a:cubicBezTo>
                      <a:cubicBezTo>
                        <a:pt x="3425" y="2700"/>
                        <a:pt x="3606" y="2674"/>
                        <a:pt x="3787" y="2674"/>
                      </a:cubicBezTo>
                      <a:cubicBezTo>
                        <a:pt x="3865" y="2674"/>
                        <a:pt x="3944" y="2679"/>
                        <a:pt x="4022" y="2691"/>
                      </a:cubicBezTo>
                      <a:cubicBezTo>
                        <a:pt x="4173" y="2712"/>
                        <a:pt x="4333" y="2760"/>
                        <a:pt x="4484" y="2760"/>
                      </a:cubicBezTo>
                      <a:cubicBezTo>
                        <a:pt x="4553" y="2760"/>
                        <a:pt x="4621" y="2750"/>
                        <a:pt x="4684" y="2721"/>
                      </a:cubicBezTo>
                      <a:cubicBezTo>
                        <a:pt x="4895" y="2621"/>
                        <a:pt x="4945" y="2380"/>
                        <a:pt x="4955" y="2169"/>
                      </a:cubicBezTo>
                      <a:cubicBezTo>
                        <a:pt x="4965" y="1949"/>
                        <a:pt x="4995" y="1698"/>
                        <a:pt x="4875" y="1507"/>
                      </a:cubicBezTo>
                      <a:cubicBezTo>
                        <a:pt x="4755" y="1327"/>
                        <a:pt x="4644" y="1227"/>
                        <a:pt x="4624" y="996"/>
                      </a:cubicBezTo>
                      <a:cubicBezTo>
                        <a:pt x="4594" y="715"/>
                        <a:pt x="4574" y="434"/>
                        <a:pt x="4554" y="163"/>
                      </a:cubicBezTo>
                      <a:cubicBezTo>
                        <a:pt x="4554" y="93"/>
                        <a:pt x="4524" y="13"/>
                        <a:pt x="4444" y="3"/>
                      </a:cubicBezTo>
                      <a:cubicBezTo>
                        <a:pt x="4435" y="1"/>
                        <a:pt x="4426" y="1"/>
                        <a:pt x="44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  <p:grpSp>
            <p:nvGrpSpPr>
              <p:cNvPr id="17953" name="Google Shape;17953;p62"/>
              <p:cNvGrpSpPr/>
              <p:nvPr/>
            </p:nvGrpSpPr>
            <p:grpSpPr>
              <a:xfrm rot="-263875">
                <a:off x="5836717" y="4098665"/>
                <a:ext cx="813287" cy="233323"/>
                <a:chOff x="2447923" y="2707800"/>
                <a:chExt cx="727715" cy="208774"/>
              </a:xfrm>
            </p:grpSpPr>
            <p:sp>
              <p:nvSpPr>
                <p:cNvPr id="17954" name="Google Shape;17954;p62"/>
                <p:cNvSpPr/>
                <p:nvPr/>
              </p:nvSpPr>
              <p:spPr>
                <a:xfrm>
                  <a:off x="2447923" y="2707800"/>
                  <a:ext cx="534606" cy="208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1" h="5206" extrusionOk="0">
                      <a:moveTo>
                        <a:pt x="2434" y="1"/>
                      </a:moveTo>
                      <a:cubicBezTo>
                        <a:pt x="2405" y="1"/>
                        <a:pt x="2376" y="4"/>
                        <a:pt x="2348" y="10"/>
                      </a:cubicBezTo>
                      <a:cubicBezTo>
                        <a:pt x="2057" y="60"/>
                        <a:pt x="2167" y="582"/>
                        <a:pt x="1976" y="812"/>
                      </a:cubicBezTo>
                      <a:cubicBezTo>
                        <a:pt x="1916" y="882"/>
                        <a:pt x="1836" y="933"/>
                        <a:pt x="1776" y="1003"/>
                      </a:cubicBezTo>
                      <a:cubicBezTo>
                        <a:pt x="1585" y="1234"/>
                        <a:pt x="1716" y="1565"/>
                        <a:pt x="1776" y="1855"/>
                      </a:cubicBezTo>
                      <a:cubicBezTo>
                        <a:pt x="1836" y="2176"/>
                        <a:pt x="1826" y="2688"/>
                        <a:pt x="1525" y="2808"/>
                      </a:cubicBezTo>
                      <a:cubicBezTo>
                        <a:pt x="1514" y="2813"/>
                        <a:pt x="1503" y="2815"/>
                        <a:pt x="1494" y="2815"/>
                      </a:cubicBezTo>
                      <a:cubicBezTo>
                        <a:pt x="1391" y="2815"/>
                        <a:pt x="1372" y="2586"/>
                        <a:pt x="1345" y="2467"/>
                      </a:cubicBezTo>
                      <a:cubicBezTo>
                        <a:pt x="1300" y="2164"/>
                        <a:pt x="1136" y="1575"/>
                        <a:pt x="896" y="1575"/>
                      </a:cubicBezTo>
                      <a:cubicBezTo>
                        <a:pt x="866" y="1575"/>
                        <a:pt x="835" y="1585"/>
                        <a:pt x="803" y="1605"/>
                      </a:cubicBezTo>
                      <a:cubicBezTo>
                        <a:pt x="729" y="1660"/>
                        <a:pt x="801" y="1880"/>
                        <a:pt x="732" y="1880"/>
                      </a:cubicBezTo>
                      <a:cubicBezTo>
                        <a:pt x="726" y="1880"/>
                        <a:pt x="720" y="1878"/>
                        <a:pt x="713" y="1875"/>
                      </a:cubicBezTo>
                      <a:cubicBezTo>
                        <a:pt x="562" y="1810"/>
                        <a:pt x="614" y="1409"/>
                        <a:pt x="481" y="1409"/>
                      </a:cubicBezTo>
                      <a:cubicBezTo>
                        <a:pt x="472" y="1409"/>
                        <a:pt x="462" y="1410"/>
                        <a:pt x="452" y="1414"/>
                      </a:cubicBezTo>
                      <a:cubicBezTo>
                        <a:pt x="101" y="1544"/>
                        <a:pt x="171" y="2066"/>
                        <a:pt x="91" y="2417"/>
                      </a:cubicBezTo>
                      <a:cubicBezTo>
                        <a:pt x="0" y="2818"/>
                        <a:pt x="121" y="3370"/>
                        <a:pt x="191" y="3771"/>
                      </a:cubicBezTo>
                      <a:cubicBezTo>
                        <a:pt x="221" y="3952"/>
                        <a:pt x="261" y="4132"/>
                        <a:pt x="372" y="4273"/>
                      </a:cubicBezTo>
                      <a:cubicBezTo>
                        <a:pt x="558" y="4505"/>
                        <a:pt x="864" y="4552"/>
                        <a:pt x="1174" y="4552"/>
                      </a:cubicBezTo>
                      <a:cubicBezTo>
                        <a:pt x="1265" y="4552"/>
                        <a:pt x="1356" y="4548"/>
                        <a:pt x="1445" y="4544"/>
                      </a:cubicBezTo>
                      <a:cubicBezTo>
                        <a:pt x="1561" y="4539"/>
                        <a:pt x="1678" y="4536"/>
                        <a:pt x="1795" y="4536"/>
                      </a:cubicBezTo>
                      <a:cubicBezTo>
                        <a:pt x="2613" y="4536"/>
                        <a:pt x="3432" y="4659"/>
                        <a:pt x="4213" y="4905"/>
                      </a:cubicBezTo>
                      <a:cubicBezTo>
                        <a:pt x="4645" y="5035"/>
                        <a:pt x="5066" y="5206"/>
                        <a:pt x="5507" y="5206"/>
                      </a:cubicBezTo>
                      <a:cubicBezTo>
                        <a:pt x="5828" y="5206"/>
                        <a:pt x="6149" y="5105"/>
                        <a:pt x="6460" y="5025"/>
                      </a:cubicBezTo>
                      <a:cubicBezTo>
                        <a:pt x="7566" y="4728"/>
                        <a:pt x="8715" y="4502"/>
                        <a:pt x="9854" y="4502"/>
                      </a:cubicBezTo>
                      <a:cubicBezTo>
                        <a:pt x="10368" y="4502"/>
                        <a:pt x="10880" y="4548"/>
                        <a:pt x="11385" y="4654"/>
                      </a:cubicBezTo>
                      <a:cubicBezTo>
                        <a:pt x="11686" y="4717"/>
                        <a:pt x="11993" y="4806"/>
                        <a:pt x="12301" y="4806"/>
                      </a:cubicBezTo>
                      <a:cubicBezTo>
                        <a:pt x="12383" y="4806"/>
                        <a:pt x="12466" y="4799"/>
                        <a:pt x="12549" y="4784"/>
                      </a:cubicBezTo>
                      <a:cubicBezTo>
                        <a:pt x="12940" y="4724"/>
                        <a:pt x="13331" y="4403"/>
                        <a:pt x="13321" y="3992"/>
                      </a:cubicBezTo>
                      <a:cubicBezTo>
                        <a:pt x="13311" y="3711"/>
                        <a:pt x="13120" y="3470"/>
                        <a:pt x="12960" y="3230"/>
                      </a:cubicBezTo>
                      <a:cubicBezTo>
                        <a:pt x="12809" y="2989"/>
                        <a:pt x="12900" y="2708"/>
                        <a:pt x="12850" y="2427"/>
                      </a:cubicBezTo>
                      <a:cubicBezTo>
                        <a:pt x="12789" y="2046"/>
                        <a:pt x="12739" y="1635"/>
                        <a:pt x="12438" y="1384"/>
                      </a:cubicBezTo>
                      <a:cubicBezTo>
                        <a:pt x="12338" y="1304"/>
                        <a:pt x="12188" y="1354"/>
                        <a:pt x="12097" y="1254"/>
                      </a:cubicBezTo>
                      <a:cubicBezTo>
                        <a:pt x="12007" y="1153"/>
                        <a:pt x="11937" y="1043"/>
                        <a:pt x="11816" y="983"/>
                      </a:cubicBezTo>
                      <a:cubicBezTo>
                        <a:pt x="11798" y="975"/>
                        <a:pt x="11780" y="972"/>
                        <a:pt x="11764" y="972"/>
                      </a:cubicBezTo>
                      <a:cubicBezTo>
                        <a:pt x="11676" y="972"/>
                        <a:pt x="11617" y="1072"/>
                        <a:pt x="11515" y="1123"/>
                      </a:cubicBezTo>
                      <a:cubicBezTo>
                        <a:pt x="11508" y="1128"/>
                        <a:pt x="11501" y="1130"/>
                        <a:pt x="11494" y="1130"/>
                      </a:cubicBezTo>
                      <a:cubicBezTo>
                        <a:pt x="11429" y="1130"/>
                        <a:pt x="11371" y="966"/>
                        <a:pt x="11307" y="966"/>
                      </a:cubicBezTo>
                      <a:cubicBezTo>
                        <a:pt x="11299" y="966"/>
                        <a:pt x="11292" y="968"/>
                        <a:pt x="11285" y="973"/>
                      </a:cubicBezTo>
                      <a:cubicBezTo>
                        <a:pt x="11154" y="1063"/>
                        <a:pt x="11184" y="1294"/>
                        <a:pt x="11044" y="1314"/>
                      </a:cubicBezTo>
                      <a:cubicBezTo>
                        <a:pt x="11036" y="1315"/>
                        <a:pt x="11029" y="1315"/>
                        <a:pt x="11021" y="1315"/>
                      </a:cubicBezTo>
                      <a:cubicBezTo>
                        <a:pt x="10887" y="1315"/>
                        <a:pt x="10827" y="1149"/>
                        <a:pt x="10713" y="1063"/>
                      </a:cubicBezTo>
                      <a:cubicBezTo>
                        <a:pt x="10708" y="1061"/>
                        <a:pt x="10704" y="1060"/>
                        <a:pt x="10699" y="1060"/>
                      </a:cubicBezTo>
                      <a:cubicBezTo>
                        <a:pt x="10661" y="1060"/>
                        <a:pt x="10619" y="1113"/>
                        <a:pt x="10585" y="1113"/>
                      </a:cubicBezTo>
                      <a:cubicBezTo>
                        <a:pt x="10577" y="1113"/>
                        <a:pt x="10569" y="1110"/>
                        <a:pt x="10563" y="1103"/>
                      </a:cubicBezTo>
                      <a:cubicBezTo>
                        <a:pt x="10502" y="1063"/>
                        <a:pt x="10603" y="933"/>
                        <a:pt x="10543" y="893"/>
                      </a:cubicBezTo>
                      <a:cubicBezTo>
                        <a:pt x="10511" y="868"/>
                        <a:pt x="10479" y="857"/>
                        <a:pt x="10448" y="857"/>
                      </a:cubicBezTo>
                      <a:cubicBezTo>
                        <a:pt x="10249" y="857"/>
                        <a:pt x="10064" y="1303"/>
                        <a:pt x="10081" y="1555"/>
                      </a:cubicBezTo>
                      <a:cubicBezTo>
                        <a:pt x="10091" y="1735"/>
                        <a:pt x="10171" y="1906"/>
                        <a:pt x="10161" y="2076"/>
                      </a:cubicBezTo>
                      <a:cubicBezTo>
                        <a:pt x="10154" y="2217"/>
                        <a:pt x="9999" y="2407"/>
                        <a:pt x="9893" y="2407"/>
                      </a:cubicBezTo>
                      <a:cubicBezTo>
                        <a:pt x="9864" y="2407"/>
                        <a:pt x="9838" y="2392"/>
                        <a:pt x="9820" y="2357"/>
                      </a:cubicBezTo>
                      <a:cubicBezTo>
                        <a:pt x="9650" y="2026"/>
                        <a:pt x="9921" y="1524"/>
                        <a:pt x="9650" y="1264"/>
                      </a:cubicBezTo>
                      <a:cubicBezTo>
                        <a:pt x="9642" y="1257"/>
                        <a:pt x="9635" y="1254"/>
                        <a:pt x="9628" y="1254"/>
                      </a:cubicBezTo>
                      <a:cubicBezTo>
                        <a:pt x="9567" y="1254"/>
                        <a:pt x="9542" y="1505"/>
                        <a:pt x="9458" y="1505"/>
                      </a:cubicBezTo>
                      <a:cubicBezTo>
                        <a:pt x="9455" y="1505"/>
                        <a:pt x="9452" y="1505"/>
                        <a:pt x="9449" y="1504"/>
                      </a:cubicBezTo>
                      <a:cubicBezTo>
                        <a:pt x="9259" y="1474"/>
                        <a:pt x="9509" y="1113"/>
                        <a:pt x="9479" y="923"/>
                      </a:cubicBezTo>
                      <a:cubicBezTo>
                        <a:pt x="9474" y="900"/>
                        <a:pt x="9462" y="890"/>
                        <a:pt x="9446" y="890"/>
                      </a:cubicBezTo>
                      <a:cubicBezTo>
                        <a:pt x="9400" y="890"/>
                        <a:pt x="9321" y="973"/>
                        <a:pt x="9299" y="1033"/>
                      </a:cubicBezTo>
                      <a:cubicBezTo>
                        <a:pt x="9208" y="1304"/>
                        <a:pt x="9128" y="1565"/>
                        <a:pt x="9048" y="1825"/>
                      </a:cubicBezTo>
                      <a:cubicBezTo>
                        <a:pt x="9018" y="1916"/>
                        <a:pt x="8988" y="2006"/>
                        <a:pt x="8998" y="2106"/>
                      </a:cubicBezTo>
                      <a:cubicBezTo>
                        <a:pt x="9008" y="2186"/>
                        <a:pt x="9048" y="2257"/>
                        <a:pt x="9058" y="2337"/>
                      </a:cubicBezTo>
                      <a:cubicBezTo>
                        <a:pt x="9090" y="2523"/>
                        <a:pt x="8881" y="2801"/>
                        <a:pt x="8730" y="2801"/>
                      </a:cubicBezTo>
                      <a:cubicBezTo>
                        <a:pt x="8694" y="2801"/>
                        <a:pt x="8662" y="2785"/>
                        <a:pt x="8637" y="2748"/>
                      </a:cubicBezTo>
                      <a:cubicBezTo>
                        <a:pt x="8466" y="2497"/>
                        <a:pt x="8346" y="2257"/>
                        <a:pt x="8276" y="1956"/>
                      </a:cubicBezTo>
                      <a:cubicBezTo>
                        <a:pt x="8235" y="1755"/>
                        <a:pt x="8486" y="1444"/>
                        <a:pt x="8296" y="1374"/>
                      </a:cubicBezTo>
                      <a:cubicBezTo>
                        <a:pt x="8284" y="1368"/>
                        <a:pt x="8271" y="1366"/>
                        <a:pt x="8258" y="1366"/>
                      </a:cubicBezTo>
                      <a:cubicBezTo>
                        <a:pt x="8180" y="1366"/>
                        <a:pt x="8073" y="1448"/>
                        <a:pt x="8006" y="1448"/>
                      </a:cubicBezTo>
                      <a:cubicBezTo>
                        <a:pt x="7984" y="1448"/>
                        <a:pt x="7966" y="1439"/>
                        <a:pt x="7955" y="1414"/>
                      </a:cubicBezTo>
                      <a:cubicBezTo>
                        <a:pt x="7884" y="1244"/>
                        <a:pt x="8266" y="1053"/>
                        <a:pt x="8165" y="903"/>
                      </a:cubicBezTo>
                      <a:cubicBezTo>
                        <a:pt x="8123" y="839"/>
                        <a:pt x="8040" y="805"/>
                        <a:pt x="7963" y="805"/>
                      </a:cubicBezTo>
                      <a:cubicBezTo>
                        <a:pt x="7931" y="805"/>
                        <a:pt x="7901" y="811"/>
                        <a:pt x="7874" y="822"/>
                      </a:cubicBezTo>
                      <a:cubicBezTo>
                        <a:pt x="7814" y="842"/>
                        <a:pt x="7834" y="963"/>
                        <a:pt x="7774" y="993"/>
                      </a:cubicBezTo>
                      <a:cubicBezTo>
                        <a:pt x="7767" y="996"/>
                        <a:pt x="7759" y="998"/>
                        <a:pt x="7752" y="998"/>
                      </a:cubicBezTo>
                      <a:cubicBezTo>
                        <a:pt x="7702" y="998"/>
                        <a:pt x="7648" y="930"/>
                        <a:pt x="7599" y="930"/>
                      </a:cubicBezTo>
                      <a:cubicBezTo>
                        <a:pt x="7594" y="930"/>
                        <a:pt x="7589" y="931"/>
                        <a:pt x="7584" y="933"/>
                      </a:cubicBezTo>
                      <a:cubicBezTo>
                        <a:pt x="7463" y="993"/>
                        <a:pt x="7513" y="1213"/>
                        <a:pt x="7423" y="1314"/>
                      </a:cubicBezTo>
                      <a:cubicBezTo>
                        <a:pt x="7303" y="1464"/>
                        <a:pt x="7293" y="1655"/>
                        <a:pt x="7162" y="1785"/>
                      </a:cubicBezTo>
                      <a:cubicBezTo>
                        <a:pt x="7152" y="1797"/>
                        <a:pt x="7140" y="1802"/>
                        <a:pt x="7126" y="1802"/>
                      </a:cubicBezTo>
                      <a:cubicBezTo>
                        <a:pt x="7082" y="1802"/>
                        <a:pt x="7023" y="1759"/>
                        <a:pt x="6983" y="1759"/>
                      </a:cubicBezTo>
                      <a:cubicBezTo>
                        <a:pt x="6970" y="1759"/>
                        <a:pt x="6959" y="1763"/>
                        <a:pt x="6952" y="1775"/>
                      </a:cubicBezTo>
                      <a:cubicBezTo>
                        <a:pt x="6811" y="1956"/>
                        <a:pt x="7303" y="2397"/>
                        <a:pt x="7082" y="2447"/>
                      </a:cubicBezTo>
                      <a:cubicBezTo>
                        <a:pt x="7081" y="2447"/>
                        <a:pt x="7079" y="2448"/>
                        <a:pt x="7078" y="2448"/>
                      </a:cubicBezTo>
                      <a:cubicBezTo>
                        <a:pt x="7025" y="2448"/>
                        <a:pt x="7081" y="2257"/>
                        <a:pt x="7022" y="2257"/>
                      </a:cubicBezTo>
                      <a:cubicBezTo>
                        <a:pt x="6791" y="2277"/>
                        <a:pt x="7072" y="2959"/>
                        <a:pt x="6841" y="2959"/>
                      </a:cubicBezTo>
                      <a:cubicBezTo>
                        <a:pt x="6420" y="2949"/>
                        <a:pt x="6560" y="2146"/>
                        <a:pt x="6300" y="1815"/>
                      </a:cubicBezTo>
                      <a:cubicBezTo>
                        <a:pt x="6229" y="1725"/>
                        <a:pt x="6159" y="1645"/>
                        <a:pt x="6109" y="1555"/>
                      </a:cubicBezTo>
                      <a:cubicBezTo>
                        <a:pt x="5938" y="1274"/>
                        <a:pt x="6229" y="722"/>
                        <a:pt x="5928" y="592"/>
                      </a:cubicBezTo>
                      <a:cubicBezTo>
                        <a:pt x="5917" y="586"/>
                        <a:pt x="5906" y="584"/>
                        <a:pt x="5895" y="584"/>
                      </a:cubicBezTo>
                      <a:cubicBezTo>
                        <a:pt x="5759" y="584"/>
                        <a:pt x="5687" y="1001"/>
                        <a:pt x="5550" y="1001"/>
                      </a:cubicBezTo>
                      <a:cubicBezTo>
                        <a:pt x="5540" y="1001"/>
                        <a:pt x="5529" y="998"/>
                        <a:pt x="5517" y="993"/>
                      </a:cubicBezTo>
                      <a:cubicBezTo>
                        <a:pt x="5417" y="943"/>
                        <a:pt x="5628" y="682"/>
                        <a:pt x="5517" y="652"/>
                      </a:cubicBezTo>
                      <a:cubicBezTo>
                        <a:pt x="5509" y="650"/>
                        <a:pt x="5502" y="649"/>
                        <a:pt x="5495" y="649"/>
                      </a:cubicBezTo>
                      <a:cubicBezTo>
                        <a:pt x="5349" y="649"/>
                        <a:pt x="5479" y="1145"/>
                        <a:pt x="5307" y="1183"/>
                      </a:cubicBezTo>
                      <a:cubicBezTo>
                        <a:pt x="5303" y="1184"/>
                        <a:pt x="5300" y="1184"/>
                        <a:pt x="5297" y="1184"/>
                      </a:cubicBezTo>
                      <a:cubicBezTo>
                        <a:pt x="5200" y="1184"/>
                        <a:pt x="5253" y="892"/>
                        <a:pt x="5146" y="862"/>
                      </a:cubicBezTo>
                      <a:cubicBezTo>
                        <a:pt x="5142" y="862"/>
                        <a:pt x="5139" y="861"/>
                        <a:pt x="5135" y="861"/>
                      </a:cubicBezTo>
                      <a:cubicBezTo>
                        <a:pt x="5066" y="861"/>
                        <a:pt x="5043" y="1043"/>
                        <a:pt x="4971" y="1043"/>
                      </a:cubicBezTo>
                      <a:cubicBezTo>
                        <a:pt x="4969" y="1043"/>
                        <a:pt x="4967" y="1043"/>
                        <a:pt x="4966" y="1043"/>
                      </a:cubicBezTo>
                      <a:cubicBezTo>
                        <a:pt x="4765" y="1023"/>
                        <a:pt x="4986" y="551"/>
                        <a:pt x="4815" y="451"/>
                      </a:cubicBezTo>
                      <a:cubicBezTo>
                        <a:pt x="4805" y="446"/>
                        <a:pt x="4796" y="444"/>
                        <a:pt x="4788" y="444"/>
                      </a:cubicBezTo>
                      <a:cubicBezTo>
                        <a:pt x="4685" y="444"/>
                        <a:pt x="4656" y="794"/>
                        <a:pt x="4529" y="794"/>
                      </a:cubicBezTo>
                      <a:cubicBezTo>
                        <a:pt x="4524" y="794"/>
                        <a:pt x="4519" y="793"/>
                        <a:pt x="4514" y="792"/>
                      </a:cubicBezTo>
                      <a:cubicBezTo>
                        <a:pt x="4354" y="762"/>
                        <a:pt x="4564" y="321"/>
                        <a:pt x="4404" y="301"/>
                      </a:cubicBezTo>
                      <a:cubicBezTo>
                        <a:pt x="4391" y="299"/>
                        <a:pt x="4379" y="298"/>
                        <a:pt x="4367" y="298"/>
                      </a:cubicBezTo>
                      <a:cubicBezTo>
                        <a:pt x="4058" y="298"/>
                        <a:pt x="3990" y="905"/>
                        <a:pt x="3932" y="1234"/>
                      </a:cubicBezTo>
                      <a:cubicBezTo>
                        <a:pt x="3902" y="1414"/>
                        <a:pt x="4093" y="1705"/>
                        <a:pt x="3922" y="1795"/>
                      </a:cubicBezTo>
                      <a:cubicBezTo>
                        <a:pt x="3913" y="1800"/>
                        <a:pt x="3904" y="1802"/>
                        <a:pt x="3895" y="1802"/>
                      </a:cubicBezTo>
                      <a:cubicBezTo>
                        <a:pt x="3812" y="1802"/>
                        <a:pt x="3710" y="1649"/>
                        <a:pt x="3637" y="1649"/>
                      </a:cubicBezTo>
                      <a:cubicBezTo>
                        <a:pt x="3624" y="1649"/>
                        <a:pt x="3612" y="1654"/>
                        <a:pt x="3601" y="1665"/>
                      </a:cubicBezTo>
                      <a:cubicBezTo>
                        <a:pt x="3511" y="1755"/>
                        <a:pt x="3652" y="1926"/>
                        <a:pt x="3652" y="2056"/>
                      </a:cubicBezTo>
                      <a:cubicBezTo>
                        <a:pt x="3642" y="2195"/>
                        <a:pt x="3495" y="2309"/>
                        <a:pt x="3362" y="2309"/>
                      </a:cubicBezTo>
                      <a:cubicBezTo>
                        <a:pt x="3351" y="2309"/>
                        <a:pt x="3341" y="2308"/>
                        <a:pt x="3331" y="2307"/>
                      </a:cubicBezTo>
                      <a:cubicBezTo>
                        <a:pt x="3240" y="2287"/>
                        <a:pt x="3240" y="2166"/>
                        <a:pt x="3220" y="2076"/>
                      </a:cubicBezTo>
                      <a:cubicBezTo>
                        <a:pt x="3206" y="2039"/>
                        <a:pt x="3149" y="2030"/>
                        <a:pt x="3100" y="2030"/>
                      </a:cubicBezTo>
                      <a:lnTo>
                        <a:pt x="3100" y="2030"/>
                      </a:lnTo>
                      <a:cubicBezTo>
                        <a:pt x="3422" y="1949"/>
                        <a:pt x="2909" y="1137"/>
                        <a:pt x="2689" y="792"/>
                      </a:cubicBezTo>
                      <a:cubicBezTo>
                        <a:pt x="2659" y="732"/>
                        <a:pt x="2618" y="682"/>
                        <a:pt x="2618" y="622"/>
                      </a:cubicBezTo>
                      <a:cubicBezTo>
                        <a:pt x="2598" y="431"/>
                        <a:pt x="2909" y="220"/>
                        <a:pt x="2769" y="110"/>
                      </a:cubicBezTo>
                      <a:cubicBezTo>
                        <a:pt x="2673" y="46"/>
                        <a:pt x="2551" y="1"/>
                        <a:pt x="243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55" name="Google Shape;17955;p62"/>
                <p:cNvSpPr/>
                <p:nvPr/>
              </p:nvSpPr>
              <p:spPr>
                <a:xfrm>
                  <a:off x="2953550" y="2749147"/>
                  <a:ext cx="222088" cy="148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8" h="3707" extrusionOk="0">
                      <a:moveTo>
                        <a:pt x="635" y="0"/>
                      </a:moveTo>
                      <a:cubicBezTo>
                        <a:pt x="628" y="0"/>
                        <a:pt x="620" y="1"/>
                        <a:pt x="613" y="2"/>
                      </a:cubicBezTo>
                      <a:cubicBezTo>
                        <a:pt x="522" y="12"/>
                        <a:pt x="492" y="122"/>
                        <a:pt x="492" y="213"/>
                      </a:cubicBezTo>
                      <a:cubicBezTo>
                        <a:pt x="472" y="564"/>
                        <a:pt x="452" y="915"/>
                        <a:pt x="422" y="1266"/>
                      </a:cubicBezTo>
                      <a:cubicBezTo>
                        <a:pt x="392" y="1577"/>
                        <a:pt x="272" y="1687"/>
                        <a:pt x="141" y="1928"/>
                      </a:cubicBezTo>
                      <a:cubicBezTo>
                        <a:pt x="1" y="2169"/>
                        <a:pt x="41" y="2500"/>
                        <a:pt x="51" y="2770"/>
                      </a:cubicBezTo>
                      <a:cubicBezTo>
                        <a:pt x="61" y="3041"/>
                        <a:pt x="111" y="3352"/>
                        <a:pt x="342" y="3472"/>
                      </a:cubicBezTo>
                      <a:cubicBezTo>
                        <a:pt x="414" y="3512"/>
                        <a:pt x="491" y="3527"/>
                        <a:pt x="571" y="3527"/>
                      </a:cubicBezTo>
                      <a:cubicBezTo>
                        <a:pt x="733" y="3527"/>
                        <a:pt x="906" y="3466"/>
                        <a:pt x="1074" y="3432"/>
                      </a:cubicBezTo>
                      <a:cubicBezTo>
                        <a:pt x="1155" y="3417"/>
                        <a:pt x="1238" y="3411"/>
                        <a:pt x="1322" y="3411"/>
                      </a:cubicBezTo>
                      <a:cubicBezTo>
                        <a:pt x="1518" y="3411"/>
                        <a:pt x="1720" y="3444"/>
                        <a:pt x="1917" y="3472"/>
                      </a:cubicBezTo>
                      <a:cubicBezTo>
                        <a:pt x="2952" y="3633"/>
                        <a:pt x="4004" y="3707"/>
                        <a:pt x="5058" y="3707"/>
                      </a:cubicBezTo>
                      <a:cubicBezTo>
                        <a:pt x="5188" y="3707"/>
                        <a:pt x="5317" y="3705"/>
                        <a:pt x="5447" y="3703"/>
                      </a:cubicBezTo>
                      <a:lnTo>
                        <a:pt x="5538" y="2359"/>
                      </a:lnTo>
                      <a:cubicBezTo>
                        <a:pt x="5451" y="2330"/>
                        <a:pt x="5355" y="1996"/>
                        <a:pt x="5268" y="1996"/>
                      </a:cubicBezTo>
                      <a:cubicBezTo>
                        <a:pt x="5264" y="1996"/>
                        <a:pt x="5260" y="1997"/>
                        <a:pt x="5257" y="1998"/>
                      </a:cubicBezTo>
                      <a:cubicBezTo>
                        <a:pt x="5249" y="2000"/>
                        <a:pt x="5242" y="2002"/>
                        <a:pt x="5234" y="2002"/>
                      </a:cubicBezTo>
                      <a:cubicBezTo>
                        <a:pt x="5164" y="2002"/>
                        <a:pt x="5079" y="1916"/>
                        <a:pt x="5023" y="1916"/>
                      </a:cubicBezTo>
                      <a:cubicBezTo>
                        <a:pt x="5008" y="1916"/>
                        <a:pt x="4996" y="1922"/>
                        <a:pt x="4986" y="1938"/>
                      </a:cubicBezTo>
                      <a:cubicBezTo>
                        <a:pt x="4943" y="2006"/>
                        <a:pt x="4871" y="2075"/>
                        <a:pt x="4801" y="2075"/>
                      </a:cubicBezTo>
                      <a:cubicBezTo>
                        <a:pt x="4789" y="2075"/>
                        <a:pt x="4777" y="2073"/>
                        <a:pt x="4765" y="2068"/>
                      </a:cubicBezTo>
                      <a:cubicBezTo>
                        <a:pt x="4666" y="2032"/>
                        <a:pt x="4632" y="1819"/>
                        <a:pt x="4561" y="1819"/>
                      </a:cubicBezTo>
                      <a:cubicBezTo>
                        <a:pt x="4553" y="1819"/>
                        <a:pt x="4544" y="1821"/>
                        <a:pt x="4535" y="1827"/>
                      </a:cubicBezTo>
                      <a:cubicBezTo>
                        <a:pt x="4474" y="1864"/>
                        <a:pt x="4409" y="1897"/>
                        <a:pt x="4354" y="1897"/>
                      </a:cubicBezTo>
                      <a:cubicBezTo>
                        <a:pt x="4319" y="1897"/>
                        <a:pt x="4287" y="1883"/>
                        <a:pt x="4264" y="1848"/>
                      </a:cubicBezTo>
                      <a:cubicBezTo>
                        <a:pt x="4194" y="1757"/>
                        <a:pt x="4254" y="1627"/>
                        <a:pt x="4234" y="1507"/>
                      </a:cubicBezTo>
                      <a:cubicBezTo>
                        <a:pt x="4204" y="1326"/>
                        <a:pt x="4093" y="1045"/>
                        <a:pt x="3913" y="1045"/>
                      </a:cubicBezTo>
                      <a:cubicBezTo>
                        <a:pt x="3742" y="1055"/>
                        <a:pt x="3562" y="1226"/>
                        <a:pt x="3532" y="1406"/>
                      </a:cubicBezTo>
                      <a:cubicBezTo>
                        <a:pt x="3501" y="1627"/>
                        <a:pt x="3742" y="1878"/>
                        <a:pt x="3572" y="2028"/>
                      </a:cubicBezTo>
                      <a:cubicBezTo>
                        <a:pt x="3554" y="2046"/>
                        <a:pt x="3535" y="2053"/>
                        <a:pt x="3515" y="2053"/>
                      </a:cubicBezTo>
                      <a:cubicBezTo>
                        <a:pt x="3432" y="2053"/>
                        <a:pt x="3341" y="1922"/>
                        <a:pt x="3341" y="1817"/>
                      </a:cubicBezTo>
                      <a:cubicBezTo>
                        <a:pt x="3331" y="1687"/>
                        <a:pt x="3381" y="1557"/>
                        <a:pt x="3341" y="1426"/>
                      </a:cubicBezTo>
                      <a:cubicBezTo>
                        <a:pt x="3331" y="1366"/>
                        <a:pt x="3291" y="1316"/>
                        <a:pt x="3281" y="1256"/>
                      </a:cubicBezTo>
                      <a:cubicBezTo>
                        <a:pt x="3261" y="1176"/>
                        <a:pt x="3291" y="1105"/>
                        <a:pt x="3301" y="1025"/>
                      </a:cubicBezTo>
                      <a:cubicBezTo>
                        <a:pt x="3301" y="945"/>
                        <a:pt x="3281" y="824"/>
                        <a:pt x="3211" y="824"/>
                      </a:cubicBezTo>
                      <a:cubicBezTo>
                        <a:pt x="3204" y="825"/>
                        <a:pt x="3198" y="825"/>
                        <a:pt x="3192" y="825"/>
                      </a:cubicBezTo>
                      <a:cubicBezTo>
                        <a:pt x="3128" y="825"/>
                        <a:pt x="3065" y="792"/>
                        <a:pt x="3006" y="792"/>
                      </a:cubicBezTo>
                      <a:cubicBezTo>
                        <a:pt x="2987" y="792"/>
                        <a:pt x="2968" y="795"/>
                        <a:pt x="2950" y="804"/>
                      </a:cubicBezTo>
                      <a:cubicBezTo>
                        <a:pt x="2881" y="827"/>
                        <a:pt x="2823" y="898"/>
                        <a:pt x="2769" y="898"/>
                      </a:cubicBezTo>
                      <a:cubicBezTo>
                        <a:pt x="2752" y="898"/>
                        <a:pt x="2736" y="891"/>
                        <a:pt x="2719" y="875"/>
                      </a:cubicBezTo>
                      <a:cubicBezTo>
                        <a:pt x="2689" y="855"/>
                        <a:pt x="2669" y="814"/>
                        <a:pt x="2629" y="804"/>
                      </a:cubicBezTo>
                      <a:cubicBezTo>
                        <a:pt x="2623" y="802"/>
                        <a:pt x="2617" y="800"/>
                        <a:pt x="2611" y="800"/>
                      </a:cubicBezTo>
                      <a:cubicBezTo>
                        <a:pt x="2593" y="800"/>
                        <a:pt x="2571" y="810"/>
                        <a:pt x="2549" y="824"/>
                      </a:cubicBezTo>
                      <a:cubicBezTo>
                        <a:pt x="2448" y="875"/>
                        <a:pt x="2298" y="865"/>
                        <a:pt x="2238" y="965"/>
                      </a:cubicBezTo>
                      <a:cubicBezTo>
                        <a:pt x="2107" y="1206"/>
                        <a:pt x="2298" y="1496"/>
                        <a:pt x="2328" y="1767"/>
                      </a:cubicBezTo>
                      <a:cubicBezTo>
                        <a:pt x="2338" y="1888"/>
                        <a:pt x="2348" y="2018"/>
                        <a:pt x="2288" y="2118"/>
                      </a:cubicBezTo>
                      <a:cubicBezTo>
                        <a:pt x="2252" y="2183"/>
                        <a:pt x="2179" y="2224"/>
                        <a:pt x="2112" y="2224"/>
                      </a:cubicBezTo>
                      <a:cubicBezTo>
                        <a:pt x="2065" y="2224"/>
                        <a:pt x="2022" y="2204"/>
                        <a:pt x="1997" y="2158"/>
                      </a:cubicBezTo>
                      <a:cubicBezTo>
                        <a:pt x="1967" y="2118"/>
                        <a:pt x="1967" y="2058"/>
                        <a:pt x="1957" y="2008"/>
                      </a:cubicBezTo>
                      <a:cubicBezTo>
                        <a:pt x="1937" y="1848"/>
                        <a:pt x="1846" y="1697"/>
                        <a:pt x="1796" y="1547"/>
                      </a:cubicBezTo>
                      <a:cubicBezTo>
                        <a:pt x="1746" y="1396"/>
                        <a:pt x="1897" y="1256"/>
                        <a:pt x="1866" y="1095"/>
                      </a:cubicBezTo>
                      <a:cubicBezTo>
                        <a:pt x="1836" y="955"/>
                        <a:pt x="1796" y="844"/>
                        <a:pt x="1686" y="764"/>
                      </a:cubicBezTo>
                      <a:cubicBezTo>
                        <a:pt x="1670" y="750"/>
                        <a:pt x="1651" y="744"/>
                        <a:pt x="1629" y="744"/>
                      </a:cubicBezTo>
                      <a:cubicBezTo>
                        <a:pt x="1545" y="744"/>
                        <a:pt x="1429" y="833"/>
                        <a:pt x="1354" y="833"/>
                      </a:cubicBezTo>
                      <a:cubicBezTo>
                        <a:pt x="1328" y="833"/>
                        <a:pt x="1308" y="822"/>
                        <a:pt x="1295" y="794"/>
                      </a:cubicBezTo>
                      <a:cubicBezTo>
                        <a:pt x="1247" y="699"/>
                        <a:pt x="1308" y="522"/>
                        <a:pt x="1220" y="522"/>
                      </a:cubicBezTo>
                      <a:cubicBezTo>
                        <a:pt x="1215" y="522"/>
                        <a:pt x="1210" y="523"/>
                        <a:pt x="1204" y="524"/>
                      </a:cubicBezTo>
                      <a:cubicBezTo>
                        <a:pt x="1164" y="534"/>
                        <a:pt x="1134" y="564"/>
                        <a:pt x="1094" y="584"/>
                      </a:cubicBezTo>
                      <a:cubicBezTo>
                        <a:pt x="1078" y="589"/>
                        <a:pt x="1064" y="592"/>
                        <a:pt x="1049" y="592"/>
                      </a:cubicBezTo>
                      <a:cubicBezTo>
                        <a:pt x="937" y="592"/>
                        <a:pt x="871" y="427"/>
                        <a:pt x="853" y="293"/>
                      </a:cubicBezTo>
                      <a:cubicBezTo>
                        <a:pt x="834" y="160"/>
                        <a:pt x="762" y="0"/>
                        <a:pt x="63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56" name="Google Shape;17956;p62"/>
                <p:cNvSpPr/>
                <p:nvPr/>
              </p:nvSpPr>
              <p:spPr>
                <a:xfrm>
                  <a:off x="2542046" y="2721395"/>
                  <a:ext cx="200352" cy="148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3707" extrusionOk="0">
                      <a:moveTo>
                        <a:pt x="582" y="0"/>
                      </a:moveTo>
                      <a:cubicBezTo>
                        <a:pt x="575" y="0"/>
                        <a:pt x="569" y="1"/>
                        <a:pt x="562" y="2"/>
                      </a:cubicBezTo>
                      <a:cubicBezTo>
                        <a:pt x="482" y="12"/>
                        <a:pt x="442" y="122"/>
                        <a:pt x="442" y="212"/>
                      </a:cubicBezTo>
                      <a:cubicBezTo>
                        <a:pt x="432" y="564"/>
                        <a:pt x="402" y="915"/>
                        <a:pt x="382" y="1266"/>
                      </a:cubicBezTo>
                      <a:cubicBezTo>
                        <a:pt x="352" y="1577"/>
                        <a:pt x="241" y="1687"/>
                        <a:pt x="121" y="1928"/>
                      </a:cubicBezTo>
                      <a:cubicBezTo>
                        <a:pt x="1" y="2168"/>
                        <a:pt x="31" y="2499"/>
                        <a:pt x="41" y="2770"/>
                      </a:cubicBezTo>
                      <a:cubicBezTo>
                        <a:pt x="51" y="3041"/>
                        <a:pt x="101" y="3352"/>
                        <a:pt x="312" y="3472"/>
                      </a:cubicBezTo>
                      <a:cubicBezTo>
                        <a:pt x="378" y="3512"/>
                        <a:pt x="448" y="3527"/>
                        <a:pt x="521" y="3527"/>
                      </a:cubicBezTo>
                      <a:cubicBezTo>
                        <a:pt x="668" y="3527"/>
                        <a:pt x="825" y="3466"/>
                        <a:pt x="974" y="3432"/>
                      </a:cubicBezTo>
                      <a:cubicBezTo>
                        <a:pt x="1052" y="3417"/>
                        <a:pt x="1130" y="3411"/>
                        <a:pt x="1207" y="3411"/>
                      </a:cubicBezTo>
                      <a:cubicBezTo>
                        <a:pt x="1390" y="3411"/>
                        <a:pt x="1570" y="3444"/>
                        <a:pt x="1746" y="3472"/>
                      </a:cubicBezTo>
                      <a:cubicBezTo>
                        <a:pt x="2701" y="3633"/>
                        <a:pt x="3673" y="3706"/>
                        <a:pt x="4639" y="3706"/>
                      </a:cubicBezTo>
                      <a:cubicBezTo>
                        <a:pt x="4758" y="3706"/>
                        <a:pt x="4877" y="3705"/>
                        <a:pt x="4996" y="3703"/>
                      </a:cubicBezTo>
                      <a:lnTo>
                        <a:pt x="4996" y="2098"/>
                      </a:lnTo>
                      <a:cubicBezTo>
                        <a:pt x="4919" y="2069"/>
                        <a:pt x="4823" y="1735"/>
                        <a:pt x="4745" y="1735"/>
                      </a:cubicBezTo>
                      <a:cubicBezTo>
                        <a:pt x="4741" y="1735"/>
                        <a:pt x="4738" y="1736"/>
                        <a:pt x="4735" y="1737"/>
                      </a:cubicBezTo>
                      <a:cubicBezTo>
                        <a:pt x="4655" y="1767"/>
                        <a:pt x="4615" y="1857"/>
                        <a:pt x="4574" y="1938"/>
                      </a:cubicBezTo>
                      <a:cubicBezTo>
                        <a:pt x="4532" y="2006"/>
                        <a:pt x="4467" y="2075"/>
                        <a:pt x="4399" y="2075"/>
                      </a:cubicBezTo>
                      <a:cubicBezTo>
                        <a:pt x="4387" y="2075"/>
                        <a:pt x="4376" y="2073"/>
                        <a:pt x="4364" y="2068"/>
                      </a:cubicBezTo>
                      <a:cubicBezTo>
                        <a:pt x="4283" y="2032"/>
                        <a:pt x="4250" y="1818"/>
                        <a:pt x="4179" y="1818"/>
                      </a:cubicBezTo>
                      <a:cubicBezTo>
                        <a:pt x="4171" y="1818"/>
                        <a:pt x="4162" y="1821"/>
                        <a:pt x="4153" y="1827"/>
                      </a:cubicBezTo>
                      <a:cubicBezTo>
                        <a:pt x="4098" y="1864"/>
                        <a:pt x="4044" y="1897"/>
                        <a:pt x="3993" y="1897"/>
                      </a:cubicBezTo>
                      <a:cubicBezTo>
                        <a:pt x="3961" y="1897"/>
                        <a:pt x="3930" y="1883"/>
                        <a:pt x="3902" y="1847"/>
                      </a:cubicBezTo>
                      <a:cubicBezTo>
                        <a:pt x="3842" y="1757"/>
                        <a:pt x="3902" y="1627"/>
                        <a:pt x="3882" y="1506"/>
                      </a:cubicBezTo>
                      <a:cubicBezTo>
                        <a:pt x="3852" y="1326"/>
                        <a:pt x="3752" y="1045"/>
                        <a:pt x="3581" y="1045"/>
                      </a:cubicBezTo>
                      <a:cubicBezTo>
                        <a:pt x="3421" y="1055"/>
                        <a:pt x="3260" y="1226"/>
                        <a:pt x="3240" y="1406"/>
                      </a:cubicBezTo>
                      <a:cubicBezTo>
                        <a:pt x="3210" y="1627"/>
                        <a:pt x="3431" y="1878"/>
                        <a:pt x="3271" y="2028"/>
                      </a:cubicBezTo>
                      <a:cubicBezTo>
                        <a:pt x="3255" y="2046"/>
                        <a:pt x="3237" y="2053"/>
                        <a:pt x="3219" y="2053"/>
                      </a:cubicBezTo>
                      <a:cubicBezTo>
                        <a:pt x="3144" y="2053"/>
                        <a:pt x="3060" y="1922"/>
                        <a:pt x="3060" y="1817"/>
                      </a:cubicBezTo>
                      <a:cubicBezTo>
                        <a:pt x="3050" y="1687"/>
                        <a:pt x="3100" y="1557"/>
                        <a:pt x="3060" y="1426"/>
                      </a:cubicBezTo>
                      <a:cubicBezTo>
                        <a:pt x="3050" y="1366"/>
                        <a:pt x="3010" y="1316"/>
                        <a:pt x="3000" y="1256"/>
                      </a:cubicBezTo>
                      <a:cubicBezTo>
                        <a:pt x="2990" y="1175"/>
                        <a:pt x="3020" y="1105"/>
                        <a:pt x="3020" y="1025"/>
                      </a:cubicBezTo>
                      <a:cubicBezTo>
                        <a:pt x="3030" y="945"/>
                        <a:pt x="3010" y="824"/>
                        <a:pt x="2940" y="824"/>
                      </a:cubicBezTo>
                      <a:cubicBezTo>
                        <a:pt x="2934" y="825"/>
                        <a:pt x="2929" y="825"/>
                        <a:pt x="2923" y="825"/>
                      </a:cubicBezTo>
                      <a:cubicBezTo>
                        <a:pt x="2866" y="825"/>
                        <a:pt x="2810" y="792"/>
                        <a:pt x="2753" y="792"/>
                      </a:cubicBezTo>
                      <a:cubicBezTo>
                        <a:pt x="2735" y="792"/>
                        <a:pt x="2717" y="795"/>
                        <a:pt x="2699" y="804"/>
                      </a:cubicBezTo>
                      <a:cubicBezTo>
                        <a:pt x="2637" y="827"/>
                        <a:pt x="2588" y="897"/>
                        <a:pt x="2536" y="897"/>
                      </a:cubicBezTo>
                      <a:cubicBezTo>
                        <a:pt x="2520" y="897"/>
                        <a:pt x="2505" y="891"/>
                        <a:pt x="2488" y="874"/>
                      </a:cubicBezTo>
                      <a:cubicBezTo>
                        <a:pt x="2468" y="854"/>
                        <a:pt x="2448" y="814"/>
                        <a:pt x="2408" y="804"/>
                      </a:cubicBezTo>
                      <a:cubicBezTo>
                        <a:pt x="2403" y="802"/>
                        <a:pt x="2396" y="800"/>
                        <a:pt x="2390" y="800"/>
                      </a:cubicBezTo>
                      <a:cubicBezTo>
                        <a:pt x="2372" y="800"/>
                        <a:pt x="2350" y="810"/>
                        <a:pt x="2328" y="824"/>
                      </a:cubicBezTo>
                      <a:cubicBezTo>
                        <a:pt x="2237" y="874"/>
                        <a:pt x="2097" y="864"/>
                        <a:pt x="2047" y="965"/>
                      </a:cubicBezTo>
                      <a:cubicBezTo>
                        <a:pt x="1936" y="1205"/>
                        <a:pt x="2107" y="1496"/>
                        <a:pt x="2127" y="1767"/>
                      </a:cubicBezTo>
                      <a:cubicBezTo>
                        <a:pt x="2147" y="1888"/>
                        <a:pt x="2157" y="2018"/>
                        <a:pt x="2097" y="2118"/>
                      </a:cubicBezTo>
                      <a:cubicBezTo>
                        <a:pt x="2062" y="2183"/>
                        <a:pt x="1995" y="2224"/>
                        <a:pt x="1934" y="2224"/>
                      </a:cubicBezTo>
                      <a:cubicBezTo>
                        <a:pt x="1891" y="2224"/>
                        <a:pt x="1851" y="2204"/>
                        <a:pt x="1826" y="2158"/>
                      </a:cubicBezTo>
                      <a:cubicBezTo>
                        <a:pt x="1796" y="2118"/>
                        <a:pt x="1796" y="2058"/>
                        <a:pt x="1786" y="2008"/>
                      </a:cubicBezTo>
                      <a:cubicBezTo>
                        <a:pt x="1776" y="1847"/>
                        <a:pt x="1696" y="1697"/>
                        <a:pt x="1646" y="1547"/>
                      </a:cubicBezTo>
                      <a:cubicBezTo>
                        <a:pt x="1595" y="1396"/>
                        <a:pt x="1736" y="1256"/>
                        <a:pt x="1706" y="1095"/>
                      </a:cubicBezTo>
                      <a:cubicBezTo>
                        <a:pt x="1686" y="955"/>
                        <a:pt x="1636" y="844"/>
                        <a:pt x="1545" y="764"/>
                      </a:cubicBezTo>
                      <a:cubicBezTo>
                        <a:pt x="1529" y="750"/>
                        <a:pt x="1511" y="744"/>
                        <a:pt x="1491" y="744"/>
                      </a:cubicBezTo>
                      <a:cubicBezTo>
                        <a:pt x="1412" y="744"/>
                        <a:pt x="1308" y="833"/>
                        <a:pt x="1240" y="833"/>
                      </a:cubicBezTo>
                      <a:cubicBezTo>
                        <a:pt x="1216" y="833"/>
                        <a:pt x="1197" y="822"/>
                        <a:pt x="1184" y="794"/>
                      </a:cubicBezTo>
                      <a:cubicBezTo>
                        <a:pt x="1136" y="699"/>
                        <a:pt x="1198" y="522"/>
                        <a:pt x="1109" y="522"/>
                      </a:cubicBezTo>
                      <a:cubicBezTo>
                        <a:pt x="1104" y="522"/>
                        <a:pt x="1099" y="522"/>
                        <a:pt x="1094" y="523"/>
                      </a:cubicBezTo>
                      <a:cubicBezTo>
                        <a:pt x="1064" y="533"/>
                        <a:pt x="1034" y="564"/>
                        <a:pt x="994" y="584"/>
                      </a:cubicBezTo>
                      <a:cubicBezTo>
                        <a:pt x="980" y="589"/>
                        <a:pt x="967" y="592"/>
                        <a:pt x="955" y="592"/>
                      </a:cubicBezTo>
                      <a:cubicBezTo>
                        <a:pt x="856" y="592"/>
                        <a:pt x="791" y="426"/>
                        <a:pt x="773" y="293"/>
                      </a:cubicBezTo>
                      <a:cubicBezTo>
                        <a:pt x="763" y="160"/>
                        <a:pt x="691" y="0"/>
                        <a:pt x="5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57" name="Google Shape;17957;p62"/>
                <p:cNvSpPr/>
                <p:nvPr/>
              </p:nvSpPr>
              <p:spPr>
                <a:xfrm>
                  <a:off x="2871498" y="2774853"/>
                  <a:ext cx="200352" cy="116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2906" extrusionOk="0">
                      <a:moveTo>
                        <a:pt x="4408" y="1"/>
                      </a:moveTo>
                      <a:cubicBezTo>
                        <a:pt x="4294" y="1"/>
                        <a:pt x="4232" y="121"/>
                        <a:pt x="4213" y="224"/>
                      </a:cubicBezTo>
                      <a:cubicBezTo>
                        <a:pt x="4205" y="330"/>
                        <a:pt x="4140" y="461"/>
                        <a:pt x="4042" y="461"/>
                      </a:cubicBezTo>
                      <a:cubicBezTo>
                        <a:pt x="4029" y="461"/>
                        <a:pt x="4016" y="459"/>
                        <a:pt x="4003" y="454"/>
                      </a:cubicBezTo>
                      <a:cubicBezTo>
                        <a:pt x="3963" y="444"/>
                        <a:pt x="3933" y="414"/>
                        <a:pt x="3892" y="404"/>
                      </a:cubicBezTo>
                      <a:cubicBezTo>
                        <a:pt x="3889" y="404"/>
                        <a:pt x="3886" y="404"/>
                        <a:pt x="3883" y="404"/>
                      </a:cubicBezTo>
                      <a:cubicBezTo>
                        <a:pt x="3796" y="404"/>
                        <a:pt x="3861" y="547"/>
                        <a:pt x="3812" y="625"/>
                      </a:cubicBezTo>
                      <a:cubicBezTo>
                        <a:pt x="3800" y="643"/>
                        <a:pt x="3783" y="650"/>
                        <a:pt x="3762" y="650"/>
                      </a:cubicBezTo>
                      <a:cubicBezTo>
                        <a:pt x="3693" y="650"/>
                        <a:pt x="3587" y="579"/>
                        <a:pt x="3507" y="579"/>
                      </a:cubicBezTo>
                      <a:cubicBezTo>
                        <a:pt x="3486" y="579"/>
                        <a:pt x="3467" y="583"/>
                        <a:pt x="3451" y="595"/>
                      </a:cubicBezTo>
                      <a:cubicBezTo>
                        <a:pt x="3351" y="665"/>
                        <a:pt x="3311" y="745"/>
                        <a:pt x="3291" y="855"/>
                      </a:cubicBezTo>
                      <a:cubicBezTo>
                        <a:pt x="3261" y="976"/>
                        <a:pt x="3391" y="1086"/>
                        <a:pt x="3351" y="1207"/>
                      </a:cubicBezTo>
                      <a:cubicBezTo>
                        <a:pt x="3301" y="1327"/>
                        <a:pt x="3220" y="1447"/>
                        <a:pt x="3200" y="1568"/>
                      </a:cubicBezTo>
                      <a:cubicBezTo>
                        <a:pt x="3200" y="1608"/>
                        <a:pt x="3200" y="1658"/>
                        <a:pt x="3170" y="1688"/>
                      </a:cubicBezTo>
                      <a:cubicBezTo>
                        <a:pt x="3146" y="1721"/>
                        <a:pt x="3104" y="1735"/>
                        <a:pt x="3060" y="1735"/>
                      </a:cubicBezTo>
                      <a:cubicBezTo>
                        <a:pt x="2997" y="1735"/>
                        <a:pt x="2929" y="1705"/>
                        <a:pt x="2899" y="1658"/>
                      </a:cubicBezTo>
                      <a:cubicBezTo>
                        <a:pt x="2839" y="1578"/>
                        <a:pt x="2849" y="1477"/>
                        <a:pt x="2859" y="1377"/>
                      </a:cubicBezTo>
                      <a:cubicBezTo>
                        <a:pt x="2889" y="1166"/>
                        <a:pt x="3060" y="936"/>
                        <a:pt x="2950" y="755"/>
                      </a:cubicBezTo>
                      <a:cubicBezTo>
                        <a:pt x="2889" y="675"/>
                        <a:pt x="2759" y="675"/>
                        <a:pt x="2659" y="645"/>
                      </a:cubicBezTo>
                      <a:cubicBezTo>
                        <a:pt x="2642" y="637"/>
                        <a:pt x="2620" y="622"/>
                        <a:pt x="2596" y="622"/>
                      </a:cubicBezTo>
                      <a:cubicBezTo>
                        <a:pt x="2590" y="622"/>
                        <a:pt x="2584" y="623"/>
                        <a:pt x="2578" y="625"/>
                      </a:cubicBezTo>
                      <a:cubicBezTo>
                        <a:pt x="2548" y="635"/>
                        <a:pt x="2528" y="665"/>
                        <a:pt x="2508" y="685"/>
                      </a:cubicBezTo>
                      <a:cubicBezTo>
                        <a:pt x="2492" y="696"/>
                        <a:pt x="2477" y="701"/>
                        <a:pt x="2461" y="701"/>
                      </a:cubicBezTo>
                      <a:cubicBezTo>
                        <a:pt x="2409" y="701"/>
                        <a:pt x="2359" y="648"/>
                        <a:pt x="2298" y="625"/>
                      </a:cubicBezTo>
                      <a:cubicBezTo>
                        <a:pt x="2279" y="618"/>
                        <a:pt x="2261" y="615"/>
                        <a:pt x="2242" y="615"/>
                      </a:cubicBezTo>
                      <a:cubicBezTo>
                        <a:pt x="2180" y="615"/>
                        <a:pt x="2119" y="645"/>
                        <a:pt x="2057" y="645"/>
                      </a:cubicBezTo>
                      <a:cubicBezTo>
                        <a:pt x="1987" y="645"/>
                        <a:pt x="1967" y="735"/>
                        <a:pt x="1977" y="795"/>
                      </a:cubicBezTo>
                      <a:cubicBezTo>
                        <a:pt x="1977" y="855"/>
                        <a:pt x="2007" y="926"/>
                        <a:pt x="1987" y="986"/>
                      </a:cubicBezTo>
                      <a:cubicBezTo>
                        <a:pt x="1977" y="1026"/>
                        <a:pt x="1947" y="1066"/>
                        <a:pt x="1926" y="1116"/>
                      </a:cubicBezTo>
                      <a:cubicBezTo>
                        <a:pt x="1896" y="1217"/>
                        <a:pt x="1936" y="1317"/>
                        <a:pt x="1936" y="1417"/>
                      </a:cubicBezTo>
                      <a:cubicBezTo>
                        <a:pt x="1928" y="1499"/>
                        <a:pt x="1847" y="1607"/>
                        <a:pt x="1769" y="1607"/>
                      </a:cubicBezTo>
                      <a:cubicBezTo>
                        <a:pt x="1751" y="1607"/>
                        <a:pt x="1733" y="1601"/>
                        <a:pt x="1716" y="1588"/>
                      </a:cubicBezTo>
                      <a:cubicBezTo>
                        <a:pt x="1565" y="1467"/>
                        <a:pt x="1786" y="1267"/>
                        <a:pt x="1756" y="1096"/>
                      </a:cubicBezTo>
                      <a:cubicBezTo>
                        <a:pt x="1726" y="956"/>
                        <a:pt x="1565" y="825"/>
                        <a:pt x="1415" y="815"/>
                      </a:cubicBezTo>
                      <a:cubicBezTo>
                        <a:pt x="1244" y="815"/>
                        <a:pt x="1144" y="1036"/>
                        <a:pt x="1114" y="1176"/>
                      </a:cubicBezTo>
                      <a:cubicBezTo>
                        <a:pt x="1094" y="1277"/>
                        <a:pt x="1154" y="1377"/>
                        <a:pt x="1084" y="1447"/>
                      </a:cubicBezTo>
                      <a:cubicBezTo>
                        <a:pt x="1061" y="1474"/>
                        <a:pt x="1031" y="1485"/>
                        <a:pt x="999" y="1485"/>
                      </a:cubicBezTo>
                      <a:cubicBezTo>
                        <a:pt x="948" y="1485"/>
                        <a:pt x="889" y="1458"/>
                        <a:pt x="833" y="1427"/>
                      </a:cubicBezTo>
                      <a:cubicBezTo>
                        <a:pt x="826" y="1424"/>
                        <a:pt x="819" y="1422"/>
                        <a:pt x="813" y="1422"/>
                      </a:cubicBezTo>
                      <a:cubicBezTo>
                        <a:pt x="747" y="1422"/>
                        <a:pt x="715" y="1590"/>
                        <a:pt x="633" y="1618"/>
                      </a:cubicBezTo>
                      <a:cubicBezTo>
                        <a:pt x="619" y="1623"/>
                        <a:pt x="606" y="1625"/>
                        <a:pt x="593" y="1625"/>
                      </a:cubicBezTo>
                      <a:cubicBezTo>
                        <a:pt x="527" y="1625"/>
                        <a:pt x="464" y="1568"/>
                        <a:pt x="422" y="1517"/>
                      </a:cubicBezTo>
                      <a:cubicBezTo>
                        <a:pt x="382" y="1457"/>
                        <a:pt x="342" y="1377"/>
                        <a:pt x="251" y="1357"/>
                      </a:cubicBezTo>
                      <a:cubicBezTo>
                        <a:pt x="247" y="1356"/>
                        <a:pt x="243" y="1355"/>
                        <a:pt x="239" y="1355"/>
                      </a:cubicBezTo>
                      <a:cubicBezTo>
                        <a:pt x="162" y="1355"/>
                        <a:pt x="77" y="1619"/>
                        <a:pt x="1" y="1638"/>
                      </a:cubicBezTo>
                      <a:lnTo>
                        <a:pt x="1" y="2902"/>
                      </a:lnTo>
                      <a:cubicBezTo>
                        <a:pt x="136" y="2904"/>
                        <a:pt x="271" y="2905"/>
                        <a:pt x="407" y="2905"/>
                      </a:cubicBezTo>
                      <a:cubicBezTo>
                        <a:pt x="1355" y="2905"/>
                        <a:pt x="2301" y="2844"/>
                        <a:pt x="3240" y="2721"/>
                      </a:cubicBezTo>
                      <a:cubicBezTo>
                        <a:pt x="3423" y="2700"/>
                        <a:pt x="3605" y="2674"/>
                        <a:pt x="3784" y="2674"/>
                      </a:cubicBezTo>
                      <a:cubicBezTo>
                        <a:pt x="3861" y="2674"/>
                        <a:pt x="3937" y="2679"/>
                        <a:pt x="4013" y="2691"/>
                      </a:cubicBezTo>
                      <a:cubicBezTo>
                        <a:pt x="4170" y="2712"/>
                        <a:pt x="4333" y="2760"/>
                        <a:pt x="4484" y="2760"/>
                      </a:cubicBezTo>
                      <a:cubicBezTo>
                        <a:pt x="4554" y="2760"/>
                        <a:pt x="4621" y="2750"/>
                        <a:pt x="4685" y="2721"/>
                      </a:cubicBezTo>
                      <a:cubicBezTo>
                        <a:pt x="4895" y="2621"/>
                        <a:pt x="4946" y="2380"/>
                        <a:pt x="4956" y="2169"/>
                      </a:cubicBezTo>
                      <a:cubicBezTo>
                        <a:pt x="4966" y="1949"/>
                        <a:pt x="4996" y="1698"/>
                        <a:pt x="4875" y="1507"/>
                      </a:cubicBezTo>
                      <a:cubicBezTo>
                        <a:pt x="4755" y="1327"/>
                        <a:pt x="4635" y="1227"/>
                        <a:pt x="4615" y="996"/>
                      </a:cubicBezTo>
                      <a:cubicBezTo>
                        <a:pt x="4585" y="715"/>
                        <a:pt x="4564" y="434"/>
                        <a:pt x="4554" y="163"/>
                      </a:cubicBezTo>
                      <a:cubicBezTo>
                        <a:pt x="4544" y="93"/>
                        <a:pt x="4514" y="13"/>
                        <a:pt x="4434" y="3"/>
                      </a:cubicBezTo>
                      <a:cubicBezTo>
                        <a:pt x="4425" y="1"/>
                        <a:pt x="4416" y="1"/>
                        <a:pt x="44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58" name="Google Shape;17958;p62"/>
                <p:cNvSpPr/>
                <p:nvPr/>
              </p:nvSpPr>
              <p:spPr>
                <a:xfrm>
                  <a:off x="2695323" y="2774853"/>
                  <a:ext cx="200352" cy="116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2906" extrusionOk="0">
                      <a:moveTo>
                        <a:pt x="4417" y="1"/>
                      </a:moveTo>
                      <a:cubicBezTo>
                        <a:pt x="4304" y="1"/>
                        <a:pt x="4242" y="121"/>
                        <a:pt x="4223" y="224"/>
                      </a:cubicBezTo>
                      <a:cubicBezTo>
                        <a:pt x="4205" y="330"/>
                        <a:pt x="4140" y="461"/>
                        <a:pt x="4041" y="461"/>
                      </a:cubicBezTo>
                      <a:cubicBezTo>
                        <a:pt x="4029" y="461"/>
                        <a:pt x="4016" y="459"/>
                        <a:pt x="4002" y="454"/>
                      </a:cubicBezTo>
                      <a:cubicBezTo>
                        <a:pt x="3962" y="444"/>
                        <a:pt x="3942" y="414"/>
                        <a:pt x="3902" y="404"/>
                      </a:cubicBezTo>
                      <a:cubicBezTo>
                        <a:pt x="3899" y="404"/>
                        <a:pt x="3895" y="404"/>
                        <a:pt x="3892" y="404"/>
                      </a:cubicBezTo>
                      <a:cubicBezTo>
                        <a:pt x="3796" y="404"/>
                        <a:pt x="3860" y="547"/>
                        <a:pt x="3812" y="625"/>
                      </a:cubicBezTo>
                      <a:cubicBezTo>
                        <a:pt x="3802" y="643"/>
                        <a:pt x="3786" y="650"/>
                        <a:pt x="3765" y="650"/>
                      </a:cubicBezTo>
                      <a:cubicBezTo>
                        <a:pt x="3699" y="650"/>
                        <a:pt x="3589" y="579"/>
                        <a:pt x="3507" y="579"/>
                      </a:cubicBezTo>
                      <a:cubicBezTo>
                        <a:pt x="3486" y="579"/>
                        <a:pt x="3467" y="583"/>
                        <a:pt x="3451" y="595"/>
                      </a:cubicBezTo>
                      <a:cubicBezTo>
                        <a:pt x="3360" y="665"/>
                        <a:pt x="3320" y="745"/>
                        <a:pt x="3290" y="855"/>
                      </a:cubicBezTo>
                      <a:cubicBezTo>
                        <a:pt x="3270" y="976"/>
                        <a:pt x="3401" y="1086"/>
                        <a:pt x="3350" y="1207"/>
                      </a:cubicBezTo>
                      <a:cubicBezTo>
                        <a:pt x="3310" y="1327"/>
                        <a:pt x="3230" y="1447"/>
                        <a:pt x="3210" y="1568"/>
                      </a:cubicBezTo>
                      <a:cubicBezTo>
                        <a:pt x="3200" y="1608"/>
                        <a:pt x="3200" y="1658"/>
                        <a:pt x="3170" y="1688"/>
                      </a:cubicBezTo>
                      <a:cubicBezTo>
                        <a:pt x="3145" y="1721"/>
                        <a:pt x="3105" y="1735"/>
                        <a:pt x="3063" y="1735"/>
                      </a:cubicBezTo>
                      <a:cubicBezTo>
                        <a:pt x="3002" y="1735"/>
                        <a:pt x="2935" y="1705"/>
                        <a:pt x="2899" y="1658"/>
                      </a:cubicBezTo>
                      <a:cubicBezTo>
                        <a:pt x="2849" y="1578"/>
                        <a:pt x="2859" y="1477"/>
                        <a:pt x="2869" y="1377"/>
                      </a:cubicBezTo>
                      <a:cubicBezTo>
                        <a:pt x="2899" y="1166"/>
                        <a:pt x="3070" y="936"/>
                        <a:pt x="2949" y="755"/>
                      </a:cubicBezTo>
                      <a:cubicBezTo>
                        <a:pt x="2899" y="675"/>
                        <a:pt x="2759" y="675"/>
                        <a:pt x="2668" y="645"/>
                      </a:cubicBezTo>
                      <a:cubicBezTo>
                        <a:pt x="2644" y="637"/>
                        <a:pt x="2620" y="622"/>
                        <a:pt x="2601" y="622"/>
                      </a:cubicBezTo>
                      <a:cubicBezTo>
                        <a:pt x="2596" y="622"/>
                        <a:pt x="2592" y="623"/>
                        <a:pt x="2588" y="625"/>
                      </a:cubicBezTo>
                      <a:cubicBezTo>
                        <a:pt x="2548" y="635"/>
                        <a:pt x="2538" y="665"/>
                        <a:pt x="2508" y="685"/>
                      </a:cubicBezTo>
                      <a:cubicBezTo>
                        <a:pt x="2492" y="696"/>
                        <a:pt x="2476" y="701"/>
                        <a:pt x="2461" y="701"/>
                      </a:cubicBezTo>
                      <a:cubicBezTo>
                        <a:pt x="2409" y="701"/>
                        <a:pt x="2359" y="648"/>
                        <a:pt x="2297" y="625"/>
                      </a:cubicBezTo>
                      <a:cubicBezTo>
                        <a:pt x="2279" y="618"/>
                        <a:pt x="2261" y="615"/>
                        <a:pt x="2243" y="615"/>
                      </a:cubicBezTo>
                      <a:cubicBezTo>
                        <a:pt x="2183" y="615"/>
                        <a:pt x="2126" y="645"/>
                        <a:pt x="2056" y="645"/>
                      </a:cubicBezTo>
                      <a:cubicBezTo>
                        <a:pt x="1986" y="645"/>
                        <a:pt x="1966" y="735"/>
                        <a:pt x="1976" y="795"/>
                      </a:cubicBezTo>
                      <a:cubicBezTo>
                        <a:pt x="1986" y="855"/>
                        <a:pt x="2006" y="926"/>
                        <a:pt x="1996" y="986"/>
                      </a:cubicBezTo>
                      <a:cubicBezTo>
                        <a:pt x="1986" y="1026"/>
                        <a:pt x="1946" y="1066"/>
                        <a:pt x="1936" y="1116"/>
                      </a:cubicBezTo>
                      <a:cubicBezTo>
                        <a:pt x="1896" y="1217"/>
                        <a:pt x="1946" y="1317"/>
                        <a:pt x="1936" y="1417"/>
                      </a:cubicBezTo>
                      <a:cubicBezTo>
                        <a:pt x="1936" y="1499"/>
                        <a:pt x="1850" y="1607"/>
                        <a:pt x="1775" y="1607"/>
                      </a:cubicBezTo>
                      <a:cubicBezTo>
                        <a:pt x="1757" y="1607"/>
                        <a:pt x="1741" y="1601"/>
                        <a:pt x="1725" y="1588"/>
                      </a:cubicBezTo>
                      <a:cubicBezTo>
                        <a:pt x="1565" y="1467"/>
                        <a:pt x="1796" y="1267"/>
                        <a:pt x="1756" y="1096"/>
                      </a:cubicBezTo>
                      <a:cubicBezTo>
                        <a:pt x="1735" y="956"/>
                        <a:pt x="1575" y="825"/>
                        <a:pt x="1415" y="815"/>
                      </a:cubicBezTo>
                      <a:cubicBezTo>
                        <a:pt x="1244" y="815"/>
                        <a:pt x="1144" y="1036"/>
                        <a:pt x="1114" y="1176"/>
                      </a:cubicBezTo>
                      <a:cubicBezTo>
                        <a:pt x="1094" y="1277"/>
                        <a:pt x="1154" y="1377"/>
                        <a:pt x="1094" y="1447"/>
                      </a:cubicBezTo>
                      <a:cubicBezTo>
                        <a:pt x="1070" y="1474"/>
                        <a:pt x="1041" y="1485"/>
                        <a:pt x="1009" y="1485"/>
                      </a:cubicBezTo>
                      <a:cubicBezTo>
                        <a:pt x="957" y="1485"/>
                        <a:pt x="898" y="1458"/>
                        <a:pt x="843" y="1427"/>
                      </a:cubicBezTo>
                      <a:cubicBezTo>
                        <a:pt x="835" y="1424"/>
                        <a:pt x="827" y="1422"/>
                        <a:pt x="820" y="1422"/>
                      </a:cubicBezTo>
                      <a:cubicBezTo>
                        <a:pt x="748" y="1422"/>
                        <a:pt x="723" y="1590"/>
                        <a:pt x="632" y="1618"/>
                      </a:cubicBezTo>
                      <a:cubicBezTo>
                        <a:pt x="619" y="1623"/>
                        <a:pt x="606" y="1625"/>
                        <a:pt x="593" y="1625"/>
                      </a:cubicBezTo>
                      <a:cubicBezTo>
                        <a:pt x="526" y="1625"/>
                        <a:pt x="465" y="1568"/>
                        <a:pt x="432" y="1517"/>
                      </a:cubicBezTo>
                      <a:cubicBezTo>
                        <a:pt x="381" y="1457"/>
                        <a:pt x="341" y="1377"/>
                        <a:pt x="261" y="1357"/>
                      </a:cubicBezTo>
                      <a:cubicBezTo>
                        <a:pt x="257" y="1356"/>
                        <a:pt x="253" y="1355"/>
                        <a:pt x="249" y="1355"/>
                      </a:cubicBezTo>
                      <a:cubicBezTo>
                        <a:pt x="171" y="1355"/>
                        <a:pt x="77" y="1619"/>
                        <a:pt x="0" y="1638"/>
                      </a:cubicBezTo>
                      <a:lnTo>
                        <a:pt x="0" y="2902"/>
                      </a:lnTo>
                      <a:cubicBezTo>
                        <a:pt x="136" y="2904"/>
                        <a:pt x="271" y="2905"/>
                        <a:pt x="407" y="2905"/>
                      </a:cubicBezTo>
                      <a:cubicBezTo>
                        <a:pt x="1357" y="2905"/>
                        <a:pt x="2311" y="2844"/>
                        <a:pt x="3250" y="2721"/>
                      </a:cubicBezTo>
                      <a:cubicBezTo>
                        <a:pt x="3425" y="2700"/>
                        <a:pt x="3606" y="2674"/>
                        <a:pt x="3787" y="2674"/>
                      </a:cubicBezTo>
                      <a:cubicBezTo>
                        <a:pt x="3865" y="2674"/>
                        <a:pt x="3944" y="2679"/>
                        <a:pt x="4022" y="2691"/>
                      </a:cubicBezTo>
                      <a:cubicBezTo>
                        <a:pt x="4173" y="2712"/>
                        <a:pt x="4333" y="2760"/>
                        <a:pt x="4484" y="2760"/>
                      </a:cubicBezTo>
                      <a:cubicBezTo>
                        <a:pt x="4553" y="2760"/>
                        <a:pt x="4621" y="2750"/>
                        <a:pt x="4684" y="2721"/>
                      </a:cubicBezTo>
                      <a:cubicBezTo>
                        <a:pt x="4895" y="2621"/>
                        <a:pt x="4945" y="2380"/>
                        <a:pt x="4955" y="2169"/>
                      </a:cubicBezTo>
                      <a:cubicBezTo>
                        <a:pt x="4965" y="1949"/>
                        <a:pt x="4995" y="1698"/>
                        <a:pt x="4875" y="1507"/>
                      </a:cubicBezTo>
                      <a:cubicBezTo>
                        <a:pt x="4755" y="1327"/>
                        <a:pt x="4644" y="1227"/>
                        <a:pt x="4624" y="996"/>
                      </a:cubicBezTo>
                      <a:cubicBezTo>
                        <a:pt x="4594" y="715"/>
                        <a:pt x="4574" y="434"/>
                        <a:pt x="4554" y="163"/>
                      </a:cubicBezTo>
                      <a:cubicBezTo>
                        <a:pt x="4554" y="93"/>
                        <a:pt x="4524" y="13"/>
                        <a:pt x="4444" y="3"/>
                      </a:cubicBezTo>
                      <a:cubicBezTo>
                        <a:pt x="4435" y="1"/>
                        <a:pt x="4426" y="1"/>
                        <a:pt x="44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grpSp>
          <p:nvGrpSpPr>
            <p:cNvPr id="17959" name="Google Shape;17959;p62"/>
            <p:cNvGrpSpPr/>
            <p:nvPr/>
          </p:nvGrpSpPr>
          <p:grpSpPr>
            <a:xfrm rot="-277967" flipH="1">
              <a:off x="-32501" y="3578675"/>
              <a:ext cx="4320171" cy="935952"/>
              <a:chOff x="4963752" y="4000536"/>
              <a:chExt cx="2501340" cy="541907"/>
            </a:xfrm>
          </p:grpSpPr>
          <p:sp>
            <p:nvSpPr>
              <p:cNvPr id="17960" name="Google Shape;17960;p62"/>
              <p:cNvSpPr/>
              <p:nvPr/>
            </p:nvSpPr>
            <p:spPr>
              <a:xfrm>
                <a:off x="5654130" y="4242777"/>
                <a:ext cx="302221" cy="80900"/>
              </a:xfrm>
              <a:custGeom>
                <a:avLst/>
                <a:gdLst/>
                <a:ahLst/>
                <a:cxnLst/>
                <a:rect l="l" t="t" r="r" b="b"/>
                <a:pathLst>
                  <a:path w="6743" h="1805" extrusionOk="0">
                    <a:moveTo>
                      <a:pt x="3531" y="1"/>
                    </a:moveTo>
                    <a:cubicBezTo>
                      <a:pt x="3435" y="1"/>
                      <a:pt x="3356" y="63"/>
                      <a:pt x="3341" y="228"/>
                    </a:cubicBezTo>
                    <a:cubicBezTo>
                      <a:pt x="3310" y="178"/>
                      <a:pt x="3270" y="97"/>
                      <a:pt x="3210" y="77"/>
                    </a:cubicBezTo>
                    <a:cubicBezTo>
                      <a:pt x="3189" y="66"/>
                      <a:pt x="3168" y="60"/>
                      <a:pt x="3146" y="60"/>
                    </a:cubicBezTo>
                    <a:cubicBezTo>
                      <a:pt x="2960" y="60"/>
                      <a:pt x="2757" y="455"/>
                      <a:pt x="2739" y="689"/>
                    </a:cubicBezTo>
                    <a:cubicBezTo>
                      <a:pt x="2679" y="639"/>
                      <a:pt x="2608" y="649"/>
                      <a:pt x="2548" y="629"/>
                    </a:cubicBezTo>
                    <a:cubicBezTo>
                      <a:pt x="2548" y="689"/>
                      <a:pt x="2518" y="739"/>
                      <a:pt x="2528" y="799"/>
                    </a:cubicBezTo>
                    <a:cubicBezTo>
                      <a:pt x="2433" y="745"/>
                      <a:pt x="2320" y="618"/>
                      <a:pt x="2226" y="618"/>
                    </a:cubicBezTo>
                    <a:cubicBezTo>
                      <a:pt x="2181" y="618"/>
                      <a:pt x="2139" y="648"/>
                      <a:pt x="2107" y="729"/>
                    </a:cubicBezTo>
                    <a:cubicBezTo>
                      <a:pt x="2028" y="662"/>
                      <a:pt x="1946" y="607"/>
                      <a:pt x="1872" y="607"/>
                    </a:cubicBezTo>
                    <a:cubicBezTo>
                      <a:pt x="1814" y="607"/>
                      <a:pt x="1760" y="641"/>
                      <a:pt x="1716" y="729"/>
                    </a:cubicBezTo>
                    <a:cubicBezTo>
                      <a:pt x="1655" y="654"/>
                      <a:pt x="1520" y="470"/>
                      <a:pt x="1428" y="470"/>
                    </a:cubicBezTo>
                    <a:cubicBezTo>
                      <a:pt x="1398" y="470"/>
                      <a:pt x="1372" y="489"/>
                      <a:pt x="1354" y="539"/>
                    </a:cubicBezTo>
                    <a:cubicBezTo>
                      <a:pt x="1320" y="445"/>
                      <a:pt x="1273" y="407"/>
                      <a:pt x="1220" y="407"/>
                    </a:cubicBezTo>
                    <a:cubicBezTo>
                      <a:pt x="1166" y="407"/>
                      <a:pt x="1105" y="447"/>
                      <a:pt x="1044" y="509"/>
                    </a:cubicBezTo>
                    <a:cubicBezTo>
                      <a:pt x="953" y="408"/>
                      <a:pt x="893" y="278"/>
                      <a:pt x="763" y="258"/>
                    </a:cubicBezTo>
                    <a:cubicBezTo>
                      <a:pt x="760" y="257"/>
                      <a:pt x="757" y="257"/>
                      <a:pt x="754" y="257"/>
                    </a:cubicBezTo>
                    <a:cubicBezTo>
                      <a:pt x="678" y="257"/>
                      <a:pt x="620" y="381"/>
                      <a:pt x="562" y="448"/>
                    </a:cubicBezTo>
                    <a:cubicBezTo>
                      <a:pt x="527" y="421"/>
                      <a:pt x="494" y="409"/>
                      <a:pt x="463" y="409"/>
                    </a:cubicBezTo>
                    <a:cubicBezTo>
                      <a:pt x="335" y="409"/>
                      <a:pt x="245" y="612"/>
                      <a:pt x="221" y="749"/>
                    </a:cubicBezTo>
                    <a:cubicBezTo>
                      <a:pt x="0" y="890"/>
                      <a:pt x="161" y="1221"/>
                      <a:pt x="341" y="1361"/>
                    </a:cubicBezTo>
                    <a:cubicBezTo>
                      <a:pt x="552" y="1522"/>
                      <a:pt x="893" y="1522"/>
                      <a:pt x="1134" y="1532"/>
                    </a:cubicBezTo>
                    <a:cubicBezTo>
                      <a:pt x="1675" y="1572"/>
                      <a:pt x="2207" y="1702"/>
                      <a:pt x="2749" y="1772"/>
                    </a:cubicBezTo>
                    <a:cubicBezTo>
                      <a:pt x="2920" y="1795"/>
                      <a:pt x="3090" y="1805"/>
                      <a:pt x="3261" y="1805"/>
                    </a:cubicBezTo>
                    <a:cubicBezTo>
                      <a:pt x="3983" y="1805"/>
                      <a:pt x="4707" y="1636"/>
                      <a:pt x="5437" y="1612"/>
                    </a:cubicBezTo>
                    <a:cubicBezTo>
                      <a:pt x="5668" y="1602"/>
                      <a:pt x="6671" y="1652"/>
                      <a:pt x="6711" y="1211"/>
                    </a:cubicBezTo>
                    <a:cubicBezTo>
                      <a:pt x="6742" y="951"/>
                      <a:pt x="6421" y="684"/>
                      <a:pt x="6180" y="684"/>
                    </a:cubicBezTo>
                    <a:cubicBezTo>
                      <a:pt x="6114" y="684"/>
                      <a:pt x="6054" y="704"/>
                      <a:pt x="6009" y="749"/>
                    </a:cubicBezTo>
                    <a:cubicBezTo>
                      <a:pt x="5967" y="642"/>
                      <a:pt x="5872" y="602"/>
                      <a:pt x="5763" y="602"/>
                    </a:cubicBezTo>
                    <a:cubicBezTo>
                      <a:pt x="5586" y="602"/>
                      <a:pt x="5373" y="706"/>
                      <a:pt x="5286" y="799"/>
                    </a:cubicBezTo>
                    <a:cubicBezTo>
                      <a:pt x="5216" y="736"/>
                      <a:pt x="5127" y="693"/>
                      <a:pt x="5042" y="693"/>
                    </a:cubicBezTo>
                    <a:cubicBezTo>
                      <a:pt x="5005" y="693"/>
                      <a:pt x="4969" y="701"/>
                      <a:pt x="4935" y="719"/>
                    </a:cubicBezTo>
                    <a:cubicBezTo>
                      <a:pt x="4888" y="636"/>
                      <a:pt x="4792" y="557"/>
                      <a:pt x="4715" y="557"/>
                    </a:cubicBezTo>
                    <a:cubicBezTo>
                      <a:pt x="4661" y="557"/>
                      <a:pt x="4617" y="596"/>
                      <a:pt x="4604" y="699"/>
                    </a:cubicBezTo>
                    <a:cubicBezTo>
                      <a:pt x="4566" y="544"/>
                      <a:pt x="4454" y="485"/>
                      <a:pt x="4327" y="485"/>
                    </a:cubicBezTo>
                    <a:cubicBezTo>
                      <a:pt x="4290" y="485"/>
                      <a:pt x="4252" y="489"/>
                      <a:pt x="4213" y="498"/>
                    </a:cubicBezTo>
                    <a:cubicBezTo>
                      <a:pt x="4223" y="353"/>
                      <a:pt x="4046" y="227"/>
                      <a:pt x="3926" y="227"/>
                    </a:cubicBezTo>
                    <a:cubicBezTo>
                      <a:pt x="3921" y="227"/>
                      <a:pt x="3917" y="227"/>
                      <a:pt x="3912" y="228"/>
                    </a:cubicBezTo>
                    <a:lnTo>
                      <a:pt x="3932" y="298"/>
                    </a:lnTo>
                    <a:cubicBezTo>
                      <a:pt x="3871" y="151"/>
                      <a:pt x="3680" y="1"/>
                      <a:pt x="353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17961" name="Google Shape;17961;p62"/>
              <p:cNvGrpSpPr/>
              <p:nvPr/>
            </p:nvGrpSpPr>
            <p:grpSpPr>
              <a:xfrm rot="-278360">
                <a:off x="6533282" y="4037668"/>
                <a:ext cx="925757" cy="187175"/>
                <a:chOff x="1255200" y="4115196"/>
                <a:chExt cx="828298" cy="167470"/>
              </a:xfrm>
            </p:grpSpPr>
            <p:sp>
              <p:nvSpPr>
                <p:cNvPr id="17962" name="Google Shape;17962;p62"/>
                <p:cNvSpPr/>
                <p:nvPr/>
              </p:nvSpPr>
              <p:spPr>
                <a:xfrm>
                  <a:off x="1806305" y="4141304"/>
                  <a:ext cx="203600" cy="110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7" h="2756" extrusionOk="0">
                      <a:moveTo>
                        <a:pt x="4069" y="1"/>
                      </a:moveTo>
                      <a:cubicBezTo>
                        <a:pt x="3971" y="1"/>
                        <a:pt x="3853" y="67"/>
                        <a:pt x="3762" y="224"/>
                      </a:cubicBezTo>
                      <a:cubicBezTo>
                        <a:pt x="3742" y="204"/>
                        <a:pt x="3732" y="174"/>
                        <a:pt x="3712" y="154"/>
                      </a:cubicBezTo>
                      <a:cubicBezTo>
                        <a:pt x="3632" y="224"/>
                        <a:pt x="3562" y="324"/>
                        <a:pt x="3511" y="425"/>
                      </a:cubicBezTo>
                      <a:cubicBezTo>
                        <a:pt x="3478" y="387"/>
                        <a:pt x="3447" y="371"/>
                        <a:pt x="3417" y="371"/>
                      </a:cubicBezTo>
                      <a:cubicBezTo>
                        <a:pt x="3240" y="371"/>
                        <a:pt x="3124" y="949"/>
                        <a:pt x="3090" y="1087"/>
                      </a:cubicBezTo>
                      <a:cubicBezTo>
                        <a:pt x="3054" y="997"/>
                        <a:pt x="2994" y="923"/>
                        <a:pt x="2910" y="923"/>
                      </a:cubicBezTo>
                      <a:cubicBezTo>
                        <a:pt x="2900" y="923"/>
                        <a:pt x="2890" y="924"/>
                        <a:pt x="2879" y="926"/>
                      </a:cubicBezTo>
                      <a:cubicBezTo>
                        <a:pt x="2739" y="966"/>
                        <a:pt x="2719" y="1137"/>
                        <a:pt x="2719" y="1368"/>
                      </a:cubicBezTo>
                      <a:cubicBezTo>
                        <a:pt x="2729" y="1608"/>
                        <a:pt x="2849" y="1699"/>
                        <a:pt x="2859" y="1939"/>
                      </a:cubicBezTo>
                      <a:cubicBezTo>
                        <a:pt x="2830" y="1916"/>
                        <a:pt x="2808" y="1906"/>
                        <a:pt x="2784" y="1906"/>
                      </a:cubicBezTo>
                      <a:cubicBezTo>
                        <a:pt x="2767" y="1906"/>
                        <a:pt x="2750" y="1911"/>
                        <a:pt x="2729" y="1919"/>
                      </a:cubicBezTo>
                      <a:cubicBezTo>
                        <a:pt x="2619" y="1959"/>
                        <a:pt x="2669" y="2030"/>
                        <a:pt x="2639" y="2090"/>
                      </a:cubicBezTo>
                      <a:cubicBezTo>
                        <a:pt x="2619" y="2058"/>
                        <a:pt x="2573" y="2045"/>
                        <a:pt x="2523" y="2045"/>
                      </a:cubicBezTo>
                      <a:cubicBezTo>
                        <a:pt x="2447" y="2045"/>
                        <a:pt x="2362" y="2074"/>
                        <a:pt x="2338" y="2110"/>
                      </a:cubicBezTo>
                      <a:cubicBezTo>
                        <a:pt x="2299" y="1983"/>
                        <a:pt x="2317" y="1829"/>
                        <a:pt x="2208" y="1829"/>
                      </a:cubicBezTo>
                      <a:cubicBezTo>
                        <a:pt x="2204" y="1829"/>
                        <a:pt x="2201" y="1829"/>
                        <a:pt x="2197" y="1829"/>
                      </a:cubicBezTo>
                      <a:cubicBezTo>
                        <a:pt x="2188" y="1829"/>
                        <a:pt x="2179" y="1830"/>
                        <a:pt x="2170" y="1830"/>
                      </a:cubicBezTo>
                      <a:cubicBezTo>
                        <a:pt x="2060" y="1830"/>
                        <a:pt x="1957" y="1804"/>
                        <a:pt x="1870" y="1804"/>
                      </a:cubicBezTo>
                      <a:cubicBezTo>
                        <a:pt x="1776" y="1804"/>
                        <a:pt x="1701" y="1834"/>
                        <a:pt x="1656" y="1959"/>
                      </a:cubicBezTo>
                      <a:cubicBezTo>
                        <a:pt x="1568" y="1928"/>
                        <a:pt x="1454" y="1882"/>
                        <a:pt x="1357" y="1882"/>
                      </a:cubicBezTo>
                      <a:cubicBezTo>
                        <a:pt x="1265" y="1882"/>
                        <a:pt x="1189" y="1923"/>
                        <a:pt x="1164" y="2060"/>
                      </a:cubicBezTo>
                      <a:cubicBezTo>
                        <a:pt x="1023" y="1978"/>
                        <a:pt x="942" y="1929"/>
                        <a:pt x="868" y="1929"/>
                      </a:cubicBezTo>
                      <a:cubicBezTo>
                        <a:pt x="779" y="1929"/>
                        <a:pt x="701" y="2000"/>
                        <a:pt x="542" y="2170"/>
                      </a:cubicBezTo>
                      <a:cubicBezTo>
                        <a:pt x="468" y="2111"/>
                        <a:pt x="401" y="2086"/>
                        <a:pt x="341" y="2086"/>
                      </a:cubicBezTo>
                      <a:cubicBezTo>
                        <a:pt x="167" y="2086"/>
                        <a:pt x="53" y="2299"/>
                        <a:pt x="1" y="2501"/>
                      </a:cubicBezTo>
                      <a:cubicBezTo>
                        <a:pt x="161" y="2601"/>
                        <a:pt x="282" y="2672"/>
                        <a:pt x="582" y="2712"/>
                      </a:cubicBezTo>
                      <a:cubicBezTo>
                        <a:pt x="738" y="2732"/>
                        <a:pt x="893" y="2739"/>
                        <a:pt x="1050" y="2739"/>
                      </a:cubicBezTo>
                      <a:cubicBezTo>
                        <a:pt x="1207" y="2739"/>
                        <a:pt x="1365" y="2732"/>
                        <a:pt x="1525" y="2722"/>
                      </a:cubicBezTo>
                      <a:cubicBezTo>
                        <a:pt x="1556" y="2721"/>
                        <a:pt x="1586" y="2721"/>
                        <a:pt x="1617" y="2721"/>
                      </a:cubicBezTo>
                      <a:cubicBezTo>
                        <a:pt x="1920" y="2721"/>
                        <a:pt x="2218" y="2756"/>
                        <a:pt x="2520" y="2756"/>
                      </a:cubicBezTo>
                      <a:cubicBezTo>
                        <a:pt x="2576" y="2756"/>
                        <a:pt x="2632" y="2755"/>
                        <a:pt x="2689" y="2752"/>
                      </a:cubicBezTo>
                      <a:cubicBezTo>
                        <a:pt x="3221" y="2732"/>
                        <a:pt x="3722" y="2531"/>
                        <a:pt x="4244" y="2501"/>
                      </a:cubicBezTo>
                      <a:cubicBezTo>
                        <a:pt x="4424" y="2491"/>
                        <a:pt x="5076" y="2491"/>
                        <a:pt x="4916" y="2150"/>
                      </a:cubicBezTo>
                      <a:cubicBezTo>
                        <a:pt x="4956" y="2140"/>
                        <a:pt x="4996" y="2090"/>
                        <a:pt x="5036" y="2080"/>
                      </a:cubicBezTo>
                      <a:cubicBezTo>
                        <a:pt x="4956" y="1969"/>
                        <a:pt x="4815" y="1849"/>
                        <a:pt x="4765" y="1759"/>
                      </a:cubicBezTo>
                      <a:cubicBezTo>
                        <a:pt x="4765" y="1759"/>
                        <a:pt x="4795" y="1659"/>
                        <a:pt x="4775" y="1628"/>
                      </a:cubicBezTo>
                      <a:cubicBezTo>
                        <a:pt x="4765" y="1598"/>
                        <a:pt x="4615" y="1508"/>
                        <a:pt x="4575" y="1478"/>
                      </a:cubicBezTo>
                      <a:lnTo>
                        <a:pt x="4575" y="1478"/>
                      </a:lnTo>
                      <a:cubicBezTo>
                        <a:pt x="4588" y="1480"/>
                        <a:pt x="4600" y="1480"/>
                        <a:pt x="4611" y="1480"/>
                      </a:cubicBezTo>
                      <a:cubicBezTo>
                        <a:pt x="4803" y="1480"/>
                        <a:pt x="4697" y="1244"/>
                        <a:pt x="4555" y="1187"/>
                      </a:cubicBezTo>
                      <a:cubicBezTo>
                        <a:pt x="4728" y="1007"/>
                        <a:pt x="4534" y="916"/>
                        <a:pt x="4363" y="916"/>
                      </a:cubicBezTo>
                      <a:cubicBezTo>
                        <a:pt x="4306" y="916"/>
                        <a:pt x="4251" y="926"/>
                        <a:pt x="4214" y="946"/>
                      </a:cubicBezTo>
                      <a:cubicBezTo>
                        <a:pt x="4314" y="816"/>
                        <a:pt x="4234" y="615"/>
                        <a:pt x="4123" y="525"/>
                      </a:cubicBezTo>
                      <a:cubicBezTo>
                        <a:pt x="4372" y="231"/>
                        <a:pt x="4254" y="1"/>
                        <a:pt x="40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63" name="Google Shape;17963;p62"/>
                <p:cNvSpPr/>
                <p:nvPr/>
              </p:nvSpPr>
              <p:spPr>
                <a:xfrm>
                  <a:off x="1807508" y="4214252"/>
                  <a:ext cx="79684" cy="22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7" h="562" extrusionOk="0">
                      <a:moveTo>
                        <a:pt x="1987" y="0"/>
                      </a:moveTo>
                      <a:cubicBezTo>
                        <a:pt x="1956" y="7"/>
                        <a:pt x="1924" y="8"/>
                        <a:pt x="1893" y="8"/>
                      </a:cubicBezTo>
                      <a:cubicBezTo>
                        <a:pt x="1873" y="8"/>
                        <a:pt x="1853" y="7"/>
                        <a:pt x="1833" y="7"/>
                      </a:cubicBezTo>
                      <a:cubicBezTo>
                        <a:pt x="1744" y="7"/>
                        <a:pt x="1664" y="18"/>
                        <a:pt x="1626" y="140"/>
                      </a:cubicBezTo>
                      <a:cubicBezTo>
                        <a:pt x="1538" y="109"/>
                        <a:pt x="1424" y="63"/>
                        <a:pt x="1327" y="63"/>
                      </a:cubicBezTo>
                      <a:cubicBezTo>
                        <a:pt x="1235" y="63"/>
                        <a:pt x="1159" y="104"/>
                        <a:pt x="1134" y="241"/>
                      </a:cubicBezTo>
                      <a:cubicBezTo>
                        <a:pt x="993" y="159"/>
                        <a:pt x="912" y="110"/>
                        <a:pt x="838" y="110"/>
                      </a:cubicBezTo>
                      <a:cubicBezTo>
                        <a:pt x="749" y="110"/>
                        <a:pt x="671" y="181"/>
                        <a:pt x="512" y="351"/>
                      </a:cubicBezTo>
                      <a:cubicBezTo>
                        <a:pt x="436" y="290"/>
                        <a:pt x="368" y="265"/>
                        <a:pt x="306" y="265"/>
                      </a:cubicBezTo>
                      <a:cubicBezTo>
                        <a:pt x="166" y="265"/>
                        <a:pt x="64" y="401"/>
                        <a:pt x="1" y="562"/>
                      </a:cubicBezTo>
                      <a:cubicBezTo>
                        <a:pt x="50" y="477"/>
                        <a:pt x="120" y="421"/>
                        <a:pt x="203" y="421"/>
                      </a:cubicBezTo>
                      <a:cubicBezTo>
                        <a:pt x="237" y="421"/>
                        <a:pt x="274" y="431"/>
                        <a:pt x="312" y="451"/>
                      </a:cubicBezTo>
                      <a:cubicBezTo>
                        <a:pt x="352" y="472"/>
                        <a:pt x="368" y="480"/>
                        <a:pt x="379" y="480"/>
                      </a:cubicBezTo>
                      <a:cubicBezTo>
                        <a:pt x="394" y="480"/>
                        <a:pt x="398" y="461"/>
                        <a:pt x="452" y="431"/>
                      </a:cubicBezTo>
                      <a:cubicBezTo>
                        <a:pt x="477" y="416"/>
                        <a:pt x="507" y="406"/>
                        <a:pt x="534" y="406"/>
                      </a:cubicBezTo>
                      <a:cubicBezTo>
                        <a:pt x="560" y="406"/>
                        <a:pt x="583" y="416"/>
                        <a:pt x="593" y="441"/>
                      </a:cubicBezTo>
                      <a:cubicBezTo>
                        <a:pt x="625" y="344"/>
                        <a:pt x="707" y="293"/>
                        <a:pt x="788" y="293"/>
                      </a:cubicBezTo>
                      <a:cubicBezTo>
                        <a:pt x="833" y="293"/>
                        <a:pt x="878" y="309"/>
                        <a:pt x="914" y="341"/>
                      </a:cubicBezTo>
                      <a:cubicBezTo>
                        <a:pt x="931" y="303"/>
                        <a:pt x="953" y="290"/>
                        <a:pt x="978" y="290"/>
                      </a:cubicBezTo>
                      <a:cubicBezTo>
                        <a:pt x="1011" y="290"/>
                        <a:pt x="1049" y="314"/>
                        <a:pt x="1084" y="331"/>
                      </a:cubicBezTo>
                      <a:cubicBezTo>
                        <a:pt x="1106" y="348"/>
                        <a:pt x="1122" y="358"/>
                        <a:pt x="1137" y="358"/>
                      </a:cubicBezTo>
                      <a:cubicBezTo>
                        <a:pt x="1157" y="358"/>
                        <a:pt x="1176" y="341"/>
                        <a:pt x="1204" y="301"/>
                      </a:cubicBezTo>
                      <a:cubicBezTo>
                        <a:pt x="1245" y="241"/>
                        <a:pt x="1245" y="201"/>
                        <a:pt x="1315" y="181"/>
                      </a:cubicBezTo>
                      <a:cubicBezTo>
                        <a:pt x="1328" y="178"/>
                        <a:pt x="1341" y="176"/>
                        <a:pt x="1352" y="176"/>
                      </a:cubicBezTo>
                      <a:cubicBezTo>
                        <a:pt x="1417" y="176"/>
                        <a:pt x="1451" y="223"/>
                        <a:pt x="1485" y="291"/>
                      </a:cubicBezTo>
                      <a:cubicBezTo>
                        <a:pt x="1498" y="276"/>
                        <a:pt x="1511" y="270"/>
                        <a:pt x="1525" y="270"/>
                      </a:cubicBezTo>
                      <a:cubicBezTo>
                        <a:pt x="1562" y="270"/>
                        <a:pt x="1602" y="312"/>
                        <a:pt x="1638" y="312"/>
                      </a:cubicBezTo>
                      <a:cubicBezTo>
                        <a:pt x="1640" y="312"/>
                        <a:pt x="1643" y="312"/>
                        <a:pt x="1646" y="311"/>
                      </a:cubicBezTo>
                      <a:cubicBezTo>
                        <a:pt x="1706" y="301"/>
                        <a:pt x="1706" y="261"/>
                        <a:pt x="1716" y="211"/>
                      </a:cubicBezTo>
                      <a:cubicBezTo>
                        <a:pt x="1746" y="140"/>
                        <a:pt x="1776" y="40"/>
                        <a:pt x="1856" y="40"/>
                      </a:cubicBezTo>
                      <a:cubicBezTo>
                        <a:pt x="1861" y="39"/>
                        <a:pt x="1865" y="39"/>
                        <a:pt x="1869" y="39"/>
                      </a:cubicBezTo>
                      <a:cubicBezTo>
                        <a:pt x="1895" y="39"/>
                        <a:pt x="1907" y="62"/>
                        <a:pt x="1927" y="62"/>
                      </a:cubicBezTo>
                      <a:cubicBezTo>
                        <a:pt x="1930" y="62"/>
                        <a:pt x="1933" y="61"/>
                        <a:pt x="1937" y="60"/>
                      </a:cubicBezTo>
                      <a:cubicBezTo>
                        <a:pt x="1967" y="50"/>
                        <a:pt x="1977" y="20"/>
                        <a:pt x="198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64" name="Google Shape;17964;p62"/>
                <p:cNvSpPr/>
                <p:nvPr/>
              </p:nvSpPr>
              <p:spPr>
                <a:xfrm>
                  <a:off x="1915306" y="4141344"/>
                  <a:ext cx="63202" cy="592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6" h="1477" extrusionOk="0">
                      <a:moveTo>
                        <a:pt x="1352" y="0"/>
                      </a:moveTo>
                      <a:cubicBezTo>
                        <a:pt x="1253" y="0"/>
                        <a:pt x="1136" y="67"/>
                        <a:pt x="1044" y="223"/>
                      </a:cubicBezTo>
                      <a:cubicBezTo>
                        <a:pt x="1024" y="203"/>
                        <a:pt x="1014" y="173"/>
                        <a:pt x="994" y="153"/>
                      </a:cubicBezTo>
                      <a:cubicBezTo>
                        <a:pt x="914" y="223"/>
                        <a:pt x="844" y="323"/>
                        <a:pt x="793" y="424"/>
                      </a:cubicBezTo>
                      <a:cubicBezTo>
                        <a:pt x="760" y="386"/>
                        <a:pt x="729" y="370"/>
                        <a:pt x="699" y="370"/>
                      </a:cubicBezTo>
                      <a:cubicBezTo>
                        <a:pt x="522" y="370"/>
                        <a:pt x="406" y="948"/>
                        <a:pt x="372" y="1086"/>
                      </a:cubicBezTo>
                      <a:cubicBezTo>
                        <a:pt x="336" y="996"/>
                        <a:pt x="276" y="922"/>
                        <a:pt x="192" y="922"/>
                      </a:cubicBezTo>
                      <a:cubicBezTo>
                        <a:pt x="182" y="922"/>
                        <a:pt x="172" y="923"/>
                        <a:pt x="161" y="925"/>
                      </a:cubicBezTo>
                      <a:cubicBezTo>
                        <a:pt x="21" y="965"/>
                        <a:pt x="1" y="1136"/>
                        <a:pt x="1" y="1367"/>
                      </a:cubicBezTo>
                      <a:cubicBezTo>
                        <a:pt x="1" y="1407"/>
                        <a:pt x="11" y="1437"/>
                        <a:pt x="21" y="1477"/>
                      </a:cubicBezTo>
                      <a:cubicBezTo>
                        <a:pt x="21" y="1377"/>
                        <a:pt x="31" y="1276"/>
                        <a:pt x="81" y="1216"/>
                      </a:cubicBezTo>
                      <a:cubicBezTo>
                        <a:pt x="119" y="1161"/>
                        <a:pt x="148" y="1140"/>
                        <a:pt x="174" y="1140"/>
                      </a:cubicBezTo>
                      <a:cubicBezTo>
                        <a:pt x="235" y="1140"/>
                        <a:pt x="271" y="1264"/>
                        <a:pt x="342" y="1306"/>
                      </a:cubicBezTo>
                      <a:cubicBezTo>
                        <a:pt x="352" y="1276"/>
                        <a:pt x="352" y="1246"/>
                        <a:pt x="362" y="1216"/>
                      </a:cubicBezTo>
                      <a:lnTo>
                        <a:pt x="392" y="1226"/>
                      </a:lnTo>
                      <a:cubicBezTo>
                        <a:pt x="402" y="1196"/>
                        <a:pt x="402" y="1156"/>
                        <a:pt x="432" y="1126"/>
                      </a:cubicBezTo>
                      <a:cubicBezTo>
                        <a:pt x="434" y="1122"/>
                        <a:pt x="437" y="1120"/>
                        <a:pt x="441" y="1120"/>
                      </a:cubicBezTo>
                      <a:cubicBezTo>
                        <a:pt x="451" y="1120"/>
                        <a:pt x="464" y="1132"/>
                        <a:pt x="474" y="1132"/>
                      </a:cubicBezTo>
                      <a:cubicBezTo>
                        <a:pt x="477" y="1132"/>
                        <a:pt x="480" y="1130"/>
                        <a:pt x="482" y="1126"/>
                      </a:cubicBezTo>
                      <a:cubicBezTo>
                        <a:pt x="513" y="1096"/>
                        <a:pt x="492" y="955"/>
                        <a:pt x="492" y="925"/>
                      </a:cubicBezTo>
                      <a:cubicBezTo>
                        <a:pt x="482" y="795"/>
                        <a:pt x="482" y="725"/>
                        <a:pt x="553" y="604"/>
                      </a:cubicBezTo>
                      <a:cubicBezTo>
                        <a:pt x="596" y="534"/>
                        <a:pt x="643" y="498"/>
                        <a:pt x="692" y="498"/>
                      </a:cubicBezTo>
                      <a:cubicBezTo>
                        <a:pt x="734" y="498"/>
                        <a:pt x="778" y="524"/>
                        <a:pt x="823" y="574"/>
                      </a:cubicBezTo>
                      <a:cubicBezTo>
                        <a:pt x="841" y="530"/>
                        <a:pt x="891" y="397"/>
                        <a:pt x="944" y="397"/>
                      </a:cubicBezTo>
                      <a:cubicBezTo>
                        <a:pt x="951" y="397"/>
                        <a:pt x="957" y="399"/>
                        <a:pt x="964" y="404"/>
                      </a:cubicBezTo>
                      <a:cubicBezTo>
                        <a:pt x="1019" y="365"/>
                        <a:pt x="1055" y="265"/>
                        <a:pt x="1111" y="265"/>
                      </a:cubicBezTo>
                      <a:cubicBezTo>
                        <a:pt x="1127" y="265"/>
                        <a:pt x="1144" y="273"/>
                        <a:pt x="1165" y="293"/>
                      </a:cubicBezTo>
                      <a:cubicBezTo>
                        <a:pt x="1205" y="223"/>
                        <a:pt x="1315" y="83"/>
                        <a:pt x="1405" y="83"/>
                      </a:cubicBezTo>
                      <a:cubicBezTo>
                        <a:pt x="1475" y="93"/>
                        <a:pt x="1516" y="193"/>
                        <a:pt x="1536" y="283"/>
                      </a:cubicBezTo>
                      <a:cubicBezTo>
                        <a:pt x="1575" y="113"/>
                        <a:pt x="1480" y="0"/>
                        <a:pt x="13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65" name="Google Shape;17965;p62"/>
                <p:cNvSpPr/>
                <p:nvPr/>
              </p:nvSpPr>
              <p:spPr>
                <a:xfrm>
                  <a:off x="1984004" y="4115196"/>
                  <a:ext cx="99494" cy="1342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1" h="3348" extrusionOk="0">
                      <a:moveTo>
                        <a:pt x="1197" y="0"/>
                      </a:moveTo>
                      <a:cubicBezTo>
                        <a:pt x="1129" y="0"/>
                        <a:pt x="1083" y="158"/>
                        <a:pt x="1046" y="273"/>
                      </a:cubicBezTo>
                      <a:lnTo>
                        <a:pt x="1076" y="364"/>
                      </a:lnTo>
                      <a:cubicBezTo>
                        <a:pt x="896" y="474"/>
                        <a:pt x="886" y="534"/>
                        <a:pt x="956" y="695"/>
                      </a:cubicBezTo>
                      <a:cubicBezTo>
                        <a:pt x="976" y="745"/>
                        <a:pt x="866" y="725"/>
                        <a:pt x="826" y="785"/>
                      </a:cubicBezTo>
                      <a:cubicBezTo>
                        <a:pt x="776" y="845"/>
                        <a:pt x="776" y="996"/>
                        <a:pt x="786" y="1076"/>
                      </a:cubicBezTo>
                      <a:cubicBezTo>
                        <a:pt x="485" y="1126"/>
                        <a:pt x="505" y="1407"/>
                        <a:pt x="575" y="1587"/>
                      </a:cubicBezTo>
                      <a:cubicBezTo>
                        <a:pt x="344" y="1688"/>
                        <a:pt x="625" y="2209"/>
                        <a:pt x="625" y="2410"/>
                      </a:cubicBezTo>
                      <a:cubicBezTo>
                        <a:pt x="224" y="2430"/>
                        <a:pt x="364" y="2691"/>
                        <a:pt x="364" y="2891"/>
                      </a:cubicBezTo>
                      <a:cubicBezTo>
                        <a:pt x="347" y="2889"/>
                        <a:pt x="330" y="2888"/>
                        <a:pt x="314" y="2888"/>
                      </a:cubicBezTo>
                      <a:cubicBezTo>
                        <a:pt x="0" y="2888"/>
                        <a:pt x="79" y="3253"/>
                        <a:pt x="394" y="3262"/>
                      </a:cubicBezTo>
                      <a:cubicBezTo>
                        <a:pt x="394" y="3262"/>
                        <a:pt x="1065" y="3348"/>
                        <a:pt x="1599" y="3348"/>
                      </a:cubicBezTo>
                      <a:cubicBezTo>
                        <a:pt x="1904" y="3348"/>
                        <a:pt x="2164" y="3320"/>
                        <a:pt x="2230" y="3232"/>
                      </a:cubicBezTo>
                      <a:cubicBezTo>
                        <a:pt x="2250" y="3212"/>
                        <a:pt x="2481" y="3112"/>
                        <a:pt x="2300" y="2841"/>
                      </a:cubicBezTo>
                      <a:cubicBezTo>
                        <a:pt x="2260" y="2771"/>
                        <a:pt x="2120" y="2801"/>
                        <a:pt x="2080" y="2721"/>
                      </a:cubicBezTo>
                      <a:cubicBezTo>
                        <a:pt x="2039" y="2620"/>
                        <a:pt x="1989" y="2530"/>
                        <a:pt x="1929" y="2460"/>
                      </a:cubicBezTo>
                      <a:cubicBezTo>
                        <a:pt x="1889" y="2410"/>
                        <a:pt x="1749" y="2420"/>
                        <a:pt x="1749" y="2360"/>
                      </a:cubicBezTo>
                      <a:cubicBezTo>
                        <a:pt x="1738" y="2320"/>
                        <a:pt x="1799" y="2229"/>
                        <a:pt x="1799" y="2189"/>
                      </a:cubicBezTo>
                      <a:cubicBezTo>
                        <a:pt x="1819" y="1908"/>
                        <a:pt x="1688" y="1958"/>
                        <a:pt x="1648" y="1868"/>
                      </a:cubicBezTo>
                      <a:cubicBezTo>
                        <a:pt x="1588" y="1768"/>
                        <a:pt x="1708" y="1768"/>
                        <a:pt x="1618" y="1507"/>
                      </a:cubicBezTo>
                      <a:cubicBezTo>
                        <a:pt x="1608" y="1467"/>
                        <a:pt x="1608" y="1357"/>
                        <a:pt x="1618" y="1236"/>
                      </a:cubicBezTo>
                      <a:cubicBezTo>
                        <a:pt x="1658" y="1016"/>
                        <a:pt x="1518" y="1026"/>
                        <a:pt x="1528" y="945"/>
                      </a:cubicBezTo>
                      <a:cubicBezTo>
                        <a:pt x="1548" y="835"/>
                        <a:pt x="1588" y="775"/>
                        <a:pt x="1458" y="655"/>
                      </a:cubicBezTo>
                      <a:lnTo>
                        <a:pt x="1458" y="655"/>
                      </a:lnTo>
                      <a:cubicBezTo>
                        <a:pt x="1463" y="655"/>
                        <a:pt x="1468" y="655"/>
                        <a:pt x="1473" y="655"/>
                      </a:cubicBezTo>
                      <a:cubicBezTo>
                        <a:pt x="1576" y="655"/>
                        <a:pt x="1449" y="552"/>
                        <a:pt x="1488" y="514"/>
                      </a:cubicBezTo>
                      <a:cubicBezTo>
                        <a:pt x="1461" y="451"/>
                        <a:pt x="1458" y="381"/>
                        <a:pt x="1386" y="381"/>
                      </a:cubicBezTo>
                      <a:cubicBezTo>
                        <a:pt x="1378" y="381"/>
                        <a:pt x="1368" y="382"/>
                        <a:pt x="1357" y="384"/>
                      </a:cubicBezTo>
                      <a:cubicBezTo>
                        <a:pt x="1397" y="344"/>
                        <a:pt x="1317" y="123"/>
                        <a:pt x="1287" y="83"/>
                      </a:cubicBezTo>
                      <a:cubicBezTo>
                        <a:pt x="1254" y="24"/>
                        <a:pt x="1224" y="0"/>
                        <a:pt x="11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66" name="Google Shape;17966;p62"/>
                <p:cNvSpPr/>
                <p:nvPr/>
              </p:nvSpPr>
              <p:spPr>
                <a:xfrm>
                  <a:off x="2003815" y="4141023"/>
                  <a:ext cx="20974" cy="37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" h="944" extrusionOk="0">
                      <a:moveTo>
                        <a:pt x="442" y="0"/>
                      </a:moveTo>
                      <a:lnTo>
                        <a:pt x="442" y="0"/>
                      </a:lnTo>
                      <a:cubicBezTo>
                        <a:pt x="452" y="21"/>
                        <a:pt x="452" y="41"/>
                        <a:pt x="462" y="51"/>
                      </a:cubicBezTo>
                      <a:cubicBezTo>
                        <a:pt x="482" y="101"/>
                        <a:pt x="372" y="81"/>
                        <a:pt x="332" y="141"/>
                      </a:cubicBezTo>
                      <a:cubicBezTo>
                        <a:pt x="282" y="201"/>
                        <a:pt x="282" y="352"/>
                        <a:pt x="292" y="432"/>
                      </a:cubicBezTo>
                      <a:cubicBezTo>
                        <a:pt x="1" y="482"/>
                        <a:pt x="11" y="763"/>
                        <a:pt x="81" y="943"/>
                      </a:cubicBezTo>
                      <a:cubicBezTo>
                        <a:pt x="71" y="853"/>
                        <a:pt x="41" y="713"/>
                        <a:pt x="151" y="673"/>
                      </a:cubicBezTo>
                      <a:lnTo>
                        <a:pt x="171" y="683"/>
                      </a:lnTo>
                      <a:cubicBezTo>
                        <a:pt x="171" y="662"/>
                        <a:pt x="151" y="612"/>
                        <a:pt x="181" y="592"/>
                      </a:cubicBezTo>
                      <a:cubicBezTo>
                        <a:pt x="191" y="586"/>
                        <a:pt x="205" y="583"/>
                        <a:pt x="220" y="583"/>
                      </a:cubicBezTo>
                      <a:cubicBezTo>
                        <a:pt x="249" y="583"/>
                        <a:pt x="285" y="592"/>
                        <a:pt x="312" y="592"/>
                      </a:cubicBezTo>
                      <a:cubicBezTo>
                        <a:pt x="312" y="576"/>
                        <a:pt x="333" y="468"/>
                        <a:pt x="369" y="468"/>
                      </a:cubicBezTo>
                      <a:cubicBezTo>
                        <a:pt x="376" y="468"/>
                        <a:pt x="384" y="472"/>
                        <a:pt x="392" y="482"/>
                      </a:cubicBezTo>
                      <a:cubicBezTo>
                        <a:pt x="392" y="455"/>
                        <a:pt x="400" y="306"/>
                        <a:pt x="460" y="306"/>
                      </a:cubicBezTo>
                      <a:cubicBezTo>
                        <a:pt x="467" y="306"/>
                        <a:pt x="474" y="307"/>
                        <a:pt x="482" y="311"/>
                      </a:cubicBezTo>
                      <a:cubicBezTo>
                        <a:pt x="482" y="281"/>
                        <a:pt x="472" y="241"/>
                        <a:pt x="482" y="221"/>
                      </a:cubicBezTo>
                      <a:cubicBezTo>
                        <a:pt x="482" y="201"/>
                        <a:pt x="512" y="191"/>
                        <a:pt x="512" y="181"/>
                      </a:cubicBezTo>
                      <a:cubicBezTo>
                        <a:pt x="522" y="151"/>
                        <a:pt x="512" y="81"/>
                        <a:pt x="502" y="61"/>
                      </a:cubicBezTo>
                      <a:cubicBezTo>
                        <a:pt x="492" y="41"/>
                        <a:pt x="472" y="21"/>
                        <a:pt x="4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67" name="Google Shape;17967;p62"/>
                <p:cNvSpPr/>
                <p:nvPr/>
              </p:nvSpPr>
              <p:spPr>
                <a:xfrm>
                  <a:off x="2006622" y="4178841"/>
                  <a:ext cx="842" cy="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" h="21" extrusionOk="0">
                      <a:moveTo>
                        <a:pt x="11" y="0"/>
                      </a:moveTo>
                      <a:lnTo>
                        <a:pt x="1" y="10"/>
                      </a:lnTo>
                      <a:lnTo>
                        <a:pt x="21" y="20"/>
                      </a:lnTo>
                      <a:lnTo>
                        <a:pt x="21" y="2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68" name="Google Shape;17968;p62"/>
                <p:cNvSpPr/>
                <p:nvPr/>
              </p:nvSpPr>
              <p:spPr>
                <a:xfrm>
                  <a:off x="2024348" y="4115276"/>
                  <a:ext cx="7660" cy="16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412" extrusionOk="0">
                      <a:moveTo>
                        <a:pt x="191" y="1"/>
                      </a:moveTo>
                      <a:cubicBezTo>
                        <a:pt x="121" y="1"/>
                        <a:pt x="81" y="151"/>
                        <a:pt x="40" y="271"/>
                      </a:cubicBezTo>
                      <a:lnTo>
                        <a:pt x="70" y="362"/>
                      </a:lnTo>
                      <a:cubicBezTo>
                        <a:pt x="40" y="382"/>
                        <a:pt x="20" y="392"/>
                        <a:pt x="0" y="412"/>
                      </a:cubicBezTo>
                      <a:lnTo>
                        <a:pt x="10" y="412"/>
                      </a:lnTo>
                      <a:cubicBezTo>
                        <a:pt x="40" y="412"/>
                        <a:pt x="91" y="412"/>
                        <a:pt x="121" y="392"/>
                      </a:cubicBezTo>
                      <a:cubicBezTo>
                        <a:pt x="111" y="372"/>
                        <a:pt x="91" y="362"/>
                        <a:pt x="81" y="342"/>
                      </a:cubicBezTo>
                      <a:cubicBezTo>
                        <a:pt x="70" y="281"/>
                        <a:pt x="141" y="281"/>
                        <a:pt x="191" y="241"/>
                      </a:cubicBezTo>
                      <a:cubicBezTo>
                        <a:pt x="171" y="201"/>
                        <a:pt x="161" y="171"/>
                        <a:pt x="191" y="141"/>
                      </a:cubicBezTo>
                      <a:cubicBezTo>
                        <a:pt x="181" y="121"/>
                        <a:pt x="151" y="101"/>
                        <a:pt x="151" y="81"/>
                      </a:cubicBezTo>
                      <a:cubicBezTo>
                        <a:pt x="141" y="51"/>
                        <a:pt x="161" y="21"/>
                        <a:pt x="19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69" name="Google Shape;17969;p62"/>
                <p:cNvSpPr/>
                <p:nvPr/>
              </p:nvSpPr>
              <p:spPr>
                <a:xfrm>
                  <a:off x="1471238" y="4158708"/>
                  <a:ext cx="44233" cy="754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3" h="1881" extrusionOk="0">
                      <a:moveTo>
                        <a:pt x="261" y="1"/>
                      </a:moveTo>
                      <a:cubicBezTo>
                        <a:pt x="201" y="61"/>
                        <a:pt x="281" y="111"/>
                        <a:pt x="211" y="171"/>
                      </a:cubicBezTo>
                      <a:lnTo>
                        <a:pt x="171" y="252"/>
                      </a:lnTo>
                      <a:cubicBezTo>
                        <a:pt x="101" y="312"/>
                        <a:pt x="161" y="382"/>
                        <a:pt x="161" y="462"/>
                      </a:cubicBezTo>
                      <a:cubicBezTo>
                        <a:pt x="161" y="552"/>
                        <a:pt x="60" y="643"/>
                        <a:pt x="40" y="723"/>
                      </a:cubicBezTo>
                      <a:cubicBezTo>
                        <a:pt x="20" y="823"/>
                        <a:pt x="40" y="853"/>
                        <a:pt x="70" y="944"/>
                      </a:cubicBezTo>
                      <a:cubicBezTo>
                        <a:pt x="111" y="1054"/>
                        <a:pt x="81" y="1134"/>
                        <a:pt x="40" y="1235"/>
                      </a:cubicBezTo>
                      <a:cubicBezTo>
                        <a:pt x="0" y="1305"/>
                        <a:pt x="20" y="1345"/>
                        <a:pt x="40" y="1425"/>
                      </a:cubicBezTo>
                      <a:cubicBezTo>
                        <a:pt x="60" y="1525"/>
                        <a:pt x="81" y="1576"/>
                        <a:pt x="161" y="1666"/>
                      </a:cubicBezTo>
                      <a:cubicBezTo>
                        <a:pt x="271" y="1716"/>
                        <a:pt x="331" y="1746"/>
                        <a:pt x="422" y="1786"/>
                      </a:cubicBezTo>
                      <a:cubicBezTo>
                        <a:pt x="542" y="1836"/>
                        <a:pt x="702" y="1856"/>
                        <a:pt x="843" y="1877"/>
                      </a:cubicBezTo>
                      <a:cubicBezTo>
                        <a:pt x="867" y="1879"/>
                        <a:pt x="889" y="1881"/>
                        <a:pt x="910" y="1881"/>
                      </a:cubicBezTo>
                      <a:cubicBezTo>
                        <a:pt x="1037" y="1881"/>
                        <a:pt x="1102" y="1827"/>
                        <a:pt x="1094" y="1706"/>
                      </a:cubicBezTo>
                      <a:cubicBezTo>
                        <a:pt x="1084" y="1556"/>
                        <a:pt x="933" y="1415"/>
                        <a:pt x="853" y="1295"/>
                      </a:cubicBezTo>
                      <a:cubicBezTo>
                        <a:pt x="783" y="1194"/>
                        <a:pt x="793" y="1144"/>
                        <a:pt x="763" y="1044"/>
                      </a:cubicBezTo>
                      <a:cubicBezTo>
                        <a:pt x="732" y="944"/>
                        <a:pt x="632" y="934"/>
                        <a:pt x="582" y="843"/>
                      </a:cubicBezTo>
                      <a:cubicBezTo>
                        <a:pt x="542" y="763"/>
                        <a:pt x="542" y="713"/>
                        <a:pt x="472" y="643"/>
                      </a:cubicBezTo>
                      <a:cubicBezTo>
                        <a:pt x="422" y="593"/>
                        <a:pt x="482" y="573"/>
                        <a:pt x="472" y="522"/>
                      </a:cubicBezTo>
                      <a:cubicBezTo>
                        <a:pt x="452" y="482"/>
                        <a:pt x="472" y="452"/>
                        <a:pt x="442" y="422"/>
                      </a:cubicBezTo>
                      <a:cubicBezTo>
                        <a:pt x="432" y="402"/>
                        <a:pt x="391" y="392"/>
                        <a:pt x="371" y="372"/>
                      </a:cubicBezTo>
                      <a:cubicBezTo>
                        <a:pt x="351" y="342"/>
                        <a:pt x="351" y="322"/>
                        <a:pt x="341" y="282"/>
                      </a:cubicBezTo>
                      <a:cubicBezTo>
                        <a:pt x="331" y="242"/>
                        <a:pt x="331" y="171"/>
                        <a:pt x="321" y="121"/>
                      </a:cubicBezTo>
                      <a:cubicBezTo>
                        <a:pt x="311" y="71"/>
                        <a:pt x="271" y="41"/>
                        <a:pt x="26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70" name="Google Shape;17970;p62"/>
                <p:cNvSpPr/>
                <p:nvPr/>
              </p:nvSpPr>
              <p:spPr>
                <a:xfrm>
                  <a:off x="1399613" y="4139018"/>
                  <a:ext cx="60394" cy="975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" h="2433" extrusionOk="0">
                      <a:moveTo>
                        <a:pt x="573" y="0"/>
                      </a:moveTo>
                      <a:cubicBezTo>
                        <a:pt x="512" y="61"/>
                        <a:pt x="502" y="121"/>
                        <a:pt x="472" y="191"/>
                      </a:cubicBezTo>
                      <a:cubicBezTo>
                        <a:pt x="442" y="251"/>
                        <a:pt x="392" y="331"/>
                        <a:pt x="382" y="412"/>
                      </a:cubicBezTo>
                      <a:cubicBezTo>
                        <a:pt x="372" y="502"/>
                        <a:pt x="382" y="552"/>
                        <a:pt x="352" y="642"/>
                      </a:cubicBezTo>
                      <a:cubicBezTo>
                        <a:pt x="332" y="723"/>
                        <a:pt x="282" y="803"/>
                        <a:pt x="252" y="873"/>
                      </a:cubicBezTo>
                      <a:cubicBezTo>
                        <a:pt x="222" y="973"/>
                        <a:pt x="302" y="1084"/>
                        <a:pt x="252" y="1184"/>
                      </a:cubicBezTo>
                      <a:cubicBezTo>
                        <a:pt x="242" y="1204"/>
                        <a:pt x="191" y="1224"/>
                        <a:pt x="181" y="1254"/>
                      </a:cubicBezTo>
                      <a:cubicBezTo>
                        <a:pt x="161" y="1314"/>
                        <a:pt x="211" y="1364"/>
                        <a:pt x="222" y="1415"/>
                      </a:cubicBezTo>
                      <a:cubicBezTo>
                        <a:pt x="232" y="1495"/>
                        <a:pt x="322" y="1786"/>
                        <a:pt x="211" y="1786"/>
                      </a:cubicBezTo>
                      <a:cubicBezTo>
                        <a:pt x="191" y="1856"/>
                        <a:pt x="211" y="1946"/>
                        <a:pt x="171" y="2016"/>
                      </a:cubicBezTo>
                      <a:cubicBezTo>
                        <a:pt x="156" y="2011"/>
                        <a:pt x="139" y="2011"/>
                        <a:pt x="121" y="2011"/>
                      </a:cubicBezTo>
                      <a:cubicBezTo>
                        <a:pt x="104" y="2011"/>
                        <a:pt x="86" y="2011"/>
                        <a:pt x="71" y="2006"/>
                      </a:cubicBezTo>
                      <a:lnTo>
                        <a:pt x="71" y="2006"/>
                      </a:lnTo>
                      <a:cubicBezTo>
                        <a:pt x="1" y="2077"/>
                        <a:pt x="91" y="2217"/>
                        <a:pt x="151" y="2277"/>
                      </a:cubicBezTo>
                      <a:cubicBezTo>
                        <a:pt x="201" y="2297"/>
                        <a:pt x="292" y="2357"/>
                        <a:pt x="382" y="2368"/>
                      </a:cubicBezTo>
                      <a:cubicBezTo>
                        <a:pt x="492" y="2388"/>
                        <a:pt x="623" y="2388"/>
                        <a:pt x="733" y="2398"/>
                      </a:cubicBezTo>
                      <a:cubicBezTo>
                        <a:pt x="833" y="2407"/>
                        <a:pt x="989" y="2432"/>
                        <a:pt x="1133" y="2432"/>
                      </a:cubicBezTo>
                      <a:cubicBezTo>
                        <a:pt x="1307" y="2432"/>
                        <a:pt x="1463" y="2395"/>
                        <a:pt x="1485" y="2247"/>
                      </a:cubicBezTo>
                      <a:cubicBezTo>
                        <a:pt x="1505" y="2127"/>
                        <a:pt x="1465" y="1956"/>
                        <a:pt x="1395" y="1846"/>
                      </a:cubicBezTo>
                      <a:cubicBezTo>
                        <a:pt x="1345" y="1776"/>
                        <a:pt x="1174" y="1615"/>
                        <a:pt x="1154" y="1535"/>
                      </a:cubicBezTo>
                      <a:cubicBezTo>
                        <a:pt x="1134" y="1475"/>
                        <a:pt x="1204" y="1425"/>
                        <a:pt x="1184" y="1364"/>
                      </a:cubicBezTo>
                      <a:lnTo>
                        <a:pt x="1134" y="1314"/>
                      </a:lnTo>
                      <a:cubicBezTo>
                        <a:pt x="1084" y="1254"/>
                        <a:pt x="994" y="1204"/>
                        <a:pt x="964" y="1134"/>
                      </a:cubicBezTo>
                      <a:cubicBezTo>
                        <a:pt x="914" y="1033"/>
                        <a:pt x="1004" y="1064"/>
                        <a:pt x="1024" y="963"/>
                      </a:cubicBezTo>
                      <a:cubicBezTo>
                        <a:pt x="1034" y="933"/>
                        <a:pt x="984" y="873"/>
                        <a:pt x="984" y="833"/>
                      </a:cubicBezTo>
                      <a:cubicBezTo>
                        <a:pt x="974" y="813"/>
                        <a:pt x="1004" y="793"/>
                        <a:pt x="984" y="753"/>
                      </a:cubicBezTo>
                      <a:cubicBezTo>
                        <a:pt x="964" y="682"/>
                        <a:pt x="914" y="662"/>
                        <a:pt x="904" y="592"/>
                      </a:cubicBezTo>
                      <a:cubicBezTo>
                        <a:pt x="904" y="512"/>
                        <a:pt x="954" y="512"/>
                        <a:pt x="853" y="452"/>
                      </a:cubicBezTo>
                      <a:cubicBezTo>
                        <a:pt x="813" y="422"/>
                        <a:pt x="763" y="432"/>
                        <a:pt x="733" y="392"/>
                      </a:cubicBezTo>
                      <a:cubicBezTo>
                        <a:pt x="693" y="341"/>
                        <a:pt x="753" y="261"/>
                        <a:pt x="643" y="231"/>
                      </a:cubicBezTo>
                      <a:cubicBezTo>
                        <a:pt x="663" y="131"/>
                        <a:pt x="703" y="71"/>
                        <a:pt x="57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71" name="Google Shape;17971;p62"/>
                <p:cNvSpPr/>
                <p:nvPr/>
              </p:nvSpPr>
              <p:spPr>
                <a:xfrm>
                  <a:off x="1618459" y="4185498"/>
                  <a:ext cx="222489" cy="8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8" h="2111" extrusionOk="0">
                      <a:moveTo>
                        <a:pt x="2379" y="1"/>
                      </a:moveTo>
                      <a:cubicBezTo>
                        <a:pt x="2247" y="1"/>
                        <a:pt x="2147" y="156"/>
                        <a:pt x="2147" y="316"/>
                      </a:cubicBezTo>
                      <a:cubicBezTo>
                        <a:pt x="2047" y="225"/>
                        <a:pt x="1951" y="171"/>
                        <a:pt x="1870" y="171"/>
                      </a:cubicBezTo>
                      <a:cubicBezTo>
                        <a:pt x="1771" y="171"/>
                        <a:pt x="1694" y="250"/>
                        <a:pt x="1655" y="436"/>
                      </a:cubicBezTo>
                      <a:cubicBezTo>
                        <a:pt x="1655" y="429"/>
                        <a:pt x="1641" y="424"/>
                        <a:pt x="1618" y="424"/>
                      </a:cubicBezTo>
                      <a:cubicBezTo>
                        <a:pt x="1521" y="424"/>
                        <a:pt x="1266" y="505"/>
                        <a:pt x="1314" y="757"/>
                      </a:cubicBezTo>
                      <a:cubicBezTo>
                        <a:pt x="1268" y="746"/>
                        <a:pt x="1229" y="741"/>
                        <a:pt x="1194" y="741"/>
                      </a:cubicBezTo>
                      <a:cubicBezTo>
                        <a:pt x="1101" y="741"/>
                        <a:pt x="1038" y="776"/>
                        <a:pt x="943" y="827"/>
                      </a:cubicBezTo>
                      <a:cubicBezTo>
                        <a:pt x="930" y="831"/>
                        <a:pt x="919" y="832"/>
                        <a:pt x="909" y="832"/>
                      </a:cubicBezTo>
                      <a:cubicBezTo>
                        <a:pt x="884" y="832"/>
                        <a:pt x="865" y="824"/>
                        <a:pt x="844" y="824"/>
                      </a:cubicBezTo>
                      <a:cubicBezTo>
                        <a:pt x="827" y="824"/>
                        <a:pt x="808" y="829"/>
                        <a:pt x="783" y="847"/>
                      </a:cubicBezTo>
                      <a:cubicBezTo>
                        <a:pt x="733" y="878"/>
                        <a:pt x="743" y="1008"/>
                        <a:pt x="662" y="1058"/>
                      </a:cubicBezTo>
                      <a:cubicBezTo>
                        <a:pt x="636" y="1025"/>
                        <a:pt x="607" y="1013"/>
                        <a:pt x="580" y="1013"/>
                      </a:cubicBezTo>
                      <a:cubicBezTo>
                        <a:pt x="515" y="1013"/>
                        <a:pt x="456" y="1083"/>
                        <a:pt x="442" y="1118"/>
                      </a:cubicBezTo>
                      <a:cubicBezTo>
                        <a:pt x="383" y="1087"/>
                        <a:pt x="321" y="1071"/>
                        <a:pt x="262" y="1071"/>
                      </a:cubicBezTo>
                      <a:cubicBezTo>
                        <a:pt x="171" y="1071"/>
                        <a:pt x="89" y="1109"/>
                        <a:pt x="41" y="1188"/>
                      </a:cubicBezTo>
                      <a:cubicBezTo>
                        <a:pt x="0" y="1269"/>
                        <a:pt x="31" y="1289"/>
                        <a:pt x="71" y="1379"/>
                      </a:cubicBezTo>
                      <a:cubicBezTo>
                        <a:pt x="191" y="1600"/>
                        <a:pt x="462" y="1800"/>
                        <a:pt x="652" y="1891"/>
                      </a:cubicBezTo>
                      <a:cubicBezTo>
                        <a:pt x="942" y="2018"/>
                        <a:pt x="1413" y="2110"/>
                        <a:pt x="1776" y="2110"/>
                      </a:cubicBezTo>
                      <a:cubicBezTo>
                        <a:pt x="1840" y="2110"/>
                        <a:pt x="1901" y="2107"/>
                        <a:pt x="1956" y="2101"/>
                      </a:cubicBezTo>
                      <a:cubicBezTo>
                        <a:pt x="2348" y="2051"/>
                        <a:pt x="2719" y="1901"/>
                        <a:pt x="3120" y="1861"/>
                      </a:cubicBezTo>
                      <a:cubicBezTo>
                        <a:pt x="3410" y="1823"/>
                        <a:pt x="3689" y="1803"/>
                        <a:pt x="3974" y="1803"/>
                      </a:cubicBezTo>
                      <a:cubicBezTo>
                        <a:pt x="4073" y="1803"/>
                        <a:pt x="4172" y="1805"/>
                        <a:pt x="4273" y="1810"/>
                      </a:cubicBezTo>
                      <a:cubicBezTo>
                        <a:pt x="4306" y="1811"/>
                        <a:pt x="4342" y="1812"/>
                        <a:pt x="4383" y="1812"/>
                      </a:cubicBezTo>
                      <a:cubicBezTo>
                        <a:pt x="4748" y="1812"/>
                        <a:pt x="5407" y="1755"/>
                        <a:pt x="5497" y="1349"/>
                      </a:cubicBezTo>
                      <a:cubicBezTo>
                        <a:pt x="5547" y="1158"/>
                        <a:pt x="5447" y="1219"/>
                        <a:pt x="5347" y="1098"/>
                      </a:cubicBezTo>
                      <a:cubicBezTo>
                        <a:pt x="5246" y="988"/>
                        <a:pt x="5256" y="737"/>
                        <a:pt x="5116" y="697"/>
                      </a:cubicBezTo>
                      <a:cubicBezTo>
                        <a:pt x="5107" y="694"/>
                        <a:pt x="5097" y="692"/>
                        <a:pt x="5087" y="692"/>
                      </a:cubicBezTo>
                      <a:cubicBezTo>
                        <a:pt x="5034" y="692"/>
                        <a:pt x="4976" y="733"/>
                        <a:pt x="4925" y="767"/>
                      </a:cubicBezTo>
                      <a:cubicBezTo>
                        <a:pt x="4915" y="737"/>
                        <a:pt x="4905" y="687"/>
                        <a:pt x="4915" y="657"/>
                      </a:cubicBezTo>
                      <a:lnTo>
                        <a:pt x="4845" y="657"/>
                      </a:lnTo>
                      <a:cubicBezTo>
                        <a:pt x="4875" y="557"/>
                        <a:pt x="4855" y="547"/>
                        <a:pt x="4805" y="476"/>
                      </a:cubicBezTo>
                      <a:lnTo>
                        <a:pt x="4765" y="516"/>
                      </a:lnTo>
                      <a:cubicBezTo>
                        <a:pt x="4727" y="462"/>
                        <a:pt x="4690" y="440"/>
                        <a:pt x="4657" y="440"/>
                      </a:cubicBezTo>
                      <a:cubicBezTo>
                        <a:pt x="4567" y="440"/>
                        <a:pt x="4501" y="597"/>
                        <a:pt x="4494" y="707"/>
                      </a:cubicBezTo>
                      <a:cubicBezTo>
                        <a:pt x="4414" y="677"/>
                        <a:pt x="4354" y="607"/>
                        <a:pt x="4304" y="536"/>
                      </a:cubicBezTo>
                      <a:lnTo>
                        <a:pt x="4304" y="536"/>
                      </a:lnTo>
                      <a:cubicBezTo>
                        <a:pt x="4307" y="548"/>
                        <a:pt x="4311" y="558"/>
                        <a:pt x="4315" y="567"/>
                      </a:cubicBezTo>
                      <a:lnTo>
                        <a:pt x="4315" y="567"/>
                      </a:lnTo>
                      <a:cubicBezTo>
                        <a:pt x="4283" y="505"/>
                        <a:pt x="4232" y="481"/>
                        <a:pt x="4174" y="481"/>
                      </a:cubicBezTo>
                      <a:cubicBezTo>
                        <a:pt x="4086" y="481"/>
                        <a:pt x="3984" y="536"/>
                        <a:pt x="3912" y="597"/>
                      </a:cubicBezTo>
                      <a:cubicBezTo>
                        <a:pt x="3909" y="504"/>
                        <a:pt x="3863" y="471"/>
                        <a:pt x="3803" y="471"/>
                      </a:cubicBezTo>
                      <a:cubicBezTo>
                        <a:pt x="3700" y="471"/>
                        <a:pt x="3556" y="571"/>
                        <a:pt x="3511" y="647"/>
                      </a:cubicBezTo>
                      <a:cubicBezTo>
                        <a:pt x="3495" y="549"/>
                        <a:pt x="3419" y="498"/>
                        <a:pt x="3338" y="498"/>
                      </a:cubicBezTo>
                      <a:cubicBezTo>
                        <a:pt x="3319" y="498"/>
                        <a:pt x="3299" y="501"/>
                        <a:pt x="3280" y="506"/>
                      </a:cubicBezTo>
                      <a:cubicBezTo>
                        <a:pt x="3369" y="360"/>
                        <a:pt x="3221" y="299"/>
                        <a:pt x="3062" y="299"/>
                      </a:cubicBezTo>
                      <a:cubicBezTo>
                        <a:pt x="2970" y="299"/>
                        <a:pt x="2874" y="319"/>
                        <a:pt x="2819" y="356"/>
                      </a:cubicBezTo>
                      <a:cubicBezTo>
                        <a:pt x="2827" y="248"/>
                        <a:pt x="2713" y="45"/>
                        <a:pt x="2605" y="45"/>
                      </a:cubicBezTo>
                      <a:cubicBezTo>
                        <a:pt x="2582" y="45"/>
                        <a:pt x="2559" y="54"/>
                        <a:pt x="2538" y="75"/>
                      </a:cubicBezTo>
                      <a:cubicBezTo>
                        <a:pt x="2483" y="23"/>
                        <a:pt x="2429" y="1"/>
                        <a:pt x="23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72" name="Google Shape;17972;p62"/>
                <p:cNvSpPr/>
                <p:nvPr/>
              </p:nvSpPr>
              <p:spPr>
                <a:xfrm>
                  <a:off x="1439436" y="4198531"/>
                  <a:ext cx="71262" cy="436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7" h="1088" extrusionOk="0">
                      <a:moveTo>
                        <a:pt x="853" y="1"/>
                      </a:moveTo>
                      <a:cubicBezTo>
                        <a:pt x="753" y="1"/>
                        <a:pt x="633" y="171"/>
                        <a:pt x="583" y="232"/>
                      </a:cubicBezTo>
                      <a:cubicBezTo>
                        <a:pt x="522" y="302"/>
                        <a:pt x="472" y="382"/>
                        <a:pt x="402" y="422"/>
                      </a:cubicBezTo>
                      <a:cubicBezTo>
                        <a:pt x="392" y="402"/>
                        <a:pt x="372" y="382"/>
                        <a:pt x="372" y="362"/>
                      </a:cubicBezTo>
                      <a:cubicBezTo>
                        <a:pt x="302" y="402"/>
                        <a:pt x="222" y="452"/>
                        <a:pt x="181" y="512"/>
                      </a:cubicBezTo>
                      <a:cubicBezTo>
                        <a:pt x="171" y="502"/>
                        <a:pt x="161" y="492"/>
                        <a:pt x="151" y="472"/>
                      </a:cubicBezTo>
                      <a:cubicBezTo>
                        <a:pt x="81" y="532"/>
                        <a:pt x="1" y="603"/>
                        <a:pt x="1" y="713"/>
                      </a:cubicBezTo>
                      <a:cubicBezTo>
                        <a:pt x="11" y="753"/>
                        <a:pt x="51" y="884"/>
                        <a:pt x="81" y="984"/>
                      </a:cubicBezTo>
                      <a:cubicBezTo>
                        <a:pt x="129" y="991"/>
                        <a:pt x="176" y="993"/>
                        <a:pt x="223" y="993"/>
                      </a:cubicBezTo>
                      <a:cubicBezTo>
                        <a:pt x="273" y="993"/>
                        <a:pt x="324" y="991"/>
                        <a:pt x="375" y="991"/>
                      </a:cubicBezTo>
                      <a:cubicBezTo>
                        <a:pt x="404" y="991"/>
                        <a:pt x="433" y="992"/>
                        <a:pt x="462" y="994"/>
                      </a:cubicBezTo>
                      <a:cubicBezTo>
                        <a:pt x="621" y="1003"/>
                        <a:pt x="754" y="1065"/>
                        <a:pt x="918" y="1065"/>
                      </a:cubicBezTo>
                      <a:cubicBezTo>
                        <a:pt x="930" y="1065"/>
                        <a:pt x="942" y="1065"/>
                        <a:pt x="954" y="1064"/>
                      </a:cubicBezTo>
                      <a:cubicBezTo>
                        <a:pt x="1104" y="1064"/>
                        <a:pt x="1255" y="1064"/>
                        <a:pt x="1415" y="1074"/>
                      </a:cubicBezTo>
                      <a:cubicBezTo>
                        <a:pt x="1461" y="1074"/>
                        <a:pt x="1536" y="1087"/>
                        <a:pt x="1606" y="1087"/>
                      </a:cubicBezTo>
                      <a:cubicBezTo>
                        <a:pt x="1658" y="1087"/>
                        <a:pt x="1706" y="1080"/>
                        <a:pt x="1736" y="1054"/>
                      </a:cubicBezTo>
                      <a:cubicBezTo>
                        <a:pt x="1776" y="1024"/>
                        <a:pt x="1776" y="994"/>
                        <a:pt x="1776" y="954"/>
                      </a:cubicBezTo>
                      <a:cubicBezTo>
                        <a:pt x="1776" y="894"/>
                        <a:pt x="1756" y="823"/>
                        <a:pt x="1736" y="763"/>
                      </a:cubicBezTo>
                      <a:cubicBezTo>
                        <a:pt x="1712" y="706"/>
                        <a:pt x="1588" y="470"/>
                        <a:pt x="1499" y="470"/>
                      </a:cubicBezTo>
                      <a:cubicBezTo>
                        <a:pt x="1481" y="470"/>
                        <a:pt x="1464" y="480"/>
                        <a:pt x="1450" y="503"/>
                      </a:cubicBezTo>
                      <a:lnTo>
                        <a:pt x="1450" y="503"/>
                      </a:lnTo>
                      <a:cubicBezTo>
                        <a:pt x="1496" y="403"/>
                        <a:pt x="1173" y="412"/>
                        <a:pt x="1114" y="392"/>
                      </a:cubicBezTo>
                      <a:cubicBezTo>
                        <a:pt x="1136" y="348"/>
                        <a:pt x="1105" y="299"/>
                        <a:pt x="1071" y="299"/>
                      </a:cubicBezTo>
                      <a:cubicBezTo>
                        <a:pt x="1061" y="299"/>
                        <a:pt x="1052" y="302"/>
                        <a:pt x="1044" y="310"/>
                      </a:cubicBezTo>
                      <a:lnTo>
                        <a:pt x="1044" y="310"/>
                      </a:lnTo>
                      <a:cubicBezTo>
                        <a:pt x="1110" y="214"/>
                        <a:pt x="940" y="10"/>
                        <a:pt x="85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73" name="Google Shape;17973;p62"/>
                <p:cNvSpPr/>
                <p:nvPr/>
              </p:nvSpPr>
              <p:spPr>
                <a:xfrm>
                  <a:off x="1307495" y="4187583"/>
                  <a:ext cx="87744" cy="42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" h="1065" extrusionOk="0">
                      <a:moveTo>
                        <a:pt x="979" y="1"/>
                      </a:moveTo>
                      <a:cubicBezTo>
                        <a:pt x="883" y="1"/>
                        <a:pt x="768" y="197"/>
                        <a:pt x="723" y="364"/>
                      </a:cubicBezTo>
                      <a:cubicBezTo>
                        <a:pt x="663" y="344"/>
                        <a:pt x="583" y="284"/>
                        <a:pt x="532" y="234"/>
                      </a:cubicBezTo>
                      <a:cubicBezTo>
                        <a:pt x="502" y="274"/>
                        <a:pt x="482" y="314"/>
                        <a:pt x="442" y="344"/>
                      </a:cubicBezTo>
                      <a:cubicBezTo>
                        <a:pt x="442" y="304"/>
                        <a:pt x="412" y="284"/>
                        <a:pt x="402" y="254"/>
                      </a:cubicBezTo>
                      <a:cubicBezTo>
                        <a:pt x="352" y="274"/>
                        <a:pt x="292" y="294"/>
                        <a:pt x="232" y="294"/>
                      </a:cubicBezTo>
                      <a:cubicBezTo>
                        <a:pt x="229" y="295"/>
                        <a:pt x="226" y="295"/>
                        <a:pt x="224" y="295"/>
                      </a:cubicBezTo>
                      <a:cubicBezTo>
                        <a:pt x="205" y="295"/>
                        <a:pt x="199" y="269"/>
                        <a:pt x="173" y="269"/>
                      </a:cubicBezTo>
                      <a:cubicBezTo>
                        <a:pt x="167" y="269"/>
                        <a:pt x="160" y="270"/>
                        <a:pt x="151" y="274"/>
                      </a:cubicBezTo>
                      <a:cubicBezTo>
                        <a:pt x="51" y="314"/>
                        <a:pt x="1" y="474"/>
                        <a:pt x="51" y="575"/>
                      </a:cubicBezTo>
                      <a:cubicBezTo>
                        <a:pt x="71" y="605"/>
                        <a:pt x="51" y="675"/>
                        <a:pt x="81" y="735"/>
                      </a:cubicBezTo>
                      <a:cubicBezTo>
                        <a:pt x="141" y="846"/>
                        <a:pt x="272" y="846"/>
                        <a:pt x="362" y="866"/>
                      </a:cubicBezTo>
                      <a:cubicBezTo>
                        <a:pt x="700" y="948"/>
                        <a:pt x="1071" y="1064"/>
                        <a:pt x="1427" y="1064"/>
                      </a:cubicBezTo>
                      <a:cubicBezTo>
                        <a:pt x="1504" y="1064"/>
                        <a:pt x="1581" y="1059"/>
                        <a:pt x="1656" y="1046"/>
                      </a:cubicBezTo>
                      <a:cubicBezTo>
                        <a:pt x="1947" y="996"/>
                        <a:pt x="2187" y="755"/>
                        <a:pt x="1856" y="535"/>
                      </a:cubicBezTo>
                      <a:cubicBezTo>
                        <a:pt x="1806" y="505"/>
                        <a:pt x="1696" y="464"/>
                        <a:pt x="1646" y="444"/>
                      </a:cubicBezTo>
                      <a:cubicBezTo>
                        <a:pt x="1606" y="434"/>
                        <a:pt x="1536" y="414"/>
                        <a:pt x="1485" y="384"/>
                      </a:cubicBezTo>
                      <a:cubicBezTo>
                        <a:pt x="1525" y="240"/>
                        <a:pt x="1398" y="207"/>
                        <a:pt x="1274" y="207"/>
                      </a:cubicBezTo>
                      <a:cubicBezTo>
                        <a:pt x="1208" y="207"/>
                        <a:pt x="1143" y="217"/>
                        <a:pt x="1104" y="224"/>
                      </a:cubicBezTo>
                      <a:cubicBezTo>
                        <a:pt x="1079" y="62"/>
                        <a:pt x="1032" y="1"/>
                        <a:pt x="9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74" name="Google Shape;17974;p62"/>
                <p:cNvSpPr/>
                <p:nvPr/>
              </p:nvSpPr>
              <p:spPr>
                <a:xfrm>
                  <a:off x="1330033" y="4187703"/>
                  <a:ext cx="347007" cy="94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3" h="2368" extrusionOk="0">
                      <a:moveTo>
                        <a:pt x="6049" y="0"/>
                      </a:moveTo>
                      <a:cubicBezTo>
                        <a:pt x="5858" y="90"/>
                        <a:pt x="5598" y="60"/>
                        <a:pt x="5598" y="341"/>
                      </a:cubicBezTo>
                      <a:cubicBezTo>
                        <a:pt x="5578" y="331"/>
                        <a:pt x="5567" y="301"/>
                        <a:pt x="5547" y="291"/>
                      </a:cubicBezTo>
                      <a:cubicBezTo>
                        <a:pt x="5267" y="421"/>
                        <a:pt x="5156" y="502"/>
                        <a:pt x="5126" y="843"/>
                      </a:cubicBezTo>
                      <a:cubicBezTo>
                        <a:pt x="5060" y="722"/>
                        <a:pt x="4954" y="667"/>
                        <a:pt x="4856" y="667"/>
                      </a:cubicBezTo>
                      <a:cubicBezTo>
                        <a:pt x="4716" y="667"/>
                        <a:pt x="4591" y="779"/>
                        <a:pt x="4615" y="973"/>
                      </a:cubicBezTo>
                      <a:cubicBezTo>
                        <a:pt x="4585" y="943"/>
                        <a:pt x="4554" y="913"/>
                        <a:pt x="4534" y="883"/>
                      </a:cubicBezTo>
                      <a:cubicBezTo>
                        <a:pt x="4534" y="953"/>
                        <a:pt x="4484" y="1023"/>
                        <a:pt x="4504" y="1123"/>
                      </a:cubicBezTo>
                      <a:cubicBezTo>
                        <a:pt x="4392" y="1080"/>
                        <a:pt x="4223" y="990"/>
                        <a:pt x="4098" y="990"/>
                      </a:cubicBezTo>
                      <a:cubicBezTo>
                        <a:pt x="4021" y="990"/>
                        <a:pt x="3962" y="1024"/>
                        <a:pt x="3943" y="1123"/>
                      </a:cubicBezTo>
                      <a:cubicBezTo>
                        <a:pt x="3863" y="1038"/>
                        <a:pt x="3710" y="953"/>
                        <a:pt x="3596" y="953"/>
                      </a:cubicBezTo>
                      <a:cubicBezTo>
                        <a:pt x="3521" y="953"/>
                        <a:pt x="3463" y="989"/>
                        <a:pt x="3451" y="1083"/>
                      </a:cubicBezTo>
                      <a:cubicBezTo>
                        <a:pt x="3421" y="973"/>
                        <a:pt x="3381" y="873"/>
                        <a:pt x="3341" y="782"/>
                      </a:cubicBezTo>
                      <a:cubicBezTo>
                        <a:pt x="3180" y="792"/>
                        <a:pt x="3030" y="873"/>
                        <a:pt x="2909" y="983"/>
                      </a:cubicBezTo>
                      <a:cubicBezTo>
                        <a:pt x="2899" y="923"/>
                        <a:pt x="2859" y="893"/>
                        <a:pt x="2849" y="833"/>
                      </a:cubicBezTo>
                      <a:cubicBezTo>
                        <a:pt x="2830" y="839"/>
                        <a:pt x="2811" y="842"/>
                        <a:pt x="2792" y="842"/>
                      </a:cubicBezTo>
                      <a:cubicBezTo>
                        <a:pt x="2706" y="842"/>
                        <a:pt x="2619" y="785"/>
                        <a:pt x="2546" y="785"/>
                      </a:cubicBezTo>
                      <a:cubicBezTo>
                        <a:pt x="2490" y="785"/>
                        <a:pt x="2442" y="818"/>
                        <a:pt x="2408" y="933"/>
                      </a:cubicBezTo>
                      <a:cubicBezTo>
                        <a:pt x="2324" y="789"/>
                        <a:pt x="2180" y="731"/>
                        <a:pt x="2036" y="731"/>
                      </a:cubicBezTo>
                      <a:cubicBezTo>
                        <a:pt x="1939" y="731"/>
                        <a:pt x="1843" y="758"/>
                        <a:pt x="1766" y="802"/>
                      </a:cubicBezTo>
                      <a:cubicBezTo>
                        <a:pt x="1736" y="722"/>
                        <a:pt x="1666" y="672"/>
                        <a:pt x="1636" y="592"/>
                      </a:cubicBezTo>
                      <a:cubicBezTo>
                        <a:pt x="1515" y="602"/>
                        <a:pt x="1445" y="592"/>
                        <a:pt x="1355" y="682"/>
                      </a:cubicBezTo>
                      <a:lnTo>
                        <a:pt x="1274" y="602"/>
                      </a:lnTo>
                      <a:cubicBezTo>
                        <a:pt x="1254" y="612"/>
                        <a:pt x="1234" y="632"/>
                        <a:pt x="1224" y="652"/>
                      </a:cubicBezTo>
                      <a:cubicBezTo>
                        <a:pt x="1194" y="602"/>
                        <a:pt x="1124" y="552"/>
                        <a:pt x="1094" y="512"/>
                      </a:cubicBezTo>
                      <a:cubicBezTo>
                        <a:pt x="1064" y="542"/>
                        <a:pt x="984" y="582"/>
                        <a:pt x="953" y="612"/>
                      </a:cubicBezTo>
                      <a:cubicBezTo>
                        <a:pt x="833" y="431"/>
                        <a:pt x="763" y="351"/>
                        <a:pt x="552" y="351"/>
                      </a:cubicBezTo>
                      <a:cubicBezTo>
                        <a:pt x="492" y="391"/>
                        <a:pt x="452" y="401"/>
                        <a:pt x="402" y="431"/>
                      </a:cubicBezTo>
                      <a:cubicBezTo>
                        <a:pt x="392" y="431"/>
                        <a:pt x="362" y="371"/>
                        <a:pt x="352" y="361"/>
                      </a:cubicBezTo>
                      <a:cubicBezTo>
                        <a:pt x="332" y="411"/>
                        <a:pt x="291" y="461"/>
                        <a:pt x="281" y="512"/>
                      </a:cubicBezTo>
                      <a:cubicBezTo>
                        <a:pt x="221" y="451"/>
                        <a:pt x="151" y="451"/>
                        <a:pt x="111" y="411"/>
                      </a:cubicBezTo>
                      <a:cubicBezTo>
                        <a:pt x="31" y="542"/>
                        <a:pt x="1" y="702"/>
                        <a:pt x="21" y="863"/>
                      </a:cubicBezTo>
                      <a:cubicBezTo>
                        <a:pt x="41" y="1224"/>
                        <a:pt x="1" y="1685"/>
                        <a:pt x="322" y="2006"/>
                      </a:cubicBezTo>
                      <a:cubicBezTo>
                        <a:pt x="582" y="2247"/>
                        <a:pt x="1102" y="2368"/>
                        <a:pt x="1445" y="2368"/>
                      </a:cubicBezTo>
                      <a:cubicBezTo>
                        <a:pt x="1459" y="2368"/>
                        <a:pt x="1472" y="2368"/>
                        <a:pt x="1485" y="2367"/>
                      </a:cubicBezTo>
                      <a:cubicBezTo>
                        <a:pt x="1866" y="2347"/>
                        <a:pt x="2247" y="2277"/>
                        <a:pt x="2639" y="2277"/>
                      </a:cubicBezTo>
                      <a:cubicBezTo>
                        <a:pt x="3086" y="2277"/>
                        <a:pt x="3539" y="2324"/>
                        <a:pt x="3990" y="2324"/>
                      </a:cubicBezTo>
                      <a:cubicBezTo>
                        <a:pt x="4165" y="2324"/>
                        <a:pt x="4340" y="2317"/>
                        <a:pt x="4514" y="2297"/>
                      </a:cubicBezTo>
                      <a:cubicBezTo>
                        <a:pt x="5527" y="2187"/>
                        <a:pt x="6561" y="1816"/>
                        <a:pt x="7564" y="1585"/>
                      </a:cubicBezTo>
                      <a:cubicBezTo>
                        <a:pt x="7864" y="1525"/>
                        <a:pt x="8376" y="1545"/>
                        <a:pt x="8527" y="1254"/>
                      </a:cubicBezTo>
                      <a:cubicBezTo>
                        <a:pt x="8653" y="1025"/>
                        <a:pt x="8537" y="771"/>
                        <a:pt x="8325" y="771"/>
                      </a:cubicBezTo>
                      <a:cubicBezTo>
                        <a:pt x="8268" y="771"/>
                        <a:pt x="8204" y="790"/>
                        <a:pt x="8135" y="833"/>
                      </a:cubicBezTo>
                      <a:cubicBezTo>
                        <a:pt x="8115" y="752"/>
                        <a:pt x="8045" y="722"/>
                        <a:pt x="8015" y="672"/>
                      </a:cubicBezTo>
                      <a:cubicBezTo>
                        <a:pt x="7975" y="692"/>
                        <a:pt x="7955" y="722"/>
                        <a:pt x="7925" y="752"/>
                      </a:cubicBezTo>
                      <a:cubicBezTo>
                        <a:pt x="7925" y="732"/>
                        <a:pt x="7925" y="672"/>
                        <a:pt x="7905" y="652"/>
                      </a:cubicBezTo>
                      <a:cubicBezTo>
                        <a:pt x="7764" y="672"/>
                        <a:pt x="7624" y="722"/>
                        <a:pt x="7503" y="792"/>
                      </a:cubicBezTo>
                      <a:cubicBezTo>
                        <a:pt x="7473" y="772"/>
                        <a:pt x="7373" y="692"/>
                        <a:pt x="7353" y="672"/>
                      </a:cubicBezTo>
                      <a:cubicBezTo>
                        <a:pt x="7403" y="582"/>
                        <a:pt x="7393" y="461"/>
                        <a:pt x="7413" y="361"/>
                      </a:cubicBezTo>
                      <a:lnTo>
                        <a:pt x="7413" y="361"/>
                      </a:lnTo>
                      <a:cubicBezTo>
                        <a:pt x="7182" y="381"/>
                        <a:pt x="6962" y="512"/>
                        <a:pt x="6751" y="562"/>
                      </a:cubicBezTo>
                      <a:cubicBezTo>
                        <a:pt x="6721" y="542"/>
                        <a:pt x="6631" y="481"/>
                        <a:pt x="6611" y="451"/>
                      </a:cubicBezTo>
                      <a:cubicBezTo>
                        <a:pt x="6591" y="471"/>
                        <a:pt x="6581" y="502"/>
                        <a:pt x="6550" y="522"/>
                      </a:cubicBezTo>
                      <a:cubicBezTo>
                        <a:pt x="6664" y="296"/>
                        <a:pt x="6553" y="84"/>
                        <a:pt x="6404" y="84"/>
                      </a:cubicBezTo>
                      <a:cubicBezTo>
                        <a:pt x="6341" y="84"/>
                        <a:pt x="6272" y="122"/>
                        <a:pt x="6209" y="211"/>
                      </a:cubicBezTo>
                      <a:cubicBezTo>
                        <a:pt x="6139" y="70"/>
                        <a:pt x="6169" y="171"/>
                        <a:pt x="6069" y="90"/>
                      </a:cubicBezTo>
                      <a:cubicBezTo>
                        <a:pt x="6059" y="70"/>
                        <a:pt x="6059" y="10"/>
                        <a:pt x="60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75" name="Google Shape;17975;p62"/>
                <p:cNvSpPr/>
                <p:nvPr/>
              </p:nvSpPr>
              <p:spPr>
                <a:xfrm>
                  <a:off x="1509858" y="4187703"/>
                  <a:ext cx="110242" cy="67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9" h="1682" extrusionOk="0">
                      <a:moveTo>
                        <a:pt x="1565" y="0"/>
                      </a:moveTo>
                      <a:cubicBezTo>
                        <a:pt x="1374" y="90"/>
                        <a:pt x="1114" y="60"/>
                        <a:pt x="1114" y="341"/>
                      </a:cubicBezTo>
                      <a:cubicBezTo>
                        <a:pt x="1094" y="331"/>
                        <a:pt x="1083" y="301"/>
                        <a:pt x="1063" y="291"/>
                      </a:cubicBezTo>
                      <a:cubicBezTo>
                        <a:pt x="783" y="421"/>
                        <a:pt x="672" y="502"/>
                        <a:pt x="642" y="843"/>
                      </a:cubicBezTo>
                      <a:cubicBezTo>
                        <a:pt x="576" y="722"/>
                        <a:pt x="470" y="667"/>
                        <a:pt x="372" y="667"/>
                      </a:cubicBezTo>
                      <a:cubicBezTo>
                        <a:pt x="232" y="667"/>
                        <a:pt x="107" y="779"/>
                        <a:pt x="131" y="973"/>
                      </a:cubicBezTo>
                      <a:cubicBezTo>
                        <a:pt x="101" y="943"/>
                        <a:pt x="70" y="913"/>
                        <a:pt x="50" y="883"/>
                      </a:cubicBezTo>
                      <a:cubicBezTo>
                        <a:pt x="50" y="953"/>
                        <a:pt x="0" y="1023"/>
                        <a:pt x="20" y="1123"/>
                      </a:cubicBezTo>
                      <a:cubicBezTo>
                        <a:pt x="30" y="1194"/>
                        <a:pt x="0" y="1254"/>
                        <a:pt x="10" y="1304"/>
                      </a:cubicBezTo>
                      <a:cubicBezTo>
                        <a:pt x="40" y="1384"/>
                        <a:pt x="60" y="1354"/>
                        <a:pt x="111" y="1414"/>
                      </a:cubicBezTo>
                      <a:cubicBezTo>
                        <a:pt x="161" y="1454"/>
                        <a:pt x="151" y="1515"/>
                        <a:pt x="221" y="1545"/>
                      </a:cubicBezTo>
                      <a:cubicBezTo>
                        <a:pt x="251" y="1560"/>
                        <a:pt x="291" y="1563"/>
                        <a:pt x="336" y="1563"/>
                      </a:cubicBezTo>
                      <a:cubicBezTo>
                        <a:pt x="384" y="1563"/>
                        <a:pt x="437" y="1559"/>
                        <a:pt x="486" y="1559"/>
                      </a:cubicBezTo>
                      <a:cubicBezTo>
                        <a:pt x="513" y="1559"/>
                        <a:pt x="539" y="1560"/>
                        <a:pt x="562" y="1565"/>
                      </a:cubicBezTo>
                      <a:cubicBezTo>
                        <a:pt x="831" y="1626"/>
                        <a:pt x="1153" y="1682"/>
                        <a:pt x="1452" y="1682"/>
                      </a:cubicBezTo>
                      <a:cubicBezTo>
                        <a:pt x="1543" y="1682"/>
                        <a:pt x="1631" y="1677"/>
                        <a:pt x="1715" y="1665"/>
                      </a:cubicBezTo>
                      <a:cubicBezTo>
                        <a:pt x="1796" y="1655"/>
                        <a:pt x="1866" y="1605"/>
                        <a:pt x="1946" y="1595"/>
                      </a:cubicBezTo>
                      <a:cubicBezTo>
                        <a:pt x="1961" y="1593"/>
                        <a:pt x="1977" y="1592"/>
                        <a:pt x="1993" y="1592"/>
                      </a:cubicBezTo>
                      <a:cubicBezTo>
                        <a:pt x="2061" y="1592"/>
                        <a:pt x="2134" y="1607"/>
                        <a:pt x="2207" y="1615"/>
                      </a:cubicBezTo>
                      <a:cubicBezTo>
                        <a:pt x="2387" y="1615"/>
                        <a:pt x="2528" y="1595"/>
                        <a:pt x="2648" y="1454"/>
                      </a:cubicBezTo>
                      <a:cubicBezTo>
                        <a:pt x="2688" y="1404"/>
                        <a:pt x="2749" y="1334"/>
                        <a:pt x="2729" y="1284"/>
                      </a:cubicBezTo>
                      <a:cubicBezTo>
                        <a:pt x="2718" y="1229"/>
                        <a:pt x="2696" y="1219"/>
                        <a:pt x="2668" y="1219"/>
                      </a:cubicBezTo>
                      <a:cubicBezTo>
                        <a:pt x="2653" y="1219"/>
                        <a:pt x="2635" y="1222"/>
                        <a:pt x="2618" y="1222"/>
                      </a:cubicBezTo>
                      <a:cubicBezTo>
                        <a:pt x="2604" y="1222"/>
                        <a:pt x="2591" y="1220"/>
                        <a:pt x="2578" y="1214"/>
                      </a:cubicBezTo>
                      <a:cubicBezTo>
                        <a:pt x="2594" y="1173"/>
                        <a:pt x="2557" y="1138"/>
                        <a:pt x="2521" y="1138"/>
                      </a:cubicBezTo>
                      <a:cubicBezTo>
                        <a:pt x="2513" y="1138"/>
                        <a:pt x="2505" y="1140"/>
                        <a:pt x="2498" y="1143"/>
                      </a:cubicBezTo>
                      <a:cubicBezTo>
                        <a:pt x="2468" y="1103"/>
                        <a:pt x="2448" y="1043"/>
                        <a:pt x="2468" y="993"/>
                      </a:cubicBezTo>
                      <a:cubicBezTo>
                        <a:pt x="2439" y="979"/>
                        <a:pt x="2421" y="965"/>
                        <a:pt x="2399" y="965"/>
                      </a:cubicBezTo>
                      <a:cubicBezTo>
                        <a:pt x="2389" y="965"/>
                        <a:pt x="2379" y="967"/>
                        <a:pt x="2367" y="973"/>
                      </a:cubicBezTo>
                      <a:lnTo>
                        <a:pt x="2387" y="953"/>
                      </a:lnTo>
                      <a:cubicBezTo>
                        <a:pt x="2365" y="927"/>
                        <a:pt x="2344" y="918"/>
                        <a:pt x="2324" y="918"/>
                      </a:cubicBezTo>
                      <a:cubicBezTo>
                        <a:pt x="2283" y="918"/>
                        <a:pt x="2247" y="956"/>
                        <a:pt x="2207" y="963"/>
                      </a:cubicBezTo>
                      <a:cubicBezTo>
                        <a:pt x="2187" y="973"/>
                        <a:pt x="2177" y="993"/>
                        <a:pt x="2157" y="993"/>
                      </a:cubicBezTo>
                      <a:cubicBezTo>
                        <a:pt x="2137" y="993"/>
                        <a:pt x="2087" y="963"/>
                        <a:pt x="2056" y="963"/>
                      </a:cubicBezTo>
                      <a:cubicBezTo>
                        <a:pt x="2117" y="933"/>
                        <a:pt x="2247" y="742"/>
                        <a:pt x="2107" y="732"/>
                      </a:cubicBezTo>
                      <a:cubicBezTo>
                        <a:pt x="2127" y="702"/>
                        <a:pt x="2127" y="682"/>
                        <a:pt x="2157" y="652"/>
                      </a:cubicBezTo>
                      <a:cubicBezTo>
                        <a:pt x="2137" y="612"/>
                        <a:pt x="2087" y="602"/>
                        <a:pt x="2056" y="592"/>
                      </a:cubicBezTo>
                      <a:cubicBezTo>
                        <a:pt x="2077" y="542"/>
                        <a:pt x="2107" y="502"/>
                        <a:pt x="2127" y="461"/>
                      </a:cubicBezTo>
                      <a:lnTo>
                        <a:pt x="2127" y="451"/>
                      </a:lnTo>
                      <a:cubicBezTo>
                        <a:pt x="2107" y="471"/>
                        <a:pt x="2097" y="502"/>
                        <a:pt x="2066" y="522"/>
                      </a:cubicBezTo>
                      <a:cubicBezTo>
                        <a:pt x="2180" y="296"/>
                        <a:pt x="2069" y="84"/>
                        <a:pt x="1920" y="84"/>
                      </a:cubicBezTo>
                      <a:cubicBezTo>
                        <a:pt x="1857" y="84"/>
                        <a:pt x="1788" y="122"/>
                        <a:pt x="1725" y="211"/>
                      </a:cubicBezTo>
                      <a:cubicBezTo>
                        <a:pt x="1655" y="70"/>
                        <a:pt x="1685" y="171"/>
                        <a:pt x="1585" y="90"/>
                      </a:cubicBezTo>
                      <a:cubicBezTo>
                        <a:pt x="1575" y="70"/>
                        <a:pt x="1575" y="10"/>
                        <a:pt x="15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76" name="Google Shape;17976;p62"/>
                <p:cNvSpPr/>
                <p:nvPr/>
              </p:nvSpPr>
              <p:spPr>
                <a:xfrm>
                  <a:off x="1255200" y="4198531"/>
                  <a:ext cx="110282" cy="674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0" h="1683" extrusionOk="0">
                      <a:moveTo>
                        <a:pt x="1566" y="1"/>
                      </a:moveTo>
                      <a:cubicBezTo>
                        <a:pt x="1385" y="101"/>
                        <a:pt x="1124" y="61"/>
                        <a:pt x="1124" y="342"/>
                      </a:cubicBezTo>
                      <a:cubicBezTo>
                        <a:pt x="1104" y="332"/>
                        <a:pt x="1094" y="302"/>
                        <a:pt x="1074" y="302"/>
                      </a:cubicBezTo>
                      <a:cubicBezTo>
                        <a:pt x="793" y="432"/>
                        <a:pt x="683" y="502"/>
                        <a:pt x="643" y="843"/>
                      </a:cubicBezTo>
                      <a:cubicBezTo>
                        <a:pt x="581" y="725"/>
                        <a:pt x="478" y="671"/>
                        <a:pt x="380" y="671"/>
                      </a:cubicBezTo>
                      <a:cubicBezTo>
                        <a:pt x="238" y="671"/>
                        <a:pt x="108" y="784"/>
                        <a:pt x="131" y="974"/>
                      </a:cubicBezTo>
                      <a:cubicBezTo>
                        <a:pt x="111" y="954"/>
                        <a:pt x="81" y="914"/>
                        <a:pt x="61" y="894"/>
                      </a:cubicBezTo>
                      <a:cubicBezTo>
                        <a:pt x="61" y="954"/>
                        <a:pt x="1" y="1034"/>
                        <a:pt x="21" y="1134"/>
                      </a:cubicBezTo>
                      <a:lnTo>
                        <a:pt x="21" y="1124"/>
                      </a:lnTo>
                      <a:lnTo>
                        <a:pt x="21" y="1124"/>
                      </a:lnTo>
                      <a:cubicBezTo>
                        <a:pt x="31" y="1194"/>
                        <a:pt x="11" y="1255"/>
                        <a:pt x="21" y="1305"/>
                      </a:cubicBezTo>
                      <a:cubicBezTo>
                        <a:pt x="51" y="1385"/>
                        <a:pt x="71" y="1355"/>
                        <a:pt x="121" y="1415"/>
                      </a:cubicBezTo>
                      <a:cubicBezTo>
                        <a:pt x="161" y="1455"/>
                        <a:pt x="161" y="1515"/>
                        <a:pt x="222" y="1546"/>
                      </a:cubicBezTo>
                      <a:cubicBezTo>
                        <a:pt x="255" y="1560"/>
                        <a:pt x="298" y="1564"/>
                        <a:pt x="344" y="1564"/>
                      </a:cubicBezTo>
                      <a:cubicBezTo>
                        <a:pt x="394" y="1564"/>
                        <a:pt x="448" y="1560"/>
                        <a:pt x="497" y="1560"/>
                      </a:cubicBezTo>
                      <a:cubicBezTo>
                        <a:pt x="524" y="1560"/>
                        <a:pt x="550" y="1561"/>
                        <a:pt x="573" y="1566"/>
                      </a:cubicBezTo>
                      <a:cubicBezTo>
                        <a:pt x="842" y="1627"/>
                        <a:pt x="1164" y="1683"/>
                        <a:pt x="1462" y="1683"/>
                      </a:cubicBezTo>
                      <a:cubicBezTo>
                        <a:pt x="1553" y="1683"/>
                        <a:pt x="1642" y="1678"/>
                        <a:pt x="1726" y="1666"/>
                      </a:cubicBezTo>
                      <a:cubicBezTo>
                        <a:pt x="1806" y="1656"/>
                        <a:pt x="1877" y="1616"/>
                        <a:pt x="1947" y="1596"/>
                      </a:cubicBezTo>
                      <a:cubicBezTo>
                        <a:pt x="1964" y="1594"/>
                        <a:pt x="1981" y="1593"/>
                        <a:pt x="1998" y="1593"/>
                      </a:cubicBezTo>
                      <a:cubicBezTo>
                        <a:pt x="2071" y="1593"/>
                        <a:pt x="2143" y="1608"/>
                        <a:pt x="2208" y="1616"/>
                      </a:cubicBezTo>
                      <a:cubicBezTo>
                        <a:pt x="2229" y="1617"/>
                        <a:pt x="2250" y="1618"/>
                        <a:pt x="2271" y="1618"/>
                      </a:cubicBezTo>
                      <a:cubicBezTo>
                        <a:pt x="2430" y="1618"/>
                        <a:pt x="2551" y="1580"/>
                        <a:pt x="2649" y="1455"/>
                      </a:cubicBezTo>
                      <a:cubicBezTo>
                        <a:pt x="2689" y="1405"/>
                        <a:pt x="2749" y="1345"/>
                        <a:pt x="2739" y="1285"/>
                      </a:cubicBezTo>
                      <a:cubicBezTo>
                        <a:pt x="2730" y="1232"/>
                        <a:pt x="2709" y="1221"/>
                        <a:pt x="2682" y="1221"/>
                      </a:cubicBezTo>
                      <a:cubicBezTo>
                        <a:pt x="2660" y="1221"/>
                        <a:pt x="2635" y="1228"/>
                        <a:pt x="2608" y="1228"/>
                      </a:cubicBezTo>
                      <a:cubicBezTo>
                        <a:pt x="2599" y="1228"/>
                        <a:pt x="2589" y="1227"/>
                        <a:pt x="2579" y="1225"/>
                      </a:cubicBezTo>
                      <a:cubicBezTo>
                        <a:pt x="2603" y="1175"/>
                        <a:pt x="2567" y="1139"/>
                        <a:pt x="2526" y="1139"/>
                      </a:cubicBezTo>
                      <a:cubicBezTo>
                        <a:pt x="2517" y="1139"/>
                        <a:pt x="2507" y="1141"/>
                        <a:pt x="2498" y="1144"/>
                      </a:cubicBezTo>
                      <a:cubicBezTo>
                        <a:pt x="2468" y="1104"/>
                        <a:pt x="2458" y="1044"/>
                        <a:pt x="2468" y="994"/>
                      </a:cubicBezTo>
                      <a:cubicBezTo>
                        <a:pt x="2449" y="981"/>
                        <a:pt x="2434" y="968"/>
                        <a:pt x="2416" y="968"/>
                      </a:cubicBezTo>
                      <a:cubicBezTo>
                        <a:pt x="2405" y="968"/>
                        <a:pt x="2393" y="973"/>
                        <a:pt x="2378" y="984"/>
                      </a:cubicBezTo>
                      <a:lnTo>
                        <a:pt x="2388" y="954"/>
                      </a:lnTo>
                      <a:cubicBezTo>
                        <a:pt x="2369" y="928"/>
                        <a:pt x="2351" y="919"/>
                        <a:pt x="2333" y="919"/>
                      </a:cubicBezTo>
                      <a:cubicBezTo>
                        <a:pt x="2295" y="919"/>
                        <a:pt x="2258" y="960"/>
                        <a:pt x="2218" y="974"/>
                      </a:cubicBezTo>
                      <a:cubicBezTo>
                        <a:pt x="2198" y="974"/>
                        <a:pt x="2188" y="994"/>
                        <a:pt x="2167" y="994"/>
                      </a:cubicBezTo>
                      <a:cubicBezTo>
                        <a:pt x="2147" y="994"/>
                        <a:pt x="2097" y="964"/>
                        <a:pt x="2067" y="964"/>
                      </a:cubicBezTo>
                      <a:cubicBezTo>
                        <a:pt x="2127" y="934"/>
                        <a:pt x="2258" y="743"/>
                        <a:pt x="2117" y="733"/>
                      </a:cubicBezTo>
                      <a:cubicBezTo>
                        <a:pt x="2137" y="703"/>
                        <a:pt x="2137" y="683"/>
                        <a:pt x="2167" y="653"/>
                      </a:cubicBezTo>
                      <a:cubicBezTo>
                        <a:pt x="2147" y="613"/>
                        <a:pt x="2097" y="603"/>
                        <a:pt x="2057" y="593"/>
                      </a:cubicBezTo>
                      <a:cubicBezTo>
                        <a:pt x="2087" y="542"/>
                        <a:pt x="2107" y="502"/>
                        <a:pt x="2137" y="462"/>
                      </a:cubicBezTo>
                      <a:lnTo>
                        <a:pt x="2127" y="462"/>
                      </a:lnTo>
                      <a:cubicBezTo>
                        <a:pt x="2107" y="482"/>
                        <a:pt x="2107" y="512"/>
                        <a:pt x="2077" y="522"/>
                      </a:cubicBezTo>
                      <a:cubicBezTo>
                        <a:pt x="2189" y="298"/>
                        <a:pt x="2076" y="89"/>
                        <a:pt x="1930" y="89"/>
                      </a:cubicBezTo>
                      <a:cubicBezTo>
                        <a:pt x="1866" y="89"/>
                        <a:pt x="1797" y="128"/>
                        <a:pt x="1736" y="222"/>
                      </a:cubicBezTo>
                      <a:cubicBezTo>
                        <a:pt x="1656" y="71"/>
                        <a:pt x="1696" y="171"/>
                        <a:pt x="1586" y="91"/>
                      </a:cubicBezTo>
                      <a:cubicBezTo>
                        <a:pt x="1586" y="71"/>
                        <a:pt x="1586" y="21"/>
                        <a:pt x="15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77" name="Google Shape;17977;p62"/>
                <p:cNvSpPr/>
                <p:nvPr/>
              </p:nvSpPr>
              <p:spPr>
                <a:xfrm>
                  <a:off x="1510259" y="4187703"/>
                  <a:ext cx="70019" cy="44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6" h="1104" extrusionOk="0">
                      <a:moveTo>
                        <a:pt x="1555" y="0"/>
                      </a:moveTo>
                      <a:cubicBezTo>
                        <a:pt x="1364" y="90"/>
                        <a:pt x="1104" y="60"/>
                        <a:pt x="1104" y="341"/>
                      </a:cubicBezTo>
                      <a:cubicBezTo>
                        <a:pt x="1084" y="331"/>
                        <a:pt x="1073" y="301"/>
                        <a:pt x="1053" y="291"/>
                      </a:cubicBezTo>
                      <a:cubicBezTo>
                        <a:pt x="773" y="421"/>
                        <a:pt x="662" y="502"/>
                        <a:pt x="632" y="843"/>
                      </a:cubicBezTo>
                      <a:cubicBezTo>
                        <a:pt x="566" y="722"/>
                        <a:pt x="460" y="667"/>
                        <a:pt x="362" y="667"/>
                      </a:cubicBezTo>
                      <a:cubicBezTo>
                        <a:pt x="222" y="667"/>
                        <a:pt x="97" y="779"/>
                        <a:pt x="121" y="973"/>
                      </a:cubicBezTo>
                      <a:cubicBezTo>
                        <a:pt x="91" y="943"/>
                        <a:pt x="60" y="913"/>
                        <a:pt x="40" y="883"/>
                      </a:cubicBezTo>
                      <a:cubicBezTo>
                        <a:pt x="40" y="943"/>
                        <a:pt x="0" y="1013"/>
                        <a:pt x="0" y="1103"/>
                      </a:cubicBezTo>
                      <a:cubicBezTo>
                        <a:pt x="20" y="1073"/>
                        <a:pt x="50" y="1043"/>
                        <a:pt x="80" y="1023"/>
                      </a:cubicBezTo>
                      <a:cubicBezTo>
                        <a:pt x="103" y="1012"/>
                        <a:pt x="122" y="1007"/>
                        <a:pt x="138" y="1007"/>
                      </a:cubicBezTo>
                      <a:cubicBezTo>
                        <a:pt x="208" y="1007"/>
                        <a:pt x="232" y="1093"/>
                        <a:pt x="321" y="1093"/>
                      </a:cubicBezTo>
                      <a:cubicBezTo>
                        <a:pt x="321" y="993"/>
                        <a:pt x="331" y="933"/>
                        <a:pt x="422" y="893"/>
                      </a:cubicBezTo>
                      <a:cubicBezTo>
                        <a:pt x="432" y="893"/>
                        <a:pt x="452" y="913"/>
                        <a:pt x="472" y="913"/>
                      </a:cubicBezTo>
                      <a:cubicBezTo>
                        <a:pt x="499" y="904"/>
                        <a:pt x="526" y="861"/>
                        <a:pt x="554" y="861"/>
                      </a:cubicBezTo>
                      <a:cubicBezTo>
                        <a:pt x="557" y="861"/>
                        <a:pt x="559" y="862"/>
                        <a:pt x="562" y="863"/>
                      </a:cubicBezTo>
                      <a:cubicBezTo>
                        <a:pt x="599" y="863"/>
                        <a:pt x="593" y="924"/>
                        <a:pt x="633" y="924"/>
                      </a:cubicBezTo>
                      <a:cubicBezTo>
                        <a:pt x="636" y="924"/>
                        <a:pt x="639" y="923"/>
                        <a:pt x="642" y="923"/>
                      </a:cubicBezTo>
                      <a:cubicBezTo>
                        <a:pt x="682" y="913"/>
                        <a:pt x="672" y="802"/>
                        <a:pt x="692" y="762"/>
                      </a:cubicBezTo>
                      <a:cubicBezTo>
                        <a:pt x="742" y="672"/>
                        <a:pt x="853" y="652"/>
                        <a:pt x="923" y="612"/>
                      </a:cubicBezTo>
                      <a:cubicBezTo>
                        <a:pt x="973" y="592"/>
                        <a:pt x="1003" y="542"/>
                        <a:pt x="1073" y="522"/>
                      </a:cubicBezTo>
                      <a:cubicBezTo>
                        <a:pt x="1174" y="502"/>
                        <a:pt x="1174" y="532"/>
                        <a:pt x="1244" y="421"/>
                      </a:cubicBezTo>
                      <a:cubicBezTo>
                        <a:pt x="1267" y="375"/>
                        <a:pt x="1255" y="328"/>
                        <a:pt x="1299" y="328"/>
                      </a:cubicBezTo>
                      <a:cubicBezTo>
                        <a:pt x="1312" y="328"/>
                        <a:pt x="1329" y="332"/>
                        <a:pt x="1354" y="341"/>
                      </a:cubicBezTo>
                      <a:cubicBezTo>
                        <a:pt x="1330" y="242"/>
                        <a:pt x="1386" y="157"/>
                        <a:pt x="1479" y="157"/>
                      </a:cubicBezTo>
                      <a:cubicBezTo>
                        <a:pt x="1499" y="157"/>
                        <a:pt x="1521" y="161"/>
                        <a:pt x="1545" y="171"/>
                      </a:cubicBezTo>
                      <a:cubicBezTo>
                        <a:pt x="1575" y="181"/>
                        <a:pt x="1595" y="221"/>
                        <a:pt x="1635" y="231"/>
                      </a:cubicBezTo>
                      <a:cubicBezTo>
                        <a:pt x="1639" y="233"/>
                        <a:pt x="1645" y="234"/>
                        <a:pt x="1652" y="234"/>
                      </a:cubicBezTo>
                      <a:cubicBezTo>
                        <a:pt x="1669" y="234"/>
                        <a:pt x="1695" y="228"/>
                        <a:pt x="1719" y="228"/>
                      </a:cubicBezTo>
                      <a:cubicBezTo>
                        <a:pt x="1728" y="228"/>
                        <a:pt x="1737" y="229"/>
                        <a:pt x="1746" y="231"/>
                      </a:cubicBezTo>
                      <a:lnTo>
                        <a:pt x="1736" y="191"/>
                      </a:lnTo>
                      <a:lnTo>
                        <a:pt x="1715" y="211"/>
                      </a:lnTo>
                      <a:cubicBezTo>
                        <a:pt x="1645" y="70"/>
                        <a:pt x="1675" y="171"/>
                        <a:pt x="1575" y="90"/>
                      </a:cubicBezTo>
                      <a:cubicBezTo>
                        <a:pt x="1565" y="70"/>
                        <a:pt x="1565" y="10"/>
                        <a:pt x="155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  <p:grpSp>
            <p:nvGrpSpPr>
              <p:cNvPr id="17978" name="Google Shape;17978;p62"/>
              <p:cNvGrpSpPr/>
              <p:nvPr/>
            </p:nvGrpSpPr>
            <p:grpSpPr>
              <a:xfrm rot="-575426">
                <a:off x="4977464" y="4241675"/>
                <a:ext cx="824216" cy="233743"/>
                <a:chOff x="2436564" y="2774658"/>
                <a:chExt cx="737475" cy="209143"/>
              </a:xfrm>
            </p:grpSpPr>
            <p:sp>
              <p:nvSpPr>
                <p:cNvPr id="17979" name="Google Shape;17979;p62"/>
                <p:cNvSpPr/>
                <p:nvPr/>
              </p:nvSpPr>
              <p:spPr>
                <a:xfrm>
                  <a:off x="2436564" y="2775028"/>
                  <a:ext cx="534606" cy="208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1" h="5206" extrusionOk="0">
                      <a:moveTo>
                        <a:pt x="2434" y="1"/>
                      </a:moveTo>
                      <a:cubicBezTo>
                        <a:pt x="2405" y="1"/>
                        <a:pt x="2376" y="4"/>
                        <a:pt x="2348" y="10"/>
                      </a:cubicBezTo>
                      <a:cubicBezTo>
                        <a:pt x="2057" y="60"/>
                        <a:pt x="2167" y="582"/>
                        <a:pt x="1976" y="812"/>
                      </a:cubicBezTo>
                      <a:cubicBezTo>
                        <a:pt x="1916" y="882"/>
                        <a:pt x="1836" y="933"/>
                        <a:pt x="1776" y="1003"/>
                      </a:cubicBezTo>
                      <a:cubicBezTo>
                        <a:pt x="1585" y="1234"/>
                        <a:pt x="1716" y="1565"/>
                        <a:pt x="1776" y="1855"/>
                      </a:cubicBezTo>
                      <a:cubicBezTo>
                        <a:pt x="1836" y="2176"/>
                        <a:pt x="1826" y="2688"/>
                        <a:pt x="1525" y="2808"/>
                      </a:cubicBezTo>
                      <a:cubicBezTo>
                        <a:pt x="1514" y="2813"/>
                        <a:pt x="1503" y="2815"/>
                        <a:pt x="1494" y="2815"/>
                      </a:cubicBezTo>
                      <a:cubicBezTo>
                        <a:pt x="1391" y="2815"/>
                        <a:pt x="1372" y="2586"/>
                        <a:pt x="1345" y="2467"/>
                      </a:cubicBezTo>
                      <a:cubicBezTo>
                        <a:pt x="1300" y="2164"/>
                        <a:pt x="1136" y="1575"/>
                        <a:pt x="896" y="1575"/>
                      </a:cubicBezTo>
                      <a:cubicBezTo>
                        <a:pt x="866" y="1575"/>
                        <a:pt x="835" y="1585"/>
                        <a:pt x="803" y="1605"/>
                      </a:cubicBezTo>
                      <a:cubicBezTo>
                        <a:pt x="729" y="1660"/>
                        <a:pt x="801" y="1880"/>
                        <a:pt x="732" y="1880"/>
                      </a:cubicBezTo>
                      <a:cubicBezTo>
                        <a:pt x="726" y="1880"/>
                        <a:pt x="720" y="1878"/>
                        <a:pt x="713" y="1875"/>
                      </a:cubicBezTo>
                      <a:cubicBezTo>
                        <a:pt x="562" y="1810"/>
                        <a:pt x="614" y="1409"/>
                        <a:pt x="481" y="1409"/>
                      </a:cubicBezTo>
                      <a:cubicBezTo>
                        <a:pt x="472" y="1409"/>
                        <a:pt x="462" y="1410"/>
                        <a:pt x="452" y="1414"/>
                      </a:cubicBezTo>
                      <a:cubicBezTo>
                        <a:pt x="101" y="1544"/>
                        <a:pt x="171" y="2066"/>
                        <a:pt x="91" y="2417"/>
                      </a:cubicBezTo>
                      <a:cubicBezTo>
                        <a:pt x="0" y="2818"/>
                        <a:pt x="121" y="3370"/>
                        <a:pt x="191" y="3771"/>
                      </a:cubicBezTo>
                      <a:cubicBezTo>
                        <a:pt x="221" y="3952"/>
                        <a:pt x="261" y="4132"/>
                        <a:pt x="372" y="4273"/>
                      </a:cubicBezTo>
                      <a:cubicBezTo>
                        <a:pt x="558" y="4505"/>
                        <a:pt x="864" y="4552"/>
                        <a:pt x="1174" y="4552"/>
                      </a:cubicBezTo>
                      <a:cubicBezTo>
                        <a:pt x="1265" y="4552"/>
                        <a:pt x="1356" y="4548"/>
                        <a:pt x="1445" y="4544"/>
                      </a:cubicBezTo>
                      <a:cubicBezTo>
                        <a:pt x="1561" y="4539"/>
                        <a:pt x="1678" y="4536"/>
                        <a:pt x="1795" y="4536"/>
                      </a:cubicBezTo>
                      <a:cubicBezTo>
                        <a:pt x="2613" y="4536"/>
                        <a:pt x="3432" y="4659"/>
                        <a:pt x="4213" y="4905"/>
                      </a:cubicBezTo>
                      <a:cubicBezTo>
                        <a:pt x="4645" y="5035"/>
                        <a:pt x="5066" y="5206"/>
                        <a:pt x="5507" y="5206"/>
                      </a:cubicBezTo>
                      <a:cubicBezTo>
                        <a:pt x="5828" y="5206"/>
                        <a:pt x="6149" y="5105"/>
                        <a:pt x="6460" y="5025"/>
                      </a:cubicBezTo>
                      <a:cubicBezTo>
                        <a:pt x="7566" y="4728"/>
                        <a:pt x="8715" y="4502"/>
                        <a:pt x="9854" y="4502"/>
                      </a:cubicBezTo>
                      <a:cubicBezTo>
                        <a:pt x="10368" y="4502"/>
                        <a:pt x="10880" y="4548"/>
                        <a:pt x="11385" y="4654"/>
                      </a:cubicBezTo>
                      <a:cubicBezTo>
                        <a:pt x="11686" y="4717"/>
                        <a:pt x="11993" y="4806"/>
                        <a:pt x="12301" y="4806"/>
                      </a:cubicBezTo>
                      <a:cubicBezTo>
                        <a:pt x="12383" y="4806"/>
                        <a:pt x="12466" y="4799"/>
                        <a:pt x="12549" y="4784"/>
                      </a:cubicBezTo>
                      <a:cubicBezTo>
                        <a:pt x="12940" y="4724"/>
                        <a:pt x="13331" y="4403"/>
                        <a:pt x="13321" y="3992"/>
                      </a:cubicBezTo>
                      <a:cubicBezTo>
                        <a:pt x="13311" y="3711"/>
                        <a:pt x="13120" y="3470"/>
                        <a:pt x="12960" y="3230"/>
                      </a:cubicBezTo>
                      <a:cubicBezTo>
                        <a:pt x="12809" y="2989"/>
                        <a:pt x="12900" y="2708"/>
                        <a:pt x="12850" y="2427"/>
                      </a:cubicBezTo>
                      <a:cubicBezTo>
                        <a:pt x="12789" y="2046"/>
                        <a:pt x="12739" y="1635"/>
                        <a:pt x="12438" y="1384"/>
                      </a:cubicBezTo>
                      <a:cubicBezTo>
                        <a:pt x="12338" y="1304"/>
                        <a:pt x="12188" y="1354"/>
                        <a:pt x="12097" y="1254"/>
                      </a:cubicBezTo>
                      <a:cubicBezTo>
                        <a:pt x="12007" y="1153"/>
                        <a:pt x="11937" y="1043"/>
                        <a:pt x="11816" y="983"/>
                      </a:cubicBezTo>
                      <a:cubicBezTo>
                        <a:pt x="11798" y="975"/>
                        <a:pt x="11780" y="972"/>
                        <a:pt x="11764" y="972"/>
                      </a:cubicBezTo>
                      <a:cubicBezTo>
                        <a:pt x="11676" y="972"/>
                        <a:pt x="11617" y="1072"/>
                        <a:pt x="11515" y="1123"/>
                      </a:cubicBezTo>
                      <a:cubicBezTo>
                        <a:pt x="11508" y="1128"/>
                        <a:pt x="11501" y="1130"/>
                        <a:pt x="11494" y="1130"/>
                      </a:cubicBezTo>
                      <a:cubicBezTo>
                        <a:pt x="11429" y="1130"/>
                        <a:pt x="11371" y="966"/>
                        <a:pt x="11307" y="966"/>
                      </a:cubicBezTo>
                      <a:cubicBezTo>
                        <a:pt x="11299" y="966"/>
                        <a:pt x="11292" y="968"/>
                        <a:pt x="11285" y="973"/>
                      </a:cubicBezTo>
                      <a:cubicBezTo>
                        <a:pt x="11154" y="1063"/>
                        <a:pt x="11184" y="1294"/>
                        <a:pt x="11044" y="1314"/>
                      </a:cubicBezTo>
                      <a:cubicBezTo>
                        <a:pt x="11036" y="1315"/>
                        <a:pt x="11029" y="1315"/>
                        <a:pt x="11021" y="1315"/>
                      </a:cubicBezTo>
                      <a:cubicBezTo>
                        <a:pt x="10887" y="1315"/>
                        <a:pt x="10827" y="1149"/>
                        <a:pt x="10713" y="1063"/>
                      </a:cubicBezTo>
                      <a:cubicBezTo>
                        <a:pt x="10708" y="1061"/>
                        <a:pt x="10704" y="1060"/>
                        <a:pt x="10699" y="1060"/>
                      </a:cubicBezTo>
                      <a:cubicBezTo>
                        <a:pt x="10661" y="1060"/>
                        <a:pt x="10619" y="1113"/>
                        <a:pt x="10585" y="1113"/>
                      </a:cubicBezTo>
                      <a:cubicBezTo>
                        <a:pt x="10577" y="1113"/>
                        <a:pt x="10569" y="1110"/>
                        <a:pt x="10563" y="1103"/>
                      </a:cubicBezTo>
                      <a:cubicBezTo>
                        <a:pt x="10502" y="1063"/>
                        <a:pt x="10603" y="933"/>
                        <a:pt x="10543" y="893"/>
                      </a:cubicBezTo>
                      <a:cubicBezTo>
                        <a:pt x="10511" y="868"/>
                        <a:pt x="10479" y="857"/>
                        <a:pt x="10448" y="857"/>
                      </a:cubicBezTo>
                      <a:cubicBezTo>
                        <a:pt x="10249" y="857"/>
                        <a:pt x="10064" y="1303"/>
                        <a:pt x="10081" y="1555"/>
                      </a:cubicBezTo>
                      <a:cubicBezTo>
                        <a:pt x="10091" y="1735"/>
                        <a:pt x="10171" y="1906"/>
                        <a:pt x="10161" y="2076"/>
                      </a:cubicBezTo>
                      <a:cubicBezTo>
                        <a:pt x="10154" y="2217"/>
                        <a:pt x="9999" y="2407"/>
                        <a:pt x="9893" y="2407"/>
                      </a:cubicBezTo>
                      <a:cubicBezTo>
                        <a:pt x="9864" y="2407"/>
                        <a:pt x="9838" y="2392"/>
                        <a:pt x="9820" y="2357"/>
                      </a:cubicBezTo>
                      <a:cubicBezTo>
                        <a:pt x="9650" y="2026"/>
                        <a:pt x="9921" y="1524"/>
                        <a:pt x="9650" y="1264"/>
                      </a:cubicBezTo>
                      <a:cubicBezTo>
                        <a:pt x="9642" y="1257"/>
                        <a:pt x="9635" y="1254"/>
                        <a:pt x="9628" y="1254"/>
                      </a:cubicBezTo>
                      <a:cubicBezTo>
                        <a:pt x="9567" y="1254"/>
                        <a:pt x="9542" y="1505"/>
                        <a:pt x="9458" y="1505"/>
                      </a:cubicBezTo>
                      <a:cubicBezTo>
                        <a:pt x="9455" y="1505"/>
                        <a:pt x="9452" y="1505"/>
                        <a:pt x="9449" y="1504"/>
                      </a:cubicBezTo>
                      <a:cubicBezTo>
                        <a:pt x="9259" y="1474"/>
                        <a:pt x="9509" y="1113"/>
                        <a:pt x="9479" y="923"/>
                      </a:cubicBezTo>
                      <a:cubicBezTo>
                        <a:pt x="9474" y="900"/>
                        <a:pt x="9462" y="890"/>
                        <a:pt x="9446" y="890"/>
                      </a:cubicBezTo>
                      <a:cubicBezTo>
                        <a:pt x="9400" y="890"/>
                        <a:pt x="9321" y="973"/>
                        <a:pt x="9299" y="1033"/>
                      </a:cubicBezTo>
                      <a:cubicBezTo>
                        <a:pt x="9208" y="1304"/>
                        <a:pt x="9128" y="1565"/>
                        <a:pt x="9048" y="1825"/>
                      </a:cubicBezTo>
                      <a:cubicBezTo>
                        <a:pt x="9018" y="1916"/>
                        <a:pt x="8988" y="2006"/>
                        <a:pt x="8998" y="2106"/>
                      </a:cubicBezTo>
                      <a:cubicBezTo>
                        <a:pt x="9008" y="2186"/>
                        <a:pt x="9048" y="2257"/>
                        <a:pt x="9058" y="2337"/>
                      </a:cubicBezTo>
                      <a:cubicBezTo>
                        <a:pt x="9090" y="2523"/>
                        <a:pt x="8881" y="2801"/>
                        <a:pt x="8730" y="2801"/>
                      </a:cubicBezTo>
                      <a:cubicBezTo>
                        <a:pt x="8694" y="2801"/>
                        <a:pt x="8662" y="2785"/>
                        <a:pt x="8637" y="2748"/>
                      </a:cubicBezTo>
                      <a:cubicBezTo>
                        <a:pt x="8466" y="2497"/>
                        <a:pt x="8346" y="2257"/>
                        <a:pt x="8276" y="1956"/>
                      </a:cubicBezTo>
                      <a:cubicBezTo>
                        <a:pt x="8235" y="1755"/>
                        <a:pt x="8486" y="1444"/>
                        <a:pt x="8296" y="1374"/>
                      </a:cubicBezTo>
                      <a:cubicBezTo>
                        <a:pt x="8284" y="1368"/>
                        <a:pt x="8271" y="1366"/>
                        <a:pt x="8258" y="1366"/>
                      </a:cubicBezTo>
                      <a:cubicBezTo>
                        <a:pt x="8180" y="1366"/>
                        <a:pt x="8073" y="1448"/>
                        <a:pt x="8006" y="1448"/>
                      </a:cubicBezTo>
                      <a:cubicBezTo>
                        <a:pt x="7984" y="1448"/>
                        <a:pt x="7966" y="1439"/>
                        <a:pt x="7955" y="1414"/>
                      </a:cubicBezTo>
                      <a:cubicBezTo>
                        <a:pt x="7884" y="1244"/>
                        <a:pt x="8266" y="1053"/>
                        <a:pt x="8165" y="903"/>
                      </a:cubicBezTo>
                      <a:cubicBezTo>
                        <a:pt x="8123" y="839"/>
                        <a:pt x="8040" y="805"/>
                        <a:pt x="7963" y="805"/>
                      </a:cubicBezTo>
                      <a:cubicBezTo>
                        <a:pt x="7931" y="805"/>
                        <a:pt x="7901" y="811"/>
                        <a:pt x="7874" y="822"/>
                      </a:cubicBezTo>
                      <a:cubicBezTo>
                        <a:pt x="7814" y="842"/>
                        <a:pt x="7834" y="963"/>
                        <a:pt x="7774" y="993"/>
                      </a:cubicBezTo>
                      <a:cubicBezTo>
                        <a:pt x="7767" y="996"/>
                        <a:pt x="7759" y="998"/>
                        <a:pt x="7752" y="998"/>
                      </a:cubicBezTo>
                      <a:cubicBezTo>
                        <a:pt x="7702" y="998"/>
                        <a:pt x="7648" y="930"/>
                        <a:pt x="7599" y="930"/>
                      </a:cubicBezTo>
                      <a:cubicBezTo>
                        <a:pt x="7594" y="930"/>
                        <a:pt x="7589" y="931"/>
                        <a:pt x="7584" y="933"/>
                      </a:cubicBezTo>
                      <a:cubicBezTo>
                        <a:pt x="7463" y="993"/>
                        <a:pt x="7513" y="1213"/>
                        <a:pt x="7423" y="1314"/>
                      </a:cubicBezTo>
                      <a:cubicBezTo>
                        <a:pt x="7303" y="1464"/>
                        <a:pt x="7293" y="1655"/>
                        <a:pt x="7162" y="1785"/>
                      </a:cubicBezTo>
                      <a:cubicBezTo>
                        <a:pt x="7152" y="1797"/>
                        <a:pt x="7140" y="1802"/>
                        <a:pt x="7126" y="1802"/>
                      </a:cubicBezTo>
                      <a:cubicBezTo>
                        <a:pt x="7082" y="1802"/>
                        <a:pt x="7023" y="1759"/>
                        <a:pt x="6983" y="1759"/>
                      </a:cubicBezTo>
                      <a:cubicBezTo>
                        <a:pt x="6970" y="1759"/>
                        <a:pt x="6959" y="1763"/>
                        <a:pt x="6952" y="1775"/>
                      </a:cubicBezTo>
                      <a:cubicBezTo>
                        <a:pt x="6811" y="1956"/>
                        <a:pt x="7303" y="2397"/>
                        <a:pt x="7082" y="2447"/>
                      </a:cubicBezTo>
                      <a:cubicBezTo>
                        <a:pt x="7081" y="2447"/>
                        <a:pt x="7079" y="2448"/>
                        <a:pt x="7078" y="2448"/>
                      </a:cubicBezTo>
                      <a:cubicBezTo>
                        <a:pt x="7025" y="2448"/>
                        <a:pt x="7081" y="2257"/>
                        <a:pt x="7022" y="2257"/>
                      </a:cubicBezTo>
                      <a:cubicBezTo>
                        <a:pt x="6791" y="2277"/>
                        <a:pt x="7072" y="2959"/>
                        <a:pt x="6841" y="2959"/>
                      </a:cubicBezTo>
                      <a:cubicBezTo>
                        <a:pt x="6420" y="2949"/>
                        <a:pt x="6560" y="2146"/>
                        <a:pt x="6300" y="1815"/>
                      </a:cubicBezTo>
                      <a:cubicBezTo>
                        <a:pt x="6229" y="1725"/>
                        <a:pt x="6159" y="1645"/>
                        <a:pt x="6109" y="1555"/>
                      </a:cubicBezTo>
                      <a:cubicBezTo>
                        <a:pt x="5938" y="1274"/>
                        <a:pt x="6229" y="722"/>
                        <a:pt x="5928" y="592"/>
                      </a:cubicBezTo>
                      <a:cubicBezTo>
                        <a:pt x="5917" y="586"/>
                        <a:pt x="5906" y="584"/>
                        <a:pt x="5895" y="584"/>
                      </a:cubicBezTo>
                      <a:cubicBezTo>
                        <a:pt x="5759" y="584"/>
                        <a:pt x="5687" y="1001"/>
                        <a:pt x="5550" y="1001"/>
                      </a:cubicBezTo>
                      <a:cubicBezTo>
                        <a:pt x="5540" y="1001"/>
                        <a:pt x="5529" y="998"/>
                        <a:pt x="5517" y="993"/>
                      </a:cubicBezTo>
                      <a:cubicBezTo>
                        <a:pt x="5417" y="943"/>
                        <a:pt x="5628" y="682"/>
                        <a:pt x="5517" y="652"/>
                      </a:cubicBezTo>
                      <a:cubicBezTo>
                        <a:pt x="5509" y="650"/>
                        <a:pt x="5502" y="649"/>
                        <a:pt x="5495" y="649"/>
                      </a:cubicBezTo>
                      <a:cubicBezTo>
                        <a:pt x="5349" y="649"/>
                        <a:pt x="5479" y="1145"/>
                        <a:pt x="5307" y="1183"/>
                      </a:cubicBezTo>
                      <a:cubicBezTo>
                        <a:pt x="5303" y="1184"/>
                        <a:pt x="5300" y="1184"/>
                        <a:pt x="5297" y="1184"/>
                      </a:cubicBezTo>
                      <a:cubicBezTo>
                        <a:pt x="5200" y="1184"/>
                        <a:pt x="5253" y="892"/>
                        <a:pt x="5146" y="862"/>
                      </a:cubicBezTo>
                      <a:cubicBezTo>
                        <a:pt x="5142" y="862"/>
                        <a:pt x="5139" y="861"/>
                        <a:pt x="5135" y="861"/>
                      </a:cubicBezTo>
                      <a:cubicBezTo>
                        <a:pt x="5066" y="861"/>
                        <a:pt x="5043" y="1043"/>
                        <a:pt x="4971" y="1043"/>
                      </a:cubicBezTo>
                      <a:cubicBezTo>
                        <a:pt x="4969" y="1043"/>
                        <a:pt x="4967" y="1043"/>
                        <a:pt x="4966" y="1043"/>
                      </a:cubicBezTo>
                      <a:cubicBezTo>
                        <a:pt x="4765" y="1023"/>
                        <a:pt x="4986" y="551"/>
                        <a:pt x="4815" y="451"/>
                      </a:cubicBezTo>
                      <a:cubicBezTo>
                        <a:pt x="4805" y="446"/>
                        <a:pt x="4796" y="444"/>
                        <a:pt x="4788" y="444"/>
                      </a:cubicBezTo>
                      <a:cubicBezTo>
                        <a:pt x="4685" y="444"/>
                        <a:pt x="4656" y="794"/>
                        <a:pt x="4529" y="794"/>
                      </a:cubicBezTo>
                      <a:cubicBezTo>
                        <a:pt x="4524" y="794"/>
                        <a:pt x="4519" y="793"/>
                        <a:pt x="4514" y="792"/>
                      </a:cubicBezTo>
                      <a:cubicBezTo>
                        <a:pt x="4354" y="762"/>
                        <a:pt x="4564" y="321"/>
                        <a:pt x="4404" y="301"/>
                      </a:cubicBezTo>
                      <a:cubicBezTo>
                        <a:pt x="4391" y="299"/>
                        <a:pt x="4379" y="298"/>
                        <a:pt x="4367" y="298"/>
                      </a:cubicBezTo>
                      <a:cubicBezTo>
                        <a:pt x="4058" y="298"/>
                        <a:pt x="3990" y="905"/>
                        <a:pt x="3932" y="1234"/>
                      </a:cubicBezTo>
                      <a:cubicBezTo>
                        <a:pt x="3902" y="1414"/>
                        <a:pt x="4093" y="1705"/>
                        <a:pt x="3922" y="1795"/>
                      </a:cubicBezTo>
                      <a:cubicBezTo>
                        <a:pt x="3913" y="1800"/>
                        <a:pt x="3904" y="1802"/>
                        <a:pt x="3895" y="1802"/>
                      </a:cubicBezTo>
                      <a:cubicBezTo>
                        <a:pt x="3812" y="1802"/>
                        <a:pt x="3710" y="1649"/>
                        <a:pt x="3637" y="1649"/>
                      </a:cubicBezTo>
                      <a:cubicBezTo>
                        <a:pt x="3624" y="1649"/>
                        <a:pt x="3612" y="1654"/>
                        <a:pt x="3601" y="1665"/>
                      </a:cubicBezTo>
                      <a:cubicBezTo>
                        <a:pt x="3511" y="1755"/>
                        <a:pt x="3652" y="1926"/>
                        <a:pt x="3652" y="2056"/>
                      </a:cubicBezTo>
                      <a:cubicBezTo>
                        <a:pt x="3642" y="2195"/>
                        <a:pt x="3495" y="2309"/>
                        <a:pt x="3362" y="2309"/>
                      </a:cubicBezTo>
                      <a:cubicBezTo>
                        <a:pt x="3351" y="2309"/>
                        <a:pt x="3341" y="2308"/>
                        <a:pt x="3331" y="2307"/>
                      </a:cubicBezTo>
                      <a:cubicBezTo>
                        <a:pt x="3240" y="2287"/>
                        <a:pt x="3240" y="2166"/>
                        <a:pt x="3220" y="2076"/>
                      </a:cubicBezTo>
                      <a:cubicBezTo>
                        <a:pt x="3206" y="2039"/>
                        <a:pt x="3149" y="2030"/>
                        <a:pt x="3100" y="2030"/>
                      </a:cubicBezTo>
                      <a:lnTo>
                        <a:pt x="3100" y="2030"/>
                      </a:lnTo>
                      <a:cubicBezTo>
                        <a:pt x="3422" y="1949"/>
                        <a:pt x="2909" y="1137"/>
                        <a:pt x="2689" y="792"/>
                      </a:cubicBezTo>
                      <a:cubicBezTo>
                        <a:pt x="2659" y="732"/>
                        <a:pt x="2618" y="682"/>
                        <a:pt x="2618" y="622"/>
                      </a:cubicBezTo>
                      <a:cubicBezTo>
                        <a:pt x="2598" y="431"/>
                        <a:pt x="2909" y="220"/>
                        <a:pt x="2769" y="110"/>
                      </a:cubicBezTo>
                      <a:cubicBezTo>
                        <a:pt x="2673" y="46"/>
                        <a:pt x="2551" y="1"/>
                        <a:pt x="243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80" name="Google Shape;17980;p62"/>
                <p:cNvSpPr/>
                <p:nvPr/>
              </p:nvSpPr>
              <p:spPr>
                <a:xfrm rot="-293525">
                  <a:off x="2946011" y="2783857"/>
                  <a:ext cx="222094" cy="1486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8" h="3707" extrusionOk="0">
                      <a:moveTo>
                        <a:pt x="635" y="0"/>
                      </a:moveTo>
                      <a:cubicBezTo>
                        <a:pt x="628" y="0"/>
                        <a:pt x="620" y="1"/>
                        <a:pt x="613" y="2"/>
                      </a:cubicBezTo>
                      <a:cubicBezTo>
                        <a:pt x="522" y="12"/>
                        <a:pt x="492" y="122"/>
                        <a:pt x="492" y="213"/>
                      </a:cubicBezTo>
                      <a:cubicBezTo>
                        <a:pt x="472" y="564"/>
                        <a:pt x="452" y="915"/>
                        <a:pt x="422" y="1266"/>
                      </a:cubicBezTo>
                      <a:cubicBezTo>
                        <a:pt x="392" y="1577"/>
                        <a:pt x="272" y="1687"/>
                        <a:pt x="141" y="1928"/>
                      </a:cubicBezTo>
                      <a:cubicBezTo>
                        <a:pt x="1" y="2169"/>
                        <a:pt x="41" y="2500"/>
                        <a:pt x="51" y="2770"/>
                      </a:cubicBezTo>
                      <a:cubicBezTo>
                        <a:pt x="61" y="3041"/>
                        <a:pt x="111" y="3352"/>
                        <a:pt x="342" y="3472"/>
                      </a:cubicBezTo>
                      <a:cubicBezTo>
                        <a:pt x="414" y="3512"/>
                        <a:pt x="491" y="3527"/>
                        <a:pt x="571" y="3527"/>
                      </a:cubicBezTo>
                      <a:cubicBezTo>
                        <a:pt x="733" y="3527"/>
                        <a:pt x="906" y="3466"/>
                        <a:pt x="1074" y="3432"/>
                      </a:cubicBezTo>
                      <a:cubicBezTo>
                        <a:pt x="1155" y="3417"/>
                        <a:pt x="1238" y="3411"/>
                        <a:pt x="1322" y="3411"/>
                      </a:cubicBezTo>
                      <a:cubicBezTo>
                        <a:pt x="1518" y="3411"/>
                        <a:pt x="1720" y="3444"/>
                        <a:pt x="1917" y="3472"/>
                      </a:cubicBezTo>
                      <a:cubicBezTo>
                        <a:pt x="2952" y="3633"/>
                        <a:pt x="4004" y="3707"/>
                        <a:pt x="5058" y="3707"/>
                      </a:cubicBezTo>
                      <a:cubicBezTo>
                        <a:pt x="5188" y="3707"/>
                        <a:pt x="5317" y="3705"/>
                        <a:pt x="5447" y="3703"/>
                      </a:cubicBezTo>
                      <a:lnTo>
                        <a:pt x="5538" y="2359"/>
                      </a:lnTo>
                      <a:cubicBezTo>
                        <a:pt x="5451" y="2330"/>
                        <a:pt x="5355" y="1996"/>
                        <a:pt x="5268" y="1996"/>
                      </a:cubicBezTo>
                      <a:cubicBezTo>
                        <a:pt x="5264" y="1996"/>
                        <a:pt x="5260" y="1997"/>
                        <a:pt x="5257" y="1998"/>
                      </a:cubicBezTo>
                      <a:cubicBezTo>
                        <a:pt x="5249" y="2000"/>
                        <a:pt x="5242" y="2002"/>
                        <a:pt x="5234" y="2002"/>
                      </a:cubicBezTo>
                      <a:cubicBezTo>
                        <a:pt x="5164" y="2002"/>
                        <a:pt x="5079" y="1916"/>
                        <a:pt x="5023" y="1916"/>
                      </a:cubicBezTo>
                      <a:cubicBezTo>
                        <a:pt x="5008" y="1916"/>
                        <a:pt x="4996" y="1922"/>
                        <a:pt x="4986" y="1938"/>
                      </a:cubicBezTo>
                      <a:cubicBezTo>
                        <a:pt x="4943" y="2006"/>
                        <a:pt x="4871" y="2075"/>
                        <a:pt x="4801" y="2075"/>
                      </a:cubicBezTo>
                      <a:cubicBezTo>
                        <a:pt x="4789" y="2075"/>
                        <a:pt x="4777" y="2073"/>
                        <a:pt x="4765" y="2068"/>
                      </a:cubicBezTo>
                      <a:cubicBezTo>
                        <a:pt x="4666" y="2032"/>
                        <a:pt x="4632" y="1819"/>
                        <a:pt x="4561" y="1819"/>
                      </a:cubicBezTo>
                      <a:cubicBezTo>
                        <a:pt x="4553" y="1819"/>
                        <a:pt x="4544" y="1821"/>
                        <a:pt x="4535" y="1827"/>
                      </a:cubicBezTo>
                      <a:cubicBezTo>
                        <a:pt x="4474" y="1864"/>
                        <a:pt x="4409" y="1897"/>
                        <a:pt x="4354" y="1897"/>
                      </a:cubicBezTo>
                      <a:cubicBezTo>
                        <a:pt x="4319" y="1897"/>
                        <a:pt x="4287" y="1883"/>
                        <a:pt x="4264" y="1848"/>
                      </a:cubicBezTo>
                      <a:cubicBezTo>
                        <a:pt x="4194" y="1757"/>
                        <a:pt x="4254" y="1627"/>
                        <a:pt x="4234" y="1507"/>
                      </a:cubicBezTo>
                      <a:cubicBezTo>
                        <a:pt x="4204" y="1326"/>
                        <a:pt x="4093" y="1045"/>
                        <a:pt x="3913" y="1045"/>
                      </a:cubicBezTo>
                      <a:cubicBezTo>
                        <a:pt x="3742" y="1055"/>
                        <a:pt x="3562" y="1226"/>
                        <a:pt x="3532" y="1406"/>
                      </a:cubicBezTo>
                      <a:cubicBezTo>
                        <a:pt x="3501" y="1627"/>
                        <a:pt x="3742" y="1878"/>
                        <a:pt x="3572" y="2028"/>
                      </a:cubicBezTo>
                      <a:cubicBezTo>
                        <a:pt x="3554" y="2046"/>
                        <a:pt x="3535" y="2053"/>
                        <a:pt x="3515" y="2053"/>
                      </a:cubicBezTo>
                      <a:cubicBezTo>
                        <a:pt x="3432" y="2053"/>
                        <a:pt x="3341" y="1922"/>
                        <a:pt x="3341" y="1817"/>
                      </a:cubicBezTo>
                      <a:cubicBezTo>
                        <a:pt x="3331" y="1687"/>
                        <a:pt x="3381" y="1557"/>
                        <a:pt x="3341" y="1426"/>
                      </a:cubicBezTo>
                      <a:cubicBezTo>
                        <a:pt x="3331" y="1366"/>
                        <a:pt x="3291" y="1316"/>
                        <a:pt x="3281" y="1256"/>
                      </a:cubicBezTo>
                      <a:cubicBezTo>
                        <a:pt x="3261" y="1176"/>
                        <a:pt x="3291" y="1105"/>
                        <a:pt x="3301" y="1025"/>
                      </a:cubicBezTo>
                      <a:cubicBezTo>
                        <a:pt x="3301" y="945"/>
                        <a:pt x="3281" y="824"/>
                        <a:pt x="3211" y="824"/>
                      </a:cubicBezTo>
                      <a:cubicBezTo>
                        <a:pt x="3204" y="825"/>
                        <a:pt x="3198" y="825"/>
                        <a:pt x="3192" y="825"/>
                      </a:cubicBezTo>
                      <a:cubicBezTo>
                        <a:pt x="3128" y="825"/>
                        <a:pt x="3065" y="792"/>
                        <a:pt x="3006" y="792"/>
                      </a:cubicBezTo>
                      <a:cubicBezTo>
                        <a:pt x="2987" y="792"/>
                        <a:pt x="2968" y="795"/>
                        <a:pt x="2950" y="804"/>
                      </a:cubicBezTo>
                      <a:cubicBezTo>
                        <a:pt x="2881" y="827"/>
                        <a:pt x="2823" y="898"/>
                        <a:pt x="2769" y="898"/>
                      </a:cubicBezTo>
                      <a:cubicBezTo>
                        <a:pt x="2752" y="898"/>
                        <a:pt x="2736" y="891"/>
                        <a:pt x="2719" y="875"/>
                      </a:cubicBezTo>
                      <a:cubicBezTo>
                        <a:pt x="2689" y="855"/>
                        <a:pt x="2669" y="814"/>
                        <a:pt x="2629" y="804"/>
                      </a:cubicBezTo>
                      <a:cubicBezTo>
                        <a:pt x="2623" y="802"/>
                        <a:pt x="2617" y="800"/>
                        <a:pt x="2611" y="800"/>
                      </a:cubicBezTo>
                      <a:cubicBezTo>
                        <a:pt x="2593" y="800"/>
                        <a:pt x="2571" y="810"/>
                        <a:pt x="2549" y="824"/>
                      </a:cubicBezTo>
                      <a:cubicBezTo>
                        <a:pt x="2448" y="875"/>
                        <a:pt x="2298" y="865"/>
                        <a:pt x="2238" y="965"/>
                      </a:cubicBezTo>
                      <a:cubicBezTo>
                        <a:pt x="2107" y="1206"/>
                        <a:pt x="2298" y="1496"/>
                        <a:pt x="2328" y="1767"/>
                      </a:cubicBezTo>
                      <a:cubicBezTo>
                        <a:pt x="2338" y="1888"/>
                        <a:pt x="2348" y="2018"/>
                        <a:pt x="2288" y="2118"/>
                      </a:cubicBezTo>
                      <a:cubicBezTo>
                        <a:pt x="2252" y="2183"/>
                        <a:pt x="2179" y="2224"/>
                        <a:pt x="2112" y="2224"/>
                      </a:cubicBezTo>
                      <a:cubicBezTo>
                        <a:pt x="2065" y="2224"/>
                        <a:pt x="2022" y="2204"/>
                        <a:pt x="1997" y="2158"/>
                      </a:cubicBezTo>
                      <a:cubicBezTo>
                        <a:pt x="1967" y="2118"/>
                        <a:pt x="1967" y="2058"/>
                        <a:pt x="1957" y="2008"/>
                      </a:cubicBezTo>
                      <a:cubicBezTo>
                        <a:pt x="1937" y="1848"/>
                        <a:pt x="1846" y="1697"/>
                        <a:pt x="1796" y="1547"/>
                      </a:cubicBezTo>
                      <a:cubicBezTo>
                        <a:pt x="1746" y="1396"/>
                        <a:pt x="1897" y="1256"/>
                        <a:pt x="1866" y="1095"/>
                      </a:cubicBezTo>
                      <a:cubicBezTo>
                        <a:pt x="1836" y="955"/>
                        <a:pt x="1796" y="844"/>
                        <a:pt x="1686" y="764"/>
                      </a:cubicBezTo>
                      <a:cubicBezTo>
                        <a:pt x="1670" y="750"/>
                        <a:pt x="1651" y="744"/>
                        <a:pt x="1629" y="744"/>
                      </a:cubicBezTo>
                      <a:cubicBezTo>
                        <a:pt x="1545" y="744"/>
                        <a:pt x="1429" y="833"/>
                        <a:pt x="1354" y="833"/>
                      </a:cubicBezTo>
                      <a:cubicBezTo>
                        <a:pt x="1328" y="833"/>
                        <a:pt x="1308" y="822"/>
                        <a:pt x="1295" y="794"/>
                      </a:cubicBezTo>
                      <a:cubicBezTo>
                        <a:pt x="1247" y="699"/>
                        <a:pt x="1308" y="522"/>
                        <a:pt x="1220" y="522"/>
                      </a:cubicBezTo>
                      <a:cubicBezTo>
                        <a:pt x="1215" y="522"/>
                        <a:pt x="1210" y="523"/>
                        <a:pt x="1204" y="524"/>
                      </a:cubicBezTo>
                      <a:cubicBezTo>
                        <a:pt x="1164" y="534"/>
                        <a:pt x="1134" y="564"/>
                        <a:pt x="1094" y="584"/>
                      </a:cubicBezTo>
                      <a:cubicBezTo>
                        <a:pt x="1078" y="589"/>
                        <a:pt x="1064" y="592"/>
                        <a:pt x="1049" y="592"/>
                      </a:cubicBezTo>
                      <a:cubicBezTo>
                        <a:pt x="937" y="592"/>
                        <a:pt x="871" y="427"/>
                        <a:pt x="853" y="293"/>
                      </a:cubicBezTo>
                      <a:cubicBezTo>
                        <a:pt x="834" y="160"/>
                        <a:pt x="762" y="0"/>
                        <a:pt x="63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81" name="Google Shape;17981;p62"/>
                <p:cNvSpPr/>
                <p:nvPr/>
              </p:nvSpPr>
              <p:spPr>
                <a:xfrm>
                  <a:off x="2530687" y="2788623"/>
                  <a:ext cx="200352" cy="148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3707" extrusionOk="0">
                      <a:moveTo>
                        <a:pt x="582" y="0"/>
                      </a:moveTo>
                      <a:cubicBezTo>
                        <a:pt x="575" y="0"/>
                        <a:pt x="569" y="1"/>
                        <a:pt x="562" y="2"/>
                      </a:cubicBezTo>
                      <a:cubicBezTo>
                        <a:pt x="482" y="12"/>
                        <a:pt x="442" y="122"/>
                        <a:pt x="442" y="212"/>
                      </a:cubicBezTo>
                      <a:cubicBezTo>
                        <a:pt x="432" y="564"/>
                        <a:pt x="402" y="915"/>
                        <a:pt x="382" y="1266"/>
                      </a:cubicBezTo>
                      <a:cubicBezTo>
                        <a:pt x="352" y="1577"/>
                        <a:pt x="241" y="1687"/>
                        <a:pt x="121" y="1928"/>
                      </a:cubicBezTo>
                      <a:cubicBezTo>
                        <a:pt x="1" y="2168"/>
                        <a:pt x="31" y="2499"/>
                        <a:pt x="41" y="2770"/>
                      </a:cubicBezTo>
                      <a:cubicBezTo>
                        <a:pt x="51" y="3041"/>
                        <a:pt x="101" y="3352"/>
                        <a:pt x="312" y="3472"/>
                      </a:cubicBezTo>
                      <a:cubicBezTo>
                        <a:pt x="378" y="3512"/>
                        <a:pt x="448" y="3527"/>
                        <a:pt x="521" y="3527"/>
                      </a:cubicBezTo>
                      <a:cubicBezTo>
                        <a:pt x="668" y="3527"/>
                        <a:pt x="825" y="3466"/>
                        <a:pt x="974" y="3432"/>
                      </a:cubicBezTo>
                      <a:cubicBezTo>
                        <a:pt x="1052" y="3417"/>
                        <a:pt x="1130" y="3411"/>
                        <a:pt x="1207" y="3411"/>
                      </a:cubicBezTo>
                      <a:cubicBezTo>
                        <a:pt x="1390" y="3411"/>
                        <a:pt x="1570" y="3444"/>
                        <a:pt x="1746" y="3472"/>
                      </a:cubicBezTo>
                      <a:cubicBezTo>
                        <a:pt x="2701" y="3633"/>
                        <a:pt x="3673" y="3706"/>
                        <a:pt x="4639" y="3706"/>
                      </a:cubicBezTo>
                      <a:cubicBezTo>
                        <a:pt x="4758" y="3706"/>
                        <a:pt x="4877" y="3705"/>
                        <a:pt x="4996" y="3703"/>
                      </a:cubicBezTo>
                      <a:lnTo>
                        <a:pt x="4996" y="2098"/>
                      </a:lnTo>
                      <a:cubicBezTo>
                        <a:pt x="4919" y="2069"/>
                        <a:pt x="4823" y="1735"/>
                        <a:pt x="4745" y="1735"/>
                      </a:cubicBezTo>
                      <a:cubicBezTo>
                        <a:pt x="4741" y="1735"/>
                        <a:pt x="4738" y="1736"/>
                        <a:pt x="4735" y="1737"/>
                      </a:cubicBezTo>
                      <a:cubicBezTo>
                        <a:pt x="4655" y="1767"/>
                        <a:pt x="4615" y="1857"/>
                        <a:pt x="4574" y="1938"/>
                      </a:cubicBezTo>
                      <a:cubicBezTo>
                        <a:pt x="4532" y="2006"/>
                        <a:pt x="4467" y="2075"/>
                        <a:pt x="4399" y="2075"/>
                      </a:cubicBezTo>
                      <a:cubicBezTo>
                        <a:pt x="4387" y="2075"/>
                        <a:pt x="4376" y="2073"/>
                        <a:pt x="4364" y="2068"/>
                      </a:cubicBezTo>
                      <a:cubicBezTo>
                        <a:pt x="4283" y="2032"/>
                        <a:pt x="4250" y="1818"/>
                        <a:pt x="4179" y="1818"/>
                      </a:cubicBezTo>
                      <a:cubicBezTo>
                        <a:pt x="4171" y="1818"/>
                        <a:pt x="4162" y="1821"/>
                        <a:pt x="4153" y="1827"/>
                      </a:cubicBezTo>
                      <a:cubicBezTo>
                        <a:pt x="4098" y="1864"/>
                        <a:pt x="4044" y="1897"/>
                        <a:pt x="3993" y="1897"/>
                      </a:cubicBezTo>
                      <a:cubicBezTo>
                        <a:pt x="3961" y="1897"/>
                        <a:pt x="3930" y="1883"/>
                        <a:pt x="3902" y="1847"/>
                      </a:cubicBezTo>
                      <a:cubicBezTo>
                        <a:pt x="3842" y="1757"/>
                        <a:pt x="3902" y="1627"/>
                        <a:pt x="3882" y="1506"/>
                      </a:cubicBezTo>
                      <a:cubicBezTo>
                        <a:pt x="3852" y="1326"/>
                        <a:pt x="3752" y="1045"/>
                        <a:pt x="3581" y="1045"/>
                      </a:cubicBezTo>
                      <a:cubicBezTo>
                        <a:pt x="3421" y="1055"/>
                        <a:pt x="3260" y="1226"/>
                        <a:pt x="3240" y="1406"/>
                      </a:cubicBezTo>
                      <a:cubicBezTo>
                        <a:pt x="3210" y="1627"/>
                        <a:pt x="3431" y="1878"/>
                        <a:pt x="3271" y="2028"/>
                      </a:cubicBezTo>
                      <a:cubicBezTo>
                        <a:pt x="3255" y="2046"/>
                        <a:pt x="3237" y="2053"/>
                        <a:pt x="3219" y="2053"/>
                      </a:cubicBezTo>
                      <a:cubicBezTo>
                        <a:pt x="3144" y="2053"/>
                        <a:pt x="3060" y="1922"/>
                        <a:pt x="3060" y="1817"/>
                      </a:cubicBezTo>
                      <a:cubicBezTo>
                        <a:pt x="3050" y="1687"/>
                        <a:pt x="3100" y="1557"/>
                        <a:pt x="3060" y="1426"/>
                      </a:cubicBezTo>
                      <a:cubicBezTo>
                        <a:pt x="3050" y="1366"/>
                        <a:pt x="3010" y="1316"/>
                        <a:pt x="3000" y="1256"/>
                      </a:cubicBezTo>
                      <a:cubicBezTo>
                        <a:pt x="2990" y="1175"/>
                        <a:pt x="3020" y="1105"/>
                        <a:pt x="3020" y="1025"/>
                      </a:cubicBezTo>
                      <a:cubicBezTo>
                        <a:pt x="3030" y="945"/>
                        <a:pt x="3010" y="824"/>
                        <a:pt x="2940" y="824"/>
                      </a:cubicBezTo>
                      <a:cubicBezTo>
                        <a:pt x="2934" y="825"/>
                        <a:pt x="2929" y="825"/>
                        <a:pt x="2923" y="825"/>
                      </a:cubicBezTo>
                      <a:cubicBezTo>
                        <a:pt x="2866" y="825"/>
                        <a:pt x="2810" y="792"/>
                        <a:pt x="2753" y="792"/>
                      </a:cubicBezTo>
                      <a:cubicBezTo>
                        <a:pt x="2735" y="792"/>
                        <a:pt x="2717" y="795"/>
                        <a:pt x="2699" y="804"/>
                      </a:cubicBezTo>
                      <a:cubicBezTo>
                        <a:pt x="2637" y="827"/>
                        <a:pt x="2588" y="897"/>
                        <a:pt x="2536" y="897"/>
                      </a:cubicBezTo>
                      <a:cubicBezTo>
                        <a:pt x="2520" y="897"/>
                        <a:pt x="2505" y="891"/>
                        <a:pt x="2488" y="874"/>
                      </a:cubicBezTo>
                      <a:cubicBezTo>
                        <a:pt x="2468" y="854"/>
                        <a:pt x="2448" y="814"/>
                        <a:pt x="2408" y="804"/>
                      </a:cubicBezTo>
                      <a:cubicBezTo>
                        <a:pt x="2403" y="802"/>
                        <a:pt x="2396" y="800"/>
                        <a:pt x="2390" y="800"/>
                      </a:cubicBezTo>
                      <a:cubicBezTo>
                        <a:pt x="2372" y="800"/>
                        <a:pt x="2350" y="810"/>
                        <a:pt x="2328" y="824"/>
                      </a:cubicBezTo>
                      <a:cubicBezTo>
                        <a:pt x="2237" y="874"/>
                        <a:pt x="2097" y="864"/>
                        <a:pt x="2047" y="965"/>
                      </a:cubicBezTo>
                      <a:cubicBezTo>
                        <a:pt x="1936" y="1205"/>
                        <a:pt x="2107" y="1496"/>
                        <a:pt x="2127" y="1767"/>
                      </a:cubicBezTo>
                      <a:cubicBezTo>
                        <a:pt x="2147" y="1888"/>
                        <a:pt x="2157" y="2018"/>
                        <a:pt x="2097" y="2118"/>
                      </a:cubicBezTo>
                      <a:cubicBezTo>
                        <a:pt x="2062" y="2183"/>
                        <a:pt x="1995" y="2224"/>
                        <a:pt x="1934" y="2224"/>
                      </a:cubicBezTo>
                      <a:cubicBezTo>
                        <a:pt x="1891" y="2224"/>
                        <a:pt x="1851" y="2204"/>
                        <a:pt x="1826" y="2158"/>
                      </a:cubicBezTo>
                      <a:cubicBezTo>
                        <a:pt x="1796" y="2118"/>
                        <a:pt x="1796" y="2058"/>
                        <a:pt x="1786" y="2008"/>
                      </a:cubicBezTo>
                      <a:cubicBezTo>
                        <a:pt x="1776" y="1847"/>
                        <a:pt x="1696" y="1697"/>
                        <a:pt x="1646" y="1547"/>
                      </a:cubicBezTo>
                      <a:cubicBezTo>
                        <a:pt x="1595" y="1396"/>
                        <a:pt x="1736" y="1256"/>
                        <a:pt x="1706" y="1095"/>
                      </a:cubicBezTo>
                      <a:cubicBezTo>
                        <a:pt x="1686" y="955"/>
                        <a:pt x="1636" y="844"/>
                        <a:pt x="1545" y="764"/>
                      </a:cubicBezTo>
                      <a:cubicBezTo>
                        <a:pt x="1529" y="750"/>
                        <a:pt x="1511" y="744"/>
                        <a:pt x="1491" y="744"/>
                      </a:cubicBezTo>
                      <a:cubicBezTo>
                        <a:pt x="1412" y="744"/>
                        <a:pt x="1308" y="833"/>
                        <a:pt x="1240" y="833"/>
                      </a:cubicBezTo>
                      <a:cubicBezTo>
                        <a:pt x="1216" y="833"/>
                        <a:pt x="1197" y="822"/>
                        <a:pt x="1184" y="794"/>
                      </a:cubicBezTo>
                      <a:cubicBezTo>
                        <a:pt x="1136" y="699"/>
                        <a:pt x="1198" y="522"/>
                        <a:pt x="1109" y="522"/>
                      </a:cubicBezTo>
                      <a:cubicBezTo>
                        <a:pt x="1104" y="522"/>
                        <a:pt x="1099" y="522"/>
                        <a:pt x="1094" y="523"/>
                      </a:cubicBezTo>
                      <a:cubicBezTo>
                        <a:pt x="1064" y="533"/>
                        <a:pt x="1034" y="564"/>
                        <a:pt x="994" y="584"/>
                      </a:cubicBezTo>
                      <a:cubicBezTo>
                        <a:pt x="980" y="589"/>
                        <a:pt x="967" y="592"/>
                        <a:pt x="955" y="592"/>
                      </a:cubicBezTo>
                      <a:cubicBezTo>
                        <a:pt x="856" y="592"/>
                        <a:pt x="791" y="426"/>
                        <a:pt x="773" y="293"/>
                      </a:cubicBezTo>
                      <a:cubicBezTo>
                        <a:pt x="763" y="160"/>
                        <a:pt x="691" y="0"/>
                        <a:pt x="5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82" name="Google Shape;17982;p62"/>
                <p:cNvSpPr/>
                <p:nvPr/>
              </p:nvSpPr>
              <p:spPr>
                <a:xfrm>
                  <a:off x="2874784" y="2820106"/>
                  <a:ext cx="200352" cy="116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2906" extrusionOk="0">
                      <a:moveTo>
                        <a:pt x="4408" y="1"/>
                      </a:moveTo>
                      <a:cubicBezTo>
                        <a:pt x="4294" y="1"/>
                        <a:pt x="4232" y="121"/>
                        <a:pt x="4213" y="224"/>
                      </a:cubicBezTo>
                      <a:cubicBezTo>
                        <a:pt x="4205" y="330"/>
                        <a:pt x="4140" y="461"/>
                        <a:pt x="4042" y="461"/>
                      </a:cubicBezTo>
                      <a:cubicBezTo>
                        <a:pt x="4029" y="461"/>
                        <a:pt x="4016" y="459"/>
                        <a:pt x="4003" y="454"/>
                      </a:cubicBezTo>
                      <a:cubicBezTo>
                        <a:pt x="3963" y="444"/>
                        <a:pt x="3933" y="414"/>
                        <a:pt x="3892" y="404"/>
                      </a:cubicBezTo>
                      <a:cubicBezTo>
                        <a:pt x="3889" y="404"/>
                        <a:pt x="3886" y="404"/>
                        <a:pt x="3883" y="404"/>
                      </a:cubicBezTo>
                      <a:cubicBezTo>
                        <a:pt x="3796" y="404"/>
                        <a:pt x="3861" y="547"/>
                        <a:pt x="3812" y="625"/>
                      </a:cubicBezTo>
                      <a:cubicBezTo>
                        <a:pt x="3800" y="643"/>
                        <a:pt x="3783" y="650"/>
                        <a:pt x="3762" y="650"/>
                      </a:cubicBezTo>
                      <a:cubicBezTo>
                        <a:pt x="3693" y="650"/>
                        <a:pt x="3587" y="579"/>
                        <a:pt x="3507" y="579"/>
                      </a:cubicBezTo>
                      <a:cubicBezTo>
                        <a:pt x="3486" y="579"/>
                        <a:pt x="3467" y="583"/>
                        <a:pt x="3451" y="595"/>
                      </a:cubicBezTo>
                      <a:cubicBezTo>
                        <a:pt x="3351" y="665"/>
                        <a:pt x="3311" y="745"/>
                        <a:pt x="3291" y="855"/>
                      </a:cubicBezTo>
                      <a:cubicBezTo>
                        <a:pt x="3261" y="976"/>
                        <a:pt x="3391" y="1086"/>
                        <a:pt x="3351" y="1207"/>
                      </a:cubicBezTo>
                      <a:cubicBezTo>
                        <a:pt x="3301" y="1327"/>
                        <a:pt x="3220" y="1447"/>
                        <a:pt x="3200" y="1568"/>
                      </a:cubicBezTo>
                      <a:cubicBezTo>
                        <a:pt x="3200" y="1608"/>
                        <a:pt x="3200" y="1658"/>
                        <a:pt x="3170" y="1688"/>
                      </a:cubicBezTo>
                      <a:cubicBezTo>
                        <a:pt x="3146" y="1721"/>
                        <a:pt x="3104" y="1735"/>
                        <a:pt x="3060" y="1735"/>
                      </a:cubicBezTo>
                      <a:cubicBezTo>
                        <a:pt x="2997" y="1735"/>
                        <a:pt x="2929" y="1705"/>
                        <a:pt x="2899" y="1658"/>
                      </a:cubicBezTo>
                      <a:cubicBezTo>
                        <a:pt x="2839" y="1578"/>
                        <a:pt x="2849" y="1477"/>
                        <a:pt x="2859" y="1377"/>
                      </a:cubicBezTo>
                      <a:cubicBezTo>
                        <a:pt x="2889" y="1166"/>
                        <a:pt x="3060" y="936"/>
                        <a:pt x="2950" y="755"/>
                      </a:cubicBezTo>
                      <a:cubicBezTo>
                        <a:pt x="2889" y="675"/>
                        <a:pt x="2759" y="675"/>
                        <a:pt x="2659" y="645"/>
                      </a:cubicBezTo>
                      <a:cubicBezTo>
                        <a:pt x="2642" y="637"/>
                        <a:pt x="2620" y="622"/>
                        <a:pt x="2596" y="622"/>
                      </a:cubicBezTo>
                      <a:cubicBezTo>
                        <a:pt x="2590" y="622"/>
                        <a:pt x="2584" y="623"/>
                        <a:pt x="2578" y="625"/>
                      </a:cubicBezTo>
                      <a:cubicBezTo>
                        <a:pt x="2548" y="635"/>
                        <a:pt x="2528" y="665"/>
                        <a:pt x="2508" y="685"/>
                      </a:cubicBezTo>
                      <a:cubicBezTo>
                        <a:pt x="2492" y="696"/>
                        <a:pt x="2477" y="701"/>
                        <a:pt x="2461" y="701"/>
                      </a:cubicBezTo>
                      <a:cubicBezTo>
                        <a:pt x="2409" y="701"/>
                        <a:pt x="2359" y="648"/>
                        <a:pt x="2298" y="625"/>
                      </a:cubicBezTo>
                      <a:cubicBezTo>
                        <a:pt x="2279" y="618"/>
                        <a:pt x="2261" y="615"/>
                        <a:pt x="2242" y="615"/>
                      </a:cubicBezTo>
                      <a:cubicBezTo>
                        <a:pt x="2180" y="615"/>
                        <a:pt x="2119" y="645"/>
                        <a:pt x="2057" y="645"/>
                      </a:cubicBezTo>
                      <a:cubicBezTo>
                        <a:pt x="1987" y="645"/>
                        <a:pt x="1967" y="735"/>
                        <a:pt x="1977" y="795"/>
                      </a:cubicBezTo>
                      <a:cubicBezTo>
                        <a:pt x="1977" y="855"/>
                        <a:pt x="2007" y="926"/>
                        <a:pt x="1987" y="986"/>
                      </a:cubicBezTo>
                      <a:cubicBezTo>
                        <a:pt x="1977" y="1026"/>
                        <a:pt x="1947" y="1066"/>
                        <a:pt x="1926" y="1116"/>
                      </a:cubicBezTo>
                      <a:cubicBezTo>
                        <a:pt x="1896" y="1217"/>
                        <a:pt x="1936" y="1317"/>
                        <a:pt x="1936" y="1417"/>
                      </a:cubicBezTo>
                      <a:cubicBezTo>
                        <a:pt x="1928" y="1499"/>
                        <a:pt x="1847" y="1607"/>
                        <a:pt x="1769" y="1607"/>
                      </a:cubicBezTo>
                      <a:cubicBezTo>
                        <a:pt x="1751" y="1607"/>
                        <a:pt x="1733" y="1601"/>
                        <a:pt x="1716" y="1588"/>
                      </a:cubicBezTo>
                      <a:cubicBezTo>
                        <a:pt x="1565" y="1467"/>
                        <a:pt x="1786" y="1267"/>
                        <a:pt x="1756" y="1096"/>
                      </a:cubicBezTo>
                      <a:cubicBezTo>
                        <a:pt x="1726" y="956"/>
                        <a:pt x="1565" y="825"/>
                        <a:pt x="1415" y="815"/>
                      </a:cubicBezTo>
                      <a:cubicBezTo>
                        <a:pt x="1244" y="815"/>
                        <a:pt x="1144" y="1036"/>
                        <a:pt x="1114" y="1176"/>
                      </a:cubicBezTo>
                      <a:cubicBezTo>
                        <a:pt x="1094" y="1277"/>
                        <a:pt x="1154" y="1377"/>
                        <a:pt x="1084" y="1447"/>
                      </a:cubicBezTo>
                      <a:cubicBezTo>
                        <a:pt x="1061" y="1474"/>
                        <a:pt x="1031" y="1485"/>
                        <a:pt x="999" y="1485"/>
                      </a:cubicBezTo>
                      <a:cubicBezTo>
                        <a:pt x="948" y="1485"/>
                        <a:pt x="889" y="1458"/>
                        <a:pt x="833" y="1427"/>
                      </a:cubicBezTo>
                      <a:cubicBezTo>
                        <a:pt x="826" y="1424"/>
                        <a:pt x="819" y="1422"/>
                        <a:pt x="813" y="1422"/>
                      </a:cubicBezTo>
                      <a:cubicBezTo>
                        <a:pt x="747" y="1422"/>
                        <a:pt x="715" y="1590"/>
                        <a:pt x="633" y="1618"/>
                      </a:cubicBezTo>
                      <a:cubicBezTo>
                        <a:pt x="619" y="1623"/>
                        <a:pt x="606" y="1625"/>
                        <a:pt x="593" y="1625"/>
                      </a:cubicBezTo>
                      <a:cubicBezTo>
                        <a:pt x="527" y="1625"/>
                        <a:pt x="464" y="1568"/>
                        <a:pt x="422" y="1517"/>
                      </a:cubicBezTo>
                      <a:cubicBezTo>
                        <a:pt x="382" y="1457"/>
                        <a:pt x="342" y="1377"/>
                        <a:pt x="251" y="1357"/>
                      </a:cubicBezTo>
                      <a:cubicBezTo>
                        <a:pt x="247" y="1356"/>
                        <a:pt x="243" y="1355"/>
                        <a:pt x="239" y="1355"/>
                      </a:cubicBezTo>
                      <a:cubicBezTo>
                        <a:pt x="162" y="1355"/>
                        <a:pt x="77" y="1619"/>
                        <a:pt x="1" y="1638"/>
                      </a:cubicBezTo>
                      <a:lnTo>
                        <a:pt x="1" y="2902"/>
                      </a:lnTo>
                      <a:cubicBezTo>
                        <a:pt x="136" y="2904"/>
                        <a:pt x="271" y="2905"/>
                        <a:pt x="407" y="2905"/>
                      </a:cubicBezTo>
                      <a:cubicBezTo>
                        <a:pt x="1355" y="2905"/>
                        <a:pt x="2301" y="2844"/>
                        <a:pt x="3240" y="2721"/>
                      </a:cubicBezTo>
                      <a:cubicBezTo>
                        <a:pt x="3423" y="2700"/>
                        <a:pt x="3605" y="2674"/>
                        <a:pt x="3784" y="2674"/>
                      </a:cubicBezTo>
                      <a:cubicBezTo>
                        <a:pt x="3861" y="2674"/>
                        <a:pt x="3937" y="2679"/>
                        <a:pt x="4013" y="2691"/>
                      </a:cubicBezTo>
                      <a:cubicBezTo>
                        <a:pt x="4170" y="2712"/>
                        <a:pt x="4333" y="2760"/>
                        <a:pt x="4484" y="2760"/>
                      </a:cubicBezTo>
                      <a:cubicBezTo>
                        <a:pt x="4554" y="2760"/>
                        <a:pt x="4621" y="2750"/>
                        <a:pt x="4685" y="2721"/>
                      </a:cubicBezTo>
                      <a:cubicBezTo>
                        <a:pt x="4895" y="2621"/>
                        <a:pt x="4946" y="2380"/>
                        <a:pt x="4956" y="2169"/>
                      </a:cubicBezTo>
                      <a:cubicBezTo>
                        <a:pt x="4966" y="1949"/>
                        <a:pt x="4996" y="1698"/>
                        <a:pt x="4875" y="1507"/>
                      </a:cubicBezTo>
                      <a:cubicBezTo>
                        <a:pt x="4755" y="1327"/>
                        <a:pt x="4635" y="1227"/>
                        <a:pt x="4615" y="996"/>
                      </a:cubicBezTo>
                      <a:cubicBezTo>
                        <a:pt x="4585" y="715"/>
                        <a:pt x="4564" y="434"/>
                        <a:pt x="4554" y="163"/>
                      </a:cubicBezTo>
                      <a:cubicBezTo>
                        <a:pt x="4544" y="93"/>
                        <a:pt x="4514" y="13"/>
                        <a:pt x="4434" y="3"/>
                      </a:cubicBezTo>
                      <a:cubicBezTo>
                        <a:pt x="4425" y="1"/>
                        <a:pt x="4416" y="1"/>
                        <a:pt x="44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83" name="Google Shape;17983;p62"/>
                <p:cNvSpPr/>
                <p:nvPr/>
              </p:nvSpPr>
              <p:spPr>
                <a:xfrm>
                  <a:off x="2695323" y="2774853"/>
                  <a:ext cx="200352" cy="116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2906" extrusionOk="0">
                      <a:moveTo>
                        <a:pt x="4417" y="1"/>
                      </a:moveTo>
                      <a:cubicBezTo>
                        <a:pt x="4304" y="1"/>
                        <a:pt x="4242" y="121"/>
                        <a:pt x="4223" y="224"/>
                      </a:cubicBezTo>
                      <a:cubicBezTo>
                        <a:pt x="4205" y="330"/>
                        <a:pt x="4140" y="461"/>
                        <a:pt x="4041" y="461"/>
                      </a:cubicBezTo>
                      <a:cubicBezTo>
                        <a:pt x="4029" y="461"/>
                        <a:pt x="4016" y="459"/>
                        <a:pt x="4002" y="454"/>
                      </a:cubicBezTo>
                      <a:cubicBezTo>
                        <a:pt x="3962" y="444"/>
                        <a:pt x="3942" y="414"/>
                        <a:pt x="3902" y="404"/>
                      </a:cubicBezTo>
                      <a:cubicBezTo>
                        <a:pt x="3899" y="404"/>
                        <a:pt x="3895" y="404"/>
                        <a:pt x="3892" y="404"/>
                      </a:cubicBezTo>
                      <a:cubicBezTo>
                        <a:pt x="3796" y="404"/>
                        <a:pt x="3860" y="547"/>
                        <a:pt x="3812" y="625"/>
                      </a:cubicBezTo>
                      <a:cubicBezTo>
                        <a:pt x="3802" y="643"/>
                        <a:pt x="3786" y="650"/>
                        <a:pt x="3765" y="650"/>
                      </a:cubicBezTo>
                      <a:cubicBezTo>
                        <a:pt x="3699" y="650"/>
                        <a:pt x="3589" y="579"/>
                        <a:pt x="3507" y="579"/>
                      </a:cubicBezTo>
                      <a:cubicBezTo>
                        <a:pt x="3486" y="579"/>
                        <a:pt x="3467" y="583"/>
                        <a:pt x="3451" y="595"/>
                      </a:cubicBezTo>
                      <a:cubicBezTo>
                        <a:pt x="3360" y="665"/>
                        <a:pt x="3320" y="745"/>
                        <a:pt x="3290" y="855"/>
                      </a:cubicBezTo>
                      <a:cubicBezTo>
                        <a:pt x="3270" y="976"/>
                        <a:pt x="3401" y="1086"/>
                        <a:pt x="3350" y="1207"/>
                      </a:cubicBezTo>
                      <a:cubicBezTo>
                        <a:pt x="3310" y="1327"/>
                        <a:pt x="3230" y="1447"/>
                        <a:pt x="3210" y="1568"/>
                      </a:cubicBezTo>
                      <a:cubicBezTo>
                        <a:pt x="3200" y="1608"/>
                        <a:pt x="3200" y="1658"/>
                        <a:pt x="3170" y="1688"/>
                      </a:cubicBezTo>
                      <a:cubicBezTo>
                        <a:pt x="3145" y="1721"/>
                        <a:pt x="3105" y="1735"/>
                        <a:pt x="3063" y="1735"/>
                      </a:cubicBezTo>
                      <a:cubicBezTo>
                        <a:pt x="3002" y="1735"/>
                        <a:pt x="2935" y="1705"/>
                        <a:pt x="2899" y="1658"/>
                      </a:cubicBezTo>
                      <a:cubicBezTo>
                        <a:pt x="2849" y="1578"/>
                        <a:pt x="2859" y="1477"/>
                        <a:pt x="2869" y="1377"/>
                      </a:cubicBezTo>
                      <a:cubicBezTo>
                        <a:pt x="2899" y="1166"/>
                        <a:pt x="3070" y="936"/>
                        <a:pt x="2949" y="755"/>
                      </a:cubicBezTo>
                      <a:cubicBezTo>
                        <a:pt x="2899" y="675"/>
                        <a:pt x="2759" y="675"/>
                        <a:pt x="2668" y="645"/>
                      </a:cubicBezTo>
                      <a:cubicBezTo>
                        <a:pt x="2644" y="637"/>
                        <a:pt x="2620" y="622"/>
                        <a:pt x="2601" y="622"/>
                      </a:cubicBezTo>
                      <a:cubicBezTo>
                        <a:pt x="2596" y="622"/>
                        <a:pt x="2592" y="623"/>
                        <a:pt x="2588" y="625"/>
                      </a:cubicBezTo>
                      <a:cubicBezTo>
                        <a:pt x="2548" y="635"/>
                        <a:pt x="2538" y="665"/>
                        <a:pt x="2508" y="685"/>
                      </a:cubicBezTo>
                      <a:cubicBezTo>
                        <a:pt x="2492" y="696"/>
                        <a:pt x="2476" y="701"/>
                        <a:pt x="2461" y="701"/>
                      </a:cubicBezTo>
                      <a:cubicBezTo>
                        <a:pt x="2409" y="701"/>
                        <a:pt x="2359" y="648"/>
                        <a:pt x="2297" y="625"/>
                      </a:cubicBezTo>
                      <a:cubicBezTo>
                        <a:pt x="2279" y="618"/>
                        <a:pt x="2261" y="615"/>
                        <a:pt x="2243" y="615"/>
                      </a:cubicBezTo>
                      <a:cubicBezTo>
                        <a:pt x="2183" y="615"/>
                        <a:pt x="2126" y="645"/>
                        <a:pt x="2056" y="645"/>
                      </a:cubicBezTo>
                      <a:cubicBezTo>
                        <a:pt x="1986" y="645"/>
                        <a:pt x="1966" y="735"/>
                        <a:pt x="1976" y="795"/>
                      </a:cubicBezTo>
                      <a:cubicBezTo>
                        <a:pt x="1986" y="855"/>
                        <a:pt x="2006" y="926"/>
                        <a:pt x="1996" y="986"/>
                      </a:cubicBezTo>
                      <a:cubicBezTo>
                        <a:pt x="1986" y="1026"/>
                        <a:pt x="1946" y="1066"/>
                        <a:pt x="1936" y="1116"/>
                      </a:cubicBezTo>
                      <a:cubicBezTo>
                        <a:pt x="1896" y="1217"/>
                        <a:pt x="1946" y="1317"/>
                        <a:pt x="1936" y="1417"/>
                      </a:cubicBezTo>
                      <a:cubicBezTo>
                        <a:pt x="1936" y="1499"/>
                        <a:pt x="1850" y="1607"/>
                        <a:pt x="1775" y="1607"/>
                      </a:cubicBezTo>
                      <a:cubicBezTo>
                        <a:pt x="1757" y="1607"/>
                        <a:pt x="1741" y="1601"/>
                        <a:pt x="1725" y="1588"/>
                      </a:cubicBezTo>
                      <a:cubicBezTo>
                        <a:pt x="1565" y="1467"/>
                        <a:pt x="1796" y="1267"/>
                        <a:pt x="1756" y="1096"/>
                      </a:cubicBezTo>
                      <a:cubicBezTo>
                        <a:pt x="1735" y="956"/>
                        <a:pt x="1575" y="825"/>
                        <a:pt x="1415" y="815"/>
                      </a:cubicBezTo>
                      <a:cubicBezTo>
                        <a:pt x="1244" y="815"/>
                        <a:pt x="1144" y="1036"/>
                        <a:pt x="1114" y="1176"/>
                      </a:cubicBezTo>
                      <a:cubicBezTo>
                        <a:pt x="1094" y="1277"/>
                        <a:pt x="1154" y="1377"/>
                        <a:pt x="1094" y="1447"/>
                      </a:cubicBezTo>
                      <a:cubicBezTo>
                        <a:pt x="1070" y="1474"/>
                        <a:pt x="1041" y="1485"/>
                        <a:pt x="1009" y="1485"/>
                      </a:cubicBezTo>
                      <a:cubicBezTo>
                        <a:pt x="957" y="1485"/>
                        <a:pt x="898" y="1458"/>
                        <a:pt x="843" y="1427"/>
                      </a:cubicBezTo>
                      <a:cubicBezTo>
                        <a:pt x="835" y="1424"/>
                        <a:pt x="827" y="1422"/>
                        <a:pt x="820" y="1422"/>
                      </a:cubicBezTo>
                      <a:cubicBezTo>
                        <a:pt x="748" y="1422"/>
                        <a:pt x="723" y="1590"/>
                        <a:pt x="632" y="1618"/>
                      </a:cubicBezTo>
                      <a:cubicBezTo>
                        <a:pt x="619" y="1623"/>
                        <a:pt x="606" y="1625"/>
                        <a:pt x="593" y="1625"/>
                      </a:cubicBezTo>
                      <a:cubicBezTo>
                        <a:pt x="526" y="1625"/>
                        <a:pt x="465" y="1568"/>
                        <a:pt x="432" y="1517"/>
                      </a:cubicBezTo>
                      <a:cubicBezTo>
                        <a:pt x="381" y="1457"/>
                        <a:pt x="341" y="1377"/>
                        <a:pt x="261" y="1357"/>
                      </a:cubicBezTo>
                      <a:cubicBezTo>
                        <a:pt x="257" y="1356"/>
                        <a:pt x="253" y="1355"/>
                        <a:pt x="249" y="1355"/>
                      </a:cubicBezTo>
                      <a:cubicBezTo>
                        <a:pt x="171" y="1355"/>
                        <a:pt x="77" y="1619"/>
                        <a:pt x="0" y="1638"/>
                      </a:cubicBezTo>
                      <a:lnTo>
                        <a:pt x="0" y="2902"/>
                      </a:lnTo>
                      <a:cubicBezTo>
                        <a:pt x="136" y="2904"/>
                        <a:pt x="271" y="2905"/>
                        <a:pt x="407" y="2905"/>
                      </a:cubicBezTo>
                      <a:cubicBezTo>
                        <a:pt x="1357" y="2905"/>
                        <a:pt x="2311" y="2844"/>
                        <a:pt x="3250" y="2721"/>
                      </a:cubicBezTo>
                      <a:cubicBezTo>
                        <a:pt x="3425" y="2700"/>
                        <a:pt x="3606" y="2674"/>
                        <a:pt x="3787" y="2674"/>
                      </a:cubicBezTo>
                      <a:cubicBezTo>
                        <a:pt x="3865" y="2674"/>
                        <a:pt x="3944" y="2679"/>
                        <a:pt x="4022" y="2691"/>
                      </a:cubicBezTo>
                      <a:cubicBezTo>
                        <a:pt x="4173" y="2712"/>
                        <a:pt x="4333" y="2760"/>
                        <a:pt x="4484" y="2760"/>
                      </a:cubicBezTo>
                      <a:cubicBezTo>
                        <a:pt x="4553" y="2760"/>
                        <a:pt x="4621" y="2750"/>
                        <a:pt x="4684" y="2721"/>
                      </a:cubicBezTo>
                      <a:cubicBezTo>
                        <a:pt x="4895" y="2621"/>
                        <a:pt x="4945" y="2380"/>
                        <a:pt x="4955" y="2169"/>
                      </a:cubicBezTo>
                      <a:cubicBezTo>
                        <a:pt x="4965" y="1949"/>
                        <a:pt x="4995" y="1698"/>
                        <a:pt x="4875" y="1507"/>
                      </a:cubicBezTo>
                      <a:cubicBezTo>
                        <a:pt x="4755" y="1327"/>
                        <a:pt x="4644" y="1227"/>
                        <a:pt x="4624" y="996"/>
                      </a:cubicBezTo>
                      <a:cubicBezTo>
                        <a:pt x="4594" y="715"/>
                        <a:pt x="4574" y="434"/>
                        <a:pt x="4554" y="163"/>
                      </a:cubicBezTo>
                      <a:cubicBezTo>
                        <a:pt x="4554" y="93"/>
                        <a:pt x="4524" y="13"/>
                        <a:pt x="4444" y="3"/>
                      </a:cubicBezTo>
                      <a:cubicBezTo>
                        <a:pt x="4435" y="1"/>
                        <a:pt x="4426" y="1"/>
                        <a:pt x="44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  <p:grpSp>
            <p:nvGrpSpPr>
              <p:cNvPr id="17984" name="Google Shape;17984;p62"/>
              <p:cNvGrpSpPr/>
              <p:nvPr/>
            </p:nvGrpSpPr>
            <p:grpSpPr>
              <a:xfrm rot="-263875">
                <a:off x="5836717" y="4098665"/>
                <a:ext cx="813287" cy="233323"/>
                <a:chOff x="2447923" y="2707800"/>
                <a:chExt cx="727715" cy="208774"/>
              </a:xfrm>
            </p:grpSpPr>
            <p:sp>
              <p:nvSpPr>
                <p:cNvPr id="17985" name="Google Shape;17985;p62"/>
                <p:cNvSpPr/>
                <p:nvPr/>
              </p:nvSpPr>
              <p:spPr>
                <a:xfrm>
                  <a:off x="2447923" y="2707800"/>
                  <a:ext cx="534606" cy="208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1" h="5206" extrusionOk="0">
                      <a:moveTo>
                        <a:pt x="2434" y="1"/>
                      </a:moveTo>
                      <a:cubicBezTo>
                        <a:pt x="2405" y="1"/>
                        <a:pt x="2376" y="4"/>
                        <a:pt x="2348" y="10"/>
                      </a:cubicBezTo>
                      <a:cubicBezTo>
                        <a:pt x="2057" y="60"/>
                        <a:pt x="2167" y="582"/>
                        <a:pt x="1976" y="812"/>
                      </a:cubicBezTo>
                      <a:cubicBezTo>
                        <a:pt x="1916" y="882"/>
                        <a:pt x="1836" y="933"/>
                        <a:pt x="1776" y="1003"/>
                      </a:cubicBezTo>
                      <a:cubicBezTo>
                        <a:pt x="1585" y="1234"/>
                        <a:pt x="1716" y="1565"/>
                        <a:pt x="1776" y="1855"/>
                      </a:cubicBezTo>
                      <a:cubicBezTo>
                        <a:pt x="1836" y="2176"/>
                        <a:pt x="1826" y="2688"/>
                        <a:pt x="1525" y="2808"/>
                      </a:cubicBezTo>
                      <a:cubicBezTo>
                        <a:pt x="1514" y="2813"/>
                        <a:pt x="1503" y="2815"/>
                        <a:pt x="1494" y="2815"/>
                      </a:cubicBezTo>
                      <a:cubicBezTo>
                        <a:pt x="1391" y="2815"/>
                        <a:pt x="1372" y="2586"/>
                        <a:pt x="1345" y="2467"/>
                      </a:cubicBezTo>
                      <a:cubicBezTo>
                        <a:pt x="1300" y="2164"/>
                        <a:pt x="1136" y="1575"/>
                        <a:pt x="896" y="1575"/>
                      </a:cubicBezTo>
                      <a:cubicBezTo>
                        <a:pt x="866" y="1575"/>
                        <a:pt x="835" y="1585"/>
                        <a:pt x="803" y="1605"/>
                      </a:cubicBezTo>
                      <a:cubicBezTo>
                        <a:pt x="729" y="1660"/>
                        <a:pt x="801" y="1880"/>
                        <a:pt x="732" y="1880"/>
                      </a:cubicBezTo>
                      <a:cubicBezTo>
                        <a:pt x="726" y="1880"/>
                        <a:pt x="720" y="1878"/>
                        <a:pt x="713" y="1875"/>
                      </a:cubicBezTo>
                      <a:cubicBezTo>
                        <a:pt x="562" y="1810"/>
                        <a:pt x="614" y="1409"/>
                        <a:pt x="481" y="1409"/>
                      </a:cubicBezTo>
                      <a:cubicBezTo>
                        <a:pt x="472" y="1409"/>
                        <a:pt x="462" y="1410"/>
                        <a:pt x="452" y="1414"/>
                      </a:cubicBezTo>
                      <a:cubicBezTo>
                        <a:pt x="101" y="1544"/>
                        <a:pt x="171" y="2066"/>
                        <a:pt x="91" y="2417"/>
                      </a:cubicBezTo>
                      <a:cubicBezTo>
                        <a:pt x="0" y="2818"/>
                        <a:pt x="121" y="3370"/>
                        <a:pt x="191" y="3771"/>
                      </a:cubicBezTo>
                      <a:cubicBezTo>
                        <a:pt x="221" y="3952"/>
                        <a:pt x="261" y="4132"/>
                        <a:pt x="372" y="4273"/>
                      </a:cubicBezTo>
                      <a:cubicBezTo>
                        <a:pt x="558" y="4505"/>
                        <a:pt x="864" y="4552"/>
                        <a:pt x="1174" y="4552"/>
                      </a:cubicBezTo>
                      <a:cubicBezTo>
                        <a:pt x="1265" y="4552"/>
                        <a:pt x="1356" y="4548"/>
                        <a:pt x="1445" y="4544"/>
                      </a:cubicBezTo>
                      <a:cubicBezTo>
                        <a:pt x="1561" y="4539"/>
                        <a:pt x="1678" y="4536"/>
                        <a:pt x="1795" y="4536"/>
                      </a:cubicBezTo>
                      <a:cubicBezTo>
                        <a:pt x="2613" y="4536"/>
                        <a:pt x="3432" y="4659"/>
                        <a:pt x="4213" y="4905"/>
                      </a:cubicBezTo>
                      <a:cubicBezTo>
                        <a:pt x="4645" y="5035"/>
                        <a:pt x="5066" y="5206"/>
                        <a:pt x="5507" y="5206"/>
                      </a:cubicBezTo>
                      <a:cubicBezTo>
                        <a:pt x="5828" y="5206"/>
                        <a:pt x="6149" y="5105"/>
                        <a:pt x="6460" y="5025"/>
                      </a:cubicBezTo>
                      <a:cubicBezTo>
                        <a:pt x="7566" y="4728"/>
                        <a:pt x="8715" y="4502"/>
                        <a:pt x="9854" y="4502"/>
                      </a:cubicBezTo>
                      <a:cubicBezTo>
                        <a:pt x="10368" y="4502"/>
                        <a:pt x="10880" y="4548"/>
                        <a:pt x="11385" y="4654"/>
                      </a:cubicBezTo>
                      <a:cubicBezTo>
                        <a:pt x="11686" y="4717"/>
                        <a:pt x="11993" y="4806"/>
                        <a:pt x="12301" y="4806"/>
                      </a:cubicBezTo>
                      <a:cubicBezTo>
                        <a:pt x="12383" y="4806"/>
                        <a:pt x="12466" y="4799"/>
                        <a:pt x="12549" y="4784"/>
                      </a:cubicBezTo>
                      <a:cubicBezTo>
                        <a:pt x="12940" y="4724"/>
                        <a:pt x="13331" y="4403"/>
                        <a:pt x="13321" y="3992"/>
                      </a:cubicBezTo>
                      <a:cubicBezTo>
                        <a:pt x="13311" y="3711"/>
                        <a:pt x="13120" y="3470"/>
                        <a:pt x="12960" y="3230"/>
                      </a:cubicBezTo>
                      <a:cubicBezTo>
                        <a:pt x="12809" y="2989"/>
                        <a:pt x="12900" y="2708"/>
                        <a:pt x="12850" y="2427"/>
                      </a:cubicBezTo>
                      <a:cubicBezTo>
                        <a:pt x="12789" y="2046"/>
                        <a:pt x="12739" y="1635"/>
                        <a:pt x="12438" y="1384"/>
                      </a:cubicBezTo>
                      <a:cubicBezTo>
                        <a:pt x="12338" y="1304"/>
                        <a:pt x="12188" y="1354"/>
                        <a:pt x="12097" y="1254"/>
                      </a:cubicBezTo>
                      <a:cubicBezTo>
                        <a:pt x="12007" y="1153"/>
                        <a:pt x="11937" y="1043"/>
                        <a:pt x="11816" y="983"/>
                      </a:cubicBezTo>
                      <a:cubicBezTo>
                        <a:pt x="11798" y="975"/>
                        <a:pt x="11780" y="972"/>
                        <a:pt x="11764" y="972"/>
                      </a:cubicBezTo>
                      <a:cubicBezTo>
                        <a:pt x="11676" y="972"/>
                        <a:pt x="11617" y="1072"/>
                        <a:pt x="11515" y="1123"/>
                      </a:cubicBezTo>
                      <a:cubicBezTo>
                        <a:pt x="11508" y="1128"/>
                        <a:pt x="11501" y="1130"/>
                        <a:pt x="11494" y="1130"/>
                      </a:cubicBezTo>
                      <a:cubicBezTo>
                        <a:pt x="11429" y="1130"/>
                        <a:pt x="11371" y="966"/>
                        <a:pt x="11307" y="966"/>
                      </a:cubicBezTo>
                      <a:cubicBezTo>
                        <a:pt x="11299" y="966"/>
                        <a:pt x="11292" y="968"/>
                        <a:pt x="11285" y="973"/>
                      </a:cubicBezTo>
                      <a:cubicBezTo>
                        <a:pt x="11154" y="1063"/>
                        <a:pt x="11184" y="1294"/>
                        <a:pt x="11044" y="1314"/>
                      </a:cubicBezTo>
                      <a:cubicBezTo>
                        <a:pt x="11036" y="1315"/>
                        <a:pt x="11029" y="1315"/>
                        <a:pt x="11021" y="1315"/>
                      </a:cubicBezTo>
                      <a:cubicBezTo>
                        <a:pt x="10887" y="1315"/>
                        <a:pt x="10827" y="1149"/>
                        <a:pt x="10713" y="1063"/>
                      </a:cubicBezTo>
                      <a:cubicBezTo>
                        <a:pt x="10708" y="1061"/>
                        <a:pt x="10704" y="1060"/>
                        <a:pt x="10699" y="1060"/>
                      </a:cubicBezTo>
                      <a:cubicBezTo>
                        <a:pt x="10661" y="1060"/>
                        <a:pt x="10619" y="1113"/>
                        <a:pt x="10585" y="1113"/>
                      </a:cubicBezTo>
                      <a:cubicBezTo>
                        <a:pt x="10577" y="1113"/>
                        <a:pt x="10569" y="1110"/>
                        <a:pt x="10563" y="1103"/>
                      </a:cubicBezTo>
                      <a:cubicBezTo>
                        <a:pt x="10502" y="1063"/>
                        <a:pt x="10603" y="933"/>
                        <a:pt x="10543" y="893"/>
                      </a:cubicBezTo>
                      <a:cubicBezTo>
                        <a:pt x="10511" y="868"/>
                        <a:pt x="10479" y="857"/>
                        <a:pt x="10448" y="857"/>
                      </a:cubicBezTo>
                      <a:cubicBezTo>
                        <a:pt x="10249" y="857"/>
                        <a:pt x="10064" y="1303"/>
                        <a:pt x="10081" y="1555"/>
                      </a:cubicBezTo>
                      <a:cubicBezTo>
                        <a:pt x="10091" y="1735"/>
                        <a:pt x="10171" y="1906"/>
                        <a:pt x="10161" y="2076"/>
                      </a:cubicBezTo>
                      <a:cubicBezTo>
                        <a:pt x="10154" y="2217"/>
                        <a:pt x="9999" y="2407"/>
                        <a:pt x="9893" y="2407"/>
                      </a:cubicBezTo>
                      <a:cubicBezTo>
                        <a:pt x="9864" y="2407"/>
                        <a:pt x="9838" y="2392"/>
                        <a:pt x="9820" y="2357"/>
                      </a:cubicBezTo>
                      <a:cubicBezTo>
                        <a:pt x="9650" y="2026"/>
                        <a:pt x="9921" y="1524"/>
                        <a:pt x="9650" y="1264"/>
                      </a:cubicBezTo>
                      <a:cubicBezTo>
                        <a:pt x="9642" y="1257"/>
                        <a:pt x="9635" y="1254"/>
                        <a:pt x="9628" y="1254"/>
                      </a:cubicBezTo>
                      <a:cubicBezTo>
                        <a:pt x="9567" y="1254"/>
                        <a:pt x="9542" y="1505"/>
                        <a:pt x="9458" y="1505"/>
                      </a:cubicBezTo>
                      <a:cubicBezTo>
                        <a:pt x="9455" y="1505"/>
                        <a:pt x="9452" y="1505"/>
                        <a:pt x="9449" y="1504"/>
                      </a:cubicBezTo>
                      <a:cubicBezTo>
                        <a:pt x="9259" y="1474"/>
                        <a:pt x="9509" y="1113"/>
                        <a:pt x="9479" y="923"/>
                      </a:cubicBezTo>
                      <a:cubicBezTo>
                        <a:pt x="9474" y="900"/>
                        <a:pt x="9462" y="890"/>
                        <a:pt x="9446" y="890"/>
                      </a:cubicBezTo>
                      <a:cubicBezTo>
                        <a:pt x="9400" y="890"/>
                        <a:pt x="9321" y="973"/>
                        <a:pt x="9299" y="1033"/>
                      </a:cubicBezTo>
                      <a:cubicBezTo>
                        <a:pt x="9208" y="1304"/>
                        <a:pt x="9128" y="1565"/>
                        <a:pt x="9048" y="1825"/>
                      </a:cubicBezTo>
                      <a:cubicBezTo>
                        <a:pt x="9018" y="1916"/>
                        <a:pt x="8988" y="2006"/>
                        <a:pt x="8998" y="2106"/>
                      </a:cubicBezTo>
                      <a:cubicBezTo>
                        <a:pt x="9008" y="2186"/>
                        <a:pt x="9048" y="2257"/>
                        <a:pt x="9058" y="2337"/>
                      </a:cubicBezTo>
                      <a:cubicBezTo>
                        <a:pt x="9090" y="2523"/>
                        <a:pt x="8881" y="2801"/>
                        <a:pt x="8730" y="2801"/>
                      </a:cubicBezTo>
                      <a:cubicBezTo>
                        <a:pt x="8694" y="2801"/>
                        <a:pt x="8662" y="2785"/>
                        <a:pt x="8637" y="2748"/>
                      </a:cubicBezTo>
                      <a:cubicBezTo>
                        <a:pt x="8466" y="2497"/>
                        <a:pt x="8346" y="2257"/>
                        <a:pt x="8276" y="1956"/>
                      </a:cubicBezTo>
                      <a:cubicBezTo>
                        <a:pt x="8235" y="1755"/>
                        <a:pt x="8486" y="1444"/>
                        <a:pt x="8296" y="1374"/>
                      </a:cubicBezTo>
                      <a:cubicBezTo>
                        <a:pt x="8284" y="1368"/>
                        <a:pt x="8271" y="1366"/>
                        <a:pt x="8258" y="1366"/>
                      </a:cubicBezTo>
                      <a:cubicBezTo>
                        <a:pt x="8180" y="1366"/>
                        <a:pt x="8073" y="1448"/>
                        <a:pt x="8006" y="1448"/>
                      </a:cubicBezTo>
                      <a:cubicBezTo>
                        <a:pt x="7984" y="1448"/>
                        <a:pt x="7966" y="1439"/>
                        <a:pt x="7955" y="1414"/>
                      </a:cubicBezTo>
                      <a:cubicBezTo>
                        <a:pt x="7884" y="1244"/>
                        <a:pt x="8266" y="1053"/>
                        <a:pt x="8165" y="903"/>
                      </a:cubicBezTo>
                      <a:cubicBezTo>
                        <a:pt x="8123" y="839"/>
                        <a:pt x="8040" y="805"/>
                        <a:pt x="7963" y="805"/>
                      </a:cubicBezTo>
                      <a:cubicBezTo>
                        <a:pt x="7931" y="805"/>
                        <a:pt x="7901" y="811"/>
                        <a:pt x="7874" y="822"/>
                      </a:cubicBezTo>
                      <a:cubicBezTo>
                        <a:pt x="7814" y="842"/>
                        <a:pt x="7834" y="963"/>
                        <a:pt x="7774" y="993"/>
                      </a:cubicBezTo>
                      <a:cubicBezTo>
                        <a:pt x="7767" y="996"/>
                        <a:pt x="7759" y="998"/>
                        <a:pt x="7752" y="998"/>
                      </a:cubicBezTo>
                      <a:cubicBezTo>
                        <a:pt x="7702" y="998"/>
                        <a:pt x="7648" y="930"/>
                        <a:pt x="7599" y="930"/>
                      </a:cubicBezTo>
                      <a:cubicBezTo>
                        <a:pt x="7594" y="930"/>
                        <a:pt x="7589" y="931"/>
                        <a:pt x="7584" y="933"/>
                      </a:cubicBezTo>
                      <a:cubicBezTo>
                        <a:pt x="7463" y="993"/>
                        <a:pt x="7513" y="1213"/>
                        <a:pt x="7423" y="1314"/>
                      </a:cubicBezTo>
                      <a:cubicBezTo>
                        <a:pt x="7303" y="1464"/>
                        <a:pt x="7293" y="1655"/>
                        <a:pt x="7162" y="1785"/>
                      </a:cubicBezTo>
                      <a:cubicBezTo>
                        <a:pt x="7152" y="1797"/>
                        <a:pt x="7140" y="1802"/>
                        <a:pt x="7126" y="1802"/>
                      </a:cubicBezTo>
                      <a:cubicBezTo>
                        <a:pt x="7082" y="1802"/>
                        <a:pt x="7023" y="1759"/>
                        <a:pt x="6983" y="1759"/>
                      </a:cubicBezTo>
                      <a:cubicBezTo>
                        <a:pt x="6970" y="1759"/>
                        <a:pt x="6959" y="1763"/>
                        <a:pt x="6952" y="1775"/>
                      </a:cubicBezTo>
                      <a:cubicBezTo>
                        <a:pt x="6811" y="1956"/>
                        <a:pt x="7303" y="2397"/>
                        <a:pt x="7082" y="2447"/>
                      </a:cubicBezTo>
                      <a:cubicBezTo>
                        <a:pt x="7081" y="2447"/>
                        <a:pt x="7079" y="2448"/>
                        <a:pt x="7078" y="2448"/>
                      </a:cubicBezTo>
                      <a:cubicBezTo>
                        <a:pt x="7025" y="2448"/>
                        <a:pt x="7081" y="2257"/>
                        <a:pt x="7022" y="2257"/>
                      </a:cubicBezTo>
                      <a:cubicBezTo>
                        <a:pt x="6791" y="2277"/>
                        <a:pt x="7072" y="2959"/>
                        <a:pt x="6841" y="2959"/>
                      </a:cubicBezTo>
                      <a:cubicBezTo>
                        <a:pt x="6420" y="2949"/>
                        <a:pt x="6560" y="2146"/>
                        <a:pt x="6300" y="1815"/>
                      </a:cubicBezTo>
                      <a:cubicBezTo>
                        <a:pt x="6229" y="1725"/>
                        <a:pt x="6159" y="1645"/>
                        <a:pt x="6109" y="1555"/>
                      </a:cubicBezTo>
                      <a:cubicBezTo>
                        <a:pt x="5938" y="1274"/>
                        <a:pt x="6229" y="722"/>
                        <a:pt x="5928" y="592"/>
                      </a:cubicBezTo>
                      <a:cubicBezTo>
                        <a:pt x="5917" y="586"/>
                        <a:pt x="5906" y="584"/>
                        <a:pt x="5895" y="584"/>
                      </a:cubicBezTo>
                      <a:cubicBezTo>
                        <a:pt x="5759" y="584"/>
                        <a:pt x="5687" y="1001"/>
                        <a:pt x="5550" y="1001"/>
                      </a:cubicBezTo>
                      <a:cubicBezTo>
                        <a:pt x="5540" y="1001"/>
                        <a:pt x="5529" y="998"/>
                        <a:pt x="5517" y="993"/>
                      </a:cubicBezTo>
                      <a:cubicBezTo>
                        <a:pt x="5417" y="943"/>
                        <a:pt x="5628" y="682"/>
                        <a:pt x="5517" y="652"/>
                      </a:cubicBezTo>
                      <a:cubicBezTo>
                        <a:pt x="5509" y="650"/>
                        <a:pt x="5502" y="649"/>
                        <a:pt x="5495" y="649"/>
                      </a:cubicBezTo>
                      <a:cubicBezTo>
                        <a:pt x="5349" y="649"/>
                        <a:pt x="5479" y="1145"/>
                        <a:pt x="5307" y="1183"/>
                      </a:cubicBezTo>
                      <a:cubicBezTo>
                        <a:pt x="5303" y="1184"/>
                        <a:pt x="5300" y="1184"/>
                        <a:pt x="5297" y="1184"/>
                      </a:cubicBezTo>
                      <a:cubicBezTo>
                        <a:pt x="5200" y="1184"/>
                        <a:pt x="5253" y="892"/>
                        <a:pt x="5146" y="862"/>
                      </a:cubicBezTo>
                      <a:cubicBezTo>
                        <a:pt x="5142" y="862"/>
                        <a:pt x="5139" y="861"/>
                        <a:pt x="5135" y="861"/>
                      </a:cubicBezTo>
                      <a:cubicBezTo>
                        <a:pt x="5066" y="861"/>
                        <a:pt x="5043" y="1043"/>
                        <a:pt x="4971" y="1043"/>
                      </a:cubicBezTo>
                      <a:cubicBezTo>
                        <a:pt x="4969" y="1043"/>
                        <a:pt x="4967" y="1043"/>
                        <a:pt x="4966" y="1043"/>
                      </a:cubicBezTo>
                      <a:cubicBezTo>
                        <a:pt x="4765" y="1023"/>
                        <a:pt x="4986" y="551"/>
                        <a:pt x="4815" y="451"/>
                      </a:cubicBezTo>
                      <a:cubicBezTo>
                        <a:pt x="4805" y="446"/>
                        <a:pt x="4796" y="444"/>
                        <a:pt x="4788" y="444"/>
                      </a:cubicBezTo>
                      <a:cubicBezTo>
                        <a:pt x="4685" y="444"/>
                        <a:pt x="4656" y="794"/>
                        <a:pt x="4529" y="794"/>
                      </a:cubicBezTo>
                      <a:cubicBezTo>
                        <a:pt x="4524" y="794"/>
                        <a:pt x="4519" y="793"/>
                        <a:pt x="4514" y="792"/>
                      </a:cubicBezTo>
                      <a:cubicBezTo>
                        <a:pt x="4354" y="762"/>
                        <a:pt x="4564" y="321"/>
                        <a:pt x="4404" y="301"/>
                      </a:cubicBezTo>
                      <a:cubicBezTo>
                        <a:pt x="4391" y="299"/>
                        <a:pt x="4379" y="298"/>
                        <a:pt x="4367" y="298"/>
                      </a:cubicBezTo>
                      <a:cubicBezTo>
                        <a:pt x="4058" y="298"/>
                        <a:pt x="3990" y="905"/>
                        <a:pt x="3932" y="1234"/>
                      </a:cubicBezTo>
                      <a:cubicBezTo>
                        <a:pt x="3902" y="1414"/>
                        <a:pt x="4093" y="1705"/>
                        <a:pt x="3922" y="1795"/>
                      </a:cubicBezTo>
                      <a:cubicBezTo>
                        <a:pt x="3913" y="1800"/>
                        <a:pt x="3904" y="1802"/>
                        <a:pt x="3895" y="1802"/>
                      </a:cubicBezTo>
                      <a:cubicBezTo>
                        <a:pt x="3812" y="1802"/>
                        <a:pt x="3710" y="1649"/>
                        <a:pt x="3637" y="1649"/>
                      </a:cubicBezTo>
                      <a:cubicBezTo>
                        <a:pt x="3624" y="1649"/>
                        <a:pt x="3612" y="1654"/>
                        <a:pt x="3601" y="1665"/>
                      </a:cubicBezTo>
                      <a:cubicBezTo>
                        <a:pt x="3511" y="1755"/>
                        <a:pt x="3652" y="1926"/>
                        <a:pt x="3652" y="2056"/>
                      </a:cubicBezTo>
                      <a:cubicBezTo>
                        <a:pt x="3642" y="2195"/>
                        <a:pt x="3495" y="2309"/>
                        <a:pt x="3362" y="2309"/>
                      </a:cubicBezTo>
                      <a:cubicBezTo>
                        <a:pt x="3351" y="2309"/>
                        <a:pt x="3341" y="2308"/>
                        <a:pt x="3331" y="2307"/>
                      </a:cubicBezTo>
                      <a:cubicBezTo>
                        <a:pt x="3240" y="2287"/>
                        <a:pt x="3240" y="2166"/>
                        <a:pt x="3220" y="2076"/>
                      </a:cubicBezTo>
                      <a:cubicBezTo>
                        <a:pt x="3206" y="2039"/>
                        <a:pt x="3149" y="2030"/>
                        <a:pt x="3100" y="2030"/>
                      </a:cubicBezTo>
                      <a:lnTo>
                        <a:pt x="3100" y="2030"/>
                      </a:lnTo>
                      <a:cubicBezTo>
                        <a:pt x="3422" y="1949"/>
                        <a:pt x="2909" y="1137"/>
                        <a:pt x="2689" y="792"/>
                      </a:cubicBezTo>
                      <a:cubicBezTo>
                        <a:pt x="2659" y="732"/>
                        <a:pt x="2618" y="682"/>
                        <a:pt x="2618" y="622"/>
                      </a:cubicBezTo>
                      <a:cubicBezTo>
                        <a:pt x="2598" y="431"/>
                        <a:pt x="2909" y="220"/>
                        <a:pt x="2769" y="110"/>
                      </a:cubicBezTo>
                      <a:cubicBezTo>
                        <a:pt x="2673" y="46"/>
                        <a:pt x="2551" y="1"/>
                        <a:pt x="243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86" name="Google Shape;17986;p62"/>
                <p:cNvSpPr/>
                <p:nvPr/>
              </p:nvSpPr>
              <p:spPr>
                <a:xfrm>
                  <a:off x="2953550" y="2749147"/>
                  <a:ext cx="222088" cy="148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8" h="3707" extrusionOk="0">
                      <a:moveTo>
                        <a:pt x="635" y="0"/>
                      </a:moveTo>
                      <a:cubicBezTo>
                        <a:pt x="628" y="0"/>
                        <a:pt x="620" y="1"/>
                        <a:pt x="613" y="2"/>
                      </a:cubicBezTo>
                      <a:cubicBezTo>
                        <a:pt x="522" y="12"/>
                        <a:pt x="492" y="122"/>
                        <a:pt x="492" y="213"/>
                      </a:cubicBezTo>
                      <a:cubicBezTo>
                        <a:pt x="472" y="564"/>
                        <a:pt x="452" y="915"/>
                        <a:pt x="422" y="1266"/>
                      </a:cubicBezTo>
                      <a:cubicBezTo>
                        <a:pt x="392" y="1577"/>
                        <a:pt x="272" y="1687"/>
                        <a:pt x="141" y="1928"/>
                      </a:cubicBezTo>
                      <a:cubicBezTo>
                        <a:pt x="1" y="2169"/>
                        <a:pt x="41" y="2500"/>
                        <a:pt x="51" y="2770"/>
                      </a:cubicBezTo>
                      <a:cubicBezTo>
                        <a:pt x="61" y="3041"/>
                        <a:pt x="111" y="3352"/>
                        <a:pt x="342" y="3472"/>
                      </a:cubicBezTo>
                      <a:cubicBezTo>
                        <a:pt x="414" y="3512"/>
                        <a:pt x="491" y="3527"/>
                        <a:pt x="571" y="3527"/>
                      </a:cubicBezTo>
                      <a:cubicBezTo>
                        <a:pt x="733" y="3527"/>
                        <a:pt x="906" y="3466"/>
                        <a:pt x="1074" y="3432"/>
                      </a:cubicBezTo>
                      <a:cubicBezTo>
                        <a:pt x="1155" y="3417"/>
                        <a:pt x="1238" y="3411"/>
                        <a:pt x="1322" y="3411"/>
                      </a:cubicBezTo>
                      <a:cubicBezTo>
                        <a:pt x="1518" y="3411"/>
                        <a:pt x="1720" y="3444"/>
                        <a:pt x="1917" y="3472"/>
                      </a:cubicBezTo>
                      <a:cubicBezTo>
                        <a:pt x="2952" y="3633"/>
                        <a:pt x="4004" y="3707"/>
                        <a:pt x="5058" y="3707"/>
                      </a:cubicBezTo>
                      <a:cubicBezTo>
                        <a:pt x="5188" y="3707"/>
                        <a:pt x="5317" y="3705"/>
                        <a:pt x="5447" y="3703"/>
                      </a:cubicBezTo>
                      <a:lnTo>
                        <a:pt x="5538" y="2359"/>
                      </a:lnTo>
                      <a:cubicBezTo>
                        <a:pt x="5451" y="2330"/>
                        <a:pt x="5355" y="1996"/>
                        <a:pt x="5268" y="1996"/>
                      </a:cubicBezTo>
                      <a:cubicBezTo>
                        <a:pt x="5264" y="1996"/>
                        <a:pt x="5260" y="1997"/>
                        <a:pt x="5257" y="1998"/>
                      </a:cubicBezTo>
                      <a:cubicBezTo>
                        <a:pt x="5249" y="2000"/>
                        <a:pt x="5242" y="2002"/>
                        <a:pt x="5234" y="2002"/>
                      </a:cubicBezTo>
                      <a:cubicBezTo>
                        <a:pt x="5164" y="2002"/>
                        <a:pt x="5079" y="1916"/>
                        <a:pt x="5023" y="1916"/>
                      </a:cubicBezTo>
                      <a:cubicBezTo>
                        <a:pt x="5008" y="1916"/>
                        <a:pt x="4996" y="1922"/>
                        <a:pt x="4986" y="1938"/>
                      </a:cubicBezTo>
                      <a:cubicBezTo>
                        <a:pt x="4943" y="2006"/>
                        <a:pt x="4871" y="2075"/>
                        <a:pt x="4801" y="2075"/>
                      </a:cubicBezTo>
                      <a:cubicBezTo>
                        <a:pt x="4789" y="2075"/>
                        <a:pt x="4777" y="2073"/>
                        <a:pt x="4765" y="2068"/>
                      </a:cubicBezTo>
                      <a:cubicBezTo>
                        <a:pt x="4666" y="2032"/>
                        <a:pt x="4632" y="1819"/>
                        <a:pt x="4561" y="1819"/>
                      </a:cubicBezTo>
                      <a:cubicBezTo>
                        <a:pt x="4553" y="1819"/>
                        <a:pt x="4544" y="1821"/>
                        <a:pt x="4535" y="1827"/>
                      </a:cubicBezTo>
                      <a:cubicBezTo>
                        <a:pt x="4474" y="1864"/>
                        <a:pt x="4409" y="1897"/>
                        <a:pt x="4354" y="1897"/>
                      </a:cubicBezTo>
                      <a:cubicBezTo>
                        <a:pt x="4319" y="1897"/>
                        <a:pt x="4287" y="1883"/>
                        <a:pt x="4264" y="1848"/>
                      </a:cubicBezTo>
                      <a:cubicBezTo>
                        <a:pt x="4194" y="1757"/>
                        <a:pt x="4254" y="1627"/>
                        <a:pt x="4234" y="1507"/>
                      </a:cubicBezTo>
                      <a:cubicBezTo>
                        <a:pt x="4204" y="1326"/>
                        <a:pt x="4093" y="1045"/>
                        <a:pt x="3913" y="1045"/>
                      </a:cubicBezTo>
                      <a:cubicBezTo>
                        <a:pt x="3742" y="1055"/>
                        <a:pt x="3562" y="1226"/>
                        <a:pt x="3532" y="1406"/>
                      </a:cubicBezTo>
                      <a:cubicBezTo>
                        <a:pt x="3501" y="1627"/>
                        <a:pt x="3742" y="1878"/>
                        <a:pt x="3572" y="2028"/>
                      </a:cubicBezTo>
                      <a:cubicBezTo>
                        <a:pt x="3554" y="2046"/>
                        <a:pt x="3535" y="2053"/>
                        <a:pt x="3515" y="2053"/>
                      </a:cubicBezTo>
                      <a:cubicBezTo>
                        <a:pt x="3432" y="2053"/>
                        <a:pt x="3341" y="1922"/>
                        <a:pt x="3341" y="1817"/>
                      </a:cubicBezTo>
                      <a:cubicBezTo>
                        <a:pt x="3331" y="1687"/>
                        <a:pt x="3381" y="1557"/>
                        <a:pt x="3341" y="1426"/>
                      </a:cubicBezTo>
                      <a:cubicBezTo>
                        <a:pt x="3331" y="1366"/>
                        <a:pt x="3291" y="1316"/>
                        <a:pt x="3281" y="1256"/>
                      </a:cubicBezTo>
                      <a:cubicBezTo>
                        <a:pt x="3261" y="1176"/>
                        <a:pt x="3291" y="1105"/>
                        <a:pt x="3301" y="1025"/>
                      </a:cubicBezTo>
                      <a:cubicBezTo>
                        <a:pt x="3301" y="945"/>
                        <a:pt x="3281" y="824"/>
                        <a:pt x="3211" y="824"/>
                      </a:cubicBezTo>
                      <a:cubicBezTo>
                        <a:pt x="3204" y="825"/>
                        <a:pt x="3198" y="825"/>
                        <a:pt x="3192" y="825"/>
                      </a:cubicBezTo>
                      <a:cubicBezTo>
                        <a:pt x="3128" y="825"/>
                        <a:pt x="3065" y="792"/>
                        <a:pt x="3006" y="792"/>
                      </a:cubicBezTo>
                      <a:cubicBezTo>
                        <a:pt x="2987" y="792"/>
                        <a:pt x="2968" y="795"/>
                        <a:pt x="2950" y="804"/>
                      </a:cubicBezTo>
                      <a:cubicBezTo>
                        <a:pt x="2881" y="827"/>
                        <a:pt x="2823" y="898"/>
                        <a:pt x="2769" y="898"/>
                      </a:cubicBezTo>
                      <a:cubicBezTo>
                        <a:pt x="2752" y="898"/>
                        <a:pt x="2736" y="891"/>
                        <a:pt x="2719" y="875"/>
                      </a:cubicBezTo>
                      <a:cubicBezTo>
                        <a:pt x="2689" y="855"/>
                        <a:pt x="2669" y="814"/>
                        <a:pt x="2629" y="804"/>
                      </a:cubicBezTo>
                      <a:cubicBezTo>
                        <a:pt x="2623" y="802"/>
                        <a:pt x="2617" y="800"/>
                        <a:pt x="2611" y="800"/>
                      </a:cubicBezTo>
                      <a:cubicBezTo>
                        <a:pt x="2593" y="800"/>
                        <a:pt x="2571" y="810"/>
                        <a:pt x="2549" y="824"/>
                      </a:cubicBezTo>
                      <a:cubicBezTo>
                        <a:pt x="2448" y="875"/>
                        <a:pt x="2298" y="865"/>
                        <a:pt x="2238" y="965"/>
                      </a:cubicBezTo>
                      <a:cubicBezTo>
                        <a:pt x="2107" y="1206"/>
                        <a:pt x="2298" y="1496"/>
                        <a:pt x="2328" y="1767"/>
                      </a:cubicBezTo>
                      <a:cubicBezTo>
                        <a:pt x="2338" y="1888"/>
                        <a:pt x="2348" y="2018"/>
                        <a:pt x="2288" y="2118"/>
                      </a:cubicBezTo>
                      <a:cubicBezTo>
                        <a:pt x="2252" y="2183"/>
                        <a:pt x="2179" y="2224"/>
                        <a:pt x="2112" y="2224"/>
                      </a:cubicBezTo>
                      <a:cubicBezTo>
                        <a:pt x="2065" y="2224"/>
                        <a:pt x="2022" y="2204"/>
                        <a:pt x="1997" y="2158"/>
                      </a:cubicBezTo>
                      <a:cubicBezTo>
                        <a:pt x="1967" y="2118"/>
                        <a:pt x="1967" y="2058"/>
                        <a:pt x="1957" y="2008"/>
                      </a:cubicBezTo>
                      <a:cubicBezTo>
                        <a:pt x="1937" y="1848"/>
                        <a:pt x="1846" y="1697"/>
                        <a:pt x="1796" y="1547"/>
                      </a:cubicBezTo>
                      <a:cubicBezTo>
                        <a:pt x="1746" y="1396"/>
                        <a:pt x="1897" y="1256"/>
                        <a:pt x="1866" y="1095"/>
                      </a:cubicBezTo>
                      <a:cubicBezTo>
                        <a:pt x="1836" y="955"/>
                        <a:pt x="1796" y="844"/>
                        <a:pt x="1686" y="764"/>
                      </a:cubicBezTo>
                      <a:cubicBezTo>
                        <a:pt x="1670" y="750"/>
                        <a:pt x="1651" y="744"/>
                        <a:pt x="1629" y="744"/>
                      </a:cubicBezTo>
                      <a:cubicBezTo>
                        <a:pt x="1545" y="744"/>
                        <a:pt x="1429" y="833"/>
                        <a:pt x="1354" y="833"/>
                      </a:cubicBezTo>
                      <a:cubicBezTo>
                        <a:pt x="1328" y="833"/>
                        <a:pt x="1308" y="822"/>
                        <a:pt x="1295" y="794"/>
                      </a:cubicBezTo>
                      <a:cubicBezTo>
                        <a:pt x="1247" y="699"/>
                        <a:pt x="1308" y="522"/>
                        <a:pt x="1220" y="522"/>
                      </a:cubicBezTo>
                      <a:cubicBezTo>
                        <a:pt x="1215" y="522"/>
                        <a:pt x="1210" y="523"/>
                        <a:pt x="1204" y="524"/>
                      </a:cubicBezTo>
                      <a:cubicBezTo>
                        <a:pt x="1164" y="534"/>
                        <a:pt x="1134" y="564"/>
                        <a:pt x="1094" y="584"/>
                      </a:cubicBezTo>
                      <a:cubicBezTo>
                        <a:pt x="1078" y="589"/>
                        <a:pt x="1064" y="592"/>
                        <a:pt x="1049" y="592"/>
                      </a:cubicBezTo>
                      <a:cubicBezTo>
                        <a:pt x="937" y="592"/>
                        <a:pt x="871" y="427"/>
                        <a:pt x="853" y="293"/>
                      </a:cubicBezTo>
                      <a:cubicBezTo>
                        <a:pt x="834" y="160"/>
                        <a:pt x="762" y="0"/>
                        <a:pt x="63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87" name="Google Shape;17987;p62"/>
                <p:cNvSpPr/>
                <p:nvPr/>
              </p:nvSpPr>
              <p:spPr>
                <a:xfrm>
                  <a:off x="2542046" y="2721395"/>
                  <a:ext cx="200352" cy="148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3707" extrusionOk="0">
                      <a:moveTo>
                        <a:pt x="582" y="0"/>
                      </a:moveTo>
                      <a:cubicBezTo>
                        <a:pt x="575" y="0"/>
                        <a:pt x="569" y="1"/>
                        <a:pt x="562" y="2"/>
                      </a:cubicBezTo>
                      <a:cubicBezTo>
                        <a:pt x="482" y="12"/>
                        <a:pt x="442" y="122"/>
                        <a:pt x="442" y="212"/>
                      </a:cubicBezTo>
                      <a:cubicBezTo>
                        <a:pt x="432" y="564"/>
                        <a:pt x="402" y="915"/>
                        <a:pt x="382" y="1266"/>
                      </a:cubicBezTo>
                      <a:cubicBezTo>
                        <a:pt x="352" y="1577"/>
                        <a:pt x="241" y="1687"/>
                        <a:pt x="121" y="1928"/>
                      </a:cubicBezTo>
                      <a:cubicBezTo>
                        <a:pt x="1" y="2168"/>
                        <a:pt x="31" y="2499"/>
                        <a:pt x="41" y="2770"/>
                      </a:cubicBezTo>
                      <a:cubicBezTo>
                        <a:pt x="51" y="3041"/>
                        <a:pt x="101" y="3352"/>
                        <a:pt x="312" y="3472"/>
                      </a:cubicBezTo>
                      <a:cubicBezTo>
                        <a:pt x="378" y="3512"/>
                        <a:pt x="448" y="3527"/>
                        <a:pt x="521" y="3527"/>
                      </a:cubicBezTo>
                      <a:cubicBezTo>
                        <a:pt x="668" y="3527"/>
                        <a:pt x="825" y="3466"/>
                        <a:pt x="974" y="3432"/>
                      </a:cubicBezTo>
                      <a:cubicBezTo>
                        <a:pt x="1052" y="3417"/>
                        <a:pt x="1130" y="3411"/>
                        <a:pt x="1207" y="3411"/>
                      </a:cubicBezTo>
                      <a:cubicBezTo>
                        <a:pt x="1390" y="3411"/>
                        <a:pt x="1570" y="3444"/>
                        <a:pt x="1746" y="3472"/>
                      </a:cubicBezTo>
                      <a:cubicBezTo>
                        <a:pt x="2701" y="3633"/>
                        <a:pt x="3673" y="3706"/>
                        <a:pt x="4639" y="3706"/>
                      </a:cubicBezTo>
                      <a:cubicBezTo>
                        <a:pt x="4758" y="3706"/>
                        <a:pt x="4877" y="3705"/>
                        <a:pt x="4996" y="3703"/>
                      </a:cubicBezTo>
                      <a:lnTo>
                        <a:pt x="4996" y="2098"/>
                      </a:lnTo>
                      <a:cubicBezTo>
                        <a:pt x="4919" y="2069"/>
                        <a:pt x="4823" y="1735"/>
                        <a:pt x="4745" y="1735"/>
                      </a:cubicBezTo>
                      <a:cubicBezTo>
                        <a:pt x="4741" y="1735"/>
                        <a:pt x="4738" y="1736"/>
                        <a:pt x="4735" y="1737"/>
                      </a:cubicBezTo>
                      <a:cubicBezTo>
                        <a:pt x="4655" y="1767"/>
                        <a:pt x="4615" y="1857"/>
                        <a:pt x="4574" y="1938"/>
                      </a:cubicBezTo>
                      <a:cubicBezTo>
                        <a:pt x="4532" y="2006"/>
                        <a:pt x="4467" y="2075"/>
                        <a:pt x="4399" y="2075"/>
                      </a:cubicBezTo>
                      <a:cubicBezTo>
                        <a:pt x="4387" y="2075"/>
                        <a:pt x="4376" y="2073"/>
                        <a:pt x="4364" y="2068"/>
                      </a:cubicBezTo>
                      <a:cubicBezTo>
                        <a:pt x="4283" y="2032"/>
                        <a:pt x="4250" y="1818"/>
                        <a:pt x="4179" y="1818"/>
                      </a:cubicBezTo>
                      <a:cubicBezTo>
                        <a:pt x="4171" y="1818"/>
                        <a:pt x="4162" y="1821"/>
                        <a:pt x="4153" y="1827"/>
                      </a:cubicBezTo>
                      <a:cubicBezTo>
                        <a:pt x="4098" y="1864"/>
                        <a:pt x="4044" y="1897"/>
                        <a:pt x="3993" y="1897"/>
                      </a:cubicBezTo>
                      <a:cubicBezTo>
                        <a:pt x="3961" y="1897"/>
                        <a:pt x="3930" y="1883"/>
                        <a:pt x="3902" y="1847"/>
                      </a:cubicBezTo>
                      <a:cubicBezTo>
                        <a:pt x="3842" y="1757"/>
                        <a:pt x="3902" y="1627"/>
                        <a:pt x="3882" y="1506"/>
                      </a:cubicBezTo>
                      <a:cubicBezTo>
                        <a:pt x="3852" y="1326"/>
                        <a:pt x="3752" y="1045"/>
                        <a:pt x="3581" y="1045"/>
                      </a:cubicBezTo>
                      <a:cubicBezTo>
                        <a:pt x="3421" y="1055"/>
                        <a:pt x="3260" y="1226"/>
                        <a:pt x="3240" y="1406"/>
                      </a:cubicBezTo>
                      <a:cubicBezTo>
                        <a:pt x="3210" y="1627"/>
                        <a:pt x="3431" y="1878"/>
                        <a:pt x="3271" y="2028"/>
                      </a:cubicBezTo>
                      <a:cubicBezTo>
                        <a:pt x="3255" y="2046"/>
                        <a:pt x="3237" y="2053"/>
                        <a:pt x="3219" y="2053"/>
                      </a:cubicBezTo>
                      <a:cubicBezTo>
                        <a:pt x="3144" y="2053"/>
                        <a:pt x="3060" y="1922"/>
                        <a:pt x="3060" y="1817"/>
                      </a:cubicBezTo>
                      <a:cubicBezTo>
                        <a:pt x="3050" y="1687"/>
                        <a:pt x="3100" y="1557"/>
                        <a:pt x="3060" y="1426"/>
                      </a:cubicBezTo>
                      <a:cubicBezTo>
                        <a:pt x="3050" y="1366"/>
                        <a:pt x="3010" y="1316"/>
                        <a:pt x="3000" y="1256"/>
                      </a:cubicBezTo>
                      <a:cubicBezTo>
                        <a:pt x="2990" y="1175"/>
                        <a:pt x="3020" y="1105"/>
                        <a:pt x="3020" y="1025"/>
                      </a:cubicBezTo>
                      <a:cubicBezTo>
                        <a:pt x="3030" y="945"/>
                        <a:pt x="3010" y="824"/>
                        <a:pt x="2940" y="824"/>
                      </a:cubicBezTo>
                      <a:cubicBezTo>
                        <a:pt x="2934" y="825"/>
                        <a:pt x="2929" y="825"/>
                        <a:pt x="2923" y="825"/>
                      </a:cubicBezTo>
                      <a:cubicBezTo>
                        <a:pt x="2866" y="825"/>
                        <a:pt x="2810" y="792"/>
                        <a:pt x="2753" y="792"/>
                      </a:cubicBezTo>
                      <a:cubicBezTo>
                        <a:pt x="2735" y="792"/>
                        <a:pt x="2717" y="795"/>
                        <a:pt x="2699" y="804"/>
                      </a:cubicBezTo>
                      <a:cubicBezTo>
                        <a:pt x="2637" y="827"/>
                        <a:pt x="2588" y="897"/>
                        <a:pt x="2536" y="897"/>
                      </a:cubicBezTo>
                      <a:cubicBezTo>
                        <a:pt x="2520" y="897"/>
                        <a:pt x="2505" y="891"/>
                        <a:pt x="2488" y="874"/>
                      </a:cubicBezTo>
                      <a:cubicBezTo>
                        <a:pt x="2468" y="854"/>
                        <a:pt x="2448" y="814"/>
                        <a:pt x="2408" y="804"/>
                      </a:cubicBezTo>
                      <a:cubicBezTo>
                        <a:pt x="2403" y="802"/>
                        <a:pt x="2396" y="800"/>
                        <a:pt x="2390" y="800"/>
                      </a:cubicBezTo>
                      <a:cubicBezTo>
                        <a:pt x="2372" y="800"/>
                        <a:pt x="2350" y="810"/>
                        <a:pt x="2328" y="824"/>
                      </a:cubicBezTo>
                      <a:cubicBezTo>
                        <a:pt x="2237" y="874"/>
                        <a:pt x="2097" y="864"/>
                        <a:pt x="2047" y="965"/>
                      </a:cubicBezTo>
                      <a:cubicBezTo>
                        <a:pt x="1936" y="1205"/>
                        <a:pt x="2107" y="1496"/>
                        <a:pt x="2127" y="1767"/>
                      </a:cubicBezTo>
                      <a:cubicBezTo>
                        <a:pt x="2147" y="1888"/>
                        <a:pt x="2157" y="2018"/>
                        <a:pt x="2097" y="2118"/>
                      </a:cubicBezTo>
                      <a:cubicBezTo>
                        <a:pt x="2062" y="2183"/>
                        <a:pt x="1995" y="2224"/>
                        <a:pt x="1934" y="2224"/>
                      </a:cubicBezTo>
                      <a:cubicBezTo>
                        <a:pt x="1891" y="2224"/>
                        <a:pt x="1851" y="2204"/>
                        <a:pt x="1826" y="2158"/>
                      </a:cubicBezTo>
                      <a:cubicBezTo>
                        <a:pt x="1796" y="2118"/>
                        <a:pt x="1796" y="2058"/>
                        <a:pt x="1786" y="2008"/>
                      </a:cubicBezTo>
                      <a:cubicBezTo>
                        <a:pt x="1776" y="1847"/>
                        <a:pt x="1696" y="1697"/>
                        <a:pt x="1646" y="1547"/>
                      </a:cubicBezTo>
                      <a:cubicBezTo>
                        <a:pt x="1595" y="1396"/>
                        <a:pt x="1736" y="1256"/>
                        <a:pt x="1706" y="1095"/>
                      </a:cubicBezTo>
                      <a:cubicBezTo>
                        <a:pt x="1686" y="955"/>
                        <a:pt x="1636" y="844"/>
                        <a:pt x="1545" y="764"/>
                      </a:cubicBezTo>
                      <a:cubicBezTo>
                        <a:pt x="1529" y="750"/>
                        <a:pt x="1511" y="744"/>
                        <a:pt x="1491" y="744"/>
                      </a:cubicBezTo>
                      <a:cubicBezTo>
                        <a:pt x="1412" y="744"/>
                        <a:pt x="1308" y="833"/>
                        <a:pt x="1240" y="833"/>
                      </a:cubicBezTo>
                      <a:cubicBezTo>
                        <a:pt x="1216" y="833"/>
                        <a:pt x="1197" y="822"/>
                        <a:pt x="1184" y="794"/>
                      </a:cubicBezTo>
                      <a:cubicBezTo>
                        <a:pt x="1136" y="699"/>
                        <a:pt x="1198" y="522"/>
                        <a:pt x="1109" y="522"/>
                      </a:cubicBezTo>
                      <a:cubicBezTo>
                        <a:pt x="1104" y="522"/>
                        <a:pt x="1099" y="522"/>
                        <a:pt x="1094" y="523"/>
                      </a:cubicBezTo>
                      <a:cubicBezTo>
                        <a:pt x="1064" y="533"/>
                        <a:pt x="1034" y="564"/>
                        <a:pt x="994" y="584"/>
                      </a:cubicBezTo>
                      <a:cubicBezTo>
                        <a:pt x="980" y="589"/>
                        <a:pt x="967" y="592"/>
                        <a:pt x="955" y="592"/>
                      </a:cubicBezTo>
                      <a:cubicBezTo>
                        <a:pt x="856" y="592"/>
                        <a:pt x="791" y="426"/>
                        <a:pt x="773" y="293"/>
                      </a:cubicBezTo>
                      <a:cubicBezTo>
                        <a:pt x="763" y="160"/>
                        <a:pt x="691" y="0"/>
                        <a:pt x="5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88" name="Google Shape;17988;p62"/>
                <p:cNvSpPr/>
                <p:nvPr/>
              </p:nvSpPr>
              <p:spPr>
                <a:xfrm>
                  <a:off x="2871498" y="2774853"/>
                  <a:ext cx="200352" cy="116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2906" extrusionOk="0">
                      <a:moveTo>
                        <a:pt x="4408" y="1"/>
                      </a:moveTo>
                      <a:cubicBezTo>
                        <a:pt x="4294" y="1"/>
                        <a:pt x="4232" y="121"/>
                        <a:pt x="4213" y="224"/>
                      </a:cubicBezTo>
                      <a:cubicBezTo>
                        <a:pt x="4205" y="330"/>
                        <a:pt x="4140" y="461"/>
                        <a:pt x="4042" y="461"/>
                      </a:cubicBezTo>
                      <a:cubicBezTo>
                        <a:pt x="4029" y="461"/>
                        <a:pt x="4016" y="459"/>
                        <a:pt x="4003" y="454"/>
                      </a:cubicBezTo>
                      <a:cubicBezTo>
                        <a:pt x="3963" y="444"/>
                        <a:pt x="3933" y="414"/>
                        <a:pt x="3892" y="404"/>
                      </a:cubicBezTo>
                      <a:cubicBezTo>
                        <a:pt x="3889" y="404"/>
                        <a:pt x="3886" y="404"/>
                        <a:pt x="3883" y="404"/>
                      </a:cubicBezTo>
                      <a:cubicBezTo>
                        <a:pt x="3796" y="404"/>
                        <a:pt x="3861" y="547"/>
                        <a:pt x="3812" y="625"/>
                      </a:cubicBezTo>
                      <a:cubicBezTo>
                        <a:pt x="3800" y="643"/>
                        <a:pt x="3783" y="650"/>
                        <a:pt x="3762" y="650"/>
                      </a:cubicBezTo>
                      <a:cubicBezTo>
                        <a:pt x="3693" y="650"/>
                        <a:pt x="3587" y="579"/>
                        <a:pt x="3507" y="579"/>
                      </a:cubicBezTo>
                      <a:cubicBezTo>
                        <a:pt x="3486" y="579"/>
                        <a:pt x="3467" y="583"/>
                        <a:pt x="3451" y="595"/>
                      </a:cubicBezTo>
                      <a:cubicBezTo>
                        <a:pt x="3351" y="665"/>
                        <a:pt x="3311" y="745"/>
                        <a:pt x="3291" y="855"/>
                      </a:cubicBezTo>
                      <a:cubicBezTo>
                        <a:pt x="3261" y="976"/>
                        <a:pt x="3391" y="1086"/>
                        <a:pt x="3351" y="1207"/>
                      </a:cubicBezTo>
                      <a:cubicBezTo>
                        <a:pt x="3301" y="1327"/>
                        <a:pt x="3220" y="1447"/>
                        <a:pt x="3200" y="1568"/>
                      </a:cubicBezTo>
                      <a:cubicBezTo>
                        <a:pt x="3200" y="1608"/>
                        <a:pt x="3200" y="1658"/>
                        <a:pt x="3170" y="1688"/>
                      </a:cubicBezTo>
                      <a:cubicBezTo>
                        <a:pt x="3146" y="1721"/>
                        <a:pt x="3104" y="1735"/>
                        <a:pt x="3060" y="1735"/>
                      </a:cubicBezTo>
                      <a:cubicBezTo>
                        <a:pt x="2997" y="1735"/>
                        <a:pt x="2929" y="1705"/>
                        <a:pt x="2899" y="1658"/>
                      </a:cubicBezTo>
                      <a:cubicBezTo>
                        <a:pt x="2839" y="1578"/>
                        <a:pt x="2849" y="1477"/>
                        <a:pt x="2859" y="1377"/>
                      </a:cubicBezTo>
                      <a:cubicBezTo>
                        <a:pt x="2889" y="1166"/>
                        <a:pt x="3060" y="936"/>
                        <a:pt x="2950" y="755"/>
                      </a:cubicBezTo>
                      <a:cubicBezTo>
                        <a:pt x="2889" y="675"/>
                        <a:pt x="2759" y="675"/>
                        <a:pt x="2659" y="645"/>
                      </a:cubicBezTo>
                      <a:cubicBezTo>
                        <a:pt x="2642" y="637"/>
                        <a:pt x="2620" y="622"/>
                        <a:pt x="2596" y="622"/>
                      </a:cubicBezTo>
                      <a:cubicBezTo>
                        <a:pt x="2590" y="622"/>
                        <a:pt x="2584" y="623"/>
                        <a:pt x="2578" y="625"/>
                      </a:cubicBezTo>
                      <a:cubicBezTo>
                        <a:pt x="2548" y="635"/>
                        <a:pt x="2528" y="665"/>
                        <a:pt x="2508" y="685"/>
                      </a:cubicBezTo>
                      <a:cubicBezTo>
                        <a:pt x="2492" y="696"/>
                        <a:pt x="2477" y="701"/>
                        <a:pt x="2461" y="701"/>
                      </a:cubicBezTo>
                      <a:cubicBezTo>
                        <a:pt x="2409" y="701"/>
                        <a:pt x="2359" y="648"/>
                        <a:pt x="2298" y="625"/>
                      </a:cubicBezTo>
                      <a:cubicBezTo>
                        <a:pt x="2279" y="618"/>
                        <a:pt x="2261" y="615"/>
                        <a:pt x="2242" y="615"/>
                      </a:cubicBezTo>
                      <a:cubicBezTo>
                        <a:pt x="2180" y="615"/>
                        <a:pt x="2119" y="645"/>
                        <a:pt x="2057" y="645"/>
                      </a:cubicBezTo>
                      <a:cubicBezTo>
                        <a:pt x="1987" y="645"/>
                        <a:pt x="1967" y="735"/>
                        <a:pt x="1977" y="795"/>
                      </a:cubicBezTo>
                      <a:cubicBezTo>
                        <a:pt x="1977" y="855"/>
                        <a:pt x="2007" y="926"/>
                        <a:pt x="1987" y="986"/>
                      </a:cubicBezTo>
                      <a:cubicBezTo>
                        <a:pt x="1977" y="1026"/>
                        <a:pt x="1947" y="1066"/>
                        <a:pt x="1926" y="1116"/>
                      </a:cubicBezTo>
                      <a:cubicBezTo>
                        <a:pt x="1896" y="1217"/>
                        <a:pt x="1936" y="1317"/>
                        <a:pt x="1936" y="1417"/>
                      </a:cubicBezTo>
                      <a:cubicBezTo>
                        <a:pt x="1928" y="1499"/>
                        <a:pt x="1847" y="1607"/>
                        <a:pt x="1769" y="1607"/>
                      </a:cubicBezTo>
                      <a:cubicBezTo>
                        <a:pt x="1751" y="1607"/>
                        <a:pt x="1733" y="1601"/>
                        <a:pt x="1716" y="1588"/>
                      </a:cubicBezTo>
                      <a:cubicBezTo>
                        <a:pt x="1565" y="1467"/>
                        <a:pt x="1786" y="1267"/>
                        <a:pt x="1756" y="1096"/>
                      </a:cubicBezTo>
                      <a:cubicBezTo>
                        <a:pt x="1726" y="956"/>
                        <a:pt x="1565" y="825"/>
                        <a:pt x="1415" y="815"/>
                      </a:cubicBezTo>
                      <a:cubicBezTo>
                        <a:pt x="1244" y="815"/>
                        <a:pt x="1144" y="1036"/>
                        <a:pt x="1114" y="1176"/>
                      </a:cubicBezTo>
                      <a:cubicBezTo>
                        <a:pt x="1094" y="1277"/>
                        <a:pt x="1154" y="1377"/>
                        <a:pt x="1084" y="1447"/>
                      </a:cubicBezTo>
                      <a:cubicBezTo>
                        <a:pt x="1061" y="1474"/>
                        <a:pt x="1031" y="1485"/>
                        <a:pt x="999" y="1485"/>
                      </a:cubicBezTo>
                      <a:cubicBezTo>
                        <a:pt x="948" y="1485"/>
                        <a:pt x="889" y="1458"/>
                        <a:pt x="833" y="1427"/>
                      </a:cubicBezTo>
                      <a:cubicBezTo>
                        <a:pt x="826" y="1424"/>
                        <a:pt x="819" y="1422"/>
                        <a:pt x="813" y="1422"/>
                      </a:cubicBezTo>
                      <a:cubicBezTo>
                        <a:pt x="747" y="1422"/>
                        <a:pt x="715" y="1590"/>
                        <a:pt x="633" y="1618"/>
                      </a:cubicBezTo>
                      <a:cubicBezTo>
                        <a:pt x="619" y="1623"/>
                        <a:pt x="606" y="1625"/>
                        <a:pt x="593" y="1625"/>
                      </a:cubicBezTo>
                      <a:cubicBezTo>
                        <a:pt x="527" y="1625"/>
                        <a:pt x="464" y="1568"/>
                        <a:pt x="422" y="1517"/>
                      </a:cubicBezTo>
                      <a:cubicBezTo>
                        <a:pt x="382" y="1457"/>
                        <a:pt x="342" y="1377"/>
                        <a:pt x="251" y="1357"/>
                      </a:cubicBezTo>
                      <a:cubicBezTo>
                        <a:pt x="247" y="1356"/>
                        <a:pt x="243" y="1355"/>
                        <a:pt x="239" y="1355"/>
                      </a:cubicBezTo>
                      <a:cubicBezTo>
                        <a:pt x="162" y="1355"/>
                        <a:pt x="77" y="1619"/>
                        <a:pt x="1" y="1638"/>
                      </a:cubicBezTo>
                      <a:lnTo>
                        <a:pt x="1" y="2902"/>
                      </a:lnTo>
                      <a:cubicBezTo>
                        <a:pt x="136" y="2904"/>
                        <a:pt x="271" y="2905"/>
                        <a:pt x="407" y="2905"/>
                      </a:cubicBezTo>
                      <a:cubicBezTo>
                        <a:pt x="1355" y="2905"/>
                        <a:pt x="2301" y="2844"/>
                        <a:pt x="3240" y="2721"/>
                      </a:cubicBezTo>
                      <a:cubicBezTo>
                        <a:pt x="3423" y="2700"/>
                        <a:pt x="3605" y="2674"/>
                        <a:pt x="3784" y="2674"/>
                      </a:cubicBezTo>
                      <a:cubicBezTo>
                        <a:pt x="3861" y="2674"/>
                        <a:pt x="3937" y="2679"/>
                        <a:pt x="4013" y="2691"/>
                      </a:cubicBezTo>
                      <a:cubicBezTo>
                        <a:pt x="4170" y="2712"/>
                        <a:pt x="4333" y="2760"/>
                        <a:pt x="4484" y="2760"/>
                      </a:cubicBezTo>
                      <a:cubicBezTo>
                        <a:pt x="4554" y="2760"/>
                        <a:pt x="4621" y="2750"/>
                        <a:pt x="4685" y="2721"/>
                      </a:cubicBezTo>
                      <a:cubicBezTo>
                        <a:pt x="4895" y="2621"/>
                        <a:pt x="4946" y="2380"/>
                        <a:pt x="4956" y="2169"/>
                      </a:cubicBezTo>
                      <a:cubicBezTo>
                        <a:pt x="4966" y="1949"/>
                        <a:pt x="4996" y="1698"/>
                        <a:pt x="4875" y="1507"/>
                      </a:cubicBezTo>
                      <a:cubicBezTo>
                        <a:pt x="4755" y="1327"/>
                        <a:pt x="4635" y="1227"/>
                        <a:pt x="4615" y="996"/>
                      </a:cubicBezTo>
                      <a:cubicBezTo>
                        <a:pt x="4585" y="715"/>
                        <a:pt x="4564" y="434"/>
                        <a:pt x="4554" y="163"/>
                      </a:cubicBezTo>
                      <a:cubicBezTo>
                        <a:pt x="4544" y="93"/>
                        <a:pt x="4514" y="13"/>
                        <a:pt x="4434" y="3"/>
                      </a:cubicBezTo>
                      <a:cubicBezTo>
                        <a:pt x="4425" y="1"/>
                        <a:pt x="4416" y="1"/>
                        <a:pt x="44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89" name="Google Shape;17989;p62"/>
                <p:cNvSpPr/>
                <p:nvPr/>
              </p:nvSpPr>
              <p:spPr>
                <a:xfrm>
                  <a:off x="2695323" y="2774853"/>
                  <a:ext cx="200352" cy="116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6" h="2906" extrusionOk="0">
                      <a:moveTo>
                        <a:pt x="4417" y="1"/>
                      </a:moveTo>
                      <a:cubicBezTo>
                        <a:pt x="4304" y="1"/>
                        <a:pt x="4242" y="121"/>
                        <a:pt x="4223" y="224"/>
                      </a:cubicBezTo>
                      <a:cubicBezTo>
                        <a:pt x="4205" y="330"/>
                        <a:pt x="4140" y="461"/>
                        <a:pt x="4041" y="461"/>
                      </a:cubicBezTo>
                      <a:cubicBezTo>
                        <a:pt x="4029" y="461"/>
                        <a:pt x="4016" y="459"/>
                        <a:pt x="4002" y="454"/>
                      </a:cubicBezTo>
                      <a:cubicBezTo>
                        <a:pt x="3962" y="444"/>
                        <a:pt x="3942" y="414"/>
                        <a:pt x="3902" y="404"/>
                      </a:cubicBezTo>
                      <a:cubicBezTo>
                        <a:pt x="3899" y="404"/>
                        <a:pt x="3895" y="404"/>
                        <a:pt x="3892" y="404"/>
                      </a:cubicBezTo>
                      <a:cubicBezTo>
                        <a:pt x="3796" y="404"/>
                        <a:pt x="3860" y="547"/>
                        <a:pt x="3812" y="625"/>
                      </a:cubicBezTo>
                      <a:cubicBezTo>
                        <a:pt x="3802" y="643"/>
                        <a:pt x="3786" y="650"/>
                        <a:pt x="3765" y="650"/>
                      </a:cubicBezTo>
                      <a:cubicBezTo>
                        <a:pt x="3699" y="650"/>
                        <a:pt x="3589" y="579"/>
                        <a:pt x="3507" y="579"/>
                      </a:cubicBezTo>
                      <a:cubicBezTo>
                        <a:pt x="3486" y="579"/>
                        <a:pt x="3467" y="583"/>
                        <a:pt x="3451" y="595"/>
                      </a:cubicBezTo>
                      <a:cubicBezTo>
                        <a:pt x="3360" y="665"/>
                        <a:pt x="3320" y="745"/>
                        <a:pt x="3290" y="855"/>
                      </a:cubicBezTo>
                      <a:cubicBezTo>
                        <a:pt x="3270" y="976"/>
                        <a:pt x="3401" y="1086"/>
                        <a:pt x="3350" y="1207"/>
                      </a:cubicBezTo>
                      <a:cubicBezTo>
                        <a:pt x="3310" y="1327"/>
                        <a:pt x="3230" y="1447"/>
                        <a:pt x="3210" y="1568"/>
                      </a:cubicBezTo>
                      <a:cubicBezTo>
                        <a:pt x="3200" y="1608"/>
                        <a:pt x="3200" y="1658"/>
                        <a:pt x="3170" y="1688"/>
                      </a:cubicBezTo>
                      <a:cubicBezTo>
                        <a:pt x="3145" y="1721"/>
                        <a:pt x="3105" y="1735"/>
                        <a:pt x="3063" y="1735"/>
                      </a:cubicBezTo>
                      <a:cubicBezTo>
                        <a:pt x="3002" y="1735"/>
                        <a:pt x="2935" y="1705"/>
                        <a:pt x="2899" y="1658"/>
                      </a:cubicBezTo>
                      <a:cubicBezTo>
                        <a:pt x="2849" y="1578"/>
                        <a:pt x="2859" y="1477"/>
                        <a:pt x="2869" y="1377"/>
                      </a:cubicBezTo>
                      <a:cubicBezTo>
                        <a:pt x="2899" y="1166"/>
                        <a:pt x="3070" y="936"/>
                        <a:pt x="2949" y="755"/>
                      </a:cubicBezTo>
                      <a:cubicBezTo>
                        <a:pt x="2899" y="675"/>
                        <a:pt x="2759" y="675"/>
                        <a:pt x="2668" y="645"/>
                      </a:cubicBezTo>
                      <a:cubicBezTo>
                        <a:pt x="2644" y="637"/>
                        <a:pt x="2620" y="622"/>
                        <a:pt x="2601" y="622"/>
                      </a:cubicBezTo>
                      <a:cubicBezTo>
                        <a:pt x="2596" y="622"/>
                        <a:pt x="2592" y="623"/>
                        <a:pt x="2588" y="625"/>
                      </a:cubicBezTo>
                      <a:cubicBezTo>
                        <a:pt x="2548" y="635"/>
                        <a:pt x="2538" y="665"/>
                        <a:pt x="2508" y="685"/>
                      </a:cubicBezTo>
                      <a:cubicBezTo>
                        <a:pt x="2492" y="696"/>
                        <a:pt x="2476" y="701"/>
                        <a:pt x="2461" y="701"/>
                      </a:cubicBezTo>
                      <a:cubicBezTo>
                        <a:pt x="2409" y="701"/>
                        <a:pt x="2359" y="648"/>
                        <a:pt x="2297" y="625"/>
                      </a:cubicBezTo>
                      <a:cubicBezTo>
                        <a:pt x="2279" y="618"/>
                        <a:pt x="2261" y="615"/>
                        <a:pt x="2243" y="615"/>
                      </a:cubicBezTo>
                      <a:cubicBezTo>
                        <a:pt x="2183" y="615"/>
                        <a:pt x="2126" y="645"/>
                        <a:pt x="2056" y="645"/>
                      </a:cubicBezTo>
                      <a:cubicBezTo>
                        <a:pt x="1986" y="645"/>
                        <a:pt x="1966" y="735"/>
                        <a:pt x="1976" y="795"/>
                      </a:cubicBezTo>
                      <a:cubicBezTo>
                        <a:pt x="1986" y="855"/>
                        <a:pt x="2006" y="926"/>
                        <a:pt x="1996" y="986"/>
                      </a:cubicBezTo>
                      <a:cubicBezTo>
                        <a:pt x="1986" y="1026"/>
                        <a:pt x="1946" y="1066"/>
                        <a:pt x="1936" y="1116"/>
                      </a:cubicBezTo>
                      <a:cubicBezTo>
                        <a:pt x="1896" y="1217"/>
                        <a:pt x="1946" y="1317"/>
                        <a:pt x="1936" y="1417"/>
                      </a:cubicBezTo>
                      <a:cubicBezTo>
                        <a:pt x="1936" y="1499"/>
                        <a:pt x="1850" y="1607"/>
                        <a:pt x="1775" y="1607"/>
                      </a:cubicBezTo>
                      <a:cubicBezTo>
                        <a:pt x="1757" y="1607"/>
                        <a:pt x="1741" y="1601"/>
                        <a:pt x="1725" y="1588"/>
                      </a:cubicBezTo>
                      <a:cubicBezTo>
                        <a:pt x="1565" y="1467"/>
                        <a:pt x="1796" y="1267"/>
                        <a:pt x="1756" y="1096"/>
                      </a:cubicBezTo>
                      <a:cubicBezTo>
                        <a:pt x="1735" y="956"/>
                        <a:pt x="1575" y="825"/>
                        <a:pt x="1415" y="815"/>
                      </a:cubicBezTo>
                      <a:cubicBezTo>
                        <a:pt x="1244" y="815"/>
                        <a:pt x="1144" y="1036"/>
                        <a:pt x="1114" y="1176"/>
                      </a:cubicBezTo>
                      <a:cubicBezTo>
                        <a:pt x="1094" y="1277"/>
                        <a:pt x="1154" y="1377"/>
                        <a:pt x="1094" y="1447"/>
                      </a:cubicBezTo>
                      <a:cubicBezTo>
                        <a:pt x="1070" y="1474"/>
                        <a:pt x="1041" y="1485"/>
                        <a:pt x="1009" y="1485"/>
                      </a:cubicBezTo>
                      <a:cubicBezTo>
                        <a:pt x="957" y="1485"/>
                        <a:pt x="898" y="1458"/>
                        <a:pt x="843" y="1427"/>
                      </a:cubicBezTo>
                      <a:cubicBezTo>
                        <a:pt x="835" y="1424"/>
                        <a:pt x="827" y="1422"/>
                        <a:pt x="820" y="1422"/>
                      </a:cubicBezTo>
                      <a:cubicBezTo>
                        <a:pt x="748" y="1422"/>
                        <a:pt x="723" y="1590"/>
                        <a:pt x="632" y="1618"/>
                      </a:cubicBezTo>
                      <a:cubicBezTo>
                        <a:pt x="619" y="1623"/>
                        <a:pt x="606" y="1625"/>
                        <a:pt x="593" y="1625"/>
                      </a:cubicBezTo>
                      <a:cubicBezTo>
                        <a:pt x="526" y="1625"/>
                        <a:pt x="465" y="1568"/>
                        <a:pt x="432" y="1517"/>
                      </a:cubicBezTo>
                      <a:cubicBezTo>
                        <a:pt x="381" y="1457"/>
                        <a:pt x="341" y="1377"/>
                        <a:pt x="261" y="1357"/>
                      </a:cubicBezTo>
                      <a:cubicBezTo>
                        <a:pt x="257" y="1356"/>
                        <a:pt x="253" y="1355"/>
                        <a:pt x="249" y="1355"/>
                      </a:cubicBezTo>
                      <a:cubicBezTo>
                        <a:pt x="171" y="1355"/>
                        <a:pt x="77" y="1619"/>
                        <a:pt x="0" y="1638"/>
                      </a:cubicBezTo>
                      <a:lnTo>
                        <a:pt x="0" y="2902"/>
                      </a:lnTo>
                      <a:cubicBezTo>
                        <a:pt x="136" y="2904"/>
                        <a:pt x="271" y="2905"/>
                        <a:pt x="407" y="2905"/>
                      </a:cubicBezTo>
                      <a:cubicBezTo>
                        <a:pt x="1357" y="2905"/>
                        <a:pt x="2311" y="2844"/>
                        <a:pt x="3250" y="2721"/>
                      </a:cubicBezTo>
                      <a:cubicBezTo>
                        <a:pt x="3425" y="2700"/>
                        <a:pt x="3606" y="2674"/>
                        <a:pt x="3787" y="2674"/>
                      </a:cubicBezTo>
                      <a:cubicBezTo>
                        <a:pt x="3865" y="2674"/>
                        <a:pt x="3944" y="2679"/>
                        <a:pt x="4022" y="2691"/>
                      </a:cubicBezTo>
                      <a:cubicBezTo>
                        <a:pt x="4173" y="2712"/>
                        <a:pt x="4333" y="2760"/>
                        <a:pt x="4484" y="2760"/>
                      </a:cubicBezTo>
                      <a:cubicBezTo>
                        <a:pt x="4553" y="2760"/>
                        <a:pt x="4621" y="2750"/>
                        <a:pt x="4684" y="2721"/>
                      </a:cubicBezTo>
                      <a:cubicBezTo>
                        <a:pt x="4895" y="2621"/>
                        <a:pt x="4945" y="2380"/>
                        <a:pt x="4955" y="2169"/>
                      </a:cubicBezTo>
                      <a:cubicBezTo>
                        <a:pt x="4965" y="1949"/>
                        <a:pt x="4995" y="1698"/>
                        <a:pt x="4875" y="1507"/>
                      </a:cubicBezTo>
                      <a:cubicBezTo>
                        <a:pt x="4755" y="1327"/>
                        <a:pt x="4644" y="1227"/>
                        <a:pt x="4624" y="996"/>
                      </a:cubicBezTo>
                      <a:cubicBezTo>
                        <a:pt x="4594" y="715"/>
                        <a:pt x="4574" y="434"/>
                        <a:pt x="4554" y="163"/>
                      </a:cubicBezTo>
                      <a:cubicBezTo>
                        <a:pt x="4554" y="93"/>
                        <a:pt x="4524" y="13"/>
                        <a:pt x="4444" y="3"/>
                      </a:cubicBezTo>
                      <a:cubicBezTo>
                        <a:pt x="4435" y="1"/>
                        <a:pt x="4426" y="1"/>
                        <a:pt x="44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grpSp>
          <p:nvGrpSpPr>
            <p:cNvPr id="17990" name="Google Shape;17990;p62"/>
            <p:cNvGrpSpPr/>
            <p:nvPr/>
          </p:nvGrpSpPr>
          <p:grpSpPr>
            <a:xfrm>
              <a:off x="3420803" y="3834304"/>
              <a:ext cx="5754727" cy="1542783"/>
              <a:chOff x="4803729" y="4063251"/>
              <a:chExt cx="4372560" cy="1172238"/>
            </a:xfrm>
          </p:grpSpPr>
          <p:sp>
            <p:nvSpPr>
              <p:cNvPr id="17991" name="Google Shape;17991;p62"/>
              <p:cNvSpPr/>
              <p:nvPr/>
            </p:nvSpPr>
            <p:spPr>
              <a:xfrm flipH="1">
                <a:off x="4803729" y="4106166"/>
                <a:ext cx="4372560" cy="1129323"/>
              </a:xfrm>
              <a:custGeom>
                <a:avLst/>
                <a:gdLst/>
                <a:ahLst/>
                <a:cxnLst/>
                <a:rect l="l" t="t" r="r" b="b"/>
                <a:pathLst>
                  <a:path w="63444" h="16386" extrusionOk="0">
                    <a:moveTo>
                      <a:pt x="15553" y="1"/>
                    </a:moveTo>
                    <a:cubicBezTo>
                      <a:pt x="10767" y="1"/>
                      <a:pt x="5589" y="135"/>
                      <a:pt x="1" y="437"/>
                    </a:cubicBezTo>
                    <a:lnTo>
                      <a:pt x="4334" y="16385"/>
                    </a:lnTo>
                    <a:lnTo>
                      <a:pt x="48438" y="15874"/>
                    </a:lnTo>
                    <a:lnTo>
                      <a:pt x="63444" y="6545"/>
                    </a:lnTo>
                    <a:cubicBezTo>
                      <a:pt x="63444" y="6545"/>
                      <a:pt x="51146" y="918"/>
                      <a:pt x="22499" y="96"/>
                    </a:cubicBezTo>
                    <a:cubicBezTo>
                      <a:pt x="21586" y="76"/>
                      <a:pt x="20663" y="56"/>
                      <a:pt x="19721" y="36"/>
                    </a:cubicBezTo>
                    <a:cubicBezTo>
                      <a:pt x="18366" y="13"/>
                      <a:pt x="16977" y="1"/>
                      <a:pt x="155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1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17992" name="Google Shape;17992;p62"/>
              <p:cNvGrpSpPr/>
              <p:nvPr/>
            </p:nvGrpSpPr>
            <p:grpSpPr>
              <a:xfrm>
                <a:off x="5160532" y="4063251"/>
                <a:ext cx="3785570" cy="655357"/>
                <a:chOff x="5160532" y="3836864"/>
                <a:chExt cx="3785570" cy="655357"/>
              </a:xfrm>
            </p:grpSpPr>
            <p:sp>
              <p:nvSpPr>
                <p:cNvPr id="17993" name="Google Shape;17993;p62"/>
                <p:cNvSpPr/>
                <p:nvPr/>
              </p:nvSpPr>
              <p:spPr>
                <a:xfrm flipH="1">
                  <a:off x="5160532" y="4021428"/>
                  <a:ext cx="907056" cy="470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61" h="6831" extrusionOk="0">
                      <a:moveTo>
                        <a:pt x="1" y="0"/>
                      </a:moveTo>
                      <a:cubicBezTo>
                        <a:pt x="1" y="0"/>
                        <a:pt x="7403" y="2197"/>
                        <a:pt x="11205" y="6831"/>
                      </a:cubicBezTo>
                      <a:lnTo>
                        <a:pt x="13161" y="6069"/>
                      </a:lnTo>
                      <a:cubicBezTo>
                        <a:pt x="12940" y="5778"/>
                        <a:pt x="10172" y="2528"/>
                        <a:pt x="1586" y="80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94" name="Google Shape;17994;p62"/>
                <p:cNvSpPr/>
                <p:nvPr/>
              </p:nvSpPr>
              <p:spPr>
                <a:xfrm flipH="1">
                  <a:off x="7283440" y="3858987"/>
                  <a:ext cx="273819" cy="298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3" h="4324" extrusionOk="0">
                      <a:moveTo>
                        <a:pt x="1184" y="0"/>
                      </a:moveTo>
                      <a:lnTo>
                        <a:pt x="0" y="171"/>
                      </a:lnTo>
                      <a:cubicBezTo>
                        <a:pt x="1755" y="1444"/>
                        <a:pt x="1083" y="3972"/>
                        <a:pt x="1083" y="3972"/>
                      </a:cubicBezTo>
                      <a:lnTo>
                        <a:pt x="3772" y="4323"/>
                      </a:lnTo>
                      <a:cubicBezTo>
                        <a:pt x="3972" y="3390"/>
                        <a:pt x="3681" y="2568"/>
                        <a:pt x="3340" y="2006"/>
                      </a:cubicBezTo>
                      <a:cubicBezTo>
                        <a:pt x="2638" y="843"/>
                        <a:pt x="1404" y="0"/>
                        <a:pt x="118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95" name="Google Shape;17995;p62"/>
                <p:cNvSpPr/>
                <p:nvPr/>
              </p:nvSpPr>
              <p:spPr>
                <a:xfrm flipH="1">
                  <a:off x="6563169" y="3910813"/>
                  <a:ext cx="508147" cy="4196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3" h="608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806" y="522"/>
                        <a:pt x="4093" y="3712"/>
                        <a:pt x="4123" y="5467"/>
                      </a:cubicBezTo>
                      <a:lnTo>
                        <a:pt x="7373" y="6089"/>
                      </a:lnTo>
                      <a:cubicBezTo>
                        <a:pt x="7373" y="6089"/>
                        <a:pt x="4695" y="1344"/>
                        <a:pt x="1736" y="161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96" name="Google Shape;17996;p62"/>
                <p:cNvSpPr/>
                <p:nvPr/>
              </p:nvSpPr>
              <p:spPr>
                <a:xfrm flipH="1">
                  <a:off x="6198105" y="3919084"/>
                  <a:ext cx="643713" cy="5261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40" h="7634" extrusionOk="0">
                      <a:moveTo>
                        <a:pt x="1" y="1"/>
                      </a:moveTo>
                      <a:cubicBezTo>
                        <a:pt x="1315" y="312"/>
                        <a:pt x="5357" y="3742"/>
                        <a:pt x="6581" y="6721"/>
                      </a:cubicBezTo>
                      <a:lnTo>
                        <a:pt x="9339" y="7634"/>
                      </a:lnTo>
                      <a:cubicBezTo>
                        <a:pt x="9339" y="7634"/>
                        <a:pt x="6872" y="2689"/>
                        <a:pt x="1656" y="131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97" name="Google Shape;17997;p62"/>
                <p:cNvSpPr/>
                <p:nvPr/>
              </p:nvSpPr>
              <p:spPr>
                <a:xfrm flipH="1">
                  <a:off x="5830354" y="3957127"/>
                  <a:ext cx="732895" cy="528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34" h="766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228" y="582"/>
                        <a:pt x="6862" y="4935"/>
                        <a:pt x="8196" y="7664"/>
                      </a:cubicBezTo>
                      <a:lnTo>
                        <a:pt x="10633" y="7664"/>
                      </a:lnTo>
                      <a:cubicBezTo>
                        <a:pt x="10633" y="7664"/>
                        <a:pt x="7123" y="2909"/>
                        <a:pt x="1987" y="221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98" name="Google Shape;17998;p62"/>
                <p:cNvSpPr/>
                <p:nvPr/>
              </p:nvSpPr>
              <p:spPr>
                <a:xfrm flipH="1">
                  <a:off x="5589140" y="3986831"/>
                  <a:ext cx="739029" cy="4653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23" h="6752" extrusionOk="0">
                      <a:moveTo>
                        <a:pt x="0" y="1"/>
                      </a:moveTo>
                      <a:cubicBezTo>
                        <a:pt x="1776" y="582"/>
                        <a:pt x="7032" y="3943"/>
                        <a:pt x="8737" y="6751"/>
                      </a:cubicBezTo>
                      <a:lnTo>
                        <a:pt x="10723" y="6360"/>
                      </a:lnTo>
                      <a:cubicBezTo>
                        <a:pt x="10723" y="6360"/>
                        <a:pt x="6330" y="1465"/>
                        <a:pt x="137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7999" name="Google Shape;17999;p62"/>
                <p:cNvSpPr/>
                <p:nvPr/>
              </p:nvSpPr>
              <p:spPr>
                <a:xfrm flipH="1">
                  <a:off x="7573105" y="3836864"/>
                  <a:ext cx="217167" cy="292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1" h="4243" extrusionOk="0">
                      <a:moveTo>
                        <a:pt x="1475" y="0"/>
                      </a:moveTo>
                      <a:cubicBezTo>
                        <a:pt x="1275" y="0"/>
                        <a:pt x="1074" y="151"/>
                        <a:pt x="1044" y="722"/>
                      </a:cubicBezTo>
                      <a:cubicBezTo>
                        <a:pt x="954" y="2117"/>
                        <a:pt x="1" y="3471"/>
                        <a:pt x="1" y="3471"/>
                      </a:cubicBezTo>
                      <a:lnTo>
                        <a:pt x="1876" y="4243"/>
                      </a:lnTo>
                      <a:cubicBezTo>
                        <a:pt x="1876" y="4243"/>
                        <a:pt x="3150" y="2086"/>
                        <a:pt x="1987" y="231"/>
                      </a:cubicBezTo>
                      <a:cubicBezTo>
                        <a:pt x="1987" y="231"/>
                        <a:pt x="1726" y="0"/>
                        <a:pt x="147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000" name="Google Shape;18000;p62"/>
                <p:cNvSpPr/>
                <p:nvPr/>
              </p:nvSpPr>
              <p:spPr>
                <a:xfrm flipH="1">
                  <a:off x="7789508" y="3849958"/>
                  <a:ext cx="255831" cy="207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2" h="3010" extrusionOk="0">
                      <a:moveTo>
                        <a:pt x="2809" y="1"/>
                      </a:moveTo>
                      <a:cubicBezTo>
                        <a:pt x="2588" y="1"/>
                        <a:pt x="2368" y="41"/>
                        <a:pt x="2187" y="161"/>
                      </a:cubicBezTo>
                      <a:cubicBezTo>
                        <a:pt x="1615" y="532"/>
                        <a:pt x="0" y="2749"/>
                        <a:pt x="0" y="2749"/>
                      </a:cubicBezTo>
                      <a:lnTo>
                        <a:pt x="1796" y="3010"/>
                      </a:lnTo>
                      <a:cubicBezTo>
                        <a:pt x="1796" y="3010"/>
                        <a:pt x="2478" y="1505"/>
                        <a:pt x="3712" y="191"/>
                      </a:cubicBezTo>
                      <a:cubicBezTo>
                        <a:pt x="3712" y="191"/>
                        <a:pt x="3270" y="1"/>
                        <a:pt x="280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001" name="Google Shape;18001;p62"/>
                <p:cNvSpPr/>
                <p:nvPr/>
              </p:nvSpPr>
              <p:spPr>
                <a:xfrm flipH="1">
                  <a:off x="8024519" y="3851337"/>
                  <a:ext cx="308417" cy="1811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75" h="2629" extrusionOk="0">
                      <a:moveTo>
                        <a:pt x="3140" y="1"/>
                      </a:moveTo>
                      <a:cubicBezTo>
                        <a:pt x="3140" y="1"/>
                        <a:pt x="1405" y="934"/>
                        <a:pt x="141" y="2418"/>
                      </a:cubicBezTo>
                      <a:cubicBezTo>
                        <a:pt x="1" y="2579"/>
                        <a:pt x="282" y="2629"/>
                        <a:pt x="673" y="2629"/>
                      </a:cubicBezTo>
                      <a:cubicBezTo>
                        <a:pt x="1315" y="2629"/>
                        <a:pt x="2258" y="2498"/>
                        <a:pt x="2258" y="2498"/>
                      </a:cubicBezTo>
                      <a:cubicBezTo>
                        <a:pt x="3351" y="863"/>
                        <a:pt x="4474" y="91"/>
                        <a:pt x="4474" y="91"/>
                      </a:cubicBezTo>
                      <a:lnTo>
                        <a:pt x="3140" y="1"/>
                      </a:ln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002" name="Google Shape;18002;p62"/>
                <p:cNvSpPr/>
                <p:nvPr/>
              </p:nvSpPr>
              <p:spPr>
                <a:xfrm flipH="1">
                  <a:off x="8525001" y="3881799"/>
                  <a:ext cx="421101" cy="132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0" h="1916" extrusionOk="0">
                      <a:moveTo>
                        <a:pt x="4023" y="0"/>
                      </a:moveTo>
                      <a:cubicBezTo>
                        <a:pt x="4023" y="0"/>
                        <a:pt x="1917" y="140"/>
                        <a:pt x="392" y="1555"/>
                      </a:cubicBezTo>
                      <a:cubicBezTo>
                        <a:pt x="1" y="1916"/>
                        <a:pt x="2398" y="1916"/>
                        <a:pt x="2478" y="1916"/>
                      </a:cubicBezTo>
                      <a:cubicBezTo>
                        <a:pt x="3572" y="291"/>
                        <a:pt x="6109" y="0"/>
                        <a:pt x="6109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003" name="Google Shape;18003;p62"/>
                <p:cNvSpPr/>
                <p:nvPr/>
              </p:nvSpPr>
              <p:spPr>
                <a:xfrm flipH="1">
                  <a:off x="8291370" y="3872770"/>
                  <a:ext cx="333297" cy="1466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128" extrusionOk="0">
                      <a:moveTo>
                        <a:pt x="3582" y="1"/>
                      </a:moveTo>
                      <a:cubicBezTo>
                        <a:pt x="3411" y="1"/>
                        <a:pt x="3261" y="11"/>
                        <a:pt x="3140" y="51"/>
                      </a:cubicBezTo>
                      <a:cubicBezTo>
                        <a:pt x="2127" y="332"/>
                        <a:pt x="1" y="1947"/>
                        <a:pt x="1" y="1947"/>
                      </a:cubicBezTo>
                      <a:lnTo>
                        <a:pt x="1877" y="2127"/>
                      </a:lnTo>
                      <a:cubicBezTo>
                        <a:pt x="1877" y="2127"/>
                        <a:pt x="3823" y="372"/>
                        <a:pt x="4836" y="161"/>
                      </a:cubicBezTo>
                      <a:cubicBezTo>
                        <a:pt x="4836" y="161"/>
                        <a:pt x="4154" y="1"/>
                        <a:pt x="3582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004" name="Google Shape;18004;p62"/>
                <p:cNvSpPr/>
                <p:nvPr/>
              </p:nvSpPr>
              <p:spPr>
                <a:xfrm flipH="1">
                  <a:off x="6948908" y="3891447"/>
                  <a:ext cx="364380" cy="3401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87" h="4936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455" y="683"/>
                        <a:pt x="2629" y="2187"/>
                        <a:pt x="2699" y="4374"/>
                      </a:cubicBezTo>
                      <a:lnTo>
                        <a:pt x="5287" y="4936"/>
                      </a:lnTo>
                      <a:cubicBezTo>
                        <a:pt x="5287" y="4936"/>
                        <a:pt x="4685" y="1515"/>
                        <a:pt x="1596" y="231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grpSp>
          <p:nvGrpSpPr>
            <p:cNvPr id="18005" name="Google Shape;18005;p62"/>
            <p:cNvGrpSpPr/>
            <p:nvPr/>
          </p:nvGrpSpPr>
          <p:grpSpPr>
            <a:xfrm>
              <a:off x="1163692" y="3979221"/>
              <a:ext cx="4372560" cy="1169857"/>
              <a:chOff x="644679" y="5813076"/>
              <a:chExt cx="4372560" cy="1169857"/>
            </a:xfrm>
          </p:grpSpPr>
          <p:sp>
            <p:nvSpPr>
              <p:cNvPr id="18006" name="Google Shape;18006;p62"/>
              <p:cNvSpPr/>
              <p:nvPr/>
            </p:nvSpPr>
            <p:spPr>
              <a:xfrm>
                <a:off x="644679" y="5853610"/>
                <a:ext cx="4372560" cy="1129323"/>
              </a:xfrm>
              <a:custGeom>
                <a:avLst/>
                <a:gdLst/>
                <a:ahLst/>
                <a:cxnLst/>
                <a:rect l="l" t="t" r="r" b="b"/>
                <a:pathLst>
                  <a:path w="63444" h="16386" extrusionOk="0">
                    <a:moveTo>
                      <a:pt x="15553" y="1"/>
                    </a:moveTo>
                    <a:cubicBezTo>
                      <a:pt x="10767" y="1"/>
                      <a:pt x="5589" y="135"/>
                      <a:pt x="1" y="437"/>
                    </a:cubicBezTo>
                    <a:lnTo>
                      <a:pt x="4334" y="16385"/>
                    </a:lnTo>
                    <a:lnTo>
                      <a:pt x="48438" y="15874"/>
                    </a:lnTo>
                    <a:lnTo>
                      <a:pt x="63444" y="6545"/>
                    </a:lnTo>
                    <a:cubicBezTo>
                      <a:pt x="63444" y="6545"/>
                      <a:pt x="51146" y="918"/>
                      <a:pt x="22499" y="96"/>
                    </a:cubicBezTo>
                    <a:cubicBezTo>
                      <a:pt x="21586" y="76"/>
                      <a:pt x="20663" y="56"/>
                      <a:pt x="19721" y="36"/>
                    </a:cubicBezTo>
                    <a:cubicBezTo>
                      <a:pt x="18366" y="13"/>
                      <a:pt x="16977" y="1"/>
                      <a:pt x="155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100000">
                    <a:schemeClr val="lt2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07" name="Google Shape;18007;p62"/>
              <p:cNvSpPr/>
              <p:nvPr/>
            </p:nvSpPr>
            <p:spPr>
              <a:xfrm>
                <a:off x="3753380" y="5997640"/>
                <a:ext cx="907056" cy="470793"/>
              </a:xfrm>
              <a:custGeom>
                <a:avLst/>
                <a:gdLst/>
                <a:ahLst/>
                <a:cxnLst/>
                <a:rect l="l" t="t" r="r" b="b"/>
                <a:pathLst>
                  <a:path w="13161" h="6831" extrusionOk="0">
                    <a:moveTo>
                      <a:pt x="1" y="0"/>
                    </a:moveTo>
                    <a:cubicBezTo>
                      <a:pt x="1" y="0"/>
                      <a:pt x="7403" y="2197"/>
                      <a:pt x="11205" y="6831"/>
                    </a:cubicBezTo>
                    <a:lnTo>
                      <a:pt x="13161" y="6069"/>
                    </a:lnTo>
                    <a:cubicBezTo>
                      <a:pt x="12940" y="5778"/>
                      <a:pt x="10172" y="2528"/>
                      <a:pt x="1586" y="8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08" name="Google Shape;18008;p62"/>
              <p:cNvSpPr/>
              <p:nvPr/>
            </p:nvSpPr>
            <p:spPr>
              <a:xfrm>
                <a:off x="2263710" y="5835199"/>
                <a:ext cx="273819" cy="298010"/>
              </a:xfrm>
              <a:custGeom>
                <a:avLst/>
                <a:gdLst/>
                <a:ahLst/>
                <a:cxnLst/>
                <a:rect l="l" t="t" r="r" b="b"/>
                <a:pathLst>
                  <a:path w="3973" h="4324" extrusionOk="0">
                    <a:moveTo>
                      <a:pt x="1184" y="0"/>
                    </a:moveTo>
                    <a:lnTo>
                      <a:pt x="0" y="171"/>
                    </a:lnTo>
                    <a:cubicBezTo>
                      <a:pt x="1755" y="1444"/>
                      <a:pt x="1083" y="3972"/>
                      <a:pt x="1083" y="3972"/>
                    </a:cubicBezTo>
                    <a:lnTo>
                      <a:pt x="3772" y="4323"/>
                    </a:lnTo>
                    <a:cubicBezTo>
                      <a:pt x="3972" y="3390"/>
                      <a:pt x="3681" y="2568"/>
                      <a:pt x="3340" y="2006"/>
                    </a:cubicBezTo>
                    <a:cubicBezTo>
                      <a:pt x="2638" y="843"/>
                      <a:pt x="1404" y="0"/>
                      <a:pt x="1184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09" name="Google Shape;18009;p62"/>
              <p:cNvSpPr/>
              <p:nvPr/>
            </p:nvSpPr>
            <p:spPr>
              <a:xfrm>
                <a:off x="2749653" y="5887026"/>
                <a:ext cx="508147" cy="419654"/>
              </a:xfrm>
              <a:custGeom>
                <a:avLst/>
                <a:gdLst/>
                <a:ahLst/>
                <a:cxnLst/>
                <a:rect l="l" t="t" r="r" b="b"/>
                <a:pathLst>
                  <a:path w="7373" h="60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06" y="522"/>
                      <a:pt x="4093" y="3712"/>
                      <a:pt x="4123" y="5467"/>
                    </a:cubicBezTo>
                    <a:lnTo>
                      <a:pt x="7373" y="6089"/>
                    </a:lnTo>
                    <a:cubicBezTo>
                      <a:pt x="7373" y="6089"/>
                      <a:pt x="4695" y="1344"/>
                      <a:pt x="1736" y="16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10" name="Google Shape;18010;p62"/>
              <p:cNvSpPr/>
              <p:nvPr/>
            </p:nvSpPr>
            <p:spPr>
              <a:xfrm>
                <a:off x="2979151" y="5895296"/>
                <a:ext cx="643713" cy="526135"/>
              </a:xfrm>
              <a:custGeom>
                <a:avLst/>
                <a:gdLst/>
                <a:ahLst/>
                <a:cxnLst/>
                <a:rect l="l" t="t" r="r" b="b"/>
                <a:pathLst>
                  <a:path w="9340" h="7634" extrusionOk="0">
                    <a:moveTo>
                      <a:pt x="1" y="1"/>
                    </a:moveTo>
                    <a:cubicBezTo>
                      <a:pt x="1315" y="312"/>
                      <a:pt x="5357" y="3742"/>
                      <a:pt x="6581" y="6721"/>
                    </a:cubicBezTo>
                    <a:lnTo>
                      <a:pt x="9339" y="7634"/>
                    </a:lnTo>
                    <a:cubicBezTo>
                      <a:pt x="9339" y="7634"/>
                      <a:pt x="6872" y="2689"/>
                      <a:pt x="1656" y="13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11" name="Google Shape;18011;p62"/>
              <p:cNvSpPr/>
              <p:nvPr/>
            </p:nvSpPr>
            <p:spPr>
              <a:xfrm>
                <a:off x="3257719" y="5933339"/>
                <a:ext cx="732895" cy="528203"/>
              </a:xfrm>
              <a:custGeom>
                <a:avLst/>
                <a:gdLst/>
                <a:ahLst/>
                <a:cxnLst/>
                <a:rect l="l" t="t" r="r" b="b"/>
                <a:pathLst>
                  <a:path w="10634" h="766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228" y="582"/>
                      <a:pt x="6862" y="4935"/>
                      <a:pt x="8196" y="7664"/>
                    </a:cubicBezTo>
                    <a:lnTo>
                      <a:pt x="10633" y="7664"/>
                    </a:lnTo>
                    <a:cubicBezTo>
                      <a:pt x="10633" y="7664"/>
                      <a:pt x="7123" y="2909"/>
                      <a:pt x="1987" y="22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12" name="Google Shape;18012;p62"/>
              <p:cNvSpPr/>
              <p:nvPr/>
            </p:nvSpPr>
            <p:spPr>
              <a:xfrm>
                <a:off x="3492800" y="5963043"/>
                <a:ext cx="739029" cy="465348"/>
              </a:xfrm>
              <a:custGeom>
                <a:avLst/>
                <a:gdLst/>
                <a:ahLst/>
                <a:cxnLst/>
                <a:rect l="l" t="t" r="r" b="b"/>
                <a:pathLst>
                  <a:path w="10723" h="6752" extrusionOk="0">
                    <a:moveTo>
                      <a:pt x="0" y="1"/>
                    </a:moveTo>
                    <a:cubicBezTo>
                      <a:pt x="1776" y="582"/>
                      <a:pt x="7032" y="3943"/>
                      <a:pt x="8737" y="6751"/>
                    </a:cubicBezTo>
                    <a:lnTo>
                      <a:pt x="10723" y="6360"/>
                    </a:lnTo>
                    <a:cubicBezTo>
                      <a:pt x="10723" y="6360"/>
                      <a:pt x="6330" y="1465"/>
                      <a:pt x="1375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13" name="Google Shape;18013;p62"/>
              <p:cNvSpPr/>
              <p:nvPr/>
            </p:nvSpPr>
            <p:spPr>
              <a:xfrm>
                <a:off x="4094871" y="6057738"/>
                <a:ext cx="862878" cy="273819"/>
              </a:xfrm>
              <a:custGeom>
                <a:avLst/>
                <a:gdLst/>
                <a:ahLst/>
                <a:cxnLst/>
                <a:rect l="l" t="t" r="r" b="b"/>
                <a:pathLst>
                  <a:path w="12520" h="3973" extrusionOk="0">
                    <a:moveTo>
                      <a:pt x="1" y="1"/>
                    </a:moveTo>
                    <a:cubicBezTo>
                      <a:pt x="3732" y="1044"/>
                      <a:pt x="8868" y="2950"/>
                      <a:pt x="9901" y="3973"/>
                    </a:cubicBezTo>
                    <a:lnTo>
                      <a:pt x="12519" y="3321"/>
                    </a:lnTo>
                    <a:cubicBezTo>
                      <a:pt x="12519" y="3321"/>
                      <a:pt x="6029" y="272"/>
                      <a:pt x="5016" y="272"/>
                    </a:cubicBezTo>
                    <a:lnTo>
                      <a:pt x="4986" y="272"/>
                    </a:lnTo>
                    <a:cubicBezTo>
                      <a:pt x="4906" y="282"/>
                      <a:pt x="4806" y="282"/>
                      <a:pt x="4695" y="282"/>
                    </a:cubicBezTo>
                    <a:cubicBezTo>
                      <a:pt x="3421" y="28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14" name="Google Shape;18014;p62"/>
              <p:cNvSpPr/>
              <p:nvPr/>
            </p:nvSpPr>
            <p:spPr>
              <a:xfrm>
                <a:off x="2030697" y="5813076"/>
                <a:ext cx="217167" cy="292428"/>
              </a:xfrm>
              <a:custGeom>
                <a:avLst/>
                <a:gdLst/>
                <a:ahLst/>
                <a:cxnLst/>
                <a:rect l="l" t="t" r="r" b="b"/>
                <a:pathLst>
                  <a:path w="3151" h="4243" extrusionOk="0">
                    <a:moveTo>
                      <a:pt x="1475" y="0"/>
                    </a:moveTo>
                    <a:cubicBezTo>
                      <a:pt x="1275" y="0"/>
                      <a:pt x="1074" y="151"/>
                      <a:pt x="1044" y="722"/>
                    </a:cubicBezTo>
                    <a:cubicBezTo>
                      <a:pt x="954" y="2117"/>
                      <a:pt x="1" y="3471"/>
                      <a:pt x="1" y="3471"/>
                    </a:cubicBezTo>
                    <a:lnTo>
                      <a:pt x="1876" y="4243"/>
                    </a:lnTo>
                    <a:cubicBezTo>
                      <a:pt x="1876" y="4243"/>
                      <a:pt x="3150" y="2086"/>
                      <a:pt x="1987" y="231"/>
                    </a:cubicBezTo>
                    <a:cubicBezTo>
                      <a:pt x="1987" y="231"/>
                      <a:pt x="1726" y="0"/>
                      <a:pt x="1475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15" name="Google Shape;18015;p62"/>
              <p:cNvSpPr/>
              <p:nvPr/>
            </p:nvSpPr>
            <p:spPr>
              <a:xfrm>
                <a:off x="1775630" y="5826171"/>
                <a:ext cx="255831" cy="207449"/>
              </a:xfrm>
              <a:custGeom>
                <a:avLst/>
                <a:gdLst/>
                <a:ahLst/>
                <a:cxnLst/>
                <a:rect l="l" t="t" r="r" b="b"/>
                <a:pathLst>
                  <a:path w="3712" h="3010" extrusionOk="0">
                    <a:moveTo>
                      <a:pt x="2809" y="1"/>
                    </a:moveTo>
                    <a:cubicBezTo>
                      <a:pt x="2588" y="1"/>
                      <a:pt x="2368" y="41"/>
                      <a:pt x="2187" y="161"/>
                    </a:cubicBezTo>
                    <a:cubicBezTo>
                      <a:pt x="1615" y="532"/>
                      <a:pt x="0" y="2749"/>
                      <a:pt x="0" y="2749"/>
                    </a:cubicBezTo>
                    <a:lnTo>
                      <a:pt x="1796" y="3010"/>
                    </a:lnTo>
                    <a:cubicBezTo>
                      <a:pt x="1796" y="3010"/>
                      <a:pt x="2478" y="1505"/>
                      <a:pt x="3712" y="191"/>
                    </a:cubicBezTo>
                    <a:cubicBezTo>
                      <a:pt x="3712" y="191"/>
                      <a:pt x="3270" y="1"/>
                      <a:pt x="2809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16" name="Google Shape;18016;p62"/>
              <p:cNvSpPr/>
              <p:nvPr/>
            </p:nvSpPr>
            <p:spPr>
              <a:xfrm>
                <a:off x="1488033" y="5827549"/>
                <a:ext cx="308417" cy="181191"/>
              </a:xfrm>
              <a:custGeom>
                <a:avLst/>
                <a:gdLst/>
                <a:ahLst/>
                <a:cxnLst/>
                <a:rect l="l" t="t" r="r" b="b"/>
                <a:pathLst>
                  <a:path w="4475" h="2629" extrusionOk="0">
                    <a:moveTo>
                      <a:pt x="3140" y="1"/>
                    </a:moveTo>
                    <a:cubicBezTo>
                      <a:pt x="3140" y="1"/>
                      <a:pt x="1405" y="934"/>
                      <a:pt x="141" y="2418"/>
                    </a:cubicBezTo>
                    <a:cubicBezTo>
                      <a:pt x="1" y="2579"/>
                      <a:pt x="282" y="2629"/>
                      <a:pt x="673" y="2629"/>
                    </a:cubicBezTo>
                    <a:cubicBezTo>
                      <a:pt x="1315" y="2629"/>
                      <a:pt x="2258" y="2498"/>
                      <a:pt x="2258" y="2498"/>
                    </a:cubicBezTo>
                    <a:cubicBezTo>
                      <a:pt x="3351" y="863"/>
                      <a:pt x="4474" y="91"/>
                      <a:pt x="4474" y="91"/>
                    </a:cubicBezTo>
                    <a:lnTo>
                      <a:pt x="3140" y="1"/>
                    </a:ln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17" name="Google Shape;18017;p62"/>
              <p:cNvSpPr/>
              <p:nvPr/>
            </p:nvSpPr>
            <p:spPr>
              <a:xfrm>
                <a:off x="874867" y="5858011"/>
                <a:ext cx="421101" cy="132051"/>
              </a:xfrm>
              <a:custGeom>
                <a:avLst/>
                <a:gdLst/>
                <a:ahLst/>
                <a:cxnLst/>
                <a:rect l="l" t="t" r="r" b="b"/>
                <a:pathLst>
                  <a:path w="6110" h="1916" extrusionOk="0">
                    <a:moveTo>
                      <a:pt x="4023" y="0"/>
                    </a:moveTo>
                    <a:cubicBezTo>
                      <a:pt x="4023" y="0"/>
                      <a:pt x="1917" y="140"/>
                      <a:pt x="392" y="1555"/>
                    </a:cubicBezTo>
                    <a:cubicBezTo>
                      <a:pt x="1" y="1916"/>
                      <a:pt x="2398" y="1916"/>
                      <a:pt x="2478" y="1916"/>
                    </a:cubicBezTo>
                    <a:cubicBezTo>
                      <a:pt x="3572" y="291"/>
                      <a:pt x="6109" y="0"/>
                      <a:pt x="6109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18" name="Google Shape;18018;p62"/>
              <p:cNvSpPr/>
              <p:nvPr/>
            </p:nvSpPr>
            <p:spPr>
              <a:xfrm>
                <a:off x="1196302" y="5848983"/>
                <a:ext cx="333297" cy="14666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8" extrusionOk="0">
                    <a:moveTo>
                      <a:pt x="3582" y="1"/>
                    </a:moveTo>
                    <a:cubicBezTo>
                      <a:pt x="3411" y="1"/>
                      <a:pt x="3261" y="11"/>
                      <a:pt x="3140" y="51"/>
                    </a:cubicBezTo>
                    <a:cubicBezTo>
                      <a:pt x="2127" y="332"/>
                      <a:pt x="1" y="1947"/>
                      <a:pt x="1" y="1947"/>
                    </a:cubicBezTo>
                    <a:lnTo>
                      <a:pt x="1877" y="2127"/>
                    </a:lnTo>
                    <a:cubicBezTo>
                      <a:pt x="1877" y="2127"/>
                      <a:pt x="3823" y="372"/>
                      <a:pt x="4836" y="161"/>
                    </a:cubicBezTo>
                    <a:cubicBezTo>
                      <a:pt x="4836" y="161"/>
                      <a:pt x="4154" y="1"/>
                      <a:pt x="3582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19" name="Google Shape;18019;p62"/>
              <p:cNvSpPr/>
              <p:nvPr/>
            </p:nvSpPr>
            <p:spPr>
              <a:xfrm>
                <a:off x="2507681" y="5867660"/>
                <a:ext cx="364380" cy="340189"/>
              </a:xfrm>
              <a:custGeom>
                <a:avLst/>
                <a:gdLst/>
                <a:ahLst/>
                <a:cxnLst/>
                <a:rect l="l" t="t" r="r" b="b"/>
                <a:pathLst>
                  <a:path w="5287" h="493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55" y="683"/>
                      <a:pt x="2629" y="2187"/>
                      <a:pt x="2699" y="4374"/>
                    </a:cubicBezTo>
                    <a:lnTo>
                      <a:pt x="5287" y="4936"/>
                    </a:lnTo>
                    <a:cubicBezTo>
                      <a:pt x="5287" y="4936"/>
                      <a:pt x="4685" y="1515"/>
                      <a:pt x="1596" y="23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20" name="Google Shape;18020;p62"/>
              <p:cNvSpPr/>
              <p:nvPr/>
            </p:nvSpPr>
            <p:spPr>
              <a:xfrm>
                <a:off x="2531286" y="6433924"/>
                <a:ext cx="11026" cy="5513"/>
              </a:xfrm>
              <a:custGeom>
                <a:avLst/>
                <a:gdLst/>
                <a:ahLst/>
                <a:cxnLst/>
                <a:rect l="l" t="t" r="r" b="b"/>
                <a:pathLst>
                  <a:path w="142" h="71" extrusionOk="0">
                    <a:moveTo>
                      <a:pt x="141" y="70"/>
                    </a:moveTo>
                    <a:lnTo>
                      <a:pt x="141" y="70"/>
                    </a:lnTo>
                    <a:lnTo>
                      <a:pt x="141" y="70"/>
                    </a:lnTo>
                    <a:close/>
                    <a:moveTo>
                      <a:pt x="141" y="70"/>
                    </a:moveTo>
                    <a:lnTo>
                      <a:pt x="141" y="70"/>
                    </a:lnTo>
                    <a:lnTo>
                      <a:pt x="141" y="70"/>
                    </a:lnTo>
                    <a:close/>
                    <a:moveTo>
                      <a:pt x="111" y="60"/>
                    </a:moveTo>
                    <a:cubicBezTo>
                      <a:pt x="101" y="50"/>
                      <a:pt x="101" y="50"/>
                      <a:pt x="101" y="50"/>
                    </a:cubicBezTo>
                    <a:cubicBezTo>
                      <a:pt x="101" y="50"/>
                      <a:pt x="101" y="50"/>
                      <a:pt x="111" y="60"/>
                    </a:cubicBezTo>
                    <a:close/>
                    <a:moveTo>
                      <a:pt x="71" y="40"/>
                    </a:moveTo>
                    <a:cubicBezTo>
                      <a:pt x="71" y="40"/>
                      <a:pt x="71" y="40"/>
                      <a:pt x="61" y="30"/>
                    </a:cubicBezTo>
                    <a:cubicBezTo>
                      <a:pt x="71" y="40"/>
                      <a:pt x="71" y="40"/>
                      <a:pt x="71" y="40"/>
                    </a:cubicBezTo>
                    <a:close/>
                    <a:moveTo>
                      <a:pt x="41" y="20"/>
                    </a:moveTo>
                    <a:cubicBezTo>
                      <a:pt x="41" y="20"/>
                      <a:pt x="31" y="20"/>
                      <a:pt x="31" y="20"/>
                    </a:cubicBezTo>
                    <a:cubicBezTo>
                      <a:pt x="31" y="20"/>
                      <a:pt x="41" y="20"/>
                      <a:pt x="41" y="20"/>
                    </a:cubicBezTo>
                    <a:close/>
                    <a:moveTo>
                      <a:pt x="1" y="1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0"/>
                    </a:cubicBezTo>
                    <a:close/>
                  </a:path>
                </a:pathLst>
              </a:custGeom>
              <a:solidFill>
                <a:srgbClr val="D5EE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8021" name="Google Shape;18021;p62"/>
            <p:cNvGrpSpPr/>
            <p:nvPr/>
          </p:nvGrpSpPr>
          <p:grpSpPr>
            <a:xfrm>
              <a:off x="-55133" y="3990524"/>
              <a:ext cx="4443632" cy="1316135"/>
              <a:chOff x="-13849" y="4011750"/>
              <a:chExt cx="3821164" cy="1131770"/>
            </a:xfrm>
          </p:grpSpPr>
          <p:sp>
            <p:nvSpPr>
              <p:cNvPr id="18022" name="Google Shape;18022;p62"/>
              <p:cNvSpPr/>
              <p:nvPr/>
            </p:nvSpPr>
            <p:spPr>
              <a:xfrm>
                <a:off x="5721" y="4011750"/>
                <a:ext cx="3801593" cy="1131770"/>
              </a:xfrm>
              <a:custGeom>
                <a:avLst/>
                <a:gdLst/>
                <a:ahLst/>
                <a:cxnLst/>
                <a:rect l="l" t="t" r="r" b="b"/>
                <a:pathLst>
                  <a:path w="66444" h="19781" extrusionOk="0">
                    <a:moveTo>
                      <a:pt x="61" y="0"/>
                    </a:moveTo>
                    <a:lnTo>
                      <a:pt x="1" y="19781"/>
                    </a:lnTo>
                    <a:cubicBezTo>
                      <a:pt x="1" y="19781"/>
                      <a:pt x="29054" y="19749"/>
                      <a:pt x="48541" y="19749"/>
                    </a:cubicBezTo>
                    <a:cubicBezTo>
                      <a:pt x="58285" y="19749"/>
                      <a:pt x="65637" y="19757"/>
                      <a:pt x="65771" y="19781"/>
                    </a:cubicBezTo>
                    <a:cubicBezTo>
                      <a:pt x="65773" y="19781"/>
                      <a:pt x="65774" y="19781"/>
                      <a:pt x="65776" y="19781"/>
                    </a:cubicBezTo>
                    <a:cubicBezTo>
                      <a:pt x="66174" y="19781"/>
                      <a:pt x="66443" y="10853"/>
                      <a:pt x="66443" y="10853"/>
                    </a:cubicBezTo>
                    <a:cubicBezTo>
                      <a:pt x="45881" y="532"/>
                      <a:pt x="61" y="0"/>
                      <a:pt x="6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18023" name="Google Shape;18023;p62"/>
              <p:cNvGrpSpPr/>
              <p:nvPr/>
            </p:nvGrpSpPr>
            <p:grpSpPr>
              <a:xfrm>
                <a:off x="-13849" y="4011750"/>
                <a:ext cx="3801593" cy="1131760"/>
                <a:chOff x="-13849" y="4011750"/>
                <a:chExt cx="3801593" cy="1131760"/>
              </a:xfrm>
            </p:grpSpPr>
            <p:sp>
              <p:nvSpPr>
                <p:cNvPr id="18024" name="Google Shape;18024;p62"/>
                <p:cNvSpPr/>
                <p:nvPr/>
              </p:nvSpPr>
              <p:spPr>
                <a:xfrm>
                  <a:off x="-2349" y="4373857"/>
                  <a:ext cx="3790093" cy="374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43" h="6541" extrusionOk="0">
                      <a:moveTo>
                        <a:pt x="33954" y="1"/>
                      </a:moveTo>
                      <a:cubicBezTo>
                        <a:pt x="32128" y="1"/>
                        <a:pt x="30243" y="21"/>
                        <a:pt x="28307" y="61"/>
                      </a:cubicBezTo>
                      <a:cubicBezTo>
                        <a:pt x="19630" y="261"/>
                        <a:pt x="9429" y="633"/>
                        <a:pt x="0" y="2298"/>
                      </a:cubicBezTo>
                      <a:lnTo>
                        <a:pt x="71" y="6541"/>
                      </a:lnTo>
                      <a:cubicBezTo>
                        <a:pt x="4093" y="5467"/>
                        <a:pt x="14856" y="2990"/>
                        <a:pt x="28949" y="1916"/>
                      </a:cubicBezTo>
                      <a:cubicBezTo>
                        <a:pt x="32680" y="1636"/>
                        <a:pt x="36582" y="1435"/>
                        <a:pt x="40704" y="1435"/>
                      </a:cubicBezTo>
                      <a:cubicBezTo>
                        <a:pt x="47605" y="1435"/>
                        <a:pt x="55118" y="1987"/>
                        <a:pt x="63414" y="3642"/>
                      </a:cubicBezTo>
                      <a:cubicBezTo>
                        <a:pt x="63985" y="3752"/>
                        <a:pt x="65680" y="4906"/>
                        <a:pt x="66222" y="5006"/>
                      </a:cubicBezTo>
                      <a:cubicBezTo>
                        <a:pt x="66232" y="4725"/>
                        <a:pt x="66242" y="4554"/>
                        <a:pt x="66242" y="4524"/>
                      </a:cubicBezTo>
                      <a:cubicBezTo>
                        <a:pt x="66232" y="4524"/>
                        <a:pt x="66222" y="4514"/>
                        <a:pt x="66212" y="4514"/>
                      </a:cubicBezTo>
                      <a:cubicBezTo>
                        <a:pt x="66202" y="4504"/>
                        <a:pt x="66202" y="4504"/>
                        <a:pt x="66202" y="4504"/>
                      </a:cubicBezTo>
                      <a:cubicBezTo>
                        <a:pt x="66192" y="4504"/>
                        <a:pt x="66182" y="4494"/>
                        <a:pt x="66172" y="4494"/>
                      </a:cubicBezTo>
                      <a:cubicBezTo>
                        <a:pt x="66172" y="4494"/>
                        <a:pt x="66172" y="4494"/>
                        <a:pt x="66162" y="4484"/>
                      </a:cubicBezTo>
                      <a:cubicBezTo>
                        <a:pt x="66162" y="4484"/>
                        <a:pt x="66152" y="4484"/>
                        <a:pt x="66142" y="4474"/>
                      </a:cubicBezTo>
                      <a:lnTo>
                        <a:pt x="66132" y="4474"/>
                      </a:lnTo>
                      <a:cubicBezTo>
                        <a:pt x="66122" y="4464"/>
                        <a:pt x="66112" y="4464"/>
                        <a:pt x="66102" y="4464"/>
                      </a:cubicBezTo>
                      <a:cubicBezTo>
                        <a:pt x="66102" y="4454"/>
                        <a:pt x="66102" y="4454"/>
                        <a:pt x="66102" y="4454"/>
                      </a:cubicBezTo>
                      <a:cubicBezTo>
                        <a:pt x="64647" y="3732"/>
                        <a:pt x="63073" y="3060"/>
                        <a:pt x="61407" y="2438"/>
                      </a:cubicBezTo>
                      <a:cubicBezTo>
                        <a:pt x="57024" y="1054"/>
                        <a:pt x="46994" y="1"/>
                        <a:pt x="3395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069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025" name="Google Shape;18025;p62"/>
                <p:cNvSpPr/>
                <p:nvPr/>
              </p:nvSpPr>
              <p:spPr>
                <a:xfrm>
                  <a:off x="-13849" y="4558659"/>
                  <a:ext cx="3549619" cy="5848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40" h="10222" extrusionOk="0">
                      <a:moveTo>
                        <a:pt x="49993" y="0"/>
                      </a:moveTo>
                      <a:cubicBezTo>
                        <a:pt x="48458" y="0"/>
                        <a:pt x="46793" y="41"/>
                        <a:pt x="45028" y="121"/>
                      </a:cubicBezTo>
                      <a:cubicBezTo>
                        <a:pt x="31687" y="783"/>
                        <a:pt x="18006" y="1645"/>
                        <a:pt x="11" y="6611"/>
                      </a:cubicBezTo>
                      <a:lnTo>
                        <a:pt x="1" y="10222"/>
                      </a:lnTo>
                      <a:lnTo>
                        <a:pt x="71" y="10222"/>
                      </a:lnTo>
                      <a:cubicBezTo>
                        <a:pt x="1285" y="10222"/>
                        <a:pt x="18557" y="10201"/>
                        <a:pt x="35028" y="10191"/>
                      </a:cubicBezTo>
                      <a:cubicBezTo>
                        <a:pt x="45921" y="7122"/>
                        <a:pt x="62040" y="823"/>
                        <a:pt x="62040" y="823"/>
                      </a:cubicBezTo>
                      <a:cubicBezTo>
                        <a:pt x="62040" y="823"/>
                        <a:pt x="57366" y="0"/>
                        <a:pt x="4999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069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026" name="Google Shape;18026;p62"/>
                <p:cNvSpPr/>
                <p:nvPr/>
              </p:nvSpPr>
              <p:spPr>
                <a:xfrm>
                  <a:off x="-7499" y="4181046"/>
                  <a:ext cx="3075535" cy="1928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54" h="3371" extrusionOk="0">
                      <a:moveTo>
                        <a:pt x="16761" y="0"/>
                      </a:moveTo>
                      <a:cubicBezTo>
                        <a:pt x="9569" y="0"/>
                        <a:pt x="3601" y="311"/>
                        <a:pt x="0" y="622"/>
                      </a:cubicBezTo>
                      <a:lnTo>
                        <a:pt x="40" y="2759"/>
                      </a:lnTo>
                      <a:cubicBezTo>
                        <a:pt x="7854" y="1665"/>
                        <a:pt x="15848" y="1294"/>
                        <a:pt x="23171" y="1294"/>
                      </a:cubicBezTo>
                      <a:cubicBezTo>
                        <a:pt x="39340" y="1294"/>
                        <a:pt x="52159" y="3130"/>
                        <a:pt x="52159" y="3130"/>
                      </a:cubicBezTo>
                      <a:lnTo>
                        <a:pt x="53754" y="3371"/>
                      </a:lnTo>
                      <a:cubicBezTo>
                        <a:pt x="52430" y="3020"/>
                        <a:pt x="51076" y="2689"/>
                        <a:pt x="49702" y="2368"/>
                      </a:cubicBezTo>
                      <a:cubicBezTo>
                        <a:pt x="38317" y="552"/>
                        <a:pt x="26431" y="0"/>
                        <a:pt x="1676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069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027" name="Google Shape;18027;p62"/>
                <p:cNvSpPr/>
                <p:nvPr/>
              </p:nvSpPr>
              <p:spPr>
                <a:xfrm>
                  <a:off x="-10931" y="4011750"/>
                  <a:ext cx="2320297" cy="202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554" h="3542" extrusionOk="0">
                      <a:moveTo>
                        <a:pt x="10" y="0"/>
                      </a:moveTo>
                      <a:lnTo>
                        <a:pt x="0" y="1565"/>
                      </a:lnTo>
                      <a:cubicBezTo>
                        <a:pt x="1675" y="1485"/>
                        <a:pt x="3631" y="1455"/>
                        <a:pt x="5778" y="1455"/>
                      </a:cubicBezTo>
                      <a:cubicBezTo>
                        <a:pt x="16089" y="1455"/>
                        <a:pt x="30844" y="2297"/>
                        <a:pt x="40553" y="3541"/>
                      </a:cubicBezTo>
                      <a:cubicBezTo>
                        <a:pt x="21546" y="372"/>
                        <a:pt x="1705" y="30"/>
                        <a:pt x="11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069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grpSp>
          <p:nvGrpSpPr>
            <p:cNvPr id="18028" name="Google Shape;18028;p62"/>
            <p:cNvGrpSpPr/>
            <p:nvPr/>
          </p:nvGrpSpPr>
          <p:grpSpPr>
            <a:xfrm>
              <a:off x="1888320" y="3564832"/>
              <a:ext cx="7318608" cy="1849125"/>
              <a:chOff x="1888320" y="3587521"/>
              <a:chExt cx="7318608" cy="1849125"/>
            </a:xfrm>
          </p:grpSpPr>
          <p:sp>
            <p:nvSpPr>
              <p:cNvPr id="18029" name="Google Shape;18029;p62"/>
              <p:cNvSpPr/>
              <p:nvPr/>
            </p:nvSpPr>
            <p:spPr>
              <a:xfrm rot="143046">
                <a:off x="1917384" y="3737863"/>
                <a:ext cx="7260480" cy="1548441"/>
              </a:xfrm>
              <a:custGeom>
                <a:avLst/>
                <a:gdLst/>
                <a:ahLst/>
                <a:cxnLst/>
                <a:rect l="l" t="t" r="r" b="b"/>
                <a:pathLst>
                  <a:path w="93506" h="19942" extrusionOk="0">
                    <a:moveTo>
                      <a:pt x="93505" y="1"/>
                    </a:moveTo>
                    <a:cubicBezTo>
                      <a:pt x="93504" y="1"/>
                      <a:pt x="16962" y="15739"/>
                      <a:pt x="1" y="19941"/>
                    </a:cubicBezTo>
                    <a:lnTo>
                      <a:pt x="93375" y="17905"/>
                    </a:lnTo>
                    <a:lnTo>
                      <a:pt x="935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30" name="Google Shape;18030;p62"/>
              <p:cNvSpPr/>
              <p:nvPr/>
            </p:nvSpPr>
            <p:spPr>
              <a:xfrm rot="143046">
                <a:off x="5997787" y="4442569"/>
                <a:ext cx="3158223" cy="781985"/>
              </a:xfrm>
              <a:custGeom>
                <a:avLst/>
                <a:gdLst/>
                <a:ahLst/>
                <a:cxnLst/>
                <a:rect l="l" t="t" r="r" b="b"/>
                <a:pathLst>
                  <a:path w="40674" h="10071" extrusionOk="0">
                    <a:moveTo>
                      <a:pt x="33653" y="10071"/>
                    </a:moveTo>
                    <a:lnTo>
                      <a:pt x="33653" y="10071"/>
                    </a:lnTo>
                    <a:lnTo>
                      <a:pt x="40674" y="9920"/>
                    </a:lnTo>
                    <a:lnTo>
                      <a:pt x="33653" y="10071"/>
                    </a:lnTo>
                    <a:close/>
                    <a:moveTo>
                      <a:pt x="0" y="502"/>
                    </a:moveTo>
                    <a:lnTo>
                      <a:pt x="0" y="502"/>
                    </a:lnTo>
                    <a:cubicBezTo>
                      <a:pt x="803" y="331"/>
                      <a:pt x="1595" y="161"/>
                      <a:pt x="2387" y="0"/>
                    </a:cubicBezTo>
                    <a:cubicBezTo>
                      <a:pt x="1595" y="161"/>
                      <a:pt x="803" y="331"/>
                      <a:pt x="0" y="502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31" name="Google Shape;18031;p62"/>
              <p:cNvSpPr/>
              <p:nvPr/>
            </p:nvSpPr>
            <p:spPr>
              <a:xfrm rot="143046">
                <a:off x="5998047" y="4430090"/>
                <a:ext cx="3158999" cy="794486"/>
              </a:xfrm>
              <a:custGeom>
                <a:avLst/>
                <a:gdLst/>
                <a:ahLst/>
                <a:cxnLst/>
                <a:rect l="l" t="t" r="r" b="b"/>
                <a:pathLst>
                  <a:path w="40684" h="10232" extrusionOk="0">
                    <a:moveTo>
                      <a:pt x="3150" y="1"/>
                    </a:moveTo>
                    <a:cubicBezTo>
                      <a:pt x="2899" y="51"/>
                      <a:pt x="2648" y="101"/>
                      <a:pt x="2387" y="161"/>
                    </a:cubicBezTo>
                    <a:cubicBezTo>
                      <a:pt x="1595" y="322"/>
                      <a:pt x="803" y="492"/>
                      <a:pt x="0" y="663"/>
                    </a:cubicBezTo>
                    <a:cubicBezTo>
                      <a:pt x="11716" y="1676"/>
                      <a:pt x="25879" y="6982"/>
                      <a:pt x="33653" y="10232"/>
                    </a:cubicBezTo>
                    <a:lnTo>
                      <a:pt x="40674" y="10081"/>
                    </a:lnTo>
                    <a:lnTo>
                      <a:pt x="40684" y="9409"/>
                    </a:lnTo>
                    <a:cubicBezTo>
                      <a:pt x="38066" y="8286"/>
                      <a:pt x="31947" y="5828"/>
                      <a:pt x="23672" y="3571"/>
                    </a:cubicBezTo>
                    <a:cubicBezTo>
                      <a:pt x="17764" y="1957"/>
                      <a:pt x="10763" y="422"/>
                      <a:pt x="3150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32" name="Google Shape;18032;p62"/>
              <p:cNvSpPr/>
              <p:nvPr/>
            </p:nvSpPr>
            <p:spPr>
              <a:xfrm rot="143046">
                <a:off x="6673450" y="4294666"/>
                <a:ext cx="2496280" cy="622420"/>
              </a:xfrm>
              <a:custGeom>
                <a:avLst/>
                <a:gdLst/>
                <a:ahLst/>
                <a:cxnLst/>
                <a:rect l="l" t="t" r="r" b="b"/>
                <a:pathLst>
                  <a:path w="32149" h="8016" extrusionOk="0">
                    <a:moveTo>
                      <a:pt x="3792" y="1"/>
                    </a:moveTo>
                    <a:cubicBezTo>
                      <a:pt x="2568" y="252"/>
                      <a:pt x="1334" y="512"/>
                      <a:pt x="80" y="773"/>
                    </a:cubicBezTo>
                    <a:lnTo>
                      <a:pt x="0" y="793"/>
                    </a:lnTo>
                    <a:cubicBezTo>
                      <a:pt x="8035" y="1355"/>
                      <a:pt x="22158" y="3792"/>
                      <a:pt x="32128" y="8015"/>
                    </a:cubicBezTo>
                    <a:lnTo>
                      <a:pt x="32148" y="4805"/>
                    </a:lnTo>
                    <a:cubicBezTo>
                      <a:pt x="27133" y="3592"/>
                      <a:pt x="13572" y="482"/>
                      <a:pt x="3792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33" name="Google Shape;18033;p62"/>
              <p:cNvSpPr/>
              <p:nvPr/>
            </p:nvSpPr>
            <p:spPr>
              <a:xfrm rot="143046">
                <a:off x="5401255" y="4552724"/>
                <a:ext cx="2533706" cy="668387"/>
              </a:xfrm>
              <a:custGeom>
                <a:avLst/>
                <a:gdLst/>
                <a:ahLst/>
                <a:cxnLst/>
                <a:rect l="l" t="t" r="r" b="b"/>
                <a:pathLst>
                  <a:path w="32631" h="8608" extrusionOk="0">
                    <a:moveTo>
                      <a:pt x="21205" y="8607"/>
                    </a:moveTo>
                    <a:cubicBezTo>
                      <a:pt x="21205" y="8607"/>
                      <a:pt x="21205" y="8607"/>
                      <a:pt x="21205" y="8607"/>
                    </a:cubicBezTo>
                    <a:lnTo>
                      <a:pt x="32630" y="8356"/>
                    </a:lnTo>
                    <a:lnTo>
                      <a:pt x="32630" y="8356"/>
                    </a:lnTo>
                    <a:lnTo>
                      <a:pt x="21205" y="8607"/>
                    </a:lnTo>
                    <a:close/>
                    <a:moveTo>
                      <a:pt x="1" y="201"/>
                    </a:moveTo>
                    <a:cubicBezTo>
                      <a:pt x="322" y="131"/>
                      <a:pt x="643" y="61"/>
                      <a:pt x="964" y="1"/>
                    </a:cubicBezTo>
                    <a:cubicBezTo>
                      <a:pt x="643" y="61"/>
                      <a:pt x="322" y="131"/>
                      <a:pt x="1" y="20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34" name="Google Shape;18034;p62"/>
              <p:cNvSpPr/>
              <p:nvPr/>
            </p:nvSpPr>
            <p:spPr>
              <a:xfrm rot="143046">
                <a:off x="5301147" y="4535112"/>
                <a:ext cx="2634182" cy="683917"/>
              </a:xfrm>
              <a:custGeom>
                <a:avLst/>
                <a:gdLst/>
                <a:ahLst/>
                <a:cxnLst/>
                <a:rect l="l" t="t" r="r" b="b"/>
                <a:pathLst>
                  <a:path w="33925" h="8808" extrusionOk="0">
                    <a:moveTo>
                      <a:pt x="3211" y="0"/>
                    </a:moveTo>
                    <a:cubicBezTo>
                      <a:pt x="2890" y="60"/>
                      <a:pt x="2569" y="131"/>
                      <a:pt x="2258" y="201"/>
                    </a:cubicBezTo>
                    <a:cubicBezTo>
                      <a:pt x="1937" y="261"/>
                      <a:pt x="1616" y="331"/>
                      <a:pt x="1295" y="401"/>
                    </a:cubicBezTo>
                    <a:cubicBezTo>
                      <a:pt x="864" y="492"/>
                      <a:pt x="432" y="582"/>
                      <a:pt x="1" y="672"/>
                    </a:cubicBezTo>
                    <a:cubicBezTo>
                      <a:pt x="10804" y="2759"/>
                      <a:pt x="18337" y="6470"/>
                      <a:pt x="22499" y="8807"/>
                    </a:cubicBezTo>
                    <a:lnTo>
                      <a:pt x="33924" y="8556"/>
                    </a:lnTo>
                    <a:cubicBezTo>
                      <a:pt x="24967" y="3902"/>
                      <a:pt x="12359" y="933"/>
                      <a:pt x="3211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35" name="Google Shape;18035;p62"/>
              <p:cNvSpPr/>
              <p:nvPr/>
            </p:nvSpPr>
            <p:spPr>
              <a:xfrm rot="143046">
                <a:off x="6061508" y="5216857"/>
                <a:ext cx="252431" cy="5513"/>
              </a:xfrm>
              <a:custGeom>
                <a:avLst/>
                <a:gdLst/>
                <a:ahLst/>
                <a:cxnLst/>
                <a:rect l="l" t="t" r="r" b="b"/>
                <a:pathLst>
                  <a:path w="3251" h="71" extrusionOk="0">
                    <a:moveTo>
                      <a:pt x="0" y="71"/>
                    </a:moveTo>
                    <a:lnTo>
                      <a:pt x="3250" y="1"/>
                    </a:lnTo>
                    <a:lnTo>
                      <a:pt x="3250" y="1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36" name="Google Shape;18036;p62"/>
              <p:cNvSpPr/>
              <p:nvPr/>
            </p:nvSpPr>
            <p:spPr>
              <a:xfrm rot="143046">
                <a:off x="4636540" y="4632656"/>
                <a:ext cx="1689448" cy="566359"/>
              </a:xfrm>
              <a:custGeom>
                <a:avLst/>
                <a:gdLst/>
                <a:ahLst/>
                <a:cxnLst/>
                <a:rect l="l" t="t" r="r" b="b"/>
                <a:pathLst>
                  <a:path w="21758" h="7294" extrusionOk="0">
                    <a:moveTo>
                      <a:pt x="2910" y="1"/>
                    </a:moveTo>
                    <a:cubicBezTo>
                      <a:pt x="1937" y="202"/>
                      <a:pt x="964" y="412"/>
                      <a:pt x="1" y="613"/>
                    </a:cubicBezTo>
                    <a:cubicBezTo>
                      <a:pt x="2709" y="1536"/>
                      <a:pt x="5417" y="2709"/>
                      <a:pt x="7022" y="3381"/>
                    </a:cubicBezTo>
                    <a:cubicBezTo>
                      <a:pt x="12158" y="5528"/>
                      <a:pt x="14134" y="6711"/>
                      <a:pt x="14906" y="7293"/>
                    </a:cubicBezTo>
                    <a:lnTo>
                      <a:pt x="18507" y="7213"/>
                    </a:lnTo>
                    <a:lnTo>
                      <a:pt x="21757" y="7143"/>
                    </a:lnTo>
                    <a:cubicBezTo>
                      <a:pt x="18878" y="4113"/>
                      <a:pt x="9711" y="1335"/>
                      <a:pt x="2910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37" name="Google Shape;18037;p62"/>
              <p:cNvSpPr/>
              <p:nvPr/>
            </p:nvSpPr>
            <p:spPr>
              <a:xfrm rot="143046">
                <a:off x="7395956" y="4106506"/>
                <a:ext cx="1791399" cy="352907"/>
              </a:xfrm>
              <a:custGeom>
                <a:avLst/>
                <a:gdLst/>
                <a:ahLst/>
                <a:cxnLst/>
                <a:rect l="l" t="t" r="r" b="b"/>
                <a:pathLst>
                  <a:path w="23071" h="4545" extrusionOk="0">
                    <a:moveTo>
                      <a:pt x="9399" y="1"/>
                    </a:moveTo>
                    <a:cubicBezTo>
                      <a:pt x="8666" y="1"/>
                      <a:pt x="7904" y="11"/>
                      <a:pt x="7112" y="31"/>
                    </a:cubicBezTo>
                    <a:cubicBezTo>
                      <a:pt x="4895" y="482"/>
                      <a:pt x="2518" y="984"/>
                      <a:pt x="0" y="1505"/>
                    </a:cubicBezTo>
                    <a:cubicBezTo>
                      <a:pt x="7573" y="1636"/>
                      <a:pt x="18918" y="2990"/>
                      <a:pt x="23040" y="4545"/>
                    </a:cubicBezTo>
                    <a:lnTo>
                      <a:pt x="23060" y="2749"/>
                    </a:lnTo>
                    <a:lnTo>
                      <a:pt x="23070" y="1154"/>
                    </a:lnTo>
                    <a:cubicBezTo>
                      <a:pt x="23060" y="1154"/>
                      <a:pt x="18767" y="1"/>
                      <a:pt x="9399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38" name="Google Shape;18038;p62"/>
              <p:cNvSpPr/>
              <p:nvPr/>
            </p:nvSpPr>
            <p:spPr>
              <a:xfrm rot="143046">
                <a:off x="8460094" y="3874023"/>
                <a:ext cx="743860" cy="153509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1977" extrusionOk="0">
                    <a:moveTo>
                      <a:pt x="9569" y="1"/>
                    </a:moveTo>
                    <a:lnTo>
                      <a:pt x="9569" y="11"/>
                    </a:lnTo>
                    <a:lnTo>
                      <a:pt x="9549" y="11"/>
                    </a:lnTo>
                    <a:cubicBezTo>
                      <a:pt x="9228" y="71"/>
                      <a:pt x="5627" y="813"/>
                      <a:pt x="0" y="1977"/>
                    </a:cubicBezTo>
                    <a:cubicBezTo>
                      <a:pt x="4032" y="1887"/>
                      <a:pt x="7443" y="1846"/>
                      <a:pt x="9569" y="1826"/>
                    </a:cubicBezTo>
                    <a:lnTo>
                      <a:pt x="9579" y="1"/>
                    </a:ln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39" name="Google Shape;18039;p62"/>
              <p:cNvSpPr/>
              <p:nvPr/>
            </p:nvSpPr>
            <p:spPr>
              <a:xfrm rot="143046">
                <a:off x="3990951" y="4756076"/>
                <a:ext cx="1383285" cy="396467"/>
              </a:xfrm>
              <a:custGeom>
                <a:avLst/>
                <a:gdLst/>
                <a:ahLst/>
                <a:cxnLst/>
                <a:rect l="l" t="t" r="r" b="b"/>
                <a:pathLst>
                  <a:path w="17815" h="5106" extrusionOk="0">
                    <a:moveTo>
                      <a:pt x="1716" y="0"/>
                    </a:moveTo>
                    <a:cubicBezTo>
                      <a:pt x="1134" y="120"/>
                      <a:pt x="562" y="241"/>
                      <a:pt x="1" y="361"/>
                    </a:cubicBezTo>
                    <a:cubicBezTo>
                      <a:pt x="3190" y="1615"/>
                      <a:pt x="11295" y="5106"/>
                      <a:pt x="11295" y="5106"/>
                    </a:cubicBezTo>
                    <a:lnTo>
                      <a:pt x="17815" y="3912"/>
                    </a:lnTo>
                    <a:cubicBezTo>
                      <a:pt x="17815" y="3912"/>
                      <a:pt x="8627" y="1344"/>
                      <a:pt x="1716" y="0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40" name="Google Shape;18040;p62"/>
              <p:cNvSpPr/>
              <p:nvPr/>
            </p:nvSpPr>
            <p:spPr>
              <a:xfrm rot="143046">
                <a:off x="3540962" y="4844831"/>
                <a:ext cx="784314" cy="331088"/>
              </a:xfrm>
              <a:custGeom>
                <a:avLst/>
                <a:gdLst/>
                <a:ahLst/>
                <a:cxnLst/>
                <a:rect l="l" t="t" r="r" b="b"/>
                <a:pathLst>
                  <a:path w="10101" h="4264" extrusionOk="0">
                    <a:moveTo>
                      <a:pt x="4534" y="4264"/>
                    </a:moveTo>
                    <a:cubicBezTo>
                      <a:pt x="4534" y="4264"/>
                      <a:pt x="4534" y="4264"/>
                      <a:pt x="4534" y="4264"/>
                    </a:cubicBezTo>
                    <a:lnTo>
                      <a:pt x="10101" y="4143"/>
                    </a:lnTo>
                    <a:lnTo>
                      <a:pt x="4534" y="4264"/>
                    </a:lnTo>
                    <a:close/>
                    <a:moveTo>
                      <a:pt x="0" y="61"/>
                    </a:moveTo>
                    <a:cubicBezTo>
                      <a:pt x="90" y="41"/>
                      <a:pt x="191" y="21"/>
                      <a:pt x="281" y="1"/>
                    </a:cubicBezTo>
                    <a:cubicBezTo>
                      <a:pt x="281" y="1"/>
                      <a:pt x="281" y="1"/>
                      <a:pt x="281" y="1"/>
                    </a:cubicBezTo>
                    <a:cubicBezTo>
                      <a:pt x="191" y="21"/>
                      <a:pt x="90" y="41"/>
                      <a:pt x="0" y="6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41" name="Google Shape;18041;p62"/>
              <p:cNvSpPr/>
              <p:nvPr/>
            </p:nvSpPr>
            <p:spPr>
              <a:xfrm rot="143046">
                <a:off x="3251978" y="4844116"/>
                <a:ext cx="1328000" cy="331088"/>
              </a:xfrm>
              <a:custGeom>
                <a:avLst/>
                <a:gdLst/>
                <a:ahLst/>
                <a:cxnLst/>
                <a:rect l="l" t="t" r="r" b="b"/>
                <a:pathLst>
                  <a:path w="17103" h="4264" extrusionOk="0">
                    <a:moveTo>
                      <a:pt x="4003" y="1"/>
                    </a:moveTo>
                    <a:cubicBezTo>
                      <a:pt x="3913" y="21"/>
                      <a:pt x="3812" y="41"/>
                      <a:pt x="3722" y="61"/>
                    </a:cubicBezTo>
                    <a:cubicBezTo>
                      <a:pt x="2448" y="332"/>
                      <a:pt x="1205" y="603"/>
                      <a:pt x="1" y="873"/>
                    </a:cubicBezTo>
                    <a:cubicBezTo>
                      <a:pt x="1776" y="1545"/>
                      <a:pt x="5648" y="3160"/>
                      <a:pt x="8256" y="4264"/>
                    </a:cubicBezTo>
                    <a:lnTo>
                      <a:pt x="13823" y="4143"/>
                    </a:lnTo>
                    <a:lnTo>
                      <a:pt x="17103" y="4073"/>
                    </a:lnTo>
                    <a:cubicBezTo>
                      <a:pt x="15719" y="3562"/>
                      <a:pt x="9640" y="1335"/>
                      <a:pt x="4003" y="1"/>
                    </a:cubicBezTo>
                    <a:close/>
                  </a:path>
                </a:pathLst>
              </a:cu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8042" name="Google Shape;18042;p62"/>
            <p:cNvGrpSpPr/>
            <p:nvPr/>
          </p:nvGrpSpPr>
          <p:grpSpPr>
            <a:xfrm>
              <a:off x="576774" y="4642693"/>
              <a:ext cx="286467" cy="197579"/>
              <a:chOff x="5146375" y="1229175"/>
              <a:chExt cx="151875" cy="104750"/>
            </a:xfrm>
          </p:grpSpPr>
          <p:sp>
            <p:nvSpPr>
              <p:cNvPr id="18043" name="Google Shape;18043;p62"/>
              <p:cNvSpPr/>
              <p:nvPr/>
            </p:nvSpPr>
            <p:spPr>
              <a:xfrm>
                <a:off x="5185250" y="1229950"/>
                <a:ext cx="113000" cy="103975"/>
              </a:xfrm>
              <a:custGeom>
                <a:avLst/>
                <a:gdLst/>
                <a:ahLst/>
                <a:cxnLst/>
                <a:rect l="l" t="t" r="r" b="b"/>
                <a:pathLst>
                  <a:path w="4520" h="4159" extrusionOk="0">
                    <a:moveTo>
                      <a:pt x="594" y="0"/>
                    </a:moveTo>
                    <a:cubicBezTo>
                      <a:pt x="679" y="9"/>
                      <a:pt x="765" y="9"/>
                      <a:pt x="851" y="17"/>
                    </a:cubicBezTo>
                    <a:cubicBezTo>
                      <a:pt x="1057" y="26"/>
                      <a:pt x="1247" y="112"/>
                      <a:pt x="1453" y="138"/>
                    </a:cubicBezTo>
                    <a:cubicBezTo>
                      <a:pt x="1659" y="163"/>
                      <a:pt x="1865" y="163"/>
                      <a:pt x="2080" y="181"/>
                    </a:cubicBezTo>
                    <a:cubicBezTo>
                      <a:pt x="2097" y="181"/>
                      <a:pt x="2123" y="181"/>
                      <a:pt x="2149" y="189"/>
                    </a:cubicBezTo>
                    <a:cubicBezTo>
                      <a:pt x="2174" y="206"/>
                      <a:pt x="2192" y="232"/>
                      <a:pt x="2217" y="249"/>
                    </a:cubicBezTo>
                    <a:cubicBezTo>
                      <a:pt x="2260" y="284"/>
                      <a:pt x="2329" y="284"/>
                      <a:pt x="2389" y="275"/>
                    </a:cubicBezTo>
                    <a:cubicBezTo>
                      <a:pt x="2518" y="275"/>
                      <a:pt x="2647" y="267"/>
                      <a:pt x="2767" y="267"/>
                    </a:cubicBezTo>
                    <a:cubicBezTo>
                      <a:pt x="2879" y="267"/>
                      <a:pt x="2999" y="258"/>
                      <a:pt x="3102" y="284"/>
                    </a:cubicBezTo>
                    <a:cubicBezTo>
                      <a:pt x="3197" y="301"/>
                      <a:pt x="3283" y="335"/>
                      <a:pt x="3369" y="352"/>
                    </a:cubicBezTo>
                    <a:cubicBezTo>
                      <a:pt x="3394" y="352"/>
                      <a:pt x="3420" y="352"/>
                      <a:pt x="3454" y="352"/>
                    </a:cubicBezTo>
                    <a:cubicBezTo>
                      <a:pt x="3515" y="352"/>
                      <a:pt x="3566" y="352"/>
                      <a:pt x="3601" y="370"/>
                    </a:cubicBezTo>
                    <a:cubicBezTo>
                      <a:pt x="3781" y="464"/>
                      <a:pt x="3867" y="645"/>
                      <a:pt x="4039" y="748"/>
                    </a:cubicBezTo>
                    <a:cubicBezTo>
                      <a:pt x="4073" y="765"/>
                      <a:pt x="4107" y="782"/>
                      <a:pt x="4116" y="816"/>
                    </a:cubicBezTo>
                    <a:cubicBezTo>
                      <a:pt x="4125" y="894"/>
                      <a:pt x="4107" y="911"/>
                      <a:pt x="4168" y="988"/>
                    </a:cubicBezTo>
                    <a:cubicBezTo>
                      <a:pt x="4193" y="1014"/>
                      <a:pt x="4202" y="1048"/>
                      <a:pt x="4228" y="1083"/>
                    </a:cubicBezTo>
                    <a:cubicBezTo>
                      <a:pt x="4331" y="1194"/>
                      <a:pt x="4391" y="1280"/>
                      <a:pt x="4425" y="1426"/>
                    </a:cubicBezTo>
                    <a:cubicBezTo>
                      <a:pt x="4451" y="1512"/>
                      <a:pt x="4494" y="1598"/>
                      <a:pt x="4511" y="1684"/>
                    </a:cubicBezTo>
                    <a:cubicBezTo>
                      <a:pt x="4520" y="1787"/>
                      <a:pt x="4511" y="1890"/>
                      <a:pt x="4503" y="1993"/>
                    </a:cubicBezTo>
                    <a:cubicBezTo>
                      <a:pt x="4503" y="2028"/>
                      <a:pt x="4477" y="2045"/>
                      <a:pt x="4468" y="2079"/>
                    </a:cubicBezTo>
                    <a:cubicBezTo>
                      <a:pt x="4443" y="2165"/>
                      <a:pt x="4468" y="2251"/>
                      <a:pt x="4477" y="2346"/>
                    </a:cubicBezTo>
                    <a:cubicBezTo>
                      <a:pt x="4485" y="2432"/>
                      <a:pt x="4477" y="2578"/>
                      <a:pt x="4451" y="2646"/>
                    </a:cubicBezTo>
                    <a:cubicBezTo>
                      <a:pt x="4425" y="2689"/>
                      <a:pt x="4314" y="2938"/>
                      <a:pt x="4288" y="3007"/>
                    </a:cubicBezTo>
                    <a:cubicBezTo>
                      <a:pt x="4262" y="3059"/>
                      <a:pt x="4193" y="3145"/>
                      <a:pt x="4176" y="3205"/>
                    </a:cubicBezTo>
                    <a:cubicBezTo>
                      <a:pt x="4168" y="3239"/>
                      <a:pt x="4082" y="3428"/>
                      <a:pt x="4004" y="3523"/>
                    </a:cubicBezTo>
                    <a:cubicBezTo>
                      <a:pt x="3927" y="3617"/>
                      <a:pt x="3867" y="3677"/>
                      <a:pt x="3704" y="3694"/>
                    </a:cubicBezTo>
                    <a:cubicBezTo>
                      <a:pt x="3652" y="3703"/>
                      <a:pt x="3463" y="3806"/>
                      <a:pt x="3403" y="3806"/>
                    </a:cubicBezTo>
                    <a:cubicBezTo>
                      <a:pt x="3360" y="3798"/>
                      <a:pt x="3326" y="3815"/>
                      <a:pt x="3291" y="3823"/>
                    </a:cubicBezTo>
                    <a:cubicBezTo>
                      <a:pt x="3274" y="3823"/>
                      <a:pt x="3257" y="3823"/>
                      <a:pt x="3240" y="3823"/>
                    </a:cubicBezTo>
                    <a:cubicBezTo>
                      <a:pt x="3223" y="3823"/>
                      <a:pt x="3205" y="3823"/>
                      <a:pt x="3188" y="3832"/>
                    </a:cubicBezTo>
                    <a:cubicBezTo>
                      <a:pt x="3059" y="3849"/>
                      <a:pt x="2836" y="3883"/>
                      <a:pt x="2759" y="3909"/>
                    </a:cubicBezTo>
                    <a:cubicBezTo>
                      <a:pt x="2664" y="3935"/>
                      <a:pt x="2501" y="3935"/>
                      <a:pt x="2415" y="3926"/>
                    </a:cubicBezTo>
                    <a:cubicBezTo>
                      <a:pt x="2303" y="3909"/>
                      <a:pt x="2106" y="4012"/>
                      <a:pt x="1994" y="4021"/>
                    </a:cubicBezTo>
                    <a:cubicBezTo>
                      <a:pt x="1908" y="4021"/>
                      <a:pt x="1848" y="4021"/>
                      <a:pt x="1805" y="4021"/>
                    </a:cubicBezTo>
                    <a:cubicBezTo>
                      <a:pt x="1710" y="4012"/>
                      <a:pt x="1650" y="4012"/>
                      <a:pt x="1487" y="4055"/>
                    </a:cubicBezTo>
                    <a:cubicBezTo>
                      <a:pt x="1453" y="4055"/>
                      <a:pt x="1393" y="4055"/>
                      <a:pt x="1341" y="4055"/>
                    </a:cubicBezTo>
                    <a:cubicBezTo>
                      <a:pt x="1281" y="4055"/>
                      <a:pt x="1212" y="4055"/>
                      <a:pt x="1169" y="4064"/>
                    </a:cubicBezTo>
                    <a:cubicBezTo>
                      <a:pt x="1143" y="4081"/>
                      <a:pt x="1109" y="4090"/>
                      <a:pt x="1083" y="4098"/>
                    </a:cubicBezTo>
                    <a:cubicBezTo>
                      <a:pt x="1015" y="4115"/>
                      <a:pt x="954" y="4115"/>
                      <a:pt x="886" y="4133"/>
                    </a:cubicBezTo>
                    <a:cubicBezTo>
                      <a:pt x="826" y="4150"/>
                      <a:pt x="808" y="4158"/>
                      <a:pt x="757" y="4150"/>
                    </a:cubicBezTo>
                    <a:cubicBezTo>
                      <a:pt x="542" y="4107"/>
                      <a:pt x="336" y="4064"/>
                      <a:pt x="104" y="4107"/>
                    </a:cubicBezTo>
                    <a:cubicBezTo>
                      <a:pt x="78" y="4115"/>
                      <a:pt x="1" y="3789"/>
                      <a:pt x="1" y="3737"/>
                    </a:cubicBezTo>
                    <a:cubicBezTo>
                      <a:pt x="27" y="3574"/>
                      <a:pt x="44" y="3411"/>
                      <a:pt x="69" y="3256"/>
                    </a:cubicBezTo>
                    <a:cubicBezTo>
                      <a:pt x="104" y="2947"/>
                      <a:pt x="147" y="2646"/>
                      <a:pt x="198" y="2346"/>
                    </a:cubicBezTo>
                    <a:cubicBezTo>
                      <a:pt x="233" y="2096"/>
                      <a:pt x="276" y="1839"/>
                      <a:pt x="301" y="1598"/>
                    </a:cubicBezTo>
                    <a:cubicBezTo>
                      <a:pt x="327" y="1358"/>
                      <a:pt x="327" y="1126"/>
                      <a:pt x="370" y="902"/>
                    </a:cubicBezTo>
                    <a:cubicBezTo>
                      <a:pt x="379" y="816"/>
                      <a:pt x="542" y="0"/>
                      <a:pt x="594" y="0"/>
                    </a:cubicBezTo>
                  </a:path>
                </a:pathLst>
              </a:custGeom>
              <a:solidFill>
                <a:srgbClr val="B890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44" name="Google Shape;18044;p62"/>
              <p:cNvSpPr/>
              <p:nvPr/>
            </p:nvSpPr>
            <p:spPr>
              <a:xfrm>
                <a:off x="5177750" y="1229175"/>
                <a:ext cx="6487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2595" h="4185" extrusionOk="0">
                    <a:moveTo>
                      <a:pt x="877" y="1"/>
                    </a:moveTo>
                    <a:cubicBezTo>
                      <a:pt x="752" y="1"/>
                      <a:pt x="637" y="29"/>
                      <a:pt x="601" y="57"/>
                    </a:cubicBezTo>
                    <a:cubicBezTo>
                      <a:pt x="593" y="61"/>
                      <a:pt x="599" y="63"/>
                      <a:pt x="613" y="63"/>
                    </a:cubicBezTo>
                    <a:cubicBezTo>
                      <a:pt x="627" y="63"/>
                      <a:pt x="649" y="61"/>
                      <a:pt x="670" y="57"/>
                    </a:cubicBezTo>
                    <a:cubicBezTo>
                      <a:pt x="700" y="52"/>
                      <a:pt x="730" y="47"/>
                      <a:pt x="748" y="47"/>
                    </a:cubicBezTo>
                    <a:cubicBezTo>
                      <a:pt x="761" y="47"/>
                      <a:pt x="768" y="50"/>
                      <a:pt x="765" y="57"/>
                    </a:cubicBezTo>
                    <a:cubicBezTo>
                      <a:pt x="739" y="91"/>
                      <a:pt x="705" y="126"/>
                      <a:pt x="679" y="160"/>
                    </a:cubicBezTo>
                    <a:cubicBezTo>
                      <a:pt x="584" y="272"/>
                      <a:pt x="558" y="409"/>
                      <a:pt x="498" y="538"/>
                    </a:cubicBezTo>
                    <a:cubicBezTo>
                      <a:pt x="455" y="641"/>
                      <a:pt x="412" y="761"/>
                      <a:pt x="369" y="865"/>
                    </a:cubicBezTo>
                    <a:cubicBezTo>
                      <a:pt x="344" y="942"/>
                      <a:pt x="318" y="1036"/>
                      <a:pt x="301" y="1122"/>
                    </a:cubicBezTo>
                    <a:cubicBezTo>
                      <a:pt x="292" y="1208"/>
                      <a:pt x="309" y="1303"/>
                      <a:pt x="309" y="1397"/>
                    </a:cubicBezTo>
                    <a:cubicBezTo>
                      <a:pt x="309" y="1440"/>
                      <a:pt x="309" y="1492"/>
                      <a:pt x="309" y="1535"/>
                    </a:cubicBezTo>
                    <a:cubicBezTo>
                      <a:pt x="327" y="1758"/>
                      <a:pt x="335" y="1999"/>
                      <a:pt x="284" y="2222"/>
                    </a:cubicBezTo>
                    <a:cubicBezTo>
                      <a:pt x="249" y="2368"/>
                      <a:pt x="206" y="2506"/>
                      <a:pt x="172" y="2652"/>
                    </a:cubicBezTo>
                    <a:cubicBezTo>
                      <a:pt x="146" y="2772"/>
                      <a:pt x="129" y="2892"/>
                      <a:pt x="103" y="3012"/>
                    </a:cubicBezTo>
                    <a:cubicBezTo>
                      <a:pt x="34" y="3296"/>
                      <a:pt x="0" y="3554"/>
                      <a:pt x="103" y="3829"/>
                    </a:cubicBezTo>
                    <a:cubicBezTo>
                      <a:pt x="129" y="3906"/>
                      <a:pt x="155" y="3966"/>
                      <a:pt x="223" y="4018"/>
                    </a:cubicBezTo>
                    <a:cubicBezTo>
                      <a:pt x="258" y="4052"/>
                      <a:pt x="309" y="4104"/>
                      <a:pt x="352" y="4129"/>
                    </a:cubicBezTo>
                    <a:cubicBezTo>
                      <a:pt x="455" y="4172"/>
                      <a:pt x="593" y="4172"/>
                      <a:pt x="705" y="4181"/>
                    </a:cubicBezTo>
                    <a:cubicBezTo>
                      <a:pt x="717" y="4183"/>
                      <a:pt x="727" y="4184"/>
                      <a:pt x="737" y="4184"/>
                    </a:cubicBezTo>
                    <a:cubicBezTo>
                      <a:pt x="760" y="4184"/>
                      <a:pt x="777" y="4178"/>
                      <a:pt x="808" y="4172"/>
                    </a:cubicBezTo>
                    <a:cubicBezTo>
                      <a:pt x="819" y="4169"/>
                      <a:pt x="829" y="4168"/>
                      <a:pt x="837" y="4168"/>
                    </a:cubicBezTo>
                    <a:cubicBezTo>
                      <a:pt x="853" y="4168"/>
                      <a:pt x="865" y="4172"/>
                      <a:pt x="876" y="4172"/>
                    </a:cubicBezTo>
                    <a:cubicBezTo>
                      <a:pt x="888" y="4172"/>
                      <a:pt x="899" y="4176"/>
                      <a:pt x="916" y="4176"/>
                    </a:cubicBezTo>
                    <a:cubicBezTo>
                      <a:pt x="924" y="4176"/>
                      <a:pt x="934" y="4175"/>
                      <a:pt x="945" y="4172"/>
                    </a:cubicBezTo>
                    <a:cubicBezTo>
                      <a:pt x="957" y="4169"/>
                      <a:pt x="968" y="4168"/>
                      <a:pt x="979" y="4168"/>
                    </a:cubicBezTo>
                    <a:cubicBezTo>
                      <a:pt x="1002" y="4168"/>
                      <a:pt x="1025" y="4172"/>
                      <a:pt x="1048" y="4172"/>
                    </a:cubicBezTo>
                    <a:cubicBezTo>
                      <a:pt x="1074" y="4177"/>
                      <a:pt x="1100" y="4181"/>
                      <a:pt x="1123" y="4181"/>
                    </a:cubicBezTo>
                    <a:cubicBezTo>
                      <a:pt x="1147" y="4181"/>
                      <a:pt x="1168" y="4177"/>
                      <a:pt x="1186" y="4164"/>
                    </a:cubicBezTo>
                    <a:cubicBezTo>
                      <a:pt x="1237" y="4129"/>
                      <a:pt x="1418" y="4121"/>
                      <a:pt x="1469" y="4078"/>
                    </a:cubicBezTo>
                    <a:cubicBezTo>
                      <a:pt x="1512" y="4052"/>
                      <a:pt x="1555" y="4018"/>
                      <a:pt x="1607" y="4000"/>
                    </a:cubicBezTo>
                    <a:cubicBezTo>
                      <a:pt x="1650" y="3975"/>
                      <a:pt x="1684" y="3966"/>
                      <a:pt x="1718" y="3940"/>
                    </a:cubicBezTo>
                    <a:cubicBezTo>
                      <a:pt x="1736" y="3923"/>
                      <a:pt x="1753" y="3914"/>
                      <a:pt x="1770" y="3897"/>
                    </a:cubicBezTo>
                    <a:cubicBezTo>
                      <a:pt x="1830" y="3846"/>
                      <a:pt x="1787" y="3743"/>
                      <a:pt x="1873" y="3717"/>
                    </a:cubicBezTo>
                    <a:cubicBezTo>
                      <a:pt x="1933" y="3700"/>
                      <a:pt x="1993" y="3683"/>
                      <a:pt x="2036" y="3631"/>
                    </a:cubicBezTo>
                    <a:cubicBezTo>
                      <a:pt x="2062" y="3605"/>
                      <a:pt x="2071" y="3597"/>
                      <a:pt x="2079" y="3554"/>
                    </a:cubicBezTo>
                    <a:cubicBezTo>
                      <a:pt x="2088" y="3528"/>
                      <a:pt x="2088" y="3502"/>
                      <a:pt x="2096" y="3476"/>
                    </a:cubicBezTo>
                    <a:cubicBezTo>
                      <a:pt x="2096" y="3451"/>
                      <a:pt x="2174" y="3451"/>
                      <a:pt x="2165" y="3416"/>
                    </a:cubicBezTo>
                    <a:lnTo>
                      <a:pt x="2156" y="3382"/>
                    </a:lnTo>
                    <a:cubicBezTo>
                      <a:pt x="2156" y="3365"/>
                      <a:pt x="2174" y="3365"/>
                      <a:pt x="2174" y="3347"/>
                    </a:cubicBezTo>
                    <a:cubicBezTo>
                      <a:pt x="2199" y="3305"/>
                      <a:pt x="2182" y="3253"/>
                      <a:pt x="2199" y="3210"/>
                    </a:cubicBezTo>
                    <a:cubicBezTo>
                      <a:pt x="2217" y="3150"/>
                      <a:pt x="2268" y="3098"/>
                      <a:pt x="2294" y="3047"/>
                    </a:cubicBezTo>
                    <a:cubicBezTo>
                      <a:pt x="2311" y="3012"/>
                      <a:pt x="2320" y="2978"/>
                      <a:pt x="2346" y="2952"/>
                    </a:cubicBezTo>
                    <a:cubicBezTo>
                      <a:pt x="2363" y="2935"/>
                      <a:pt x="2388" y="2918"/>
                      <a:pt x="2397" y="2901"/>
                    </a:cubicBezTo>
                    <a:cubicBezTo>
                      <a:pt x="2406" y="2875"/>
                      <a:pt x="2406" y="2849"/>
                      <a:pt x="2406" y="2823"/>
                    </a:cubicBezTo>
                    <a:cubicBezTo>
                      <a:pt x="2414" y="2772"/>
                      <a:pt x="2431" y="2737"/>
                      <a:pt x="2440" y="2695"/>
                    </a:cubicBezTo>
                    <a:cubicBezTo>
                      <a:pt x="2457" y="2652"/>
                      <a:pt x="2457" y="2600"/>
                      <a:pt x="2483" y="2557"/>
                    </a:cubicBezTo>
                    <a:cubicBezTo>
                      <a:pt x="2500" y="2540"/>
                      <a:pt x="2517" y="2531"/>
                      <a:pt x="2535" y="2514"/>
                    </a:cubicBezTo>
                    <a:cubicBezTo>
                      <a:pt x="2560" y="2488"/>
                      <a:pt x="2560" y="2437"/>
                      <a:pt x="2569" y="2394"/>
                    </a:cubicBezTo>
                    <a:cubicBezTo>
                      <a:pt x="2577" y="2359"/>
                      <a:pt x="2577" y="2316"/>
                      <a:pt x="2586" y="2282"/>
                    </a:cubicBezTo>
                    <a:cubicBezTo>
                      <a:pt x="2595" y="2248"/>
                      <a:pt x="2560" y="2205"/>
                      <a:pt x="2560" y="2170"/>
                    </a:cubicBezTo>
                    <a:cubicBezTo>
                      <a:pt x="2552" y="2119"/>
                      <a:pt x="2543" y="2110"/>
                      <a:pt x="2569" y="2067"/>
                    </a:cubicBezTo>
                    <a:cubicBezTo>
                      <a:pt x="2595" y="2033"/>
                      <a:pt x="2535" y="2016"/>
                      <a:pt x="2535" y="1964"/>
                    </a:cubicBezTo>
                    <a:cubicBezTo>
                      <a:pt x="2535" y="1930"/>
                      <a:pt x="2517" y="1904"/>
                      <a:pt x="2500" y="1870"/>
                    </a:cubicBezTo>
                    <a:cubicBezTo>
                      <a:pt x="2483" y="1818"/>
                      <a:pt x="2517" y="1758"/>
                      <a:pt x="2500" y="1698"/>
                    </a:cubicBezTo>
                    <a:cubicBezTo>
                      <a:pt x="2474" y="1612"/>
                      <a:pt x="2492" y="1509"/>
                      <a:pt x="2457" y="1423"/>
                    </a:cubicBezTo>
                    <a:cubicBezTo>
                      <a:pt x="2440" y="1371"/>
                      <a:pt x="2423" y="1337"/>
                      <a:pt x="2414" y="1286"/>
                    </a:cubicBezTo>
                    <a:cubicBezTo>
                      <a:pt x="2406" y="1251"/>
                      <a:pt x="2397" y="1208"/>
                      <a:pt x="2380" y="1174"/>
                    </a:cubicBezTo>
                    <a:cubicBezTo>
                      <a:pt x="2320" y="1079"/>
                      <a:pt x="2242" y="985"/>
                      <a:pt x="2234" y="873"/>
                    </a:cubicBezTo>
                    <a:cubicBezTo>
                      <a:pt x="2234" y="822"/>
                      <a:pt x="2225" y="761"/>
                      <a:pt x="2182" y="710"/>
                    </a:cubicBezTo>
                    <a:cubicBezTo>
                      <a:pt x="2174" y="701"/>
                      <a:pt x="2156" y="693"/>
                      <a:pt x="2139" y="684"/>
                    </a:cubicBezTo>
                    <a:cubicBezTo>
                      <a:pt x="2122" y="667"/>
                      <a:pt x="2114" y="650"/>
                      <a:pt x="2088" y="633"/>
                    </a:cubicBezTo>
                    <a:cubicBezTo>
                      <a:pt x="2028" y="607"/>
                      <a:pt x="2019" y="590"/>
                      <a:pt x="1993" y="538"/>
                    </a:cubicBezTo>
                    <a:cubicBezTo>
                      <a:pt x="1967" y="504"/>
                      <a:pt x="1916" y="478"/>
                      <a:pt x="1882" y="444"/>
                    </a:cubicBezTo>
                    <a:cubicBezTo>
                      <a:pt x="1847" y="409"/>
                      <a:pt x="1813" y="383"/>
                      <a:pt x="1778" y="349"/>
                    </a:cubicBezTo>
                    <a:cubicBezTo>
                      <a:pt x="1753" y="315"/>
                      <a:pt x="1718" y="289"/>
                      <a:pt x="1684" y="263"/>
                    </a:cubicBezTo>
                    <a:cubicBezTo>
                      <a:pt x="1658" y="246"/>
                      <a:pt x="1641" y="229"/>
                      <a:pt x="1607" y="220"/>
                    </a:cubicBezTo>
                    <a:cubicBezTo>
                      <a:pt x="1581" y="220"/>
                      <a:pt x="1564" y="212"/>
                      <a:pt x="1547" y="203"/>
                    </a:cubicBezTo>
                    <a:cubicBezTo>
                      <a:pt x="1512" y="194"/>
                      <a:pt x="1512" y="194"/>
                      <a:pt x="1486" y="169"/>
                    </a:cubicBezTo>
                    <a:cubicBezTo>
                      <a:pt x="1469" y="151"/>
                      <a:pt x="1452" y="151"/>
                      <a:pt x="1426" y="134"/>
                    </a:cubicBezTo>
                    <a:cubicBezTo>
                      <a:pt x="1409" y="117"/>
                      <a:pt x="1392" y="100"/>
                      <a:pt x="1357" y="100"/>
                    </a:cubicBezTo>
                    <a:cubicBezTo>
                      <a:pt x="1340" y="91"/>
                      <a:pt x="1323" y="91"/>
                      <a:pt x="1315" y="91"/>
                    </a:cubicBezTo>
                    <a:cubicBezTo>
                      <a:pt x="1306" y="91"/>
                      <a:pt x="1297" y="91"/>
                      <a:pt x="1272" y="83"/>
                    </a:cubicBezTo>
                    <a:cubicBezTo>
                      <a:pt x="1220" y="66"/>
                      <a:pt x="1126" y="66"/>
                      <a:pt x="1074" y="48"/>
                    </a:cubicBezTo>
                    <a:cubicBezTo>
                      <a:pt x="1040" y="40"/>
                      <a:pt x="988" y="23"/>
                      <a:pt x="962" y="5"/>
                    </a:cubicBezTo>
                    <a:cubicBezTo>
                      <a:pt x="934" y="2"/>
                      <a:pt x="905" y="1"/>
                      <a:pt x="877" y="1"/>
                    </a:cubicBezTo>
                    <a:close/>
                  </a:path>
                </a:pathLst>
              </a:custGeom>
              <a:solidFill>
                <a:srgbClr val="D4AD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45" name="Google Shape;18045;p62"/>
              <p:cNvSpPr/>
              <p:nvPr/>
            </p:nvSpPr>
            <p:spPr>
              <a:xfrm>
                <a:off x="5146375" y="1281500"/>
                <a:ext cx="2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0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3D8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46" name="Google Shape;18046;p62"/>
              <p:cNvSpPr/>
              <p:nvPr/>
            </p:nvSpPr>
            <p:spPr>
              <a:xfrm>
                <a:off x="5146375" y="1229300"/>
                <a:ext cx="90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3601" h="4157" extrusionOk="0">
                    <a:moveTo>
                      <a:pt x="1960" y="0"/>
                    </a:moveTo>
                    <a:cubicBezTo>
                      <a:pt x="1917" y="0"/>
                      <a:pt x="1856" y="43"/>
                      <a:pt x="1813" y="61"/>
                    </a:cubicBezTo>
                    <a:cubicBezTo>
                      <a:pt x="1753" y="78"/>
                      <a:pt x="1710" y="78"/>
                      <a:pt x="1659" y="78"/>
                    </a:cubicBezTo>
                    <a:cubicBezTo>
                      <a:pt x="1650" y="77"/>
                      <a:pt x="1641" y="76"/>
                      <a:pt x="1632" y="76"/>
                    </a:cubicBezTo>
                    <a:cubicBezTo>
                      <a:pt x="1555" y="76"/>
                      <a:pt x="1479" y="107"/>
                      <a:pt x="1410" y="138"/>
                    </a:cubicBezTo>
                    <a:cubicBezTo>
                      <a:pt x="1375" y="155"/>
                      <a:pt x="1332" y="155"/>
                      <a:pt x="1289" y="172"/>
                    </a:cubicBezTo>
                    <a:cubicBezTo>
                      <a:pt x="1229" y="189"/>
                      <a:pt x="1212" y="215"/>
                      <a:pt x="1169" y="250"/>
                    </a:cubicBezTo>
                    <a:cubicBezTo>
                      <a:pt x="1109" y="301"/>
                      <a:pt x="1057" y="353"/>
                      <a:pt x="997" y="413"/>
                    </a:cubicBezTo>
                    <a:cubicBezTo>
                      <a:pt x="946" y="464"/>
                      <a:pt x="894" y="533"/>
                      <a:pt x="808" y="533"/>
                    </a:cubicBezTo>
                    <a:cubicBezTo>
                      <a:pt x="748" y="533"/>
                      <a:pt x="645" y="602"/>
                      <a:pt x="636" y="671"/>
                    </a:cubicBezTo>
                    <a:cubicBezTo>
                      <a:pt x="611" y="765"/>
                      <a:pt x="645" y="782"/>
                      <a:pt x="559" y="868"/>
                    </a:cubicBezTo>
                    <a:cubicBezTo>
                      <a:pt x="533" y="903"/>
                      <a:pt x="508" y="937"/>
                      <a:pt x="473" y="954"/>
                    </a:cubicBezTo>
                    <a:cubicBezTo>
                      <a:pt x="447" y="971"/>
                      <a:pt x="439" y="1057"/>
                      <a:pt x="413" y="1066"/>
                    </a:cubicBezTo>
                    <a:cubicBezTo>
                      <a:pt x="396" y="1083"/>
                      <a:pt x="387" y="1100"/>
                      <a:pt x="370" y="1109"/>
                    </a:cubicBezTo>
                    <a:lnTo>
                      <a:pt x="344" y="1109"/>
                    </a:lnTo>
                    <a:lnTo>
                      <a:pt x="319" y="1152"/>
                    </a:lnTo>
                    <a:cubicBezTo>
                      <a:pt x="293" y="1169"/>
                      <a:pt x="267" y="1177"/>
                      <a:pt x="241" y="1186"/>
                    </a:cubicBezTo>
                    <a:cubicBezTo>
                      <a:pt x="173" y="1238"/>
                      <a:pt x="147" y="1306"/>
                      <a:pt x="121" y="1392"/>
                    </a:cubicBezTo>
                    <a:cubicBezTo>
                      <a:pt x="104" y="1427"/>
                      <a:pt x="78" y="1444"/>
                      <a:pt x="78" y="1487"/>
                    </a:cubicBezTo>
                    <a:cubicBezTo>
                      <a:pt x="69" y="1547"/>
                      <a:pt x="78" y="1590"/>
                      <a:pt x="87" y="1641"/>
                    </a:cubicBezTo>
                    <a:cubicBezTo>
                      <a:pt x="104" y="1744"/>
                      <a:pt x="26" y="1805"/>
                      <a:pt x="18" y="1899"/>
                    </a:cubicBezTo>
                    <a:cubicBezTo>
                      <a:pt x="18" y="1942"/>
                      <a:pt x="44" y="1968"/>
                      <a:pt x="52" y="2002"/>
                    </a:cubicBezTo>
                    <a:cubicBezTo>
                      <a:pt x="61" y="2037"/>
                      <a:pt x="52" y="2097"/>
                      <a:pt x="44" y="2131"/>
                    </a:cubicBezTo>
                    <a:cubicBezTo>
                      <a:pt x="35" y="2174"/>
                      <a:pt x="9" y="2226"/>
                      <a:pt x="1" y="2286"/>
                    </a:cubicBezTo>
                    <a:cubicBezTo>
                      <a:pt x="1" y="2320"/>
                      <a:pt x="9" y="2354"/>
                      <a:pt x="9" y="2397"/>
                    </a:cubicBezTo>
                    <a:cubicBezTo>
                      <a:pt x="26" y="2458"/>
                      <a:pt x="52" y="2501"/>
                      <a:pt x="78" y="2552"/>
                    </a:cubicBezTo>
                    <a:cubicBezTo>
                      <a:pt x="104" y="2612"/>
                      <a:pt x="69" y="2647"/>
                      <a:pt x="61" y="2707"/>
                    </a:cubicBezTo>
                    <a:cubicBezTo>
                      <a:pt x="52" y="2767"/>
                      <a:pt x="61" y="2836"/>
                      <a:pt x="69" y="2887"/>
                    </a:cubicBezTo>
                    <a:cubicBezTo>
                      <a:pt x="95" y="2982"/>
                      <a:pt x="138" y="3076"/>
                      <a:pt x="215" y="3136"/>
                    </a:cubicBezTo>
                    <a:cubicBezTo>
                      <a:pt x="241" y="3153"/>
                      <a:pt x="267" y="3179"/>
                      <a:pt x="284" y="3214"/>
                    </a:cubicBezTo>
                    <a:cubicBezTo>
                      <a:pt x="319" y="3265"/>
                      <a:pt x="336" y="3291"/>
                      <a:pt x="387" y="3334"/>
                    </a:cubicBezTo>
                    <a:cubicBezTo>
                      <a:pt x="473" y="3394"/>
                      <a:pt x="482" y="3489"/>
                      <a:pt x="533" y="3566"/>
                    </a:cubicBezTo>
                    <a:cubicBezTo>
                      <a:pt x="551" y="3592"/>
                      <a:pt x="576" y="3626"/>
                      <a:pt x="611" y="3643"/>
                    </a:cubicBezTo>
                    <a:cubicBezTo>
                      <a:pt x="662" y="3660"/>
                      <a:pt x="722" y="3643"/>
                      <a:pt x="783" y="3678"/>
                    </a:cubicBezTo>
                    <a:cubicBezTo>
                      <a:pt x="817" y="3703"/>
                      <a:pt x="851" y="3729"/>
                      <a:pt x="886" y="3755"/>
                    </a:cubicBezTo>
                    <a:cubicBezTo>
                      <a:pt x="937" y="3781"/>
                      <a:pt x="989" y="3815"/>
                      <a:pt x="1023" y="3858"/>
                    </a:cubicBezTo>
                    <a:cubicBezTo>
                      <a:pt x="1092" y="3944"/>
                      <a:pt x="1126" y="3995"/>
                      <a:pt x="1229" y="4038"/>
                    </a:cubicBezTo>
                    <a:cubicBezTo>
                      <a:pt x="1315" y="4081"/>
                      <a:pt x="1410" y="4099"/>
                      <a:pt x="1504" y="4107"/>
                    </a:cubicBezTo>
                    <a:cubicBezTo>
                      <a:pt x="1539" y="4116"/>
                      <a:pt x="1573" y="4116"/>
                      <a:pt x="1607" y="4124"/>
                    </a:cubicBezTo>
                    <a:cubicBezTo>
                      <a:pt x="1642" y="4124"/>
                      <a:pt x="1667" y="4150"/>
                      <a:pt x="1702" y="4150"/>
                    </a:cubicBezTo>
                    <a:cubicBezTo>
                      <a:pt x="1719" y="4153"/>
                      <a:pt x="1734" y="4154"/>
                      <a:pt x="1749" y="4154"/>
                    </a:cubicBezTo>
                    <a:cubicBezTo>
                      <a:pt x="1778" y="4154"/>
                      <a:pt x="1805" y="4150"/>
                      <a:pt x="1839" y="4150"/>
                    </a:cubicBezTo>
                    <a:lnTo>
                      <a:pt x="1891" y="4150"/>
                    </a:lnTo>
                    <a:cubicBezTo>
                      <a:pt x="1904" y="4154"/>
                      <a:pt x="1917" y="4156"/>
                      <a:pt x="1931" y="4156"/>
                    </a:cubicBezTo>
                    <a:cubicBezTo>
                      <a:pt x="1945" y="4156"/>
                      <a:pt x="1960" y="4154"/>
                      <a:pt x="1977" y="4150"/>
                    </a:cubicBezTo>
                    <a:cubicBezTo>
                      <a:pt x="2003" y="4133"/>
                      <a:pt x="2020" y="4124"/>
                      <a:pt x="2054" y="4099"/>
                    </a:cubicBezTo>
                    <a:cubicBezTo>
                      <a:pt x="2088" y="4081"/>
                      <a:pt x="2114" y="4073"/>
                      <a:pt x="2149" y="4064"/>
                    </a:cubicBezTo>
                    <a:cubicBezTo>
                      <a:pt x="2243" y="4038"/>
                      <a:pt x="2338" y="4038"/>
                      <a:pt x="2432" y="4004"/>
                    </a:cubicBezTo>
                    <a:cubicBezTo>
                      <a:pt x="2509" y="3978"/>
                      <a:pt x="2587" y="3944"/>
                      <a:pt x="2673" y="3918"/>
                    </a:cubicBezTo>
                    <a:cubicBezTo>
                      <a:pt x="2750" y="3901"/>
                      <a:pt x="2776" y="3824"/>
                      <a:pt x="2827" y="3781"/>
                    </a:cubicBezTo>
                    <a:cubicBezTo>
                      <a:pt x="2887" y="3738"/>
                      <a:pt x="2930" y="3729"/>
                      <a:pt x="2982" y="3678"/>
                    </a:cubicBezTo>
                    <a:cubicBezTo>
                      <a:pt x="3008" y="3660"/>
                      <a:pt x="3016" y="3660"/>
                      <a:pt x="3033" y="3635"/>
                    </a:cubicBezTo>
                    <a:cubicBezTo>
                      <a:pt x="3042" y="3609"/>
                      <a:pt x="3068" y="3574"/>
                      <a:pt x="3076" y="3549"/>
                    </a:cubicBezTo>
                    <a:cubicBezTo>
                      <a:pt x="3094" y="3514"/>
                      <a:pt x="3137" y="3514"/>
                      <a:pt x="3137" y="3480"/>
                    </a:cubicBezTo>
                    <a:cubicBezTo>
                      <a:pt x="3145" y="3446"/>
                      <a:pt x="3162" y="3420"/>
                      <a:pt x="3171" y="3385"/>
                    </a:cubicBezTo>
                    <a:cubicBezTo>
                      <a:pt x="3188" y="3334"/>
                      <a:pt x="3197" y="3282"/>
                      <a:pt x="3222" y="3231"/>
                    </a:cubicBezTo>
                    <a:cubicBezTo>
                      <a:pt x="3231" y="3196"/>
                      <a:pt x="3257" y="3153"/>
                      <a:pt x="3283" y="3119"/>
                    </a:cubicBezTo>
                    <a:cubicBezTo>
                      <a:pt x="3326" y="3050"/>
                      <a:pt x="3360" y="2964"/>
                      <a:pt x="3394" y="2896"/>
                    </a:cubicBezTo>
                    <a:cubicBezTo>
                      <a:pt x="3463" y="2767"/>
                      <a:pt x="3601" y="2604"/>
                      <a:pt x="3575" y="2449"/>
                    </a:cubicBezTo>
                    <a:cubicBezTo>
                      <a:pt x="3558" y="2346"/>
                      <a:pt x="3549" y="2226"/>
                      <a:pt x="3506" y="2131"/>
                    </a:cubicBezTo>
                    <a:cubicBezTo>
                      <a:pt x="3489" y="2097"/>
                      <a:pt x="3463" y="2062"/>
                      <a:pt x="3463" y="2028"/>
                    </a:cubicBezTo>
                    <a:cubicBezTo>
                      <a:pt x="3454" y="1959"/>
                      <a:pt x="3480" y="1873"/>
                      <a:pt x="3489" y="1805"/>
                    </a:cubicBezTo>
                    <a:cubicBezTo>
                      <a:pt x="3506" y="1719"/>
                      <a:pt x="3497" y="1659"/>
                      <a:pt x="3480" y="1573"/>
                    </a:cubicBezTo>
                    <a:cubicBezTo>
                      <a:pt x="3463" y="1512"/>
                      <a:pt x="3463" y="1444"/>
                      <a:pt x="3454" y="1384"/>
                    </a:cubicBezTo>
                    <a:cubicBezTo>
                      <a:pt x="3437" y="1272"/>
                      <a:pt x="3403" y="1134"/>
                      <a:pt x="3334" y="1040"/>
                    </a:cubicBezTo>
                    <a:cubicBezTo>
                      <a:pt x="3308" y="1006"/>
                      <a:pt x="3274" y="997"/>
                      <a:pt x="3240" y="971"/>
                    </a:cubicBezTo>
                    <a:cubicBezTo>
                      <a:pt x="3214" y="954"/>
                      <a:pt x="3188" y="911"/>
                      <a:pt x="3171" y="885"/>
                    </a:cubicBezTo>
                    <a:cubicBezTo>
                      <a:pt x="3145" y="842"/>
                      <a:pt x="3128" y="791"/>
                      <a:pt x="3128" y="739"/>
                    </a:cubicBezTo>
                    <a:cubicBezTo>
                      <a:pt x="3128" y="696"/>
                      <a:pt x="3145" y="645"/>
                      <a:pt x="3119" y="602"/>
                    </a:cubicBezTo>
                    <a:cubicBezTo>
                      <a:pt x="3094" y="567"/>
                      <a:pt x="3059" y="542"/>
                      <a:pt x="3033" y="499"/>
                    </a:cubicBezTo>
                    <a:cubicBezTo>
                      <a:pt x="3016" y="447"/>
                      <a:pt x="2991" y="421"/>
                      <a:pt x="2948" y="387"/>
                    </a:cubicBezTo>
                    <a:cubicBezTo>
                      <a:pt x="2862" y="335"/>
                      <a:pt x="2784" y="284"/>
                      <a:pt x="2698" y="232"/>
                    </a:cubicBezTo>
                    <a:cubicBezTo>
                      <a:pt x="2655" y="207"/>
                      <a:pt x="2621" y="215"/>
                      <a:pt x="2578" y="198"/>
                    </a:cubicBezTo>
                    <a:cubicBezTo>
                      <a:pt x="2544" y="189"/>
                      <a:pt x="2484" y="146"/>
                      <a:pt x="2466" y="146"/>
                    </a:cubicBezTo>
                    <a:cubicBezTo>
                      <a:pt x="2453" y="151"/>
                      <a:pt x="2440" y="153"/>
                      <a:pt x="2428" y="153"/>
                    </a:cubicBezTo>
                    <a:cubicBezTo>
                      <a:pt x="2393" y="153"/>
                      <a:pt x="2363" y="135"/>
                      <a:pt x="2338" y="104"/>
                    </a:cubicBezTo>
                    <a:cubicBezTo>
                      <a:pt x="2303" y="78"/>
                      <a:pt x="2286" y="52"/>
                      <a:pt x="2243" y="35"/>
                    </a:cubicBezTo>
                    <a:cubicBezTo>
                      <a:pt x="2229" y="32"/>
                      <a:pt x="2213" y="31"/>
                      <a:pt x="2196" y="31"/>
                    </a:cubicBezTo>
                    <a:cubicBezTo>
                      <a:pt x="2162" y="31"/>
                      <a:pt x="2126" y="35"/>
                      <a:pt x="2097" y="35"/>
                    </a:cubicBezTo>
                    <a:cubicBezTo>
                      <a:pt x="2071" y="26"/>
                      <a:pt x="2054" y="26"/>
                      <a:pt x="2028" y="26"/>
                    </a:cubicBezTo>
                    <a:lnTo>
                      <a:pt x="1994" y="26"/>
                    </a:lnTo>
                    <a:lnTo>
                      <a:pt x="196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47" name="Google Shape;18047;p62"/>
              <p:cNvSpPr/>
              <p:nvPr/>
            </p:nvSpPr>
            <p:spPr>
              <a:xfrm>
                <a:off x="5186325" y="1332175"/>
                <a:ext cx="1975" cy="9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36" extrusionOk="0">
                    <a:moveTo>
                      <a:pt x="78" y="35"/>
                    </a:moveTo>
                    <a:lnTo>
                      <a:pt x="78" y="35"/>
                    </a:lnTo>
                    <a:cubicBezTo>
                      <a:pt x="52" y="26"/>
                      <a:pt x="35" y="9"/>
                      <a:pt x="9" y="9"/>
                    </a:cubicBezTo>
                    <a:cubicBezTo>
                      <a:pt x="9" y="9"/>
                      <a:pt x="9" y="1"/>
                      <a:pt x="1" y="1"/>
                    </a:cubicBezTo>
                    <a:lnTo>
                      <a:pt x="1" y="1"/>
                    </a:lnTo>
                    <a:cubicBezTo>
                      <a:pt x="9" y="1"/>
                      <a:pt x="9" y="9"/>
                      <a:pt x="9" y="9"/>
                    </a:cubicBezTo>
                    <a:cubicBezTo>
                      <a:pt x="35" y="9"/>
                      <a:pt x="52" y="26"/>
                      <a:pt x="78" y="35"/>
                    </a:cubicBezTo>
                    <a:close/>
                  </a:path>
                </a:pathLst>
              </a:custGeom>
              <a:solidFill>
                <a:srgbClr val="D2A7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48" name="Google Shape;18048;p62"/>
              <p:cNvSpPr/>
              <p:nvPr/>
            </p:nvSpPr>
            <p:spPr>
              <a:xfrm>
                <a:off x="5220050" y="1239175"/>
                <a:ext cx="13775" cy="4082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633" extrusionOk="0">
                    <a:moveTo>
                      <a:pt x="516" y="1633"/>
                    </a:moveTo>
                    <a:cubicBezTo>
                      <a:pt x="507" y="1564"/>
                      <a:pt x="533" y="1478"/>
                      <a:pt x="542" y="1410"/>
                    </a:cubicBezTo>
                    <a:cubicBezTo>
                      <a:pt x="550" y="1384"/>
                      <a:pt x="550" y="1358"/>
                      <a:pt x="550" y="1332"/>
                    </a:cubicBezTo>
                    <a:cubicBezTo>
                      <a:pt x="550" y="1358"/>
                      <a:pt x="550" y="1384"/>
                      <a:pt x="542" y="1410"/>
                    </a:cubicBezTo>
                    <a:cubicBezTo>
                      <a:pt x="533" y="1478"/>
                      <a:pt x="507" y="1564"/>
                      <a:pt x="516" y="1633"/>
                    </a:cubicBezTo>
                    <a:close/>
                    <a:moveTo>
                      <a:pt x="86" y="104"/>
                    </a:moveTo>
                    <a:cubicBezTo>
                      <a:pt x="69" y="52"/>
                      <a:pt x="44" y="26"/>
                      <a:pt x="1" y="1"/>
                    </a:cubicBezTo>
                    <a:cubicBezTo>
                      <a:pt x="44" y="26"/>
                      <a:pt x="69" y="52"/>
                      <a:pt x="86" y="104"/>
                    </a:cubicBezTo>
                    <a:close/>
                  </a:path>
                </a:pathLst>
              </a:custGeom>
              <a:solidFill>
                <a:srgbClr val="D2A7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49" name="Google Shape;18049;p62"/>
              <p:cNvSpPr/>
              <p:nvPr/>
            </p:nvSpPr>
            <p:spPr>
              <a:xfrm>
                <a:off x="5147875" y="1229300"/>
                <a:ext cx="87875" cy="103975"/>
              </a:xfrm>
              <a:custGeom>
                <a:avLst/>
                <a:gdLst/>
                <a:ahLst/>
                <a:cxnLst/>
                <a:rect l="l" t="t" r="r" b="b"/>
                <a:pathLst>
                  <a:path w="3515" h="4159" extrusionOk="0">
                    <a:moveTo>
                      <a:pt x="1891" y="0"/>
                    </a:moveTo>
                    <a:cubicBezTo>
                      <a:pt x="1848" y="0"/>
                      <a:pt x="1788" y="43"/>
                      <a:pt x="1753" y="61"/>
                    </a:cubicBezTo>
                    <a:cubicBezTo>
                      <a:pt x="1711" y="69"/>
                      <a:pt x="1676" y="78"/>
                      <a:pt x="1642" y="78"/>
                    </a:cubicBezTo>
                    <a:lnTo>
                      <a:pt x="1573" y="78"/>
                    </a:lnTo>
                    <a:cubicBezTo>
                      <a:pt x="1496" y="78"/>
                      <a:pt x="1418" y="104"/>
                      <a:pt x="1350" y="138"/>
                    </a:cubicBezTo>
                    <a:lnTo>
                      <a:pt x="1341" y="138"/>
                    </a:lnTo>
                    <a:cubicBezTo>
                      <a:pt x="1367" y="164"/>
                      <a:pt x="1401" y="189"/>
                      <a:pt x="1436" y="198"/>
                    </a:cubicBezTo>
                    <a:cubicBezTo>
                      <a:pt x="1444" y="207"/>
                      <a:pt x="1461" y="207"/>
                      <a:pt x="1479" y="215"/>
                    </a:cubicBezTo>
                    <a:cubicBezTo>
                      <a:pt x="1496" y="224"/>
                      <a:pt x="1504" y="241"/>
                      <a:pt x="1522" y="258"/>
                    </a:cubicBezTo>
                    <a:cubicBezTo>
                      <a:pt x="1547" y="275"/>
                      <a:pt x="1582" y="293"/>
                      <a:pt x="1607" y="301"/>
                    </a:cubicBezTo>
                    <a:cubicBezTo>
                      <a:pt x="1633" y="301"/>
                      <a:pt x="1650" y="293"/>
                      <a:pt x="1676" y="293"/>
                    </a:cubicBezTo>
                    <a:cubicBezTo>
                      <a:pt x="1685" y="293"/>
                      <a:pt x="1693" y="293"/>
                      <a:pt x="1711" y="301"/>
                    </a:cubicBezTo>
                    <a:cubicBezTo>
                      <a:pt x="1745" y="310"/>
                      <a:pt x="1762" y="335"/>
                      <a:pt x="1796" y="344"/>
                    </a:cubicBezTo>
                    <a:cubicBezTo>
                      <a:pt x="1822" y="353"/>
                      <a:pt x="1839" y="353"/>
                      <a:pt x="1865" y="370"/>
                    </a:cubicBezTo>
                    <a:cubicBezTo>
                      <a:pt x="1925" y="413"/>
                      <a:pt x="1977" y="464"/>
                      <a:pt x="2028" y="507"/>
                    </a:cubicBezTo>
                    <a:cubicBezTo>
                      <a:pt x="2080" y="559"/>
                      <a:pt x="2123" y="610"/>
                      <a:pt x="2183" y="645"/>
                    </a:cubicBezTo>
                    <a:cubicBezTo>
                      <a:pt x="2235" y="679"/>
                      <a:pt x="2295" y="696"/>
                      <a:pt x="2346" y="722"/>
                    </a:cubicBezTo>
                    <a:cubicBezTo>
                      <a:pt x="2389" y="748"/>
                      <a:pt x="2441" y="774"/>
                      <a:pt x="2484" y="808"/>
                    </a:cubicBezTo>
                    <a:cubicBezTo>
                      <a:pt x="2518" y="834"/>
                      <a:pt x="2552" y="860"/>
                      <a:pt x="2587" y="894"/>
                    </a:cubicBezTo>
                    <a:cubicBezTo>
                      <a:pt x="2613" y="920"/>
                      <a:pt x="2656" y="937"/>
                      <a:pt x="2681" y="963"/>
                    </a:cubicBezTo>
                    <a:cubicBezTo>
                      <a:pt x="2716" y="980"/>
                      <a:pt x="2724" y="1014"/>
                      <a:pt x="2742" y="1049"/>
                    </a:cubicBezTo>
                    <a:cubicBezTo>
                      <a:pt x="2784" y="1134"/>
                      <a:pt x="2802" y="1220"/>
                      <a:pt x="2819" y="1306"/>
                    </a:cubicBezTo>
                    <a:cubicBezTo>
                      <a:pt x="2827" y="1349"/>
                      <a:pt x="2827" y="1384"/>
                      <a:pt x="2827" y="1427"/>
                    </a:cubicBezTo>
                    <a:cubicBezTo>
                      <a:pt x="2827" y="1444"/>
                      <a:pt x="2827" y="1461"/>
                      <a:pt x="2827" y="1470"/>
                    </a:cubicBezTo>
                    <a:cubicBezTo>
                      <a:pt x="2827" y="1504"/>
                      <a:pt x="2819" y="1512"/>
                      <a:pt x="2810" y="1538"/>
                    </a:cubicBezTo>
                    <a:cubicBezTo>
                      <a:pt x="2793" y="1573"/>
                      <a:pt x="2802" y="1616"/>
                      <a:pt x="2802" y="1659"/>
                    </a:cubicBezTo>
                    <a:cubicBezTo>
                      <a:pt x="2802" y="1676"/>
                      <a:pt x="2802" y="1693"/>
                      <a:pt x="2802" y="1710"/>
                    </a:cubicBezTo>
                    <a:cubicBezTo>
                      <a:pt x="2810" y="1736"/>
                      <a:pt x="2819" y="1753"/>
                      <a:pt x="2819" y="1779"/>
                    </a:cubicBezTo>
                    <a:cubicBezTo>
                      <a:pt x="2819" y="1787"/>
                      <a:pt x="2810" y="1805"/>
                      <a:pt x="2810" y="1822"/>
                    </a:cubicBezTo>
                    <a:cubicBezTo>
                      <a:pt x="2810" y="1839"/>
                      <a:pt x="2802" y="1856"/>
                      <a:pt x="2802" y="1873"/>
                    </a:cubicBezTo>
                    <a:lnTo>
                      <a:pt x="2784" y="1908"/>
                    </a:lnTo>
                    <a:cubicBezTo>
                      <a:pt x="2776" y="1933"/>
                      <a:pt x="2776" y="1968"/>
                      <a:pt x="2776" y="1994"/>
                    </a:cubicBezTo>
                    <a:cubicBezTo>
                      <a:pt x="2767" y="2019"/>
                      <a:pt x="2767" y="2028"/>
                      <a:pt x="2759" y="2054"/>
                    </a:cubicBezTo>
                    <a:cubicBezTo>
                      <a:pt x="2759" y="2088"/>
                      <a:pt x="2742" y="2122"/>
                      <a:pt x="2750" y="2148"/>
                    </a:cubicBezTo>
                    <a:cubicBezTo>
                      <a:pt x="2750" y="2191"/>
                      <a:pt x="2793" y="2243"/>
                      <a:pt x="2810" y="2286"/>
                    </a:cubicBezTo>
                    <a:cubicBezTo>
                      <a:pt x="2819" y="2311"/>
                      <a:pt x="2827" y="2329"/>
                      <a:pt x="2819" y="2363"/>
                    </a:cubicBezTo>
                    <a:cubicBezTo>
                      <a:pt x="2819" y="2380"/>
                      <a:pt x="2802" y="2406"/>
                      <a:pt x="2802" y="2423"/>
                    </a:cubicBezTo>
                    <a:cubicBezTo>
                      <a:pt x="2784" y="2475"/>
                      <a:pt x="2784" y="2518"/>
                      <a:pt x="2767" y="2569"/>
                    </a:cubicBezTo>
                    <a:cubicBezTo>
                      <a:pt x="2750" y="2604"/>
                      <a:pt x="2724" y="2647"/>
                      <a:pt x="2707" y="2690"/>
                    </a:cubicBezTo>
                    <a:cubicBezTo>
                      <a:pt x="2699" y="2724"/>
                      <a:pt x="2681" y="2758"/>
                      <a:pt x="2673" y="2793"/>
                    </a:cubicBezTo>
                    <a:cubicBezTo>
                      <a:pt x="2664" y="2836"/>
                      <a:pt x="2647" y="2870"/>
                      <a:pt x="2638" y="2913"/>
                    </a:cubicBezTo>
                    <a:cubicBezTo>
                      <a:pt x="2621" y="2973"/>
                      <a:pt x="2613" y="3025"/>
                      <a:pt x="2578" y="3076"/>
                    </a:cubicBezTo>
                    <a:cubicBezTo>
                      <a:pt x="2552" y="3119"/>
                      <a:pt x="2527" y="3153"/>
                      <a:pt x="2518" y="3196"/>
                    </a:cubicBezTo>
                    <a:cubicBezTo>
                      <a:pt x="2510" y="3282"/>
                      <a:pt x="2492" y="3360"/>
                      <a:pt x="2432" y="3411"/>
                    </a:cubicBezTo>
                    <a:cubicBezTo>
                      <a:pt x="2389" y="3454"/>
                      <a:pt x="2346" y="3480"/>
                      <a:pt x="2312" y="3523"/>
                    </a:cubicBezTo>
                    <a:cubicBezTo>
                      <a:pt x="2295" y="3540"/>
                      <a:pt x="2286" y="3566"/>
                      <a:pt x="2269" y="3600"/>
                    </a:cubicBezTo>
                    <a:cubicBezTo>
                      <a:pt x="2260" y="3617"/>
                      <a:pt x="2243" y="3635"/>
                      <a:pt x="2235" y="3660"/>
                    </a:cubicBezTo>
                    <a:lnTo>
                      <a:pt x="2200" y="3686"/>
                    </a:lnTo>
                    <a:cubicBezTo>
                      <a:pt x="2200" y="3695"/>
                      <a:pt x="2192" y="3695"/>
                      <a:pt x="2183" y="3695"/>
                    </a:cubicBezTo>
                    <a:lnTo>
                      <a:pt x="2157" y="3695"/>
                    </a:lnTo>
                    <a:cubicBezTo>
                      <a:pt x="2149" y="3686"/>
                      <a:pt x="2140" y="3686"/>
                      <a:pt x="2132" y="3686"/>
                    </a:cubicBezTo>
                    <a:lnTo>
                      <a:pt x="2114" y="3686"/>
                    </a:lnTo>
                    <a:cubicBezTo>
                      <a:pt x="2106" y="3703"/>
                      <a:pt x="2080" y="3703"/>
                      <a:pt x="2063" y="3703"/>
                    </a:cubicBezTo>
                    <a:lnTo>
                      <a:pt x="1900" y="3703"/>
                    </a:lnTo>
                    <a:cubicBezTo>
                      <a:pt x="1865" y="3703"/>
                      <a:pt x="1831" y="3703"/>
                      <a:pt x="1796" y="3712"/>
                    </a:cubicBezTo>
                    <a:cubicBezTo>
                      <a:pt x="1762" y="3720"/>
                      <a:pt x="1736" y="3729"/>
                      <a:pt x="1702" y="3729"/>
                    </a:cubicBezTo>
                    <a:lnTo>
                      <a:pt x="1685" y="3729"/>
                    </a:lnTo>
                    <a:cubicBezTo>
                      <a:pt x="1668" y="3729"/>
                      <a:pt x="1659" y="3738"/>
                      <a:pt x="1650" y="3746"/>
                    </a:cubicBezTo>
                    <a:cubicBezTo>
                      <a:pt x="1642" y="3755"/>
                      <a:pt x="1633" y="3763"/>
                      <a:pt x="1616" y="3763"/>
                    </a:cubicBezTo>
                    <a:lnTo>
                      <a:pt x="1607" y="3763"/>
                    </a:lnTo>
                    <a:cubicBezTo>
                      <a:pt x="1564" y="3755"/>
                      <a:pt x="1522" y="3746"/>
                      <a:pt x="1470" y="3738"/>
                    </a:cubicBezTo>
                    <a:cubicBezTo>
                      <a:pt x="1427" y="3729"/>
                      <a:pt x="1367" y="3720"/>
                      <a:pt x="1324" y="3712"/>
                    </a:cubicBezTo>
                    <a:lnTo>
                      <a:pt x="1169" y="3712"/>
                    </a:lnTo>
                    <a:cubicBezTo>
                      <a:pt x="1161" y="3712"/>
                      <a:pt x="1144" y="3720"/>
                      <a:pt x="1135" y="3720"/>
                    </a:cubicBezTo>
                    <a:cubicBezTo>
                      <a:pt x="1118" y="3720"/>
                      <a:pt x="1101" y="3712"/>
                      <a:pt x="1083" y="3703"/>
                    </a:cubicBezTo>
                    <a:lnTo>
                      <a:pt x="989" y="3703"/>
                    </a:lnTo>
                    <a:cubicBezTo>
                      <a:pt x="972" y="3703"/>
                      <a:pt x="954" y="3703"/>
                      <a:pt x="946" y="3695"/>
                    </a:cubicBezTo>
                    <a:cubicBezTo>
                      <a:pt x="903" y="3660"/>
                      <a:pt x="877" y="3635"/>
                      <a:pt x="834" y="3626"/>
                    </a:cubicBezTo>
                    <a:cubicBezTo>
                      <a:pt x="791" y="3617"/>
                      <a:pt x="774" y="3592"/>
                      <a:pt x="740" y="3566"/>
                    </a:cubicBezTo>
                    <a:cubicBezTo>
                      <a:pt x="723" y="3549"/>
                      <a:pt x="654" y="3549"/>
                      <a:pt x="637" y="3531"/>
                    </a:cubicBezTo>
                    <a:cubicBezTo>
                      <a:pt x="619" y="3514"/>
                      <a:pt x="491" y="3437"/>
                      <a:pt x="482" y="3420"/>
                    </a:cubicBezTo>
                    <a:cubicBezTo>
                      <a:pt x="465" y="3394"/>
                      <a:pt x="456" y="3377"/>
                      <a:pt x="439" y="3351"/>
                    </a:cubicBezTo>
                    <a:cubicBezTo>
                      <a:pt x="413" y="3308"/>
                      <a:pt x="370" y="3274"/>
                      <a:pt x="336" y="3231"/>
                    </a:cubicBezTo>
                    <a:cubicBezTo>
                      <a:pt x="302" y="3188"/>
                      <a:pt x="267" y="3153"/>
                      <a:pt x="224" y="3119"/>
                    </a:cubicBezTo>
                    <a:cubicBezTo>
                      <a:pt x="173" y="3076"/>
                      <a:pt x="216" y="2990"/>
                      <a:pt x="173" y="2939"/>
                    </a:cubicBezTo>
                    <a:lnTo>
                      <a:pt x="147" y="2904"/>
                    </a:lnTo>
                    <a:cubicBezTo>
                      <a:pt x="138" y="2896"/>
                      <a:pt x="113" y="2896"/>
                      <a:pt x="95" y="2887"/>
                    </a:cubicBezTo>
                    <a:cubicBezTo>
                      <a:pt x="70" y="2879"/>
                      <a:pt x="61" y="2870"/>
                      <a:pt x="44" y="2853"/>
                    </a:cubicBezTo>
                    <a:cubicBezTo>
                      <a:pt x="35" y="2836"/>
                      <a:pt x="18" y="2827"/>
                      <a:pt x="1" y="2818"/>
                    </a:cubicBezTo>
                    <a:lnTo>
                      <a:pt x="1" y="2818"/>
                    </a:lnTo>
                    <a:cubicBezTo>
                      <a:pt x="1" y="2844"/>
                      <a:pt x="9" y="2861"/>
                      <a:pt x="9" y="2887"/>
                    </a:cubicBezTo>
                    <a:cubicBezTo>
                      <a:pt x="35" y="2982"/>
                      <a:pt x="78" y="3076"/>
                      <a:pt x="155" y="3136"/>
                    </a:cubicBezTo>
                    <a:lnTo>
                      <a:pt x="164" y="3136"/>
                    </a:lnTo>
                    <a:cubicBezTo>
                      <a:pt x="190" y="3162"/>
                      <a:pt x="207" y="3179"/>
                      <a:pt x="224" y="3214"/>
                    </a:cubicBezTo>
                    <a:cubicBezTo>
                      <a:pt x="250" y="3265"/>
                      <a:pt x="267" y="3291"/>
                      <a:pt x="319" y="3325"/>
                    </a:cubicBezTo>
                    <a:cubicBezTo>
                      <a:pt x="319" y="3325"/>
                      <a:pt x="327" y="3334"/>
                      <a:pt x="327" y="3334"/>
                    </a:cubicBezTo>
                    <a:cubicBezTo>
                      <a:pt x="396" y="3385"/>
                      <a:pt x="413" y="3454"/>
                      <a:pt x="448" y="3514"/>
                    </a:cubicBezTo>
                    <a:cubicBezTo>
                      <a:pt x="456" y="3531"/>
                      <a:pt x="465" y="3549"/>
                      <a:pt x="473" y="3566"/>
                    </a:cubicBezTo>
                    <a:cubicBezTo>
                      <a:pt x="491" y="3592"/>
                      <a:pt x="516" y="3626"/>
                      <a:pt x="542" y="3635"/>
                    </a:cubicBezTo>
                    <a:cubicBezTo>
                      <a:pt x="542" y="3635"/>
                      <a:pt x="542" y="3635"/>
                      <a:pt x="551" y="3643"/>
                    </a:cubicBezTo>
                    <a:cubicBezTo>
                      <a:pt x="602" y="3660"/>
                      <a:pt x="662" y="3643"/>
                      <a:pt x="723" y="3678"/>
                    </a:cubicBezTo>
                    <a:cubicBezTo>
                      <a:pt x="757" y="3703"/>
                      <a:pt x="791" y="3729"/>
                      <a:pt x="826" y="3755"/>
                    </a:cubicBezTo>
                    <a:lnTo>
                      <a:pt x="834" y="3755"/>
                    </a:lnTo>
                    <a:cubicBezTo>
                      <a:pt x="877" y="3789"/>
                      <a:pt x="937" y="3815"/>
                      <a:pt x="963" y="3858"/>
                    </a:cubicBezTo>
                    <a:cubicBezTo>
                      <a:pt x="1032" y="3944"/>
                      <a:pt x="1066" y="3995"/>
                      <a:pt x="1169" y="4038"/>
                    </a:cubicBezTo>
                    <a:cubicBezTo>
                      <a:pt x="1255" y="4081"/>
                      <a:pt x="1350" y="4099"/>
                      <a:pt x="1444" y="4107"/>
                    </a:cubicBezTo>
                    <a:cubicBezTo>
                      <a:pt x="1479" y="4116"/>
                      <a:pt x="1513" y="4116"/>
                      <a:pt x="1539" y="4116"/>
                    </a:cubicBezTo>
                    <a:cubicBezTo>
                      <a:pt x="1547" y="4116"/>
                      <a:pt x="1547" y="4124"/>
                      <a:pt x="1547" y="4124"/>
                    </a:cubicBezTo>
                    <a:cubicBezTo>
                      <a:pt x="1573" y="4124"/>
                      <a:pt x="1590" y="4141"/>
                      <a:pt x="1616" y="4150"/>
                    </a:cubicBezTo>
                    <a:lnTo>
                      <a:pt x="1642" y="4150"/>
                    </a:lnTo>
                    <a:cubicBezTo>
                      <a:pt x="1659" y="4159"/>
                      <a:pt x="1676" y="4159"/>
                      <a:pt x="1693" y="4159"/>
                    </a:cubicBezTo>
                    <a:cubicBezTo>
                      <a:pt x="1719" y="4159"/>
                      <a:pt x="1745" y="4150"/>
                      <a:pt x="1779" y="4150"/>
                    </a:cubicBezTo>
                    <a:lnTo>
                      <a:pt x="1831" y="4150"/>
                    </a:lnTo>
                    <a:cubicBezTo>
                      <a:pt x="1848" y="4150"/>
                      <a:pt x="1857" y="4159"/>
                      <a:pt x="1865" y="4159"/>
                    </a:cubicBezTo>
                    <a:cubicBezTo>
                      <a:pt x="1882" y="4159"/>
                      <a:pt x="1900" y="4150"/>
                      <a:pt x="1917" y="4150"/>
                    </a:cubicBezTo>
                    <a:cubicBezTo>
                      <a:pt x="1943" y="4133"/>
                      <a:pt x="1960" y="4124"/>
                      <a:pt x="1994" y="4099"/>
                    </a:cubicBezTo>
                    <a:cubicBezTo>
                      <a:pt x="2028" y="4081"/>
                      <a:pt x="2054" y="4073"/>
                      <a:pt x="2089" y="4064"/>
                    </a:cubicBezTo>
                    <a:cubicBezTo>
                      <a:pt x="2183" y="4047"/>
                      <a:pt x="2278" y="4038"/>
                      <a:pt x="2363" y="4004"/>
                    </a:cubicBezTo>
                    <a:lnTo>
                      <a:pt x="2372" y="4004"/>
                    </a:lnTo>
                    <a:cubicBezTo>
                      <a:pt x="2449" y="3978"/>
                      <a:pt x="2527" y="3944"/>
                      <a:pt x="2613" y="3918"/>
                    </a:cubicBezTo>
                    <a:cubicBezTo>
                      <a:pt x="2690" y="3901"/>
                      <a:pt x="2716" y="3824"/>
                      <a:pt x="2767" y="3781"/>
                    </a:cubicBezTo>
                    <a:cubicBezTo>
                      <a:pt x="2827" y="3738"/>
                      <a:pt x="2870" y="3729"/>
                      <a:pt x="2922" y="3678"/>
                    </a:cubicBezTo>
                    <a:cubicBezTo>
                      <a:pt x="2948" y="3660"/>
                      <a:pt x="2956" y="3660"/>
                      <a:pt x="2973" y="3635"/>
                    </a:cubicBezTo>
                    <a:cubicBezTo>
                      <a:pt x="2982" y="3609"/>
                      <a:pt x="3008" y="3574"/>
                      <a:pt x="3016" y="3549"/>
                    </a:cubicBezTo>
                    <a:cubicBezTo>
                      <a:pt x="3034" y="3514"/>
                      <a:pt x="3077" y="3514"/>
                      <a:pt x="3077" y="3480"/>
                    </a:cubicBezTo>
                    <a:cubicBezTo>
                      <a:pt x="3085" y="3446"/>
                      <a:pt x="3102" y="3420"/>
                      <a:pt x="3111" y="3385"/>
                    </a:cubicBezTo>
                    <a:cubicBezTo>
                      <a:pt x="3128" y="3334"/>
                      <a:pt x="3137" y="3282"/>
                      <a:pt x="3162" y="3231"/>
                    </a:cubicBezTo>
                    <a:cubicBezTo>
                      <a:pt x="3171" y="3196"/>
                      <a:pt x="3197" y="3153"/>
                      <a:pt x="3223" y="3119"/>
                    </a:cubicBezTo>
                    <a:cubicBezTo>
                      <a:pt x="3266" y="3050"/>
                      <a:pt x="3300" y="2964"/>
                      <a:pt x="3334" y="2896"/>
                    </a:cubicBezTo>
                    <a:cubicBezTo>
                      <a:pt x="3403" y="2775"/>
                      <a:pt x="3515" y="2629"/>
                      <a:pt x="3515" y="2483"/>
                    </a:cubicBezTo>
                    <a:cubicBezTo>
                      <a:pt x="3515" y="2475"/>
                      <a:pt x="3515" y="2458"/>
                      <a:pt x="3515" y="2449"/>
                    </a:cubicBezTo>
                    <a:cubicBezTo>
                      <a:pt x="3498" y="2346"/>
                      <a:pt x="3489" y="2226"/>
                      <a:pt x="3446" y="2131"/>
                    </a:cubicBezTo>
                    <a:cubicBezTo>
                      <a:pt x="3429" y="2097"/>
                      <a:pt x="3403" y="2062"/>
                      <a:pt x="3403" y="2028"/>
                    </a:cubicBezTo>
                    <a:cubicBezTo>
                      <a:pt x="3394" y="1959"/>
                      <a:pt x="3420" y="1873"/>
                      <a:pt x="3429" y="1805"/>
                    </a:cubicBezTo>
                    <a:cubicBezTo>
                      <a:pt x="3437" y="1779"/>
                      <a:pt x="3437" y="1753"/>
                      <a:pt x="3437" y="1727"/>
                    </a:cubicBezTo>
                    <a:cubicBezTo>
                      <a:pt x="3437" y="1676"/>
                      <a:pt x="3429" y="1633"/>
                      <a:pt x="3420" y="1573"/>
                    </a:cubicBezTo>
                    <a:cubicBezTo>
                      <a:pt x="3403" y="1512"/>
                      <a:pt x="3403" y="1444"/>
                      <a:pt x="3394" y="1384"/>
                    </a:cubicBezTo>
                    <a:cubicBezTo>
                      <a:pt x="3377" y="1272"/>
                      <a:pt x="3343" y="1134"/>
                      <a:pt x="3274" y="1040"/>
                    </a:cubicBezTo>
                    <a:cubicBezTo>
                      <a:pt x="3248" y="1006"/>
                      <a:pt x="3214" y="997"/>
                      <a:pt x="3180" y="971"/>
                    </a:cubicBezTo>
                    <a:cubicBezTo>
                      <a:pt x="3154" y="954"/>
                      <a:pt x="3128" y="911"/>
                      <a:pt x="3111" y="885"/>
                    </a:cubicBezTo>
                    <a:cubicBezTo>
                      <a:pt x="3085" y="851"/>
                      <a:pt x="3068" y="799"/>
                      <a:pt x="3068" y="756"/>
                    </a:cubicBezTo>
                    <a:lnTo>
                      <a:pt x="3068" y="739"/>
                    </a:lnTo>
                    <a:cubicBezTo>
                      <a:pt x="3068" y="713"/>
                      <a:pt x="3077" y="688"/>
                      <a:pt x="3077" y="662"/>
                    </a:cubicBezTo>
                    <a:cubicBezTo>
                      <a:pt x="3077" y="645"/>
                      <a:pt x="3068" y="619"/>
                      <a:pt x="3059" y="602"/>
                    </a:cubicBezTo>
                    <a:cubicBezTo>
                      <a:pt x="3034" y="567"/>
                      <a:pt x="2999" y="542"/>
                      <a:pt x="2973" y="499"/>
                    </a:cubicBezTo>
                    <a:cubicBezTo>
                      <a:pt x="2956" y="447"/>
                      <a:pt x="2931" y="421"/>
                      <a:pt x="2888" y="396"/>
                    </a:cubicBezTo>
                    <a:cubicBezTo>
                      <a:pt x="2888" y="387"/>
                      <a:pt x="2888" y="387"/>
                      <a:pt x="2888" y="387"/>
                    </a:cubicBezTo>
                    <a:cubicBezTo>
                      <a:pt x="2802" y="335"/>
                      <a:pt x="2724" y="284"/>
                      <a:pt x="2638" y="232"/>
                    </a:cubicBezTo>
                    <a:cubicBezTo>
                      <a:pt x="2595" y="207"/>
                      <a:pt x="2561" y="215"/>
                      <a:pt x="2518" y="198"/>
                    </a:cubicBezTo>
                    <a:cubicBezTo>
                      <a:pt x="2484" y="189"/>
                      <a:pt x="2424" y="146"/>
                      <a:pt x="2406" y="146"/>
                    </a:cubicBezTo>
                    <a:cubicBezTo>
                      <a:pt x="2398" y="155"/>
                      <a:pt x="2381" y="155"/>
                      <a:pt x="2372" y="155"/>
                    </a:cubicBezTo>
                    <a:cubicBezTo>
                      <a:pt x="2338" y="155"/>
                      <a:pt x="2303" y="138"/>
                      <a:pt x="2278" y="104"/>
                    </a:cubicBezTo>
                    <a:cubicBezTo>
                      <a:pt x="2243" y="78"/>
                      <a:pt x="2226" y="52"/>
                      <a:pt x="2183" y="35"/>
                    </a:cubicBezTo>
                    <a:cubicBezTo>
                      <a:pt x="2169" y="32"/>
                      <a:pt x="2153" y="31"/>
                      <a:pt x="2136" y="31"/>
                    </a:cubicBezTo>
                    <a:cubicBezTo>
                      <a:pt x="2102" y="31"/>
                      <a:pt x="2066" y="35"/>
                      <a:pt x="2037" y="35"/>
                    </a:cubicBezTo>
                    <a:cubicBezTo>
                      <a:pt x="2011" y="26"/>
                      <a:pt x="1994" y="26"/>
                      <a:pt x="1968" y="26"/>
                    </a:cubicBezTo>
                    <a:lnTo>
                      <a:pt x="1934" y="26"/>
                    </a:lnTo>
                    <a:lnTo>
                      <a:pt x="1900" y="0"/>
                    </a:lnTo>
                    <a:close/>
                  </a:path>
                </a:pathLst>
              </a:custGeom>
              <a:solidFill>
                <a:srgbClr val="E7CC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50" name="Google Shape;18050;p62"/>
              <p:cNvSpPr/>
              <p:nvPr/>
            </p:nvSpPr>
            <p:spPr>
              <a:xfrm>
                <a:off x="5155825" y="1284075"/>
                <a:ext cx="56100" cy="4282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1713" extrusionOk="0">
                    <a:moveTo>
                      <a:pt x="69" y="0"/>
                    </a:moveTo>
                    <a:lnTo>
                      <a:pt x="35" y="78"/>
                    </a:lnTo>
                    <a:cubicBezTo>
                      <a:pt x="35" y="95"/>
                      <a:pt x="52" y="120"/>
                      <a:pt x="52" y="146"/>
                    </a:cubicBezTo>
                    <a:cubicBezTo>
                      <a:pt x="69" y="189"/>
                      <a:pt x="52" y="215"/>
                      <a:pt x="44" y="258"/>
                    </a:cubicBezTo>
                    <a:cubicBezTo>
                      <a:pt x="27" y="301"/>
                      <a:pt x="1" y="352"/>
                      <a:pt x="27" y="404"/>
                    </a:cubicBezTo>
                    <a:cubicBezTo>
                      <a:pt x="44" y="447"/>
                      <a:pt x="87" y="490"/>
                      <a:pt x="95" y="541"/>
                    </a:cubicBezTo>
                    <a:cubicBezTo>
                      <a:pt x="104" y="576"/>
                      <a:pt x="112" y="610"/>
                      <a:pt x="121" y="636"/>
                    </a:cubicBezTo>
                    <a:cubicBezTo>
                      <a:pt x="130" y="679"/>
                      <a:pt x="138" y="705"/>
                      <a:pt x="164" y="748"/>
                    </a:cubicBezTo>
                    <a:cubicBezTo>
                      <a:pt x="173" y="765"/>
                      <a:pt x="190" y="799"/>
                      <a:pt x="190" y="816"/>
                    </a:cubicBezTo>
                    <a:lnTo>
                      <a:pt x="198" y="851"/>
                    </a:lnTo>
                    <a:lnTo>
                      <a:pt x="198" y="859"/>
                    </a:lnTo>
                    <a:lnTo>
                      <a:pt x="198" y="894"/>
                    </a:lnTo>
                    <a:cubicBezTo>
                      <a:pt x="207" y="911"/>
                      <a:pt x="224" y="937"/>
                      <a:pt x="241" y="954"/>
                    </a:cubicBezTo>
                    <a:lnTo>
                      <a:pt x="258" y="988"/>
                    </a:lnTo>
                    <a:lnTo>
                      <a:pt x="267" y="1014"/>
                    </a:lnTo>
                    <a:cubicBezTo>
                      <a:pt x="284" y="1031"/>
                      <a:pt x="301" y="1048"/>
                      <a:pt x="310" y="1074"/>
                    </a:cubicBezTo>
                    <a:cubicBezTo>
                      <a:pt x="319" y="1091"/>
                      <a:pt x="319" y="1109"/>
                      <a:pt x="319" y="1126"/>
                    </a:cubicBezTo>
                    <a:cubicBezTo>
                      <a:pt x="319" y="1143"/>
                      <a:pt x="301" y="1160"/>
                      <a:pt x="301" y="1169"/>
                    </a:cubicBezTo>
                    <a:cubicBezTo>
                      <a:pt x="301" y="1203"/>
                      <a:pt x="327" y="1203"/>
                      <a:pt x="353" y="1212"/>
                    </a:cubicBezTo>
                    <a:cubicBezTo>
                      <a:pt x="370" y="1220"/>
                      <a:pt x="396" y="1237"/>
                      <a:pt x="413" y="1237"/>
                    </a:cubicBezTo>
                    <a:cubicBezTo>
                      <a:pt x="439" y="1246"/>
                      <a:pt x="456" y="1255"/>
                      <a:pt x="473" y="1263"/>
                    </a:cubicBezTo>
                    <a:lnTo>
                      <a:pt x="508" y="1306"/>
                    </a:lnTo>
                    <a:lnTo>
                      <a:pt x="516" y="1332"/>
                    </a:lnTo>
                    <a:lnTo>
                      <a:pt x="525" y="1358"/>
                    </a:lnTo>
                    <a:lnTo>
                      <a:pt x="525" y="1392"/>
                    </a:lnTo>
                    <a:cubicBezTo>
                      <a:pt x="533" y="1401"/>
                      <a:pt x="551" y="1418"/>
                      <a:pt x="568" y="1426"/>
                    </a:cubicBezTo>
                    <a:cubicBezTo>
                      <a:pt x="585" y="1435"/>
                      <a:pt x="602" y="1444"/>
                      <a:pt x="619" y="1452"/>
                    </a:cubicBezTo>
                    <a:lnTo>
                      <a:pt x="645" y="1487"/>
                    </a:lnTo>
                    <a:cubicBezTo>
                      <a:pt x="671" y="1504"/>
                      <a:pt x="705" y="1521"/>
                      <a:pt x="740" y="1538"/>
                    </a:cubicBezTo>
                    <a:cubicBezTo>
                      <a:pt x="765" y="1547"/>
                      <a:pt x="783" y="1555"/>
                      <a:pt x="808" y="1572"/>
                    </a:cubicBezTo>
                    <a:cubicBezTo>
                      <a:pt x="817" y="1581"/>
                      <a:pt x="826" y="1581"/>
                      <a:pt x="843" y="1590"/>
                    </a:cubicBezTo>
                    <a:cubicBezTo>
                      <a:pt x="851" y="1590"/>
                      <a:pt x="860" y="1598"/>
                      <a:pt x="877" y="1598"/>
                    </a:cubicBezTo>
                    <a:cubicBezTo>
                      <a:pt x="903" y="1615"/>
                      <a:pt x="929" y="1624"/>
                      <a:pt x="954" y="1641"/>
                    </a:cubicBezTo>
                    <a:cubicBezTo>
                      <a:pt x="972" y="1658"/>
                      <a:pt x="997" y="1658"/>
                      <a:pt x="1032" y="1658"/>
                    </a:cubicBezTo>
                    <a:lnTo>
                      <a:pt x="1109" y="1658"/>
                    </a:lnTo>
                    <a:cubicBezTo>
                      <a:pt x="1118" y="1661"/>
                      <a:pt x="1125" y="1662"/>
                      <a:pt x="1132" y="1662"/>
                    </a:cubicBezTo>
                    <a:cubicBezTo>
                      <a:pt x="1146" y="1662"/>
                      <a:pt x="1158" y="1658"/>
                      <a:pt x="1169" y="1658"/>
                    </a:cubicBezTo>
                    <a:cubicBezTo>
                      <a:pt x="1186" y="1658"/>
                      <a:pt x="1229" y="1676"/>
                      <a:pt x="1246" y="1684"/>
                    </a:cubicBezTo>
                    <a:lnTo>
                      <a:pt x="1281" y="1701"/>
                    </a:lnTo>
                    <a:cubicBezTo>
                      <a:pt x="1289" y="1710"/>
                      <a:pt x="1315" y="1710"/>
                      <a:pt x="1332" y="1710"/>
                    </a:cubicBezTo>
                    <a:cubicBezTo>
                      <a:pt x="1367" y="1710"/>
                      <a:pt x="1401" y="1710"/>
                      <a:pt x="1444" y="1701"/>
                    </a:cubicBezTo>
                    <a:cubicBezTo>
                      <a:pt x="1465" y="1701"/>
                      <a:pt x="1480" y="1712"/>
                      <a:pt x="1498" y="1712"/>
                    </a:cubicBezTo>
                    <a:cubicBezTo>
                      <a:pt x="1503" y="1712"/>
                      <a:pt x="1508" y="1712"/>
                      <a:pt x="1513" y="1710"/>
                    </a:cubicBezTo>
                    <a:lnTo>
                      <a:pt x="1547" y="1701"/>
                    </a:lnTo>
                    <a:cubicBezTo>
                      <a:pt x="1550" y="1698"/>
                      <a:pt x="1554" y="1697"/>
                      <a:pt x="1558" y="1697"/>
                    </a:cubicBezTo>
                    <a:cubicBezTo>
                      <a:pt x="1567" y="1697"/>
                      <a:pt x="1579" y="1701"/>
                      <a:pt x="1590" y="1701"/>
                    </a:cubicBezTo>
                    <a:cubicBezTo>
                      <a:pt x="1642" y="1693"/>
                      <a:pt x="1676" y="1684"/>
                      <a:pt x="1719" y="1684"/>
                    </a:cubicBezTo>
                    <a:cubicBezTo>
                      <a:pt x="1736" y="1687"/>
                      <a:pt x="1751" y="1688"/>
                      <a:pt x="1766" y="1688"/>
                    </a:cubicBezTo>
                    <a:cubicBezTo>
                      <a:pt x="1795" y="1688"/>
                      <a:pt x="1822" y="1684"/>
                      <a:pt x="1856" y="1684"/>
                    </a:cubicBezTo>
                    <a:cubicBezTo>
                      <a:pt x="1882" y="1684"/>
                      <a:pt x="1899" y="1667"/>
                      <a:pt x="1925" y="1650"/>
                    </a:cubicBezTo>
                    <a:cubicBezTo>
                      <a:pt x="1951" y="1633"/>
                      <a:pt x="1977" y="1624"/>
                      <a:pt x="1994" y="1615"/>
                    </a:cubicBezTo>
                    <a:cubicBezTo>
                      <a:pt x="2028" y="1590"/>
                      <a:pt x="2071" y="1598"/>
                      <a:pt x="2106" y="1581"/>
                    </a:cubicBezTo>
                    <a:cubicBezTo>
                      <a:pt x="2149" y="1564"/>
                      <a:pt x="2192" y="1512"/>
                      <a:pt x="2243" y="1504"/>
                    </a:cubicBezTo>
                    <a:cubicBezTo>
                      <a:pt x="2240" y="1494"/>
                      <a:pt x="2222" y="1490"/>
                      <a:pt x="2201" y="1490"/>
                    </a:cubicBezTo>
                    <a:cubicBezTo>
                      <a:pt x="2168" y="1490"/>
                      <a:pt x="2128" y="1498"/>
                      <a:pt x="2123" y="1504"/>
                    </a:cubicBezTo>
                    <a:cubicBezTo>
                      <a:pt x="2080" y="1512"/>
                      <a:pt x="2054" y="1529"/>
                      <a:pt x="2011" y="1538"/>
                    </a:cubicBezTo>
                    <a:cubicBezTo>
                      <a:pt x="1977" y="1538"/>
                      <a:pt x="1951" y="1547"/>
                      <a:pt x="1917" y="1555"/>
                    </a:cubicBezTo>
                    <a:cubicBezTo>
                      <a:pt x="1891" y="1564"/>
                      <a:pt x="1865" y="1581"/>
                      <a:pt x="1831" y="1590"/>
                    </a:cubicBezTo>
                    <a:cubicBezTo>
                      <a:pt x="1823" y="1592"/>
                      <a:pt x="1814" y="1593"/>
                      <a:pt x="1804" y="1593"/>
                    </a:cubicBezTo>
                    <a:cubicBezTo>
                      <a:pt x="1780" y="1593"/>
                      <a:pt x="1752" y="1587"/>
                      <a:pt x="1728" y="1581"/>
                    </a:cubicBezTo>
                    <a:lnTo>
                      <a:pt x="1590" y="1581"/>
                    </a:lnTo>
                    <a:cubicBezTo>
                      <a:pt x="1573" y="1581"/>
                      <a:pt x="1564" y="1572"/>
                      <a:pt x="1539" y="1564"/>
                    </a:cubicBezTo>
                    <a:lnTo>
                      <a:pt x="1470" y="1564"/>
                    </a:lnTo>
                    <a:cubicBezTo>
                      <a:pt x="1453" y="1564"/>
                      <a:pt x="1444" y="1555"/>
                      <a:pt x="1427" y="1555"/>
                    </a:cubicBezTo>
                    <a:cubicBezTo>
                      <a:pt x="1418" y="1552"/>
                      <a:pt x="1410" y="1551"/>
                      <a:pt x="1401" y="1551"/>
                    </a:cubicBezTo>
                    <a:cubicBezTo>
                      <a:pt x="1385" y="1551"/>
                      <a:pt x="1370" y="1555"/>
                      <a:pt x="1358" y="1555"/>
                    </a:cubicBezTo>
                    <a:cubicBezTo>
                      <a:pt x="1341" y="1547"/>
                      <a:pt x="1315" y="1547"/>
                      <a:pt x="1298" y="1538"/>
                    </a:cubicBezTo>
                    <a:cubicBezTo>
                      <a:pt x="1281" y="1529"/>
                      <a:pt x="1264" y="1521"/>
                      <a:pt x="1238" y="1512"/>
                    </a:cubicBezTo>
                    <a:cubicBezTo>
                      <a:pt x="1212" y="1504"/>
                      <a:pt x="1178" y="1504"/>
                      <a:pt x="1152" y="1487"/>
                    </a:cubicBezTo>
                    <a:cubicBezTo>
                      <a:pt x="1083" y="1452"/>
                      <a:pt x="1032" y="1418"/>
                      <a:pt x="963" y="1392"/>
                    </a:cubicBezTo>
                    <a:cubicBezTo>
                      <a:pt x="929" y="1383"/>
                      <a:pt x="911" y="1383"/>
                      <a:pt x="886" y="1366"/>
                    </a:cubicBezTo>
                    <a:lnTo>
                      <a:pt x="860" y="1340"/>
                    </a:lnTo>
                    <a:cubicBezTo>
                      <a:pt x="834" y="1315"/>
                      <a:pt x="808" y="1289"/>
                      <a:pt x="783" y="1255"/>
                    </a:cubicBezTo>
                    <a:cubicBezTo>
                      <a:pt x="765" y="1229"/>
                      <a:pt x="740" y="1212"/>
                      <a:pt x="714" y="1186"/>
                    </a:cubicBezTo>
                    <a:cubicBezTo>
                      <a:pt x="688" y="1169"/>
                      <a:pt x="688" y="1151"/>
                      <a:pt x="671" y="1134"/>
                    </a:cubicBezTo>
                    <a:cubicBezTo>
                      <a:pt x="654" y="1100"/>
                      <a:pt x="628" y="1074"/>
                      <a:pt x="611" y="1048"/>
                    </a:cubicBezTo>
                    <a:cubicBezTo>
                      <a:pt x="602" y="1031"/>
                      <a:pt x="594" y="1014"/>
                      <a:pt x="576" y="997"/>
                    </a:cubicBezTo>
                    <a:cubicBezTo>
                      <a:pt x="551" y="962"/>
                      <a:pt x="516" y="937"/>
                      <a:pt x="490" y="902"/>
                    </a:cubicBezTo>
                    <a:cubicBezTo>
                      <a:pt x="447" y="851"/>
                      <a:pt x="422" y="791"/>
                      <a:pt x="387" y="739"/>
                    </a:cubicBezTo>
                    <a:cubicBezTo>
                      <a:pt x="336" y="662"/>
                      <a:pt x="293" y="584"/>
                      <a:pt x="258" y="499"/>
                    </a:cubicBezTo>
                    <a:cubicBezTo>
                      <a:pt x="233" y="447"/>
                      <a:pt x="198" y="404"/>
                      <a:pt x="173" y="352"/>
                    </a:cubicBezTo>
                    <a:cubicBezTo>
                      <a:pt x="155" y="310"/>
                      <a:pt x="138" y="275"/>
                      <a:pt x="112" y="241"/>
                    </a:cubicBezTo>
                    <a:lnTo>
                      <a:pt x="95" y="224"/>
                    </a:lnTo>
                    <a:lnTo>
                      <a:pt x="87" y="198"/>
                    </a:lnTo>
                    <a:cubicBezTo>
                      <a:pt x="78" y="172"/>
                      <a:pt x="87" y="163"/>
                      <a:pt x="147" y="138"/>
                    </a:cubicBezTo>
                    <a:lnTo>
                      <a:pt x="112" y="103"/>
                    </a:lnTo>
                    <a:cubicBezTo>
                      <a:pt x="87" y="78"/>
                      <a:pt x="78" y="35"/>
                      <a:pt x="69" y="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51" name="Google Shape;18051;p62"/>
              <p:cNvSpPr/>
              <p:nvPr/>
            </p:nvSpPr>
            <p:spPr>
              <a:xfrm>
                <a:off x="5195775" y="1270325"/>
                <a:ext cx="33525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884" extrusionOk="0">
                    <a:moveTo>
                      <a:pt x="929" y="0"/>
                    </a:moveTo>
                    <a:lnTo>
                      <a:pt x="929" y="26"/>
                    </a:lnTo>
                    <a:lnTo>
                      <a:pt x="929" y="35"/>
                    </a:lnTo>
                    <a:cubicBezTo>
                      <a:pt x="937" y="52"/>
                      <a:pt x="946" y="61"/>
                      <a:pt x="954" y="69"/>
                    </a:cubicBezTo>
                    <a:cubicBezTo>
                      <a:pt x="972" y="86"/>
                      <a:pt x="989" y="103"/>
                      <a:pt x="1006" y="121"/>
                    </a:cubicBezTo>
                    <a:cubicBezTo>
                      <a:pt x="1015" y="129"/>
                      <a:pt x="1023" y="138"/>
                      <a:pt x="1032" y="146"/>
                    </a:cubicBezTo>
                    <a:cubicBezTo>
                      <a:pt x="1049" y="155"/>
                      <a:pt x="1075" y="155"/>
                      <a:pt x="1083" y="164"/>
                    </a:cubicBezTo>
                    <a:cubicBezTo>
                      <a:pt x="1100" y="172"/>
                      <a:pt x="1118" y="181"/>
                      <a:pt x="1135" y="189"/>
                    </a:cubicBezTo>
                    <a:cubicBezTo>
                      <a:pt x="1143" y="207"/>
                      <a:pt x="1152" y="224"/>
                      <a:pt x="1152" y="241"/>
                    </a:cubicBezTo>
                    <a:cubicBezTo>
                      <a:pt x="1152" y="267"/>
                      <a:pt x="1152" y="284"/>
                      <a:pt x="1143" y="310"/>
                    </a:cubicBezTo>
                    <a:cubicBezTo>
                      <a:pt x="1143" y="335"/>
                      <a:pt x="1143" y="353"/>
                      <a:pt x="1143" y="378"/>
                    </a:cubicBezTo>
                    <a:cubicBezTo>
                      <a:pt x="1135" y="421"/>
                      <a:pt x="1135" y="464"/>
                      <a:pt x="1118" y="507"/>
                    </a:cubicBezTo>
                    <a:cubicBezTo>
                      <a:pt x="1109" y="533"/>
                      <a:pt x="1100" y="550"/>
                      <a:pt x="1100" y="567"/>
                    </a:cubicBezTo>
                    <a:cubicBezTo>
                      <a:pt x="1092" y="585"/>
                      <a:pt x="1083" y="602"/>
                      <a:pt x="1083" y="619"/>
                    </a:cubicBezTo>
                    <a:cubicBezTo>
                      <a:pt x="1066" y="662"/>
                      <a:pt x="1049" y="705"/>
                      <a:pt x="1066" y="748"/>
                    </a:cubicBezTo>
                    <a:cubicBezTo>
                      <a:pt x="1075" y="774"/>
                      <a:pt x="1083" y="808"/>
                      <a:pt x="1083" y="842"/>
                    </a:cubicBezTo>
                    <a:lnTo>
                      <a:pt x="1083" y="868"/>
                    </a:lnTo>
                    <a:lnTo>
                      <a:pt x="1100" y="885"/>
                    </a:lnTo>
                    <a:lnTo>
                      <a:pt x="1092" y="911"/>
                    </a:lnTo>
                    <a:cubicBezTo>
                      <a:pt x="1083" y="937"/>
                      <a:pt x="1075" y="954"/>
                      <a:pt x="1066" y="980"/>
                    </a:cubicBezTo>
                    <a:lnTo>
                      <a:pt x="1049" y="1014"/>
                    </a:lnTo>
                    <a:lnTo>
                      <a:pt x="1032" y="1031"/>
                    </a:lnTo>
                    <a:lnTo>
                      <a:pt x="1023" y="1049"/>
                    </a:lnTo>
                    <a:cubicBezTo>
                      <a:pt x="997" y="1083"/>
                      <a:pt x="997" y="1117"/>
                      <a:pt x="963" y="1134"/>
                    </a:cubicBezTo>
                    <a:cubicBezTo>
                      <a:pt x="946" y="1152"/>
                      <a:pt x="920" y="1152"/>
                      <a:pt x="894" y="1160"/>
                    </a:cubicBezTo>
                    <a:cubicBezTo>
                      <a:pt x="851" y="1177"/>
                      <a:pt x="817" y="1203"/>
                      <a:pt x="783" y="1238"/>
                    </a:cubicBezTo>
                    <a:cubicBezTo>
                      <a:pt x="757" y="1255"/>
                      <a:pt x="731" y="1272"/>
                      <a:pt x="722" y="1298"/>
                    </a:cubicBezTo>
                    <a:cubicBezTo>
                      <a:pt x="705" y="1323"/>
                      <a:pt x="705" y="1349"/>
                      <a:pt x="705" y="1375"/>
                    </a:cubicBezTo>
                    <a:cubicBezTo>
                      <a:pt x="697" y="1409"/>
                      <a:pt x="697" y="1444"/>
                      <a:pt x="671" y="1469"/>
                    </a:cubicBezTo>
                    <a:cubicBezTo>
                      <a:pt x="654" y="1495"/>
                      <a:pt x="628" y="1512"/>
                      <a:pt x="602" y="1538"/>
                    </a:cubicBezTo>
                    <a:cubicBezTo>
                      <a:pt x="585" y="1555"/>
                      <a:pt x="559" y="1564"/>
                      <a:pt x="542" y="1590"/>
                    </a:cubicBezTo>
                    <a:cubicBezTo>
                      <a:pt x="533" y="1598"/>
                      <a:pt x="525" y="1607"/>
                      <a:pt x="508" y="1616"/>
                    </a:cubicBezTo>
                    <a:cubicBezTo>
                      <a:pt x="490" y="1633"/>
                      <a:pt x="473" y="1641"/>
                      <a:pt x="456" y="1659"/>
                    </a:cubicBezTo>
                    <a:cubicBezTo>
                      <a:pt x="430" y="1676"/>
                      <a:pt x="405" y="1676"/>
                      <a:pt x="379" y="1693"/>
                    </a:cubicBezTo>
                    <a:cubicBezTo>
                      <a:pt x="353" y="1701"/>
                      <a:pt x="327" y="1710"/>
                      <a:pt x="301" y="1710"/>
                    </a:cubicBezTo>
                    <a:cubicBezTo>
                      <a:pt x="290" y="1710"/>
                      <a:pt x="279" y="1706"/>
                      <a:pt x="267" y="1706"/>
                    </a:cubicBezTo>
                    <a:cubicBezTo>
                      <a:pt x="261" y="1706"/>
                      <a:pt x="256" y="1707"/>
                      <a:pt x="250" y="1710"/>
                    </a:cubicBezTo>
                    <a:cubicBezTo>
                      <a:pt x="233" y="1710"/>
                      <a:pt x="216" y="1727"/>
                      <a:pt x="198" y="1727"/>
                    </a:cubicBezTo>
                    <a:cubicBezTo>
                      <a:pt x="173" y="1736"/>
                      <a:pt x="147" y="1744"/>
                      <a:pt x="130" y="1762"/>
                    </a:cubicBezTo>
                    <a:cubicBezTo>
                      <a:pt x="95" y="1779"/>
                      <a:pt x="78" y="1787"/>
                      <a:pt x="44" y="1796"/>
                    </a:cubicBezTo>
                    <a:lnTo>
                      <a:pt x="9" y="1822"/>
                    </a:lnTo>
                    <a:cubicBezTo>
                      <a:pt x="1" y="1830"/>
                      <a:pt x="9" y="1839"/>
                      <a:pt x="27" y="1856"/>
                    </a:cubicBezTo>
                    <a:cubicBezTo>
                      <a:pt x="44" y="1865"/>
                      <a:pt x="61" y="1873"/>
                      <a:pt x="78" y="1882"/>
                    </a:cubicBezTo>
                    <a:cubicBezTo>
                      <a:pt x="82" y="1883"/>
                      <a:pt x="85" y="1884"/>
                      <a:pt x="89" y="1884"/>
                    </a:cubicBezTo>
                    <a:cubicBezTo>
                      <a:pt x="111" y="1884"/>
                      <a:pt x="133" y="1862"/>
                      <a:pt x="155" y="1848"/>
                    </a:cubicBezTo>
                    <a:cubicBezTo>
                      <a:pt x="173" y="1842"/>
                      <a:pt x="203" y="1832"/>
                      <a:pt x="229" y="1832"/>
                    </a:cubicBezTo>
                    <a:cubicBezTo>
                      <a:pt x="240" y="1832"/>
                      <a:pt x="250" y="1834"/>
                      <a:pt x="258" y="1839"/>
                    </a:cubicBezTo>
                    <a:lnTo>
                      <a:pt x="284" y="1848"/>
                    </a:lnTo>
                    <a:lnTo>
                      <a:pt x="310" y="1848"/>
                    </a:lnTo>
                    <a:cubicBezTo>
                      <a:pt x="327" y="1852"/>
                      <a:pt x="344" y="1852"/>
                      <a:pt x="362" y="1852"/>
                    </a:cubicBezTo>
                    <a:cubicBezTo>
                      <a:pt x="379" y="1852"/>
                      <a:pt x="396" y="1852"/>
                      <a:pt x="413" y="1856"/>
                    </a:cubicBezTo>
                    <a:lnTo>
                      <a:pt x="490" y="1856"/>
                    </a:lnTo>
                    <a:cubicBezTo>
                      <a:pt x="499" y="1865"/>
                      <a:pt x="508" y="1865"/>
                      <a:pt x="525" y="1865"/>
                    </a:cubicBezTo>
                    <a:cubicBezTo>
                      <a:pt x="551" y="1865"/>
                      <a:pt x="568" y="1856"/>
                      <a:pt x="594" y="1848"/>
                    </a:cubicBezTo>
                    <a:cubicBezTo>
                      <a:pt x="611" y="1830"/>
                      <a:pt x="645" y="1830"/>
                      <a:pt x="662" y="1813"/>
                    </a:cubicBezTo>
                    <a:lnTo>
                      <a:pt x="671" y="1796"/>
                    </a:lnTo>
                    <a:cubicBezTo>
                      <a:pt x="688" y="1787"/>
                      <a:pt x="714" y="1787"/>
                      <a:pt x="722" y="1779"/>
                    </a:cubicBezTo>
                    <a:cubicBezTo>
                      <a:pt x="757" y="1770"/>
                      <a:pt x="783" y="1770"/>
                      <a:pt x="808" y="1762"/>
                    </a:cubicBezTo>
                    <a:cubicBezTo>
                      <a:pt x="826" y="1753"/>
                      <a:pt x="843" y="1727"/>
                      <a:pt x="860" y="1727"/>
                    </a:cubicBezTo>
                    <a:cubicBezTo>
                      <a:pt x="877" y="1719"/>
                      <a:pt x="886" y="1719"/>
                      <a:pt x="894" y="1710"/>
                    </a:cubicBezTo>
                    <a:lnTo>
                      <a:pt x="911" y="1701"/>
                    </a:lnTo>
                    <a:cubicBezTo>
                      <a:pt x="920" y="1684"/>
                      <a:pt x="937" y="1676"/>
                      <a:pt x="946" y="1659"/>
                    </a:cubicBezTo>
                    <a:cubicBezTo>
                      <a:pt x="972" y="1633"/>
                      <a:pt x="989" y="1598"/>
                      <a:pt x="1006" y="1564"/>
                    </a:cubicBezTo>
                    <a:lnTo>
                      <a:pt x="1023" y="1547"/>
                    </a:lnTo>
                    <a:lnTo>
                      <a:pt x="1040" y="1530"/>
                    </a:lnTo>
                    <a:cubicBezTo>
                      <a:pt x="1049" y="1504"/>
                      <a:pt x="1075" y="1495"/>
                      <a:pt x="1092" y="1478"/>
                    </a:cubicBezTo>
                    <a:cubicBezTo>
                      <a:pt x="1118" y="1444"/>
                      <a:pt x="1143" y="1418"/>
                      <a:pt x="1178" y="1401"/>
                    </a:cubicBezTo>
                    <a:cubicBezTo>
                      <a:pt x="1195" y="1392"/>
                      <a:pt x="1212" y="1384"/>
                      <a:pt x="1221" y="1375"/>
                    </a:cubicBezTo>
                    <a:cubicBezTo>
                      <a:pt x="1238" y="1366"/>
                      <a:pt x="1255" y="1366"/>
                      <a:pt x="1272" y="1358"/>
                    </a:cubicBezTo>
                    <a:cubicBezTo>
                      <a:pt x="1289" y="1349"/>
                      <a:pt x="1298" y="1332"/>
                      <a:pt x="1307" y="1306"/>
                    </a:cubicBezTo>
                    <a:cubicBezTo>
                      <a:pt x="1315" y="1272"/>
                      <a:pt x="1324" y="1238"/>
                      <a:pt x="1315" y="1203"/>
                    </a:cubicBezTo>
                    <a:cubicBezTo>
                      <a:pt x="1315" y="1177"/>
                      <a:pt x="1307" y="1152"/>
                      <a:pt x="1307" y="1134"/>
                    </a:cubicBezTo>
                    <a:cubicBezTo>
                      <a:pt x="1307" y="1117"/>
                      <a:pt x="1307" y="1109"/>
                      <a:pt x="1307" y="1091"/>
                    </a:cubicBezTo>
                    <a:cubicBezTo>
                      <a:pt x="1315" y="1066"/>
                      <a:pt x="1324" y="1031"/>
                      <a:pt x="1332" y="1006"/>
                    </a:cubicBezTo>
                    <a:cubicBezTo>
                      <a:pt x="1341" y="971"/>
                      <a:pt x="1341" y="945"/>
                      <a:pt x="1341" y="920"/>
                    </a:cubicBezTo>
                    <a:cubicBezTo>
                      <a:pt x="1341" y="885"/>
                      <a:pt x="1324" y="860"/>
                      <a:pt x="1324" y="825"/>
                    </a:cubicBezTo>
                    <a:cubicBezTo>
                      <a:pt x="1315" y="791"/>
                      <a:pt x="1332" y="748"/>
                      <a:pt x="1315" y="705"/>
                    </a:cubicBezTo>
                    <a:cubicBezTo>
                      <a:pt x="1307" y="679"/>
                      <a:pt x="1289" y="653"/>
                      <a:pt x="1281" y="628"/>
                    </a:cubicBezTo>
                    <a:cubicBezTo>
                      <a:pt x="1281" y="602"/>
                      <a:pt x="1281" y="585"/>
                      <a:pt x="1281" y="567"/>
                    </a:cubicBezTo>
                    <a:cubicBezTo>
                      <a:pt x="1289" y="542"/>
                      <a:pt x="1281" y="524"/>
                      <a:pt x="1289" y="507"/>
                    </a:cubicBezTo>
                    <a:cubicBezTo>
                      <a:pt x="1298" y="490"/>
                      <a:pt x="1289" y="473"/>
                      <a:pt x="1289" y="456"/>
                    </a:cubicBezTo>
                    <a:cubicBezTo>
                      <a:pt x="1298" y="439"/>
                      <a:pt x="1307" y="421"/>
                      <a:pt x="1307" y="396"/>
                    </a:cubicBezTo>
                    <a:cubicBezTo>
                      <a:pt x="1307" y="378"/>
                      <a:pt x="1298" y="361"/>
                      <a:pt x="1298" y="335"/>
                    </a:cubicBezTo>
                    <a:lnTo>
                      <a:pt x="1289" y="318"/>
                    </a:lnTo>
                    <a:lnTo>
                      <a:pt x="1272" y="301"/>
                    </a:lnTo>
                    <a:cubicBezTo>
                      <a:pt x="1264" y="292"/>
                      <a:pt x="1264" y="267"/>
                      <a:pt x="1255" y="241"/>
                    </a:cubicBezTo>
                    <a:cubicBezTo>
                      <a:pt x="1246" y="215"/>
                      <a:pt x="1238" y="198"/>
                      <a:pt x="1221" y="172"/>
                    </a:cubicBezTo>
                    <a:cubicBezTo>
                      <a:pt x="1212" y="155"/>
                      <a:pt x="1195" y="129"/>
                      <a:pt x="1178" y="121"/>
                    </a:cubicBezTo>
                    <a:lnTo>
                      <a:pt x="1152" y="103"/>
                    </a:lnTo>
                    <a:cubicBezTo>
                      <a:pt x="1135" y="86"/>
                      <a:pt x="1126" y="78"/>
                      <a:pt x="1118" y="69"/>
                    </a:cubicBezTo>
                    <a:cubicBezTo>
                      <a:pt x="1092" y="61"/>
                      <a:pt x="1075" y="52"/>
                      <a:pt x="1049" y="43"/>
                    </a:cubicBezTo>
                    <a:cubicBezTo>
                      <a:pt x="1032" y="43"/>
                      <a:pt x="1023" y="35"/>
                      <a:pt x="1006" y="35"/>
                    </a:cubicBezTo>
                    <a:lnTo>
                      <a:pt x="972" y="35"/>
                    </a:lnTo>
                    <a:cubicBezTo>
                      <a:pt x="954" y="26"/>
                      <a:pt x="929" y="26"/>
                      <a:pt x="929" y="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52" name="Google Shape;18052;p62"/>
              <p:cNvSpPr/>
              <p:nvPr/>
            </p:nvSpPr>
            <p:spPr>
              <a:xfrm>
                <a:off x="5189125" y="1265875"/>
                <a:ext cx="36525" cy="50225"/>
              </a:xfrm>
              <a:custGeom>
                <a:avLst/>
                <a:gdLst/>
                <a:ahLst/>
                <a:cxnLst/>
                <a:rect l="l" t="t" r="r" b="b"/>
                <a:pathLst>
                  <a:path w="1461" h="2009" extrusionOk="0">
                    <a:moveTo>
                      <a:pt x="960" y="0"/>
                    </a:moveTo>
                    <a:cubicBezTo>
                      <a:pt x="935" y="0"/>
                      <a:pt x="929" y="94"/>
                      <a:pt x="937" y="101"/>
                    </a:cubicBezTo>
                    <a:lnTo>
                      <a:pt x="963" y="135"/>
                    </a:lnTo>
                    <a:cubicBezTo>
                      <a:pt x="980" y="161"/>
                      <a:pt x="1006" y="178"/>
                      <a:pt x="1031" y="204"/>
                    </a:cubicBezTo>
                    <a:cubicBezTo>
                      <a:pt x="1066" y="230"/>
                      <a:pt x="1092" y="273"/>
                      <a:pt x="1117" y="299"/>
                    </a:cubicBezTo>
                    <a:cubicBezTo>
                      <a:pt x="1143" y="324"/>
                      <a:pt x="1152" y="324"/>
                      <a:pt x="1160" y="359"/>
                    </a:cubicBezTo>
                    <a:cubicBezTo>
                      <a:pt x="1169" y="376"/>
                      <a:pt x="1177" y="393"/>
                      <a:pt x="1177" y="419"/>
                    </a:cubicBezTo>
                    <a:cubicBezTo>
                      <a:pt x="1177" y="436"/>
                      <a:pt x="1177" y="436"/>
                      <a:pt x="1177" y="453"/>
                    </a:cubicBezTo>
                    <a:cubicBezTo>
                      <a:pt x="1195" y="505"/>
                      <a:pt x="1212" y="556"/>
                      <a:pt x="1212" y="608"/>
                    </a:cubicBezTo>
                    <a:cubicBezTo>
                      <a:pt x="1220" y="677"/>
                      <a:pt x="1220" y="754"/>
                      <a:pt x="1220" y="831"/>
                    </a:cubicBezTo>
                    <a:cubicBezTo>
                      <a:pt x="1229" y="874"/>
                      <a:pt x="1212" y="917"/>
                      <a:pt x="1203" y="969"/>
                    </a:cubicBezTo>
                    <a:cubicBezTo>
                      <a:pt x="1195" y="995"/>
                      <a:pt x="1177" y="1020"/>
                      <a:pt x="1160" y="1046"/>
                    </a:cubicBezTo>
                    <a:cubicBezTo>
                      <a:pt x="1134" y="1089"/>
                      <a:pt x="1143" y="1132"/>
                      <a:pt x="1117" y="1175"/>
                    </a:cubicBezTo>
                    <a:cubicBezTo>
                      <a:pt x="1092" y="1209"/>
                      <a:pt x="1040" y="1252"/>
                      <a:pt x="997" y="1278"/>
                    </a:cubicBezTo>
                    <a:lnTo>
                      <a:pt x="945" y="1287"/>
                    </a:lnTo>
                    <a:lnTo>
                      <a:pt x="945" y="1330"/>
                    </a:lnTo>
                    <a:cubicBezTo>
                      <a:pt x="937" y="1381"/>
                      <a:pt x="902" y="1424"/>
                      <a:pt x="877" y="1458"/>
                    </a:cubicBezTo>
                    <a:cubicBezTo>
                      <a:pt x="868" y="1476"/>
                      <a:pt x="860" y="1501"/>
                      <a:pt x="851" y="1519"/>
                    </a:cubicBezTo>
                    <a:cubicBezTo>
                      <a:pt x="834" y="1536"/>
                      <a:pt x="834" y="1570"/>
                      <a:pt x="817" y="1587"/>
                    </a:cubicBezTo>
                    <a:cubicBezTo>
                      <a:pt x="799" y="1613"/>
                      <a:pt x="765" y="1622"/>
                      <a:pt x="731" y="1630"/>
                    </a:cubicBezTo>
                    <a:cubicBezTo>
                      <a:pt x="705" y="1630"/>
                      <a:pt x="671" y="1639"/>
                      <a:pt x="653" y="1665"/>
                    </a:cubicBezTo>
                    <a:cubicBezTo>
                      <a:pt x="645" y="1682"/>
                      <a:pt x="636" y="1699"/>
                      <a:pt x="636" y="1725"/>
                    </a:cubicBezTo>
                    <a:cubicBezTo>
                      <a:pt x="628" y="1733"/>
                      <a:pt x="619" y="1751"/>
                      <a:pt x="610" y="1759"/>
                    </a:cubicBezTo>
                    <a:cubicBezTo>
                      <a:pt x="593" y="1785"/>
                      <a:pt x="593" y="1794"/>
                      <a:pt x="559" y="1802"/>
                    </a:cubicBezTo>
                    <a:cubicBezTo>
                      <a:pt x="533" y="1811"/>
                      <a:pt x="499" y="1819"/>
                      <a:pt x="473" y="1828"/>
                    </a:cubicBezTo>
                    <a:cubicBezTo>
                      <a:pt x="421" y="1837"/>
                      <a:pt x="378" y="1854"/>
                      <a:pt x="327" y="1854"/>
                    </a:cubicBezTo>
                    <a:cubicBezTo>
                      <a:pt x="293" y="1862"/>
                      <a:pt x="258" y="1871"/>
                      <a:pt x="232" y="1879"/>
                    </a:cubicBezTo>
                    <a:cubicBezTo>
                      <a:pt x="208" y="1886"/>
                      <a:pt x="192" y="1892"/>
                      <a:pt x="173" y="1892"/>
                    </a:cubicBezTo>
                    <a:cubicBezTo>
                      <a:pt x="165" y="1892"/>
                      <a:pt x="157" y="1891"/>
                      <a:pt x="146" y="1888"/>
                    </a:cubicBezTo>
                    <a:cubicBezTo>
                      <a:pt x="129" y="1888"/>
                      <a:pt x="112" y="1879"/>
                      <a:pt x="86" y="1871"/>
                    </a:cubicBezTo>
                    <a:lnTo>
                      <a:pt x="43" y="1871"/>
                    </a:lnTo>
                    <a:cubicBezTo>
                      <a:pt x="0" y="1871"/>
                      <a:pt x="0" y="1897"/>
                      <a:pt x="9" y="1914"/>
                    </a:cubicBezTo>
                    <a:cubicBezTo>
                      <a:pt x="18" y="1922"/>
                      <a:pt x="35" y="1940"/>
                      <a:pt x="52" y="1948"/>
                    </a:cubicBezTo>
                    <a:lnTo>
                      <a:pt x="86" y="1957"/>
                    </a:lnTo>
                    <a:lnTo>
                      <a:pt x="103" y="1965"/>
                    </a:lnTo>
                    <a:lnTo>
                      <a:pt x="129" y="1974"/>
                    </a:lnTo>
                    <a:lnTo>
                      <a:pt x="164" y="1991"/>
                    </a:lnTo>
                    <a:cubicBezTo>
                      <a:pt x="172" y="1995"/>
                      <a:pt x="181" y="1995"/>
                      <a:pt x="189" y="1995"/>
                    </a:cubicBezTo>
                    <a:cubicBezTo>
                      <a:pt x="198" y="1995"/>
                      <a:pt x="207" y="1995"/>
                      <a:pt x="215" y="2000"/>
                    </a:cubicBezTo>
                    <a:cubicBezTo>
                      <a:pt x="232" y="2000"/>
                      <a:pt x="250" y="2008"/>
                      <a:pt x="258" y="2008"/>
                    </a:cubicBezTo>
                    <a:cubicBezTo>
                      <a:pt x="293" y="2008"/>
                      <a:pt x="344" y="2000"/>
                      <a:pt x="370" y="1983"/>
                    </a:cubicBezTo>
                    <a:cubicBezTo>
                      <a:pt x="378" y="1974"/>
                      <a:pt x="396" y="1957"/>
                      <a:pt x="413" y="1948"/>
                    </a:cubicBezTo>
                    <a:cubicBezTo>
                      <a:pt x="439" y="1940"/>
                      <a:pt x="482" y="1931"/>
                      <a:pt x="507" y="1931"/>
                    </a:cubicBezTo>
                    <a:cubicBezTo>
                      <a:pt x="514" y="1930"/>
                      <a:pt x="521" y="1930"/>
                      <a:pt x="527" y="1930"/>
                    </a:cubicBezTo>
                    <a:cubicBezTo>
                      <a:pt x="605" y="1930"/>
                      <a:pt x="678" y="1962"/>
                      <a:pt x="754" y="1962"/>
                    </a:cubicBezTo>
                    <a:cubicBezTo>
                      <a:pt x="780" y="1962"/>
                      <a:pt x="807" y="1959"/>
                      <a:pt x="834" y="1948"/>
                    </a:cubicBezTo>
                    <a:cubicBezTo>
                      <a:pt x="860" y="1940"/>
                      <a:pt x="868" y="1914"/>
                      <a:pt x="894" y="1897"/>
                    </a:cubicBezTo>
                    <a:cubicBezTo>
                      <a:pt x="911" y="1879"/>
                      <a:pt x="928" y="1862"/>
                      <a:pt x="937" y="1845"/>
                    </a:cubicBezTo>
                    <a:cubicBezTo>
                      <a:pt x="971" y="1794"/>
                      <a:pt x="988" y="1725"/>
                      <a:pt x="1014" y="1673"/>
                    </a:cubicBezTo>
                    <a:cubicBezTo>
                      <a:pt x="1023" y="1622"/>
                      <a:pt x="1040" y="1562"/>
                      <a:pt x="1066" y="1510"/>
                    </a:cubicBezTo>
                    <a:cubicBezTo>
                      <a:pt x="1083" y="1476"/>
                      <a:pt x="1109" y="1458"/>
                      <a:pt x="1143" y="1441"/>
                    </a:cubicBezTo>
                    <a:cubicBezTo>
                      <a:pt x="1186" y="1424"/>
                      <a:pt x="1220" y="1407"/>
                      <a:pt x="1263" y="1381"/>
                    </a:cubicBezTo>
                    <a:cubicBezTo>
                      <a:pt x="1306" y="1355"/>
                      <a:pt x="1349" y="1338"/>
                      <a:pt x="1375" y="1295"/>
                    </a:cubicBezTo>
                    <a:cubicBezTo>
                      <a:pt x="1401" y="1244"/>
                      <a:pt x="1401" y="1192"/>
                      <a:pt x="1409" y="1149"/>
                    </a:cubicBezTo>
                    <a:cubicBezTo>
                      <a:pt x="1418" y="1089"/>
                      <a:pt x="1444" y="1038"/>
                      <a:pt x="1435" y="977"/>
                    </a:cubicBezTo>
                    <a:cubicBezTo>
                      <a:pt x="1435" y="943"/>
                      <a:pt x="1427" y="909"/>
                      <a:pt x="1427" y="883"/>
                    </a:cubicBezTo>
                    <a:cubicBezTo>
                      <a:pt x="1418" y="840"/>
                      <a:pt x="1392" y="806"/>
                      <a:pt x="1401" y="763"/>
                    </a:cubicBezTo>
                    <a:cubicBezTo>
                      <a:pt x="1401" y="745"/>
                      <a:pt x="1401" y="720"/>
                      <a:pt x="1409" y="711"/>
                    </a:cubicBezTo>
                    <a:lnTo>
                      <a:pt x="1418" y="694"/>
                    </a:lnTo>
                    <a:cubicBezTo>
                      <a:pt x="1427" y="668"/>
                      <a:pt x="1435" y="642"/>
                      <a:pt x="1435" y="617"/>
                    </a:cubicBezTo>
                    <a:cubicBezTo>
                      <a:pt x="1444" y="582"/>
                      <a:pt x="1452" y="556"/>
                      <a:pt x="1461" y="522"/>
                    </a:cubicBezTo>
                    <a:cubicBezTo>
                      <a:pt x="1461" y="496"/>
                      <a:pt x="1452" y="453"/>
                      <a:pt x="1444" y="428"/>
                    </a:cubicBezTo>
                    <a:cubicBezTo>
                      <a:pt x="1435" y="402"/>
                      <a:pt x="1427" y="376"/>
                      <a:pt x="1401" y="359"/>
                    </a:cubicBezTo>
                    <a:cubicBezTo>
                      <a:pt x="1375" y="333"/>
                      <a:pt x="1341" y="316"/>
                      <a:pt x="1315" y="299"/>
                    </a:cubicBezTo>
                    <a:cubicBezTo>
                      <a:pt x="1298" y="273"/>
                      <a:pt x="1281" y="256"/>
                      <a:pt x="1255" y="239"/>
                    </a:cubicBezTo>
                    <a:cubicBezTo>
                      <a:pt x="1220" y="213"/>
                      <a:pt x="1203" y="178"/>
                      <a:pt x="1169" y="153"/>
                    </a:cubicBezTo>
                    <a:cubicBezTo>
                      <a:pt x="1134" y="135"/>
                      <a:pt x="1100" y="118"/>
                      <a:pt x="1066" y="92"/>
                    </a:cubicBezTo>
                    <a:cubicBezTo>
                      <a:pt x="1031" y="75"/>
                      <a:pt x="1006" y="32"/>
                      <a:pt x="971" y="7"/>
                    </a:cubicBezTo>
                    <a:cubicBezTo>
                      <a:pt x="967" y="2"/>
                      <a:pt x="963" y="0"/>
                      <a:pt x="960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53" name="Google Shape;18053;p62"/>
              <p:cNvSpPr/>
              <p:nvPr/>
            </p:nvSpPr>
            <p:spPr>
              <a:xfrm>
                <a:off x="5146375" y="1229300"/>
                <a:ext cx="784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3137" h="3188" extrusionOk="0">
                    <a:moveTo>
                      <a:pt x="1960" y="0"/>
                    </a:moveTo>
                    <a:cubicBezTo>
                      <a:pt x="1917" y="0"/>
                      <a:pt x="1856" y="43"/>
                      <a:pt x="1813" y="61"/>
                    </a:cubicBezTo>
                    <a:cubicBezTo>
                      <a:pt x="1753" y="78"/>
                      <a:pt x="1710" y="78"/>
                      <a:pt x="1659" y="78"/>
                    </a:cubicBezTo>
                    <a:cubicBezTo>
                      <a:pt x="1650" y="77"/>
                      <a:pt x="1641" y="76"/>
                      <a:pt x="1632" y="76"/>
                    </a:cubicBezTo>
                    <a:cubicBezTo>
                      <a:pt x="1555" y="76"/>
                      <a:pt x="1479" y="107"/>
                      <a:pt x="1410" y="138"/>
                    </a:cubicBezTo>
                    <a:cubicBezTo>
                      <a:pt x="1375" y="155"/>
                      <a:pt x="1332" y="155"/>
                      <a:pt x="1289" y="172"/>
                    </a:cubicBezTo>
                    <a:cubicBezTo>
                      <a:pt x="1229" y="189"/>
                      <a:pt x="1212" y="215"/>
                      <a:pt x="1169" y="250"/>
                    </a:cubicBezTo>
                    <a:cubicBezTo>
                      <a:pt x="1109" y="301"/>
                      <a:pt x="1057" y="353"/>
                      <a:pt x="997" y="413"/>
                    </a:cubicBezTo>
                    <a:cubicBezTo>
                      <a:pt x="946" y="464"/>
                      <a:pt x="894" y="533"/>
                      <a:pt x="808" y="533"/>
                    </a:cubicBezTo>
                    <a:cubicBezTo>
                      <a:pt x="748" y="533"/>
                      <a:pt x="645" y="602"/>
                      <a:pt x="636" y="671"/>
                    </a:cubicBezTo>
                    <a:cubicBezTo>
                      <a:pt x="611" y="765"/>
                      <a:pt x="645" y="782"/>
                      <a:pt x="559" y="868"/>
                    </a:cubicBezTo>
                    <a:cubicBezTo>
                      <a:pt x="533" y="903"/>
                      <a:pt x="508" y="937"/>
                      <a:pt x="473" y="954"/>
                    </a:cubicBezTo>
                    <a:cubicBezTo>
                      <a:pt x="447" y="971"/>
                      <a:pt x="439" y="1057"/>
                      <a:pt x="413" y="1066"/>
                    </a:cubicBezTo>
                    <a:cubicBezTo>
                      <a:pt x="396" y="1083"/>
                      <a:pt x="387" y="1100"/>
                      <a:pt x="370" y="1109"/>
                    </a:cubicBezTo>
                    <a:lnTo>
                      <a:pt x="344" y="1109"/>
                    </a:lnTo>
                    <a:lnTo>
                      <a:pt x="319" y="1152"/>
                    </a:lnTo>
                    <a:cubicBezTo>
                      <a:pt x="293" y="1169"/>
                      <a:pt x="267" y="1177"/>
                      <a:pt x="241" y="1186"/>
                    </a:cubicBezTo>
                    <a:cubicBezTo>
                      <a:pt x="173" y="1238"/>
                      <a:pt x="147" y="1306"/>
                      <a:pt x="121" y="1392"/>
                    </a:cubicBezTo>
                    <a:cubicBezTo>
                      <a:pt x="104" y="1427"/>
                      <a:pt x="78" y="1444"/>
                      <a:pt x="78" y="1487"/>
                    </a:cubicBezTo>
                    <a:cubicBezTo>
                      <a:pt x="69" y="1547"/>
                      <a:pt x="78" y="1590"/>
                      <a:pt x="87" y="1641"/>
                    </a:cubicBezTo>
                    <a:cubicBezTo>
                      <a:pt x="104" y="1744"/>
                      <a:pt x="26" y="1805"/>
                      <a:pt x="18" y="1899"/>
                    </a:cubicBezTo>
                    <a:cubicBezTo>
                      <a:pt x="18" y="1942"/>
                      <a:pt x="44" y="1968"/>
                      <a:pt x="52" y="2002"/>
                    </a:cubicBezTo>
                    <a:cubicBezTo>
                      <a:pt x="61" y="2037"/>
                      <a:pt x="52" y="2097"/>
                      <a:pt x="44" y="2131"/>
                    </a:cubicBezTo>
                    <a:cubicBezTo>
                      <a:pt x="35" y="2174"/>
                      <a:pt x="9" y="2226"/>
                      <a:pt x="1" y="2286"/>
                    </a:cubicBezTo>
                    <a:cubicBezTo>
                      <a:pt x="1" y="2320"/>
                      <a:pt x="9" y="2354"/>
                      <a:pt x="9" y="2397"/>
                    </a:cubicBezTo>
                    <a:cubicBezTo>
                      <a:pt x="26" y="2458"/>
                      <a:pt x="52" y="2501"/>
                      <a:pt x="78" y="2552"/>
                    </a:cubicBezTo>
                    <a:cubicBezTo>
                      <a:pt x="104" y="2612"/>
                      <a:pt x="69" y="2647"/>
                      <a:pt x="61" y="2707"/>
                    </a:cubicBezTo>
                    <a:cubicBezTo>
                      <a:pt x="52" y="2767"/>
                      <a:pt x="61" y="2836"/>
                      <a:pt x="69" y="2887"/>
                    </a:cubicBezTo>
                    <a:cubicBezTo>
                      <a:pt x="95" y="2982"/>
                      <a:pt x="138" y="3076"/>
                      <a:pt x="215" y="3136"/>
                    </a:cubicBezTo>
                    <a:cubicBezTo>
                      <a:pt x="233" y="3153"/>
                      <a:pt x="250" y="3171"/>
                      <a:pt x="267" y="3188"/>
                    </a:cubicBezTo>
                    <a:cubicBezTo>
                      <a:pt x="258" y="3171"/>
                      <a:pt x="258" y="3162"/>
                      <a:pt x="250" y="3145"/>
                    </a:cubicBezTo>
                    <a:cubicBezTo>
                      <a:pt x="241" y="3110"/>
                      <a:pt x="224" y="3076"/>
                      <a:pt x="215" y="3042"/>
                    </a:cubicBezTo>
                    <a:cubicBezTo>
                      <a:pt x="207" y="3016"/>
                      <a:pt x="207" y="2990"/>
                      <a:pt x="198" y="2964"/>
                    </a:cubicBezTo>
                    <a:cubicBezTo>
                      <a:pt x="198" y="2956"/>
                      <a:pt x="181" y="2939"/>
                      <a:pt x="181" y="2921"/>
                    </a:cubicBezTo>
                    <a:lnTo>
                      <a:pt x="198" y="2879"/>
                    </a:lnTo>
                    <a:cubicBezTo>
                      <a:pt x="250" y="2732"/>
                      <a:pt x="181" y="2586"/>
                      <a:pt x="181" y="2440"/>
                    </a:cubicBezTo>
                    <a:cubicBezTo>
                      <a:pt x="181" y="2354"/>
                      <a:pt x="198" y="2277"/>
                      <a:pt x="207" y="2200"/>
                    </a:cubicBezTo>
                    <a:cubicBezTo>
                      <a:pt x="207" y="2183"/>
                      <a:pt x="207" y="2157"/>
                      <a:pt x="207" y="2148"/>
                    </a:cubicBezTo>
                    <a:cubicBezTo>
                      <a:pt x="207" y="2140"/>
                      <a:pt x="215" y="2140"/>
                      <a:pt x="215" y="2122"/>
                    </a:cubicBezTo>
                    <a:lnTo>
                      <a:pt x="198" y="2114"/>
                    </a:lnTo>
                    <a:cubicBezTo>
                      <a:pt x="181" y="2071"/>
                      <a:pt x="181" y="2019"/>
                      <a:pt x="181" y="1976"/>
                    </a:cubicBezTo>
                    <a:cubicBezTo>
                      <a:pt x="164" y="1891"/>
                      <a:pt x="173" y="1796"/>
                      <a:pt x="233" y="1727"/>
                    </a:cubicBezTo>
                    <a:cubicBezTo>
                      <a:pt x="241" y="1710"/>
                      <a:pt x="250" y="1702"/>
                      <a:pt x="258" y="1684"/>
                    </a:cubicBezTo>
                    <a:cubicBezTo>
                      <a:pt x="258" y="1659"/>
                      <a:pt x="250" y="1641"/>
                      <a:pt x="250" y="1616"/>
                    </a:cubicBezTo>
                    <a:cubicBezTo>
                      <a:pt x="250" y="1598"/>
                      <a:pt x="250" y="1573"/>
                      <a:pt x="250" y="1547"/>
                    </a:cubicBezTo>
                    <a:cubicBezTo>
                      <a:pt x="258" y="1521"/>
                      <a:pt x="293" y="1495"/>
                      <a:pt x="301" y="1470"/>
                    </a:cubicBezTo>
                    <a:cubicBezTo>
                      <a:pt x="344" y="1418"/>
                      <a:pt x="405" y="1392"/>
                      <a:pt x="456" y="1349"/>
                    </a:cubicBezTo>
                    <a:cubicBezTo>
                      <a:pt x="465" y="1332"/>
                      <a:pt x="473" y="1323"/>
                      <a:pt x="482" y="1306"/>
                    </a:cubicBezTo>
                    <a:cubicBezTo>
                      <a:pt x="499" y="1289"/>
                      <a:pt x="490" y="1281"/>
                      <a:pt x="499" y="1255"/>
                    </a:cubicBezTo>
                    <a:cubicBezTo>
                      <a:pt x="499" y="1220"/>
                      <a:pt x="533" y="1195"/>
                      <a:pt x="559" y="1169"/>
                    </a:cubicBezTo>
                    <a:cubicBezTo>
                      <a:pt x="602" y="1134"/>
                      <a:pt x="636" y="1126"/>
                      <a:pt x="688" y="1126"/>
                    </a:cubicBezTo>
                    <a:cubicBezTo>
                      <a:pt x="697" y="1057"/>
                      <a:pt x="731" y="988"/>
                      <a:pt x="765" y="928"/>
                    </a:cubicBezTo>
                    <a:cubicBezTo>
                      <a:pt x="791" y="868"/>
                      <a:pt x="808" y="808"/>
                      <a:pt x="817" y="739"/>
                    </a:cubicBezTo>
                    <a:cubicBezTo>
                      <a:pt x="817" y="713"/>
                      <a:pt x="808" y="688"/>
                      <a:pt x="825" y="662"/>
                    </a:cubicBezTo>
                    <a:lnTo>
                      <a:pt x="825" y="645"/>
                    </a:lnTo>
                    <a:cubicBezTo>
                      <a:pt x="843" y="636"/>
                      <a:pt x="860" y="628"/>
                      <a:pt x="877" y="628"/>
                    </a:cubicBezTo>
                    <a:cubicBezTo>
                      <a:pt x="894" y="619"/>
                      <a:pt x="911" y="610"/>
                      <a:pt x="929" y="602"/>
                    </a:cubicBezTo>
                    <a:cubicBezTo>
                      <a:pt x="940" y="602"/>
                      <a:pt x="955" y="606"/>
                      <a:pt x="969" y="606"/>
                    </a:cubicBezTo>
                    <a:cubicBezTo>
                      <a:pt x="976" y="606"/>
                      <a:pt x="983" y="605"/>
                      <a:pt x="989" y="602"/>
                    </a:cubicBezTo>
                    <a:cubicBezTo>
                      <a:pt x="1006" y="593"/>
                      <a:pt x="1014" y="585"/>
                      <a:pt x="1023" y="576"/>
                    </a:cubicBezTo>
                    <a:cubicBezTo>
                      <a:pt x="1049" y="550"/>
                      <a:pt x="1075" y="542"/>
                      <a:pt x="1092" y="516"/>
                    </a:cubicBezTo>
                    <a:cubicBezTo>
                      <a:pt x="1118" y="490"/>
                      <a:pt x="1143" y="456"/>
                      <a:pt x="1161" y="430"/>
                    </a:cubicBezTo>
                    <a:cubicBezTo>
                      <a:pt x="1169" y="404"/>
                      <a:pt x="1178" y="387"/>
                      <a:pt x="1195" y="378"/>
                    </a:cubicBezTo>
                    <a:cubicBezTo>
                      <a:pt x="1212" y="361"/>
                      <a:pt x="1246" y="353"/>
                      <a:pt x="1272" y="353"/>
                    </a:cubicBezTo>
                    <a:cubicBezTo>
                      <a:pt x="1307" y="344"/>
                      <a:pt x="1332" y="335"/>
                      <a:pt x="1367" y="327"/>
                    </a:cubicBezTo>
                    <a:cubicBezTo>
                      <a:pt x="1410" y="310"/>
                      <a:pt x="1470" y="310"/>
                      <a:pt x="1496" y="267"/>
                    </a:cubicBezTo>
                    <a:cubicBezTo>
                      <a:pt x="1503" y="263"/>
                      <a:pt x="1516" y="261"/>
                      <a:pt x="1538" y="261"/>
                    </a:cubicBezTo>
                    <a:cubicBezTo>
                      <a:pt x="1570" y="261"/>
                      <a:pt x="1621" y="265"/>
                      <a:pt x="1702" y="275"/>
                    </a:cubicBezTo>
                    <a:cubicBezTo>
                      <a:pt x="1736" y="275"/>
                      <a:pt x="1994" y="301"/>
                      <a:pt x="2028" y="301"/>
                    </a:cubicBezTo>
                    <a:lnTo>
                      <a:pt x="2071" y="301"/>
                    </a:lnTo>
                    <a:cubicBezTo>
                      <a:pt x="2088" y="301"/>
                      <a:pt x="2106" y="293"/>
                      <a:pt x="2114" y="293"/>
                    </a:cubicBezTo>
                    <a:cubicBezTo>
                      <a:pt x="2131" y="301"/>
                      <a:pt x="2140" y="310"/>
                      <a:pt x="2149" y="318"/>
                    </a:cubicBezTo>
                    <a:cubicBezTo>
                      <a:pt x="2174" y="344"/>
                      <a:pt x="2200" y="378"/>
                      <a:pt x="2234" y="387"/>
                    </a:cubicBezTo>
                    <a:cubicBezTo>
                      <a:pt x="2277" y="404"/>
                      <a:pt x="2329" y="421"/>
                      <a:pt x="2372" y="421"/>
                    </a:cubicBezTo>
                    <a:cubicBezTo>
                      <a:pt x="2406" y="421"/>
                      <a:pt x="2441" y="396"/>
                      <a:pt x="2466" y="378"/>
                    </a:cubicBezTo>
                    <a:cubicBezTo>
                      <a:pt x="2484" y="370"/>
                      <a:pt x="2501" y="353"/>
                      <a:pt x="2518" y="353"/>
                    </a:cubicBezTo>
                    <a:lnTo>
                      <a:pt x="2544" y="370"/>
                    </a:lnTo>
                    <a:cubicBezTo>
                      <a:pt x="2561" y="387"/>
                      <a:pt x="2570" y="387"/>
                      <a:pt x="2587" y="396"/>
                    </a:cubicBezTo>
                    <a:cubicBezTo>
                      <a:pt x="2621" y="413"/>
                      <a:pt x="2655" y="430"/>
                      <a:pt x="2690" y="439"/>
                    </a:cubicBezTo>
                    <a:cubicBezTo>
                      <a:pt x="2724" y="447"/>
                      <a:pt x="2767" y="447"/>
                      <a:pt x="2793" y="464"/>
                    </a:cubicBezTo>
                    <a:lnTo>
                      <a:pt x="2819" y="490"/>
                    </a:lnTo>
                    <a:cubicBezTo>
                      <a:pt x="2836" y="499"/>
                      <a:pt x="2853" y="499"/>
                      <a:pt x="2870" y="507"/>
                    </a:cubicBezTo>
                    <a:cubicBezTo>
                      <a:pt x="2896" y="516"/>
                      <a:pt x="2913" y="524"/>
                      <a:pt x="2930" y="542"/>
                    </a:cubicBezTo>
                    <a:cubicBezTo>
                      <a:pt x="2956" y="550"/>
                      <a:pt x="2991" y="559"/>
                      <a:pt x="3008" y="567"/>
                    </a:cubicBezTo>
                    <a:cubicBezTo>
                      <a:pt x="3042" y="585"/>
                      <a:pt x="3068" y="610"/>
                      <a:pt x="3085" y="636"/>
                    </a:cubicBezTo>
                    <a:cubicBezTo>
                      <a:pt x="3102" y="653"/>
                      <a:pt x="3119" y="662"/>
                      <a:pt x="3137" y="679"/>
                    </a:cubicBezTo>
                    <a:cubicBezTo>
                      <a:pt x="3137" y="653"/>
                      <a:pt x="3137" y="628"/>
                      <a:pt x="3119" y="602"/>
                    </a:cubicBezTo>
                    <a:cubicBezTo>
                      <a:pt x="3094" y="567"/>
                      <a:pt x="3059" y="542"/>
                      <a:pt x="3033" y="499"/>
                    </a:cubicBezTo>
                    <a:cubicBezTo>
                      <a:pt x="3016" y="447"/>
                      <a:pt x="2991" y="421"/>
                      <a:pt x="2948" y="387"/>
                    </a:cubicBezTo>
                    <a:cubicBezTo>
                      <a:pt x="2862" y="335"/>
                      <a:pt x="2784" y="284"/>
                      <a:pt x="2698" y="232"/>
                    </a:cubicBezTo>
                    <a:cubicBezTo>
                      <a:pt x="2655" y="207"/>
                      <a:pt x="2621" y="215"/>
                      <a:pt x="2578" y="198"/>
                    </a:cubicBezTo>
                    <a:cubicBezTo>
                      <a:pt x="2544" y="189"/>
                      <a:pt x="2484" y="146"/>
                      <a:pt x="2466" y="146"/>
                    </a:cubicBezTo>
                    <a:cubicBezTo>
                      <a:pt x="2453" y="151"/>
                      <a:pt x="2440" y="153"/>
                      <a:pt x="2428" y="153"/>
                    </a:cubicBezTo>
                    <a:cubicBezTo>
                      <a:pt x="2393" y="153"/>
                      <a:pt x="2363" y="135"/>
                      <a:pt x="2338" y="104"/>
                    </a:cubicBezTo>
                    <a:cubicBezTo>
                      <a:pt x="2303" y="78"/>
                      <a:pt x="2286" y="52"/>
                      <a:pt x="2243" y="35"/>
                    </a:cubicBezTo>
                    <a:cubicBezTo>
                      <a:pt x="2229" y="32"/>
                      <a:pt x="2213" y="31"/>
                      <a:pt x="2196" y="31"/>
                    </a:cubicBezTo>
                    <a:cubicBezTo>
                      <a:pt x="2162" y="31"/>
                      <a:pt x="2126" y="35"/>
                      <a:pt x="2097" y="35"/>
                    </a:cubicBezTo>
                    <a:cubicBezTo>
                      <a:pt x="2071" y="26"/>
                      <a:pt x="2054" y="26"/>
                      <a:pt x="2028" y="26"/>
                    </a:cubicBezTo>
                    <a:lnTo>
                      <a:pt x="1994" y="26"/>
                    </a:lnTo>
                    <a:lnTo>
                      <a:pt x="1960" y="0"/>
                    </a:ln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54" name="Google Shape;18054;p62"/>
              <p:cNvSpPr/>
              <p:nvPr/>
            </p:nvSpPr>
            <p:spPr>
              <a:xfrm>
                <a:off x="5169575" y="1242175"/>
                <a:ext cx="56300" cy="26450"/>
              </a:xfrm>
              <a:custGeom>
                <a:avLst/>
                <a:gdLst/>
                <a:ahLst/>
                <a:cxnLst/>
                <a:rect l="l" t="t" r="r" b="b"/>
                <a:pathLst>
                  <a:path w="2252" h="1058" extrusionOk="0">
                    <a:moveTo>
                      <a:pt x="66" y="502"/>
                    </a:moveTo>
                    <a:cubicBezTo>
                      <a:pt x="56" y="513"/>
                      <a:pt x="49" y="526"/>
                      <a:pt x="45" y="539"/>
                    </a:cubicBezTo>
                    <a:lnTo>
                      <a:pt x="45" y="539"/>
                    </a:lnTo>
                    <a:cubicBezTo>
                      <a:pt x="52" y="528"/>
                      <a:pt x="58" y="516"/>
                      <a:pt x="66" y="502"/>
                    </a:cubicBezTo>
                    <a:close/>
                    <a:moveTo>
                      <a:pt x="45" y="539"/>
                    </a:moveTo>
                    <a:cubicBezTo>
                      <a:pt x="42" y="543"/>
                      <a:pt x="38" y="547"/>
                      <a:pt x="35" y="551"/>
                    </a:cubicBezTo>
                    <a:cubicBezTo>
                      <a:pt x="35" y="551"/>
                      <a:pt x="35" y="551"/>
                      <a:pt x="35" y="551"/>
                    </a:cubicBezTo>
                    <a:lnTo>
                      <a:pt x="35" y="551"/>
                    </a:lnTo>
                    <a:cubicBezTo>
                      <a:pt x="38" y="548"/>
                      <a:pt x="41" y="545"/>
                      <a:pt x="44" y="542"/>
                    </a:cubicBezTo>
                    <a:cubicBezTo>
                      <a:pt x="44" y="541"/>
                      <a:pt x="44" y="540"/>
                      <a:pt x="45" y="539"/>
                    </a:cubicBezTo>
                    <a:close/>
                    <a:moveTo>
                      <a:pt x="35" y="551"/>
                    </a:moveTo>
                    <a:lnTo>
                      <a:pt x="35" y="551"/>
                    </a:lnTo>
                    <a:cubicBezTo>
                      <a:pt x="19" y="568"/>
                      <a:pt x="1" y="589"/>
                      <a:pt x="1" y="611"/>
                    </a:cubicBezTo>
                    <a:cubicBezTo>
                      <a:pt x="1" y="594"/>
                      <a:pt x="26" y="568"/>
                      <a:pt x="35" y="551"/>
                    </a:cubicBezTo>
                    <a:close/>
                    <a:moveTo>
                      <a:pt x="1066" y="1"/>
                    </a:moveTo>
                    <a:cubicBezTo>
                      <a:pt x="1040" y="1"/>
                      <a:pt x="1014" y="9"/>
                      <a:pt x="997" y="9"/>
                    </a:cubicBezTo>
                    <a:cubicBezTo>
                      <a:pt x="980" y="14"/>
                      <a:pt x="965" y="14"/>
                      <a:pt x="951" y="14"/>
                    </a:cubicBezTo>
                    <a:cubicBezTo>
                      <a:pt x="937" y="14"/>
                      <a:pt x="924" y="14"/>
                      <a:pt x="911" y="18"/>
                    </a:cubicBezTo>
                    <a:cubicBezTo>
                      <a:pt x="894" y="18"/>
                      <a:pt x="868" y="18"/>
                      <a:pt x="860" y="27"/>
                    </a:cubicBezTo>
                    <a:cubicBezTo>
                      <a:pt x="825" y="44"/>
                      <a:pt x="817" y="61"/>
                      <a:pt x="782" y="70"/>
                    </a:cubicBezTo>
                    <a:cubicBezTo>
                      <a:pt x="714" y="87"/>
                      <a:pt x="654" y="95"/>
                      <a:pt x="585" y="104"/>
                    </a:cubicBezTo>
                    <a:cubicBezTo>
                      <a:pt x="559" y="104"/>
                      <a:pt x="525" y="121"/>
                      <a:pt x="499" y="138"/>
                    </a:cubicBezTo>
                    <a:cubicBezTo>
                      <a:pt x="482" y="147"/>
                      <a:pt x="490" y="164"/>
                      <a:pt x="482" y="173"/>
                    </a:cubicBezTo>
                    <a:cubicBezTo>
                      <a:pt x="473" y="216"/>
                      <a:pt x="430" y="233"/>
                      <a:pt x="396" y="259"/>
                    </a:cubicBezTo>
                    <a:cubicBezTo>
                      <a:pt x="353" y="284"/>
                      <a:pt x="310" y="319"/>
                      <a:pt x="258" y="345"/>
                    </a:cubicBezTo>
                    <a:cubicBezTo>
                      <a:pt x="190" y="370"/>
                      <a:pt x="112" y="422"/>
                      <a:pt x="78" y="482"/>
                    </a:cubicBezTo>
                    <a:cubicBezTo>
                      <a:pt x="73" y="489"/>
                      <a:pt x="70" y="495"/>
                      <a:pt x="66" y="502"/>
                    </a:cubicBezTo>
                    <a:lnTo>
                      <a:pt x="66" y="502"/>
                    </a:lnTo>
                    <a:cubicBezTo>
                      <a:pt x="74" y="493"/>
                      <a:pt x="84" y="486"/>
                      <a:pt x="95" y="482"/>
                    </a:cubicBezTo>
                    <a:cubicBezTo>
                      <a:pt x="104" y="473"/>
                      <a:pt x="121" y="465"/>
                      <a:pt x="138" y="456"/>
                    </a:cubicBezTo>
                    <a:cubicBezTo>
                      <a:pt x="172" y="448"/>
                      <a:pt x="207" y="448"/>
                      <a:pt x="233" y="439"/>
                    </a:cubicBezTo>
                    <a:cubicBezTo>
                      <a:pt x="276" y="422"/>
                      <a:pt x="310" y="405"/>
                      <a:pt x="336" y="388"/>
                    </a:cubicBezTo>
                    <a:cubicBezTo>
                      <a:pt x="344" y="379"/>
                      <a:pt x="355" y="377"/>
                      <a:pt x="366" y="377"/>
                    </a:cubicBezTo>
                    <a:cubicBezTo>
                      <a:pt x="376" y="377"/>
                      <a:pt x="387" y="379"/>
                      <a:pt x="396" y="379"/>
                    </a:cubicBezTo>
                    <a:cubicBezTo>
                      <a:pt x="422" y="379"/>
                      <a:pt x="439" y="379"/>
                      <a:pt x="465" y="370"/>
                    </a:cubicBezTo>
                    <a:cubicBezTo>
                      <a:pt x="482" y="362"/>
                      <a:pt x="507" y="362"/>
                      <a:pt x="525" y="353"/>
                    </a:cubicBezTo>
                    <a:cubicBezTo>
                      <a:pt x="533" y="345"/>
                      <a:pt x="542" y="336"/>
                      <a:pt x="559" y="336"/>
                    </a:cubicBezTo>
                    <a:lnTo>
                      <a:pt x="593" y="336"/>
                    </a:lnTo>
                    <a:cubicBezTo>
                      <a:pt x="611" y="327"/>
                      <a:pt x="619" y="319"/>
                      <a:pt x="628" y="319"/>
                    </a:cubicBezTo>
                    <a:cubicBezTo>
                      <a:pt x="645" y="310"/>
                      <a:pt x="662" y="310"/>
                      <a:pt x="679" y="302"/>
                    </a:cubicBezTo>
                    <a:lnTo>
                      <a:pt x="705" y="293"/>
                    </a:lnTo>
                    <a:cubicBezTo>
                      <a:pt x="731" y="284"/>
                      <a:pt x="757" y="284"/>
                      <a:pt x="782" y="276"/>
                    </a:cubicBezTo>
                    <a:cubicBezTo>
                      <a:pt x="800" y="267"/>
                      <a:pt x="817" y="267"/>
                      <a:pt x="834" y="267"/>
                    </a:cubicBezTo>
                    <a:cubicBezTo>
                      <a:pt x="843" y="267"/>
                      <a:pt x="860" y="259"/>
                      <a:pt x="868" y="250"/>
                    </a:cubicBezTo>
                    <a:lnTo>
                      <a:pt x="911" y="259"/>
                    </a:lnTo>
                    <a:lnTo>
                      <a:pt x="937" y="276"/>
                    </a:lnTo>
                    <a:cubicBezTo>
                      <a:pt x="963" y="293"/>
                      <a:pt x="989" y="302"/>
                      <a:pt x="1014" y="310"/>
                    </a:cubicBezTo>
                    <a:cubicBezTo>
                      <a:pt x="1032" y="310"/>
                      <a:pt x="1057" y="327"/>
                      <a:pt x="1075" y="327"/>
                    </a:cubicBezTo>
                    <a:lnTo>
                      <a:pt x="1117" y="319"/>
                    </a:lnTo>
                    <a:lnTo>
                      <a:pt x="1169" y="302"/>
                    </a:lnTo>
                    <a:lnTo>
                      <a:pt x="1186" y="293"/>
                    </a:lnTo>
                    <a:cubicBezTo>
                      <a:pt x="1190" y="291"/>
                      <a:pt x="1193" y="291"/>
                      <a:pt x="1197" y="291"/>
                    </a:cubicBezTo>
                    <a:cubicBezTo>
                      <a:pt x="1214" y="291"/>
                      <a:pt x="1234" y="302"/>
                      <a:pt x="1255" y="302"/>
                    </a:cubicBezTo>
                    <a:cubicBezTo>
                      <a:pt x="1315" y="310"/>
                      <a:pt x="1375" y="336"/>
                      <a:pt x="1444" y="353"/>
                    </a:cubicBezTo>
                    <a:cubicBezTo>
                      <a:pt x="1504" y="362"/>
                      <a:pt x="1573" y="396"/>
                      <a:pt x="1616" y="430"/>
                    </a:cubicBezTo>
                    <a:cubicBezTo>
                      <a:pt x="1650" y="448"/>
                      <a:pt x="1676" y="482"/>
                      <a:pt x="1710" y="499"/>
                    </a:cubicBezTo>
                    <a:cubicBezTo>
                      <a:pt x="1727" y="508"/>
                      <a:pt x="1745" y="516"/>
                      <a:pt x="1762" y="525"/>
                    </a:cubicBezTo>
                    <a:cubicBezTo>
                      <a:pt x="1796" y="534"/>
                      <a:pt x="1831" y="559"/>
                      <a:pt x="1856" y="585"/>
                    </a:cubicBezTo>
                    <a:cubicBezTo>
                      <a:pt x="1891" y="611"/>
                      <a:pt x="1908" y="637"/>
                      <a:pt x="1925" y="671"/>
                    </a:cubicBezTo>
                    <a:cubicBezTo>
                      <a:pt x="1934" y="688"/>
                      <a:pt x="1934" y="714"/>
                      <a:pt x="1942" y="723"/>
                    </a:cubicBezTo>
                    <a:cubicBezTo>
                      <a:pt x="1968" y="748"/>
                      <a:pt x="2002" y="766"/>
                      <a:pt x="2020" y="791"/>
                    </a:cubicBezTo>
                    <a:cubicBezTo>
                      <a:pt x="2045" y="808"/>
                      <a:pt x="2071" y="834"/>
                      <a:pt x="2088" y="869"/>
                    </a:cubicBezTo>
                    <a:cubicBezTo>
                      <a:pt x="2114" y="894"/>
                      <a:pt x="2123" y="937"/>
                      <a:pt x="2157" y="955"/>
                    </a:cubicBezTo>
                    <a:cubicBezTo>
                      <a:pt x="2183" y="972"/>
                      <a:pt x="2217" y="997"/>
                      <a:pt x="2234" y="1023"/>
                    </a:cubicBezTo>
                    <a:lnTo>
                      <a:pt x="2252" y="1058"/>
                    </a:lnTo>
                    <a:cubicBezTo>
                      <a:pt x="2252" y="1032"/>
                      <a:pt x="2234" y="1015"/>
                      <a:pt x="2226" y="997"/>
                    </a:cubicBezTo>
                    <a:cubicBezTo>
                      <a:pt x="2217" y="980"/>
                      <a:pt x="2209" y="972"/>
                      <a:pt x="2209" y="963"/>
                    </a:cubicBezTo>
                    <a:cubicBezTo>
                      <a:pt x="2209" y="937"/>
                      <a:pt x="2217" y="920"/>
                      <a:pt x="2209" y="903"/>
                    </a:cubicBezTo>
                    <a:cubicBezTo>
                      <a:pt x="2200" y="877"/>
                      <a:pt x="2191" y="860"/>
                      <a:pt x="2183" y="834"/>
                    </a:cubicBezTo>
                    <a:cubicBezTo>
                      <a:pt x="2174" y="817"/>
                      <a:pt x="2166" y="791"/>
                      <a:pt x="2157" y="774"/>
                    </a:cubicBezTo>
                    <a:cubicBezTo>
                      <a:pt x="2148" y="757"/>
                      <a:pt x="2140" y="731"/>
                      <a:pt x="2131" y="714"/>
                    </a:cubicBezTo>
                    <a:cubicBezTo>
                      <a:pt x="2114" y="680"/>
                      <a:pt x="2114" y="654"/>
                      <a:pt x="2097" y="619"/>
                    </a:cubicBezTo>
                    <a:cubicBezTo>
                      <a:pt x="2088" y="602"/>
                      <a:pt x="2063" y="568"/>
                      <a:pt x="2045" y="542"/>
                    </a:cubicBezTo>
                    <a:cubicBezTo>
                      <a:pt x="2037" y="534"/>
                      <a:pt x="2020" y="525"/>
                      <a:pt x="2002" y="516"/>
                    </a:cubicBezTo>
                    <a:cubicBezTo>
                      <a:pt x="1977" y="499"/>
                      <a:pt x="1959" y="473"/>
                      <a:pt x="1942" y="456"/>
                    </a:cubicBezTo>
                    <a:lnTo>
                      <a:pt x="1934" y="422"/>
                    </a:lnTo>
                    <a:cubicBezTo>
                      <a:pt x="1925" y="405"/>
                      <a:pt x="1908" y="396"/>
                      <a:pt x="1891" y="388"/>
                    </a:cubicBezTo>
                    <a:cubicBezTo>
                      <a:pt x="1874" y="370"/>
                      <a:pt x="1874" y="353"/>
                      <a:pt x="1856" y="327"/>
                    </a:cubicBezTo>
                    <a:cubicBezTo>
                      <a:pt x="1839" y="293"/>
                      <a:pt x="1822" y="250"/>
                      <a:pt x="1788" y="216"/>
                    </a:cubicBezTo>
                    <a:cubicBezTo>
                      <a:pt x="1770" y="198"/>
                      <a:pt x="1745" y="190"/>
                      <a:pt x="1727" y="181"/>
                    </a:cubicBezTo>
                    <a:cubicBezTo>
                      <a:pt x="1710" y="173"/>
                      <a:pt x="1693" y="164"/>
                      <a:pt x="1684" y="156"/>
                    </a:cubicBezTo>
                    <a:lnTo>
                      <a:pt x="1650" y="156"/>
                    </a:lnTo>
                    <a:lnTo>
                      <a:pt x="1616" y="147"/>
                    </a:lnTo>
                    <a:cubicBezTo>
                      <a:pt x="1581" y="147"/>
                      <a:pt x="1547" y="147"/>
                      <a:pt x="1521" y="138"/>
                    </a:cubicBezTo>
                    <a:cubicBezTo>
                      <a:pt x="1487" y="130"/>
                      <a:pt x="1453" y="130"/>
                      <a:pt x="1427" y="104"/>
                    </a:cubicBezTo>
                    <a:cubicBezTo>
                      <a:pt x="1410" y="87"/>
                      <a:pt x="1401" y="78"/>
                      <a:pt x="1375" y="70"/>
                    </a:cubicBezTo>
                    <a:cubicBezTo>
                      <a:pt x="1349" y="52"/>
                      <a:pt x="1324" y="35"/>
                      <a:pt x="1298" y="27"/>
                    </a:cubicBezTo>
                    <a:cubicBezTo>
                      <a:pt x="1264" y="9"/>
                      <a:pt x="1221" y="9"/>
                      <a:pt x="1178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55" name="Google Shape;18055;p62"/>
              <p:cNvSpPr/>
              <p:nvPr/>
            </p:nvSpPr>
            <p:spPr>
              <a:xfrm>
                <a:off x="5157250" y="1266250"/>
                <a:ext cx="45425" cy="58950"/>
              </a:xfrm>
              <a:custGeom>
                <a:avLst/>
                <a:gdLst/>
                <a:ahLst/>
                <a:cxnLst/>
                <a:rect l="l" t="t" r="r" b="b"/>
                <a:pathLst>
                  <a:path w="1817" h="2358" extrusionOk="0">
                    <a:moveTo>
                      <a:pt x="390" y="0"/>
                    </a:moveTo>
                    <a:cubicBezTo>
                      <a:pt x="373" y="17"/>
                      <a:pt x="356" y="43"/>
                      <a:pt x="348" y="69"/>
                    </a:cubicBezTo>
                    <a:cubicBezTo>
                      <a:pt x="339" y="95"/>
                      <a:pt x="322" y="129"/>
                      <a:pt x="305" y="155"/>
                    </a:cubicBezTo>
                    <a:cubicBezTo>
                      <a:pt x="270" y="206"/>
                      <a:pt x="201" y="258"/>
                      <a:pt x="150" y="301"/>
                    </a:cubicBezTo>
                    <a:cubicBezTo>
                      <a:pt x="98" y="344"/>
                      <a:pt x="64" y="395"/>
                      <a:pt x="47" y="455"/>
                    </a:cubicBezTo>
                    <a:cubicBezTo>
                      <a:pt x="38" y="498"/>
                      <a:pt x="12" y="541"/>
                      <a:pt x="12" y="584"/>
                    </a:cubicBezTo>
                    <a:cubicBezTo>
                      <a:pt x="12" y="619"/>
                      <a:pt x="21" y="644"/>
                      <a:pt x="21" y="670"/>
                    </a:cubicBezTo>
                    <a:cubicBezTo>
                      <a:pt x="12" y="687"/>
                      <a:pt x="12" y="713"/>
                      <a:pt x="12" y="730"/>
                    </a:cubicBezTo>
                    <a:cubicBezTo>
                      <a:pt x="12" y="756"/>
                      <a:pt x="4" y="791"/>
                      <a:pt x="21" y="816"/>
                    </a:cubicBezTo>
                    <a:cubicBezTo>
                      <a:pt x="21" y="833"/>
                      <a:pt x="38" y="851"/>
                      <a:pt x="38" y="868"/>
                    </a:cubicBezTo>
                    <a:cubicBezTo>
                      <a:pt x="38" y="885"/>
                      <a:pt x="38" y="902"/>
                      <a:pt x="38" y="911"/>
                    </a:cubicBezTo>
                    <a:cubicBezTo>
                      <a:pt x="25" y="905"/>
                      <a:pt x="17" y="903"/>
                      <a:pt x="12" y="903"/>
                    </a:cubicBezTo>
                    <a:cubicBezTo>
                      <a:pt x="1" y="903"/>
                      <a:pt x="7" y="913"/>
                      <a:pt x="12" y="919"/>
                    </a:cubicBezTo>
                    <a:cubicBezTo>
                      <a:pt x="12" y="945"/>
                      <a:pt x="21" y="971"/>
                      <a:pt x="30" y="997"/>
                    </a:cubicBezTo>
                    <a:cubicBezTo>
                      <a:pt x="47" y="1040"/>
                      <a:pt x="55" y="1083"/>
                      <a:pt x="73" y="1134"/>
                    </a:cubicBezTo>
                    <a:cubicBezTo>
                      <a:pt x="81" y="1169"/>
                      <a:pt x="98" y="1194"/>
                      <a:pt x="116" y="1229"/>
                    </a:cubicBezTo>
                    <a:cubicBezTo>
                      <a:pt x="141" y="1272"/>
                      <a:pt x="159" y="1323"/>
                      <a:pt x="176" y="1375"/>
                    </a:cubicBezTo>
                    <a:cubicBezTo>
                      <a:pt x="184" y="1409"/>
                      <a:pt x="201" y="1435"/>
                      <a:pt x="219" y="1461"/>
                    </a:cubicBezTo>
                    <a:cubicBezTo>
                      <a:pt x="236" y="1486"/>
                      <a:pt x="262" y="1495"/>
                      <a:pt x="279" y="1521"/>
                    </a:cubicBezTo>
                    <a:cubicBezTo>
                      <a:pt x="305" y="1538"/>
                      <a:pt x="322" y="1572"/>
                      <a:pt x="348" y="1598"/>
                    </a:cubicBezTo>
                    <a:cubicBezTo>
                      <a:pt x="373" y="1632"/>
                      <a:pt x="390" y="1667"/>
                      <a:pt x="433" y="1693"/>
                    </a:cubicBezTo>
                    <a:cubicBezTo>
                      <a:pt x="468" y="1727"/>
                      <a:pt x="528" y="1761"/>
                      <a:pt x="545" y="1796"/>
                    </a:cubicBezTo>
                    <a:cubicBezTo>
                      <a:pt x="571" y="1830"/>
                      <a:pt x="588" y="1873"/>
                      <a:pt x="597" y="1907"/>
                    </a:cubicBezTo>
                    <a:cubicBezTo>
                      <a:pt x="597" y="1925"/>
                      <a:pt x="605" y="1942"/>
                      <a:pt x="614" y="1959"/>
                    </a:cubicBezTo>
                    <a:lnTo>
                      <a:pt x="631" y="2002"/>
                    </a:lnTo>
                    <a:lnTo>
                      <a:pt x="665" y="2028"/>
                    </a:lnTo>
                    <a:cubicBezTo>
                      <a:pt x="691" y="2045"/>
                      <a:pt x="708" y="2045"/>
                      <a:pt x="734" y="2062"/>
                    </a:cubicBezTo>
                    <a:cubicBezTo>
                      <a:pt x="769" y="2079"/>
                      <a:pt x="751" y="2114"/>
                      <a:pt x="777" y="2131"/>
                    </a:cubicBezTo>
                    <a:cubicBezTo>
                      <a:pt x="794" y="2139"/>
                      <a:pt x="803" y="2139"/>
                      <a:pt x="820" y="2139"/>
                    </a:cubicBezTo>
                    <a:lnTo>
                      <a:pt x="846" y="2157"/>
                    </a:lnTo>
                    <a:cubicBezTo>
                      <a:pt x="872" y="2174"/>
                      <a:pt x="906" y="2217"/>
                      <a:pt x="940" y="2225"/>
                    </a:cubicBezTo>
                    <a:cubicBezTo>
                      <a:pt x="975" y="2242"/>
                      <a:pt x="1026" y="2268"/>
                      <a:pt x="1061" y="2294"/>
                    </a:cubicBezTo>
                    <a:cubicBezTo>
                      <a:pt x="1064" y="2296"/>
                      <a:pt x="1070" y="2297"/>
                      <a:pt x="1076" y="2297"/>
                    </a:cubicBezTo>
                    <a:cubicBezTo>
                      <a:pt x="1095" y="2297"/>
                      <a:pt x="1121" y="2292"/>
                      <a:pt x="1139" y="2292"/>
                    </a:cubicBezTo>
                    <a:cubicBezTo>
                      <a:pt x="1146" y="2292"/>
                      <a:pt x="1151" y="2292"/>
                      <a:pt x="1155" y="2294"/>
                    </a:cubicBezTo>
                    <a:cubicBezTo>
                      <a:pt x="1172" y="2303"/>
                      <a:pt x="1189" y="2311"/>
                      <a:pt x="1198" y="2320"/>
                    </a:cubicBezTo>
                    <a:cubicBezTo>
                      <a:pt x="1216" y="2329"/>
                      <a:pt x="1235" y="2332"/>
                      <a:pt x="1253" y="2332"/>
                    </a:cubicBezTo>
                    <a:cubicBezTo>
                      <a:pt x="1279" y="2332"/>
                      <a:pt x="1306" y="2327"/>
                      <a:pt x="1334" y="2327"/>
                    </a:cubicBezTo>
                    <a:cubicBezTo>
                      <a:pt x="1343" y="2327"/>
                      <a:pt x="1352" y="2327"/>
                      <a:pt x="1361" y="2328"/>
                    </a:cubicBezTo>
                    <a:cubicBezTo>
                      <a:pt x="1404" y="2337"/>
                      <a:pt x="1439" y="2354"/>
                      <a:pt x="1482" y="2354"/>
                    </a:cubicBezTo>
                    <a:cubicBezTo>
                      <a:pt x="1487" y="2357"/>
                      <a:pt x="1492" y="2358"/>
                      <a:pt x="1497" y="2358"/>
                    </a:cubicBezTo>
                    <a:cubicBezTo>
                      <a:pt x="1509" y="2358"/>
                      <a:pt x="1521" y="2352"/>
                      <a:pt x="1533" y="2346"/>
                    </a:cubicBezTo>
                    <a:cubicBezTo>
                      <a:pt x="1568" y="2337"/>
                      <a:pt x="1593" y="2337"/>
                      <a:pt x="1619" y="2328"/>
                    </a:cubicBezTo>
                    <a:cubicBezTo>
                      <a:pt x="1636" y="2324"/>
                      <a:pt x="1651" y="2324"/>
                      <a:pt x="1665" y="2324"/>
                    </a:cubicBezTo>
                    <a:cubicBezTo>
                      <a:pt x="1679" y="2324"/>
                      <a:pt x="1692" y="2324"/>
                      <a:pt x="1705" y="2320"/>
                    </a:cubicBezTo>
                    <a:cubicBezTo>
                      <a:pt x="1731" y="2320"/>
                      <a:pt x="1817" y="2303"/>
                      <a:pt x="1817" y="2277"/>
                    </a:cubicBezTo>
                    <a:cubicBezTo>
                      <a:pt x="1774" y="2268"/>
                      <a:pt x="1722" y="2268"/>
                      <a:pt x="1679" y="2268"/>
                    </a:cubicBezTo>
                    <a:cubicBezTo>
                      <a:pt x="1645" y="2268"/>
                      <a:pt x="1621" y="2257"/>
                      <a:pt x="1591" y="2257"/>
                    </a:cubicBezTo>
                    <a:cubicBezTo>
                      <a:pt x="1584" y="2257"/>
                      <a:pt x="1576" y="2258"/>
                      <a:pt x="1568" y="2260"/>
                    </a:cubicBezTo>
                    <a:cubicBezTo>
                      <a:pt x="1547" y="2260"/>
                      <a:pt x="1532" y="2271"/>
                      <a:pt x="1513" y="2271"/>
                    </a:cubicBezTo>
                    <a:cubicBezTo>
                      <a:pt x="1509" y="2271"/>
                      <a:pt x="1504" y="2270"/>
                      <a:pt x="1499" y="2268"/>
                    </a:cubicBezTo>
                    <a:cubicBezTo>
                      <a:pt x="1482" y="2268"/>
                      <a:pt x="1464" y="2260"/>
                      <a:pt x="1447" y="2251"/>
                    </a:cubicBezTo>
                    <a:lnTo>
                      <a:pt x="1413" y="2251"/>
                    </a:lnTo>
                    <a:lnTo>
                      <a:pt x="1387" y="2242"/>
                    </a:lnTo>
                    <a:cubicBezTo>
                      <a:pt x="1361" y="2234"/>
                      <a:pt x="1353" y="2234"/>
                      <a:pt x="1336" y="2217"/>
                    </a:cubicBezTo>
                    <a:cubicBezTo>
                      <a:pt x="1310" y="2208"/>
                      <a:pt x="1275" y="2191"/>
                      <a:pt x="1241" y="2182"/>
                    </a:cubicBezTo>
                    <a:cubicBezTo>
                      <a:pt x="1207" y="2174"/>
                      <a:pt x="1172" y="2157"/>
                      <a:pt x="1138" y="2139"/>
                    </a:cubicBezTo>
                    <a:cubicBezTo>
                      <a:pt x="1104" y="2122"/>
                      <a:pt x="1069" y="2105"/>
                      <a:pt x="1035" y="2088"/>
                    </a:cubicBezTo>
                    <a:cubicBezTo>
                      <a:pt x="1000" y="2079"/>
                      <a:pt x="966" y="2053"/>
                      <a:pt x="932" y="2028"/>
                    </a:cubicBezTo>
                    <a:cubicBezTo>
                      <a:pt x="889" y="2011"/>
                      <a:pt x="863" y="1993"/>
                      <a:pt x="829" y="1968"/>
                    </a:cubicBezTo>
                    <a:cubicBezTo>
                      <a:pt x="811" y="1950"/>
                      <a:pt x="794" y="1942"/>
                      <a:pt x="786" y="1933"/>
                    </a:cubicBezTo>
                    <a:cubicBezTo>
                      <a:pt x="769" y="1907"/>
                      <a:pt x="760" y="1882"/>
                      <a:pt x="743" y="1856"/>
                    </a:cubicBezTo>
                    <a:cubicBezTo>
                      <a:pt x="717" y="1822"/>
                      <a:pt x="683" y="1787"/>
                      <a:pt x="657" y="1744"/>
                    </a:cubicBezTo>
                    <a:cubicBezTo>
                      <a:pt x="640" y="1718"/>
                      <a:pt x="605" y="1684"/>
                      <a:pt x="579" y="1658"/>
                    </a:cubicBezTo>
                    <a:cubicBezTo>
                      <a:pt x="554" y="1615"/>
                      <a:pt x="528" y="1572"/>
                      <a:pt x="511" y="1529"/>
                    </a:cubicBezTo>
                    <a:cubicBezTo>
                      <a:pt x="485" y="1486"/>
                      <a:pt x="476" y="1443"/>
                      <a:pt x="459" y="1401"/>
                    </a:cubicBezTo>
                    <a:cubicBezTo>
                      <a:pt x="442" y="1383"/>
                      <a:pt x="442" y="1375"/>
                      <a:pt x="433" y="1349"/>
                    </a:cubicBezTo>
                    <a:lnTo>
                      <a:pt x="433" y="1323"/>
                    </a:lnTo>
                    <a:lnTo>
                      <a:pt x="433" y="1289"/>
                    </a:lnTo>
                    <a:cubicBezTo>
                      <a:pt x="416" y="1220"/>
                      <a:pt x="390" y="1151"/>
                      <a:pt x="365" y="1083"/>
                    </a:cubicBezTo>
                    <a:cubicBezTo>
                      <a:pt x="356" y="1048"/>
                      <a:pt x="365" y="1023"/>
                      <a:pt x="356" y="997"/>
                    </a:cubicBezTo>
                    <a:cubicBezTo>
                      <a:pt x="356" y="971"/>
                      <a:pt x="348" y="945"/>
                      <a:pt x="348" y="919"/>
                    </a:cubicBezTo>
                    <a:cubicBezTo>
                      <a:pt x="339" y="851"/>
                      <a:pt x="322" y="782"/>
                      <a:pt x="287" y="722"/>
                    </a:cubicBezTo>
                    <a:cubicBezTo>
                      <a:pt x="270" y="696"/>
                      <a:pt x="253" y="679"/>
                      <a:pt x="253" y="644"/>
                    </a:cubicBezTo>
                    <a:cubicBezTo>
                      <a:pt x="244" y="584"/>
                      <a:pt x="253" y="524"/>
                      <a:pt x="253" y="464"/>
                    </a:cubicBezTo>
                    <a:cubicBezTo>
                      <a:pt x="253" y="413"/>
                      <a:pt x="262" y="370"/>
                      <a:pt x="279" y="327"/>
                    </a:cubicBezTo>
                    <a:cubicBezTo>
                      <a:pt x="296" y="292"/>
                      <a:pt x="322" y="258"/>
                      <a:pt x="330" y="224"/>
                    </a:cubicBezTo>
                    <a:cubicBezTo>
                      <a:pt x="348" y="172"/>
                      <a:pt x="348" y="129"/>
                      <a:pt x="365" y="77"/>
                    </a:cubicBezTo>
                    <a:cubicBezTo>
                      <a:pt x="373" y="52"/>
                      <a:pt x="373" y="17"/>
                      <a:pt x="390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56" name="Google Shape;18056;p62"/>
              <p:cNvSpPr/>
              <p:nvPr/>
            </p:nvSpPr>
            <p:spPr>
              <a:xfrm>
                <a:off x="5169150" y="1253900"/>
                <a:ext cx="42125" cy="24175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967" extrusionOk="0">
                    <a:moveTo>
                      <a:pt x="1002" y="1"/>
                    </a:moveTo>
                    <a:cubicBezTo>
                      <a:pt x="973" y="1"/>
                      <a:pt x="944" y="7"/>
                      <a:pt x="920" y="13"/>
                    </a:cubicBezTo>
                    <a:cubicBezTo>
                      <a:pt x="877" y="22"/>
                      <a:pt x="842" y="22"/>
                      <a:pt x="799" y="22"/>
                    </a:cubicBezTo>
                    <a:cubicBezTo>
                      <a:pt x="791" y="26"/>
                      <a:pt x="782" y="26"/>
                      <a:pt x="774" y="26"/>
                    </a:cubicBezTo>
                    <a:cubicBezTo>
                      <a:pt x="765" y="26"/>
                      <a:pt x="756" y="26"/>
                      <a:pt x="748" y="30"/>
                    </a:cubicBezTo>
                    <a:cubicBezTo>
                      <a:pt x="696" y="56"/>
                      <a:pt x="645" y="65"/>
                      <a:pt x="593" y="82"/>
                    </a:cubicBezTo>
                    <a:cubicBezTo>
                      <a:pt x="559" y="90"/>
                      <a:pt x="524" y="108"/>
                      <a:pt x="490" y="125"/>
                    </a:cubicBezTo>
                    <a:lnTo>
                      <a:pt x="464" y="133"/>
                    </a:lnTo>
                    <a:cubicBezTo>
                      <a:pt x="456" y="150"/>
                      <a:pt x="447" y="168"/>
                      <a:pt x="447" y="176"/>
                    </a:cubicBezTo>
                    <a:cubicBezTo>
                      <a:pt x="439" y="219"/>
                      <a:pt x="404" y="219"/>
                      <a:pt x="370" y="228"/>
                    </a:cubicBezTo>
                    <a:cubicBezTo>
                      <a:pt x="318" y="245"/>
                      <a:pt x="275" y="262"/>
                      <a:pt x="241" y="297"/>
                    </a:cubicBezTo>
                    <a:cubicBezTo>
                      <a:pt x="215" y="322"/>
                      <a:pt x="198" y="357"/>
                      <a:pt x="181" y="382"/>
                    </a:cubicBezTo>
                    <a:cubicBezTo>
                      <a:pt x="155" y="425"/>
                      <a:pt x="121" y="460"/>
                      <a:pt x="112" y="511"/>
                    </a:cubicBezTo>
                    <a:cubicBezTo>
                      <a:pt x="112" y="520"/>
                      <a:pt x="104" y="561"/>
                      <a:pt x="87" y="563"/>
                    </a:cubicBezTo>
                    <a:lnTo>
                      <a:pt x="87" y="563"/>
                    </a:lnTo>
                    <a:cubicBezTo>
                      <a:pt x="88" y="561"/>
                      <a:pt x="89" y="561"/>
                      <a:pt x="89" y="561"/>
                    </a:cubicBezTo>
                    <a:lnTo>
                      <a:pt x="89" y="561"/>
                    </a:lnTo>
                    <a:cubicBezTo>
                      <a:pt x="89" y="561"/>
                      <a:pt x="88" y="561"/>
                      <a:pt x="86" y="563"/>
                    </a:cubicBezTo>
                    <a:cubicBezTo>
                      <a:pt x="87" y="563"/>
                      <a:pt x="87" y="563"/>
                      <a:pt x="87" y="563"/>
                    </a:cubicBezTo>
                    <a:lnTo>
                      <a:pt x="87" y="563"/>
                    </a:lnTo>
                    <a:cubicBezTo>
                      <a:pt x="84" y="568"/>
                      <a:pt x="75" y="581"/>
                      <a:pt x="69" y="597"/>
                    </a:cubicBezTo>
                    <a:cubicBezTo>
                      <a:pt x="52" y="649"/>
                      <a:pt x="18" y="692"/>
                      <a:pt x="26" y="743"/>
                    </a:cubicBezTo>
                    <a:cubicBezTo>
                      <a:pt x="35" y="795"/>
                      <a:pt x="0" y="864"/>
                      <a:pt x="18" y="907"/>
                    </a:cubicBezTo>
                    <a:lnTo>
                      <a:pt x="35" y="932"/>
                    </a:lnTo>
                    <a:lnTo>
                      <a:pt x="43" y="967"/>
                    </a:lnTo>
                    <a:lnTo>
                      <a:pt x="43" y="924"/>
                    </a:lnTo>
                    <a:lnTo>
                      <a:pt x="78" y="812"/>
                    </a:lnTo>
                    <a:cubicBezTo>
                      <a:pt x="103" y="760"/>
                      <a:pt x="146" y="760"/>
                      <a:pt x="164" y="709"/>
                    </a:cubicBezTo>
                    <a:cubicBezTo>
                      <a:pt x="181" y="649"/>
                      <a:pt x="215" y="632"/>
                      <a:pt x="267" y="606"/>
                    </a:cubicBezTo>
                    <a:cubicBezTo>
                      <a:pt x="293" y="597"/>
                      <a:pt x="310" y="580"/>
                      <a:pt x="327" y="563"/>
                    </a:cubicBezTo>
                    <a:cubicBezTo>
                      <a:pt x="344" y="546"/>
                      <a:pt x="361" y="537"/>
                      <a:pt x="378" y="520"/>
                    </a:cubicBezTo>
                    <a:cubicBezTo>
                      <a:pt x="387" y="494"/>
                      <a:pt x="396" y="468"/>
                      <a:pt x="421" y="451"/>
                    </a:cubicBezTo>
                    <a:cubicBezTo>
                      <a:pt x="447" y="434"/>
                      <a:pt x="482" y="434"/>
                      <a:pt x="507" y="425"/>
                    </a:cubicBezTo>
                    <a:cubicBezTo>
                      <a:pt x="524" y="408"/>
                      <a:pt x="542" y="400"/>
                      <a:pt x="567" y="391"/>
                    </a:cubicBezTo>
                    <a:cubicBezTo>
                      <a:pt x="602" y="374"/>
                      <a:pt x="628" y="339"/>
                      <a:pt x="662" y="322"/>
                    </a:cubicBezTo>
                    <a:cubicBezTo>
                      <a:pt x="688" y="305"/>
                      <a:pt x="705" y="297"/>
                      <a:pt x="739" y="297"/>
                    </a:cubicBezTo>
                    <a:cubicBezTo>
                      <a:pt x="791" y="297"/>
                      <a:pt x="842" y="279"/>
                      <a:pt x="885" y="271"/>
                    </a:cubicBezTo>
                    <a:cubicBezTo>
                      <a:pt x="945" y="262"/>
                      <a:pt x="1006" y="262"/>
                      <a:pt x="1057" y="245"/>
                    </a:cubicBezTo>
                    <a:cubicBezTo>
                      <a:pt x="1081" y="239"/>
                      <a:pt x="1110" y="233"/>
                      <a:pt x="1134" y="233"/>
                    </a:cubicBezTo>
                    <a:cubicBezTo>
                      <a:pt x="1144" y="233"/>
                      <a:pt x="1153" y="234"/>
                      <a:pt x="1160" y="236"/>
                    </a:cubicBezTo>
                    <a:lnTo>
                      <a:pt x="1186" y="254"/>
                    </a:lnTo>
                    <a:cubicBezTo>
                      <a:pt x="1238" y="271"/>
                      <a:pt x="1298" y="271"/>
                      <a:pt x="1349" y="271"/>
                    </a:cubicBezTo>
                    <a:cubicBezTo>
                      <a:pt x="1384" y="271"/>
                      <a:pt x="1401" y="262"/>
                      <a:pt x="1435" y="254"/>
                    </a:cubicBezTo>
                    <a:cubicBezTo>
                      <a:pt x="1440" y="252"/>
                      <a:pt x="1445" y="251"/>
                      <a:pt x="1451" y="251"/>
                    </a:cubicBezTo>
                    <a:cubicBezTo>
                      <a:pt x="1472" y="251"/>
                      <a:pt x="1494" y="262"/>
                      <a:pt x="1521" y="262"/>
                    </a:cubicBezTo>
                    <a:cubicBezTo>
                      <a:pt x="1573" y="279"/>
                      <a:pt x="1633" y="279"/>
                      <a:pt x="1684" y="305"/>
                    </a:cubicBezTo>
                    <a:cubicBezTo>
                      <a:pt x="1659" y="271"/>
                      <a:pt x="1633" y="245"/>
                      <a:pt x="1598" y="228"/>
                    </a:cubicBezTo>
                    <a:cubicBezTo>
                      <a:pt x="1573" y="211"/>
                      <a:pt x="1547" y="193"/>
                      <a:pt x="1530" y="176"/>
                    </a:cubicBezTo>
                    <a:cubicBezTo>
                      <a:pt x="1495" y="150"/>
                      <a:pt x="1461" y="142"/>
                      <a:pt x="1435" y="125"/>
                    </a:cubicBezTo>
                    <a:cubicBezTo>
                      <a:pt x="1401" y="108"/>
                      <a:pt x="1375" y="99"/>
                      <a:pt x="1349" y="90"/>
                    </a:cubicBezTo>
                    <a:lnTo>
                      <a:pt x="1323" y="82"/>
                    </a:lnTo>
                    <a:lnTo>
                      <a:pt x="1298" y="90"/>
                    </a:lnTo>
                    <a:cubicBezTo>
                      <a:pt x="1293" y="93"/>
                      <a:pt x="1288" y="94"/>
                      <a:pt x="1284" y="94"/>
                    </a:cubicBezTo>
                    <a:cubicBezTo>
                      <a:pt x="1275" y="94"/>
                      <a:pt x="1267" y="88"/>
                      <a:pt x="1255" y="82"/>
                    </a:cubicBezTo>
                    <a:cubicBezTo>
                      <a:pt x="1246" y="82"/>
                      <a:pt x="1229" y="82"/>
                      <a:pt x="1220" y="73"/>
                    </a:cubicBezTo>
                    <a:cubicBezTo>
                      <a:pt x="1195" y="65"/>
                      <a:pt x="1186" y="56"/>
                      <a:pt x="1160" y="47"/>
                    </a:cubicBezTo>
                    <a:cubicBezTo>
                      <a:pt x="1126" y="30"/>
                      <a:pt x="1083" y="13"/>
                      <a:pt x="1040" y="4"/>
                    </a:cubicBezTo>
                    <a:cubicBezTo>
                      <a:pt x="1027" y="2"/>
                      <a:pt x="1015" y="1"/>
                      <a:pt x="1002" y="1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57" name="Google Shape;18057;p62"/>
              <p:cNvSpPr/>
              <p:nvPr/>
            </p:nvSpPr>
            <p:spPr>
              <a:xfrm>
                <a:off x="5179450" y="1272900"/>
                <a:ext cx="3095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293" extrusionOk="0">
                    <a:moveTo>
                      <a:pt x="937" y="0"/>
                    </a:moveTo>
                    <a:lnTo>
                      <a:pt x="937" y="43"/>
                    </a:lnTo>
                    <a:cubicBezTo>
                      <a:pt x="937" y="52"/>
                      <a:pt x="946" y="69"/>
                      <a:pt x="954" y="86"/>
                    </a:cubicBezTo>
                    <a:lnTo>
                      <a:pt x="963" y="121"/>
                    </a:lnTo>
                    <a:cubicBezTo>
                      <a:pt x="972" y="129"/>
                      <a:pt x="980" y="147"/>
                      <a:pt x="989" y="155"/>
                    </a:cubicBezTo>
                    <a:cubicBezTo>
                      <a:pt x="989" y="164"/>
                      <a:pt x="1015" y="215"/>
                      <a:pt x="997" y="224"/>
                    </a:cubicBezTo>
                    <a:lnTo>
                      <a:pt x="989" y="215"/>
                    </a:lnTo>
                    <a:cubicBezTo>
                      <a:pt x="980" y="232"/>
                      <a:pt x="980" y="258"/>
                      <a:pt x="972" y="284"/>
                    </a:cubicBezTo>
                    <a:lnTo>
                      <a:pt x="954" y="318"/>
                    </a:lnTo>
                    <a:lnTo>
                      <a:pt x="937" y="327"/>
                    </a:lnTo>
                    <a:lnTo>
                      <a:pt x="920" y="310"/>
                    </a:lnTo>
                    <a:lnTo>
                      <a:pt x="920" y="310"/>
                    </a:lnTo>
                    <a:cubicBezTo>
                      <a:pt x="920" y="327"/>
                      <a:pt x="920" y="344"/>
                      <a:pt x="929" y="353"/>
                    </a:cubicBezTo>
                    <a:lnTo>
                      <a:pt x="929" y="396"/>
                    </a:lnTo>
                    <a:lnTo>
                      <a:pt x="946" y="421"/>
                    </a:lnTo>
                    <a:lnTo>
                      <a:pt x="946" y="456"/>
                    </a:lnTo>
                    <a:cubicBezTo>
                      <a:pt x="954" y="482"/>
                      <a:pt x="954" y="507"/>
                      <a:pt x="954" y="525"/>
                    </a:cubicBezTo>
                    <a:cubicBezTo>
                      <a:pt x="963" y="567"/>
                      <a:pt x="972" y="610"/>
                      <a:pt x="963" y="653"/>
                    </a:cubicBezTo>
                    <a:cubicBezTo>
                      <a:pt x="963" y="688"/>
                      <a:pt x="954" y="714"/>
                      <a:pt x="946" y="748"/>
                    </a:cubicBezTo>
                    <a:lnTo>
                      <a:pt x="929" y="791"/>
                    </a:lnTo>
                    <a:lnTo>
                      <a:pt x="920" y="774"/>
                    </a:lnTo>
                    <a:cubicBezTo>
                      <a:pt x="903" y="808"/>
                      <a:pt x="911" y="842"/>
                      <a:pt x="894" y="868"/>
                    </a:cubicBezTo>
                    <a:cubicBezTo>
                      <a:pt x="877" y="911"/>
                      <a:pt x="834" y="937"/>
                      <a:pt x="800" y="954"/>
                    </a:cubicBezTo>
                    <a:cubicBezTo>
                      <a:pt x="783" y="963"/>
                      <a:pt x="757" y="971"/>
                      <a:pt x="740" y="971"/>
                    </a:cubicBezTo>
                    <a:cubicBezTo>
                      <a:pt x="722" y="971"/>
                      <a:pt x="714" y="963"/>
                      <a:pt x="705" y="963"/>
                    </a:cubicBezTo>
                    <a:lnTo>
                      <a:pt x="680" y="946"/>
                    </a:lnTo>
                    <a:lnTo>
                      <a:pt x="671" y="937"/>
                    </a:lnTo>
                    <a:cubicBezTo>
                      <a:pt x="654" y="937"/>
                      <a:pt x="654" y="971"/>
                      <a:pt x="645" y="980"/>
                    </a:cubicBezTo>
                    <a:cubicBezTo>
                      <a:pt x="637" y="997"/>
                      <a:pt x="628" y="1014"/>
                      <a:pt x="619" y="1031"/>
                    </a:cubicBezTo>
                    <a:cubicBezTo>
                      <a:pt x="609" y="1041"/>
                      <a:pt x="605" y="1046"/>
                      <a:pt x="600" y="1046"/>
                    </a:cubicBezTo>
                    <a:cubicBezTo>
                      <a:pt x="596" y="1046"/>
                      <a:pt x="592" y="1044"/>
                      <a:pt x="585" y="1040"/>
                    </a:cubicBezTo>
                    <a:cubicBezTo>
                      <a:pt x="579" y="1037"/>
                      <a:pt x="574" y="1036"/>
                      <a:pt x="568" y="1036"/>
                    </a:cubicBezTo>
                    <a:cubicBezTo>
                      <a:pt x="556" y="1036"/>
                      <a:pt x="545" y="1040"/>
                      <a:pt x="533" y="1040"/>
                    </a:cubicBezTo>
                    <a:cubicBezTo>
                      <a:pt x="513" y="1047"/>
                      <a:pt x="497" y="1060"/>
                      <a:pt x="474" y="1060"/>
                    </a:cubicBezTo>
                    <a:cubicBezTo>
                      <a:pt x="469" y="1060"/>
                      <a:pt x="463" y="1059"/>
                      <a:pt x="456" y="1057"/>
                    </a:cubicBezTo>
                    <a:cubicBezTo>
                      <a:pt x="456" y="1040"/>
                      <a:pt x="473" y="1023"/>
                      <a:pt x="473" y="1006"/>
                    </a:cubicBezTo>
                    <a:lnTo>
                      <a:pt x="473" y="1006"/>
                    </a:lnTo>
                    <a:lnTo>
                      <a:pt x="456" y="1023"/>
                    </a:lnTo>
                    <a:lnTo>
                      <a:pt x="422" y="1040"/>
                    </a:lnTo>
                    <a:cubicBezTo>
                      <a:pt x="405" y="1049"/>
                      <a:pt x="379" y="1049"/>
                      <a:pt x="353" y="1057"/>
                    </a:cubicBezTo>
                    <a:cubicBezTo>
                      <a:pt x="336" y="1057"/>
                      <a:pt x="310" y="1057"/>
                      <a:pt x="284" y="1049"/>
                    </a:cubicBezTo>
                    <a:cubicBezTo>
                      <a:pt x="224" y="1040"/>
                      <a:pt x="173" y="1023"/>
                      <a:pt x="121" y="997"/>
                    </a:cubicBezTo>
                    <a:lnTo>
                      <a:pt x="87" y="980"/>
                    </a:lnTo>
                    <a:lnTo>
                      <a:pt x="61" y="963"/>
                    </a:lnTo>
                    <a:cubicBezTo>
                      <a:pt x="1" y="988"/>
                      <a:pt x="1" y="1023"/>
                      <a:pt x="18" y="1049"/>
                    </a:cubicBezTo>
                    <a:cubicBezTo>
                      <a:pt x="27" y="1066"/>
                      <a:pt x="44" y="1074"/>
                      <a:pt x="61" y="1092"/>
                    </a:cubicBezTo>
                    <a:cubicBezTo>
                      <a:pt x="78" y="1109"/>
                      <a:pt x="95" y="1126"/>
                      <a:pt x="104" y="1152"/>
                    </a:cubicBezTo>
                    <a:lnTo>
                      <a:pt x="121" y="1186"/>
                    </a:lnTo>
                    <a:lnTo>
                      <a:pt x="147" y="1195"/>
                    </a:lnTo>
                    <a:cubicBezTo>
                      <a:pt x="164" y="1203"/>
                      <a:pt x="181" y="1203"/>
                      <a:pt x="198" y="1212"/>
                    </a:cubicBezTo>
                    <a:cubicBezTo>
                      <a:pt x="207" y="1212"/>
                      <a:pt x="233" y="1220"/>
                      <a:pt x="250" y="1229"/>
                    </a:cubicBezTo>
                    <a:lnTo>
                      <a:pt x="267" y="1255"/>
                    </a:lnTo>
                    <a:cubicBezTo>
                      <a:pt x="284" y="1255"/>
                      <a:pt x="310" y="1255"/>
                      <a:pt x="327" y="1263"/>
                    </a:cubicBezTo>
                    <a:cubicBezTo>
                      <a:pt x="344" y="1263"/>
                      <a:pt x="370" y="1272"/>
                      <a:pt x="387" y="1272"/>
                    </a:cubicBezTo>
                    <a:cubicBezTo>
                      <a:pt x="405" y="1281"/>
                      <a:pt x="422" y="1281"/>
                      <a:pt x="430" y="1289"/>
                    </a:cubicBezTo>
                    <a:lnTo>
                      <a:pt x="465" y="1289"/>
                    </a:lnTo>
                    <a:cubicBezTo>
                      <a:pt x="476" y="1289"/>
                      <a:pt x="488" y="1293"/>
                      <a:pt x="499" y="1293"/>
                    </a:cubicBezTo>
                    <a:cubicBezTo>
                      <a:pt x="505" y="1293"/>
                      <a:pt x="511" y="1292"/>
                      <a:pt x="516" y="1289"/>
                    </a:cubicBezTo>
                    <a:lnTo>
                      <a:pt x="551" y="1272"/>
                    </a:lnTo>
                    <a:cubicBezTo>
                      <a:pt x="576" y="1255"/>
                      <a:pt x="602" y="1255"/>
                      <a:pt x="628" y="1255"/>
                    </a:cubicBezTo>
                    <a:cubicBezTo>
                      <a:pt x="680" y="1246"/>
                      <a:pt x="731" y="1238"/>
                      <a:pt x="774" y="1229"/>
                    </a:cubicBezTo>
                    <a:cubicBezTo>
                      <a:pt x="808" y="1229"/>
                      <a:pt x="834" y="1229"/>
                      <a:pt x="860" y="1220"/>
                    </a:cubicBezTo>
                    <a:cubicBezTo>
                      <a:pt x="894" y="1203"/>
                      <a:pt x="911" y="1186"/>
                      <a:pt x="929" y="1169"/>
                    </a:cubicBezTo>
                    <a:cubicBezTo>
                      <a:pt x="946" y="1152"/>
                      <a:pt x="963" y="1135"/>
                      <a:pt x="980" y="1117"/>
                    </a:cubicBezTo>
                    <a:lnTo>
                      <a:pt x="1006" y="1092"/>
                    </a:lnTo>
                    <a:cubicBezTo>
                      <a:pt x="1015" y="1074"/>
                      <a:pt x="1023" y="1049"/>
                      <a:pt x="1032" y="1031"/>
                    </a:cubicBezTo>
                    <a:cubicBezTo>
                      <a:pt x="1040" y="1023"/>
                      <a:pt x="1049" y="1006"/>
                      <a:pt x="1058" y="988"/>
                    </a:cubicBezTo>
                    <a:cubicBezTo>
                      <a:pt x="1075" y="963"/>
                      <a:pt x="1092" y="937"/>
                      <a:pt x="1118" y="920"/>
                    </a:cubicBezTo>
                    <a:cubicBezTo>
                      <a:pt x="1143" y="903"/>
                      <a:pt x="1161" y="885"/>
                      <a:pt x="1178" y="860"/>
                    </a:cubicBezTo>
                    <a:cubicBezTo>
                      <a:pt x="1204" y="808"/>
                      <a:pt x="1204" y="739"/>
                      <a:pt x="1221" y="688"/>
                    </a:cubicBezTo>
                    <a:cubicBezTo>
                      <a:pt x="1238" y="636"/>
                      <a:pt x="1212" y="602"/>
                      <a:pt x="1204" y="550"/>
                    </a:cubicBezTo>
                    <a:cubicBezTo>
                      <a:pt x="1186" y="507"/>
                      <a:pt x="1178" y="456"/>
                      <a:pt x="1169" y="413"/>
                    </a:cubicBezTo>
                    <a:cubicBezTo>
                      <a:pt x="1161" y="370"/>
                      <a:pt x="1135" y="336"/>
                      <a:pt x="1118" y="301"/>
                    </a:cubicBezTo>
                    <a:lnTo>
                      <a:pt x="1109" y="258"/>
                    </a:lnTo>
                    <a:lnTo>
                      <a:pt x="1092" y="232"/>
                    </a:lnTo>
                    <a:cubicBezTo>
                      <a:pt x="1075" y="215"/>
                      <a:pt x="1075" y="198"/>
                      <a:pt x="1066" y="181"/>
                    </a:cubicBezTo>
                    <a:lnTo>
                      <a:pt x="1040" y="155"/>
                    </a:lnTo>
                    <a:cubicBezTo>
                      <a:pt x="1023" y="121"/>
                      <a:pt x="1006" y="86"/>
                      <a:pt x="980" y="61"/>
                    </a:cubicBezTo>
                    <a:cubicBezTo>
                      <a:pt x="963" y="43"/>
                      <a:pt x="954" y="18"/>
                      <a:pt x="937" y="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58" name="Google Shape;18058;p62"/>
              <p:cNvSpPr/>
              <p:nvPr/>
            </p:nvSpPr>
            <p:spPr>
              <a:xfrm>
                <a:off x="5173650" y="1267950"/>
                <a:ext cx="27750" cy="3522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409" extrusionOk="0">
                    <a:moveTo>
                      <a:pt x="783" y="1"/>
                    </a:moveTo>
                    <a:cubicBezTo>
                      <a:pt x="748" y="9"/>
                      <a:pt x="705" y="18"/>
                      <a:pt x="662" y="18"/>
                    </a:cubicBezTo>
                    <a:cubicBezTo>
                      <a:pt x="637" y="27"/>
                      <a:pt x="619" y="35"/>
                      <a:pt x="594" y="52"/>
                    </a:cubicBezTo>
                    <a:cubicBezTo>
                      <a:pt x="568" y="61"/>
                      <a:pt x="559" y="70"/>
                      <a:pt x="533" y="78"/>
                    </a:cubicBezTo>
                    <a:cubicBezTo>
                      <a:pt x="516" y="87"/>
                      <a:pt x="499" y="87"/>
                      <a:pt x="482" y="95"/>
                    </a:cubicBezTo>
                    <a:cubicBezTo>
                      <a:pt x="396" y="130"/>
                      <a:pt x="319" y="181"/>
                      <a:pt x="250" y="241"/>
                    </a:cubicBezTo>
                    <a:cubicBezTo>
                      <a:pt x="233" y="259"/>
                      <a:pt x="207" y="276"/>
                      <a:pt x="190" y="293"/>
                    </a:cubicBezTo>
                    <a:cubicBezTo>
                      <a:pt x="173" y="310"/>
                      <a:pt x="164" y="327"/>
                      <a:pt x="155" y="336"/>
                    </a:cubicBezTo>
                    <a:cubicBezTo>
                      <a:pt x="113" y="379"/>
                      <a:pt x="87" y="422"/>
                      <a:pt x="52" y="473"/>
                    </a:cubicBezTo>
                    <a:cubicBezTo>
                      <a:pt x="44" y="482"/>
                      <a:pt x="35" y="499"/>
                      <a:pt x="27" y="508"/>
                    </a:cubicBezTo>
                    <a:cubicBezTo>
                      <a:pt x="18" y="534"/>
                      <a:pt x="18" y="559"/>
                      <a:pt x="18" y="585"/>
                    </a:cubicBezTo>
                    <a:cubicBezTo>
                      <a:pt x="18" y="611"/>
                      <a:pt x="18" y="637"/>
                      <a:pt x="18" y="662"/>
                    </a:cubicBezTo>
                    <a:cubicBezTo>
                      <a:pt x="9" y="688"/>
                      <a:pt x="1" y="714"/>
                      <a:pt x="1" y="740"/>
                    </a:cubicBezTo>
                    <a:cubicBezTo>
                      <a:pt x="1" y="757"/>
                      <a:pt x="1" y="791"/>
                      <a:pt x="9" y="808"/>
                    </a:cubicBezTo>
                    <a:cubicBezTo>
                      <a:pt x="27" y="860"/>
                      <a:pt x="44" y="903"/>
                      <a:pt x="52" y="955"/>
                    </a:cubicBezTo>
                    <a:cubicBezTo>
                      <a:pt x="70" y="989"/>
                      <a:pt x="70" y="1032"/>
                      <a:pt x="95" y="1075"/>
                    </a:cubicBezTo>
                    <a:cubicBezTo>
                      <a:pt x="104" y="1092"/>
                      <a:pt x="121" y="1118"/>
                      <a:pt x="138" y="1135"/>
                    </a:cubicBezTo>
                    <a:cubicBezTo>
                      <a:pt x="147" y="1152"/>
                      <a:pt x="155" y="1161"/>
                      <a:pt x="164" y="1178"/>
                    </a:cubicBezTo>
                    <a:cubicBezTo>
                      <a:pt x="198" y="1212"/>
                      <a:pt x="241" y="1247"/>
                      <a:pt x="276" y="1281"/>
                    </a:cubicBezTo>
                    <a:cubicBezTo>
                      <a:pt x="310" y="1315"/>
                      <a:pt x="353" y="1341"/>
                      <a:pt x="396" y="1358"/>
                    </a:cubicBezTo>
                    <a:cubicBezTo>
                      <a:pt x="413" y="1367"/>
                      <a:pt x="422" y="1375"/>
                      <a:pt x="439" y="1384"/>
                    </a:cubicBezTo>
                    <a:lnTo>
                      <a:pt x="465" y="1401"/>
                    </a:lnTo>
                    <a:cubicBezTo>
                      <a:pt x="470" y="1407"/>
                      <a:pt x="473" y="1409"/>
                      <a:pt x="474" y="1409"/>
                    </a:cubicBezTo>
                    <a:cubicBezTo>
                      <a:pt x="477" y="1409"/>
                      <a:pt x="471" y="1399"/>
                      <a:pt x="465" y="1393"/>
                    </a:cubicBezTo>
                    <a:lnTo>
                      <a:pt x="439" y="1375"/>
                    </a:lnTo>
                    <a:lnTo>
                      <a:pt x="413" y="1350"/>
                    </a:lnTo>
                    <a:lnTo>
                      <a:pt x="379" y="1315"/>
                    </a:lnTo>
                    <a:cubicBezTo>
                      <a:pt x="362" y="1298"/>
                      <a:pt x="353" y="1272"/>
                      <a:pt x="336" y="1255"/>
                    </a:cubicBezTo>
                    <a:cubicBezTo>
                      <a:pt x="319" y="1229"/>
                      <a:pt x="310" y="1221"/>
                      <a:pt x="310" y="1195"/>
                    </a:cubicBezTo>
                    <a:cubicBezTo>
                      <a:pt x="319" y="1161"/>
                      <a:pt x="293" y="1135"/>
                      <a:pt x="293" y="1101"/>
                    </a:cubicBezTo>
                    <a:lnTo>
                      <a:pt x="284" y="1075"/>
                    </a:lnTo>
                    <a:lnTo>
                      <a:pt x="293" y="1032"/>
                    </a:lnTo>
                    <a:cubicBezTo>
                      <a:pt x="284" y="1023"/>
                      <a:pt x="250" y="1023"/>
                      <a:pt x="241" y="1006"/>
                    </a:cubicBezTo>
                    <a:cubicBezTo>
                      <a:pt x="233" y="997"/>
                      <a:pt x="233" y="980"/>
                      <a:pt x="233" y="972"/>
                    </a:cubicBezTo>
                    <a:cubicBezTo>
                      <a:pt x="241" y="955"/>
                      <a:pt x="241" y="946"/>
                      <a:pt x="250" y="929"/>
                    </a:cubicBezTo>
                    <a:cubicBezTo>
                      <a:pt x="259" y="912"/>
                      <a:pt x="259" y="894"/>
                      <a:pt x="259" y="869"/>
                    </a:cubicBezTo>
                    <a:cubicBezTo>
                      <a:pt x="259" y="826"/>
                      <a:pt x="259" y="783"/>
                      <a:pt x="259" y="731"/>
                    </a:cubicBezTo>
                    <a:cubicBezTo>
                      <a:pt x="259" y="705"/>
                      <a:pt x="267" y="662"/>
                      <a:pt x="293" y="645"/>
                    </a:cubicBezTo>
                    <a:cubicBezTo>
                      <a:pt x="319" y="628"/>
                      <a:pt x="336" y="611"/>
                      <a:pt x="353" y="585"/>
                    </a:cubicBezTo>
                    <a:lnTo>
                      <a:pt x="370" y="559"/>
                    </a:lnTo>
                    <a:cubicBezTo>
                      <a:pt x="387" y="534"/>
                      <a:pt x="370" y="491"/>
                      <a:pt x="396" y="465"/>
                    </a:cubicBezTo>
                    <a:cubicBezTo>
                      <a:pt x="405" y="448"/>
                      <a:pt x="439" y="430"/>
                      <a:pt x="439" y="405"/>
                    </a:cubicBezTo>
                    <a:lnTo>
                      <a:pt x="430" y="370"/>
                    </a:lnTo>
                    <a:cubicBezTo>
                      <a:pt x="422" y="345"/>
                      <a:pt x="422" y="336"/>
                      <a:pt x="439" y="310"/>
                    </a:cubicBezTo>
                    <a:lnTo>
                      <a:pt x="473" y="284"/>
                    </a:lnTo>
                    <a:cubicBezTo>
                      <a:pt x="491" y="276"/>
                      <a:pt x="499" y="267"/>
                      <a:pt x="516" y="250"/>
                    </a:cubicBezTo>
                    <a:cubicBezTo>
                      <a:pt x="525" y="241"/>
                      <a:pt x="542" y="233"/>
                      <a:pt x="559" y="224"/>
                    </a:cubicBezTo>
                    <a:lnTo>
                      <a:pt x="637" y="224"/>
                    </a:lnTo>
                    <a:cubicBezTo>
                      <a:pt x="645" y="224"/>
                      <a:pt x="662" y="224"/>
                      <a:pt x="680" y="216"/>
                    </a:cubicBezTo>
                    <a:cubicBezTo>
                      <a:pt x="697" y="216"/>
                      <a:pt x="705" y="207"/>
                      <a:pt x="722" y="207"/>
                    </a:cubicBezTo>
                    <a:cubicBezTo>
                      <a:pt x="731" y="207"/>
                      <a:pt x="740" y="198"/>
                      <a:pt x="757" y="198"/>
                    </a:cubicBezTo>
                    <a:lnTo>
                      <a:pt x="791" y="190"/>
                    </a:lnTo>
                    <a:lnTo>
                      <a:pt x="826" y="190"/>
                    </a:lnTo>
                    <a:cubicBezTo>
                      <a:pt x="843" y="190"/>
                      <a:pt x="864" y="198"/>
                      <a:pt x="884" y="198"/>
                    </a:cubicBezTo>
                    <a:cubicBezTo>
                      <a:pt x="893" y="198"/>
                      <a:pt x="903" y="196"/>
                      <a:pt x="912" y="190"/>
                    </a:cubicBezTo>
                    <a:lnTo>
                      <a:pt x="946" y="173"/>
                    </a:lnTo>
                    <a:cubicBezTo>
                      <a:pt x="963" y="164"/>
                      <a:pt x="972" y="156"/>
                      <a:pt x="989" y="156"/>
                    </a:cubicBezTo>
                    <a:cubicBezTo>
                      <a:pt x="1015" y="156"/>
                      <a:pt x="1049" y="156"/>
                      <a:pt x="1066" y="164"/>
                    </a:cubicBezTo>
                    <a:lnTo>
                      <a:pt x="1109" y="181"/>
                    </a:lnTo>
                    <a:lnTo>
                      <a:pt x="1092" y="164"/>
                    </a:lnTo>
                    <a:lnTo>
                      <a:pt x="1075" y="147"/>
                    </a:lnTo>
                    <a:cubicBezTo>
                      <a:pt x="1066" y="130"/>
                      <a:pt x="1066" y="121"/>
                      <a:pt x="1058" y="121"/>
                    </a:cubicBezTo>
                    <a:cubicBezTo>
                      <a:pt x="1040" y="113"/>
                      <a:pt x="1032" y="113"/>
                      <a:pt x="1023" y="95"/>
                    </a:cubicBezTo>
                    <a:lnTo>
                      <a:pt x="1006" y="87"/>
                    </a:lnTo>
                    <a:cubicBezTo>
                      <a:pt x="989" y="70"/>
                      <a:pt x="972" y="61"/>
                      <a:pt x="954" y="52"/>
                    </a:cubicBezTo>
                    <a:lnTo>
                      <a:pt x="929" y="35"/>
                    </a:lnTo>
                    <a:cubicBezTo>
                      <a:pt x="903" y="27"/>
                      <a:pt x="886" y="18"/>
                      <a:pt x="860" y="18"/>
                    </a:cubicBezTo>
                    <a:cubicBezTo>
                      <a:pt x="834" y="9"/>
                      <a:pt x="808" y="1"/>
                      <a:pt x="783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59" name="Google Shape;18059;p62"/>
              <p:cNvSpPr/>
              <p:nvPr/>
            </p:nvSpPr>
            <p:spPr>
              <a:xfrm>
                <a:off x="5186550" y="1277800"/>
                <a:ext cx="13325" cy="16825"/>
              </a:xfrm>
              <a:custGeom>
                <a:avLst/>
                <a:gdLst/>
                <a:ahLst/>
                <a:cxnLst/>
                <a:rect l="l" t="t" r="r" b="b"/>
                <a:pathLst>
                  <a:path w="533" h="673" extrusionOk="0">
                    <a:moveTo>
                      <a:pt x="311" y="0"/>
                    </a:moveTo>
                    <a:cubicBezTo>
                      <a:pt x="261" y="0"/>
                      <a:pt x="217" y="22"/>
                      <a:pt x="172" y="36"/>
                    </a:cubicBezTo>
                    <a:cubicBezTo>
                      <a:pt x="155" y="45"/>
                      <a:pt x="129" y="54"/>
                      <a:pt x="103" y="62"/>
                    </a:cubicBezTo>
                    <a:lnTo>
                      <a:pt x="78" y="71"/>
                    </a:lnTo>
                    <a:cubicBezTo>
                      <a:pt x="60" y="71"/>
                      <a:pt x="60" y="79"/>
                      <a:pt x="52" y="88"/>
                    </a:cubicBezTo>
                    <a:lnTo>
                      <a:pt x="26" y="122"/>
                    </a:lnTo>
                    <a:lnTo>
                      <a:pt x="9" y="140"/>
                    </a:lnTo>
                    <a:lnTo>
                      <a:pt x="0" y="157"/>
                    </a:lnTo>
                    <a:cubicBezTo>
                      <a:pt x="17" y="157"/>
                      <a:pt x="35" y="148"/>
                      <a:pt x="52" y="140"/>
                    </a:cubicBezTo>
                    <a:cubicBezTo>
                      <a:pt x="63" y="140"/>
                      <a:pt x="75" y="143"/>
                      <a:pt x="86" y="143"/>
                    </a:cubicBezTo>
                    <a:cubicBezTo>
                      <a:pt x="92" y="143"/>
                      <a:pt x="98" y="142"/>
                      <a:pt x="103" y="140"/>
                    </a:cubicBezTo>
                    <a:cubicBezTo>
                      <a:pt x="109" y="140"/>
                      <a:pt x="115" y="132"/>
                      <a:pt x="118" y="132"/>
                    </a:cubicBezTo>
                    <a:cubicBezTo>
                      <a:pt x="120" y="132"/>
                      <a:pt x="121" y="134"/>
                      <a:pt x="121" y="140"/>
                    </a:cubicBezTo>
                    <a:cubicBezTo>
                      <a:pt x="132" y="140"/>
                      <a:pt x="151" y="136"/>
                      <a:pt x="170" y="136"/>
                    </a:cubicBezTo>
                    <a:cubicBezTo>
                      <a:pt x="180" y="136"/>
                      <a:pt x="189" y="137"/>
                      <a:pt x="198" y="140"/>
                    </a:cubicBezTo>
                    <a:lnTo>
                      <a:pt x="224" y="157"/>
                    </a:lnTo>
                    <a:cubicBezTo>
                      <a:pt x="232" y="165"/>
                      <a:pt x="241" y="174"/>
                      <a:pt x="258" y="182"/>
                    </a:cubicBezTo>
                    <a:cubicBezTo>
                      <a:pt x="292" y="200"/>
                      <a:pt x="335" y="225"/>
                      <a:pt x="344" y="268"/>
                    </a:cubicBezTo>
                    <a:cubicBezTo>
                      <a:pt x="361" y="311"/>
                      <a:pt x="353" y="354"/>
                      <a:pt x="344" y="397"/>
                    </a:cubicBezTo>
                    <a:cubicBezTo>
                      <a:pt x="344" y="440"/>
                      <a:pt x="301" y="466"/>
                      <a:pt x="301" y="509"/>
                    </a:cubicBezTo>
                    <a:cubicBezTo>
                      <a:pt x="301" y="535"/>
                      <a:pt x="310" y="561"/>
                      <a:pt x="301" y="578"/>
                    </a:cubicBezTo>
                    <a:lnTo>
                      <a:pt x="292" y="595"/>
                    </a:lnTo>
                    <a:lnTo>
                      <a:pt x="267" y="621"/>
                    </a:lnTo>
                    <a:cubicBezTo>
                      <a:pt x="258" y="638"/>
                      <a:pt x="241" y="664"/>
                      <a:pt x="232" y="672"/>
                    </a:cubicBezTo>
                    <a:lnTo>
                      <a:pt x="267" y="655"/>
                    </a:lnTo>
                    <a:cubicBezTo>
                      <a:pt x="292" y="646"/>
                      <a:pt x="318" y="638"/>
                      <a:pt x="335" y="629"/>
                    </a:cubicBezTo>
                    <a:cubicBezTo>
                      <a:pt x="361" y="612"/>
                      <a:pt x="387" y="586"/>
                      <a:pt x="421" y="569"/>
                    </a:cubicBezTo>
                    <a:lnTo>
                      <a:pt x="438" y="552"/>
                    </a:lnTo>
                    <a:lnTo>
                      <a:pt x="456" y="526"/>
                    </a:lnTo>
                    <a:cubicBezTo>
                      <a:pt x="473" y="492"/>
                      <a:pt x="481" y="457"/>
                      <a:pt x="499" y="423"/>
                    </a:cubicBezTo>
                    <a:cubicBezTo>
                      <a:pt x="499" y="406"/>
                      <a:pt x="507" y="406"/>
                      <a:pt x="516" y="397"/>
                    </a:cubicBezTo>
                    <a:lnTo>
                      <a:pt x="516" y="371"/>
                    </a:lnTo>
                    <a:cubicBezTo>
                      <a:pt x="533" y="320"/>
                      <a:pt x="533" y="277"/>
                      <a:pt x="516" y="234"/>
                    </a:cubicBezTo>
                    <a:cubicBezTo>
                      <a:pt x="507" y="208"/>
                      <a:pt x="507" y="182"/>
                      <a:pt x="499" y="157"/>
                    </a:cubicBezTo>
                    <a:cubicBezTo>
                      <a:pt x="490" y="122"/>
                      <a:pt x="456" y="97"/>
                      <a:pt x="430" y="79"/>
                    </a:cubicBezTo>
                    <a:cubicBezTo>
                      <a:pt x="396" y="45"/>
                      <a:pt x="387" y="11"/>
                      <a:pt x="335" y="2"/>
                    </a:cubicBezTo>
                    <a:cubicBezTo>
                      <a:pt x="327" y="1"/>
                      <a:pt x="319" y="0"/>
                      <a:pt x="311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8060" name="Google Shape;18060;p62"/>
            <p:cNvGrpSpPr/>
            <p:nvPr/>
          </p:nvGrpSpPr>
          <p:grpSpPr>
            <a:xfrm>
              <a:off x="6387170" y="4423572"/>
              <a:ext cx="190892" cy="131650"/>
              <a:chOff x="5146375" y="1229175"/>
              <a:chExt cx="151875" cy="104750"/>
            </a:xfrm>
          </p:grpSpPr>
          <p:sp>
            <p:nvSpPr>
              <p:cNvPr id="18061" name="Google Shape;18061;p62"/>
              <p:cNvSpPr/>
              <p:nvPr/>
            </p:nvSpPr>
            <p:spPr>
              <a:xfrm>
                <a:off x="5185250" y="1229950"/>
                <a:ext cx="113000" cy="103975"/>
              </a:xfrm>
              <a:custGeom>
                <a:avLst/>
                <a:gdLst/>
                <a:ahLst/>
                <a:cxnLst/>
                <a:rect l="l" t="t" r="r" b="b"/>
                <a:pathLst>
                  <a:path w="4520" h="4159" extrusionOk="0">
                    <a:moveTo>
                      <a:pt x="594" y="0"/>
                    </a:moveTo>
                    <a:cubicBezTo>
                      <a:pt x="679" y="9"/>
                      <a:pt x="765" y="9"/>
                      <a:pt x="851" y="17"/>
                    </a:cubicBezTo>
                    <a:cubicBezTo>
                      <a:pt x="1057" y="26"/>
                      <a:pt x="1247" y="112"/>
                      <a:pt x="1453" y="138"/>
                    </a:cubicBezTo>
                    <a:cubicBezTo>
                      <a:pt x="1659" y="163"/>
                      <a:pt x="1865" y="163"/>
                      <a:pt x="2080" y="181"/>
                    </a:cubicBezTo>
                    <a:cubicBezTo>
                      <a:pt x="2097" y="181"/>
                      <a:pt x="2123" y="181"/>
                      <a:pt x="2149" y="189"/>
                    </a:cubicBezTo>
                    <a:cubicBezTo>
                      <a:pt x="2174" y="206"/>
                      <a:pt x="2192" y="232"/>
                      <a:pt x="2217" y="249"/>
                    </a:cubicBezTo>
                    <a:cubicBezTo>
                      <a:pt x="2260" y="284"/>
                      <a:pt x="2329" y="284"/>
                      <a:pt x="2389" y="275"/>
                    </a:cubicBezTo>
                    <a:cubicBezTo>
                      <a:pt x="2518" y="275"/>
                      <a:pt x="2647" y="267"/>
                      <a:pt x="2767" y="267"/>
                    </a:cubicBezTo>
                    <a:cubicBezTo>
                      <a:pt x="2879" y="267"/>
                      <a:pt x="2999" y="258"/>
                      <a:pt x="3102" y="284"/>
                    </a:cubicBezTo>
                    <a:cubicBezTo>
                      <a:pt x="3197" y="301"/>
                      <a:pt x="3283" y="335"/>
                      <a:pt x="3369" y="352"/>
                    </a:cubicBezTo>
                    <a:cubicBezTo>
                      <a:pt x="3394" y="352"/>
                      <a:pt x="3420" y="352"/>
                      <a:pt x="3454" y="352"/>
                    </a:cubicBezTo>
                    <a:cubicBezTo>
                      <a:pt x="3515" y="352"/>
                      <a:pt x="3566" y="352"/>
                      <a:pt x="3601" y="370"/>
                    </a:cubicBezTo>
                    <a:cubicBezTo>
                      <a:pt x="3781" y="464"/>
                      <a:pt x="3867" y="645"/>
                      <a:pt x="4039" y="748"/>
                    </a:cubicBezTo>
                    <a:cubicBezTo>
                      <a:pt x="4073" y="765"/>
                      <a:pt x="4107" y="782"/>
                      <a:pt x="4116" y="816"/>
                    </a:cubicBezTo>
                    <a:cubicBezTo>
                      <a:pt x="4125" y="894"/>
                      <a:pt x="4107" y="911"/>
                      <a:pt x="4168" y="988"/>
                    </a:cubicBezTo>
                    <a:cubicBezTo>
                      <a:pt x="4193" y="1014"/>
                      <a:pt x="4202" y="1048"/>
                      <a:pt x="4228" y="1083"/>
                    </a:cubicBezTo>
                    <a:cubicBezTo>
                      <a:pt x="4331" y="1194"/>
                      <a:pt x="4391" y="1280"/>
                      <a:pt x="4425" y="1426"/>
                    </a:cubicBezTo>
                    <a:cubicBezTo>
                      <a:pt x="4451" y="1512"/>
                      <a:pt x="4494" y="1598"/>
                      <a:pt x="4511" y="1684"/>
                    </a:cubicBezTo>
                    <a:cubicBezTo>
                      <a:pt x="4520" y="1787"/>
                      <a:pt x="4511" y="1890"/>
                      <a:pt x="4503" y="1993"/>
                    </a:cubicBezTo>
                    <a:cubicBezTo>
                      <a:pt x="4503" y="2028"/>
                      <a:pt x="4477" y="2045"/>
                      <a:pt x="4468" y="2079"/>
                    </a:cubicBezTo>
                    <a:cubicBezTo>
                      <a:pt x="4443" y="2165"/>
                      <a:pt x="4468" y="2251"/>
                      <a:pt x="4477" y="2346"/>
                    </a:cubicBezTo>
                    <a:cubicBezTo>
                      <a:pt x="4485" y="2432"/>
                      <a:pt x="4477" y="2578"/>
                      <a:pt x="4451" y="2646"/>
                    </a:cubicBezTo>
                    <a:cubicBezTo>
                      <a:pt x="4425" y="2689"/>
                      <a:pt x="4314" y="2938"/>
                      <a:pt x="4288" y="3007"/>
                    </a:cubicBezTo>
                    <a:cubicBezTo>
                      <a:pt x="4262" y="3059"/>
                      <a:pt x="4193" y="3145"/>
                      <a:pt x="4176" y="3205"/>
                    </a:cubicBezTo>
                    <a:cubicBezTo>
                      <a:pt x="4168" y="3239"/>
                      <a:pt x="4082" y="3428"/>
                      <a:pt x="4004" y="3523"/>
                    </a:cubicBezTo>
                    <a:cubicBezTo>
                      <a:pt x="3927" y="3617"/>
                      <a:pt x="3867" y="3677"/>
                      <a:pt x="3704" y="3694"/>
                    </a:cubicBezTo>
                    <a:cubicBezTo>
                      <a:pt x="3652" y="3703"/>
                      <a:pt x="3463" y="3806"/>
                      <a:pt x="3403" y="3806"/>
                    </a:cubicBezTo>
                    <a:cubicBezTo>
                      <a:pt x="3360" y="3798"/>
                      <a:pt x="3326" y="3815"/>
                      <a:pt x="3291" y="3823"/>
                    </a:cubicBezTo>
                    <a:cubicBezTo>
                      <a:pt x="3274" y="3823"/>
                      <a:pt x="3257" y="3823"/>
                      <a:pt x="3240" y="3823"/>
                    </a:cubicBezTo>
                    <a:cubicBezTo>
                      <a:pt x="3223" y="3823"/>
                      <a:pt x="3205" y="3823"/>
                      <a:pt x="3188" y="3832"/>
                    </a:cubicBezTo>
                    <a:cubicBezTo>
                      <a:pt x="3059" y="3849"/>
                      <a:pt x="2836" y="3883"/>
                      <a:pt x="2759" y="3909"/>
                    </a:cubicBezTo>
                    <a:cubicBezTo>
                      <a:pt x="2664" y="3935"/>
                      <a:pt x="2501" y="3935"/>
                      <a:pt x="2415" y="3926"/>
                    </a:cubicBezTo>
                    <a:cubicBezTo>
                      <a:pt x="2303" y="3909"/>
                      <a:pt x="2106" y="4012"/>
                      <a:pt x="1994" y="4021"/>
                    </a:cubicBezTo>
                    <a:cubicBezTo>
                      <a:pt x="1908" y="4021"/>
                      <a:pt x="1848" y="4021"/>
                      <a:pt x="1805" y="4021"/>
                    </a:cubicBezTo>
                    <a:cubicBezTo>
                      <a:pt x="1710" y="4012"/>
                      <a:pt x="1650" y="4012"/>
                      <a:pt x="1487" y="4055"/>
                    </a:cubicBezTo>
                    <a:cubicBezTo>
                      <a:pt x="1453" y="4055"/>
                      <a:pt x="1393" y="4055"/>
                      <a:pt x="1341" y="4055"/>
                    </a:cubicBezTo>
                    <a:cubicBezTo>
                      <a:pt x="1281" y="4055"/>
                      <a:pt x="1212" y="4055"/>
                      <a:pt x="1169" y="4064"/>
                    </a:cubicBezTo>
                    <a:cubicBezTo>
                      <a:pt x="1143" y="4081"/>
                      <a:pt x="1109" y="4090"/>
                      <a:pt x="1083" y="4098"/>
                    </a:cubicBezTo>
                    <a:cubicBezTo>
                      <a:pt x="1015" y="4115"/>
                      <a:pt x="954" y="4115"/>
                      <a:pt x="886" y="4133"/>
                    </a:cubicBezTo>
                    <a:cubicBezTo>
                      <a:pt x="826" y="4150"/>
                      <a:pt x="808" y="4158"/>
                      <a:pt x="757" y="4150"/>
                    </a:cubicBezTo>
                    <a:cubicBezTo>
                      <a:pt x="542" y="4107"/>
                      <a:pt x="336" y="4064"/>
                      <a:pt x="104" y="4107"/>
                    </a:cubicBezTo>
                    <a:cubicBezTo>
                      <a:pt x="78" y="4115"/>
                      <a:pt x="1" y="3789"/>
                      <a:pt x="1" y="3737"/>
                    </a:cubicBezTo>
                    <a:cubicBezTo>
                      <a:pt x="27" y="3574"/>
                      <a:pt x="44" y="3411"/>
                      <a:pt x="69" y="3256"/>
                    </a:cubicBezTo>
                    <a:cubicBezTo>
                      <a:pt x="104" y="2947"/>
                      <a:pt x="147" y="2646"/>
                      <a:pt x="198" y="2346"/>
                    </a:cubicBezTo>
                    <a:cubicBezTo>
                      <a:pt x="233" y="2096"/>
                      <a:pt x="276" y="1839"/>
                      <a:pt x="301" y="1598"/>
                    </a:cubicBezTo>
                    <a:cubicBezTo>
                      <a:pt x="327" y="1358"/>
                      <a:pt x="327" y="1126"/>
                      <a:pt x="370" y="902"/>
                    </a:cubicBezTo>
                    <a:cubicBezTo>
                      <a:pt x="379" y="816"/>
                      <a:pt x="542" y="0"/>
                      <a:pt x="594" y="0"/>
                    </a:cubicBezTo>
                  </a:path>
                </a:pathLst>
              </a:custGeom>
              <a:solidFill>
                <a:srgbClr val="B890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62" name="Google Shape;18062;p62"/>
              <p:cNvSpPr/>
              <p:nvPr/>
            </p:nvSpPr>
            <p:spPr>
              <a:xfrm>
                <a:off x="5177750" y="1229175"/>
                <a:ext cx="6487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2595" h="4185" extrusionOk="0">
                    <a:moveTo>
                      <a:pt x="877" y="1"/>
                    </a:moveTo>
                    <a:cubicBezTo>
                      <a:pt x="752" y="1"/>
                      <a:pt x="637" y="29"/>
                      <a:pt x="601" y="57"/>
                    </a:cubicBezTo>
                    <a:cubicBezTo>
                      <a:pt x="593" y="61"/>
                      <a:pt x="599" y="63"/>
                      <a:pt x="613" y="63"/>
                    </a:cubicBezTo>
                    <a:cubicBezTo>
                      <a:pt x="627" y="63"/>
                      <a:pt x="649" y="61"/>
                      <a:pt x="670" y="57"/>
                    </a:cubicBezTo>
                    <a:cubicBezTo>
                      <a:pt x="700" y="52"/>
                      <a:pt x="730" y="47"/>
                      <a:pt x="748" y="47"/>
                    </a:cubicBezTo>
                    <a:cubicBezTo>
                      <a:pt x="761" y="47"/>
                      <a:pt x="768" y="50"/>
                      <a:pt x="765" y="57"/>
                    </a:cubicBezTo>
                    <a:cubicBezTo>
                      <a:pt x="739" y="91"/>
                      <a:pt x="705" y="126"/>
                      <a:pt x="679" y="160"/>
                    </a:cubicBezTo>
                    <a:cubicBezTo>
                      <a:pt x="584" y="272"/>
                      <a:pt x="558" y="409"/>
                      <a:pt x="498" y="538"/>
                    </a:cubicBezTo>
                    <a:cubicBezTo>
                      <a:pt x="455" y="641"/>
                      <a:pt x="412" y="761"/>
                      <a:pt x="369" y="865"/>
                    </a:cubicBezTo>
                    <a:cubicBezTo>
                      <a:pt x="344" y="942"/>
                      <a:pt x="318" y="1036"/>
                      <a:pt x="301" y="1122"/>
                    </a:cubicBezTo>
                    <a:cubicBezTo>
                      <a:pt x="292" y="1208"/>
                      <a:pt x="309" y="1303"/>
                      <a:pt x="309" y="1397"/>
                    </a:cubicBezTo>
                    <a:cubicBezTo>
                      <a:pt x="309" y="1440"/>
                      <a:pt x="309" y="1492"/>
                      <a:pt x="309" y="1535"/>
                    </a:cubicBezTo>
                    <a:cubicBezTo>
                      <a:pt x="327" y="1758"/>
                      <a:pt x="335" y="1999"/>
                      <a:pt x="284" y="2222"/>
                    </a:cubicBezTo>
                    <a:cubicBezTo>
                      <a:pt x="249" y="2368"/>
                      <a:pt x="206" y="2506"/>
                      <a:pt x="172" y="2652"/>
                    </a:cubicBezTo>
                    <a:cubicBezTo>
                      <a:pt x="146" y="2772"/>
                      <a:pt x="129" y="2892"/>
                      <a:pt x="103" y="3012"/>
                    </a:cubicBezTo>
                    <a:cubicBezTo>
                      <a:pt x="34" y="3296"/>
                      <a:pt x="0" y="3554"/>
                      <a:pt x="103" y="3829"/>
                    </a:cubicBezTo>
                    <a:cubicBezTo>
                      <a:pt x="129" y="3906"/>
                      <a:pt x="155" y="3966"/>
                      <a:pt x="223" y="4018"/>
                    </a:cubicBezTo>
                    <a:cubicBezTo>
                      <a:pt x="258" y="4052"/>
                      <a:pt x="309" y="4104"/>
                      <a:pt x="352" y="4129"/>
                    </a:cubicBezTo>
                    <a:cubicBezTo>
                      <a:pt x="455" y="4172"/>
                      <a:pt x="593" y="4172"/>
                      <a:pt x="705" y="4181"/>
                    </a:cubicBezTo>
                    <a:cubicBezTo>
                      <a:pt x="717" y="4183"/>
                      <a:pt x="727" y="4184"/>
                      <a:pt x="737" y="4184"/>
                    </a:cubicBezTo>
                    <a:cubicBezTo>
                      <a:pt x="760" y="4184"/>
                      <a:pt x="777" y="4178"/>
                      <a:pt x="808" y="4172"/>
                    </a:cubicBezTo>
                    <a:cubicBezTo>
                      <a:pt x="819" y="4169"/>
                      <a:pt x="829" y="4168"/>
                      <a:pt x="837" y="4168"/>
                    </a:cubicBezTo>
                    <a:cubicBezTo>
                      <a:pt x="853" y="4168"/>
                      <a:pt x="865" y="4172"/>
                      <a:pt x="876" y="4172"/>
                    </a:cubicBezTo>
                    <a:cubicBezTo>
                      <a:pt x="888" y="4172"/>
                      <a:pt x="899" y="4176"/>
                      <a:pt x="916" y="4176"/>
                    </a:cubicBezTo>
                    <a:cubicBezTo>
                      <a:pt x="924" y="4176"/>
                      <a:pt x="934" y="4175"/>
                      <a:pt x="945" y="4172"/>
                    </a:cubicBezTo>
                    <a:cubicBezTo>
                      <a:pt x="957" y="4169"/>
                      <a:pt x="968" y="4168"/>
                      <a:pt x="979" y="4168"/>
                    </a:cubicBezTo>
                    <a:cubicBezTo>
                      <a:pt x="1002" y="4168"/>
                      <a:pt x="1025" y="4172"/>
                      <a:pt x="1048" y="4172"/>
                    </a:cubicBezTo>
                    <a:cubicBezTo>
                      <a:pt x="1074" y="4177"/>
                      <a:pt x="1100" y="4181"/>
                      <a:pt x="1123" y="4181"/>
                    </a:cubicBezTo>
                    <a:cubicBezTo>
                      <a:pt x="1147" y="4181"/>
                      <a:pt x="1168" y="4177"/>
                      <a:pt x="1186" y="4164"/>
                    </a:cubicBezTo>
                    <a:cubicBezTo>
                      <a:pt x="1237" y="4129"/>
                      <a:pt x="1418" y="4121"/>
                      <a:pt x="1469" y="4078"/>
                    </a:cubicBezTo>
                    <a:cubicBezTo>
                      <a:pt x="1512" y="4052"/>
                      <a:pt x="1555" y="4018"/>
                      <a:pt x="1607" y="4000"/>
                    </a:cubicBezTo>
                    <a:cubicBezTo>
                      <a:pt x="1650" y="3975"/>
                      <a:pt x="1684" y="3966"/>
                      <a:pt x="1718" y="3940"/>
                    </a:cubicBezTo>
                    <a:cubicBezTo>
                      <a:pt x="1736" y="3923"/>
                      <a:pt x="1753" y="3914"/>
                      <a:pt x="1770" y="3897"/>
                    </a:cubicBezTo>
                    <a:cubicBezTo>
                      <a:pt x="1830" y="3846"/>
                      <a:pt x="1787" y="3743"/>
                      <a:pt x="1873" y="3717"/>
                    </a:cubicBezTo>
                    <a:cubicBezTo>
                      <a:pt x="1933" y="3700"/>
                      <a:pt x="1993" y="3683"/>
                      <a:pt x="2036" y="3631"/>
                    </a:cubicBezTo>
                    <a:cubicBezTo>
                      <a:pt x="2062" y="3605"/>
                      <a:pt x="2071" y="3597"/>
                      <a:pt x="2079" y="3554"/>
                    </a:cubicBezTo>
                    <a:cubicBezTo>
                      <a:pt x="2088" y="3528"/>
                      <a:pt x="2088" y="3502"/>
                      <a:pt x="2096" y="3476"/>
                    </a:cubicBezTo>
                    <a:cubicBezTo>
                      <a:pt x="2096" y="3451"/>
                      <a:pt x="2174" y="3451"/>
                      <a:pt x="2165" y="3416"/>
                    </a:cubicBezTo>
                    <a:lnTo>
                      <a:pt x="2156" y="3382"/>
                    </a:lnTo>
                    <a:cubicBezTo>
                      <a:pt x="2156" y="3365"/>
                      <a:pt x="2174" y="3365"/>
                      <a:pt x="2174" y="3347"/>
                    </a:cubicBezTo>
                    <a:cubicBezTo>
                      <a:pt x="2199" y="3305"/>
                      <a:pt x="2182" y="3253"/>
                      <a:pt x="2199" y="3210"/>
                    </a:cubicBezTo>
                    <a:cubicBezTo>
                      <a:pt x="2217" y="3150"/>
                      <a:pt x="2268" y="3098"/>
                      <a:pt x="2294" y="3047"/>
                    </a:cubicBezTo>
                    <a:cubicBezTo>
                      <a:pt x="2311" y="3012"/>
                      <a:pt x="2320" y="2978"/>
                      <a:pt x="2346" y="2952"/>
                    </a:cubicBezTo>
                    <a:cubicBezTo>
                      <a:pt x="2363" y="2935"/>
                      <a:pt x="2388" y="2918"/>
                      <a:pt x="2397" y="2901"/>
                    </a:cubicBezTo>
                    <a:cubicBezTo>
                      <a:pt x="2406" y="2875"/>
                      <a:pt x="2406" y="2849"/>
                      <a:pt x="2406" y="2823"/>
                    </a:cubicBezTo>
                    <a:cubicBezTo>
                      <a:pt x="2414" y="2772"/>
                      <a:pt x="2431" y="2737"/>
                      <a:pt x="2440" y="2695"/>
                    </a:cubicBezTo>
                    <a:cubicBezTo>
                      <a:pt x="2457" y="2652"/>
                      <a:pt x="2457" y="2600"/>
                      <a:pt x="2483" y="2557"/>
                    </a:cubicBezTo>
                    <a:cubicBezTo>
                      <a:pt x="2500" y="2540"/>
                      <a:pt x="2517" y="2531"/>
                      <a:pt x="2535" y="2514"/>
                    </a:cubicBezTo>
                    <a:cubicBezTo>
                      <a:pt x="2560" y="2488"/>
                      <a:pt x="2560" y="2437"/>
                      <a:pt x="2569" y="2394"/>
                    </a:cubicBezTo>
                    <a:cubicBezTo>
                      <a:pt x="2577" y="2359"/>
                      <a:pt x="2577" y="2316"/>
                      <a:pt x="2586" y="2282"/>
                    </a:cubicBezTo>
                    <a:cubicBezTo>
                      <a:pt x="2595" y="2248"/>
                      <a:pt x="2560" y="2205"/>
                      <a:pt x="2560" y="2170"/>
                    </a:cubicBezTo>
                    <a:cubicBezTo>
                      <a:pt x="2552" y="2119"/>
                      <a:pt x="2543" y="2110"/>
                      <a:pt x="2569" y="2067"/>
                    </a:cubicBezTo>
                    <a:cubicBezTo>
                      <a:pt x="2595" y="2033"/>
                      <a:pt x="2535" y="2016"/>
                      <a:pt x="2535" y="1964"/>
                    </a:cubicBezTo>
                    <a:cubicBezTo>
                      <a:pt x="2535" y="1930"/>
                      <a:pt x="2517" y="1904"/>
                      <a:pt x="2500" y="1870"/>
                    </a:cubicBezTo>
                    <a:cubicBezTo>
                      <a:pt x="2483" y="1818"/>
                      <a:pt x="2517" y="1758"/>
                      <a:pt x="2500" y="1698"/>
                    </a:cubicBezTo>
                    <a:cubicBezTo>
                      <a:pt x="2474" y="1612"/>
                      <a:pt x="2492" y="1509"/>
                      <a:pt x="2457" y="1423"/>
                    </a:cubicBezTo>
                    <a:cubicBezTo>
                      <a:pt x="2440" y="1371"/>
                      <a:pt x="2423" y="1337"/>
                      <a:pt x="2414" y="1286"/>
                    </a:cubicBezTo>
                    <a:cubicBezTo>
                      <a:pt x="2406" y="1251"/>
                      <a:pt x="2397" y="1208"/>
                      <a:pt x="2380" y="1174"/>
                    </a:cubicBezTo>
                    <a:cubicBezTo>
                      <a:pt x="2320" y="1079"/>
                      <a:pt x="2242" y="985"/>
                      <a:pt x="2234" y="873"/>
                    </a:cubicBezTo>
                    <a:cubicBezTo>
                      <a:pt x="2234" y="822"/>
                      <a:pt x="2225" y="761"/>
                      <a:pt x="2182" y="710"/>
                    </a:cubicBezTo>
                    <a:cubicBezTo>
                      <a:pt x="2174" y="701"/>
                      <a:pt x="2156" y="693"/>
                      <a:pt x="2139" y="684"/>
                    </a:cubicBezTo>
                    <a:cubicBezTo>
                      <a:pt x="2122" y="667"/>
                      <a:pt x="2114" y="650"/>
                      <a:pt x="2088" y="633"/>
                    </a:cubicBezTo>
                    <a:cubicBezTo>
                      <a:pt x="2028" y="607"/>
                      <a:pt x="2019" y="590"/>
                      <a:pt x="1993" y="538"/>
                    </a:cubicBezTo>
                    <a:cubicBezTo>
                      <a:pt x="1967" y="504"/>
                      <a:pt x="1916" y="478"/>
                      <a:pt x="1882" y="444"/>
                    </a:cubicBezTo>
                    <a:cubicBezTo>
                      <a:pt x="1847" y="409"/>
                      <a:pt x="1813" y="383"/>
                      <a:pt x="1778" y="349"/>
                    </a:cubicBezTo>
                    <a:cubicBezTo>
                      <a:pt x="1753" y="315"/>
                      <a:pt x="1718" y="289"/>
                      <a:pt x="1684" y="263"/>
                    </a:cubicBezTo>
                    <a:cubicBezTo>
                      <a:pt x="1658" y="246"/>
                      <a:pt x="1641" y="229"/>
                      <a:pt x="1607" y="220"/>
                    </a:cubicBezTo>
                    <a:cubicBezTo>
                      <a:pt x="1581" y="220"/>
                      <a:pt x="1564" y="212"/>
                      <a:pt x="1547" y="203"/>
                    </a:cubicBezTo>
                    <a:cubicBezTo>
                      <a:pt x="1512" y="194"/>
                      <a:pt x="1512" y="194"/>
                      <a:pt x="1486" y="169"/>
                    </a:cubicBezTo>
                    <a:cubicBezTo>
                      <a:pt x="1469" y="151"/>
                      <a:pt x="1452" y="151"/>
                      <a:pt x="1426" y="134"/>
                    </a:cubicBezTo>
                    <a:cubicBezTo>
                      <a:pt x="1409" y="117"/>
                      <a:pt x="1392" y="100"/>
                      <a:pt x="1357" y="100"/>
                    </a:cubicBezTo>
                    <a:cubicBezTo>
                      <a:pt x="1340" y="91"/>
                      <a:pt x="1323" y="91"/>
                      <a:pt x="1315" y="91"/>
                    </a:cubicBezTo>
                    <a:cubicBezTo>
                      <a:pt x="1306" y="91"/>
                      <a:pt x="1297" y="91"/>
                      <a:pt x="1272" y="83"/>
                    </a:cubicBezTo>
                    <a:cubicBezTo>
                      <a:pt x="1220" y="66"/>
                      <a:pt x="1126" y="66"/>
                      <a:pt x="1074" y="48"/>
                    </a:cubicBezTo>
                    <a:cubicBezTo>
                      <a:pt x="1040" y="40"/>
                      <a:pt x="988" y="23"/>
                      <a:pt x="962" y="5"/>
                    </a:cubicBezTo>
                    <a:cubicBezTo>
                      <a:pt x="934" y="2"/>
                      <a:pt x="905" y="1"/>
                      <a:pt x="877" y="1"/>
                    </a:cubicBezTo>
                    <a:close/>
                  </a:path>
                </a:pathLst>
              </a:custGeom>
              <a:solidFill>
                <a:srgbClr val="D4AD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63" name="Google Shape;18063;p62"/>
              <p:cNvSpPr/>
              <p:nvPr/>
            </p:nvSpPr>
            <p:spPr>
              <a:xfrm>
                <a:off x="5146375" y="1281500"/>
                <a:ext cx="2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0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3D8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64" name="Google Shape;18064;p62"/>
              <p:cNvSpPr/>
              <p:nvPr/>
            </p:nvSpPr>
            <p:spPr>
              <a:xfrm>
                <a:off x="5146375" y="1229300"/>
                <a:ext cx="90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3601" h="4157" extrusionOk="0">
                    <a:moveTo>
                      <a:pt x="1960" y="0"/>
                    </a:moveTo>
                    <a:cubicBezTo>
                      <a:pt x="1917" y="0"/>
                      <a:pt x="1856" y="43"/>
                      <a:pt x="1813" y="61"/>
                    </a:cubicBezTo>
                    <a:cubicBezTo>
                      <a:pt x="1753" y="78"/>
                      <a:pt x="1710" y="78"/>
                      <a:pt x="1659" y="78"/>
                    </a:cubicBezTo>
                    <a:cubicBezTo>
                      <a:pt x="1650" y="77"/>
                      <a:pt x="1641" y="76"/>
                      <a:pt x="1632" y="76"/>
                    </a:cubicBezTo>
                    <a:cubicBezTo>
                      <a:pt x="1555" y="76"/>
                      <a:pt x="1479" y="107"/>
                      <a:pt x="1410" y="138"/>
                    </a:cubicBezTo>
                    <a:cubicBezTo>
                      <a:pt x="1375" y="155"/>
                      <a:pt x="1332" y="155"/>
                      <a:pt x="1289" y="172"/>
                    </a:cubicBezTo>
                    <a:cubicBezTo>
                      <a:pt x="1229" y="189"/>
                      <a:pt x="1212" y="215"/>
                      <a:pt x="1169" y="250"/>
                    </a:cubicBezTo>
                    <a:cubicBezTo>
                      <a:pt x="1109" y="301"/>
                      <a:pt x="1057" y="353"/>
                      <a:pt x="997" y="413"/>
                    </a:cubicBezTo>
                    <a:cubicBezTo>
                      <a:pt x="946" y="464"/>
                      <a:pt x="894" y="533"/>
                      <a:pt x="808" y="533"/>
                    </a:cubicBezTo>
                    <a:cubicBezTo>
                      <a:pt x="748" y="533"/>
                      <a:pt x="645" y="602"/>
                      <a:pt x="636" y="671"/>
                    </a:cubicBezTo>
                    <a:cubicBezTo>
                      <a:pt x="611" y="765"/>
                      <a:pt x="645" y="782"/>
                      <a:pt x="559" y="868"/>
                    </a:cubicBezTo>
                    <a:cubicBezTo>
                      <a:pt x="533" y="903"/>
                      <a:pt x="508" y="937"/>
                      <a:pt x="473" y="954"/>
                    </a:cubicBezTo>
                    <a:cubicBezTo>
                      <a:pt x="447" y="971"/>
                      <a:pt x="439" y="1057"/>
                      <a:pt x="413" y="1066"/>
                    </a:cubicBezTo>
                    <a:cubicBezTo>
                      <a:pt x="396" y="1083"/>
                      <a:pt x="387" y="1100"/>
                      <a:pt x="370" y="1109"/>
                    </a:cubicBezTo>
                    <a:lnTo>
                      <a:pt x="344" y="1109"/>
                    </a:lnTo>
                    <a:lnTo>
                      <a:pt x="319" y="1152"/>
                    </a:lnTo>
                    <a:cubicBezTo>
                      <a:pt x="293" y="1169"/>
                      <a:pt x="267" y="1177"/>
                      <a:pt x="241" y="1186"/>
                    </a:cubicBezTo>
                    <a:cubicBezTo>
                      <a:pt x="173" y="1238"/>
                      <a:pt x="147" y="1306"/>
                      <a:pt x="121" y="1392"/>
                    </a:cubicBezTo>
                    <a:cubicBezTo>
                      <a:pt x="104" y="1427"/>
                      <a:pt x="78" y="1444"/>
                      <a:pt x="78" y="1487"/>
                    </a:cubicBezTo>
                    <a:cubicBezTo>
                      <a:pt x="69" y="1547"/>
                      <a:pt x="78" y="1590"/>
                      <a:pt x="87" y="1641"/>
                    </a:cubicBezTo>
                    <a:cubicBezTo>
                      <a:pt x="104" y="1744"/>
                      <a:pt x="26" y="1805"/>
                      <a:pt x="18" y="1899"/>
                    </a:cubicBezTo>
                    <a:cubicBezTo>
                      <a:pt x="18" y="1942"/>
                      <a:pt x="44" y="1968"/>
                      <a:pt x="52" y="2002"/>
                    </a:cubicBezTo>
                    <a:cubicBezTo>
                      <a:pt x="61" y="2037"/>
                      <a:pt x="52" y="2097"/>
                      <a:pt x="44" y="2131"/>
                    </a:cubicBezTo>
                    <a:cubicBezTo>
                      <a:pt x="35" y="2174"/>
                      <a:pt x="9" y="2226"/>
                      <a:pt x="1" y="2286"/>
                    </a:cubicBezTo>
                    <a:cubicBezTo>
                      <a:pt x="1" y="2320"/>
                      <a:pt x="9" y="2354"/>
                      <a:pt x="9" y="2397"/>
                    </a:cubicBezTo>
                    <a:cubicBezTo>
                      <a:pt x="26" y="2458"/>
                      <a:pt x="52" y="2501"/>
                      <a:pt x="78" y="2552"/>
                    </a:cubicBezTo>
                    <a:cubicBezTo>
                      <a:pt x="104" y="2612"/>
                      <a:pt x="69" y="2647"/>
                      <a:pt x="61" y="2707"/>
                    </a:cubicBezTo>
                    <a:cubicBezTo>
                      <a:pt x="52" y="2767"/>
                      <a:pt x="61" y="2836"/>
                      <a:pt x="69" y="2887"/>
                    </a:cubicBezTo>
                    <a:cubicBezTo>
                      <a:pt x="95" y="2982"/>
                      <a:pt x="138" y="3076"/>
                      <a:pt x="215" y="3136"/>
                    </a:cubicBezTo>
                    <a:cubicBezTo>
                      <a:pt x="241" y="3153"/>
                      <a:pt x="267" y="3179"/>
                      <a:pt x="284" y="3214"/>
                    </a:cubicBezTo>
                    <a:cubicBezTo>
                      <a:pt x="319" y="3265"/>
                      <a:pt x="336" y="3291"/>
                      <a:pt x="387" y="3334"/>
                    </a:cubicBezTo>
                    <a:cubicBezTo>
                      <a:pt x="473" y="3394"/>
                      <a:pt x="482" y="3489"/>
                      <a:pt x="533" y="3566"/>
                    </a:cubicBezTo>
                    <a:cubicBezTo>
                      <a:pt x="551" y="3592"/>
                      <a:pt x="576" y="3626"/>
                      <a:pt x="611" y="3643"/>
                    </a:cubicBezTo>
                    <a:cubicBezTo>
                      <a:pt x="662" y="3660"/>
                      <a:pt x="722" y="3643"/>
                      <a:pt x="783" y="3678"/>
                    </a:cubicBezTo>
                    <a:cubicBezTo>
                      <a:pt x="817" y="3703"/>
                      <a:pt x="851" y="3729"/>
                      <a:pt x="886" y="3755"/>
                    </a:cubicBezTo>
                    <a:cubicBezTo>
                      <a:pt x="937" y="3781"/>
                      <a:pt x="989" y="3815"/>
                      <a:pt x="1023" y="3858"/>
                    </a:cubicBezTo>
                    <a:cubicBezTo>
                      <a:pt x="1092" y="3944"/>
                      <a:pt x="1126" y="3995"/>
                      <a:pt x="1229" y="4038"/>
                    </a:cubicBezTo>
                    <a:cubicBezTo>
                      <a:pt x="1315" y="4081"/>
                      <a:pt x="1410" y="4099"/>
                      <a:pt x="1504" y="4107"/>
                    </a:cubicBezTo>
                    <a:cubicBezTo>
                      <a:pt x="1539" y="4116"/>
                      <a:pt x="1573" y="4116"/>
                      <a:pt x="1607" y="4124"/>
                    </a:cubicBezTo>
                    <a:cubicBezTo>
                      <a:pt x="1642" y="4124"/>
                      <a:pt x="1667" y="4150"/>
                      <a:pt x="1702" y="4150"/>
                    </a:cubicBezTo>
                    <a:cubicBezTo>
                      <a:pt x="1719" y="4153"/>
                      <a:pt x="1734" y="4154"/>
                      <a:pt x="1749" y="4154"/>
                    </a:cubicBezTo>
                    <a:cubicBezTo>
                      <a:pt x="1778" y="4154"/>
                      <a:pt x="1805" y="4150"/>
                      <a:pt x="1839" y="4150"/>
                    </a:cubicBezTo>
                    <a:lnTo>
                      <a:pt x="1891" y="4150"/>
                    </a:lnTo>
                    <a:cubicBezTo>
                      <a:pt x="1904" y="4154"/>
                      <a:pt x="1917" y="4156"/>
                      <a:pt x="1931" y="4156"/>
                    </a:cubicBezTo>
                    <a:cubicBezTo>
                      <a:pt x="1945" y="4156"/>
                      <a:pt x="1960" y="4154"/>
                      <a:pt x="1977" y="4150"/>
                    </a:cubicBezTo>
                    <a:cubicBezTo>
                      <a:pt x="2003" y="4133"/>
                      <a:pt x="2020" y="4124"/>
                      <a:pt x="2054" y="4099"/>
                    </a:cubicBezTo>
                    <a:cubicBezTo>
                      <a:pt x="2088" y="4081"/>
                      <a:pt x="2114" y="4073"/>
                      <a:pt x="2149" y="4064"/>
                    </a:cubicBezTo>
                    <a:cubicBezTo>
                      <a:pt x="2243" y="4038"/>
                      <a:pt x="2338" y="4038"/>
                      <a:pt x="2432" y="4004"/>
                    </a:cubicBezTo>
                    <a:cubicBezTo>
                      <a:pt x="2509" y="3978"/>
                      <a:pt x="2587" y="3944"/>
                      <a:pt x="2673" y="3918"/>
                    </a:cubicBezTo>
                    <a:cubicBezTo>
                      <a:pt x="2750" y="3901"/>
                      <a:pt x="2776" y="3824"/>
                      <a:pt x="2827" y="3781"/>
                    </a:cubicBezTo>
                    <a:cubicBezTo>
                      <a:pt x="2887" y="3738"/>
                      <a:pt x="2930" y="3729"/>
                      <a:pt x="2982" y="3678"/>
                    </a:cubicBezTo>
                    <a:cubicBezTo>
                      <a:pt x="3008" y="3660"/>
                      <a:pt x="3016" y="3660"/>
                      <a:pt x="3033" y="3635"/>
                    </a:cubicBezTo>
                    <a:cubicBezTo>
                      <a:pt x="3042" y="3609"/>
                      <a:pt x="3068" y="3574"/>
                      <a:pt x="3076" y="3549"/>
                    </a:cubicBezTo>
                    <a:cubicBezTo>
                      <a:pt x="3094" y="3514"/>
                      <a:pt x="3137" y="3514"/>
                      <a:pt x="3137" y="3480"/>
                    </a:cubicBezTo>
                    <a:cubicBezTo>
                      <a:pt x="3145" y="3446"/>
                      <a:pt x="3162" y="3420"/>
                      <a:pt x="3171" y="3385"/>
                    </a:cubicBezTo>
                    <a:cubicBezTo>
                      <a:pt x="3188" y="3334"/>
                      <a:pt x="3197" y="3282"/>
                      <a:pt x="3222" y="3231"/>
                    </a:cubicBezTo>
                    <a:cubicBezTo>
                      <a:pt x="3231" y="3196"/>
                      <a:pt x="3257" y="3153"/>
                      <a:pt x="3283" y="3119"/>
                    </a:cubicBezTo>
                    <a:cubicBezTo>
                      <a:pt x="3326" y="3050"/>
                      <a:pt x="3360" y="2964"/>
                      <a:pt x="3394" y="2896"/>
                    </a:cubicBezTo>
                    <a:cubicBezTo>
                      <a:pt x="3463" y="2767"/>
                      <a:pt x="3601" y="2604"/>
                      <a:pt x="3575" y="2449"/>
                    </a:cubicBezTo>
                    <a:cubicBezTo>
                      <a:pt x="3558" y="2346"/>
                      <a:pt x="3549" y="2226"/>
                      <a:pt x="3506" y="2131"/>
                    </a:cubicBezTo>
                    <a:cubicBezTo>
                      <a:pt x="3489" y="2097"/>
                      <a:pt x="3463" y="2062"/>
                      <a:pt x="3463" y="2028"/>
                    </a:cubicBezTo>
                    <a:cubicBezTo>
                      <a:pt x="3454" y="1959"/>
                      <a:pt x="3480" y="1873"/>
                      <a:pt x="3489" y="1805"/>
                    </a:cubicBezTo>
                    <a:cubicBezTo>
                      <a:pt x="3506" y="1719"/>
                      <a:pt x="3497" y="1659"/>
                      <a:pt x="3480" y="1573"/>
                    </a:cubicBezTo>
                    <a:cubicBezTo>
                      <a:pt x="3463" y="1512"/>
                      <a:pt x="3463" y="1444"/>
                      <a:pt x="3454" y="1384"/>
                    </a:cubicBezTo>
                    <a:cubicBezTo>
                      <a:pt x="3437" y="1272"/>
                      <a:pt x="3403" y="1134"/>
                      <a:pt x="3334" y="1040"/>
                    </a:cubicBezTo>
                    <a:cubicBezTo>
                      <a:pt x="3308" y="1006"/>
                      <a:pt x="3274" y="997"/>
                      <a:pt x="3240" y="971"/>
                    </a:cubicBezTo>
                    <a:cubicBezTo>
                      <a:pt x="3214" y="954"/>
                      <a:pt x="3188" y="911"/>
                      <a:pt x="3171" y="885"/>
                    </a:cubicBezTo>
                    <a:cubicBezTo>
                      <a:pt x="3145" y="842"/>
                      <a:pt x="3128" y="791"/>
                      <a:pt x="3128" y="739"/>
                    </a:cubicBezTo>
                    <a:cubicBezTo>
                      <a:pt x="3128" y="696"/>
                      <a:pt x="3145" y="645"/>
                      <a:pt x="3119" y="602"/>
                    </a:cubicBezTo>
                    <a:cubicBezTo>
                      <a:pt x="3094" y="567"/>
                      <a:pt x="3059" y="542"/>
                      <a:pt x="3033" y="499"/>
                    </a:cubicBezTo>
                    <a:cubicBezTo>
                      <a:pt x="3016" y="447"/>
                      <a:pt x="2991" y="421"/>
                      <a:pt x="2948" y="387"/>
                    </a:cubicBezTo>
                    <a:cubicBezTo>
                      <a:pt x="2862" y="335"/>
                      <a:pt x="2784" y="284"/>
                      <a:pt x="2698" y="232"/>
                    </a:cubicBezTo>
                    <a:cubicBezTo>
                      <a:pt x="2655" y="207"/>
                      <a:pt x="2621" y="215"/>
                      <a:pt x="2578" y="198"/>
                    </a:cubicBezTo>
                    <a:cubicBezTo>
                      <a:pt x="2544" y="189"/>
                      <a:pt x="2484" y="146"/>
                      <a:pt x="2466" y="146"/>
                    </a:cubicBezTo>
                    <a:cubicBezTo>
                      <a:pt x="2453" y="151"/>
                      <a:pt x="2440" y="153"/>
                      <a:pt x="2428" y="153"/>
                    </a:cubicBezTo>
                    <a:cubicBezTo>
                      <a:pt x="2393" y="153"/>
                      <a:pt x="2363" y="135"/>
                      <a:pt x="2338" y="104"/>
                    </a:cubicBezTo>
                    <a:cubicBezTo>
                      <a:pt x="2303" y="78"/>
                      <a:pt x="2286" y="52"/>
                      <a:pt x="2243" y="35"/>
                    </a:cubicBezTo>
                    <a:cubicBezTo>
                      <a:pt x="2229" y="32"/>
                      <a:pt x="2213" y="31"/>
                      <a:pt x="2196" y="31"/>
                    </a:cubicBezTo>
                    <a:cubicBezTo>
                      <a:pt x="2162" y="31"/>
                      <a:pt x="2126" y="35"/>
                      <a:pt x="2097" y="35"/>
                    </a:cubicBezTo>
                    <a:cubicBezTo>
                      <a:pt x="2071" y="26"/>
                      <a:pt x="2054" y="26"/>
                      <a:pt x="2028" y="26"/>
                    </a:cubicBezTo>
                    <a:lnTo>
                      <a:pt x="1994" y="26"/>
                    </a:lnTo>
                    <a:lnTo>
                      <a:pt x="196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65" name="Google Shape;18065;p62"/>
              <p:cNvSpPr/>
              <p:nvPr/>
            </p:nvSpPr>
            <p:spPr>
              <a:xfrm>
                <a:off x="5186325" y="1332175"/>
                <a:ext cx="1975" cy="9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36" extrusionOk="0">
                    <a:moveTo>
                      <a:pt x="78" y="35"/>
                    </a:moveTo>
                    <a:lnTo>
                      <a:pt x="78" y="35"/>
                    </a:lnTo>
                    <a:cubicBezTo>
                      <a:pt x="52" y="26"/>
                      <a:pt x="35" y="9"/>
                      <a:pt x="9" y="9"/>
                    </a:cubicBezTo>
                    <a:cubicBezTo>
                      <a:pt x="9" y="9"/>
                      <a:pt x="9" y="1"/>
                      <a:pt x="1" y="1"/>
                    </a:cubicBezTo>
                    <a:lnTo>
                      <a:pt x="1" y="1"/>
                    </a:lnTo>
                    <a:cubicBezTo>
                      <a:pt x="9" y="1"/>
                      <a:pt x="9" y="9"/>
                      <a:pt x="9" y="9"/>
                    </a:cubicBezTo>
                    <a:cubicBezTo>
                      <a:pt x="35" y="9"/>
                      <a:pt x="52" y="26"/>
                      <a:pt x="78" y="35"/>
                    </a:cubicBezTo>
                    <a:close/>
                  </a:path>
                </a:pathLst>
              </a:custGeom>
              <a:solidFill>
                <a:srgbClr val="D2A7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66" name="Google Shape;18066;p62"/>
              <p:cNvSpPr/>
              <p:nvPr/>
            </p:nvSpPr>
            <p:spPr>
              <a:xfrm>
                <a:off x="5220050" y="1239175"/>
                <a:ext cx="13775" cy="4082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633" extrusionOk="0">
                    <a:moveTo>
                      <a:pt x="516" y="1633"/>
                    </a:moveTo>
                    <a:cubicBezTo>
                      <a:pt x="507" y="1564"/>
                      <a:pt x="533" y="1478"/>
                      <a:pt x="542" y="1410"/>
                    </a:cubicBezTo>
                    <a:cubicBezTo>
                      <a:pt x="550" y="1384"/>
                      <a:pt x="550" y="1358"/>
                      <a:pt x="550" y="1332"/>
                    </a:cubicBezTo>
                    <a:cubicBezTo>
                      <a:pt x="550" y="1358"/>
                      <a:pt x="550" y="1384"/>
                      <a:pt x="542" y="1410"/>
                    </a:cubicBezTo>
                    <a:cubicBezTo>
                      <a:pt x="533" y="1478"/>
                      <a:pt x="507" y="1564"/>
                      <a:pt x="516" y="1633"/>
                    </a:cubicBezTo>
                    <a:close/>
                    <a:moveTo>
                      <a:pt x="86" y="104"/>
                    </a:moveTo>
                    <a:cubicBezTo>
                      <a:pt x="69" y="52"/>
                      <a:pt x="44" y="26"/>
                      <a:pt x="1" y="1"/>
                    </a:cubicBezTo>
                    <a:cubicBezTo>
                      <a:pt x="44" y="26"/>
                      <a:pt x="69" y="52"/>
                      <a:pt x="86" y="104"/>
                    </a:cubicBezTo>
                    <a:close/>
                  </a:path>
                </a:pathLst>
              </a:custGeom>
              <a:solidFill>
                <a:srgbClr val="D2A7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67" name="Google Shape;18067;p62"/>
              <p:cNvSpPr/>
              <p:nvPr/>
            </p:nvSpPr>
            <p:spPr>
              <a:xfrm>
                <a:off x="5147875" y="1229300"/>
                <a:ext cx="87875" cy="103975"/>
              </a:xfrm>
              <a:custGeom>
                <a:avLst/>
                <a:gdLst/>
                <a:ahLst/>
                <a:cxnLst/>
                <a:rect l="l" t="t" r="r" b="b"/>
                <a:pathLst>
                  <a:path w="3515" h="4159" extrusionOk="0">
                    <a:moveTo>
                      <a:pt x="1891" y="0"/>
                    </a:moveTo>
                    <a:cubicBezTo>
                      <a:pt x="1848" y="0"/>
                      <a:pt x="1788" y="43"/>
                      <a:pt x="1753" y="61"/>
                    </a:cubicBezTo>
                    <a:cubicBezTo>
                      <a:pt x="1711" y="69"/>
                      <a:pt x="1676" y="78"/>
                      <a:pt x="1642" y="78"/>
                    </a:cubicBezTo>
                    <a:lnTo>
                      <a:pt x="1573" y="78"/>
                    </a:lnTo>
                    <a:cubicBezTo>
                      <a:pt x="1496" y="78"/>
                      <a:pt x="1418" y="104"/>
                      <a:pt x="1350" y="138"/>
                    </a:cubicBezTo>
                    <a:lnTo>
                      <a:pt x="1341" y="138"/>
                    </a:lnTo>
                    <a:cubicBezTo>
                      <a:pt x="1367" y="164"/>
                      <a:pt x="1401" y="189"/>
                      <a:pt x="1436" y="198"/>
                    </a:cubicBezTo>
                    <a:cubicBezTo>
                      <a:pt x="1444" y="207"/>
                      <a:pt x="1461" y="207"/>
                      <a:pt x="1479" y="215"/>
                    </a:cubicBezTo>
                    <a:cubicBezTo>
                      <a:pt x="1496" y="224"/>
                      <a:pt x="1504" y="241"/>
                      <a:pt x="1522" y="258"/>
                    </a:cubicBezTo>
                    <a:cubicBezTo>
                      <a:pt x="1547" y="275"/>
                      <a:pt x="1582" y="293"/>
                      <a:pt x="1607" y="301"/>
                    </a:cubicBezTo>
                    <a:cubicBezTo>
                      <a:pt x="1633" y="301"/>
                      <a:pt x="1650" y="293"/>
                      <a:pt x="1676" y="293"/>
                    </a:cubicBezTo>
                    <a:cubicBezTo>
                      <a:pt x="1685" y="293"/>
                      <a:pt x="1693" y="293"/>
                      <a:pt x="1711" y="301"/>
                    </a:cubicBezTo>
                    <a:cubicBezTo>
                      <a:pt x="1745" y="310"/>
                      <a:pt x="1762" y="335"/>
                      <a:pt x="1796" y="344"/>
                    </a:cubicBezTo>
                    <a:cubicBezTo>
                      <a:pt x="1822" y="353"/>
                      <a:pt x="1839" y="353"/>
                      <a:pt x="1865" y="370"/>
                    </a:cubicBezTo>
                    <a:cubicBezTo>
                      <a:pt x="1925" y="413"/>
                      <a:pt x="1977" y="464"/>
                      <a:pt x="2028" y="507"/>
                    </a:cubicBezTo>
                    <a:cubicBezTo>
                      <a:pt x="2080" y="559"/>
                      <a:pt x="2123" y="610"/>
                      <a:pt x="2183" y="645"/>
                    </a:cubicBezTo>
                    <a:cubicBezTo>
                      <a:pt x="2235" y="679"/>
                      <a:pt x="2295" y="696"/>
                      <a:pt x="2346" y="722"/>
                    </a:cubicBezTo>
                    <a:cubicBezTo>
                      <a:pt x="2389" y="748"/>
                      <a:pt x="2441" y="774"/>
                      <a:pt x="2484" y="808"/>
                    </a:cubicBezTo>
                    <a:cubicBezTo>
                      <a:pt x="2518" y="834"/>
                      <a:pt x="2552" y="860"/>
                      <a:pt x="2587" y="894"/>
                    </a:cubicBezTo>
                    <a:cubicBezTo>
                      <a:pt x="2613" y="920"/>
                      <a:pt x="2656" y="937"/>
                      <a:pt x="2681" y="963"/>
                    </a:cubicBezTo>
                    <a:cubicBezTo>
                      <a:pt x="2716" y="980"/>
                      <a:pt x="2724" y="1014"/>
                      <a:pt x="2742" y="1049"/>
                    </a:cubicBezTo>
                    <a:cubicBezTo>
                      <a:pt x="2784" y="1134"/>
                      <a:pt x="2802" y="1220"/>
                      <a:pt x="2819" y="1306"/>
                    </a:cubicBezTo>
                    <a:cubicBezTo>
                      <a:pt x="2827" y="1349"/>
                      <a:pt x="2827" y="1384"/>
                      <a:pt x="2827" y="1427"/>
                    </a:cubicBezTo>
                    <a:cubicBezTo>
                      <a:pt x="2827" y="1444"/>
                      <a:pt x="2827" y="1461"/>
                      <a:pt x="2827" y="1470"/>
                    </a:cubicBezTo>
                    <a:cubicBezTo>
                      <a:pt x="2827" y="1504"/>
                      <a:pt x="2819" y="1512"/>
                      <a:pt x="2810" y="1538"/>
                    </a:cubicBezTo>
                    <a:cubicBezTo>
                      <a:pt x="2793" y="1573"/>
                      <a:pt x="2802" y="1616"/>
                      <a:pt x="2802" y="1659"/>
                    </a:cubicBezTo>
                    <a:cubicBezTo>
                      <a:pt x="2802" y="1676"/>
                      <a:pt x="2802" y="1693"/>
                      <a:pt x="2802" y="1710"/>
                    </a:cubicBezTo>
                    <a:cubicBezTo>
                      <a:pt x="2810" y="1736"/>
                      <a:pt x="2819" y="1753"/>
                      <a:pt x="2819" y="1779"/>
                    </a:cubicBezTo>
                    <a:cubicBezTo>
                      <a:pt x="2819" y="1787"/>
                      <a:pt x="2810" y="1805"/>
                      <a:pt x="2810" y="1822"/>
                    </a:cubicBezTo>
                    <a:cubicBezTo>
                      <a:pt x="2810" y="1839"/>
                      <a:pt x="2802" y="1856"/>
                      <a:pt x="2802" y="1873"/>
                    </a:cubicBezTo>
                    <a:lnTo>
                      <a:pt x="2784" y="1908"/>
                    </a:lnTo>
                    <a:cubicBezTo>
                      <a:pt x="2776" y="1933"/>
                      <a:pt x="2776" y="1968"/>
                      <a:pt x="2776" y="1994"/>
                    </a:cubicBezTo>
                    <a:cubicBezTo>
                      <a:pt x="2767" y="2019"/>
                      <a:pt x="2767" y="2028"/>
                      <a:pt x="2759" y="2054"/>
                    </a:cubicBezTo>
                    <a:cubicBezTo>
                      <a:pt x="2759" y="2088"/>
                      <a:pt x="2742" y="2122"/>
                      <a:pt x="2750" y="2148"/>
                    </a:cubicBezTo>
                    <a:cubicBezTo>
                      <a:pt x="2750" y="2191"/>
                      <a:pt x="2793" y="2243"/>
                      <a:pt x="2810" y="2286"/>
                    </a:cubicBezTo>
                    <a:cubicBezTo>
                      <a:pt x="2819" y="2311"/>
                      <a:pt x="2827" y="2329"/>
                      <a:pt x="2819" y="2363"/>
                    </a:cubicBezTo>
                    <a:cubicBezTo>
                      <a:pt x="2819" y="2380"/>
                      <a:pt x="2802" y="2406"/>
                      <a:pt x="2802" y="2423"/>
                    </a:cubicBezTo>
                    <a:cubicBezTo>
                      <a:pt x="2784" y="2475"/>
                      <a:pt x="2784" y="2518"/>
                      <a:pt x="2767" y="2569"/>
                    </a:cubicBezTo>
                    <a:cubicBezTo>
                      <a:pt x="2750" y="2604"/>
                      <a:pt x="2724" y="2647"/>
                      <a:pt x="2707" y="2690"/>
                    </a:cubicBezTo>
                    <a:cubicBezTo>
                      <a:pt x="2699" y="2724"/>
                      <a:pt x="2681" y="2758"/>
                      <a:pt x="2673" y="2793"/>
                    </a:cubicBezTo>
                    <a:cubicBezTo>
                      <a:pt x="2664" y="2836"/>
                      <a:pt x="2647" y="2870"/>
                      <a:pt x="2638" y="2913"/>
                    </a:cubicBezTo>
                    <a:cubicBezTo>
                      <a:pt x="2621" y="2973"/>
                      <a:pt x="2613" y="3025"/>
                      <a:pt x="2578" y="3076"/>
                    </a:cubicBezTo>
                    <a:cubicBezTo>
                      <a:pt x="2552" y="3119"/>
                      <a:pt x="2527" y="3153"/>
                      <a:pt x="2518" y="3196"/>
                    </a:cubicBezTo>
                    <a:cubicBezTo>
                      <a:pt x="2510" y="3282"/>
                      <a:pt x="2492" y="3360"/>
                      <a:pt x="2432" y="3411"/>
                    </a:cubicBezTo>
                    <a:cubicBezTo>
                      <a:pt x="2389" y="3454"/>
                      <a:pt x="2346" y="3480"/>
                      <a:pt x="2312" y="3523"/>
                    </a:cubicBezTo>
                    <a:cubicBezTo>
                      <a:pt x="2295" y="3540"/>
                      <a:pt x="2286" y="3566"/>
                      <a:pt x="2269" y="3600"/>
                    </a:cubicBezTo>
                    <a:cubicBezTo>
                      <a:pt x="2260" y="3617"/>
                      <a:pt x="2243" y="3635"/>
                      <a:pt x="2235" y="3660"/>
                    </a:cubicBezTo>
                    <a:lnTo>
                      <a:pt x="2200" y="3686"/>
                    </a:lnTo>
                    <a:cubicBezTo>
                      <a:pt x="2200" y="3695"/>
                      <a:pt x="2192" y="3695"/>
                      <a:pt x="2183" y="3695"/>
                    </a:cubicBezTo>
                    <a:lnTo>
                      <a:pt x="2157" y="3695"/>
                    </a:lnTo>
                    <a:cubicBezTo>
                      <a:pt x="2149" y="3686"/>
                      <a:pt x="2140" y="3686"/>
                      <a:pt x="2132" y="3686"/>
                    </a:cubicBezTo>
                    <a:lnTo>
                      <a:pt x="2114" y="3686"/>
                    </a:lnTo>
                    <a:cubicBezTo>
                      <a:pt x="2106" y="3703"/>
                      <a:pt x="2080" y="3703"/>
                      <a:pt x="2063" y="3703"/>
                    </a:cubicBezTo>
                    <a:lnTo>
                      <a:pt x="1900" y="3703"/>
                    </a:lnTo>
                    <a:cubicBezTo>
                      <a:pt x="1865" y="3703"/>
                      <a:pt x="1831" y="3703"/>
                      <a:pt x="1796" y="3712"/>
                    </a:cubicBezTo>
                    <a:cubicBezTo>
                      <a:pt x="1762" y="3720"/>
                      <a:pt x="1736" y="3729"/>
                      <a:pt x="1702" y="3729"/>
                    </a:cubicBezTo>
                    <a:lnTo>
                      <a:pt x="1685" y="3729"/>
                    </a:lnTo>
                    <a:cubicBezTo>
                      <a:pt x="1668" y="3729"/>
                      <a:pt x="1659" y="3738"/>
                      <a:pt x="1650" y="3746"/>
                    </a:cubicBezTo>
                    <a:cubicBezTo>
                      <a:pt x="1642" y="3755"/>
                      <a:pt x="1633" y="3763"/>
                      <a:pt x="1616" y="3763"/>
                    </a:cubicBezTo>
                    <a:lnTo>
                      <a:pt x="1607" y="3763"/>
                    </a:lnTo>
                    <a:cubicBezTo>
                      <a:pt x="1564" y="3755"/>
                      <a:pt x="1522" y="3746"/>
                      <a:pt x="1470" y="3738"/>
                    </a:cubicBezTo>
                    <a:cubicBezTo>
                      <a:pt x="1427" y="3729"/>
                      <a:pt x="1367" y="3720"/>
                      <a:pt x="1324" y="3712"/>
                    </a:cubicBezTo>
                    <a:lnTo>
                      <a:pt x="1169" y="3712"/>
                    </a:lnTo>
                    <a:cubicBezTo>
                      <a:pt x="1161" y="3712"/>
                      <a:pt x="1144" y="3720"/>
                      <a:pt x="1135" y="3720"/>
                    </a:cubicBezTo>
                    <a:cubicBezTo>
                      <a:pt x="1118" y="3720"/>
                      <a:pt x="1101" y="3712"/>
                      <a:pt x="1083" y="3703"/>
                    </a:cubicBezTo>
                    <a:lnTo>
                      <a:pt x="989" y="3703"/>
                    </a:lnTo>
                    <a:cubicBezTo>
                      <a:pt x="972" y="3703"/>
                      <a:pt x="954" y="3703"/>
                      <a:pt x="946" y="3695"/>
                    </a:cubicBezTo>
                    <a:cubicBezTo>
                      <a:pt x="903" y="3660"/>
                      <a:pt x="877" y="3635"/>
                      <a:pt x="834" y="3626"/>
                    </a:cubicBezTo>
                    <a:cubicBezTo>
                      <a:pt x="791" y="3617"/>
                      <a:pt x="774" y="3592"/>
                      <a:pt x="740" y="3566"/>
                    </a:cubicBezTo>
                    <a:cubicBezTo>
                      <a:pt x="723" y="3549"/>
                      <a:pt x="654" y="3549"/>
                      <a:pt x="637" y="3531"/>
                    </a:cubicBezTo>
                    <a:cubicBezTo>
                      <a:pt x="619" y="3514"/>
                      <a:pt x="491" y="3437"/>
                      <a:pt x="482" y="3420"/>
                    </a:cubicBezTo>
                    <a:cubicBezTo>
                      <a:pt x="465" y="3394"/>
                      <a:pt x="456" y="3377"/>
                      <a:pt x="439" y="3351"/>
                    </a:cubicBezTo>
                    <a:cubicBezTo>
                      <a:pt x="413" y="3308"/>
                      <a:pt x="370" y="3274"/>
                      <a:pt x="336" y="3231"/>
                    </a:cubicBezTo>
                    <a:cubicBezTo>
                      <a:pt x="302" y="3188"/>
                      <a:pt x="267" y="3153"/>
                      <a:pt x="224" y="3119"/>
                    </a:cubicBezTo>
                    <a:cubicBezTo>
                      <a:pt x="173" y="3076"/>
                      <a:pt x="216" y="2990"/>
                      <a:pt x="173" y="2939"/>
                    </a:cubicBezTo>
                    <a:lnTo>
                      <a:pt x="147" y="2904"/>
                    </a:lnTo>
                    <a:cubicBezTo>
                      <a:pt x="138" y="2896"/>
                      <a:pt x="113" y="2896"/>
                      <a:pt x="95" y="2887"/>
                    </a:cubicBezTo>
                    <a:cubicBezTo>
                      <a:pt x="70" y="2879"/>
                      <a:pt x="61" y="2870"/>
                      <a:pt x="44" y="2853"/>
                    </a:cubicBezTo>
                    <a:cubicBezTo>
                      <a:pt x="35" y="2836"/>
                      <a:pt x="18" y="2827"/>
                      <a:pt x="1" y="2818"/>
                    </a:cubicBezTo>
                    <a:lnTo>
                      <a:pt x="1" y="2818"/>
                    </a:lnTo>
                    <a:cubicBezTo>
                      <a:pt x="1" y="2844"/>
                      <a:pt x="9" y="2861"/>
                      <a:pt x="9" y="2887"/>
                    </a:cubicBezTo>
                    <a:cubicBezTo>
                      <a:pt x="35" y="2982"/>
                      <a:pt x="78" y="3076"/>
                      <a:pt x="155" y="3136"/>
                    </a:cubicBezTo>
                    <a:lnTo>
                      <a:pt x="164" y="3136"/>
                    </a:lnTo>
                    <a:cubicBezTo>
                      <a:pt x="190" y="3162"/>
                      <a:pt x="207" y="3179"/>
                      <a:pt x="224" y="3214"/>
                    </a:cubicBezTo>
                    <a:cubicBezTo>
                      <a:pt x="250" y="3265"/>
                      <a:pt x="267" y="3291"/>
                      <a:pt x="319" y="3325"/>
                    </a:cubicBezTo>
                    <a:cubicBezTo>
                      <a:pt x="319" y="3325"/>
                      <a:pt x="327" y="3334"/>
                      <a:pt x="327" y="3334"/>
                    </a:cubicBezTo>
                    <a:cubicBezTo>
                      <a:pt x="396" y="3385"/>
                      <a:pt x="413" y="3454"/>
                      <a:pt x="448" y="3514"/>
                    </a:cubicBezTo>
                    <a:cubicBezTo>
                      <a:pt x="456" y="3531"/>
                      <a:pt x="465" y="3549"/>
                      <a:pt x="473" y="3566"/>
                    </a:cubicBezTo>
                    <a:cubicBezTo>
                      <a:pt x="491" y="3592"/>
                      <a:pt x="516" y="3626"/>
                      <a:pt x="542" y="3635"/>
                    </a:cubicBezTo>
                    <a:cubicBezTo>
                      <a:pt x="542" y="3635"/>
                      <a:pt x="542" y="3635"/>
                      <a:pt x="551" y="3643"/>
                    </a:cubicBezTo>
                    <a:cubicBezTo>
                      <a:pt x="602" y="3660"/>
                      <a:pt x="662" y="3643"/>
                      <a:pt x="723" y="3678"/>
                    </a:cubicBezTo>
                    <a:cubicBezTo>
                      <a:pt x="757" y="3703"/>
                      <a:pt x="791" y="3729"/>
                      <a:pt x="826" y="3755"/>
                    </a:cubicBezTo>
                    <a:lnTo>
                      <a:pt x="834" y="3755"/>
                    </a:lnTo>
                    <a:cubicBezTo>
                      <a:pt x="877" y="3789"/>
                      <a:pt x="937" y="3815"/>
                      <a:pt x="963" y="3858"/>
                    </a:cubicBezTo>
                    <a:cubicBezTo>
                      <a:pt x="1032" y="3944"/>
                      <a:pt x="1066" y="3995"/>
                      <a:pt x="1169" y="4038"/>
                    </a:cubicBezTo>
                    <a:cubicBezTo>
                      <a:pt x="1255" y="4081"/>
                      <a:pt x="1350" y="4099"/>
                      <a:pt x="1444" y="4107"/>
                    </a:cubicBezTo>
                    <a:cubicBezTo>
                      <a:pt x="1479" y="4116"/>
                      <a:pt x="1513" y="4116"/>
                      <a:pt x="1539" y="4116"/>
                    </a:cubicBezTo>
                    <a:cubicBezTo>
                      <a:pt x="1547" y="4116"/>
                      <a:pt x="1547" y="4124"/>
                      <a:pt x="1547" y="4124"/>
                    </a:cubicBezTo>
                    <a:cubicBezTo>
                      <a:pt x="1573" y="4124"/>
                      <a:pt x="1590" y="4141"/>
                      <a:pt x="1616" y="4150"/>
                    </a:cubicBezTo>
                    <a:lnTo>
                      <a:pt x="1642" y="4150"/>
                    </a:lnTo>
                    <a:cubicBezTo>
                      <a:pt x="1659" y="4159"/>
                      <a:pt x="1676" y="4159"/>
                      <a:pt x="1693" y="4159"/>
                    </a:cubicBezTo>
                    <a:cubicBezTo>
                      <a:pt x="1719" y="4159"/>
                      <a:pt x="1745" y="4150"/>
                      <a:pt x="1779" y="4150"/>
                    </a:cubicBezTo>
                    <a:lnTo>
                      <a:pt x="1831" y="4150"/>
                    </a:lnTo>
                    <a:cubicBezTo>
                      <a:pt x="1848" y="4150"/>
                      <a:pt x="1857" y="4159"/>
                      <a:pt x="1865" y="4159"/>
                    </a:cubicBezTo>
                    <a:cubicBezTo>
                      <a:pt x="1882" y="4159"/>
                      <a:pt x="1900" y="4150"/>
                      <a:pt x="1917" y="4150"/>
                    </a:cubicBezTo>
                    <a:cubicBezTo>
                      <a:pt x="1943" y="4133"/>
                      <a:pt x="1960" y="4124"/>
                      <a:pt x="1994" y="4099"/>
                    </a:cubicBezTo>
                    <a:cubicBezTo>
                      <a:pt x="2028" y="4081"/>
                      <a:pt x="2054" y="4073"/>
                      <a:pt x="2089" y="4064"/>
                    </a:cubicBezTo>
                    <a:cubicBezTo>
                      <a:pt x="2183" y="4047"/>
                      <a:pt x="2278" y="4038"/>
                      <a:pt x="2363" y="4004"/>
                    </a:cubicBezTo>
                    <a:lnTo>
                      <a:pt x="2372" y="4004"/>
                    </a:lnTo>
                    <a:cubicBezTo>
                      <a:pt x="2449" y="3978"/>
                      <a:pt x="2527" y="3944"/>
                      <a:pt x="2613" y="3918"/>
                    </a:cubicBezTo>
                    <a:cubicBezTo>
                      <a:pt x="2690" y="3901"/>
                      <a:pt x="2716" y="3824"/>
                      <a:pt x="2767" y="3781"/>
                    </a:cubicBezTo>
                    <a:cubicBezTo>
                      <a:pt x="2827" y="3738"/>
                      <a:pt x="2870" y="3729"/>
                      <a:pt x="2922" y="3678"/>
                    </a:cubicBezTo>
                    <a:cubicBezTo>
                      <a:pt x="2948" y="3660"/>
                      <a:pt x="2956" y="3660"/>
                      <a:pt x="2973" y="3635"/>
                    </a:cubicBezTo>
                    <a:cubicBezTo>
                      <a:pt x="2982" y="3609"/>
                      <a:pt x="3008" y="3574"/>
                      <a:pt x="3016" y="3549"/>
                    </a:cubicBezTo>
                    <a:cubicBezTo>
                      <a:pt x="3034" y="3514"/>
                      <a:pt x="3077" y="3514"/>
                      <a:pt x="3077" y="3480"/>
                    </a:cubicBezTo>
                    <a:cubicBezTo>
                      <a:pt x="3085" y="3446"/>
                      <a:pt x="3102" y="3420"/>
                      <a:pt x="3111" y="3385"/>
                    </a:cubicBezTo>
                    <a:cubicBezTo>
                      <a:pt x="3128" y="3334"/>
                      <a:pt x="3137" y="3282"/>
                      <a:pt x="3162" y="3231"/>
                    </a:cubicBezTo>
                    <a:cubicBezTo>
                      <a:pt x="3171" y="3196"/>
                      <a:pt x="3197" y="3153"/>
                      <a:pt x="3223" y="3119"/>
                    </a:cubicBezTo>
                    <a:cubicBezTo>
                      <a:pt x="3266" y="3050"/>
                      <a:pt x="3300" y="2964"/>
                      <a:pt x="3334" y="2896"/>
                    </a:cubicBezTo>
                    <a:cubicBezTo>
                      <a:pt x="3403" y="2775"/>
                      <a:pt x="3515" y="2629"/>
                      <a:pt x="3515" y="2483"/>
                    </a:cubicBezTo>
                    <a:cubicBezTo>
                      <a:pt x="3515" y="2475"/>
                      <a:pt x="3515" y="2458"/>
                      <a:pt x="3515" y="2449"/>
                    </a:cubicBezTo>
                    <a:cubicBezTo>
                      <a:pt x="3498" y="2346"/>
                      <a:pt x="3489" y="2226"/>
                      <a:pt x="3446" y="2131"/>
                    </a:cubicBezTo>
                    <a:cubicBezTo>
                      <a:pt x="3429" y="2097"/>
                      <a:pt x="3403" y="2062"/>
                      <a:pt x="3403" y="2028"/>
                    </a:cubicBezTo>
                    <a:cubicBezTo>
                      <a:pt x="3394" y="1959"/>
                      <a:pt x="3420" y="1873"/>
                      <a:pt x="3429" y="1805"/>
                    </a:cubicBezTo>
                    <a:cubicBezTo>
                      <a:pt x="3437" y="1779"/>
                      <a:pt x="3437" y="1753"/>
                      <a:pt x="3437" y="1727"/>
                    </a:cubicBezTo>
                    <a:cubicBezTo>
                      <a:pt x="3437" y="1676"/>
                      <a:pt x="3429" y="1633"/>
                      <a:pt x="3420" y="1573"/>
                    </a:cubicBezTo>
                    <a:cubicBezTo>
                      <a:pt x="3403" y="1512"/>
                      <a:pt x="3403" y="1444"/>
                      <a:pt x="3394" y="1384"/>
                    </a:cubicBezTo>
                    <a:cubicBezTo>
                      <a:pt x="3377" y="1272"/>
                      <a:pt x="3343" y="1134"/>
                      <a:pt x="3274" y="1040"/>
                    </a:cubicBezTo>
                    <a:cubicBezTo>
                      <a:pt x="3248" y="1006"/>
                      <a:pt x="3214" y="997"/>
                      <a:pt x="3180" y="971"/>
                    </a:cubicBezTo>
                    <a:cubicBezTo>
                      <a:pt x="3154" y="954"/>
                      <a:pt x="3128" y="911"/>
                      <a:pt x="3111" y="885"/>
                    </a:cubicBezTo>
                    <a:cubicBezTo>
                      <a:pt x="3085" y="851"/>
                      <a:pt x="3068" y="799"/>
                      <a:pt x="3068" y="756"/>
                    </a:cubicBezTo>
                    <a:lnTo>
                      <a:pt x="3068" y="739"/>
                    </a:lnTo>
                    <a:cubicBezTo>
                      <a:pt x="3068" y="713"/>
                      <a:pt x="3077" y="688"/>
                      <a:pt x="3077" y="662"/>
                    </a:cubicBezTo>
                    <a:cubicBezTo>
                      <a:pt x="3077" y="645"/>
                      <a:pt x="3068" y="619"/>
                      <a:pt x="3059" y="602"/>
                    </a:cubicBezTo>
                    <a:cubicBezTo>
                      <a:pt x="3034" y="567"/>
                      <a:pt x="2999" y="542"/>
                      <a:pt x="2973" y="499"/>
                    </a:cubicBezTo>
                    <a:cubicBezTo>
                      <a:pt x="2956" y="447"/>
                      <a:pt x="2931" y="421"/>
                      <a:pt x="2888" y="396"/>
                    </a:cubicBezTo>
                    <a:cubicBezTo>
                      <a:pt x="2888" y="387"/>
                      <a:pt x="2888" y="387"/>
                      <a:pt x="2888" y="387"/>
                    </a:cubicBezTo>
                    <a:cubicBezTo>
                      <a:pt x="2802" y="335"/>
                      <a:pt x="2724" y="284"/>
                      <a:pt x="2638" y="232"/>
                    </a:cubicBezTo>
                    <a:cubicBezTo>
                      <a:pt x="2595" y="207"/>
                      <a:pt x="2561" y="215"/>
                      <a:pt x="2518" y="198"/>
                    </a:cubicBezTo>
                    <a:cubicBezTo>
                      <a:pt x="2484" y="189"/>
                      <a:pt x="2424" y="146"/>
                      <a:pt x="2406" y="146"/>
                    </a:cubicBezTo>
                    <a:cubicBezTo>
                      <a:pt x="2398" y="155"/>
                      <a:pt x="2381" y="155"/>
                      <a:pt x="2372" y="155"/>
                    </a:cubicBezTo>
                    <a:cubicBezTo>
                      <a:pt x="2338" y="155"/>
                      <a:pt x="2303" y="138"/>
                      <a:pt x="2278" y="104"/>
                    </a:cubicBezTo>
                    <a:cubicBezTo>
                      <a:pt x="2243" y="78"/>
                      <a:pt x="2226" y="52"/>
                      <a:pt x="2183" y="35"/>
                    </a:cubicBezTo>
                    <a:cubicBezTo>
                      <a:pt x="2169" y="32"/>
                      <a:pt x="2153" y="31"/>
                      <a:pt x="2136" y="31"/>
                    </a:cubicBezTo>
                    <a:cubicBezTo>
                      <a:pt x="2102" y="31"/>
                      <a:pt x="2066" y="35"/>
                      <a:pt x="2037" y="35"/>
                    </a:cubicBezTo>
                    <a:cubicBezTo>
                      <a:pt x="2011" y="26"/>
                      <a:pt x="1994" y="26"/>
                      <a:pt x="1968" y="26"/>
                    </a:cubicBezTo>
                    <a:lnTo>
                      <a:pt x="1934" y="26"/>
                    </a:lnTo>
                    <a:lnTo>
                      <a:pt x="1900" y="0"/>
                    </a:lnTo>
                    <a:close/>
                  </a:path>
                </a:pathLst>
              </a:custGeom>
              <a:solidFill>
                <a:srgbClr val="E7CC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68" name="Google Shape;18068;p62"/>
              <p:cNvSpPr/>
              <p:nvPr/>
            </p:nvSpPr>
            <p:spPr>
              <a:xfrm>
                <a:off x="5155825" y="1284075"/>
                <a:ext cx="56100" cy="4282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1713" extrusionOk="0">
                    <a:moveTo>
                      <a:pt x="69" y="0"/>
                    </a:moveTo>
                    <a:lnTo>
                      <a:pt x="35" y="78"/>
                    </a:lnTo>
                    <a:cubicBezTo>
                      <a:pt x="35" y="95"/>
                      <a:pt x="52" y="120"/>
                      <a:pt x="52" y="146"/>
                    </a:cubicBezTo>
                    <a:cubicBezTo>
                      <a:pt x="69" y="189"/>
                      <a:pt x="52" y="215"/>
                      <a:pt x="44" y="258"/>
                    </a:cubicBezTo>
                    <a:cubicBezTo>
                      <a:pt x="27" y="301"/>
                      <a:pt x="1" y="352"/>
                      <a:pt x="27" y="404"/>
                    </a:cubicBezTo>
                    <a:cubicBezTo>
                      <a:pt x="44" y="447"/>
                      <a:pt x="87" y="490"/>
                      <a:pt x="95" y="541"/>
                    </a:cubicBezTo>
                    <a:cubicBezTo>
                      <a:pt x="104" y="576"/>
                      <a:pt x="112" y="610"/>
                      <a:pt x="121" y="636"/>
                    </a:cubicBezTo>
                    <a:cubicBezTo>
                      <a:pt x="130" y="679"/>
                      <a:pt x="138" y="705"/>
                      <a:pt x="164" y="748"/>
                    </a:cubicBezTo>
                    <a:cubicBezTo>
                      <a:pt x="173" y="765"/>
                      <a:pt x="190" y="799"/>
                      <a:pt x="190" y="816"/>
                    </a:cubicBezTo>
                    <a:lnTo>
                      <a:pt x="198" y="851"/>
                    </a:lnTo>
                    <a:lnTo>
                      <a:pt x="198" y="859"/>
                    </a:lnTo>
                    <a:lnTo>
                      <a:pt x="198" y="894"/>
                    </a:lnTo>
                    <a:cubicBezTo>
                      <a:pt x="207" y="911"/>
                      <a:pt x="224" y="937"/>
                      <a:pt x="241" y="954"/>
                    </a:cubicBezTo>
                    <a:lnTo>
                      <a:pt x="258" y="988"/>
                    </a:lnTo>
                    <a:lnTo>
                      <a:pt x="267" y="1014"/>
                    </a:lnTo>
                    <a:cubicBezTo>
                      <a:pt x="284" y="1031"/>
                      <a:pt x="301" y="1048"/>
                      <a:pt x="310" y="1074"/>
                    </a:cubicBezTo>
                    <a:cubicBezTo>
                      <a:pt x="319" y="1091"/>
                      <a:pt x="319" y="1109"/>
                      <a:pt x="319" y="1126"/>
                    </a:cubicBezTo>
                    <a:cubicBezTo>
                      <a:pt x="319" y="1143"/>
                      <a:pt x="301" y="1160"/>
                      <a:pt x="301" y="1169"/>
                    </a:cubicBezTo>
                    <a:cubicBezTo>
                      <a:pt x="301" y="1203"/>
                      <a:pt x="327" y="1203"/>
                      <a:pt x="353" y="1212"/>
                    </a:cubicBezTo>
                    <a:cubicBezTo>
                      <a:pt x="370" y="1220"/>
                      <a:pt x="396" y="1237"/>
                      <a:pt x="413" y="1237"/>
                    </a:cubicBezTo>
                    <a:cubicBezTo>
                      <a:pt x="439" y="1246"/>
                      <a:pt x="456" y="1255"/>
                      <a:pt x="473" y="1263"/>
                    </a:cubicBezTo>
                    <a:lnTo>
                      <a:pt x="508" y="1306"/>
                    </a:lnTo>
                    <a:lnTo>
                      <a:pt x="516" y="1332"/>
                    </a:lnTo>
                    <a:lnTo>
                      <a:pt x="525" y="1358"/>
                    </a:lnTo>
                    <a:lnTo>
                      <a:pt x="525" y="1392"/>
                    </a:lnTo>
                    <a:cubicBezTo>
                      <a:pt x="533" y="1401"/>
                      <a:pt x="551" y="1418"/>
                      <a:pt x="568" y="1426"/>
                    </a:cubicBezTo>
                    <a:cubicBezTo>
                      <a:pt x="585" y="1435"/>
                      <a:pt x="602" y="1444"/>
                      <a:pt x="619" y="1452"/>
                    </a:cubicBezTo>
                    <a:lnTo>
                      <a:pt x="645" y="1487"/>
                    </a:lnTo>
                    <a:cubicBezTo>
                      <a:pt x="671" y="1504"/>
                      <a:pt x="705" y="1521"/>
                      <a:pt x="740" y="1538"/>
                    </a:cubicBezTo>
                    <a:cubicBezTo>
                      <a:pt x="765" y="1547"/>
                      <a:pt x="783" y="1555"/>
                      <a:pt x="808" y="1572"/>
                    </a:cubicBezTo>
                    <a:cubicBezTo>
                      <a:pt x="817" y="1581"/>
                      <a:pt x="826" y="1581"/>
                      <a:pt x="843" y="1590"/>
                    </a:cubicBezTo>
                    <a:cubicBezTo>
                      <a:pt x="851" y="1590"/>
                      <a:pt x="860" y="1598"/>
                      <a:pt x="877" y="1598"/>
                    </a:cubicBezTo>
                    <a:cubicBezTo>
                      <a:pt x="903" y="1615"/>
                      <a:pt x="929" y="1624"/>
                      <a:pt x="954" y="1641"/>
                    </a:cubicBezTo>
                    <a:cubicBezTo>
                      <a:pt x="972" y="1658"/>
                      <a:pt x="997" y="1658"/>
                      <a:pt x="1032" y="1658"/>
                    </a:cubicBezTo>
                    <a:lnTo>
                      <a:pt x="1109" y="1658"/>
                    </a:lnTo>
                    <a:cubicBezTo>
                      <a:pt x="1118" y="1661"/>
                      <a:pt x="1125" y="1662"/>
                      <a:pt x="1132" y="1662"/>
                    </a:cubicBezTo>
                    <a:cubicBezTo>
                      <a:pt x="1146" y="1662"/>
                      <a:pt x="1158" y="1658"/>
                      <a:pt x="1169" y="1658"/>
                    </a:cubicBezTo>
                    <a:cubicBezTo>
                      <a:pt x="1186" y="1658"/>
                      <a:pt x="1229" y="1676"/>
                      <a:pt x="1246" y="1684"/>
                    </a:cubicBezTo>
                    <a:lnTo>
                      <a:pt x="1281" y="1701"/>
                    </a:lnTo>
                    <a:cubicBezTo>
                      <a:pt x="1289" y="1710"/>
                      <a:pt x="1315" y="1710"/>
                      <a:pt x="1332" y="1710"/>
                    </a:cubicBezTo>
                    <a:cubicBezTo>
                      <a:pt x="1367" y="1710"/>
                      <a:pt x="1401" y="1710"/>
                      <a:pt x="1444" y="1701"/>
                    </a:cubicBezTo>
                    <a:cubicBezTo>
                      <a:pt x="1465" y="1701"/>
                      <a:pt x="1480" y="1712"/>
                      <a:pt x="1498" y="1712"/>
                    </a:cubicBezTo>
                    <a:cubicBezTo>
                      <a:pt x="1503" y="1712"/>
                      <a:pt x="1508" y="1712"/>
                      <a:pt x="1513" y="1710"/>
                    </a:cubicBezTo>
                    <a:lnTo>
                      <a:pt x="1547" y="1701"/>
                    </a:lnTo>
                    <a:cubicBezTo>
                      <a:pt x="1550" y="1698"/>
                      <a:pt x="1554" y="1697"/>
                      <a:pt x="1558" y="1697"/>
                    </a:cubicBezTo>
                    <a:cubicBezTo>
                      <a:pt x="1567" y="1697"/>
                      <a:pt x="1579" y="1701"/>
                      <a:pt x="1590" y="1701"/>
                    </a:cubicBezTo>
                    <a:cubicBezTo>
                      <a:pt x="1642" y="1693"/>
                      <a:pt x="1676" y="1684"/>
                      <a:pt x="1719" y="1684"/>
                    </a:cubicBezTo>
                    <a:cubicBezTo>
                      <a:pt x="1736" y="1687"/>
                      <a:pt x="1751" y="1688"/>
                      <a:pt x="1766" y="1688"/>
                    </a:cubicBezTo>
                    <a:cubicBezTo>
                      <a:pt x="1795" y="1688"/>
                      <a:pt x="1822" y="1684"/>
                      <a:pt x="1856" y="1684"/>
                    </a:cubicBezTo>
                    <a:cubicBezTo>
                      <a:pt x="1882" y="1684"/>
                      <a:pt x="1899" y="1667"/>
                      <a:pt x="1925" y="1650"/>
                    </a:cubicBezTo>
                    <a:cubicBezTo>
                      <a:pt x="1951" y="1633"/>
                      <a:pt x="1977" y="1624"/>
                      <a:pt x="1994" y="1615"/>
                    </a:cubicBezTo>
                    <a:cubicBezTo>
                      <a:pt x="2028" y="1590"/>
                      <a:pt x="2071" y="1598"/>
                      <a:pt x="2106" y="1581"/>
                    </a:cubicBezTo>
                    <a:cubicBezTo>
                      <a:pt x="2149" y="1564"/>
                      <a:pt x="2192" y="1512"/>
                      <a:pt x="2243" y="1504"/>
                    </a:cubicBezTo>
                    <a:cubicBezTo>
                      <a:pt x="2240" y="1494"/>
                      <a:pt x="2222" y="1490"/>
                      <a:pt x="2201" y="1490"/>
                    </a:cubicBezTo>
                    <a:cubicBezTo>
                      <a:pt x="2168" y="1490"/>
                      <a:pt x="2128" y="1498"/>
                      <a:pt x="2123" y="1504"/>
                    </a:cubicBezTo>
                    <a:cubicBezTo>
                      <a:pt x="2080" y="1512"/>
                      <a:pt x="2054" y="1529"/>
                      <a:pt x="2011" y="1538"/>
                    </a:cubicBezTo>
                    <a:cubicBezTo>
                      <a:pt x="1977" y="1538"/>
                      <a:pt x="1951" y="1547"/>
                      <a:pt x="1917" y="1555"/>
                    </a:cubicBezTo>
                    <a:cubicBezTo>
                      <a:pt x="1891" y="1564"/>
                      <a:pt x="1865" y="1581"/>
                      <a:pt x="1831" y="1590"/>
                    </a:cubicBezTo>
                    <a:cubicBezTo>
                      <a:pt x="1823" y="1592"/>
                      <a:pt x="1814" y="1593"/>
                      <a:pt x="1804" y="1593"/>
                    </a:cubicBezTo>
                    <a:cubicBezTo>
                      <a:pt x="1780" y="1593"/>
                      <a:pt x="1752" y="1587"/>
                      <a:pt x="1728" y="1581"/>
                    </a:cubicBezTo>
                    <a:lnTo>
                      <a:pt x="1590" y="1581"/>
                    </a:lnTo>
                    <a:cubicBezTo>
                      <a:pt x="1573" y="1581"/>
                      <a:pt x="1564" y="1572"/>
                      <a:pt x="1539" y="1564"/>
                    </a:cubicBezTo>
                    <a:lnTo>
                      <a:pt x="1470" y="1564"/>
                    </a:lnTo>
                    <a:cubicBezTo>
                      <a:pt x="1453" y="1564"/>
                      <a:pt x="1444" y="1555"/>
                      <a:pt x="1427" y="1555"/>
                    </a:cubicBezTo>
                    <a:cubicBezTo>
                      <a:pt x="1418" y="1552"/>
                      <a:pt x="1410" y="1551"/>
                      <a:pt x="1401" y="1551"/>
                    </a:cubicBezTo>
                    <a:cubicBezTo>
                      <a:pt x="1385" y="1551"/>
                      <a:pt x="1370" y="1555"/>
                      <a:pt x="1358" y="1555"/>
                    </a:cubicBezTo>
                    <a:cubicBezTo>
                      <a:pt x="1341" y="1547"/>
                      <a:pt x="1315" y="1547"/>
                      <a:pt x="1298" y="1538"/>
                    </a:cubicBezTo>
                    <a:cubicBezTo>
                      <a:pt x="1281" y="1529"/>
                      <a:pt x="1264" y="1521"/>
                      <a:pt x="1238" y="1512"/>
                    </a:cubicBezTo>
                    <a:cubicBezTo>
                      <a:pt x="1212" y="1504"/>
                      <a:pt x="1178" y="1504"/>
                      <a:pt x="1152" y="1487"/>
                    </a:cubicBezTo>
                    <a:cubicBezTo>
                      <a:pt x="1083" y="1452"/>
                      <a:pt x="1032" y="1418"/>
                      <a:pt x="963" y="1392"/>
                    </a:cubicBezTo>
                    <a:cubicBezTo>
                      <a:pt x="929" y="1383"/>
                      <a:pt x="911" y="1383"/>
                      <a:pt x="886" y="1366"/>
                    </a:cubicBezTo>
                    <a:lnTo>
                      <a:pt x="860" y="1340"/>
                    </a:lnTo>
                    <a:cubicBezTo>
                      <a:pt x="834" y="1315"/>
                      <a:pt x="808" y="1289"/>
                      <a:pt x="783" y="1255"/>
                    </a:cubicBezTo>
                    <a:cubicBezTo>
                      <a:pt x="765" y="1229"/>
                      <a:pt x="740" y="1212"/>
                      <a:pt x="714" y="1186"/>
                    </a:cubicBezTo>
                    <a:cubicBezTo>
                      <a:pt x="688" y="1169"/>
                      <a:pt x="688" y="1151"/>
                      <a:pt x="671" y="1134"/>
                    </a:cubicBezTo>
                    <a:cubicBezTo>
                      <a:pt x="654" y="1100"/>
                      <a:pt x="628" y="1074"/>
                      <a:pt x="611" y="1048"/>
                    </a:cubicBezTo>
                    <a:cubicBezTo>
                      <a:pt x="602" y="1031"/>
                      <a:pt x="594" y="1014"/>
                      <a:pt x="576" y="997"/>
                    </a:cubicBezTo>
                    <a:cubicBezTo>
                      <a:pt x="551" y="962"/>
                      <a:pt x="516" y="937"/>
                      <a:pt x="490" y="902"/>
                    </a:cubicBezTo>
                    <a:cubicBezTo>
                      <a:pt x="447" y="851"/>
                      <a:pt x="422" y="791"/>
                      <a:pt x="387" y="739"/>
                    </a:cubicBezTo>
                    <a:cubicBezTo>
                      <a:pt x="336" y="662"/>
                      <a:pt x="293" y="584"/>
                      <a:pt x="258" y="499"/>
                    </a:cubicBezTo>
                    <a:cubicBezTo>
                      <a:pt x="233" y="447"/>
                      <a:pt x="198" y="404"/>
                      <a:pt x="173" y="352"/>
                    </a:cubicBezTo>
                    <a:cubicBezTo>
                      <a:pt x="155" y="310"/>
                      <a:pt x="138" y="275"/>
                      <a:pt x="112" y="241"/>
                    </a:cubicBezTo>
                    <a:lnTo>
                      <a:pt x="95" y="224"/>
                    </a:lnTo>
                    <a:lnTo>
                      <a:pt x="87" y="198"/>
                    </a:lnTo>
                    <a:cubicBezTo>
                      <a:pt x="78" y="172"/>
                      <a:pt x="87" y="163"/>
                      <a:pt x="147" y="138"/>
                    </a:cubicBezTo>
                    <a:lnTo>
                      <a:pt x="112" y="103"/>
                    </a:lnTo>
                    <a:cubicBezTo>
                      <a:pt x="87" y="78"/>
                      <a:pt x="78" y="35"/>
                      <a:pt x="69" y="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69" name="Google Shape;18069;p62"/>
              <p:cNvSpPr/>
              <p:nvPr/>
            </p:nvSpPr>
            <p:spPr>
              <a:xfrm>
                <a:off x="5195775" y="1270325"/>
                <a:ext cx="33525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884" extrusionOk="0">
                    <a:moveTo>
                      <a:pt x="929" y="0"/>
                    </a:moveTo>
                    <a:lnTo>
                      <a:pt x="929" y="26"/>
                    </a:lnTo>
                    <a:lnTo>
                      <a:pt x="929" y="35"/>
                    </a:lnTo>
                    <a:cubicBezTo>
                      <a:pt x="937" y="52"/>
                      <a:pt x="946" y="61"/>
                      <a:pt x="954" y="69"/>
                    </a:cubicBezTo>
                    <a:cubicBezTo>
                      <a:pt x="972" y="86"/>
                      <a:pt x="989" y="103"/>
                      <a:pt x="1006" y="121"/>
                    </a:cubicBezTo>
                    <a:cubicBezTo>
                      <a:pt x="1015" y="129"/>
                      <a:pt x="1023" y="138"/>
                      <a:pt x="1032" y="146"/>
                    </a:cubicBezTo>
                    <a:cubicBezTo>
                      <a:pt x="1049" y="155"/>
                      <a:pt x="1075" y="155"/>
                      <a:pt x="1083" y="164"/>
                    </a:cubicBezTo>
                    <a:cubicBezTo>
                      <a:pt x="1100" y="172"/>
                      <a:pt x="1118" y="181"/>
                      <a:pt x="1135" y="189"/>
                    </a:cubicBezTo>
                    <a:cubicBezTo>
                      <a:pt x="1143" y="207"/>
                      <a:pt x="1152" y="224"/>
                      <a:pt x="1152" y="241"/>
                    </a:cubicBezTo>
                    <a:cubicBezTo>
                      <a:pt x="1152" y="267"/>
                      <a:pt x="1152" y="284"/>
                      <a:pt x="1143" y="310"/>
                    </a:cubicBezTo>
                    <a:cubicBezTo>
                      <a:pt x="1143" y="335"/>
                      <a:pt x="1143" y="353"/>
                      <a:pt x="1143" y="378"/>
                    </a:cubicBezTo>
                    <a:cubicBezTo>
                      <a:pt x="1135" y="421"/>
                      <a:pt x="1135" y="464"/>
                      <a:pt x="1118" y="507"/>
                    </a:cubicBezTo>
                    <a:cubicBezTo>
                      <a:pt x="1109" y="533"/>
                      <a:pt x="1100" y="550"/>
                      <a:pt x="1100" y="567"/>
                    </a:cubicBezTo>
                    <a:cubicBezTo>
                      <a:pt x="1092" y="585"/>
                      <a:pt x="1083" y="602"/>
                      <a:pt x="1083" y="619"/>
                    </a:cubicBezTo>
                    <a:cubicBezTo>
                      <a:pt x="1066" y="662"/>
                      <a:pt x="1049" y="705"/>
                      <a:pt x="1066" y="748"/>
                    </a:cubicBezTo>
                    <a:cubicBezTo>
                      <a:pt x="1075" y="774"/>
                      <a:pt x="1083" y="808"/>
                      <a:pt x="1083" y="842"/>
                    </a:cubicBezTo>
                    <a:lnTo>
                      <a:pt x="1083" y="868"/>
                    </a:lnTo>
                    <a:lnTo>
                      <a:pt x="1100" y="885"/>
                    </a:lnTo>
                    <a:lnTo>
                      <a:pt x="1092" y="911"/>
                    </a:lnTo>
                    <a:cubicBezTo>
                      <a:pt x="1083" y="937"/>
                      <a:pt x="1075" y="954"/>
                      <a:pt x="1066" y="980"/>
                    </a:cubicBezTo>
                    <a:lnTo>
                      <a:pt x="1049" y="1014"/>
                    </a:lnTo>
                    <a:lnTo>
                      <a:pt x="1032" y="1031"/>
                    </a:lnTo>
                    <a:lnTo>
                      <a:pt x="1023" y="1049"/>
                    </a:lnTo>
                    <a:cubicBezTo>
                      <a:pt x="997" y="1083"/>
                      <a:pt x="997" y="1117"/>
                      <a:pt x="963" y="1134"/>
                    </a:cubicBezTo>
                    <a:cubicBezTo>
                      <a:pt x="946" y="1152"/>
                      <a:pt x="920" y="1152"/>
                      <a:pt x="894" y="1160"/>
                    </a:cubicBezTo>
                    <a:cubicBezTo>
                      <a:pt x="851" y="1177"/>
                      <a:pt x="817" y="1203"/>
                      <a:pt x="783" y="1238"/>
                    </a:cubicBezTo>
                    <a:cubicBezTo>
                      <a:pt x="757" y="1255"/>
                      <a:pt x="731" y="1272"/>
                      <a:pt x="722" y="1298"/>
                    </a:cubicBezTo>
                    <a:cubicBezTo>
                      <a:pt x="705" y="1323"/>
                      <a:pt x="705" y="1349"/>
                      <a:pt x="705" y="1375"/>
                    </a:cubicBezTo>
                    <a:cubicBezTo>
                      <a:pt x="697" y="1409"/>
                      <a:pt x="697" y="1444"/>
                      <a:pt x="671" y="1469"/>
                    </a:cubicBezTo>
                    <a:cubicBezTo>
                      <a:pt x="654" y="1495"/>
                      <a:pt x="628" y="1512"/>
                      <a:pt x="602" y="1538"/>
                    </a:cubicBezTo>
                    <a:cubicBezTo>
                      <a:pt x="585" y="1555"/>
                      <a:pt x="559" y="1564"/>
                      <a:pt x="542" y="1590"/>
                    </a:cubicBezTo>
                    <a:cubicBezTo>
                      <a:pt x="533" y="1598"/>
                      <a:pt x="525" y="1607"/>
                      <a:pt x="508" y="1616"/>
                    </a:cubicBezTo>
                    <a:cubicBezTo>
                      <a:pt x="490" y="1633"/>
                      <a:pt x="473" y="1641"/>
                      <a:pt x="456" y="1659"/>
                    </a:cubicBezTo>
                    <a:cubicBezTo>
                      <a:pt x="430" y="1676"/>
                      <a:pt x="405" y="1676"/>
                      <a:pt x="379" y="1693"/>
                    </a:cubicBezTo>
                    <a:cubicBezTo>
                      <a:pt x="353" y="1701"/>
                      <a:pt x="327" y="1710"/>
                      <a:pt x="301" y="1710"/>
                    </a:cubicBezTo>
                    <a:cubicBezTo>
                      <a:pt x="290" y="1710"/>
                      <a:pt x="279" y="1706"/>
                      <a:pt x="267" y="1706"/>
                    </a:cubicBezTo>
                    <a:cubicBezTo>
                      <a:pt x="261" y="1706"/>
                      <a:pt x="256" y="1707"/>
                      <a:pt x="250" y="1710"/>
                    </a:cubicBezTo>
                    <a:cubicBezTo>
                      <a:pt x="233" y="1710"/>
                      <a:pt x="216" y="1727"/>
                      <a:pt x="198" y="1727"/>
                    </a:cubicBezTo>
                    <a:cubicBezTo>
                      <a:pt x="173" y="1736"/>
                      <a:pt x="147" y="1744"/>
                      <a:pt x="130" y="1762"/>
                    </a:cubicBezTo>
                    <a:cubicBezTo>
                      <a:pt x="95" y="1779"/>
                      <a:pt x="78" y="1787"/>
                      <a:pt x="44" y="1796"/>
                    </a:cubicBezTo>
                    <a:lnTo>
                      <a:pt x="9" y="1822"/>
                    </a:lnTo>
                    <a:cubicBezTo>
                      <a:pt x="1" y="1830"/>
                      <a:pt x="9" y="1839"/>
                      <a:pt x="27" y="1856"/>
                    </a:cubicBezTo>
                    <a:cubicBezTo>
                      <a:pt x="44" y="1865"/>
                      <a:pt x="61" y="1873"/>
                      <a:pt x="78" y="1882"/>
                    </a:cubicBezTo>
                    <a:cubicBezTo>
                      <a:pt x="82" y="1883"/>
                      <a:pt x="85" y="1884"/>
                      <a:pt x="89" y="1884"/>
                    </a:cubicBezTo>
                    <a:cubicBezTo>
                      <a:pt x="111" y="1884"/>
                      <a:pt x="133" y="1862"/>
                      <a:pt x="155" y="1848"/>
                    </a:cubicBezTo>
                    <a:cubicBezTo>
                      <a:pt x="173" y="1842"/>
                      <a:pt x="203" y="1832"/>
                      <a:pt x="229" y="1832"/>
                    </a:cubicBezTo>
                    <a:cubicBezTo>
                      <a:pt x="240" y="1832"/>
                      <a:pt x="250" y="1834"/>
                      <a:pt x="258" y="1839"/>
                    </a:cubicBezTo>
                    <a:lnTo>
                      <a:pt x="284" y="1848"/>
                    </a:lnTo>
                    <a:lnTo>
                      <a:pt x="310" y="1848"/>
                    </a:lnTo>
                    <a:cubicBezTo>
                      <a:pt x="327" y="1852"/>
                      <a:pt x="344" y="1852"/>
                      <a:pt x="362" y="1852"/>
                    </a:cubicBezTo>
                    <a:cubicBezTo>
                      <a:pt x="379" y="1852"/>
                      <a:pt x="396" y="1852"/>
                      <a:pt x="413" y="1856"/>
                    </a:cubicBezTo>
                    <a:lnTo>
                      <a:pt x="490" y="1856"/>
                    </a:lnTo>
                    <a:cubicBezTo>
                      <a:pt x="499" y="1865"/>
                      <a:pt x="508" y="1865"/>
                      <a:pt x="525" y="1865"/>
                    </a:cubicBezTo>
                    <a:cubicBezTo>
                      <a:pt x="551" y="1865"/>
                      <a:pt x="568" y="1856"/>
                      <a:pt x="594" y="1848"/>
                    </a:cubicBezTo>
                    <a:cubicBezTo>
                      <a:pt x="611" y="1830"/>
                      <a:pt x="645" y="1830"/>
                      <a:pt x="662" y="1813"/>
                    </a:cubicBezTo>
                    <a:lnTo>
                      <a:pt x="671" y="1796"/>
                    </a:lnTo>
                    <a:cubicBezTo>
                      <a:pt x="688" y="1787"/>
                      <a:pt x="714" y="1787"/>
                      <a:pt x="722" y="1779"/>
                    </a:cubicBezTo>
                    <a:cubicBezTo>
                      <a:pt x="757" y="1770"/>
                      <a:pt x="783" y="1770"/>
                      <a:pt x="808" y="1762"/>
                    </a:cubicBezTo>
                    <a:cubicBezTo>
                      <a:pt x="826" y="1753"/>
                      <a:pt x="843" y="1727"/>
                      <a:pt x="860" y="1727"/>
                    </a:cubicBezTo>
                    <a:cubicBezTo>
                      <a:pt x="877" y="1719"/>
                      <a:pt x="886" y="1719"/>
                      <a:pt x="894" y="1710"/>
                    </a:cubicBezTo>
                    <a:lnTo>
                      <a:pt x="911" y="1701"/>
                    </a:lnTo>
                    <a:cubicBezTo>
                      <a:pt x="920" y="1684"/>
                      <a:pt x="937" y="1676"/>
                      <a:pt x="946" y="1659"/>
                    </a:cubicBezTo>
                    <a:cubicBezTo>
                      <a:pt x="972" y="1633"/>
                      <a:pt x="989" y="1598"/>
                      <a:pt x="1006" y="1564"/>
                    </a:cubicBezTo>
                    <a:lnTo>
                      <a:pt x="1023" y="1547"/>
                    </a:lnTo>
                    <a:lnTo>
                      <a:pt x="1040" y="1530"/>
                    </a:lnTo>
                    <a:cubicBezTo>
                      <a:pt x="1049" y="1504"/>
                      <a:pt x="1075" y="1495"/>
                      <a:pt x="1092" y="1478"/>
                    </a:cubicBezTo>
                    <a:cubicBezTo>
                      <a:pt x="1118" y="1444"/>
                      <a:pt x="1143" y="1418"/>
                      <a:pt x="1178" y="1401"/>
                    </a:cubicBezTo>
                    <a:cubicBezTo>
                      <a:pt x="1195" y="1392"/>
                      <a:pt x="1212" y="1384"/>
                      <a:pt x="1221" y="1375"/>
                    </a:cubicBezTo>
                    <a:cubicBezTo>
                      <a:pt x="1238" y="1366"/>
                      <a:pt x="1255" y="1366"/>
                      <a:pt x="1272" y="1358"/>
                    </a:cubicBezTo>
                    <a:cubicBezTo>
                      <a:pt x="1289" y="1349"/>
                      <a:pt x="1298" y="1332"/>
                      <a:pt x="1307" y="1306"/>
                    </a:cubicBezTo>
                    <a:cubicBezTo>
                      <a:pt x="1315" y="1272"/>
                      <a:pt x="1324" y="1238"/>
                      <a:pt x="1315" y="1203"/>
                    </a:cubicBezTo>
                    <a:cubicBezTo>
                      <a:pt x="1315" y="1177"/>
                      <a:pt x="1307" y="1152"/>
                      <a:pt x="1307" y="1134"/>
                    </a:cubicBezTo>
                    <a:cubicBezTo>
                      <a:pt x="1307" y="1117"/>
                      <a:pt x="1307" y="1109"/>
                      <a:pt x="1307" y="1091"/>
                    </a:cubicBezTo>
                    <a:cubicBezTo>
                      <a:pt x="1315" y="1066"/>
                      <a:pt x="1324" y="1031"/>
                      <a:pt x="1332" y="1006"/>
                    </a:cubicBezTo>
                    <a:cubicBezTo>
                      <a:pt x="1341" y="971"/>
                      <a:pt x="1341" y="945"/>
                      <a:pt x="1341" y="920"/>
                    </a:cubicBezTo>
                    <a:cubicBezTo>
                      <a:pt x="1341" y="885"/>
                      <a:pt x="1324" y="860"/>
                      <a:pt x="1324" y="825"/>
                    </a:cubicBezTo>
                    <a:cubicBezTo>
                      <a:pt x="1315" y="791"/>
                      <a:pt x="1332" y="748"/>
                      <a:pt x="1315" y="705"/>
                    </a:cubicBezTo>
                    <a:cubicBezTo>
                      <a:pt x="1307" y="679"/>
                      <a:pt x="1289" y="653"/>
                      <a:pt x="1281" y="628"/>
                    </a:cubicBezTo>
                    <a:cubicBezTo>
                      <a:pt x="1281" y="602"/>
                      <a:pt x="1281" y="585"/>
                      <a:pt x="1281" y="567"/>
                    </a:cubicBezTo>
                    <a:cubicBezTo>
                      <a:pt x="1289" y="542"/>
                      <a:pt x="1281" y="524"/>
                      <a:pt x="1289" y="507"/>
                    </a:cubicBezTo>
                    <a:cubicBezTo>
                      <a:pt x="1298" y="490"/>
                      <a:pt x="1289" y="473"/>
                      <a:pt x="1289" y="456"/>
                    </a:cubicBezTo>
                    <a:cubicBezTo>
                      <a:pt x="1298" y="439"/>
                      <a:pt x="1307" y="421"/>
                      <a:pt x="1307" y="396"/>
                    </a:cubicBezTo>
                    <a:cubicBezTo>
                      <a:pt x="1307" y="378"/>
                      <a:pt x="1298" y="361"/>
                      <a:pt x="1298" y="335"/>
                    </a:cubicBezTo>
                    <a:lnTo>
                      <a:pt x="1289" y="318"/>
                    </a:lnTo>
                    <a:lnTo>
                      <a:pt x="1272" y="301"/>
                    </a:lnTo>
                    <a:cubicBezTo>
                      <a:pt x="1264" y="292"/>
                      <a:pt x="1264" y="267"/>
                      <a:pt x="1255" y="241"/>
                    </a:cubicBezTo>
                    <a:cubicBezTo>
                      <a:pt x="1246" y="215"/>
                      <a:pt x="1238" y="198"/>
                      <a:pt x="1221" y="172"/>
                    </a:cubicBezTo>
                    <a:cubicBezTo>
                      <a:pt x="1212" y="155"/>
                      <a:pt x="1195" y="129"/>
                      <a:pt x="1178" y="121"/>
                    </a:cubicBezTo>
                    <a:lnTo>
                      <a:pt x="1152" y="103"/>
                    </a:lnTo>
                    <a:cubicBezTo>
                      <a:pt x="1135" y="86"/>
                      <a:pt x="1126" y="78"/>
                      <a:pt x="1118" y="69"/>
                    </a:cubicBezTo>
                    <a:cubicBezTo>
                      <a:pt x="1092" y="61"/>
                      <a:pt x="1075" y="52"/>
                      <a:pt x="1049" y="43"/>
                    </a:cubicBezTo>
                    <a:cubicBezTo>
                      <a:pt x="1032" y="43"/>
                      <a:pt x="1023" y="35"/>
                      <a:pt x="1006" y="35"/>
                    </a:cubicBezTo>
                    <a:lnTo>
                      <a:pt x="972" y="35"/>
                    </a:lnTo>
                    <a:cubicBezTo>
                      <a:pt x="954" y="26"/>
                      <a:pt x="929" y="26"/>
                      <a:pt x="929" y="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70" name="Google Shape;18070;p62"/>
              <p:cNvSpPr/>
              <p:nvPr/>
            </p:nvSpPr>
            <p:spPr>
              <a:xfrm>
                <a:off x="5189125" y="1265875"/>
                <a:ext cx="36525" cy="50225"/>
              </a:xfrm>
              <a:custGeom>
                <a:avLst/>
                <a:gdLst/>
                <a:ahLst/>
                <a:cxnLst/>
                <a:rect l="l" t="t" r="r" b="b"/>
                <a:pathLst>
                  <a:path w="1461" h="2009" extrusionOk="0">
                    <a:moveTo>
                      <a:pt x="960" y="0"/>
                    </a:moveTo>
                    <a:cubicBezTo>
                      <a:pt x="935" y="0"/>
                      <a:pt x="929" y="94"/>
                      <a:pt x="937" y="101"/>
                    </a:cubicBezTo>
                    <a:lnTo>
                      <a:pt x="963" y="135"/>
                    </a:lnTo>
                    <a:cubicBezTo>
                      <a:pt x="980" y="161"/>
                      <a:pt x="1006" y="178"/>
                      <a:pt x="1031" y="204"/>
                    </a:cubicBezTo>
                    <a:cubicBezTo>
                      <a:pt x="1066" y="230"/>
                      <a:pt x="1092" y="273"/>
                      <a:pt x="1117" y="299"/>
                    </a:cubicBezTo>
                    <a:cubicBezTo>
                      <a:pt x="1143" y="324"/>
                      <a:pt x="1152" y="324"/>
                      <a:pt x="1160" y="359"/>
                    </a:cubicBezTo>
                    <a:cubicBezTo>
                      <a:pt x="1169" y="376"/>
                      <a:pt x="1177" y="393"/>
                      <a:pt x="1177" y="419"/>
                    </a:cubicBezTo>
                    <a:cubicBezTo>
                      <a:pt x="1177" y="436"/>
                      <a:pt x="1177" y="436"/>
                      <a:pt x="1177" y="453"/>
                    </a:cubicBezTo>
                    <a:cubicBezTo>
                      <a:pt x="1195" y="505"/>
                      <a:pt x="1212" y="556"/>
                      <a:pt x="1212" y="608"/>
                    </a:cubicBezTo>
                    <a:cubicBezTo>
                      <a:pt x="1220" y="677"/>
                      <a:pt x="1220" y="754"/>
                      <a:pt x="1220" y="831"/>
                    </a:cubicBezTo>
                    <a:cubicBezTo>
                      <a:pt x="1229" y="874"/>
                      <a:pt x="1212" y="917"/>
                      <a:pt x="1203" y="969"/>
                    </a:cubicBezTo>
                    <a:cubicBezTo>
                      <a:pt x="1195" y="995"/>
                      <a:pt x="1177" y="1020"/>
                      <a:pt x="1160" y="1046"/>
                    </a:cubicBezTo>
                    <a:cubicBezTo>
                      <a:pt x="1134" y="1089"/>
                      <a:pt x="1143" y="1132"/>
                      <a:pt x="1117" y="1175"/>
                    </a:cubicBezTo>
                    <a:cubicBezTo>
                      <a:pt x="1092" y="1209"/>
                      <a:pt x="1040" y="1252"/>
                      <a:pt x="997" y="1278"/>
                    </a:cubicBezTo>
                    <a:lnTo>
                      <a:pt x="945" y="1287"/>
                    </a:lnTo>
                    <a:lnTo>
                      <a:pt x="945" y="1330"/>
                    </a:lnTo>
                    <a:cubicBezTo>
                      <a:pt x="937" y="1381"/>
                      <a:pt x="902" y="1424"/>
                      <a:pt x="877" y="1458"/>
                    </a:cubicBezTo>
                    <a:cubicBezTo>
                      <a:pt x="868" y="1476"/>
                      <a:pt x="860" y="1501"/>
                      <a:pt x="851" y="1519"/>
                    </a:cubicBezTo>
                    <a:cubicBezTo>
                      <a:pt x="834" y="1536"/>
                      <a:pt x="834" y="1570"/>
                      <a:pt x="817" y="1587"/>
                    </a:cubicBezTo>
                    <a:cubicBezTo>
                      <a:pt x="799" y="1613"/>
                      <a:pt x="765" y="1622"/>
                      <a:pt x="731" y="1630"/>
                    </a:cubicBezTo>
                    <a:cubicBezTo>
                      <a:pt x="705" y="1630"/>
                      <a:pt x="671" y="1639"/>
                      <a:pt x="653" y="1665"/>
                    </a:cubicBezTo>
                    <a:cubicBezTo>
                      <a:pt x="645" y="1682"/>
                      <a:pt x="636" y="1699"/>
                      <a:pt x="636" y="1725"/>
                    </a:cubicBezTo>
                    <a:cubicBezTo>
                      <a:pt x="628" y="1733"/>
                      <a:pt x="619" y="1751"/>
                      <a:pt x="610" y="1759"/>
                    </a:cubicBezTo>
                    <a:cubicBezTo>
                      <a:pt x="593" y="1785"/>
                      <a:pt x="593" y="1794"/>
                      <a:pt x="559" y="1802"/>
                    </a:cubicBezTo>
                    <a:cubicBezTo>
                      <a:pt x="533" y="1811"/>
                      <a:pt x="499" y="1819"/>
                      <a:pt x="473" y="1828"/>
                    </a:cubicBezTo>
                    <a:cubicBezTo>
                      <a:pt x="421" y="1837"/>
                      <a:pt x="378" y="1854"/>
                      <a:pt x="327" y="1854"/>
                    </a:cubicBezTo>
                    <a:cubicBezTo>
                      <a:pt x="293" y="1862"/>
                      <a:pt x="258" y="1871"/>
                      <a:pt x="232" y="1879"/>
                    </a:cubicBezTo>
                    <a:cubicBezTo>
                      <a:pt x="208" y="1886"/>
                      <a:pt x="192" y="1892"/>
                      <a:pt x="173" y="1892"/>
                    </a:cubicBezTo>
                    <a:cubicBezTo>
                      <a:pt x="165" y="1892"/>
                      <a:pt x="157" y="1891"/>
                      <a:pt x="146" y="1888"/>
                    </a:cubicBezTo>
                    <a:cubicBezTo>
                      <a:pt x="129" y="1888"/>
                      <a:pt x="112" y="1879"/>
                      <a:pt x="86" y="1871"/>
                    </a:cubicBezTo>
                    <a:lnTo>
                      <a:pt x="43" y="1871"/>
                    </a:lnTo>
                    <a:cubicBezTo>
                      <a:pt x="0" y="1871"/>
                      <a:pt x="0" y="1897"/>
                      <a:pt x="9" y="1914"/>
                    </a:cubicBezTo>
                    <a:cubicBezTo>
                      <a:pt x="18" y="1922"/>
                      <a:pt x="35" y="1940"/>
                      <a:pt x="52" y="1948"/>
                    </a:cubicBezTo>
                    <a:lnTo>
                      <a:pt x="86" y="1957"/>
                    </a:lnTo>
                    <a:lnTo>
                      <a:pt x="103" y="1965"/>
                    </a:lnTo>
                    <a:lnTo>
                      <a:pt x="129" y="1974"/>
                    </a:lnTo>
                    <a:lnTo>
                      <a:pt x="164" y="1991"/>
                    </a:lnTo>
                    <a:cubicBezTo>
                      <a:pt x="172" y="1995"/>
                      <a:pt x="181" y="1995"/>
                      <a:pt x="189" y="1995"/>
                    </a:cubicBezTo>
                    <a:cubicBezTo>
                      <a:pt x="198" y="1995"/>
                      <a:pt x="207" y="1995"/>
                      <a:pt x="215" y="2000"/>
                    </a:cubicBezTo>
                    <a:cubicBezTo>
                      <a:pt x="232" y="2000"/>
                      <a:pt x="250" y="2008"/>
                      <a:pt x="258" y="2008"/>
                    </a:cubicBezTo>
                    <a:cubicBezTo>
                      <a:pt x="293" y="2008"/>
                      <a:pt x="344" y="2000"/>
                      <a:pt x="370" y="1983"/>
                    </a:cubicBezTo>
                    <a:cubicBezTo>
                      <a:pt x="378" y="1974"/>
                      <a:pt x="396" y="1957"/>
                      <a:pt x="413" y="1948"/>
                    </a:cubicBezTo>
                    <a:cubicBezTo>
                      <a:pt x="439" y="1940"/>
                      <a:pt x="482" y="1931"/>
                      <a:pt x="507" y="1931"/>
                    </a:cubicBezTo>
                    <a:cubicBezTo>
                      <a:pt x="514" y="1930"/>
                      <a:pt x="521" y="1930"/>
                      <a:pt x="527" y="1930"/>
                    </a:cubicBezTo>
                    <a:cubicBezTo>
                      <a:pt x="605" y="1930"/>
                      <a:pt x="678" y="1962"/>
                      <a:pt x="754" y="1962"/>
                    </a:cubicBezTo>
                    <a:cubicBezTo>
                      <a:pt x="780" y="1962"/>
                      <a:pt x="807" y="1959"/>
                      <a:pt x="834" y="1948"/>
                    </a:cubicBezTo>
                    <a:cubicBezTo>
                      <a:pt x="860" y="1940"/>
                      <a:pt x="868" y="1914"/>
                      <a:pt x="894" y="1897"/>
                    </a:cubicBezTo>
                    <a:cubicBezTo>
                      <a:pt x="911" y="1879"/>
                      <a:pt x="928" y="1862"/>
                      <a:pt x="937" y="1845"/>
                    </a:cubicBezTo>
                    <a:cubicBezTo>
                      <a:pt x="971" y="1794"/>
                      <a:pt x="988" y="1725"/>
                      <a:pt x="1014" y="1673"/>
                    </a:cubicBezTo>
                    <a:cubicBezTo>
                      <a:pt x="1023" y="1622"/>
                      <a:pt x="1040" y="1562"/>
                      <a:pt x="1066" y="1510"/>
                    </a:cubicBezTo>
                    <a:cubicBezTo>
                      <a:pt x="1083" y="1476"/>
                      <a:pt x="1109" y="1458"/>
                      <a:pt x="1143" y="1441"/>
                    </a:cubicBezTo>
                    <a:cubicBezTo>
                      <a:pt x="1186" y="1424"/>
                      <a:pt x="1220" y="1407"/>
                      <a:pt x="1263" y="1381"/>
                    </a:cubicBezTo>
                    <a:cubicBezTo>
                      <a:pt x="1306" y="1355"/>
                      <a:pt x="1349" y="1338"/>
                      <a:pt x="1375" y="1295"/>
                    </a:cubicBezTo>
                    <a:cubicBezTo>
                      <a:pt x="1401" y="1244"/>
                      <a:pt x="1401" y="1192"/>
                      <a:pt x="1409" y="1149"/>
                    </a:cubicBezTo>
                    <a:cubicBezTo>
                      <a:pt x="1418" y="1089"/>
                      <a:pt x="1444" y="1038"/>
                      <a:pt x="1435" y="977"/>
                    </a:cubicBezTo>
                    <a:cubicBezTo>
                      <a:pt x="1435" y="943"/>
                      <a:pt x="1427" y="909"/>
                      <a:pt x="1427" y="883"/>
                    </a:cubicBezTo>
                    <a:cubicBezTo>
                      <a:pt x="1418" y="840"/>
                      <a:pt x="1392" y="806"/>
                      <a:pt x="1401" y="763"/>
                    </a:cubicBezTo>
                    <a:cubicBezTo>
                      <a:pt x="1401" y="745"/>
                      <a:pt x="1401" y="720"/>
                      <a:pt x="1409" y="711"/>
                    </a:cubicBezTo>
                    <a:lnTo>
                      <a:pt x="1418" y="694"/>
                    </a:lnTo>
                    <a:cubicBezTo>
                      <a:pt x="1427" y="668"/>
                      <a:pt x="1435" y="642"/>
                      <a:pt x="1435" y="617"/>
                    </a:cubicBezTo>
                    <a:cubicBezTo>
                      <a:pt x="1444" y="582"/>
                      <a:pt x="1452" y="556"/>
                      <a:pt x="1461" y="522"/>
                    </a:cubicBezTo>
                    <a:cubicBezTo>
                      <a:pt x="1461" y="496"/>
                      <a:pt x="1452" y="453"/>
                      <a:pt x="1444" y="428"/>
                    </a:cubicBezTo>
                    <a:cubicBezTo>
                      <a:pt x="1435" y="402"/>
                      <a:pt x="1427" y="376"/>
                      <a:pt x="1401" y="359"/>
                    </a:cubicBezTo>
                    <a:cubicBezTo>
                      <a:pt x="1375" y="333"/>
                      <a:pt x="1341" y="316"/>
                      <a:pt x="1315" y="299"/>
                    </a:cubicBezTo>
                    <a:cubicBezTo>
                      <a:pt x="1298" y="273"/>
                      <a:pt x="1281" y="256"/>
                      <a:pt x="1255" y="239"/>
                    </a:cubicBezTo>
                    <a:cubicBezTo>
                      <a:pt x="1220" y="213"/>
                      <a:pt x="1203" y="178"/>
                      <a:pt x="1169" y="153"/>
                    </a:cubicBezTo>
                    <a:cubicBezTo>
                      <a:pt x="1134" y="135"/>
                      <a:pt x="1100" y="118"/>
                      <a:pt x="1066" y="92"/>
                    </a:cubicBezTo>
                    <a:cubicBezTo>
                      <a:pt x="1031" y="75"/>
                      <a:pt x="1006" y="32"/>
                      <a:pt x="971" y="7"/>
                    </a:cubicBezTo>
                    <a:cubicBezTo>
                      <a:pt x="967" y="2"/>
                      <a:pt x="963" y="0"/>
                      <a:pt x="960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71" name="Google Shape;18071;p62"/>
              <p:cNvSpPr/>
              <p:nvPr/>
            </p:nvSpPr>
            <p:spPr>
              <a:xfrm>
                <a:off x="5146375" y="1229300"/>
                <a:ext cx="784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3137" h="3188" extrusionOk="0">
                    <a:moveTo>
                      <a:pt x="1960" y="0"/>
                    </a:moveTo>
                    <a:cubicBezTo>
                      <a:pt x="1917" y="0"/>
                      <a:pt x="1856" y="43"/>
                      <a:pt x="1813" y="61"/>
                    </a:cubicBezTo>
                    <a:cubicBezTo>
                      <a:pt x="1753" y="78"/>
                      <a:pt x="1710" y="78"/>
                      <a:pt x="1659" y="78"/>
                    </a:cubicBezTo>
                    <a:cubicBezTo>
                      <a:pt x="1650" y="77"/>
                      <a:pt x="1641" y="76"/>
                      <a:pt x="1632" y="76"/>
                    </a:cubicBezTo>
                    <a:cubicBezTo>
                      <a:pt x="1555" y="76"/>
                      <a:pt x="1479" y="107"/>
                      <a:pt x="1410" y="138"/>
                    </a:cubicBezTo>
                    <a:cubicBezTo>
                      <a:pt x="1375" y="155"/>
                      <a:pt x="1332" y="155"/>
                      <a:pt x="1289" y="172"/>
                    </a:cubicBezTo>
                    <a:cubicBezTo>
                      <a:pt x="1229" y="189"/>
                      <a:pt x="1212" y="215"/>
                      <a:pt x="1169" y="250"/>
                    </a:cubicBezTo>
                    <a:cubicBezTo>
                      <a:pt x="1109" y="301"/>
                      <a:pt x="1057" y="353"/>
                      <a:pt x="997" y="413"/>
                    </a:cubicBezTo>
                    <a:cubicBezTo>
                      <a:pt x="946" y="464"/>
                      <a:pt x="894" y="533"/>
                      <a:pt x="808" y="533"/>
                    </a:cubicBezTo>
                    <a:cubicBezTo>
                      <a:pt x="748" y="533"/>
                      <a:pt x="645" y="602"/>
                      <a:pt x="636" y="671"/>
                    </a:cubicBezTo>
                    <a:cubicBezTo>
                      <a:pt x="611" y="765"/>
                      <a:pt x="645" y="782"/>
                      <a:pt x="559" y="868"/>
                    </a:cubicBezTo>
                    <a:cubicBezTo>
                      <a:pt x="533" y="903"/>
                      <a:pt x="508" y="937"/>
                      <a:pt x="473" y="954"/>
                    </a:cubicBezTo>
                    <a:cubicBezTo>
                      <a:pt x="447" y="971"/>
                      <a:pt x="439" y="1057"/>
                      <a:pt x="413" y="1066"/>
                    </a:cubicBezTo>
                    <a:cubicBezTo>
                      <a:pt x="396" y="1083"/>
                      <a:pt x="387" y="1100"/>
                      <a:pt x="370" y="1109"/>
                    </a:cubicBezTo>
                    <a:lnTo>
                      <a:pt x="344" y="1109"/>
                    </a:lnTo>
                    <a:lnTo>
                      <a:pt x="319" y="1152"/>
                    </a:lnTo>
                    <a:cubicBezTo>
                      <a:pt x="293" y="1169"/>
                      <a:pt x="267" y="1177"/>
                      <a:pt x="241" y="1186"/>
                    </a:cubicBezTo>
                    <a:cubicBezTo>
                      <a:pt x="173" y="1238"/>
                      <a:pt x="147" y="1306"/>
                      <a:pt x="121" y="1392"/>
                    </a:cubicBezTo>
                    <a:cubicBezTo>
                      <a:pt x="104" y="1427"/>
                      <a:pt x="78" y="1444"/>
                      <a:pt x="78" y="1487"/>
                    </a:cubicBezTo>
                    <a:cubicBezTo>
                      <a:pt x="69" y="1547"/>
                      <a:pt x="78" y="1590"/>
                      <a:pt x="87" y="1641"/>
                    </a:cubicBezTo>
                    <a:cubicBezTo>
                      <a:pt x="104" y="1744"/>
                      <a:pt x="26" y="1805"/>
                      <a:pt x="18" y="1899"/>
                    </a:cubicBezTo>
                    <a:cubicBezTo>
                      <a:pt x="18" y="1942"/>
                      <a:pt x="44" y="1968"/>
                      <a:pt x="52" y="2002"/>
                    </a:cubicBezTo>
                    <a:cubicBezTo>
                      <a:pt x="61" y="2037"/>
                      <a:pt x="52" y="2097"/>
                      <a:pt x="44" y="2131"/>
                    </a:cubicBezTo>
                    <a:cubicBezTo>
                      <a:pt x="35" y="2174"/>
                      <a:pt x="9" y="2226"/>
                      <a:pt x="1" y="2286"/>
                    </a:cubicBezTo>
                    <a:cubicBezTo>
                      <a:pt x="1" y="2320"/>
                      <a:pt x="9" y="2354"/>
                      <a:pt x="9" y="2397"/>
                    </a:cubicBezTo>
                    <a:cubicBezTo>
                      <a:pt x="26" y="2458"/>
                      <a:pt x="52" y="2501"/>
                      <a:pt x="78" y="2552"/>
                    </a:cubicBezTo>
                    <a:cubicBezTo>
                      <a:pt x="104" y="2612"/>
                      <a:pt x="69" y="2647"/>
                      <a:pt x="61" y="2707"/>
                    </a:cubicBezTo>
                    <a:cubicBezTo>
                      <a:pt x="52" y="2767"/>
                      <a:pt x="61" y="2836"/>
                      <a:pt x="69" y="2887"/>
                    </a:cubicBezTo>
                    <a:cubicBezTo>
                      <a:pt x="95" y="2982"/>
                      <a:pt x="138" y="3076"/>
                      <a:pt x="215" y="3136"/>
                    </a:cubicBezTo>
                    <a:cubicBezTo>
                      <a:pt x="233" y="3153"/>
                      <a:pt x="250" y="3171"/>
                      <a:pt x="267" y="3188"/>
                    </a:cubicBezTo>
                    <a:cubicBezTo>
                      <a:pt x="258" y="3171"/>
                      <a:pt x="258" y="3162"/>
                      <a:pt x="250" y="3145"/>
                    </a:cubicBezTo>
                    <a:cubicBezTo>
                      <a:pt x="241" y="3110"/>
                      <a:pt x="224" y="3076"/>
                      <a:pt x="215" y="3042"/>
                    </a:cubicBezTo>
                    <a:cubicBezTo>
                      <a:pt x="207" y="3016"/>
                      <a:pt x="207" y="2990"/>
                      <a:pt x="198" y="2964"/>
                    </a:cubicBezTo>
                    <a:cubicBezTo>
                      <a:pt x="198" y="2956"/>
                      <a:pt x="181" y="2939"/>
                      <a:pt x="181" y="2921"/>
                    </a:cubicBezTo>
                    <a:lnTo>
                      <a:pt x="198" y="2879"/>
                    </a:lnTo>
                    <a:cubicBezTo>
                      <a:pt x="250" y="2732"/>
                      <a:pt x="181" y="2586"/>
                      <a:pt x="181" y="2440"/>
                    </a:cubicBezTo>
                    <a:cubicBezTo>
                      <a:pt x="181" y="2354"/>
                      <a:pt x="198" y="2277"/>
                      <a:pt x="207" y="2200"/>
                    </a:cubicBezTo>
                    <a:cubicBezTo>
                      <a:pt x="207" y="2183"/>
                      <a:pt x="207" y="2157"/>
                      <a:pt x="207" y="2148"/>
                    </a:cubicBezTo>
                    <a:cubicBezTo>
                      <a:pt x="207" y="2140"/>
                      <a:pt x="215" y="2140"/>
                      <a:pt x="215" y="2122"/>
                    </a:cubicBezTo>
                    <a:lnTo>
                      <a:pt x="198" y="2114"/>
                    </a:lnTo>
                    <a:cubicBezTo>
                      <a:pt x="181" y="2071"/>
                      <a:pt x="181" y="2019"/>
                      <a:pt x="181" y="1976"/>
                    </a:cubicBezTo>
                    <a:cubicBezTo>
                      <a:pt x="164" y="1891"/>
                      <a:pt x="173" y="1796"/>
                      <a:pt x="233" y="1727"/>
                    </a:cubicBezTo>
                    <a:cubicBezTo>
                      <a:pt x="241" y="1710"/>
                      <a:pt x="250" y="1702"/>
                      <a:pt x="258" y="1684"/>
                    </a:cubicBezTo>
                    <a:cubicBezTo>
                      <a:pt x="258" y="1659"/>
                      <a:pt x="250" y="1641"/>
                      <a:pt x="250" y="1616"/>
                    </a:cubicBezTo>
                    <a:cubicBezTo>
                      <a:pt x="250" y="1598"/>
                      <a:pt x="250" y="1573"/>
                      <a:pt x="250" y="1547"/>
                    </a:cubicBezTo>
                    <a:cubicBezTo>
                      <a:pt x="258" y="1521"/>
                      <a:pt x="293" y="1495"/>
                      <a:pt x="301" y="1470"/>
                    </a:cubicBezTo>
                    <a:cubicBezTo>
                      <a:pt x="344" y="1418"/>
                      <a:pt x="405" y="1392"/>
                      <a:pt x="456" y="1349"/>
                    </a:cubicBezTo>
                    <a:cubicBezTo>
                      <a:pt x="465" y="1332"/>
                      <a:pt x="473" y="1323"/>
                      <a:pt x="482" y="1306"/>
                    </a:cubicBezTo>
                    <a:cubicBezTo>
                      <a:pt x="499" y="1289"/>
                      <a:pt x="490" y="1281"/>
                      <a:pt x="499" y="1255"/>
                    </a:cubicBezTo>
                    <a:cubicBezTo>
                      <a:pt x="499" y="1220"/>
                      <a:pt x="533" y="1195"/>
                      <a:pt x="559" y="1169"/>
                    </a:cubicBezTo>
                    <a:cubicBezTo>
                      <a:pt x="602" y="1134"/>
                      <a:pt x="636" y="1126"/>
                      <a:pt x="688" y="1126"/>
                    </a:cubicBezTo>
                    <a:cubicBezTo>
                      <a:pt x="697" y="1057"/>
                      <a:pt x="731" y="988"/>
                      <a:pt x="765" y="928"/>
                    </a:cubicBezTo>
                    <a:cubicBezTo>
                      <a:pt x="791" y="868"/>
                      <a:pt x="808" y="808"/>
                      <a:pt x="817" y="739"/>
                    </a:cubicBezTo>
                    <a:cubicBezTo>
                      <a:pt x="817" y="713"/>
                      <a:pt x="808" y="688"/>
                      <a:pt x="825" y="662"/>
                    </a:cubicBezTo>
                    <a:lnTo>
                      <a:pt x="825" y="645"/>
                    </a:lnTo>
                    <a:cubicBezTo>
                      <a:pt x="843" y="636"/>
                      <a:pt x="860" y="628"/>
                      <a:pt x="877" y="628"/>
                    </a:cubicBezTo>
                    <a:cubicBezTo>
                      <a:pt x="894" y="619"/>
                      <a:pt x="911" y="610"/>
                      <a:pt x="929" y="602"/>
                    </a:cubicBezTo>
                    <a:cubicBezTo>
                      <a:pt x="940" y="602"/>
                      <a:pt x="955" y="606"/>
                      <a:pt x="969" y="606"/>
                    </a:cubicBezTo>
                    <a:cubicBezTo>
                      <a:pt x="976" y="606"/>
                      <a:pt x="983" y="605"/>
                      <a:pt x="989" y="602"/>
                    </a:cubicBezTo>
                    <a:cubicBezTo>
                      <a:pt x="1006" y="593"/>
                      <a:pt x="1014" y="585"/>
                      <a:pt x="1023" y="576"/>
                    </a:cubicBezTo>
                    <a:cubicBezTo>
                      <a:pt x="1049" y="550"/>
                      <a:pt x="1075" y="542"/>
                      <a:pt x="1092" y="516"/>
                    </a:cubicBezTo>
                    <a:cubicBezTo>
                      <a:pt x="1118" y="490"/>
                      <a:pt x="1143" y="456"/>
                      <a:pt x="1161" y="430"/>
                    </a:cubicBezTo>
                    <a:cubicBezTo>
                      <a:pt x="1169" y="404"/>
                      <a:pt x="1178" y="387"/>
                      <a:pt x="1195" y="378"/>
                    </a:cubicBezTo>
                    <a:cubicBezTo>
                      <a:pt x="1212" y="361"/>
                      <a:pt x="1246" y="353"/>
                      <a:pt x="1272" y="353"/>
                    </a:cubicBezTo>
                    <a:cubicBezTo>
                      <a:pt x="1307" y="344"/>
                      <a:pt x="1332" y="335"/>
                      <a:pt x="1367" y="327"/>
                    </a:cubicBezTo>
                    <a:cubicBezTo>
                      <a:pt x="1410" y="310"/>
                      <a:pt x="1470" y="310"/>
                      <a:pt x="1496" y="267"/>
                    </a:cubicBezTo>
                    <a:cubicBezTo>
                      <a:pt x="1503" y="263"/>
                      <a:pt x="1516" y="261"/>
                      <a:pt x="1538" y="261"/>
                    </a:cubicBezTo>
                    <a:cubicBezTo>
                      <a:pt x="1570" y="261"/>
                      <a:pt x="1621" y="265"/>
                      <a:pt x="1702" y="275"/>
                    </a:cubicBezTo>
                    <a:cubicBezTo>
                      <a:pt x="1736" y="275"/>
                      <a:pt x="1994" y="301"/>
                      <a:pt x="2028" y="301"/>
                    </a:cubicBezTo>
                    <a:lnTo>
                      <a:pt x="2071" y="301"/>
                    </a:lnTo>
                    <a:cubicBezTo>
                      <a:pt x="2088" y="301"/>
                      <a:pt x="2106" y="293"/>
                      <a:pt x="2114" y="293"/>
                    </a:cubicBezTo>
                    <a:cubicBezTo>
                      <a:pt x="2131" y="301"/>
                      <a:pt x="2140" y="310"/>
                      <a:pt x="2149" y="318"/>
                    </a:cubicBezTo>
                    <a:cubicBezTo>
                      <a:pt x="2174" y="344"/>
                      <a:pt x="2200" y="378"/>
                      <a:pt x="2234" y="387"/>
                    </a:cubicBezTo>
                    <a:cubicBezTo>
                      <a:pt x="2277" y="404"/>
                      <a:pt x="2329" y="421"/>
                      <a:pt x="2372" y="421"/>
                    </a:cubicBezTo>
                    <a:cubicBezTo>
                      <a:pt x="2406" y="421"/>
                      <a:pt x="2441" y="396"/>
                      <a:pt x="2466" y="378"/>
                    </a:cubicBezTo>
                    <a:cubicBezTo>
                      <a:pt x="2484" y="370"/>
                      <a:pt x="2501" y="353"/>
                      <a:pt x="2518" y="353"/>
                    </a:cubicBezTo>
                    <a:lnTo>
                      <a:pt x="2544" y="370"/>
                    </a:lnTo>
                    <a:cubicBezTo>
                      <a:pt x="2561" y="387"/>
                      <a:pt x="2570" y="387"/>
                      <a:pt x="2587" y="396"/>
                    </a:cubicBezTo>
                    <a:cubicBezTo>
                      <a:pt x="2621" y="413"/>
                      <a:pt x="2655" y="430"/>
                      <a:pt x="2690" y="439"/>
                    </a:cubicBezTo>
                    <a:cubicBezTo>
                      <a:pt x="2724" y="447"/>
                      <a:pt x="2767" y="447"/>
                      <a:pt x="2793" y="464"/>
                    </a:cubicBezTo>
                    <a:lnTo>
                      <a:pt x="2819" y="490"/>
                    </a:lnTo>
                    <a:cubicBezTo>
                      <a:pt x="2836" y="499"/>
                      <a:pt x="2853" y="499"/>
                      <a:pt x="2870" y="507"/>
                    </a:cubicBezTo>
                    <a:cubicBezTo>
                      <a:pt x="2896" y="516"/>
                      <a:pt x="2913" y="524"/>
                      <a:pt x="2930" y="542"/>
                    </a:cubicBezTo>
                    <a:cubicBezTo>
                      <a:pt x="2956" y="550"/>
                      <a:pt x="2991" y="559"/>
                      <a:pt x="3008" y="567"/>
                    </a:cubicBezTo>
                    <a:cubicBezTo>
                      <a:pt x="3042" y="585"/>
                      <a:pt x="3068" y="610"/>
                      <a:pt x="3085" y="636"/>
                    </a:cubicBezTo>
                    <a:cubicBezTo>
                      <a:pt x="3102" y="653"/>
                      <a:pt x="3119" y="662"/>
                      <a:pt x="3137" y="679"/>
                    </a:cubicBezTo>
                    <a:cubicBezTo>
                      <a:pt x="3137" y="653"/>
                      <a:pt x="3137" y="628"/>
                      <a:pt x="3119" y="602"/>
                    </a:cubicBezTo>
                    <a:cubicBezTo>
                      <a:pt x="3094" y="567"/>
                      <a:pt x="3059" y="542"/>
                      <a:pt x="3033" y="499"/>
                    </a:cubicBezTo>
                    <a:cubicBezTo>
                      <a:pt x="3016" y="447"/>
                      <a:pt x="2991" y="421"/>
                      <a:pt x="2948" y="387"/>
                    </a:cubicBezTo>
                    <a:cubicBezTo>
                      <a:pt x="2862" y="335"/>
                      <a:pt x="2784" y="284"/>
                      <a:pt x="2698" y="232"/>
                    </a:cubicBezTo>
                    <a:cubicBezTo>
                      <a:pt x="2655" y="207"/>
                      <a:pt x="2621" y="215"/>
                      <a:pt x="2578" y="198"/>
                    </a:cubicBezTo>
                    <a:cubicBezTo>
                      <a:pt x="2544" y="189"/>
                      <a:pt x="2484" y="146"/>
                      <a:pt x="2466" y="146"/>
                    </a:cubicBezTo>
                    <a:cubicBezTo>
                      <a:pt x="2453" y="151"/>
                      <a:pt x="2440" y="153"/>
                      <a:pt x="2428" y="153"/>
                    </a:cubicBezTo>
                    <a:cubicBezTo>
                      <a:pt x="2393" y="153"/>
                      <a:pt x="2363" y="135"/>
                      <a:pt x="2338" y="104"/>
                    </a:cubicBezTo>
                    <a:cubicBezTo>
                      <a:pt x="2303" y="78"/>
                      <a:pt x="2286" y="52"/>
                      <a:pt x="2243" y="35"/>
                    </a:cubicBezTo>
                    <a:cubicBezTo>
                      <a:pt x="2229" y="32"/>
                      <a:pt x="2213" y="31"/>
                      <a:pt x="2196" y="31"/>
                    </a:cubicBezTo>
                    <a:cubicBezTo>
                      <a:pt x="2162" y="31"/>
                      <a:pt x="2126" y="35"/>
                      <a:pt x="2097" y="35"/>
                    </a:cubicBezTo>
                    <a:cubicBezTo>
                      <a:pt x="2071" y="26"/>
                      <a:pt x="2054" y="26"/>
                      <a:pt x="2028" y="26"/>
                    </a:cubicBezTo>
                    <a:lnTo>
                      <a:pt x="1994" y="26"/>
                    </a:lnTo>
                    <a:lnTo>
                      <a:pt x="1960" y="0"/>
                    </a:ln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72" name="Google Shape;18072;p62"/>
              <p:cNvSpPr/>
              <p:nvPr/>
            </p:nvSpPr>
            <p:spPr>
              <a:xfrm>
                <a:off x="5169575" y="1242175"/>
                <a:ext cx="56300" cy="26450"/>
              </a:xfrm>
              <a:custGeom>
                <a:avLst/>
                <a:gdLst/>
                <a:ahLst/>
                <a:cxnLst/>
                <a:rect l="l" t="t" r="r" b="b"/>
                <a:pathLst>
                  <a:path w="2252" h="1058" extrusionOk="0">
                    <a:moveTo>
                      <a:pt x="66" y="502"/>
                    </a:moveTo>
                    <a:cubicBezTo>
                      <a:pt x="56" y="513"/>
                      <a:pt x="49" y="526"/>
                      <a:pt x="45" y="539"/>
                    </a:cubicBezTo>
                    <a:lnTo>
                      <a:pt x="45" y="539"/>
                    </a:lnTo>
                    <a:cubicBezTo>
                      <a:pt x="52" y="528"/>
                      <a:pt x="58" y="516"/>
                      <a:pt x="66" y="502"/>
                    </a:cubicBezTo>
                    <a:close/>
                    <a:moveTo>
                      <a:pt x="45" y="539"/>
                    </a:moveTo>
                    <a:cubicBezTo>
                      <a:pt x="42" y="543"/>
                      <a:pt x="38" y="547"/>
                      <a:pt x="35" y="551"/>
                    </a:cubicBezTo>
                    <a:cubicBezTo>
                      <a:pt x="35" y="551"/>
                      <a:pt x="35" y="551"/>
                      <a:pt x="35" y="551"/>
                    </a:cubicBezTo>
                    <a:lnTo>
                      <a:pt x="35" y="551"/>
                    </a:lnTo>
                    <a:cubicBezTo>
                      <a:pt x="38" y="548"/>
                      <a:pt x="41" y="545"/>
                      <a:pt x="44" y="542"/>
                    </a:cubicBezTo>
                    <a:cubicBezTo>
                      <a:pt x="44" y="541"/>
                      <a:pt x="44" y="540"/>
                      <a:pt x="45" y="539"/>
                    </a:cubicBezTo>
                    <a:close/>
                    <a:moveTo>
                      <a:pt x="35" y="551"/>
                    </a:moveTo>
                    <a:lnTo>
                      <a:pt x="35" y="551"/>
                    </a:lnTo>
                    <a:cubicBezTo>
                      <a:pt x="19" y="568"/>
                      <a:pt x="1" y="589"/>
                      <a:pt x="1" y="611"/>
                    </a:cubicBezTo>
                    <a:cubicBezTo>
                      <a:pt x="1" y="594"/>
                      <a:pt x="26" y="568"/>
                      <a:pt x="35" y="551"/>
                    </a:cubicBezTo>
                    <a:close/>
                    <a:moveTo>
                      <a:pt x="1066" y="1"/>
                    </a:moveTo>
                    <a:cubicBezTo>
                      <a:pt x="1040" y="1"/>
                      <a:pt x="1014" y="9"/>
                      <a:pt x="997" y="9"/>
                    </a:cubicBezTo>
                    <a:cubicBezTo>
                      <a:pt x="980" y="14"/>
                      <a:pt x="965" y="14"/>
                      <a:pt x="951" y="14"/>
                    </a:cubicBezTo>
                    <a:cubicBezTo>
                      <a:pt x="937" y="14"/>
                      <a:pt x="924" y="14"/>
                      <a:pt x="911" y="18"/>
                    </a:cubicBezTo>
                    <a:cubicBezTo>
                      <a:pt x="894" y="18"/>
                      <a:pt x="868" y="18"/>
                      <a:pt x="860" y="27"/>
                    </a:cubicBezTo>
                    <a:cubicBezTo>
                      <a:pt x="825" y="44"/>
                      <a:pt x="817" y="61"/>
                      <a:pt x="782" y="70"/>
                    </a:cubicBezTo>
                    <a:cubicBezTo>
                      <a:pt x="714" y="87"/>
                      <a:pt x="654" y="95"/>
                      <a:pt x="585" y="104"/>
                    </a:cubicBezTo>
                    <a:cubicBezTo>
                      <a:pt x="559" y="104"/>
                      <a:pt x="525" y="121"/>
                      <a:pt x="499" y="138"/>
                    </a:cubicBezTo>
                    <a:cubicBezTo>
                      <a:pt x="482" y="147"/>
                      <a:pt x="490" y="164"/>
                      <a:pt x="482" y="173"/>
                    </a:cubicBezTo>
                    <a:cubicBezTo>
                      <a:pt x="473" y="216"/>
                      <a:pt x="430" y="233"/>
                      <a:pt x="396" y="259"/>
                    </a:cubicBezTo>
                    <a:cubicBezTo>
                      <a:pt x="353" y="284"/>
                      <a:pt x="310" y="319"/>
                      <a:pt x="258" y="345"/>
                    </a:cubicBezTo>
                    <a:cubicBezTo>
                      <a:pt x="190" y="370"/>
                      <a:pt x="112" y="422"/>
                      <a:pt x="78" y="482"/>
                    </a:cubicBezTo>
                    <a:cubicBezTo>
                      <a:pt x="73" y="489"/>
                      <a:pt x="70" y="495"/>
                      <a:pt x="66" y="502"/>
                    </a:cubicBezTo>
                    <a:lnTo>
                      <a:pt x="66" y="502"/>
                    </a:lnTo>
                    <a:cubicBezTo>
                      <a:pt x="74" y="493"/>
                      <a:pt x="84" y="486"/>
                      <a:pt x="95" y="482"/>
                    </a:cubicBezTo>
                    <a:cubicBezTo>
                      <a:pt x="104" y="473"/>
                      <a:pt x="121" y="465"/>
                      <a:pt x="138" y="456"/>
                    </a:cubicBezTo>
                    <a:cubicBezTo>
                      <a:pt x="172" y="448"/>
                      <a:pt x="207" y="448"/>
                      <a:pt x="233" y="439"/>
                    </a:cubicBezTo>
                    <a:cubicBezTo>
                      <a:pt x="276" y="422"/>
                      <a:pt x="310" y="405"/>
                      <a:pt x="336" y="388"/>
                    </a:cubicBezTo>
                    <a:cubicBezTo>
                      <a:pt x="344" y="379"/>
                      <a:pt x="355" y="377"/>
                      <a:pt x="366" y="377"/>
                    </a:cubicBezTo>
                    <a:cubicBezTo>
                      <a:pt x="376" y="377"/>
                      <a:pt x="387" y="379"/>
                      <a:pt x="396" y="379"/>
                    </a:cubicBezTo>
                    <a:cubicBezTo>
                      <a:pt x="422" y="379"/>
                      <a:pt x="439" y="379"/>
                      <a:pt x="465" y="370"/>
                    </a:cubicBezTo>
                    <a:cubicBezTo>
                      <a:pt x="482" y="362"/>
                      <a:pt x="507" y="362"/>
                      <a:pt x="525" y="353"/>
                    </a:cubicBezTo>
                    <a:cubicBezTo>
                      <a:pt x="533" y="345"/>
                      <a:pt x="542" y="336"/>
                      <a:pt x="559" y="336"/>
                    </a:cubicBezTo>
                    <a:lnTo>
                      <a:pt x="593" y="336"/>
                    </a:lnTo>
                    <a:cubicBezTo>
                      <a:pt x="611" y="327"/>
                      <a:pt x="619" y="319"/>
                      <a:pt x="628" y="319"/>
                    </a:cubicBezTo>
                    <a:cubicBezTo>
                      <a:pt x="645" y="310"/>
                      <a:pt x="662" y="310"/>
                      <a:pt x="679" y="302"/>
                    </a:cubicBezTo>
                    <a:lnTo>
                      <a:pt x="705" y="293"/>
                    </a:lnTo>
                    <a:cubicBezTo>
                      <a:pt x="731" y="284"/>
                      <a:pt x="757" y="284"/>
                      <a:pt x="782" y="276"/>
                    </a:cubicBezTo>
                    <a:cubicBezTo>
                      <a:pt x="800" y="267"/>
                      <a:pt x="817" y="267"/>
                      <a:pt x="834" y="267"/>
                    </a:cubicBezTo>
                    <a:cubicBezTo>
                      <a:pt x="843" y="267"/>
                      <a:pt x="860" y="259"/>
                      <a:pt x="868" y="250"/>
                    </a:cubicBezTo>
                    <a:lnTo>
                      <a:pt x="911" y="259"/>
                    </a:lnTo>
                    <a:lnTo>
                      <a:pt x="937" y="276"/>
                    </a:lnTo>
                    <a:cubicBezTo>
                      <a:pt x="963" y="293"/>
                      <a:pt x="989" y="302"/>
                      <a:pt x="1014" y="310"/>
                    </a:cubicBezTo>
                    <a:cubicBezTo>
                      <a:pt x="1032" y="310"/>
                      <a:pt x="1057" y="327"/>
                      <a:pt x="1075" y="327"/>
                    </a:cubicBezTo>
                    <a:lnTo>
                      <a:pt x="1117" y="319"/>
                    </a:lnTo>
                    <a:lnTo>
                      <a:pt x="1169" y="302"/>
                    </a:lnTo>
                    <a:lnTo>
                      <a:pt x="1186" y="293"/>
                    </a:lnTo>
                    <a:cubicBezTo>
                      <a:pt x="1190" y="291"/>
                      <a:pt x="1193" y="291"/>
                      <a:pt x="1197" y="291"/>
                    </a:cubicBezTo>
                    <a:cubicBezTo>
                      <a:pt x="1214" y="291"/>
                      <a:pt x="1234" y="302"/>
                      <a:pt x="1255" y="302"/>
                    </a:cubicBezTo>
                    <a:cubicBezTo>
                      <a:pt x="1315" y="310"/>
                      <a:pt x="1375" y="336"/>
                      <a:pt x="1444" y="353"/>
                    </a:cubicBezTo>
                    <a:cubicBezTo>
                      <a:pt x="1504" y="362"/>
                      <a:pt x="1573" y="396"/>
                      <a:pt x="1616" y="430"/>
                    </a:cubicBezTo>
                    <a:cubicBezTo>
                      <a:pt x="1650" y="448"/>
                      <a:pt x="1676" y="482"/>
                      <a:pt x="1710" y="499"/>
                    </a:cubicBezTo>
                    <a:cubicBezTo>
                      <a:pt x="1727" y="508"/>
                      <a:pt x="1745" y="516"/>
                      <a:pt x="1762" y="525"/>
                    </a:cubicBezTo>
                    <a:cubicBezTo>
                      <a:pt x="1796" y="534"/>
                      <a:pt x="1831" y="559"/>
                      <a:pt x="1856" y="585"/>
                    </a:cubicBezTo>
                    <a:cubicBezTo>
                      <a:pt x="1891" y="611"/>
                      <a:pt x="1908" y="637"/>
                      <a:pt x="1925" y="671"/>
                    </a:cubicBezTo>
                    <a:cubicBezTo>
                      <a:pt x="1934" y="688"/>
                      <a:pt x="1934" y="714"/>
                      <a:pt x="1942" y="723"/>
                    </a:cubicBezTo>
                    <a:cubicBezTo>
                      <a:pt x="1968" y="748"/>
                      <a:pt x="2002" y="766"/>
                      <a:pt x="2020" y="791"/>
                    </a:cubicBezTo>
                    <a:cubicBezTo>
                      <a:pt x="2045" y="808"/>
                      <a:pt x="2071" y="834"/>
                      <a:pt x="2088" y="869"/>
                    </a:cubicBezTo>
                    <a:cubicBezTo>
                      <a:pt x="2114" y="894"/>
                      <a:pt x="2123" y="937"/>
                      <a:pt x="2157" y="955"/>
                    </a:cubicBezTo>
                    <a:cubicBezTo>
                      <a:pt x="2183" y="972"/>
                      <a:pt x="2217" y="997"/>
                      <a:pt x="2234" y="1023"/>
                    </a:cubicBezTo>
                    <a:lnTo>
                      <a:pt x="2252" y="1058"/>
                    </a:lnTo>
                    <a:cubicBezTo>
                      <a:pt x="2252" y="1032"/>
                      <a:pt x="2234" y="1015"/>
                      <a:pt x="2226" y="997"/>
                    </a:cubicBezTo>
                    <a:cubicBezTo>
                      <a:pt x="2217" y="980"/>
                      <a:pt x="2209" y="972"/>
                      <a:pt x="2209" y="963"/>
                    </a:cubicBezTo>
                    <a:cubicBezTo>
                      <a:pt x="2209" y="937"/>
                      <a:pt x="2217" y="920"/>
                      <a:pt x="2209" y="903"/>
                    </a:cubicBezTo>
                    <a:cubicBezTo>
                      <a:pt x="2200" y="877"/>
                      <a:pt x="2191" y="860"/>
                      <a:pt x="2183" y="834"/>
                    </a:cubicBezTo>
                    <a:cubicBezTo>
                      <a:pt x="2174" y="817"/>
                      <a:pt x="2166" y="791"/>
                      <a:pt x="2157" y="774"/>
                    </a:cubicBezTo>
                    <a:cubicBezTo>
                      <a:pt x="2148" y="757"/>
                      <a:pt x="2140" y="731"/>
                      <a:pt x="2131" y="714"/>
                    </a:cubicBezTo>
                    <a:cubicBezTo>
                      <a:pt x="2114" y="680"/>
                      <a:pt x="2114" y="654"/>
                      <a:pt x="2097" y="619"/>
                    </a:cubicBezTo>
                    <a:cubicBezTo>
                      <a:pt x="2088" y="602"/>
                      <a:pt x="2063" y="568"/>
                      <a:pt x="2045" y="542"/>
                    </a:cubicBezTo>
                    <a:cubicBezTo>
                      <a:pt x="2037" y="534"/>
                      <a:pt x="2020" y="525"/>
                      <a:pt x="2002" y="516"/>
                    </a:cubicBezTo>
                    <a:cubicBezTo>
                      <a:pt x="1977" y="499"/>
                      <a:pt x="1959" y="473"/>
                      <a:pt x="1942" y="456"/>
                    </a:cubicBezTo>
                    <a:lnTo>
                      <a:pt x="1934" y="422"/>
                    </a:lnTo>
                    <a:cubicBezTo>
                      <a:pt x="1925" y="405"/>
                      <a:pt x="1908" y="396"/>
                      <a:pt x="1891" y="388"/>
                    </a:cubicBezTo>
                    <a:cubicBezTo>
                      <a:pt x="1874" y="370"/>
                      <a:pt x="1874" y="353"/>
                      <a:pt x="1856" y="327"/>
                    </a:cubicBezTo>
                    <a:cubicBezTo>
                      <a:pt x="1839" y="293"/>
                      <a:pt x="1822" y="250"/>
                      <a:pt x="1788" y="216"/>
                    </a:cubicBezTo>
                    <a:cubicBezTo>
                      <a:pt x="1770" y="198"/>
                      <a:pt x="1745" y="190"/>
                      <a:pt x="1727" y="181"/>
                    </a:cubicBezTo>
                    <a:cubicBezTo>
                      <a:pt x="1710" y="173"/>
                      <a:pt x="1693" y="164"/>
                      <a:pt x="1684" y="156"/>
                    </a:cubicBezTo>
                    <a:lnTo>
                      <a:pt x="1650" y="156"/>
                    </a:lnTo>
                    <a:lnTo>
                      <a:pt x="1616" y="147"/>
                    </a:lnTo>
                    <a:cubicBezTo>
                      <a:pt x="1581" y="147"/>
                      <a:pt x="1547" y="147"/>
                      <a:pt x="1521" y="138"/>
                    </a:cubicBezTo>
                    <a:cubicBezTo>
                      <a:pt x="1487" y="130"/>
                      <a:pt x="1453" y="130"/>
                      <a:pt x="1427" y="104"/>
                    </a:cubicBezTo>
                    <a:cubicBezTo>
                      <a:pt x="1410" y="87"/>
                      <a:pt x="1401" y="78"/>
                      <a:pt x="1375" y="70"/>
                    </a:cubicBezTo>
                    <a:cubicBezTo>
                      <a:pt x="1349" y="52"/>
                      <a:pt x="1324" y="35"/>
                      <a:pt x="1298" y="27"/>
                    </a:cubicBezTo>
                    <a:cubicBezTo>
                      <a:pt x="1264" y="9"/>
                      <a:pt x="1221" y="9"/>
                      <a:pt x="1178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73" name="Google Shape;18073;p62"/>
              <p:cNvSpPr/>
              <p:nvPr/>
            </p:nvSpPr>
            <p:spPr>
              <a:xfrm>
                <a:off x="5157250" y="1266250"/>
                <a:ext cx="45425" cy="58950"/>
              </a:xfrm>
              <a:custGeom>
                <a:avLst/>
                <a:gdLst/>
                <a:ahLst/>
                <a:cxnLst/>
                <a:rect l="l" t="t" r="r" b="b"/>
                <a:pathLst>
                  <a:path w="1817" h="2358" extrusionOk="0">
                    <a:moveTo>
                      <a:pt x="390" y="0"/>
                    </a:moveTo>
                    <a:cubicBezTo>
                      <a:pt x="373" y="17"/>
                      <a:pt x="356" y="43"/>
                      <a:pt x="348" y="69"/>
                    </a:cubicBezTo>
                    <a:cubicBezTo>
                      <a:pt x="339" y="95"/>
                      <a:pt x="322" y="129"/>
                      <a:pt x="305" y="155"/>
                    </a:cubicBezTo>
                    <a:cubicBezTo>
                      <a:pt x="270" y="206"/>
                      <a:pt x="201" y="258"/>
                      <a:pt x="150" y="301"/>
                    </a:cubicBezTo>
                    <a:cubicBezTo>
                      <a:pt x="98" y="344"/>
                      <a:pt x="64" y="395"/>
                      <a:pt x="47" y="455"/>
                    </a:cubicBezTo>
                    <a:cubicBezTo>
                      <a:pt x="38" y="498"/>
                      <a:pt x="12" y="541"/>
                      <a:pt x="12" y="584"/>
                    </a:cubicBezTo>
                    <a:cubicBezTo>
                      <a:pt x="12" y="619"/>
                      <a:pt x="21" y="644"/>
                      <a:pt x="21" y="670"/>
                    </a:cubicBezTo>
                    <a:cubicBezTo>
                      <a:pt x="12" y="687"/>
                      <a:pt x="12" y="713"/>
                      <a:pt x="12" y="730"/>
                    </a:cubicBezTo>
                    <a:cubicBezTo>
                      <a:pt x="12" y="756"/>
                      <a:pt x="4" y="791"/>
                      <a:pt x="21" y="816"/>
                    </a:cubicBezTo>
                    <a:cubicBezTo>
                      <a:pt x="21" y="833"/>
                      <a:pt x="38" y="851"/>
                      <a:pt x="38" y="868"/>
                    </a:cubicBezTo>
                    <a:cubicBezTo>
                      <a:pt x="38" y="885"/>
                      <a:pt x="38" y="902"/>
                      <a:pt x="38" y="911"/>
                    </a:cubicBezTo>
                    <a:cubicBezTo>
                      <a:pt x="25" y="905"/>
                      <a:pt x="17" y="903"/>
                      <a:pt x="12" y="903"/>
                    </a:cubicBezTo>
                    <a:cubicBezTo>
                      <a:pt x="1" y="903"/>
                      <a:pt x="7" y="913"/>
                      <a:pt x="12" y="919"/>
                    </a:cubicBezTo>
                    <a:cubicBezTo>
                      <a:pt x="12" y="945"/>
                      <a:pt x="21" y="971"/>
                      <a:pt x="30" y="997"/>
                    </a:cubicBezTo>
                    <a:cubicBezTo>
                      <a:pt x="47" y="1040"/>
                      <a:pt x="55" y="1083"/>
                      <a:pt x="73" y="1134"/>
                    </a:cubicBezTo>
                    <a:cubicBezTo>
                      <a:pt x="81" y="1169"/>
                      <a:pt x="98" y="1194"/>
                      <a:pt x="116" y="1229"/>
                    </a:cubicBezTo>
                    <a:cubicBezTo>
                      <a:pt x="141" y="1272"/>
                      <a:pt x="159" y="1323"/>
                      <a:pt x="176" y="1375"/>
                    </a:cubicBezTo>
                    <a:cubicBezTo>
                      <a:pt x="184" y="1409"/>
                      <a:pt x="201" y="1435"/>
                      <a:pt x="219" y="1461"/>
                    </a:cubicBezTo>
                    <a:cubicBezTo>
                      <a:pt x="236" y="1486"/>
                      <a:pt x="262" y="1495"/>
                      <a:pt x="279" y="1521"/>
                    </a:cubicBezTo>
                    <a:cubicBezTo>
                      <a:pt x="305" y="1538"/>
                      <a:pt x="322" y="1572"/>
                      <a:pt x="348" y="1598"/>
                    </a:cubicBezTo>
                    <a:cubicBezTo>
                      <a:pt x="373" y="1632"/>
                      <a:pt x="390" y="1667"/>
                      <a:pt x="433" y="1693"/>
                    </a:cubicBezTo>
                    <a:cubicBezTo>
                      <a:pt x="468" y="1727"/>
                      <a:pt x="528" y="1761"/>
                      <a:pt x="545" y="1796"/>
                    </a:cubicBezTo>
                    <a:cubicBezTo>
                      <a:pt x="571" y="1830"/>
                      <a:pt x="588" y="1873"/>
                      <a:pt x="597" y="1907"/>
                    </a:cubicBezTo>
                    <a:cubicBezTo>
                      <a:pt x="597" y="1925"/>
                      <a:pt x="605" y="1942"/>
                      <a:pt x="614" y="1959"/>
                    </a:cubicBezTo>
                    <a:lnTo>
                      <a:pt x="631" y="2002"/>
                    </a:lnTo>
                    <a:lnTo>
                      <a:pt x="665" y="2028"/>
                    </a:lnTo>
                    <a:cubicBezTo>
                      <a:pt x="691" y="2045"/>
                      <a:pt x="708" y="2045"/>
                      <a:pt x="734" y="2062"/>
                    </a:cubicBezTo>
                    <a:cubicBezTo>
                      <a:pt x="769" y="2079"/>
                      <a:pt x="751" y="2114"/>
                      <a:pt x="777" y="2131"/>
                    </a:cubicBezTo>
                    <a:cubicBezTo>
                      <a:pt x="794" y="2139"/>
                      <a:pt x="803" y="2139"/>
                      <a:pt x="820" y="2139"/>
                    </a:cubicBezTo>
                    <a:lnTo>
                      <a:pt x="846" y="2157"/>
                    </a:lnTo>
                    <a:cubicBezTo>
                      <a:pt x="872" y="2174"/>
                      <a:pt x="906" y="2217"/>
                      <a:pt x="940" y="2225"/>
                    </a:cubicBezTo>
                    <a:cubicBezTo>
                      <a:pt x="975" y="2242"/>
                      <a:pt x="1026" y="2268"/>
                      <a:pt x="1061" y="2294"/>
                    </a:cubicBezTo>
                    <a:cubicBezTo>
                      <a:pt x="1064" y="2296"/>
                      <a:pt x="1070" y="2297"/>
                      <a:pt x="1076" y="2297"/>
                    </a:cubicBezTo>
                    <a:cubicBezTo>
                      <a:pt x="1095" y="2297"/>
                      <a:pt x="1121" y="2292"/>
                      <a:pt x="1139" y="2292"/>
                    </a:cubicBezTo>
                    <a:cubicBezTo>
                      <a:pt x="1146" y="2292"/>
                      <a:pt x="1151" y="2292"/>
                      <a:pt x="1155" y="2294"/>
                    </a:cubicBezTo>
                    <a:cubicBezTo>
                      <a:pt x="1172" y="2303"/>
                      <a:pt x="1189" y="2311"/>
                      <a:pt x="1198" y="2320"/>
                    </a:cubicBezTo>
                    <a:cubicBezTo>
                      <a:pt x="1216" y="2329"/>
                      <a:pt x="1235" y="2332"/>
                      <a:pt x="1253" y="2332"/>
                    </a:cubicBezTo>
                    <a:cubicBezTo>
                      <a:pt x="1279" y="2332"/>
                      <a:pt x="1306" y="2327"/>
                      <a:pt x="1334" y="2327"/>
                    </a:cubicBezTo>
                    <a:cubicBezTo>
                      <a:pt x="1343" y="2327"/>
                      <a:pt x="1352" y="2327"/>
                      <a:pt x="1361" y="2328"/>
                    </a:cubicBezTo>
                    <a:cubicBezTo>
                      <a:pt x="1404" y="2337"/>
                      <a:pt x="1439" y="2354"/>
                      <a:pt x="1482" y="2354"/>
                    </a:cubicBezTo>
                    <a:cubicBezTo>
                      <a:pt x="1487" y="2357"/>
                      <a:pt x="1492" y="2358"/>
                      <a:pt x="1497" y="2358"/>
                    </a:cubicBezTo>
                    <a:cubicBezTo>
                      <a:pt x="1509" y="2358"/>
                      <a:pt x="1521" y="2352"/>
                      <a:pt x="1533" y="2346"/>
                    </a:cubicBezTo>
                    <a:cubicBezTo>
                      <a:pt x="1568" y="2337"/>
                      <a:pt x="1593" y="2337"/>
                      <a:pt x="1619" y="2328"/>
                    </a:cubicBezTo>
                    <a:cubicBezTo>
                      <a:pt x="1636" y="2324"/>
                      <a:pt x="1651" y="2324"/>
                      <a:pt x="1665" y="2324"/>
                    </a:cubicBezTo>
                    <a:cubicBezTo>
                      <a:pt x="1679" y="2324"/>
                      <a:pt x="1692" y="2324"/>
                      <a:pt x="1705" y="2320"/>
                    </a:cubicBezTo>
                    <a:cubicBezTo>
                      <a:pt x="1731" y="2320"/>
                      <a:pt x="1817" y="2303"/>
                      <a:pt x="1817" y="2277"/>
                    </a:cubicBezTo>
                    <a:cubicBezTo>
                      <a:pt x="1774" y="2268"/>
                      <a:pt x="1722" y="2268"/>
                      <a:pt x="1679" y="2268"/>
                    </a:cubicBezTo>
                    <a:cubicBezTo>
                      <a:pt x="1645" y="2268"/>
                      <a:pt x="1621" y="2257"/>
                      <a:pt x="1591" y="2257"/>
                    </a:cubicBezTo>
                    <a:cubicBezTo>
                      <a:pt x="1584" y="2257"/>
                      <a:pt x="1576" y="2258"/>
                      <a:pt x="1568" y="2260"/>
                    </a:cubicBezTo>
                    <a:cubicBezTo>
                      <a:pt x="1547" y="2260"/>
                      <a:pt x="1532" y="2271"/>
                      <a:pt x="1513" y="2271"/>
                    </a:cubicBezTo>
                    <a:cubicBezTo>
                      <a:pt x="1509" y="2271"/>
                      <a:pt x="1504" y="2270"/>
                      <a:pt x="1499" y="2268"/>
                    </a:cubicBezTo>
                    <a:cubicBezTo>
                      <a:pt x="1482" y="2268"/>
                      <a:pt x="1464" y="2260"/>
                      <a:pt x="1447" y="2251"/>
                    </a:cubicBezTo>
                    <a:lnTo>
                      <a:pt x="1413" y="2251"/>
                    </a:lnTo>
                    <a:lnTo>
                      <a:pt x="1387" y="2242"/>
                    </a:lnTo>
                    <a:cubicBezTo>
                      <a:pt x="1361" y="2234"/>
                      <a:pt x="1353" y="2234"/>
                      <a:pt x="1336" y="2217"/>
                    </a:cubicBezTo>
                    <a:cubicBezTo>
                      <a:pt x="1310" y="2208"/>
                      <a:pt x="1275" y="2191"/>
                      <a:pt x="1241" y="2182"/>
                    </a:cubicBezTo>
                    <a:cubicBezTo>
                      <a:pt x="1207" y="2174"/>
                      <a:pt x="1172" y="2157"/>
                      <a:pt x="1138" y="2139"/>
                    </a:cubicBezTo>
                    <a:cubicBezTo>
                      <a:pt x="1104" y="2122"/>
                      <a:pt x="1069" y="2105"/>
                      <a:pt x="1035" y="2088"/>
                    </a:cubicBezTo>
                    <a:cubicBezTo>
                      <a:pt x="1000" y="2079"/>
                      <a:pt x="966" y="2053"/>
                      <a:pt x="932" y="2028"/>
                    </a:cubicBezTo>
                    <a:cubicBezTo>
                      <a:pt x="889" y="2011"/>
                      <a:pt x="863" y="1993"/>
                      <a:pt x="829" y="1968"/>
                    </a:cubicBezTo>
                    <a:cubicBezTo>
                      <a:pt x="811" y="1950"/>
                      <a:pt x="794" y="1942"/>
                      <a:pt x="786" y="1933"/>
                    </a:cubicBezTo>
                    <a:cubicBezTo>
                      <a:pt x="769" y="1907"/>
                      <a:pt x="760" y="1882"/>
                      <a:pt x="743" y="1856"/>
                    </a:cubicBezTo>
                    <a:cubicBezTo>
                      <a:pt x="717" y="1822"/>
                      <a:pt x="683" y="1787"/>
                      <a:pt x="657" y="1744"/>
                    </a:cubicBezTo>
                    <a:cubicBezTo>
                      <a:pt x="640" y="1718"/>
                      <a:pt x="605" y="1684"/>
                      <a:pt x="579" y="1658"/>
                    </a:cubicBezTo>
                    <a:cubicBezTo>
                      <a:pt x="554" y="1615"/>
                      <a:pt x="528" y="1572"/>
                      <a:pt x="511" y="1529"/>
                    </a:cubicBezTo>
                    <a:cubicBezTo>
                      <a:pt x="485" y="1486"/>
                      <a:pt x="476" y="1443"/>
                      <a:pt x="459" y="1401"/>
                    </a:cubicBezTo>
                    <a:cubicBezTo>
                      <a:pt x="442" y="1383"/>
                      <a:pt x="442" y="1375"/>
                      <a:pt x="433" y="1349"/>
                    </a:cubicBezTo>
                    <a:lnTo>
                      <a:pt x="433" y="1323"/>
                    </a:lnTo>
                    <a:lnTo>
                      <a:pt x="433" y="1289"/>
                    </a:lnTo>
                    <a:cubicBezTo>
                      <a:pt x="416" y="1220"/>
                      <a:pt x="390" y="1151"/>
                      <a:pt x="365" y="1083"/>
                    </a:cubicBezTo>
                    <a:cubicBezTo>
                      <a:pt x="356" y="1048"/>
                      <a:pt x="365" y="1023"/>
                      <a:pt x="356" y="997"/>
                    </a:cubicBezTo>
                    <a:cubicBezTo>
                      <a:pt x="356" y="971"/>
                      <a:pt x="348" y="945"/>
                      <a:pt x="348" y="919"/>
                    </a:cubicBezTo>
                    <a:cubicBezTo>
                      <a:pt x="339" y="851"/>
                      <a:pt x="322" y="782"/>
                      <a:pt x="287" y="722"/>
                    </a:cubicBezTo>
                    <a:cubicBezTo>
                      <a:pt x="270" y="696"/>
                      <a:pt x="253" y="679"/>
                      <a:pt x="253" y="644"/>
                    </a:cubicBezTo>
                    <a:cubicBezTo>
                      <a:pt x="244" y="584"/>
                      <a:pt x="253" y="524"/>
                      <a:pt x="253" y="464"/>
                    </a:cubicBezTo>
                    <a:cubicBezTo>
                      <a:pt x="253" y="413"/>
                      <a:pt x="262" y="370"/>
                      <a:pt x="279" y="327"/>
                    </a:cubicBezTo>
                    <a:cubicBezTo>
                      <a:pt x="296" y="292"/>
                      <a:pt x="322" y="258"/>
                      <a:pt x="330" y="224"/>
                    </a:cubicBezTo>
                    <a:cubicBezTo>
                      <a:pt x="348" y="172"/>
                      <a:pt x="348" y="129"/>
                      <a:pt x="365" y="77"/>
                    </a:cubicBezTo>
                    <a:cubicBezTo>
                      <a:pt x="373" y="52"/>
                      <a:pt x="373" y="17"/>
                      <a:pt x="390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74" name="Google Shape;18074;p62"/>
              <p:cNvSpPr/>
              <p:nvPr/>
            </p:nvSpPr>
            <p:spPr>
              <a:xfrm>
                <a:off x="5169150" y="1253900"/>
                <a:ext cx="42125" cy="24175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967" extrusionOk="0">
                    <a:moveTo>
                      <a:pt x="1002" y="1"/>
                    </a:moveTo>
                    <a:cubicBezTo>
                      <a:pt x="973" y="1"/>
                      <a:pt x="944" y="7"/>
                      <a:pt x="920" y="13"/>
                    </a:cubicBezTo>
                    <a:cubicBezTo>
                      <a:pt x="877" y="22"/>
                      <a:pt x="842" y="22"/>
                      <a:pt x="799" y="22"/>
                    </a:cubicBezTo>
                    <a:cubicBezTo>
                      <a:pt x="791" y="26"/>
                      <a:pt x="782" y="26"/>
                      <a:pt x="774" y="26"/>
                    </a:cubicBezTo>
                    <a:cubicBezTo>
                      <a:pt x="765" y="26"/>
                      <a:pt x="756" y="26"/>
                      <a:pt x="748" y="30"/>
                    </a:cubicBezTo>
                    <a:cubicBezTo>
                      <a:pt x="696" y="56"/>
                      <a:pt x="645" y="65"/>
                      <a:pt x="593" y="82"/>
                    </a:cubicBezTo>
                    <a:cubicBezTo>
                      <a:pt x="559" y="90"/>
                      <a:pt x="524" y="108"/>
                      <a:pt x="490" y="125"/>
                    </a:cubicBezTo>
                    <a:lnTo>
                      <a:pt x="464" y="133"/>
                    </a:lnTo>
                    <a:cubicBezTo>
                      <a:pt x="456" y="150"/>
                      <a:pt x="447" y="168"/>
                      <a:pt x="447" y="176"/>
                    </a:cubicBezTo>
                    <a:cubicBezTo>
                      <a:pt x="439" y="219"/>
                      <a:pt x="404" y="219"/>
                      <a:pt x="370" y="228"/>
                    </a:cubicBezTo>
                    <a:cubicBezTo>
                      <a:pt x="318" y="245"/>
                      <a:pt x="275" y="262"/>
                      <a:pt x="241" y="297"/>
                    </a:cubicBezTo>
                    <a:cubicBezTo>
                      <a:pt x="215" y="322"/>
                      <a:pt x="198" y="357"/>
                      <a:pt x="181" y="382"/>
                    </a:cubicBezTo>
                    <a:cubicBezTo>
                      <a:pt x="155" y="425"/>
                      <a:pt x="121" y="460"/>
                      <a:pt x="112" y="511"/>
                    </a:cubicBezTo>
                    <a:cubicBezTo>
                      <a:pt x="112" y="520"/>
                      <a:pt x="104" y="561"/>
                      <a:pt x="87" y="563"/>
                    </a:cubicBezTo>
                    <a:lnTo>
                      <a:pt x="87" y="563"/>
                    </a:lnTo>
                    <a:cubicBezTo>
                      <a:pt x="88" y="561"/>
                      <a:pt x="89" y="561"/>
                      <a:pt x="89" y="561"/>
                    </a:cubicBezTo>
                    <a:lnTo>
                      <a:pt x="89" y="561"/>
                    </a:lnTo>
                    <a:cubicBezTo>
                      <a:pt x="89" y="561"/>
                      <a:pt x="88" y="561"/>
                      <a:pt x="86" y="563"/>
                    </a:cubicBezTo>
                    <a:cubicBezTo>
                      <a:pt x="87" y="563"/>
                      <a:pt x="87" y="563"/>
                      <a:pt x="87" y="563"/>
                    </a:cubicBezTo>
                    <a:lnTo>
                      <a:pt x="87" y="563"/>
                    </a:lnTo>
                    <a:cubicBezTo>
                      <a:pt x="84" y="568"/>
                      <a:pt x="75" y="581"/>
                      <a:pt x="69" y="597"/>
                    </a:cubicBezTo>
                    <a:cubicBezTo>
                      <a:pt x="52" y="649"/>
                      <a:pt x="18" y="692"/>
                      <a:pt x="26" y="743"/>
                    </a:cubicBezTo>
                    <a:cubicBezTo>
                      <a:pt x="35" y="795"/>
                      <a:pt x="0" y="864"/>
                      <a:pt x="18" y="907"/>
                    </a:cubicBezTo>
                    <a:lnTo>
                      <a:pt x="35" y="932"/>
                    </a:lnTo>
                    <a:lnTo>
                      <a:pt x="43" y="967"/>
                    </a:lnTo>
                    <a:lnTo>
                      <a:pt x="43" y="924"/>
                    </a:lnTo>
                    <a:lnTo>
                      <a:pt x="78" y="812"/>
                    </a:lnTo>
                    <a:cubicBezTo>
                      <a:pt x="103" y="760"/>
                      <a:pt x="146" y="760"/>
                      <a:pt x="164" y="709"/>
                    </a:cubicBezTo>
                    <a:cubicBezTo>
                      <a:pt x="181" y="649"/>
                      <a:pt x="215" y="632"/>
                      <a:pt x="267" y="606"/>
                    </a:cubicBezTo>
                    <a:cubicBezTo>
                      <a:pt x="293" y="597"/>
                      <a:pt x="310" y="580"/>
                      <a:pt x="327" y="563"/>
                    </a:cubicBezTo>
                    <a:cubicBezTo>
                      <a:pt x="344" y="546"/>
                      <a:pt x="361" y="537"/>
                      <a:pt x="378" y="520"/>
                    </a:cubicBezTo>
                    <a:cubicBezTo>
                      <a:pt x="387" y="494"/>
                      <a:pt x="396" y="468"/>
                      <a:pt x="421" y="451"/>
                    </a:cubicBezTo>
                    <a:cubicBezTo>
                      <a:pt x="447" y="434"/>
                      <a:pt x="482" y="434"/>
                      <a:pt x="507" y="425"/>
                    </a:cubicBezTo>
                    <a:cubicBezTo>
                      <a:pt x="524" y="408"/>
                      <a:pt x="542" y="400"/>
                      <a:pt x="567" y="391"/>
                    </a:cubicBezTo>
                    <a:cubicBezTo>
                      <a:pt x="602" y="374"/>
                      <a:pt x="628" y="339"/>
                      <a:pt x="662" y="322"/>
                    </a:cubicBezTo>
                    <a:cubicBezTo>
                      <a:pt x="688" y="305"/>
                      <a:pt x="705" y="297"/>
                      <a:pt x="739" y="297"/>
                    </a:cubicBezTo>
                    <a:cubicBezTo>
                      <a:pt x="791" y="297"/>
                      <a:pt x="842" y="279"/>
                      <a:pt x="885" y="271"/>
                    </a:cubicBezTo>
                    <a:cubicBezTo>
                      <a:pt x="945" y="262"/>
                      <a:pt x="1006" y="262"/>
                      <a:pt x="1057" y="245"/>
                    </a:cubicBezTo>
                    <a:cubicBezTo>
                      <a:pt x="1081" y="239"/>
                      <a:pt x="1110" y="233"/>
                      <a:pt x="1134" y="233"/>
                    </a:cubicBezTo>
                    <a:cubicBezTo>
                      <a:pt x="1144" y="233"/>
                      <a:pt x="1153" y="234"/>
                      <a:pt x="1160" y="236"/>
                    </a:cubicBezTo>
                    <a:lnTo>
                      <a:pt x="1186" y="254"/>
                    </a:lnTo>
                    <a:cubicBezTo>
                      <a:pt x="1238" y="271"/>
                      <a:pt x="1298" y="271"/>
                      <a:pt x="1349" y="271"/>
                    </a:cubicBezTo>
                    <a:cubicBezTo>
                      <a:pt x="1384" y="271"/>
                      <a:pt x="1401" y="262"/>
                      <a:pt x="1435" y="254"/>
                    </a:cubicBezTo>
                    <a:cubicBezTo>
                      <a:pt x="1440" y="252"/>
                      <a:pt x="1445" y="251"/>
                      <a:pt x="1451" y="251"/>
                    </a:cubicBezTo>
                    <a:cubicBezTo>
                      <a:pt x="1472" y="251"/>
                      <a:pt x="1494" y="262"/>
                      <a:pt x="1521" y="262"/>
                    </a:cubicBezTo>
                    <a:cubicBezTo>
                      <a:pt x="1573" y="279"/>
                      <a:pt x="1633" y="279"/>
                      <a:pt x="1684" y="305"/>
                    </a:cubicBezTo>
                    <a:cubicBezTo>
                      <a:pt x="1659" y="271"/>
                      <a:pt x="1633" y="245"/>
                      <a:pt x="1598" y="228"/>
                    </a:cubicBezTo>
                    <a:cubicBezTo>
                      <a:pt x="1573" y="211"/>
                      <a:pt x="1547" y="193"/>
                      <a:pt x="1530" y="176"/>
                    </a:cubicBezTo>
                    <a:cubicBezTo>
                      <a:pt x="1495" y="150"/>
                      <a:pt x="1461" y="142"/>
                      <a:pt x="1435" y="125"/>
                    </a:cubicBezTo>
                    <a:cubicBezTo>
                      <a:pt x="1401" y="108"/>
                      <a:pt x="1375" y="99"/>
                      <a:pt x="1349" y="90"/>
                    </a:cubicBezTo>
                    <a:lnTo>
                      <a:pt x="1323" y="82"/>
                    </a:lnTo>
                    <a:lnTo>
                      <a:pt x="1298" y="90"/>
                    </a:lnTo>
                    <a:cubicBezTo>
                      <a:pt x="1293" y="93"/>
                      <a:pt x="1288" y="94"/>
                      <a:pt x="1284" y="94"/>
                    </a:cubicBezTo>
                    <a:cubicBezTo>
                      <a:pt x="1275" y="94"/>
                      <a:pt x="1267" y="88"/>
                      <a:pt x="1255" y="82"/>
                    </a:cubicBezTo>
                    <a:cubicBezTo>
                      <a:pt x="1246" y="82"/>
                      <a:pt x="1229" y="82"/>
                      <a:pt x="1220" y="73"/>
                    </a:cubicBezTo>
                    <a:cubicBezTo>
                      <a:pt x="1195" y="65"/>
                      <a:pt x="1186" y="56"/>
                      <a:pt x="1160" y="47"/>
                    </a:cubicBezTo>
                    <a:cubicBezTo>
                      <a:pt x="1126" y="30"/>
                      <a:pt x="1083" y="13"/>
                      <a:pt x="1040" y="4"/>
                    </a:cubicBezTo>
                    <a:cubicBezTo>
                      <a:pt x="1027" y="2"/>
                      <a:pt x="1015" y="1"/>
                      <a:pt x="1002" y="1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75" name="Google Shape;18075;p62"/>
              <p:cNvSpPr/>
              <p:nvPr/>
            </p:nvSpPr>
            <p:spPr>
              <a:xfrm>
                <a:off x="5179450" y="1272900"/>
                <a:ext cx="3095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293" extrusionOk="0">
                    <a:moveTo>
                      <a:pt x="937" y="0"/>
                    </a:moveTo>
                    <a:lnTo>
                      <a:pt x="937" y="43"/>
                    </a:lnTo>
                    <a:cubicBezTo>
                      <a:pt x="937" y="52"/>
                      <a:pt x="946" y="69"/>
                      <a:pt x="954" y="86"/>
                    </a:cubicBezTo>
                    <a:lnTo>
                      <a:pt x="963" y="121"/>
                    </a:lnTo>
                    <a:cubicBezTo>
                      <a:pt x="972" y="129"/>
                      <a:pt x="980" y="147"/>
                      <a:pt x="989" y="155"/>
                    </a:cubicBezTo>
                    <a:cubicBezTo>
                      <a:pt x="989" y="164"/>
                      <a:pt x="1015" y="215"/>
                      <a:pt x="997" y="224"/>
                    </a:cubicBezTo>
                    <a:lnTo>
                      <a:pt x="989" y="215"/>
                    </a:lnTo>
                    <a:cubicBezTo>
                      <a:pt x="980" y="232"/>
                      <a:pt x="980" y="258"/>
                      <a:pt x="972" y="284"/>
                    </a:cubicBezTo>
                    <a:lnTo>
                      <a:pt x="954" y="318"/>
                    </a:lnTo>
                    <a:lnTo>
                      <a:pt x="937" y="327"/>
                    </a:lnTo>
                    <a:lnTo>
                      <a:pt x="920" y="310"/>
                    </a:lnTo>
                    <a:lnTo>
                      <a:pt x="920" y="310"/>
                    </a:lnTo>
                    <a:cubicBezTo>
                      <a:pt x="920" y="327"/>
                      <a:pt x="920" y="344"/>
                      <a:pt x="929" y="353"/>
                    </a:cubicBezTo>
                    <a:lnTo>
                      <a:pt x="929" y="396"/>
                    </a:lnTo>
                    <a:lnTo>
                      <a:pt x="946" y="421"/>
                    </a:lnTo>
                    <a:lnTo>
                      <a:pt x="946" y="456"/>
                    </a:lnTo>
                    <a:cubicBezTo>
                      <a:pt x="954" y="482"/>
                      <a:pt x="954" y="507"/>
                      <a:pt x="954" y="525"/>
                    </a:cubicBezTo>
                    <a:cubicBezTo>
                      <a:pt x="963" y="567"/>
                      <a:pt x="972" y="610"/>
                      <a:pt x="963" y="653"/>
                    </a:cubicBezTo>
                    <a:cubicBezTo>
                      <a:pt x="963" y="688"/>
                      <a:pt x="954" y="714"/>
                      <a:pt x="946" y="748"/>
                    </a:cubicBezTo>
                    <a:lnTo>
                      <a:pt x="929" y="791"/>
                    </a:lnTo>
                    <a:lnTo>
                      <a:pt x="920" y="774"/>
                    </a:lnTo>
                    <a:cubicBezTo>
                      <a:pt x="903" y="808"/>
                      <a:pt x="911" y="842"/>
                      <a:pt x="894" y="868"/>
                    </a:cubicBezTo>
                    <a:cubicBezTo>
                      <a:pt x="877" y="911"/>
                      <a:pt x="834" y="937"/>
                      <a:pt x="800" y="954"/>
                    </a:cubicBezTo>
                    <a:cubicBezTo>
                      <a:pt x="783" y="963"/>
                      <a:pt x="757" y="971"/>
                      <a:pt x="740" y="971"/>
                    </a:cubicBezTo>
                    <a:cubicBezTo>
                      <a:pt x="722" y="971"/>
                      <a:pt x="714" y="963"/>
                      <a:pt x="705" y="963"/>
                    </a:cubicBezTo>
                    <a:lnTo>
                      <a:pt x="680" y="946"/>
                    </a:lnTo>
                    <a:lnTo>
                      <a:pt x="671" y="937"/>
                    </a:lnTo>
                    <a:cubicBezTo>
                      <a:pt x="654" y="937"/>
                      <a:pt x="654" y="971"/>
                      <a:pt x="645" y="980"/>
                    </a:cubicBezTo>
                    <a:cubicBezTo>
                      <a:pt x="637" y="997"/>
                      <a:pt x="628" y="1014"/>
                      <a:pt x="619" y="1031"/>
                    </a:cubicBezTo>
                    <a:cubicBezTo>
                      <a:pt x="609" y="1041"/>
                      <a:pt x="605" y="1046"/>
                      <a:pt x="600" y="1046"/>
                    </a:cubicBezTo>
                    <a:cubicBezTo>
                      <a:pt x="596" y="1046"/>
                      <a:pt x="592" y="1044"/>
                      <a:pt x="585" y="1040"/>
                    </a:cubicBezTo>
                    <a:cubicBezTo>
                      <a:pt x="579" y="1037"/>
                      <a:pt x="574" y="1036"/>
                      <a:pt x="568" y="1036"/>
                    </a:cubicBezTo>
                    <a:cubicBezTo>
                      <a:pt x="556" y="1036"/>
                      <a:pt x="545" y="1040"/>
                      <a:pt x="533" y="1040"/>
                    </a:cubicBezTo>
                    <a:cubicBezTo>
                      <a:pt x="513" y="1047"/>
                      <a:pt x="497" y="1060"/>
                      <a:pt x="474" y="1060"/>
                    </a:cubicBezTo>
                    <a:cubicBezTo>
                      <a:pt x="469" y="1060"/>
                      <a:pt x="463" y="1059"/>
                      <a:pt x="456" y="1057"/>
                    </a:cubicBezTo>
                    <a:cubicBezTo>
                      <a:pt x="456" y="1040"/>
                      <a:pt x="473" y="1023"/>
                      <a:pt x="473" y="1006"/>
                    </a:cubicBezTo>
                    <a:lnTo>
                      <a:pt x="473" y="1006"/>
                    </a:lnTo>
                    <a:lnTo>
                      <a:pt x="456" y="1023"/>
                    </a:lnTo>
                    <a:lnTo>
                      <a:pt x="422" y="1040"/>
                    </a:lnTo>
                    <a:cubicBezTo>
                      <a:pt x="405" y="1049"/>
                      <a:pt x="379" y="1049"/>
                      <a:pt x="353" y="1057"/>
                    </a:cubicBezTo>
                    <a:cubicBezTo>
                      <a:pt x="336" y="1057"/>
                      <a:pt x="310" y="1057"/>
                      <a:pt x="284" y="1049"/>
                    </a:cubicBezTo>
                    <a:cubicBezTo>
                      <a:pt x="224" y="1040"/>
                      <a:pt x="173" y="1023"/>
                      <a:pt x="121" y="997"/>
                    </a:cubicBezTo>
                    <a:lnTo>
                      <a:pt x="87" y="980"/>
                    </a:lnTo>
                    <a:lnTo>
                      <a:pt x="61" y="963"/>
                    </a:lnTo>
                    <a:cubicBezTo>
                      <a:pt x="1" y="988"/>
                      <a:pt x="1" y="1023"/>
                      <a:pt x="18" y="1049"/>
                    </a:cubicBezTo>
                    <a:cubicBezTo>
                      <a:pt x="27" y="1066"/>
                      <a:pt x="44" y="1074"/>
                      <a:pt x="61" y="1092"/>
                    </a:cubicBezTo>
                    <a:cubicBezTo>
                      <a:pt x="78" y="1109"/>
                      <a:pt x="95" y="1126"/>
                      <a:pt x="104" y="1152"/>
                    </a:cubicBezTo>
                    <a:lnTo>
                      <a:pt x="121" y="1186"/>
                    </a:lnTo>
                    <a:lnTo>
                      <a:pt x="147" y="1195"/>
                    </a:lnTo>
                    <a:cubicBezTo>
                      <a:pt x="164" y="1203"/>
                      <a:pt x="181" y="1203"/>
                      <a:pt x="198" y="1212"/>
                    </a:cubicBezTo>
                    <a:cubicBezTo>
                      <a:pt x="207" y="1212"/>
                      <a:pt x="233" y="1220"/>
                      <a:pt x="250" y="1229"/>
                    </a:cubicBezTo>
                    <a:lnTo>
                      <a:pt x="267" y="1255"/>
                    </a:lnTo>
                    <a:cubicBezTo>
                      <a:pt x="284" y="1255"/>
                      <a:pt x="310" y="1255"/>
                      <a:pt x="327" y="1263"/>
                    </a:cubicBezTo>
                    <a:cubicBezTo>
                      <a:pt x="344" y="1263"/>
                      <a:pt x="370" y="1272"/>
                      <a:pt x="387" y="1272"/>
                    </a:cubicBezTo>
                    <a:cubicBezTo>
                      <a:pt x="405" y="1281"/>
                      <a:pt x="422" y="1281"/>
                      <a:pt x="430" y="1289"/>
                    </a:cubicBezTo>
                    <a:lnTo>
                      <a:pt x="465" y="1289"/>
                    </a:lnTo>
                    <a:cubicBezTo>
                      <a:pt x="476" y="1289"/>
                      <a:pt x="488" y="1293"/>
                      <a:pt x="499" y="1293"/>
                    </a:cubicBezTo>
                    <a:cubicBezTo>
                      <a:pt x="505" y="1293"/>
                      <a:pt x="511" y="1292"/>
                      <a:pt x="516" y="1289"/>
                    </a:cubicBezTo>
                    <a:lnTo>
                      <a:pt x="551" y="1272"/>
                    </a:lnTo>
                    <a:cubicBezTo>
                      <a:pt x="576" y="1255"/>
                      <a:pt x="602" y="1255"/>
                      <a:pt x="628" y="1255"/>
                    </a:cubicBezTo>
                    <a:cubicBezTo>
                      <a:pt x="680" y="1246"/>
                      <a:pt x="731" y="1238"/>
                      <a:pt x="774" y="1229"/>
                    </a:cubicBezTo>
                    <a:cubicBezTo>
                      <a:pt x="808" y="1229"/>
                      <a:pt x="834" y="1229"/>
                      <a:pt x="860" y="1220"/>
                    </a:cubicBezTo>
                    <a:cubicBezTo>
                      <a:pt x="894" y="1203"/>
                      <a:pt x="911" y="1186"/>
                      <a:pt x="929" y="1169"/>
                    </a:cubicBezTo>
                    <a:cubicBezTo>
                      <a:pt x="946" y="1152"/>
                      <a:pt x="963" y="1135"/>
                      <a:pt x="980" y="1117"/>
                    </a:cubicBezTo>
                    <a:lnTo>
                      <a:pt x="1006" y="1092"/>
                    </a:lnTo>
                    <a:cubicBezTo>
                      <a:pt x="1015" y="1074"/>
                      <a:pt x="1023" y="1049"/>
                      <a:pt x="1032" y="1031"/>
                    </a:cubicBezTo>
                    <a:cubicBezTo>
                      <a:pt x="1040" y="1023"/>
                      <a:pt x="1049" y="1006"/>
                      <a:pt x="1058" y="988"/>
                    </a:cubicBezTo>
                    <a:cubicBezTo>
                      <a:pt x="1075" y="963"/>
                      <a:pt x="1092" y="937"/>
                      <a:pt x="1118" y="920"/>
                    </a:cubicBezTo>
                    <a:cubicBezTo>
                      <a:pt x="1143" y="903"/>
                      <a:pt x="1161" y="885"/>
                      <a:pt x="1178" y="860"/>
                    </a:cubicBezTo>
                    <a:cubicBezTo>
                      <a:pt x="1204" y="808"/>
                      <a:pt x="1204" y="739"/>
                      <a:pt x="1221" y="688"/>
                    </a:cubicBezTo>
                    <a:cubicBezTo>
                      <a:pt x="1238" y="636"/>
                      <a:pt x="1212" y="602"/>
                      <a:pt x="1204" y="550"/>
                    </a:cubicBezTo>
                    <a:cubicBezTo>
                      <a:pt x="1186" y="507"/>
                      <a:pt x="1178" y="456"/>
                      <a:pt x="1169" y="413"/>
                    </a:cubicBezTo>
                    <a:cubicBezTo>
                      <a:pt x="1161" y="370"/>
                      <a:pt x="1135" y="336"/>
                      <a:pt x="1118" y="301"/>
                    </a:cubicBezTo>
                    <a:lnTo>
                      <a:pt x="1109" y="258"/>
                    </a:lnTo>
                    <a:lnTo>
                      <a:pt x="1092" y="232"/>
                    </a:lnTo>
                    <a:cubicBezTo>
                      <a:pt x="1075" y="215"/>
                      <a:pt x="1075" y="198"/>
                      <a:pt x="1066" y="181"/>
                    </a:cubicBezTo>
                    <a:lnTo>
                      <a:pt x="1040" y="155"/>
                    </a:lnTo>
                    <a:cubicBezTo>
                      <a:pt x="1023" y="121"/>
                      <a:pt x="1006" y="86"/>
                      <a:pt x="980" y="61"/>
                    </a:cubicBezTo>
                    <a:cubicBezTo>
                      <a:pt x="963" y="43"/>
                      <a:pt x="954" y="18"/>
                      <a:pt x="937" y="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76" name="Google Shape;18076;p62"/>
              <p:cNvSpPr/>
              <p:nvPr/>
            </p:nvSpPr>
            <p:spPr>
              <a:xfrm>
                <a:off x="5173650" y="1267950"/>
                <a:ext cx="27750" cy="3522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409" extrusionOk="0">
                    <a:moveTo>
                      <a:pt x="783" y="1"/>
                    </a:moveTo>
                    <a:cubicBezTo>
                      <a:pt x="748" y="9"/>
                      <a:pt x="705" y="18"/>
                      <a:pt x="662" y="18"/>
                    </a:cubicBezTo>
                    <a:cubicBezTo>
                      <a:pt x="637" y="27"/>
                      <a:pt x="619" y="35"/>
                      <a:pt x="594" y="52"/>
                    </a:cubicBezTo>
                    <a:cubicBezTo>
                      <a:pt x="568" y="61"/>
                      <a:pt x="559" y="70"/>
                      <a:pt x="533" y="78"/>
                    </a:cubicBezTo>
                    <a:cubicBezTo>
                      <a:pt x="516" y="87"/>
                      <a:pt x="499" y="87"/>
                      <a:pt x="482" y="95"/>
                    </a:cubicBezTo>
                    <a:cubicBezTo>
                      <a:pt x="396" y="130"/>
                      <a:pt x="319" y="181"/>
                      <a:pt x="250" y="241"/>
                    </a:cubicBezTo>
                    <a:cubicBezTo>
                      <a:pt x="233" y="259"/>
                      <a:pt x="207" y="276"/>
                      <a:pt x="190" y="293"/>
                    </a:cubicBezTo>
                    <a:cubicBezTo>
                      <a:pt x="173" y="310"/>
                      <a:pt x="164" y="327"/>
                      <a:pt x="155" y="336"/>
                    </a:cubicBezTo>
                    <a:cubicBezTo>
                      <a:pt x="113" y="379"/>
                      <a:pt x="87" y="422"/>
                      <a:pt x="52" y="473"/>
                    </a:cubicBezTo>
                    <a:cubicBezTo>
                      <a:pt x="44" y="482"/>
                      <a:pt x="35" y="499"/>
                      <a:pt x="27" y="508"/>
                    </a:cubicBezTo>
                    <a:cubicBezTo>
                      <a:pt x="18" y="534"/>
                      <a:pt x="18" y="559"/>
                      <a:pt x="18" y="585"/>
                    </a:cubicBezTo>
                    <a:cubicBezTo>
                      <a:pt x="18" y="611"/>
                      <a:pt x="18" y="637"/>
                      <a:pt x="18" y="662"/>
                    </a:cubicBezTo>
                    <a:cubicBezTo>
                      <a:pt x="9" y="688"/>
                      <a:pt x="1" y="714"/>
                      <a:pt x="1" y="740"/>
                    </a:cubicBezTo>
                    <a:cubicBezTo>
                      <a:pt x="1" y="757"/>
                      <a:pt x="1" y="791"/>
                      <a:pt x="9" y="808"/>
                    </a:cubicBezTo>
                    <a:cubicBezTo>
                      <a:pt x="27" y="860"/>
                      <a:pt x="44" y="903"/>
                      <a:pt x="52" y="955"/>
                    </a:cubicBezTo>
                    <a:cubicBezTo>
                      <a:pt x="70" y="989"/>
                      <a:pt x="70" y="1032"/>
                      <a:pt x="95" y="1075"/>
                    </a:cubicBezTo>
                    <a:cubicBezTo>
                      <a:pt x="104" y="1092"/>
                      <a:pt x="121" y="1118"/>
                      <a:pt x="138" y="1135"/>
                    </a:cubicBezTo>
                    <a:cubicBezTo>
                      <a:pt x="147" y="1152"/>
                      <a:pt x="155" y="1161"/>
                      <a:pt x="164" y="1178"/>
                    </a:cubicBezTo>
                    <a:cubicBezTo>
                      <a:pt x="198" y="1212"/>
                      <a:pt x="241" y="1247"/>
                      <a:pt x="276" y="1281"/>
                    </a:cubicBezTo>
                    <a:cubicBezTo>
                      <a:pt x="310" y="1315"/>
                      <a:pt x="353" y="1341"/>
                      <a:pt x="396" y="1358"/>
                    </a:cubicBezTo>
                    <a:cubicBezTo>
                      <a:pt x="413" y="1367"/>
                      <a:pt x="422" y="1375"/>
                      <a:pt x="439" y="1384"/>
                    </a:cubicBezTo>
                    <a:lnTo>
                      <a:pt x="465" y="1401"/>
                    </a:lnTo>
                    <a:cubicBezTo>
                      <a:pt x="470" y="1407"/>
                      <a:pt x="473" y="1409"/>
                      <a:pt x="474" y="1409"/>
                    </a:cubicBezTo>
                    <a:cubicBezTo>
                      <a:pt x="477" y="1409"/>
                      <a:pt x="471" y="1399"/>
                      <a:pt x="465" y="1393"/>
                    </a:cubicBezTo>
                    <a:lnTo>
                      <a:pt x="439" y="1375"/>
                    </a:lnTo>
                    <a:lnTo>
                      <a:pt x="413" y="1350"/>
                    </a:lnTo>
                    <a:lnTo>
                      <a:pt x="379" y="1315"/>
                    </a:lnTo>
                    <a:cubicBezTo>
                      <a:pt x="362" y="1298"/>
                      <a:pt x="353" y="1272"/>
                      <a:pt x="336" y="1255"/>
                    </a:cubicBezTo>
                    <a:cubicBezTo>
                      <a:pt x="319" y="1229"/>
                      <a:pt x="310" y="1221"/>
                      <a:pt x="310" y="1195"/>
                    </a:cubicBezTo>
                    <a:cubicBezTo>
                      <a:pt x="319" y="1161"/>
                      <a:pt x="293" y="1135"/>
                      <a:pt x="293" y="1101"/>
                    </a:cubicBezTo>
                    <a:lnTo>
                      <a:pt x="284" y="1075"/>
                    </a:lnTo>
                    <a:lnTo>
                      <a:pt x="293" y="1032"/>
                    </a:lnTo>
                    <a:cubicBezTo>
                      <a:pt x="284" y="1023"/>
                      <a:pt x="250" y="1023"/>
                      <a:pt x="241" y="1006"/>
                    </a:cubicBezTo>
                    <a:cubicBezTo>
                      <a:pt x="233" y="997"/>
                      <a:pt x="233" y="980"/>
                      <a:pt x="233" y="972"/>
                    </a:cubicBezTo>
                    <a:cubicBezTo>
                      <a:pt x="241" y="955"/>
                      <a:pt x="241" y="946"/>
                      <a:pt x="250" y="929"/>
                    </a:cubicBezTo>
                    <a:cubicBezTo>
                      <a:pt x="259" y="912"/>
                      <a:pt x="259" y="894"/>
                      <a:pt x="259" y="869"/>
                    </a:cubicBezTo>
                    <a:cubicBezTo>
                      <a:pt x="259" y="826"/>
                      <a:pt x="259" y="783"/>
                      <a:pt x="259" y="731"/>
                    </a:cubicBezTo>
                    <a:cubicBezTo>
                      <a:pt x="259" y="705"/>
                      <a:pt x="267" y="662"/>
                      <a:pt x="293" y="645"/>
                    </a:cubicBezTo>
                    <a:cubicBezTo>
                      <a:pt x="319" y="628"/>
                      <a:pt x="336" y="611"/>
                      <a:pt x="353" y="585"/>
                    </a:cubicBezTo>
                    <a:lnTo>
                      <a:pt x="370" y="559"/>
                    </a:lnTo>
                    <a:cubicBezTo>
                      <a:pt x="387" y="534"/>
                      <a:pt x="370" y="491"/>
                      <a:pt x="396" y="465"/>
                    </a:cubicBezTo>
                    <a:cubicBezTo>
                      <a:pt x="405" y="448"/>
                      <a:pt x="439" y="430"/>
                      <a:pt x="439" y="405"/>
                    </a:cubicBezTo>
                    <a:lnTo>
                      <a:pt x="430" y="370"/>
                    </a:lnTo>
                    <a:cubicBezTo>
                      <a:pt x="422" y="345"/>
                      <a:pt x="422" y="336"/>
                      <a:pt x="439" y="310"/>
                    </a:cubicBezTo>
                    <a:lnTo>
                      <a:pt x="473" y="284"/>
                    </a:lnTo>
                    <a:cubicBezTo>
                      <a:pt x="491" y="276"/>
                      <a:pt x="499" y="267"/>
                      <a:pt x="516" y="250"/>
                    </a:cubicBezTo>
                    <a:cubicBezTo>
                      <a:pt x="525" y="241"/>
                      <a:pt x="542" y="233"/>
                      <a:pt x="559" y="224"/>
                    </a:cubicBezTo>
                    <a:lnTo>
                      <a:pt x="637" y="224"/>
                    </a:lnTo>
                    <a:cubicBezTo>
                      <a:pt x="645" y="224"/>
                      <a:pt x="662" y="224"/>
                      <a:pt x="680" y="216"/>
                    </a:cubicBezTo>
                    <a:cubicBezTo>
                      <a:pt x="697" y="216"/>
                      <a:pt x="705" y="207"/>
                      <a:pt x="722" y="207"/>
                    </a:cubicBezTo>
                    <a:cubicBezTo>
                      <a:pt x="731" y="207"/>
                      <a:pt x="740" y="198"/>
                      <a:pt x="757" y="198"/>
                    </a:cubicBezTo>
                    <a:lnTo>
                      <a:pt x="791" y="190"/>
                    </a:lnTo>
                    <a:lnTo>
                      <a:pt x="826" y="190"/>
                    </a:lnTo>
                    <a:cubicBezTo>
                      <a:pt x="843" y="190"/>
                      <a:pt x="864" y="198"/>
                      <a:pt x="884" y="198"/>
                    </a:cubicBezTo>
                    <a:cubicBezTo>
                      <a:pt x="893" y="198"/>
                      <a:pt x="903" y="196"/>
                      <a:pt x="912" y="190"/>
                    </a:cubicBezTo>
                    <a:lnTo>
                      <a:pt x="946" y="173"/>
                    </a:lnTo>
                    <a:cubicBezTo>
                      <a:pt x="963" y="164"/>
                      <a:pt x="972" y="156"/>
                      <a:pt x="989" y="156"/>
                    </a:cubicBezTo>
                    <a:cubicBezTo>
                      <a:pt x="1015" y="156"/>
                      <a:pt x="1049" y="156"/>
                      <a:pt x="1066" y="164"/>
                    </a:cubicBezTo>
                    <a:lnTo>
                      <a:pt x="1109" y="181"/>
                    </a:lnTo>
                    <a:lnTo>
                      <a:pt x="1092" y="164"/>
                    </a:lnTo>
                    <a:lnTo>
                      <a:pt x="1075" y="147"/>
                    </a:lnTo>
                    <a:cubicBezTo>
                      <a:pt x="1066" y="130"/>
                      <a:pt x="1066" y="121"/>
                      <a:pt x="1058" y="121"/>
                    </a:cubicBezTo>
                    <a:cubicBezTo>
                      <a:pt x="1040" y="113"/>
                      <a:pt x="1032" y="113"/>
                      <a:pt x="1023" y="95"/>
                    </a:cubicBezTo>
                    <a:lnTo>
                      <a:pt x="1006" y="87"/>
                    </a:lnTo>
                    <a:cubicBezTo>
                      <a:pt x="989" y="70"/>
                      <a:pt x="972" y="61"/>
                      <a:pt x="954" y="52"/>
                    </a:cubicBezTo>
                    <a:lnTo>
                      <a:pt x="929" y="35"/>
                    </a:lnTo>
                    <a:cubicBezTo>
                      <a:pt x="903" y="27"/>
                      <a:pt x="886" y="18"/>
                      <a:pt x="860" y="18"/>
                    </a:cubicBezTo>
                    <a:cubicBezTo>
                      <a:pt x="834" y="9"/>
                      <a:pt x="808" y="1"/>
                      <a:pt x="783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77" name="Google Shape;18077;p62"/>
              <p:cNvSpPr/>
              <p:nvPr/>
            </p:nvSpPr>
            <p:spPr>
              <a:xfrm>
                <a:off x="5186550" y="1277800"/>
                <a:ext cx="13325" cy="16825"/>
              </a:xfrm>
              <a:custGeom>
                <a:avLst/>
                <a:gdLst/>
                <a:ahLst/>
                <a:cxnLst/>
                <a:rect l="l" t="t" r="r" b="b"/>
                <a:pathLst>
                  <a:path w="533" h="673" extrusionOk="0">
                    <a:moveTo>
                      <a:pt x="311" y="0"/>
                    </a:moveTo>
                    <a:cubicBezTo>
                      <a:pt x="261" y="0"/>
                      <a:pt x="217" y="22"/>
                      <a:pt x="172" y="36"/>
                    </a:cubicBezTo>
                    <a:cubicBezTo>
                      <a:pt x="155" y="45"/>
                      <a:pt x="129" y="54"/>
                      <a:pt x="103" y="62"/>
                    </a:cubicBezTo>
                    <a:lnTo>
                      <a:pt x="78" y="71"/>
                    </a:lnTo>
                    <a:cubicBezTo>
                      <a:pt x="60" y="71"/>
                      <a:pt x="60" y="79"/>
                      <a:pt x="52" y="88"/>
                    </a:cubicBezTo>
                    <a:lnTo>
                      <a:pt x="26" y="122"/>
                    </a:lnTo>
                    <a:lnTo>
                      <a:pt x="9" y="140"/>
                    </a:lnTo>
                    <a:lnTo>
                      <a:pt x="0" y="157"/>
                    </a:lnTo>
                    <a:cubicBezTo>
                      <a:pt x="17" y="157"/>
                      <a:pt x="35" y="148"/>
                      <a:pt x="52" y="140"/>
                    </a:cubicBezTo>
                    <a:cubicBezTo>
                      <a:pt x="63" y="140"/>
                      <a:pt x="75" y="143"/>
                      <a:pt x="86" y="143"/>
                    </a:cubicBezTo>
                    <a:cubicBezTo>
                      <a:pt x="92" y="143"/>
                      <a:pt x="98" y="142"/>
                      <a:pt x="103" y="140"/>
                    </a:cubicBezTo>
                    <a:cubicBezTo>
                      <a:pt x="109" y="140"/>
                      <a:pt x="115" y="132"/>
                      <a:pt x="118" y="132"/>
                    </a:cubicBezTo>
                    <a:cubicBezTo>
                      <a:pt x="120" y="132"/>
                      <a:pt x="121" y="134"/>
                      <a:pt x="121" y="140"/>
                    </a:cubicBezTo>
                    <a:cubicBezTo>
                      <a:pt x="132" y="140"/>
                      <a:pt x="151" y="136"/>
                      <a:pt x="170" y="136"/>
                    </a:cubicBezTo>
                    <a:cubicBezTo>
                      <a:pt x="180" y="136"/>
                      <a:pt x="189" y="137"/>
                      <a:pt x="198" y="140"/>
                    </a:cubicBezTo>
                    <a:lnTo>
                      <a:pt x="224" y="157"/>
                    </a:lnTo>
                    <a:cubicBezTo>
                      <a:pt x="232" y="165"/>
                      <a:pt x="241" y="174"/>
                      <a:pt x="258" y="182"/>
                    </a:cubicBezTo>
                    <a:cubicBezTo>
                      <a:pt x="292" y="200"/>
                      <a:pt x="335" y="225"/>
                      <a:pt x="344" y="268"/>
                    </a:cubicBezTo>
                    <a:cubicBezTo>
                      <a:pt x="361" y="311"/>
                      <a:pt x="353" y="354"/>
                      <a:pt x="344" y="397"/>
                    </a:cubicBezTo>
                    <a:cubicBezTo>
                      <a:pt x="344" y="440"/>
                      <a:pt x="301" y="466"/>
                      <a:pt x="301" y="509"/>
                    </a:cubicBezTo>
                    <a:cubicBezTo>
                      <a:pt x="301" y="535"/>
                      <a:pt x="310" y="561"/>
                      <a:pt x="301" y="578"/>
                    </a:cubicBezTo>
                    <a:lnTo>
                      <a:pt x="292" y="595"/>
                    </a:lnTo>
                    <a:lnTo>
                      <a:pt x="267" y="621"/>
                    </a:lnTo>
                    <a:cubicBezTo>
                      <a:pt x="258" y="638"/>
                      <a:pt x="241" y="664"/>
                      <a:pt x="232" y="672"/>
                    </a:cubicBezTo>
                    <a:lnTo>
                      <a:pt x="267" y="655"/>
                    </a:lnTo>
                    <a:cubicBezTo>
                      <a:pt x="292" y="646"/>
                      <a:pt x="318" y="638"/>
                      <a:pt x="335" y="629"/>
                    </a:cubicBezTo>
                    <a:cubicBezTo>
                      <a:pt x="361" y="612"/>
                      <a:pt x="387" y="586"/>
                      <a:pt x="421" y="569"/>
                    </a:cubicBezTo>
                    <a:lnTo>
                      <a:pt x="438" y="552"/>
                    </a:lnTo>
                    <a:lnTo>
                      <a:pt x="456" y="526"/>
                    </a:lnTo>
                    <a:cubicBezTo>
                      <a:pt x="473" y="492"/>
                      <a:pt x="481" y="457"/>
                      <a:pt x="499" y="423"/>
                    </a:cubicBezTo>
                    <a:cubicBezTo>
                      <a:pt x="499" y="406"/>
                      <a:pt x="507" y="406"/>
                      <a:pt x="516" y="397"/>
                    </a:cubicBezTo>
                    <a:lnTo>
                      <a:pt x="516" y="371"/>
                    </a:lnTo>
                    <a:cubicBezTo>
                      <a:pt x="533" y="320"/>
                      <a:pt x="533" y="277"/>
                      <a:pt x="516" y="234"/>
                    </a:cubicBezTo>
                    <a:cubicBezTo>
                      <a:pt x="507" y="208"/>
                      <a:pt x="507" y="182"/>
                      <a:pt x="499" y="157"/>
                    </a:cubicBezTo>
                    <a:cubicBezTo>
                      <a:pt x="490" y="122"/>
                      <a:pt x="456" y="97"/>
                      <a:pt x="430" y="79"/>
                    </a:cubicBezTo>
                    <a:cubicBezTo>
                      <a:pt x="396" y="45"/>
                      <a:pt x="387" y="11"/>
                      <a:pt x="335" y="2"/>
                    </a:cubicBezTo>
                    <a:cubicBezTo>
                      <a:pt x="327" y="1"/>
                      <a:pt x="319" y="0"/>
                      <a:pt x="311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8078" name="Google Shape;18078;p62"/>
            <p:cNvGrpSpPr/>
            <p:nvPr/>
          </p:nvGrpSpPr>
          <p:grpSpPr>
            <a:xfrm>
              <a:off x="4754608" y="4777494"/>
              <a:ext cx="339139" cy="239689"/>
              <a:chOff x="5658425" y="1270850"/>
              <a:chExt cx="179800" cy="127075"/>
            </a:xfrm>
          </p:grpSpPr>
          <p:sp>
            <p:nvSpPr>
              <p:cNvPr id="18079" name="Google Shape;18079;p62"/>
              <p:cNvSpPr/>
              <p:nvPr/>
            </p:nvSpPr>
            <p:spPr>
              <a:xfrm>
                <a:off x="5704400" y="1271825"/>
                <a:ext cx="133825" cy="126100"/>
              </a:xfrm>
              <a:custGeom>
                <a:avLst/>
                <a:gdLst/>
                <a:ahLst/>
                <a:cxnLst/>
                <a:rect l="l" t="t" r="r" b="b"/>
                <a:pathLst>
                  <a:path w="5353" h="5044" extrusionOk="0">
                    <a:moveTo>
                      <a:pt x="713" y="9"/>
                    </a:moveTo>
                    <a:cubicBezTo>
                      <a:pt x="816" y="9"/>
                      <a:pt x="911" y="18"/>
                      <a:pt x="1014" y="18"/>
                    </a:cubicBezTo>
                    <a:cubicBezTo>
                      <a:pt x="1263" y="35"/>
                      <a:pt x="1486" y="138"/>
                      <a:pt x="1718" y="164"/>
                    </a:cubicBezTo>
                    <a:cubicBezTo>
                      <a:pt x="1968" y="198"/>
                      <a:pt x="2217" y="198"/>
                      <a:pt x="2466" y="215"/>
                    </a:cubicBezTo>
                    <a:cubicBezTo>
                      <a:pt x="2492" y="215"/>
                      <a:pt x="2517" y="224"/>
                      <a:pt x="2543" y="232"/>
                    </a:cubicBezTo>
                    <a:cubicBezTo>
                      <a:pt x="2578" y="250"/>
                      <a:pt x="2595" y="284"/>
                      <a:pt x="2629" y="301"/>
                    </a:cubicBezTo>
                    <a:cubicBezTo>
                      <a:pt x="2681" y="344"/>
                      <a:pt x="2758" y="336"/>
                      <a:pt x="2827" y="336"/>
                    </a:cubicBezTo>
                    <a:cubicBezTo>
                      <a:pt x="2981" y="336"/>
                      <a:pt x="3136" y="327"/>
                      <a:pt x="3282" y="327"/>
                    </a:cubicBezTo>
                    <a:cubicBezTo>
                      <a:pt x="3411" y="318"/>
                      <a:pt x="3548" y="318"/>
                      <a:pt x="3677" y="344"/>
                    </a:cubicBezTo>
                    <a:cubicBezTo>
                      <a:pt x="3780" y="361"/>
                      <a:pt x="3883" y="404"/>
                      <a:pt x="3987" y="421"/>
                    </a:cubicBezTo>
                    <a:cubicBezTo>
                      <a:pt x="4012" y="430"/>
                      <a:pt x="4055" y="430"/>
                      <a:pt x="4090" y="430"/>
                    </a:cubicBezTo>
                    <a:cubicBezTo>
                      <a:pt x="4158" y="430"/>
                      <a:pt x="4227" y="430"/>
                      <a:pt x="4262" y="447"/>
                    </a:cubicBezTo>
                    <a:cubicBezTo>
                      <a:pt x="4476" y="559"/>
                      <a:pt x="4579" y="774"/>
                      <a:pt x="4786" y="903"/>
                    </a:cubicBezTo>
                    <a:cubicBezTo>
                      <a:pt x="4820" y="920"/>
                      <a:pt x="4863" y="946"/>
                      <a:pt x="4871" y="989"/>
                    </a:cubicBezTo>
                    <a:cubicBezTo>
                      <a:pt x="4880" y="1083"/>
                      <a:pt x="4863" y="1100"/>
                      <a:pt x="4932" y="1195"/>
                    </a:cubicBezTo>
                    <a:cubicBezTo>
                      <a:pt x="4957" y="1229"/>
                      <a:pt x="4975" y="1272"/>
                      <a:pt x="5009" y="1306"/>
                    </a:cubicBezTo>
                    <a:cubicBezTo>
                      <a:pt x="5121" y="1444"/>
                      <a:pt x="5198" y="1547"/>
                      <a:pt x="5241" y="1719"/>
                    </a:cubicBezTo>
                    <a:cubicBezTo>
                      <a:pt x="5267" y="1830"/>
                      <a:pt x="5318" y="1934"/>
                      <a:pt x="5335" y="2045"/>
                    </a:cubicBezTo>
                    <a:cubicBezTo>
                      <a:pt x="5353" y="2166"/>
                      <a:pt x="5335" y="2294"/>
                      <a:pt x="5327" y="2415"/>
                    </a:cubicBezTo>
                    <a:cubicBezTo>
                      <a:pt x="5327" y="2458"/>
                      <a:pt x="5301" y="2475"/>
                      <a:pt x="5284" y="2518"/>
                    </a:cubicBezTo>
                    <a:cubicBezTo>
                      <a:pt x="5250" y="2621"/>
                      <a:pt x="5284" y="2724"/>
                      <a:pt x="5301" y="2844"/>
                    </a:cubicBezTo>
                    <a:cubicBezTo>
                      <a:pt x="5310" y="2939"/>
                      <a:pt x="5301" y="3119"/>
                      <a:pt x="5258" y="3205"/>
                    </a:cubicBezTo>
                    <a:cubicBezTo>
                      <a:pt x="5241" y="3257"/>
                      <a:pt x="5103" y="3557"/>
                      <a:pt x="5069" y="3635"/>
                    </a:cubicBezTo>
                    <a:cubicBezTo>
                      <a:pt x="5035" y="3703"/>
                      <a:pt x="4957" y="3815"/>
                      <a:pt x="4940" y="3884"/>
                    </a:cubicBezTo>
                    <a:cubicBezTo>
                      <a:pt x="4923" y="3927"/>
                      <a:pt x="4829" y="4159"/>
                      <a:pt x="4734" y="4262"/>
                    </a:cubicBezTo>
                    <a:cubicBezTo>
                      <a:pt x="4640" y="4382"/>
                      <a:pt x="4571" y="4451"/>
                      <a:pt x="4382" y="4477"/>
                    </a:cubicBezTo>
                    <a:cubicBezTo>
                      <a:pt x="4322" y="4485"/>
                      <a:pt x="4090" y="4614"/>
                      <a:pt x="4030" y="4605"/>
                    </a:cubicBezTo>
                    <a:cubicBezTo>
                      <a:pt x="3978" y="4605"/>
                      <a:pt x="3935" y="4623"/>
                      <a:pt x="3883" y="4631"/>
                    </a:cubicBezTo>
                    <a:cubicBezTo>
                      <a:pt x="3866" y="4631"/>
                      <a:pt x="3849" y="4631"/>
                      <a:pt x="3832" y="4631"/>
                    </a:cubicBezTo>
                    <a:cubicBezTo>
                      <a:pt x="3815" y="4631"/>
                      <a:pt x="3789" y="4631"/>
                      <a:pt x="3772" y="4640"/>
                    </a:cubicBezTo>
                    <a:cubicBezTo>
                      <a:pt x="3617" y="4666"/>
                      <a:pt x="3351" y="4709"/>
                      <a:pt x="3265" y="4734"/>
                    </a:cubicBezTo>
                    <a:cubicBezTo>
                      <a:pt x="3153" y="4769"/>
                      <a:pt x="2964" y="4769"/>
                      <a:pt x="2853" y="4752"/>
                    </a:cubicBezTo>
                    <a:cubicBezTo>
                      <a:pt x="2724" y="4743"/>
                      <a:pt x="2500" y="4863"/>
                      <a:pt x="2363" y="4872"/>
                    </a:cubicBezTo>
                    <a:cubicBezTo>
                      <a:pt x="2260" y="4872"/>
                      <a:pt x="2191" y="4872"/>
                      <a:pt x="2131" y="4872"/>
                    </a:cubicBezTo>
                    <a:cubicBezTo>
                      <a:pt x="2028" y="4863"/>
                      <a:pt x="1950" y="4863"/>
                      <a:pt x="1753" y="4906"/>
                    </a:cubicBezTo>
                    <a:cubicBezTo>
                      <a:pt x="1718" y="4923"/>
                      <a:pt x="1650" y="4915"/>
                      <a:pt x="1590" y="4915"/>
                    </a:cubicBezTo>
                    <a:cubicBezTo>
                      <a:pt x="1512" y="4915"/>
                      <a:pt x="1435" y="4915"/>
                      <a:pt x="1383" y="4932"/>
                    </a:cubicBezTo>
                    <a:cubicBezTo>
                      <a:pt x="1349" y="4941"/>
                      <a:pt x="1315" y="4949"/>
                      <a:pt x="1280" y="4966"/>
                    </a:cubicBezTo>
                    <a:cubicBezTo>
                      <a:pt x="1203" y="4984"/>
                      <a:pt x="1126" y="4992"/>
                      <a:pt x="1048" y="5018"/>
                    </a:cubicBezTo>
                    <a:cubicBezTo>
                      <a:pt x="980" y="5035"/>
                      <a:pt x="962" y="5044"/>
                      <a:pt x="894" y="5026"/>
                    </a:cubicBezTo>
                    <a:cubicBezTo>
                      <a:pt x="645" y="4975"/>
                      <a:pt x="395" y="4932"/>
                      <a:pt x="129" y="4984"/>
                    </a:cubicBezTo>
                    <a:cubicBezTo>
                      <a:pt x="95" y="4984"/>
                      <a:pt x="0" y="4597"/>
                      <a:pt x="9" y="4528"/>
                    </a:cubicBezTo>
                    <a:cubicBezTo>
                      <a:pt x="35" y="4331"/>
                      <a:pt x="60" y="4142"/>
                      <a:pt x="86" y="3944"/>
                    </a:cubicBezTo>
                    <a:cubicBezTo>
                      <a:pt x="129" y="3575"/>
                      <a:pt x="181" y="3205"/>
                      <a:pt x="241" y="2853"/>
                    </a:cubicBezTo>
                    <a:cubicBezTo>
                      <a:pt x="284" y="2535"/>
                      <a:pt x="335" y="2234"/>
                      <a:pt x="361" y="1934"/>
                    </a:cubicBezTo>
                    <a:cubicBezTo>
                      <a:pt x="387" y="1650"/>
                      <a:pt x="395" y="1375"/>
                      <a:pt x="438" y="1092"/>
                    </a:cubicBezTo>
                    <a:cubicBezTo>
                      <a:pt x="456" y="997"/>
                      <a:pt x="645" y="1"/>
                      <a:pt x="713" y="9"/>
                    </a:cubicBezTo>
                  </a:path>
                </a:pathLst>
              </a:custGeom>
              <a:solidFill>
                <a:srgbClr val="B890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80" name="Google Shape;18080;p62"/>
              <p:cNvSpPr/>
              <p:nvPr/>
            </p:nvSpPr>
            <p:spPr>
              <a:xfrm>
                <a:off x="5695575" y="1270850"/>
                <a:ext cx="76925" cy="126875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5075" extrusionOk="0">
                    <a:moveTo>
                      <a:pt x="1047" y="1"/>
                    </a:moveTo>
                    <a:cubicBezTo>
                      <a:pt x="898" y="1"/>
                      <a:pt x="756" y="31"/>
                      <a:pt x="714" y="74"/>
                    </a:cubicBezTo>
                    <a:cubicBezTo>
                      <a:pt x="707" y="81"/>
                      <a:pt x="712" y="84"/>
                      <a:pt x="724" y="84"/>
                    </a:cubicBezTo>
                    <a:cubicBezTo>
                      <a:pt x="740" y="84"/>
                      <a:pt x="770" y="79"/>
                      <a:pt x="800" y="74"/>
                    </a:cubicBezTo>
                    <a:cubicBezTo>
                      <a:pt x="835" y="69"/>
                      <a:pt x="869" y="64"/>
                      <a:pt x="891" y="64"/>
                    </a:cubicBezTo>
                    <a:cubicBezTo>
                      <a:pt x="907" y="64"/>
                      <a:pt x="915" y="67"/>
                      <a:pt x="912" y="74"/>
                    </a:cubicBezTo>
                    <a:cubicBezTo>
                      <a:pt x="877" y="117"/>
                      <a:pt x="843" y="160"/>
                      <a:pt x="809" y="194"/>
                    </a:cubicBezTo>
                    <a:cubicBezTo>
                      <a:pt x="697" y="332"/>
                      <a:pt x="662" y="503"/>
                      <a:pt x="602" y="649"/>
                    </a:cubicBezTo>
                    <a:cubicBezTo>
                      <a:pt x="542" y="787"/>
                      <a:pt x="491" y="924"/>
                      <a:pt x="448" y="1053"/>
                    </a:cubicBezTo>
                    <a:cubicBezTo>
                      <a:pt x="413" y="1148"/>
                      <a:pt x="379" y="1259"/>
                      <a:pt x="362" y="1363"/>
                    </a:cubicBezTo>
                    <a:cubicBezTo>
                      <a:pt x="345" y="1474"/>
                      <a:pt x="370" y="1586"/>
                      <a:pt x="370" y="1698"/>
                    </a:cubicBezTo>
                    <a:cubicBezTo>
                      <a:pt x="370" y="1758"/>
                      <a:pt x="370" y="1809"/>
                      <a:pt x="370" y="1869"/>
                    </a:cubicBezTo>
                    <a:cubicBezTo>
                      <a:pt x="388" y="2136"/>
                      <a:pt x="396" y="2428"/>
                      <a:pt x="336" y="2703"/>
                    </a:cubicBezTo>
                    <a:cubicBezTo>
                      <a:pt x="302" y="2875"/>
                      <a:pt x="241" y="3046"/>
                      <a:pt x="207" y="3218"/>
                    </a:cubicBezTo>
                    <a:cubicBezTo>
                      <a:pt x="181" y="3364"/>
                      <a:pt x="156" y="3502"/>
                      <a:pt x="121" y="3648"/>
                    </a:cubicBezTo>
                    <a:cubicBezTo>
                      <a:pt x="44" y="3992"/>
                      <a:pt x="1" y="4309"/>
                      <a:pt x="121" y="4644"/>
                    </a:cubicBezTo>
                    <a:cubicBezTo>
                      <a:pt x="156" y="4739"/>
                      <a:pt x="190" y="4808"/>
                      <a:pt x="259" y="4876"/>
                    </a:cubicBezTo>
                    <a:cubicBezTo>
                      <a:pt x="310" y="4919"/>
                      <a:pt x="362" y="4980"/>
                      <a:pt x="422" y="5005"/>
                    </a:cubicBezTo>
                    <a:cubicBezTo>
                      <a:pt x="542" y="5065"/>
                      <a:pt x="705" y="5057"/>
                      <a:pt x="834" y="5074"/>
                    </a:cubicBezTo>
                    <a:cubicBezTo>
                      <a:pt x="877" y="5074"/>
                      <a:pt x="912" y="5065"/>
                      <a:pt x="955" y="5057"/>
                    </a:cubicBezTo>
                    <a:cubicBezTo>
                      <a:pt x="969" y="5054"/>
                      <a:pt x="980" y="5053"/>
                      <a:pt x="990" y="5053"/>
                    </a:cubicBezTo>
                    <a:cubicBezTo>
                      <a:pt x="1010" y="5053"/>
                      <a:pt x="1023" y="5057"/>
                      <a:pt x="1040" y="5057"/>
                    </a:cubicBezTo>
                    <a:cubicBezTo>
                      <a:pt x="1049" y="5061"/>
                      <a:pt x="1060" y="5063"/>
                      <a:pt x="1074" y="5063"/>
                    </a:cubicBezTo>
                    <a:cubicBezTo>
                      <a:pt x="1088" y="5063"/>
                      <a:pt x="1105" y="5061"/>
                      <a:pt x="1126" y="5057"/>
                    </a:cubicBezTo>
                    <a:cubicBezTo>
                      <a:pt x="1134" y="5054"/>
                      <a:pt x="1143" y="5053"/>
                      <a:pt x="1153" y="5053"/>
                    </a:cubicBezTo>
                    <a:cubicBezTo>
                      <a:pt x="1177" y="5053"/>
                      <a:pt x="1208" y="5059"/>
                      <a:pt x="1238" y="5065"/>
                    </a:cubicBezTo>
                    <a:cubicBezTo>
                      <a:pt x="1267" y="5069"/>
                      <a:pt x="1294" y="5071"/>
                      <a:pt x="1318" y="5071"/>
                    </a:cubicBezTo>
                    <a:cubicBezTo>
                      <a:pt x="1352" y="5071"/>
                      <a:pt x="1381" y="5067"/>
                      <a:pt x="1401" y="5057"/>
                    </a:cubicBezTo>
                    <a:cubicBezTo>
                      <a:pt x="1470" y="5005"/>
                      <a:pt x="1676" y="4997"/>
                      <a:pt x="1736" y="4945"/>
                    </a:cubicBezTo>
                    <a:cubicBezTo>
                      <a:pt x="1788" y="4911"/>
                      <a:pt x="1839" y="4876"/>
                      <a:pt x="1900" y="4842"/>
                    </a:cubicBezTo>
                    <a:cubicBezTo>
                      <a:pt x="1951" y="4816"/>
                      <a:pt x="1986" y="4808"/>
                      <a:pt x="2028" y="4773"/>
                    </a:cubicBezTo>
                    <a:cubicBezTo>
                      <a:pt x="2054" y="4756"/>
                      <a:pt x="2071" y="4739"/>
                      <a:pt x="2097" y="4722"/>
                    </a:cubicBezTo>
                    <a:cubicBezTo>
                      <a:pt x="2166" y="4662"/>
                      <a:pt x="2114" y="4541"/>
                      <a:pt x="2209" y="4507"/>
                    </a:cubicBezTo>
                    <a:cubicBezTo>
                      <a:pt x="2286" y="4481"/>
                      <a:pt x="2355" y="4464"/>
                      <a:pt x="2407" y="4404"/>
                    </a:cubicBezTo>
                    <a:cubicBezTo>
                      <a:pt x="2441" y="4370"/>
                      <a:pt x="2458" y="4352"/>
                      <a:pt x="2458" y="4309"/>
                    </a:cubicBezTo>
                    <a:cubicBezTo>
                      <a:pt x="2467" y="4284"/>
                      <a:pt x="2475" y="4249"/>
                      <a:pt x="2475" y="4215"/>
                    </a:cubicBezTo>
                    <a:cubicBezTo>
                      <a:pt x="2475" y="4181"/>
                      <a:pt x="2570" y="4181"/>
                      <a:pt x="2561" y="4146"/>
                    </a:cubicBezTo>
                    <a:cubicBezTo>
                      <a:pt x="2561" y="4138"/>
                      <a:pt x="2553" y="4120"/>
                      <a:pt x="2553" y="4103"/>
                    </a:cubicBezTo>
                    <a:cubicBezTo>
                      <a:pt x="2553" y="4077"/>
                      <a:pt x="2570" y="4077"/>
                      <a:pt x="2578" y="4060"/>
                    </a:cubicBezTo>
                    <a:cubicBezTo>
                      <a:pt x="2596" y="4009"/>
                      <a:pt x="2587" y="3940"/>
                      <a:pt x="2604" y="3888"/>
                    </a:cubicBezTo>
                    <a:cubicBezTo>
                      <a:pt x="2621" y="3820"/>
                      <a:pt x="2681" y="3760"/>
                      <a:pt x="2716" y="3691"/>
                    </a:cubicBezTo>
                    <a:cubicBezTo>
                      <a:pt x="2742" y="3656"/>
                      <a:pt x="2750" y="3614"/>
                      <a:pt x="2776" y="3579"/>
                    </a:cubicBezTo>
                    <a:cubicBezTo>
                      <a:pt x="2793" y="3562"/>
                      <a:pt x="2819" y="3536"/>
                      <a:pt x="2827" y="3519"/>
                    </a:cubicBezTo>
                    <a:cubicBezTo>
                      <a:pt x="2845" y="3485"/>
                      <a:pt x="2845" y="3450"/>
                      <a:pt x="2853" y="3416"/>
                    </a:cubicBezTo>
                    <a:cubicBezTo>
                      <a:pt x="2862" y="3364"/>
                      <a:pt x="2870" y="3313"/>
                      <a:pt x="2888" y="3261"/>
                    </a:cubicBezTo>
                    <a:cubicBezTo>
                      <a:pt x="2905" y="3210"/>
                      <a:pt x="2905" y="3150"/>
                      <a:pt x="2939" y="3107"/>
                    </a:cubicBezTo>
                    <a:cubicBezTo>
                      <a:pt x="2956" y="3081"/>
                      <a:pt x="2982" y="3072"/>
                      <a:pt x="2999" y="3055"/>
                    </a:cubicBezTo>
                    <a:cubicBezTo>
                      <a:pt x="3034" y="3012"/>
                      <a:pt x="3034" y="2952"/>
                      <a:pt x="3042" y="2900"/>
                    </a:cubicBezTo>
                    <a:cubicBezTo>
                      <a:pt x="3051" y="2857"/>
                      <a:pt x="3051" y="2806"/>
                      <a:pt x="3059" y="2763"/>
                    </a:cubicBezTo>
                    <a:cubicBezTo>
                      <a:pt x="3068" y="2720"/>
                      <a:pt x="3034" y="2668"/>
                      <a:pt x="3034" y="2634"/>
                    </a:cubicBezTo>
                    <a:cubicBezTo>
                      <a:pt x="3016" y="2574"/>
                      <a:pt x="3008" y="2565"/>
                      <a:pt x="3042" y="2514"/>
                    </a:cubicBezTo>
                    <a:cubicBezTo>
                      <a:pt x="3077" y="2462"/>
                      <a:pt x="2999" y="2437"/>
                      <a:pt x="2999" y="2385"/>
                    </a:cubicBezTo>
                    <a:cubicBezTo>
                      <a:pt x="2999" y="2342"/>
                      <a:pt x="2974" y="2308"/>
                      <a:pt x="2965" y="2265"/>
                    </a:cubicBezTo>
                    <a:cubicBezTo>
                      <a:pt x="2939" y="2205"/>
                      <a:pt x="2982" y="2136"/>
                      <a:pt x="2965" y="2058"/>
                    </a:cubicBezTo>
                    <a:cubicBezTo>
                      <a:pt x="2931" y="1955"/>
                      <a:pt x="2948" y="1827"/>
                      <a:pt x="2905" y="1732"/>
                    </a:cubicBezTo>
                    <a:cubicBezTo>
                      <a:pt x="2888" y="1672"/>
                      <a:pt x="2870" y="1620"/>
                      <a:pt x="2853" y="1560"/>
                    </a:cubicBezTo>
                    <a:cubicBezTo>
                      <a:pt x="2845" y="1517"/>
                      <a:pt x="2845" y="1466"/>
                      <a:pt x="2819" y="1431"/>
                    </a:cubicBezTo>
                    <a:cubicBezTo>
                      <a:pt x="2750" y="1311"/>
                      <a:pt x="2664" y="1191"/>
                      <a:pt x="2647" y="1062"/>
                    </a:cubicBezTo>
                    <a:cubicBezTo>
                      <a:pt x="2647" y="1002"/>
                      <a:pt x="2638" y="924"/>
                      <a:pt x="2587" y="864"/>
                    </a:cubicBezTo>
                    <a:cubicBezTo>
                      <a:pt x="2570" y="847"/>
                      <a:pt x="2553" y="847"/>
                      <a:pt x="2535" y="830"/>
                    </a:cubicBezTo>
                    <a:cubicBezTo>
                      <a:pt x="2510" y="813"/>
                      <a:pt x="2501" y="787"/>
                      <a:pt x="2475" y="770"/>
                    </a:cubicBezTo>
                    <a:cubicBezTo>
                      <a:pt x="2407" y="735"/>
                      <a:pt x="2398" y="710"/>
                      <a:pt x="2364" y="658"/>
                    </a:cubicBezTo>
                    <a:cubicBezTo>
                      <a:pt x="2329" y="607"/>
                      <a:pt x="2269" y="581"/>
                      <a:pt x="2235" y="538"/>
                    </a:cubicBezTo>
                    <a:cubicBezTo>
                      <a:pt x="2192" y="495"/>
                      <a:pt x="2149" y="460"/>
                      <a:pt x="2106" y="418"/>
                    </a:cubicBezTo>
                    <a:cubicBezTo>
                      <a:pt x="2071" y="383"/>
                      <a:pt x="2046" y="349"/>
                      <a:pt x="2003" y="323"/>
                    </a:cubicBezTo>
                    <a:cubicBezTo>
                      <a:pt x="1968" y="306"/>
                      <a:pt x="1943" y="280"/>
                      <a:pt x="1908" y="271"/>
                    </a:cubicBezTo>
                    <a:cubicBezTo>
                      <a:pt x="1874" y="271"/>
                      <a:pt x="1857" y="263"/>
                      <a:pt x="1831" y="254"/>
                    </a:cubicBezTo>
                    <a:cubicBezTo>
                      <a:pt x="1788" y="237"/>
                      <a:pt x="1788" y="237"/>
                      <a:pt x="1762" y="211"/>
                    </a:cubicBezTo>
                    <a:cubicBezTo>
                      <a:pt x="1745" y="194"/>
                      <a:pt x="1719" y="186"/>
                      <a:pt x="1693" y="168"/>
                    </a:cubicBezTo>
                    <a:cubicBezTo>
                      <a:pt x="1668" y="151"/>
                      <a:pt x="1650" y="125"/>
                      <a:pt x="1608" y="117"/>
                    </a:cubicBezTo>
                    <a:lnTo>
                      <a:pt x="1565" y="117"/>
                    </a:lnTo>
                    <a:cubicBezTo>
                      <a:pt x="1547" y="117"/>
                      <a:pt x="1539" y="117"/>
                      <a:pt x="1504" y="108"/>
                    </a:cubicBezTo>
                    <a:cubicBezTo>
                      <a:pt x="1453" y="82"/>
                      <a:pt x="1341" y="82"/>
                      <a:pt x="1272" y="65"/>
                    </a:cubicBezTo>
                    <a:cubicBezTo>
                      <a:pt x="1238" y="48"/>
                      <a:pt x="1178" y="22"/>
                      <a:pt x="1144" y="5"/>
                    </a:cubicBezTo>
                    <a:cubicBezTo>
                      <a:pt x="1112" y="2"/>
                      <a:pt x="1079" y="1"/>
                      <a:pt x="1047" y="1"/>
                    </a:cubicBezTo>
                    <a:close/>
                  </a:path>
                </a:pathLst>
              </a:custGeom>
              <a:solidFill>
                <a:srgbClr val="D4AD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81" name="Google Shape;18081;p62"/>
              <p:cNvSpPr/>
              <p:nvPr/>
            </p:nvSpPr>
            <p:spPr>
              <a:xfrm>
                <a:off x="5658425" y="1335825"/>
                <a:ext cx="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8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F3D8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82" name="Google Shape;18082;p62"/>
              <p:cNvSpPr/>
              <p:nvPr/>
            </p:nvSpPr>
            <p:spPr>
              <a:xfrm>
                <a:off x="5658650" y="1271150"/>
                <a:ext cx="106325" cy="125900"/>
              </a:xfrm>
              <a:custGeom>
                <a:avLst/>
                <a:gdLst/>
                <a:ahLst/>
                <a:cxnLst/>
                <a:rect l="l" t="t" r="r" b="b"/>
                <a:pathLst>
                  <a:path w="4253" h="5036" extrusionOk="0">
                    <a:moveTo>
                      <a:pt x="2302" y="1"/>
                    </a:moveTo>
                    <a:cubicBezTo>
                      <a:pt x="2258" y="1"/>
                      <a:pt x="2188" y="54"/>
                      <a:pt x="2148" y="70"/>
                    </a:cubicBezTo>
                    <a:cubicBezTo>
                      <a:pt x="2104" y="87"/>
                      <a:pt x="2068" y="93"/>
                      <a:pt x="2029" y="93"/>
                    </a:cubicBezTo>
                    <a:cubicBezTo>
                      <a:pt x="2007" y="93"/>
                      <a:pt x="1984" y="91"/>
                      <a:pt x="1959" y="88"/>
                    </a:cubicBezTo>
                    <a:cubicBezTo>
                      <a:pt x="1856" y="88"/>
                      <a:pt x="1761" y="122"/>
                      <a:pt x="1667" y="165"/>
                    </a:cubicBezTo>
                    <a:cubicBezTo>
                      <a:pt x="1624" y="182"/>
                      <a:pt x="1572" y="191"/>
                      <a:pt x="1521" y="208"/>
                    </a:cubicBezTo>
                    <a:cubicBezTo>
                      <a:pt x="1452" y="225"/>
                      <a:pt x="1426" y="259"/>
                      <a:pt x="1383" y="302"/>
                    </a:cubicBezTo>
                    <a:cubicBezTo>
                      <a:pt x="1315" y="371"/>
                      <a:pt x="1246" y="431"/>
                      <a:pt x="1186" y="491"/>
                    </a:cubicBezTo>
                    <a:cubicBezTo>
                      <a:pt x="1117" y="560"/>
                      <a:pt x="1057" y="646"/>
                      <a:pt x="962" y="646"/>
                    </a:cubicBezTo>
                    <a:cubicBezTo>
                      <a:pt x="885" y="655"/>
                      <a:pt x="765" y="723"/>
                      <a:pt x="748" y="809"/>
                    </a:cubicBezTo>
                    <a:cubicBezTo>
                      <a:pt x="722" y="930"/>
                      <a:pt x="765" y="947"/>
                      <a:pt x="662" y="1058"/>
                    </a:cubicBezTo>
                    <a:cubicBezTo>
                      <a:pt x="636" y="1093"/>
                      <a:pt x="602" y="1136"/>
                      <a:pt x="567" y="1162"/>
                    </a:cubicBezTo>
                    <a:cubicBezTo>
                      <a:pt x="524" y="1179"/>
                      <a:pt x="516" y="1282"/>
                      <a:pt x="490" y="1299"/>
                    </a:cubicBezTo>
                    <a:cubicBezTo>
                      <a:pt x="473" y="1308"/>
                      <a:pt x="456" y="1333"/>
                      <a:pt x="438" y="1342"/>
                    </a:cubicBezTo>
                    <a:lnTo>
                      <a:pt x="404" y="1351"/>
                    </a:lnTo>
                    <a:lnTo>
                      <a:pt x="378" y="1394"/>
                    </a:lnTo>
                    <a:cubicBezTo>
                      <a:pt x="352" y="1419"/>
                      <a:pt x="318" y="1419"/>
                      <a:pt x="292" y="1436"/>
                    </a:cubicBezTo>
                    <a:cubicBezTo>
                      <a:pt x="198" y="1497"/>
                      <a:pt x="172" y="1591"/>
                      <a:pt x="138" y="1686"/>
                    </a:cubicBezTo>
                    <a:cubicBezTo>
                      <a:pt x="120" y="1729"/>
                      <a:pt x="95" y="1754"/>
                      <a:pt x="86" y="1806"/>
                    </a:cubicBezTo>
                    <a:cubicBezTo>
                      <a:pt x="86" y="1875"/>
                      <a:pt x="95" y="1926"/>
                      <a:pt x="103" y="1986"/>
                    </a:cubicBezTo>
                    <a:cubicBezTo>
                      <a:pt x="120" y="2115"/>
                      <a:pt x="35" y="2193"/>
                      <a:pt x="17" y="2304"/>
                    </a:cubicBezTo>
                    <a:cubicBezTo>
                      <a:pt x="17" y="2356"/>
                      <a:pt x="52" y="2382"/>
                      <a:pt x="60" y="2425"/>
                    </a:cubicBezTo>
                    <a:cubicBezTo>
                      <a:pt x="69" y="2467"/>
                      <a:pt x="60" y="2536"/>
                      <a:pt x="52" y="2579"/>
                    </a:cubicBezTo>
                    <a:cubicBezTo>
                      <a:pt x="43" y="2631"/>
                      <a:pt x="9" y="2699"/>
                      <a:pt x="0" y="2768"/>
                    </a:cubicBezTo>
                    <a:cubicBezTo>
                      <a:pt x="0" y="2811"/>
                      <a:pt x="9" y="2863"/>
                      <a:pt x="17" y="2906"/>
                    </a:cubicBezTo>
                    <a:cubicBezTo>
                      <a:pt x="26" y="2983"/>
                      <a:pt x="60" y="3026"/>
                      <a:pt x="95" y="3095"/>
                    </a:cubicBezTo>
                    <a:cubicBezTo>
                      <a:pt x="120" y="3172"/>
                      <a:pt x="86" y="3215"/>
                      <a:pt x="78" y="3284"/>
                    </a:cubicBezTo>
                    <a:cubicBezTo>
                      <a:pt x="60" y="3352"/>
                      <a:pt x="69" y="3430"/>
                      <a:pt x="86" y="3507"/>
                    </a:cubicBezTo>
                    <a:cubicBezTo>
                      <a:pt x="112" y="3619"/>
                      <a:pt x="163" y="3730"/>
                      <a:pt x="249" y="3799"/>
                    </a:cubicBezTo>
                    <a:cubicBezTo>
                      <a:pt x="284" y="3825"/>
                      <a:pt x="309" y="3851"/>
                      <a:pt x="335" y="3894"/>
                    </a:cubicBezTo>
                    <a:cubicBezTo>
                      <a:pt x="370" y="3962"/>
                      <a:pt x="395" y="3988"/>
                      <a:pt x="456" y="4040"/>
                    </a:cubicBezTo>
                    <a:cubicBezTo>
                      <a:pt x="550" y="4108"/>
                      <a:pt x="567" y="4229"/>
                      <a:pt x="627" y="4315"/>
                    </a:cubicBezTo>
                    <a:cubicBezTo>
                      <a:pt x="653" y="4349"/>
                      <a:pt x="679" y="4392"/>
                      <a:pt x="713" y="4409"/>
                    </a:cubicBezTo>
                    <a:cubicBezTo>
                      <a:pt x="782" y="4435"/>
                      <a:pt x="851" y="4418"/>
                      <a:pt x="919" y="4461"/>
                    </a:cubicBezTo>
                    <a:cubicBezTo>
                      <a:pt x="962" y="4486"/>
                      <a:pt x="1005" y="4521"/>
                      <a:pt x="1048" y="4547"/>
                    </a:cubicBezTo>
                    <a:cubicBezTo>
                      <a:pt x="1100" y="4581"/>
                      <a:pt x="1169" y="4624"/>
                      <a:pt x="1212" y="4675"/>
                    </a:cubicBezTo>
                    <a:cubicBezTo>
                      <a:pt x="1280" y="4779"/>
                      <a:pt x="1323" y="4839"/>
                      <a:pt x="1444" y="4890"/>
                    </a:cubicBezTo>
                    <a:cubicBezTo>
                      <a:pt x="1555" y="4942"/>
                      <a:pt x="1658" y="4968"/>
                      <a:pt x="1770" y="4976"/>
                    </a:cubicBezTo>
                    <a:cubicBezTo>
                      <a:pt x="1813" y="4985"/>
                      <a:pt x="1856" y="4985"/>
                      <a:pt x="1899" y="4993"/>
                    </a:cubicBezTo>
                    <a:cubicBezTo>
                      <a:pt x="1933" y="5002"/>
                      <a:pt x="1968" y="5019"/>
                      <a:pt x="2002" y="5028"/>
                    </a:cubicBezTo>
                    <a:cubicBezTo>
                      <a:pt x="2022" y="5033"/>
                      <a:pt x="2041" y="5035"/>
                      <a:pt x="2060" y="5035"/>
                    </a:cubicBezTo>
                    <a:cubicBezTo>
                      <a:pt x="2096" y="5035"/>
                      <a:pt x="2131" y="5028"/>
                      <a:pt x="2165" y="5028"/>
                    </a:cubicBezTo>
                    <a:lnTo>
                      <a:pt x="2234" y="5028"/>
                    </a:lnTo>
                    <a:cubicBezTo>
                      <a:pt x="2247" y="5032"/>
                      <a:pt x="2262" y="5034"/>
                      <a:pt x="2278" y="5034"/>
                    </a:cubicBezTo>
                    <a:cubicBezTo>
                      <a:pt x="2294" y="5034"/>
                      <a:pt x="2311" y="5032"/>
                      <a:pt x="2328" y="5028"/>
                    </a:cubicBezTo>
                    <a:cubicBezTo>
                      <a:pt x="2363" y="5011"/>
                      <a:pt x="2389" y="4993"/>
                      <a:pt x="2423" y="4968"/>
                    </a:cubicBezTo>
                    <a:cubicBezTo>
                      <a:pt x="2457" y="4942"/>
                      <a:pt x="2492" y="4933"/>
                      <a:pt x="2535" y="4925"/>
                    </a:cubicBezTo>
                    <a:cubicBezTo>
                      <a:pt x="2646" y="4899"/>
                      <a:pt x="2758" y="4890"/>
                      <a:pt x="2870" y="4847"/>
                    </a:cubicBezTo>
                    <a:cubicBezTo>
                      <a:pt x="2964" y="4813"/>
                      <a:pt x="3059" y="4770"/>
                      <a:pt x="3153" y="4744"/>
                    </a:cubicBezTo>
                    <a:cubicBezTo>
                      <a:pt x="3239" y="4718"/>
                      <a:pt x="3274" y="4632"/>
                      <a:pt x="3342" y="4581"/>
                    </a:cubicBezTo>
                    <a:cubicBezTo>
                      <a:pt x="3411" y="4521"/>
                      <a:pt x="3454" y="4512"/>
                      <a:pt x="3523" y="4461"/>
                    </a:cubicBezTo>
                    <a:cubicBezTo>
                      <a:pt x="3548" y="4435"/>
                      <a:pt x="3557" y="4435"/>
                      <a:pt x="3574" y="4401"/>
                    </a:cubicBezTo>
                    <a:cubicBezTo>
                      <a:pt x="3591" y="4366"/>
                      <a:pt x="3617" y="4332"/>
                      <a:pt x="3634" y="4297"/>
                    </a:cubicBezTo>
                    <a:cubicBezTo>
                      <a:pt x="3652" y="4254"/>
                      <a:pt x="3703" y="4254"/>
                      <a:pt x="3703" y="4212"/>
                    </a:cubicBezTo>
                    <a:cubicBezTo>
                      <a:pt x="3712" y="4169"/>
                      <a:pt x="3729" y="4143"/>
                      <a:pt x="3746" y="4100"/>
                    </a:cubicBezTo>
                    <a:cubicBezTo>
                      <a:pt x="3763" y="4040"/>
                      <a:pt x="3780" y="3971"/>
                      <a:pt x="3798" y="3902"/>
                    </a:cubicBezTo>
                    <a:cubicBezTo>
                      <a:pt x="3815" y="3868"/>
                      <a:pt x="3849" y="3816"/>
                      <a:pt x="3875" y="3773"/>
                    </a:cubicBezTo>
                    <a:cubicBezTo>
                      <a:pt x="3926" y="3687"/>
                      <a:pt x="3969" y="3593"/>
                      <a:pt x="4012" y="3507"/>
                    </a:cubicBezTo>
                    <a:cubicBezTo>
                      <a:pt x="4090" y="3344"/>
                      <a:pt x="4253" y="3146"/>
                      <a:pt x="4219" y="2957"/>
                    </a:cubicBezTo>
                    <a:cubicBezTo>
                      <a:pt x="4201" y="2837"/>
                      <a:pt x="4193" y="2691"/>
                      <a:pt x="4141" y="2579"/>
                    </a:cubicBezTo>
                    <a:cubicBezTo>
                      <a:pt x="4124" y="2545"/>
                      <a:pt x="4090" y="2493"/>
                      <a:pt x="4090" y="2459"/>
                    </a:cubicBezTo>
                    <a:cubicBezTo>
                      <a:pt x="4081" y="2373"/>
                      <a:pt x="4115" y="2261"/>
                      <a:pt x="4124" y="2184"/>
                    </a:cubicBezTo>
                    <a:cubicBezTo>
                      <a:pt x="4141" y="2081"/>
                      <a:pt x="4133" y="2012"/>
                      <a:pt x="4107" y="1909"/>
                    </a:cubicBezTo>
                    <a:cubicBezTo>
                      <a:pt x="4090" y="1832"/>
                      <a:pt x="4098" y="1754"/>
                      <a:pt x="4081" y="1668"/>
                    </a:cubicBezTo>
                    <a:cubicBezTo>
                      <a:pt x="4064" y="1531"/>
                      <a:pt x="4030" y="1368"/>
                      <a:pt x="3944" y="1256"/>
                    </a:cubicBezTo>
                    <a:cubicBezTo>
                      <a:pt x="3909" y="1213"/>
                      <a:pt x="3866" y="1205"/>
                      <a:pt x="3823" y="1170"/>
                    </a:cubicBezTo>
                    <a:cubicBezTo>
                      <a:pt x="3798" y="1153"/>
                      <a:pt x="3763" y="1101"/>
                      <a:pt x="3746" y="1067"/>
                    </a:cubicBezTo>
                    <a:cubicBezTo>
                      <a:pt x="3712" y="1016"/>
                      <a:pt x="3694" y="955"/>
                      <a:pt x="3694" y="895"/>
                    </a:cubicBezTo>
                    <a:cubicBezTo>
                      <a:pt x="3703" y="844"/>
                      <a:pt x="3712" y="775"/>
                      <a:pt x="3686" y="732"/>
                    </a:cubicBezTo>
                    <a:cubicBezTo>
                      <a:pt x="3652" y="680"/>
                      <a:pt x="3617" y="655"/>
                      <a:pt x="3591" y="603"/>
                    </a:cubicBezTo>
                    <a:cubicBezTo>
                      <a:pt x="3557" y="534"/>
                      <a:pt x="3531" y="509"/>
                      <a:pt x="3480" y="466"/>
                    </a:cubicBezTo>
                    <a:cubicBezTo>
                      <a:pt x="3385" y="397"/>
                      <a:pt x="3291" y="337"/>
                      <a:pt x="3188" y="277"/>
                    </a:cubicBezTo>
                    <a:cubicBezTo>
                      <a:pt x="3145" y="251"/>
                      <a:pt x="3102" y="259"/>
                      <a:pt x="3042" y="242"/>
                    </a:cubicBezTo>
                    <a:cubicBezTo>
                      <a:pt x="3010" y="226"/>
                      <a:pt x="2941" y="181"/>
                      <a:pt x="2918" y="181"/>
                    </a:cubicBezTo>
                    <a:cubicBezTo>
                      <a:pt x="2916" y="181"/>
                      <a:pt x="2914" y="181"/>
                      <a:pt x="2913" y="182"/>
                    </a:cubicBezTo>
                    <a:cubicBezTo>
                      <a:pt x="2900" y="186"/>
                      <a:pt x="2888" y="187"/>
                      <a:pt x="2877" y="187"/>
                    </a:cubicBezTo>
                    <a:cubicBezTo>
                      <a:pt x="2834" y="187"/>
                      <a:pt x="2799" y="163"/>
                      <a:pt x="2758" y="122"/>
                    </a:cubicBezTo>
                    <a:cubicBezTo>
                      <a:pt x="2724" y="88"/>
                      <a:pt x="2698" y="53"/>
                      <a:pt x="2646" y="45"/>
                    </a:cubicBezTo>
                    <a:cubicBezTo>
                      <a:pt x="2612" y="36"/>
                      <a:pt x="2578" y="36"/>
                      <a:pt x="2535" y="36"/>
                    </a:cubicBezTo>
                    <a:lnTo>
                      <a:pt x="2475" y="36"/>
                    </a:lnTo>
                    <a:cubicBezTo>
                      <a:pt x="2449" y="36"/>
                      <a:pt x="2423" y="28"/>
                      <a:pt x="2397" y="28"/>
                    </a:cubicBezTo>
                    <a:lnTo>
                      <a:pt x="2354" y="28"/>
                    </a:lnTo>
                    <a:lnTo>
                      <a:pt x="2311" y="2"/>
                    </a:lnTo>
                    <a:cubicBezTo>
                      <a:pt x="2308" y="1"/>
                      <a:pt x="2305" y="1"/>
                      <a:pt x="230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83" name="Google Shape;18083;p62"/>
              <p:cNvSpPr/>
              <p:nvPr/>
            </p:nvSpPr>
            <p:spPr>
              <a:xfrm>
                <a:off x="5707400" y="1280200"/>
                <a:ext cx="1525" cy="45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8" extrusionOk="0">
                    <a:moveTo>
                      <a:pt x="0" y="1"/>
                    </a:moveTo>
                    <a:cubicBezTo>
                      <a:pt x="35" y="9"/>
                      <a:pt x="43" y="18"/>
                      <a:pt x="52" y="18"/>
                    </a:cubicBezTo>
                    <a:cubicBezTo>
                      <a:pt x="61" y="18"/>
                      <a:pt x="61" y="9"/>
                      <a:pt x="52" y="9"/>
                    </a:cubicBezTo>
                    <a:lnTo>
                      <a:pt x="26" y="1"/>
                    </a:lnTo>
                    <a:close/>
                  </a:path>
                </a:pathLst>
              </a:custGeom>
              <a:solidFill>
                <a:srgbClr val="E4C52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84" name="Google Shape;18084;p62"/>
              <p:cNvSpPr/>
              <p:nvPr/>
            </p:nvSpPr>
            <p:spPr>
              <a:xfrm>
                <a:off x="5709550" y="1391900"/>
                <a:ext cx="21925" cy="5175"/>
              </a:xfrm>
              <a:custGeom>
                <a:avLst/>
                <a:gdLst/>
                <a:ahLst/>
                <a:cxnLst/>
                <a:rect l="l" t="t" r="r" b="b"/>
                <a:pathLst>
                  <a:path w="877" h="207" extrusionOk="0">
                    <a:moveTo>
                      <a:pt x="26" y="206"/>
                    </a:moveTo>
                    <a:cubicBezTo>
                      <a:pt x="18" y="206"/>
                      <a:pt x="9" y="206"/>
                      <a:pt x="0" y="206"/>
                    </a:cubicBezTo>
                    <a:lnTo>
                      <a:pt x="0" y="206"/>
                    </a:lnTo>
                    <a:cubicBezTo>
                      <a:pt x="9" y="206"/>
                      <a:pt x="18" y="206"/>
                      <a:pt x="26" y="206"/>
                    </a:cubicBezTo>
                    <a:cubicBezTo>
                      <a:pt x="60" y="206"/>
                      <a:pt x="95" y="198"/>
                      <a:pt x="129" y="198"/>
                    </a:cubicBezTo>
                    <a:cubicBezTo>
                      <a:pt x="138" y="198"/>
                      <a:pt x="146" y="198"/>
                      <a:pt x="146" y="198"/>
                    </a:cubicBezTo>
                    <a:cubicBezTo>
                      <a:pt x="164" y="198"/>
                      <a:pt x="181" y="198"/>
                      <a:pt x="198" y="198"/>
                    </a:cubicBezTo>
                    <a:cubicBezTo>
                      <a:pt x="207" y="198"/>
                      <a:pt x="224" y="206"/>
                      <a:pt x="241" y="206"/>
                    </a:cubicBezTo>
                    <a:cubicBezTo>
                      <a:pt x="258" y="206"/>
                      <a:pt x="275" y="198"/>
                      <a:pt x="292" y="198"/>
                    </a:cubicBezTo>
                    <a:cubicBezTo>
                      <a:pt x="327" y="181"/>
                      <a:pt x="353" y="163"/>
                      <a:pt x="387" y="138"/>
                    </a:cubicBezTo>
                    <a:cubicBezTo>
                      <a:pt x="421" y="112"/>
                      <a:pt x="456" y="103"/>
                      <a:pt x="499" y="95"/>
                    </a:cubicBezTo>
                    <a:cubicBezTo>
                      <a:pt x="610" y="69"/>
                      <a:pt x="722" y="60"/>
                      <a:pt x="834" y="17"/>
                    </a:cubicBezTo>
                    <a:cubicBezTo>
                      <a:pt x="842" y="17"/>
                      <a:pt x="859" y="9"/>
                      <a:pt x="877" y="0"/>
                    </a:cubicBezTo>
                    <a:cubicBezTo>
                      <a:pt x="859" y="9"/>
                      <a:pt x="842" y="17"/>
                      <a:pt x="834" y="17"/>
                    </a:cubicBezTo>
                    <a:cubicBezTo>
                      <a:pt x="722" y="60"/>
                      <a:pt x="610" y="69"/>
                      <a:pt x="499" y="95"/>
                    </a:cubicBezTo>
                    <a:cubicBezTo>
                      <a:pt x="456" y="103"/>
                      <a:pt x="421" y="112"/>
                      <a:pt x="387" y="138"/>
                    </a:cubicBezTo>
                    <a:cubicBezTo>
                      <a:pt x="353" y="163"/>
                      <a:pt x="327" y="181"/>
                      <a:pt x="292" y="198"/>
                    </a:cubicBezTo>
                    <a:cubicBezTo>
                      <a:pt x="275" y="198"/>
                      <a:pt x="258" y="206"/>
                      <a:pt x="241" y="206"/>
                    </a:cubicBezTo>
                    <a:cubicBezTo>
                      <a:pt x="224" y="206"/>
                      <a:pt x="207" y="198"/>
                      <a:pt x="198" y="198"/>
                    </a:cubicBezTo>
                    <a:cubicBezTo>
                      <a:pt x="181" y="198"/>
                      <a:pt x="164" y="198"/>
                      <a:pt x="146" y="198"/>
                    </a:cubicBezTo>
                    <a:cubicBezTo>
                      <a:pt x="146" y="198"/>
                      <a:pt x="138" y="198"/>
                      <a:pt x="129" y="198"/>
                    </a:cubicBezTo>
                    <a:cubicBezTo>
                      <a:pt x="95" y="198"/>
                      <a:pt x="60" y="206"/>
                      <a:pt x="26" y="206"/>
                    </a:cubicBezTo>
                    <a:close/>
                  </a:path>
                </a:pathLst>
              </a:custGeom>
              <a:solidFill>
                <a:srgbClr val="D2A7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85" name="Google Shape;18085;p62"/>
              <p:cNvSpPr/>
              <p:nvPr/>
            </p:nvSpPr>
            <p:spPr>
              <a:xfrm>
                <a:off x="5741975" y="1376200"/>
                <a:ext cx="9475" cy="9700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88" extrusionOk="0">
                    <a:moveTo>
                      <a:pt x="1" y="388"/>
                    </a:moveTo>
                    <a:cubicBezTo>
                      <a:pt x="1" y="379"/>
                      <a:pt x="1" y="379"/>
                      <a:pt x="9" y="379"/>
                    </a:cubicBezTo>
                    <a:cubicBezTo>
                      <a:pt x="78" y="319"/>
                      <a:pt x="121" y="310"/>
                      <a:pt x="190" y="259"/>
                    </a:cubicBezTo>
                    <a:cubicBezTo>
                      <a:pt x="215" y="233"/>
                      <a:pt x="224" y="233"/>
                      <a:pt x="241" y="199"/>
                    </a:cubicBezTo>
                    <a:cubicBezTo>
                      <a:pt x="258" y="164"/>
                      <a:pt x="284" y="130"/>
                      <a:pt x="301" y="95"/>
                    </a:cubicBezTo>
                    <a:cubicBezTo>
                      <a:pt x="319" y="52"/>
                      <a:pt x="370" y="52"/>
                      <a:pt x="370" y="10"/>
                    </a:cubicBezTo>
                    <a:cubicBezTo>
                      <a:pt x="379" y="10"/>
                      <a:pt x="379" y="1"/>
                      <a:pt x="379" y="1"/>
                    </a:cubicBezTo>
                    <a:cubicBezTo>
                      <a:pt x="379" y="1"/>
                      <a:pt x="379" y="10"/>
                      <a:pt x="370" y="10"/>
                    </a:cubicBezTo>
                    <a:cubicBezTo>
                      <a:pt x="370" y="52"/>
                      <a:pt x="319" y="52"/>
                      <a:pt x="301" y="95"/>
                    </a:cubicBezTo>
                    <a:cubicBezTo>
                      <a:pt x="284" y="130"/>
                      <a:pt x="258" y="164"/>
                      <a:pt x="241" y="199"/>
                    </a:cubicBezTo>
                    <a:cubicBezTo>
                      <a:pt x="224" y="233"/>
                      <a:pt x="215" y="233"/>
                      <a:pt x="190" y="259"/>
                    </a:cubicBezTo>
                    <a:cubicBezTo>
                      <a:pt x="121" y="310"/>
                      <a:pt x="78" y="319"/>
                      <a:pt x="9" y="379"/>
                    </a:cubicBezTo>
                    <a:cubicBezTo>
                      <a:pt x="1" y="379"/>
                      <a:pt x="1" y="379"/>
                      <a:pt x="1" y="388"/>
                    </a:cubicBezTo>
                    <a:close/>
                  </a:path>
                </a:pathLst>
              </a:custGeom>
              <a:solidFill>
                <a:srgbClr val="D2A7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86" name="Google Shape;18086;p62"/>
              <p:cNvSpPr/>
              <p:nvPr/>
            </p:nvSpPr>
            <p:spPr>
              <a:xfrm>
                <a:off x="5748425" y="1286225"/>
                <a:ext cx="15475" cy="575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303" extrusionOk="0">
                    <a:moveTo>
                      <a:pt x="619" y="2303"/>
                    </a:moveTo>
                    <a:cubicBezTo>
                      <a:pt x="610" y="2200"/>
                      <a:pt x="593" y="2071"/>
                      <a:pt x="550" y="1976"/>
                    </a:cubicBezTo>
                    <a:cubicBezTo>
                      <a:pt x="533" y="1942"/>
                      <a:pt x="507" y="1907"/>
                      <a:pt x="499" y="1873"/>
                    </a:cubicBezTo>
                    <a:cubicBezTo>
                      <a:pt x="507" y="1907"/>
                      <a:pt x="533" y="1942"/>
                      <a:pt x="550" y="1976"/>
                    </a:cubicBezTo>
                    <a:cubicBezTo>
                      <a:pt x="593" y="2071"/>
                      <a:pt x="610" y="2200"/>
                      <a:pt x="619" y="2303"/>
                    </a:cubicBezTo>
                    <a:close/>
                    <a:moveTo>
                      <a:pt x="95" y="129"/>
                    </a:moveTo>
                    <a:cubicBezTo>
                      <a:pt x="61" y="77"/>
                      <a:pt x="26" y="52"/>
                      <a:pt x="0" y="0"/>
                    </a:cubicBezTo>
                    <a:cubicBezTo>
                      <a:pt x="26" y="52"/>
                      <a:pt x="61" y="77"/>
                      <a:pt x="95" y="129"/>
                    </a:cubicBezTo>
                    <a:close/>
                  </a:path>
                </a:pathLst>
              </a:custGeom>
              <a:solidFill>
                <a:srgbClr val="D2A7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87" name="Google Shape;18087;p62"/>
              <p:cNvSpPr/>
              <p:nvPr/>
            </p:nvSpPr>
            <p:spPr>
              <a:xfrm>
                <a:off x="5718575" y="1271825"/>
                <a:ext cx="1950" cy="2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" extrusionOk="0">
                    <a:moveTo>
                      <a:pt x="78" y="9"/>
                    </a:moveTo>
                    <a:cubicBezTo>
                      <a:pt x="52" y="9"/>
                      <a:pt x="26" y="1"/>
                      <a:pt x="0" y="1"/>
                    </a:cubicBezTo>
                    <a:cubicBezTo>
                      <a:pt x="26" y="1"/>
                      <a:pt x="52" y="9"/>
                      <a:pt x="78" y="9"/>
                    </a:cubicBezTo>
                    <a:close/>
                  </a:path>
                </a:pathLst>
              </a:custGeom>
              <a:solidFill>
                <a:srgbClr val="D2A7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88" name="Google Shape;18088;p62"/>
              <p:cNvSpPr/>
              <p:nvPr/>
            </p:nvSpPr>
            <p:spPr>
              <a:xfrm>
                <a:off x="5716850" y="1271400"/>
                <a:ext cx="1750" cy="450"/>
              </a:xfrm>
              <a:custGeom>
                <a:avLst/>
                <a:gdLst/>
                <a:ahLst/>
                <a:cxnLst/>
                <a:rect l="l" t="t" r="r" b="b"/>
                <a:pathLst>
                  <a:path w="70" h="18" extrusionOk="0">
                    <a:moveTo>
                      <a:pt x="69" y="18"/>
                    </a:moveTo>
                    <a:lnTo>
                      <a:pt x="26" y="1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6" y="18"/>
                    </a:lnTo>
                    <a:lnTo>
                      <a:pt x="69" y="18"/>
                    </a:lnTo>
                    <a:close/>
                  </a:path>
                </a:pathLst>
              </a:custGeom>
              <a:solidFill>
                <a:srgbClr val="D2A7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89" name="Google Shape;18089;p62"/>
              <p:cNvSpPr/>
              <p:nvPr/>
            </p:nvSpPr>
            <p:spPr>
              <a:xfrm>
                <a:off x="5660350" y="1271175"/>
                <a:ext cx="104000" cy="125900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5036" extrusionOk="0">
                    <a:moveTo>
                      <a:pt x="2235" y="1"/>
                    </a:moveTo>
                    <a:cubicBezTo>
                      <a:pt x="2192" y="1"/>
                      <a:pt x="2123" y="52"/>
                      <a:pt x="2080" y="69"/>
                    </a:cubicBezTo>
                    <a:cubicBezTo>
                      <a:pt x="2028" y="87"/>
                      <a:pt x="1986" y="95"/>
                      <a:pt x="1943" y="95"/>
                    </a:cubicBezTo>
                    <a:cubicBezTo>
                      <a:pt x="1925" y="95"/>
                      <a:pt x="1908" y="95"/>
                      <a:pt x="1891" y="87"/>
                    </a:cubicBezTo>
                    <a:lnTo>
                      <a:pt x="1865" y="87"/>
                    </a:lnTo>
                    <a:cubicBezTo>
                      <a:pt x="1771" y="87"/>
                      <a:pt x="1685" y="130"/>
                      <a:pt x="1599" y="164"/>
                    </a:cubicBezTo>
                    <a:lnTo>
                      <a:pt x="1590" y="164"/>
                    </a:lnTo>
                    <a:cubicBezTo>
                      <a:pt x="1625" y="198"/>
                      <a:pt x="1659" y="224"/>
                      <a:pt x="1693" y="241"/>
                    </a:cubicBezTo>
                    <a:cubicBezTo>
                      <a:pt x="1719" y="241"/>
                      <a:pt x="1736" y="241"/>
                      <a:pt x="1754" y="258"/>
                    </a:cubicBezTo>
                    <a:cubicBezTo>
                      <a:pt x="1771" y="267"/>
                      <a:pt x="1779" y="293"/>
                      <a:pt x="1797" y="301"/>
                    </a:cubicBezTo>
                    <a:cubicBezTo>
                      <a:pt x="1831" y="327"/>
                      <a:pt x="1874" y="353"/>
                      <a:pt x="1908" y="362"/>
                    </a:cubicBezTo>
                    <a:cubicBezTo>
                      <a:pt x="1934" y="362"/>
                      <a:pt x="1951" y="353"/>
                      <a:pt x="1977" y="353"/>
                    </a:cubicBezTo>
                    <a:cubicBezTo>
                      <a:pt x="1994" y="353"/>
                      <a:pt x="2011" y="353"/>
                      <a:pt x="2028" y="362"/>
                    </a:cubicBezTo>
                    <a:cubicBezTo>
                      <a:pt x="2063" y="379"/>
                      <a:pt x="2089" y="405"/>
                      <a:pt x="2123" y="413"/>
                    </a:cubicBezTo>
                    <a:cubicBezTo>
                      <a:pt x="2157" y="430"/>
                      <a:pt x="2183" y="430"/>
                      <a:pt x="2209" y="447"/>
                    </a:cubicBezTo>
                    <a:cubicBezTo>
                      <a:pt x="2278" y="499"/>
                      <a:pt x="2338" y="559"/>
                      <a:pt x="2398" y="619"/>
                    </a:cubicBezTo>
                    <a:cubicBezTo>
                      <a:pt x="2458" y="671"/>
                      <a:pt x="2518" y="740"/>
                      <a:pt x="2587" y="783"/>
                    </a:cubicBezTo>
                    <a:cubicBezTo>
                      <a:pt x="2647" y="817"/>
                      <a:pt x="2707" y="843"/>
                      <a:pt x="2776" y="877"/>
                    </a:cubicBezTo>
                    <a:cubicBezTo>
                      <a:pt x="2827" y="903"/>
                      <a:pt x="2888" y="937"/>
                      <a:pt x="2939" y="980"/>
                    </a:cubicBezTo>
                    <a:cubicBezTo>
                      <a:pt x="2982" y="1006"/>
                      <a:pt x="3017" y="1040"/>
                      <a:pt x="3059" y="1075"/>
                    </a:cubicBezTo>
                    <a:cubicBezTo>
                      <a:pt x="3094" y="1109"/>
                      <a:pt x="3137" y="1135"/>
                      <a:pt x="3180" y="1161"/>
                    </a:cubicBezTo>
                    <a:cubicBezTo>
                      <a:pt x="3206" y="1186"/>
                      <a:pt x="3223" y="1229"/>
                      <a:pt x="3240" y="1264"/>
                    </a:cubicBezTo>
                    <a:cubicBezTo>
                      <a:pt x="3291" y="1367"/>
                      <a:pt x="3309" y="1470"/>
                      <a:pt x="3326" y="1582"/>
                    </a:cubicBezTo>
                    <a:cubicBezTo>
                      <a:pt x="3334" y="1633"/>
                      <a:pt x="3352" y="1676"/>
                      <a:pt x="3343" y="1728"/>
                    </a:cubicBezTo>
                    <a:cubicBezTo>
                      <a:pt x="3343" y="1745"/>
                      <a:pt x="3343" y="1762"/>
                      <a:pt x="3343" y="1779"/>
                    </a:cubicBezTo>
                    <a:cubicBezTo>
                      <a:pt x="3343" y="1822"/>
                      <a:pt x="3334" y="1831"/>
                      <a:pt x="3317" y="1865"/>
                    </a:cubicBezTo>
                    <a:cubicBezTo>
                      <a:pt x="3309" y="1908"/>
                      <a:pt x="3317" y="1960"/>
                      <a:pt x="3317" y="2003"/>
                    </a:cubicBezTo>
                    <a:cubicBezTo>
                      <a:pt x="3317" y="2020"/>
                      <a:pt x="3309" y="2045"/>
                      <a:pt x="3317" y="2071"/>
                    </a:cubicBezTo>
                    <a:cubicBezTo>
                      <a:pt x="3317" y="2097"/>
                      <a:pt x="3334" y="2123"/>
                      <a:pt x="3334" y="2149"/>
                    </a:cubicBezTo>
                    <a:cubicBezTo>
                      <a:pt x="3334" y="2166"/>
                      <a:pt x="3326" y="2183"/>
                      <a:pt x="3317" y="2200"/>
                    </a:cubicBezTo>
                    <a:cubicBezTo>
                      <a:pt x="3317" y="2226"/>
                      <a:pt x="3317" y="2243"/>
                      <a:pt x="3309" y="2269"/>
                    </a:cubicBezTo>
                    <a:cubicBezTo>
                      <a:pt x="3300" y="2286"/>
                      <a:pt x="3300" y="2295"/>
                      <a:pt x="3291" y="2303"/>
                    </a:cubicBezTo>
                    <a:cubicBezTo>
                      <a:pt x="3274" y="2338"/>
                      <a:pt x="3283" y="2381"/>
                      <a:pt x="3283" y="2415"/>
                    </a:cubicBezTo>
                    <a:cubicBezTo>
                      <a:pt x="3274" y="2441"/>
                      <a:pt x="3266" y="2458"/>
                      <a:pt x="3266" y="2484"/>
                    </a:cubicBezTo>
                    <a:cubicBezTo>
                      <a:pt x="3266" y="2518"/>
                      <a:pt x="3240" y="2561"/>
                      <a:pt x="3248" y="2604"/>
                    </a:cubicBezTo>
                    <a:cubicBezTo>
                      <a:pt x="3248" y="2655"/>
                      <a:pt x="3300" y="2716"/>
                      <a:pt x="3317" y="2767"/>
                    </a:cubicBezTo>
                    <a:cubicBezTo>
                      <a:pt x="3334" y="2802"/>
                      <a:pt x="3334" y="2819"/>
                      <a:pt x="3334" y="2853"/>
                    </a:cubicBezTo>
                    <a:cubicBezTo>
                      <a:pt x="3326" y="2887"/>
                      <a:pt x="3317" y="2905"/>
                      <a:pt x="3309" y="2939"/>
                    </a:cubicBezTo>
                    <a:cubicBezTo>
                      <a:pt x="3291" y="2991"/>
                      <a:pt x="3291" y="3051"/>
                      <a:pt x="3274" y="3102"/>
                    </a:cubicBezTo>
                    <a:cubicBezTo>
                      <a:pt x="3248" y="3154"/>
                      <a:pt x="3214" y="3197"/>
                      <a:pt x="3206" y="3248"/>
                    </a:cubicBezTo>
                    <a:cubicBezTo>
                      <a:pt x="3188" y="3291"/>
                      <a:pt x="3171" y="3343"/>
                      <a:pt x="3163" y="3386"/>
                    </a:cubicBezTo>
                    <a:cubicBezTo>
                      <a:pt x="3145" y="3429"/>
                      <a:pt x="3128" y="3480"/>
                      <a:pt x="3111" y="3523"/>
                    </a:cubicBezTo>
                    <a:cubicBezTo>
                      <a:pt x="3102" y="3601"/>
                      <a:pt x="3085" y="3669"/>
                      <a:pt x="3042" y="3729"/>
                    </a:cubicBezTo>
                    <a:cubicBezTo>
                      <a:pt x="3017" y="3772"/>
                      <a:pt x="2982" y="3824"/>
                      <a:pt x="2974" y="3875"/>
                    </a:cubicBezTo>
                    <a:cubicBezTo>
                      <a:pt x="2965" y="3970"/>
                      <a:pt x="2939" y="4064"/>
                      <a:pt x="2870" y="4133"/>
                    </a:cubicBezTo>
                    <a:cubicBezTo>
                      <a:pt x="2827" y="4176"/>
                      <a:pt x="2776" y="4211"/>
                      <a:pt x="2733" y="4262"/>
                    </a:cubicBezTo>
                    <a:cubicBezTo>
                      <a:pt x="2707" y="4288"/>
                      <a:pt x="2699" y="4322"/>
                      <a:pt x="2681" y="4357"/>
                    </a:cubicBezTo>
                    <a:cubicBezTo>
                      <a:pt x="2664" y="4382"/>
                      <a:pt x="2647" y="4408"/>
                      <a:pt x="2638" y="4425"/>
                    </a:cubicBezTo>
                    <a:cubicBezTo>
                      <a:pt x="2630" y="4442"/>
                      <a:pt x="2613" y="4451"/>
                      <a:pt x="2604" y="4468"/>
                    </a:cubicBezTo>
                    <a:cubicBezTo>
                      <a:pt x="2596" y="4477"/>
                      <a:pt x="2587" y="4477"/>
                      <a:pt x="2587" y="4477"/>
                    </a:cubicBezTo>
                    <a:cubicBezTo>
                      <a:pt x="2570" y="4477"/>
                      <a:pt x="2561" y="4468"/>
                      <a:pt x="2553" y="4468"/>
                    </a:cubicBezTo>
                    <a:cubicBezTo>
                      <a:pt x="2544" y="4468"/>
                      <a:pt x="2527" y="4460"/>
                      <a:pt x="2518" y="4460"/>
                    </a:cubicBezTo>
                    <a:cubicBezTo>
                      <a:pt x="2510" y="4460"/>
                      <a:pt x="2510" y="4460"/>
                      <a:pt x="2501" y="4468"/>
                    </a:cubicBezTo>
                    <a:cubicBezTo>
                      <a:pt x="2492" y="4477"/>
                      <a:pt x="2492" y="4477"/>
                      <a:pt x="2484" y="4477"/>
                    </a:cubicBezTo>
                    <a:cubicBezTo>
                      <a:pt x="2492" y="4494"/>
                      <a:pt x="2501" y="4503"/>
                      <a:pt x="2501" y="4520"/>
                    </a:cubicBezTo>
                    <a:cubicBezTo>
                      <a:pt x="2492" y="4546"/>
                      <a:pt x="2441" y="4554"/>
                      <a:pt x="2407" y="4554"/>
                    </a:cubicBezTo>
                    <a:lnTo>
                      <a:pt x="2398" y="4554"/>
                    </a:lnTo>
                    <a:cubicBezTo>
                      <a:pt x="2346" y="4546"/>
                      <a:pt x="2303" y="4537"/>
                      <a:pt x="2252" y="4528"/>
                    </a:cubicBezTo>
                    <a:lnTo>
                      <a:pt x="2235" y="4528"/>
                    </a:lnTo>
                    <a:cubicBezTo>
                      <a:pt x="2200" y="4528"/>
                      <a:pt x="2183" y="4537"/>
                      <a:pt x="2157" y="4554"/>
                    </a:cubicBezTo>
                    <a:cubicBezTo>
                      <a:pt x="2132" y="4563"/>
                      <a:pt x="2106" y="4580"/>
                      <a:pt x="2089" y="4589"/>
                    </a:cubicBezTo>
                    <a:cubicBezTo>
                      <a:pt x="2054" y="4614"/>
                      <a:pt x="2011" y="4614"/>
                      <a:pt x="1968" y="4631"/>
                    </a:cubicBezTo>
                    <a:cubicBezTo>
                      <a:pt x="1951" y="4640"/>
                      <a:pt x="1934" y="4649"/>
                      <a:pt x="1925" y="4649"/>
                    </a:cubicBezTo>
                    <a:cubicBezTo>
                      <a:pt x="1908" y="4649"/>
                      <a:pt x="1891" y="4640"/>
                      <a:pt x="1865" y="4631"/>
                    </a:cubicBezTo>
                    <a:cubicBezTo>
                      <a:pt x="1822" y="4623"/>
                      <a:pt x="1771" y="4623"/>
                      <a:pt x="1736" y="4606"/>
                    </a:cubicBezTo>
                    <a:cubicBezTo>
                      <a:pt x="1702" y="4597"/>
                      <a:pt x="1685" y="4571"/>
                      <a:pt x="1650" y="4563"/>
                    </a:cubicBezTo>
                    <a:cubicBezTo>
                      <a:pt x="1608" y="4537"/>
                      <a:pt x="1556" y="4520"/>
                      <a:pt x="1504" y="4494"/>
                    </a:cubicBezTo>
                    <a:cubicBezTo>
                      <a:pt x="1496" y="4503"/>
                      <a:pt x="1487" y="4503"/>
                      <a:pt x="1479" y="4503"/>
                    </a:cubicBezTo>
                    <a:cubicBezTo>
                      <a:pt x="1479" y="4503"/>
                      <a:pt x="1470" y="4503"/>
                      <a:pt x="1461" y="4494"/>
                    </a:cubicBezTo>
                    <a:lnTo>
                      <a:pt x="1436" y="4494"/>
                    </a:lnTo>
                    <a:cubicBezTo>
                      <a:pt x="1419" y="4494"/>
                      <a:pt x="1401" y="4494"/>
                      <a:pt x="1384" y="4503"/>
                    </a:cubicBezTo>
                    <a:lnTo>
                      <a:pt x="1341" y="4503"/>
                    </a:lnTo>
                    <a:cubicBezTo>
                      <a:pt x="1315" y="4503"/>
                      <a:pt x="1298" y="4503"/>
                      <a:pt x="1281" y="4485"/>
                    </a:cubicBezTo>
                    <a:lnTo>
                      <a:pt x="1169" y="4485"/>
                    </a:lnTo>
                    <a:cubicBezTo>
                      <a:pt x="1144" y="4485"/>
                      <a:pt x="1126" y="4485"/>
                      <a:pt x="1109" y="4468"/>
                    </a:cubicBezTo>
                    <a:cubicBezTo>
                      <a:pt x="1066" y="4434"/>
                      <a:pt x="1040" y="4408"/>
                      <a:pt x="980" y="4391"/>
                    </a:cubicBezTo>
                    <a:cubicBezTo>
                      <a:pt x="937" y="4382"/>
                      <a:pt x="912" y="4348"/>
                      <a:pt x="877" y="4314"/>
                    </a:cubicBezTo>
                    <a:cubicBezTo>
                      <a:pt x="851" y="4296"/>
                      <a:pt x="766" y="4305"/>
                      <a:pt x="748" y="4279"/>
                    </a:cubicBezTo>
                    <a:cubicBezTo>
                      <a:pt x="731" y="4262"/>
                      <a:pt x="577" y="4159"/>
                      <a:pt x="568" y="4142"/>
                    </a:cubicBezTo>
                    <a:cubicBezTo>
                      <a:pt x="551" y="4116"/>
                      <a:pt x="542" y="4090"/>
                      <a:pt x="525" y="4056"/>
                    </a:cubicBezTo>
                    <a:cubicBezTo>
                      <a:pt x="482" y="4004"/>
                      <a:pt x="430" y="3961"/>
                      <a:pt x="396" y="3910"/>
                    </a:cubicBezTo>
                    <a:cubicBezTo>
                      <a:pt x="353" y="3858"/>
                      <a:pt x="319" y="3815"/>
                      <a:pt x="267" y="3781"/>
                    </a:cubicBezTo>
                    <a:cubicBezTo>
                      <a:pt x="207" y="3729"/>
                      <a:pt x="259" y="3618"/>
                      <a:pt x="207" y="3558"/>
                    </a:cubicBezTo>
                    <a:lnTo>
                      <a:pt x="181" y="3523"/>
                    </a:lnTo>
                    <a:cubicBezTo>
                      <a:pt x="156" y="3506"/>
                      <a:pt x="138" y="3506"/>
                      <a:pt x="113" y="3497"/>
                    </a:cubicBezTo>
                    <a:cubicBezTo>
                      <a:pt x="78" y="3480"/>
                      <a:pt x="78" y="3480"/>
                      <a:pt x="52" y="3454"/>
                    </a:cubicBezTo>
                    <a:cubicBezTo>
                      <a:pt x="35" y="3437"/>
                      <a:pt x="18" y="3420"/>
                      <a:pt x="1" y="3412"/>
                    </a:cubicBezTo>
                    <a:lnTo>
                      <a:pt x="1" y="3412"/>
                    </a:lnTo>
                    <a:cubicBezTo>
                      <a:pt x="10" y="3446"/>
                      <a:pt x="10" y="3472"/>
                      <a:pt x="18" y="3506"/>
                    </a:cubicBezTo>
                    <a:cubicBezTo>
                      <a:pt x="44" y="3618"/>
                      <a:pt x="95" y="3729"/>
                      <a:pt x="181" y="3798"/>
                    </a:cubicBezTo>
                    <a:cubicBezTo>
                      <a:pt x="216" y="3824"/>
                      <a:pt x="241" y="3850"/>
                      <a:pt x="267" y="3893"/>
                    </a:cubicBezTo>
                    <a:cubicBezTo>
                      <a:pt x="302" y="3961"/>
                      <a:pt x="319" y="3987"/>
                      <a:pt x="379" y="4039"/>
                    </a:cubicBezTo>
                    <a:lnTo>
                      <a:pt x="388" y="4039"/>
                    </a:lnTo>
                    <a:cubicBezTo>
                      <a:pt x="482" y="4107"/>
                      <a:pt x="499" y="4228"/>
                      <a:pt x="559" y="4314"/>
                    </a:cubicBezTo>
                    <a:cubicBezTo>
                      <a:pt x="585" y="4348"/>
                      <a:pt x="611" y="4391"/>
                      <a:pt x="645" y="4408"/>
                    </a:cubicBezTo>
                    <a:cubicBezTo>
                      <a:pt x="714" y="4434"/>
                      <a:pt x="783" y="4417"/>
                      <a:pt x="851" y="4460"/>
                    </a:cubicBezTo>
                    <a:cubicBezTo>
                      <a:pt x="894" y="4485"/>
                      <a:pt x="937" y="4520"/>
                      <a:pt x="980" y="4546"/>
                    </a:cubicBezTo>
                    <a:cubicBezTo>
                      <a:pt x="1032" y="4580"/>
                      <a:pt x="1101" y="4623"/>
                      <a:pt x="1144" y="4674"/>
                    </a:cubicBezTo>
                    <a:cubicBezTo>
                      <a:pt x="1152" y="4683"/>
                      <a:pt x="1161" y="4700"/>
                      <a:pt x="1161" y="4709"/>
                    </a:cubicBezTo>
                    <a:cubicBezTo>
                      <a:pt x="1221" y="4786"/>
                      <a:pt x="1272" y="4846"/>
                      <a:pt x="1376" y="4889"/>
                    </a:cubicBezTo>
                    <a:cubicBezTo>
                      <a:pt x="1479" y="4932"/>
                      <a:pt x="1573" y="4958"/>
                      <a:pt x="1676" y="4975"/>
                    </a:cubicBezTo>
                    <a:lnTo>
                      <a:pt x="1702" y="4975"/>
                    </a:lnTo>
                    <a:cubicBezTo>
                      <a:pt x="1745" y="4984"/>
                      <a:pt x="1788" y="4984"/>
                      <a:pt x="1831" y="4992"/>
                    </a:cubicBezTo>
                    <a:cubicBezTo>
                      <a:pt x="1865" y="5001"/>
                      <a:pt x="1900" y="5018"/>
                      <a:pt x="1934" y="5027"/>
                    </a:cubicBezTo>
                    <a:cubicBezTo>
                      <a:pt x="1943" y="5027"/>
                      <a:pt x="1951" y="5035"/>
                      <a:pt x="1968" y="5035"/>
                    </a:cubicBezTo>
                    <a:lnTo>
                      <a:pt x="1994" y="5035"/>
                    </a:lnTo>
                    <a:cubicBezTo>
                      <a:pt x="2028" y="5035"/>
                      <a:pt x="2063" y="5027"/>
                      <a:pt x="2097" y="5027"/>
                    </a:cubicBezTo>
                    <a:lnTo>
                      <a:pt x="2166" y="5027"/>
                    </a:lnTo>
                    <a:cubicBezTo>
                      <a:pt x="2175" y="5027"/>
                      <a:pt x="2192" y="5035"/>
                      <a:pt x="2209" y="5035"/>
                    </a:cubicBezTo>
                    <a:cubicBezTo>
                      <a:pt x="2226" y="5035"/>
                      <a:pt x="2243" y="5027"/>
                      <a:pt x="2260" y="5027"/>
                    </a:cubicBezTo>
                    <a:cubicBezTo>
                      <a:pt x="2295" y="5010"/>
                      <a:pt x="2321" y="4992"/>
                      <a:pt x="2355" y="4967"/>
                    </a:cubicBezTo>
                    <a:cubicBezTo>
                      <a:pt x="2389" y="4941"/>
                      <a:pt x="2424" y="4932"/>
                      <a:pt x="2467" y="4924"/>
                    </a:cubicBezTo>
                    <a:cubicBezTo>
                      <a:pt x="2578" y="4898"/>
                      <a:pt x="2690" y="4889"/>
                      <a:pt x="2802" y="4846"/>
                    </a:cubicBezTo>
                    <a:cubicBezTo>
                      <a:pt x="2810" y="4846"/>
                      <a:pt x="2827" y="4838"/>
                      <a:pt x="2845" y="4829"/>
                    </a:cubicBezTo>
                    <a:cubicBezTo>
                      <a:pt x="2922" y="4803"/>
                      <a:pt x="2999" y="4769"/>
                      <a:pt x="3085" y="4743"/>
                    </a:cubicBezTo>
                    <a:cubicBezTo>
                      <a:pt x="3171" y="4726"/>
                      <a:pt x="3206" y="4640"/>
                      <a:pt x="3266" y="4589"/>
                    </a:cubicBezTo>
                    <a:cubicBezTo>
                      <a:pt x="3266" y="4580"/>
                      <a:pt x="3266" y="4580"/>
                      <a:pt x="3274" y="4580"/>
                    </a:cubicBezTo>
                    <a:cubicBezTo>
                      <a:pt x="3343" y="4520"/>
                      <a:pt x="3386" y="4511"/>
                      <a:pt x="3455" y="4460"/>
                    </a:cubicBezTo>
                    <a:cubicBezTo>
                      <a:pt x="3480" y="4434"/>
                      <a:pt x="3489" y="4434"/>
                      <a:pt x="3506" y="4400"/>
                    </a:cubicBezTo>
                    <a:cubicBezTo>
                      <a:pt x="3523" y="4365"/>
                      <a:pt x="3549" y="4331"/>
                      <a:pt x="3566" y="4296"/>
                    </a:cubicBezTo>
                    <a:cubicBezTo>
                      <a:pt x="3584" y="4253"/>
                      <a:pt x="3635" y="4253"/>
                      <a:pt x="3635" y="4211"/>
                    </a:cubicBezTo>
                    <a:cubicBezTo>
                      <a:pt x="3644" y="4211"/>
                      <a:pt x="3644" y="4202"/>
                      <a:pt x="3644" y="4202"/>
                    </a:cubicBezTo>
                    <a:cubicBezTo>
                      <a:pt x="3644" y="4168"/>
                      <a:pt x="3661" y="4142"/>
                      <a:pt x="3678" y="4099"/>
                    </a:cubicBezTo>
                    <a:cubicBezTo>
                      <a:pt x="3695" y="4039"/>
                      <a:pt x="3712" y="3970"/>
                      <a:pt x="3730" y="3901"/>
                    </a:cubicBezTo>
                    <a:cubicBezTo>
                      <a:pt x="3747" y="3867"/>
                      <a:pt x="3781" y="3815"/>
                      <a:pt x="3807" y="3772"/>
                    </a:cubicBezTo>
                    <a:cubicBezTo>
                      <a:pt x="3858" y="3686"/>
                      <a:pt x="3901" y="3592"/>
                      <a:pt x="3944" y="3506"/>
                    </a:cubicBezTo>
                    <a:cubicBezTo>
                      <a:pt x="4013" y="3360"/>
                      <a:pt x="4159" y="3180"/>
                      <a:pt x="4159" y="3008"/>
                    </a:cubicBezTo>
                    <a:cubicBezTo>
                      <a:pt x="4159" y="2991"/>
                      <a:pt x="4151" y="2973"/>
                      <a:pt x="4151" y="2956"/>
                    </a:cubicBezTo>
                    <a:cubicBezTo>
                      <a:pt x="4151" y="2939"/>
                      <a:pt x="4151" y="2922"/>
                      <a:pt x="4142" y="2905"/>
                    </a:cubicBezTo>
                    <a:cubicBezTo>
                      <a:pt x="4133" y="2802"/>
                      <a:pt x="4116" y="2673"/>
                      <a:pt x="4073" y="2578"/>
                    </a:cubicBezTo>
                    <a:cubicBezTo>
                      <a:pt x="4056" y="2544"/>
                      <a:pt x="4030" y="2509"/>
                      <a:pt x="4022" y="2475"/>
                    </a:cubicBezTo>
                    <a:cubicBezTo>
                      <a:pt x="4022" y="2466"/>
                      <a:pt x="4022" y="2458"/>
                      <a:pt x="4022" y="2458"/>
                    </a:cubicBezTo>
                    <a:cubicBezTo>
                      <a:pt x="4022" y="2449"/>
                      <a:pt x="4022" y="2441"/>
                      <a:pt x="4022" y="2424"/>
                    </a:cubicBezTo>
                    <a:lnTo>
                      <a:pt x="4022" y="2415"/>
                    </a:lnTo>
                    <a:cubicBezTo>
                      <a:pt x="4022" y="2338"/>
                      <a:pt x="4047" y="2252"/>
                      <a:pt x="4056" y="2183"/>
                    </a:cubicBezTo>
                    <a:cubicBezTo>
                      <a:pt x="4073" y="2080"/>
                      <a:pt x="4065" y="2011"/>
                      <a:pt x="4039" y="1908"/>
                    </a:cubicBezTo>
                    <a:cubicBezTo>
                      <a:pt x="4022" y="1831"/>
                      <a:pt x="4030" y="1753"/>
                      <a:pt x="4013" y="1667"/>
                    </a:cubicBezTo>
                    <a:cubicBezTo>
                      <a:pt x="3996" y="1530"/>
                      <a:pt x="3962" y="1367"/>
                      <a:pt x="3876" y="1255"/>
                    </a:cubicBezTo>
                    <a:cubicBezTo>
                      <a:pt x="3841" y="1212"/>
                      <a:pt x="3798" y="1204"/>
                      <a:pt x="3755" y="1169"/>
                    </a:cubicBezTo>
                    <a:cubicBezTo>
                      <a:pt x="3730" y="1152"/>
                      <a:pt x="3695" y="1100"/>
                      <a:pt x="3678" y="1066"/>
                    </a:cubicBezTo>
                    <a:cubicBezTo>
                      <a:pt x="3644" y="1023"/>
                      <a:pt x="3626" y="963"/>
                      <a:pt x="3626" y="911"/>
                    </a:cubicBezTo>
                    <a:cubicBezTo>
                      <a:pt x="3626" y="903"/>
                      <a:pt x="3626" y="894"/>
                      <a:pt x="3626" y="894"/>
                    </a:cubicBezTo>
                    <a:cubicBezTo>
                      <a:pt x="3626" y="860"/>
                      <a:pt x="3635" y="834"/>
                      <a:pt x="3635" y="800"/>
                    </a:cubicBezTo>
                    <a:cubicBezTo>
                      <a:pt x="3635" y="774"/>
                      <a:pt x="3635" y="748"/>
                      <a:pt x="3618" y="731"/>
                    </a:cubicBezTo>
                    <a:cubicBezTo>
                      <a:pt x="3584" y="679"/>
                      <a:pt x="3549" y="654"/>
                      <a:pt x="3523" y="602"/>
                    </a:cubicBezTo>
                    <a:cubicBezTo>
                      <a:pt x="3489" y="533"/>
                      <a:pt x="3463" y="508"/>
                      <a:pt x="3412" y="465"/>
                    </a:cubicBezTo>
                    <a:cubicBezTo>
                      <a:pt x="3317" y="396"/>
                      <a:pt x="3223" y="336"/>
                      <a:pt x="3120" y="276"/>
                    </a:cubicBezTo>
                    <a:cubicBezTo>
                      <a:pt x="3077" y="250"/>
                      <a:pt x="3034" y="258"/>
                      <a:pt x="2974" y="241"/>
                    </a:cubicBezTo>
                    <a:cubicBezTo>
                      <a:pt x="2939" y="224"/>
                      <a:pt x="2870" y="181"/>
                      <a:pt x="2853" y="181"/>
                    </a:cubicBezTo>
                    <a:lnTo>
                      <a:pt x="2810" y="181"/>
                    </a:lnTo>
                    <a:cubicBezTo>
                      <a:pt x="2767" y="181"/>
                      <a:pt x="2733" y="164"/>
                      <a:pt x="2690" y="121"/>
                    </a:cubicBezTo>
                    <a:cubicBezTo>
                      <a:pt x="2656" y="87"/>
                      <a:pt x="2630" y="52"/>
                      <a:pt x="2578" y="44"/>
                    </a:cubicBezTo>
                    <a:cubicBezTo>
                      <a:pt x="2544" y="35"/>
                      <a:pt x="2510" y="35"/>
                      <a:pt x="2467" y="35"/>
                    </a:cubicBezTo>
                    <a:lnTo>
                      <a:pt x="2407" y="35"/>
                    </a:lnTo>
                    <a:cubicBezTo>
                      <a:pt x="2381" y="35"/>
                      <a:pt x="2355" y="27"/>
                      <a:pt x="2329" y="27"/>
                    </a:cubicBezTo>
                    <a:lnTo>
                      <a:pt x="2286" y="27"/>
                    </a:lnTo>
                    <a:lnTo>
                      <a:pt x="2260" y="9"/>
                    </a:lnTo>
                    <a:lnTo>
                      <a:pt x="2243" y="1"/>
                    </a:lnTo>
                    <a:close/>
                  </a:path>
                </a:pathLst>
              </a:custGeom>
              <a:solidFill>
                <a:srgbClr val="E7CC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90" name="Google Shape;18090;p62"/>
              <p:cNvSpPr/>
              <p:nvPr/>
            </p:nvSpPr>
            <p:spPr>
              <a:xfrm>
                <a:off x="5707825" y="1323600"/>
                <a:ext cx="40625" cy="50275"/>
              </a:xfrm>
              <a:custGeom>
                <a:avLst/>
                <a:gdLst/>
                <a:ahLst/>
                <a:cxnLst/>
                <a:rect l="l" t="t" r="r" b="b"/>
                <a:pathLst>
                  <a:path w="1625" h="2011" extrusionOk="0">
                    <a:moveTo>
                      <a:pt x="1186" y="0"/>
                    </a:moveTo>
                    <a:lnTo>
                      <a:pt x="1178" y="34"/>
                    </a:lnTo>
                    <a:lnTo>
                      <a:pt x="1186" y="43"/>
                    </a:lnTo>
                    <a:cubicBezTo>
                      <a:pt x="1195" y="60"/>
                      <a:pt x="1203" y="69"/>
                      <a:pt x="1212" y="77"/>
                    </a:cubicBezTo>
                    <a:cubicBezTo>
                      <a:pt x="1229" y="95"/>
                      <a:pt x="1246" y="112"/>
                      <a:pt x="1272" y="137"/>
                    </a:cubicBezTo>
                    <a:cubicBezTo>
                      <a:pt x="1281" y="146"/>
                      <a:pt x="1289" y="163"/>
                      <a:pt x="1307" y="163"/>
                    </a:cubicBezTo>
                    <a:cubicBezTo>
                      <a:pt x="1324" y="180"/>
                      <a:pt x="1341" y="180"/>
                      <a:pt x="1367" y="189"/>
                    </a:cubicBezTo>
                    <a:cubicBezTo>
                      <a:pt x="1384" y="198"/>
                      <a:pt x="1401" y="206"/>
                      <a:pt x="1418" y="223"/>
                    </a:cubicBezTo>
                    <a:cubicBezTo>
                      <a:pt x="1427" y="241"/>
                      <a:pt x="1435" y="258"/>
                      <a:pt x="1435" y="275"/>
                    </a:cubicBezTo>
                    <a:cubicBezTo>
                      <a:pt x="1435" y="301"/>
                      <a:pt x="1427" y="327"/>
                      <a:pt x="1427" y="352"/>
                    </a:cubicBezTo>
                    <a:cubicBezTo>
                      <a:pt x="1418" y="378"/>
                      <a:pt x="1418" y="395"/>
                      <a:pt x="1418" y="421"/>
                    </a:cubicBezTo>
                    <a:cubicBezTo>
                      <a:pt x="1410" y="473"/>
                      <a:pt x="1401" y="524"/>
                      <a:pt x="1384" y="567"/>
                    </a:cubicBezTo>
                    <a:cubicBezTo>
                      <a:pt x="1375" y="593"/>
                      <a:pt x="1367" y="610"/>
                      <a:pt x="1358" y="636"/>
                    </a:cubicBezTo>
                    <a:cubicBezTo>
                      <a:pt x="1349" y="653"/>
                      <a:pt x="1341" y="670"/>
                      <a:pt x="1332" y="687"/>
                    </a:cubicBezTo>
                    <a:cubicBezTo>
                      <a:pt x="1315" y="730"/>
                      <a:pt x="1289" y="773"/>
                      <a:pt x="1307" y="825"/>
                    </a:cubicBezTo>
                    <a:cubicBezTo>
                      <a:pt x="1315" y="859"/>
                      <a:pt x="1332" y="885"/>
                      <a:pt x="1332" y="928"/>
                    </a:cubicBezTo>
                    <a:lnTo>
                      <a:pt x="1332" y="954"/>
                    </a:lnTo>
                    <a:lnTo>
                      <a:pt x="1341" y="979"/>
                    </a:lnTo>
                    <a:lnTo>
                      <a:pt x="1332" y="1005"/>
                    </a:lnTo>
                    <a:cubicBezTo>
                      <a:pt x="1324" y="1031"/>
                      <a:pt x="1307" y="1048"/>
                      <a:pt x="1298" y="1074"/>
                    </a:cubicBezTo>
                    <a:cubicBezTo>
                      <a:pt x="1298" y="1091"/>
                      <a:pt x="1281" y="1108"/>
                      <a:pt x="1272" y="1117"/>
                    </a:cubicBezTo>
                    <a:lnTo>
                      <a:pt x="1255" y="1134"/>
                    </a:lnTo>
                    <a:lnTo>
                      <a:pt x="1238" y="1151"/>
                    </a:lnTo>
                    <a:cubicBezTo>
                      <a:pt x="1221" y="1186"/>
                      <a:pt x="1212" y="1220"/>
                      <a:pt x="1178" y="1246"/>
                    </a:cubicBezTo>
                    <a:cubicBezTo>
                      <a:pt x="1152" y="1263"/>
                      <a:pt x="1118" y="1263"/>
                      <a:pt x="1083" y="1272"/>
                    </a:cubicBezTo>
                    <a:cubicBezTo>
                      <a:pt x="1040" y="1280"/>
                      <a:pt x="989" y="1315"/>
                      <a:pt x="954" y="1340"/>
                    </a:cubicBezTo>
                    <a:cubicBezTo>
                      <a:pt x="920" y="1357"/>
                      <a:pt x="886" y="1383"/>
                      <a:pt x="868" y="1409"/>
                    </a:cubicBezTo>
                    <a:cubicBezTo>
                      <a:pt x="860" y="1435"/>
                      <a:pt x="860" y="1461"/>
                      <a:pt x="851" y="1486"/>
                    </a:cubicBezTo>
                    <a:cubicBezTo>
                      <a:pt x="843" y="1521"/>
                      <a:pt x="834" y="1555"/>
                      <a:pt x="808" y="1589"/>
                    </a:cubicBezTo>
                    <a:cubicBezTo>
                      <a:pt x="791" y="1615"/>
                      <a:pt x="757" y="1641"/>
                      <a:pt x="722" y="1658"/>
                    </a:cubicBezTo>
                    <a:cubicBezTo>
                      <a:pt x="705" y="1675"/>
                      <a:pt x="671" y="1693"/>
                      <a:pt x="654" y="1710"/>
                    </a:cubicBezTo>
                    <a:cubicBezTo>
                      <a:pt x="636" y="1727"/>
                      <a:pt x="628" y="1727"/>
                      <a:pt x="611" y="1744"/>
                    </a:cubicBezTo>
                    <a:cubicBezTo>
                      <a:pt x="585" y="1753"/>
                      <a:pt x="568" y="1770"/>
                      <a:pt x="542" y="1778"/>
                    </a:cubicBezTo>
                    <a:cubicBezTo>
                      <a:pt x="516" y="1796"/>
                      <a:pt x="482" y="1804"/>
                      <a:pt x="447" y="1813"/>
                    </a:cubicBezTo>
                    <a:cubicBezTo>
                      <a:pt x="422" y="1821"/>
                      <a:pt x="396" y="1830"/>
                      <a:pt x="361" y="1830"/>
                    </a:cubicBezTo>
                    <a:cubicBezTo>
                      <a:pt x="350" y="1830"/>
                      <a:pt x="335" y="1826"/>
                      <a:pt x="321" y="1826"/>
                    </a:cubicBezTo>
                    <a:cubicBezTo>
                      <a:pt x="314" y="1826"/>
                      <a:pt x="307" y="1827"/>
                      <a:pt x="301" y="1830"/>
                    </a:cubicBezTo>
                    <a:cubicBezTo>
                      <a:pt x="276" y="1830"/>
                      <a:pt x="258" y="1839"/>
                      <a:pt x="233" y="1847"/>
                    </a:cubicBezTo>
                    <a:cubicBezTo>
                      <a:pt x="207" y="1856"/>
                      <a:pt x="172" y="1856"/>
                      <a:pt x="147" y="1873"/>
                    </a:cubicBezTo>
                    <a:cubicBezTo>
                      <a:pt x="121" y="1890"/>
                      <a:pt x="95" y="1907"/>
                      <a:pt x="52" y="1916"/>
                    </a:cubicBezTo>
                    <a:lnTo>
                      <a:pt x="9" y="1933"/>
                    </a:lnTo>
                    <a:cubicBezTo>
                      <a:pt x="1" y="1950"/>
                      <a:pt x="9" y="1950"/>
                      <a:pt x="26" y="1967"/>
                    </a:cubicBezTo>
                    <a:cubicBezTo>
                      <a:pt x="44" y="1985"/>
                      <a:pt x="61" y="1993"/>
                      <a:pt x="87" y="2002"/>
                    </a:cubicBezTo>
                    <a:cubicBezTo>
                      <a:pt x="93" y="2005"/>
                      <a:pt x="100" y="2007"/>
                      <a:pt x="107" y="2007"/>
                    </a:cubicBezTo>
                    <a:cubicBezTo>
                      <a:pt x="134" y="2007"/>
                      <a:pt x="160" y="1983"/>
                      <a:pt x="181" y="1976"/>
                    </a:cubicBezTo>
                    <a:cubicBezTo>
                      <a:pt x="202" y="1965"/>
                      <a:pt x="230" y="1958"/>
                      <a:pt x="256" y="1958"/>
                    </a:cubicBezTo>
                    <a:cubicBezTo>
                      <a:pt x="273" y="1958"/>
                      <a:pt x="288" y="1961"/>
                      <a:pt x="301" y="1967"/>
                    </a:cubicBezTo>
                    <a:lnTo>
                      <a:pt x="327" y="1985"/>
                    </a:lnTo>
                    <a:lnTo>
                      <a:pt x="361" y="1985"/>
                    </a:lnTo>
                    <a:cubicBezTo>
                      <a:pt x="383" y="1989"/>
                      <a:pt x="404" y="1989"/>
                      <a:pt x="426" y="1989"/>
                    </a:cubicBezTo>
                    <a:cubicBezTo>
                      <a:pt x="447" y="1989"/>
                      <a:pt x="469" y="1989"/>
                      <a:pt x="490" y="1993"/>
                    </a:cubicBezTo>
                    <a:cubicBezTo>
                      <a:pt x="516" y="2002"/>
                      <a:pt x="542" y="2002"/>
                      <a:pt x="576" y="2002"/>
                    </a:cubicBezTo>
                    <a:cubicBezTo>
                      <a:pt x="585" y="2010"/>
                      <a:pt x="593" y="2010"/>
                      <a:pt x="611" y="2010"/>
                    </a:cubicBezTo>
                    <a:cubicBezTo>
                      <a:pt x="654" y="2010"/>
                      <a:pt x="671" y="2002"/>
                      <a:pt x="697" y="1993"/>
                    </a:cubicBezTo>
                    <a:cubicBezTo>
                      <a:pt x="722" y="1985"/>
                      <a:pt x="757" y="1985"/>
                      <a:pt x="774" y="1967"/>
                    </a:cubicBezTo>
                    <a:lnTo>
                      <a:pt x="791" y="1942"/>
                    </a:lnTo>
                    <a:cubicBezTo>
                      <a:pt x="800" y="1937"/>
                      <a:pt x="813" y="1937"/>
                      <a:pt x="825" y="1937"/>
                    </a:cubicBezTo>
                    <a:cubicBezTo>
                      <a:pt x="838" y="1937"/>
                      <a:pt x="851" y="1937"/>
                      <a:pt x="860" y="1933"/>
                    </a:cubicBezTo>
                    <a:cubicBezTo>
                      <a:pt x="886" y="1925"/>
                      <a:pt x="928" y="1925"/>
                      <a:pt x="954" y="1916"/>
                    </a:cubicBezTo>
                    <a:cubicBezTo>
                      <a:pt x="980" y="1907"/>
                      <a:pt x="997" y="1882"/>
                      <a:pt x="1023" y="1882"/>
                    </a:cubicBezTo>
                    <a:cubicBezTo>
                      <a:pt x="1040" y="1873"/>
                      <a:pt x="1049" y="1882"/>
                      <a:pt x="1066" y="1864"/>
                    </a:cubicBezTo>
                    <a:lnTo>
                      <a:pt x="1075" y="1856"/>
                    </a:lnTo>
                    <a:cubicBezTo>
                      <a:pt x="1092" y="1839"/>
                      <a:pt x="1109" y="1830"/>
                      <a:pt x="1126" y="1813"/>
                    </a:cubicBezTo>
                    <a:cubicBezTo>
                      <a:pt x="1160" y="1787"/>
                      <a:pt x="1169" y="1744"/>
                      <a:pt x="1203" y="1710"/>
                    </a:cubicBezTo>
                    <a:lnTo>
                      <a:pt x="1221" y="1701"/>
                    </a:lnTo>
                    <a:lnTo>
                      <a:pt x="1238" y="1675"/>
                    </a:lnTo>
                    <a:cubicBezTo>
                      <a:pt x="1255" y="1650"/>
                      <a:pt x="1281" y="1632"/>
                      <a:pt x="1298" y="1615"/>
                    </a:cubicBezTo>
                    <a:cubicBezTo>
                      <a:pt x="1332" y="1589"/>
                      <a:pt x="1367" y="1555"/>
                      <a:pt x="1410" y="1538"/>
                    </a:cubicBezTo>
                    <a:cubicBezTo>
                      <a:pt x="1427" y="1529"/>
                      <a:pt x="1444" y="1521"/>
                      <a:pt x="1470" y="1521"/>
                    </a:cubicBezTo>
                    <a:cubicBezTo>
                      <a:pt x="1487" y="1512"/>
                      <a:pt x="1496" y="1512"/>
                      <a:pt x="1521" y="1504"/>
                    </a:cubicBezTo>
                    <a:cubicBezTo>
                      <a:pt x="1547" y="1486"/>
                      <a:pt x="1547" y="1469"/>
                      <a:pt x="1564" y="1443"/>
                    </a:cubicBezTo>
                    <a:cubicBezTo>
                      <a:pt x="1581" y="1418"/>
                      <a:pt x="1590" y="1375"/>
                      <a:pt x="1590" y="1332"/>
                    </a:cubicBezTo>
                    <a:cubicBezTo>
                      <a:pt x="1581" y="1306"/>
                      <a:pt x="1573" y="1280"/>
                      <a:pt x="1573" y="1254"/>
                    </a:cubicBezTo>
                    <a:cubicBezTo>
                      <a:pt x="1573" y="1237"/>
                      <a:pt x="1573" y="1229"/>
                      <a:pt x="1581" y="1211"/>
                    </a:cubicBezTo>
                    <a:cubicBezTo>
                      <a:pt x="1590" y="1177"/>
                      <a:pt x="1599" y="1151"/>
                      <a:pt x="1616" y="1117"/>
                    </a:cubicBezTo>
                    <a:cubicBezTo>
                      <a:pt x="1624" y="1091"/>
                      <a:pt x="1624" y="1057"/>
                      <a:pt x="1624" y="1022"/>
                    </a:cubicBezTo>
                    <a:cubicBezTo>
                      <a:pt x="1624" y="997"/>
                      <a:pt x="1607" y="962"/>
                      <a:pt x="1607" y="928"/>
                    </a:cubicBezTo>
                    <a:cubicBezTo>
                      <a:pt x="1607" y="885"/>
                      <a:pt x="1624" y="833"/>
                      <a:pt x="1607" y="790"/>
                    </a:cubicBezTo>
                    <a:cubicBezTo>
                      <a:pt x="1599" y="765"/>
                      <a:pt x="1581" y="739"/>
                      <a:pt x="1573" y="705"/>
                    </a:cubicBezTo>
                    <a:cubicBezTo>
                      <a:pt x="1564" y="679"/>
                      <a:pt x="1573" y="662"/>
                      <a:pt x="1573" y="636"/>
                    </a:cubicBezTo>
                    <a:cubicBezTo>
                      <a:pt x="1581" y="619"/>
                      <a:pt x="1573" y="593"/>
                      <a:pt x="1581" y="576"/>
                    </a:cubicBezTo>
                    <a:cubicBezTo>
                      <a:pt x="1590" y="550"/>
                      <a:pt x="1590" y="541"/>
                      <a:pt x="1590" y="516"/>
                    </a:cubicBezTo>
                    <a:cubicBezTo>
                      <a:pt x="1599" y="498"/>
                      <a:pt x="1607" y="481"/>
                      <a:pt x="1607" y="455"/>
                    </a:cubicBezTo>
                    <a:cubicBezTo>
                      <a:pt x="1607" y="438"/>
                      <a:pt x="1607" y="412"/>
                      <a:pt x="1599" y="387"/>
                    </a:cubicBezTo>
                    <a:lnTo>
                      <a:pt x="1590" y="369"/>
                    </a:lnTo>
                    <a:lnTo>
                      <a:pt x="1573" y="352"/>
                    </a:lnTo>
                    <a:cubicBezTo>
                      <a:pt x="1564" y="335"/>
                      <a:pt x="1564" y="309"/>
                      <a:pt x="1556" y="284"/>
                    </a:cubicBezTo>
                    <a:cubicBezTo>
                      <a:pt x="1547" y="258"/>
                      <a:pt x="1538" y="232"/>
                      <a:pt x="1521" y="206"/>
                    </a:cubicBezTo>
                    <a:cubicBezTo>
                      <a:pt x="1504" y="189"/>
                      <a:pt x="1496" y="163"/>
                      <a:pt x="1478" y="146"/>
                    </a:cubicBezTo>
                    <a:lnTo>
                      <a:pt x="1444" y="120"/>
                    </a:lnTo>
                    <a:cubicBezTo>
                      <a:pt x="1427" y="112"/>
                      <a:pt x="1418" y="95"/>
                      <a:pt x="1401" y="86"/>
                    </a:cubicBezTo>
                    <a:cubicBezTo>
                      <a:pt x="1375" y="77"/>
                      <a:pt x="1349" y="69"/>
                      <a:pt x="1324" y="60"/>
                    </a:cubicBezTo>
                    <a:cubicBezTo>
                      <a:pt x="1307" y="52"/>
                      <a:pt x="1289" y="43"/>
                      <a:pt x="1272" y="43"/>
                    </a:cubicBezTo>
                    <a:lnTo>
                      <a:pt x="1229" y="43"/>
                    </a:lnTo>
                    <a:cubicBezTo>
                      <a:pt x="1212" y="34"/>
                      <a:pt x="1186" y="34"/>
                      <a:pt x="1186" y="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91" name="Google Shape;18091;p62"/>
              <p:cNvSpPr/>
              <p:nvPr/>
            </p:nvSpPr>
            <p:spPr>
              <a:xfrm>
                <a:off x="5658650" y="1271150"/>
                <a:ext cx="8377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3351" h="3911" extrusionOk="0">
                    <a:moveTo>
                      <a:pt x="2302" y="1"/>
                    </a:moveTo>
                    <a:cubicBezTo>
                      <a:pt x="2258" y="1"/>
                      <a:pt x="2188" y="54"/>
                      <a:pt x="2148" y="70"/>
                    </a:cubicBezTo>
                    <a:cubicBezTo>
                      <a:pt x="2104" y="87"/>
                      <a:pt x="2068" y="93"/>
                      <a:pt x="2029" y="93"/>
                    </a:cubicBezTo>
                    <a:cubicBezTo>
                      <a:pt x="2007" y="93"/>
                      <a:pt x="1984" y="91"/>
                      <a:pt x="1959" y="88"/>
                    </a:cubicBezTo>
                    <a:cubicBezTo>
                      <a:pt x="1856" y="88"/>
                      <a:pt x="1761" y="122"/>
                      <a:pt x="1667" y="165"/>
                    </a:cubicBezTo>
                    <a:cubicBezTo>
                      <a:pt x="1624" y="182"/>
                      <a:pt x="1572" y="191"/>
                      <a:pt x="1521" y="208"/>
                    </a:cubicBezTo>
                    <a:cubicBezTo>
                      <a:pt x="1452" y="225"/>
                      <a:pt x="1426" y="259"/>
                      <a:pt x="1383" y="302"/>
                    </a:cubicBezTo>
                    <a:cubicBezTo>
                      <a:pt x="1315" y="371"/>
                      <a:pt x="1246" y="431"/>
                      <a:pt x="1186" y="491"/>
                    </a:cubicBezTo>
                    <a:cubicBezTo>
                      <a:pt x="1117" y="560"/>
                      <a:pt x="1057" y="646"/>
                      <a:pt x="962" y="646"/>
                    </a:cubicBezTo>
                    <a:cubicBezTo>
                      <a:pt x="885" y="655"/>
                      <a:pt x="765" y="723"/>
                      <a:pt x="748" y="809"/>
                    </a:cubicBezTo>
                    <a:cubicBezTo>
                      <a:pt x="722" y="930"/>
                      <a:pt x="765" y="947"/>
                      <a:pt x="662" y="1058"/>
                    </a:cubicBezTo>
                    <a:cubicBezTo>
                      <a:pt x="636" y="1093"/>
                      <a:pt x="602" y="1136"/>
                      <a:pt x="567" y="1162"/>
                    </a:cubicBezTo>
                    <a:cubicBezTo>
                      <a:pt x="524" y="1179"/>
                      <a:pt x="516" y="1282"/>
                      <a:pt x="490" y="1299"/>
                    </a:cubicBezTo>
                    <a:cubicBezTo>
                      <a:pt x="473" y="1308"/>
                      <a:pt x="456" y="1333"/>
                      <a:pt x="438" y="1342"/>
                    </a:cubicBezTo>
                    <a:lnTo>
                      <a:pt x="404" y="1351"/>
                    </a:lnTo>
                    <a:lnTo>
                      <a:pt x="378" y="1394"/>
                    </a:lnTo>
                    <a:cubicBezTo>
                      <a:pt x="352" y="1419"/>
                      <a:pt x="318" y="1419"/>
                      <a:pt x="292" y="1436"/>
                    </a:cubicBezTo>
                    <a:cubicBezTo>
                      <a:pt x="198" y="1497"/>
                      <a:pt x="172" y="1591"/>
                      <a:pt x="138" y="1686"/>
                    </a:cubicBezTo>
                    <a:cubicBezTo>
                      <a:pt x="120" y="1729"/>
                      <a:pt x="95" y="1754"/>
                      <a:pt x="86" y="1806"/>
                    </a:cubicBezTo>
                    <a:cubicBezTo>
                      <a:pt x="86" y="1875"/>
                      <a:pt x="95" y="1926"/>
                      <a:pt x="103" y="1986"/>
                    </a:cubicBezTo>
                    <a:cubicBezTo>
                      <a:pt x="120" y="2115"/>
                      <a:pt x="35" y="2193"/>
                      <a:pt x="17" y="2304"/>
                    </a:cubicBezTo>
                    <a:cubicBezTo>
                      <a:pt x="17" y="2356"/>
                      <a:pt x="52" y="2382"/>
                      <a:pt x="60" y="2425"/>
                    </a:cubicBezTo>
                    <a:cubicBezTo>
                      <a:pt x="69" y="2467"/>
                      <a:pt x="60" y="2536"/>
                      <a:pt x="52" y="2579"/>
                    </a:cubicBezTo>
                    <a:cubicBezTo>
                      <a:pt x="43" y="2631"/>
                      <a:pt x="9" y="2699"/>
                      <a:pt x="0" y="2768"/>
                    </a:cubicBezTo>
                    <a:cubicBezTo>
                      <a:pt x="0" y="2811"/>
                      <a:pt x="9" y="2863"/>
                      <a:pt x="17" y="2906"/>
                    </a:cubicBezTo>
                    <a:cubicBezTo>
                      <a:pt x="26" y="2983"/>
                      <a:pt x="60" y="3026"/>
                      <a:pt x="95" y="3095"/>
                    </a:cubicBezTo>
                    <a:cubicBezTo>
                      <a:pt x="120" y="3172"/>
                      <a:pt x="86" y="3215"/>
                      <a:pt x="78" y="3284"/>
                    </a:cubicBezTo>
                    <a:cubicBezTo>
                      <a:pt x="60" y="3352"/>
                      <a:pt x="69" y="3430"/>
                      <a:pt x="86" y="3507"/>
                    </a:cubicBezTo>
                    <a:cubicBezTo>
                      <a:pt x="103" y="3602"/>
                      <a:pt x="146" y="3687"/>
                      <a:pt x="215" y="3756"/>
                    </a:cubicBezTo>
                    <a:cubicBezTo>
                      <a:pt x="267" y="3799"/>
                      <a:pt x="318" y="3868"/>
                      <a:pt x="370" y="3911"/>
                    </a:cubicBezTo>
                    <a:cubicBezTo>
                      <a:pt x="361" y="3885"/>
                      <a:pt x="352" y="3833"/>
                      <a:pt x="361" y="3816"/>
                    </a:cubicBezTo>
                    <a:cubicBezTo>
                      <a:pt x="370" y="3773"/>
                      <a:pt x="335" y="3748"/>
                      <a:pt x="335" y="3713"/>
                    </a:cubicBezTo>
                    <a:cubicBezTo>
                      <a:pt x="344" y="3679"/>
                      <a:pt x="232" y="3533"/>
                      <a:pt x="224" y="3370"/>
                    </a:cubicBezTo>
                    <a:cubicBezTo>
                      <a:pt x="206" y="3198"/>
                      <a:pt x="292" y="3146"/>
                      <a:pt x="292" y="3052"/>
                    </a:cubicBezTo>
                    <a:cubicBezTo>
                      <a:pt x="284" y="2992"/>
                      <a:pt x="267" y="2914"/>
                      <a:pt x="249" y="2863"/>
                    </a:cubicBezTo>
                    <a:cubicBezTo>
                      <a:pt x="232" y="2811"/>
                      <a:pt x="232" y="2768"/>
                      <a:pt x="249" y="2734"/>
                    </a:cubicBezTo>
                    <a:cubicBezTo>
                      <a:pt x="267" y="2699"/>
                      <a:pt x="284" y="2665"/>
                      <a:pt x="309" y="2631"/>
                    </a:cubicBezTo>
                    <a:cubicBezTo>
                      <a:pt x="344" y="2588"/>
                      <a:pt x="352" y="2553"/>
                      <a:pt x="352" y="2502"/>
                    </a:cubicBezTo>
                    <a:cubicBezTo>
                      <a:pt x="352" y="2416"/>
                      <a:pt x="309" y="2347"/>
                      <a:pt x="309" y="2270"/>
                    </a:cubicBezTo>
                    <a:cubicBezTo>
                      <a:pt x="309" y="2210"/>
                      <a:pt x="318" y="2150"/>
                      <a:pt x="309" y="2089"/>
                    </a:cubicBezTo>
                    <a:cubicBezTo>
                      <a:pt x="301" y="2029"/>
                      <a:pt x="335" y="2004"/>
                      <a:pt x="344" y="1952"/>
                    </a:cubicBezTo>
                    <a:cubicBezTo>
                      <a:pt x="352" y="1900"/>
                      <a:pt x="344" y="1849"/>
                      <a:pt x="361" y="1797"/>
                    </a:cubicBezTo>
                    <a:cubicBezTo>
                      <a:pt x="387" y="1746"/>
                      <a:pt x="430" y="1746"/>
                      <a:pt x="464" y="1703"/>
                    </a:cubicBezTo>
                    <a:cubicBezTo>
                      <a:pt x="498" y="1651"/>
                      <a:pt x="507" y="1617"/>
                      <a:pt x="559" y="1600"/>
                    </a:cubicBezTo>
                    <a:cubicBezTo>
                      <a:pt x="575" y="1594"/>
                      <a:pt x="590" y="1592"/>
                      <a:pt x="605" y="1592"/>
                    </a:cubicBezTo>
                    <a:cubicBezTo>
                      <a:pt x="638" y="1592"/>
                      <a:pt x="672" y="1602"/>
                      <a:pt x="713" y="1608"/>
                    </a:cubicBezTo>
                    <a:cubicBezTo>
                      <a:pt x="748" y="1617"/>
                      <a:pt x="773" y="1626"/>
                      <a:pt x="808" y="1634"/>
                    </a:cubicBezTo>
                    <a:cubicBezTo>
                      <a:pt x="832" y="1646"/>
                      <a:pt x="841" y="1652"/>
                      <a:pt x="845" y="1652"/>
                    </a:cubicBezTo>
                    <a:cubicBezTo>
                      <a:pt x="851" y="1652"/>
                      <a:pt x="850" y="1644"/>
                      <a:pt x="859" y="1626"/>
                    </a:cubicBezTo>
                    <a:cubicBezTo>
                      <a:pt x="919" y="1514"/>
                      <a:pt x="877" y="1368"/>
                      <a:pt x="885" y="1247"/>
                    </a:cubicBezTo>
                    <a:cubicBezTo>
                      <a:pt x="885" y="1213"/>
                      <a:pt x="885" y="1179"/>
                      <a:pt x="885" y="1144"/>
                    </a:cubicBezTo>
                    <a:cubicBezTo>
                      <a:pt x="885" y="1119"/>
                      <a:pt x="877" y="1119"/>
                      <a:pt x="894" y="1093"/>
                    </a:cubicBezTo>
                    <a:cubicBezTo>
                      <a:pt x="937" y="1033"/>
                      <a:pt x="988" y="1016"/>
                      <a:pt x="1048" y="990"/>
                    </a:cubicBezTo>
                    <a:cubicBezTo>
                      <a:pt x="1117" y="964"/>
                      <a:pt x="1143" y="955"/>
                      <a:pt x="1177" y="878"/>
                    </a:cubicBezTo>
                    <a:cubicBezTo>
                      <a:pt x="1212" y="792"/>
                      <a:pt x="1289" y="758"/>
                      <a:pt x="1366" y="706"/>
                    </a:cubicBezTo>
                    <a:cubicBezTo>
                      <a:pt x="1418" y="680"/>
                      <a:pt x="1478" y="655"/>
                      <a:pt x="1529" y="637"/>
                    </a:cubicBezTo>
                    <a:cubicBezTo>
                      <a:pt x="1572" y="620"/>
                      <a:pt x="1598" y="612"/>
                      <a:pt x="1633" y="577"/>
                    </a:cubicBezTo>
                    <a:cubicBezTo>
                      <a:pt x="1650" y="560"/>
                      <a:pt x="1658" y="543"/>
                      <a:pt x="1676" y="526"/>
                    </a:cubicBezTo>
                    <a:cubicBezTo>
                      <a:pt x="1700" y="508"/>
                      <a:pt x="1734" y="502"/>
                      <a:pt x="1770" y="502"/>
                    </a:cubicBezTo>
                    <a:cubicBezTo>
                      <a:pt x="1823" y="502"/>
                      <a:pt x="1880" y="516"/>
                      <a:pt x="1916" y="526"/>
                    </a:cubicBezTo>
                    <a:cubicBezTo>
                      <a:pt x="1934" y="531"/>
                      <a:pt x="1950" y="534"/>
                      <a:pt x="1965" y="534"/>
                    </a:cubicBezTo>
                    <a:cubicBezTo>
                      <a:pt x="1998" y="534"/>
                      <a:pt x="2024" y="519"/>
                      <a:pt x="2054" y="483"/>
                    </a:cubicBezTo>
                    <a:cubicBezTo>
                      <a:pt x="2062" y="466"/>
                      <a:pt x="2079" y="448"/>
                      <a:pt x="2088" y="431"/>
                    </a:cubicBezTo>
                    <a:cubicBezTo>
                      <a:pt x="2114" y="397"/>
                      <a:pt x="2131" y="371"/>
                      <a:pt x="2157" y="345"/>
                    </a:cubicBezTo>
                    <a:cubicBezTo>
                      <a:pt x="2208" y="294"/>
                      <a:pt x="2243" y="268"/>
                      <a:pt x="2311" y="251"/>
                    </a:cubicBezTo>
                    <a:cubicBezTo>
                      <a:pt x="2381" y="225"/>
                      <a:pt x="2432" y="195"/>
                      <a:pt x="2493" y="195"/>
                    </a:cubicBezTo>
                    <a:cubicBezTo>
                      <a:pt x="2514" y="195"/>
                      <a:pt x="2536" y="199"/>
                      <a:pt x="2560" y="208"/>
                    </a:cubicBezTo>
                    <a:cubicBezTo>
                      <a:pt x="2664" y="242"/>
                      <a:pt x="2758" y="285"/>
                      <a:pt x="2861" y="320"/>
                    </a:cubicBezTo>
                    <a:cubicBezTo>
                      <a:pt x="2904" y="337"/>
                      <a:pt x="2938" y="363"/>
                      <a:pt x="2981" y="371"/>
                    </a:cubicBezTo>
                    <a:cubicBezTo>
                      <a:pt x="3033" y="388"/>
                      <a:pt x="3067" y="406"/>
                      <a:pt x="3110" y="423"/>
                    </a:cubicBezTo>
                    <a:cubicBezTo>
                      <a:pt x="3148" y="444"/>
                      <a:pt x="3190" y="466"/>
                      <a:pt x="3230" y="466"/>
                    </a:cubicBezTo>
                    <a:cubicBezTo>
                      <a:pt x="3254" y="466"/>
                      <a:pt x="3277" y="459"/>
                      <a:pt x="3299" y="440"/>
                    </a:cubicBezTo>
                    <a:cubicBezTo>
                      <a:pt x="3316" y="423"/>
                      <a:pt x="3342" y="406"/>
                      <a:pt x="3351" y="380"/>
                    </a:cubicBezTo>
                    <a:cubicBezTo>
                      <a:pt x="3299" y="345"/>
                      <a:pt x="3248" y="311"/>
                      <a:pt x="3188" y="277"/>
                    </a:cubicBezTo>
                    <a:cubicBezTo>
                      <a:pt x="3145" y="251"/>
                      <a:pt x="3102" y="259"/>
                      <a:pt x="3042" y="242"/>
                    </a:cubicBezTo>
                    <a:cubicBezTo>
                      <a:pt x="3010" y="226"/>
                      <a:pt x="2941" y="181"/>
                      <a:pt x="2918" y="181"/>
                    </a:cubicBezTo>
                    <a:cubicBezTo>
                      <a:pt x="2916" y="181"/>
                      <a:pt x="2914" y="181"/>
                      <a:pt x="2913" y="182"/>
                    </a:cubicBezTo>
                    <a:cubicBezTo>
                      <a:pt x="2900" y="186"/>
                      <a:pt x="2888" y="187"/>
                      <a:pt x="2877" y="187"/>
                    </a:cubicBezTo>
                    <a:cubicBezTo>
                      <a:pt x="2834" y="187"/>
                      <a:pt x="2799" y="163"/>
                      <a:pt x="2758" y="122"/>
                    </a:cubicBezTo>
                    <a:cubicBezTo>
                      <a:pt x="2724" y="88"/>
                      <a:pt x="2698" y="53"/>
                      <a:pt x="2646" y="45"/>
                    </a:cubicBezTo>
                    <a:cubicBezTo>
                      <a:pt x="2595" y="36"/>
                      <a:pt x="2535" y="36"/>
                      <a:pt x="2475" y="36"/>
                    </a:cubicBezTo>
                    <a:cubicBezTo>
                      <a:pt x="2449" y="36"/>
                      <a:pt x="2423" y="28"/>
                      <a:pt x="2397" y="28"/>
                    </a:cubicBezTo>
                    <a:lnTo>
                      <a:pt x="2354" y="28"/>
                    </a:lnTo>
                    <a:lnTo>
                      <a:pt x="2311" y="2"/>
                    </a:lnTo>
                    <a:cubicBezTo>
                      <a:pt x="2308" y="1"/>
                      <a:pt x="2305" y="1"/>
                      <a:pt x="2302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92" name="Google Shape;18092;p62"/>
              <p:cNvSpPr/>
              <p:nvPr/>
            </p:nvSpPr>
            <p:spPr>
              <a:xfrm>
                <a:off x="5700100" y="1318450"/>
                <a:ext cx="44900" cy="53800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152" extrusionOk="0">
                    <a:moveTo>
                      <a:pt x="1227" y="0"/>
                    </a:moveTo>
                    <a:cubicBezTo>
                      <a:pt x="1191" y="0"/>
                      <a:pt x="1180" y="104"/>
                      <a:pt x="1195" y="112"/>
                    </a:cubicBezTo>
                    <a:lnTo>
                      <a:pt x="1220" y="146"/>
                    </a:lnTo>
                    <a:cubicBezTo>
                      <a:pt x="1237" y="172"/>
                      <a:pt x="1272" y="197"/>
                      <a:pt x="1298" y="223"/>
                    </a:cubicBezTo>
                    <a:cubicBezTo>
                      <a:pt x="1341" y="258"/>
                      <a:pt x="1366" y="301"/>
                      <a:pt x="1401" y="335"/>
                    </a:cubicBezTo>
                    <a:cubicBezTo>
                      <a:pt x="1427" y="361"/>
                      <a:pt x="1435" y="369"/>
                      <a:pt x="1444" y="404"/>
                    </a:cubicBezTo>
                    <a:cubicBezTo>
                      <a:pt x="1452" y="421"/>
                      <a:pt x="1461" y="447"/>
                      <a:pt x="1461" y="464"/>
                    </a:cubicBezTo>
                    <a:cubicBezTo>
                      <a:pt x="1461" y="481"/>
                      <a:pt x="1461" y="490"/>
                      <a:pt x="1461" y="507"/>
                    </a:cubicBezTo>
                    <a:cubicBezTo>
                      <a:pt x="1478" y="558"/>
                      <a:pt x="1495" y="618"/>
                      <a:pt x="1495" y="670"/>
                    </a:cubicBezTo>
                    <a:cubicBezTo>
                      <a:pt x="1504" y="756"/>
                      <a:pt x="1495" y="842"/>
                      <a:pt x="1495" y="919"/>
                    </a:cubicBezTo>
                    <a:cubicBezTo>
                      <a:pt x="1495" y="971"/>
                      <a:pt x="1478" y="1014"/>
                      <a:pt x="1461" y="1065"/>
                    </a:cubicBezTo>
                    <a:cubicBezTo>
                      <a:pt x="1452" y="1100"/>
                      <a:pt x="1435" y="1125"/>
                      <a:pt x="1409" y="1151"/>
                    </a:cubicBezTo>
                    <a:cubicBezTo>
                      <a:pt x="1375" y="1194"/>
                      <a:pt x="1384" y="1246"/>
                      <a:pt x="1349" y="1289"/>
                    </a:cubicBezTo>
                    <a:cubicBezTo>
                      <a:pt x="1315" y="1332"/>
                      <a:pt x="1255" y="1374"/>
                      <a:pt x="1203" y="1392"/>
                    </a:cubicBezTo>
                    <a:cubicBezTo>
                      <a:pt x="1186" y="1400"/>
                      <a:pt x="1160" y="1400"/>
                      <a:pt x="1152" y="1409"/>
                    </a:cubicBezTo>
                    <a:lnTo>
                      <a:pt x="1143" y="1452"/>
                    </a:lnTo>
                    <a:cubicBezTo>
                      <a:pt x="1134" y="1503"/>
                      <a:pt x="1091" y="1546"/>
                      <a:pt x="1057" y="1589"/>
                    </a:cubicBezTo>
                    <a:cubicBezTo>
                      <a:pt x="1040" y="1606"/>
                      <a:pt x="1031" y="1632"/>
                      <a:pt x="1014" y="1649"/>
                    </a:cubicBezTo>
                    <a:cubicBezTo>
                      <a:pt x="1006" y="1667"/>
                      <a:pt x="997" y="1701"/>
                      <a:pt x="980" y="1718"/>
                    </a:cubicBezTo>
                    <a:cubicBezTo>
                      <a:pt x="954" y="1744"/>
                      <a:pt x="920" y="1761"/>
                      <a:pt x="877" y="1761"/>
                    </a:cubicBezTo>
                    <a:cubicBezTo>
                      <a:pt x="842" y="1761"/>
                      <a:pt x="799" y="1770"/>
                      <a:pt x="782" y="1795"/>
                    </a:cubicBezTo>
                    <a:cubicBezTo>
                      <a:pt x="765" y="1813"/>
                      <a:pt x="765" y="1838"/>
                      <a:pt x="756" y="1864"/>
                    </a:cubicBezTo>
                    <a:cubicBezTo>
                      <a:pt x="748" y="1873"/>
                      <a:pt x="739" y="1890"/>
                      <a:pt x="731" y="1899"/>
                    </a:cubicBezTo>
                    <a:cubicBezTo>
                      <a:pt x="705" y="1924"/>
                      <a:pt x="705" y="1933"/>
                      <a:pt x="670" y="1941"/>
                    </a:cubicBezTo>
                    <a:cubicBezTo>
                      <a:pt x="628" y="1950"/>
                      <a:pt x="593" y="1950"/>
                      <a:pt x="559" y="1959"/>
                    </a:cubicBezTo>
                    <a:cubicBezTo>
                      <a:pt x="499" y="1976"/>
                      <a:pt x="447" y="1984"/>
                      <a:pt x="387" y="1993"/>
                    </a:cubicBezTo>
                    <a:cubicBezTo>
                      <a:pt x="344" y="1993"/>
                      <a:pt x="310" y="1993"/>
                      <a:pt x="267" y="2002"/>
                    </a:cubicBezTo>
                    <a:cubicBezTo>
                      <a:pt x="232" y="2010"/>
                      <a:pt x="207" y="2019"/>
                      <a:pt x="172" y="2019"/>
                    </a:cubicBezTo>
                    <a:cubicBezTo>
                      <a:pt x="146" y="2010"/>
                      <a:pt x="129" y="2002"/>
                      <a:pt x="103" y="1993"/>
                    </a:cubicBezTo>
                    <a:cubicBezTo>
                      <a:pt x="86" y="1993"/>
                      <a:pt x="69" y="1993"/>
                      <a:pt x="52" y="1984"/>
                    </a:cubicBezTo>
                    <a:cubicBezTo>
                      <a:pt x="9" y="1984"/>
                      <a:pt x="0" y="2019"/>
                      <a:pt x="9" y="2036"/>
                    </a:cubicBezTo>
                    <a:cubicBezTo>
                      <a:pt x="18" y="2045"/>
                      <a:pt x="43" y="2070"/>
                      <a:pt x="60" y="2070"/>
                    </a:cubicBezTo>
                    <a:cubicBezTo>
                      <a:pt x="69" y="2079"/>
                      <a:pt x="86" y="2079"/>
                      <a:pt x="103" y="2088"/>
                    </a:cubicBezTo>
                    <a:lnTo>
                      <a:pt x="112" y="2096"/>
                    </a:lnTo>
                    <a:lnTo>
                      <a:pt x="146" y="2105"/>
                    </a:lnTo>
                    <a:lnTo>
                      <a:pt x="189" y="2122"/>
                    </a:lnTo>
                    <a:cubicBezTo>
                      <a:pt x="207" y="2131"/>
                      <a:pt x="232" y="2131"/>
                      <a:pt x="249" y="2139"/>
                    </a:cubicBezTo>
                    <a:cubicBezTo>
                      <a:pt x="267" y="2139"/>
                      <a:pt x="284" y="2148"/>
                      <a:pt x="301" y="2148"/>
                    </a:cubicBezTo>
                    <a:cubicBezTo>
                      <a:pt x="313" y="2150"/>
                      <a:pt x="325" y="2151"/>
                      <a:pt x="337" y="2151"/>
                    </a:cubicBezTo>
                    <a:cubicBezTo>
                      <a:pt x="370" y="2151"/>
                      <a:pt x="405" y="2143"/>
                      <a:pt x="430" y="2131"/>
                    </a:cubicBezTo>
                    <a:cubicBezTo>
                      <a:pt x="447" y="2113"/>
                      <a:pt x="456" y="2105"/>
                      <a:pt x="481" y="2096"/>
                    </a:cubicBezTo>
                    <a:cubicBezTo>
                      <a:pt x="516" y="2088"/>
                      <a:pt x="559" y="2079"/>
                      <a:pt x="593" y="2079"/>
                    </a:cubicBezTo>
                    <a:cubicBezTo>
                      <a:pt x="701" y="2079"/>
                      <a:pt x="798" y="2126"/>
                      <a:pt x="897" y="2126"/>
                    </a:cubicBezTo>
                    <a:cubicBezTo>
                      <a:pt x="924" y="2126"/>
                      <a:pt x="952" y="2123"/>
                      <a:pt x="980" y="2113"/>
                    </a:cubicBezTo>
                    <a:cubicBezTo>
                      <a:pt x="1014" y="2105"/>
                      <a:pt x="1023" y="2088"/>
                      <a:pt x="1048" y="2070"/>
                    </a:cubicBezTo>
                    <a:cubicBezTo>
                      <a:pt x="1074" y="2053"/>
                      <a:pt x="1091" y="2027"/>
                      <a:pt x="1109" y="2010"/>
                    </a:cubicBezTo>
                    <a:cubicBezTo>
                      <a:pt x="1143" y="1950"/>
                      <a:pt x="1177" y="1890"/>
                      <a:pt x="1203" y="1821"/>
                    </a:cubicBezTo>
                    <a:cubicBezTo>
                      <a:pt x="1220" y="1770"/>
                      <a:pt x="1246" y="1710"/>
                      <a:pt x="1272" y="1658"/>
                    </a:cubicBezTo>
                    <a:cubicBezTo>
                      <a:pt x="1298" y="1624"/>
                      <a:pt x="1323" y="1598"/>
                      <a:pt x="1375" y="1581"/>
                    </a:cubicBezTo>
                    <a:cubicBezTo>
                      <a:pt x="1427" y="1563"/>
                      <a:pt x="1469" y="1546"/>
                      <a:pt x="1512" y="1529"/>
                    </a:cubicBezTo>
                    <a:cubicBezTo>
                      <a:pt x="1573" y="1495"/>
                      <a:pt x="1624" y="1486"/>
                      <a:pt x="1650" y="1435"/>
                    </a:cubicBezTo>
                    <a:cubicBezTo>
                      <a:pt x="1684" y="1383"/>
                      <a:pt x="1684" y="1332"/>
                      <a:pt x="1693" y="1280"/>
                    </a:cubicBezTo>
                    <a:cubicBezTo>
                      <a:pt x="1710" y="1211"/>
                      <a:pt x="1744" y="1160"/>
                      <a:pt x="1744" y="1091"/>
                    </a:cubicBezTo>
                    <a:cubicBezTo>
                      <a:pt x="1736" y="1057"/>
                      <a:pt x="1736" y="1022"/>
                      <a:pt x="1727" y="988"/>
                    </a:cubicBezTo>
                    <a:cubicBezTo>
                      <a:pt x="1727" y="945"/>
                      <a:pt x="1701" y="902"/>
                      <a:pt x="1710" y="850"/>
                    </a:cubicBezTo>
                    <a:cubicBezTo>
                      <a:pt x="1710" y="833"/>
                      <a:pt x="1710" y="807"/>
                      <a:pt x="1719" y="799"/>
                    </a:cubicBezTo>
                    <a:lnTo>
                      <a:pt x="1727" y="782"/>
                    </a:lnTo>
                    <a:cubicBezTo>
                      <a:pt x="1744" y="756"/>
                      <a:pt x="1753" y="730"/>
                      <a:pt x="1762" y="696"/>
                    </a:cubicBezTo>
                    <a:cubicBezTo>
                      <a:pt x="1762" y="661"/>
                      <a:pt x="1779" y="636"/>
                      <a:pt x="1787" y="601"/>
                    </a:cubicBezTo>
                    <a:cubicBezTo>
                      <a:pt x="1796" y="567"/>
                      <a:pt x="1787" y="524"/>
                      <a:pt x="1779" y="498"/>
                    </a:cubicBezTo>
                    <a:cubicBezTo>
                      <a:pt x="1770" y="464"/>
                      <a:pt x="1753" y="438"/>
                      <a:pt x="1727" y="412"/>
                    </a:cubicBezTo>
                    <a:cubicBezTo>
                      <a:pt x="1693" y="386"/>
                      <a:pt x="1658" y="369"/>
                      <a:pt x="1633" y="343"/>
                    </a:cubicBezTo>
                    <a:cubicBezTo>
                      <a:pt x="1607" y="318"/>
                      <a:pt x="1590" y="292"/>
                      <a:pt x="1564" y="275"/>
                    </a:cubicBezTo>
                    <a:cubicBezTo>
                      <a:pt x="1521" y="249"/>
                      <a:pt x="1504" y="206"/>
                      <a:pt x="1469" y="180"/>
                    </a:cubicBezTo>
                    <a:cubicBezTo>
                      <a:pt x="1427" y="154"/>
                      <a:pt x="1384" y="137"/>
                      <a:pt x="1349" y="112"/>
                    </a:cubicBezTo>
                    <a:cubicBezTo>
                      <a:pt x="1306" y="86"/>
                      <a:pt x="1280" y="43"/>
                      <a:pt x="1246" y="8"/>
                    </a:cubicBezTo>
                    <a:cubicBezTo>
                      <a:pt x="1239" y="3"/>
                      <a:pt x="1233" y="0"/>
                      <a:pt x="1227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93" name="Google Shape;18093;p62"/>
              <p:cNvSpPr/>
              <p:nvPr/>
            </p:nvSpPr>
            <p:spPr>
              <a:xfrm>
                <a:off x="5687200" y="1294325"/>
                <a:ext cx="6017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2407" h="1068" extrusionOk="0">
                    <a:moveTo>
                      <a:pt x="1155" y="1"/>
                    </a:moveTo>
                    <a:cubicBezTo>
                      <a:pt x="1125" y="1"/>
                      <a:pt x="1096" y="21"/>
                      <a:pt x="1066" y="28"/>
                    </a:cubicBezTo>
                    <a:cubicBezTo>
                      <a:pt x="1023" y="37"/>
                      <a:pt x="989" y="37"/>
                      <a:pt x="946" y="54"/>
                    </a:cubicBezTo>
                    <a:cubicBezTo>
                      <a:pt x="912" y="63"/>
                      <a:pt x="877" y="80"/>
                      <a:pt x="851" y="89"/>
                    </a:cubicBezTo>
                    <a:cubicBezTo>
                      <a:pt x="842" y="90"/>
                      <a:pt x="832" y="91"/>
                      <a:pt x="823" y="91"/>
                    </a:cubicBezTo>
                    <a:cubicBezTo>
                      <a:pt x="781" y="91"/>
                      <a:pt x="740" y="77"/>
                      <a:pt x="705" y="63"/>
                    </a:cubicBezTo>
                    <a:cubicBezTo>
                      <a:pt x="673" y="52"/>
                      <a:pt x="633" y="41"/>
                      <a:pt x="596" y="41"/>
                    </a:cubicBezTo>
                    <a:cubicBezTo>
                      <a:pt x="574" y="41"/>
                      <a:pt x="552" y="45"/>
                      <a:pt x="534" y="54"/>
                    </a:cubicBezTo>
                    <a:cubicBezTo>
                      <a:pt x="491" y="71"/>
                      <a:pt x="448" y="106"/>
                      <a:pt x="405" y="131"/>
                    </a:cubicBezTo>
                    <a:cubicBezTo>
                      <a:pt x="336" y="166"/>
                      <a:pt x="276" y="183"/>
                      <a:pt x="233" y="260"/>
                    </a:cubicBezTo>
                    <a:cubicBezTo>
                      <a:pt x="207" y="312"/>
                      <a:pt x="190" y="389"/>
                      <a:pt x="155" y="424"/>
                    </a:cubicBezTo>
                    <a:cubicBezTo>
                      <a:pt x="113" y="467"/>
                      <a:pt x="78" y="501"/>
                      <a:pt x="52" y="544"/>
                    </a:cubicBezTo>
                    <a:cubicBezTo>
                      <a:pt x="27" y="578"/>
                      <a:pt x="1" y="621"/>
                      <a:pt x="27" y="664"/>
                    </a:cubicBezTo>
                    <a:cubicBezTo>
                      <a:pt x="35" y="699"/>
                      <a:pt x="52" y="690"/>
                      <a:pt x="35" y="724"/>
                    </a:cubicBezTo>
                    <a:cubicBezTo>
                      <a:pt x="30" y="735"/>
                      <a:pt x="15" y="752"/>
                      <a:pt x="24" y="752"/>
                    </a:cubicBezTo>
                    <a:cubicBezTo>
                      <a:pt x="29" y="752"/>
                      <a:pt x="44" y="745"/>
                      <a:pt x="78" y="724"/>
                    </a:cubicBezTo>
                    <a:cubicBezTo>
                      <a:pt x="78" y="699"/>
                      <a:pt x="121" y="656"/>
                      <a:pt x="138" y="647"/>
                    </a:cubicBezTo>
                    <a:cubicBezTo>
                      <a:pt x="164" y="630"/>
                      <a:pt x="190" y="613"/>
                      <a:pt x="207" y="587"/>
                    </a:cubicBezTo>
                    <a:cubicBezTo>
                      <a:pt x="250" y="544"/>
                      <a:pt x="310" y="492"/>
                      <a:pt x="370" y="475"/>
                    </a:cubicBezTo>
                    <a:cubicBezTo>
                      <a:pt x="396" y="467"/>
                      <a:pt x="422" y="458"/>
                      <a:pt x="448" y="458"/>
                    </a:cubicBezTo>
                    <a:cubicBezTo>
                      <a:pt x="465" y="449"/>
                      <a:pt x="482" y="432"/>
                      <a:pt x="508" y="432"/>
                    </a:cubicBezTo>
                    <a:cubicBezTo>
                      <a:pt x="516" y="428"/>
                      <a:pt x="525" y="428"/>
                      <a:pt x="534" y="428"/>
                    </a:cubicBezTo>
                    <a:cubicBezTo>
                      <a:pt x="542" y="428"/>
                      <a:pt x="551" y="428"/>
                      <a:pt x="559" y="424"/>
                    </a:cubicBezTo>
                    <a:cubicBezTo>
                      <a:pt x="584" y="418"/>
                      <a:pt x="599" y="411"/>
                      <a:pt x="619" y="411"/>
                    </a:cubicBezTo>
                    <a:cubicBezTo>
                      <a:pt x="627" y="411"/>
                      <a:pt x="635" y="412"/>
                      <a:pt x="645" y="415"/>
                    </a:cubicBezTo>
                    <a:cubicBezTo>
                      <a:pt x="680" y="424"/>
                      <a:pt x="714" y="441"/>
                      <a:pt x="748" y="449"/>
                    </a:cubicBezTo>
                    <a:cubicBezTo>
                      <a:pt x="774" y="458"/>
                      <a:pt x="817" y="475"/>
                      <a:pt x="834" y="475"/>
                    </a:cubicBezTo>
                    <a:lnTo>
                      <a:pt x="877" y="458"/>
                    </a:lnTo>
                    <a:cubicBezTo>
                      <a:pt x="903" y="449"/>
                      <a:pt x="920" y="449"/>
                      <a:pt x="946" y="441"/>
                    </a:cubicBezTo>
                    <a:cubicBezTo>
                      <a:pt x="980" y="432"/>
                      <a:pt x="1015" y="415"/>
                      <a:pt x="1049" y="415"/>
                    </a:cubicBezTo>
                    <a:cubicBezTo>
                      <a:pt x="1092" y="415"/>
                      <a:pt x="1135" y="415"/>
                      <a:pt x="1178" y="424"/>
                    </a:cubicBezTo>
                    <a:lnTo>
                      <a:pt x="1307" y="424"/>
                    </a:lnTo>
                    <a:cubicBezTo>
                      <a:pt x="1350" y="432"/>
                      <a:pt x="1375" y="458"/>
                      <a:pt x="1418" y="475"/>
                    </a:cubicBezTo>
                    <a:cubicBezTo>
                      <a:pt x="1436" y="484"/>
                      <a:pt x="1453" y="492"/>
                      <a:pt x="1470" y="501"/>
                    </a:cubicBezTo>
                    <a:cubicBezTo>
                      <a:pt x="1487" y="509"/>
                      <a:pt x="1513" y="518"/>
                      <a:pt x="1530" y="518"/>
                    </a:cubicBezTo>
                    <a:cubicBezTo>
                      <a:pt x="1542" y="523"/>
                      <a:pt x="1555" y="524"/>
                      <a:pt x="1569" y="524"/>
                    </a:cubicBezTo>
                    <a:cubicBezTo>
                      <a:pt x="1591" y="524"/>
                      <a:pt x="1615" y="520"/>
                      <a:pt x="1637" y="520"/>
                    </a:cubicBezTo>
                    <a:cubicBezTo>
                      <a:pt x="1651" y="520"/>
                      <a:pt x="1664" y="522"/>
                      <a:pt x="1676" y="527"/>
                    </a:cubicBezTo>
                    <a:cubicBezTo>
                      <a:pt x="1711" y="535"/>
                      <a:pt x="1745" y="570"/>
                      <a:pt x="1771" y="595"/>
                    </a:cubicBezTo>
                    <a:cubicBezTo>
                      <a:pt x="1814" y="621"/>
                      <a:pt x="1865" y="630"/>
                      <a:pt x="1908" y="656"/>
                    </a:cubicBezTo>
                    <a:cubicBezTo>
                      <a:pt x="1925" y="664"/>
                      <a:pt x="1943" y="681"/>
                      <a:pt x="1968" y="699"/>
                    </a:cubicBezTo>
                    <a:cubicBezTo>
                      <a:pt x="2003" y="716"/>
                      <a:pt x="2046" y="716"/>
                      <a:pt x="2080" y="750"/>
                    </a:cubicBezTo>
                    <a:cubicBezTo>
                      <a:pt x="2132" y="802"/>
                      <a:pt x="2192" y="845"/>
                      <a:pt x="2252" y="888"/>
                    </a:cubicBezTo>
                    <a:cubicBezTo>
                      <a:pt x="2278" y="913"/>
                      <a:pt x="2312" y="948"/>
                      <a:pt x="2338" y="982"/>
                    </a:cubicBezTo>
                    <a:cubicBezTo>
                      <a:pt x="2346" y="999"/>
                      <a:pt x="2398" y="1068"/>
                      <a:pt x="2406" y="1068"/>
                    </a:cubicBezTo>
                    <a:cubicBezTo>
                      <a:pt x="2406" y="1051"/>
                      <a:pt x="2398" y="1025"/>
                      <a:pt x="2398" y="999"/>
                    </a:cubicBezTo>
                    <a:cubicBezTo>
                      <a:pt x="2389" y="965"/>
                      <a:pt x="2398" y="939"/>
                      <a:pt x="2389" y="905"/>
                    </a:cubicBezTo>
                    <a:cubicBezTo>
                      <a:pt x="2363" y="853"/>
                      <a:pt x="2321" y="802"/>
                      <a:pt x="2286" y="767"/>
                    </a:cubicBezTo>
                    <a:cubicBezTo>
                      <a:pt x="2260" y="733"/>
                      <a:pt x="2226" y="699"/>
                      <a:pt x="2209" y="664"/>
                    </a:cubicBezTo>
                    <a:cubicBezTo>
                      <a:pt x="2209" y="647"/>
                      <a:pt x="2200" y="630"/>
                      <a:pt x="2200" y="613"/>
                    </a:cubicBezTo>
                    <a:cubicBezTo>
                      <a:pt x="2192" y="587"/>
                      <a:pt x="2174" y="570"/>
                      <a:pt x="2166" y="544"/>
                    </a:cubicBezTo>
                    <a:cubicBezTo>
                      <a:pt x="2149" y="509"/>
                      <a:pt x="2132" y="484"/>
                      <a:pt x="2106" y="449"/>
                    </a:cubicBezTo>
                    <a:cubicBezTo>
                      <a:pt x="2071" y="415"/>
                      <a:pt x="2054" y="372"/>
                      <a:pt x="2020" y="338"/>
                    </a:cubicBezTo>
                    <a:cubicBezTo>
                      <a:pt x="1977" y="303"/>
                      <a:pt x="1925" y="286"/>
                      <a:pt x="1874" y="269"/>
                    </a:cubicBezTo>
                    <a:cubicBezTo>
                      <a:pt x="1805" y="243"/>
                      <a:pt x="1745" y="200"/>
                      <a:pt x="1685" y="157"/>
                    </a:cubicBezTo>
                    <a:cubicBezTo>
                      <a:pt x="1642" y="123"/>
                      <a:pt x="1599" y="106"/>
                      <a:pt x="1539" y="97"/>
                    </a:cubicBezTo>
                    <a:lnTo>
                      <a:pt x="1479" y="97"/>
                    </a:lnTo>
                    <a:cubicBezTo>
                      <a:pt x="1444" y="97"/>
                      <a:pt x="1444" y="89"/>
                      <a:pt x="1418" y="80"/>
                    </a:cubicBezTo>
                    <a:cubicBezTo>
                      <a:pt x="1401" y="71"/>
                      <a:pt x="1384" y="71"/>
                      <a:pt x="1358" y="63"/>
                    </a:cubicBezTo>
                    <a:cubicBezTo>
                      <a:pt x="1341" y="54"/>
                      <a:pt x="1324" y="46"/>
                      <a:pt x="1307" y="37"/>
                    </a:cubicBezTo>
                    <a:cubicBezTo>
                      <a:pt x="1264" y="20"/>
                      <a:pt x="1212" y="3"/>
                      <a:pt x="1169" y="3"/>
                    </a:cubicBezTo>
                    <a:cubicBezTo>
                      <a:pt x="1164" y="1"/>
                      <a:pt x="1160" y="1"/>
                      <a:pt x="1155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94" name="Google Shape;18094;p62"/>
              <p:cNvSpPr/>
              <p:nvPr/>
            </p:nvSpPr>
            <p:spPr>
              <a:xfrm>
                <a:off x="5673675" y="1317775"/>
                <a:ext cx="24075" cy="55250"/>
              </a:xfrm>
              <a:custGeom>
                <a:avLst/>
                <a:gdLst/>
                <a:ahLst/>
                <a:cxnLst/>
                <a:rect l="l" t="t" r="r" b="b"/>
                <a:pathLst>
                  <a:path w="963" h="2210" extrusionOk="0">
                    <a:moveTo>
                      <a:pt x="466" y="1"/>
                    </a:moveTo>
                    <a:cubicBezTo>
                      <a:pt x="431" y="1"/>
                      <a:pt x="374" y="46"/>
                      <a:pt x="361" y="53"/>
                    </a:cubicBezTo>
                    <a:cubicBezTo>
                      <a:pt x="337" y="72"/>
                      <a:pt x="311" y="83"/>
                      <a:pt x="296" y="85"/>
                    </a:cubicBezTo>
                    <a:lnTo>
                      <a:pt x="296" y="85"/>
                    </a:lnTo>
                    <a:cubicBezTo>
                      <a:pt x="296" y="80"/>
                      <a:pt x="296" y="75"/>
                      <a:pt x="293" y="70"/>
                    </a:cubicBezTo>
                    <a:lnTo>
                      <a:pt x="293" y="70"/>
                    </a:lnTo>
                    <a:cubicBezTo>
                      <a:pt x="283" y="80"/>
                      <a:pt x="284" y="85"/>
                      <a:pt x="293" y="85"/>
                    </a:cubicBezTo>
                    <a:cubicBezTo>
                      <a:pt x="294" y="85"/>
                      <a:pt x="295" y="85"/>
                      <a:pt x="296" y="85"/>
                    </a:cubicBezTo>
                    <a:lnTo>
                      <a:pt x="296" y="85"/>
                    </a:lnTo>
                    <a:cubicBezTo>
                      <a:pt x="296" y="94"/>
                      <a:pt x="290" y="101"/>
                      <a:pt x="284" y="113"/>
                    </a:cubicBezTo>
                    <a:cubicBezTo>
                      <a:pt x="284" y="121"/>
                      <a:pt x="241" y="164"/>
                      <a:pt x="241" y="164"/>
                    </a:cubicBezTo>
                    <a:cubicBezTo>
                      <a:pt x="224" y="190"/>
                      <a:pt x="207" y="224"/>
                      <a:pt x="190" y="250"/>
                    </a:cubicBezTo>
                    <a:cubicBezTo>
                      <a:pt x="164" y="302"/>
                      <a:pt x="129" y="345"/>
                      <a:pt x="95" y="388"/>
                    </a:cubicBezTo>
                    <a:lnTo>
                      <a:pt x="69" y="422"/>
                    </a:lnTo>
                    <a:cubicBezTo>
                      <a:pt x="52" y="448"/>
                      <a:pt x="44" y="491"/>
                      <a:pt x="35" y="525"/>
                    </a:cubicBezTo>
                    <a:cubicBezTo>
                      <a:pt x="26" y="585"/>
                      <a:pt x="18" y="637"/>
                      <a:pt x="9" y="697"/>
                    </a:cubicBezTo>
                    <a:cubicBezTo>
                      <a:pt x="1" y="706"/>
                      <a:pt x="9" y="723"/>
                      <a:pt x="9" y="740"/>
                    </a:cubicBezTo>
                    <a:cubicBezTo>
                      <a:pt x="9" y="757"/>
                      <a:pt x="1" y="774"/>
                      <a:pt x="1" y="791"/>
                    </a:cubicBezTo>
                    <a:cubicBezTo>
                      <a:pt x="1" y="860"/>
                      <a:pt x="44" y="920"/>
                      <a:pt x="69" y="980"/>
                    </a:cubicBezTo>
                    <a:cubicBezTo>
                      <a:pt x="121" y="1084"/>
                      <a:pt x="147" y="1195"/>
                      <a:pt x="198" y="1307"/>
                    </a:cubicBezTo>
                    <a:cubicBezTo>
                      <a:pt x="258" y="1436"/>
                      <a:pt x="276" y="1556"/>
                      <a:pt x="353" y="1676"/>
                    </a:cubicBezTo>
                    <a:cubicBezTo>
                      <a:pt x="361" y="1694"/>
                      <a:pt x="379" y="1711"/>
                      <a:pt x="396" y="1728"/>
                    </a:cubicBezTo>
                    <a:cubicBezTo>
                      <a:pt x="422" y="1754"/>
                      <a:pt x="447" y="1797"/>
                      <a:pt x="482" y="1831"/>
                    </a:cubicBezTo>
                    <a:cubicBezTo>
                      <a:pt x="525" y="1883"/>
                      <a:pt x="559" y="1934"/>
                      <a:pt x="602" y="1994"/>
                    </a:cubicBezTo>
                    <a:cubicBezTo>
                      <a:pt x="619" y="2020"/>
                      <a:pt x="645" y="2037"/>
                      <a:pt x="671" y="2054"/>
                    </a:cubicBezTo>
                    <a:cubicBezTo>
                      <a:pt x="679" y="2072"/>
                      <a:pt x="705" y="2089"/>
                      <a:pt x="722" y="2089"/>
                    </a:cubicBezTo>
                    <a:cubicBezTo>
                      <a:pt x="739" y="2097"/>
                      <a:pt x="757" y="2097"/>
                      <a:pt x="774" y="2106"/>
                    </a:cubicBezTo>
                    <a:cubicBezTo>
                      <a:pt x="800" y="2123"/>
                      <a:pt x="851" y="2140"/>
                      <a:pt x="877" y="2158"/>
                    </a:cubicBezTo>
                    <a:cubicBezTo>
                      <a:pt x="894" y="2166"/>
                      <a:pt x="937" y="2209"/>
                      <a:pt x="963" y="2209"/>
                    </a:cubicBezTo>
                    <a:cubicBezTo>
                      <a:pt x="963" y="2183"/>
                      <a:pt x="911" y="2158"/>
                      <a:pt x="894" y="2140"/>
                    </a:cubicBezTo>
                    <a:cubicBezTo>
                      <a:pt x="868" y="2115"/>
                      <a:pt x="817" y="2106"/>
                      <a:pt x="791" y="2080"/>
                    </a:cubicBezTo>
                    <a:cubicBezTo>
                      <a:pt x="739" y="2020"/>
                      <a:pt x="757" y="1943"/>
                      <a:pt x="722" y="1883"/>
                    </a:cubicBezTo>
                    <a:cubicBezTo>
                      <a:pt x="696" y="1840"/>
                      <a:pt x="688" y="1805"/>
                      <a:pt x="654" y="1779"/>
                    </a:cubicBezTo>
                    <a:cubicBezTo>
                      <a:pt x="611" y="1745"/>
                      <a:pt x="636" y="1711"/>
                      <a:pt x="611" y="1668"/>
                    </a:cubicBezTo>
                    <a:cubicBezTo>
                      <a:pt x="559" y="1573"/>
                      <a:pt x="473" y="1487"/>
                      <a:pt x="422" y="1384"/>
                    </a:cubicBezTo>
                    <a:cubicBezTo>
                      <a:pt x="396" y="1333"/>
                      <a:pt x="310" y="1290"/>
                      <a:pt x="301" y="1230"/>
                    </a:cubicBezTo>
                    <a:cubicBezTo>
                      <a:pt x="301" y="1212"/>
                      <a:pt x="301" y="1195"/>
                      <a:pt x="301" y="1187"/>
                    </a:cubicBezTo>
                    <a:cubicBezTo>
                      <a:pt x="301" y="1161"/>
                      <a:pt x="301" y="1161"/>
                      <a:pt x="318" y="1144"/>
                    </a:cubicBezTo>
                    <a:cubicBezTo>
                      <a:pt x="379" y="1041"/>
                      <a:pt x="404" y="886"/>
                      <a:pt x="344" y="774"/>
                    </a:cubicBezTo>
                    <a:cubicBezTo>
                      <a:pt x="336" y="766"/>
                      <a:pt x="336" y="749"/>
                      <a:pt x="327" y="731"/>
                    </a:cubicBezTo>
                    <a:cubicBezTo>
                      <a:pt x="310" y="706"/>
                      <a:pt x="301" y="688"/>
                      <a:pt x="301" y="663"/>
                    </a:cubicBezTo>
                    <a:cubicBezTo>
                      <a:pt x="293" y="611"/>
                      <a:pt x="318" y="585"/>
                      <a:pt x="327" y="542"/>
                    </a:cubicBezTo>
                    <a:cubicBezTo>
                      <a:pt x="327" y="517"/>
                      <a:pt x="336" y="499"/>
                      <a:pt x="336" y="474"/>
                    </a:cubicBezTo>
                    <a:lnTo>
                      <a:pt x="361" y="456"/>
                    </a:lnTo>
                    <a:cubicBezTo>
                      <a:pt x="370" y="439"/>
                      <a:pt x="370" y="422"/>
                      <a:pt x="379" y="405"/>
                    </a:cubicBezTo>
                    <a:cubicBezTo>
                      <a:pt x="396" y="353"/>
                      <a:pt x="413" y="310"/>
                      <a:pt x="439" y="259"/>
                    </a:cubicBezTo>
                    <a:cubicBezTo>
                      <a:pt x="456" y="242"/>
                      <a:pt x="465" y="224"/>
                      <a:pt x="465" y="199"/>
                    </a:cubicBezTo>
                    <a:cubicBezTo>
                      <a:pt x="473" y="181"/>
                      <a:pt x="482" y="164"/>
                      <a:pt x="482" y="147"/>
                    </a:cubicBezTo>
                    <a:cubicBezTo>
                      <a:pt x="482" y="130"/>
                      <a:pt x="473" y="104"/>
                      <a:pt x="473" y="78"/>
                    </a:cubicBezTo>
                    <a:cubicBezTo>
                      <a:pt x="473" y="61"/>
                      <a:pt x="490" y="35"/>
                      <a:pt x="490" y="18"/>
                    </a:cubicBezTo>
                    <a:cubicBezTo>
                      <a:pt x="486" y="6"/>
                      <a:pt x="477" y="1"/>
                      <a:pt x="466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95" name="Google Shape;18095;p62"/>
              <p:cNvSpPr/>
              <p:nvPr/>
            </p:nvSpPr>
            <p:spPr>
              <a:xfrm>
                <a:off x="5694950" y="1380075"/>
                <a:ext cx="27950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1118" h="286" extrusionOk="0">
                    <a:moveTo>
                      <a:pt x="198" y="1"/>
                    </a:moveTo>
                    <a:cubicBezTo>
                      <a:pt x="175" y="23"/>
                      <a:pt x="152" y="27"/>
                      <a:pt x="129" y="27"/>
                    </a:cubicBezTo>
                    <a:cubicBezTo>
                      <a:pt x="118" y="27"/>
                      <a:pt x="106" y="26"/>
                      <a:pt x="95" y="26"/>
                    </a:cubicBezTo>
                    <a:cubicBezTo>
                      <a:pt x="77" y="18"/>
                      <a:pt x="69" y="18"/>
                      <a:pt x="60" y="18"/>
                    </a:cubicBezTo>
                    <a:cubicBezTo>
                      <a:pt x="26" y="18"/>
                      <a:pt x="26" y="52"/>
                      <a:pt x="0" y="61"/>
                    </a:cubicBezTo>
                    <a:cubicBezTo>
                      <a:pt x="17" y="95"/>
                      <a:pt x="35" y="112"/>
                      <a:pt x="69" y="121"/>
                    </a:cubicBezTo>
                    <a:cubicBezTo>
                      <a:pt x="138" y="147"/>
                      <a:pt x="206" y="172"/>
                      <a:pt x="266" y="207"/>
                    </a:cubicBezTo>
                    <a:cubicBezTo>
                      <a:pt x="301" y="215"/>
                      <a:pt x="318" y="241"/>
                      <a:pt x="352" y="250"/>
                    </a:cubicBezTo>
                    <a:cubicBezTo>
                      <a:pt x="387" y="267"/>
                      <a:pt x="438" y="267"/>
                      <a:pt x="481" y="275"/>
                    </a:cubicBezTo>
                    <a:cubicBezTo>
                      <a:pt x="511" y="280"/>
                      <a:pt x="524" y="285"/>
                      <a:pt x="539" y="285"/>
                    </a:cubicBezTo>
                    <a:cubicBezTo>
                      <a:pt x="550" y="285"/>
                      <a:pt x="563" y="283"/>
                      <a:pt x="584" y="275"/>
                    </a:cubicBezTo>
                    <a:cubicBezTo>
                      <a:pt x="627" y="258"/>
                      <a:pt x="670" y="258"/>
                      <a:pt x="705" y="233"/>
                    </a:cubicBezTo>
                    <a:cubicBezTo>
                      <a:pt x="722" y="224"/>
                      <a:pt x="748" y="207"/>
                      <a:pt x="773" y="198"/>
                    </a:cubicBezTo>
                    <a:cubicBezTo>
                      <a:pt x="801" y="184"/>
                      <a:pt x="818" y="170"/>
                      <a:pt x="847" y="170"/>
                    </a:cubicBezTo>
                    <a:cubicBezTo>
                      <a:pt x="853" y="170"/>
                      <a:pt x="860" y="171"/>
                      <a:pt x="868" y="172"/>
                    </a:cubicBezTo>
                    <a:cubicBezTo>
                      <a:pt x="919" y="181"/>
                      <a:pt x="962" y="190"/>
                      <a:pt x="1014" y="198"/>
                    </a:cubicBezTo>
                    <a:cubicBezTo>
                      <a:pt x="1048" y="198"/>
                      <a:pt x="1108" y="190"/>
                      <a:pt x="1117" y="164"/>
                    </a:cubicBezTo>
                    <a:cubicBezTo>
                      <a:pt x="1117" y="138"/>
                      <a:pt x="1083" y="104"/>
                      <a:pt x="1074" y="86"/>
                    </a:cubicBezTo>
                    <a:cubicBezTo>
                      <a:pt x="1057" y="61"/>
                      <a:pt x="1057" y="9"/>
                      <a:pt x="1014" y="9"/>
                    </a:cubicBezTo>
                    <a:cubicBezTo>
                      <a:pt x="997" y="9"/>
                      <a:pt x="988" y="26"/>
                      <a:pt x="980" y="35"/>
                    </a:cubicBezTo>
                    <a:cubicBezTo>
                      <a:pt x="962" y="44"/>
                      <a:pt x="954" y="44"/>
                      <a:pt x="928" y="52"/>
                    </a:cubicBezTo>
                    <a:cubicBezTo>
                      <a:pt x="902" y="52"/>
                      <a:pt x="876" y="52"/>
                      <a:pt x="851" y="61"/>
                    </a:cubicBezTo>
                    <a:cubicBezTo>
                      <a:pt x="816" y="61"/>
                      <a:pt x="773" y="44"/>
                      <a:pt x="739" y="35"/>
                    </a:cubicBezTo>
                    <a:cubicBezTo>
                      <a:pt x="705" y="35"/>
                      <a:pt x="670" y="26"/>
                      <a:pt x="636" y="26"/>
                    </a:cubicBezTo>
                    <a:cubicBezTo>
                      <a:pt x="610" y="26"/>
                      <a:pt x="593" y="35"/>
                      <a:pt x="567" y="44"/>
                    </a:cubicBezTo>
                    <a:cubicBezTo>
                      <a:pt x="533" y="52"/>
                      <a:pt x="481" y="52"/>
                      <a:pt x="438" y="61"/>
                    </a:cubicBezTo>
                    <a:cubicBezTo>
                      <a:pt x="370" y="61"/>
                      <a:pt x="258" y="52"/>
                      <a:pt x="198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96" name="Google Shape;18096;p62"/>
              <p:cNvSpPr/>
              <p:nvPr/>
            </p:nvSpPr>
            <p:spPr>
              <a:xfrm>
                <a:off x="5670250" y="1341625"/>
                <a:ext cx="22150" cy="38700"/>
              </a:xfrm>
              <a:custGeom>
                <a:avLst/>
                <a:gdLst/>
                <a:ahLst/>
                <a:cxnLst/>
                <a:rect l="l" t="t" r="r" b="b"/>
                <a:pathLst>
                  <a:path w="886" h="1548" extrusionOk="0">
                    <a:moveTo>
                      <a:pt x="17" y="1"/>
                    </a:moveTo>
                    <a:cubicBezTo>
                      <a:pt x="0" y="9"/>
                      <a:pt x="0" y="52"/>
                      <a:pt x="0" y="61"/>
                    </a:cubicBezTo>
                    <a:cubicBezTo>
                      <a:pt x="0" y="78"/>
                      <a:pt x="0" y="104"/>
                      <a:pt x="0" y="121"/>
                    </a:cubicBezTo>
                    <a:cubicBezTo>
                      <a:pt x="0" y="138"/>
                      <a:pt x="9" y="155"/>
                      <a:pt x="0" y="181"/>
                    </a:cubicBezTo>
                    <a:cubicBezTo>
                      <a:pt x="0" y="198"/>
                      <a:pt x="0" y="224"/>
                      <a:pt x="9" y="241"/>
                    </a:cubicBezTo>
                    <a:lnTo>
                      <a:pt x="17" y="276"/>
                    </a:lnTo>
                    <a:cubicBezTo>
                      <a:pt x="17" y="310"/>
                      <a:pt x="26" y="336"/>
                      <a:pt x="26" y="362"/>
                    </a:cubicBezTo>
                    <a:cubicBezTo>
                      <a:pt x="26" y="379"/>
                      <a:pt x="26" y="396"/>
                      <a:pt x="34" y="413"/>
                    </a:cubicBezTo>
                    <a:cubicBezTo>
                      <a:pt x="34" y="439"/>
                      <a:pt x="34" y="465"/>
                      <a:pt x="43" y="490"/>
                    </a:cubicBezTo>
                    <a:cubicBezTo>
                      <a:pt x="43" y="499"/>
                      <a:pt x="52" y="516"/>
                      <a:pt x="52" y="525"/>
                    </a:cubicBezTo>
                    <a:cubicBezTo>
                      <a:pt x="52" y="542"/>
                      <a:pt x="60" y="551"/>
                      <a:pt x="60" y="568"/>
                    </a:cubicBezTo>
                    <a:cubicBezTo>
                      <a:pt x="69" y="585"/>
                      <a:pt x="69" y="594"/>
                      <a:pt x="69" y="611"/>
                    </a:cubicBezTo>
                    <a:cubicBezTo>
                      <a:pt x="69" y="628"/>
                      <a:pt x="77" y="645"/>
                      <a:pt x="77" y="662"/>
                    </a:cubicBezTo>
                    <a:cubicBezTo>
                      <a:pt x="95" y="722"/>
                      <a:pt x="95" y="783"/>
                      <a:pt x="103" y="843"/>
                    </a:cubicBezTo>
                    <a:cubicBezTo>
                      <a:pt x="112" y="877"/>
                      <a:pt x="129" y="894"/>
                      <a:pt x="146" y="929"/>
                    </a:cubicBezTo>
                    <a:cubicBezTo>
                      <a:pt x="163" y="946"/>
                      <a:pt x="172" y="963"/>
                      <a:pt x="181" y="980"/>
                    </a:cubicBezTo>
                    <a:cubicBezTo>
                      <a:pt x="198" y="1014"/>
                      <a:pt x="215" y="1032"/>
                      <a:pt x="241" y="1057"/>
                    </a:cubicBezTo>
                    <a:cubicBezTo>
                      <a:pt x="258" y="1075"/>
                      <a:pt x="284" y="1100"/>
                      <a:pt x="301" y="1118"/>
                    </a:cubicBezTo>
                    <a:cubicBezTo>
                      <a:pt x="309" y="1135"/>
                      <a:pt x="327" y="1143"/>
                      <a:pt x="335" y="1161"/>
                    </a:cubicBezTo>
                    <a:cubicBezTo>
                      <a:pt x="352" y="1169"/>
                      <a:pt x="361" y="1186"/>
                      <a:pt x="378" y="1195"/>
                    </a:cubicBezTo>
                    <a:cubicBezTo>
                      <a:pt x="387" y="1212"/>
                      <a:pt x="387" y="1229"/>
                      <a:pt x="395" y="1238"/>
                    </a:cubicBezTo>
                    <a:cubicBezTo>
                      <a:pt x="413" y="1264"/>
                      <a:pt x="430" y="1298"/>
                      <a:pt x="455" y="1315"/>
                    </a:cubicBezTo>
                    <a:cubicBezTo>
                      <a:pt x="464" y="1332"/>
                      <a:pt x="473" y="1341"/>
                      <a:pt x="481" y="1358"/>
                    </a:cubicBezTo>
                    <a:cubicBezTo>
                      <a:pt x="490" y="1367"/>
                      <a:pt x="498" y="1375"/>
                      <a:pt x="516" y="1384"/>
                    </a:cubicBezTo>
                    <a:cubicBezTo>
                      <a:pt x="541" y="1401"/>
                      <a:pt x="567" y="1418"/>
                      <a:pt x="593" y="1435"/>
                    </a:cubicBezTo>
                    <a:cubicBezTo>
                      <a:pt x="627" y="1453"/>
                      <a:pt x="653" y="1470"/>
                      <a:pt x="687" y="1478"/>
                    </a:cubicBezTo>
                    <a:cubicBezTo>
                      <a:pt x="705" y="1496"/>
                      <a:pt x="730" y="1513"/>
                      <a:pt x="748" y="1513"/>
                    </a:cubicBezTo>
                    <a:lnTo>
                      <a:pt x="756" y="1513"/>
                    </a:lnTo>
                    <a:cubicBezTo>
                      <a:pt x="773" y="1513"/>
                      <a:pt x="782" y="1504"/>
                      <a:pt x="799" y="1504"/>
                    </a:cubicBezTo>
                    <a:cubicBezTo>
                      <a:pt x="825" y="1504"/>
                      <a:pt x="842" y="1521"/>
                      <a:pt x="859" y="1530"/>
                    </a:cubicBezTo>
                    <a:lnTo>
                      <a:pt x="885" y="1547"/>
                    </a:lnTo>
                    <a:lnTo>
                      <a:pt x="868" y="1504"/>
                    </a:lnTo>
                    <a:cubicBezTo>
                      <a:pt x="859" y="1487"/>
                      <a:pt x="842" y="1478"/>
                      <a:pt x="825" y="1470"/>
                    </a:cubicBezTo>
                    <a:cubicBezTo>
                      <a:pt x="816" y="1461"/>
                      <a:pt x="808" y="1444"/>
                      <a:pt x="799" y="1435"/>
                    </a:cubicBezTo>
                    <a:lnTo>
                      <a:pt x="773" y="1410"/>
                    </a:lnTo>
                    <a:lnTo>
                      <a:pt x="739" y="1375"/>
                    </a:lnTo>
                    <a:lnTo>
                      <a:pt x="713" y="1350"/>
                    </a:lnTo>
                    <a:cubicBezTo>
                      <a:pt x="705" y="1341"/>
                      <a:pt x="696" y="1324"/>
                      <a:pt x="679" y="1315"/>
                    </a:cubicBezTo>
                    <a:lnTo>
                      <a:pt x="662" y="1298"/>
                    </a:lnTo>
                    <a:lnTo>
                      <a:pt x="636" y="1264"/>
                    </a:lnTo>
                    <a:cubicBezTo>
                      <a:pt x="619" y="1246"/>
                      <a:pt x="593" y="1221"/>
                      <a:pt x="584" y="1195"/>
                    </a:cubicBezTo>
                    <a:lnTo>
                      <a:pt x="567" y="1169"/>
                    </a:lnTo>
                    <a:cubicBezTo>
                      <a:pt x="550" y="1152"/>
                      <a:pt x="533" y="1135"/>
                      <a:pt x="516" y="1118"/>
                    </a:cubicBezTo>
                    <a:cubicBezTo>
                      <a:pt x="498" y="1100"/>
                      <a:pt x="490" y="1092"/>
                      <a:pt x="481" y="1083"/>
                    </a:cubicBezTo>
                    <a:cubicBezTo>
                      <a:pt x="464" y="1075"/>
                      <a:pt x="447" y="1049"/>
                      <a:pt x="430" y="1040"/>
                    </a:cubicBezTo>
                    <a:cubicBezTo>
                      <a:pt x="404" y="1006"/>
                      <a:pt x="370" y="980"/>
                      <a:pt x="344" y="946"/>
                    </a:cubicBezTo>
                    <a:cubicBezTo>
                      <a:pt x="327" y="929"/>
                      <a:pt x="309" y="903"/>
                      <a:pt x="301" y="886"/>
                    </a:cubicBezTo>
                    <a:lnTo>
                      <a:pt x="275" y="843"/>
                    </a:lnTo>
                    <a:lnTo>
                      <a:pt x="258" y="825"/>
                    </a:lnTo>
                    <a:lnTo>
                      <a:pt x="241" y="800"/>
                    </a:lnTo>
                    <a:cubicBezTo>
                      <a:pt x="224" y="774"/>
                      <a:pt x="215" y="748"/>
                      <a:pt x="206" y="714"/>
                    </a:cubicBezTo>
                    <a:cubicBezTo>
                      <a:pt x="198" y="688"/>
                      <a:pt x="181" y="671"/>
                      <a:pt x="172" y="636"/>
                    </a:cubicBezTo>
                    <a:cubicBezTo>
                      <a:pt x="163" y="619"/>
                      <a:pt x="163" y="594"/>
                      <a:pt x="155" y="568"/>
                    </a:cubicBezTo>
                    <a:cubicBezTo>
                      <a:pt x="155" y="542"/>
                      <a:pt x="120" y="447"/>
                      <a:pt x="120" y="439"/>
                    </a:cubicBezTo>
                    <a:cubicBezTo>
                      <a:pt x="112" y="422"/>
                      <a:pt x="112" y="413"/>
                      <a:pt x="103" y="405"/>
                    </a:cubicBezTo>
                    <a:cubicBezTo>
                      <a:pt x="95" y="387"/>
                      <a:pt x="95" y="370"/>
                      <a:pt x="95" y="353"/>
                    </a:cubicBezTo>
                    <a:cubicBezTo>
                      <a:pt x="77" y="310"/>
                      <a:pt x="69" y="267"/>
                      <a:pt x="60" y="215"/>
                    </a:cubicBezTo>
                    <a:cubicBezTo>
                      <a:pt x="60" y="190"/>
                      <a:pt x="60" y="155"/>
                      <a:pt x="52" y="121"/>
                    </a:cubicBezTo>
                    <a:cubicBezTo>
                      <a:pt x="43" y="104"/>
                      <a:pt x="34" y="87"/>
                      <a:pt x="26" y="61"/>
                    </a:cubicBezTo>
                    <a:cubicBezTo>
                      <a:pt x="26" y="52"/>
                      <a:pt x="17" y="35"/>
                      <a:pt x="17" y="18"/>
                    </a:cubicBezTo>
                    <a:lnTo>
                      <a:pt x="17" y="1"/>
                    </a:lnTo>
                    <a:close/>
                  </a:path>
                </a:pathLst>
              </a:custGeom>
              <a:solidFill>
                <a:srgbClr val="DDBC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97" name="Google Shape;18097;p62"/>
              <p:cNvSpPr/>
              <p:nvPr/>
            </p:nvSpPr>
            <p:spPr>
              <a:xfrm>
                <a:off x="5693650" y="1362675"/>
                <a:ext cx="5845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1291" extrusionOk="0">
                    <a:moveTo>
                      <a:pt x="19" y="1156"/>
                    </a:moveTo>
                    <a:cubicBezTo>
                      <a:pt x="13" y="1156"/>
                      <a:pt x="7" y="1157"/>
                      <a:pt x="1" y="1161"/>
                    </a:cubicBezTo>
                    <a:cubicBezTo>
                      <a:pt x="1" y="1161"/>
                      <a:pt x="1" y="1161"/>
                      <a:pt x="19" y="1156"/>
                    </a:cubicBezTo>
                    <a:close/>
                    <a:moveTo>
                      <a:pt x="2303" y="1"/>
                    </a:moveTo>
                    <a:cubicBezTo>
                      <a:pt x="2286" y="18"/>
                      <a:pt x="2269" y="52"/>
                      <a:pt x="2260" y="69"/>
                    </a:cubicBezTo>
                    <a:cubicBezTo>
                      <a:pt x="2252" y="112"/>
                      <a:pt x="2234" y="155"/>
                      <a:pt x="2217" y="198"/>
                    </a:cubicBezTo>
                    <a:cubicBezTo>
                      <a:pt x="2200" y="241"/>
                      <a:pt x="2200" y="293"/>
                      <a:pt x="2174" y="336"/>
                    </a:cubicBezTo>
                    <a:cubicBezTo>
                      <a:pt x="2166" y="353"/>
                      <a:pt x="2140" y="370"/>
                      <a:pt x="2123" y="396"/>
                    </a:cubicBezTo>
                    <a:cubicBezTo>
                      <a:pt x="2080" y="465"/>
                      <a:pt x="2011" y="508"/>
                      <a:pt x="1951" y="568"/>
                    </a:cubicBezTo>
                    <a:cubicBezTo>
                      <a:pt x="1882" y="636"/>
                      <a:pt x="1822" y="679"/>
                      <a:pt x="1736" y="722"/>
                    </a:cubicBezTo>
                    <a:cubicBezTo>
                      <a:pt x="1710" y="731"/>
                      <a:pt x="1693" y="740"/>
                      <a:pt x="1667" y="748"/>
                    </a:cubicBezTo>
                    <a:cubicBezTo>
                      <a:pt x="1633" y="774"/>
                      <a:pt x="1599" y="791"/>
                      <a:pt x="1556" y="808"/>
                    </a:cubicBezTo>
                    <a:cubicBezTo>
                      <a:pt x="1530" y="817"/>
                      <a:pt x="1495" y="825"/>
                      <a:pt x="1461" y="843"/>
                    </a:cubicBezTo>
                    <a:cubicBezTo>
                      <a:pt x="1444" y="843"/>
                      <a:pt x="1427" y="851"/>
                      <a:pt x="1410" y="860"/>
                    </a:cubicBezTo>
                    <a:lnTo>
                      <a:pt x="1367" y="860"/>
                    </a:lnTo>
                    <a:cubicBezTo>
                      <a:pt x="1358" y="860"/>
                      <a:pt x="1341" y="877"/>
                      <a:pt x="1324" y="877"/>
                    </a:cubicBezTo>
                    <a:cubicBezTo>
                      <a:pt x="1298" y="894"/>
                      <a:pt x="1289" y="911"/>
                      <a:pt x="1264" y="929"/>
                    </a:cubicBezTo>
                    <a:cubicBezTo>
                      <a:pt x="1246" y="946"/>
                      <a:pt x="1229" y="954"/>
                      <a:pt x="1212" y="971"/>
                    </a:cubicBezTo>
                    <a:cubicBezTo>
                      <a:pt x="1169" y="997"/>
                      <a:pt x="1117" y="1032"/>
                      <a:pt x="1075" y="1057"/>
                    </a:cubicBezTo>
                    <a:cubicBezTo>
                      <a:pt x="1062" y="1070"/>
                      <a:pt x="1049" y="1078"/>
                      <a:pt x="1030" y="1078"/>
                    </a:cubicBezTo>
                    <a:cubicBezTo>
                      <a:pt x="1023" y="1078"/>
                      <a:pt x="1015" y="1077"/>
                      <a:pt x="1006" y="1075"/>
                    </a:cubicBezTo>
                    <a:cubicBezTo>
                      <a:pt x="971" y="1066"/>
                      <a:pt x="928" y="1057"/>
                      <a:pt x="886" y="1049"/>
                    </a:cubicBezTo>
                    <a:cubicBezTo>
                      <a:pt x="825" y="1049"/>
                      <a:pt x="757" y="1066"/>
                      <a:pt x="696" y="1083"/>
                    </a:cubicBezTo>
                    <a:cubicBezTo>
                      <a:pt x="671" y="1092"/>
                      <a:pt x="654" y="1109"/>
                      <a:pt x="628" y="1126"/>
                    </a:cubicBezTo>
                    <a:cubicBezTo>
                      <a:pt x="606" y="1135"/>
                      <a:pt x="583" y="1137"/>
                      <a:pt x="558" y="1137"/>
                    </a:cubicBezTo>
                    <a:cubicBezTo>
                      <a:pt x="533" y="1137"/>
                      <a:pt x="507" y="1135"/>
                      <a:pt x="482" y="1135"/>
                    </a:cubicBezTo>
                    <a:cubicBezTo>
                      <a:pt x="370" y="1135"/>
                      <a:pt x="250" y="1135"/>
                      <a:pt x="138" y="1126"/>
                    </a:cubicBezTo>
                    <a:cubicBezTo>
                      <a:pt x="71" y="1143"/>
                      <a:pt x="37" y="1151"/>
                      <a:pt x="19" y="1156"/>
                    </a:cubicBezTo>
                    <a:lnTo>
                      <a:pt x="19" y="1156"/>
                    </a:lnTo>
                    <a:cubicBezTo>
                      <a:pt x="20" y="1156"/>
                      <a:pt x="21" y="1156"/>
                      <a:pt x="22" y="1156"/>
                    </a:cubicBezTo>
                    <a:cubicBezTo>
                      <a:pt x="51" y="1156"/>
                      <a:pt x="85" y="1179"/>
                      <a:pt x="112" y="1186"/>
                    </a:cubicBezTo>
                    <a:cubicBezTo>
                      <a:pt x="164" y="1203"/>
                      <a:pt x="215" y="1221"/>
                      <a:pt x="267" y="1229"/>
                    </a:cubicBezTo>
                    <a:cubicBezTo>
                      <a:pt x="318" y="1246"/>
                      <a:pt x="361" y="1255"/>
                      <a:pt x="422" y="1255"/>
                    </a:cubicBezTo>
                    <a:cubicBezTo>
                      <a:pt x="482" y="1255"/>
                      <a:pt x="533" y="1264"/>
                      <a:pt x="593" y="1281"/>
                    </a:cubicBezTo>
                    <a:cubicBezTo>
                      <a:pt x="620" y="1287"/>
                      <a:pt x="647" y="1290"/>
                      <a:pt x="675" y="1290"/>
                    </a:cubicBezTo>
                    <a:cubicBezTo>
                      <a:pt x="720" y="1290"/>
                      <a:pt x="766" y="1283"/>
                      <a:pt x="808" y="1272"/>
                    </a:cubicBezTo>
                    <a:cubicBezTo>
                      <a:pt x="843" y="1272"/>
                      <a:pt x="868" y="1264"/>
                      <a:pt x="903" y="1255"/>
                    </a:cubicBezTo>
                    <a:cubicBezTo>
                      <a:pt x="928" y="1246"/>
                      <a:pt x="954" y="1229"/>
                      <a:pt x="980" y="1221"/>
                    </a:cubicBezTo>
                    <a:cubicBezTo>
                      <a:pt x="1014" y="1212"/>
                      <a:pt x="1040" y="1212"/>
                      <a:pt x="1075" y="1195"/>
                    </a:cubicBezTo>
                    <a:cubicBezTo>
                      <a:pt x="1092" y="1195"/>
                      <a:pt x="1109" y="1186"/>
                      <a:pt x="1126" y="1178"/>
                    </a:cubicBezTo>
                    <a:cubicBezTo>
                      <a:pt x="1160" y="1169"/>
                      <a:pt x="1203" y="1161"/>
                      <a:pt x="1238" y="1152"/>
                    </a:cubicBezTo>
                    <a:cubicBezTo>
                      <a:pt x="1264" y="1152"/>
                      <a:pt x="1281" y="1135"/>
                      <a:pt x="1298" y="1135"/>
                    </a:cubicBezTo>
                    <a:cubicBezTo>
                      <a:pt x="1324" y="1126"/>
                      <a:pt x="1358" y="1126"/>
                      <a:pt x="1384" y="1118"/>
                    </a:cubicBezTo>
                    <a:cubicBezTo>
                      <a:pt x="1418" y="1109"/>
                      <a:pt x="1444" y="1092"/>
                      <a:pt x="1478" y="1083"/>
                    </a:cubicBezTo>
                    <a:cubicBezTo>
                      <a:pt x="1538" y="1066"/>
                      <a:pt x="1590" y="1049"/>
                      <a:pt x="1650" y="1014"/>
                    </a:cubicBezTo>
                    <a:cubicBezTo>
                      <a:pt x="1676" y="989"/>
                      <a:pt x="1710" y="963"/>
                      <a:pt x="1745" y="937"/>
                    </a:cubicBezTo>
                    <a:cubicBezTo>
                      <a:pt x="1753" y="920"/>
                      <a:pt x="1753" y="894"/>
                      <a:pt x="1770" y="877"/>
                    </a:cubicBezTo>
                    <a:cubicBezTo>
                      <a:pt x="1788" y="860"/>
                      <a:pt x="1813" y="851"/>
                      <a:pt x="1831" y="825"/>
                    </a:cubicBezTo>
                    <a:cubicBezTo>
                      <a:pt x="1874" y="782"/>
                      <a:pt x="1865" y="705"/>
                      <a:pt x="1899" y="654"/>
                    </a:cubicBezTo>
                    <a:cubicBezTo>
                      <a:pt x="1916" y="628"/>
                      <a:pt x="1934" y="619"/>
                      <a:pt x="1951" y="602"/>
                    </a:cubicBezTo>
                    <a:cubicBezTo>
                      <a:pt x="1977" y="585"/>
                      <a:pt x="1994" y="568"/>
                      <a:pt x="2020" y="542"/>
                    </a:cubicBezTo>
                    <a:cubicBezTo>
                      <a:pt x="2080" y="490"/>
                      <a:pt x="2148" y="439"/>
                      <a:pt x="2191" y="362"/>
                    </a:cubicBezTo>
                    <a:cubicBezTo>
                      <a:pt x="2234" y="293"/>
                      <a:pt x="2294" y="215"/>
                      <a:pt x="2320" y="130"/>
                    </a:cubicBezTo>
                    <a:cubicBezTo>
                      <a:pt x="2329" y="87"/>
                      <a:pt x="2337" y="35"/>
                      <a:pt x="2303" y="1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98" name="Google Shape;18098;p62"/>
              <p:cNvSpPr/>
              <p:nvPr/>
            </p:nvSpPr>
            <p:spPr>
              <a:xfrm>
                <a:off x="5714475" y="1287050"/>
                <a:ext cx="42775" cy="42350"/>
              </a:xfrm>
              <a:custGeom>
                <a:avLst/>
                <a:gdLst/>
                <a:ahLst/>
                <a:cxnLst/>
                <a:rect l="l" t="t" r="r" b="b"/>
                <a:pathLst>
                  <a:path w="1711" h="1694" extrusionOk="0">
                    <a:moveTo>
                      <a:pt x="391" y="0"/>
                    </a:moveTo>
                    <a:cubicBezTo>
                      <a:pt x="350" y="0"/>
                      <a:pt x="309" y="3"/>
                      <a:pt x="267" y="19"/>
                    </a:cubicBezTo>
                    <a:cubicBezTo>
                      <a:pt x="231" y="34"/>
                      <a:pt x="192" y="37"/>
                      <a:pt x="152" y="37"/>
                    </a:cubicBezTo>
                    <a:cubicBezTo>
                      <a:pt x="125" y="37"/>
                      <a:pt x="97" y="36"/>
                      <a:pt x="70" y="36"/>
                    </a:cubicBezTo>
                    <a:cubicBezTo>
                      <a:pt x="53" y="36"/>
                      <a:pt x="44" y="44"/>
                      <a:pt x="35" y="44"/>
                    </a:cubicBezTo>
                    <a:lnTo>
                      <a:pt x="1" y="44"/>
                    </a:lnTo>
                    <a:cubicBezTo>
                      <a:pt x="44" y="44"/>
                      <a:pt x="87" y="44"/>
                      <a:pt x="130" y="53"/>
                    </a:cubicBezTo>
                    <a:cubicBezTo>
                      <a:pt x="164" y="53"/>
                      <a:pt x="216" y="62"/>
                      <a:pt x="250" y="70"/>
                    </a:cubicBezTo>
                    <a:cubicBezTo>
                      <a:pt x="267" y="79"/>
                      <a:pt x="284" y="87"/>
                      <a:pt x="310" y="96"/>
                    </a:cubicBezTo>
                    <a:cubicBezTo>
                      <a:pt x="336" y="113"/>
                      <a:pt x="370" y="113"/>
                      <a:pt x="405" y="122"/>
                    </a:cubicBezTo>
                    <a:cubicBezTo>
                      <a:pt x="448" y="139"/>
                      <a:pt x="482" y="191"/>
                      <a:pt x="525" y="216"/>
                    </a:cubicBezTo>
                    <a:cubicBezTo>
                      <a:pt x="559" y="233"/>
                      <a:pt x="594" y="251"/>
                      <a:pt x="628" y="276"/>
                    </a:cubicBezTo>
                    <a:cubicBezTo>
                      <a:pt x="645" y="285"/>
                      <a:pt x="662" y="294"/>
                      <a:pt x="688" y="302"/>
                    </a:cubicBezTo>
                    <a:cubicBezTo>
                      <a:pt x="705" y="311"/>
                      <a:pt x="731" y="311"/>
                      <a:pt x="748" y="328"/>
                    </a:cubicBezTo>
                    <a:cubicBezTo>
                      <a:pt x="766" y="337"/>
                      <a:pt x="783" y="354"/>
                      <a:pt x="800" y="371"/>
                    </a:cubicBezTo>
                    <a:cubicBezTo>
                      <a:pt x="826" y="397"/>
                      <a:pt x="843" y="422"/>
                      <a:pt x="869" y="440"/>
                    </a:cubicBezTo>
                    <a:cubicBezTo>
                      <a:pt x="903" y="465"/>
                      <a:pt x="929" y="491"/>
                      <a:pt x="972" y="517"/>
                    </a:cubicBezTo>
                    <a:cubicBezTo>
                      <a:pt x="1006" y="534"/>
                      <a:pt x="1049" y="551"/>
                      <a:pt x="1075" y="577"/>
                    </a:cubicBezTo>
                    <a:cubicBezTo>
                      <a:pt x="1118" y="603"/>
                      <a:pt x="1144" y="646"/>
                      <a:pt x="1178" y="680"/>
                    </a:cubicBezTo>
                    <a:cubicBezTo>
                      <a:pt x="1212" y="715"/>
                      <a:pt x="1247" y="740"/>
                      <a:pt x="1272" y="775"/>
                    </a:cubicBezTo>
                    <a:cubicBezTo>
                      <a:pt x="1315" y="826"/>
                      <a:pt x="1341" y="869"/>
                      <a:pt x="1376" y="912"/>
                    </a:cubicBezTo>
                    <a:cubicBezTo>
                      <a:pt x="1410" y="955"/>
                      <a:pt x="1427" y="1015"/>
                      <a:pt x="1436" y="1067"/>
                    </a:cubicBezTo>
                    <a:cubicBezTo>
                      <a:pt x="1453" y="1118"/>
                      <a:pt x="1461" y="1170"/>
                      <a:pt x="1479" y="1221"/>
                    </a:cubicBezTo>
                    <a:lnTo>
                      <a:pt x="1479" y="1230"/>
                    </a:lnTo>
                    <a:cubicBezTo>
                      <a:pt x="1513" y="1316"/>
                      <a:pt x="1565" y="1333"/>
                      <a:pt x="1590" y="1419"/>
                    </a:cubicBezTo>
                    <a:cubicBezTo>
                      <a:pt x="1608" y="1462"/>
                      <a:pt x="1599" y="1574"/>
                      <a:pt x="1616" y="1617"/>
                    </a:cubicBezTo>
                    <a:cubicBezTo>
                      <a:pt x="1628" y="1635"/>
                      <a:pt x="1636" y="1653"/>
                      <a:pt x="1640" y="1670"/>
                    </a:cubicBezTo>
                    <a:lnTo>
                      <a:pt x="1640" y="1670"/>
                    </a:lnTo>
                    <a:cubicBezTo>
                      <a:pt x="1645" y="1661"/>
                      <a:pt x="1654" y="1652"/>
                      <a:pt x="1659" y="1642"/>
                    </a:cubicBezTo>
                    <a:cubicBezTo>
                      <a:pt x="1668" y="1617"/>
                      <a:pt x="1668" y="1591"/>
                      <a:pt x="1676" y="1565"/>
                    </a:cubicBezTo>
                    <a:cubicBezTo>
                      <a:pt x="1693" y="1531"/>
                      <a:pt x="1685" y="1505"/>
                      <a:pt x="1693" y="1471"/>
                    </a:cubicBezTo>
                    <a:cubicBezTo>
                      <a:pt x="1702" y="1445"/>
                      <a:pt x="1702" y="1410"/>
                      <a:pt x="1702" y="1376"/>
                    </a:cubicBezTo>
                    <a:cubicBezTo>
                      <a:pt x="1702" y="1350"/>
                      <a:pt x="1711" y="1333"/>
                      <a:pt x="1711" y="1307"/>
                    </a:cubicBezTo>
                    <a:cubicBezTo>
                      <a:pt x="1711" y="1282"/>
                      <a:pt x="1702" y="1256"/>
                      <a:pt x="1693" y="1230"/>
                    </a:cubicBezTo>
                    <a:cubicBezTo>
                      <a:pt x="1685" y="1161"/>
                      <a:pt x="1668" y="1101"/>
                      <a:pt x="1659" y="1041"/>
                    </a:cubicBezTo>
                    <a:cubicBezTo>
                      <a:pt x="1651" y="981"/>
                      <a:pt x="1659" y="921"/>
                      <a:pt x="1625" y="878"/>
                    </a:cubicBezTo>
                    <a:cubicBezTo>
                      <a:pt x="1599" y="843"/>
                      <a:pt x="1565" y="818"/>
                      <a:pt x="1539" y="792"/>
                    </a:cubicBezTo>
                    <a:cubicBezTo>
                      <a:pt x="1513" y="758"/>
                      <a:pt x="1513" y="723"/>
                      <a:pt x="1504" y="689"/>
                    </a:cubicBezTo>
                    <a:cubicBezTo>
                      <a:pt x="1487" y="663"/>
                      <a:pt x="1479" y="637"/>
                      <a:pt x="1461" y="620"/>
                    </a:cubicBezTo>
                    <a:cubicBezTo>
                      <a:pt x="1436" y="594"/>
                      <a:pt x="1419" y="569"/>
                      <a:pt x="1393" y="534"/>
                    </a:cubicBezTo>
                    <a:cubicBezTo>
                      <a:pt x="1350" y="491"/>
                      <a:pt x="1290" y="465"/>
                      <a:pt x="1255" y="405"/>
                    </a:cubicBezTo>
                    <a:lnTo>
                      <a:pt x="1238" y="380"/>
                    </a:lnTo>
                    <a:cubicBezTo>
                      <a:pt x="1230" y="362"/>
                      <a:pt x="1212" y="354"/>
                      <a:pt x="1195" y="337"/>
                    </a:cubicBezTo>
                    <a:cubicBezTo>
                      <a:pt x="1169" y="311"/>
                      <a:pt x="1144" y="285"/>
                      <a:pt x="1109" y="276"/>
                    </a:cubicBezTo>
                    <a:cubicBezTo>
                      <a:pt x="1083" y="268"/>
                      <a:pt x="1066" y="259"/>
                      <a:pt x="1041" y="251"/>
                    </a:cubicBezTo>
                    <a:cubicBezTo>
                      <a:pt x="1006" y="225"/>
                      <a:pt x="955" y="216"/>
                      <a:pt x="912" y="199"/>
                    </a:cubicBezTo>
                    <a:cubicBezTo>
                      <a:pt x="894" y="199"/>
                      <a:pt x="877" y="191"/>
                      <a:pt x="860" y="182"/>
                    </a:cubicBezTo>
                    <a:cubicBezTo>
                      <a:pt x="834" y="182"/>
                      <a:pt x="809" y="182"/>
                      <a:pt x="791" y="173"/>
                    </a:cubicBezTo>
                    <a:cubicBezTo>
                      <a:pt x="748" y="156"/>
                      <a:pt x="731" y="122"/>
                      <a:pt x="705" y="96"/>
                    </a:cubicBezTo>
                    <a:cubicBezTo>
                      <a:pt x="662" y="62"/>
                      <a:pt x="628" y="27"/>
                      <a:pt x="577" y="10"/>
                    </a:cubicBezTo>
                    <a:cubicBezTo>
                      <a:pt x="542" y="1"/>
                      <a:pt x="508" y="1"/>
                      <a:pt x="473" y="1"/>
                    </a:cubicBezTo>
                    <a:cubicBezTo>
                      <a:pt x="446" y="1"/>
                      <a:pt x="419" y="0"/>
                      <a:pt x="391" y="0"/>
                    </a:cubicBezTo>
                    <a:close/>
                    <a:moveTo>
                      <a:pt x="1640" y="1670"/>
                    </a:moveTo>
                    <a:cubicBezTo>
                      <a:pt x="1635" y="1678"/>
                      <a:pt x="1634" y="1686"/>
                      <a:pt x="1642" y="1694"/>
                    </a:cubicBezTo>
                    <a:cubicBezTo>
                      <a:pt x="1642" y="1686"/>
                      <a:pt x="1641" y="1678"/>
                      <a:pt x="1640" y="167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99" name="Google Shape;18099;p62"/>
              <p:cNvSpPr/>
              <p:nvPr/>
            </p:nvSpPr>
            <p:spPr>
              <a:xfrm>
                <a:off x="5752300" y="1334125"/>
                <a:ext cx="7525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1040" extrusionOk="0">
                    <a:moveTo>
                      <a:pt x="103" y="0"/>
                    </a:moveTo>
                    <a:cubicBezTo>
                      <a:pt x="77" y="0"/>
                      <a:pt x="103" y="60"/>
                      <a:pt x="103" y="69"/>
                    </a:cubicBezTo>
                    <a:cubicBezTo>
                      <a:pt x="112" y="95"/>
                      <a:pt x="112" y="112"/>
                      <a:pt x="112" y="137"/>
                    </a:cubicBezTo>
                    <a:cubicBezTo>
                      <a:pt x="112" y="152"/>
                      <a:pt x="100" y="166"/>
                      <a:pt x="101" y="166"/>
                    </a:cubicBezTo>
                    <a:cubicBezTo>
                      <a:pt x="101" y="166"/>
                      <a:pt x="102" y="165"/>
                      <a:pt x="103" y="163"/>
                    </a:cubicBezTo>
                    <a:lnTo>
                      <a:pt x="103" y="180"/>
                    </a:lnTo>
                    <a:cubicBezTo>
                      <a:pt x="112" y="198"/>
                      <a:pt x="112" y="206"/>
                      <a:pt x="112" y="223"/>
                    </a:cubicBezTo>
                    <a:cubicBezTo>
                      <a:pt x="112" y="275"/>
                      <a:pt x="129" y="318"/>
                      <a:pt x="138" y="369"/>
                    </a:cubicBezTo>
                    <a:cubicBezTo>
                      <a:pt x="138" y="404"/>
                      <a:pt x="146" y="438"/>
                      <a:pt x="120" y="473"/>
                    </a:cubicBezTo>
                    <a:lnTo>
                      <a:pt x="103" y="498"/>
                    </a:lnTo>
                    <a:lnTo>
                      <a:pt x="95" y="533"/>
                    </a:lnTo>
                    <a:lnTo>
                      <a:pt x="86" y="558"/>
                    </a:lnTo>
                    <a:cubicBezTo>
                      <a:pt x="86" y="576"/>
                      <a:pt x="86" y="593"/>
                      <a:pt x="86" y="610"/>
                    </a:cubicBezTo>
                    <a:cubicBezTo>
                      <a:pt x="86" y="636"/>
                      <a:pt x="95" y="653"/>
                      <a:pt x="95" y="679"/>
                    </a:cubicBezTo>
                    <a:cubicBezTo>
                      <a:pt x="103" y="696"/>
                      <a:pt x="103" y="713"/>
                      <a:pt x="103" y="739"/>
                    </a:cubicBezTo>
                    <a:cubicBezTo>
                      <a:pt x="103" y="756"/>
                      <a:pt x="103" y="782"/>
                      <a:pt x="95" y="799"/>
                    </a:cubicBezTo>
                    <a:cubicBezTo>
                      <a:pt x="95" y="825"/>
                      <a:pt x="86" y="851"/>
                      <a:pt x="86" y="876"/>
                    </a:cubicBezTo>
                    <a:cubicBezTo>
                      <a:pt x="86" y="902"/>
                      <a:pt x="77" y="936"/>
                      <a:pt x="69" y="962"/>
                    </a:cubicBezTo>
                    <a:cubicBezTo>
                      <a:pt x="66" y="968"/>
                      <a:pt x="63" y="974"/>
                      <a:pt x="60" y="979"/>
                    </a:cubicBezTo>
                    <a:lnTo>
                      <a:pt x="60" y="979"/>
                    </a:lnTo>
                    <a:cubicBezTo>
                      <a:pt x="63" y="977"/>
                      <a:pt x="66" y="974"/>
                      <a:pt x="69" y="971"/>
                    </a:cubicBezTo>
                    <a:cubicBezTo>
                      <a:pt x="86" y="962"/>
                      <a:pt x="103" y="945"/>
                      <a:pt x="120" y="928"/>
                    </a:cubicBezTo>
                    <a:cubicBezTo>
                      <a:pt x="138" y="919"/>
                      <a:pt x="146" y="894"/>
                      <a:pt x="155" y="876"/>
                    </a:cubicBezTo>
                    <a:cubicBezTo>
                      <a:pt x="163" y="859"/>
                      <a:pt x="163" y="842"/>
                      <a:pt x="172" y="825"/>
                    </a:cubicBezTo>
                    <a:cubicBezTo>
                      <a:pt x="180" y="808"/>
                      <a:pt x="189" y="782"/>
                      <a:pt x="189" y="765"/>
                    </a:cubicBezTo>
                    <a:cubicBezTo>
                      <a:pt x="206" y="747"/>
                      <a:pt x="215" y="722"/>
                      <a:pt x="232" y="705"/>
                    </a:cubicBezTo>
                    <a:cubicBezTo>
                      <a:pt x="266" y="670"/>
                      <a:pt x="301" y="653"/>
                      <a:pt x="292" y="601"/>
                    </a:cubicBezTo>
                    <a:cubicBezTo>
                      <a:pt x="292" y="558"/>
                      <a:pt x="275" y="515"/>
                      <a:pt x="266" y="473"/>
                    </a:cubicBezTo>
                    <a:cubicBezTo>
                      <a:pt x="266" y="455"/>
                      <a:pt x="258" y="438"/>
                      <a:pt x="258" y="430"/>
                    </a:cubicBezTo>
                    <a:cubicBezTo>
                      <a:pt x="249" y="412"/>
                      <a:pt x="249" y="395"/>
                      <a:pt x="249" y="378"/>
                    </a:cubicBezTo>
                    <a:cubicBezTo>
                      <a:pt x="249" y="344"/>
                      <a:pt x="241" y="309"/>
                      <a:pt x="232" y="275"/>
                    </a:cubicBezTo>
                    <a:cubicBezTo>
                      <a:pt x="223" y="241"/>
                      <a:pt x="223" y="223"/>
                      <a:pt x="223" y="189"/>
                    </a:cubicBezTo>
                    <a:cubicBezTo>
                      <a:pt x="223" y="155"/>
                      <a:pt x="215" y="112"/>
                      <a:pt x="206" y="86"/>
                    </a:cubicBezTo>
                    <a:cubicBezTo>
                      <a:pt x="198" y="69"/>
                      <a:pt x="189" y="52"/>
                      <a:pt x="180" y="43"/>
                    </a:cubicBezTo>
                    <a:lnTo>
                      <a:pt x="163" y="17"/>
                    </a:lnTo>
                    <a:lnTo>
                      <a:pt x="138" y="17"/>
                    </a:lnTo>
                    <a:lnTo>
                      <a:pt x="120" y="9"/>
                    </a:lnTo>
                    <a:lnTo>
                      <a:pt x="103" y="0"/>
                    </a:lnTo>
                    <a:close/>
                    <a:moveTo>
                      <a:pt x="60" y="979"/>
                    </a:moveTo>
                    <a:lnTo>
                      <a:pt x="60" y="979"/>
                    </a:lnTo>
                    <a:cubicBezTo>
                      <a:pt x="46" y="993"/>
                      <a:pt x="32" y="1007"/>
                      <a:pt x="17" y="1014"/>
                    </a:cubicBezTo>
                    <a:lnTo>
                      <a:pt x="0" y="1040"/>
                    </a:lnTo>
                    <a:cubicBezTo>
                      <a:pt x="17" y="1031"/>
                      <a:pt x="34" y="1022"/>
                      <a:pt x="43" y="1014"/>
                    </a:cubicBezTo>
                    <a:cubicBezTo>
                      <a:pt x="49" y="1002"/>
                      <a:pt x="54" y="991"/>
                      <a:pt x="60" y="979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00" name="Google Shape;18100;p62"/>
              <p:cNvSpPr/>
              <p:nvPr/>
            </p:nvSpPr>
            <p:spPr>
              <a:xfrm>
                <a:off x="5697950" y="1327025"/>
                <a:ext cx="298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397" extrusionOk="0">
                    <a:moveTo>
                      <a:pt x="799" y="396"/>
                    </a:moveTo>
                    <a:lnTo>
                      <a:pt x="805" y="401"/>
                    </a:lnTo>
                    <a:lnTo>
                      <a:pt x="805" y="401"/>
                    </a:lnTo>
                    <a:cubicBezTo>
                      <a:pt x="804" y="398"/>
                      <a:pt x="802" y="396"/>
                      <a:pt x="799" y="396"/>
                    </a:cubicBezTo>
                    <a:close/>
                    <a:moveTo>
                      <a:pt x="1031" y="0"/>
                    </a:moveTo>
                    <a:cubicBezTo>
                      <a:pt x="1049" y="35"/>
                      <a:pt x="1049" y="78"/>
                      <a:pt x="1057" y="121"/>
                    </a:cubicBezTo>
                    <a:cubicBezTo>
                      <a:pt x="1066" y="172"/>
                      <a:pt x="1074" y="207"/>
                      <a:pt x="1066" y="258"/>
                    </a:cubicBezTo>
                    <a:cubicBezTo>
                      <a:pt x="1057" y="327"/>
                      <a:pt x="1031" y="404"/>
                      <a:pt x="1006" y="473"/>
                    </a:cubicBezTo>
                    <a:lnTo>
                      <a:pt x="980" y="430"/>
                    </a:lnTo>
                    <a:cubicBezTo>
                      <a:pt x="963" y="413"/>
                      <a:pt x="954" y="396"/>
                      <a:pt x="937" y="379"/>
                    </a:cubicBezTo>
                    <a:cubicBezTo>
                      <a:pt x="920" y="387"/>
                      <a:pt x="937" y="413"/>
                      <a:pt x="920" y="421"/>
                    </a:cubicBezTo>
                    <a:cubicBezTo>
                      <a:pt x="903" y="387"/>
                      <a:pt x="903" y="344"/>
                      <a:pt x="894" y="310"/>
                    </a:cubicBezTo>
                    <a:cubicBezTo>
                      <a:pt x="885" y="275"/>
                      <a:pt x="868" y="250"/>
                      <a:pt x="860" y="215"/>
                    </a:cubicBezTo>
                    <a:cubicBezTo>
                      <a:pt x="851" y="198"/>
                      <a:pt x="842" y="181"/>
                      <a:pt x="834" y="164"/>
                    </a:cubicBezTo>
                    <a:cubicBezTo>
                      <a:pt x="825" y="147"/>
                      <a:pt x="817" y="112"/>
                      <a:pt x="799" y="112"/>
                    </a:cubicBezTo>
                    <a:cubicBezTo>
                      <a:pt x="799" y="112"/>
                      <a:pt x="799" y="112"/>
                      <a:pt x="774" y="138"/>
                    </a:cubicBezTo>
                    <a:cubicBezTo>
                      <a:pt x="808" y="164"/>
                      <a:pt x="799" y="232"/>
                      <a:pt x="808" y="267"/>
                    </a:cubicBezTo>
                    <a:cubicBezTo>
                      <a:pt x="808" y="310"/>
                      <a:pt x="808" y="361"/>
                      <a:pt x="808" y="404"/>
                    </a:cubicBezTo>
                    <a:lnTo>
                      <a:pt x="805" y="401"/>
                    </a:lnTo>
                    <a:lnTo>
                      <a:pt x="805" y="401"/>
                    </a:lnTo>
                    <a:cubicBezTo>
                      <a:pt x="808" y="410"/>
                      <a:pt x="808" y="426"/>
                      <a:pt x="808" y="439"/>
                    </a:cubicBezTo>
                    <a:cubicBezTo>
                      <a:pt x="817" y="464"/>
                      <a:pt x="825" y="490"/>
                      <a:pt x="825" y="516"/>
                    </a:cubicBezTo>
                    <a:cubicBezTo>
                      <a:pt x="834" y="559"/>
                      <a:pt x="817" y="585"/>
                      <a:pt x="799" y="619"/>
                    </a:cubicBezTo>
                    <a:cubicBezTo>
                      <a:pt x="782" y="602"/>
                      <a:pt x="782" y="576"/>
                      <a:pt x="765" y="542"/>
                    </a:cubicBezTo>
                    <a:cubicBezTo>
                      <a:pt x="765" y="533"/>
                      <a:pt x="731" y="473"/>
                      <a:pt x="722" y="464"/>
                    </a:cubicBezTo>
                    <a:lnTo>
                      <a:pt x="705" y="516"/>
                    </a:lnTo>
                    <a:cubicBezTo>
                      <a:pt x="696" y="533"/>
                      <a:pt x="688" y="550"/>
                      <a:pt x="671" y="568"/>
                    </a:cubicBezTo>
                    <a:cubicBezTo>
                      <a:pt x="662" y="585"/>
                      <a:pt x="662" y="602"/>
                      <a:pt x="645" y="619"/>
                    </a:cubicBezTo>
                    <a:cubicBezTo>
                      <a:pt x="619" y="662"/>
                      <a:pt x="567" y="714"/>
                      <a:pt x="567" y="765"/>
                    </a:cubicBezTo>
                    <a:lnTo>
                      <a:pt x="576" y="739"/>
                    </a:lnTo>
                    <a:lnTo>
                      <a:pt x="585" y="774"/>
                    </a:lnTo>
                    <a:cubicBezTo>
                      <a:pt x="593" y="808"/>
                      <a:pt x="576" y="842"/>
                      <a:pt x="559" y="877"/>
                    </a:cubicBezTo>
                    <a:cubicBezTo>
                      <a:pt x="533" y="911"/>
                      <a:pt x="499" y="937"/>
                      <a:pt x="464" y="954"/>
                    </a:cubicBezTo>
                    <a:cubicBezTo>
                      <a:pt x="447" y="963"/>
                      <a:pt x="439" y="971"/>
                      <a:pt x="421" y="980"/>
                    </a:cubicBezTo>
                    <a:lnTo>
                      <a:pt x="413" y="989"/>
                    </a:lnTo>
                    <a:cubicBezTo>
                      <a:pt x="407" y="993"/>
                      <a:pt x="401" y="994"/>
                      <a:pt x="395" y="994"/>
                    </a:cubicBezTo>
                    <a:cubicBezTo>
                      <a:pt x="376" y="994"/>
                      <a:pt x="357" y="976"/>
                      <a:pt x="344" y="963"/>
                    </a:cubicBezTo>
                    <a:cubicBezTo>
                      <a:pt x="310" y="928"/>
                      <a:pt x="284" y="894"/>
                      <a:pt x="241" y="885"/>
                    </a:cubicBezTo>
                    <a:lnTo>
                      <a:pt x="224" y="920"/>
                    </a:lnTo>
                    <a:cubicBezTo>
                      <a:pt x="220" y="921"/>
                      <a:pt x="216" y="922"/>
                      <a:pt x="212" y="922"/>
                    </a:cubicBezTo>
                    <a:cubicBezTo>
                      <a:pt x="194" y="922"/>
                      <a:pt x="171" y="911"/>
                      <a:pt x="164" y="911"/>
                    </a:cubicBezTo>
                    <a:cubicBezTo>
                      <a:pt x="138" y="903"/>
                      <a:pt x="121" y="894"/>
                      <a:pt x="104" y="885"/>
                    </a:cubicBezTo>
                    <a:cubicBezTo>
                      <a:pt x="95" y="911"/>
                      <a:pt x="86" y="928"/>
                      <a:pt x="86" y="963"/>
                    </a:cubicBezTo>
                    <a:cubicBezTo>
                      <a:pt x="78" y="1006"/>
                      <a:pt x="69" y="1040"/>
                      <a:pt x="52" y="1074"/>
                    </a:cubicBezTo>
                    <a:cubicBezTo>
                      <a:pt x="43" y="1092"/>
                      <a:pt x="43" y="1109"/>
                      <a:pt x="43" y="1117"/>
                    </a:cubicBezTo>
                    <a:lnTo>
                      <a:pt x="18" y="1152"/>
                    </a:lnTo>
                    <a:cubicBezTo>
                      <a:pt x="0" y="1178"/>
                      <a:pt x="18" y="1195"/>
                      <a:pt x="35" y="1220"/>
                    </a:cubicBezTo>
                    <a:cubicBezTo>
                      <a:pt x="52" y="1272"/>
                      <a:pt x="78" y="1306"/>
                      <a:pt x="121" y="1332"/>
                    </a:cubicBezTo>
                    <a:cubicBezTo>
                      <a:pt x="172" y="1367"/>
                      <a:pt x="207" y="1392"/>
                      <a:pt x="267" y="1392"/>
                    </a:cubicBezTo>
                    <a:cubicBezTo>
                      <a:pt x="295" y="1392"/>
                      <a:pt x="324" y="1388"/>
                      <a:pt x="355" y="1388"/>
                    </a:cubicBezTo>
                    <a:cubicBezTo>
                      <a:pt x="371" y="1388"/>
                      <a:pt x="387" y="1389"/>
                      <a:pt x="404" y="1392"/>
                    </a:cubicBezTo>
                    <a:cubicBezTo>
                      <a:pt x="421" y="1392"/>
                      <a:pt x="435" y="1396"/>
                      <a:pt x="449" y="1396"/>
                    </a:cubicBezTo>
                    <a:cubicBezTo>
                      <a:pt x="457" y="1396"/>
                      <a:pt x="464" y="1395"/>
                      <a:pt x="473" y="1392"/>
                    </a:cubicBezTo>
                    <a:cubicBezTo>
                      <a:pt x="482" y="1384"/>
                      <a:pt x="499" y="1375"/>
                      <a:pt x="507" y="1367"/>
                    </a:cubicBezTo>
                    <a:cubicBezTo>
                      <a:pt x="533" y="1358"/>
                      <a:pt x="567" y="1349"/>
                      <a:pt x="593" y="1332"/>
                    </a:cubicBezTo>
                    <a:cubicBezTo>
                      <a:pt x="628" y="1315"/>
                      <a:pt x="645" y="1306"/>
                      <a:pt x="688" y="1306"/>
                    </a:cubicBezTo>
                    <a:cubicBezTo>
                      <a:pt x="705" y="1306"/>
                      <a:pt x="722" y="1306"/>
                      <a:pt x="739" y="1298"/>
                    </a:cubicBezTo>
                    <a:cubicBezTo>
                      <a:pt x="774" y="1281"/>
                      <a:pt x="799" y="1263"/>
                      <a:pt x="834" y="1238"/>
                    </a:cubicBezTo>
                    <a:cubicBezTo>
                      <a:pt x="851" y="1220"/>
                      <a:pt x="877" y="1212"/>
                      <a:pt x="894" y="1195"/>
                    </a:cubicBezTo>
                    <a:cubicBezTo>
                      <a:pt x="920" y="1178"/>
                      <a:pt x="928" y="1152"/>
                      <a:pt x="945" y="1117"/>
                    </a:cubicBezTo>
                    <a:cubicBezTo>
                      <a:pt x="954" y="1100"/>
                      <a:pt x="988" y="1066"/>
                      <a:pt x="1006" y="1057"/>
                    </a:cubicBezTo>
                    <a:cubicBezTo>
                      <a:pt x="1031" y="1040"/>
                      <a:pt x="1057" y="1040"/>
                      <a:pt x="1074" y="1014"/>
                    </a:cubicBezTo>
                    <a:cubicBezTo>
                      <a:pt x="1100" y="989"/>
                      <a:pt x="1100" y="963"/>
                      <a:pt x="1117" y="928"/>
                    </a:cubicBezTo>
                    <a:cubicBezTo>
                      <a:pt x="1143" y="868"/>
                      <a:pt x="1143" y="791"/>
                      <a:pt x="1143" y="722"/>
                    </a:cubicBezTo>
                    <a:cubicBezTo>
                      <a:pt x="1143" y="662"/>
                      <a:pt x="1152" y="602"/>
                      <a:pt x="1160" y="542"/>
                    </a:cubicBezTo>
                    <a:cubicBezTo>
                      <a:pt x="1177" y="490"/>
                      <a:pt x="1186" y="439"/>
                      <a:pt x="1195" y="387"/>
                    </a:cubicBezTo>
                    <a:cubicBezTo>
                      <a:pt x="1195" y="370"/>
                      <a:pt x="1186" y="344"/>
                      <a:pt x="1186" y="318"/>
                    </a:cubicBezTo>
                    <a:cubicBezTo>
                      <a:pt x="1177" y="301"/>
                      <a:pt x="1177" y="284"/>
                      <a:pt x="1177" y="267"/>
                    </a:cubicBezTo>
                    <a:cubicBezTo>
                      <a:pt x="1169" y="232"/>
                      <a:pt x="1160" y="198"/>
                      <a:pt x="1143" y="164"/>
                    </a:cubicBezTo>
                    <a:cubicBezTo>
                      <a:pt x="1126" y="95"/>
                      <a:pt x="1066" y="52"/>
                      <a:pt x="1031" y="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01" name="Google Shape;18101;p62"/>
              <p:cNvSpPr/>
              <p:nvPr/>
            </p:nvSpPr>
            <p:spPr>
              <a:xfrm>
                <a:off x="5689775" y="1307950"/>
                <a:ext cx="275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1101" h="858" extrusionOk="0">
                    <a:moveTo>
                      <a:pt x="620" y="0"/>
                    </a:moveTo>
                    <a:cubicBezTo>
                      <a:pt x="611" y="0"/>
                      <a:pt x="602" y="2"/>
                      <a:pt x="594" y="7"/>
                    </a:cubicBezTo>
                    <a:cubicBezTo>
                      <a:pt x="577" y="16"/>
                      <a:pt x="559" y="33"/>
                      <a:pt x="551" y="42"/>
                    </a:cubicBezTo>
                    <a:cubicBezTo>
                      <a:pt x="534" y="59"/>
                      <a:pt x="534" y="59"/>
                      <a:pt x="516" y="68"/>
                    </a:cubicBezTo>
                    <a:lnTo>
                      <a:pt x="448" y="68"/>
                    </a:lnTo>
                    <a:cubicBezTo>
                      <a:pt x="431" y="76"/>
                      <a:pt x="413" y="102"/>
                      <a:pt x="396" y="102"/>
                    </a:cubicBezTo>
                    <a:lnTo>
                      <a:pt x="362" y="119"/>
                    </a:lnTo>
                    <a:lnTo>
                      <a:pt x="327" y="136"/>
                    </a:lnTo>
                    <a:cubicBezTo>
                      <a:pt x="310" y="145"/>
                      <a:pt x="310" y="162"/>
                      <a:pt x="293" y="179"/>
                    </a:cubicBezTo>
                    <a:cubicBezTo>
                      <a:pt x="276" y="205"/>
                      <a:pt x="242" y="214"/>
                      <a:pt x="224" y="222"/>
                    </a:cubicBezTo>
                    <a:cubicBezTo>
                      <a:pt x="199" y="231"/>
                      <a:pt x="181" y="239"/>
                      <a:pt x="173" y="257"/>
                    </a:cubicBezTo>
                    <a:cubicBezTo>
                      <a:pt x="138" y="291"/>
                      <a:pt x="113" y="343"/>
                      <a:pt x="95" y="394"/>
                    </a:cubicBezTo>
                    <a:cubicBezTo>
                      <a:pt x="95" y="420"/>
                      <a:pt x="87" y="446"/>
                      <a:pt x="78" y="471"/>
                    </a:cubicBezTo>
                    <a:cubicBezTo>
                      <a:pt x="70" y="489"/>
                      <a:pt x="61" y="506"/>
                      <a:pt x="52" y="523"/>
                    </a:cubicBezTo>
                    <a:cubicBezTo>
                      <a:pt x="52" y="540"/>
                      <a:pt x="52" y="557"/>
                      <a:pt x="52" y="566"/>
                    </a:cubicBezTo>
                    <a:cubicBezTo>
                      <a:pt x="48" y="538"/>
                      <a:pt x="43" y="530"/>
                      <a:pt x="40" y="530"/>
                    </a:cubicBezTo>
                    <a:cubicBezTo>
                      <a:pt x="37" y="530"/>
                      <a:pt x="35" y="536"/>
                      <a:pt x="35" y="540"/>
                    </a:cubicBezTo>
                    <a:lnTo>
                      <a:pt x="27" y="574"/>
                    </a:lnTo>
                    <a:cubicBezTo>
                      <a:pt x="27" y="600"/>
                      <a:pt x="10" y="609"/>
                      <a:pt x="1" y="635"/>
                    </a:cubicBezTo>
                    <a:lnTo>
                      <a:pt x="1" y="652"/>
                    </a:lnTo>
                    <a:cubicBezTo>
                      <a:pt x="1" y="669"/>
                      <a:pt x="1" y="695"/>
                      <a:pt x="1" y="721"/>
                    </a:cubicBezTo>
                    <a:cubicBezTo>
                      <a:pt x="1" y="738"/>
                      <a:pt x="1" y="755"/>
                      <a:pt x="1" y="781"/>
                    </a:cubicBezTo>
                    <a:cubicBezTo>
                      <a:pt x="10" y="806"/>
                      <a:pt x="18" y="832"/>
                      <a:pt x="18" y="858"/>
                    </a:cubicBezTo>
                    <a:lnTo>
                      <a:pt x="35" y="824"/>
                    </a:lnTo>
                    <a:cubicBezTo>
                      <a:pt x="52" y="806"/>
                      <a:pt x="52" y="789"/>
                      <a:pt x="52" y="772"/>
                    </a:cubicBezTo>
                    <a:cubicBezTo>
                      <a:pt x="61" y="738"/>
                      <a:pt x="61" y="712"/>
                      <a:pt x="70" y="686"/>
                    </a:cubicBezTo>
                    <a:cubicBezTo>
                      <a:pt x="87" y="660"/>
                      <a:pt x="95" y="643"/>
                      <a:pt x="113" y="635"/>
                    </a:cubicBezTo>
                    <a:cubicBezTo>
                      <a:pt x="130" y="626"/>
                      <a:pt x="138" y="609"/>
                      <a:pt x="147" y="592"/>
                    </a:cubicBezTo>
                    <a:cubicBezTo>
                      <a:pt x="173" y="549"/>
                      <a:pt x="199" y="506"/>
                      <a:pt x="233" y="463"/>
                    </a:cubicBezTo>
                    <a:cubicBezTo>
                      <a:pt x="267" y="420"/>
                      <a:pt x="302" y="394"/>
                      <a:pt x="327" y="351"/>
                    </a:cubicBezTo>
                    <a:cubicBezTo>
                      <a:pt x="362" y="282"/>
                      <a:pt x="422" y="248"/>
                      <a:pt x="482" y="248"/>
                    </a:cubicBezTo>
                    <a:cubicBezTo>
                      <a:pt x="516" y="248"/>
                      <a:pt x="551" y="257"/>
                      <a:pt x="577" y="257"/>
                    </a:cubicBezTo>
                    <a:cubicBezTo>
                      <a:pt x="602" y="248"/>
                      <a:pt x="620" y="239"/>
                      <a:pt x="628" y="222"/>
                    </a:cubicBezTo>
                    <a:lnTo>
                      <a:pt x="654" y="188"/>
                    </a:lnTo>
                    <a:lnTo>
                      <a:pt x="662" y="179"/>
                    </a:lnTo>
                    <a:lnTo>
                      <a:pt x="705" y="162"/>
                    </a:lnTo>
                    <a:cubicBezTo>
                      <a:pt x="723" y="154"/>
                      <a:pt x="731" y="145"/>
                      <a:pt x="748" y="136"/>
                    </a:cubicBezTo>
                    <a:lnTo>
                      <a:pt x="774" y="119"/>
                    </a:lnTo>
                    <a:lnTo>
                      <a:pt x="800" y="93"/>
                    </a:lnTo>
                    <a:cubicBezTo>
                      <a:pt x="817" y="76"/>
                      <a:pt x="851" y="76"/>
                      <a:pt x="869" y="76"/>
                    </a:cubicBezTo>
                    <a:cubicBezTo>
                      <a:pt x="920" y="76"/>
                      <a:pt x="972" y="93"/>
                      <a:pt x="1023" y="93"/>
                    </a:cubicBezTo>
                    <a:lnTo>
                      <a:pt x="1066" y="102"/>
                    </a:lnTo>
                    <a:lnTo>
                      <a:pt x="1101" y="102"/>
                    </a:lnTo>
                    <a:lnTo>
                      <a:pt x="1058" y="76"/>
                    </a:lnTo>
                    <a:cubicBezTo>
                      <a:pt x="1041" y="68"/>
                      <a:pt x="1023" y="59"/>
                      <a:pt x="1006" y="50"/>
                    </a:cubicBezTo>
                    <a:cubicBezTo>
                      <a:pt x="980" y="42"/>
                      <a:pt x="955" y="42"/>
                      <a:pt x="937" y="33"/>
                    </a:cubicBezTo>
                    <a:cubicBezTo>
                      <a:pt x="930" y="31"/>
                      <a:pt x="923" y="31"/>
                      <a:pt x="915" y="31"/>
                    </a:cubicBezTo>
                    <a:cubicBezTo>
                      <a:pt x="893" y="31"/>
                      <a:pt x="870" y="36"/>
                      <a:pt x="849" y="36"/>
                    </a:cubicBezTo>
                    <a:cubicBezTo>
                      <a:pt x="841" y="36"/>
                      <a:pt x="833" y="35"/>
                      <a:pt x="826" y="33"/>
                    </a:cubicBezTo>
                    <a:cubicBezTo>
                      <a:pt x="774" y="25"/>
                      <a:pt x="731" y="16"/>
                      <a:pt x="688" y="16"/>
                    </a:cubicBezTo>
                    <a:cubicBezTo>
                      <a:pt x="665" y="10"/>
                      <a:pt x="641" y="0"/>
                      <a:pt x="620" y="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02" name="Google Shape;18102;p62"/>
              <p:cNvSpPr/>
              <p:nvPr/>
            </p:nvSpPr>
            <p:spPr>
              <a:xfrm>
                <a:off x="5693225" y="1318825"/>
                <a:ext cx="29225" cy="3787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515" extrusionOk="0">
                    <a:moveTo>
                      <a:pt x="771" y="1"/>
                    </a:moveTo>
                    <a:cubicBezTo>
                      <a:pt x="747" y="1"/>
                      <a:pt x="725" y="6"/>
                      <a:pt x="705" y="11"/>
                    </a:cubicBezTo>
                    <a:cubicBezTo>
                      <a:pt x="662" y="19"/>
                      <a:pt x="628" y="36"/>
                      <a:pt x="593" y="62"/>
                    </a:cubicBezTo>
                    <a:cubicBezTo>
                      <a:pt x="550" y="88"/>
                      <a:pt x="490" y="88"/>
                      <a:pt x="447" y="122"/>
                    </a:cubicBezTo>
                    <a:cubicBezTo>
                      <a:pt x="421" y="139"/>
                      <a:pt x="396" y="165"/>
                      <a:pt x="370" y="182"/>
                    </a:cubicBezTo>
                    <a:cubicBezTo>
                      <a:pt x="335" y="200"/>
                      <a:pt x="301" y="217"/>
                      <a:pt x="275" y="251"/>
                    </a:cubicBezTo>
                    <a:cubicBezTo>
                      <a:pt x="232" y="294"/>
                      <a:pt x="172" y="311"/>
                      <a:pt x="129" y="346"/>
                    </a:cubicBezTo>
                    <a:cubicBezTo>
                      <a:pt x="104" y="363"/>
                      <a:pt x="78" y="397"/>
                      <a:pt x="61" y="423"/>
                    </a:cubicBezTo>
                    <a:cubicBezTo>
                      <a:pt x="35" y="449"/>
                      <a:pt x="18" y="509"/>
                      <a:pt x="9" y="543"/>
                    </a:cubicBezTo>
                    <a:cubicBezTo>
                      <a:pt x="9" y="595"/>
                      <a:pt x="18" y="655"/>
                      <a:pt x="18" y="707"/>
                    </a:cubicBezTo>
                    <a:cubicBezTo>
                      <a:pt x="9" y="749"/>
                      <a:pt x="0" y="784"/>
                      <a:pt x="0" y="835"/>
                    </a:cubicBezTo>
                    <a:cubicBezTo>
                      <a:pt x="0" y="853"/>
                      <a:pt x="18" y="870"/>
                      <a:pt x="18" y="896"/>
                    </a:cubicBezTo>
                    <a:lnTo>
                      <a:pt x="18" y="930"/>
                    </a:lnTo>
                    <a:cubicBezTo>
                      <a:pt x="18" y="947"/>
                      <a:pt x="26" y="956"/>
                      <a:pt x="35" y="973"/>
                    </a:cubicBezTo>
                    <a:cubicBezTo>
                      <a:pt x="35" y="999"/>
                      <a:pt x="35" y="1016"/>
                      <a:pt x="43" y="1042"/>
                    </a:cubicBezTo>
                    <a:cubicBezTo>
                      <a:pt x="61" y="1085"/>
                      <a:pt x="78" y="1136"/>
                      <a:pt x="95" y="1179"/>
                    </a:cubicBezTo>
                    <a:cubicBezTo>
                      <a:pt x="104" y="1222"/>
                      <a:pt x="138" y="1256"/>
                      <a:pt x="164" y="1299"/>
                    </a:cubicBezTo>
                    <a:cubicBezTo>
                      <a:pt x="189" y="1334"/>
                      <a:pt x="215" y="1368"/>
                      <a:pt x="241" y="1402"/>
                    </a:cubicBezTo>
                    <a:cubicBezTo>
                      <a:pt x="250" y="1420"/>
                      <a:pt x="267" y="1428"/>
                      <a:pt x="275" y="1445"/>
                    </a:cubicBezTo>
                    <a:cubicBezTo>
                      <a:pt x="279" y="1449"/>
                      <a:pt x="282" y="1453"/>
                      <a:pt x="285" y="1458"/>
                    </a:cubicBezTo>
                    <a:lnTo>
                      <a:pt x="285" y="1458"/>
                    </a:lnTo>
                    <a:cubicBezTo>
                      <a:pt x="284" y="1453"/>
                      <a:pt x="284" y="1448"/>
                      <a:pt x="284" y="1445"/>
                    </a:cubicBezTo>
                    <a:cubicBezTo>
                      <a:pt x="275" y="1428"/>
                      <a:pt x="284" y="1411"/>
                      <a:pt x="275" y="1402"/>
                    </a:cubicBezTo>
                    <a:cubicBezTo>
                      <a:pt x="275" y="1385"/>
                      <a:pt x="267" y="1377"/>
                      <a:pt x="267" y="1359"/>
                    </a:cubicBezTo>
                    <a:cubicBezTo>
                      <a:pt x="258" y="1325"/>
                      <a:pt x="258" y="1308"/>
                      <a:pt x="284" y="1291"/>
                    </a:cubicBezTo>
                    <a:cubicBezTo>
                      <a:pt x="301" y="1274"/>
                      <a:pt x="344" y="1256"/>
                      <a:pt x="353" y="1239"/>
                    </a:cubicBezTo>
                    <a:cubicBezTo>
                      <a:pt x="353" y="1213"/>
                      <a:pt x="327" y="1179"/>
                      <a:pt x="318" y="1162"/>
                    </a:cubicBezTo>
                    <a:cubicBezTo>
                      <a:pt x="301" y="1136"/>
                      <a:pt x="293" y="1110"/>
                      <a:pt x="284" y="1093"/>
                    </a:cubicBezTo>
                    <a:cubicBezTo>
                      <a:pt x="250" y="1024"/>
                      <a:pt x="250" y="947"/>
                      <a:pt x="267" y="887"/>
                    </a:cubicBezTo>
                    <a:cubicBezTo>
                      <a:pt x="284" y="853"/>
                      <a:pt x="284" y="818"/>
                      <a:pt x="284" y="784"/>
                    </a:cubicBezTo>
                    <a:cubicBezTo>
                      <a:pt x="284" y="749"/>
                      <a:pt x="301" y="715"/>
                      <a:pt x="318" y="681"/>
                    </a:cubicBezTo>
                    <a:cubicBezTo>
                      <a:pt x="353" y="612"/>
                      <a:pt x="370" y="518"/>
                      <a:pt x="413" y="449"/>
                    </a:cubicBezTo>
                    <a:cubicBezTo>
                      <a:pt x="422" y="431"/>
                      <a:pt x="433" y="426"/>
                      <a:pt x="445" y="426"/>
                    </a:cubicBezTo>
                    <a:cubicBezTo>
                      <a:pt x="457" y="426"/>
                      <a:pt x="470" y="431"/>
                      <a:pt x="483" y="431"/>
                    </a:cubicBezTo>
                    <a:cubicBezTo>
                      <a:pt x="494" y="431"/>
                      <a:pt x="505" y="428"/>
                      <a:pt x="516" y="414"/>
                    </a:cubicBezTo>
                    <a:cubicBezTo>
                      <a:pt x="550" y="371"/>
                      <a:pt x="585" y="346"/>
                      <a:pt x="628" y="337"/>
                    </a:cubicBezTo>
                    <a:cubicBezTo>
                      <a:pt x="671" y="320"/>
                      <a:pt x="696" y="320"/>
                      <a:pt x="731" y="311"/>
                    </a:cubicBezTo>
                    <a:cubicBezTo>
                      <a:pt x="752" y="300"/>
                      <a:pt x="778" y="290"/>
                      <a:pt x="800" y="290"/>
                    </a:cubicBezTo>
                    <a:cubicBezTo>
                      <a:pt x="813" y="290"/>
                      <a:pt x="824" y="293"/>
                      <a:pt x="834" y="303"/>
                    </a:cubicBezTo>
                    <a:cubicBezTo>
                      <a:pt x="851" y="320"/>
                      <a:pt x="868" y="346"/>
                      <a:pt x="885" y="354"/>
                    </a:cubicBezTo>
                    <a:cubicBezTo>
                      <a:pt x="892" y="358"/>
                      <a:pt x="899" y="359"/>
                      <a:pt x="906" y="359"/>
                    </a:cubicBezTo>
                    <a:cubicBezTo>
                      <a:pt x="937" y="359"/>
                      <a:pt x="973" y="335"/>
                      <a:pt x="1014" y="328"/>
                    </a:cubicBezTo>
                    <a:lnTo>
                      <a:pt x="1040" y="380"/>
                    </a:lnTo>
                    <a:lnTo>
                      <a:pt x="1057" y="397"/>
                    </a:lnTo>
                    <a:lnTo>
                      <a:pt x="1100" y="440"/>
                    </a:lnTo>
                    <a:cubicBezTo>
                      <a:pt x="1100" y="406"/>
                      <a:pt x="1134" y="380"/>
                      <a:pt x="1143" y="346"/>
                    </a:cubicBezTo>
                    <a:cubicBezTo>
                      <a:pt x="1169" y="303"/>
                      <a:pt x="1152" y="286"/>
                      <a:pt x="1134" y="243"/>
                    </a:cubicBezTo>
                    <a:cubicBezTo>
                      <a:pt x="1100" y="182"/>
                      <a:pt x="1040" y="122"/>
                      <a:pt x="988" y="71"/>
                    </a:cubicBezTo>
                    <a:cubicBezTo>
                      <a:pt x="963" y="54"/>
                      <a:pt x="954" y="45"/>
                      <a:pt x="920" y="45"/>
                    </a:cubicBezTo>
                    <a:cubicBezTo>
                      <a:pt x="885" y="36"/>
                      <a:pt x="860" y="19"/>
                      <a:pt x="825" y="11"/>
                    </a:cubicBezTo>
                    <a:cubicBezTo>
                      <a:pt x="807" y="3"/>
                      <a:pt x="789" y="1"/>
                      <a:pt x="771" y="1"/>
                    </a:cubicBezTo>
                    <a:close/>
                    <a:moveTo>
                      <a:pt x="285" y="1458"/>
                    </a:moveTo>
                    <a:cubicBezTo>
                      <a:pt x="288" y="1480"/>
                      <a:pt x="297" y="1514"/>
                      <a:pt x="318" y="1514"/>
                    </a:cubicBezTo>
                    <a:cubicBezTo>
                      <a:pt x="305" y="1500"/>
                      <a:pt x="296" y="1476"/>
                      <a:pt x="285" y="1458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8103" name="Google Shape;18103;p62"/>
            <p:cNvGrpSpPr/>
            <p:nvPr/>
          </p:nvGrpSpPr>
          <p:grpSpPr>
            <a:xfrm>
              <a:off x="7997708" y="4300344"/>
              <a:ext cx="339139" cy="239689"/>
              <a:chOff x="5658425" y="1270850"/>
              <a:chExt cx="179800" cy="127075"/>
            </a:xfrm>
          </p:grpSpPr>
          <p:sp>
            <p:nvSpPr>
              <p:cNvPr id="18104" name="Google Shape;18104;p62"/>
              <p:cNvSpPr/>
              <p:nvPr/>
            </p:nvSpPr>
            <p:spPr>
              <a:xfrm>
                <a:off x="5704400" y="1271825"/>
                <a:ext cx="133825" cy="126100"/>
              </a:xfrm>
              <a:custGeom>
                <a:avLst/>
                <a:gdLst/>
                <a:ahLst/>
                <a:cxnLst/>
                <a:rect l="l" t="t" r="r" b="b"/>
                <a:pathLst>
                  <a:path w="5353" h="5044" extrusionOk="0">
                    <a:moveTo>
                      <a:pt x="713" y="9"/>
                    </a:moveTo>
                    <a:cubicBezTo>
                      <a:pt x="816" y="9"/>
                      <a:pt x="911" y="18"/>
                      <a:pt x="1014" y="18"/>
                    </a:cubicBezTo>
                    <a:cubicBezTo>
                      <a:pt x="1263" y="35"/>
                      <a:pt x="1486" y="138"/>
                      <a:pt x="1718" y="164"/>
                    </a:cubicBezTo>
                    <a:cubicBezTo>
                      <a:pt x="1968" y="198"/>
                      <a:pt x="2217" y="198"/>
                      <a:pt x="2466" y="215"/>
                    </a:cubicBezTo>
                    <a:cubicBezTo>
                      <a:pt x="2492" y="215"/>
                      <a:pt x="2517" y="224"/>
                      <a:pt x="2543" y="232"/>
                    </a:cubicBezTo>
                    <a:cubicBezTo>
                      <a:pt x="2578" y="250"/>
                      <a:pt x="2595" y="284"/>
                      <a:pt x="2629" y="301"/>
                    </a:cubicBezTo>
                    <a:cubicBezTo>
                      <a:pt x="2681" y="344"/>
                      <a:pt x="2758" y="336"/>
                      <a:pt x="2827" y="336"/>
                    </a:cubicBezTo>
                    <a:cubicBezTo>
                      <a:pt x="2981" y="336"/>
                      <a:pt x="3136" y="327"/>
                      <a:pt x="3282" y="327"/>
                    </a:cubicBezTo>
                    <a:cubicBezTo>
                      <a:pt x="3411" y="318"/>
                      <a:pt x="3548" y="318"/>
                      <a:pt x="3677" y="344"/>
                    </a:cubicBezTo>
                    <a:cubicBezTo>
                      <a:pt x="3780" y="361"/>
                      <a:pt x="3883" y="404"/>
                      <a:pt x="3987" y="421"/>
                    </a:cubicBezTo>
                    <a:cubicBezTo>
                      <a:pt x="4012" y="430"/>
                      <a:pt x="4055" y="430"/>
                      <a:pt x="4090" y="430"/>
                    </a:cubicBezTo>
                    <a:cubicBezTo>
                      <a:pt x="4158" y="430"/>
                      <a:pt x="4227" y="430"/>
                      <a:pt x="4262" y="447"/>
                    </a:cubicBezTo>
                    <a:cubicBezTo>
                      <a:pt x="4476" y="559"/>
                      <a:pt x="4579" y="774"/>
                      <a:pt x="4786" y="903"/>
                    </a:cubicBezTo>
                    <a:cubicBezTo>
                      <a:pt x="4820" y="920"/>
                      <a:pt x="4863" y="946"/>
                      <a:pt x="4871" y="989"/>
                    </a:cubicBezTo>
                    <a:cubicBezTo>
                      <a:pt x="4880" y="1083"/>
                      <a:pt x="4863" y="1100"/>
                      <a:pt x="4932" y="1195"/>
                    </a:cubicBezTo>
                    <a:cubicBezTo>
                      <a:pt x="4957" y="1229"/>
                      <a:pt x="4975" y="1272"/>
                      <a:pt x="5009" y="1306"/>
                    </a:cubicBezTo>
                    <a:cubicBezTo>
                      <a:pt x="5121" y="1444"/>
                      <a:pt x="5198" y="1547"/>
                      <a:pt x="5241" y="1719"/>
                    </a:cubicBezTo>
                    <a:cubicBezTo>
                      <a:pt x="5267" y="1830"/>
                      <a:pt x="5318" y="1934"/>
                      <a:pt x="5335" y="2045"/>
                    </a:cubicBezTo>
                    <a:cubicBezTo>
                      <a:pt x="5353" y="2166"/>
                      <a:pt x="5335" y="2294"/>
                      <a:pt x="5327" y="2415"/>
                    </a:cubicBezTo>
                    <a:cubicBezTo>
                      <a:pt x="5327" y="2458"/>
                      <a:pt x="5301" y="2475"/>
                      <a:pt x="5284" y="2518"/>
                    </a:cubicBezTo>
                    <a:cubicBezTo>
                      <a:pt x="5250" y="2621"/>
                      <a:pt x="5284" y="2724"/>
                      <a:pt x="5301" y="2844"/>
                    </a:cubicBezTo>
                    <a:cubicBezTo>
                      <a:pt x="5310" y="2939"/>
                      <a:pt x="5301" y="3119"/>
                      <a:pt x="5258" y="3205"/>
                    </a:cubicBezTo>
                    <a:cubicBezTo>
                      <a:pt x="5241" y="3257"/>
                      <a:pt x="5103" y="3557"/>
                      <a:pt x="5069" y="3635"/>
                    </a:cubicBezTo>
                    <a:cubicBezTo>
                      <a:pt x="5035" y="3703"/>
                      <a:pt x="4957" y="3815"/>
                      <a:pt x="4940" y="3884"/>
                    </a:cubicBezTo>
                    <a:cubicBezTo>
                      <a:pt x="4923" y="3927"/>
                      <a:pt x="4829" y="4159"/>
                      <a:pt x="4734" y="4262"/>
                    </a:cubicBezTo>
                    <a:cubicBezTo>
                      <a:pt x="4640" y="4382"/>
                      <a:pt x="4571" y="4451"/>
                      <a:pt x="4382" y="4477"/>
                    </a:cubicBezTo>
                    <a:cubicBezTo>
                      <a:pt x="4322" y="4485"/>
                      <a:pt x="4090" y="4614"/>
                      <a:pt x="4030" y="4605"/>
                    </a:cubicBezTo>
                    <a:cubicBezTo>
                      <a:pt x="3978" y="4605"/>
                      <a:pt x="3935" y="4623"/>
                      <a:pt x="3883" y="4631"/>
                    </a:cubicBezTo>
                    <a:cubicBezTo>
                      <a:pt x="3866" y="4631"/>
                      <a:pt x="3849" y="4631"/>
                      <a:pt x="3832" y="4631"/>
                    </a:cubicBezTo>
                    <a:cubicBezTo>
                      <a:pt x="3815" y="4631"/>
                      <a:pt x="3789" y="4631"/>
                      <a:pt x="3772" y="4640"/>
                    </a:cubicBezTo>
                    <a:cubicBezTo>
                      <a:pt x="3617" y="4666"/>
                      <a:pt x="3351" y="4709"/>
                      <a:pt x="3265" y="4734"/>
                    </a:cubicBezTo>
                    <a:cubicBezTo>
                      <a:pt x="3153" y="4769"/>
                      <a:pt x="2964" y="4769"/>
                      <a:pt x="2853" y="4752"/>
                    </a:cubicBezTo>
                    <a:cubicBezTo>
                      <a:pt x="2724" y="4743"/>
                      <a:pt x="2500" y="4863"/>
                      <a:pt x="2363" y="4872"/>
                    </a:cubicBezTo>
                    <a:cubicBezTo>
                      <a:pt x="2260" y="4872"/>
                      <a:pt x="2191" y="4872"/>
                      <a:pt x="2131" y="4872"/>
                    </a:cubicBezTo>
                    <a:cubicBezTo>
                      <a:pt x="2028" y="4863"/>
                      <a:pt x="1950" y="4863"/>
                      <a:pt x="1753" y="4906"/>
                    </a:cubicBezTo>
                    <a:cubicBezTo>
                      <a:pt x="1718" y="4923"/>
                      <a:pt x="1650" y="4915"/>
                      <a:pt x="1590" y="4915"/>
                    </a:cubicBezTo>
                    <a:cubicBezTo>
                      <a:pt x="1512" y="4915"/>
                      <a:pt x="1435" y="4915"/>
                      <a:pt x="1383" y="4932"/>
                    </a:cubicBezTo>
                    <a:cubicBezTo>
                      <a:pt x="1349" y="4941"/>
                      <a:pt x="1315" y="4949"/>
                      <a:pt x="1280" y="4966"/>
                    </a:cubicBezTo>
                    <a:cubicBezTo>
                      <a:pt x="1203" y="4984"/>
                      <a:pt x="1126" y="4992"/>
                      <a:pt x="1048" y="5018"/>
                    </a:cubicBezTo>
                    <a:cubicBezTo>
                      <a:pt x="980" y="5035"/>
                      <a:pt x="962" y="5044"/>
                      <a:pt x="894" y="5026"/>
                    </a:cubicBezTo>
                    <a:cubicBezTo>
                      <a:pt x="645" y="4975"/>
                      <a:pt x="395" y="4932"/>
                      <a:pt x="129" y="4984"/>
                    </a:cubicBezTo>
                    <a:cubicBezTo>
                      <a:pt x="95" y="4984"/>
                      <a:pt x="0" y="4597"/>
                      <a:pt x="9" y="4528"/>
                    </a:cubicBezTo>
                    <a:cubicBezTo>
                      <a:pt x="35" y="4331"/>
                      <a:pt x="60" y="4142"/>
                      <a:pt x="86" y="3944"/>
                    </a:cubicBezTo>
                    <a:cubicBezTo>
                      <a:pt x="129" y="3575"/>
                      <a:pt x="181" y="3205"/>
                      <a:pt x="241" y="2853"/>
                    </a:cubicBezTo>
                    <a:cubicBezTo>
                      <a:pt x="284" y="2535"/>
                      <a:pt x="335" y="2234"/>
                      <a:pt x="361" y="1934"/>
                    </a:cubicBezTo>
                    <a:cubicBezTo>
                      <a:pt x="387" y="1650"/>
                      <a:pt x="395" y="1375"/>
                      <a:pt x="438" y="1092"/>
                    </a:cubicBezTo>
                    <a:cubicBezTo>
                      <a:pt x="456" y="997"/>
                      <a:pt x="645" y="1"/>
                      <a:pt x="713" y="9"/>
                    </a:cubicBezTo>
                  </a:path>
                </a:pathLst>
              </a:custGeom>
              <a:solidFill>
                <a:srgbClr val="B890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05" name="Google Shape;18105;p62"/>
              <p:cNvSpPr/>
              <p:nvPr/>
            </p:nvSpPr>
            <p:spPr>
              <a:xfrm>
                <a:off x="5695575" y="1270850"/>
                <a:ext cx="76925" cy="126875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5075" extrusionOk="0">
                    <a:moveTo>
                      <a:pt x="1047" y="1"/>
                    </a:moveTo>
                    <a:cubicBezTo>
                      <a:pt x="898" y="1"/>
                      <a:pt x="756" y="31"/>
                      <a:pt x="714" y="74"/>
                    </a:cubicBezTo>
                    <a:cubicBezTo>
                      <a:pt x="707" y="81"/>
                      <a:pt x="712" y="84"/>
                      <a:pt x="724" y="84"/>
                    </a:cubicBezTo>
                    <a:cubicBezTo>
                      <a:pt x="740" y="84"/>
                      <a:pt x="770" y="79"/>
                      <a:pt x="800" y="74"/>
                    </a:cubicBezTo>
                    <a:cubicBezTo>
                      <a:pt x="835" y="69"/>
                      <a:pt x="869" y="64"/>
                      <a:pt x="891" y="64"/>
                    </a:cubicBezTo>
                    <a:cubicBezTo>
                      <a:pt x="907" y="64"/>
                      <a:pt x="915" y="67"/>
                      <a:pt x="912" y="74"/>
                    </a:cubicBezTo>
                    <a:cubicBezTo>
                      <a:pt x="877" y="117"/>
                      <a:pt x="843" y="160"/>
                      <a:pt x="809" y="194"/>
                    </a:cubicBezTo>
                    <a:cubicBezTo>
                      <a:pt x="697" y="332"/>
                      <a:pt x="662" y="503"/>
                      <a:pt x="602" y="649"/>
                    </a:cubicBezTo>
                    <a:cubicBezTo>
                      <a:pt x="542" y="787"/>
                      <a:pt x="491" y="924"/>
                      <a:pt x="448" y="1053"/>
                    </a:cubicBezTo>
                    <a:cubicBezTo>
                      <a:pt x="413" y="1148"/>
                      <a:pt x="379" y="1259"/>
                      <a:pt x="362" y="1363"/>
                    </a:cubicBezTo>
                    <a:cubicBezTo>
                      <a:pt x="345" y="1474"/>
                      <a:pt x="370" y="1586"/>
                      <a:pt x="370" y="1698"/>
                    </a:cubicBezTo>
                    <a:cubicBezTo>
                      <a:pt x="370" y="1758"/>
                      <a:pt x="370" y="1809"/>
                      <a:pt x="370" y="1869"/>
                    </a:cubicBezTo>
                    <a:cubicBezTo>
                      <a:pt x="388" y="2136"/>
                      <a:pt x="396" y="2428"/>
                      <a:pt x="336" y="2703"/>
                    </a:cubicBezTo>
                    <a:cubicBezTo>
                      <a:pt x="302" y="2875"/>
                      <a:pt x="241" y="3046"/>
                      <a:pt x="207" y="3218"/>
                    </a:cubicBezTo>
                    <a:cubicBezTo>
                      <a:pt x="181" y="3364"/>
                      <a:pt x="156" y="3502"/>
                      <a:pt x="121" y="3648"/>
                    </a:cubicBezTo>
                    <a:cubicBezTo>
                      <a:pt x="44" y="3992"/>
                      <a:pt x="1" y="4309"/>
                      <a:pt x="121" y="4644"/>
                    </a:cubicBezTo>
                    <a:cubicBezTo>
                      <a:pt x="156" y="4739"/>
                      <a:pt x="190" y="4808"/>
                      <a:pt x="259" y="4876"/>
                    </a:cubicBezTo>
                    <a:cubicBezTo>
                      <a:pt x="310" y="4919"/>
                      <a:pt x="362" y="4980"/>
                      <a:pt x="422" y="5005"/>
                    </a:cubicBezTo>
                    <a:cubicBezTo>
                      <a:pt x="542" y="5065"/>
                      <a:pt x="705" y="5057"/>
                      <a:pt x="834" y="5074"/>
                    </a:cubicBezTo>
                    <a:cubicBezTo>
                      <a:pt x="877" y="5074"/>
                      <a:pt x="912" y="5065"/>
                      <a:pt x="955" y="5057"/>
                    </a:cubicBezTo>
                    <a:cubicBezTo>
                      <a:pt x="969" y="5054"/>
                      <a:pt x="980" y="5053"/>
                      <a:pt x="990" y="5053"/>
                    </a:cubicBezTo>
                    <a:cubicBezTo>
                      <a:pt x="1010" y="5053"/>
                      <a:pt x="1023" y="5057"/>
                      <a:pt x="1040" y="5057"/>
                    </a:cubicBezTo>
                    <a:cubicBezTo>
                      <a:pt x="1049" y="5061"/>
                      <a:pt x="1060" y="5063"/>
                      <a:pt x="1074" y="5063"/>
                    </a:cubicBezTo>
                    <a:cubicBezTo>
                      <a:pt x="1088" y="5063"/>
                      <a:pt x="1105" y="5061"/>
                      <a:pt x="1126" y="5057"/>
                    </a:cubicBezTo>
                    <a:cubicBezTo>
                      <a:pt x="1134" y="5054"/>
                      <a:pt x="1143" y="5053"/>
                      <a:pt x="1153" y="5053"/>
                    </a:cubicBezTo>
                    <a:cubicBezTo>
                      <a:pt x="1177" y="5053"/>
                      <a:pt x="1208" y="5059"/>
                      <a:pt x="1238" y="5065"/>
                    </a:cubicBezTo>
                    <a:cubicBezTo>
                      <a:pt x="1267" y="5069"/>
                      <a:pt x="1294" y="5071"/>
                      <a:pt x="1318" y="5071"/>
                    </a:cubicBezTo>
                    <a:cubicBezTo>
                      <a:pt x="1352" y="5071"/>
                      <a:pt x="1381" y="5067"/>
                      <a:pt x="1401" y="5057"/>
                    </a:cubicBezTo>
                    <a:cubicBezTo>
                      <a:pt x="1470" y="5005"/>
                      <a:pt x="1676" y="4997"/>
                      <a:pt x="1736" y="4945"/>
                    </a:cubicBezTo>
                    <a:cubicBezTo>
                      <a:pt x="1788" y="4911"/>
                      <a:pt x="1839" y="4876"/>
                      <a:pt x="1900" y="4842"/>
                    </a:cubicBezTo>
                    <a:cubicBezTo>
                      <a:pt x="1951" y="4816"/>
                      <a:pt x="1986" y="4808"/>
                      <a:pt x="2028" y="4773"/>
                    </a:cubicBezTo>
                    <a:cubicBezTo>
                      <a:pt x="2054" y="4756"/>
                      <a:pt x="2071" y="4739"/>
                      <a:pt x="2097" y="4722"/>
                    </a:cubicBezTo>
                    <a:cubicBezTo>
                      <a:pt x="2166" y="4662"/>
                      <a:pt x="2114" y="4541"/>
                      <a:pt x="2209" y="4507"/>
                    </a:cubicBezTo>
                    <a:cubicBezTo>
                      <a:pt x="2286" y="4481"/>
                      <a:pt x="2355" y="4464"/>
                      <a:pt x="2407" y="4404"/>
                    </a:cubicBezTo>
                    <a:cubicBezTo>
                      <a:pt x="2441" y="4370"/>
                      <a:pt x="2458" y="4352"/>
                      <a:pt x="2458" y="4309"/>
                    </a:cubicBezTo>
                    <a:cubicBezTo>
                      <a:pt x="2467" y="4284"/>
                      <a:pt x="2475" y="4249"/>
                      <a:pt x="2475" y="4215"/>
                    </a:cubicBezTo>
                    <a:cubicBezTo>
                      <a:pt x="2475" y="4181"/>
                      <a:pt x="2570" y="4181"/>
                      <a:pt x="2561" y="4146"/>
                    </a:cubicBezTo>
                    <a:cubicBezTo>
                      <a:pt x="2561" y="4138"/>
                      <a:pt x="2553" y="4120"/>
                      <a:pt x="2553" y="4103"/>
                    </a:cubicBezTo>
                    <a:cubicBezTo>
                      <a:pt x="2553" y="4077"/>
                      <a:pt x="2570" y="4077"/>
                      <a:pt x="2578" y="4060"/>
                    </a:cubicBezTo>
                    <a:cubicBezTo>
                      <a:pt x="2596" y="4009"/>
                      <a:pt x="2587" y="3940"/>
                      <a:pt x="2604" y="3888"/>
                    </a:cubicBezTo>
                    <a:cubicBezTo>
                      <a:pt x="2621" y="3820"/>
                      <a:pt x="2681" y="3760"/>
                      <a:pt x="2716" y="3691"/>
                    </a:cubicBezTo>
                    <a:cubicBezTo>
                      <a:pt x="2742" y="3656"/>
                      <a:pt x="2750" y="3614"/>
                      <a:pt x="2776" y="3579"/>
                    </a:cubicBezTo>
                    <a:cubicBezTo>
                      <a:pt x="2793" y="3562"/>
                      <a:pt x="2819" y="3536"/>
                      <a:pt x="2827" y="3519"/>
                    </a:cubicBezTo>
                    <a:cubicBezTo>
                      <a:pt x="2845" y="3485"/>
                      <a:pt x="2845" y="3450"/>
                      <a:pt x="2853" y="3416"/>
                    </a:cubicBezTo>
                    <a:cubicBezTo>
                      <a:pt x="2862" y="3364"/>
                      <a:pt x="2870" y="3313"/>
                      <a:pt x="2888" y="3261"/>
                    </a:cubicBezTo>
                    <a:cubicBezTo>
                      <a:pt x="2905" y="3210"/>
                      <a:pt x="2905" y="3150"/>
                      <a:pt x="2939" y="3107"/>
                    </a:cubicBezTo>
                    <a:cubicBezTo>
                      <a:pt x="2956" y="3081"/>
                      <a:pt x="2982" y="3072"/>
                      <a:pt x="2999" y="3055"/>
                    </a:cubicBezTo>
                    <a:cubicBezTo>
                      <a:pt x="3034" y="3012"/>
                      <a:pt x="3034" y="2952"/>
                      <a:pt x="3042" y="2900"/>
                    </a:cubicBezTo>
                    <a:cubicBezTo>
                      <a:pt x="3051" y="2857"/>
                      <a:pt x="3051" y="2806"/>
                      <a:pt x="3059" y="2763"/>
                    </a:cubicBezTo>
                    <a:cubicBezTo>
                      <a:pt x="3068" y="2720"/>
                      <a:pt x="3034" y="2668"/>
                      <a:pt x="3034" y="2634"/>
                    </a:cubicBezTo>
                    <a:cubicBezTo>
                      <a:pt x="3016" y="2574"/>
                      <a:pt x="3008" y="2565"/>
                      <a:pt x="3042" y="2514"/>
                    </a:cubicBezTo>
                    <a:cubicBezTo>
                      <a:pt x="3077" y="2462"/>
                      <a:pt x="2999" y="2437"/>
                      <a:pt x="2999" y="2385"/>
                    </a:cubicBezTo>
                    <a:cubicBezTo>
                      <a:pt x="2999" y="2342"/>
                      <a:pt x="2974" y="2308"/>
                      <a:pt x="2965" y="2265"/>
                    </a:cubicBezTo>
                    <a:cubicBezTo>
                      <a:pt x="2939" y="2205"/>
                      <a:pt x="2982" y="2136"/>
                      <a:pt x="2965" y="2058"/>
                    </a:cubicBezTo>
                    <a:cubicBezTo>
                      <a:pt x="2931" y="1955"/>
                      <a:pt x="2948" y="1827"/>
                      <a:pt x="2905" y="1732"/>
                    </a:cubicBezTo>
                    <a:cubicBezTo>
                      <a:pt x="2888" y="1672"/>
                      <a:pt x="2870" y="1620"/>
                      <a:pt x="2853" y="1560"/>
                    </a:cubicBezTo>
                    <a:cubicBezTo>
                      <a:pt x="2845" y="1517"/>
                      <a:pt x="2845" y="1466"/>
                      <a:pt x="2819" y="1431"/>
                    </a:cubicBezTo>
                    <a:cubicBezTo>
                      <a:pt x="2750" y="1311"/>
                      <a:pt x="2664" y="1191"/>
                      <a:pt x="2647" y="1062"/>
                    </a:cubicBezTo>
                    <a:cubicBezTo>
                      <a:pt x="2647" y="1002"/>
                      <a:pt x="2638" y="924"/>
                      <a:pt x="2587" y="864"/>
                    </a:cubicBezTo>
                    <a:cubicBezTo>
                      <a:pt x="2570" y="847"/>
                      <a:pt x="2553" y="847"/>
                      <a:pt x="2535" y="830"/>
                    </a:cubicBezTo>
                    <a:cubicBezTo>
                      <a:pt x="2510" y="813"/>
                      <a:pt x="2501" y="787"/>
                      <a:pt x="2475" y="770"/>
                    </a:cubicBezTo>
                    <a:cubicBezTo>
                      <a:pt x="2407" y="735"/>
                      <a:pt x="2398" y="710"/>
                      <a:pt x="2364" y="658"/>
                    </a:cubicBezTo>
                    <a:cubicBezTo>
                      <a:pt x="2329" y="607"/>
                      <a:pt x="2269" y="581"/>
                      <a:pt x="2235" y="538"/>
                    </a:cubicBezTo>
                    <a:cubicBezTo>
                      <a:pt x="2192" y="495"/>
                      <a:pt x="2149" y="460"/>
                      <a:pt x="2106" y="418"/>
                    </a:cubicBezTo>
                    <a:cubicBezTo>
                      <a:pt x="2071" y="383"/>
                      <a:pt x="2046" y="349"/>
                      <a:pt x="2003" y="323"/>
                    </a:cubicBezTo>
                    <a:cubicBezTo>
                      <a:pt x="1968" y="306"/>
                      <a:pt x="1943" y="280"/>
                      <a:pt x="1908" y="271"/>
                    </a:cubicBezTo>
                    <a:cubicBezTo>
                      <a:pt x="1874" y="271"/>
                      <a:pt x="1857" y="263"/>
                      <a:pt x="1831" y="254"/>
                    </a:cubicBezTo>
                    <a:cubicBezTo>
                      <a:pt x="1788" y="237"/>
                      <a:pt x="1788" y="237"/>
                      <a:pt x="1762" y="211"/>
                    </a:cubicBezTo>
                    <a:cubicBezTo>
                      <a:pt x="1745" y="194"/>
                      <a:pt x="1719" y="186"/>
                      <a:pt x="1693" y="168"/>
                    </a:cubicBezTo>
                    <a:cubicBezTo>
                      <a:pt x="1668" y="151"/>
                      <a:pt x="1650" y="125"/>
                      <a:pt x="1608" y="117"/>
                    </a:cubicBezTo>
                    <a:lnTo>
                      <a:pt x="1565" y="117"/>
                    </a:lnTo>
                    <a:cubicBezTo>
                      <a:pt x="1547" y="117"/>
                      <a:pt x="1539" y="117"/>
                      <a:pt x="1504" y="108"/>
                    </a:cubicBezTo>
                    <a:cubicBezTo>
                      <a:pt x="1453" y="82"/>
                      <a:pt x="1341" y="82"/>
                      <a:pt x="1272" y="65"/>
                    </a:cubicBezTo>
                    <a:cubicBezTo>
                      <a:pt x="1238" y="48"/>
                      <a:pt x="1178" y="22"/>
                      <a:pt x="1144" y="5"/>
                    </a:cubicBezTo>
                    <a:cubicBezTo>
                      <a:pt x="1112" y="2"/>
                      <a:pt x="1079" y="1"/>
                      <a:pt x="1047" y="1"/>
                    </a:cubicBezTo>
                    <a:close/>
                  </a:path>
                </a:pathLst>
              </a:custGeom>
              <a:solidFill>
                <a:srgbClr val="D4AD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06" name="Google Shape;18106;p62"/>
              <p:cNvSpPr/>
              <p:nvPr/>
            </p:nvSpPr>
            <p:spPr>
              <a:xfrm>
                <a:off x="5658425" y="1335825"/>
                <a:ext cx="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8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F3D8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07" name="Google Shape;18107;p62"/>
              <p:cNvSpPr/>
              <p:nvPr/>
            </p:nvSpPr>
            <p:spPr>
              <a:xfrm>
                <a:off x="5658650" y="1271150"/>
                <a:ext cx="106325" cy="125900"/>
              </a:xfrm>
              <a:custGeom>
                <a:avLst/>
                <a:gdLst/>
                <a:ahLst/>
                <a:cxnLst/>
                <a:rect l="l" t="t" r="r" b="b"/>
                <a:pathLst>
                  <a:path w="4253" h="5036" extrusionOk="0">
                    <a:moveTo>
                      <a:pt x="2302" y="1"/>
                    </a:moveTo>
                    <a:cubicBezTo>
                      <a:pt x="2258" y="1"/>
                      <a:pt x="2188" y="54"/>
                      <a:pt x="2148" y="70"/>
                    </a:cubicBezTo>
                    <a:cubicBezTo>
                      <a:pt x="2104" y="87"/>
                      <a:pt x="2068" y="93"/>
                      <a:pt x="2029" y="93"/>
                    </a:cubicBezTo>
                    <a:cubicBezTo>
                      <a:pt x="2007" y="93"/>
                      <a:pt x="1984" y="91"/>
                      <a:pt x="1959" y="88"/>
                    </a:cubicBezTo>
                    <a:cubicBezTo>
                      <a:pt x="1856" y="88"/>
                      <a:pt x="1761" y="122"/>
                      <a:pt x="1667" y="165"/>
                    </a:cubicBezTo>
                    <a:cubicBezTo>
                      <a:pt x="1624" y="182"/>
                      <a:pt x="1572" y="191"/>
                      <a:pt x="1521" y="208"/>
                    </a:cubicBezTo>
                    <a:cubicBezTo>
                      <a:pt x="1452" y="225"/>
                      <a:pt x="1426" y="259"/>
                      <a:pt x="1383" y="302"/>
                    </a:cubicBezTo>
                    <a:cubicBezTo>
                      <a:pt x="1315" y="371"/>
                      <a:pt x="1246" y="431"/>
                      <a:pt x="1186" y="491"/>
                    </a:cubicBezTo>
                    <a:cubicBezTo>
                      <a:pt x="1117" y="560"/>
                      <a:pt x="1057" y="646"/>
                      <a:pt x="962" y="646"/>
                    </a:cubicBezTo>
                    <a:cubicBezTo>
                      <a:pt x="885" y="655"/>
                      <a:pt x="765" y="723"/>
                      <a:pt x="748" y="809"/>
                    </a:cubicBezTo>
                    <a:cubicBezTo>
                      <a:pt x="722" y="930"/>
                      <a:pt x="765" y="947"/>
                      <a:pt x="662" y="1058"/>
                    </a:cubicBezTo>
                    <a:cubicBezTo>
                      <a:pt x="636" y="1093"/>
                      <a:pt x="602" y="1136"/>
                      <a:pt x="567" y="1162"/>
                    </a:cubicBezTo>
                    <a:cubicBezTo>
                      <a:pt x="524" y="1179"/>
                      <a:pt x="516" y="1282"/>
                      <a:pt x="490" y="1299"/>
                    </a:cubicBezTo>
                    <a:cubicBezTo>
                      <a:pt x="473" y="1308"/>
                      <a:pt x="456" y="1333"/>
                      <a:pt x="438" y="1342"/>
                    </a:cubicBezTo>
                    <a:lnTo>
                      <a:pt x="404" y="1351"/>
                    </a:lnTo>
                    <a:lnTo>
                      <a:pt x="378" y="1394"/>
                    </a:lnTo>
                    <a:cubicBezTo>
                      <a:pt x="352" y="1419"/>
                      <a:pt x="318" y="1419"/>
                      <a:pt x="292" y="1436"/>
                    </a:cubicBezTo>
                    <a:cubicBezTo>
                      <a:pt x="198" y="1497"/>
                      <a:pt x="172" y="1591"/>
                      <a:pt x="138" y="1686"/>
                    </a:cubicBezTo>
                    <a:cubicBezTo>
                      <a:pt x="120" y="1729"/>
                      <a:pt x="95" y="1754"/>
                      <a:pt x="86" y="1806"/>
                    </a:cubicBezTo>
                    <a:cubicBezTo>
                      <a:pt x="86" y="1875"/>
                      <a:pt x="95" y="1926"/>
                      <a:pt x="103" y="1986"/>
                    </a:cubicBezTo>
                    <a:cubicBezTo>
                      <a:pt x="120" y="2115"/>
                      <a:pt x="35" y="2193"/>
                      <a:pt x="17" y="2304"/>
                    </a:cubicBezTo>
                    <a:cubicBezTo>
                      <a:pt x="17" y="2356"/>
                      <a:pt x="52" y="2382"/>
                      <a:pt x="60" y="2425"/>
                    </a:cubicBezTo>
                    <a:cubicBezTo>
                      <a:pt x="69" y="2467"/>
                      <a:pt x="60" y="2536"/>
                      <a:pt x="52" y="2579"/>
                    </a:cubicBezTo>
                    <a:cubicBezTo>
                      <a:pt x="43" y="2631"/>
                      <a:pt x="9" y="2699"/>
                      <a:pt x="0" y="2768"/>
                    </a:cubicBezTo>
                    <a:cubicBezTo>
                      <a:pt x="0" y="2811"/>
                      <a:pt x="9" y="2863"/>
                      <a:pt x="17" y="2906"/>
                    </a:cubicBezTo>
                    <a:cubicBezTo>
                      <a:pt x="26" y="2983"/>
                      <a:pt x="60" y="3026"/>
                      <a:pt x="95" y="3095"/>
                    </a:cubicBezTo>
                    <a:cubicBezTo>
                      <a:pt x="120" y="3172"/>
                      <a:pt x="86" y="3215"/>
                      <a:pt x="78" y="3284"/>
                    </a:cubicBezTo>
                    <a:cubicBezTo>
                      <a:pt x="60" y="3352"/>
                      <a:pt x="69" y="3430"/>
                      <a:pt x="86" y="3507"/>
                    </a:cubicBezTo>
                    <a:cubicBezTo>
                      <a:pt x="112" y="3619"/>
                      <a:pt x="163" y="3730"/>
                      <a:pt x="249" y="3799"/>
                    </a:cubicBezTo>
                    <a:cubicBezTo>
                      <a:pt x="284" y="3825"/>
                      <a:pt x="309" y="3851"/>
                      <a:pt x="335" y="3894"/>
                    </a:cubicBezTo>
                    <a:cubicBezTo>
                      <a:pt x="370" y="3962"/>
                      <a:pt x="395" y="3988"/>
                      <a:pt x="456" y="4040"/>
                    </a:cubicBezTo>
                    <a:cubicBezTo>
                      <a:pt x="550" y="4108"/>
                      <a:pt x="567" y="4229"/>
                      <a:pt x="627" y="4315"/>
                    </a:cubicBezTo>
                    <a:cubicBezTo>
                      <a:pt x="653" y="4349"/>
                      <a:pt x="679" y="4392"/>
                      <a:pt x="713" y="4409"/>
                    </a:cubicBezTo>
                    <a:cubicBezTo>
                      <a:pt x="782" y="4435"/>
                      <a:pt x="851" y="4418"/>
                      <a:pt x="919" y="4461"/>
                    </a:cubicBezTo>
                    <a:cubicBezTo>
                      <a:pt x="962" y="4486"/>
                      <a:pt x="1005" y="4521"/>
                      <a:pt x="1048" y="4547"/>
                    </a:cubicBezTo>
                    <a:cubicBezTo>
                      <a:pt x="1100" y="4581"/>
                      <a:pt x="1169" y="4624"/>
                      <a:pt x="1212" y="4675"/>
                    </a:cubicBezTo>
                    <a:cubicBezTo>
                      <a:pt x="1280" y="4779"/>
                      <a:pt x="1323" y="4839"/>
                      <a:pt x="1444" y="4890"/>
                    </a:cubicBezTo>
                    <a:cubicBezTo>
                      <a:pt x="1555" y="4942"/>
                      <a:pt x="1658" y="4968"/>
                      <a:pt x="1770" y="4976"/>
                    </a:cubicBezTo>
                    <a:cubicBezTo>
                      <a:pt x="1813" y="4985"/>
                      <a:pt x="1856" y="4985"/>
                      <a:pt x="1899" y="4993"/>
                    </a:cubicBezTo>
                    <a:cubicBezTo>
                      <a:pt x="1933" y="5002"/>
                      <a:pt x="1968" y="5019"/>
                      <a:pt x="2002" y="5028"/>
                    </a:cubicBezTo>
                    <a:cubicBezTo>
                      <a:pt x="2022" y="5033"/>
                      <a:pt x="2041" y="5035"/>
                      <a:pt x="2060" y="5035"/>
                    </a:cubicBezTo>
                    <a:cubicBezTo>
                      <a:pt x="2096" y="5035"/>
                      <a:pt x="2131" y="5028"/>
                      <a:pt x="2165" y="5028"/>
                    </a:cubicBezTo>
                    <a:lnTo>
                      <a:pt x="2234" y="5028"/>
                    </a:lnTo>
                    <a:cubicBezTo>
                      <a:pt x="2247" y="5032"/>
                      <a:pt x="2262" y="5034"/>
                      <a:pt x="2278" y="5034"/>
                    </a:cubicBezTo>
                    <a:cubicBezTo>
                      <a:pt x="2294" y="5034"/>
                      <a:pt x="2311" y="5032"/>
                      <a:pt x="2328" y="5028"/>
                    </a:cubicBezTo>
                    <a:cubicBezTo>
                      <a:pt x="2363" y="5011"/>
                      <a:pt x="2389" y="4993"/>
                      <a:pt x="2423" y="4968"/>
                    </a:cubicBezTo>
                    <a:cubicBezTo>
                      <a:pt x="2457" y="4942"/>
                      <a:pt x="2492" y="4933"/>
                      <a:pt x="2535" y="4925"/>
                    </a:cubicBezTo>
                    <a:cubicBezTo>
                      <a:pt x="2646" y="4899"/>
                      <a:pt x="2758" y="4890"/>
                      <a:pt x="2870" y="4847"/>
                    </a:cubicBezTo>
                    <a:cubicBezTo>
                      <a:pt x="2964" y="4813"/>
                      <a:pt x="3059" y="4770"/>
                      <a:pt x="3153" y="4744"/>
                    </a:cubicBezTo>
                    <a:cubicBezTo>
                      <a:pt x="3239" y="4718"/>
                      <a:pt x="3274" y="4632"/>
                      <a:pt x="3342" y="4581"/>
                    </a:cubicBezTo>
                    <a:cubicBezTo>
                      <a:pt x="3411" y="4521"/>
                      <a:pt x="3454" y="4512"/>
                      <a:pt x="3523" y="4461"/>
                    </a:cubicBezTo>
                    <a:cubicBezTo>
                      <a:pt x="3548" y="4435"/>
                      <a:pt x="3557" y="4435"/>
                      <a:pt x="3574" y="4401"/>
                    </a:cubicBezTo>
                    <a:cubicBezTo>
                      <a:pt x="3591" y="4366"/>
                      <a:pt x="3617" y="4332"/>
                      <a:pt x="3634" y="4297"/>
                    </a:cubicBezTo>
                    <a:cubicBezTo>
                      <a:pt x="3652" y="4254"/>
                      <a:pt x="3703" y="4254"/>
                      <a:pt x="3703" y="4212"/>
                    </a:cubicBezTo>
                    <a:cubicBezTo>
                      <a:pt x="3712" y="4169"/>
                      <a:pt x="3729" y="4143"/>
                      <a:pt x="3746" y="4100"/>
                    </a:cubicBezTo>
                    <a:cubicBezTo>
                      <a:pt x="3763" y="4040"/>
                      <a:pt x="3780" y="3971"/>
                      <a:pt x="3798" y="3902"/>
                    </a:cubicBezTo>
                    <a:cubicBezTo>
                      <a:pt x="3815" y="3868"/>
                      <a:pt x="3849" y="3816"/>
                      <a:pt x="3875" y="3773"/>
                    </a:cubicBezTo>
                    <a:cubicBezTo>
                      <a:pt x="3926" y="3687"/>
                      <a:pt x="3969" y="3593"/>
                      <a:pt x="4012" y="3507"/>
                    </a:cubicBezTo>
                    <a:cubicBezTo>
                      <a:pt x="4090" y="3344"/>
                      <a:pt x="4253" y="3146"/>
                      <a:pt x="4219" y="2957"/>
                    </a:cubicBezTo>
                    <a:cubicBezTo>
                      <a:pt x="4201" y="2837"/>
                      <a:pt x="4193" y="2691"/>
                      <a:pt x="4141" y="2579"/>
                    </a:cubicBezTo>
                    <a:cubicBezTo>
                      <a:pt x="4124" y="2545"/>
                      <a:pt x="4090" y="2493"/>
                      <a:pt x="4090" y="2459"/>
                    </a:cubicBezTo>
                    <a:cubicBezTo>
                      <a:pt x="4081" y="2373"/>
                      <a:pt x="4115" y="2261"/>
                      <a:pt x="4124" y="2184"/>
                    </a:cubicBezTo>
                    <a:cubicBezTo>
                      <a:pt x="4141" y="2081"/>
                      <a:pt x="4133" y="2012"/>
                      <a:pt x="4107" y="1909"/>
                    </a:cubicBezTo>
                    <a:cubicBezTo>
                      <a:pt x="4090" y="1832"/>
                      <a:pt x="4098" y="1754"/>
                      <a:pt x="4081" y="1668"/>
                    </a:cubicBezTo>
                    <a:cubicBezTo>
                      <a:pt x="4064" y="1531"/>
                      <a:pt x="4030" y="1368"/>
                      <a:pt x="3944" y="1256"/>
                    </a:cubicBezTo>
                    <a:cubicBezTo>
                      <a:pt x="3909" y="1213"/>
                      <a:pt x="3866" y="1205"/>
                      <a:pt x="3823" y="1170"/>
                    </a:cubicBezTo>
                    <a:cubicBezTo>
                      <a:pt x="3798" y="1153"/>
                      <a:pt x="3763" y="1101"/>
                      <a:pt x="3746" y="1067"/>
                    </a:cubicBezTo>
                    <a:cubicBezTo>
                      <a:pt x="3712" y="1016"/>
                      <a:pt x="3694" y="955"/>
                      <a:pt x="3694" y="895"/>
                    </a:cubicBezTo>
                    <a:cubicBezTo>
                      <a:pt x="3703" y="844"/>
                      <a:pt x="3712" y="775"/>
                      <a:pt x="3686" y="732"/>
                    </a:cubicBezTo>
                    <a:cubicBezTo>
                      <a:pt x="3652" y="680"/>
                      <a:pt x="3617" y="655"/>
                      <a:pt x="3591" y="603"/>
                    </a:cubicBezTo>
                    <a:cubicBezTo>
                      <a:pt x="3557" y="534"/>
                      <a:pt x="3531" y="509"/>
                      <a:pt x="3480" y="466"/>
                    </a:cubicBezTo>
                    <a:cubicBezTo>
                      <a:pt x="3385" y="397"/>
                      <a:pt x="3291" y="337"/>
                      <a:pt x="3188" y="277"/>
                    </a:cubicBezTo>
                    <a:cubicBezTo>
                      <a:pt x="3145" y="251"/>
                      <a:pt x="3102" y="259"/>
                      <a:pt x="3042" y="242"/>
                    </a:cubicBezTo>
                    <a:cubicBezTo>
                      <a:pt x="3010" y="226"/>
                      <a:pt x="2941" y="181"/>
                      <a:pt x="2918" y="181"/>
                    </a:cubicBezTo>
                    <a:cubicBezTo>
                      <a:pt x="2916" y="181"/>
                      <a:pt x="2914" y="181"/>
                      <a:pt x="2913" y="182"/>
                    </a:cubicBezTo>
                    <a:cubicBezTo>
                      <a:pt x="2900" y="186"/>
                      <a:pt x="2888" y="187"/>
                      <a:pt x="2877" y="187"/>
                    </a:cubicBezTo>
                    <a:cubicBezTo>
                      <a:pt x="2834" y="187"/>
                      <a:pt x="2799" y="163"/>
                      <a:pt x="2758" y="122"/>
                    </a:cubicBezTo>
                    <a:cubicBezTo>
                      <a:pt x="2724" y="88"/>
                      <a:pt x="2698" y="53"/>
                      <a:pt x="2646" y="45"/>
                    </a:cubicBezTo>
                    <a:cubicBezTo>
                      <a:pt x="2612" y="36"/>
                      <a:pt x="2578" y="36"/>
                      <a:pt x="2535" y="36"/>
                    </a:cubicBezTo>
                    <a:lnTo>
                      <a:pt x="2475" y="36"/>
                    </a:lnTo>
                    <a:cubicBezTo>
                      <a:pt x="2449" y="36"/>
                      <a:pt x="2423" y="28"/>
                      <a:pt x="2397" y="28"/>
                    </a:cubicBezTo>
                    <a:lnTo>
                      <a:pt x="2354" y="28"/>
                    </a:lnTo>
                    <a:lnTo>
                      <a:pt x="2311" y="2"/>
                    </a:lnTo>
                    <a:cubicBezTo>
                      <a:pt x="2308" y="1"/>
                      <a:pt x="2305" y="1"/>
                      <a:pt x="230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08" name="Google Shape;18108;p62"/>
              <p:cNvSpPr/>
              <p:nvPr/>
            </p:nvSpPr>
            <p:spPr>
              <a:xfrm>
                <a:off x="5707400" y="1280200"/>
                <a:ext cx="1525" cy="450"/>
              </a:xfrm>
              <a:custGeom>
                <a:avLst/>
                <a:gdLst/>
                <a:ahLst/>
                <a:cxnLst/>
                <a:rect l="l" t="t" r="r" b="b"/>
                <a:pathLst>
                  <a:path w="61" h="18" extrusionOk="0">
                    <a:moveTo>
                      <a:pt x="0" y="1"/>
                    </a:moveTo>
                    <a:cubicBezTo>
                      <a:pt x="35" y="9"/>
                      <a:pt x="43" y="18"/>
                      <a:pt x="52" y="18"/>
                    </a:cubicBezTo>
                    <a:cubicBezTo>
                      <a:pt x="61" y="18"/>
                      <a:pt x="61" y="9"/>
                      <a:pt x="52" y="9"/>
                    </a:cubicBezTo>
                    <a:lnTo>
                      <a:pt x="26" y="1"/>
                    </a:lnTo>
                    <a:close/>
                  </a:path>
                </a:pathLst>
              </a:custGeom>
              <a:solidFill>
                <a:srgbClr val="E4C52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09" name="Google Shape;18109;p62"/>
              <p:cNvSpPr/>
              <p:nvPr/>
            </p:nvSpPr>
            <p:spPr>
              <a:xfrm>
                <a:off x="5709550" y="1391900"/>
                <a:ext cx="21925" cy="5175"/>
              </a:xfrm>
              <a:custGeom>
                <a:avLst/>
                <a:gdLst/>
                <a:ahLst/>
                <a:cxnLst/>
                <a:rect l="l" t="t" r="r" b="b"/>
                <a:pathLst>
                  <a:path w="877" h="207" extrusionOk="0">
                    <a:moveTo>
                      <a:pt x="26" y="206"/>
                    </a:moveTo>
                    <a:cubicBezTo>
                      <a:pt x="18" y="206"/>
                      <a:pt x="9" y="206"/>
                      <a:pt x="0" y="206"/>
                    </a:cubicBezTo>
                    <a:lnTo>
                      <a:pt x="0" y="206"/>
                    </a:lnTo>
                    <a:cubicBezTo>
                      <a:pt x="9" y="206"/>
                      <a:pt x="18" y="206"/>
                      <a:pt x="26" y="206"/>
                    </a:cubicBezTo>
                    <a:cubicBezTo>
                      <a:pt x="60" y="206"/>
                      <a:pt x="95" y="198"/>
                      <a:pt x="129" y="198"/>
                    </a:cubicBezTo>
                    <a:cubicBezTo>
                      <a:pt x="138" y="198"/>
                      <a:pt x="146" y="198"/>
                      <a:pt x="146" y="198"/>
                    </a:cubicBezTo>
                    <a:cubicBezTo>
                      <a:pt x="164" y="198"/>
                      <a:pt x="181" y="198"/>
                      <a:pt x="198" y="198"/>
                    </a:cubicBezTo>
                    <a:cubicBezTo>
                      <a:pt x="207" y="198"/>
                      <a:pt x="224" y="206"/>
                      <a:pt x="241" y="206"/>
                    </a:cubicBezTo>
                    <a:cubicBezTo>
                      <a:pt x="258" y="206"/>
                      <a:pt x="275" y="198"/>
                      <a:pt x="292" y="198"/>
                    </a:cubicBezTo>
                    <a:cubicBezTo>
                      <a:pt x="327" y="181"/>
                      <a:pt x="353" y="163"/>
                      <a:pt x="387" y="138"/>
                    </a:cubicBezTo>
                    <a:cubicBezTo>
                      <a:pt x="421" y="112"/>
                      <a:pt x="456" y="103"/>
                      <a:pt x="499" y="95"/>
                    </a:cubicBezTo>
                    <a:cubicBezTo>
                      <a:pt x="610" y="69"/>
                      <a:pt x="722" y="60"/>
                      <a:pt x="834" y="17"/>
                    </a:cubicBezTo>
                    <a:cubicBezTo>
                      <a:pt x="842" y="17"/>
                      <a:pt x="859" y="9"/>
                      <a:pt x="877" y="0"/>
                    </a:cubicBezTo>
                    <a:cubicBezTo>
                      <a:pt x="859" y="9"/>
                      <a:pt x="842" y="17"/>
                      <a:pt x="834" y="17"/>
                    </a:cubicBezTo>
                    <a:cubicBezTo>
                      <a:pt x="722" y="60"/>
                      <a:pt x="610" y="69"/>
                      <a:pt x="499" y="95"/>
                    </a:cubicBezTo>
                    <a:cubicBezTo>
                      <a:pt x="456" y="103"/>
                      <a:pt x="421" y="112"/>
                      <a:pt x="387" y="138"/>
                    </a:cubicBezTo>
                    <a:cubicBezTo>
                      <a:pt x="353" y="163"/>
                      <a:pt x="327" y="181"/>
                      <a:pt x="292" y="198"/>
                    </a:cubicBezTo>
                    <a:cubicBezTo>
                      <a:pt x="275" y="198"/>
                      <a:pt x="258" y="206"/>
                      <a:pt x="241" y="206"/>
                    </a:cubicBezTo>
                    <a:cubicBezTo>
                      <a:pt x="224" y="206"/>
                      <a:pt x="207" y="198"/>
                      <a:pt x="198" y="198"/>
                    </a:cubicBezTo>
                    <a:cubicBezTo>
                      <a:pt x="181" y="198"/>
                      <a:pt x="164" y="198"/>
                      <a:pt x="146" y="198"/>
                    </a:cubicBezTo>
                    <a:cubicBezTo>
                      <a:pt x="146" y="198"/>
                      <a:pt x="138" y="198"/>
                      <a:pt x="129" y="198"/>
                    </a:cubicBezTo>
                    <a:cubicBezTo>
                      <a:pt x="95" y="198"/>
                      <a:pt x="60" y="206"/>
                      <a:pt x="26" y="206"/>
                    </a:cubicBezTo>
                    <a:close/>
                  </a:path>
                </a:pathLst>
              </a:custGeom>
              <a:solidFill>
                <a:srgbClr val="D2A7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10" name="Google Shape;18110;p62"/>
              <p:cNvSpPr/>
              <p:nvPr/>
            </p:nvSpPr>
            <p:spPr>
              <a:xfrm>
                <a:off x="5741975" y="1376200"/>
                <a:ext cx="9475" cy="9700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88" extrusionOk="0">
                    <a:moveTo>
                      <a:pt x="1" y="388"/>
                    </a:moveTo>
                    <a:cubicBezTo>
                      <a:pt x="1" y="379"/>
                      <a:pt x="1" y="379"/>
                      <a:pt x="9" y="379"/>
                    </a:cubicBezTo>
                    <a:cubicBezTo>
                      <a:pt x="78" y="319"/>
                      <a:pt x="121" y="310"/>
                      <a:pt x="190" y="259"/>
                    </a:cubicBezTo>
                    <a:cubicBezTo>
                      <a:pt x="215" y="233"/>
                      <a:pt x="224" y="233"/>
                      <a:pt x="241" y="199"/>
                    </a:cubicBezTo>
                    <a:cubicBezTo>
                      <a:pt x="258" y="164"/>
                      <a:pt x="284" y="130"/>
                      <a:pt x="301" y="95"/>
                    </a:cubicBezTo>
                    <a:cubicBezTo>
                      <a:pt x="319" y="52"/>
                      <a:pt x="370" y="52"/>
                      <a:pt x="370" y="10"/>
                    </a:cubicBezTo>
                    <a:cubicBezTo>
                      <a:pt x="379" y="10"/>
                      <a:pt x="379" y="1"/>
                      <a:pt x="379" y="1"/>
                    </a:cubicBezTo>
                    <a:cubicBezTo>
                      <a:pt x="379" y="1"/>
                      <a:pt x="379" y="10"/>
                      <a:pt x="370" y="10"/>
                    </a:cubicBezTo>
                    <a:cubicBezTo>
                      <a:pt x="370" y="52"/>
                      <a:pt x="319" y="52"/>
                      <a:pt x="301" y="95"/>
                    </a:cubicBezTo>
                    <a:cubicBezTo>
                      <a:pt x="284" y="130"/>
                      <a:pt x="258" y="164"/>
                      <a:pt x="241" y="199"/>
                    </a:cubicBezTo>
                    <a:cubicBezTo>
                      <a:pt x="224" y="233"/>
                      <a:pt x="215" y="233"/>
                      <a:pt x="190" y="259"/>
                    </a:cubicBezTo>
                    <a:cubicBezTo>
                      <a:pt x="121" y="310"/>
                      <a:pt x="78" y="319"/>
                      <a:pt x="9" y="379"/>
                    </a:cubicBezTo>
                    <a:cubicBezTo>
                      <a:pt x="1" y="379"/>
                      <a:pt x="1" y="379"/>
                      <a:pt x="1" y="388"/>
                    </a:cubicBezTo>
                    <a:close/>
                  </a:path>
                </a:pathLst>
              </a:custGeom>
              <a:solidFill>
                <a:srgbClr val="D2A7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11" name="Google Shape;18111;p62"/>
              <p:cNvSpPr/>
              <p:nvPr/>
            </p:nvSpPr>
            <p:spPr>
              <a:xfrm>
                <a:off x="5748425" y="1286225"/>
                <a:ext cx="15475" cy="575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303" extrusionOk="0">
                    <a:moveTo>
                      <a:pt x="619" y="2303"/>
                    </a:moveTo>
                    <a:cubicBezTo>
                      <a:pt x="610" y="2200"/>
                      <a:pt x="593" y="2071"/>
                      <a:pt x="550" y="1976"/>
                    </a:cubicBezTo>
                    <a:cubicBezTo>
                      <a:pt x="533" y="1942"/>
                      <a:pt x="507" y="1907"/>
                      <a:pt x="499" y="1873"/>
                    </a:cubicBezTo>
                    <a:cubicBezTo>
                      <a:pt x="507" y="1907"/>
                      <a:pt x="533" y="1942"/>
                      <a:pt x="550" y="1976"/>
                    </a:cubicBezTo>
                    <a:cubicBezTo>
                      <a:pt x="593" y="2071"/>
                      <a:pt x="610" y="2200"/>
                      <a:pt x="619" y="2303"/>
                    </a:cubicBezTo>
                    <a:close/>
                    <a:moveTo>
                      <a:pt x="95" y="129"/>
                    </a:moveTo>
                    <a:cubicBezTo>
                      <a:pt x="61" y="77"/>
                      <a:pt x="26" y="52"/>
                      <a:pt x="0" y="0"/>
                    </a:cubicBezTo>
                    <a:cubicBezTo>
                      <a:pt x="26" y="52"/>
                      <a:pt x="61" y="77"/>
                      <a:pt x="95" y="129"/>
                    </a:cubicBezTo>
                    <a:close/>
                  </a:path>
                </a:pathLst>
              </a:custGeom>
              <a:solidFill>
                <a:srgbClr val="D2A7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12" name="Google Shape;18112;p62"/>
              <p:cNvSpPr/>
              <p:nvPr/>
            </p:nvSpPr>
            <p:spPr>
              <a:xfrm>
                <a:off x="5718575" y="1271825"/>
                <a:ext cx="1950" cy="2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" extrusionOk="0">
                    <a:moveTo>
                      <a:pt x="78" y="9"/>
                    </a:moveTo>
                    <a:cubicBezTo>
                      <a:pt x="52" y="9"/>
                      <a:pt x="26" y="1"/>
                      <a:pt x="0" y="1"/>
                    </a:cubicBezTo>
                    <a:cubicBezTo>
                      <a:pt x="26" y="1"/>
                      <a:pt x="52" y="9"/>
                      <a:pt x="78" y="9"/>
                    </a:cubicBezTo>
                    <a:close/>
                  </a:path>
                </a:pathLst>
              </a:custGeom>
              <a:solidFill>
                <a:srgbClr val="D2A7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13" name="Google Shape;18113;p62"/>
              <p:cNvSpPr/>
              <p:nvPr/>
            </p:nvSpPr>
            <p:spPr>
              <a:xfrm>
                <a:off x="5716850" y="1271400"/>
                <a:ext cx="1750" cy="450"/>
              </a:xfrm>
              <a:custGeom>
                <a:avLst/>
                <a:gdLst/>
                <a:ahLst/>
                <a:cxnLst/>
                <a:rect l="l" t="t" r="r" b="b"/>
                <a:pathLst>
                  <a:path w="70" h="18" extrusionOk="0">
                    <a:moveTo>
                      <a:pt x="69" y="18"/>
                    </a:moveTo>
                    <a:lnTo>
                      <a:pt x="26" y="1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6" y="18"/>
                    </a:lnTo>
                    <a:lnTo>
                      <a:pt x="69" y="18"/>
                    </a:lnTo>
                    <a:close/>
                  </a:path>
                </a:pathLst>
              </a:custGeom>
              <a:solidFill>
                <a:srgbClr val="D2A7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14" name="Google Shape;18114;p62"/>
              <p:cNvSpPr/>
              <p:nvPr/>
            </p:nvSpPr>
            <p:spPr>
              <a:xfrm>
                <a:off x="5660350" y="1271175"/>
                <a:ext cx="104000" cy="125900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5036" extrusionOk="0">
                    <a:moveTo>
                      <a:pt x="2235" y="1"/>
                    </a:moveTo>
                    <a:cubicBezTo>
                      <a:pt x="2192" y="1"/>
                      <a:pt x="2123" y="52"/>
                      <a:pt x="2080" y="69"/>
                    </a:cubicBezTo>
                    <a:cubicBezTo>
                      <a:pt x="2028" y="87"/>
                      <a:pt x="1986" y="95"/>
                      <a:pt x="1943" y="95"/>
                    </a:cubicBezTo>
                    <a:cubicBezTo>
                      <a:pt x="1925" y="95"/>
                      <a:pt x="1908" y="95"/>
                      <a:pt x="1891" y="87"/>
                    </a:cubicBezTo>
                    <a:lnTo>
                      <a:pt x="1865" y="87"/>
                    </a:lnTo>
                    <a:cubicBezTo>
                      <a:pt x="1771" y="87"/>
                      <a:pt x="1685" y="130"/>
                      <a:pt x="1599" y="164"/>
                    </a:cubicBezTo>
                    <a:lnTo>
                      <a:pt x="1590" y="164"/>
                    </a:lnTo>
                    <a:cubicBezTo>
                      <a:pt x="1625" y="198"/>
                      <a:pt x="1659" y="224"/>
                      <a:pt x="1693" y="241"/>
                    </a:cubicBezTo>
                    <a:cubicBezTo>
                      <a:pt x="1719" y="241"/>
                      <a:pt x="1736" y="241"/>
                      <a:pt x="1754" y="258"/>
                    </a:cubicBezTo>
                    <a:cubicBezTo>
                      <a:pt x="1771" y="267"/>
                      <a:pt x="1779" y="293"/>
                      <a:pt x="1797" y="301"/>
                    </a:cubicBezTo>
                    <a:cubicBezTo>
                      <a:pt x="1831" y="327"/>
                      <a:pt x="1874" y="353"/>
                      <a:pt x="1908" y="362"/>
                    </a:cubicBezTo>
                    <a:cubicBezTo>
                      <a:pt x="1934" y="362"/>
                      <a:pt x="1951" y="353"/>
                      <a:pt x="1977" y="353"/>
                    </a:cubicBezTo>
                    <a:cubicBezTo>
                      <a:pt x="1994" y="353"/>
                      <a:pt x="2011" y="353"/>
                      <a:pt x="2028" y="362"/>
                    </a:cubicBezTo>
                    <a:cubicBezTo>
                      <a:pt x="2063" y="379"/>
                      <a:pt x="2089" y="405"/>
                      <a:pt x="2123" y="413"/>
                    </a:cubicBezTo>
                    <a:cubicBezTo>
                      <a:pt x="2157" y="430"/>
                      <a:pt x="2183" y="430"/>
                      <a:pt x="2209" y="447"/>
                    </a:cubicBezTo>
                    <a:cubicBezTo>
                      <a:pt x="2278" y="499"/>
                      <a:pt x="2338" y="559"/>
                      <a:pt x="2398" y="619"/>
                    </a:cubicBezTo>
                    <a:cubicBezTo>
                      <a:pt x="2458" y="671"/>
                      <a:pt x="2518" y="740"/>
                      <a:pt x="2587" y="783"/>
                    </a:cubicBezTo>
                    <a:cubicBezTo>
                      <a:pt x="2647" y="817"/>
                      <a:pt x="2707" y="843"/>
                      <a:pt x="2776" y="877"/>
                    </a:cubicBezTo>
                    <a:cubicBezTo>
                      <a:pt x="2827" y="903"/>
                      <a:pt x="2888" y="937"/>
                      <a:pt x="2939" y="980"/>
                    </a:cubicBezTo>
                    <a:cubicBezTo>
                      <a:pt x="2982" y="1006"/>
                      <a:pt x="3017" y="1040"/>
                      <a:pt x="3059" y="1075"/>
                    </a:cubicBezTo>
                    <a:cubicBezTo>
                      <a:pt x="3094" y="1109"/>
                      <a:pt x="3137" y="1135"/>
                      <a:pt x="3180" y="1161"/>
                    </a:cubicBezTo>
                    <a:cubicBezTo>
                      <a:pt x="3206" y="1186"/>
                      <a:pt x="3223" y="1229"/>
                      <a:pt x="3240" y="1264"/>
                    </a:cubicBezTo>
                    <a:cubicBezTo>
                      <a:pt x="3291" y="1367"/>
                      <a:pt x="3309" y="1470"/>
                      <a:pt x="3326" y="1582"/>
                    </a:cubicBezTo>
                    <a:cubicBezTo>
                      <a:pt x="3334" y="1633"/>
                      <a:pt x="3352" y="1676"/>
                      <a:pt x="3343" y="1728"/>
                    </a:cubicBezTo>
                    <a:cubicBezTo>
                      <a:pt x="3343" y="1745"/>
                      <a:pt x="3343" y="1762"/>
                      <a:pt x="3343" y="1779"/>
                    </a:cubicBezTo>
                    <a:cubicBezTo>
                      <a:pt x="3343" y="1822"/>
                      <a:pt x="3334" y="1831"/>
                      <a:pt x="3317" y="1865"/>
                    </a:cubicBezTo>
                    <a:cubicBezTo>
                      <a:pt x="3309" y="1908"/>
                      <a:pt x="3317" y="1960"/>
                      <a:pt x="3317" y="2003"/>
                    </a:cubicBezTo>
                    <a:cubicBezTo>
                      <a:pt x="3317" y="2020"/>
                      <a:pt x="3309" y="2045"/>
                      <a:pt x="3317" y="2071"/>
                    </a:cubicBezTo>
                    <a:cubicBezTo>
                      <a:pt x="3317" y="2097"/>
                      <a:pt x="3334" y="2123"/>
                      <a:pt x="3334" y="2149"/>
                    </a:cubicBezTo>
                    <a:cubicBezTo>
                      <a:pt x="3334" y="2166"/>
                      <a:pt x="3326" y="2183"/>
                      <a:pt x="3317" y="2200"/>
                    </a:cubicBezTo>
                    <a:cubicBezTo>
                      <a:pt x="3317" y="2226"/>
                      <a:pt x="3317" y="2243"/>
                      <a:pt x="3309" y="2269"/>
                    </a:cubicBezTo>
                    <a:cubicBezTo>
                      <a:pt x="3300" y="2286"/>
                      <a:pt x="3300" y="2295"/>
                      <a:pt x="3291" y="2303"/>
                    </a:cubicBezTo>
                    <a:cubicBezTo>
                      <a:pt x="3274" y="2338"/>
                      <a:pt x="3283" y="2381"/>
                      <a:pt x="3283" y="2415"/>
                    </a:cubicBezTo>
                    <a:cubicBezTo>
                      <a:pt x="3274" y="2441"/>
                      <a:pt x="3266" y="2458"/>
                      <a:pt x="3266" y="2484"/>
                    </a:cubicBezTo>
                    <a:cubicBezTo>
                      <a:pt x="3266" y="2518"/>
                      <a:pt x="3240" y="2561"/>
                      <a:pt x="3248" y="2604"/>
                    </a:cubicBezTo>
                    <a:cubicBezTo>
                      <a:pt x="3248" y="2655"/>
                      <a:pt x="3300" y="2716"/>
                      <a:pt x="3317" y="2767"/>
                    </a:cubicBezTo>
                    <a:cubicBezTo>
                      <a:pt x="3334" y="2802"/>
                      <a:pt x="3334" y="2819"/>
                      <a:pt x="3334" y="2853"/>
                    </a:cubicBezTo>
                    <a:cubicBezTo>
                      <a:pt x="3326" y="2887"/>
                      <a:pt x="3317" y="2905"/>
                      <a:pt x="3309" y="2939"/>
                    </a:cubicBezTo>
                    <a:cubicBezTo>
                      <a:pt x="3291" y="2991"/>
                      <a:pt x="3291" y="3051"/>
                      <a:pt x="3274" y="3102"/>
                    </a:cubicBezTo>
                    <a:cubicBezTo>
                      <a:pt x="3248" y="3154"/>
                      <a:pt x="3214" y="3197"/>
                      <a:pt x="3206" y="3248"/>
                    </a:cubicBezTo>
                    <a:cubicBezTo>
                      <a:pt x="3188" y="3291"/>
                      <a:pt x="3171" y="3343"/>
                      <a:pt x="3163" y="3386"/>
                    </a:cubicBezTo>
                    <a:cubicBezTo>
                      <a:pt x="3145" y="3429"/>
                      <a:pt x="3128" y="3480"/>
                      <a:pt x="3111" y="3523"/>
                    </a:cubicBezTo>
                    <a:cubicBezTo>
                      <a:pt x="3102" y="3601"/>
                      <a:pt x="3085" y="3669"/>
                      <a:pt x="3042" y="3729"/>
                    </a:cubicBezTo>
                    <a:cubicBezTo>
                      <a:pt x="3017" y="3772"/>
                      <a:pt x="2982" y="3824"/>
                      <a:pt x="2974" y="3875"/>
                    </a:cubicBezTo>
                    <a:cubicBezTo>
                      <a:pt x="2965" y="3970"/>
                      <a:pt x="2939" y="4064"/>
                      <a:pt x="2870" y="4133"/>
                    </a:cubicBezTo>
                    <a:cubicBezTo>
                      <a:pt x="2827" y="4176"/>
                      <a:pt x="2776" y="4211"/>
                      <a:pt x="2733" y="4262"/>
                    </a:cubicBezTo>
                    <a:cubicBezTo>
                      <a:pt x="2707" y="4288"/>
                      <a:pt x="2699" y="4322"/>
                      <a:pt x="2681" y="4357"/>
                    </a:cubicBezTo>
                    <a:cubicBezTo>
                      <a:pt x="2664" y="4382"/>
                      <a:pt x="2647" y="4408"/>
                      <a:pt x="2638" y="4425"/>
                    </a:cubicBezTo>
                    <a:cubicBezTo>
                      <a:pt x="2630" y="4442"/>
                      <a:pt x="2613" y="4451"/>
                      <a:pt x="2604" y="4468"/>
                    </a:cubicBezTo>
                    <a:cubicBezTo>
                      <a:pt x="2596" y="4477"/>
                      <a:pt x="2587" y="4477"/>
                      <a:pt x="2587" y="4477"/>
                    </a:cubicBezTo>
                    <a:cubicBezTo>
                      <a:pt x="2570" y="4477"/>
                      <a:pt x="2561" y="4468"/>
                      <a:pt x="2553" y="4468"/>
                    </a:cubicBezTo>
                    <a:cubicBezTo>
                      <a:pt x="2544" y="4468"/>
                      <a:pt x="2527" y="4460"/>
                      <a:pt x="2518" y="4460"/>
                    </a:cubicBezTo>
                    <a:cubicBezTo>
                      <a:pt x="2510" y="4460"/>
                      <a:pt x="2510" y="4460"/>
                      <a:pt x="2501" y="4468"/>
                    </a:cubicBezTo>
                    <a:cubicBezTo>
                      <a:pt x="2492" y="4477"/>
                      <a:pt x="2492" y="4477"/>
                      <a:pt x="2484" y="4477"/>
                    </a:cubicBezTo>
                    <a:cubicBezTo>
                      <a:pt x="2492" y="4494"/>
                      <a:pt x="2501" y="4503"/>
                      <a:pt x="2501" y="4520"/>
                    </a:cubicBezTo>
                    <a:cubicBezTo>
                      <a:pt x="2492" y="4546"/>
                      <a:pt x="2441" y="4554"/>
                      <a:pt x="2407" y="4554"/>
                    </a:cubicBezTo>
                    <a:lnTo>
                      <a:pt x="2398" y="4554"/>
                    </a:lnTo>
                    <a:cubicBezTo>
                      <a:pt x="2346" y="4546"/>
                      <a:pt x="2303" y="4537"/>
                      <a:pt x="2252" y="4528"/>
                    </a:cubicBezTo>
                    <a:lnTo>
                      <a:pt x="2235" y="4528"/>
                    </a:lnTo>
                    <a:cubicBezTo>
                      <a:pt x="2200" y="4528"/>
                      <a:pt x="2183" y="4537"/>
                      <a:pt x="2157" y="4554"/>
                    </a:cubicBezTo>
                    <a:cubicBezTo>
                      <a:pt x="2132" y="4563"/>
                      <a:pt x="2106" y="4580"/>
                      <a:pt x="2089" y="4589"/>
                    </a:cubicBezTo>
                    <a:cubicBezTo>
                      <a:pt x="2054" y="4614"/>
                      <a:pt x="2011" y="4614"/>
                      <a:pt x="1968" y="4631"/>
                    </a:cubicBezTo>
                    <a:cubicBezTo>
                      <a:pt x="1951" y="4640"/>
                      <a:pt x="1934" y="4649"/>
                      <a:pt x="1925" y="4649"/>
                    </a:cubicBezTo>
                    <a:cubicBezTo>
                      <a:pt x="1908" y="4649"/>
                      <a:pt x="1891" y="4640"/>
                      <a:pt x="1865" y="4631"/>
                    </a:cubicBezTo>
                    <a:cubicBezTo>
                      <a:pt x="1822" y="4623"/>
                      <a:pt x="1771" y="4623"/>
                      <a:pt x="1736" y="4606"/>
                    </a:cubicBezTo>
                    <a:cubicBezTo>
                      <a:pt x="1702" y="4597"/>
                      <a:pt x="1685" y="4571"/>
                      <a:pt x="1650" y="4563"/>
                    </a:cubicBezTo>
                    <a:cubicBezTo>
                      <a:pt x="1608" y="4537"/>
                      <a:pt x="1556" y="4520"/>
                      <a:pt x="1504" y="4494"/>
                    </a:cubicBezTo>
                    <a:cubicBezTo>
                      <a:pt x="1496" y="4503"/>
                      <a:pt x="1487" y="4503"/>
                      <a:pt x="1479" y="4503"/>
                    </a:cubicBezTo>
                    <a:cubicBezTo>
                      <a:pt x="1479" y="4503"/>
                      <a:pt x="1470" y="4503"/>
                      <a:pt x="1461" y="4494"/>
                    </a:cubicBezTo>
                    <a:lnTo>
                      <a:pt x="1436" y="4494"/>
                    </a:lnTo>
                    <a:cubicBezTo>
                      <a:pt x="1419" y="4494"/>
                      <a:pt x="1401" y="4494"/>
                      <a:pt x="1384" y="4503"/>
                    </a:cubicBezTo>
                    <a:lnTo>
                      <a:pt x="1341" y="4503"/>
                    </a:lnTo>
                    <a:cubicBezTo>
                      <a:pt x="1315" y="4503"/>
                      <a:pt x="1298" y="4503"/>
                      <a:pt x="1281" y="4485"/>
                    </a:cubicBezTo>
                    <a:lnTo>
                      <a:pt x="1169" y="4485"/>
                    </a:lnTo>
                    <a:cubicBezTo>
                      <a:pt x="1144" y="4485"/>
                      <a:pt x="1126" y="4485"/>
                      <a:pt x="1109" y="4468"/>
                    </a:cubicBezTo>
                    <a:cubicBezTo>
                      <a:pt x="1066" y="4434"/>
                      <a:pt x="1040" y="4408"/>
                      <a:pt x="980" y="4391"/>
                    </a:cubicBezTo>
                    <a:cubicBezTo>
                      <a:pt x="937" y="4382"/>
                      <a:pt x="912" y="4348"/>
                      <a:pt x="877" y="4314"/>
                    </a:cubicBezTo>
                    <a:cubicBezTo>
                      <a:pt x="851" y="4296"/>
                      <a:pt x="766" y="4305"/>
                      <a:pt x="748" y="4279"/>
                    </a:cubicBezTo>
                    <a:cubicBezTo>
                      <a:pt x="731" y="4262"/>
                      <a:pt x="577" y="4159"/>
                      <a:pt x="568" y="4142"/>
                    </a:cubicBezTo>
                    <a:cubicBezTo>
                      <a:pt x="551" y="4116"/>
                      <a:pt x="542" y="4090"/>
                      <a:pt x="525" y="4056"/>
                    </a:cubicBezTo>
                    <a:cubicBezTo>
                      <a:pt x="482" y="4004"/>
                      <a:pt x="430" y="3961"/>
                      <a:pt x="396" y="3910"/>
                    </a:cubicBezTo>
                    <a:cubicBezTo>
                      <a:pt x="353" y="3858"/>
                      <a:pt x="319" y="3815"/>
                      <a:pt x="267" y="3781"/>
                    </a:cubicBezTo>
                    <a:cubicBezTo>
                      <a:pt x="207" y="3729"/>
                      <a:pt x="259" y="3618"/>
                      <a:pt x="207" y="3558"/>
                    </a:cubicBezTo>
                    <a:lnTo>
                      <a:pt x="181" y="3523"/>
                    </a:lnTo>
                    <a:cubicBezTo>
                      <a:pt x="156" y="3506"/>
                      <a:pt x="138" y="3506"/>
                      <a:pt x="113" y="3497"/>
                    </a:cubicBezTo>
                    <a:cubicBezTo>
                      <a:pt x="78" y="3480"/>
                      <a:pt x="78" y="3480"/>
                      <a:pt x="52" y="3454"/>
                    </a:cubicBezTo>
                    <a:cubicBezTo>
                      <a:pt x="35" y="3437"/>
                      <a:pt x="18" y="3420"/>
                      <a:pt x="1" y="3412"/>
                    </a:cubicBezTo>
                    <a:lnTo>
                      <a:pt x="1" y="3412"/>
                    </a:lnTo>
                    <a:cubicBezTo>
                      <a:pt x="10" y="3446"/>
                      <a:pt x="10" y="3472"/>
                      <a:pt x="18" y="3506"/>
                    </a:cubicBezTo>
                    <a:cubicBezTo>
                      <a:pt x="44" y="3618"/>
                      <a:pt x="95" y="3729"/>
                      <a:pt x="181" y="3798"/>
                    </a:cubicBezTo>
                    <a:cubicBezTo>
                      <a:pt x="216" y="3824"/>
                      <a:pt x="241" y="3850"/>
                      <a:pt x="267" y="3893"/>
                    </a:cubicBezTo>
                    <a:cubicBezTo>
                      <a:pt x="302" y="3961"/>
                      <a:pt x="319" y="3987"/>
                      <a:pt x="379" y="4039"/>
                    </a:cubicBezTo>
                    <a:lnTo>
                      <a:pt x="388" y="4039"/>
                    </a:lnTo>
                    <a:cubicBezTo>
                      <a:pt x="482" y="4107"/>
                      <a:pt x="499" y="4228"/>
                      <a:pt x="559" y="4314"/>
                    </a:cubicBezTo>
                    <a:cubicBezTo>
                      <a:pt x="585" y="4348"/>
                      <a:pt x="611" y="4391"/>
                      <a:pt x="645" y="4408"/>
                    </a:cubicBezTo>
                    <a:cubicBezTo>
                      <a:pt x="714" y="4434"/>
                      <a:pt x="783" y="4417"/>
                      <a:pt x="851" y="4460"/>
                    </a:cubicBezTo>
                    <a:cubicBezTo>
                      <a:pt x="894" y="4485"/>
                      <a:pt x="937" y="4520"/>
                      <a:pt x="980" y="4546"/>
                    </a:cubicBezTo>
                    <a:cubicBezTo>
                      <a:pt x="1032" y="4580"/>
                      <a:pt x="1101" y="4623"/>
                      <a:pt x="1144" y="4674"/>
                    </a:cubicBezTo>
                    <a:cubicBezTo>
                      <a:pt x="1152" y="4683"/>
                      <a:pt x="1161" y="4700"/>
                      <a:pt x="1161" y="4709"/>
                    </a:cubicBezTo>
                    <a:cubicBezTo>
                      <a:pt x="1221" y="4786"/>
                      <a:pt x="1272" y="4846"/>
                      <a:pt x="1376" y="4889"/>
                    </a:cubicBezTo>
                    <a:cubicBezTo>
                      <a:pt x="1479" y="4932"/>
                      <a:pt x="1573" y="4958"/>
                      <a:pt x="1676" y="4975"/>
                    </a:cubicBezTo>
                    <a:lnTo>
                      <a:pt x="1702" y="4975"/>
                    </a:lnTo>
                    <a:cubicBezTo>
                      <a:pt x="1745" y="4984"/>
                      <a:pt x="1788" y="4984"/>
                      <a:pt x="1831" y="4992"/>
                    </a:cubicBezTo>
                    <a:cubicBezTo>
                      <a:pt x="1865" y="5001"/>
                      <a:pt x="1900" y="5018"/>
                      <a:pt x="1934" y="5027"/>
                    </a:cubicBezTo>
                    <a:cubicBezTo>
                      <a:pt x="1943" y="5027"/>
                      <a:pt x="1951" y="5035"/>
                      <a:pt x="1968" y="5035"/>
                    </a:cubicBezTo>
                    <a:lnTo>
                      <a:pt x="1994" y="5035"/>
                    </a:lnTo>
                    <a:cubicBezTo>
                      <a:pt x="2028" y="5035"/>
                      <a:pt x="2063" y="5027"/>
                      <a:pt x="2097" y="5027"/>
                    </a:cubicBezTo>
                    <a:lnTo>
                      <a:pt x="2166" y="5027"/>
                    </a:lnTo>
                    <a:cubicBezTo>
                      <a:pt x="2175" y="5027"/>
                      <a:pt x="2192" y="5035"/>
                      <a:pt x="2209" y="5035"/>
                    </a:cubicBezTo>
                    <a:cubicBezTo>
                      <a:pt x="2226" y="5035"/>
                      <a:pt x="2243" y="5027"/>
                      <a:pt x="2260" y="5027"/>
                    </a:cubicBezTo>
                    <a:cubicBezTo>
                      <a:pt x="2295" y="5010"/>
                      <a:pt x="2321" y="4992"/>
                      <a:pt x="2355" y="4967"/>
                    </a:cubicBezTo>
                    <a:cubicBezTo>
                      <a:pt x="2389" y="4941"/>
                      <a:pt x="2424" y="4932"/>
                      <a:pt x="2467" y="4924"/>
                    </a:cubicBezTo>
                    <a:cubicBezTo>
                      <a:pt x="2578" y="4898"/>
                      <a:pt x="2690" y="4889"/>
                      <a:pt x="2802" y="4846"/>
                    </a:cubicBezTo>
                    <a:cubicBezTo>
                      <a:pt x="2810" y="4846"/>
                      <a:pt x="2827" y="4838"/>
                      <a:pt x="2845" y="4829"/>
                    </a:cubicBezTo>
                    <a:cubicBezTo>
                      <a:pt x="2922" y="4803"/>
                      <a:pt x="2999" y="4769"/>
                      <a:pt x="3085" y="4743"/>
                    </a:cubicBezTo>
                    <a:cubicBezTo>
                      <a:pt x="3171" y="4726"/>
                      <a:pt x="3206" y="4640"/>
                      <a:pt x="3266" y="4589"/>
                    </a:cubicBezTo>
                    <a:cubicBezTo>
                      <a:pt x="3266" y="4580"/>
                      <a:pt x="3266" y="4580"/>
                      <a:pt x="3274" y="4580"/>
                    </a:cubicBezTo>
                    <a:cubicBezTo>
                      <a:pt x="3343" y="4520"/>
                      <a:pt x="3386" y="4511"/>
                      <a:pt x="3455" y="4460"/>
                    </a:cubicBezTo>
                    <a:cubicBezTo>
                      <a:pt x="3480" y="4434"/>
                      <a:pt x="3489" y="4434"/>
                      <a:pt x="3506" y="4400"/>
                    </a:cubicBezTo>
                    <a:cubicBezTo>
                      <a:pt x="3523" y="4365"/>
                      <a:pt x="3549" y="4331"/>
                      <a:pt x="3566" y="4296"/>
                    </a:cubicBezTo>
                    <a:cubicBezTo>
                      <a:pt x="3584" y="4253"/>
                      <a:pt x="3635" y="4253"/>
                      <a:pt x="3635" y="4211"/>
                    </a:cubicBezTo>
                    <a:cubicBezTo>
                      <a:pt x="3644" y="4211"/>
                      <a:pt x="3644" y="4202"/>
                      <a:pt x="3644" y="4202"/>
                    </a:cubicBezTo>
                    <a:cubicBezTo>
                      <a:pt x="3644" y="4168"/>
                      <a:pt x="3661" y="4142"/>
                      <a:pt x="3678" y="4099"/>
                    </a:cubicBezTo>
                    <a:cubicBezTo>
                      <a:pt x="3695" y="4039"/>
                      <a:pt x="3712" y="3970"/>
                      <a:pt x="3730" y="3901"/>
                    </a:cubicBezTo>
                    <a:cubicBezTo>
                      <a:pt x="3747" y="3867"/>
                      <a:pt x="3781" y="3815"/>
                      <a:pt x="3807" y="3772"/>
                    </a:cubicBezTo>
                    <a:cubicBezTo>
                      <a:pt x="3858" y="3686"/>
                      <a:pt x="3901" y="3592"/>
                      <a:pt x="3944" y="3506"/>
                    </a:cubicBezTo>
                    <a:cubicBezTo>
                      <a:pt x="4013" y="3360"/>
                      <a:pt x="4159" y="3180"/>
                      <a:pt x="4159" y="3008"/>
                    </a:cubicBezTo>
                    <a:cubicBezTo>
                      <a:pt x="4159" y="2991"/>
                      <a:pt x="4151" y="2973"/>
                      <a:pt x="4151" y="2956"/>
                    </a:cubicBezTo>
                    <a:cubicBezTo>
                      <a:pt x="4151" y="2939"/>
                      <a:pt x="4151" y="2922"/>
                      <a:pt x="4142" y="2905"/>
                    </a:cubicBezTo>
                    <a:cubicBezTo>
                      <a:pt x="4133" y="2802"/>
                      <a:pt x="4116" y="2673"/>
                      <a:pt x="4073" y="2578"/>
                    </a:cubicBezTo>
                    <a:cubicBezTo>
                      <a:pt x="4056" y="2544"/>
                      <a:pt x="4030" y="2509"/>
                      <a:pt x="4022" y="2475"/>
                    </a:cubicBezTo>
                    <a:cubicBezTo>
                      <a:pt x="4022" y="2466"/>
                      <a:pt x="4022" y="2458"/>
                      <a:pt x="4022" y="2458"/>
                    </a:cubicBezTo>
                    <a:cubicBezTo>
                      <a:pt x="4022" y="2449"/>
                      <a:pt x="4022" y="2441"/>
                      <a:pt x="4022" y="2424"/>
                    </a:cubicBezTo>
                    <a:lnTo>
                      <a:pt x="4022" y="2415"/>
                    </a:lnTo>
                    <a:cubicBezTo>
                      <a:pt x="4022" y="2338"/>
                      <a:pt x="4047" y="2252"/>
                      <a:pt x="4056" y="2183"/>
                    </a:cubicBezTo>
                    <a:cubicBezTo>
                      <a:pt x="4073" y="2080"/>
                      <a:pt x="4065" y="2011"/>
                      <a:pt x="4039" y="1908"/>
                    </a:cubicBezTo>
                    <a:cubicBezTo>
                      <a:pt x="4022" y="1831"/>
                      <a:pt x="4030" y="1753"/>
                      <a:pt x="4013" y="1667"/>
                    </a:cubicBezTo>
                    <a:cubicBezTo>
                      <a:pt x="3996" y="1530"/>
                      <a:pt x="3962" y="1367"/>
                      <a:pt x="3876" y="1255"/>
                    </a:cubicBezTo>
                    <a:cubicBezTo>
                      <a:pt x="3841" y="1212"/>
                      <a:pt x="3798" y="1204"/>
                      <a:pt x="3755" y="1169"/>
                    </a:cubicBezTo>
                    <a:cubicBezTo>
                      <a:pt x="3730" y="1152"/>
                      <a:pt x="3695" y="1100"/>
                      <a:pt x="3678" y="1066"/>
                    </a:cubicBezTo>
                    <a:cubicBezTo>
                      <a:pt x="3644" y="1023"/>
                      <a:pt x="3626" y="963"/>
                      <a:pt x="3626" y="911"/>
                    </a:cubicBezTo>
                    <a:cubicBezTo>
                      <a:pt x="3626" y="903"/>
                      <a:pt x="3626" y="894"/>
                      <a:pt x="3626" y="894"/>
                    </a:cubicBezTo>
                    <a:cubicBezTo>
                      <a:pt x="3626" y="860"/>
                      <a:pt x="3635" y="834"/>
                      <a:pt x="3635" y="800"/>
                    </a:cubicBezTo>
                    <a:cubicBezTo>
                      <a:pt x="3635" y="774"/>
                      <a:pt x="3635" y="748"/>
                      <a:pt x="3618" y="731"/>
                    </a:cubicBezTo>
                    <a:cubicBezTo>
                      <a:pt x="3584" y="679"/>
                      <a:pt x="3549" y="654"/>
                      <a:pt x="3523" y="602"/>
                    </a:cubicBezTo>
                    <a:cubicBezTo>
                      <a:pt x="3489" y="533"/>
                      <a:pt x="3463" y="508"/>
                      <a:pt x="3412" y="465"/>
                    </a:cubicBezTo>
                    <a:cubicBezTo>
                      <a:pt x="3317" y="396"/>
                      <a:pt x="3223" y="336"/>
                      <a:pt x="3120" y="276"/>
                    </a:cubicBezTo>
                    <a:cubicBezTo>
                      <a:pt x="3077" y="250"/>
                      <a:pt x="3034" y="258"/>
                      <a:pt x="2974" y="241"/>
                    </a:cubicBezTo>
                    <a:cubicBezTo>
                      <a:pt x="2939" y="224"/>
                      <a:pt x="2870" y="181"/>
                      <a:pt x="2853" y="181"/>
                    </a:cubicBezTo>
                    <a:lnTo>
                      <a:pt x="2810" y="181"/>
                    </a:lnTo>
                    <a:cubicBezTo>
                      <a:pt x="2767" y="181"/>
                      <a:pt x="2733" y="164"/>
                      <a:pt x="2690" y="121"/>
                    </a:cubicBezTo>
                    <a:cubicBezTo>
                      <a:pt x="2656" y="87"/>
                      <a:pt x="2630" y="52"/>
                      <a:pt x="2578" y="44"/>
                    </a:cubicBezTo>
                    <a:cubicBezTo>
                      <a:pt x="2544" y="35"/>
                      <a:pt x="2510" y="35"/>
                      <a:pt x="2467" y="35"/>
                    </a:cubicBezTo>
                    <a:lnTo>
                      <a:pt x="2407" y="35"/>
                    </a:lnTo>
                    <a:cubicBezTo>
                      <a:pt x="2381" y="35"/>
                      <a:pt x="2355" y="27"/>
                      <a:pt x="2329" y="27"/>
                    </a:cubicBezTo>
                    <a:lnTo>
                      <a:pt x="2286" y="27"/>
                    </a:lnTo>
                    <a:lnTo>
                      <a:pt x="2260" y="9"/>
                    </a:lnTo>
                    <a:lnTo>
                      <a:pt x="2243" y="1"/>
                    </a:lnTo>
                    <a:close/>
                  </a:path>
                </a:pathLst>
              </a:custGeom>
              <a:solidFill>
                <a:srgbClr val="E7CC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15" name="Google Shape;18115;p62"/>
              <p:cNvSpPr/>
              <p:nvPr/>
            </p:nvSpPr>
            <p:spPr>
              <a:xfrm>
                <a:off x="5707825" y="1323600"/>
                <a:ext cx="40625" cy="50275"/>
              </a:xfrm>
              <a:custGeom>
                <a:avLst/>
                <a:gdLst/>
                <a:ahLst/>
                <a:cxnLst/>
                <a:rect l="l" t="t" r="r" b="b"/>
                <a:pathLst>
                  <a:path w="1625" h="2011" extrusionOk="0">
                    <a:moveTo>
                      <a:pt x="1186" y="0"/>
                    </a:moveTo>
                    <a:lnTo>
                      <a:pt x="1178" y="34"/>
                    </a:lnTo>
                    <a:lnTo>
                      <a:pt x="1186" y="43"/>
                    </a:lnTo>
                    <a:cubicBezTo>
                      <a:pt x="1195" y="60"/>
                      <a:pt x="1203" y="69"/>
                      <a:pt x="1212" y="77"/>
                    </a:cubicBezTo>
                    <a:cubicBezTo>
                      <a:pt x="1229" y="95"/>
                      <a:pt x="1246" y="112"/>
                      <a:pt x="1272" y="137"/>
                    </a:cubicBezTo>
                    <a:cubicBezTo>
                      <a:pt x="1281" y="146"/>
                      <a:pt x="1289" y="163"/>
                      <a:pt x="1307" y="163"/>
                    </a:cubicBezTo>
                    <a:cubicBezTo>
                      <a:pt x="1324" y="180"/>
                      <a:pt x="1341" y="180"/>
                      <a:pt x="1367" y="189"/>
                    </a:cubicBezTo>
                    <a:cubicBezTo>
                      <a:pt x="1384" y="198"/>
                      <a:pt x="1401" y="206"/>
                      <a:pt x="1418" y="223"/>
                    </a:cubicBezTo>
                    <a:cubicBezTo>
                      <a:pt x="1427" y="241"/>
                      <a:pt x="1435" y="258"/>
                      <a:pt x="1435" y="275"/>
                    </a:cubicBezTo>
                    <a:cubicBezTo>
                      <a:pt x="1435" y="301"/>
                      <a:pt x="1427" y="327"/>
                      <a:pt x="1427" y="352"/>
                    </a:cubicBezTo>
                    <a:cubicBezTo>
                      <a:pt x="1418" y="378"/>
                      <a:pt x="1418" y="395"/>
                      <a:pt x="1418" y="421"/>
                    </a:cubicBezTo>
                    <a:cubicBezTo>
                      <a:pt x="1410" y="473"/>
                      <a:pt x="1401" y="524"/>
                      <a:pt x="1384" y="567"/>
                    </a:cubicBezTo>
                    <a:cubicBezTo>
                      <a:pt x="1375" y="593"/>
                      <a:pt x="1367" y="610"/>
                      <a:pt x="1358" y="636"/>
                    </a:cubicBezTo>
                    <a:cubicBezTo>
                      <a:pt x="1349" y="653"/>
                      <a:pt x="1341" y="670"/>
                      <a:pt x="1332" y="687"/>
                    </a:cubicBezTo>
                    <a:cubicBezTo>
                      <a:pt x="1315" y="730"/>
                      <a:pt x="1289" y="773"/>
                      <a:pt x="1307" y="825"/>
                    </a:cubicBezTo>
                    <a:cubicBezTo>
                      <a:pt x="1315" y="859"/>
                      <a:pt x="1332" y="885"/>
                      <a:pt x="1332" y="928"/>
                    </a:cubicBezTo>
                    <a:lnTo>
                      <a:pt x="1332" y="954"/>
                    </a:lnTo>
                    <a:lnTo>
                      <a:pt x="1341" y="979"/>
                    </a:lnTo>
                    <a:lnTo>
                      <a:pt x="1332" y="1005"/>
                    </a:lnTo>
                    <a:cubicBezTo>
                      <a:pt x="1324" y="1031"/>
                      <a:pt x="1307" y="1048"/>
                      <a:pt x="1298" y="1074"/>
                    </a:cubicBezTo>
                    <a:cubicBezTo>
                      <a:pt x="1298" y="1091"/>
                      <a:pt x="1281" y="1108"/>
                      <a:pt x="1272" y="1117"/>
                    </a:cubicBezTo>
                    <a:lnTo>
                      <a:pt x="1255" y="1134"/>
                    </a:lnTo>
                    <a:lnTo>
                      <a:pt x="1238" y="1151"/>
                    </a:lnTo>
                    <a:cubicBezTo>
                      <a:pt x="1221" y="1186"/>
                      <a:pt x="1212" y="1220"/>
                      <a:pt x="1178" y="1246"/>
                    </a:cubicBezTo>
                    <a:cubicBezTo>
                      <a:pt x="1152" y="1263"/>
                      <a:pt x="1118" y="1263"/>
                      <a:pt x="1083" y="1272"/>
                    </a:cubicBezTo>
                    <a:cubicBezTo>
                      <a:pt x="1040" y="1280"/>
                      <a:pt x="989" y="1315"/>
                      <a:pt x="954" y="1340"/>
                    </a:cubicBezTo>
                    <a:cubicBezTo>
                      <a:pt x="920" y="1357"/>
                      <a:pt x="886" y="1383"/>
                      <a:pt x="868" y="1409"/>
                    </a:cubicBezTo>
                    <a:cubicBezTo>
                      <a:pt x="860" y="1435"/>
                      <a:pt x="860" y="1461"/>
                      <a:pt x="851" y="1486"/>
                    </a:cubicBezTo>
                    <a:cubicBezTo>
                      <a:pt x="843" y="1521"/>
                      <a:pt x="834" y="1555"/>
                      <a:pt x="808" y="1589"/>
                    </a:cubicBezTo>
                    <a:cubicBezTo>
                      <a:pt x="791" y="1615"/>
                      <a:pt x="757" y="1641"/>
                      <a:pt x="722" y="1658"/>
                    </a:cubicBezTo>
                    <a:cubicBezTo>
                      <a:pt x="705" y="1675"/>
                      <a:pt x="671" y="1693"/>
                      <a:pt x="654" y="1710"/>
                    </a:cubicBezTo>
                    <a:cubicBezTo>
                      <a:pt x="636" y="1727"/>
                      <a:pt x="628" y="1727"/>
                      <a:pt x="611" y="1744"/>
                    </a:cubicBezTo>
                    <a:cubicBezTo>
                      <a:pt x="585" y="1753"/>
                      <a:pt x="568" y="1770"/>
                      <a:pt x="542" y="1778"/>
                    </a:cubicBezTo>
                    <a:cubicBezTo>
                      <a:pt x="516" y="1796"/>
                      <a:pt x="482" y="1804"/>
                      <a:pt x="447" y="1813"/>
                    </a:cubicBezTo>
                    <a:cubicBezTo>
                      <a:pt x="422" y="1821"/>
                      <a:pt x="396" y="1830"/>
                      <a:pt x="361" y="1830"/>
                    </a:cubicBezTo>
                    <a:cubicBezTo>
                      <a:pt x="350" y="1830"/>
                      <a:pt x="335" y="1826"/>
                      <a:pt x="321" y="1826"/>
                    </a:cubicBezTo>
                    <a:cubicBezTo>
                      <a:pt x="314" y="1826"/>
                      <a:pt x="307" y="1827"/>
                      <a:pt x="301" y="1830"/>
                    </a:cubicBezTo>
                    <a:cubicBezTo>
                      <a:pt x="276" y="1830"/>
                      <a:pt x="258" y="1839"/>
                      <a:pt x="233" y="1847"/>
                    </a:cubicBezTo>
                    <a:cubicBezTo>
                      <a:pt x="207" y="1856"/>
                      <a:pt x="172" y="1856"/>
                      <a:pt x="147" y="1873"/>
                    </a:cubicBezTo>
                    <a:cubicBezTo>
                      <a:pt x="121" y="1890"/>
                      <a:pt x="95" y="1907"/>
                      <a:pt x="52" y="1916"/>
                    </a:cubicBezTo>
                    <a:lnTo>
                      <a:pt x="9" y="1933"/>
                    </a:lnTo>
                    <a:cubicBezTo>
                      <a:pt x="1" y="1950"/>
                      <a:pt x="9" y="1950"/>
                      <a:pt x="26" y="1967"/>
                    </a:cubicBezTo>
                    <a:cubicBezTo>
                      <a:pt x="44" y="1985"/>
                      <a:pt x="61" y="1993"/>
                      <a:pt x="87" y="2002"/>
                    </a:cubicBezTo>
                    <a:cubicBezTo>
                      <a:pt x="93" y="2005"/>
                      <a:pt x="100" y="2007"/>
                      <a:pt x="107" y="2007"/>
                    </a:cubicBezTo>
                    <a:cubicBezTo>
                      <a:pt x="134" y="2007"/>
                      <a:pt x="160" y="1983"/>
                      <a:pt x="181" y="1976"/>
                    </a:cubicBezTo>
                    <a:cubicBezTo>
                      <a:pt x="202" y="1965"/>
                      <a:pt x="230" y="1958"/>
                      <a:pt x="256" y="1958"/>
                    </a:cubicBezTo>
                    <a:cubicBezTo>
                      <a:pt x="273" y="1958"/>
                      <a:pt x="288" y="1961"/>
                      <a:pt x="301" y="1967"/>
                    </a:cubicBezTo>
                    <a:lnTo>
                      <a:pt x="327" y="1985"/>
                    </a:lnTo>
                    <a:lnTo>
                      <a:pt x="361" y="1985"/>
                    </a:lnTo>
                    <a:cubicBezTo>
                      <a:pt x="383" y="1989"/>
                      <a:pt x="404" y="1989"/>
                      <a:pt x="426" y="1989"/>
                    </a:cubicBezTo>
                    <a:cubicBezTo>
                      <a:pt x="447" y="1989"/>
                      <a:pt x="469" y="1989"/>
                      <a:pt x="490" y="1993"/>
                    </a:cubicBezTo>
                    <a:cubicBezTo>
                      <a:pt x="516" y="2002"/>
                      <a:pt x="542" y="2002"/>
                      <a:pt x="576" y="2002"/>
                    </a:cubicBezTo>
                    <a:cubicBezTo>
                      <a:pt x="585" y="2010"/>
                      <a:pt x="593" y="2010"/>
                      <a:pt x="611" y="2010"/>
                    </a:cubicBezTo>
                    <a:cubicBezTo>
                      <a:pt x="654" y="2010"/>
                      <a:pt x="671" y="2002"/>
                      <a:pt x="697" y="1993"/>
                    </a:cubicBezTo>
                    <a:cubicBezTo>
                      <a:pt x="722" y="1985"/>
                      <a:pt x="757" y="1985"/>
                      <a:pt x="774" y="1967"/>
                    </a:cubicBezTo>
                    <a:lnTo>
                      <a:pt x="791" y="1942"/>
                    </a:lnTo>
                    <a:cubicBezTo>
                      <a:pt x="800" y="1937"/>
                      <a:pt x="813" y="1937"/>
                      <a:pt x="825" y="1937"/>
                    </a:cubicBezTo>
                    <a:cubicBezTo>
                      <a:pt x="838" y="1937"/>
                      <a:pt x="851" y="1937"/>
                      <a:pt x="860" y="1933"/>
                    </a:cubicBezTo>
                    <a:cubicBezTo>
                      <a:pt x="886" y="1925"/>
                      <a:pt x="928" y="1925"/>
                      <a:pt x="954" y="1916"/>
                    </a:cubicBezTo>
                    <a:cubicBezTo>
                      <a:pt x="980" y="1907"/>
                      <a:pt x="997" y="1882"/>
                      <a:pt x="1023" y="1882"/>
                    </a:cubicBezTo>
                    <a:cubicBezTo>
                      <a:pt x="1040" y="1873"/>
                      <a:pt x="1049" y="1882"/>
                      <a:pt x="1066" y="1864"/>
                    </a:cubicBezTo>
                    <a:lnTo>
                      <a:pt x="1075" y="1856"/>
                    </a:lnTo>
                    <a:cubicBezTo>
                      <a:pt x="1092" y="1839"/>
                      <a:pt x="1109" y="1830"/>
                      <a:pt x="1126" y="1813"/>
                    </a:cubicBezTo>
                    <a:cubicBezTo>
                      <a:pt x="1160" y="1787"/>
                      <a:pt x="1169" y="1744"/>
                      <a:pt x="1203" y="1710"/>
                    </a:cubicBezTo>
                    <a:lnTo>
                      <a:pt x="1221" y="1701"/>
                    </a:lnTo>
                    <a:lnTo>
                      <a:pt x="1238" y="1675"/>
                    </a:lnTo>
                    <a:cubicBezTo>
                      <a:pt x="1255" y="1650"/>
                      <a:pt x="1281" y="1632"/>
                      <a:pt x="1298" y="1615"/>
                    </a:cubicBezTo>
                    <a:cubicBezTo>
                      <a:pt x="1332" y="1589"/>
                      <a:pt x="1367" y="1555"/>
                      <a:pt x="1410" y="1538"/>
                    </a:cubicBezTo>
                    <a:cubicBezTo>
                      <a:pt x="1427" y="1529"/>
                      <a:pt x="1444" y="1521"/>
                      <a:pt x="1470" y="1521"/>
                    </a:cubicBezTo>
                    <a:cubicBezTo>
                      <a:pt x="1487" y="1512"/>
                      <a:pt x="1496" y="1512"/>
                      <a:pt x="1521" y="1504"/>
                    </a:cubicBezTo>
                    <a:cubicBezTo>
                      <a:pt x="1547" y="1486"/>
                      <a:pt x="1547" y="1469"/>
                      <a:pt x="1564" y="1443"/>
                    </a:cubicBezTo>
                    <a:cubicBezTo>
                      <a:pt x="1581" y="1418"/>
                      <a:pt x="1590" y="1375"/>
                      <a:pt x="1590" y="1332"/>
                    </a:cubicBezTo>
                    <a:cubicBezTo>
                      <a:pt x="1581" y="1306"/>
                      <a:pt x="1573" y="1280"/>
                      <a:pt x="1573" y="1254"/>
                    </a:cubicBezTo>
                    <a:cubicBezTo>
                      <a:pt x="1573" y="1237"/>
                      <a:pt x="1573" y="1229"/>
                      <a:pt x="1581" y="1211"/>
                    </a:cubicBezTo>
                    <a:cubicBezTo>
                      <a:pt x="1590" y="1177"/>
                      <a:pt x="1599" y="1151"/>
                      <a:pt x="1616" y="1117"/>
                    </a:cubicBezTo>
                    <a:cubicBezTo>
                      <a:pt x="1624" y="1091"/>
                      <a:pt x="1624" y="1057"/>
                      <a:pt x="1624" y="1022"/>
                    </a:cubicBezTo>
                    <a:cubicBezTo>
                      <a:pt x="1624" y="997"/>
                      <a:pt x="1607" y="962"/>
                      <a:pt x="1607" y="928"/>
                    </a:cubicBezTo>
                    <a:cubicBezTo>
                      <a:pt x="1607" y="885"/>
                      <a:pt x="1624" y="833"/>
                      <a:pt x="1607" y="790"/>
                    </a:cubicBezTo>
                    <a:cubicBezTo>
                      <a:pt x="1599" y="765"/>
                      <a:pt x="1581" y="739"/>
                      <a:pt x="1573" y="705"/>
                    </a:cubicBezTo>
                    <a:cubicBezTo>
                      <a:pt x="1564" y="679"/>
                      <a:pt x="1573" y="662"/>
                      <a:pt x="1573" y="636"/>
                    </a:cubicBezTo>
                    <a:cubicBezTo>
                      <a:pt x="1581" y="619"/>
                      <a:pt x="1573" y="593"/>
                      <a:pt x="1581" y="576"/>
                    </a:cubicBezTo>
                    <a:cubicBezTo>
                      <a:pt x="1590" y="550"/>
                      <a:pt x="1590" y="541"/>
                      <a:pt x="1590" y="516"/>
                    </a:cubicBezTo>
                    <a:cubicBezTo>
                      <a:pt x="1599" y="498"/>
                      <a:pt x="1607" y="481"/>
                      <a:pt x="1607" y="455"/>
                    </a:cubicBezTo>
                    <a:cubicBezTo>
                      <a:pt x="1607" y="438"/>
                      <a:pt x="1607" y="412"/>
                      <a:pt x="1599" y="387"/>
                    </a:cubicBezTo>
                    <a:lnTo>
                      <a:pt x="1590" y="369"/>
                    </a:lnTo>
                    <a:lnTo>
                      <a:pt x="1573" y="352"/>
                    </a:lnTo>
                    <a:cubicBezTo>
                      <a:pt x="1564" y="335"/>
                      <a:pt x="1564" y="309"/>
                      <a:pt x="1556" y="284"/>
                    </a:cubicBezTo>
                    <a:cubicBezTo>
                      <a:pt x="1547" y="258"/>
                      <a:pt x="1538" y="232"/>
                      <a:pt x="1521" y="206"/>
                    </a:cubicBezTo>
                    <a:cubicBezTo>
                      <a:pt x="1504" y="189"/>
                      <a:pt x="1496" y="163"/>
                      <a:pt x="1478" y="146"/>
                    </a:cubicBezTo>
                    <a:lnTo>
                      <a:pt x="1444" y="120"/>
                    </a:lnTo>
                    <a:cubicBezTo>
                      <a:pt x="1427" y="112"/>
                      <a:pt x="1418" y="95"/>
                      <a:pt x="1401" y="86"/>
                    </a:cubicBezTo>
                    <a:cubicBezTo>
                      <a:pt x="1375" y="77"/>
                      <a:pt x="1349" y="69"/>
                      <a:pt x="1324" y="60"/>
                    </a:cubicBezTo>
                    <a:cubicBezTo>
                      <a:pt x="1307" y="52"/>
                      <a:pt x="1289" y="43"/>
                      <a:pt x="1272" y="43"/>
                    </a:cubicBezTo>
                    <a:lnTo>
                      <a:pt x="1229" y="43"/>
                    </a:lnTo>
                    <a:cubicBezTo>
                      <a:pt x="1212" y="34"/>
                      <a:pt x="1186" y="34"/>
                      <a:pt x="1186" y="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16" name="Google Shape;18116;p62"/>
              <p:cNvSpPr/>
              <p:nvPr/>
            </p:nvSpPr>
            <p:spPr>
              <a:xfrm>
                <a:off x="5658650" y="1271150"/>
                <a:ext cx="8377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3351" h="3911" extrusionOk="0">
                    <a:moveTo>
                      <a:pt x="2302" y="1"/>
                    </a:moveTo>
                    <a:cubicBezTo>
                      <a:pt x="2258" y="1"/>
                      <a:pt x="2188" y="54"/>
                      <a:pt x="2148" y="70"/>
                    </a:cubicBezTo>
                    <a:cubicBezTo>
                      <a:pt x="2104" y="87"/>
                      <a:pt x="2068" y="93"/>
                      <a:pt x="2029" y="93"/>
                    </a:cubicBezTo>
                    <a:cubicBezTo>
                      <a:pt x="2007" y="93"/>
                      <a:pt x="1984" y="91"/>
                      <a:pt x="1959" y="88"/>
                    </a:cubicBezTo>
                    <a:cubicBezTo>
                      <a:pt x="1856" y="88"/>
                      <a:pt x="1761" y="122"/>
                      <a:pt x="1667" y="165"/>
                    </a:cubicBezTo>
                    <a:cubicBezTo>
                      <a:pt x="1624" y="182"/>
                      <a:pt x="1572" y="191"/>
                      <a:pt x="1521" y="208"/>
                    </a:cubicBezTo>
                    <a:cubicBezTo>
                      <a:pt x="1452" y="225"/>
                      <a:pt x="1426" y="259"/>
                      <a:pt x="1383" y="302"/>
                    </a:cubicBezTo>
                    <a:cubicBezTo>
                      <a:pt x="1315" y="371"/>
                      <a:pt x="1246" y="431"/>
                      <a:pt x="1186" y="491"/>
                    </a:cubicBezTo>
                    <a:cubicBezTo>
                      <a:pt x="1117" y="560"/>
                      <a:pt x="1057" y="646"/>
                      <a:pt x="962" y="646"/>
                    </a:cubicBezTo>
                    <a:cubicBezTo>
                      <a:pt x="885" y="655"/>
                      <a:pt x="765" y="723"/>
                      <a:pt x="748" y="809"/>
                    </a:cubicBezTo>
                    <a:cubicBezTo>
                      <a:pt x="722" y="930"/>
                      <a:pt x="765" y="947"/>
                      <a:pt x="662" y="1058"/>
                    </a:cubicBezTo>
                    <a:cubicBezTo>
                      <a:pt x="636" y="1093"/>
                      <a:pt x="602" y="1136"/>
                      <a:pt x="567" y="1162"/>
                    </a:cubicBezTo>
                    <a:cubicBezTo>
                      <a:pt x="524" y="1179"/>
                      <a:pt x="516" y="1282"/>
                      <a:pt x="490" y="1299"/>
                    </a:cubicBezTo>
                    <a:cubicBezTo>
                      <a:pt x="473" y="1308"/>
                      <a:pt x="456" y="1333"/>
                      <a:pt x="438" y="1342"/>
                    </a:cubicBezTo>
                    <a:lnTo>
                      <a:pt x="404" y="1351"/>
                    </a:lnTo>
                    <a:lnTo>
                      <a:pt x="378" y="1394"/>
                    </a:lnTo>
                    <a:cubicBezTo>
                      <a:pt x="352" y="1419"/>
                      <a:pt x="318" y="1419"/>
                      <a:pt x="292" y="1436"/>
                    </a:cubicBezTo>
                    <a:cubicBezTo>
                      <a:pt x="198" y="1497"/>
                      <a:pt x="172" y="1591"/>
                      <a:pt x="138" y="1686"/>
                    </a:cubicBezTo>
                    <a:cubicBezTo>
                      <a:pt x="120" y="1729"/>
                      <a:pt x="95" y="1754"/>
                      <a:pt x="86" y="1806"/>
                    </a:cubicBezTo>
                    <a:cubicBezTo>
                      <a:pt x="86" y="1875"/>
                      <a:pt x="95" y="1926"/>
                      <a:pt x="103" y="1986"/>
                    </a:cubicBezTo>
                    <a:cubicBezTo>
                      <a:pt x="120" y="2115"/>
                      <a:pt x="35" y="2193"/>
                      <a:pt x="17" y="2304"/>
                    </a:cubicBezTo>
                    <a:cubicBezTo>
                      <a:pt x="17" y="2356"/>
                      <a:pt x="52" y="2382"/>
                      <a:pt x="60" y="2425"/>
                    </a:cubicBezTo>
                    <a:cubicBezTo>
                      <a:pt x="69" y="2467"/>
                      <a:pt x="60" y="2536"/>
                      <a:pt x="52" y="2579"/>
                    </a:cubicBezTo>
                    <a:cubicBezTo>
                      <a:pt x="43" y="2631"/>
                      <a:pt x="9" y="2699"/>
                      <a:pt x="0" y="2768"/>
                    </a:cubicBezTo>
                    <a:cubicBezTo>
                      <a:pt x="0" y="2811"/>
                      <a:pt x="9" y="2863"/>
                      <a:pt x="17" y="2906"/>
                    </a:cubicBezTo>
                    <a:cubicBezTo>
                      <a:pt x="26" y="2983"/>
                      <a:pt x="60" y="3026"/>
                      <a:pt x="95" y="3095"/>
                    </a:cubicBezTo>
                    <a:cubicBezTo>
                      <a:pt x="120" y="3172"/>
                      <a:pt x="86" y="3215"/>
                      <a:pt x="78" y="3284"/>
                    </a:cubicBezTo>
                    <a:cubicBezTo>
                      <a:pt x="60" y="3352"/>
                      <a:pt x="69" y="3430"/>
                      <a:pt x="86" y="3507"/>
                    </a:cubicBezTo>
                    <a:cubicBezTo>
                      <a:pt x="103" y="3602"/>
                      <a:pt x="146" y="3687"/>
                      <a:pt x="215" y="3756"/>
                    </a:cubicBezTo>
                    <a:cubicBezTo>
                      <a:pt x="267" y="3799"/>
                      <a:pt x="318" y="3868"/>
                      <a:pt x="370" y="3911"/>
                    </a:cubicBezTo>
                    <a:cubicBezTo>
                      <a:pt x="361" y="3885"/>
                      <a:pt x="352" y="3833"/>
                      <a:pt x="361" y="3816"/>
                    </a:cubicBezTo>
                    <a:cubicBezTo>
                      <a:pt x="370" y="3773"/>
                      <a:pt x="335" y="3748"/>
                      <a:pt x="335" y="3713"/>
                    </a:cubicBezTo>
                    <a:cubicBezTo>
                      <a:pt x="344" y="3679"/>
                      <a:pt x="232" y="3533"/>
                      <a:pt x="224" y="3370"/>
                    </a:cubicBezTo>
                    <a:cubicBezTo>
                      <a:pt x="206" y="3198"/>
                      <a:pt x="292" y="3146"/>
                      <a:pt x="292" y="3052"/>
                    </a:cubicBezTo>
                    <a:cubicBezTo>
                      <a:pt x="284" y="2992"/>
                      <a:pt x="267" y="2914"/>
                      <a:pt x="249" y="2863"/>
                    </a:cubicBezTo>
                    <a:cubicBezTo>
                      <a:pt x="232" y="2811"/>
                      <a:pt x="232" y="2768"/>
                      <a:pt x="249" y="2734"/>
                    </a:cubicBezTo>
                    <a:cubicBezTo>
                      <a:pt x="267" y="2699"/>
                      <a:pt x="284" y="2665"/>
                      <a:pt x="309" y="2631"/>
                    </a:cubicBezTo>
                    <a:cubicBezTo>
                      <a:pt x="344" y="2588"/>
                      <a:pt x="352" y="2553"/>
                      <a:pt x="352" y="2502"/>
                    </a:cubicBezTo>
                    <a:cubicBezTo>
                      <a:pt x="352" y="2416"/>
                      <a:pt x="309" y="2347"/>
                      <a:pt x="309" y="2270"/>
                    </a:cubicBezTo>
                    <a:cubicBezTo>
                      <a:pt x="309" y="2210"/>
                      <a:pt x="318" y="2150"/>
                      <a:pt x="309" y="2089"/>
                    </a:cubicBezTo>
                    <a:cubicBezTo>
                      <a:pt x="301" y="2029"/>
                      <a:pt x="335" y="2004"/>
                      <a:pt x="344" y="1952"/>
                    </a:cubicBezTo>
                    <a:cubicBezTo>
                      <a:pt x="352" y="1900"/>
                      <a:pt x="344" y="1849"/>
                      <a:pt x="361" y="1797"/>
                    </a:cubicBezTo>
                    <a:cubicBezTo>
                      <a:pt x="387" y="1746"/>
                      <a:pt x="430" y="1746"/>
                      <a:pt x="464" y="1703"/>
                    </a:cubicBezTo>
                    <a:cubicBezTo>
                      <a:pt x="498" y="1651"/>
                      <a:pt x="507" y="1617"/>
                      <a:pt x="559" y="1600"/>
                    </a:cubicBezTo>
                    <a:cubicBezTo>
                      <a:pt x="575" y="1594"/>
                      <a:pt x="590" y="1592"/>
                      <a:pt x="605" y="1592"/>
                    </a:cubicBezTo>
                    <a:cubicBezTo>
                      <a:pt x="638" y="1592"/>
                      <a:pt x="672" y="1602"/>
                      <a:pt x="713" y="1608"/>
                    </a:cubicBezTo>
                    <a:cubicBezTo>
                      <a:pt x="748" y="1617"/>
                      <a:pt x="773" y="1626"/>
                      <a:pt x="808" y="1634"/>
                    </a:cubicBezTo>
                    <a:cubicBezTo>
                      <a:pt x="832" y="1646"/>
                      <a:pt x="841" y="1652"/>
                      <a:pt x="845" y="1652"/>
                    </a:cubicBezTo>
                    <a:cubicBezTo>
                      <a:pt x="851" y="1652"/>
                      <a:pt x="850" y="1644"/>
                      <a:pt x="859" y="1626"/>
                    </a:cubicBezTo>
                    <a:cubicBezTo>
                      <a:pt x="919" y="1514"/>
                      <a:pt x="877" y="1368"/>
                      <a:pt x="885" y="1247"/>
                    </a:cubicBezTo>
                    <a:cubicBezTo>
                      <a:pt x="885" y="1213"/>
                      <a:pt x="885" y="1179"/>
                      <a:pt x="885" y="1144"/>
                    </a:cubicBezTo>
                    <a:cubicBezTo>
                      <a:pt x="885" y="1119"/>
                      <a:pt x="877" y="1119"/>
                      <a:pt x="894" y="1093"/>
                    </a:cubicBezTo>
                    <a:cubicBezTo>
                      <a:pt x="937" y="1033"/>
                      <a:pt x="988" y="1016"/>
                      <a:pt x="1048" y="990"/>
                    </a:cubicBezTo>
                    <a:cubicBezTo>
                      <a:pt x="1117" y="964"/>
                      <a:pt x="1143" y="955"/>
                      <a:pt x="1177" y="878"/>
                    </a:cubicBezTo>
                    <a:cubicBezTo>
                      <a:pt x="1212" y="792"/>
                      <a:pt x="1289" y="758"/>
                      <a:pt x="1366" y="706"/>
                    </a:cubicBezTo>
                    <a:cubicBezTo>
                      <a:pt x="1418" y="680"/>
                      <a:pt x="1478" y="655"/>
                      <a:pt x="1529" y="637"/>
                    </a:cubicBezTo>
                    <a:cubicBezTo>
                      <a:pt x="1572" y="620"/>
                      <a:pt x="1598" y="612"/>
                      <a:pt x="1633" y="577"/>
                    </a:cubicBezTo>
                    <a:cubicBezTo>
                      <a:pt x="1650" y="560"/>
                      <a:pt x="1658" y="543"/>
                      <a:pt x="1676" y="526"/>
                    </a:cubicBezTo>
                    <a:cubicBezTo>
                      <a:pt x="1700" y="508"/>
                      <a:pt x="1734" y="502"/>
                      <a:pt x="1770" y="502"/>
                    </a:cubicBezTo>
                    <a:cubicBezTo>
                      <a:pt x="1823" y="502"/>
                      <a:pt x="1880" y="516"/>
                      <a:pt x="1916" y="526"/>
                    </a:cubicBezTo>
                    <a:cubicBezTo>
                      <a:pt x="1934" y="531"/>
                      <a:pt x="1950" y="534"/>
                      <a:pt x="1965" y="534"/>
                    </a:cubicBezTo>
                    <a:cubicBezTo>
                      <a:pt x="1998" y="534"/>
                      <a:pt x="2024" y="519"/>
                      <a:pt x="2054" y="483"/>
                    </a:cubicBezTo>
                    <a:cubicBezTo>
                      <a:pt x="2062" y="466"/>
                      <a:pt x="2079" y="448"/>
                      <a:pt x="2088" y="431"/>
                    </a:cubicBezTo>
                    <a:cubicBezTo>
                      <a:pt x="2114" y="397"/>
                      <a:pt x="2131" y="371"/>
                      <a:pt x="2157" y="345"/>
                    </a:cubicBezTo>
                    <a:cubicBezTo>
                      <a:pt x="2208" y="294"/>
                      <a:pt x="2243" y="268"/>
                      <a:pt x="2311" y="251"/>
                    </a:cubicBezTo>
                    <a:cubicBezTo>
                      <a:pt x="2381" y="225"/>
                      <a:pt x="2432" y="195"/>
                      <a:pt x="2493" y="195"/>
                    </a:cubicBezTo>
                    <a:cubicBezTo>
                      <a:pt x="2514" y="195"/>
                      <a:pt x="2536" y="199"/>
                      <a:pt x="2560" y="208"/>
                    </a:cubicBezTo>
                    <a:cubicBezTo>
                      <a:pt x="2664" y="242"/>
                      <a:pt x="2758" y="285"/>
                      <a:pt x="2861" y="320"/>
                    </a:cubicBezTo>
                    <a:cubicBezTo>
                      <a:pt x="2904" y="337"/>
                      <a:pt x="2938" y="363"/>
                      <a:pt x="2981" y="371"/>
                    </a:cubicBezTo>
                    <a:cubicBezTo>
                      <a:pt x="3033" y="388"/>
                      <a:pt x="3067" y="406"/>
                      <a:pt x="3110" y="423"/>
                    </a:cubicBezTo>
                    <a:cubicBezTo>
                      <a:pt x="3148" y="444"/>
                      <a:pt x="3190" y="466"/>
                      <a:pt x="3230" y="466"/>
                    </a:cubicBezTo>
                    <a:cubicBezTo>
                      <a:pt x="3254" y="466"/>
                      <a:pt x="3277" y="459"/>
                      <a:pt x="3299" y="440"/>
                    </a:cubicBezTo>
                    <a:cubicBezTo>
                      <a:pt x="3316" y="423"/>
                      <a:pt x="3342" y="406"/>
                      <a:pt x="3351" y="380"/>
                    </a:cubicBezTo>
                    <a:cubicBezTo>
                      <a:pt x="3299" y="345"/>
                      <a:pt x="3248" y="311"/>
                      <a:pt x="3188" y="277"/>
                    </a:cubicBezTo>
                    <a:cubicBezTo>
                      <a:pt x="3145" y="251"/>
                      <a:pt x="3102" y="259"/>
                      <a:pt x="3042" y="242"/>
                    </a:cubicBezTo>
                    <a:cubicBezTo>
                      <a:pt x="3010" y="226"/>
                      <a:pt x="2941" y="181"/>
                      <a:pt x="2918" y="181"/>
                    </a:cubicBezTo>
                    <a:cubicBezTo>
                      <a:pt x="2916" y="181"/>
                      <a:pt x="2914" y="181"/>
                      <a:pt x="2913" y="182"/>
                    </a:cubicBezTo>
                    <a:cubicBezTo>
                      <a:pt x="2900" y="186"/>
                      <a:pt x="2888" y="187"/>
                      <a:pt x="2877" y="187"/>
                    </a:cubicBezTo>
                    <a:cubicBezTo>
                      <a:pt x="2834" y="187"/>
                      <a:pt x="2799" y="163"/>
                      <a:pt x="2758" y="122"/>
                    </a:cubicBezTo>
                    <a:cubicBezTo>
                      <a:pt x="2724" y="88"/>
                      <a:pt x="2698" y="53"/>
                      <a:pt x="2646" y="45"/>
                    </a:cubicBezTo>
                    <a:cubicBezTo>
                      <a:pt x="2595" y="36"/>
                      <a:pt x="2535" y="36"/>
                      <a:pt x="2475" y="36"/>
                    </a:cubicBezTo>
                    <a:cubicBezTo>
                      <a:pt x="2449" y="36"/>
                      <a:pt x="2423" y="28"/>
                      <a:pt x="2397" y="28"/>
                    </a:cubicBezTo>
                    <a:lnTo>
                      <a:pt x="2354" y="28"/>
                    </a:lnTo>
                    <a:lnTo>
                      <a:pt x="2311" y="2"/>
                    </a:lnTo>
                    <a:cubicBezTo>
                      <a:pt x="2308" y="1"/>
                      <a:pt x="2305" y="1"/>
                      <a:pt x="2302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17" name="Google Shape;18117;p62"/>
              <p:cNvSpPr/>
              <p:nvPr/>
            </p:nvSpPr>
            <p:spPr>
              <a:xfrm>
                <a:off x="5700100" y="1318450"/>
                <a:ext cx="44900" cy="53800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152" extrusionOk="0">
                    <a:moveTo>
                      <a:pt x="1227" y="0"/>
                    </a:moveTo>
                    <a:cubicBezTo>
                      <a:pt x="1191" y="0"/>
                      <a:pt x="1180" y="104"/>
                      <a:pt x="1195" y="112"/>
                    </a:cubicBezTo>
                    <a:lnTo>
                      <a:pt x="1220" y="146"/>
                    </a:lnTo>
                    <a:cubicBezTo>
                      <a:pt x="1237" y="172"/>
                      <a:pt x="1272" y="197"/>
                      <a:pt x="1298" y="223"/>
                    </a:cubicBezTo>
                    <a:cubicBezTo>
                      <a:pt x="1341" y="258"/>
                      <a:pt x="1366" y="301"/>
                      <a:pt x="1401" y="335"/>
                    </a:cubicBezTo>
                    <a:cubicBezTo>
                      <a:pt x="1427" y="361"/>
                      <a:pt x="1435" y="369"/>
                      <a:pt x="1444" y="404"/>
                    </a:cubicBezTo>
                    <a:cubicBezTo>
                      <a:pt x="1452" y="421"/>
                      <a:pt x="1461" y="447"/>
                      <a:pt x="1461" y="464"/>
                    </a:cubicBezTo>
                    <a:cubicBezTo>
                      <a:pt x="1461" y="481"/>
                      <a:pt x="1461" y="490"/>
                      <a:pt x="1461" y="507"/>
                    </a:cubicBezTo>
                    <a:cubicBezTo>
                      <a:pt x="1478" y="558"/>
                      <a:pt x="1495" y="618"/>
                      <a:pt x="1495" y="670"/>
                    </a:cubicBezTo>
                    <a:cubicBezTo>
                      <a:pt x="1504" y="756"/>
                      <a:pt x="1495" y="842"/>
                      <a:pt x="1495" y="919"/>
                    </a:cubicBezTo>
                    <a:cubicBezTo>
                      <a:pt x="1495" y="971"/>
                      <a:pt x="1478" y="1014"/>
                      <a:pt x="1461" y="1065"/>
                    </a:cubicBezTo>
                    <a:cubicBezTo>
                      <a:pt x="1452" y="1100"/>
                      <a:pt x="1435" y="1125"/>
                      <a:pt x="1409" y="1151"/>
                    </a:cubicBezTo>
                    <a:cubicBezTo>
                      <a:pt x="1375" y="1194"/>
                      <a:pt x="1384" y="1246"/>
                      <a:pt x="1349" y="1289"/>
                    </a:cubicBezTo>
                    <a:cubicBezTo>
                      <a:pt x="1315" y="1332"/>
                      <a:pt x="1255" y="1374"/>
                      <a:pt x="1203" y="1392"/>
                    </a:cubicBezTo>
                    <a:cubicBezTo>
                      <a:pt x="1186" y="1400"/>
                      <a:pt x="1160" y="1400"/>
                      <a:pt x="1152" y="1409"/>
                    </a:cubicBezTo>
                    <a:lnTo>
                      <a:pt x="1143" y="1452"/>
                    </a:lnTo>
                    <a:cubicBezTo>
                      <a:pt x="1134" y="1503"/>
                      <a:pt x="1091" y="1546"/>
                      <a:pt x="1057" y="1589"/>
                    </a:cubicBezTo>
                    <a:cubicBezTo>
                      <a:pt x="1040" y="1606"/>
                      <a:pt x="1031" y="1632"/>
                      <a:pt x="1014" y="1649"/>
                    </a:cubicBezTo>
                    <a:cubicBezTo>
                      <a:pt x="1006" y="1667"/>
                      <a:pt x="997" y="1701"/>
                      <a:pt x="980" y="1718"/>
                    </a:cubicBezTo>
                    <a:cubicBezTo>
                      <a:pt x="954" y="1744"/>
                      <a:pt x="920" y="1761"/>
                      <a:pt x="877" y="1761"/>
                    </a:cubicBezTo>
                    <a:cubicBezTo>
                      <a:pt x="842" y="1761"/>
                      <a:pt x="799" y="1770"/>
                      <a:pt x="782" y="1795"/>
                    </a:cubicBezTo>
                    <a:cubicBezTo>
                      <a:pt x="765" y="1813"/>
                      <a:pt x="765" y="1838"/>
                      <a:pt x="756" y="1864"/>
                    </a:cubicBezTo>
                    <a:cubicBezTo>
                      <a:pt x="748" y="1873"/>
                      <a:pt x="739" y="1890"/>
                      <a:pt x="731" y="1899"/>
                    </a:cubicBezTo>
                    <a:cubicBezTo>
                      <a:pt x="705" y="1924"/>
                      <a:pt x="705" y="1933"/>
                      <a:pt x="670" y="1941"/>
                    </a:cubicBezTo>
                    <a:cubicBezTo>
                      <a:pt x="628" y="1950"/>
                      <a:pt x="593" y="1950"/>
                      <a:pt x="559" y="1959"/>
                    </a:cubicBezTo>
                    <a:cubicBezTo>
                      <a:pt x="499" y="1976"/>
                      <a:pt x="447" y="1984"/>
                      <a:pt x="387" y="1993"/>
                    </a:cubicBezTo>
                    <a:cubicBezTo>
                      <a:pt x="344" y="1993"/>
                      <a:pt x="310" y="1993"/>
                      <a:pt x="267" y="2002"/>
                    </a:cubicBezTo>
                    <a:cubicBezTo>
                      <a:pt x="232" y="2010"/>
                      <a:pt x="207" y="2019"/>
                      <a:pt x="172" y="2019"/>
                    </a:cubicBezTo>
                    <a:cubicBezTo>
                      <a:pt x="146" y="2010"/>
                      <a:pt x="129" y="2002"/>
                      <a:pt x="103" y="1993"/>
                    </a:cubicBezTo>
                    <a:cubicBezTo>
                      <a:pt x="86" y="1993"/>
                      <a:pt x="69" y="1993"/>
                      <a:pt x="52" y="1984"/>
                    </a:cubicBezTo>
                    <a:cubicBezTo>
                      <a:pt x="9" y="1984"/>
                      <a:pt x="0" y="2019"/>
                      <a:pt x="9" y="2036"/>
                    </a:cubicBezTo>
                    <a:cubicBezTo>
                      <a:pt x="18" y="2045"/>
                      <a:pt x="43" y="2070"/>
                      <a:pt x="60" y="2070"/>
                    </a:cubicBezTo>
                    <a:cubicBezTo>
                      <a:pt x="69" y="2079"/>
                      <a:pt x="86" y="2079"/>
                      <a:pt x="103" y="2088"/>
                    </a:cubicBezTo>
                    <a:lnTo>
                      <a:pt x="112" y="2096"/>
                    </a:lnTo>
                    <a:lnTo>
                      <a:pt x="146" y="2105"/>
                    </a:lnTo>
                    <a:lnTo>
                      <a:pt x="189" y="2122"/>
                    </a:lnTo>
                    <a:cubicBezTo>
                      <a:pt x="207" y="2131"/>
                      <a:pt x="232" y="2131"/>
                      <a:pt x="249" y="2139"/>
                    </a:cubicBezTo>
                    <a:cubicBezTo>
                      <a:pt x="267" y="2139"/>
                      <a:pt x="284" y="2148"/>
                      <a:pt x="301" y="2148"/>
                    </a:cubicBezTo>
                    <a:cubicBezTo>
                      <a:pt x="313" y="2150"/>
                      <a:pt x="325" y="2151"/>
                      <a:pt x="337" y="2151"/>
                    </a:cubicBezTo>
                    <a:cubicBezTo>
                      <a:pt x="370" y="2151"/>
                      <a:pt x="405" y="2143"/>
                      <a:pt x="430" y="2131"/>
                    </a:cubicBezTo>
                    <a:cubicBezTo>
                      <a:pt x="447" y="2113"/>
                      <a:pt x="456" y="2105"/>
                      <a:pt x="481" y="2096"/>
                    </a:cubicBezTo>
                    <a:cubicBezTo>
                      <a:pt x="516" y="2088"/>
                      <a:pt x="559" y="2079"/>
                      <a:pt x="593" y="2079"/>
                    </a:cubicBezTo>
                    <a:cubicBezTo>
                      <a:pt x="701" y="2079"/>
                      <a:pt x="798" y="2126"/>
                      <a:pt x="897" y="2126"/>
                    </a:cubicBezTo>
                    <a:cubicBezTo>
                      <a:pt x="924" y="2126"/>
                      <a:pt x="952" y="2123"/>
                      <a:pt x="980" y="2113"/>
                    </a:cubicBezTo>
                    <a:cubicBezTo>
                      <a:pt x="1014" y="2105"/>
                      <a:pt x="1023" y="2088"/>
                      <a:pt x="1048" y="2070"/>
                    </a:cubicBezTo>
                    <a:cubicBezTo>
                      <a:pt x="1074" y="2053"/>
                      <a:pt x="1091" y="2027"/>
                      <a:pt x="1109" y="2010"/>
                    </a:cubicBezTo>
                    <a:cubicBezTo>
                      <a:pt x="1143" y="1950"/>
                      <a:pt x="1177" y="1890"/>
                      <a:pt x="1203" y="1821"/>
                    </a:cubicBezTo>
                    <a:cubicBezTo>
                      <a:pt x="1220" y="1770"/>
                      <a:pt x="1246" y="1710"/>
                      <a:pt x="1272" y="1658"/>
                    </a:cubicBezTo>
                    <a:cubicBezTo>
                      <a:pt x="1298" y="1624"/>
                      <a:pt x="1323" y="1598"/>
                      <a:pt x="1375" y="1581"/>
                    </a:cubicBezTo>
                    <a:cubicBezTo>
                      <a:pt x="1427" y="1563"/>
                      <a:pt x="1469" y="1546"/>
                      <a:pt x="1512" y="1529"/>
                    </a:cubicBezTo>
                    <a:cubicBezTo>
                      <a:pt x="1573" y="1495"/>
                      <a:pt x="1624" y="1486"/>
                      <a:pt x="1650" y="1435"/>
                    </a:cubicBezTo>
                    <a:cubicBezTo>
                      <a:pt x="1684" y="1383"/>
                      <a:pt x="1684" y="1332"/>
                      <a:pt x="1693" y="1280"/>
                    </a:cubicBezTo>
                    <a:cubicBezTo>
                      <a:pt x="1710" y="1211"/>
                      <a:pt x="1744" y="1160"/>
                      <a:pt x="1744" y="1091"/>
                    </a:cubicBezTo>
                    <a:cubicBezTo>
                      <a:pt x="1736" y="1057"/>
                      <a:pt x="1736" y="1022"/>
                      <a:pt x="1727" y="988"/>
                    </a:cubicBezTo>
                    <a:cubicBezTo>
                      <a:pt x="1727" y="945"/>
                      <a:pt x="1701" y="902"/>
                      <a:pt x="1710" y="850"/>
                    </a:cubicBezTo>
                    <a:cubicBezTo>
                      <a:pt x="1710" y="833"/>
                      <a:pt x="1710" y="807"/>
                      <a:pt x="1719" y="799"/>
                    </a:cubicBezTo>
                    <a:lnTo>
                      <a:pt x="1727" y="782"/>
                    </a:lnTo>
                    <a:cubicBezTo>
                      <a:pt x="1744" y="756"/>
                      <a:pt x="1753" y="730"/>
                      <a:pt x="1762" y="696"/>
                    </a:cubicBezTo>
                    <a:cubicBezTo>
                      <a:pt x="1762" y="661"/>
                      <a:pt x="1779" y="636"/>
                      <a:pt x="1787" y="601"/>
                    </a:cubicBezTo>
                    <a:cubicBezTo>
                      <a:pt x="1796" y="567"/>
                      <a:pt x="1787" y="524"/>
                      <a:pt x="1779" y="498"/>
                    </a:cubicBezTo>
                    <a:cubicBezTo>
                      <a:pt x="1770" y="464"/>
                      <a:pt x="1753" y="438"/>
                      <a:pt x="1727" y="412"/>
                    </a:cubicBezTo>
                    <a:cubicBezTo>
                      <a:pt x="1693" y="386"/>
                      <a:pt x="1658" y="369"/>
                      <a:pt x="1633" y="343"/>
                    </a:cubicBezTo>
                    <a:cubicBezTo>
                      <a:pt x="1607" y="318"/>
                      <a:pt x="1590" y="292"/>
                      <a:pt x="1564" y="275"/>
                    </a:cubicBezTo>
                    <a:cubicBezTo>
                      <a:pt x="1521" y="249"/>
                      <a:pt x="1504" y="206"/>
                      <a:pt x="1469" y="180"/>
                    </a:cubicBezTo>
                    <a:cubicBezTo>
                      <a:pt x="1427" y="154"/>
                      <a:pt x="1384" y="137"/>
                      <a:pt x="1349" y="112"/>
                    </a:cubicBezTo>
                    <a:cubicBezTo>
                      <a:pt x="1306" y="86"/>
                      <a:pt x="1280" y="43"/>
                      <a:pt x="1246" y="8"/>
                    </a:cubicBezTo>
                    <a:cubicBezTo>
                      <a:pt x="1239" y="3"/>
                      <a:pt x="1233" y="0"/>
                      <a:pt x="1227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18" name="Google Shape;18118;p62"/>
              <p:cNvSpPr/>
              <p:nvPr/>
            </p:nvSpPr>
            <p:spPr>
              <a:xfrm>
                <a:off x="5687200" y="1294325"/>
                <a:ext cx="6017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2407" h="1068" extrusionOk="0">
                    <a:moveTo>
                      <a:pt x="1155" y="1"/>
                    </a:moveTo>
                    <a:cubicBezTo>
                      <a:pt x="1125" y="1"/>
                      <a:pt x="1096" y="21"/>
                      <a:pt x="1066" y="28"/>
                    </a:cubicBezTo>
                    <a:cubicBezTo>
                      <a:pt x="1023" y="37"/>
                      <a:pt x="989" y="37"/>
                      <a:pt x="946" y="54"/>
                    </a:cubicBezTo>
                    <a:cubicBezTo>
                      <a:pt x="912" y="63"/>
                      <a:pt x="877" y="80"/>
                      <a:pt x="851" y="89"/>
                    </a:cubicBezTo>
                    <a:cubicBezTo>
                      <a:pt x="842" y="90"/>
                      <a:pt x="832" y="91"/>
                      <a:pt x="823" y="91"/>
                    </a:cubicBezTo>
                    <a:cubicBezTo>
                      <a:pt x="781" y="91"/>
                      <a:pt x="740" y="77"/>
                      <a:pt x="705" y="63"/>
                    </a:cubicBezTo>
                    <a:cubicBezTo>
                      <a:pt x="673" y="52"/>
                      <a:pt x="633" y="41"/>
                      <a:pt x="596" y="41"/>
                    </a:cubicBezTo>
                    <a:cubicBezTo>
                      <a:pt x="574" y="41"/>
                      <a:pt x="552" y="45"/>
                      <a:pt x="534" y="54"/>
                    </a:cubicBezTo>
                    <a:cubicBezTo>
                      <a:pt x="491" y="71"/>
                      <a:pt x="448" y="106"/>
                      <a:pt x="405" y="131"/>
                    </a:cubicBezTo>
                    <a:cubicBezTo>
                      <a:pt x="336" y="166"/>
                      <a:pt x="276" y="183"/>
                      <a:pt x="233" y="260"/>
                    </a:cubicBezTo>
                    <a:cubicBezTo>
                      <a:pt x="207" y="312"/>
                      <a:pt x="190" y="389"/>
                      <a:pt x="155" y="424"/>
                    </a:cubicBezTo>
                    <a:cubicBezTo>
                      <a:pt x="113" y="467"/>
                      <a:pt x="78" y="501"/>
                      <a:pt x="52" y="544"/>
                    </a:cubicBezTo>
                    <a:cubicBezTo>
                      <a:pt x="27" y="578"/>
                      <a:pt x="1" y="621"/>
                      <a:pt x="27" y="664"/>
                    </a:cubicBezTo>
                    <a:cubicBezTo>
                      <a:pt x="35" y="699"/>
                      <a:pt x="52" y="690"/>
                      <a:pt x="35" y="724"/>
                    </a:cubicBezTo>
                    <a:cubicBezTo>
                      <a:pt x="30" y="735"/>
                      <a:pt x="15" y="752"/>
                      <a:pt x="24" y="752"/>
                    </a:cubicBezTo>
                    <a:cubicBezTo>
                      <a:pt x="29" y="752"/>
                      <a:pt x="44" y="745"/>
                      <a:pt x="78" y="724"/>
                    </a:cubicBezTo>
                    <a:cubicBezTo>
                      <a:pt x="78" y="699"/>
                      <a:pt x="121" y="656"/>
                      <a:pt x="138" y="647"/>
                    </a:cubicBezTo>
                    <a:cubicBezTo>
                      <a:pt x="164" y="630"/>
                      <a:pt x="190" y="613"/>
                      <a:pt x="207" y="587"/>
                    </a:cubicBezTo>
                    <a:cubicBezTo>
                      <a:pt x="250" y="544"/>
                      <a:pt x="310" y="492"/>
                      <a:pt x="370" y="475"/>
                    </a:cubicBezTo>
                    <a:cubicBezTo>
                      <a:pt x="396" y="467"/>
                      <a:pt x="422" y="458"/>
                      <a:pt x="448" y="458"/>
                    </a:cubicBezTo>
                    <a:cubicBezTo>
                      <a:pt x="465" y="449"/>
                      <a:pt x="482" y="432"/>
                      <a:pt x="508" y="432"/>
                    </a:cubicBezTo>
                    <a:cubicBezTo>
                      <a:pt x="516" y="428"/>
                      <a:pt x="525" y="428"/>
                      <a:pt x="534" y="428"/>
                    </a:cubicBezTo>
                    <a:cubicBezTo>
                      <a:pt x="542" y="428"/>
                      <a:pt x="551" y="428"/>
                      <a:pt x="559" y="424"/>
                    </a:cubicBezTo>
                    <a:cubicBezTo>
                      <a:pt x="584" y="418"/>
                      <a:pt x="599" y="411"/>
                      <a:pt x="619" y="411"/>
                    </a:cubicBezTo>
                    <a:cubicBezTo>
                      <a:pt x="627" y="411"/>
                      <a:pt x="635" y="412"/>
                      <a:pt x="645" y="415"/>
                    </a:cubicBezTo>
                    <a:cubicBezTo>
                      <a:pt x="680" y="424"/>
                      <a:pt x="714" y="441"/>
                      <a:pt x="748" y="449"/>
                    </a:cubicBezTo>
                    <a:cubicBezTo>
                      <a:pt x="774" y="458"/>
                      <a:pt x="817" y="475"/>
                      <a:pt x="834" y="475"/>
                    </a:cubicBezTo>
                    <a:lnTo>
                      <a:pt x="877" y="458"/>
                    </a:lnTo>
                    <a:cubicBezTo>
                      <a:pt x="903" y="449"/>
                      <a:pt x="920" y="449"/>
                      <a:pt x="946" y="441"/>
                    </a:cubicBezTo>
                    <a:cubicBezTo>
                      <a:pt x="980" y="432"/>
                      <a:pt x="1015" y="415"/>
                      <a:pt x="1049" y="415"/>
                    </a:cubicBezTo>
                    <a:cubicBezTo>
                      <a:pt x="1092" y="415"/>
                      <a:pt x="1135" y="415"/>
                      <a:pt x="1178" y="424"/>
                    </a:cubicBezTo>
                    <a:lnTo>
                      <a:pt x="1307" y="424"/>
                    </a:lnTo>
                    <a:cubicBezTo>
                      <a:pt x="1350" y="432"/>
                      <a:pt x="1375" y="458"/>
                      <a:pt x="1418" y="475"/>
                    </a:cubicBezTo>
                    <a:cubicBezTo>
                      <a:pt x="1436" y="484"/>
                      <a:pt x="1453" y="492"/>
                      <a:pt x="1470" y="501"/>
                    </a:cubicBezTo>
                    <a:cubicBezTo>
                      <a:pt x="1487" y="509"/>
                      <a:pt x="1513" y="518"/>
                      <a:pt x="1530" y="518"/>
                    </a:cubicBezTo>
                    <a:cubicBezTo>
                      <a:pt x="1542" y="523"/>
                      <a:pt x="1555" y="524"/>
                      <a:pt x="1569" y="524"/>
                    </a:cubicBezTo>
                    <a:cubicBezTo>
                      <a:pt x="1591" y="524"/>
                      <a:pt x="1615" y="520"/>
                      <a:pt x="1637" y="520"/>
                    </a:cubicBezTo>
                    <a:cubicBezTo>
                      <a:pt x="1651" y="520"/>
                      <a:pt x="1664" y="522"/>
                      <a:pt x="1676" y="527"/>
                    </a:cubicBezTo>
                    <a:cubicBezTo>
                      <a:pt x="1711" y="535"/>
                      <a:pt x="1745" y="570"/>
                      <a:pt x="1771" y="595"/>
                    </a:cubicBezTo>
                    <a:cubicBezTo>
                      <a:pt x="1814" y="621"/>
                      <a:pt x="1865" y="630"/>
                      <a:pt x="1908" y="656"/>
                    </a:cubicBezTo>
                    <a:cubicBezTo>
                      <a:pt x="1925" y="664"/>
                      <a:pt x="1943" y="681"/>
                      <a:pt x="1968" y="699"/>
                    </a:cubicBezTo>
                    <a:cubicBezTo>
                      <a:pt x="2003" y="716"/>
                      <a:pt x="2046" y="716"/>
                      <a:pt x="2080" y="750"/>
                    </a:cubicBezTo>
                    <a:cubicBezTo>
                      <a:pt x="2132" y="802"/>
                      <a:pt x="2192" y="845"/>
                      <a:pt x="2252" y="888"/>
                    </a:cubicBezTo>
                    <a:cubicBezTo>
                      <a:pt x="2278" y="913"/>
                      <a:pt x="2312" y="948"/>
                      <a:pt x="2338" y="982"/>
                    </a:cubicBezTo>
                    <a:cubicBezTo>
                      <a:pt x="2346" y="999"/>
                      <a:pt x="2398" y="1068"/>
                      <a:pt x="2406" y="1068"/>
                    </a:cubicBezTo>
                    <a:cubicBezTo>
                      <a:pt x="2406" y="1051"/>
                      <a:pt x="2398" y="1025"/>
                      <a:pt x="2398" y="999"/>
                    </a:cubicBezTo>
                    <a:cubicBezTo>
                      <a:pt x="2389" y="965"/>
                      <a:pt x="2398" y="939"/>
                      <a:pt x="2389" y="905"/>
                    </a:cubicBezTo>
                    <a:cubicBezTo>
                      <a:pt x="2363" y="853"/>
                      <a:pt x="2321" y="802"/>
                      <a:pt x="2286" y="767"/>
                    </a:cubicBezTo>
                    <a:cubicBezTo>
                      <a:pt x="2260" y="733"/>
                      <a:pt x="2226" y="699"/>
                      <a:pt x="2209" y="664"/>
                    </a:cubicBezTo>
                    <a:cubicBezTo>
                      <a:pt x="2209" y="647"/>
                      <a:pt x="2200" y="630"/>
                      <a:pt x="2200" y="613"/>
                    </a:cubicBezTo>
                    <a:cubicBezTo>
                      <a:pt x="2192" y="587"/>
                      <a:pt x="2174" y="570"/>
                      <a:pt x="2166" y="544"/>
                    </a:cubicBezTo>
                    <a:cubicBezTo>
                      <a:pt x="2149" y="509"/>
                      <a:pt x="2132" y="484"/>
                      <a:pt x="2106" y="449"/>
                    </a:cubicBezTo>
                    <a:cubicBezTo>
                      <a:pt x="2071" y="415"/>
                      <a:pt x="2054" y="372"/>
                      <a:pt x="2020" y="338"/>
                    </a:cubicBezTo>
                    <a:cubicBezTo>
                      <a:pt x="1977" y="303"/>
                      <a:pt x="1925" y="286"/>
                      <a:pt x="1874" y="269"/>
                    </a:cubicBezTo>
                    <a:cubicBezTo>
                      <a:pt x="1805" y="243"/>
                      <a:pt x="1745" y="200"/>
                      <a:pt x="1685" y="157"/>
                    </a:cubicBezTo>
                    <a:cubicBezTo>
                      <a:pt x="1642" y="123"/>
                      <a:pt x="1599" y="106"/>
                      <a:pt x="1539" y="97"/>
                    </a:cubicBezTo>
                    <a:lnTo>
                      <a:pt x="1479" y="97"/>
                    </a:lnTo>
                    <a:cubicBezTo>
                      <a:pt x="1444" y="97"/>
                      <a:pt x="1444" y="89"/>
                      <a:pt x="1418" y="80"/>
                    </a:cubicBezTo>
                    <a:cubicBezTo>
                      <a:pt x="1401" y="71"/>
                      <a:pt x="1384" y="71"/>
                      <a:pt x="1358" y="63"/>
                    </a:cubicBezTo>
                    <a:cubicBezTo>
                      <a:pt x="1341" y="54"/>
                      <a:pt x="1324" y="46"/>
                      <a:pt x="1307" y="37"/>
                    </a:cubicBezTo>
                    <a:cubicBezTo>
                      <a:pt x="1264" y="20"/>
                      <a:pt x="1212" y="3"/>
                      <a:pt x="1169" y="3"/>
                    </a:cubicBezTo>
                    <a:cubicBezTo>
                      <a:pt x="1164" y="1"/>
                      <a:pt x="1160" y="1"/>
                      <a:pt x="1155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19" name="Google Shape;18119;p62"/>
              <p:cNvSpPr/>
              <p:nvPr/>
            </p:nvSpPr>
            <p:spPr>
              <a:xfrm>
                <a:off x="5673675" y="1317775"/>
                <a:ext cx="24075" cy="55250"/>
              </a:xfrm>
              <a:custGeom>
                <a:avLst/>
                <a:gdLst/>
                <a:ahLst/>
                <a:cxnLst/>
                <a:rect l="l" t="t" r="r" b="b"/>
                <a:pathLst>
                  <a:path w="963" h="2210" extrusionOk="0">
                    <a:moveTo>
                      <a:pt x="466" y="1"/>
                    </a:moveTo>
                    <a:cubicBezTo>
                      <a:pt x="431" y="1"/>
                      <a:pt x="374" y="46"/>
                      <a:pt x="361" y="53"/>
                    </a:cubicBezTo>
                    <a:cubicBezTo>
                      <a:pt x="337" y="72"/>
                      <a:pt x="311" y="83"/>
                      <a:pt x="296" y="85"/>
                    </a:cubicBezTo>
                    <a:lnTo>
                      <a:pt x="296" y="85"/>
                    </a:lnTo>
                    <a:cubicBezTo>
                      <a:pt x="296" y="80"/>
                      <a:pt x="296" y="75"/>
                      <a:pt x="293" y="70"/>
                    </a:cubicBezTo>
                    <a:lnTo>
                      <a:pt x="293" y="70"/>
                    </a:lnTo>
                    <a:cubicBezTo>
                      <a:pt x="283" y="80"/>
                      <a:pt x="284" y="85"/>
                      <a:pt x="293" y="85"/>
                    </a:cubicBezTo>
                    <a:cubicBezTo>
                      <a:pt x="294" y="85"/>
                      <a:pt x="295" y="85"/>
                      <a:pt x="296" y="85"/>
                    </a:cubicBezTo>
                    <a:lnTo>
                      <a:pt x="296" y="85"/>
                    </a:lnTo>
                    <a:cubicBezTo>
                      <a:pt x="296" y="94"/>
                      <a:pt x="290" y="101"/>
                      <a:pt x="284" y="113"/>
                    </a:cubicBezTo>
                    <a:cubicBezTo>
                      <a:pt x="284" y="121"/>
                      <a:pt x="241" y="164"/>
                      <a:pt x="241" y="164"/>
                    </a:cubicBezTo>
                    <a:cubicBezTo>
                      <a:pt x="224" y="190"/>
                      <a:pt x="207" y="224"/>
                      <a:pt x="190" y="250"/>
                    </a:cubicBezTo>
                    <a:cubicBezTo>
                      <a:pt x="164" y="302"/>
                      <a:pt x="129" y="345"/>
                      <a:pt x="95" y="388"/>
                    </a:cubicBezTo>
                    <a:lnTo>
                      <a:pt x="69" y="422"/>
                    </a:lnTo>
                    <a:cubicBezTo>
                      <a:pt x="52" y="448"/>
                      <a:pt x="44" y="491"/>
                      <a:pt x="35" y="525"/>
                    </a:cubicBezTo>
                    <a:cubicBezTo>
                      <a:pt x="26" y="585"/>
                      <a:pt x="18" y="637"/>
                      <a:pt x="9" y="697"/>
                    </a:cubicBezTo>
                    <a:cubicBezTo>
                      <a:pt x="1" y="706"/>
                      <a:pt x="9" y="723"/>
                      <a:pt x="9" y="740"/>
                    </a:cubicBezTo>
                    <a:cubicBezTo>
                      <a:pt x="9" y="757"/>
                      <a:pt x="1" y="774"/>
                      <a:pt x="1" y="791"/>
                    </a:cubicBezTo>
                    <a:cubicBezTo>
                      <a:pt x="1" y="860"/>
                      <a:pt x="44" y="920"/>
                      <a:pt x="69" y="980"/>
                    </a:cubicBezTo>
                    <a:cubicBezTo>
                      <a:pt x="121" y="1084"/>
                      <a:pt x="147" y="1195"/>
                      <a:pt x="198" y="1307"/>
                    </a:cubicBezTo>
                    <a:cubicBezTo>
                      <a:pt x="258" y="1436"/>
                      <a:pt x="276" y="1556"/>
                      <a:pt x="353" y="1676"/>
                    </a:cubicBezTo>
                    <a:cubicBezTo>
                      <a:pt x="361" y="1694"/>
                      <a:pt x="379" y="1711"/>
                      <a:pt x="396" y="1728"/>
                    </a:cubicBezTo>
                    <a:cubicBezTo>
                      <a:pt x="422" y="1754"/>
                      <a:pt x="447" y="1797"/>
                      <a:pt x="482" y="1831"/>
                    </a:cubicBezTo>
                    <a:cubicBezTo>
                      <a:pt x="525" y="1883"/>
                      <a:pt x="559" y="1934"/>
                      <a:pt x="602" y="1994"/>
                    </a:cubicBezTo>
                    <a:cubicBezTo>
                      <a:pt x="619" y="2020"/>
                      <a:pt x="645" y="2037"/>
                      <a:pt x="671" y="2054"/>
                    </a:cubicBezTo>
                    <a:cubicBezTo>
                      <a:pt x="679" y="2072"/>
                      <a:pt x="705" y="2089"/>
                      <a:pt x="722" y="2089"/>
                    </a:cubicBezTo>
                    <a:cubicBezTo>
                      <a:pt x="739" y="2097"/>
                      <a:pt x="757" y="2097"/>
                      <a:pt x="774" y="2106"/>
                    </a:cubicBezTo>
                    <a:cubicBezTo>
                      <a:pt x="800" y="2123"/>
                      <a:pt x="851" y="2140"/>
                      <a:pt x="877" y="2158"/>
                    </a:cubicBezTo>
                    <a:cubicBezTo>
                      <a:pt x="894" y="2166"/>
                      <a:pt x="937" y="2209"/>
                      <a:pt x="963" y="2209"/>
                    </a:cubicBezTo>
                    <a:cubicBezTo>
                      <a:pt x="963" y="2183"/>
                      <a:pt x="911" y="2158"/>
                      <a:pt x="894" y="2140"/>
                    </a:cubicBezTo>
                    <a:cubicBezTo>
                      <a:pt x="868" y="2115"/>
                      <a:pt x="817" y="2106"/>
                      <a:pt x="791" y="2080"/>
                    </a:cubicBezTo>
                    <a:cubicBezTo>
                      <a:pt x="739" y="2020"/>
                      <a:pt x="757" y="1943"/>
                      <a:pt x="722" y="1883"/>
                    </a:cubicBezTo>
                    <a:cubicBezTo>
                      <a:pt x="696" y="1840"/>
                      <a:pt x="688" y="1805"/>
                      <a:pt x="654" y="1779"/>
                    </a:cubicBezTo>
                    <a:cubicBezTo>
                      <a:pt x="611" y="1745"/>
                      <a:pt x="636" y="1711"/>
                      <a:pt x="611" y="1668"/>
                    </a:cubicBezTo>
                    <a:cubicBezTo>
                      <a:pt x="559" y="1573"/>
                      <a:pt x="473" y="1487"/>
                      <a:pt x="422" y="1384"/>
                    </a:cubicBezTo>
                    <a:cubicBezTo>
                      <a:pt x="396" y="1333"/>
                      <a:pt x="310" y="1290"/>
                      <a:pt x="301" y="1230"/>
                    </a:cubicBezTo>
                    <a:cubicBezTo>
                      <a:pt x="301" y="1212"/>
                      <a:pt x="301" y="1195"/>
                      <a:pt x="301" y="1187"/>
                    </a:cubicBezTo>
                    <a:cubicBezTo>
                      <a:pt x="301" y="1161"/>
                      <a:pt x="301" y="1161"/>
                      <a:pt x="318" y="1144"/>
                    </a:cubicBezTo>
                    <a:cubicBezTo>
                      <a:pt x="379" y="1041"/>
                      <a:pt x="404" y="886"/>
                      <a:pt x="344" y="774"/>
                    </a:cubicBezTo>
                    <a:cubicBezTo>
                      <a:pt x="336" y="766"/>
                      <a:pt x="336" y="749"/>
                      <a:pt x="327" y="731"/>
                    </a:cubicBezTo>
                    <a:cubicBezTo>
                      <a:pt x="310" y="706"/>
                      <a:pt x="301" y="688"/>
                      <a:pt x="301" y="663"/>
                    </a:cubicBezTo>
                    <a:cubicBezTo>
                      <a:pt x="293" y="611"/>
                      <a:pt x="318" y="585"/>
                      <a:pt x="327" y="542"/>
                    </a:cubicBezTo>
                    <a:cubicBezTo>
                      <a:pt x="327" y="517"/>
                      <a:pt x="336" y="499"/>
                      <a:pt x="336" y="474"/>
                    </a:cubicBezTo>
                    <a:lnTo>
                      <a:pt x="361" y="456"/>
                    </a:lnTo>
                    <a:cubicBezTo>
                      <a:pt x="370" y="439"/>
                      <a:pt x="370" y="422"/>
                      <a:pt x="379" y="405"/>
                    </a:cubicBezTo>
                    <a:cubicBezTo>
                      <a:pt x="396" y="353"/>
                      <a:pt x="413" y="310"/>
                      <a:pt x="439" y="259"/>
                    </a:cubicBezTo>
                    <a:cubicBezTo>
                      <a:pt x="456" y="242"/>
                      <a:pt x="465" y="224"/>
                      <a:pt x="465" y="199"/>
                    </a:cubicBezTo>
                    <a:cubicBezTo>
                      <a:pt x="473" y="181"/>
                      <a:pt x="482" y="164"/>
                      <a:pt x="482" y="147"/>
                    </a:cubicBezTo>
                    <a:cubicBezTo>
                      <a:pt x="482" y="130"/>
                      <a:pt x="473" y="104"/>
                      <a:pt x="473" y="78"/>
                    </a:cubicBezTo>
                    <a:cubicBezTo>
                      <a:pt x="473" y="61"/>
                      <a:pt x="490" y="35"/>
                      <a:pt x="490" y="18"/>
                    </a:cubicBezTo>
                    <a:cubicBezTo>
                      <a:pt x="486" y="6"/>
                      <a:pt x="477" y="1"/>
                      <a:pt x="466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20" name="Google Shape;18120;p62"/>
              <p:cNvSpPr/>
              <p:nvPr/>
            </p:nvSpPr>
            <p:spPr>
              <a:xfrm>
                <a:off x="5694950" y="1380075"/>
                <a:ext cx="27950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1118" h="286" extrusionOk="0">
                    <a:moveTo>
                      <a:pt x="198" y="1"/>
                    </a:moveTo>
                    <a:cubicBezTo>
                      <a:pt x="175" y="23"/>
                      <a:pt x="152" y="27"/>
                      <a:pt x="129" y="27"/>
                    </a:cubicBezTo>
                    <a:cubicBezTo>
                      <a:pt x="118" y="27"/>
                      <a:pt x="106" y="26"/>
                      <a:pt x="95" y="26"/>
                    </a:cubicBezTo>
                    <a:cubicBezTo>
                      <a:pt x="77" y="18"/>
                      <a:pt x="69" y="18"/>
                      <a:pt x="60" y="18"/>
                    </a:cubicBezTo>
                    <a:cubicBezTo>
                      <a:pt x="26" y="18"/>
                      <a:pt x="26" y="52"/>
                      <a:pt x="0" y="61"/>
                    </a:cubicBezTo>
                    <a:cubicBezTo>
                      <a:pt x="17" y="95"/>
                      <a:pt x="35" y="112"/>
                      <a:pt x="69" y="121"/>
                    </a:cubicBezTo>
                    <a:cubicBezTo>
                      <a:pt x="138" y="147"/>
                      <a:pt x="206" y="172"/>
                      <a:pt x="266" y="207"/>
                    </a:cubicBezTo>
                    <a:cubicBezTo>
                      <a:pt x="301" y="215"/>
                      <a:pt x="318" y="241"/>
                      <a:pt x="352" y="250"/>
                    </a:cubicBezTo>
                    <a:cubicBezTo>
                      <a:pt x="387" y="267"/>
                      <a:pt x="438" y="267"/>
                      <a:pt x="481" y="275"/>
                    </a:cubicBezTo>
                    <a:cubicBezTo>
                      <a:pt x="511" y="280"/>
                      <a:pt x="524" y="285"/>
                      <a:pt x="539" y="285"/>
                    </a:cubicBezTo>
                    <a:cubicBezTo>
                      <a:pt x="550" y="285"/>
                      <a:pt x="563" y="283"/>
                      <a:pt x="584" y="275"/>
                    </a:cubicBezTo>
                    <a:cubicBezTo>
                      <a:pt x="627" y="258"/>
                      <a:pt x="670" y="258"/>
                      <a:pt x="705" y="233"/>
                    </a:cubicBezTo>
                    <a:cubicBezTo>
                      <a:pt x="722" y="224"/>
                      <a:pt x="748" y="207"/>
                      <a:pt x="773" y="198"/>
                    </a:cubicBezTo>
                    <a:cubicBezTo>
                      <a:pt x="801" y="184"/>
                      <a:pt x="818" y="170"/>
                      <a:pt x="847" y="170"/>
                    </a:cubicBezTo>
                    <a:cubicBezTo>
                      <a:pt x="853" y="170"/>
                      <a:pt x="860" y="171"/>
                      <a:pt x="868" y="172"/>
                    </a:cubicBezTo>
                    <a:cubicBezTo>
                      <a:pt x="919" y="181"/>
                      <a:pt x="962" y="190"/>
                      <a:pt x="1014" y="198"/>
                    </a:cubicBezTo>
                    <a:cubicBezTo>
                      <a:pt x="1048" y="198"/>
                      <a:pt x="1108" y="190"/>
                      <a:pt x="1117" y="164"/>
                    </a:cubicBezTo>
                    <a:cubicBezTo>
                      <a:pt x="1117" y="138"/>
                      <a:pt x="1083" y="104"/>
                      <a:pt x="1074" y="86"/>
                    </a:cubicBezTo>
                    <a:cubicBezTo>
                      <a:pt x="1057" y="61"/>
                      <a:pt x="1057" y="9"/>
                      <a:pt x="1014" y="9"/>
                    </a:cubicBezTo>
                    <a:cubicBezTo>
                      <a:pt x="997" y="9"/>
                      <a:pt x="988" y="26"/>
                      <a:pt x="980" y="35"/>
                    </a:cubicBezTo>
                    <a:cubicBezTo>
                      <a:pt x="962" y="44"/>
                      <a:pt x="954" y="44"/>
                      <a:pt x="928" y="52"/>
                    </a:cubicBezTo>
                    <a:cubicBezTo>
                      <a:pt x="902" y="52"/>
                      <a:pt x="876" y="52"/>
                      <a:pt x="851" y="61"/>
                    </a:cubicBezTo>
                    <a:cubicBezTo>
                      <a:pt x="816" y="61"/>
                      <a:pt x="773" y="44"/>
                      <a:pt x="739" y="35"/>
                    </a:cubicBezTo>
                    <a:cubicBezTo>
                      <a:pt x="705" y="35"/>
                      <a:pt x="670" y="26"/>
                      <a:pt x="636" y="26"/>
                    </a:cubicBezTo>
                    <a:cubicBezTo>
                      <a:pt x="610" y="26"/>
                      <a:pt x="593" y="35"/>
                      <a:pt x="567" y="44"/>
                    </a:cubicBezTo>
                    <a:cubicBezTo>
                      <a:pt x="533" y="52"/>
                      <a:pt x="481" y="52"/>
                      <a:pt x="438" y="61"/>
                    </a:cubicBezTo>
                    <a:cubicBezTo>
                      <a:pt x="370" y="61"/>
                      <a:pt x="258" y="52"/>
                      <a:pt x="198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21" name="Google Shape;18121;p62"/>
              <p:cNvSpPr/>
              <p:nvPr/>
            </p:nvSpPr>
            <p:spPr>
              <a:xfrm>
                <a:off x="5670250" y="1341625"/>
                <a:ext cx="22150" cy="38700"/>
              </a:xfrm>
              <a:custGeom>
                <a:avLst/>
                <a:gdLst/>
                <a:ahLst/>
                <a:cxnLst/>
                <a:rect l="l" t="t" r="r" b="b"/>
                <a:pathLst>
                  <a:path w="886" h="1548" extrusionOk="0">
                    <a:moveTo>
                      <a:pt x="17" y="1"/>
                    </a:moveTo>
                    <a:cubicBezTo>
                      <a:pt x="0" y="9"/>
                      <a:pt x="0" y="52"/>
                      <a:pt x="0" y="61"/>
                    </a:cubicBezTo>
                    <a:cubicBezTo>
                      <a:pt x="0" y="78"/>
                      <a:pt x="0" y="104"/>
                      <a:pt x="0" y="121"/>
                    </a:cubicBezTo>
                    <a:cubicBezTo>
                      <a:pt x="0" y="138"/>
                      <a:pt x="9" y="155"/>
                      <a:pt x="0" y="181"/>
                    </a:cubicBezTo>
                    <a:cubicBezTo>
                      <a:pt x="0" y="198"/>
                      <a:pt x="0" y="224"/>
                      <a:pt x="9" y="241"/>
                    </a:cubicBezTo>
                    <a:lnTo>
                      <a:pt x="17" y="276"/>
                    </a:lnTo>
                    <a:cubicBezTo>
                      <a:pt x="17" y="310"/>
                      <a:pt x="26" y="336"/>
                      <a:pt x="26" y="362"/>
                    </a:cubicBezTo>
                    <a:cubicBezTo>
                      <a:pt x="26" y="379"/>
                      <a:pt x="26" y="396"/>
                      <a:pt x="34" y="413"/>
                    </a:cubicBezTo>
                    <a:cubicBezTo>
                      <a:pt x="34" y="439"/>
                      <a:pt x="34" y="465"/>
                      <a:pt x="43" y="490"/>
                    </a:cubicBezTo>
                    <a:cubicBezTo>
                      <a:pt x="43" y="499"/>
                      <a:pt x="52" y="516"/>
                      <a:pt x="52" y="525"/>
                    </a:cubicBezTo>
                    <a:cubicBezTo>
                      <a:pt x="52" y="542"/>
                      <a:pt x="60" y="551"/>
                      <a:pt x="60" y="568"/>
                    </a:cubicBezTo>
                    <a:cubicBezTo>
                      <a:pt x="69" y="585"/>
                      <a:pt x="69" y="594"/>
                      <a:pt x="69" y="611"/>
                    </a:cubicBezTo>
                    <a:cubicBezTo>
                      <a:pt x="69" y="628"/>
                      <a:pt x="77" y="645"/>
                      <a:pt x="77" y="662"/>
                    </a:cubicBezTo>
                    <a:cubicBezTo>
                      <a:pt x="95" y="722"/>
                      <a:pt x="95" y="783"/>
                      <a:pt x="103" y="843"/>
                    </a:cubicBezTo>
                    <a:cubicBezTo>
                      <a:pt x="112" y="877"/>
                      <a:pt x="129" y="894"/>
                      <a:pt x="146" y="929"/>
                    </a:cubicBezTo>
                    <a:cubicBezTo>
                      <a:pt x="163" y="946"/>
                      <a:pt x="172" y="963"/>
                      <a:pt x="181" y="980"/>
                    </a:cubicBezTo>
                    <a:cubicBezTo>
                      <a:pt x="198" y="1014"/>
                      <a:pt x="215" y="1032"/>
                      <a:pt x="241" y="1057"/>
                    </a:cubicBezTo>
                    <a:cubicBezTo>
                      <a:pt x="258" y="1075"/>
                      <a:pt x="284" y="1100"/>
                      <a:pt x="301" y="1118"/>
                    </a:cubicBezTo>
                    <a:cubicBezTo>
                      <a:pt x="309" y="1135"/>
                      <a:pt x="327" y="1143"/>
                      <a:pt x="335" y="1161"/>
                    </a:cubicBezTo>
                    <a:cubicBezTo>
                      <a:pt x="352" y="1169"/>
                      <a:pt x="361" y="1186"/>
                      <a:pt x="378" y="1195"/>
                    </a:cubicBezTo>
                    <a:cubicBezTo>
                      <a:pt x="387" y="1212"/>
                      <a:pt x="387" y="1229"/>
                      <a:pt x="395" y="1238"/>
                    </a:cubicBezTo>
                    <a:cubicBezTo>
                      <a:pt x="413" y="1264"/>
                      <a:pt x="430" y="1298"/>
                      <a:pt x="455" y="1315"/>
                    </a:cubicBezTo>
                    <a:cubicBezTo>
                      <a:pt x="464" y="1332"/>
                      <a:pt x="473" y="1341"/>
                      <a:pt x="481" y="1358"/>
                    </a:cubicBezTo>
                    <a:cubicBezTo>
                      <a:pt x="490" y="1367"/>
                      <a:pt x="498" y="1375"/>
                      <a:pt x="516" y="1384"/>
                    </a:cubicBezTo>
                    <a:cubicBezTo>
                      <a:pt x="541" y="1401"/>
                      <a:pt x="567" y="1418"/>
                      <a:pt x="593" y="1435"/>
                    </a:cubicBezTo>
                    <a:cubicBezTo>
                      <a:pt x="627" y="1453"/>
                      <a:pt x="653" y="1470"/>
                      <a:pt x="687" y="1478"/>
                    </a:cubicBezTo>
                    <a:cubicBezTo>
                      <a:pt x="705" y="1496"/>
                      <a:pt x="730" y="1513"/>
                      <a:pt x="748" y="1513"/>
                    </a:cubicBezTo>
                    <a:lnTo>
                      <a:pt x="756" y="1513"/>
                    </a:lnTo>
                    <a:cubicBezTo>
                      <a:pt x="773" y="1513"/>
                      <a:pt x="782" y="1504"/>
                      <a:pt x="799" y="1504"/>
                    </a:cubicBezTo>
                    <a:cubicBezTo>
                      <a:pt x="825" y="1504"/>
                      <a:pt x="842" y="1521"/>
                      <a:pt x="859" y="1530"/>
                    </a:cubicBezTo>
                    <a:lnTo>
                      <a:pt x="885" y="1547"/>
                    </a:lnTo>
                    <a:lnTo>
                      <a:pt x="868" y="1504"/>
                    </a:lnTo>
                    <a:cubicBezTo>
                      <a:pt x="859" y="1487"/>
                      <a:pt x="842" y="1478"/>
                      <a:pt x="825" y="1470"/>
                    </a:cubicBezTo>
                    <a:cubicBezTo>
                      <a:pt x="816" y="1461"/>
                      <a:pt x="808" y="1444"/>
                      <a:pt x="799" y="1435"/>
                    </a:cubicBezTo>
                    <a:lnTo>
                      <a:pt x="773" y="1410"/>
                    </a:lnTo>
                    <a:lnTo>
                      <a:pt x="739" y="1375"/>
                    </a:lnTo>
                    <a:lnTo>
                      <a:pt x="713" y="1350"/>
                    </a:lnTo>
                    <a:cubicBezTo>
                      <a:pt x="705" y="1341"/>
                      <a:pt x="696" y="1324"/>
                      <a:pt x="679" y="1315"/>
                    </a:cubicBezTo>
                    <a:lnTo>
                      <a:pt x="662" y="1298"/>
                    </a:lnTo>
                    <a:lnTo>
                      <a:pt x="636" y="1264"/>
                    </a:lnTo>
                    <a:cubicBezTo>
                      <a:pt x="619" y="1246"/>
                      <a:pt x="593" y="1221"/>
                      <a:pt x="584" y="1195"/>
                    </a:cubicBezTo>
                    <a:lnTo>
                      <a:pt x="567" y="1169"/>
                    </a:lnTo>
                    <a:cubicBezTo>
                      <a:pt x="550" y="1152"/>
                      <a:pt x="533" y="1135"/>
                      <a:pt x="516" y="1118"/>
                    </a:cubicBezTo>
                    <a:cubicBezTo>
                      <a:pt x="498" y="1100"/>
                      <a:pt x="490" y="1092"/>
                      <a:pt x="481" y="1083"/>
                    </a:cubicBezTo>
                    <a:cubicBezTo>
                      <a:pt x="464" y="1075"/>
                      <a:pt x="447" y="1049"/>
                      <a:pt x="430" y="1040"/>
                    </a:cubicBezTo>
                    <a:cubicBezTo>
                      <a:pt x="404" y="1006"/>
                      <a:pt x="370" y="980"/>
                      <a:pt x="344" y="946"/>
                    </a:cubicBezTo>
                    <a:cubicBezTo>
                      <a:pt x="327" y="929"/>
                      <a:pt x="309" y="903"/>
                      <a:pt x="301" y="886"/>
                    </a:cubicBezTo>
                    <a:lnTo>
                      <a:pt x="275" y="843"/>
                    </a:lnTo>
                    <a:lnTo>
                      <a:pt x="258" y="825"/>
                    </a:lnTo>
                    <a:lnTo>
                      <a:pt x="241" y="800"/>
                    </a:lnTo>
                    <a:cubicBezTo>
                      <a:pt x="224" y="774"/>
                      <a:pt x="215" y="748"/>
                      <a:pt x="206" y="714"/>
                    </a:cubicBezTo>
                    <a:cubicBezTo>
                      <a:pt x="198" y="688"/>
                      <a:pt x="181" y="671"/>
                      <a:pt x="172" y="636"/>
                    </a:cubicBezTo>
                    <a:cubicBezTo>
                      <a:pt x="163" y="619"/>
                      <a:pt x="163" y="594"/>
                      <a:pt x="155" y="568"/>
                    </a:cubicBezTo>
                    <a:cubicBezTo>
                      <a:pt x="155" y="542"/>
                      <a:pt x="120" y="447"/>
                      <a:pt x="120" y="439"/>
                    </a:cubicBezTo>
                    <a:cubicBezTo>
                      <a:pt x="112" y="422"/>
                      <a:pt x="112" y="413"/>
                      <a:pt x="103" y="405"/>
                    </a:cubicBezTo>
                    <a:cubicBezTo>
                      <a:pt x="95" y="387"/>
                      <a:pt x="95" y="370"/>
                      <a:pt x="95" y="353"/>
                    </a:cubicBezTo>
                    <a:cubicBezTo>
                      <a:pt x="77" y="310"/>
                      <a:pt x="69" y="267"/>
                      <a:pt x="60" y="215"/>
                    </a:cubicBezTo>
                    <a:cubicBezTo>
                      <a:pt x="60" y="190"/>
                      <a:pt x="60" y="155"/>
                      <a:pt x="52" y="121"/>
                    </a:cubicBezTo>
                    <a:cubicBezTo>
                      <a:pt x="43" y="104"/>
                      <a:pt x="34" y="87"/>
                      <a:pt x="26" y="61"/>
                    </a:cubicBezTo>
                    <a:cubicBezTo>
                      <a:pt x="26" y="52"/>
                      <a:pt x="17" y="35"/>
                      <a:pt x="17" y="18"/>
                    </a:cubicBezTo>
                    <a:lnTo>
                      <a:pt x="17" y="1"/>
                    </a:lnTo>
                    <a:close/>
                  </a:path>
                </a:pathLst>
              </a:custGeom>
              <a:solidFill>
                <a:srgbClr val="DDBC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22" name="Google Shape;18122;p62"/>
              <p:cNvSpPr/>
              <p:nvPr/>
            </p:nvSpPr>
            <p:spPr>
              <a:xfrm>
                <a:off x="5693650" y="1362675"/>
                <a:ext cx="5845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1291" extrusionOk="0">
                    <a:moveTo>
                      <a:pt x="19" y="1156"/>
                    </a:moveTo>
                    <a:cubicBezTo>
                      <a:pt x="13" y="1156"/>
                      <a:pt x="7" y="1157"/>
                      <a:pt x="1" y="1161"/>
                    </a:cubicBezTo>
                    <a:cubicBezTo>
                      <a:pt x="1" y="1161"/>
                      <a:pt x="1" y="1161"/>
                      <a:pt x="19" y="1156"/>
                    </a:cubicBezTo>
                    <a:close/>
                    <a:moveTo>
                      <a:pt x="2303" y="1"/>
                    </a:moveTo>
                    <a:cubicBezTo>
                      <a:pt x="2286" y="18"/>
                      <a:pt x="2269" y="52"/>
                      <a:pt x="2260" y="69"/>
                    </a:cubicBezTo>
                    <a:cubicBezTo>
                      <a:pt x="2252" y="112"/>
                      <a:pt x="2234" y="155"/>
                      <a:pt x="2217" y="198"/>
                    </a:cubicBezTo>
                    <a:cubicBezTo>
                      <a:pt x="2200" y="241"/>
                      <a:pt x="2200" y="293"/>
                      <a:pt x="2174" y="336"/>
                    </a:cubicBezTo>
                    <a:cubicBezTo>
                      <a:pt x="2166" y="353"/>
                      <a:pt x="2140" y="370"/>
                      <a:pt x="2123" y="396"/>
                    </a:cubicBezTo>
                    <a:cubicBezTo>
                      <a:pt x="2080" y="465"/>
                      <a:pt x="2011" y="508"/>
                      <a:pt x="1951" y="568"/>
                    </a:cubicBezTo>
                    <a:cubicBezTo>
                      <a:pt x="1882" y="636"/>
                      <a:pt x="1822" y="679"/>
                      <a:pt x="1736" y="722"/>
                    </a:cubicBezTo>
                    <a:cubicBezTo>
                      <a:pt x="1710" y="731"/>
                      <a:pt x="1693" y="740"/>
                      <a:pt x="1667" y="748"/>
                    </a:cubicBezTo>
                    <a:cubicBezTo>
                      <a:pt x="1633" y="774"/>
                      <a:pt x="1599" y="791"/>
                      <a:pt x="1556" y="808"/>
                    </a:cubicBezTo>
                    <a:cubicBezTo>
                      <a:pt x="1530" y="817"/>
                      <a:pt x="1495" y="825"/>
                      <a:pt x="1461" y="843"/>
                    </a:cubicBezTo>
                    <a:cubicBezTo>
                      <a:pt x="1444" y="843"/>
                      <a:pt x="1427" y="851"/>
                      <a:pt x="1410" y="860"/>
                    </a:cubicBezTo>
                    <a:lnTo>
                      <a:pt x="1367" y="860"/>
                    </a:lnTo>
                    <a:cubicBezTo>
                      <a:pt x="1358" y="860"/>
                      <a:pt x="1341" y="877"/>
                      <a:pt x="1324" y="877"/>
                    </a:cubicBezTo>
                    <a:cubicBezTo>
                      <a:pt x="1298" y="894"/>
                      <a:pt x="1289" y="911"/>
                      <a:pt x="1264" y="929"/>
                    </a:cubicBezTo>
                    <a:cubicBezTo>
                      <a:pt x="1246" y="946"/>
                      <a:pt x="1229" y="954"/>
                      <a:pt x="1212" y="971"/>
                    </a:cubicBezTo>
                    <a:cubicBezTo>
                      <a:pt x="1169" y="997"/>
                      <a:pt x="1117" y="1032"/>
                      <a:pt x="1075" y="1057"/>
                    </a:cubicBezTo>
                    <a:cubicBezTo>
                      <a:pt x="1062" y="1070"/>
                      <a:pt x="1049" y="1078"/>
                      <a:pt x="1030" y="1078"/>
                    </a:cubicBezTo>
                    <a:cubicBezTo>
                      <a:pt x="1023" y="1078"/>
                      <a:pt x="1015" y="1077"/>
                      <a:pt x="1006" y="1075"/>
                    </a:cubicBezTo>
                    <a:cubicBezTo>
                      <a:pt x="971" y="1066"/>
                      <a:pt x="928" y="1057"/>
                      <a:pt x="886" y="1049"/>
                    </a:cubicBezTo>
                    <a:cubicBezTo>
                      <a:pt x="825" y="1049"/>
                      <a:pt x="757" y="1066"/>
                      <a:pt x="696" y="1083"/>
                    </a:cubicBezTo>
                    <a:cubicBezTo>
                      <a:pt x="671" y="1092"/>
                      <a:pt x="654" y="1109"/>
                      <a:pt x="628" y="1126"/>
                    </a:cubicBezTo>
                    <a:cubicBezTo>
                      <a:pt x="606" y="1135"/>
                      <a:pt x="583" y="1137"/>
                      <a:pt x="558" y="1137"/>
                    </a:cubicBezTo>
                    <a:cubicBezTo>
                      <a:pt x="533" y="1137"/>
                      <a:pt x="507" y="1135"/>
                      <a:pt x="482" y="1135"/>
                    </a:cubicBezTo>
                    <a:cubicBezTo>
                      <a:pt x="370" y="1135"/>
                      <a:pt x="250" y="1135"/>
                      <a:pt x="138" y="1126"/>
                    </a:cubicBezTo>
                    <a:cubicBezTo>
                      <a:pt x="71" y="1143"/>
                      <a:pt x="37" y="1151"/>
                      <a:pt x="19" y="1156"/>
                    </a:cubicBezTo>
                    <a:lnTo>
                      <a:pt x="19" y="1156"/>
                    </a:lnTo>
                    <a:cubicBezTo>
                      <a:pt x="20" y="1156"/>
                      <a:pt x="21" y="1156"/>
                      <a:pt x="22" y="1156"/>
                    </a:cubicBezTo>
                    <a:cubicBezTo>
                      <a:pt x="51" y="1156"/>
                      <a:pt x="85" y="1179"/>
                      <a:pt x="112" y="1186"/>
                    </a:cubicBezTo>
                    <a:cubicBezTo>
                      <a:pt x="164" y="1203"/>
                      <a:pt x="215" y="1221"/>
                      <a:pt x="267" y="1229"/>
                    </a:cubicBezTo>
                    <a:cubicBezTo>
                      <a:pt x="318" y="1246"/>
                      <a:pt x="361" y="1255"/>
                      <a:pt x="422" y="1255"/>
                    </a:cubicBezTo>
                    <a:cubicBezTo>
                      <a:pt x="482" y="1255"/>
                      <a:pt x="533" y="1264"/>
                      <a:pt x="593" y="1281"/>
                    </a:cubicBezTo>
                    <a:cubicBezTo>
                      <a:pt x="620" y="1287"/>
                      <a:pt x="647" y="1290"/>
                      <a:pt x="675" y="1290"/>
                    </a:cubicBezTo>
                    <a:cubicBezTo>
                      <a:pt x="720" y="1290"/>
                      <a:pt x="766" y="1283"/>
                      <a:pt x="808" y="1272"/>
                    </a:cubicBezTo>
                    <a:cubicBezTo>
                      <a:pt x="843" y="1272"/>
                      <a:pt x="868" y="1264"/>
                      <a:pt x="903" y="1255"/>
                    </a:cubicBezTo>
                    <a:cubicBezTo>
                      <a:pt x="928" y="1246"/>
                      <a:pt x="954" y="1229"/>
                      <a:pt x="980" y="1221"/>
                    </a:cubicBezTo>
                    <a:cubicBezTo>
                      <a:pt x="1014" y="1212"/>
                      <a:pt x="1040" y="1212"/>
                      <a:pt x="1075" y="1195"/>
                    </a:cubicBezTo>
                    <a:cubicBezTo>
                      <a:pt x="1092" y="1195"/>
                      <a:pt x="1109" y="1186"/>
                      <a:pt x="1126" y="1178"/>
                    </a:cubicBezTo>
                    <a:cubicBezTo>
                      <a:pt x="1160" y="1169"/>
                      <a:pt x="1203" y="1161"/>
                      <a:pt x="1238" y="1152"/>
                    </a:cubicBezTo>
                    <a:cubicBezTo>
                      <a:pt x="1264" y="1152"/>
                      <a:pt x="1281" y="1135"/>
                      <a:pt x="1298" y="1135"/>
                    </a:cubicBezTo>
                    <a:cubicBezTo>
                      <a:pt x="1324" y="1126"/>
                      <a:pt x="1358" y="1126"/>
                      <a:pt x="1384" y="1118"/>
                    </a:cubicBezTo>
                    <a:cubicBezTo>
                      <a:pt x="1418" y="1109"/>
                      <a:pt x="1444" y="1092"/>
                      <a:pt x="1478" y="1083"/>
                    </a:cubicBezTo>
                    <a:cubicBezTo>
                      <a:pt x="1538" y="1066"/>
                      <a:pt x="1590" y="1049"/>
                      <a:pt x="1650" y="1014"/>
                    </a:cubicBezTo>
                    <a:cubicBezTo>
                      <a:pt x="1676" y="989"/>
                      <a:pt x="1710" y="963"/>
                      <a:pt x="1745" y="937"/>
                    </a:cubicBezTo>
                    <a:cubicBezTo>
                      <a:pt x="1753" y="920"/>
                      <a:pt x="1753" y="894"/>
                      <a:pt x="1770" y="877"/>
                    </a:cubicBezTo>
                    <a:cubicBezTo>
                      <a:pt x="1788" y="860"/>
                      <a:pt x="1813" y="851"/>
                      <a:pt x="1831" y="825"/>
                    </a:cubicBezTo>
                    <a:cubicBezTo>
                      <a:pt x="1874" y="782"/>
                      <a:pt x="1865" y="705"/>
                      <a:pt x="1899" y="654"/>
                    </a:cubicBezTo>
                    <a:cubicBezTo>
                      <a:pt x="1916" y="628"/>
                      <a:pt x="1934" y="619"/>
                      <a:pt x="1951" y="602"/>
                    </a:cubicBezTo>
                    <a:cubicBezTo>
                      <a:pt x="1977" y="585"/>
                      <a:pt x="1994" y="568"/>
                      <a:pt x="2020" y="542"/>
                    </a:cubicBezTo>
                    <a:cubicBezTo>
                      <a:pt x="2080" y="490"/>
                      <a:pt x="2148" y="439"/>
                      <a:pt x="2191" y="362"/>
                    </a:cubicBezTo>
                    <a:cubicBezTo>
                      <a:pt x="2234" y="293"/>
                      <a:pt x="2294" y="215"/>
                      <a:pt x="2320" y="130"/>
                    </a:cubicBezTo>
                    <a:cubicBezTo>
                      <a:pt x="2329" y="87"/>
                      <a:pt x="2337" y="35"/>
                      <a:pt x="2303" y="1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23" name="Google Shape;18123;p62"/>
              <p:cNvSpPr/>
              <p:nvPr/>
            </p:nvSpPr>
            <p:spPr>
              <a:xfrm>
                <a:off x="5714475" y="1287050"/>
                <a:ext cx="42775" cy="42350"/>
              </a:xfrm>
              <a:custGeom>
                <a:avLst/>
                <a:gdLst/>
                <a:ahLst/>
                <a:cxnLst/>
                <a:rect l="l" t="t" r="r" b="b"/>
                <a:pathLst>
                  <a:path w="1711" h="1694" extrusionOk="0">
                    <a:moveTo>
                      <a:pt x="391" y="0"/>
                    </a:moveTo>
                    <a:cubicBezTo>
                      <a:pt x="350" y="0"/>
                      <a:pt x="309" y="3"/>
                      <a:pt x="267" y="19"/>
                    </a:cubicBezTo>
                    <a:cubicBezTo>
                      <a:pt x="231" y="34"/>
                      <a:pt x="192" y="37"/>
                      <a:pt x="152" y="37"/>
                    </a:cubicBezTo>
                    <a:cubicBezTo>
                      <a:pt x="125" y="37"/>
                      <a:pt x="97" y="36"/>
                      <a:pt x="70" y="36"/>
                    </a:cubicBezTo>
                    <a:cubicBezTo>
                      <a:pt x="53" y="36"/>
                      <a:pt x="44" y="44"/>
                      <a:pt x="35" y="44"/>
                    </a:cubicBezTo>
                    <a:lnTo>
                      <a:pt x="1" y="44"/>
                    </a:lnTo>
                    <a:cubicBezTo>
                      <a:pt x="44" y="44"/>
                      <a:pt x="87" y="44"/>
                      <a:pt x="130" y="53"/>
                    </a:cubicBezTo>
                    <a:cubicBezTo>
                      <a:pt x="164" y="53"/>
                      <a:pt x="216" y="62"/>
                      <a:pt x="250" y="70"/>
                    </a:cubicBezTo>
                    <a:cubicBezTo>
                      <a:pt x="267" y="79"/>
                      <a:pt x="284" y="87"/>
                      <a:pt x="310" y="96"/>
                    </a:cubicBezTo>
                    <a:cubicBezTo>
                      <a:pt x="336" y="113"/>
                      <a:pt x="370" y="113"/>
                      <a:pt x="405" y="122"/>
                    </a:cubicBezTo>
                    <a:cubicBezTo>
                      <a:pt x="448" y="139"/>
                      <a:pt x="482" y="191"/>
                      <a:pt x="525" y="216"/>
                    </a:cubicBezTo>
                    <a:cubicBezTo>
                      <a:pt x="559" y="233"/>
                      <a:pt x="594" y="251"/>
                      <a:pt x="628" y="276"/>
                    </a:cubicBezTo>
                    <a:cubicBezTo>
                      <a:pt x="645" y="285"/>
                      <a:pt x="662" y="294"/>
                      <a:pt x="688" y="302"/>
                    </a:cubicBezTo>
                    <a:cubicBezTo>
                      <a:pt x="705" y="311"/>
                      <a:pt x="731" y="311"/>
                      <a:pt x="748" y="328"/>
                    </a:cubicBezTo>
                    <a:cubicBezTo>
                      <a:pt x="766" y="337"/>
                      <a:pt x="783" y="354"/>
                      <a:pt x="800" y="371"/>
                    </a:cubicBezTo>
                    <a:cubicBezTo>
                      <a:pt x="826" y="397"/>
                      <a:pt x="843" y="422"/>
                      <a:pt x="869" y="440"/>
                    </a:cubicBezTo>
                    <a:cubicBezTo>
                      <a:pt x="903" y="465"/>
                      <a:pt x="929" y="491"/>
                      <a:pt x="972" y="517"/>
                    </a:cubicBezTo>
                    <a:cubicBezTo>
                      <a:pt x="1006" y="534"/>
                      <a:pt x="1049" y="551"/>
                      <a:pt x="1075" y="577"/>
                    </a:cubicBezTo>
                    <a:cubicBezTo>
                      <a:pt x="1118" y="603"/>
                      <a:pt x="1144" y="646"/>
                      <a:pt x="1178" y="680"/>
                    </a:cubicBezTo>
                    <a:cubicBezTo>
                      <a:pt x="1212" y="715"/>
                      <a:pt x="1247" y="740"/>
                      <a:pt x="1272" y="775"/>
                    </a:cubicBezTo>
                    <a:cubicBezTo>
                      <a:pt x="1315" y="826"/>
                      <a:pt x="1341" y="869"/>
                      <a:pt x="1376" y="912"/>
                    </a:cubicBezTo>
                    <a:cubicBezTo>
                      <a:pt x="1410" y="955"/>
                      <a:pt x="1427" y="1015"/>
                      <a:pt x="1436" y="1067"/>
                    </a:cubicBezTo>
                    <a:cubicBezTo>
                      <a:pt x="1453" y="1118"/>
                      <a:pt x="1461" y="1170"/>
                      <a:pt x="1479" y="1221"/>
                    </a:cubicBezTo>
                    <a:lnTo>
                      <a:pt x="1479" y="1230"/>
                    </a:lnTo>
                    <a:cubicBezTo>
                      <a:pt x="1513" y="1316"/>
                      <a:pt x="1565" y="1333"/>
                      <a:pt x="1590" y="1419"/>
                    </a:cubicBezTo>
                    <a:cubicBezTo>
                      <a:pt x="1608" y="1462"/>
                      <a:pt x="1599" y="1574"/>
                      <a:pt x="1616" y="1617"/>
                    </a:cubicBezTo>
                    <a:cubicBezTo>
                      <a:pt x="1628" y="1635"/>
                      <a:pt x="1636" y="1653"/>
                      <a:pt x="1640" y="1670"/>
                    </a:cubicBezTo>
                    <a:lnTo>
                      <a:pt x="1640" y="1670"/>
                    </a:lnTo>
                    <a:cubicBezTo>
                      <a:pt x="1645" y="1661"/>
                      <a:pt x="1654" y="1652"/>
                      <a:pt x="1659" y="1642"/>
                    </a:cubicBezTo>
                    <a:cubicBezTo>
                      <a:pt x="1668" y="1617"/>
                      <a:pt x="1668" y="1591"/>
                      <a:pt x="1676" y="1565"/>
                    </a:cubicBezTo>
                    <a:cubicBezTo>
                      <a:pt x="1693" y="1531"/>
                      <a:pt x="1685" y="1505"/>
                      <a:pt x="1693" y="1471"/>
                    </a:cubicBezTo>
                    <a:cubicBezTo>
                      <a:pt x="1702" y="1445"/>
                      <a:pt x="1702" y="1410"/>
                      <a:pt x="1702" y="1376"/>
                    </a:cubicBezTo>
                    <a:cubicBezTo>
                      <a:pt x="1702" y="1350"/>
                      <a:pt x="1711" y="1333"/>
                      <a:pt x="1711" y="1307"/>
                    </a:cubicBezTo>
                    <a:cubicBezTo>
                      <a:pt x="1711" y="1282"/>
                      <a:pt x="1702" y="1256"/>
                      <a:pt x="1693" y="1230"/>
                    </a:cubicBezTo>
                    <a:cubicBezTo>
                      <a:pt x="1685" y="1161"/>
                      <a:pt x="1668" y="1101"/>
                      <a:pt x="1659" y="1041"/>
                    </a:cubicBezTo>
                    <a:cubicBezTo>
                      <a:pt x="1651" y="981"/>
                      <a:pt x="1659" y="921"/>
                      <a:pt x="1625" y="878"/>
                    </a:cubicBezTo>
                    <a:cubicBezTo>
                      <a:pt x="1599" y="843"/>
                      <a:pt x="1565" y="818"/>
                      <a:pt x="1539" y="792"/>
                    </a:cubicBezTo>
                    <a:cubicBezTo>
                      <a:pt x="1513" y="758"/>
                      <a:pt x="1513" y="723"/>
                      <a:pt x="1504" y="689"/>
                    </a:cubicBezTo>
                    <a:cubicBezTo>
                      <a:pt x="1487" y="663"/>
                      <a:pt x="1479" y="637"/>
                      <a:pt x="1461" y="620"/>
                    </a:cubicBezTo>
                    <a:cubicBezTo>
                      <a:pt x="1436" y="594"/>
                      <a:pt x="1419" y="569"/>
                      <a:pt x="1393" y="534"/>
                    </a:cubicBezTo>
                    <a:cubicBezTo>
                      <a:pt x="1350" y="491"/>
                      <a:pt x="1290" y="465"/>
                      <a:pt x="1255" y="405"/>
                    </a:cubicBezTo>
                    <a:lnTo>
                      <a:pt x="1238" y="380"/>
                    </a:lnTo>
                    <a:cubicBezTo>
                      <a:pt x="1230" y="362"/>
                      <a:pt x="1212" y="354"/>
                      <a:pt x="1195" y="337"/>
                    </a:cubicBezTo>
                    <a:cubicBezTo>
                      <a:pt x="1169" y="311"/>
                      <a:pt x="1144" y="285"/>
                      <a:pt x="1109" y="276"/>
                    </a:cubicBezTo>
                    <a:cubicBezTo>
                      <a:pt x="1083" y="268"/>
                      <a:pt x="1066" y="259"/>
                      <a:pt x="1041" y="251"/>
                    </a:cubicBezTo>
                    <a:cubicBezTo>
                      <a:pt x="1006" y="225"/>
                      <a:pt x="955" y="216"/>
                      <a:pt x="912" y="199"/>
                    </a:cubicBezTo>
                    <a:cubicBezTo>
                      <a:pt x="894" y="199"/>
                      <a:pt x="877" y="191"/>
                      <a:pt x="860" y="182"/>
                    </a:cubicBezTo>
                    <a:cubicBezTo>
                      <a:pt x="834" y="182"/>
                      <a:pt x="809" y="182"/>
                      <a:pt x="791" y="173"/>
                    </a:cubicBezTo>
                    <a:cubicBezTo>
                      <a:pt x="748" y="156"/>
                      <a:pt x="731" y="122"/>
                      <a:pt x="705" y="96"/>
                    </a:cubicBezTo>
                    <a:cubicBezTo>
                      <a:pt x="662" y="62"/>
                      <a:pt x="628" y="27"/>
                      <a:pt x="577" y="10"/>
                    </a:cubicBezTo>
                    <a:cubicBezTo>
                      <a:pt x="542" y="1"/>
                      <a:pt x="508" y="1"/>
                      <a:pt x="473" y="1"/>
                    </a:cubicBezTo>
                    <a:cubicBezTo>
                      <a:pt x="446" y="1"/>
                      <a:pt x="419" y="0"/>
                      <a:pt x="391" y="0"/>
                    </a:cubicBezTo>
                    <a:close/>
                    <a:moveTo>
                      <a:pt x="1640" y="1670"/>
                    </a:moveTo>
                    <a:cubicBezTo>
                      <a:pt x="1635" y="1678"/>
                      <a:pt x="1634" y="1686"/>
                      <a:pt x="1642" y="1694"/>
                    </a:cubicBezTo>
                    <a:cubicBezTo>
                      <a:pt x="1642" y="1686"/>
                      <a:pt x="1641" y="1678"/>
                      <a:pt x="1640" y="167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24" name="Google Shape;18124;p62"/>
              <p:cNvSpPr/>
              <p:nvPr/>
            </p:nvSpPr>
            <p:spPr>
              <a:xfrm>
                <a:off x="5752300" y="1334125"/>
                <a:ext cx="7525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1040" extrusionOk="0">
                    <a:moveTo>
                      <a:pt x="103" y="0"/>
                    </a:moveTo>
                    <a:cubicBezTo>
                      <a:pt x="77" y="0"/>
                      <a:pt x="103" y="60"/>
                      <a:pt x="103" y="69"/>
                    </a:cubicBezTo>
                    <a:cubicBezTo>
                      <a:pt x="112" y="95"/>
                      <a:pt x="112" y="112"/>
                      <a:pt x="112" y="137"/>
                    </a:cubicBezTo>
                    <a:cubicBezTo>
                      <a:pt x="112" y="152"/>
                      <a:pt x="100" y="166"/>
                      <a:pt x="101" y="166"/>
                    </a:cubicBezTo>
                    <a:cubicBezTo>
                      <a:pt x="101" y="166"/>
                      <a:pt x="102" y="165"/>
                      <a:pt x="103" y="163"/>
                    </a:cubicBezTo>
                    <a:lnTo>
                      <a:pt x="103" y="180"/>
                    </a:lnTo>
                    <a:cubicBezTo>
                      <a:pt x="112" y="198"/>
                      <a:pt x="112" y="206"/>
                      <a:pt x="112" y="223"/>
                    </a:cubicBezTo>
                    <a:cubicBezTo>
                      <a:pt x="112" y="275"/>
                      <a:pt x="129" y="318"/>
                      <a:pt x="138" y="369"/>
                    </a:cubicBezTo>
                    <a:cubicBezTo>
                      <a:pt x="138" y="404"/>
                      <a:pt x="146" y="438"/>
                      <a:pt x="120" y="473"/>
                    </a:cubicBezTo>
                    <a:lnTo>
                      <a:pt x="103" y="498"/>
                    </a:lnTo>
                    <a:lnTo>
                      <a:pt x="95" y="533"/>
                    </a:lnTo>
                    <a:lnTo>
                      <a:pt x="86" y="558"/>
                    </a:lnTo>
                    <a:cubicBezTo>
                      <a:pt x="86" y="576"/>
                      <a:pt x="86" y="593"/>
                      <a:pt x="86" y="610"/>
                    </a:cubicBezTo>
                    <a:cubicBezTo>
                      <a:pt x="86" y="636"/>
                      <a:pt x="95" y="653"/>
                      <a:pt x="95" y="679"/>
                    </a:cubicBezTo>
                    <a:cubicBezTo>
                      <a:pt x="103" y="696"/>
                      <a:pt x="103" y="713"/>
                      <a:pt x="103" y="739"/>
                    </a:cubicBezTo>
                    <a:cubicBezTo>
                      <a:pt x="103" y="756"/>
                      <a:pt x="103" y="782"/>
                      <a:pt x="95" y="799"/>
                    </a:cubicBezTo>
                    <a:cubicBezTo>
                      <a:pt x="95" y="825"/>
                      <a:pt x="86" y="851"/>
                      <a:pt x="86" y="876"/>
                    </a:cubicBezTo>
                    <a:cubicBezTo>
                      <a:pt x="86" y="902"/>
                      <a:pt x="77" y="936"/>
                      <a:pt x="69" y="962"/>
                    </a:cubicBezTo>
                    <a:cubicBezTo>
                      <a:pt x="66" y="968"/>
                      <a:pt x="63" y="974"/>
                      <a:pt x="60" y="979"/>
                    </a:cubicBezTo>
                    <a:lnTo>
                      <a:pt x="60" y="979"/>
                    </a:lnTo>
                    <a:cubicBezTo>
                      <a:pt x="63" y="977"/>
                      <a:pt x="66" y="974"/>
                      <a:pt x="69" y="971"/>
                    </a:cubicBezTo>
                    <a:cubicBezTo>
                      <a:pt x="86" y="962"/>
                      <a:pt x="103" y="945"/>
                      <a:pt x="120" y="928"/>
                    </a:cubicBezTo>
                    <a:cubicBezTo>
                      <a:pt x="138" y="919"/>
                      <a:pt x="146" y="894"/>
                      <a:pt x="155" y="876"/>
                    </a:cubicBezTo>
                    <a:cubicBezTo>
                      <a:pt x="163" y="859"/>
                      <a:pt x="163" y="842"/>
                      <a:pt x="172" y="825"/>
                    </a:cubicBezTo>
                    <a:cubicBezTo>
                      <a:pt x="180" y="808"/>
                      <a:pt x="189" y="782"/>
                      <a:pt x="189" y="765"/>
                    </a:cubicBezTo>
                    <a:cubicBezTo>
                      <a:pt x="206" y="747"/>
                      <a:pt x="215" y="722"/>
                      <a:pt x="232" y="705"/>
                    </a:cubicBezTo>
                    <a:cubicBezTo>
                      <a:pt x="266" y="670"/>
                      <a:pt x="301" y="653"/>
                      <a:pt x="292" y="601"/>
                    </a:cubicBezTo>
                    <a:cubicBezTo>
                      <a:pt x="292" y="558"/>
                      <a:pt x="275" y="515"/>
                      <a:pt x="266" y="473"/>
                    </a:cubicBezTo>
                    <a:cubicBezTo>
                      <a:pt x="266" y="455"/>
                      <a:pt x="258" y="438"/>
                      <a:pt x="258" y="430"/>
                    </a:cubicBezTo>
                    <a:cubicBezTo>
                      <a:pt x="249" y="412"/>
                      <a:pt x="249" y="395"/>
                      <a:pt x="249" y="378"/>
                    </a:cubicBezTo>
                    <a:cubicBezTo>
                      <a:pt x="249" y="344"/>
                      <a:pt x="241" y="309"/>
                      <a:pt x="232" y="275"/>
                    </a:cubicBezTo>
                    <a:cubicBezTo>
                      <a:pt x="223" y="241"/>
                      <a:pt x="223" y="223"/>
                      <a:pt x="223" y="189"/>
                    </a:cubicBezTo>
                    <a:cubicBezTo>
                      <a:pt x="223" y="155"/>
                      <a:pt x="215" y="112"/>
                      <a:pt x="206" y="86"/>
                    </a:cubicBezTo>
                    <a:cubicBezTo>
                      <a:pt x="198" y="69"/>
                      <a:pt x="189" y="52"/>
                      <a:pt x="180" y="43"/>
                    </a:cubicBezTo>
                    <a:lnTo>
                      <a:pt x="163" y="17"/>
                    </a:lnTo>
                    <a:lnTo>
                      <a:pt x="138" y="17"/>
                    </a:lnTo>
                    <a:lnTo>
                      <a:pt x="120" y="9"/>
                    </a:lnTo>
                    <a:lnTo>
                      <a:pt x="103" y="0"/>
                    </a:lnTo>
                    <a:close/>
                    <a:moveTo>
                      <a:pt x="60" y="979"/>
                    </a:moveTo>
                    <a:lnTo>
                      <a:pt x="60" y="979"/>
                    </a:lnTo>
                    <a:cubicBezTo>
                      <a:pt x="46" y="993"/>
                      <a:pt x="32" y="1007"/>
                      <a:pt x="17" y="1014"/>
                    </a:cubicBezTo>
                    <a:lnTo>
                      <a:pt x="0" y="1040"/>
                    </a:lnTo>
                    <a:cubicBezTo>
                      <a:pt x="17" y="1031"/>
                      <a:pt x="34" y="1022"/>
                      <a:pt x="43" y="1014"/>
                    </a:cubicBezTo>
                    <a:cubicBezTo>
                      <a:pt x="49" y="1002"/>
                      <a:pt x="54" y="991"/>
                      <a:pt x="60" y="979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25" name="Google Shape;18125;p62"/>
              <p:cNvSpPr/>
              <p:nvPr/>
            </p:nvSpPr>
            <p:spPr>
              <a:xfrm>
                <a:off x="5697950" y="1327025"/>
                <a:ext cx="298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397" extrusionOk="0">
                    <a:moveTo>
                      <a:pt x="799" y="396"/>
                    </a:moveTo>
                    <a:lnTo>
                      <a:pt x="805" y="401"/>
                    </a:lnTo>
                    <a:lnTo>
                      <a:pt x="805" y="401"/>
                    </a:lnTo>
                    <a:cubicBezTo>
                      <a:pt x="804" y="398"/>
                      <a:pt x="802" y="396"/>
                      <a:pt x="799" y="396"/>
                    </a:cubicBezTo>
                    <a:close/>
                    <a:moveTo>
                      <a:pt x="1031" y="0"/>
                    </a:moveTo>
                    <a:cubicBezTo>
                      <a:pt x="1049" y="35"/>
                      <a:pt x="1049" y="78"/>
                      <a:pt x="1057" y="121"/>
                    </a:cubicBezTo>
                    <a:cubicBezTo>
                      <a:pt x="1066" y="172"/>
                      <a:pt x="1074" y="207"/>
                      <a:pt x="1066" y="258"/>
                    </a:cubicBezTo>
                    <a:cubicBezTo>
                      <a:pt x="1057" y="327"/>
                      <a:pt x="1031" y="404"/>
                      <a:pt x="1006" y="473"/>
                    </a:cubicBezTo>
                    <a:lnTo>
                      <a:pt x="980" y="430"/>
                    </a:lnTo>
                    <a:cubicBezTo>
                      <a:pt x="963" y="413"/>
                      <a:pt x="954" y="396"/>
                      <a:pt x="937" y="379"/>
                    </a:cubicBezTo>
                    <a:cubicBezTo>
                      <a:pt x="920" y="387"/>
                      <a:pt x="937" y="413"/>
                      <a:pt x="920" y="421"/>
                    </a:cubicBezTo>
                    <a:cubicBezTo>
                      <a:pt x="903" y="387"/>
                      <a:pt x="903" y="344"/>
                      <a:pt x="894" y="310"/>
                    </a:cubicBezTo>
                    <a:cubicBezTo>
                      <a:pt x="885" y="275"/>
                      <a:pt x="868" y="250"/>
                      <a:pt x="860" y="215"/>
                    </a:cubicBezTo>
                    <a:cubicBezTo>
                      <a:pt x="851" y="198"/>
                      <a:pt x="842" y="181"/>
                      <a:pt x="834" y="164"/>
                    </a:cubicBezTo>
                    <a:cubicBezTo>
                      <a:pt x="825" y="147"/>
                      <a:pt x="817" y="112"/>
                      <a:pt x="799" y="112"/>
                    </a:cubicBezTo>
                    <a:cubicBezTo>
                      <a:pt x="799" y="112"/>
                      <a:pt x="799" y="112"/>
                      <a:pt x="774" y="138"/>
                    </a:cubicBezTo>
                    <a:cubicBezTo>
                      <a:pt x="808" y="164"/>
                      <a:pt x="799" y="232"/>
                      <a:pt x="808" y="267"/>
                    </a:cubicBezTo>
                    <a:cubicBezTo>
                      <a:pt x="808" y="310"/>
                      <a:pt x="808" y="361"/>
                      <a:pt x="808" y="404"/>
                    </a:cubicBezTo>
                    <a:lnTo>
                      <a:pt x="805" y="401"/>
                    </a:lnTo>
                    <a:lnTo>
                      <a:pt x="805" y="401"/>
                    </a:lnTo>
                    <a:cubicBezTo>
                      <a:pt x="808" y="410"/>
                      <a:pt x="808" y="426"/>
                      <a:pt x="808" y="439"/>
                    </a:cubicBezTo>
                    <a:cubicBezTo>
                      <a:pt x="817" y="464"/>
                      <a:pt x="825" y="490"/>
                      <a:pt x="825" y="516"/>
                    </a:cubicBezTo>
                    <a:cubicBezTo>
                      <a:pt x="834" y="559"/>
                      <a:pt x="817" y="585"/>
                      <a:pt x="799" y="619"/>
                    </a:cubicBezTo>
                    <a:cubicBezTo>
                      <a:pt x="782" y="602"/>
                      <a:pt x="782" y="576"/>
                      <a:pt x="765" y="542"/>
                    </a:cubicBezTo>
                    <a:cubicBezTo>
                      <a:pt x="765" y="533"/>
                      <a:pt x="731" y="473"/>
                      <a:pt x="722" y="464"/>
                    </a:cubicBezTo>
                    <a:lnTo>
                      <a:pt x="705" y="516"/>
                    </a:lnTo>
                    <a:cubicBezTo>
                      <a:pt x="696" y="533"/>
                      <a:pt x="688" y="550"/>
                      <a:pt x="671" y="568"/>
                    </a:cubicBezTo>
                    <a:cubicBezTo>
                      <a:pt x="662" y="585"/>
                      <a:pt x="662" y="602"/>
                      <a:pt x="645" y="619"/>
                    </a:cubicBezTo>
                    <a:cubicBezTo>
                      <a:pt x="619" y="662"/>
                      <a:pt x="567" y="714"/>
                      <a:pt x="567" y="765"/>
                    </a:cubicBezTo>
                    <a:lnTo>
                      <a:pt x="576" y="739"/>
                    </a:lnTo>
                    <a:lnTo>
                      <a:pt x="585" y="774"/>
                    </a:lnTo>
                    <a:cubicBezTo>
                      <a:pt x="593" y="808"/>
                      <a:pt x="576" y="842"/>
                      <a:pt x="559" y="877"/>
                    </a:cubicBezTo>
                    <a:cubicBezTo>
                      <a:pt x="533" y="911"/>
                      <a:pt x="499" y="937"/>
                      <a:pt x="464" y="954"/>
                    </a:cubicBezTo>
                    <a:cubicBezTo>
                      <a:pt x="447" y="963"/>
                      <a:pt x="439" y="971"/>
                      <a:pt x="421" y="980"/>
                    </a:cubicBezTo>
                    <a:lnTo>
                      <a:pt x="413" y="989"/>
                    </a:lnTo>
                    <a:cubicBezTo>
                      <a:pt x="407" y="993"/>
                      <a:pt x="401" y="994"/>
                      <a:pt x="395" y="994"/>
                    </a:cubicBezTo>
                    <a:cubicBezTo>
                      <a:pt x="376" y="994"/>
                      <a:pt x="357" y="976"/>
                      <a:pt x="344" y="963"/>
                    </a:cubicBezTo>
                    <a:cubicBezTo>
                      <a:pt x="310" y="928"/>
                      <a:pt x="284" y="894"/>
                      <a:pt x="241" y="885"/>
                    </a:cubicBezTo>
                    <a:lnTo>
                      <a:pt x="224" y="920"/>
                    </a:lnTo>
                    <a:cubicBezTo>
                      <a:pt x="220" y="921"/>
                      <a:pt x="216" y="922"/>
                      <a:pt x="212" y="922"/>
                    </a:cubicBezTo>
                    <a:cubicBezTo>
                      <a:pt x="194" y="922"/>
                      <a:pt x="171" y="911"/>
                      <a:pt x="164" y="911"/>
                    </a:cubicBezTo>
                    <a:cubicBezTo>
                      <a:pt x="138" y="903"/>
                      <a:pt x="121" y="894"/>
                      <a:pt x="104" y="885"/>
                    </a:cubicBezTo>
                    <a:cubicBezTo>
                      <a:pt x="95" y="911"/>
                      <a:pt x="86" y="928"/>
                      <a:pt x="86" y="963"/>
                    </a:cubicBezTo>
                    <a:cubicBezTo>
                      <a:pt x="78" y="1006"/>
                      <a:pt x="69" y="1040"/>
                      <a:pt x="52" y="1074"/>
                    </a:cubicBezTo>
                    <a:cubicBezTo>
                      <a:pt x="43" y="1092"/>
                      <a:pt x="43" y="1109"/>
                      <a:pt x="43" y="1117"/>
                    </a:cubicBezTo>
                    <a:lnTo>
                      <a:pt x="18" y="1152"/>
                    </a:lnTo>
                    <a:cubicBezTo>
                      <a:pt x="0" y="1178"/>
                      <a:pt x="18" y="1195"/>
                      <a:pt x="35" y="1220"/>
                    </a:cubicBezTo>
                    <a:cubicBezTo>
                      <a:pt x="52" y="1272"/>
                      <a:pt x="78" y="1306"/>
                      <a:pt x="121" y="1332"/>
                    </a:cubicBezTo>
                    <a:cubicBezTo>
                      <a:pt x="172" y="1367"/>
                      <a:pt x="207" y="1392"/>
                      <a:pt x="267" y="1392"/>
                    </a:cubicBezTo>
                    <a:cubicBezTo>
                      <a:pt x="295" y="1392"/>
                      <a:pt x="324" y="1388"/>
                      <a:pt x="355" y="1388"/>
                    </a:cubicBezTo>
                    <a:cubicBezTo>
                      <a:pt x="371" y="1388"/>
                      <a:pt x="387" y="1389"/>
                      <a:pt x="404" y="1392"/>
                    </a:cubicBezTo>
                    <a:cubicBezTo>
                      <a:pt x="421" y="1392"/>
                      <a:pt x="435" y="1396"/>
                      <a:pt x="449" y="1396"/>
                    </a:cubicBezTo>
                    <a:cubicBezTo>
                      <a:pt x="457" y="1396"/>
                      <a:pt x="464" y="1395"/>
                      <a:pt x="473" y="1392"/>
                    </a:cubicBezTo>
                    <a:cubicBezTo>
                      <a:pt x="482" y="1384"/>
                      <a:pt x="499" y="1375"/>
                      <a:pt x="507" y="1367"/>
                    </a:cubicBezTo>
                    <a:cubicBezTo>
                      <a:pt x="533" y="1358"/>
                      <a:pt x="567" y="1349"/>
                      <a:pt x="593" y="1332"/>
                    </a:cubicBezTo>
                    <a:cubicBezTo>
                      <a:pt x="628" y="1315"/>
                      <a:pt x="645" y="1306"/>
                      <a:pt x="688" y="1306"/>
                    </a:cubicBezTo>
                    <a:cubicBezTo>
                      <a:pt x="705" y="1306"/>
                      <a:pt x="722" y="1306"/>
                      <a:pt x="739" y="1298"/>
                    </a:cubicBezTo>
                    <a:cubicBezTo>
                      <a:pt x="774" y="1281"/>
                      <a:pt x="799" y="1263"/>
                      <a:pt x="834" y="1238"/>
                    </a:cubicBezTo>
                    <a:cubicBezTo>
                      <a:pt x="851" y="1220"/>
                      <a:pt x="877" y="1212"/>
                      <a:pt x="894" y="1195"/>
                    </a:cubicBezTo>
                    <a:cubicBezTo>
                      <a:pt x="920" y="1178"/>
                      <a:pt x="928" y="1152"/>
                      <a:pt x="945" y="1117"/>
                    </a:cubicBezTo>
                    <a:cubicBezTo>
                      <a:pt x="954" y="1100"/>
                      <a:pt x="988" y="1066"/>
                      <a:pt x="1006" y="1057"/>
                    </a:cubicBezTo>
                    <a:cubicBezTo>
                      <a:pt x="1031" y="1040"/>
                      <a:pt x="1057" y="1040"/>
                      <a:pt x="1074" y="1014"/>
                    </a:cubicBezTo>
                    <a:cubicBezTo>
                      <a:pt x="1100" y="989"/>
                      <a:pt x="1100" y="963"/>
                      <a:pt x="1117" y="928"/>
                    </a:cubicBezTo>
                    <a:cubicBezTo>
                      <a:pt x="1143" y="868"/>
                      <a:pt x="1143" y="791"/>
                      <a:pt x="1143" y="722"/>
                    </a:cubicBezTo>
                    <a:cubicBezTo>
                      <a:pt x="1143" y="662"/>
                      <a:pt x="1152" y="602"/>
                      <a:pt x="1160" y="542"/>
                    </a:cubicBezTo>
                    <a:cubicBezTo>
                      <a:pt x="1177" y="490"/>
                      <a:pt x="1186" y="439"/>
                      <a:pt x="1195" y="387"/>
                    </a:cubicBezTo>
                    <a:cubicBezTo>
                      <a:pt x="1195" y="370"/>
                      <a:pt x="1186" y="344"/>
                      <a:pt x="1186" y="318"/>
                    </a:cubicBezTo>
                    <a:cubicBezTo>
                      <a:pt x="1177" y="301"/>
                      <a:pt x="1177" y="284"/>
                      <a:pt x="1177" y="267"/>
                    </a:cubicBezTo>
                    <a:cubicBezTo>
                      <a:pt x="1169" y="232"/>
                      <a:pt x="1160" y="198"/>
                      <a:pt x="1143" y="164"/>
                    </a:cubicBezTo>
                    <a:cubicBezTo>
                      <a:pt x="1126" y="95"/>
                      <a:pt x="1066" y="52"/>
                      <a:pt x="1031" y="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26" name="Google Shape;18126;p62"/>
              <p:cNvSpPr/>
              <p:nvPr/>
            </p:nvSpPr>
            <p:spPr>
              <a:xfrm>
                <a:off x="5689775" y="1307950"/>
                <a:ext cx="275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1101" h="858" extrusionOk="0">
                    <a:moveTo>
                      <a:pt x="620" y="0"/>
                    </a:moveTo>
                    <a:cubicBezTo>
                      <a:pt x="611" y="0"/>
                      <a:pt x="602" y="2"/>
                      <a:pt x="594" y="7"/>
                    </a:cubicBezTo>
                    <a:cubicBezTo>
                      <a:pt x="577" y="16"/>
                      <a:pt x="559" y="33"/>
                      <a:pt x="551" y="42"/>
                    </a:cubicBezTo>
                    <a:cubicBezTo>
                      <a:pt x="534" y="59"/>
                      <a:pt x="534" y="59"/>
                      <a:pt x="516" y="68"/>
                    </a:cubicBezTo>
                    <a:lnTo>
                      <a:pt x="448" y="68"/>
                    </a:lnTo>
                    <a:cubicBezTo>
                      <a:pt x="431" y="76"/>
                      <a:pt x="413" y="102"/>
                      <a:pt x="396" y="102"/>
                    </a:cubicBezTo>
                    <a:lnTo>
                      <a:pt x="362" y="119"/>
                    </a:lnTo>
                    <a:lnTo>
                      <a:pt x="327" y="136"/>
                    </a:lnTo>
                    <a:cubicBezTo>
                      <a:pt x="310" y="145"/>
                      <a:pt x="310" y="162"/>
                      <a:pt x="293" y="179"/>
                    </a:cubicBezTo>
                    <a:cubicBezTo>
                      <a:pt x="276" y="205"/>
                      <a:pt x="242" y="214"/>
                      <a:pt x="224" y="222"/>
                    </a:cubicBezTo>
                    <a:cubicBezTo>
                      <a:pt x="199" y="231"/>
                      <a:pt x="181" y="239"/>
                      <a:pt x="173" y="257"/>
                    </a:cubicBezTo>
                    <a:cubicBezTo>
                      <a:pt x="138" y="291"/>
                      <a:pt x="113" y="343"/>
                      <a:pt x="95" y="394"/>
                    </a:cubicBezTo>
                    <a:cubicBezTo>
                      <a:pt x="95" y="420"/>
                      <a:pt x="87" y="446"/>
                      <a:pt x="78" y="471"/>
                    </a:cubicBezTo>
                    <a:cubicBezTo>
                      <a:pt x="70" y="489"/>
                      <a:pt x="61" y="506"/>
                      <a:pt x="52" y="523"/>
                    </a:cubicBezTo>
                    <a:cubicBezTo>
                      <a:pt x="52" y="540"/>
                      <a:pt x="52" y="557"/>
                      <a:pt x="52" y="566"/>
                    </a:cubicBezTo>
                    <a:cubicBezTo>
                      <a:pt x="48" y="538"/>
                      <a:pt x="43" y="530"/>
                      <a:pt x="40" y="530"/>
                    </a:cubicBezTo>
                    <a:cubicBezTo>
                      <a:pt x="37" y="530"/>
                      <a:pt x="35" y="536"/>
                      <a:pt x="35" y="540"/>
                    </a:cubicBezTo>
                    <a:lnTo>
                      <a:pt x="27" y="574"/>
                    </a:lnTo>
                    <a:cubicBezTo>
                      <a:pt x="27" y="600"/>
                      <a:pt x="10" y="609"/>
                      <a:pt x="1" y="635"/>
                    </a:cubicBezTo>
                    <a:lnTo>
                      <a:pt x="1" y="652"/>
                    </a:lnTo>
                    <a:cubicBezTo>
                      <a:pt x="1" y="669"/>
                      <a:pt x="1" y="695"/>
                      <a:pt x="1" y="721"/>
                    </a:cubicBezTo>
                    <a:cubicBezTo>
                      <a:pt x="1" y="738"/>
                      <a:pt x="1" y="755"/>
                      <a:pt x="1" y="781"/>
                    </a:cubicBezTo>
                    <a:cubicBezTo>
                      <a:pt x="10" y="806"/>
                      <a:pt x="18" y="832"/>
                      <a:pt x="18" y="858"/>
                    </a:cubicBezTo>
                    <a:lnTo>
                      <a:pt x="35" y="824"/>
                    </a:lnTo>
                    <a:cubicBezTo>
                      <a:pt x="52" y="806"/>
                      <a:pt x="52" y="789"/>
                      <a:pt x="52" y="772"/>
                    </a:cubicBezTo>
                    <a:cubicBezTo>
                      <a:pt x="61" y="738"/>
                      <a:pt x="61" y="712"/>
                      <a:pt x="70" y="686"/>
                    </a:cubicBezTo>
                    <a:cubicBezTo>
                      <a:pt x="87" y="660"/>
                      <a:pt x="95" y="643"/>
                      <a:pt x="113" y="635"/>
                    </a:cubicBezTo>
                    <a:cubicBezTo>
                      <a:pt x="130" y="626"/>
                      <a:pt x="138" y="609"/>
                      <a:pt x="147" y="592"/>
                    </a:cubicBezTo>
                    <a:cubicBezTo>
                      <a:pt x="173" y="549"/>
                      <a:pt x="199" y="506"/>
                      <a:pt x="233" y="463"/>
                    </a:cubicBezTo>
                    <a:cubicBezTo>
                      <a:pt x="267" y="420"/>
                      <a:pt x="302" y="394"/>
                      <a:pt x="327" y="351"/>
                    </a:cubicBezTo>
                    <a:cubicBezTo>
                      <a:pt x="362" y="282"/>
                      <a:pt x="422" y="248"/>
                      <a:pt x="482" y="248"/>
                    </a:cubicBezTo>
                    <a:cubicBezTo>
                      <a:pt x="516" y="248"/>
                      <a:pt x="551" y="257"/>
                      <a:pt x="577" y="257"/>
                    </a:cubicBezTo>
                    <a:cubicBezTo>
                      <a:pt x="602" y="248"/>
                      <a:pt x="620" y="239"/>
                      <a:pt x="628" y="222"/>
                    </a:cubicBezTo>
                    <a:lnTo>
                      <a:pt x="654" y="188"/>
                    </a:lnTo>
                    <a:lnTo>
                      <a:pt x="662" y="179"/>
                    </a:lnTo>
                    <a:lnTo>
                      <a:pt x="705" y="162"/>
                    </a:lnTo>
                    <a:cubicBezTo>
                      <a:pt x="723" y="154"/>
                      <a:pt x="731" y="145"/>
                      <a:pt x="748" y="136"/>
                    </a:cubicBezTo>
                    <a:lnTo>
                      <a:pt x="774" y="119"/>
                    </a:lnTo>
                    <a:lnTo>
                      <a:pt x="800" y="93"/>
                    </a:lnTo>
                    <a:cubicBezTo>
                      <a:pt x="817" y="76"/>
                      <a:pt x="851" y="76"/>
                      <a:pt x="869" y="76"/>
                    </a:cubicBezTo>
                    <a:cubicBezTo>
                      <a:pt x="920" y="76"/>
                      <a:pt x="972" y="93"/>
                      <a:pt x="1023" y="93"/>
                    </a:cubicBezTo>
                    <a:lnTo>
                      <a:pt x="1066" y="102"/>
                    </a:lnTo>
                    <a:lnTo>
                      <a:pt x="1101" y="102"/>
                    </a:lnTo>
                    <a:lnTo>
                      <a:pt x="1058" y="76"/>
                    </a:lnTo>
                    <a:cubicBezTo>
                      <a:pt x="1041" y="68"/>
                      <a:pt x="1023" y="59"/>
                      <a:pt x="1006" y="50"/>
                    </a:cubicBezTo>
                    <a:cubicBezTo>
                      <a:pt x="980" y="42"/>
                      <a:pt x="955" y="42"/>
                      <a:pt x="937" y="33"/>
                    </a:cubicBezTo>
                    <a:cubicBezTo>
                      <a:pt x="930" y="31"/>
                      <a:pt x="923" y="31"/>
                      <a:pt x="915" y="31"/>
                    </a:cubicBezTo>
                    <a:cubicBezTo>
                      <a:pt x="893" y="31"/>
                      <a:pt x="870" y="36"/>
                      <a:pt x="849" y="36"/>
                    </a:cubicBezTo>
                    <a:cubicBezTo>
                      <a:pt x="841" y="36"/>
                      <a:pt x="833" y="35"/>
                      <a:pt x="826" y="33"/>
                    </a:cubicBezTo>
                    <a:cubicBezTo>
                      <a:pt x="774" y="25"/>
                      <a:pt x="731" y="16"/>
                      <a:pt x="688" y="16"/>
                    </a:cubicBezTo>
                    <a:cubicBezTo>
                      <a:pt x="665" y="10"/>
                      <a:pt x="641" y="0"/>
                      <a:pt x="620" y="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27" name="Google Shape;18127;p62"/>
              <p:cNvSpPr/>
              <p:nvPr/>
            </p:nvSpPr>
            <p:spPr>
              <a:xfrm>
                <a:off x="5693225" y="1318825"/>
                <a:ext cx="29225" cy="3787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515" extrusionOk="0">
                    <a:moveTo>
                      <a:pt x="771" y="1"/>
                    </a:moveTo>
                    <a:cubicBezTo>
                      <a:pt x="747" y="1"/>
                      <a:pt x="725" y="6"/>
                      <a:pt x="705" y="11"/>
                    </a:cubicBezTo>
                    <a:cubicBezTo>
                      <a:pt x="662" y="19"/>
                      <a:pt x="628" y="36"/>
                      <a:pt x="593" y="62"/>
                    </a:cubicBezTo>
                    <a:cubicBezTo>
                      <a:pt x="550" y="88"/>
                      <a:pt x="490" y="88"/>
                      <a:pt x="447" y="122"/>
                    </a:cubicBezTo>
                    <a:cubicBezTo>
                      <a:pt x="421" y="139"/>
                      <a:pt x="396" y="165"/>
                      <a:pt x="370" y="182"/>
                    </a:cubicBezTo>
                    <a:cubicBezTo>
                      <a:pt x="335" y="200"/>
                      <a:pt x="301" y="217"/>
                      <a:pt x="275" y="251"/>
                    </a:cubicBezTo>
                    <a:cubicBezTo>
                      <a:pt x="232" y="294"/>
                      <a:pt x="172" y="311"/>
                      <a:pt x="129" y="346"/>
                    </a:cubicBezTo>
                    <a:cubicBezTo>
                      <a:pt x="104" y="363"/>
                      <a:pt x="78" y="397"/>
                      <a:pt x="61" y="423"/>
                    </a:cubicBezTo>
                    <a:cubicBezTo>
                      <a:pt x="35" y="449"/>
                      <a:pt x="18" y="509"/>
                      <a:pt x="9" y="543"/>
                    </a:cubicBezTo>
                    <a:cubicBezTo>
                      <a:pt x="9" y="595"/>
                      <a:pt x="18" y="655"/>
                      <a:pt x="18" y="707"/>
                    </a:cubicBezTo>
                    <a:cubicBezTo>
                      <a:pt x="9" y="749"/>
                      <a:pt x="0" y="784"/>
                      <a:pt x="0" y="835"/>
                    </a:cubicBezTo>
                    <a:cubicBezTo>
                      <a:pt x="0" y="853"/>
                      <a:pt x="18" y="870"/>
                      <a:pt x="18" y="896"/>
                    </a:cubicBezTo>
                    <a:lnTo>
                      <a:pt x="18" y="930"/>
                    </a:lnTo>
                    <a:cubicBezTo>
                      <a:pt x="18" y="947"/>
                      <a:pt x="26" y="956"/>
                      <a:pt x="35" y="973"/>
                    </a:cubicBezTo>
                    <a:cubicBezTo>
                      <a:pt x="35" y="999"/>
                      <a:pt x="35" y="1016"/>
                      <a:pt x="43" y="1042"/>
                    </a:cubicBezTo>
                    <a:cubicBezTo>
                      <a:pt x="61" y="1085"/>
                      <a:pt x="78" y="1136"/>
                      <a:pt x="95" y="1179"/>
                    </a:cubicBezTo>
                    <a:cubicBezTo>
                      <a:pt x="104" y="1222"/>
                      <a:pt x="138" y="1256"/>
                      <a:pt x="164" y="1299"/>
                    </a:cubicBezTo>
                    <a:cubicBezTo>
                      <a:pt x="189" y="1334"/>
                      <a:pt x="215" y="1368"/>
                      <a:pt x="241" y="1402"/>
                    </a:cubicBezTo>
                    <a:cubicBezTo>
                      <a:pt x="250" y="1420"/>
                      <a:pt x="267" y="1428"/>
                      <a:pt x="275" y="1445"/>
                    </a:cubicBezTo>
                    <a:cubicBezTo>
                      <a:pt x="279" y="1449"/>
                      <a:pt x="282" y="1453"/>
                      <a:pt x="285" y="1458"/>
                    </a:cubicBezTo>
                    <a:lnTo>
                      <a:pt x="285" y="1458"/>
                    </a:lnTo>
                    <a:cubicBezTo>
                      <a:pt x="284" y="1453"/>
                      <a:pt x="284" y="1448"/>
                      <a:pt x="284" y="1445"/>
                    </a:cubicBezTo>
                    <a:cubicBezTo>
                      <a:pt x="275" y="1428"/>
                      <a:pt x="284" y="1411"/>
                      <a:pt x="275" y="1402"/>
                    </a:cubicBezTo>
                    <a:cubicBezTo>
                      <a:pt x="275" y="1385"/>
                      <a:pt x="267" y="1377"/>
                      <a:pt x="267" y="1359"/>
                    </a:cubicBezTo>
                    <a:cubicBezTo>
                      <a:pt x="258" y="1325"/>
                      <a:pt x="258" y="1308"/>
                      <a:pt x="284" y="1291"/>
                    </a:cubicBezTo>
                    <a:cubicBezTo>
                      <a:pt x="301" y="1274"/>
                      <a:pt x="344" y="1256"/>
                      <a:pt x="353" y="1239"/>
                    </a:cubicBezTo>
                    <a:cubicBezTo>
                      <a:pt x="353" y="1213"/>
                      <a:pt x="327" y="1179"/>
                      <a:pt x="318" y="1162"/>
                    </a:cubicBezTo>
                    <a:cubicBezTo>
                      <a:pt x="301" y="1136"/>
                      <a:pt x="293" y="1110"/>
                      <a:pt x="284" y="1093"/>
                    </a:cubicBezTo>
                    <a:cubicBezTo>
                      <a:pt x="250" y="1024"/>
                      <a:pt x="250" y="947"/>
                      <a:pt x="267" y="887"/>
                    </a:cubicBezTo>
                    <a:cubicBezTo>
                      <a:pt x="284" y="853"/>
                      <a:pt x="284" y="818"/>
                      <a:pt x="284" y="784"/>
                    </a:cubicBezTo>
                    <a:cubicBezTo>
                      <a:pt x="284" y="749"/>
                      <a:pt x="301" y="715"/>
                      <a:pt x="318" y="681"/>
                    </a:cubicBezTo>
                    <a:cubicBezTo>
                      <a:pt x="353" y="612"/>
                      <a:pt x="370" y="518"/>
                      <a:pt x="413" y="449"/>
                    </a:cubicBezTo>
                    <a:cubicBezTo>
                      <a:pt x="422" y="431"/>
                      <a:pt x="433" y="426"/>
                      <a:pt x="445" y="426"/>
                    </a:cubicBezTo>
                    <a:cubicBezTo>
                      <a:pt x="457" y="426"/>
                      <a:pt x="470" y="431"/>
                      <a:pt x="483" y="431"/>
                    </a:cubicBezTo>
                    <a:cubicBezTo>
                      <a:pt x="494" y="431"/>
                      <a:pt x="505" y="428"/>
                      <a:pt x="516" y="414"/>
                    </a:cubicBezTo>
                    <a:cubicBezTo>
                      <a:pt x="550" y="371"/>
                      <a:pt x="585" y="346"/>
                      <a:pt x="628" y="337"/>
                    </a:cubicBezTo>
                    <a:cubicBezTo>
                      <a:pt x="671" y="320"/>
                      <a:pt x="696" y="320"/>
                      <a:pt x="731" y="311"/>
                    </a:cubicBezTo>
                    <a:cubicBezTo>
                      <a:pt x="752" y="300"/>
                      <a:pt x="778" y="290"/>
                      <a:pt x="800" y="290"/>
                    </a:cubicBezTo>
                    <a:cubicBezTo>
                      <a:pt x="813" y="290"/>
                      <a:pt x="824" y="293"/>
                      <a:pt x="834" y="303"/>
                    </a:cubicBezTo>
                    <a:cubicBezTo>
                      <a:pt x="851" y="320"/>
                      <a:pt x="868" y="346"/>
                      <a:pt x="885" y="354"/>
                    </a:cubicBezTo>
                    <a:cubicBezTo>
                      <a:pt x="892" y="358"/>
                      <a:pt x="899" y="359"/>
                      <a:pt x="906" y="359"/>
                    </a:cubicBezTo>
                    <a:cubicBezTo>
                      <a:pt x="937" y="359"/>
                      <a:pt x="973" y="335"/>
                      <a:pt x="1014" y="328"/>
                    </a:cubicBezTo>
                    <a:lnTo>
                      <a:pt x="1040" y="380"/>
                    </a:lnTo>
                    <a:lnTo>
                      <a:pt x="1057" y="397"/>
                    </a:lnTo>
                    <a:lnTo>
                      <a:pt x="1100" y="440"/>
                    </a:lnTo>
                    <a:cubicBezTo>
                      <a:pt x="1100" y="406"/>
                      <a:pt x="1134" y="380"/>
                      <a:pt x="1143" y="346"/>
                    </a:cubicBezTo>
                    <a:cubicBezTo>
                      <a:pt x="1169" y="303"/>
                      <a:pt x="1152" y="286"/>
                      <a:pt x="1134" y="243"/>
                    </a:cubicBezTo>
                    <a:cubicBezTo>
                      <a:pt x="1100" y="182"/>
                      <a:pt x="1040" y="122"/>
                      <a:pt x="988" y="71"/>
                    </a:cubicBezTo>
                    <a:cubicBezTo>
                      <a:pt x="963" y="54"/>
                      <a:pt x="954" y="45"/>
                      <a:pt x="920" y="45"/>
                    </a:cubicBezTo>
                    <a:cubicBezTo>
                      <a:pt x="885" y="36"/>
                      <a:pt x="860" y="19"/>
                      <a:pt x="825" y="11"/>
                    </a:cubicBezTo>
                    <a:cubicBezTo>
                      <a:pt x="807" y="3"/>
                      <a:pt x="789" y="1"/>
                      <a:pt x="771" y="1"/>
                    </a:cubicBezTo>
                    <a:close/>
                    <a:moveTo>
                      <a:pt x="285" y="1458"/>
                    </a:moveTo>
                    <a:cubicBezTo>
                      <a:pt x="288" y="1480"/>
                      <a:pt x="297" y="1514"/>
                      <a:pt x="318" y="1514"/>
                    </a:cubicBezTo>
                    <a:cubicBezTo>
                      <a:pt x="305" y="1500"/>
                      <a:pt x="296" y="1476"/>
                      <a:pt x="285" y="1458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8128" name="Google Shape;18128;p62"/>
            <p:cNvGrpSpPr/>
            <p:nvPr/>
          </p:nvGrpSpPr>
          <p:grpSpPr>
            <a:xfrm>
              <a:off x="3039586" y="4321393"/>
              <a:ext cx="286467" cy="197579"/>
              <a:chOff x="5146375" y="1229175"/>
              <a:chExt cx="151875" cy="104750"/>
            </a:xfrm>
          </p:grpSpPr>
          <p:sp>
            <p:nvSpPr>
              <p:cNvPr id="18129" name="Google Shape;18129;p62"/>
              <p:cNvSpPr/>
              <p:nvPr/>
            </p:nvSpPr>
            <p:spPr>
              <a:xfrm>
                <a:off x="5185250" y="1229950"/>
                <a:ext cx="113000" cy="103975"/>
              </a:xfrm>
              <a:custGeom>
                <a:avLst/>
                <a:gdLst/>
                <a:ahLst/>
                <a:cxnLst/>
                <a:rect l="l" t="t" r="r" b="b"/>
                <a:pathLst>
                  <a:path w="4520" h="4159" extrusionOk="0">
                    <a:moveTo>
                      <a:pt x="594" y="0"/>
                    </a:moveTo>
                    <a:cubicBezTo>
                      <a:pt x="679" y="9"/>
                      <a:pt x="765" y="9"/>
                      <a:pt x="851" y="17"/>
                    </a:cubicBezTo>
                    <a:cubicBezTo>
                      <a:pt x="1057" y="26"/>
                      <a:pt x="1247" y="112"/>
                      <a:pt x="1453" y="138"/>
                    </a:cubicBezTo>
                    <a:cubicBezTo>
                      <a:pt x="1659" y="163"/>
                      <a:pt x="1865" y="163"/>
                      <a:pt x="2080" y="181"/>
                    </a:cubicBezTo>
                    <a:cubicBezTo>
                      <a:pt x="2097" y="181"/>
                      <a:pt x="2123" y="181"/>
                      <a:pt x="2149" y="189"/>
                    </a:cubicBezTo>
                    <a:cubicBezTo>
                      <a:pt x="2174" y="206"/>
                      <a:pt x="2192" y="232"/>
                      <a:pt x="2217" y="249"/>
                    </a:cubicBezTo>
                    <a:cubicBezTo>
                      <a:pt x="2260" y="284"/>
                      <a:pt x="2329" y="284"/>
                      <a:pt x="2389" y="275"/>
                    </a:cubicBezTo>
                    <a:cubicBezTo>
                      <a:pt x="2518" y="275"/>
                      <a:pt x="2647" y="267"/>
                      <a:pt x="2767" y="267"/>
                    </a:cubicBezTo>
                    <a:cubicBezTo>
                      <a:pt x="2879" y="267"/>
                      <a:pt x="2999" y="258"/>
                      <a:pt x="3102" y="284"/>
                    </a:cubicBezTo>
                    <a:cubicBezTo>
                      <a:pt x="3197" y="301"/>
                      <a:pt x="3283" y="335"/>
                      <a:pt x="3369" y="352"/>
                    </a:cubicBezTo>
                    <a:cubicBezTo>
                      <a:pt x="3394" y="352"/>
                      <a:pt x="3420" y="352"/>
                      <a:pt x="3454" y="352"/>
                    </a:cubicBezTo>
                    <a:cubicBezTo>
                      <a:pt x="3515" y="352"/>
                      <a:pt x="3566" y="352"/>
                      <a:pt x="3601" y="370"/>
                    </a:cubicBezTo>
                    <a:cubicBezTo>
                      <a:pt x="3781" y="464"/>
                      <a:pt x="3867" y="645"/>
                      <a:pt x="4039" y="748"/>
                    </a:cubicBezTo>
                    <a:cubicBezTo>
                      <a:pt x="4073" y="765"/>
                      <a:pt x="4107" y="782"/>
                      <a:pt x="4116" y="816"/>
                    </a:cubicBezTo>
                    <a:cubicBezTo>
                      <a:pt x="4125" y="894"/>
                      <a:pt x="4107" y="911"/>
                      <a:pt x="4168" y="988"/>
                    </a:cubicBezTo>
                    <a:cubicBezTo>
                      <a:pt x="4193" y="1014"/>
                      <a:pt x="4202" y="1048"/>
                      <a:pt x="4228" y="1083"/>
                    </a:cubicBezTo>
                    <a:cubicBezTo>
                      <a:pt x="4331" y="1194"/>
                      <a:pt x="4391" y="1280"/>
                      <a:pt x="4425" y="1426"/>
                    </a:cubicBezTo>
                    <a:cubicBezTo>
                      <a:pt x="4451" y="1512"/>
                      <a:pt x="4494" y="1598"/>
                      <a:pt x="4511" y="1684"/>
                    </a:cubicBezTo>
                    <a:cubicBezTo>
                      <a:pt x="4520" y="1787"/>
                      <a:pt x="4511" y="1890"/>
                      <a:pt x="4503" y="1993"/>
                    </a:cubicBezTo>
                    <a:cubicBezTo>
                      <a:pt x="4503" y="2028"/>
                      <a:pt x="4477" y="2045"/>
                      <a:pt x="4468" y="2079"/>
                    </a:cubicBezTo>
                    <a:cubicBezTo>
                      <a:pt x="4443" y="2165"/>
                      <a:pt x="4468" y="2251"/>
                      <a:pt x="4477" y="2346"/>
                    </a:cubicBezTo>
                    <a:cubicBezTo>
                      <a:pt x="4485" y="2432"/>
                      <a:pt x="4477" y="2578"/>
                      <a:pt x="4451" y="2646"/>
                    </a:cubicBezTo>
                    <a:cubicBezTo>
                      <a:pt x="4425" y="2689"/>
                      <a:pt x="4314" y="2938"/>
                      <a:pt x="4288" y="3007"/>
                    </a:cubicBezTo>
                    <a:cubicBezTo>
                      <a:pt x="4262" y="3059"/>
                      <a:pt x="4193" y="3145"/>
                      <a:pt x="4176" y="3205"/>
                    </a:cubicBezTo>
                    <a:cubicBezTo>
                      <a:pt x="4168" y="3239"/>
                      <a:pt x="4082" y="3428"/>
                      <a:pt x="4004" y="3523"/>
                    </a:cubicBezTo>
                    <a:cubicBezTo>
                      <a:pt x="3927" y="3617"/>
                      <a:pt x="3867" y="3677"/>
                      <a:pt x="3704" y="3694"/>
                    </a:cubicBezTo>
                    <a:cubicBezTo>
                      <a:pt x="3652" y="3703"/>
                      <a:pt x="3463" y="3806"/>
                      <a:pt x="3403" y="3806"/>
                    </a:cubicBezTo>
                    <a:cubicBezTo>
                      <a:pt x="3360" y="3798"/>
                      <a:pt x="3326" y="3815"/>
                      <a:pt x="3291" y="3823"/>
                    </a:cubicBezTo>
                    <a:cubicBezTo>
                      <a:pt x="3274" y="3823"/>
                      <a:pt x="3257" y="3823"/>
                      <a:pt x="3240" y="3823"/>
                    </a:cubicBezTo>
                    <a:cubicBezTo>
                      <a:pt x="3223" y="3823"/>
                      <a:pt x="3205" y="3823"/>
                      <a:pt x="3188" y="3832"/>
                    </a:cubicBezTo>
                    <a:cubicBezTo>
                      <a:pt x="3059" y="3849"/>
                      <a:pt x="2836" y="3883"/>
                      <a:pt x="2759" y="3909"/>
                    </a:cubicBezTo>
                    <a:cubicBezTo>
                      <a:pt x="2664" y="3935"/>
                      <a:pt x="2501" y="3935"/>
                      <a:pt x="2415" y="3926"/>
                    </a:cubicBezTo>
                    <a:cubicBezTo>
                      <a:pt x="2303" y="3909"/>
                      <a:pt x="2106" y="4012"/>
                      <a:pt x="1994" y="4021"/>
                    </a:cubicBezTo>
                    <a:cubicBezTo>
                      <a:pt x="1908" y="4021"/>
                      <a:pt x="1848" y="4021"/>
                      <a:pt x="1805" y="4021"/>
                    </a:cubicBezTo>
                    <a:cubicBezTo>
                      <a:pt x="1710" y="4012"/>
                      <a:pt x="1650" y="4012"/>
                      <a:pt x="1487" y="4055"/>
                    </a:cubicBezTo>
                    <a:cubicBezTo>
                      <a:pt x="1453" y="4055"/>
                      <a:pt x="1393" y="4055"/>
                      <a:pt x="1341" y="4055"/>
                    </a:cubicBezTo>
                    <a:cubicBezTo>
                      <a:pt x="1281" y="4055"/>
                      <a:pt x="1212" y="4055"/>
                      <a:pt x="1169" y="4064"/>
                    </a:cubicBezTo>
                    <a:cubicBezTo>
                      <a:pt x="1143" y="4081"/>
                      <a:pt x="1109" y="4090"/>
                      <a:pt x="1083" y="4098"/>
                    </a:cubicBezTo>
                    <a:cubicBezTo>
                      <a:pt x="1015" y="4115"/>
                      <a:pt x="954" y="4115"/>
                      <a:pt x="886" y="4133"/>
                    </a:cubicBezTo>
                    <a:cubicBezTo>
                      <a:pt x="826" y="4150"/>
                      <a:pt x="808" y="4158"/>
                      <a:pt x="757" y="4150"/>
                    </a:cubicBezTo>
                    <a:cubicBezTo>
                      <a:pt x="542" y="4107"/>
                      <a:pt x="336" y="4064"/>
                      <a:pt x="104" y="4107"/>
                    </a:cubicBezTo>
                    <a:cubicBezTo>
                      <a:pt x="78" y="4115"/>
                      <a:pt x="1" y="3789"/>
                      <a:pt x="1" y="3737"/>
                    </a:cubicBezTo>
                    <a:cubicBezTo>
                      <a:pt x="27" y="3574"/>
                      <a:pt x="44" y="3411"/>
                      <a:pt x="69" y="3256"/>
                    </a:cubicBezTo>
                    <a:cubicBezTo>
                      <a:pt x="104" y="2947"/>
                      <a:pt x="147" y="2646"/>
                      <a:pt x="198" y="2346"/>
                    </a:cubicBezTo>
                    <a:cubicBezTo>
                      <a:pt x="233" y="2096"/>
                      <a:pt x="276" y="1839"/>
                      <a:pt x="301" y="1598"/>
                    </a:cubicBezTo>
                    <a:cubicBezTo>
                      <a:pt x="327" y="1358"/>
                      <a:pt x="327" y="1126"/>
                      <a:pt x="370" y="902"/>
                    </a:cubicBezTo>
                    <a:cubicBezTo>
                      <a:pt x="379" y="816"/>
                      <a:pt x="542" y="0"/>
                      <a:pt x="594" y="0"/>
                    </a:cubicBezTo>
                  </a:path>
                </a:pathLst>
              </a:custGeom>
              <a:solidFill>
                <a:srgbClr val="B890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30" name="Google Shape;18130;p62"/>
              <p:cNvSpPr/>
              <p:nvPr/>
            </p:nvSpPr>
            <p:spPr>
              <a:xfrm>
                <a:off x="5177750" y="1229175"/>
                <a:ext cx="6487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2595" h="4185" extrusionOk="0">
                    <a:moveTo>
                      <a:pt x="877" y="1"/>
                    </a:moveTo>
                    <a:cubicBezTo>
                      <a:pt x="752" y="1"/>
                      <a:pt x="637" y="29"/>
                      <a:pt x="601" y="57"/>
                    </a:cubicBezTo>
                    <a:cubicBezTo>
                      <a:pt x="593" y="61"/>
                      <a:pt x="599" y="63"/>
                      <a:pt x="613" y="63"/>
                    </a:cubicBezTo>
                    <a:cubicBezTo>
                      <a:pt x="627" y="63"/>
                      <a:pt x="649" y="61"/>
                      <a:pt x="670" y="57"/>
                    </a:cubicBezTo>
                    <a:cubicBezTo>
                      <a:pt x="700" y="52"/>
                      <a:pt x="730" y="47"/>
                      <a:pt x="748" y="47"/>
                    </a:cubicBezTo>
                    <a:cubicBezTo>
                      <a:pt x="761" y="47"/>
                      <a:pt x="768" y="50"/>
                      <a:pt x="765" y="57"/>
                    </a:cubicBezTo>
                    <a:cubicBezTo>
                      <a:pt x="739" y="91"/>
                      <a:pt x="705" y="126"/>
                      <a:pt x="679" y="160"/>
                    </a:cubicBezTo>
                    <a:cubicBezTo>
                      <a:pt x="584" y="272"/>
                      <a:pt x="558" y="409"/>
                      <a:pt x="498" y="538"/>
                    </a:cubicBezTo>
                    <a:cubicBezTo>
                      <a:pt x="455" y="641"/>
                      <a:pt x="412" y="761"/>
                      <a:pt x="369" y="865"/>
                    </a:cubicBezTo>
                    <a:cubicBezTo>
                      <a:pt x="344" y="942"/>
                      <a:pt x="318" y="1036"/>
                      <a:pt x="301" y="1122"/>
                    </a:cubicBezTo>
                    <a:cubicBezTo>
                      <a:pt x="292" y="1208"/>
                      <a:pt x="309" y="1303"/>
                      <a:pt x="309" y="1397"/>
                    </a:cubicBezTo>
                    <a:cubicBezTo>
                      <a:pt x="309" y="1440"/>
                      <a:pt x="309" y="1492"/>
                      <a:pt x="309" y="1535"/>
                    </a:cubicBezTo>
                    <a:cubicBezTo>
                      <a:pt x="327" y="1758"/>
                      <a:pt x="335" y="1999"/>
                      <a:pt x="284" y="2222"/>
                    </a:cubicBezTo>
                    <a:cubicBezTo>
                      <a:pt x="249" y="2368"/>
                      <a:pt x="206" y="2506"/>
                      <a:pt x="172" y="2652"/>
                    </a:cubicBezTo>
                    <a:cubicBezTo>
                      <a:pt x="146" y="2772"/>
                      <a:pt x="129" y="2892"/>
                      <a:pt x="103" y="3012"/>
                    </a:cubicBezTo>
                    <a:cubicBezTo>
                      <a:pt x="34" y="3296"/>
                      <a:pt x="0" y="3554"/>
                      <a:pt x="103" y="3829"/>
                    </a:cubicBezTo>
                    <a:cubicBezTo>
                      <a:pt x="129" y="3906"/>
                      <a:pt x="155" y="3966"/>
                      <a:pt x="223" y="4018"/>
                    </a:cubicBezTo>
                    <a:cubicBezTo>
                      <a:pt x="258" y="4052"/>
                      <a:pt x="309" y="4104"/>
                      <a:pt x="352" y="4129"/>
                    </a:cubicBezTo>
                    <a:cubicBezTo>
                      <a:pt x="455" y="4172"/>
                      <a:pt x="593" y="4172"/>
                      <a:pt x="705" y="4181"/>
                    </a:cubicBezTo>
                    <a:cubicBezTo>
                      <a:pt x="717" y="4183"/>
                      <a:pt x="727" y="4184"/>
                      <a:pt x="737" y="4184"/>
                    </a:cubicBezTo>
                    <a:cubicBezTo>
                      <a:pt x="760" y="4184"/>
                      <a:pt x="777" y="4178"/>
                      <a:pt x="808" y="4172"/>
                    </a:cubicBezTo>
                    <a:cubicBezTo>
                      <a:pt x="819" y="4169"/>
                      <a:pt x="829" y="4168"/>
                      <a:pt x="837" y="4168"/>
                    </a:cubicBezTo>
                    <a:cubicBezTo>
                      <a:pt x="853" y="4168"/>
                      <a:pt x="865" y="4172"/>
                      <a:pt x="876" y="4172"/>
                    </a:cubicBezTo>
                    <a:cubicBezTo>
                      <a:pt x="888" y="4172"/>
                      <a:pt x="899" y="4176"/>
                      <a:pt x="916" y="4176"/>
                    </a:cubicBezTo>
                    <a:cubicBezTo>
                      <a:pt x="924" y="4176"/>
                      <a:pt x="934" y="4175"/>
                      <a:pt x="945" y="4172"/>
                    </a:cubicBezTo>
                    <a:cubicBezTo>
                      <a:pt x="957" y="4169"/>
                      <a:pt x="968" y="4168"/>
                      <a:pt x="979" y="4168"/>
                    </a:cubicBezTo>
                    <a:cubicBezTo>
                      <a:pt x="1002" y="4168"/>
                      <a:pt x="1025" y="4172"/>
                      <a:pt x="1048" y="4172"/>
                    </a:cubicBezTo>
                    <a:cubicBezTo>
                      <a:pt x="1074" y="4177"/>
                      <a:pt x="1100" y="4181"/>
                      <a:pt x="1123" y="4181"/>
                    </a:cubicBezTo>
                    <a:cubicBezTo>
                      <a:pt x="1147" y="4181"/>
                      <a:pt x="1168" y="4177"/>
                      <a:pt x="1186" y="4164"/>
                    </a:cubicBezTo>
                    <a:cubicBezTo>
                      <a:pt x="1237" y="4129"/>
                      <a:pt x="1418" y="4121"/>
                      <a:pt x="1469" y="4078"/>
                    </a:cubicBezTo>
                    <a:cubicBezTo>
                      <a:pt x="1512" y="4052"/>
                      <a:pt x="1555" y="4018"/>
                      <a:pt x="1607" y="4000"/>
                    </a:cubicBezTo>
                    <a:cubicBezTo>
                      <a:pt x="1650" y="3975"/>
                      <a:pt x="1684" y="3966"/>
                      <a:pt x="1718" y="3940"/>
                    </a:cubicBezTo>
                    <a:cubicBezTo>
                      <a:pt x="1736" y="3923"/>
                      <a:pt x="1753" y="3914"/>
                      <a:pt x="1770" y="3897"/>
                    </a:cubicBezTo>
                    <a:cubicBezTo>
                      <a:pt x="1830" y="3846"/>
                      <a:pt x="1787" y="3743"/>
                      <a:pt x="1873" y="3717"/>
                    </a:cubicBezTo>
                    <a:cubicBezTo>
                      <a:pt x="1933" y="3700"/>
                      <a:pt x="1993" y="3683"/>
                      <a:pt x="2036" y="3631"/>
                    </a:cubicBezTo>
                    <a:cubicBezTo>
                      <a:pt x="2062" y="3605"/>
                      <a:pt x="2071" y="3597"/>
                      <a:pt x="2079" y="3554"/>
                    </a:cubicBezTo>
                    <a:cubicBezTo>
                      <a:pt x="2088" y="3528"/>
                      <a:pt x="2088" y="3502"/>
                      <a:pt x="2096" y="3476"/>
                    </a:cubicBezTo>
                    <a:cubicBezTo>
                      <a:pt x="2096" y="3451"/>
                      <a:pt x="2174" y="3451"/>
                      <a:pt x="2165" y="3416"/>
                    </a:cubicBezTo>
                    <a:lnTo>
                      <a:pt x="2156" y="3382"/>
                    </a:lnTo>
                    <a:cubicBezTo>
                      <a:pt x="2156" y="3365"/>
                      <a:pt x="2174" y="3365"/>
                      <a:pt x="2174" y="3347"/>
                    </a:cubicBezTo>
                    <a:cubicBezTo>
                      <a:pt x="2199" y="3305"/>
                      <a:pt x="2182" y="3253"/>
                      <a:pt x="2199" y="3210"/>
                    </a:cubicBezTo>
                    <a:cubicBezTo>
                      <a:pt x="2217" y="3150"/>
                      <a:pt x="2268" y="3098"/>
                      <a:pt x="2294" y="3047"/>
                    </a:cubicBezTo>
                    <a:cubicBezTo>
                      <a:pt x="2311" y="3012"/>
                      <a:pt x="2320" y="2978"/>
                      <a:pt x="2346" y="2952"/>
                    </a:cubicBezTo>
                    <a:cubicBezTo>
                      <a:pt x="2363" y="2935"/>
                      <a:pt x="2388" y="2918"/>
                      <a:pt x="2397" y="2901"/>
                    </a:cubicBezTo>
                    <a:cubicBezTo>
                      <a:pt x="2406" y="2875"/>
                      <a:pt x="2406" y="2849"/>
                      <a:pt x="2406" y="2823"/>
                    </a:cubicBezTo>
                    <a:cubicBezTo>
                      <a:pt x="2414" y="2772"/>
                      <a:pt x="2431" y="2737"/>
                      <a:pt x="2440" y="2695"/>
                    </a:cubicBezTo>
                    <a:cubicBezTo>
                      <a:pt x="2457" y="2652"/>
                      <a:pt x="2457" y="2600"/>
                      <a:pt x="2483" y="2557"/>
                    </a:cubicBezTo>
                    <a:cubicBezTo>
                      <a:pt x="2500" y="2540"/>
                      <a:pt x="2517" y="2531"/>
                      <a:pt x="2535" y="2514"/>
                    </a:cubicBezTo>
                    <a:cubicBezTo>
                      <a:pt x="2560" y="2488"/>
                      <a:pt x="2560" y="2437"/>
                      <a:pt x="2569" y="2394"/>
                    </a:cubicBezTo>
                    <a:cubicBezTo>
                      <a:pt x="2577" y="2359"/>
                      <a:pt x="2577" y="2316"/>
                      <a:pt x="2586" y="2282"/>
                    </a:cubicBezTo>
                    <a:cubicBezTo>
                      <a:pt x="2595" y="2248"/>
                      <a:pt x="2560" y="2205"/>
                      <a:pt x="2560" y="2170"/>
                    </a:cubicBezTo>
                    <a:cubicBezTo>
                      <a:pt x="2552" y="2119"/>
                      <a:pt x="2543" y="2110"/>
                      <a:pt x="2569" y="2067"/>
                    </a:cubicBezTo>
                    <a:cubicBezTo>
                      <a:pt x="2595" y="2033"/>
                      <a:pt x="2535" y="2016"/>
                      <a:pt x="2535" y="1964"/>
                    </a:cubicBezTo>
                    <a:cubicBezTo>
                      <a:pt x="2535" y="1930"/>
                      <a:pt x="2517" y="1904"/>
                      <a:pt x="2500" y="1870"/>
                    </a:cubicBezTo>
                    <a:cubicBezTo>
                      <a:pt x="2483" y="1818"/>
                      <a:pt x="2517" y="1758"/>
                      <a:pt x="2500" y="1698"/>
                    </a:cubicBezTo>
                    <a:cubicBezTo>
                      <a:pt x="2474" y="1612"/>
                      <a:pt x="2492" y="1509"/>
                      <a:pt x="2457" y="1423"/>
                    </a:cubicBezTo>
                    <a:cubicBezTo>
                      <a:pt x="2440" y="1371"/>
                      <a:pt x="2423" y="1337"/>
                      <a:pt x="2414" y="1286"/>
                    </a:cubicBezTo>
                    <a:cubicBezTo>
                      <a:pt x="2406" y="1251"/>
                      <a:pt x="2397" y="1208"/>
                      <a:pt x="2380" y="1174"/>
                    </a:cubicBezTo>
                    <a:cubicBezTo>
                      <a:pt x="2320" y="1079"/>
                      <a:pt x="2242" y="985"/>
                      <a:pt x="2234" y="873"/>
                    </a:cubicBezTo>
                    <a:cubicBezTo>
                      <a:pt x="2234" y="822"/>
                      <a:pt x="2225" y="761"/>
                      <a:pt x="2182" y="710"/>
                    </a:cubicBezTo>
                    <a:cubicBezTo>
                      <a:pt x="2174" y="701"/>
                      <a:pt x="2156" y="693"/>
                      <a:pt x="2139" y="684"/>
                    </a:cubicBezTo>
                    <a:cubicBezTo>
                      <a:pt x="2122" y="667"/>
                      <a:pt x="2114" y="650"/>
                      <a:pt x="2088" y="633"/>
                    </a:cubicBezTo>
                    <a:cubicBezTo>
                      <a:pt x="2028" y="607"/>
                      <a:pt x="2019" y="590"/>
                      <a:pt x="1993" y="538"/>
                    </a:cubicBezTo>
                    <a:cubicBezTo>
                      <a:pt x="1967" y="504"/>
                      <a:pt x="1916" y="478"/>
                      <a:pt x="1882" y="444"/>
                    </a:cubicBezTo>
                    <a:cubicBezTo>
                      <a:pt x="1847" y="409"/>
                      <a:pt x="1813" y="383"/>
                      <a:pt x="1778" y="349"/>
                    </a:cubicBezTo>
                    <a:cubicBezTo>
                      <a:pt x="1753" y="315"/>
                      <a:pt x="1718" y="289"/>
                      <a:pt x="1684" y="263"/>
                    </a:cubicBezTo>
                    <a:cubicBezTo>
                      <a:pt x="1658" y="246"/>
                      <a:pt x="1641" y="229"/>
                      <a:pt x="1607" y="220"/>
                    </a:cubicBezTo>
                    <a:cubicBezTo>
                      <a:pt x="1581" y="220"/>
                      <a:pt x="1564" y="212"/>
                      <a:pt x="1547" y="203"/>
                    </a:cubicBezTo>
                    <a:cubicBezTo>
                      <a:pt x="1512" y="194"/>
                      <a:pt x="1512" y="194"/>
                      <a:pt x="1486" y="169"/>
                    </a:cubicBezTo>
                    <a:cubicBezTo>
                      <a:pt x="1469" y="151"/>
                      <a:pt x="1452" y="151"/>
                      <a:pt x="1426" y="134"/>
                    </a:cubicBezTo>
                    <a:cubicBezTo>
                      <a:pt x="1409" y="117"/>
                      <a:pt x="1392" y="100"/>
                      <a:pt x="1357" y="100"/>
                    </a:cubicBezTo>
                    <a:cubicBezTo>
                      <a:pt x="1340" y="91"/>
                      <a:pt x="1323" y="91"/>
                      <a:pt x="1315" y="91"/>
                    </a:cubicBezTo>
                    <a:cubicBezTo>
                      <a:pt x="1306" y="91"/>
                      <a:pt x="1297" y="91"/>
                      <a:pt x="1272" y="83"/>
                    </a:cubicBezTo>
                    <a:cubicBezTo>
                      <a:pt x="1220" y="66"/>
                      <a:pt x="1126" y="66"/>
                      <a:pt x="1074" y="48"/>
                    </a:cubicBezTo>
                    <a:cubicBezTo>
                      <a:pt x="1040" y="40"/>
                      <a:pt x="988" y="23"/>
                      <a:pt x="962" y="5"/>
                    </a:cubicBezTo>
                    <a:cubicBezTo>
                      <a:pt x="934" y="2"/>
                      <a:pt x="905" y="1"/>
                      <a:pt x="877" y="1"/>
                    </a:cubicBezTo>
                    <a:close/>
                  </a:path>
                </a:pathLst>
              </a:custGeom>
              <a:solidFill>
                <a:srgbClr val="D4AD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31" name="Google Shape;18131;p62"/>
              <p:cNvSpPr/>
              <p:nvPr/>
            </p:nvSpPr>
            <p:spPr>
              <a:xfrm>
                <a:off x="5146375" y="1281500"/>
                <a:ext cx="2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0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3D8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32" name="Google Shape;18132;p62"/>
              <p:cNvSpPr/>
              <p:nvPr/>
            </p:nvSpPr>
            <p:spPr>
              <a:xfrm>
                <a:off x="5146375" y="1229300"/>
                <a:ext cx="9002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3601" h="4157" extrusionOk="0">
                    <a:moveTo>
                      <a:pt x="1960" y="0"/>
                    </a:moveTo>
                    <a:cubicBezTo>
                      <a:pt x="1917" y="0"/>
                      <a:pt x="1856" y="43"/>
                      <a:pt x="1813" y="61"/>
                    </a:cubicBezTo>
                    <a:cubicBezTo>
                      <a:pt x="1753" y="78"/>
                      <a:pt x="1710" y="78"/>
                      <a:pt x="1659" y="78"/>
                    </a:cubicBezTo>
                    <a:cubicBezTo>
                      <a:pt x="1650" y="77"/>
                      <a:pt x="1641" y="76"/>
                      <a:pt x="1632" y="76"/>
                    </a:cubicBezTo>
                    <a:cubicBezTo>
                      <a:pt x="1555" y="76"/>
                      <a:pt x="1479" y="107"/>
                      <a:pt x="1410" y="138"/>
                    </a:cubicBezTo>
                    <a:cubicBezTo>
                      <a:pt x="1375" y="155"/>
                      <a:pt x="1332" y="155"/>
                      <a:pt x="1289" y="172"/>
                    </a:cubicBezTo>
                    <a:cubicBezTo>
                      <a:pt x="1229" y="189"/>
                      <a:pt x="1212" y="215"/>
                      <a:pt x="1169" y="250"/>
                    </a:cubicBezTo>
                    <a:cubicBezTo>
                      <a:pt x="1109" y="301"/>
                      <a:pt x="1057" y="353"/>
                      <a:pt x="997" y="413"/>
                    </a:cubicBezTo>
                    <a:cubicBezTo>
                      <a:pt x="946" y="464"/>
                      <a:pt x="894" y="533"/>
                      <a:pt x="808" y="533"/>
                    </a:cubicBezTo>
                    <a:cubicBezTo>
                      <a:pt x="748" y="533"/>
                      <a:pt x="645" y="602"/>
                      <a:pt x="636" y="671"/>
                    </a:cubicBezTo>
                    <a:cubicBezTo>
                      <a:pt x="611" y="765"/>
                      <a:pt x="645" y="782"/>
                      <a:pt x="559" y="868"/>
                    </a:cubicBezTo>
                    <a:cubicBezTo>
                      <a:pt x="533" y="903"/>
                      <a:pt x="508" y="937"/>
                      <a:pt x="473" y="954"/>
                    </a:cubicBezTo>
                    <a:cubicBezTo>
                      <a:pt x="447" y="971"/>
                      <a:pt x="439" y="1057"/>
                      <a:pt x="413" y="1066"/>
                    </a:cubicBezTo>
                    <a:cubicBezTo>
                      <a:pt x="396" y="1083"/>
                      <a:pt x="387" y="1100"/>
                      <a:pt x="370" y="1109"/>
                    </a:cubicBezTo>
                    <a:lnTo>
                      <a:pt x="344" y="1109"/>
                    </a:lnTo>
                    <a:lnTo>
                      <a:pt x="319" y="1152"/>
                    </a:lnTo>
                    <a:cubicBezTo>
                      <a:pt x="293" y="1169"/>
                      <a:pt x="267" y="1177"/>
                      <a:pt x="241" y="1186"/>
                    </a:cubicBezTo>
                    <a:cubicBezTo>
                      <a:pt x="173" y="1238"/>
                      <a:pt x="147" y="1306"/>
                      <a:pt x="121" y="1392"/>
                    </a:cubicBezTo>
                    <a:cubicBezTo>
                      <a:pt x="104" y="1427"/>
                      <a:pt x="78" y="1444"/>
                      <a:pt x="78" y="1487"/>
                    </a:cubicBezTo>
                    <a:cubicBezTo>
                      <a:pt x="69" y="1547"/>
                      <a:pt x="78" y="1590"/>
                      <a:pt x="87" y="1641"/>
                    </a:cubicBezTo>
                    <a:cubicBezTo>
                      <a:pt x="104" y="1744"/>
                      <a:pt x="26" y="1805"/>
                      <a:pt x="18" y="1899"/>
                    </a:cubicBezTo>
                    <a:cubicBezTo>
                      <a:pt x="18" y="1942"/>
                      <a:pt x="44" y="1968"/>
                      <a:pt x="52" y="2002"/>
                    </a:cubicBezTo>
                    <a:cubicBezTo>
                      <a:pt x="61" y="2037"/>
                      <a:pt x="52" y="2097"/>
                      <a:pt x="44" y="2131"/>
                    </a:cubicBezTo>
                    <a:cubicBezTo>
                      <a:pt x="35" y="2174"/>
                      <a:pt x="9" y="2226"/>
                      <a:pt x="1" y="2286"/>
                    </a:cubicBezTo>
                    <a:cubicBezTo>
                      <a:pt x="1" y="2320"/>
                      <a:pt x="9" y="2354"/>
                      <a:pt x="9" y="2397"/>
                    </a:cubicBezTo>
                    <a:cubicBezTo>
                      <a:pt x="26" y="2458"/>
                      <a:pt x="52" y="2501"/>
                      <a:pt x="78" y="2552"/>
                    </a:cubicBezTo>
                    <a:cubicBezTo>
                      <a:pt x="104" y="2612"/>
                      <a:pt x="69" y="2647"/>
                      <a:pt x="61" y="2707"/>
                    </a:cubicBezTo>
                    <a:cubicBezTo>
                      <a:pt x="52" y="2767"/>
                      <a:pt x="61" y="2836"/>
                      <a:pt x="69" y="2887"/>
                    </a:cubicBezTo>
                    <a:cubicBezTo>
                      <a:pt x="95" y="2982"/>
                      <a:pt x="138" y="3076"/>
                      <a:pt x="215" y="3136"/>
                    </a:cubicBezTo>
                    <a:cubicBezTo>
                      <a:pt x="241" y="3153"/>
                      <a:pt x="267" y="3179"/>
                      <a:pt x="284" y="3214"/>
                    </a:cubicBezTo>
                    <a:cubicBezTo>
                      <a:pt x="319" y="3265"/>
                      <a:pt x="336" y="3291"/>
                      <a:pt x="387" y="3334"/>
                    </a:cubicBezTo>
                    <a:cubicBezTo>
                      <a:pt x="473" y="3394"/>
                      <a:pt x="482" y="3489"/>
                      <a:pt x="533" y="3566"/>
                    </a:cubicBezTo>
                    <a:cubicBezTo>
                      <a:pt x="551" y="3592"/>
                      <a:pt x="576" y="3626"/>
                      <a:pt x="611" y="3643"/>
                    </a:cubicBezTo>
                    <a:cubicBezTo>
                      <a:pt x="662" y="3660"/>
                      <a:pt x="722" y="3643"/>
                      <a:pt x="783" y="3678"/>
                    </a:cubicBezTo>
                    <a:cubicBezTo>
                      <a:pt x="817" y="3703"/>
                      <a:pt x="851" y="3729"/>
                      <a:pt x="886" y="3755"/>
                    </a:cubicBezTo>
                    <a:cubicBezTo>
                      <a:pt x="937" y="3781"/>
                      <a:pt x="989" y="3815"/>
                      <a:pt x="1023" y="3858"/>
                    </a:cubicBezTo>
                    <a:cubicBezTo>
                      <a:pt x="1092" y="3944"/>
                      <a:pt x="1126" y="3995"/>
                      <a:pt x="1229" y="4038"/>
                    </a:cubicBezTo>
                    <a:cubicBezTo>
                      <a:pt x="1315" y="4081"/>
                      <a:pt x="1410" y="4099"/>
                      <a:pt x="1504" y="4107"/>
                    </a:cubicBezTo>
                    <a:cubicBezTo>
                      <a:pt x="1539" y="4116"/>
                      <a:pt x="1573" y="4116"/>
                      <a:pt x="1607" y="4124"/>
                    </a:cubicBezTo>
                    <a:cubicBezTo>
                      <a:pt x="1642" y="4124"/>
                      <a:pt x="1667" y="4150"/>
                      <a:pt x="1702" y="4150"/>
                    </a:cubicBezTo>
                    <a:cubicBezTo>
                      <a:pt x="1719" y="4153"/>
                      <a:pt x="1734" y="4154"/>
                      <a:pt x="1749" y="4154"/>
                    </a:cubicBezTo>
                    <a:cubicBezTo>
                      <a:pt x="1778" y="4154"/>
                      <a:pt x="1805" y="4150"/>
                      <a:pt x="1839" y="4150"/>
                    </a:cubicBezTo>
                    <a:lnTo>
                      <a:pt x="1891" y="4150"/>
                    </a:lnTo>
                    <a:cubicBezTo>
                      <a:pt x="1904" y="4154"/>
                      <a:pt x="1917" y="4156"/>
                      <a:pt x="1931" y="4156"/>
                    </a:cubicBezTo>
                    <a:cubicBezTo>
                      <a:pt x="1945" y="4156"/>
                      <a:pt x="1960" y="4154"/>
                      <a:pt x="1977" y="4150"/>
                    </a:cubicBezTo>
                    <a:cubicBezTo>
                      <a:pt x="2003" y="4133"/>
                      <a:pt x="2020" y="4124"/>
                      <a:pt x="2054" y="4099"/>
                    </a:cubicBezTo>
                    <a:cubicBezTo>
                      <a:pt x="2088" y="4081"/>
                      <a:pt x="2114" y="4073"/>
                      <a:pt x="2149" y="4064"/>
                    </a:cubicBezTo>
                    <a:cubicBezTo>
                      <a:pt x="2243" y="4038"/>
                      <a:pt x="2338" y="4038"/>
                      <a:pt x="2432" y="4004"/>
                    </a:cubicBezTo>
                    <a:cubicBezTo>
                      <a:pt x="2509" y="3978"/>
                      <a:pt x="2587" y="3944"/>
                      <a:pt x="2673" y="3918"/>
                    </a:cubicBezTo>
                    <a:cubicBezTo>
                      <a:pt x="2750" y="3901"/>
                      <a:pt x="2776" y="3824"/>
                      <a:pt x="2827" y="3781"/>
                    </a:cubicBezTo>
                    <a:cubicBezTo>
                      <a:pt x="2887" y="3738"/>
                      <a:pt x="2930" y="3729"/>
                      <a:pt x="2982" y="3678"/>
                    </a:cubicBezTo>
                    <a:cubicBezTo>
                      <a:pt x="3008" y="3660"/>
                      <a:pt x="3016" y="3660"/>
                      <a:pt x="3033" y="3635"/>
                    </a:cubicBezTo>
                    <a:cubicBezTo>
                      <a:pt x="3042" y="3609"/>
                      <a:pt x="3068" y="3574"/>
                      <a:pt x="3076" y="3549"/>
                    </a:cubicBezTo>
                    <a:cubicBezTo>
                      <a:pt x="3094" y="3514"/>
                      <a:pt x="3137" y="3514"/>
                      <a:pt x="3137" y="3480"/>
                    </a:cubicBezTo>
                    <a:cubicBezTo>
                      <a:pt x="3145" y="3446"/>
                      <a:pt x="3162" y="3420"/>
                      <a:pt x="3171" y="3385"/>
                    </a:cubicBezTo>
                    <a:cubicBezTo>
                      <a:pt x="3188" y="3334"/>
                      <a:pt x="3197" y="3282"/>
                      <a:pt x="3222" y="3231"/>
                    </a:cubicBezTo>
                    <a:cubicBezTo>
                      <a:pt x="3231" y="3196"/>
                      <a:pt x="3257" y="3153"/>
                      <a:pt x="3283" y="3119"/>
                    </a:cubicBezTo>
                    <a:cubicBezTo>
                      <a:pt x="3326" y="3050"/>
                      <a:pt x="3360" y="2964"/>
                      <a:pt x="3394" y="2896"/>
                    </a:cubicBezTo>
                    <a:cubicBezTo>
                      <a:pt x="3463" y="2767"/>
                      <a:pt x="3601" y="2604"/>
                      <a:pt x="3575" y="2449"/>
                    </a:cubicBezTo>
                    <a:cubicBezTo>
                      <a:pt x="3558" y="2346"/>
                      <a:pt x="3549" y="2226"/>
                      <a:pt x="3506" y="2131"/>
                    </a:cubicBezTo>
                    <a:cubicBezTo>
                      <a:pt x="3489" y="2097"/>
                      <a:pt x="3463" y="2062"/>
                      <a:pt x="3463" y="2028"/>
                    </a:cubicBezTo>
                    <a:cubicBezTo>
                      <a:pt x="3454" y="1959"/>
                      <a:pt x="3480" y="1873"/>
                      <a:pt x="3489" y="1805"/>
                    </a:cubicBezTo>
                    <a:cubicBezTo>
                      <a:pt x="3506" y="1719"/>
                      <a:pt x="3497" y="1659"/>
                      <a:pt x="3480" y="1573"/>
                    </a:cubicBezTo>
                    <a:cubicBezTo>
                      <a:pt x="3463" y="1512"/>
                      <a:pt x="3463" y="1444"/>
                      <a:pt x="3454" y="1384"/>
                    </a:cubicBezTo>
                    <a:cubicBezTo>
                      <a:pt x="3437" y="1272"/>
                      <a:pt x="3403" y="1134"/>
                      <a:pt x="3334" y="1040"/>
                    </a:cubicBezTo>
                    <a:cubicBezTo>
                      <a:pt x="3308" y="1006"/>
                      <a:pt x="3274" y="997"/>
                      <a:pt x="3240" y="971"/>
                    </a:cubicBezTo>
                    <a:cubicBezTo>
                      <a:pt x="3214" y="954"/>
                      <a:pt x="3188" y="911"/>
                      <a:pt x="3171" y="885"/>
                    </a:cubicBezTo>
                    <a:cubicBezTo>
                      <a:pt x="3145" y="842"/>
                      <a:pt x="3128" y="791"/>
                      <a:pt x="3128" y="739"/>
                    </a:cubicBezTo>
                    <a:cubicBezTo>
                      <a:pt x="3128" y="696"/>
                      <a:pt x="3145" y="645"/>
                      <a:pt x="3119" y="602"/>
                    </a:cubicBezTo>
                    <a:cubicBezTo>
                      <a:pt x="3094" y="567"/>
                      <a:pt x="3059" y="542"/>
                      <a:pt x="3033" y="499"/>
                    </a:cubicBezTo>
                    <a:cubicBezTo>
                      <a:pt x="3016" y="447"/>
                      <a:pt x="2991" y="421"/>
                      <a:pt x="2948" y="387"/>
                    </a:cubicBezTo>
                    <a:cubicBezTo>
                      <a:pt x="2862" y="335"/>
                      <a:pt x="2784" y="284"/>
                      <a:pt x="2698" y="232"/>
                    </a:cubicBezTo>
                    <a:cubicBezTo>
                      <a:pt x="2655" y="207"/>
                      <a:pt x="2621" y="215"/>
                      <a:pt x="2578" y="198"/>
                    </a:cubicBezTo>
                    <a:cubicBezTo>
                      <a:pt x="2544" y="189"/>
                      <a:pt x="2484" y="146"/>
                      <a:pt x="2466" y="146"/>
                    </a:cubicBezTo>
                    <a:cubicBezTo>
                      <a:pt x="2453" y="151"/>
                      <a:pt x="2440" y="153"/>
                      <a:pt x="2428" y="153"/>
                    </a:cubicBezTo>
                    <a:cubicBezTo>
                      <a:pt x="2393" y="153"/>
                      <a:pt x="2363" y="135"/>
                      <a:pt x="2338" y="104"/>
                    </a:cubicBezTo>
                    <a:cubicBezTo>
                      <a:pt x="2303" y="78"/>
                      <a:pt x="2286" y="52"/>
                      <a:pt x="2243" y="35"/>
                    </a:cubicBezTo>
                    <a:cubicBezTo>
                      <a:pt x="2229" y="32"/>
                      <a:pt x="2213" y="31"/>
                      <a:pt x="2196" y="31"/>
                    </a:cubicBezTo>
                    <a:cubicBezTo>
                      <a:pt x="2162" y="31"/>
                      <a:pt x="2126" y="35"/>
                      <a:pt x="2097" y="35"/>
                    </a:cubicBezTo>
                    <a:cubicBezTo>
                      <a:pt x="2071" y="26"/>
                      <a:pt x="2054" y="26"/>
                      <a:pt x="2028" y="26"/>
                    </a:cubicBezTo>
                    <a:lnTo>
                      <a:pt x="1994" y="26"/>
                    </a:lnTo>
                    <a:lnTo>
                      <a:pt x="196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33" name="Google Shape;18133;p62"/>
              <p:cNvSpPr/>
              <p:nvPr/>
            </p:nvSpPr>
            <p:spPr>
              <a:xfrm>
                <a:off x="5186325" y="1332175"/>
                <a:ext cx="1975" cy="9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36" extrusionOk="0">
                    <a:moveTo>
                      <a:pt x="78" y="35"/>
                    </a:moveTo>
                    <a:lnTo>
                      <a:pt x="78" y="35"/>
                    </a:lnTo>
                    <a:cubicBezTo>
                      <a:pt x="52" y="26"/>
                      <a:pt x="35" y="9"/>
                      <a:pt x="9" y="9"/>
                    </a:cubicBezTo>
                    <a:cubicBezTo>
                      <a:pt x="9" y="9"/>
                      <a:pt x="9" y="1"/>
                      <a:pt x="1" y="1"/>
                    </a:cubicBezTo>
                    <a:lnTo>
                      <a:pt x="1" y="1"/>
                    </a:lnTo>
                    <a:cubicBezTo>
                      <a:pt x="9" y="1"/>
                      <a:pt x="9" y="9"/>
                      <a:pt x="9" y="9"/>
                    </a:cubicBezTo>
                    <a:cubicBezTo>
                      <a:pt x="35" y="9"/>
                      <a:pt x="52" y="26"/>
                      <a:pt x="78" y="35"/>
                    </a:cubicBezTo>
                    <a:close/>
                  </a:path>
                </a:pathLst>
              </a:custGeom>
              <a:solidFill>
                <a:srgbClr val="D2A7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34" name="Google Shape;18134;p62"/>
              <p:cNvSpPr/>
              <p:nvPr/>
            </p:nvSpPr>
            <p:spPr>
              <a:xfrm>
                <a:off x="5220050" y="1239175"/>
                <a:ext cx="13775" cy="4082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633" extrusionOk="0">
                    <a:moveTo>
                      <a:pt x="516" y="1633"/>
                    </a:moveTo>
                    <a:cubicBezTo>
                      <a:pt x="507" y="1564"/>
                      <a:pt x="533" y="1478"/>
                      <a:pt x="542" y="1410"/>
                    </a:cubicBezTo>
                    <a:cubicBezTo>
                      <a:pt x="550" y="1384"/>
                      <a:pt x="550" y="1358"/>
                      <a:pt x="550" y="1332"/>
                    </a:cubicBezTo>
                    <a:cubicBezTo>
                      <a:pt x="550" y="1358"/>
                      <a:pt x="550" y="1384"/>
                      <a:pt x="542" y="1410"/>
                    </a:cubicBezTo>
                    <a:cubicBezTo>
                      <a:pt x="533" y="1478"/>
                      <a:pt x="507" y="1564"/>
                      <a:pt x="516" y="1633"/>
                    </a:cubicBezTo>
                    <a:close/>
                    <a:moveTo>
                      <a:pt x="86" y="104"/>
                    </a:moveTo>
                    <a:cubicBezTo>
                      <a:pt x="69" y="52"/>
                      <a:pt x="44" y="26"/>
                      <a:pt x="1" y="1"/>
                    </a:cubicBezTo>
                    <a:cubicBezTo>
                      <a:pt x="44" y="26"/>
                      <a:pt x="69" y="52"/>
                      <a:pt x="86" y="104"/>
                    </a:cubicBezTo>
                    <a:close/>
                  </a:path>
                </a:pathLst>
              </a:custGeom>
              <a:solidFill>
                <a:srgbClr val="D2A7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35" name="Google Shape;18135;p62"/>
              <p:cNvSpPr/>
              <p:nvPr/>
            </p:nvSpPr>
            <p:spPr>
              <a:xfrm>
                <a:off x="5147875" y="1229300"/>
                <a:ext cx="87875" cy="103975"/>
              </a:xfrm>
              <a:custGeom>
                <a:avLst/>
                <a:gdLst/>
                <a:ahLst/>
                <a:cxnLst/>
                <a:rect l="l" t="t" r="r" b="b"/>
                <a:pathLst>
                  <a:path w="3515" h="4159" extrusionOk="0">
                    <a:moveTo>
                      <a:pt x="1891" y="0"/>
                    </a:moveTo>
                    <a:cubicBezTo>
                      <a:pt x="1848" y="0"/>
                      <a:pt x="1788" y="43"/>
                      <a:pt x="1753" y="61"/>
                    </a:cubicBezTo>
                    <a:cubicBezTo>
                      <a:pt x="1711" y="69"/>
                      <a:pt x="1676" y="78"/>
                      <a:pt x="1642" y="78"/>
                    </a:cubicBezTo>
                    <a:lnTo>
                      <a:pt x="1573" y="78"/>
                    </a:lnTo>
                    <a:cubicBezTo>
                      <a:pt x="1496" y="78"/>
                      <a:pt x="1418" y="104"/>
                      <a:pt x="1350" y="138"/>
                    </a:cubicBezTo>
                    <a:lnTo>
                      <a:pt x="1341" y="138"/>
                    </a:lnTo>
                    <a:cubicBezTo>
                      <a:pt x="1367" y="164"/>
                      <a:pt x="1401" y="189"/>
                      <a:pt x="1436" y="198"/>
                    </a:cubicBezTo>
                    <a:cubicBezTo>
                      <a:pt x="1444" y="207"/>
                      <a:pt x="1461" y="207"/>
                      <a:pt x="1479" y="215"/>
                    </a:cubicBezTo>
                    <a:cubicBezTo>
                      <a:pt x="1496" y="224"/>
                      <a:pt x="1504" y="241"/>
                      <a:pt x="1522" y="258"/>
                    </a:cubicBezTo>
                    <a:cubicBezTo>
                      <a:pt x="1547" y="275"/>
                      <a:pt x="1582" y="293"/>
                      <a:pt x="1607" y="301"/>
                    </a:cubicBezTo>
                    <a:cubicBezTo>
                      <a:pt x="1633" y="301"/>
                      <a:pt x="1650" y="293"/>
                      <a:pt x="1676" y="293"/>
                    </a:cubicBezTo>
                    <a:cubicBezTo>
                      <a:pt x="1685" y="293"/>
                      <a:pt x="1693" y="293"/>
                      <a:pt x="1711" y="301"/>
                    </a:cubicBezTo>
                    <a:cubicBezTo>
                      <a:pt x="1745" y="310"/>
                      <a:pt x="1762" y="335"/>
                      <a:pt x="1796" y="344"/>
                    </a:cubicBezTo>
                    <a:cubicBezTo>
                      <a:pt x="1822" y="353"/>
                      <a:pt x="1839" y="353"/>
                      <a:pt x="1865" y="370"/>
                    </a:cubicBezTo>
                    <a:cubicBezTo>
                      <a:pt x="1925" y="413"/>
                      <a:pt x="1977" y="464"/>
                      <a:pt x="2028" y="507"/>
                    </a:cubicBezTo>
                    <a:cubicBezTo>
                      <a:pt x="2080" y="559"/>
                      <a:pt x="2123" y="610"/>
                      <a:pt x="2183" y="645"/>
                    </a:cubicBezTo>
                    <a:cubicBezTo>
                      <a:pt x="2235" y="679"/>
                      <a:pt x="2295" y="696"/>
                      <a:pt x="2346" y="722"/>
                    </a:cubicBezTo>
                    <a:cubicBezTo>
                      <a:pt x="2389" y="748"/>
                      <a:pt x="2441" y="774"/>
                      <a:pt x="2484" y="808"/>
                    </a:cubicBezTo>
                    <a:cubicBezTo>
                      <a:pt x="2518" y="834"/>
                      <a:pt x="2552" y="860"/>
                      <a:pt x="2587" y="894"/>
                    </a:cubicBezTo>
                    <a:cubicBezTo>
                      <a:pt x="2613" y="920"/>
                      <a:pt x="2656" y="937"/>
                      <a:pt x="2681" y="963"/>
                    </a:cubicBezTo>
                    <a:cubicBezTo>
                      <a:pt x="2716" y="980"/>
                      <a:pt x="2724" y="1014"/>
                      <a:pt x="2742" y="1049"/>
                    </a:cubicBezTo>
                    <a:cubicBezTo>
                      <a:pt x="2784" y="1134"/>
                      <a:pt x="2802" y="1220"/>
                      <a:pt x="2819" y="1306"/>
                    </a:cubicBezTo>
                    <a:cubicBezTo>
                      <a:pt x="2827" y="1349"/>
                      <a:pt x="2827" y="1384"/>
                      <a:pt x="2827" y="1427"/>
                    </a:cubicBezTo>
                    <a:cubicBezTo>
                      <a:pt x="2827" y="1444"/>
                      <a:pt x="2827" y="1461"/>
                      <a:pt x="2827" y="1470"/>
                    </a:cubicBezTo>
                    <a:cubicBezTo>
                      <a:pt x="2827" y="1504"/>
                      <a:pt x="2819" y="1512"/>
                      <a:pt x="2810" y="1538"/>
                    </a:cubicBezTo>
                    <a:cubicBezTo>
                      <a:pt x="2793" y="1573"/>
                      <a:pt x="2802" y="1616"/>
                      <a:pt x="2802" y="1659"/>
                    </a:cubicBezTo>
                    <a:cubicBezTo>
                      <a:pt x="2802" y="1676"/>
                      <a:pt x="2802" y="1693"/>
                      <a:pt x="2802" y="1710"/>
                    </a:cubicBezTo>
                    <a:cubicBezTo>
                      <a:pt x="2810" y="1736"/>
                      <a:pt x="2819" y="1753"/>
                      <a:pt x="2819" y="1779"/>
                    </a:cubicBezTo>
                    <a:cubicBezTo>
                      <a:pt x="2819" y="1787"/>
                      <a:pt x="2810" y="1805"/>
                      <a:pt x="2810" y="1822"/>
                    </a:cubicBezTo>
                    <a:cubicBezTo>
                      <a:pt x="2810" y="1839"/>
                      <a:pt x="2802" y="1856"/>
                      <a:pt x="2802" y="1873"/>
                    </a:cubicBezTo>
                    <a:lnTo>
                      <a:pt x="2784" y="1908"/>
                    </a:lnTo>
                    <a:cubicBezTo>
                      <a:pt x="2776" y="1933"/>
                      <a:pt x="2776" y="1968"/>
                      <a:pt x="2776" y="1994"/>
                    </a:cubicBezTo>
                    <a:cubicBezTo>
                      <a:pt x="2767" y="2019"/>
                      <a:pt x="2767" y="2028"/>
                      <a:pt x="2759" y="2054"/>
                    </a:cubicBezTo>
                    <a:cubicBezTo>
                      <a:pt x="2759" y="2088"/>
                      <a:pt x="2742" y="2122"/>
                      <a:pt x="2750" y="2148"/>
                    </a:cubicBezTo>
                    <a:cubicBezTo>
                      <a:pt x="2750" y="2191"/>
                      <a:pt x="2793" y="2243"/>
                      <a:pt x="2810" y="2286"/>
                    </a:cubicBezTo>
                    <a:cubicBezTo>
                      <a:pt x="2819" y="2311"/>
                      <a:pt x="2827" y="2329"/>
                      <a:pt x="2819" y="2363"/>
                    </a:cubicBezTo>
                    <a:cubicBezTo>
                      <a:pt x="2819" y="2380"/>
                      <a:pt x="2802" y="2406"/>
                      <a:pt x="2802" y="2423"/>
                    </a:cubicBezTo>
                    <a:cubicBezTo>
                      <a:pt x="2784" y="2475"/>
                      <a:pt x="2784" y="2518"/>
                      <a:pt x="2767" y="2569"/>
                    </a:cubicBezTo>
                    <a:cubicBezTo>
                      <a:pt x="2750" y="2604"/>
                      <a:pt x="2724" y="2647"/>
                      <a:pt x="2707" y="2690"/>
                    </a:cubicBezTo>
                    <a:cubicBezTo>
                      <a:pt x="2699" y="2724"/>
                      <a:pt x="2681" y="2758"/>
                      <a:pt x="2673" y="2793"/>
                    </a:cubicBezTo>
                    <a:cubicBezTo>
                      <a:pt x="2664" y="2836"/>
                      <a:pt x="2647" y="2870"/>
                      <a:pt x="2638" y="2913"/>
                    </a:cubicBezTo>
                    <a:cubicBezTo>
                      <a:pt x="2621" y="2973"/>
                      <a:pt x="2613" y="3025"/>
                      <a:pt x="2578" y="3076"/>
                    </a:cubicBezTo>
                    <a:cubicBezTo>
                      <a:pt x="2552" y="3119"/>
                      <a:pt x="2527" y="3153"/>
                      <a:pt x="2518" y="3196"/>
                    </a:cubicBezTo>
                    <a:cubicBezTo>
                      <a:pt x="2510" y="3282"/>
                      <a:pt x="2492" y="3360"/>
                      <a:pt x="2432" y="3411"/>
                    </a:cubicBezTo>
                    <a:cubicBezTo>
                      <a:pt x="2389" y="3454"/>
                      <a:pt x="2346" y="3480"/>
                      <a:pt x="2312" y="3523"/>
                    </a:cubicBezTo>
                    <a:cubicBezTo>
                      <a:pt x="2295" y="3540"/>
                      <a:pt x="2286" y="3566"/>
                      <a:pt x="2269" y="3600"/>
                    </a:cubicBezTo>
                    <a:cubicBezTo>
                      <a:pt x="2260" y="3617"/>
                      <a:pt x="2243" y="3635"/>
                      <a:pt x="2235" y="3660"/>
                    </a:cubicBezTo>
                    <a:lnTo>
                      <a:pt x="2200" y="3686"/>
                    </a:lnTo>
                    <a:cubicBezTo>
                      <a:pt x="2200" y="3695"/>
                      <a:pt x="2192" y="3695"/>
                      <a:pt x="2183" y="3695"/>
                    </a:cubicBezTo>
                    <a:lnTo>
                      <a:pt x="2157" y="3695"/>
                    </a:lnTo>
                    <a:cubicBezTo>
                      <a:pt x="2149" y="3686"/>
                      <a:pt x="2140" y="3686"/>
                      <a:pt x="2132" y="3686"/>
                    </a:cubicBezTo>
                    <a:lnTo>
                      <a:pt x="2114" y="3686"/>
                    </a:lnTo>
                    <a:cubicBezTo>
                      <a:pt x="2106" y="3703"/>
                      <a:pt x="2080" y="3703"/>
                      <a:pt x="2063" y="3703"/>
                    </a:cubicBezTo>
                    <a:lnTo>
                      <a:pt x="1900" y="3703"/>
                    </a:lnTo>
                    <a:cubicBezTo>
                      <a:pt x="1865" y="3703"/>
                      <a:pt x="1831" y="3703"/>
                      <a:pt x="1796" y="3712"/>
                    </a:cubicBezTo>
                    <a:cubicBezTo>
                      <a:pt x="1762" y="3720"/>
                      <a:pt x="1736" y="3729"/>
                      <a:pt x="1702" y="3729"/>
                    </a:cubicBezTo>
                    <a:lnTo>
                      <a:pt x="1685" y="3729"/>
                    </a:lnTo>
                    <a:cubicBezTo>
                      <a:pt x="1668" y="3729"/>
                      <a:pt x="1659" y="3738"/>
                      <a:pt x="1650" y="3746"/>
                    </a:cubicBezTo>
                    <a:cubicBezTo>
                      <a:pt x="1642" y="3755"/>
                      <a:pt x="1633" y="3763"/>
                      <a:pt x="1616" y="3763"/>
                    </a:cubicBezTo>
                    <a:lnTo>
                      <a:pt x="1607" y="3763"/>
                    </a:lnTo>
                    <a:cubicBezTo>
                      <a:pt x="1564" y="3755"/>
                      <a:pt x="1522" y="3746"/>
                      <a:pt x="1470" y="3738"/>
                    </a:cubicBezTo>
                    <a:cubicBezTo>
                      <a:pt x="1427" y="3729"/>
                      <a:pt x="1367" y="3720"/>
                      <a:pt x="1324" y="3712"/>
                    </a:cubicBezTo>
                    <a:lnTo>
                      <a:pt x="1169" y="3712"/>
                    </a:lnTo>
                    <a:cubicBezTo>
                      <a:pt x="1161" y="3712"/>
                      <a:pt x="1144" y="3720"/>
                      <a:pt x="1135" y="3720"/>
                    </a:cubicBezTo>
                    <a:cubicBezTo>
                      <a:pt x="1118" y="3720"/>
                      <a:pt x="1101" y="3712"/>
                      <a:pt x="1083" y="3703"/>
                    </a:cubicBezTo>
                    <a:lnTo>
                      <a:pt x="989" y="3703"/>
                    </a:lnTo>
                    <a:cubicBezTo>
                      <a:pt x="972" y="3703"/>
                      <a:pt x="954" y="3703"/>
                      <a:pt x="946" y="3695"/>
                    </a:cubicBezTo>
                    <a:cubicBezTo>
                      <a:pt x="903" y="3660"/>
                      <a:pt x="877" y="3635"/>
                      <a:pt x="834" y="3626"/>
                    </a:cubicBezTo>
                    <a:cubicBezTo>
                      <a:pt x="791" y="3617"/>
                      <a:pt x="774" y="3592"/>
                      <a:pt x="740" y="3566"/>
                    </a:cubicBezTo>
                    <a:cubicBezTo>
                      <a:pt x="723" y="3549"/>
                      <a:pt x="654" y="3549"/>
                      <a:pt x="637" y="3531"/>
                    </a:cubicBezTo>
                    <a:cubicBezTo>
                      <a:pt x="619" y="3514"/>
                      <a:pt x="491" y="3437"/>
                      <a:pt x="482" y="3420"/>
                    </a:cubicBezTo>
                    <a:cubicBezTo>
                      <a:pt x="465" y="3394"/>
                      <a:pt x="456" y="3377"/>
                      <a:pt x="439" y="3351"/>
                    </a:cubicBezTo>
                    <a:cubicBezTo>
                      <a:pt x="413" y="3308"/>
                      <a:pt x="370" y="3274"/>
                      <a:pt x="336" y="3231"/>
                    </a:cubicBezTo>
                    <a:cubicBezTo>
                      <a:pt x="302" y="3188"/>
                      <a:pt x="267" y="3153"/>
                      <a:pt x="224" y="3119"/>
                    </a:cubicBezTo>
                    <a:cubicBezTo>
                      <a:pt x="173" y="3076"/>
                      <a:pt x="216" y="2990"/>
                      <a:pt x="173" y="2939"/>
                    </a:cubicBezTo>
                    <a:lnTo>
                      <a:pt x="147" y="2904"/>
                    </a:lnTo>
                    <a:cubicBezTo>
                      <a:pt x="138" y="2896"/>
                      <a:pt x="113" y="2896"/>
                      <a:pt x="95" y="2887"/>
                    </a:cubicBezTo>
                    <a:cubicBezTo>
                      <a:pt x="70" y="2879"/>
                      <a:pt x="61" y="2870"/>
                      <a:pt x="44" y="2853"/>
                    </a:cubicBezTo>
                    <a:cubicBezTo>
                      <a:pt x="35" y="2836"/>
                      <a:pt x="18" y="2827"/>
                      <a:pt x="1" y="2818"/>
                    </a:cubicBezTo>
                    <a:lnTo>
                      <a:pt x="1" y="2818"/>
                    </a:lnTo>
                    <a:cubicBezTo>
                      <a:pt x="1" y="2844"/>
                      <a:pt x="9" y="2861"/>
                      <a:pt x="9" y="2887"/>
                    </a:cubicBezTo>
                    <a:cubicBezTo>
                      <a:pt x="35" y="2982"/>
                      <a:pt x="78" y="3076"/>
                      <a:pt x="155" y="3136"/>
                    </a:cubicBezTo>
                    <a:lnTo>
                      <a:pt x="164" y="3136"/>
                    </a:lnTo>
                    <a:cubicBezTo>
                      <a:pt x="190" y="3162"/>
                      <a:pt x="207" y="3179"/>
                      <a:pt x="224" y="3214"/>
                    </a:cubicBezTo>
                    <a:cubicBezTo>
                      <a:pt x="250" y="3265"/>
                      <a:pt x="267" y="3291"/>
                      <a:pt x="319" y="3325"/>
                    </a:cubicBezTo>
                    <a:cubicBezTo>
                      <a:pt x="319" y="3325"/>
                      <a:pt x="327" y="3334"/>
                      <a:pt x="327" y="3334"/>
                    </a:cubicBezTo>
                    <a:cubicBezTo>
                      <a:pt x="396" y="3385"/>
                      <a:pt x="413" y="3454"/>
                      <a:pt x="448" y="3514"/>
                    </a:cubicBezTo>
                    <a:cubicBezTo>
                      <a:pt x="456" y="3531"/>
                      <a:pt x="465" y="3549"/>
                      <a:pt x="473" y="3566"/>
                    </a:cubicBezTo>
                    <a:cubicBezTo>
                      <a:pt x="491" y="3592"/>
                      <a:pt x="516" y="3626"/>
                      <a:pt x="542" y="3635"/>
                    </a:cubicBezTo>
                    <a:cubicBezTo>
                      <a:pt x="542" y="3635"/>
                      <a:pt x="542" y="3635"/>
                      <a:pt x="551" y="3643"/>
                    </a:cubicBezTo>
                    <a:cubicBezTo>
                      <a:pt x="602" y="3660"/>
                      <a:pt x="662" y="3643"/>
                      <a:pt x="723" y="3678"/>
                    </a:cubicBezTo>
                    <a:cubicBezTo>
                      <a:pt x="757" y="3703"/>
                      <a:pt x="791" y="3729"/>
                      <a:pt x="826" y="3755"/>
                    </a:cubicBezTo>
                    <a:lnTo>
                      <a:pt x="834" y="3755"/>
                    </a:lnTo>
                    <a:cubicBezTo>
                      <a:pt x="877" y="3789"/>
                      <a:pt x="937" y="3815"/>
                      <a:pt x="963" y="3858"/>
                    </a:cubicBezTo>
                    <a:cubicBezTo>
                      <a:pt x="1032" y="3944"/>
                      <a:pt x="1066" y="3995"/>
                      <a:pt x="1169" y="4038"/>
                    </a:cubicBezTo>
                    <a:cubicBezTo>
                      <a:pt x="1255" y="4081"/>
                      <a:pt x="1350" y="4099"/>
                      <a:pt x="1444" y="4107"/>
                    </a:cubicBezTo>
                    <a:cubicBezTo>
                      <a:pt x="1479" y="4116"/>
                      <a:pt x="1513" y="4116"/>
                      <a:pt x="1539" y="4116"/>
                    </a:cubicBezTo>
                    <a:cubicBezTo>
                      <a:pt x="1547" y="4116"/>
                      <a:pt x="1547" y="4124"/>
                      <a:pt x="1547" y="4124"/>
                    </a:cubicBezTo>
                    <a:cubicBezTo>
                      <a:pt x="1573" y="4124"/>
                      <a:pt x="1590" y="4141"/>
                      <a:pt x="1616" y="4150"/>
                    </a:cubicBezTo>
                    <a:lnTo>
                      <a:pt x="1642" y="4150"/>
                    </a:lnTo>
                    <a:cubicBezTo>
                      <a:pt x="1659" y="4159"/>
                      <a:pt x="1676" y="4159"/>
                      <a:pt x="1693" y="4159"/>
                    </a:cubicBezTo>
                    <a:cubicBezTo>
                      <a:pt x="1719" y="4159"/>
                      <a:pt x="1745" y="4150"/>
                      <a:pt x="1779" y="4150"/>
                    </a:cubicBezTo>
                    <a:lnTo>
                      <a:pt x="1831" y="4150"/>
                    </a:lnTo>
                    <a:cubicBezTo>
                      <a:pt x="1848" y="4150"/>
                      <a:pt x="1857" y="4159"/>
                      <a:pt x="1865" y="4159"/>
                    </a:cubicBezTo>
                    <a:cubicBezTo>
                      <a:pt x="1882" y="4159"/>
                      <a:pt x="1900" y="4150"/>
                      <a:pt x="1917" y="4150"/>
                    </a:cubicBezTo>
                    <a:cubicBezTo>
                      <a:pt x="1943" y="4133"/>
                      <a:pt x="1960" y="4124"/>
                      <a:pt x="1994" y="4099"/>
                    </a:cubicBezTo>
                    <a:cubicBezTo>
                      <a:pt x="2028" y="4081"/>
                      <a:pt x="2054" y="4073"/>
                      <a:pt x="2089" y="4064"/>
                    </a:cubicBezTo>
                    <a:cubicBezTo>
                      <a:pt x="2183" y="4047"/>
                      <a:pt x="2278" y="4038"/>
                      <a:pt x="2363" y="4004"/>
                    </a:cubicBezTo>
                    <a:lnTo>
                      <a:pt x="2372" y="4004"/>
                    </a:lnTo>
                    <a:cubicBezTo>
                      <a:pt x="2449" y="3978"/>
                      <a:pt x="2527" y="3944"/>
                      <a:pt x="2613" y="3918"/>
                    </a:cubicBezTo>
                    <a:cubicBezTo>
                      <a:pt x="2690" y="3901"/>
                      <a:pt x="2716" y="3824"/>
                      <a:pt x="2767" y="3781"/>
                    </a:cubicBezTo>
                    <a:cubicBezTo>
                      <a:pt x="2827" y="3738"/>
                      <a:pt x="2870" y="3729"/>
                      <a:pt x="2922" y="3678"/>
                    </a:cubicBezTo>
                    <a:cubicBezTo>
                      <a:pt x="2948" y="3660"/>
                      <a:pt x="2956" y="3660"/>
                      <a:pt x="2973" y="3635"/>
                    </a:cubicBezTo>
                    <a:cubicBezTo>
                      <a:pt x="2982" y="3609"/>
                      <a:pt x="3008" y="3574"/>
                      <a:pt x="3016" y="3549"/>
                    </a:cubicBezTo>
                    <a:cubicBezTo>
                      <a:pt x="3034" y="3514"/>
                      <a:pt x="3077" y="3514"/>
                      <a:pt x="3077" y="3480"/>
                    </a:cubicBezTo>
                    <a:cubicBezTo>
                      <a:pt x="3085" y="3446"/>
                      <a:pt x="3102" y="3420"/>
                      <a:pt x="3111" y="3385"/>
                    </a:cubicBezTo>
                    <a:cubicBezTo>
                      <a:pt x="3128" y="3334"/>
                      <a:pt x="3137" y="3282"/>
                      <a:pt x="3162" y="3231"/>
                    </a:cubicBezTo>
                    <a:cubicBezTo>
                      <a:pt x="3171" y="3196"/>
                      <a:pt x="3197" y="3153"/>
                      <a:pt x="3223" y="3119"/>
                    </a:cubicBezTo>
                    <a:cubicBezTo>
                      <a:pt x="3266" y="3050"/>
                      <a:pt x="3300" y="2964"/>
                      <a:pt x="3334" y="2896"/>
                    </a:cubicBezTo>
                    <a:cubicBezTo>
                      <a:pt x="3403" y="2775"/>
                      <a:pt x="3515" y="2629"/>
                      <a:pt x="3515" y="2483"/>
                    </a:cubicBezTo>
                    <a:cubicBezTo>
                      <a:pt x="3515" y="2475"/>
                      <a:pt x="3515" y="2458"/>
                      <a:pt x="3515" y="2449"/>
                    </a:cubicBezTo>
                    <a:cubicBezTo>
                      <a:pt x="3498" y="2346"/>
                      <a:pt x="3489" y="2226"/>
                      <a:pt x="3446" y="2131"/>
                    </a:cubicBezTo>
                    <a:cubicBezTo>
                      <a:pt x="3429" y="2097"/>
                      <a:pt x="3403" y="2062"/>
                      <a:pt x="3403" y="2028"/>
                    </a:cubicBezTo>
                    <a:cubicBezTo>
                      <a:pt x="3394" y="1959"/>
                      <a:pt x="3420" y="1873"/>
                      <a:pt x="3429" y="1805"/>
                    </a:cubicBezTo>
                    <a:cubicBezTo>
                      <a:pt x="3437" y="1779"/>
                      <a:pt x="3437" y="1753"/>
                      <a:pt x="3437" y="1727"/>
                    </a:cubicBezTo>
                    <a:cubicBezTo>
                      <a:pt x="3437" y="1676"/>
                      <a:pt x="3429" y="1633"/>
                      <a:pt x="3420" y="1573"/>
                    </a:cubicBezTo>
                    <a:cubicBezTo>
                      <a:pt x="3403" y="1512"/>
                      <a:pt x="3403" y="1444"/>
                      <a:pt x="3394" y="1384"/>
                    </a:cubicBezTo>
                    <a:cubicBezTo>
                      <a:pt x="3377" y="1272"/>
                      <a:pt x="3343" y="1134"/>
                      <a:pt x="3274" y="1040"/>
                    </a:cubicBezTo>
                    <a:cubicBezTo>
                      <a:pt x="3248" y="1006"/>
                      <a:pt x="3214" y="997"/>
                      <a:pt x="3180" y="971"/>
                    </a:cubicBezTo>
                    <a:cubicBezTo>
                      <a:pt x="3154" y="954"/>
                      <a:pt x="3128" y="911"/>
                      <a:pt x="3111" y="885"/>
                    </a:cubicBezTo>
                    <a:cubicBezTo>
                      <a:pt x="3085" y="851"/>
                      <a:pt x="3068" y="799"/>
                      <a:pt x="3068" y="756"/>
                    </a:cubicBezTo>
                    <a:lnTo>
                      <a:pt x="3068" y="739"/>
                    </a:lnTo>
                    <a:cubicBezTo>
                      <a:pt x="3068" y="713"/>
                      <a:pt x="3077" y="688"/>
                      <a:pt x="3077" y="662"/>
                    </a:cubicBezTo>
                    <a:cubicBezTo>
                      <a:pt x="3077" y="645"/>
                      <a:pt x="3068" y="619"/>
                      <a:pt x="3059" y="602"/>
                    </a:cubicBezTo>
                    <a:cubicBezTo>
                      <a:pt x="3034" y="567"/>
                      <a:pt x="2999" y="542"/>
                      <a:pt x="2973" y="499"/>
                    </a:cubicBezTo>
                    <a:cubicBezTo>
                      <a:pt x="2956" y="447"/>
                      <a:pt x="2931" y="421"/>
                      <a:pt x="2888" y="396"/>
                    </a:cubicBezTo>
                    <a:cubicBezTo>
                      <a:pt x="2888" y="387"/>
                      <a:pt x="2888" y="387"/>
                      <a:pt x="2888" y="387"/>
                    </a:cubicBezTo>
                    <a:cubicBezTo>
                      <a:pt x="2802" y="335"/>
                      <a:pt x="2724" y="284"/>
                      <a:pt x="2638" y="232"/>
                    </a:cubicBezTo>
                    <a:cubicBezTo>
                      <a:pt x="2595" y="207"/>
                      <a:pt x="2561" y="215"/>
                      <a:pt x="2518" y="198"/>
                    </a:cubicBezTo>
                    <a:cubicBezTo>
                      <a:pt x="2484" y="189"/>
                      <a:pt x="2424" y="146"/>
                      <a:pt x="2406" y="146"/>
                    </a:cubicBezTo>
                    <a:cubicBezTo>
                      <a:pt x="2398" y="155"/>
                      <a:pt x="2381" y="155"/>
                      <a:pt x="2372" y="155"/>
                    </a:cubicBezTo>
                    <a:cubicBezTo>
                      <a:pt x="2338" y="155"/>
                      <a:pt x="2303" y="138"/>
                      <a:pt x="2278" y="104"/>
                    </a:cubicBezTo>
                    <a:cubicBezTo>
                      <a:pt x="2243" y="78"/>
                      <a:pt x="2226" y="52"/>
                      <a:pt x="2183" y="35"/>
                    </a:cubicBezTo>
                    <a:cubicBezTo>
                      <a:pt x="2169" y="32"/>
                      <a:pt x="2153" y="31"/>
                      <a:pt x="2136" y="31"/>
                    </a:cubicBezTo>
                    <a:cubicBezTo>
                      <a:pt x="2102" y="31"/>
                      <a:pt x="2066" y="35"/>
                      <a:pt x="2037" y="35"/>
                    </a:cubicBezTo>
                    <a:cubicBezTo>
                      <a:pt x="2011" y="26"/>
                      <a:pt x="1994" y="26"/>
                      <a:pt x="1968" y="26"/>
                    </a:cubicBezTo>
                    <a:lnTo>
                      <a:pt x="1934" y="26"/>
                    </a:lnTo>
                    <a:lnTo>
                      <a:pt x="1900" y="0"/>
                    </a:lnTo>
                    <a:close/>
                  </a:path>
                </a:pathLst>
              </a:custGeom>
              <a:solidFill>
                <a:srgbClr val="E7CC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36" name="Google Shape;18136;p62"/>
              <p:cNvSpPr/>
              <p:nvPr/>
            </p:nvSpPr>
            <p:spPr>
              <a:xfrm>
                <a:off x="5155825" y="1284075"/>
                <a:ext cx="56100" cy="4282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1713" extrusionOk="0">
                    <a:moveTo>
                      <a:pt x="69" y="0"/>
                    </a:moveTo>
                    <a:lnTo>
                      <a:pt x="35" y="78"/>
                    </a:lnTo>
                    <a:cubicBezTo>
                      <a:pt x="35" y="95"/>
                      <a:pt x="52" y="120"/>
                      <a:pt x="52" y="146"/>
                    </a:cubicBezTo>
                    <a:cubicBezTo>
                      <a:pt x="69" y="189"/>
                      <a:pt x="52" y="215"/>
                      <a:pt x="44" y="258"/>
                    </a:cubicBezTo>
                    <a:cubicBezTo>
                      <a:pt x="27" y="301"/>
                      <a:pt x="1" y="352"/>
                      <a:pt x="27" y="404"/>
                    </a:cubicBezTo>
                    <a:cubicBezTo>
                      <a:pt x="44" y="447"/>
                      <a:pt x="87" y="490"/>
                      <a:pt x="95" y="541"/>
                    </a:cubicBezTo>
                    <a:cubicBezTo>
                      <a:pt x="104" y="576"/>
                      <a:pt x="112" y="610"/>
                      <a:pt x="121" y="636"/>
                    </a:cubicBezTo>
                    <a:cubicBezTo>
                      <a:pt x="130" y="679"/>
                      <a:pt x="138" y="705"/>
                      <a:pt x="164" y="748"/>
                    </a:cubicBezTo>
                    <a:cubicBezTo>
                      <a:pt x="173" y="765"/>
                      <a:pt x="190" y="799"/>
                      <a:pt x="190" y="816"/>
                    </a:cubicBezTo>
                    <a:lnTo>
                      <a:pt x="198" y="851"/>
                    </a:lnTo>
                    <a:lnTo>
                      <a:pt x="198" y="859"/>
                    </a:lnTo>
                    <a:lnTo>
                      <a:pt x="198" y="894"/>
                    </a:lnTo>
                    <a:cubicBezTo>
                      <a:pt x="207" y="911"/>
                      <a:pt x="224" y="937"/>
                      <a:pt x="241" y="954"/>
                    </a:cubicBezTo>
                    <a:lnTo>
                      <a:pt x="258" y="988"/>
                    </a:lnTo>
                    <a:lnTo>
                      <a:pt x="267" y="1014"/>
                    </a:lnTo>
                    <a:cubicBezTo>
                      <a:pt x="284" y="1031"/>
                      <a:pt x="301" y="1048"/>
                      <a:pt x="310" y="1074"/>
                    </a:cubicBezTo>
                    <a:cubicBezTo>
                      <a:pt x="319" y="1091"/>
                      <a:pt x="319" y="1109"/>
                      <a:pt x="319" y="1126"/>
                    </a:cubicBezTo>
                    <a:cubicBezTo>
                      <a:pt x="319" y="1143"/>
                      <a:pt x="301" y="1160"/>
                      <a:pt x="301" y="1169"/>
                    </a:cubicBezTo>
                    <a:cubicBezTo>
                      <a:pt x="301" y="1203"/>
                      <a:pt x="327" y="1203"/>
                      <a:pt x="353" y="1212"/>
                    </a:cubicBezTo>
                    <a:cubicBezTo>
                      <a:pt x="370" y="1220"/>
                      <a:pt x="396" y="1237"/>
                      <a:pt x="413" y="1237"/>
                    </a:cubicBezTo>
                    <a:cubicBezTo>
                      <a:pt x="439" y="1246"/>
                      <a:pt x="456" y="1255"/>
                      <a:pt x="473" y="1263"/>
                    </a:cubicBezTo>
                    <a:lnTo>
                      <a:pt x="508" y="1306"/>
                    </a:lnTo>
                    <a:lnTo>
                      <a:pt x="516" y="1332"/>
                    </a:lnTo>
                    <a:lnTo>
                      <a:pt x="525" y="1358"/>
                    </a:lnTo>
                    <a:lnTo>
                      <a:pt x="525" y="1392"/>
                    </a:lnTo>
                    <a:cubicBezTo>
                      <a:pt x="533" y="1401"/>
                      <a:pt x="551" y="1418"/>
                      <a:pt x="568" y="1426"/>
                    </a:cubicBezTo>
                    <a:cubicBezTo>
                      <a:pt x="585" y="1435"/>
                      <a:pt x="602" y="1444"/>
                      <a:pt x="619" y="1452"/>
                    </a:cubicBezTo>
                    <a:lnTo>
                      <a:pt x="645" y="1487"/>
                    </a:lnTo>
                    <a:cubicBezTo>
                      <a:pt x="671" y="1504"/>
                      <a:pt x="705" y="1521"/>
                      <a:pt x="740" y="1538"/>
                    </a:cubicBezTo>
                    <a:cubicBezTo>
                      <a:pt x="765" y="1547"/>
                      <a:pt x="783" y="1555"/>
                      <a:pt x="808" y="1572"/>
                    </a:cubicBezTo>
                    <a:cubicBezTo>
                      <a:pt x="817" y="1581"/>
                      <a:pt x="826" y="1581"/>
                      <a:pt x="843" y="1590"/>
                    </a:cubicBezTo>
                    <a:cubicBezTo>
                      <a:pt x="851" y="1590"/>
                      <a:pt x="860" y="1598"/>
                      <a:pt x="877" y="1598"/>
                    </a:cubicBezTo>
                    <a:cubicBezTo>
                      <a:pt x="903" y="1615"/>
                      <a:pt x="929" y="1624"/>
                      <a:pt x="954" y="1641"/>
                    </a:cubicBezTo>
                    <a:cubicBezTo>
                      <a:pt x="972" y="1658"/>
                      <a:pt x="997" y="1658"/>
                      <a:pt x="1032" y="1658"/>
                    </a:cubicBezTo>
                    <a:lnTo>
                      <a:pt x="1109" y="1658"/>
                    </a:lnTo>
                    <a:cubicBezTo>
                      <a:pt x="1118" y="1661"/>
                      <a:pt x="1125" y="1662"/>
                      <a:pt x="1132" y="1662"/>
                    </a:cubicBezTo>
                    <a:cubicBezTo>
                      <a:pt x="1146" y="1662"/>
                      <a:pt x="1158" y="1658"/>
                      <a:pt x="1169" y="1658"/>
                    </a:cubicBezTo>
                    <a:cubicBezTo>
                      <a:pt x="1186" y="1658"/>
                      <a:pt x="1229" y="1676"/>
                      <a:pt x="1246" y="1684"/>
                    </a:cubicBezTo>
                    <a:lnTo>
                      <a:pt x="1281" y="1701"/>
                    </a:lnTo>
                    <a:cubicBezTo>
                      <a:pt x="1289" y="1710"/>
                      <a:pt x="1315" y="1710"/>
                      <a:pt x="1332" y="1710"/>
                    </a:cubicBezTo>
                    <a:cubicBezTo>
                      <a:pt x="1367" y="1710"/>
                      <a:pt x="1401" y="1710"/>
                      <a:pt x="1444" y="1701"/>
                    </a:cubicBezTo>
                    <a:cubicBezTo>
                      <a:pt x="1465" y="1701"/>
                      <a:pt x="1480" y="1712"/>
                      <a:pt x="1498" y="1712"/>
                    </a:cubicBezTo>
                    <a:cubicBezTo>
                      <a:pt x="1503" y="1712"/>
                      <a:pt x="1508" y="1712"/>
                      <a:pt x="1513" y="1710"/>
                    </a:cubicBezTo>
                    <a:lnTo>
                      <a:pt x="1547" y="1701"/>
                    </a:lnTo>
                    <a:cubicBezTo>
                      <a:pt x="1550" y="1698"/>
                      <a:pt x="1554" y="1697"/>
                      <a:pt x="1558" y="1697"/>
                    </a:cubicBezTo>
                    <a:cubicBezTo>
                      <a:pt x="1567" y="1697"/>
                      <a:pt x="1579" y="1701"/>
                      <a:pt x="1590" y="1701"/>
                    </a:cubicBezTo>
                    <a:cubicBezTo>
                      <a:pt x="1642" y="1693"/>
                      <a:pt x="1676" y="1684"/>
                      <a:pt x="1719" y="1684"/>
                    </a:cubicBezTo>
                    <a:cubicBezTo>
                      <a:pt x="1736" y="1687"/>
                      <a:pt x="1751" y="1688"/>
                      <a:pt x="1766" y="1688"/>
                    </a:cubicBezTo>
                    <a:cubicBezTo>
                      <a:pt x="1795" y="1688"/>
                      <a:pt x="1822" y="1684"/>
                      <a:pt x="1856" y="1684"/>
                    </a:cubicBezTo>
                    <a:cubicBezTo>
                      <a:pt x="1882" y="1684"/>
                      <a:pt x="1899" y="1667"/>
                      <a:pt x="1925" y="1650"/>
                    </a:cubicBezTo>
                    <a:cubicBezTo>
                      <a:pt x="1951" y="1633"/>
                      <a:pt x="1977" y="1624"/>
                      <a:pt x="1994" y="1615"/>
                    </a:cubicBezTo>
                    <a:cubicBezTo>
                      <a:pt x="2028" y="1590"/>
                      <a:pt x="2071" y="1598"/>
                      <a:pt x="2106" y="1581"/>
                    </a:cubicBezTo>
                    <a:cubicBezTo>
                      <a:pt x="2149" y="1564"/>
                      <a:pt x="2192" y="1512"/>
                      <a:pt x="2243" y="1504"/>
                    </a:cubicBezTo>
                    <a:cubicBezTo>
                      <a:pt x="2240" y="1494"/>
                      <a:pt x="2222" y="1490"/>
                      <a:pt x="2201" y="1490"/>
                    </a:cubicBezTo>
                    <a:cubicBezTo>
                      <a:pt x="2168" y="1490"/>
                      <a:pt x="2128" y="1498"/>
                      <a:pt x="2123" y="1504"/>
                    </a:cubicBezTo>
                    <a:cubicBezTo>
                      <a:pt x="2080" y="1512"/>
                      <a:pt x="2054" y="1529"/>
                      <a:pt x="2011" y="1538"/>
                    </a:cubicBezTo>
                    <a:cubicBezTo>
                      <a:pt x="1977" y="1538"/>
                      <a:pt x="1951" y="1547"/>
                      <a:pt x="1917" y="1555"/>
                    </a:cubicBezTo>
                    <a:cubicBezTo>
                      <a:pt x="1891" y="1564"/>
                      <a:pt x="1865" y="1581"/>
                      <a:pt x="1831" y="1590"/>
                    </a:cubicBezTo>
                    <a:cubicBezTo>
                      <a:pt x="1823" y="1592"/>
                      <a:pt x="1814" y="1593"/>
                      <a:pt x="1804" y="1593"/>
                    </a:cubicBezTo>
                    <a:cubicBezTo>
                      <a:pt x="1780" y="1593"/>
                      <a:pt x="1752" y="1587"/>
                      <a:pt x="1728" y="1581"/>
                    </a:cubicBezTo>
                    <a:lnTo>
                      <a:pt x="1590" y="1581"/>
                    </a:lnTo>
                    <a:cubicBezTo>
                      <a:pt x="1573" y="1581"/>
                      <a:pt x="1564" y="1572"/>
                      <a:pt x="1539" y="1564"/>
                    </a:cubicBezTo>
                    <a:lnTo>
                      <a:pt x="1470" y="1564"/>
                    </a:lnTo>
                    <a:cubicBezTo>
                      <a:pt x="1453" y="1564"/>
                      <a:pt x="1444" y="1555"/>
                      <a:pt x="1427" y="1555"/>
                    </a:cubicBezTo>
                    <a:cubicBezTo>
                      <a:pt x="1418" y="1552"/>
                      <a:pt x="1410" y="1551"/>
                      <a:pt x="1401" y="1551"/>
                    </a:cubicBezTo>
                    <a:cubicBezTo>
                      <a:pt x="1385" y="1551"/>
                      <a:pt x="1370" y="1555"/>
                      <a:pt x="1358" y="1555"/>
                    </a:cubicBezTo>
                    <a:cubicBezTo>
                      <a:pt x="1341" y="1547"/>
                      <a:pt x="1315" y="1547"/>
                      <a:pt x="1298" y="1538"/>
                    </a:cubicBezTo>
                    <a:cubicBezTo>
                      <a:pt x="1281" y="1529"/>
                      <a:pt x="1264" y="1521"/>
                      <a:pt x="1238" y="1512"/>
                    </a:cubicBezTo>
                    <a:cubicBezTo>
                      <a:pt x="1212" y="1504"/>
                      <a:pt x="1178" y="1504"/>
                      <a:pt x="1152" y="1487"/>
                    </a:cubicBezTo>
                    <a:cubicBezTo>
                      <a:pt x="1083" y="1452"/>
                      <a:pt x="1032" y="1418"/>
                      <a:pt x="963" y="1392"/>
                    </a:cubicBezTo>
                    <a:cubicBezTo>
                      <a:pt x="929" y="1383"/>
                      <a:pt x="911" y="1383"/>
                      <a:pt x="886" y="1366"/>
                    </a:cubicBezTo>
                    <a:lnTo>
                      <a:pt x="860" y="1340"/>
                    </a:lnTo>
                    <a:cubicBezTo>
                      <a:pt x="834" y="1315"/>
                      <a:pt x="808" y="1289"/>
                      <a:pt x="783" y="1255"/>
                    </a:cubicBezTo>
                    <a:cubicBezTo>
                      <a:pt x="765" y="1229"/>
                      <a:pt x="740" y="1212"/>
                      <a:pt x="714" y="1186"/>
                    </a:cubicBezTo>
                    <a:cubicBezTo>
                      <a:pt x="688" y="1169"/>
                      <a:pt x="688" y="1151"/>
                      <a:pt x="671" y="1134"/>
                    </a:cubicBezTo>
                    <a:cubicBezTo>
                      <a:pt x="654" y="1100"/>
                      <a:pt x="628" y="1074"/>
                      <a:pt x="611" y="1048"/>
                    </a:cubicBezTo>
                    <a:cubicBezTo>
                      <a:pt x="602" y="1031"/>
                      <a:pt x="594" y="1014"/>
                      <a:pt x="576" y="997"/>
                    </a:cubicBezTo>
                    <a:cubicBezTo>
                      <a:pt x="551" y="962"/>
                      <a:pt x="516" y="937"/>
                      <a:pt x="490" y="902"/>
                    </a:cubicBezTo>
                    <a:cubicBezTo>
                      <a:pt x="447" y="851"/>
                      <a:pt x="422" y="791"/>
                      <a:pt x="387" y="739"/>
                    </a:cubicBezTo>
                    <a:cubicBezTo>
                      <a:pt x="336" y="662"/>
                      <a:pt x="293" y="584"/>
                      <a:pt x="258" y="499"/>
                    </a:cubicBezTo>
                    <a:cubicBezTo>
                      <a:pt x="233" y="447"/>
                      <a:pt x="198" y="404"/>
                      <a:pt x="173" y="352"/>
                    </a:cubicBezTo>
                    <a:cubicBezTo>
                      <a:pt x="155" y="310"/>
                      <a:pt x="138" y="275"/>
                      <a:pt x="112" y="241"/>
                    </a:cubicBezTo>
                    <a:lnTo>
                      <a:pt x="95" y="224"/>
                    </a:lnTo>
                    <a:lnTo>
                      <a:pt x="87" y="198"/>
                    </a:lnTo>
                    <a:cubicBezTo>
                      <a:pt x="78" y="172"/>
                      <a:pt x="87" y="163"/>
                      <a:pt x="147" y="138"/>
                    </a:cubicBezTo>
                    <a:lnTo>
                      <a:pt x="112" y="103"/>
                    </a:lnTo>
                    <a:cubicBezTo>
                      <a:pt x="87" y="78"/>
                      <a:pt x="78" y="35"/>
                      <a:pt x="69" y="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37" name="Google Shape;18137;p62"/>
              <p:cNvSpPr/>
              <p:nvPr/>
            </p:nvSpPr>
            <p:spPr>
              <a:xfrm>
                <a:off x="5195775" y="1270325"/>
                <a:ext cx="33525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884" extrusionOk="0">
                    <a:moveTo>
                      <a:pt x="929" y="0"/>
                    </a:moveTo>
                    <a:lnTo>
                      <a:pt x="929" y="26"/>
                    </a:lnTo>
                    <a:lnTo>
                      <a:pt x="929" y="35"/>
                    </a:lnTo>
                    <a:cubicBezTo>
                      <a:pt x="937" y="52"/>
                      <a:pt x="946" y="61"/>
                      <a:pt x="954" y="69"/>
                    </a:cubicBezTo>
                    <a:cubicBezTo>
                      <a:pt x="972" y="86"/>
                      <a:pt x="989" y="103"/>
                      <a:pt x="1006" y="121"/>
                    </a:cubicBezTo>
                    <a:cubicBezTo>
                      <a:pt x="1015" y="129"/>
                      <a:pt x="1023" y="138"/>
                      <a:pt x="1032" y="146"/>
                    </a:cubicBezTo>
                    <a:cubicBezTo>
                      <a:pt x="1049" y="155"/>
                      <a:pt x="1075" y="155"/>
                      <a:pt x="1083" y="164"/>
                    </a:cubicBezTo>
                    <a:cubicBezTo>
                      <a:pt x="1100" y="172"/>
                      <a:pt x="1118" y="181"/>
                      <a:pt x="1135" y="189"/>
                    </a:cubicBezTo>
                    <a:cubicBezTo>
                      <a:pt x="1143" y="207"/>
                      <a:pt x="1152" y="224"/>
                      <a:pt x="1152" y="241"/>
                    </a:cubicBezTo>
                    <a:cubicBezTo>
                      <a:pt x="1152" y="267"/>
                      <a:pt x="1152" y="284"/>
                      <a:pt x="1143" y="310"/>
                    </a:cubicBezTo>
                    <a:cubicBezTo>
                      <a:pt x="1143" y="335"/>
                      <a:pt x="1143" y="353"/>
                      <a:pt x="1143" y="378"/>
                    </a:cubicBezTo>
                    <a:cubicBezTo>
                      <a:pt x="1135" y="421"/>
                      <a:pt x="1135" y="464"/>
                      <a:pt x="1118" y="507"/>
                    </a:cubicBezTo>
                    <a:cubicBezTo>
                      <a:pt x="1109" y="533"/>
                      <a:pt x="1100" y="550"/>
                      <a:pt x="1100" y="567"/>
                    </a:cubicBezTo>
                    <a:cubicBezTo>
                      <a:pt x="1092" y="585"/>
                      <a:pt x="1083" y="602"/>
                      <a:pt x="1083" y="619"/>
                    </a:cubicBezTo>
                    <a:cubicBezTo>
                      <a:pt x="1066" y="662"/>
                      <a:pt x="1049" y="705"/>
                      <a:pt x="1066" y="748"/>
                    </a:cubicBezTo>
                    <a:cubicBezTo>
                      <a:pt x="1075" y="774"/>
                      <a:pt x="1083" y="808"/>
                      <a:pt x="1083" y="842"/>
                    </a:cubicBezTo>
                    <a:lnTo>
                      <a:pt x="1083" y="868"/>
                    </a:lnTo>
                    <a:lnTo>
                      <a:pt x="1100" y="885"/>
                    </a:lnTo>
                    <a:lnTo>
                      <a:pt x="1092" y="911"/>
                    </a:lnTo>
                    <a:cubicBezTo>
                      <a:pt x="1083" y="937"/>
                      <a:pt x="1075" y="954"/>
                      <a:pt x="1066" y="980"/>
                    </a:cubicBezTo>
                    <a:lnTo>
                      <a:pt x="1049" y="1014"/>
                    </a:lnTo>
                    <a:lnTo>
                      <a:pt x="1032" y="1031"/>
                    </a:lnTo>
                    <a:lnTo>
                      <a:pt x="1023" y="1049"/>
                    </a:lnTo>
                    <a:cubicBezTo>
                      <a:pt x="997" y="1083"/>
                      <a:pt x="997" y="1117"/>
                      <a:pt x="963" y="1134"/>
                    </a:cubicBezTo>
                    <a:cubicBezTo>
                      <a:pt x="946" y="1152"/>
                      <a:pt x="920" y="1152"/>
                      <a:pt x="894" y="1160"/>
                    </a:cubicBezTo>
                    <a:cubicBezTo>
                      <a:pt x="851" y="1177"/>
                      <a:pt x="817" y="1203"/>
                      <a:pt x="783" y="1238"/>
                    </a:cubicBezTo>
                    <a:cubicBezTo>
                      <a:pt x="757" y="1255"/>
                      <a:pt x="731" y="1272"/>
                      <a:pt x="722" y="1298"/>
                    </a:cubicBezTo>
                    <a:cubicBezTo>
                      <a:pt x="705" y="1323"/>
                      <a:pt x="705" y="1349"/>
                      <a:pt x="705" y="1375"/>
                    </a:cubicBezTo>
                    <a:cubicBezTo>
                      <a:pt x="697" y="1409"/>
                      <a:pt x="697" y="1444"/>
                      <a:pt x="671" y="1469"/>
                    </a:cubicBezTo>
                    <a:cubicBezTo>
                      <a:pt x="654" y="1495"/>
                      <a:pt x="628" y="1512"/>
                      <a:pt x="602" y="1538"/>
                    </a:cubicBezTo>
                    <a:cubicBezTo>
                      <a:pt x="585" y="1555"/>
                      <a:pt x="559" y="1564"/>
                      <a:pt x="542" y="1590"/>
                    </a:cubicBezTo>
                    <a:cubicBezTo>
                      <a:pt x="533" y="1598"/>
                      <a:pt x="525" y="1607"/>
                      <a:pt x="508" y="1616"/>
                    </a:cubicBezTo>
                    <a:cubicBezTo>
                      <a:pt x="490" y="1633"/>
                      <a:pt x="473" y="1641"/>
                      <a:pt x="456" y="1659"/>
                    </a:cubicBezTo>
                    <a:cubicBezTo>
                      <a:pt x="430" y="1676"/>
                      <a:pt x="405" y="1676"/>
                      <a:pt x="379" y="1693"/>
                    </a:cubicBezTo>
                    <a:cubicBezTo>
                      <a:pt x="353" y="1701"/>
                      <a:pt x="327" y="1710"/>
                      <a:pt x="301" y="1710"/>
                    </a:cubicBezTo>
                    <a:cubicBezTo>
                      <a:pt x="290" y="1710"/>
                      <a:pt x="279" y="1706"/>
                      <a:pt x="267" y="1706"/>
                    </a:cubicBezTo>
                    <a:cubicBezTo>
                      <a:pt x="261" y="1706"/>
                      <a:pt x="256" y="1707"/>
                      <a:pt x="250" y="1710"/>
                    </a:cubicBezTo>
                    <a:cubicBezTo>
                      <a:pt x="233" y="1710"/>
                      <a:pt x="216" y="1727"/>
                      <a:pt x="198" y="1727"/>
                    </a:cubicBezTo>
                    <a:cubicBezTo>
                      <a:pt x="173" y="1736"/>
                      <a:pt x="147" y="1744"/>
                      <a:pt x="130" y="1762"/>
                    </a:cubicBezTo>
                    <a:cubicBezTo>
                      <a:pt x="95" y="1779"/>
                      <a:pt x="78" y="1787"/>
                      <a:pt x="44" y="1796"/>
                    </a:cubicBezTo>
                    <a:lnTo>
                      <a:pt x="9" y="1822"/>
                    </a:lnTo>
                    <a:cubicBezTo>
                      <a:pt x="1" y="1830"/>
                      <a:pt x="9" y="1839"/>
                      <a:pt x="27" y="1856"/>
                    </a:cubicBezTo>
                    <a:cubicBezTo>
                      <a:pt x="44" y="1865"/>
                      <a:pt x="61" y="1873"/>
                      <a:pt x="78" y="1882"/>
                    </a:cubicBezTo>
                    <a:cubicBezTo>
                      <a:pt x="82" y="1883"/>
                      <a:pt x="85" y="1884"/>
                      <a:pt x="89" y="1884"/>
                    </a:cubicBezTo>
                    <a:cubicBezTo>
                      <a:pt x="111" y="1884"/>
                      <a:pt x="133" y="1862"/>
                      <a:pt x="155" y="1848"/>
                    </a:cubicBezTo>
                    <a:cubicBezTo>
                      <a:pt x="173" y="1842"/>
                      <a:pt x="203" y="1832"/>
                      <a:pt x="229" y="1832"/>
                    </a:cubicBezTo>
                    <a:cubicBezTo>
                      <a:pt x="240" y="1832"/>
                      <a:pt x="250" y="1834"/>
                      <a:pt x="258" y="1839"/>
                    </a:cubicBezTo>
                    <a:lnTo>
                      <a:pt x="284" y="1848"/>
                    </a:lnTo>
                    <a:lnTo>
                      <a:pt x="310" y="1848"/>
                    </a:lnTo>
                    <a:cubicBezTo>
                      <a:pt x="327" y="1852"/>
                      <a:pt x="344" y="1852"/>
                      <a:pt x="362" y="1852"/>
                    </a:cubicBezTo>
                    <a:cubicBezTo>
                      <a:pt x="379" y="1852"/>
                      <a:pt x="396" y="1852"/>
                      <a:pt x="413" y="1856"/>
                    </a:cubicBezTo>
                    <a:lnTo>
                      <a:pt x="490" y="1856"/>
                    </a:lnTo>
                    <a:cubicBezTo>
                      <a:pt x="499" y="1865"/>
                      <a:pt x="508" y="1865"/>
                      <a:pt x="525" y="1865"/>
                    </a:cubicBezTo>
                    <a:cubicBezTo>
                      <a:pt x="551" y="1865"/>
                      <a:pt x="568" y="1856"/>
                      <a:pt x="594" y="1848"/>
                    </a:cubicBezTo>
                    <a:cubicBezTo>
                      <a:pt x="611" y="1830"/>
                      <a:pt x="645" y="1830"/>
                      <a:pt x="662" y="1813"/>
                    </a:cubicBezTo>
                    <a:lnTo>
                      <a:pt x="671" y="1796"/>
                    </a:lnTo>
                    <a:cubicBezTo>
                      <a:pt x="688" y="1787"/>
                      <a:pt x="714" y="1787"/>
                      <a:pt x="722" y="1779"/>
                    </a:cubicBezTo>
                    <a:cubicBezTo>
                      <a:pt x="757" y="1770"/>
                      <a:pt x="783" y="1770"/>
                      <a:pt x="808" y="1762"/>
                    </a:cubicBezTo>
                    <a:cubicBezTo>
                      <a:pt x="826" y="1753"/>
                      <a:pt x="843" y="1727"/>
                      <a:pt x="860" y="1727"/>
                    </a:cubicBezTo>
                    <a:cubicBezTo>
                      <a:pt x="877" y="1719"/>
                      <a:pt x="886" y="1719"/>
                      <a:pt x="894" y="1710"/>
                    </a:cubicBezTo>
                    <a:lnTo>
                      <a:pt x="911" y="1701"/>
                    </a:lnTo>
                    <a:cubicBezTo>
                      <a:pt x="920" y="1684"/>
                      <a:pt x="937" y="1676"/>
                      <a:pt x="946" y="1659"/>
                    </a:cubicBezTo>
                    <a:cubicBezTo>
                      <a:pt x="972" y="1633"/>
                      <a:pt x="989" y="1598"/>
                      <a:pt x="1006" y="1564"/>
                    </a:cubicBezTo>
                    <a:lnTo>
                      <a:pt x="1023" y="1547"/>
                    </a:lnTo>
                    <a:lnTo>
                      <a:pt x="1040" y="1530"/>
                    </a:lnTo>
                    <a:cubicBezTo>
                      <a:pt x="1049" y="1504"/>
                      <a:pt x="1075" y="1495"/>
                      <a:pt x="1092" y="1478"/>
                    </a:cubicBezTo>
                    <a:cubicBezTo>
                      <a:pt x="1118" y="1444"/>
                      <a:pt x="1143" y="1418"/>
                      <a:pt x="1178" y="1401"/>
                    </a:cubicBezTo>
                    <a:cubicBezTo>
                      <a:pt x="1195" y="1392"/>
                      <a:pt x="1212" y="1384"/>
                      <a:pt x="1221" y="1375"/>
                    </a:cubicBezTo>
                    <a:cubicBezTo>
                      <a:pt x="1238" y="1366"/>
                      <a:pt x="1255" y="1366"/>
                      <a:pt x="1272" y="1358"/>
                    </a:cubicBezTo>
                    <a:cubicBezTo>
                      <a:pt x="1289" y="1349"/>
                      <a:pt x="1298" y="1332"/>
                      <a:pt x="1307" y="1306"/>
                    </a:cubicBezTo>
                    <a:cubicBezTo>
                      <a:pt x="1315" y="1272"/>
                      <a:pt x="1324" y="1238"/>
                      <a:pt x="1315" y="1203"/>
                    </a:cubicBezTo>
                    <a:cubicBezTo>
                      <a:pt x="1315" y="1177"/>
                      <a:pt x="1307" y="1152"/>
                      <a:pt x="1307" y="1134"/>
                    </a:cubicBezTo>
                    <a:cubicBezTo>
                      <a:pt x="1307" y="1117"/>
                      <a:pt x="1307" y="1109"/>
                      <a:pt x="1307" y="1091"/>
                    </a:cubicBezTo>
                    <a:cubicBezTo>
                      <a:pt x="1315" y="1066"/>
                      <a:pt x="1324" y="1031"/>
                      <a:pt x="1332" y="1006"/>
                    </a:cubicBezTo>
                    <a:cubicBezTo>
                      <a:pt x="1341" y="971"/>
                      <a:pt x="1341" y="945"/>
                      <a:pt x="1341" y="920"/>
                    </a:cubicBezTo>
                    <a:cubicBezTo>
                      <a:pt x="1341" y="885"/>
                      <a:pt x="1324" y="860"/>
                      <a:pt x="1324" y="825"/>
                    </a:cubicBezTo>
                    <a:cubicBezTo>
                      <a:pt x="1315" y="791"/>
                      <a:pt x="1332" y="748"/>
                      <a:pt x="1315" y="705"/>
                    </a:cubicBezTo>
                    <a:cubicBezTo>
                      <a:pt x="1307" y="679"/>
                      <a:pt x="1289" y="653"/>
                      <a:pt x="1281" y="628"/>
                    </a:cubicBezTo>
                    <a:cubicBezTo>
                      <a:pt x="1281" y="602"/>
                      <a:pt x="1281" y="585"/>
                      <a:pt x="1281" y="567"/>
                    </a:cubicBezTo>
                    <a:cubicBezTo>
                      <a:pt x="1289" y="542"/>
                      <a:pt x="1281" y="524"/>
                      <a:pt x="1289" y="507"/>
                    </a:cubicBezTo>
                    <a:cubicBezTo>
                      <a:pt x="1298" y="490"/>
                      <a:pt x="1289" y="473"/>
                      <a:pt x="1289" y="456"/>
                    </a:cubicBezTo>
                    <a:cubicBezTo>
                      <a:pt x="1298" y="439"/>
                      <a:pt x="1307" y="421"/>
                      <a:pt x="1307" y="396"/>
                    </a:cubicBezTo>
                    <a:cubicBezTo>
                      <a:pt x="1307" y="378"/>
                      <a:pt x="1298" y="361"/>
                      <a:pt x="1298" y="335"/>
                    </a:cubicBezTo>
                    <a:lnTo>
                      <a:pt x="1289" y="318"/>
                    </a:lnTo>
                    <a:lnTo>
                      <a:pt x="1272" y="301"/>
                    </a:lnTo>
                    <a:cubicBezTo>
                      <a:pt x="1264" y="292"/>
                      <a:pt x="1264" y="267"/>
                      <a:pt x="1255" y="241"/>
                    </a:cubicBezTo>
                    <a:cubicBezTo>
                      <a:pt x="1246" y="215"/>
                      <a:pt x="1238" y="198"/>
                      <a:pt x="1221" y="172"/>
                    </a:cubicBezTo>
                    <a:cubicBezTo>
                      <a:pt x="1212" y="155"/>
                      <a:pt x="1195" y="129"/>
                      <a:pt x="1178" y="121"/>
                    </a:cubicBezTo>
                    <a:lnTo>
                      <a:pt x="1152" y="103"/>
                    </a:lnTo>
                    <a:cubicBezTo>
                      <a:pt x="1135" y="86"/>
                      <a:pt x="1126" y="78"/>
                      <a:pt x="1118" y="69"/>
                    </a:cubicBezTo>
                    <a:cubicBezTo>
                      <a:pt x="1092" y="61"/>
                      <a:pt x="1075" y="52"/>
                      <a:pt x="1049" y="43"/>
                    </a:cubicBezTo>
                    <a:cubicBezTo>
                      <a:pt x="1032" y="43"/>
                      <a:pt x="1023" y="35"/>
                      <a:pt x="1006" y="35"/>
                    </a:cubicBezTo>
                    <a:lnTo>
                      <a:pt x="972" y="35"/>
                    </a:lnTo>
                    <a:cubicBezTo>
                      <a:pt x="954" y="26"/>
                      <a:pt x="929" y="26"/>
                      <a:pt x="929" y="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38" name="Google Shape;18138;p62"/>
              <p:cNvSpPr/>
              <p:nvPr/>
            </p:nvSpPr>
            <p:spPr>
              <a:xfrm>
                <a:off x="5189125" y="1265875"/>
                <a:ext cx="36525" cy="50225"/>
              </a:xfrm>
              <a:custGeom>
                <a:avLst/>
                <a:gdLst/>
                <a:ahLst/>
                <a:cxnLst/>
                <a:rect l="l" t="t" r="r" b="b"/>
                <a:pathLst>
                  <a:path w="1461" h="2009" extrusionOk="0">
                    <a:moveTo>
                      <a:pt x="960" y="0"/>
                    </a:moveTo>
                    <a:cubicBezTo>
                      <a:pt x="935" y="0"/>
                      <a:pt x="929" y="94"/>
                      <a:pt x="937" y="101"/>
                    </a:cubicBezTo>
                    <a:lnTo>
                      <a:pt x="963" y="135"/>
                    </a:lnTo>
                    <a:cubicBezTo>
                      <a:pt x="980" y="161"/>
                      <a:pt x="1006" y="178"/>
                      <a:pt x="1031" y="204"/>
                    </a:cubicBezTo>
                    <a:cubicBezTo>
                      <a:pt x="1066" y="230"/>
                      <a:pt x="1092" y="273"/>
                      <a:pt x="1117" y="299"/>
                    </a:cubicBezTo>
                    <a:cubicBezTo>
                      <a:pt x="1143" y="324"/>
                      <a:pt x="1152" y="324"/>
                      <a:pt x="1160" y="359"/>
                    </a:cubicBezTo>
                    <a:cubicBezTo>
                      <a:pt x="1169" y="376"/>
                      <a:pt x="1177" y="393"/>
                      <a:pt x="1177" y="419"/>
                    </a:cubicBezTo>
                    <a:cubicBezTo>
                      <a:pt x="1177" y="436"/>
                      <a:pt x="1177" y="436"/>
                      <a:pt x="1177" y="453"/>
                    </a:cubicBezTo>
                    <a:cubicBezTo>
                      <a:pt x="1195" y="505"/>
                      <a:pt x="1212" y="556"/>
                      <a:pt x="1212" y="608"/>
                    </a:cubicBezTo>
                    <a:cubicBezTo>
                      <a:pt x="1220" y="677"/>
                      <a:pt x="1220" y="754"/>
                      <a:pt x="1220" y="831"/>
                    </a:cubicBezTo>
                    <a:cubicBezTo>
                      <a:pt x="1229" y="874"/>
                      <a:pt x="1212" y="917"/>
                      <a:pt x="1203" y="969"/>
                    </a:cubicBezTo>
                    <a:cubicBezTo>
                      <a:pt x="1195" y="995"/>
                      <a:pt x="1177" y="1020"/>
                      <a:pt x="1160" y="1046"/>
                    </a:cubicBezTo>
                    <a:cubicBezTo>
                      <a:pt x="1134" y="1089"/>
                      <a:pt x="1143" y="1132"/>
                      <a:pt x="1117" y="1175"/>
                    </a:cubicBezTo>
                    <a:cubicBezTo>
                      <a:pt x="1092" y="1209"/>
                      <a:pt x="1040" y="1252"/>
                      <a:pt x="997" y="1278"/>
                    </a:cubicBezTo>
                    <a:lnTo>
                      <a:pt x="945" y="1287"/>
                    </a:lnTo>
                    <a:lnTo>
                      <a:pt x="945" y="1330"/>
                    </a:lnTo>
                    <a:cubicBezTo>
                      <a:pt x="937" y="1381"/>
                      <a:pt x="902" y="1424"/>
                      <a:pt x="877" y="1458"/>
                    </a:cubicBezTo>
                    <a:cubicBezTo>
                      <a:pt x="868" y="1476"/>
                      <a:pt x="860" y="1501"/>
                      <a:pt x="851" y="1519"/>
                    </a:cubicBezTo>
                    <a:cubicBezTo>
                      <a:pt x="834" y="1536"/>
                      <a:pt x="834" y="1570"/>
                      <a:pt x="817" y="1587"/>
                    </a:cubicBezTo>
                    <a:cubicBezTo>
                      <a:pt x="799" y="1613"/>
                      <a:pt x="765" y="1622"/>
                      <a:pt x="731" y="1630"/>
                    </a:cubicBezTo>
                    <a:cubicBezTo>
                      <a:pt x="705" y="1630"/>
                      <a:pt x="671" y="1639"/>
                      <a:pt x="653" y="1665"/>
                    </a:cubicBezTo>
                    <a:cubicBezTo>
                      <a:pt x="645" y="1682"/>
                      <a:pt x="636" y="1699"/>
                      <a:pt x="636" y="1725"/>
                    </a:cubicBezTo>
                    <a:cubicBezTo>
                      <a:pt x="628" y="1733"/>
                      <a:pt x="619" y="1751"/>
                      <a:pt x="610" y="1759"/>
                    </a:cubicBezTo>
                    <a:cubicBezTo>
                      <a:pt x="593" y="1785"/>
                      <a:pt x="593" y="1794"/>
                      <a:pt x="559" y="1802"/>
                    </a:cubicBezTo>
                    <a:cubicBezTo>
                      <a:pt x="533" y="1811"/>
                      <a:pt x="499" y="1819"/>
                      <a:pt x="473" y="1828"/>
                    </a:cubicBezTo>
                    <a:cubicBezTo>
                      <a:pt x="421" y="1837"/>
                      <a:pt x="378" y="1854"/>
                      <a:pt x="327" y="1854"/>
                    </a:cubicBezTo>
                    <a:cubicBezTo>
                      <a:pt x="293" y="1862"/>
                      <a:pt x="258" y="1871"/>
                      <a:pt x="232" y="1879"/>
                    </a:cubicBezTo>
                    <a:cubicBezTo>
                      <a:pt x="208" y="1886"/>
                      <a:pt x="192" y="1892"/>
                      <a:pt x="173" y="1892"/>
                    </a:cubicBezTo>
                    <a:cubicBezTo>
                      <a:pt x="165" y="1892"/>
                      <a:pt x="157" y="1891"/>
                      <a:pt x="146" y="1888"/>
                    </a:cubicBezTo>
                    <a:cubicBezTo>
                      <a:pt x="129" y="1888"/>
                      <a:pt x="112" y="1879"/>
                      <a:pt x="86" y="1871"/>
                    </a:cubicBezTo>
                    <a:lnTo>
                      <a:pt x="43" y="1871"/>
                    </a:lnTo>
                    <a:cubicBezTo>
                      <a:pt x="0" y="1871"/>
                      <a:pt x="0" y="1897"/>
                      <a:pt x="9" y="1914"/>
                    </a:cubicBezTo>
                    <a:cubicBezTo>
                      <a:pt x="18" y="1922"/>
                      <a:pt x="35" y="1940"/>
                      <a:pt x="52" y="1948"/>
                    </a:cubicBezTo>
                    <a:lnTo>
                      <a:pt x="86" y="1957"/>
                    </a:lnTo>
                    <a:lnTo>
                      <a:pt x="103" y="1965"/>
                    </a:lnTo>
                    <a:lnTo>
                      <a:pt x="129" y="1974"/>
                    </a:lnTo>
                    <a:lnTo>
                      <a:pt x="164" y="1991"/>
                    </a:lnTo>
                    <a:cubicBezTo>
                      <a:pt x="172" y="1995"/>
                      <a:pt x="181" y="1995"/>
                      <a:pt x="189" y="1995"/>
                    </a:cubicBezTo>
                    <a:cubicBezTo>
                      <a:pt x="198" y="1995"/>
                      <a:pt x="207" y="1995"/>
                      <a:pt x="215" y="2000"/>
                    </a:cubicBezTo>
                    <a:cubicBezTo>
                      <a:pt x="232" y="2000"/>
                      <a:pt x="250" y="2008"/>
                      <a:pt x="258" y="2008"/>
                    </a:cubicBezTo>
                    <a:cubicBezTo>
                      <a:pt x="293" y="2008"/>
                      <a:pt x="344" y="2000"/>
                      <a:pt x="370" y="1983"/>
                    </a:cubicBezTo>
                    <a:cubicBezTo>
                      <a:pt x="378" y="1974"/>
                      <a:pt x="396" y="1957"/>
                      <a:pt x="413" y="1948"/>
                    </a:cubicBezTo>
                    <a:cubicBezTo>
                      <a:pt x="439" y="1940"/>
                      <a:pt x="482" y="1931"/>
                      <a:pt x="507" y="1931"/>
                    </a:cubicBezTo>
                    <a:cubicBezTo>
                      <a:pt x="514" y="1930"/>
                      <a:pt x="521" y="1930"/>
                      <a:pt x="527" y="1930"/>
                    </a:cubicBezTo>
                    <a:cubicBezTo>
                      <a:pt x="605" y="1930"/>
                      <a:pt x="678" y="1962"/>
                      <a:pt x="754" y="1962"/>
                    </a:cubicBezTo>
                    <a:cubicBezTo>
                      <a:pt x="780" y="1962"/>
                      <a:pt x="807" y="1959"/>
                      <a:pt x="834" y="1948"/>
                    </a:cubicBezTo>
                    <a:cubicBezTo>
                      <a:pt x="860" y="1940"/>
                      <a:pt x="868" y="1914"/>
                      <a:pt x="894" y="1897"/>
                    </a:cubicBezTo>
                    <a:cubicBezTo>
                      <a:pt x="911" y="1879"/>
                      <a:pt x="928" y="1862"/>
                      <a:pt x="937" y="1845"/>
                    </a:cubicBezTo>
                    <a:cubicBezTo>
                      <a:pt x="971" y="1794"/>
                      <a:pt x="988" y="1725"/>
                      <a:pt x="1014" y="1673"/>
                    </a:cubicBezTo>
                    <a:cubicBezTo>
                      <a:pt x="1023" y="1622"/>
                      <a:pt x="1040" y="1562"/>
                      <a:pt x="1066" y="1510"/>
                    </a:cubicBezTo>
                    <a:cubicBezTo>
                      <a:pt x="1083" y="1476"/>
                      <a:pt x="1109" y="1458"/>
                      <a:pt x="1143" y="1441"/>
                    </a:cubicBezTo>
                    <a:cubicBezTo>
                      <a:pt x="1186" y="1424"/>
                      <a:pt x="1220" y="1407"/>
                      <a:pt x="1263" y="1381"/>
                    </a:cubicBezTo>
                    <a:cubicBezTo>
                      <a:pt x="1306" y="1355"/>
                      <a:pt x="1349" y="1338"/>
                      <a:pt x="1375" y="1295"/>
                    </a:cubicBezTo>
                    <a:cubicBezTo>
                      <a:pt x="1401" y="1244"/>
                      <a:pt x="1401" y="1192"/>
                      <a:pt x="1409" y="1149"/>
                    </a:cubicBezTo>
                    <a:cubicBezTo>
                      <a:pt x="1418" y="1089"/>
                      <a:pt x="1444" y="1038"/>
                      <a:pt x="1435" y="977"/>
                    </a:cubicBezTo>
                    <a:cubicBezTo>
                      <a:pt x="1435" y="943"/>
                      <a:pt x="1427" y="909"/>
                      <a:pt x="1427" y="883"/>
                    </a:cubicBezTo>
                    <a:cubicBezTo>
                      <a:pt x="1418" y="840"/>
                      <a:pt x="1392" y="806"/>
                      <a:pt x="1401" y="763"/>
                    </a:cubicBezTo>
                    <a:cubicBezTo>
                      <a:pt x="1401" y="745"/>
                      <a:pt x="1401" y="720"/>
                      <a:pt x="1409" y="711"/>
                    </a:cubicBezTo>
                    <a:lnTo>
                      <a:pt x="1418" y="694"/>
                    </a:lnTo>
                    <a:cubicBezTo>
                      <a:pt x="1427" y="668"/>
                      <a:pt x="1435" y="642"/>
                      <a:pt x="1435" y="617"/>
                    </a:cubicBezTo>
                    <a:cubicBezTo>
                      <a:pt x="1444" y="582"/>
                      <a:pt x="1452" y="556"/>
                      <a:pt x="1461" y="522"/>
                    </a:cubicBezTo>
                    <a:cubicBezTo>
                      <a:pt x="1461" y="496"/>
                      <a:pt x="1452" y="453"/>
                      <a:pt x="1444" y="428"/>
                    </a:cubicBezTo>
                    <a:cubicBezTo>
                      <a:pt x="1435" y="402"/>
                      <a:pt x="1427" y="376"/>
                      <a:pt x="1401" y="359"/>
                    </a:cubicBezTo>
                    <a:cubicBezTo>
                      <a:pt x="1375" y="333"/>
                      <a:pt x="1341" y="316"/>
                      <a:pt x="1315" y="299"/>
                    </a:cubicBezTo>
                    <a:cubicBezTo>
                      <a:pt x="1298" y="273"/>
                      <a:pt x="1281" y="256"/>
                      <a:pt x="1255" y="239"/>
                    </a:cubicBezTo>
                    <a:cubicBezTo>
                      <a:pt x="1220" y="213"/>
                      <a:pt x="1203" y="178"/>
                      <a:pt x="1169" y="153"/>
                    </a:cubicBezTo>
                    <a:cubicBezTo>
                      <a:pt x="1134" y="135"/>
                      <a:pt x="1100" y="118"/>
                      <a:pt x="1066" y="92"/>
                    </a:cubicBezTo>
                    <a:cubicBezTo>
                      <a:pt x="1031" y="75"/>
                      <a:pt x="1006" y="32"/>
                      <a:pt x="971" y="7"/>
                    </a:cubicBezTo>
                    <a:cubicBezTo>
                      <a:pt x="967" y="2"/>
                      <a:pt x="963" y="0"/>
                      <a:pt x="960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39" name="Google Shape;18139;p62"/>
              <p:cNvSpPr/>
              <p:nvPr/>
            </p:nvSpPr>
            <p:spPr>
              <a:xfrm>
                <a:off x="5146375" y="1229300"/>
                <a:ext cx="784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3137" h="3188" extrusionOk="0">
                    <a:moveTo>
                      <a:pt x="1960" y="0"/>
                    </a:moveTo>
                    <a:cubicBezTo>
                      <a:pt x="1917" y="0"/>
                      <a:pt x="1856" y="43"/>
                      <a:pt x="1813" y="61"/>
                    </a:cubicBezTo>
                    <a:cubicBezTo>
                      <a:pt x="1753" y="78"/>
                      <a:pt x="1710" y="78"/>
                      <a:pt x="1659" y="78"/>
                    </a:cubicBezTo>
                    <a:cubicBezTo>
                      <a:pt x="1650" y="77"/>
                      <a:pt x="1641" y="76"/>
                      <a:pt x="1632" y="76"/>
                    </a:cubicBezTo>
                    <a:cubicBezTo>
                      <a:pt x="1555" y="76"/>
                      <a:pt x="1479" y="107"/>
                      <a:pt x="1410" y="138"/>
                    </a:cubicBezTo>
                    <a:cubicBezTo>
                      <a:pt x="1375" y="155"/>
                      <a:pt x="1332" y="155"/>
                      <a:pt x="1289" y="172"/>
                    </a:cubicBezTo>
                    <a:cubicBezTo>
                      <a:pt x="1229" y="189"/>
                      <a:pt x="1212" y="215"/>
                      <a:pt x="1169" y="250"/>
                    </a:cubicBezTo>
                    <a:cubicBezTo>
                      <a:pt x="1109" y="301"/>
                      <a:pt x="1057" y="353"/>
                      <a:pt x="997" y="413"/>
                    </a:cubicBezTo>
                    <a:cubicBezTo>
                      <a:pt x="946" y="464"/>
                      <a:pt x="894" y="533"/>
                      <a:pt x="808" y="533"/>
                    </a:cubicBezTo>
                    <a:cubicBezTo>
                      <a:pt x="748" y="533"/>
                      <a:pt x="645" y="602"/>
                      <a:pt x="636" y="671"/>
                    </a:cubicBezTo>
                    <a:cubicBezTo>
                      <a:pt x="611" y="765"/>
                      <a:pt x="645" y="782"/>
                      <a:pt x="559" y="868"/>
                    </a:cubicBezTo>
                    <a:cubicBezTo>
                      <a:pt x="533" y="903"/>
                      <a:pt x="508" y="937"/>
                      <a:pt x="473" y="954"/>
                    </a:cubicBezTo>
                    <a:cubicBezTo>
                      <a:pt x="447" y="971"/>
                      <a:pt x="439" y="1057"/>
                      <a:pt x="413" y="1066"/>
                    </a:cubicBezTo>
                    <a:cubicBezTo>
                      <a:pt x="396" y="1083"/>
                      <a:pt x="387" y="1100"/>
                      <a:pt x="370" y="1109"/>
                    </a:cubicBezTo>
                    <a:lnTo>
                      <a:pt x="344" y="1109"/>
                    </a:lnTo>
                    <a:lnTo>
                      <a:pt x="319" y="1152"/>
                    </a:lnTo>
                    <a:cubicBezTo>
                      <a:pt x="293" y="1169"/>
                      <a:pt x="267" y="1177"/>
                      <a:pt x="241" y="1186"/>
                    </a:cubicBezTo>
                    <a:cubicBezTo>
                      <a:pt x="173" y="1238"/>
                      <a:pt x="147" y="1306"/>
                      <a:pt x="121" y="1392"/>
                    </a:cubicBezTo>
                    <a:cubicBezTo>
                      <a:pt x="104" y="1427"/>
                      <a:pt x="78" y="1444"/>
                      <a:pt x="78" y="1487"/>
                    </a:cubicBezTo>
                    <a:cubicBezTo>
                      <a:pt x="69" y="1547"/>
                      <a:pt x="78" y="1590"/>
                      <a:pt x="87" y="1641"/>
                    </a:cubicBezTo>
                    <a:cubicBezTo>
                      <a:pt x="104" y="1744"/>
                      <a:pt x="26" y="1805"/>
                      <a:pt x="18" y="1899"/>
                    </a:cubicBezTo>
                    <a:cubicBezTo>
                      <a:pt x="18" y="1942"/>
                      <a:pt x="44" y="1968"/>
                      <a:pt x="52" y="2002"/>
                    </a:cubicBezTo>
                    <a:cubicBezTo>
                      <a:pt x="61" y="2037"/>
                      <a:pt x="52" y="2097"/>
                      <a:pt x="44" y="2131"/>
                    </a:cubicBezTo>
                    <a:cubicBezTo>
                      <a:pt x="35" y="2174"/>
                      <a:pt x="9" y="2226"/>
                      <a:pt x="1" y="2286"/>
                    </a:cubicBezTo>
                    <a:cubicBezTo>
                      <a:pt x="1" y="2320"/>
                      <a:pt x="9" y="2354"/>
                      <a:pt x="9" y="2397"/>
                    </a:cubicBezTo>
                    <a:cubicBezTo>
                      <a:pt x="26" y="2458"/>
                      <a:pt x="52" y="2501"/>
                      <a:pt x="78" y="2552"/>
                    </a:cubicBezTo>
                    <a:cubicBezTo>
                      <a:pt x="104" y="2612"/>
                      <a:pt x="69" y="2647"/>
                      <a:pt x="61" y="2707"/>
                    </a:cubicBezTo>
                    <a:cubicBezTo>
                      <a:pt x="52" y="2767"/>
                      <a:pt x="61" y="2836"/>
                      <a:pt x="69" y="2887"/>
                    </a:cubicBezTo>
                    <a:cubicBezTo>
                      <a:pt x="95" y="2982"/>
                      <a:pt x="138" y="3076"/>
                      <a:pt x="215" y="3136"/>
                    </a:cubicBezTo>
                    <a:cubicBezTo>
                      <a:pt x="233" y="3153"/>
                      <a:pt x="250" y="3171"/>
                      <a:pt x="267" y="3188"/>
                    </a:cubicBezTo>
                    <a:cubicBezTo>
                      <a:pt x="258" y="3171"/>
                      <a:pt x="258" y="3162"/>
                      <a:pt x="250" y="3145"/>
                    </a:cubicBezTo>
                    <a:cubicBezTo>
                      <a:pt x="241" y="3110"/>
                      <a:pt x="224" y="3076"/>
                      <a:pt x="215" y="3042"/>
                    </a:cubicBezTo>
                    <a:cubicBezTo>
                      <a:pt x="207" y="3016"/>
                      <a:pt x="207" y="2990"/>
                      <a:pt x="198" y="2964"/>
                    </a:cubicBezTo>
                    <a:cubicBezTo>
                      <a:pt x="198" y="2956"/>
                      <a:pt x="181" y="2939"/>
                      <a:pt x="181" y="2921"/>
                    </a:cubicBezTo>
                    <a:lnTo>
                      <a:pt x="198" y="2879"/>
                    </a:lnTo>
                    <a:cubicBezTo>
                      <a:pt x="250" y="2732"/>
                      <a:pt x="181" y="2586"/>
                      <a:pt x="181" y="2440"/>
                    </a:cubicBezTo>
                    <a:cubicBezTo>
                      <a:pt x="181" y="2354"/>
                      <a:pt x="198" y="2277"/>
                      <a:pt x="207" y="2200"/>
                    </a:cubicBezTo>
                    <a:cubicBezTo>
                      <a:pt x="207" y="2183"/>
                      <a:pt x="207" y="2157"/>
                      <a:pt x="207" y="2148"/>
                    </a:cubicBezTo>
                    <a:cubicBezTo>
                      <a:pt x="207" y="2140"/>
                      <a:pt x="215" y="2140"/>
                      <a:pt x="215" y="2122"/>
                    </a:cubicBezTo>
                    <a:lnTo>
                      <a:pt x="198" y="2114"/>
                    </a:lnTo>
                    <a:cubicBezTo>
                      <a:pt x="181" y="2071"/>
                      <a:pt x="181" y="2019"/>
                      <a:pt x="181" y="1976"/>
                    </a:cubicBezTo>
                    <a:cubicBezTo>
                      <a:pt x="164" y="1891"/>
                      <a:pt x="173" y="1796"/>
                      <a:pt x="233" y="1727"/>
                    </a:cubicBezTo>
                    <a:cubicBezTo>
                      <a:pt x="241" y="1710"/>
                      <a:pt x="250" y="1702"/>
                      <a:pt x="258" y="1684"/>
                    </a:cubicBezTo>
                    <a:cubicBezTo>
                      <a:pt x="258" y="1659"/>
                      <a:pt x="250" y="1641"/>
                      <a:pt x="250" y="1616"/>
                    </a:cubicBezTo>
                    <a:cubicBezTo>
                      <a:pt x="250" y="1598"/>
                      <a:pt x="250" y="1573"/>
                      <a:pt x="250" y="1547"/>
                    </a:cubicBezTo>
                    <a:cubicBezTo>
                      <a:pt x="258" y="1521"/>
                      <a:pt x="293" y="1495"/>
                      <a:pt x="301" y="1470"/>
                    </a:cubicBezTo>
                    <a:cubicBezTo>
                      <a:pt x="344" y="1418"/>
                      <a:pt x="405" y="1392"/>
                      <a:pt x="456" y="1349"/>
                    </a:cubicBezTo>
                    <a:cubicBezTo>
                      <a:pt x="465" y="1332"/>
                      <a:pt x="473" y="1323"/>
                      <a:pt x="482" y="1306"/>
                    </a:cubicBezTo>
                    <a:cubicBezTo>
                      <a:pt x="499" y="1289"/>
                      <a:pt x="490" y="1281"/>
                      <a:pt x="499" y="1255"/>
                    </a:cubicBezTo>
                    <a:cubicBezTo>
                      <a:pt x="499" y="1220"/>
                      <a:pt x="533" y="1195"/>
                      <a:pt x="559" y="1169"/>
                    </a:cubicBezTo>
                    <a:cubicBezTo>
                      <a:pt x="602" y="1134"/>
                      <a:pt x="636" y="1126"/>
                      <a:pt x="688" y="1126"/>
                    </a:cubicBezTo>
                    <a:cubicBezTo>
                      <a:pt x="697" y="1057"/>
                      <a:pt x="731" y="988"/>
                      <a:pt x="765" y="928"/>
                    </a:cubicBezTo>
                    <a:cubicBezTo>
                      <a:pt x="791" y="868"/>
                      <a:pt x="808" y="808"/>
                      <a:pt x="817" y="739"/>
                    </a:cubicBezTo>
                    <a:cubicBezTo>
                      <a:pt x="817" y="713"/>
                      <a:pt x="808" y="688"/>
                      <a:pt x="825" y="662"/>
                    </a:cubicBezTo>
                    <a:lnTo>
                      <a:pt x="825" y="645"/>
                    </a:lnTo>
                    <a:cubicBezTo>
                      <a:pt x="843" y="636"/>
                      <a:pt x="860" y="628"/>
                      <a:pt x="877" y="628"/>
                    </a:cubicBezTo>
                    <a:cubicBezTo>
                      <a:pt x="894" y="619"/>
                      <a:pt x="911" y="610"/>
                      <a:pt x="929" y="602"/>
                    </a:cubicBezTo>
                    <a:cubicBezTo>
                      <a:pt x="940" y="602"/>
                      <a:pt x="955" y="606"/>
                      <a:pt x="969" y="606"/>
                    </a:cubicBezTo>
                    <a:cubicBezTo>
                      <a:pt x="976" y="606"/>
                      <a:pt x="983" y="605"/>
                      <a:pt x="989" y="602"/>
                    </a:cubicBezTo>
                    <a:cubicBezTo>
                      <a:pt x="1006" y="593"/>
                      <a:pt x="1014" y="585"/>
                      <a:pt x="1023" y="576"/>
                    </a:cubicBezTo>
                    <a:cubicBezTo>
                      <a:pt x="1049" y="550"/>
                      <a:pt x="1075" y="542"/>
                      <a:pt x="1092" y="516"/>
                    </a:cubicBezTo>
                    <a:cubicBezTo>
                      <a:pt x="1118" y="490"/>
                      <a:pt x="1143" y="456"/>
                      <a:pt x="1161" y="430"/>
                    </a:cubicBezTo>
                    <a:cubicBezTo>
                      <a:pt x="1169" y="404"/>
                      <a:pt x="1178" y="387"/>
                      <a:pt x="1195" y="378"/>
                    </a:cubicBezTo>
                    <a:cubicBezTo>
                      <a:pt x="1212" y="361"/>
                      <a:pt x="1246" y="353"/>
                      <a:pt x="1272" y="353"/>
                    </a:cubicBezTo>
                    <a:cubicBezTo>
                      <a:pt x="1307" y="344"/>
                      <a:pt x="1332" y="335"/>
                      <a:pt x="1367" y="327"/>
                    </a:cubicBezTo>
                    <a:cubicBezTo>
                      <a:pt x="1410" y="310"/>
                      <a:pt x="1470" y="310"/>
                      <a:pt x="1496" y="267"/>
                    </a:cubicBezTo>
                    <a:cubicBezTo>
                      <a:pt x="1503" y="263"/>
                      <a:pt x="1516" y="261"/>
                      <a:pt x="1538" y="261"/>
                    </a:cubicBezTo>
                    <a:cubicBezTo>
                      <a:pt x="1570" y="261"/>
                      <a:pt x="1621" y="265"/>
                      <a:pt x="1702" y="275"/>
                    </a:cubicBezTo>
                    <a:cubicBezTo>
                      <a:pt x="1736" y="275"/>
                      <a:pt x="1994" y="301"/>
                      <a:pt x="2028" y="301"/>
                    </a:cubicBezTo>
                    <a:lnTo>
                      <a:pt x="2071" y="301"/>
                    </a:lnTo>
                    <a:cubicBezTo>
                      <a:pt x="2088" y="301"/>
                      <a:pt x="2106" y="293"/>
                      <a:pt x="2114" y="293"/>
                    </a:cubicBezTo>
                    <a:cubicBezTo>
                      <a:pt x="2131" y="301"/>
                      <a:pt x="2140" y="310"/>
                      <a:pt x="2149" y="318"/>
                    </a:cubicBezTo>
                    <a:cubicBezTo>
                      <a:pt x="2174" y="344"/>
                      <a:pt x="2200" y="378"/>
                      <a:pt x="2234" y="387"/>
                    </a:cubicBezTo>
                    <a:cubicBezTo>
                      <a:pt x="2277" y="404"/>
                      <a:pt x="2329" y="421"/>
                      <a:pt x="2372" y="421"/>
                    </a:cubicBezTo>
                    <a:cubicBezTo>
                      <a:pt x="2406" y="421"/>
                      <a:pt x="2441" y="396"/>
                      <a:pt x="2466" y="378"/>
                    </a:cubicBezTo>
                    <a:cubicBezTo>
                      <a:pt x="2484" y="370"/>
                      <a:pt x="2501" y="353"/>
                      <a:pt x="2518" y="353"/>
                    </a:cubicBezTo>
                    <a:lnTo>
                      <a:pt x="2544" y="370"/>
                    </a:lnTo>
                    <a:cubicBezTo>
                      <a:pt x="2561" y="387"/>
                      <a:pt x="2570" y="387"/>
                      <a:pt x="2587" y="396"/>
                    </a:cubicBezTo>
                    <a:cubicBezTo>
                      <a:pt x="2621" y="413"/>
                      <a:pt x="2655" y="430"/>
                      <a:pt x="2690" y="439"/>
                    </a:cubicBezTo>
                    <a:cubicBezTo>
                      <a:pt x="2724" y="447"/>
                      <a:pt x="2767" y="447"/>
                      <a:pt x="2793" y="464"/>
                    </a:cubicBezTo>
                    <a:lnTo>
                      <a:pt x="2819" y="490"/>
                    </a:lnTo>
                    <a:cubicBezTo>
                      <a:pt x="2836" y="499"/>
                      <a:pt x="2853" y="499"/>
                      <a:pt x="2870" y="507"/>
                    </a:cubicBezTo>
                    <a:cubicBezTo>
                      <a:pt x="2896" y="516"/>
                      <a:pt x="2913" y="524"/>
                      <a:pt x="2930" y="542"/>
                    </a:cubicBezTo>
                    <a:cubicBezTo>
                      <a:pt x="2956" y="550"/>
                      <a:pt x="2991" y="559"/>
                      <a:pt x="3008" y="567"/>
                    </a:cubicBezTo>
                    <a:cubicBezTo>
                      <a:pt x="3042" y="585"/>
                      <a:pt x="3068" y="610"/>
                      <a:pt x="3085" y="636"/>
                    </a:cubicBezTo>
                    <a:cubicBezTo>
                      <a:pt x="3102" y="653"/>
                      <a:pt x="3119" y="662"/>
                      <a:pt x="3137" y="679"/>
                    </a:cubicBezTo>
                    <a:cubicBezTo>
                      <a:pt x="3137" y="653"/>
                      <a:pt x="3137" y="628"/>
                      <a:pt x="3119" y="602"/>
                    </a:cubicBezTo>
                    <a:cubicBezTo>
                      <a:pt x="3094" y="567"/>
                      <a:pt x="3059" y="542"/>
                      <a:pt x="3033" y="499"/>
                    </a:cubicBezTo>
                    <a:cubicBezTo>
                      <a:pt x="3016" y="447"/>
                      <a:pt x="2991" y="421"/>
                      <a:pt x="2948" y="387"/>
                    </a:cubicBezTo>
                    <a:cubicBezTo>
                      <a:pt x="2862" y="335"/>
                      <a:pt x="2784" y="284"/>
                      <a:pt x="2698" y="232"/>
                    </a:cubicBezTo>
                    <a:cubicBezTo>
                      <a:pt x="2655" y="207"/>
                      <a:pt x="2621" y="215"/>
                      <a:pt x="2578" y="198"/>
                    </a:cubicBezTo>
                    <a:cubicBezTo>
                      <a:pt x="2544" y="189"/>
                      <a:pt x="2484" y="146"/>
                      <a:pt x="2466" y="146"/>
                    </a:cubicBezTo>
                    <a:cubicBezTo>
                      <a:pt x="2453" y="151"/>
                      <a:pt x="2440" y="153"/>
                      <a:pt x="2428" y="153"/>
                    </a:cubicBezTo>
                    <a:cubicBezTo>
                      <a:pt x="2393" y="153"/>
                      <a:pt x="2363" y="135"/>
                      <a:pt x="2338" y="104"/>
                    </a:cubicBezTo>
                    <a:cubicBezTo>
                      <a:pt x="2303" y="78"/>
                      <a:pt x="2286" y="52"/>
                      <a:pt x="2243" y="35"/>
                    </a:cubicBezTo>
                    <a:cubicBezTo>
                      <a:pt x="2229" y="32"/>
                      <a:pt x="2213" y="31"/>
                      <a:pt x="2196" y="31"/>
                    </a:cubicBezTo>
                    <a:cubicBezTo>
                      <a:pt x="2162" y="31"/>
                      <a:pt x="2126" y="35"/>
                      <a:pt x="2097" y="35"/>
                    </a:cubicBezTo>
                    <a:cubicBezTo>
                      <a:pt x="2071" y="26"/>
                      <a:pt x="2054" y="26"/>
                      <a:pt x="2028" y="26"/>
                    </a:cubicBezTo>
                    <a:lnTo>
                      <a:pt x="1994" y="26"/>
                    </a:lnTo>
                    <a:lnTo>
                      <a:pt x="1960" y="0"/>
                    </a:ln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40" name="Google Shape;18140;p62"/>
              <p:cNvSpPr/>
              <p:nvPr/>
            </p:nvSpPr>
            <p:spPr>
              <a:xfrm>
                <a:off x="5169575" y="1242175"/>
                <a:ext cx="56300" cy="26450"/>
              </a:xfrm>
              <a:custGeom>
                <a:avLst/>
                <a:gdLst/>
                <a:ahLst/>
                <a:cxnLst/>
                <a:rect l="l" t="t" r="r" b="b"/>
                <a:pathLst>
                  <a:path w="2252" h="1058" extrusionOk="0">
                    <a:moveTo>
                      <a:pt x="66" y="502"/>
                    </a:moveTo>
                    <a:cubicBezTo>
                      <a:pt x="56" y="513"/>
                      <a:pt x="49" y="526"/>
                      <a:pt x="45" y="539"/>
                    </a:cubicBezTo>
                    <a:lnTo>
                      <a:pt x="45" y="539"/>
                    </a:lnTo>
                    <a:cubicBezTo>
                      <a:pt x="52" y="528"/>
                      <a:pt x="58" y="516"/>
                      <a:pt x="66" y="502"/>
                    </a:cubicBezTo>
                    <a:close/>
                    <a:moveTo>
                      <a:pt x="45" y="539"/>
                    </a:moveTo>
                    <a:cubicBezTo>
                      <a:pt x="42" y="543"/>
                      <a:pt x="38" y="547"/>
                      <a:pt x="35" y="551"/>
                    </a:cubicBezTo>
                    <a:cubicBezTo>
                      <a:pt x="35" y="551"/>
                      <a:pt x="35" y="551"/>
                      <a:pt x="35" y="551"/>
                    </a:cubicBezTo>
                    <a:lnTo>
                      <a:pt x="35" y="551"/>
                    </a:lnTo>
                    <a:cubicBezTo>
                      <a:pt x="38" y="548"/>
                      <a:pt x="41" y="545"/>
                      <a:pt x="44" y="542"/>
                    </a:cubicBezTo>
                    <a:cubicBezTo>
                      <a:pt x="44" y="541"/>
                      <a:pt x="44" y="540"/>
                      <a:pt x="45" y="539"/>
                    </a:cubicBezTo>
                    <a:close/>
                    <a:moveTo>
                      <a:pt x="35" y="551"/>
                    </a:moveTo>
                    <a:lnTo>
                      <a:pt x="35" y="551"/>
                    </a:lnTo>
                    <a:cubicBezTo>
                      <a:pt x="19" y="568"/>
                      <a:pt x="1" y="589"/>
                      <a:pt x="1" y="611"/>
                    </a:cubicBezTo>
                    <a:cubicBezTo>
                      <a:pt x="1" y="594"/>
                      <a:pt x="26" y="568"/>
                      <a:pt x="35" y="551"/>
                    </a:cubicBezTo>
                    <a:close/>
                    <a:moveTo>
                      <a:pt x="1066" y="1"/>
                    </a:moveTo>
                    <a:cubicBezTo>
                      <a:pt x="1040" y="1"/>
                      <a:pt x="1014" y="9"/>
                      <a:pt x="997" y="9"/>
                    </a:cubicBezTo>
                    <a:cubicBezTo>
                      <a:pt x="980" y="14"/>
                      <a:pt x="965" y="14"/>
                      <a:pt x="951" y="14"/>
                    </a:cubicBezTo>
                    <a:cubicBezTo>
                      <a:pt x="937" y="14"/>
                      <a:pt x="924" y="14"/>
                      <a:pt x="911" y="18"/>
                    </a:cubicBezTo>
                    <a:cubicBezTo>
                      <a:pt x="894" y="18"/>
                      <a:pt x="868" y="18"/>
                      <a:pt x="860" y="27"/>
                    </a:cubicBezTo>
                    <a:cubicBezTo>
                      <a:pt x="825" y="44"/>
                      <a:pt x="817" y="61"/>
                      <a:pt x="782" y="70"/>
                    </a:cubicBezTo>
                    <a:cubicBezTo>
                      <a:pt x="714" y="87"/>
                      <a:pt x="654" y="95"/>
                      <a:pt x="585" y="104"/>
                    </a:cubicBezTo>
                    <a:cubicBezTo>
                      <a:pt x="559" y="104"/>
                      <a:pt x="525" y="121"/>
                      <a:pt x="499" y="138"/>
                    </a:cubicBezTo>
                    <a:cubicBezTo>
                      <a:pt x="482" y="147"/>
                      <a:pt x="490" y="164"/>
                      <a:pt x="482" y="173"/>
                    </a:cubicBezTo>
                    <a:cubicBezTo>
                      <a:pt x="473" y="216"/>
                      <a:pt x="430" y="233"/>
                      <a:pt x="396" y="259"/>
                    </a:cubicBezTo>
                    <a:cubicBezTo>
                      <a:pt x="353" y="284"/>
                      <a:pt x="310" y="319"/>
                      <a:pt x="258" y="345"/>
                    </a:cubicBezTo>
                    <a:cubicBezTo>
                      <a:pt x="190" y="370"/>
                      <a:pt x="112" y="422"/>
                      <a:pt x="78" y="482"/>
                    </a:cubicBezTo>
                    <a:cubicBezTo>
                      <a:pt x="73" y="489"/>
                      <a:pt x="70" y="495"/>
                      <a:pt x="66" y="502"/>
                    </a:cubicBezTo>
                    <a:lnTo>
                      <a:pt x="66" y="502"/>
                    </a:lnTo>
                    <a:cubicBezTo>
                      <a:pt x="74" y="493"/>
                      <a:pt x="84" y="486"/>
                      <a:pt x="95" y="482"/>
                    </a:cubicBezTo>
                    <a:cubicBezTo>
                      <a:pt x="104" y="473"/>
                      <a:pt x="121" y="465"/>
                      <a:pt x="138" y="456"/>
                    </a:cubicBezTo>
                    <a:cubicBezTo>
                      <a:pt x="172" y="448"/>
                      <a:pt x="207" y="448"/>
                      <a:pt x="233" y="439"/>
                    </a:cubicBezTo>
                    <a:cubicBezTo>
                      <a:pt x="276" y="422"/>
                      <a:pt x="310" y="405"/>
                      <a:pt x="336" y="388"/>
                    </a:cubicBezTo>
                    <a:cubicBezTo>
                      <a:pt x="344" y="379"/>
                      <a:pt x="355" y="377"/>
                      <a:pt x="366" y="377"/>
                    </a:cubicBezTo>
                    <a:cubicBezTo>
                      <a:pt x="376" y="377"/>
                      <a:pt x="387" y="379"/>
                      <a:pt x="396" y="379"/>
                    </a:cubicBezTo>
                    <a:cubicBezTo>
                      <a:pt x="422" y="379"/>
                      <a:pt x="439" y="379"/>
                      <a:pt x="465" y="370"/>
                    </a:cubicBezTo>
                    <a:cubicBezTo>
                      <a:pt x="482" y="362"/>
                      <a:pt x="507" y="362"/>
                      <a:pt x="525" y="353"/>
                    </a:cubicBezTo>
                    <a:cubicBezTo>
                      <a:pt x="533" y="345"/>
                      <a:pt x="542" y="336"/>
                      <a:pt x="559" y="336"/>
                    </a:cubicBezTo>
                    <a:lnTo>
                      <a:pt x="593" y="336"/>
                    </a:lnTo>
                    <a:cubicBezTo>
                      <a:pt x="611" y="327"/>
                      <a:pt x="619" y="319"/>
                      <a:pt x="628" y="319"/>
                    </a:cubicBezTo>
                    <a:cubicBezTo>
                      <a:pt x="645" y="310"/>
                      <a:pt x="662" y="310"/>
                      <a:pt x="679" y="302"/>
                    </a:cubicBezTo>
                    <a:lnTo>
                      <a:pt x="705" y="293"/>
                    </a:lnTo>
                    <a:cubicBezTo>
                      <a:pt x="731" y="284"/>
                      <a:pt x="757" y="284"/>
                      <a:pt x="782" y="276"/>
                    </a:cubicBezTo>
                    <a:cubicBezTo>
                      <a:pt x="800" y="267"/>
                      <a:pt x="817" y="267"/>
                      <a:pt x="834" y="267"/>
                    </a:cubicBezTo>
                    <a:cubicBezTo>
                      <a:pt x="843" y="267"/>
                      <a:pt x="860" y="259"/>
                      <a:pt x="868" y="250"/>
                    </a:cubicBezTo>
                    <a:lnTo>
                      <a:pt x="911" y="259"/>
                    </a:lnTo>
                    <a:lnTo>
                      <a:pt x="937" y="276"/>
                    </a:lnTo>
                    <a:cubicBezTo>
                      <a:pt x="963" y="293"/>
                      <a:pt x="989" y="302"/>
                      <a:pt x="1014" y="310"/>
                    </a:cubicBezTo>
                    <a:cubicBezTo>
                      <a:pt x="1032" y="310"/>
                      <a:pt x="1057" y="327"/>
                      <a:pt x="1075" y="327"/>
                    </a:cubicBezTo>
                    <a:lnTo>
                      <a:pt x="1117" y="319"/>
                    </a:lnTo>
                    <a:lnTo>
                      <a:pt x="1169" y="302"/>
                    </a:lnTo>
                    <a:lnTo>
                      <a:pt x="1186" y="293"/>
                    </a:lnTo>
                    <a:cubicBezTo>
                      <a:pt x="1190" y="291"/>
                      <a:pt x="1193" y="291"/>
                      <a:pt x="1197" y="291"/>
                    </a:cubicBezTo>
                    <a:cubicBezTo>
                      <a:pt x="1214" y="291"/>
                      <a:pt x="1234" y="302"/>
                      <a:pt x="1255" y="302"/>
                    </a:cubicBezTo>
                    <a:cubicBezTo>
                      <a:pt x="1315" y="310"/>
                      <a:pt x="1375" y="336"/>
                      <a:pt x="1444" y="353"/>
                    </a:cubicBezTo>
                    <a:cubicBezTo>
                      <a:pt x="1504" y="362"/>
                      <a:pt x="1573" y="396"/>
                      <a:pt x="1616" y="430"/>
                    </a:cubicBezTo>
                    <a:cubicBezTo>
                      <a:pt x="1650" y="448"/>
                      <a:pt x="1676" y="482"/>
                      <a:pt x="1710" y="499"/>
                    </a:cubicBezTo>
                    <a:cubicBezTo>
                      <a:pt x="1727" y="508"/>
                      <a:pt x="1745" y="516"/>
                      <a:pt x="1762" y="525"/>
                    </a:cubicBezTo>
                    <a:cubicBezTo>
                      <a:pt x="1796" y="534"/>
                      <a:pt x="1831" y="559"/>
                      <a:pt x="1856" y="585"/>
                    </a:cubicBezTo>
                    <a:cubicBezTo>
                      <a:pt x="1891" y="611"/>
                      <a:pt x="1908" y="637"/>
                      <a:pt x="1925" y="671"/>
                    </a:cubicBezTo>
                    <a:cubicBezTo>
                      <a:pt x="1934" y="688"/>
                      <a:pt x="1934" y="714"/>
                      <a:pt x="1942" y="723"/>
                    </a:cubicBezTo>
                    <a:cubicBezTo>
                      <a:pt x="1968" y="748"/>
                      <a:pt x="2002" y="766"/>
                      <a:pt x="2020" y="791"/>
                    </a:cubicBezTo>
                    <a:cubicBezTo>
                      <a:pt x="2045" y="808"/>
                      <a:pt x="2071" y="834"/>
                      <a:pt x="2088" y="869"/>
                    </a:cubicBezTo>
                    <a:cubicBezTo>
                      <a:pt x="2114" y="894"/>
                      <a:pt x="2123" y="937"/>
                      <a:pt x="2157" y="955"/>
                    </a:cubicBezTo>
                    <a:cubicBezTo>
                      <a:pt x="2183" y="972"/>
                      <a:pt x="2217" y="997"/>
                      <a:pt x="2234" y="1023"/>
                    </a:cubicBezTo>
                    <a:lnTo>
                      <a:pt x="2252" y="1058"/>
                    </a:lnTo>
                    <a:cubicBezTo>
                      <a:pt x="2252" y="1032"/>
                      <a:pt x="2234" y="1015"/>
                      <a:pt x="2226" y="997"/>
                    </a:cubicBezTo>
                    <a:cubicBezTo>
                      <a:pt x="2217" y="980"/>
                      <a:pt x="2209" y="972"/>
                      <a:pt x="2209" y="963"/>
                    </a:cubicBezTo>
                    <a:cubicBezTo>
                      <a:pt x="2209" y="937"/>
                      <a:pt x="2217" y="920"/>
                      <a:pt x="2209" y="903"/>
                    </a:cubicBezTo>
                    <a:cubicBezTo>
                      <a:pt x="2200" y="877"/>
                      <a:pt x="2191" y="860"/>
                      <a:pt x="2183" y="834"/>
                    </a:cubicBezTo>
                    <a:cubicBezTo>
                      <a:pt x="2174" y="817"/>
                      <a:pt x="2166" y="791"/>
                      <a:pt x="2157" y="774"/>
                    </a:cubicBezTo>
                    <a:cubicBezTo>
                      <a:pt x="2148" y="757"/>
                      <a:pt x="2140" y="731"/>
                      <a:pt x="2131" y="714"/>
                    </a:cubicBezTo>
                    <a:cubicBezTo>
                      <a:pt x="2114" y="680"/>
                      <a:pt x="2114" y="654"/>
                      <a:pt x="2097" y="619"/>
                    </a:cubicBezTo>
                    <a:cubicBezTo>
                      <a:pt x="2088" y="602"/>
                      <a:pt x="2063" y="568"/>
                      <a:pt x="2045" y="542"/>
                    </a:cubicBezTo>
                    <a:cubicBezTo>
                      <a:pt x="2037" y="534"/>
                      <a:pt x="2020" y="525"/>
                      <a:pt x="2002" y="516"/>
                    </a:cubicBezTo>
                    <a:cubicBezTo>
                      <a:pt x="1977" y="499"/>
                      <a:pt x="1959" y="473"/>
                      <a:pt x="1942" y="456"/>
                    </a:cubicBezTo>
                    <a:lnTo>
                      <a:pt x="1934" y="422"/>
                    </a:lnTo>
                    <a:cubicBezTo>
                      <a:pt x="1925" y="405"/>
                      <a:pt x="1908" y="396"/>
                      <a:pt x="1891" y="388"/>
                    </a:cubicBezTo>
                    <a:cubicBezTo>
                      <a:pt x="1874" y="370"/>
                      <a:pt x="1874" y="353"/>
                      <a:pt x="1856" y="327"/>
                    </a:cubicBezTo>
                    <a:cubicBezTo>
                      <a:pt x="1839" y="293"/>
                      <a:pt x="1822" y="250"/>
                      <a:pt x="1788" y="216"/>
                    </a:cubicBezTo>
                    <a:cubicBezTo>
                      <a:pt x="1770" y="198"/>
                      <a:pt x="1745" y="190"/>
                      <a:pt x="1727" y="181"/>
                    </a:cubicBezTo>
                    <a:cubicBezTo>
                      <a:pt x="1710" y="173"/>
                      <a:pt x="1693" y="164"/>
                      <a:pt x="1684" y="156"/>
                    </a:cubicBezTo>
                    <a:lnTo>
                      <a:pt x="1650" y="156"/>
                    </a:lnTo>
                    <a:lnTo>
                      <a:pt x="1616" y="147"/>
                    </a:lnTo>
                    <a:cubicBezTo>
                      <a:pt x="1581" y="147"/>
                      <a:pt x="1547" y="147"/>
                      <a:pt x="1521" y="138"/>
                    </a:cubicBezTo>
                    <a:cubicBezTo>
                      <a:pt x="1487" y="130"/>
                      <a:pt x="1453" y="130"/>
                      <a:pt x="1427" y="104"/>
                    </a:cubicBezTo>
                    <a:cubicBezTo>
                      <a:pt x="1410" y="87"/>
                      <a:pt x="1401" y="78"/>
                      <a:pt x="1375" y="70"/>
                    </a:cubicBezTo>
                    <a:cubicBezTo>
                      <a:pt x="1349" y="52"/>
                      <a:pt x="1324" y="35"/>
                      <a:pt x="1298" y="27"/>
                    </a:cubicBezTo>
                    <a:cubicBezTo>
                      <a:pt x="1264" y="9"/>
                      <a:pt x="1221" y="9"/>
                      <a:pt x="1178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41" name="Google Shape;18141;p62"/>
              <p:cNvSpPr/>
              <p:nvPr/>
            </p:nvSpPr>
            <p:spPr>
              <a:xfrm>
                <a:off x="5157250" y="1266250"/>
                <a:ext cx="45425" cy="58950"/>
              </a:xfrm>
              <a:custGeom>
                <a:avLst/>
                <a:gdLst/>
                <a:ahLst/>
                <a:cxnLst/>
                <a:rect l="l" t="t" r="r" b="b"/>
                <a:pathLst>
                  <a:path w="1817" h="2358" extrusionOk="0">
                    <a:moveTo>
                      <a:pt x="390" y="0"/>
                    </a:moveTo>
                    <a:cubicBezTo>
                      <a:pt x="373" y="17"/>
                      <a:pt x="356" y="43"/>
                      <a:pt x="348" y="69"/>
                    </a:cubicBezTo>
                    <a:cubicBezTo>
                      <a:pt x="339" y="95"/>
                      <a:pt x="322" y="129"/>
                      <a:pt x="305" y="155"/>
                    </a:cubicBezTo>
                    <a:cubicBezTo>
                      <a:pt x="270" y="206"/>
                      <a:pt x="201" y="258"/>
                      <a:pt x="150" y="301"/>
                    </a:cubicBezTo>
                    <a:cubicBezTo>
                      <a:pt x="98" y="344"/>
                      <a:pt x="64" y="395"/>
                      <a:pt x="47" y="455"/>
                    </a:cubicBezTo>
                    <a:cubicBezTo>
                      <a:pt x="38" y="498"/>
                      <a:pt x="12" y="541"/>
                      <a:pt x="12" y="584"/>
                    </a:cubicBezTo>
                    <a:cubicBezTo>
                      <a:pt x="12" y="619"/>
                      <a:pt x="21" y="644"/>
                      <a:pt x="21" y="670"/>
                    </a:cubicBezTo>
                    <a:cubicBezTo>
                      <a:pt x="12" y="687"/>
                      <a:pt x="12" y="713"/>
                      <a:pt x="12" y="730"/>
                    </a:cubicBezTo>
                    <a:cubicBezTo>
                      <a:pt x="12" y="756"/>
                      <a:pt x="4" y="791"/>
                      <a:pt x="21" y="816"/>
                    </a:cubicBezTo>
                    <a:cubicBezTo>
                      <a:pt x="21" y="833"/>
                      <a:pt x="38" y="851"/>
                      <a:pt x="38" y="868"/>
                    </a:cubicBezTo>
                    <a:cubicBezTo>
                      <a:pt x="38" y="885"/>
                      <a:pt x="38" y="902"/>
                      <a:pt x="38" y="911"/>
                    </a:cubicBezTo>
                    <a:cubicBezTo>
                      <a:pt x="25" y="905"/>
                      <a:pt x="17" y="903"/>
                      <a:pt x="12" y="903"/>
                    </a:cubicBezTo>
                    <a:cubicBezTo>
                      <a:pt x="1" y="903"/>
                      <a:pt x="7" y="913"/>
                      <a:pt x="12" y="919"/>
                    </a:cubicBezTo>
                    <a:cubicBezTo>
                      <a:pt x="12" y="945"/>
                      <a:pt x="21" y="971"/>
                      <a:pt x="30" y="997"/>
                    </a:cubicBezTo>
                    <a:cubicBezTo>
                      <a:pt x="47" y="1040"/>
                      <a:pt x="55" y="1083"/>
                      <a:pt x="73" y="1134"/>
                    </a:cubicBezTo>
                    <a:cubicBezTo>
                      <a:pt x="81" y="1169"/>
                      <a:pt x="98" y="1194"/>
                      <a:pt x="116" y="1229"/>
                    </a:cubicBezTo>
                    <a:cubicBezTo>
                      <a:pt x="141" y="1272"/>
                      <a:pt x="159" y="1323"/>
                      <a:pt x="176" y="1375"/>
                    </a:cubicBezTo>
                    <a:cubicBezTo>
                      <a:pt x="184" y="1409"/>
                      <a:pt x="201" y="1435"/>
                      <a:pt x="219" y="1461"/>
                    </a:cubicBezTo>
                    <a:cubicBezTo>
                      <a:pt x="236" y="1486"/>
                      <a:pt x="262" y="1495"/>
                      <a:pt x="279" y="1521"/>
                    </a:cubicBezTo>
                    <a:cubicBezTo>
                      <a:pt x="305" y="1538"/>
                      <a:pt x="322" y="1572"/>
                      <a:pt x="348" y="1598"/>
                    </a:cubicBezTo>
                    <a:cubicBezTo>
                      <a:pt x="373" y="1632"/>
                      <a:pt x="390" y="1667"/>
                      <a:pt x="433" y="1693"/>
                    </a:cubicBezTo>
                    <a:cubicBezTo>
                      <a:pt x="468" y="1727"/>
                      <a:pt x="528" y="1761"/>
                      <a:pt x="545" y="1796"/>
                    </a:cubicBezTo>
                    <a:cubicBezTo>
                      <a:pt x="571" y="1830"/>
                      <a:pt x="588" y="1873"/>
                      <a:pt x="597" y="1907"/>
                    </a:cubicBezTo>
                    <a:cubicBezTo>
                      <a:pt x="597" y="1925"/>
                      <a:pt x="605" y="1942"/>
                      <a:pt x="614" y="1959"/>
                    </a:cubicBezTo>
                    <a:lnTo>
                      <a:pt x="631" y="2002"/>
                    </a:lnTo>
                    <a:lnTo>
                      <a:pt x="665" y="2028"/>
                    </a:lnTo>
                    <a:cubicBezTo>
                      <a:pt x="691" y="2045"/>
                      <a:pt x="708" y="2045"/>
                      <a:pt x="734" y="2062"/>
                    </a:cubicBezTo>
                    <a:cubicBezTo>
                      <a:pt x="769" y="2079"/>
                      <a:pt x="751" y="2114"/>
                      <a:pt x="777" y="2131"/>
                    </a:cubicBezTo>
                    <a:cubicBezTo>
                      <a:pt x="794" y="2139"/>
                      <a:pt x="803" y="2139"/>
                      <a:pt x="820" y="2139"/>
                    </a:cubicBezTo>
                    <a:lnTo>
                      <a:pt x="846" y="2157"/>
                    </a:lnTo>
                    <a:cubicBezTo>
                      <a:pt x="872" y="2174"/>
                      <a:pt x="906" y="2217"/>
                      <a:pt x="940" y="2225"/>
                    </a:cubicBezTo>
                    <a:cubicBezTo>
                      <a:pt x="975" y="2242"/>
                      <a:pt x="1026" y="2268"/>
                      <a:pt x="1061" y="2294"/>
                    </a:cubicBezTo>
                    <a:cubicBezTo>
                      <a:pt x="1064" y="2296"/>
                      <a:pt x="1070" y="2297"/>
                      <a:pt x="1076" y="2297"/>
                    </a:cubicBezTo>
                    <a:cubicBezTo>
                      <a:pt x="1095" y="2297"/>
                      <a:pt x="1121" y="2292"/>
                      <a:pt x="1139" y="2292"/>
                    </a:cubicBezTo>
                    <a:cubicBezTo>
                      <a:pt x="1146" y="2292"/>
                      <a:pt x="1151" y="2292"/>
                      <a:pt x="1155" y="2294"/>
                    </a:cubicBezTo>
                    <a:cubicBezTo>
                      <a:pt x="1172" y="2303"/>
                      <a:pt x="1189" y="2311"/>
                      <a:pt x="1198" y="2320"/>
                    </a:cubicBezTo>
                    <a:cubicBezTo>
                      <a:pt x="1216" y="2329"/>
                      <a:pt x="1235" y="2332"/>
                      <a:pt x="1253" y="2332"/>
                    </a:cubicBezTo>
                    <a:cubicBezTo>
                      <a:pt x="1279" y="2332"/>
                      <a:pt x="1306" y="2327"/>
                      <a:pt x="1334" y="2327"/>
                    </a:cubicBezTo>
                    <a:cubicBezTo>
                      <a:pt x="1343" y="2327"/>
                      <a:pt x="1352" y="2327"/>
                      <a:pt x="1361" y="2328"/>
                    </a:cubicBezTo>
                    <a:cubicBezTo>
                      <a:pt x="1404" y="2337"/>
                      <a:pt x="1439" y="2354"/>
                      <a:pt x="1482" y="2354"/>
                    </a:cubicBezTo>
                    <a:cubicBezTo>
                      <a:pt x="1487" y="2357"/>
                      <a:pt x="1492" y="2358"/>
                      <a:pt x="1497" y="2358"/>
                    </a:cubicBezTo>
                    <a:cubicBezTo>
                      <a:pt x="1509" y="2358"/>
                      <a:pt x="1521" y="2352"/>
                      <a:pt x="1533" y="2346"/>
                    </a:cubicBezTo>
                    <a:cubicBezTo>
                      <a:pt x="1568" y="2337"/>
                      <a:pt x="1593" y="2337"/>
                      <a:pt x="1619" y="2328"/>
                    </a:cubicBezTo>
                    <a:cubicBezTo>
                      <a:pt x="1636" y="2324"/>
                      <a:pt x="1651" y="2324"/>
                      <a:pt x="1665" y="2324"/>
                    </a:cubicBezTo>
                    <a:cubicBezTo>
                      <a:pt x="1679" y="2324"/>
                      <a:pt x="1692" y="2324"/>
                      <a:pt x="1705" y="2320"/>
                    </a:cubicBezTo>
                    <a:cubicBezTo>
                      <a:pt x="1731" y="2320"/>
                      <a:pt x="1817" y="2303"/>
                      <a:pt x="1817" y="2277"/>
                    </a:cubicBezTo>
                    <a:cubicBezTo>
                      <a:pt x="1774" y="2268"/>
                      <a:pt x="1722" y="2268"/>
                      <a:pt x="1679" y="2268"/>
                    </a:cubicBezTo>
                    <a:cubicBezTo>
                      <a:pt x="1645" y="2268"/>
                      <a:pt x="1621" y="2257"/>
                      <a:pt x="1591" y="2257"/>
                    </a:cubicBezTo>
                    <a:cubicBezTo>
                      <a:pt x="1584" y="2257"/>
                      <a:pt x="1576" y="2258"/>
                      <a:pt x="1568" y="2260"/>
                    </a:cubicBezTo>
                    <a:cubicBezTo>
                      <a:pt x="1547" y="2260"/>
                      <a:pt x="1532" y="2271"/>
                      <a:pt x="1513" y="2271"/>
                    </a:cubicBezTo>
                    <a:cubicBezTo>
                      <a:pt x="1509" y="2271"/>
                      <a:pt x="1504" y="2270"/>
                      <a:pt x="1499" y="2268"/>
                    </a:cubicBezTo>
                    <a:cubicBezTo>
                      <a:pt x="1482" y="2268"/>
                      <a:pt x="1464" y="2260"/>
                      <a:pt x="1447" y="2251"/>
                    </a:cubicBezTo>
                    <a:lnTo>
                      <a:pt x="1413" y="2251"/>
                    </a:lnTo>
                    <a:lnTo>
                      <a:pt x="1387" y="2242"/>
                    </a:lnTo>
                    <a:cubicBezTo>
                      <a:pt x="1361" y="2234"/>
                      <a:pt x="1353" y="2234"/>
                      <a:pt x="1336" y="2217"/>
                    </a:cubicBezTo>
                    <a:cubicBezTo>
                      <a:pt x="1310" y="2208"/>
                      <a:pt x="1275" y="2191"/>
                      <a:pt x="1241" y="2182"/>
                    </a:cubicBezTo>
                    <a:cubicBezTo>
                      <a:pt x="1207" y="2174"/>
                      <a:pt x="1172" y="2157"/>
                      <a:pt x="1138" y="2139"/>
                    </a:cubicBezTo>
                    <a:cubicBezTo>
                      <a:pt x="1104" y="2122"/>
                      <a:pt x="1069" y="2105"/>
                      <a:pt x="1035" y="2088"/>
                    </a:cubicBezTo>
                    <a:cubicBezTo>
                      <a:pt x="1000" y="2079"/>
                      <a:pt x="966" y="2053"/>
                      <a:pt x="932" y="2028"/>
                    </a:cubicBezTo>
                    <a:cubicBezTo>
                      <a:pt x="889" y="2011"/>
                      <a:pt x="863" y="1993"/>
                      <a:pt x="829" y="1968"/>
                    </a:cubicBezTo>
                    <a:cubicBezTo>
                      <a:pt x="811" y="1950"/>
                      <a:pt x="794" y="1942"/>
                      <a:pt x="786" y="1933"/>
                    </a:cubicBezTo>
                    <a:cubicBezTo>
                      <a:pt x="769" y="1907"/>
                      <a:pt x="760" y="1882"/>
                      <a:pt x="743" y="1856"/>
                    </a:cubicBezTo>
                    <a:cubicBezTo>
                      <a:pt x="717" y="1822"/>
                      <a:pt x="683" y="1787"/>
                      <a:pt x="657" y="1744"/>
                    </a:cubicBezTo>
                    <a:cubicBezTo>
                      <a:pt x="640" y="1718"/>
                      <a:pt x="605" y="1684"/>
                      <a:pt x="579" y="1658"/>
                    </a:cubicBezTo>
                    <a:cubicBezTo>
                      <a:pt x="554" y="1615"/>
                      <a:pt x="528" y="1572"/>
                      <a:pt x="511" y="1529"/>
                    </a:cubicBezTo>
                    <a:cubicBezTo>
                      <a:pt x="485" y="1486"/>
                      <a:pt x="476" y="1443"/>
                      <a:pt x="459" y="1401"/>
                    </a:cubicBezTo>
                    <a:cubicBezTo>
                      <a:pt x="442" y="1383"/>
                      <a:pt x="442" y="1375"/>
                      <a:pt x="433" y="1349"/>
                    </a:cubicBezTo>
                    <a:lnTo>
                      <a:pt x="433" y="1323"/>
                    </a:lnTo>
                    <a:lnTo>
                      <a:pt x="433" y="1289"/>
                    </a:lnTo>
                    <a:cubicBezTo>
                      <a:pt x="416" y="1220"/>
                      <a:pt x="390" y="1151"/>
                      <a:pt x="365" y="1083"/>
                    </a:cubicBezTo>
                    <a:cubicBezTo>
                      <a:pt x="356" y="1048"/>
                      <a:pt x="365" y="1023"/>
                      <a:pt x="356" y="997"/>
                    </a:cubicBezTo>
                    <a:cubicBezTo>
                      <a:pt x="356" y="971"/>
                      <a:pt x="348" y="945"/>
                      <a:pt x="348" y="919"/>
                    </a:cubicBezTo>
                    <a:cubicBezTo>
                      <a:pt x="339" y="851"/>
                      <a:pt x="322" y="782"/>
                      <a:pt x="287" y="722"/>
                    </a:cubicBezTo>
                    <a:cubicBezTo>
                      <a:pt x="270" y="696"/>
                      <a:pt x="253" y="679"/>
                      <a:pt x="253" y="644"/>
                    </a:cubicBezTo>
                    <a:cubicBezTo>
                      <a:pt x="244" y="584"/>
                      <a:pt x="253" y="524"/>
                      <a:pt x="253" y="464"/>
                    </a:cubicBezTo>
                    <a:cubicBezTo>
                      <a:pt x="253" y="413"/>
                      <a:pt x="262" y="370"/>
                      <a:pt x="279" y="327"/>
                    </a:cubicBezTo>
                    <a:cubicBezTo>
                      <a:pt x="296" y="292"/>
                      <a:pt x="322" y="258"/>
                      <a:pt x="330" y="224"/>
                    </a:cubicBezTo>
                    <a:cubicBezTo>
                      <a:pt x="348" y="172"/>
                      <a:pt x="348" y="129"/>
                      <a:pt x="365" y="77"/>
                    </a:cubicBezTo>
                    <a:cubicBezTo>
                      <a:pt x="373" y="52"/>
                      <a:pt x="373" y="17"/>
                      <a:pt x="390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42" name="Google Shape;18142;p62"/>
              <p:cNvSpPr/>
              <p:nvPr/>
            </p:nvSpPr>
            <p:spPr>
              <a:xfrm>
                <a:off x="5169150" y="1253900"/>
                <a:ext cx="42125" cy="24175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967" extrusionOk="0">
                    <a:moveTo>
                      <a:pt x="1002" y="1"/>
                    </a:moveTo>
                    <a:cubicBezTo>
                      <a:pt x="973" y="1"/>
                      <a:pt x="944" y="7"/>
                      <a:pt x="920" y="13"/>
                    </a:cubicBezTo>
                    <a:cubicBezTo>
                      <a:pt x="877" y="22"/>
                      <a:pt x="842" y="22"/>
                      <a:pt x="799" y="22"/>
                    </a:cubicBezTo>
                    <a:cubicBezTo>
                      <a:pt x="791" y="26"/>
                      <a:pt x="782" y="26"/>
                      <a:pt x="774" y="26"/>
                    </a:cubicBezTo>
                    <a:cubicBezTo>
                      <a:pt x="765" y="26"/>
                      <a:pt x="756" y="26"/>
                      <a:pt x="748" y="30"/>
                    </a:cubicBezTo>
                    <a:cubicBezTo>
                      <a:pt x="696" y="56"/>
                      <a:pt x="645" y="65"/>
                      <a:pt x="593" y="82"/>
                    </a:cubicBezTo>
                    <a:cubicBezTo>
                      <a:pt x="559" y="90"/>
                      <a:pt x="524" y="108"/>
                      <a:pt x="490" y="125"/>
                    </a:cubicBezTo>
                    <a:lnTo>
                      <a:pt x="464" y="133"/>
                    </a:lnTo>
                    <a:cubicBezTo>
                      <a:pt x="456" y="150"/>
                      <a:pt x="447" y="168"/>
                      <a:pt x="447" y="176"/>
                    </a:cubicBezTo>
                    <a:cubicBezTo>
                      <a:pt x="439" y="219"/>
                      <a:pt x="404" y="219"/>
                      <a:pt x="370" y="228"/>
                    </a:cubicBezTo>
                    <a:cubicBezTo>
                      <a:pt x="318" y="245"/>
                      <a:pt x="275" y="262"/>
                      <a:pt x="241" y="297"/>
                    </a:cubicBezTo>
                    <a:cubicBezTo>
                      <a:pt x="215" y="322"/>
                      <a:pt x="198" y="357"/>
                      <a:pt x="181" y="382"/>
                    </a:cubicBezTo>
                    <a:cubicBezTo>
                      <a:pt x="155" y="425"/>
                      <a:pt x="121" y="460"/>
                      <a:pt x="112" y="511"/>
                    </a:cubicBezTo>
                    <a:cubicBezTo>
                      <a:pt x="112" y="520"/>
                      <a:pt x="104" y="561"/>
                      <a:pt x="87" y="563"/>
                    </a:cubicBezTo>
                    <a:lnTo>
                      <a:pt x="87" y="563"/>
                    </a:lnTo>
                    <a:cubicBezTo>
                      <a:pt x="88" y="561"/>
                      <a:pt x="89" y="561"/>
                      <a:pt x="89" y="561"/>
                    </a:cubicBezTo>
                    <a:lnTo>
                      <a:pt x="89" y="561"/>
                    </a:lnTo>
                    <a:cubicBezTo>
                      <a:pt x="89" y="561"/>
                      <a:pt x="88" y="561"/>
                      <a:pt x="86" y="563"/>
                    </a:cubicBezTo>
                    <a:cubicBezTo>
                      <a:pt x="87" y="563"/>
                      <a:pt x="87" y="563"/>
                      <a:pt x="87" y="563"/>
                    </a:cubicBezTo>
                    <a:lnTo>
                      <a:pt x="87" y="563"/>
                    </a:lnTo>
                    <a:cubicBezTo>
                      <a:pt x="84" y="568"/>
                      <a:pt x="75" y="581"/>
                      <a:pt x="69" y="597"/>
                    </a:cubicBezTo>
                    <a:cubicBezTo>
                      <a:pt x="52" y="649"/>
                      <a:pt x="18" y="692"/>
                      <a:pt x="26" y="743"/>
                    </a:cubicBezTo>
                    <a:cubicBezTo>
                      <a:pt x="35" y="795"/>
                      <a:pt x="0" y="864"/>
                      <a:pt x="18" y="907"/>
                    </a:cubicBezTo>
                    <a:lnTo>
                      <a:pt x="35" y="932"/>
                    </a:lnTo>
                    <a:lnTo>
                      <a:pt x="43" y="967"/>
                    </a:lnTo>
                    <a:lnTo>
                      <a:pt x="43" y="924"/>
                    </a:lnTo>
                    <a:lnTo>
                      <a:pt x="78" y="812"/>
                    </a:lnTo>
                    <a:cubicBezTo>
                      <a:pt x="103" y="760"/>
                      <a:pt x="146" y="760"/>
                      <a:pt x="164" y="709"/>
                    </a:cubicBezTo>
                    <a:cubicBezTo>
                      <a:pt x="181" y="649"/>
                      <a:pt x="215" y="632"/>
                      <a:pt x="267" y="606"/>
                    </a:cubicBezTo>
                    <a:cubicBezTo>
                      <a:pt x="293" y="597"/>
                      <a:pt x="310" y="580"/>
                      <a:pt x="327" y="563"/>
                    </a:cubicBezTo>
                    <a:cubicBezTo>
                      <a:pt x="344" y="546"/>
                      <a:pt x="361" y="537"/>
                      <a:pt x="378" y="520"/>
                    </a:cubicBezTo>
                    <a:cubicBezTo>
                      <a:pt x="387" y="494"/>
                      <a:pt x="396" y="468"/>
                      <a:pt x="421" y="451"/>
                    </a:cubicBezTo>
                    <a:cubicBezTo>
                      <a:pt x="447" y="434"/>
                      <a:pt x="482" y="434"/>
                      <a:pt x="507" y="425"/>
                    </a:cubicBezTo>
                    <a:cubicBezTo>
                      <a:pt x="524" y="408"/>
                      <a:pt x="542" y="400"/>
                      <a:pt x="567" y="391"/>
                    </a:cubicBezTo>
                    <a:cubicBezTo>
                      <a:pt x="602" y="374"/>
                      <a:pt x="628" y="339"/>
                      <a:pt x="662" y="322"/>
                    </a:cubicBezTo>
                    <a:cubicBezTo>
                      <a:pt x="688" y="305"/>
                      <a:pt x="705" y="297"/>
                      <a:pt x="739" y="297"/>
                    </a:cubicBezTo>
                    <a:cubicBezTo>
                      <a:pt x="791" y="297"/>
                      <a:pt x="842" y="279"/>
                      <a:pt x="885" y="271"/>
                    </a:cubicBezTo>
                    <a:cubicBezTo>
                      <a:pt x="945" y="262"/>
                      <a:pt x="1006" y="262"/>
                      <a:pt x="1057" y="245"/>
                    </a:cubicBezTo>
                    <a:cubicBezTo>
                      <a:pt x="1081" y="239"/>
                      <a:pt x="1110" y="233"/>
                      <a:pt x="1134" y="233"/>
                    </a:cubicBezTo>
                    <a:cubicBezTo>
                      <a:pt x="1144" y="233"/>
                      <a:pt x="1153" y="234"/>
                      <a:pt x="1160" y="236"/>
                    </a:cubicBezTo>
                    <a:lnTo>
                      <a:pt x="1186" y="254"/>
                    </a:lnTo>
                    <a:cubicBezTo>
                      <a:pt x="1238" y="271"/>
                      <a:pt x="1298" y="271"/>
                      <a:pt x="1349" y="271"/>
                    </a:cubicBezTo>
                    <a:cubicBezTo>
                      <a:pt x="1384" y="271"/>
                      <a:pt x="1401" y="262"/>
                      <a:pt x="1435" y="254"/>
                    </a:cubicBezTo>
                    <a:cubicBezTo>
                      <a:pt x="1440" y="252"/>
                      <a:pt x="1445" y="251"/>
                      <a:pt x="1451" y="251"/>
                    </a:cubicBezTo>
                    <a:cubicBezTo>
                      <a:pt x="1472" y="251"/>
                      <a:pt x="1494" y="262"/>
                      <a:pt x="1521" y="262"/>
                    </a:cubicBezTo>
                    <a:cubicBezTo>
                      <a:pt x="1573" y="279"/>
                      <a:pt x="1633" y="279"/>
                      <a:pt x="1684" y="305"/>
                    </a:cubicBezTo>
                    <a:cubicBezTo>
                      <a:pt x="1659" y="271"/>
                      <a:pt x="1633" y="245"/>
                      <a:pt x="1598" y="228"/>
                    </a:cubicBezTo>
                    <a:cubicBezTo>
                      <a:pt x="1573" y="211"/>
                      <a:pt x="1547" y="193"/>
                      <a:pt x="1530" y="176"/>
                    </a:cubicBezTo>
                    <a:cubicBezTo>
                      <a:pt x="1495" y="150"/>
                      <a:pt x="1461" y="142"/>
                      <a:pt x="1435" y="125"/>
                    </a:cubicBezTo>
                    <a:cubicBezTo>
                      <a:pt x="1401" y="108"/>
                      <a:pt x="1375" y="99"/>
                      <a:pt x="1349" y="90"/>
                    </a:cubicBezTo>
                    <a:lnTo>
                      <a:pt x="1323" y="82"/>
                    </a:lnTo>
                    <a:lnTo>
                      <a:pt x="1298" y="90"/>
                    </a:lnTo>
                    <a:cubicBezTo>
                      <a:pt x="1293" y="93"/>
                      <a:pt x="1288" y="94"/>
                      <a:pt x="1284" y="94"/>
                    </a:cubicBezTo>
                    <a:cubicBezTo>
                      <a:pt x="1275" y="94"/>
                      <a:pt x="1267" y="88"/>
                      <a:pt x="1255" y="82"/>
                    </a:cubicBezTo>
                    <a:cubicBezTo>
                      <a:pt x="1246" y="82"/>
                      <a:pt x="1229" y="82"/>
                      <a:pt x="1220" y="73"/>
                    </a:cubicBezTo>
                    <a:cubicBezTo>
                      <a:pt x="1195" y="65"/>
                      <a:pt x="1186" y="56"/>
                      <a:pt x="1160" y="47"/>
                    </a:cubicBezTo>
                    <a:cubicBezTo>
                      <a:pt x="1126" y="30"/>
                      <a:pt x="1083" y="13"/>
                      <a:pt x="1040" y="4"/>
                    </a:cubicBezTo>
                    <a:cubicBezTo>
                      <a:pt x="1027" y="2"/>
                      <a:pt x="1015" y="1"/>
                      <a:pt x="1002" y="1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43" name="Google Shape;18143;p62"/>
              <p:cNvSpPr/>
              <p:nvPr/>
            </p:nvSpPr>
            <p:spPr>
              <a:xfrm>
                <a:off x="5179450" y="1272900"/>
                <a:ext cx="3095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293" extrusionOk="0">
                    <a:moveTo>
                      <a:pt x="937" y="0"/>
                    </a:moveTo>
                    <a:lnTo>
                      <a:pt x="937" y="43"/>
                    </a:lnTo>
                    <a:cubicBezTo>
                      <a:pt x="937" y="52"/>
                      <a:pt x="946" y="69"/>
                      <a:pt x="954" y="86"/>
                    </a:cubicBezTo>
                    <a:lnTo>
                      <a:pt x="963" y="121"/>
                    </a:lnTo>
                    <a:cubicBezTo>
                      <a:pt x="972" y="129"/>
                      <a:pt x="980" y="147"/>
                      <a:pt x="989" y="155"/>
                    </a:cubicBezTo>
                    <a:cubicBezTo>
                      <a:pt x="989" y="164"/>
                      <a:pt x="1015" y="215"/>
                      <a:pt x="997" y="224"/>
                    </a:cubicBezTo>
                    <a:lnTo>
                      <a:pt x="989" y="215"/>
                    </a:lnTo>
                    <a:cubicBezTo>
                      <a:pt x="980" y="232"/>
                      <a:pt x="980" y="258"/>
                      <a:pt x="972" y="284"/>
                    </a:cubicBezTo>
                    <a:lnTo>
                      <a:pt x="954" y="318"/>
                    </a:lnTo>
                    <a:lnTo>
                      <a:pt x="937" y="327"/>
                    </a:lnTo>
                    <a:lnTo>
                      <a:pt x="920" y="310"/>
                    </a:lnTo>
                    <a:lnTo>
                      <a:pt x="920" y="310"/>
                    </a:lnTo>
                    <a:cubicBezTo>
                      <a:pt x="920" y="327"/>
                      <a:pt x="920" y="344"/>
                      <a:pt x="929" y="353"/>
                    </a:cubicBezTo>
                    <a:lnTo>
                      <a:pt x="929" y="396"/>
                    </a:lnTo>
                    <a:lnTo>
                      <a:pt x="946" y="421"/>
                    </a:lnTo>
                    <a:lnTo>
                      <a:pt x="946" y="456"/>
                    </a:lnTo>
                    <a:cubicBezTo>
                      <a:pt x="954" y="482"/>
                      <a:pt x="954" y="507"/>
                      <a:pt x="954" y="525"/>
                    </a:cubicBezTo>
                    <a:cubicBezTo>
                      <a:pt x="963" y="567"/>
                      <a:pt x="972" y="610"/>
                      <a:pt x="963" y="653"/>
                    </a:cubicBezTo>
                    <a:cubicBezTo>
                      <a:pt x="963" y="688"/>
                      <a:pt x="954" y="714"/>
                      <a:pt x="946" y="748"/>
                    </a:cubicBezTo>
                    <a:lnTo>
                      <a:pt x="929" y="791"/>
                    </a:lnTo>
                    <a:lnTo>
                      <a:pt x="920" y="774"/>
                    </a:lnTo>
                    <a:cubicBezTo>
                      <a:pt x="903" y="808"/>
                      <a:pt x="911" y="842"/>
                      <a:pt x="894" y="868"/>
                    </a:cubicBezTo>
                    <a:cubicBezTo>
                      <a:pt x="877" y="911"/>
                      <a:pt x="834" y="937"/>
                      <a:pt x="800" y="954"/>
                    </a:cubicBezTo>
                    <a:cubicBezTo>
                      <a:pt x="783" y="963"/>
                      <a:pt x="757" y="971"/>
                      <a:pt x="740" y="971"/>
                    </a:cubicBezTo>
                    <a:cubicBezTo>
                      <a:pt x="722" y="971"/>
                      <a:pt x="714" y="963"/>
                      <a:pt x="705" y="963"/>
                    </a:cubicBezTo>
                    <a:lnTo>
                      <a:pt x="680" y="946"/>
                    </a:lnTo>
                    <a:lnTo>
                      <a:pt x="671" y="937"/>
                    </a:lnTo>
                    <a:cubicBezTo>
                      <a:pt x="654" y="937"/>
                      <a:pt x="654" y="971"/>
                      <a:pt x="645" y="980"/>
                    </a:cubicBezTo>
                    <a:cubicBezTo>
                      <a:pt x="637" y="997"/>
                      <a:pt x="628" y="1014"/>
                      <a:pt x="619" y="1031"/>
                    </a:cubicBezTo>
                    <a:cubicBezTo>
                      <a:pt x="609" y="1041"/>
                      <a:pt x="605" y="1046"/>
                      <a:pt x="600" y="1046"/>
                    </a:cubicBezTo>
                    <a:cubicBezTo>
                      <a:pt x="596" y="1046"/>
                      <a:pt x="592" y="1044"/>
                      <a:pt x="585" y="1040"/>
                    </a:cubicBezTo>
                    <a:cubicBezTo>
                      <a:pt x="579" y="1037"/>
                      <a:pt x="574" y="1036"/>
                      <a:pt x="568" y="1036"/>
                    </a:cubicBezTo>
                    <a:cubicBezTo>
                      <a:pt x="556" y="1036"/>
                      <a:pt x="545" y="1040"/>
                      <a:pt x="533" y="1040"/>
                    </a:cubicBezTo>
                    <a:cubicBezTo>
                      <a:pt x="513" y="1047"/>
                      <a:pt x="497" y="1060"/>
                      <a:pt x="474" y="1060"/>
                    </a:cubicBezTo>
                    <a:cubicBezTo>
                      <a:pt x="469" y="1060"/>
                      <a:pt x="463" y="1059"/>
                      <a:pt x="456" y="1057"/>
                    </a:cubicBezTo>
                    <a:cubicBezTo>
                      <a:pt x="456" y="1040"/>
                      <a:pt x="473" y="1023"/>
                      <a:pt x="473" y="1006"/>
                    </a:cubicBezTo>
                    <a:lnTo>
                      <a:pt x="473" y="1006"/>
                    </a:lnTo>
                    <a:lnTo>
                      <a:pt x="456" y="1023"/>
                    </a:lnTo>
                    <a:lnTo>
                      <a:pt x="422" y="1040"/>
                    </a:lnTo>
                    <a:cubicBezTo>
                      <a:pt x="405" y="1049"/>
                      <a:pt x="379" y="1049"/>
                      <a:pt x="353" y="1057"/>
                    </a:cubicBezTo>
                    <a:cubicBezTo>
                      <a:pt x="336" y="1057"/>
                      <a:pt x="310" y="1057"/>
                      <a:pt x="284" y="1049"/>
                    </a:cubicBezTo>
                    <a:cubicBezTo>
                      <a:pt x="224" y="1040"/>
                      <a:pt x="173" y="1023"/>
                      <a:pt x="121" y="997"/>
                    </a:cubicBezTo>
                    <a:lnTo>
                      <a:pt x="87" y="980"/>
                    </a:lnTo>
                    <a:lnTo>
                      <a:pt x="61" y="963"/>
                    </a:lnTo>
                    <a:cubicBezTo>
                      <a:pt x="1" y="988"/>
                      <a:pt x="1" y="1023"/>
                      <a:pt x="18" y="1049"/>
                    </a:cubicBezTo>
                    <a:cubicBezTo>
                      <a:pt x="27" y="1066"/>
                      <a:pt x="44" y="1074"/>
                      <a:pt x="61" y="1092"/>
                    </a:cubicBezTo>
                    <a:cubicBezTo>
                      <a:pt x="78" y="1109"/>
                      <a:pt x="95" y="1126"/>
                      <a:pt x="104" y="1152"/>
                    </a:cubicBezTo>
                    <a:lnTo>
                      <a:pt x="121" y="1186"/>
                    </a:lnTo>
                    <a:lnTo>
                      <a:pt x="147" y="1195"/>
                    </a:lnTo>
                    <a:cubicBezTo>
                      <a:pt x="164" y="1203"/>
                      <a:pt x="181" y="1203"/>
                      <a:pt x="198" y="1212"/>
                    </a:cubicBezTo>
                    <a:cubicBezTo>
                      <a:pt x="207" y="1212"/>
                      <a:pt x="233" y="1220"/>
                      <a:pt x="250" y="1229"/>
                    </a:cubicBezTo>
                    <a:lnTo>
                      <a:pt x="267" y="1255"/>
                    </a:lnTo>
                    <a:cubicBezTo>
                      <a:pt x="284" y="1255"/>
                      <a:pt x="310" y="1255"/>
                      <a:pt x="327" y="1263"/>
                    </a:cubicBezTo>
                    <a:cubicBezTo>
                      <a:pt x="344" y="1263"/>
                      <a:pt x="370" y="1272"/>
                      <a:pt x="387" y="1272"/>
                    </a:cubicBezTo>
                    <a:cubicBezTo>
                      <a:pt x="405" y="1281"/>
                      <a:pt x="422" y="1281"/>
                      <a:pt x="430" y="1289"/>
                    </a:cubicBezTo>
                    <a:lnTo>
                      <a:pt x="465" y="1289"/>
                    </a:lnTo>
                    <a:cubicBezTo>
                      <a:pt x="476" y="1289"/>
                      <a:pt x="488" y="1293"/>
                      <a:pt x="499" y="1293"/>
                    </a:cubicBezTo>
                    <a:cubicBezTo>
                      <a:pt x="505" y="1293"/>
                      <a:pt x="511" y="1292"/>
                      <a:pt x="516" y="1289"/>
                    </a:cubicBezTo>
                    <a:lnTo>
                      <a:pt x="551" y="1272"/>
                    </a:lnTo>
                    <a:cubicBezTo>
                      <a:pt x="576" y="1255"/>
                      <a:pt x="602" y="1255"/>
                      <a:pt x="628" y="1255"/>
                    </a:cubicBezTo>
                    <a:cubicBezTo>
                      <a:pt x="680" y="1246"/>
                      <a:pt x="731" y="1238"/>
                      <a:pt x="774" y="1229"/>
                    </a:cubicBezTo>
                    <a:cubicBezTo>
                      <a:pt x="808" y="1229"/>
                      <a:pt x="834" y="1229"/>
                      <a:pt x="860" y="1220"/>
                    </a:cubicBezTo>
                    <a:cubicBezTo>
                      <a:pt x="894" y="1203"/>
                      <a:pt x="911" y="1186"/>
                      <a:pt x="929" y="1169"/>
                    </a:cubicBezTo>
                    <a:cubicBezTo>
                      <a:pt x="946" y="1152"/>
                      <a:pt x="963" y="1135"/>
                      <a:pt x="980" y="1117"/>
                    </a:cubicBezTo>
                    <a:lnTo>
                      <a:pt x="1006" y="1092"/>
                    </a:lnTo>
                    <a:cubicBezTo>
                      <a:pt x="1015" y="1074"/>
                      <a:pt x="1023" y="1049"/>
                      <a:pt x="1032" y="1031"/>
                    </a:cubicBezTo>
                    <a:cubicBezTo>
                      <a:pt x="1040" y="1023"/>
                      <a:pt x="1049" y="1006"/>
                      <a:pt x="1058" y="988"/>
                    </a:cubicBezTo>
                    <a:cubicBezTo>
                      <a:pt x="1075" y="963"/>
                      <a:pt x="1092" y="937"/>
                      <a:pt x="1118" y="920"/>
                    </a:cubicBezTo>
                    <a:cubicBezTo>
                      <a:pt x="1143" y="903"/>
                      <a:pt x="1161" y="885"/>
                      <a:pt x="1178" y="860"/>
                    </a:cubicBezTo>
                    <a:cubicBezTo>
                      <a:pt x="1204" y="808"/>
                      <a:pt x="1204" y="739"/>
                      <a:pt x="1221" y="688"/>
                    </a:cubicBezTo>
                    <a:cubicBezTo>
                      <a:pt x="1238" y="636"/>
                      <a:pt x="1212" y="602"/>
                      <a:pt x="1204" y="550"/>
                    </a:cubicBezTo>
                    <a:cubicBezTo>
                      <a:pt x="1186" y="507"/>
                      <a:pt x="1178" y="456"/>
                      <a:pt x="1169" y="413"/>
                    </a:cubicBezTo>
                    <a:cubicBezTo>
                      <a:pt x="1161" y="370"/>
                      <a:pt x="1135" y="336"/>
                      <a:pt x="1118" y="301"/>
                    </a:cubicBezTo>
                    <a:lnTo>
                      <a:pt x="1109" y="258"/>
                    </a:lnTo>
                    <a:lnTo>
                      <a:pt x="1092" y="232"/>
                    </a:lnTo>
                    <a:cubicBezTo>
                      <a:pt x="1075" y="215"/>
                      <a:pt x="1075" y="198"/>
                      <a:pt x="1066" y="181"/>
                    </a:cubicBezTo>
                    <a:lnTo>
                      <a:pt x="1040" y="155"/>
                    </a:lnTo>
                    <a:cubicBezTo>
                      <a:pt x="1023" y="121"/>
                      <a:pt x="1006" y="86"/>
                      <a:pt x="980" y="61"/>
                    </a:cubicBezTo>
                    <a:cubicBezTo>
                      <a:pt x="963" y="43"/>
                      <a:pt x="954" y="18"/>
                      <a:pt x="937" y="0"/>
                    </a:cubicBezTo>
                    <a:close/>
                  </a:path>
                </a:pathLst>
              </a:custGeom>
              <a:solidFill>
                <a:srgbClr val="D9B5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44" name="Google Shape;18144;p62"/>
              <p:cNvSpPr/>
              <p:nvPr/>
            </p:nvSpPr>
            <p:spPr>
              <a:xfrm>
                <a:off x="5173650" y="1267950"/>
                <a:ext cx="27750" cy="3522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409" extrusionOk="0">
                    <a:moveTo>
                      <a:pt x="783" y="1"/>
                    </a:moveTo>
                    <a:cubicBezTo>
                      <a:pt x="748" y="9"/>
                      <a:pt x="705" y="18"/>
                      <a:pt x="662" y="18"/>
                    </a:cubicBezTo>
                    <a:cubicBezTo>
                      <a:pt x="637" y="27"/>
                      <a:pt x="619" y="35"/>
                      <a:pt x="594" y="52"/>
                    </a:cubicBezTo>
                    <a:cubicBezTo>
                      <a:pt x="568" y="61"/>
                      <a:pt x="559" y="70"/>
                      <a:pt x="533" y="78"/>
                    </a:cubicBezTo>
                    <a:cubicBezTo>
                      <a:pt x="516" y="87"/>
                      <a:pt x="499" y="87"/>
                      <a:pt x="482" y="95"/>
                    </a:cubicBezTo>
                    <a:cubicBezTo>
                      <a:pt x="396" y="130"/>
                      <a:pt x="319" y="181"/>
                      <a:pt x="250" y="241"/>
                    </a:cubicBezTo>
                    <a:cubicBezTo>
                      <a:pt x="233" y="259"/>
                      <a:pt x="207" y="276"/>
                      <a:pt x="190" y="293"/>
                    </a:cubicBezTo>
                    <a:cubicBezTo>
                      <a:pt x="173" y="310"/>
                      <a:pt x="164" y="327"/>
                      <a:pt x="155" y="336"/>
                    </a:cubicBezTo>
                    <a:cubicBezTo>
                      <a:pt x="113" y="379"/>
                      <a:pt x="87" y="422"/>
                      <a:pt x="52" y="473"/>
                    </a:cubicBezTo>
                    <a:cubicBezTo>
                      <a:pt x="44" y="482"/>
                      <a:pt x="35" y="499"/>
                      <a:pt x="27" y="508"/>
                    </a:cubicBezTo>
                    <a:cubicBezTo>
                      <a:pt x="18" y="534"/>
                      <a:pt x="18" y="559"/>
                      <a:pt x="18" y="585"/>
                    </a:cubicBezTo>
                    <a:cubicBezTo>
                      <a:pt x="18" y="611"/>
                      <a:pt x="18" y="637"/>
                      <a:pt x="18" y="662"/>
                    </a:cubicBezTo>
                    <a:cubicBezTo>
                      <a:pt x="9" y="688"/>
                      <a:pt x="1" y="714"/>
                      <a:pt x="1" y="740"/>
                    </a:cubicBezTo>
                    <a:cubicBezTo>
                      <a:pt x="1" y="757"/>
                      <a:pt x="1" y="791"/>
                      <a:pt x="9" y="808"/>
                    </a:cubicBezTo>
                    <a:cubicBezTo>
                      <a:pt x="27" y="860"/>
                      <a:pt x="44" y="903"/>
                      <a:pt x="52" y="955"/>
                    </a:cubicBezTo>
                    <a:cubicBezTo>
                      <a:pt x="70" y="989"/>
                      <a:pt x="70" y="1032"/>
                      <a:pt x="95" y="1075"/>
                    </a:cubicBezTo>
                    <a:cubicBezTo>
                      <a:pt x="104" y="1092"/>
                      <a:pt x="121" y="1118"/>
                      <a:pt x="138" y="1135"/>
                    </a:cubicBezTo>
                    <a:cubicBezTo>
                      <a:pt x="147" y="1152"/>
                      <a:pt x="155" y="1161"/>
                      <a:pt x="164" y="1178"/>
                    </a:cubicBezTo>
                    <a:cubicBezTo>
                      <a:pt x="198" y="1212"/>
                      <a:pt x="241" y="1247"/>
                      <a:pt x="276" y="1281"/>
                    </a:cubicBezTo>
                    <a:cubicBezTo>
                      <a:pt x="310" y="1315"/>
                      <a:pt x="353" y="1341"/>
                      <a:pt x="396" y="1358"/>
                    </a:cubicBezTo>
                    <a:cubicBezTo>
                      <a:pt x="413" y="1367"/>
                      <a:pt x="422" y="1375"/>
                      <a:pt x="439" y="1384"/>
                    </a:cubicBezTo>
                    <a:lnTo>
                      <a:pt x="465" y="1401"/>
                    </a:lnTo>
                    <a:cubicBezTo>
                      <a:pt x="470" y="1407"/>
                      <a:pt x="473" y="1409"/>
                      <a:pt x="474" y="1409"/>
                    </a:cubicBezTo>
                    <a:cubicBezTo>
                      <a:pt x="477" y="1409"/>
                      <a:pt x="471" y="1399"/>
                      <a:pt x="465" y="1393"/>
                    </a:cubicBezTo>
                    <a:lnTo>
                      <a:pt x="439" y="1375"/>
                    </a:lnTo>
                    <a:lnTo>
                      <a:pt x="413" y="1350"/>
                    </a:lnTo>
                    <a:lnTo>
                      <a:pt x="379" y="1315"/>
                    </a:lnTo>
                    <a:cubicBezTo>
                      <a:pt x="362" y="1298"/>
                      <a:pt x="353" y="1272"/>
                      <a:pt x="336" y="1255"/>
                    </a:cubicBezTo>
                    <a:cubicBezTo>
                      <a:pt x="319" y="1229"/>
                      <a:pt x="310" y="1221"/>
                      <a:pt x="310" y="1195"/>
                    </a:cubicBezTo>
                    <a:cubicBezTo>
                      <a:pt x="319" y="1161"/>
                      <a:pt x="293" y="1135"/>
                      <a:pt x="293" y="1101"/>
                    </a:cubicBezTo>
                    <a:lnTo>
                      <a:pt x="284" y="1075"/>
                    </a:lnTo>
                    <a:lnTo>
                      <a:pt x="293" y="1032"/>
                    </a:lnTo>
                    <a:cubicBezTo>
                      <a:pt x="284" y="1023"/>
                      <a:pt x="250" y="1023"/>
                      <a:pt x="241" y="1006"/>
                    </a:cubicBezTo>
                    <a:cubicBezTo>
                      <a:pt x="233" y="997"/>
                      <a:pt x="233" y="980"/>
                      <a:pt x="233" y="972"/>
                    </a:cubicBezTo>
                    <a:cubicBezTo>
                      <a:pt x="241" y="955"/>
                      <a:pt x="241" y="946"/>
                      <a:pt x="250" y="929"/>
                    </a:cubicBezTo>
                    <a:cubicBezTo>
                      <a:pt x="259" y="912"/>
                      <a:pt x="259" y="894"/>
                      <a:pt x="259" y="869"/>
                    </a:cubicBezTo>
                    <a:cubicBezTo>
                      <a:pt x="259" y="826"/>
                      <a:pt x="259" y="783"/>
                      <a:pt x="259" y="731"/>
                    </a:cubicBezTo>
                    <a:cubicBezTo>
                      <a:pt x="259" y="705"/>
                      <a:pt x="267" y="662"/>
                      <a:pt x="293" y="645"/>
                    </a:cubicBezTo>
                    <a:cubicBezTo>
                      <a:pt x="319" y="628"/>
                      <a:pt x="336" y="611"/>
                      <a:pt x="353" y="585"/>
                    </a:cubicBezTo>
                    <a:lnTo>
                      <a:pt x="370" y="559"/>
                    </a:lnTo>
                    <a:cubicBezTo>
                      <a:pt x="387" y="534"/>
                      <a:pt x="370" y="491"/>
                      <a:pt x="396" y="465"/>
                    </a:cubicBezTo>
                    <a:cubicBezTo>
                      <a:pt x="405" y="448"/>
                      <a:pt x="439" y="430"/>
                      <a:pt x="439" y="405"/>
                    </a:cubicBezTo>
                    <a:lnTo>
                      <a:pt x="430" y="370"/>
                    </a:lnTo>
                    <a:cubicBezTo>
                      <a:pt x="422" y="345"/>
                      <a:pt x="422" y="336"/>
                      <a:pt x="439" y="310"/>
                    </a:cubicBezTo>
                    <a:lnTo>
                      <a:pt x="473" y="284"/>
                    </a:lnTo>
                    <a:cubicBezTo>
                      <a:pt x="491" y="276"/>
                      <a:pt x="499" y="267"/>
                      <a:pt x="516" y="250"/>
                    </a:cubicBezTo>
                    <a:cubicBezTo>
                      <a:pt x="525" y="241"/>
                      <a:pt x="542" y="233"/>
                      <a:pt x="559" y="224"/>
                    </a:cubicBezTo>
                    <a:lnTo>
                      <a:pt x="637" y="224"/>
                    </a:lnTo>
                    <a:cubicBezTo>
                      <a:pt x="645" y="224"/>
                      <a:pt x="662" y="224"/>
                      <a:pt x="680" y="216"/>
                    </a:cubicBezTo>
                    <a:cubicBezTo>
                      <a:pt x="697" y="216"/>
                      <a:pt x="705" y="207"/>
                      <a:pt x="722" y="207"/>
                    </a:cubicBezTo>
                    <a:cubicBezTo>
                      <a:pt x="731" y="207"/>
                      <a:pt x="740" y="198"/>
                      <a:pt x="757" y="198"/>
                    </a:cubicBezTo>
                    <a:lnTo>
                      <a:pt x="791" y="190"/>
                    </a:lnTo>
                    <a:lnTo>
                      <a:pt x="826" y="190"/>
                    </a:lnTo>
                    <a:cubicBezTo>
                      <a:pt x="843" y="190"/>
                      <a:pt x="864" y="198"/>
                      <a:pt x="884" y="198"/>
                    </a:cubicBezTo>
                    <a:cubicBezTo>
                      <a:pt x="893" y="198"/>
                      <a:pt x="903" y="196"/>
                      <a:pt x="912" y="190"/>
                    </a:cubicBezTo>
                    <a:lnTo>
                      <a:pt x="946" y="173"/>
                    </a:lnTo>
                    <a:cubicBezTo>
                      <a:pt x="963" y="164"/>
                      <a:pt x="972" y="156"/>
                      <a:pt x="989" y="156"/>
                    </a:cubicBezTo>
                    <a:cubicBezTo>
                      <a:pt x="1015" y="156"/>
                      <a:pt x="1049" y="156"/>
                      <a:pt x="1066" y="164"/>
                    </a:cubicBezTo>
                    <a:lnTo>
                      <a:pt x="1109" y="181"/>
                    </a:lnTo>
                    <a:lnTo>
                      <a:pt x="1092" y="164"/>
                    </a:lnTo>
                    <a:lnTo>
                      <a:pt x="1075" y="147"/>
                    </a:lnTo>
                    <a:cubicBezTo>
                      <a:pt x="1066" y="130"/>
                      <a:pt x="1066" y="121"/>
                      <a:pt x="1058" y="121"/>
                    </a:cubicBezTo>
                    <a:cubicBezTo>
                      <a:pt x="1040" y="113"/>
                      <a:pt x="1032" y="113"/>
                      <a:pt x="1023" y="95"/>
                    </a:cubicBezTo>
                    <a:lnTo>
                      <a:pt x="1006" y="87"/>
                    </a:lnTo>
                    <a:cubicBezTo>
                      <a:pt x="989" y="70"/>
                      <a:pt x="972" y="61"/>
                      <a:pt x="954" y="52"/>
                    </a:cubicBezTo>
                    <a:lnTo>
                      <a:pt x="929" y="35"/>
                    </a:lnTo>
                    <a:cubicBezTo>
                      <a:pt x="903" y="27"/>
                      <a:pt x="886" y="18"/>
                      <a:pt x="860" y="18"/>
                    </a:cubicBezTo>
                    <a:cubicBezTo>
                      <a:pt x="834" y="9"/>
                      <a:pt x="808" y="1"/>
                      <a:pt x="783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45" name="Google Shape;18145;p62"/>
              <p:cNvSpPr/>
              <p:nvPr/>
            </p:nvSpPr>
            <p:spPr>
              <a:xfrm>
                <a:off x="5186550" y="1277800"/>
                <a:ext cx="13325" cy="16825"/>
              </a:xfrm>
              <a:custGeom>
                <a:avLst/>
                <a:gdLst/>
                <a:ahLst/>
                <a:cxnLst/>
                <a:rect l="l" t="t" r="r" b="b"/>
                <a:pathLst>
                  <a:path w="533" h="673" extrusionOk="0">
                    <a:moveTo>
                      <a:pt x="311" y="0"/>
                    </a:moveTo>
                    <a:cubicBezTo>
                      <a:pt x="261" y="0"/>
                      <a:pt x="217" y="22"/>
                      <a:pt x="172" y="36"/>
                    </a:cubicBezTo>
                    <a:cubicBezTo>
                      <a:pt x="155" y="45"/>
                      <a:pt x="129" y="54"/>
                      <a:pt x="103" y="62"/>
                    </a:cubicBezTo>
                    <a:lnTo>
                      <a:pt x="78" y="71"/>
                    </a:lnTo>
                    <a:cubicBezTo>
                      <a:pt x="60" y="71"/>
                      <a:pt x="60" y="79"/>
                      <a:pt x="52" y="88"/>
                    </a:cubicBezTo>
                    <a:lnTo>
                      <a:pt x="26" y="122"/>
                    </a:lnTo>
                    <a:lnTo>
                      <a:pt x="9" y="140"/>
                    </a:lnTo>
                    <a:lnTo>
                      <a:pt x="0" y="157"/>
                    </a:lnTo>
                    <a:cubicBezTo>
                      <a:pt x="17" y="157"/>
                      <a:pt x="35" y="148"/>
                      <a:pt x="52" y="140"/>
                    </a:cubicBezTo>
                    <a:cubicBezTo>
                      <a:pt x="63" y="140"/>
                      <a:pt x="75" y="143"/>
                      <a:pt x="86" y="143"/>
                    </a:cubicBezTo>
                    <a:cubicBezTo>
                      <a:pt x="92" y="143"/>
                      <a:pt x="98" y="142"/>
                      <a:pt x="103" y="140"/>
                    </a:cubicBezTo>
                    <a:cubicBezTo>
                      <a:pt x="109" y="140"/>
                      <a:pt x="115" y="132"/>
                      <a:pt x="118" y="132"/>
                    </a:cubicBezTo>
                    <a:cubicBezTo>
                      <a:pt x="120" y="132"/>
                      <a:pt x="121" y="134"/>
                      <a:pt x="121" y="140"/>
                    </a:cubicBezTo>
                    <a:cubicBezTo>
                      <a:pt x="132" y="140"/>
                      <a:pt x="151" y="136"/>
                      <a:pt x="170" y="136"/>
                    </a:cubicBezTo>
                    <a:cubicBezTo>
                      <a:pt x="180" y="136"/>
                      <a:pt x="189" y="137"/>
                      <a:pt x="198" y="140"/>
                    </a:cubicBezTo>
                    <a:lnTo>
                      <a:pt x="224" y="157"/>
                    </a:lnTo>
                    <a:cubicBezTo>
                      <a:pt x="232" y="165"/>
                      <a:pt x="241" y="174"/>
                      <a:pt x="258" y="182"/>
                    </a:cubicBezTo>
                    <a:cubicBezTo>
                      <a:pt x="292" y="200"/>
                      <a:pt x="335" y="225"/>
                      <a:pt x="344" y="268"/>
                    </a:cubicBezTo>
                    <a:cubicBezTo>
                      <a:pt x="361" y="311"/>
                      <a:pt x="353" y="354"/>
                      <a:pt x="344" y="397"/>
                    </a:cubicBezTo>
                    <a:cubicBezTo>
                      <a:pt x="344" y="440"/>
                      <a:pt x="301" y="466"/>
                      <a:pt x="301" y="509"/>
                    </a:cubicBezTo>
                    <a:cubicBezTo>
                      <a:pt x="301" y="535"/>
                      <a:pt x="310" y="561"/>
                      <a:pt x="301" y="578"/>
                    </a:cubicBezTo>
                    <a:lnTo>
                      <a:pt x="292" y="595"/>
                    </a:lnTo>
                    <a:lnTo>
                      <a:pt x="267" y="621"/>
                    </a:lnTo>
                    <a:cubicBezTo>
                      <a:pt x="258" y="638"/>
                      <a:pt x="241" y="664"/>
                      <a:pt x="232" y="672"/>
                    </a:cubicBezTo>
                    <a:lnTo>
                      <a:pt x="267" y="655"/>
                    </a:lnTo>
                    <a:cubicBezTo>
                      <a:pt x="292" y="646"/>
                      <a:pt x="318" y="638"/>
                      <a:pt x="335" y="629"/>
                    </a:cubicBezTo>
                    <a:cubicBezTo>
                      <a:pt x="361" y="612"/>
                      <a:pt x="387" y="586"/>
                      <a:pt x="421" y="569"/>
                    </a:cubicBezTo>
                    <a:lnTo>
                      <a:pt x="438" y="552"/>
                    </a:lnTo>
                    <a:lnTo>
                      <a:pt x="456" y="526"/>
                    </a:lnTo>
                    <a:cubicBezTo>
                      <a:pt x="473" y="492"/>
                      <a:pt x="481" y="457"/>
                      <a:pt x="499" y="423"/>
                    </a:cubicBezTo>
                    <a:cubicBezTo>
                      <a:pt x="499" y="406"/>
                      <a:pt x="507" y="406"/>
                      <a:pt x="516" y="397"/>
                    </a:cubicBezTo>
                    <a:lnTo>
                      <a:pt x="516" y="371"/>
                    </a:lnTo>
                    <a:cubicBezTo>
                      <a:pt x="533" y="320"/>
                      <a:pt x="533" y="277"/>
                      <a:pt x="516" y="234"/>
                    </a:cubicBezTo>
                    <a:cubicBezTo>
                      <a:pt x="507" y="208"/>
                      <a:pt x="507" y="182"/>
                      <a:pt x="499" y="157"/>
                    </a:cubicBezTo>
                    <a:cubicBezTo>
                      <a:pt x="490" y="122"/>
                      <a:pt x="456" y="97"/>
                      <a:pt x="430" y="79"/>
                    </a:cubicBezTo>
                    <a:cubicBezTo>
                      <a:pt x="396" y="45"/>
                      <a:pt x="387" y="11"/>
                      <a:pt x="335" y="2"/>
                    </a:cubicBezTo>
                    <a:cubicBezTo>
                      <a:pt x="327" y="1"/>
                      <a:pt x="319" y="0"/>
                      <a:pt x="311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8146" name="Google Shape;18146;p62"/>
            <p:cNvGrpSpPr/>
            <p:nvPr/>
          </p:nvGrpSpPr>
          <p:grpSpPr>
            <a:xfrm flipH="1">
              <a:off x="121030" y="4030907"/>
              <a:ext cx="8901933" cy="1094777"/>
              <a:chOff x="-75995" y="4254507"/>
              <a:chExt cx="8901933" cy="1094777"/>
            </a:xfrm>
          </p:grpSpPr>
          <p:grpSp>
            <p:nvGrpSpPr>
              <p:cNvPr id="18147" name="Google Shape;18147;p62"/>
              <p:cNvGrpSpPr/>
              <p:nvPr/>
            </p:nvGrpSpPr>
            <p:grpSpPr>
              <a:xfrm>
                <a:off x="1847659" y="4405094"/>
                <a:ext cx="5081829" cy="944189"/>
                <a:chOff x="238125" y="2195725"/>
                <a:chExt cx="7120400" cy="1322950"/>
              </a:xfrm>
            </p:grpSpPr>
            <p:sp>
              <p:nvSpPr>
                <p:cNvPr id="18148" name="Google Shape;18148;p62"/>
                <p:cNvSpPr/>
                <p:nvPr/>
              </p:nvSpPr>
              <p:spPr>
                <a:xfrm>
                  <a:off x="6053075" y="2269275"/>
                  <a:ext cx="26875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5" h="8922" extrusionOk="0">
                      <a:moveTo>
                        <a:pt x="0" y="0"/>
                      </a:moveTo>
                      <a:cubicBezTo>
                        <a:pt x="374" y="1472"/>
                        <a:pt x="607" y="2943"/>
                        <a:pt x="701" y="4438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7" y="7403"/>
                        <a:pt x="724" y="8151"/>
                        <a:pt x="724" y="8921"/>
                      </a:cubicBezTo>
                      <a:lnTo>
                        <a:pt x="747" y="8921"/>
                      </a:lnTo>
                      <a:cubicBezTo>
                        <a:pt x="911" y="8174"/>
                        <a:pt x="981" y="7427"/>
                        <a:pt x="1028" y="6679"/>
                      </a:cubicBezTo>
                      <a:cubicBezTo>
                        <a:pt x="1074" y="5932"/>
                        <a:pt x="1004" y="5161"/>
                        <a:pt x="934" y="4414"/>
                      </a:cubicBezTo>
                      <a:cubicBezTo>
                        <a:pt x="794" y="2920"/>
                        <a:pt x="490" y="1425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49" name="Google Shape;18149;p62"/>
                <p:cNvSpPr/>
                <p:nvPr/>
              </p:nvSpPr>
              <p:spPr>
                <a:xfrm>
                  <a:off x="6088100" y="2277450"/>
                  <a:ext cx="51400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8" y="1028"/>
                        <a:pt x="1285" y="2079"/>
                        <a:pt x="911" y="3106"/>
                      </a:cubicBezTo>
                      <a:cubicBezTo>
                        <a:pt x="724" y="3643"/>
                        <a:pt x="537" y="4157"/>
                        <a:pt x="374" y="4694"/>
                      </a:cubicBezTo>
                      <a:cubicBezTo>
                        <a:pt x="234" y="5208"/>
                        <a:pt x="94" y="5745"/>
                        <a:pt x="0" y="6306"/>
                      </a:cubicBezTo>
                      <a:lnTo>
                        <a:pt x="24" y="6306"/>
                      </a:lnTo>
                      <a:cubicBezTo>
                        <a:pt x="281" y="5792"/>
                        <a:pt x="467" y="5278"/>
                        <a:pt x="678" y="4764"/>
                      </a:cubicBezTo>
                      <a:cubicBezTo>
                        <a:pt x="864" y="4251"/>
                        <a:pt x="1004" y="3714"/>
                        <a:pt x="1145" y="3200"/>
                      </a:cubicBezTo>
                      <a:cubicBezTo>
                        <a:pt x="1472" y="2126"/>
                        <a:pt x="1775" y="1075"/>
                        <a:pt x="205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50" name="Google Shape;18150;p62"/>
                <p:cNvSpPr/>
                <p:nvPr/>
              </p:nvSpPr>
              <p:spPr>
                <a:xfrm>
                  <a:off x="6114950" y="2366775"/>
                  <a:ext cx="29800" cy="12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5115" extrusionOk="0">
                      <a:moveTo>
                        <a:pt x="1168" y="0"/>
                      </a:moveTo>
                      <a:cubicBezTo>
                        <a:pt x="865" y="818"/>
                        <a:pt x="608" y="1658"/>
                        <a:pt x="374" y="2523"/>
                      </a:cubicBezTo>
                      <a:cubicBezTo>
                        <a:pt x="281" y="2943"/>
                        <a:pt x="141" y="3363"/>
                        <a:pt x="94" y="3807"/>
                      </a:cubicBezTo>
                      <a:cubicBezTo>
                        <a:pt x="47" y="4227"/>
                        <a:pt x="1" y="4671"/>
                        <a:pt x="24" y="5115"/>
                      </a:cubicBezTo>
                      <a:lnTo>
                        <a:pt x="47" y="5115"/>
                      </a:lnTo>
                      <a:cubicBezTo>
                        <a:pt x="187" y="4694"/>
                        <a:pt x="281" y="4274"/>
                        <a:pt x="398" y="3854"/>
                      </a:cubicBezTo>
                      <a:cubicBezTo>
                        <a:pt x="491" y="3433"/>
                        <a:pt x="538" y="2990"/>
                        <a:pt x="631" y="2569"/>
                      </a:cubicBezTo>
                      <a:cubicBezTo>
                        <a:pt x="795" y="1705"/>
                        <a:pt x="981" y="841"/>
                        <a:pt x="119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51" name="Google Shape;18151;p62"/>
                <p:cNvSpPr/>
                <p:nvPr/>
              </p:nvSpPr>
              <p:spPr>
                <a:xfrm>
                  <a:off x="7040325" y="2569950"/>
                  <a:ext cx="26300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8922" extrusionOk="0">
                      <a:moveTo>
                        <a:pt x="24" y="0"/>
                      </a:moveTo>
                      <a:lnTo>
                        <a:pt x="0" y="24"/>
                      </a:lnTo>
                      <a:cubicBezTo>
                        <a:pt x="374" y="1471"/>
                        <a:pt x="584" y="2943"/>
                        <a:pt x="678" y="4437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8" y="7426"/>
                        <a:pt x="701" y="8174"/>
                        <a:pt x="701" y="8921"/>
                      </a:cubicBezTo>
                      <a:lnTo>
                        <a:pt x="748" y="8921"/>
                      </a:lnTo>
                      <a:cubicBezTo>
                        <a:pt x="911" y="8174"/>
                        <a:pt x="981" y="7426"/>
                        <a:pt x="1028" y="6679"/>
                      </a:cubicBezTo>
                      <a:cubicBezTo>
                        <a:pt x="1051" y="5932"/>
                        <a:pt x="1005" y="5161"/>
                        <a:pt x="935" y="4414"/>
                      </a:cubicBezTo>
                      <a:cubicBezTo>
                        <a:pt x="771" y="2919"/>
                        <a:pt x="467" y="144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52" name="Google Shape;18152;p62"/>
                <p:cNvSpPr/>
                <p:nvPr/>
              </p:nvSpPr>
              <p:spPr>
                <a:xfrm>
                  <a:off x="7075350" y="2578125"/>
                  <a:ext cx="51400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9" y="1051"/>
                        <a:pt x="1285" y="2079"/>
                        <a:pt x="911" y="3129"/>
                      </a:cubicBezTo>
                      <a:cubicBezTo>
                        <a:pt x="725" y="3643"/>
                        <a:pt x="514" y="4157"/>
                        <a:pt x="374" y="4694"/>
                      </a:cubicBezTo>
                      <a:cubicBezTo>
                        <a:pt x="234" y="5231"/>
                        <a:pt x="71" y="5745"/>
                        <a:pt x="1" y="6305"/>
                      </a:cubicBezTo>
                      <a:lnTo>
                        <a:pt x="24" y="6305"/>
                      </a:lnTo>
                      <a:cubicBezTo>
                        <a:pt x="281" y="5815"/>
                        <a:pt x="468" y="5301"/>
                        <a:pt x="654" y="4764"/>
                      </a:cubicBezTo>
                      <a:cubicBezTo>
                        <a:pt x="841" y="4250"/>
                        <a:pt x="981" y="3713"/>
                        <a:pt x="1145" y="3199"/>
                      </a:cubicBezTo>
                      <a:cubicBezTo>
                        <a:pt x="1448" y="2149"/>
                        <a:pt x="1752" y="1074"/>
                        <a:pt x="2056" y="23"/>
                      </a:cubicBezTo>
                      <a:lnTo>
                        <a:pt x="2032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53" name="Google Shape;18153;p62"/>
                <p:cNvSpPr/>
                <p:nvPr/>
              </p:nvSpPr>
              <p:spPr>
                <a:xfrm>
                  <a:off x="7101625" y="2667450"/>
                  <a:ext cx="30375" cy="12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5" h="5138" extrusionOk="0">
                      <a:moveTo>
                        <a:pt x="1191" y="0"/>
                      </a:moveTo>
                      <a:cubicBezTo>
                        <a:pt x="888" y="817"/>
                        <a:pt x="608" y="1658"/>
                        <a:pt x="397" y="2522"/>
                      </a:cubicBezTo>
                      <a:cubicBezTo>
                        <a:pt x="281" y="2943"/>
                        <a:pt x="164" y="3363"/>
                        <a:pt x="117" y="3807"/>
                      </a:cubicBezTo>
                      <a:cubicBezTo>
                        <a:pt x="47" y="4250"/>
                        <a:pt x="0" y="4671"/>
                        <a:pt x="47" y="5114"/>
                      </a:cubicBezTo>
                      <a:lnTo>
                        <a:pt x="71" y="5138"/>
                      </a:lnTo>
                      <a:cubicBezTo>
                        <a:pt x="211" y="4717"/>
                        <a:pt x="304" y="4274"/>
                        <a:pt x="397" y="3853"/>
                      </a:cubicBezTo>
                      <a:cubicBezTo>
                        <a:pt x="514" y="3433"/>
                        <a:pt x="561" y="2989"/>
                        <a:pt x="631" y="2569"/>
                      </a:cubicBezTo>
                      <a:cubicBezTo>
                        <a:pt x="794" y="1705"/>
                        <a:pt x="1005" y="864"/>
                        <a:pt x="12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54" name="Google Shape;18154;p62"/>
                <p:cNvSpPr/>
                <p:nvPr/>
              </p:nvSpPr>
              <p:spPr>
                <a:xfrm>
                  <a:off x="6875675" y="2281525"/>
                  <a:ext cx="21625" cy="17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6820" extrusionOk="0">
                      <a:moveTo>
                        <a:pt x="1" y="1"/>
                      </a:moveTo>
                      <a:cubicBezTo>
                        <a:pt x="281" y="1122"/>
                        <a:pt x="444" y="2243"/>
                        <a:pt x="515" y="3387"/>
                      </a:cubicBezTo>
                      <a:cubicBezTo>
                        <a:pt x="538" y="3971"/>
                        <a:pt x="515" y="4531"/>
                        <a:pt x="515" y="5092"/>
                      </a:cubicBezTo>
                      <a:lnTo>
                        <a:pt x="538" y="6820"/>
                      </a:lnTo>
                      <a:lnTo>
                        <a:pt x="585" y="6820"/>
                      </a:lnTo>
                      <a:cubicBezTo>
                        <a:pt x="725" y="6259"/>
                        <a:pt x="795" y="5676"/>
                        <a:pt x="818" y="5115"/>
                      </a:cubicBezTo>
                      <a:cubicBezTo>
                        <a:pt x="865" y="4531"/>
                        <a:pt x="818" y="3948"/>
                        <a:pt x="748" y="3387"/>
                      </a:cubicBezTo>
                      <a:cubicBezTo>
                        <a:pt x="631" y="2219"/>
                        <a:pt x="398" y="109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55" name="Google Shape;18155;p62"/>
                <p:cNvSpPr/>
                <p:nvPr/>
              </p:nvSpPr>
              <p:spPr>
                <a:xfrm>
                  <a:off x="6902550" y="2287375"/>
                  <a:ext cx="39725" cy="1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" h="4835" extrusionOk="0">
                      <a:moveTo>
                        <a:pt x="1565" y="0"/>
                      </a:moveTo>
                      <a:cubicBezTo>
                        <a:pt x="1261" y="794"/>
                        <a:pt x="958" y="1588"/>
                        <a:pt x="677" y="2382"/>
                      </a:cubicBezTo>
                      <a:cubicBezTo>
                        <a:pt x="537" y="2779"/>
                        <a:pt x="374" y="3176"/>
                        <a:pt x="257" y="3597"/>
                      </a:cubicBezTo>
                      <a:cubicBezTo>
                        <a:pt x="163" y="3994"/>
                        <a:pt x="47" y="4414"/>
                        <a:pt x="0" y="4834"/>
                      </a:cubicBezTo>
                      <a:lnTo>
                        <a:pt x="23" y="4834"/>
                      </a:lnTo>
                      <a:cubicBezTo>
                        <a:pt x="234" y="4461"/>
                        <a:pt x="397" y="4064"/>
                        <a:pt x="537" y="3667"/>
                      </a:cubicBezTo>
                      <a:cubicBezTo>
                        <a:pt x="701" y="3270"/>
                        <a:pt x="794" y="2873"/>
                        <a:pt x="911" y="2452"/>
                      </a:cubicBezTo>
                      <a:cubicBezTo>
                        <a:pt x="1144" y="1658"/>
                        <a:pt x="1378" y="841"/>
                        <a:pt x="1588" y="24"/>
                      </a:cubicBezTo>
                      <a:lnTo>
                        <a:pt x="156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56" name="Google Shape;18156;p62"/>
                <p:cNvSpPr/>
                <p:nvPr/>
              </p:nvSpPr>
              <p:spPr>
                <a:xfrm>
                  <a:off x="6922400" y="2355675"/>
                  <a:ext cx="23950" cy="9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" h="3948" extrusionOk="0">
                      <a:moveTo>
                        <a:pt x="911" y="1"/>
                      </a:moveTo>
                      <a:cubicBezTo>
                        <a:pt x="677" y="631"/>
                        <a:pt x="467" y="1285"/>
                        <a:pt x="304" y="1939"/>
                      </a:cubicBezTo>
                      <a:cubicBezTo>
                        <a:pt x="210" y="2266"/>
                        <a:pt x="117" y="2593"/>
                        <a:pt x="70" y="2920"/>
                      </a:cubicBezTo>
                      <a:cubicBezTo>
                        <a:pt x="23" y="3247"/>
                        <a:pt x="0" y="3597"/>
                        <a:pt x="47" y="3947"/>
                      </a:cubicBezTo>
                      <a:lnTo>
                        <a:pt x="70" y="3947"/>
                      </a:lnTo>
                      <a:cubicBezTo>
                        <a:pt x="210" y="3620"/>
                        <a:pt x="280" y="3293"/>
                        <a:pt x="374" y="2967"/>
                      </a:cubicBezTo>
                      <a:cubicBezTo>
                        <a:pt x="444" y="2640"/>
                        <a:pt x="467" y="2313"/>
                        <a:pt x="537" y="1986"/>
                      </a:cubicBezTo>
                      <a:cubicBezTo>
                        <a:pt x="654" y="1332"/>
                        <a:pt x="794" y="678"/>
                        <a:pt x="958" y="24"/>
                      </a:cubicBezTo>
                      <a:lnTo>
                        <a:pt x="911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57" name="Google Shape;18157;p62"/>
                <p:cNvSpPr/>
                <p:nvPr/>
              </p:nvSpPr>
              <p:spPr>
                <a:xfrm>
                  <a:off x="7324650" y="2597975"/>
                  <a:ext cx="23375" cy="9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3924" extrusionOk="0">
                      <a:moveTo>
                        <a:pt x="911" y="0"/>
                      </a:moveTo>
                      <a:cubicBezTo>
                        <a:pt x="678" y="631"/>
                        <a:pt x="467" y="1261"/>
                        <a:pt x="281" y="1915"/>
                      </a:cubicBezTo>
                      <a:cubicBezTo>
                        <a:pt x="211" y="2242"/>
                        <a:pt x="94" y="2569"/>
                        <a:pt x="47" y="2896"/>
                      </a:cubicBezTo>
                      <a:cubicBezTo>
                        <a:pt x="24" y="3246"/>
                        <a:pt x="0" y="3573"/>
                        <a:pt x="24" y="3923"/>
                      </a:cubicBezTo>
                      <a:lnTo>
                        <a:pt x="70" y="3923"/>
                      </a:lnTo>
                      <a:cubicBezTo>
                        <a:pt x="187" y="3596"/>
                        <a:pt x="281" y="3270"/>
                        <a:pt x="351" y="2966"/>
                      </a:cubicBezTo>
                      <a:cubicBezTo>
                        <a:pt x="444" y="2639"/>
                        <a:pt x="467" y="2289"/>
                        <a:pt x="514" y="1962"/>
                      </a:cubicBezTo>
                      <a:cubicBezTo>
                        <a:pt x="654" y="1308"/>
                        <a:pt x="794" y="654"/>
                        <a:pt x="93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58" name="Google Shape;18158;p62"/>
                <p:cNvSpPr/>
                <p:nvPr/>
              </p:nvSpPr>
              <p:spPr>
                <a:xfrm>
                  <a:off x="4643125" y="2401225"/>
                  <a:ext cx="21025" cy="1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724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04" y="1168"/>
                        <a:pt x="490" y="2382"/>
                        <a:pt x="584" y="3597"/>
                      </a:cubicBezTo>
                      <a:cubicBezTo>
                        <a:pt x="654" y="4811"/>
                        <a:pt x="631" y="6025"/>
                        <a:pt x="561" y="7240"/>
                      </a:cubicBezTo>
                      <a:lnTo>
                        <a:pt x="584" y="7240"/>
                      </a:lnTo>
                      <a:cubicBezTo>
                        <a:pt x="817" y="6025"/>
                        <a:pt x="841" y="4788"/>
                        <a:pt x="701" y="3573"/>
                      </a:cubicBezTo>
                      <a:cubicBezTo>
                        <a:pt x="584" y="2359"/>
                        <a:pt x="350" y="1168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59" name="Google Shape;18159;p62"/>
                <p:cNvSpPr/>
                <p:nvPr/>
              </p:nvSpPr>
              <p:spPr>
                <a:xfrm>
                  <a:off x="4675800" y="2411150"/>
                  <a:ext cx="14050" cy="13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" h="5349" extrusionOk="0">
                      <a:moveTo>
                        <a:pt x="561" y="0"/>
                      </a:moveTo>
                      <a:lnTo>
                        <a:pt x="234" y="2662"/>
                      </a:lnTo>
                      <a:cubicBezTo>
                        <a:pt x="118" y="3550"/>
                        <a:pt x="24" y="4437"/>
                        <a:pt x="1" y="5348"/>
                      </a:cubicBezTo>
                      <a:lnTo>
                        <a:pt x="24" y="5348"/>
                      </a:lnTo>
                      <a:cubicBezTo>
                        <a:pt x="188" y="4461"/>
                        <a:pt x="281" y="3573"/>
                        <a:pt x="351" y="2686"/>
                      </a:cubicBezTo>
                      <a:lnTo>
                        <a:pt x="56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60" name="Google Shape;18160;p62"/>
                <p:cNvSpPr/>
                <p:nvPr/>
              </p:nvSpPr>
              <p:spPr>
                <a:xfrm>
                  <a:off x="4702675" y="2471850"/>
                  <a:ext cx="23375" cy="10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158" extrusionOk="0">
                      <a:moveTo>
                        <a:pt x="911" y="1"/>
                      </a:moveTo>
                      <a:cubicBezTo>
                        <a:pt x="677" y="655"/>
                        <a:pt x="490" y="1355"/>
                        <a:pt x="327" y="2033"/>
                      </a:cubicBezTo>
                      <a:cubicBezTo>
                        <a:pt x="140" y="2733"/>
                        <a:pt x="0" y="3434"/>
                        <a:pt x="0" y="4158"/>
                      </a:cubicBezTo>
                      <a:cubicBezTo>
                        <a:pt x="187" y="3457"/>
                        <a:pt x="304" y="2780"/>
                        <a:pt x="444" y="2079"/>
                      </a:cubicBezTo>
                      <a:cubicBezTo>
                        <a:pt x="584" y="1379"/>
                        <a:pt x="747" y="678"/>
                        <a:pt x="93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61" name="Google Shape;18161;p62"/>
                <p:cNvSpPr/>
                <p:nvPr/>
              </p:nvSpPr>
              <p:spPr>
                <a:xfrm>
                  <a:off x="4244950" y="2614900"/>
                  <a:ext cx="54900" cy="17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6" h="6960" extrusionOk="0">
                      <a:moveTo>
                        <a:pt x="0" y="0"/>
                      </a:moveTo>
                      <a:cubicBezTo>
                        <a:pt x="561" y="1098"/>
                        <a:pt x="1028" y="2219"/>
                        <a:pt x="1378" y="3387"/>
                      </a:cubicBezTo>
                      <a:cubicBezTo>
                        <a:pt x="1705" y="4554"/>
                        <a:pt x="1962" y="5745"/>
                        <a:pt x="2172" y="6960"/>
                      </a:cubicBezTo>
                      <a:lnTo>
                        <a:pt x="2195" y="6960"/>
                      </a:lnTo>
                      <a:cubicBezTo>
                        <a:pt x="2125" y="5722"/>
                        <a:pt x="1892" y="4531"/>
                        <a:pt x="1495" y="3363"/>
                      </a:cubicBezTo>
                      <a:cubicBezTo>
                        <a:pt x="1098" y="2196"/>
                        <a:pt x="607" y="1075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62" name="Google Shape;18162;p62"/>
                <p:cNvSpPr/>
                <p:nvPr/>
              </p:nvSpPr>
              <p:spPr>
                <a:xfrm>
                  <a:off x="4392075" y="2659850"/>
                  <a:ext cx="22200" cy="11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72" extrusionOk="0">
                      <a:moveTo>
                        <a:pt x="864" y="1"/>
                      </a:moveTo>
                      <a:lnTo>
                        <a:pt x="374" y="2336"/>
                      </a:lnTo>
                      <a:cubicBezTo>
                        <a:pt x="210" y="3106"/>
                        <a:pt x="70" y="3877"/>
                        <a:pt x="0" y="4671"/>
                      </a:cubicBezTo>
                      <a:cubicBezTo>
                        <a:pt x="234" y="3900"/>
                        <a:pt x="374" y="3130"/>
                        <a:pt x="491" y="2359"/>
                      </a:cubicBezTo>
                      <a:lnTo>
                        <a:pt x="888" y="24"/>
                      </a:lnTo>
                      <a:lnTo>
                        <a:pt x="864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63" name="Google Shape;18163;p62"/>
                <p:cNvSpPr/>
                <p:nvPr/>
              </p:nvSpPr>
              <p:spPr>
                <a:xfrm>
                  <a:off x="4686325" y="2473600"/>
                  <a:ext cx="22200" cy="11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49" extrusionOk="0">
                      <a:moveTo>
                        <a:pt x="864" y="1"/>
                      </a:moveTo>
                      <a:lnTo>
                        <a:pt x="374" y="2313"/>
                      </a:lnTo>
                      <a:cubicBezTo>
                        <a:pt x="210" y="3084"/>
                        <a:pt x="47" y="3854"/>
                        <a:pt x="0" y="4648"/>
                      </a:cubicBezTo>
                      <a:cubicBezTo>
                        <a:pt x="234" y="3878"/>
                        <a:pt x="374" y="3107"/>
                        <a:pt x="491" y="2336"/>
                      </a:cubicBezTo>
                      <a:lnTo>
                        <a:pt x="88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64" name="Google Shape;18164;p62"/>
                <p:cNvSpPr/>
                <p:nvPr/>
              </p:nvSpPr>
              <p:spPr>
                <a:xfrm>
                  <a:off x="4330775" y="2676775"/>
                  <a:ext cx="5275" cy="10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4252" extrusionOk="0">
                      <a:moveTo>
                        <a:pt x="140" y="1"/>
                      </a:moveTo>
                      <a:cubicBezTo>
                        <a:pt x="70" y="701"/>
                        <a:pt x="23" y="1402"/>
                        <a:pt x="23" y="2126"/>
                      </a:cubicBezTo>
                      <a:cubicBezTo>
                        <a:pt x="0" y="2826"/>
                        <a:pt x="23" y="3550"/>
                        <a:pt x="164" y="4251"/>
                      </a:cubicBezTo>
                      <a:lnTo>
                        <a:pt x="187" y="4251"/>
                      </a:lnTo>
                      <a:cubicBezTo>
                        <a:pt x="210" y="3550"/>
                        <a:pt x="164" y="2826"/>
                        <a:pt x="140" y="2126"/>
                      </a:cubicBezTo>
                      <a:cubicBezTo>
                        <a:pt x="117" y="1425"/>
                        <a:pt x="140" y="701"/>
                        <a:pt x="16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65" name="Google Shape;18165;p62"/>
                <p:cNvSpPr/>
                <p:nvPr/>
              </p:nvSpPr>
              <p:spPr>
                <a:xfrm>
                  <a:off x="4305650" y="2608475"/>
                  <a:ext cx="25725" cy="1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9" h="7240" extrusionOk="0">
                      <a:moveTo>
                        <a:pt x="1" y="0"/>
                      </a:moveTo>
                      <a:lnTo>
                        <a:pt x="1" y="24"/>
                      </a:lnTo>
                      <a:cubicBezTo>
                        <a:pt x="351" y="1191"/>
                        <a:pt x="585" y="2382"/>
                        <a:pt x="701" y="3597"/>
                      </a:cubicBezTo>
                      <a:cubicBezTo>
                        <a:pt x="818" y="4811"/>
                        <a:pt x="842" y="6002"/>
                        <a:pt x="818" y="7240"/>
                      </a:cubicBezTo>
                      <a:lnTo>
                        <a:pt x="842" y="7240"/>
                      </a:lnTo>
                      <a:cubicBezTo>
                        <a:pt x="1028" y="6026"/>
                        <a:pt x="1005" y="4788"/>
                        <a:pt x="842" y="3573"/>
                      </a:cubicBezTo>
                      <a:cubicBezTo>
                        <a:pt x="678" y="2359"/>
                        <a:pt x="398" y="1168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66" name="Google Shape;18166;p62"/>
                <p:cNvSpPr/>
                <p:nvPr/>
              </p:nvSpPr>
              <p:spPr>
                <a:xfrm>
                  <a:off x="4338350" y="2613150"/>
                  <a:ext cx="37400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5162" extrusionOk="0">
                      <a:moveTo>
                        <a:pt x="1495" y="0"/>
                      </a:moveTo>
                      <a:lnTo>
                        <a:pt x="701" y="2569"/>
                      </a:lnTo>
                      <a:cubicBezTo>
                        <a:pt x="421" y="3433"/>
                        <a:pt x="187" y="4297"/>
                        <a:pt x="1" y="5161"/>
                      </a:cubicBezTo>
                      <a:lnTo>
                        <a:pt x="24" y="5161"/>
                      </a:lnTo>
                      <a:cubicBezTo>
                        <a:pt x="351" y="4321"/>
                        <a:pt x="585" y="3480"/>
                        <a:pt x="818" y="2592"/>
                      </a:cubicBezTo>
                      <a:lnTo>
                        <a:pt x="149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67" name="Google Shape;18167;p62"/>
                <p:cNvSpPr/>
                <p:nvPr/>
              </p:nvSpPr>
              <p:spPr>
                <a:xfrm>
                  <a:off x="4362300" y="2685550"/>
                  <a:ext cx="20450" cy="10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4204" extrusionOk="0">
                      <a:moveTo>
                        <a:pt x="794" y="0"/>
                      </a:moveTo>
                      <a:cubicBezTo>
                        <a:pt x="584" y="677"/>
                        <a:pt x="397" y="1378"/>
                        <a:pt x="257" y="2078"/>
                      </a:cubicBezTo>
                      <a:cubicBezTo>
                        <a:pt x="94" y="2756"/>
                        <a:pt x="0" y="3480"/>
                        <a:pt x="0" y="4180"/>
                      </a:cubicBezTo>
                      <a:lnTo>
                        <a:pt x="24" y="4204"/>
                      </a:lnTo>
                      <a:cubicBezTo>
                        <a:pt x="164" y="3503"/>
                        <a:pt x="280" y="2802"/>
                        <a:pt x="374" y="2078"/>
                      </a:cubicBezTo>
                      <a:cubicBezTo>
                        <a:pt x="491" y="1378"/>
                        <a:pt x="654" y="701"/>
                        <a:pt x="8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68" name="Google Shape;18168;p62"/>
                <p:cNvSpPr/>
                <p:nvPr/>
              </p:nvSpPr>
              <p:spPr>
                <a:xfrm>
                  <a:off x="2619550" y="2882300"/>
                  <a:ext cx="54900" cy="17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6" h="6960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561" y="1098"/>
                        <a:pt x="1028" y="2242"/>
                        <a:pt x="1379" y="3410"/>
                      </a:cubicBezTo>
                      <a:cubicBezTo>
                        <a:pt x="1729" y="4577"/>
                        <a:pt x="1986" y="5768"/>
                        <a:pt x="2196" y="6959"/>
                      </a:cubicBezTo>
                      <a:cubicBezTo>
                        <a:pt x="2149" y="5745"/>
                        <a:pt x="1892" y="4530"/>
                        <a:pt x="1495" y="3363"/>
                      </a:cubicBezTo>
                      <a:cubicBezTo>
                        <a:pt x="1122" y="2195"/>
                        <a:pt x="631" y="107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69" name="Google Shape;18169;p62"/>
                <p:cNvSpPr/>
                <p:nvPr/>
              </p:nvSpPr>
              <p:spPr>
                <a:xfrm>
                  <a:off x="2766675" y="2927825"/>
                  <a:ext cx="22800" cy="11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4672" extrusionOk="0">
                      <a:moveTo>
                        <a:pt x="888" y="1"/>
                      </a:moveTo>
                      <a:lnTo>
                        <a:pt x="398" y="2312"/>
                      </a:lnTo>
                      <a:cubicBezTo>
                        <a:pt x="211" y="3083"/>
                        <a:pt x="71" y="3877"/>
                        <a:pt x="1" y="4648"/>
                      </a:cubicBezTo>
                      <a:lnTo>
                        <a:pt x="24" y="4671"/>
                      </a:lnTo>
                      <a:cubicBezTo>
                        <a:pt x="258" y="3900"/>
                        <a:pt x="398" y="3130"/>
                        <a:pt x="515" y="2336"/>
                      </a:cubicBezTo>
                      <a:lnTo>
                        <a:pt x="912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70" name="Google Shape;18170;p62"/>
                <p:cNvSpPr/>
                <p:nvPr/>
              </p:nvSpPr>
              <p:spPr>
                <a:xfrm>
                  <a:off x="2705375" y="2944175"/>
                  <a:ext cx="5275" cy="10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4274" extrusionOk="0">
                      <a:moveTo>
                        <a:pt x="164" y="0"/>
                      </a:moveTo>
                      <a:cubicBezTo>
                        <a:pt x="94" y="701"/>
                        <a:pt x="47" y="1425"/>
                        <a:pt x="24" y="2126"/>
                      </a:cubicBezTo>
                      <a:cubicBezTo>
                        <a:pt x="1" y="2849"/>
                        <a:pt x="47" y="3573"/>
                        <a:pt x="188" y="4274"/>
                      </a:cubicBezTo>
                      <a:lnTo>
                        <a:pt x="211" y="4274"/>
                      </a:lnTo>
                      <a:cubicBezTo>
                        <a:pt x="211" y="3550"/>
                        <a:pt x="188" y="2849"/>
                        <a:pt x="164" y="2126"/>
                      </a:cubicBezTo>
                      <a:cubicBezTo>
                        <a:pt x="141" y="1425"/>
                        <a:pt x="141" y="701"/>
                        <a:pt x="18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71" name="Google Shape;18171;p62"/>
                <p:cNvSpPr/>
                <p:nvPr/>
              </p:nvSpPr>
              <p:spPr>
                <a:xfrm>
                  <a:off x="2680850" y="2876450"/>
                  <a:ext cx="25150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6" h="7217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351" y="1168"/>
                        <a:pt x="585" y="2359"/>
                        <a:pt x="701" y="3573"/>
                      </a:cubicBezTo>
                      <a:cubicBezTo>
                        <a:pt x="818" y="4788"/>
                        <a:pt x="842" y="6002"/>
                        <a:pt x="818" y="7217"/>
                      </a:cubicBezTo>
                      <a:cubicBezTo>
                        <a:pt x="1005" y="6002"/>
                        <a:pt x="982" y="4764"/>
                        <a:pt x="818" y="3573"/>
                      </a:cubicBezTo>
                      <a:cubicBezTo>
                        <a:pt x="678" y="2359"/>
                        <a:pt x="398" y="1145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72" name="Google Shape;18172;p62"/>
                <p:cNvSpPr/>
                <p:nvPr/>
              </p:nvSpPr>
              <p:spPr>
                <a:xfrm>
                  <a:off x="2713550" y="2880525"/>
                  <a:ext cx="37400" cy="12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5186" extrusionOk="0">
                      <a:moveTo>
                        <a:pt x="1472" y="1"/>
                      </a:moveTo>
                      <a:lnTo>
                        <a:pt x="701" y="2570"/>
                      </a:lnTo>
                      <a:cubicBezTo>
                        <a:pt x="421" y="3434"/>
                        <a:pt x="164" y="4298"/>
                        <a:pt x="1" y="5185"/>
                      </a:cubicBezTo>
                      <a:lnTo>
                        <a:pt x="24" y="5185"/>
                      </a:lnTo>
                      <a:cubicBezTo>
                        <a:pt x="351" y="4345"/>
                        <a:pt x="584" y="3481"/>
                        <a:pt x="818" y="2616"/>
                      </a:cubicBezTo>
                      <a:lnTo>
                        <a:pt x="1495" y="24"/>
                      </a:lnTo>
                      <a:lnTo>
                        <a:pt x="1472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73" name="Google Shape;18173;p62"/>
                <p:cNvSpPr/>
                <p:nvPr/>
              </p:nvSpPr>
              <p:spPr>
                <a:xfrm>
                  <a:off x="2737500" y="2952925"/>
                  <a:ext cx="19875" cy="10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4205" extrusionOk="0">
                      <a:moveTo>
                        <a:pt x="794" y="1"/>
                      </a:moveTo>
                      <a:lnTo>
                        <a:pt x="794" y="1"/>
                      </a:lnTo>
                      <a:cubicBezTo>
                        <a:pt x="584" y="678"/>
                        <a:pt x="397" y="1379"/>
                        <a:pt x="257" y="2079"/>
                      </a:cubicBezTo>
                      <a:cubicBezTo>
                        <a:pt x="94" y="2780"/>
                        <a:pt x="0" y="3480"/>
                        <a:pt x="0" y="4204"/>
                      </a:cubicBezTo>
                      <a:lnTo>
                        <a:pt x="23" y="4204"/>
                      </a:lnTo>
                      <a:cubicBezTo>
                        <a:pt x="164" y="3504"/>
                        <a:pt x="280" y="2803"/>
                        <a:pt x="374" y="2102"/>
                      </a:cubicBezTo>
                      <a:cubicBezTo>
                        <a:pt x="491" y="1402"/>
                        <a:pt x="631" y="701"/>
                        <a:pt x="79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74" name="Google Shape;18174;p62"/>
                <p:cNvSpPr/>
                <p:nvPr/>
              </p:nvSpPr>
              <p:spPr>
                <a:xfrm>
                  <a:off x="708100" y="2358600"/>
                  <a:ext cx="321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5" h="4111" extrusionOk="0">
                      <a:moveTo>
                        <a:pt x="0" y="0"/>
                      </a:moveTo>
                      <a:cubicBezTo>
                        <a:pt x="327" y="654"/>
                        <a:pt x="608" y="1308"/>
                        <a:pt x="818" y="2009"/>
                      </a:cubicBezTo>
                      <a:cubicBezTo>
                        <a:pt x="1005" y="2686"/>
                        <a:pt x="1168" y="3387"/>
                        <a:pt x="1285" y="4111"/>
                      </a:cubicBezTo>
                      <a:cubicBezTo>
                        <a:pt x="1261" y="3387"/>
                        <a:pt x="1121" y="2663"/>
                        <a:pt x="888" y="1985"/>
                      </a:cubicBezTo>
                      <a:cubicBezTo>
                        <a:pt x="654" y="1285"/>
                        <a:pt x="374" y="631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75" name="Google Shape;18175;p62"/>
                <p:cNvSpPr/>
                <p:nvPr/>
              </p:nvSpPr>
              <p:spPr>
                <a:xfrm>
                  <a:off x="795075" y="2385450"/>
                  <a:ext cx="12875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2733" extrusionOk="0">
                      <a:moveTo>
                        <a:pt x="515" y="1"/>
                      </a:moveTo>
                      <a:lnTo>
                        <a:pt x="211" y="1355"/>
                      </a:lnTo>
                      <a:cubicBezTo>
                        <a:pt x="118" y="1822"/>
                        <a:pt x="24" y="2266"/>
                        <a:pt x="1" y="2733"/>
                      </a:cubicBezTo>
                      <a:cubicBezTo>
                        <a:pt x="141" y="2289"/>
                        <a:pt x="211" y="1846"/>
                        <a:pt x="281" y="1379"/>
                      </a:cubicBezTo>
                      <a:lnTo>
                        <a:pt x="51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76" name="Google Shape;18176;p62"/>
                <p:cNvSpPr/>
                <p:nvPr/>
              </p:nvSpPr>
              <p:spPr>
                <a:xfrm>
                  <a:off x="758900" y="2394800"/>
                  <a:ext cx="2925" cy="6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" h="2523" extrusionOk="0">
                      <a:moveTo>
                        <a:pt x="93" y="0"/>
                      </a:moveTo>
                      <a:cubicBezTo>
                        <a:pt x="47" y="421"/>
                        <a:pt x="23" y="841"/>
                        <a:pt x="0" y="1261"/>
                      </a:cubicBezTo>
                      <a:cubicBezTo>
                        <a:pt x="0" y="1682"/>
                        <a:pt x="23" y="2102"/>
                        <a:pt x="93" y="2522"/>
                      </a:cubicBezTo>
                      <a:lnTo>
                        <a:pt x="117" y="2522"/>
                      </a:lnTo>
                      <a:cubicBezTo>
                        <a:pt x="117" y="2102"/>
                        <a:pt x="93" y="1682"/>
                        <a:pt x="70" y="1261"/>
                      </a:cubicBezTo>
                      <a:cubicBezTo>
                        <a:pt x="70" y="841"/>
                        <a:pt x="70" y="421"/>
                        <a:pt x="9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77" name="Google Shape;18177;p62"/>
                <p:cNvSpPr/>
                <p:nvPr/>
              </p:nvSpPr>
              <p:spPr>
                <a:xfrm>
                  <a:off x="743700" y="2355100"/>
                  <a:ext cx="15225" cy="10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4251" extrusionOk="0">
                      <a:moveTo>
                        <a:pt x="1" y="0"/>
                      </a:moveTo>
                      <a:cubicBezTo>
                        <a:pt x="211" y="678"/>
                        <a:pt x="351" y="1402"/>
                        <a:pt x="421" y="2102"/>
                      </a:cubicBezTo>
                      <a:cubicBezTo>
                        <a:pt x="491" y="2826"/>
                        <a:pt x="515" y="3527"/>
                        <a:pt x="491" y="4251"/>
                      </a:cubicBezTo>
                      <a:lnTo>
                        <a:pt x="515" y="4251"/>
                      </a:lnTo>
                      <a:cubicBezTo>
                        <a:pt x="608" y="3550"/>
                        <a:pt x="608" y="2803"/>
                        <a:pt x="491" y="2102"/>
                      </a:cubicBezTo>
                      <a:cubicBezTo>
                        <a:pt x="421" y="1378"/>
                        <a:pt x="258" y="67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78" name="Google Shape;18178;p62"/>
                <p:cNvSpPr/>
                <p:nvPr/>
              </p:nvSpPr>
              <p:spPr>
                <a:xfrm>
                  <a:off x="763550" y="2357425"/>
                  <a:ext cx="21625" cy="7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3060" extrusionOk="0">
                      <a:moveTo>
                        <a:pt x="865" y="1"/>
                      </a:moveTo>
                      <a:lnTo>
                        <a:pt x="398" y="1519"/>
                      </a:lnTo>
                      <a:cubicBezTo>
                        <a:pt x="234" y="2032"/>
                        <a:pt x="94" y="2523"/>
                        <a:pt x="1" y="3060"/>
                      </a:cubicBezTo>
                      <a:cubicBezTo>
                        <a:pt x="188" y="2570"/>
                        <a:pt x="351" y="2056"/>
                        <a:pt x="468" y="1542"/>
                      </a:cubicBezTo>
                      <a:lnTo>
                        <a:pt x="86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79" name="Google Shape;18179;p62"/>
                <p:cNvSpPr/>
                <p:nvPr/>
              </p:nvSpPr>
              <p:spPr>
                <a:xfrm>
                  <a:off x="777575" y="2400050"/>
                  <a:ext cx="11700" cy="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2476" extrusionOk="0">
                      <a:moveTo>
                        <a:pt x="467" y="1"/>
                      </a:moveTo>
                      <a:lnTo>
                        <a:pt x="467" y="1"/>
                      </a:lnTo>
                      <a:cubicBezTo>
                        <a:pt x="327" y="398"/>
                        <a:pt x="234" y="818"/>
                        <a:pt x="140" y="1238"/>
                      </a:cubicBezTo>
                      <a:cubicBezTo>
                        <a:pt x="47" y="1635"/>
                        <a:pt x="0" y="2056"/>
                        <a:pt x="0" y="2476"/>
                      </a:cubicBezTo>
                      <a:cubicBezTo>
                        <a:pt x="94" y="2079"/>
                        <a:pt x="164" y="1659"/>
                        <a:pt x="211" y="1238"/>
                      </a:cubicBezTo>
                      <a:cubicBezTo>
                        <a:pt x="281" y="818"/>
                        <a:pt x="374" y="421"/>
                        <a:pt x="467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80" name="Google Shape;18180;p62"/>
                <p:cNvSpPr/>
                <p:nvPr/>
              </p:nvSpPr>
              <p:spPr>
                <a:xfrm>
                  <a:off x="1663825" y="3195225"/>
                  <a:ext cx="101625" cy="32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65" h="12821" extrusionOk="0">
                      <a:moveTo>
                        <a:pt x="1" y="0"/>
                      </a:moveTo>
                      <a:cubicBezTo>
                        <a:pt x="1051" y="2008"/>
                        <a:pt x="1916" y="4110"/>
                        <a:pt x="2546" y="6259"/>
                      </a:cubicBezTo>
                      <a:cubicBezTo>
                        <a:pt x="3177" y="8407"/>
                        <a:pt x="3644" y="10602"/>
                        <a:pt x="4041" y="12821"/>
                      </a:cubicBezTo>
                      <a:lnTo>
                        <a:pt x="4064" y="12821"/>
                      </a:lnTo>
                      <a:cubicBezTo>
                        <a:pt x="3971" y="10579"/>
                        <a:pt x="3504" y="8337"/>
                        <a:pt x="2780" y="6189"/>
                      </a:cubicBezTo>
                      <a:cubicBezTo>
                        <a:pt x="2079" y="4040"/>
                        <a:pt x="1145" y="1962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81" name="Google Shape;18181;p62"/>
                <p:cNvSpPr/>
                <p:nvPr/>
              </p:nvSpPr>
              <p:spPr>
                <a:xfrm>
                  <a:off x="1935900" y="3278700"/>
                  <a:ext cx="40875" cy="21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5" h="8595" extrusionOk="0">
                      <a:moveTo>
                        <a:pt x="1612" y="1"/>
                      </a:moveTo>
                      <a:lnTo>
                        <a:pt x="701" y="4274"/>
                      </a:lnTo>
                      <a:cubicBezTo>
                        <a:pt x="374" y="5699"/>
                        <a:pt x="117" y="7147"/>
                        <a:pt x="0" y="8594"/>
                      </a:cubicBezTo>
                      <a:lnTo>
                        <a:pt x="24" y="8594"/>
                      </a:lnTo>
                      <a:cubicBezTo>
                        <a:pt x="444" y="7193"/>
                        <a:pt x="701" y="5769"/>
                        <a:pt x="934" y="4321"/>
                      </a:cubicBezTo>
                      <a:lnTo>
                        <a:pt x="163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82" name="Google Shape;18182;p62"/>
                <p:cNvSpPr/>
                <p:nvPr/>
              </p:nvSpPr>
              <p:spPr>
                <a:xfrm>
                  <a:off x="1822625" y="3309050"/>
                  <a:ext cx="9375" cy="196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" h="7871" extrusionOk="0">
                      <a:moveTo>
                        <a:pt x="281" y="1"/>
                      </a:moveTo>
                      <a:cubicBezTo>
                        <a:pt x="141" y="1285"/>
                        <a:pt x="71" y="2616"/>
                        <a:pt x="47" y="3924"/>
                      </a:cubicBezTo>
                      <a:cubicBezTo>
                        <a:pt x="1" y="5255"/>
                        <a:pt x="71" y="6563"/>
                        <a:pt x="328" y="7871"/>
                      </a:cubicBezTo>
                      <a:lnTo>
                        <a:pt x="351" y="7871"/>
                      </a:lnTo>
                      <a:cubicBezTo>
                        <a:pt x="374" y="6540"/>
                        <a:pt x="328" y="5232"/>
                        <a:pt x="258" y="3924"/>
                      </a:cubicBezTo>
                      <a:cubicBezTo>
                        <a:pt x="234" y="2616"/>
                        <a:pt x="258" y="1309"/>
                        <a:pt x="30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83" name="Google Shape;18183;p62"/>
                <p:cNvSpPr/>
                <p:nvPr/>
              </p:nvSpPr>
              <p:spPr>
                <a:xfrm>
                  <a:off x="1776500" y="3183550"/>
                  <a:ext cx="46725" cy="33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9" h="13335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655" y="2172"/>
                        <a:pt x="1075" y="4390"/>
                        <a:pt x="1309" y="6609"/>
                      </a:cubicBezTo>
                      <a:cubicBezTo>
                        <a:pt x="1519" y="8851"/>
                        <a:pt x="1565" y="11093"/>
                        <a:pt x="1519" y="13335"/>
                      </a:cubicBezTo>
                      <a:lnTo>
                        <a:pt x="1542" y="13335"/>
                      </a:lnTo>
                      <a:cubicBezTo>
                        <a:pt x="1869" y="11116"/>
                        <a:pt x="1846" y="8827"/>
                        <a:pt x="1542" y="6586"/>
                      </a:cubicBezTo>
                      <a:cubicBezTo>
                        <a:pt x="1262" y="4344"/>
                        <a:pt x="748" y="2149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84" name="Google Shape;18184;p62"/>
                <p:cNvSpPr/>
                <p:nvPr/>
              </p:nvSpPr>
              <p:spPr>
                <a:xfrm>
                  <a:off x="1837225" y="3191725"/>
                  <a:ext cx="68925" cy="23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7" h="9552" extrusionOk="0">
                      <a:moveTo>
                        <a:pt x="2733" y="0"/>
                      </a:moveTo>
                      <a:lnTo>
                        <a:pt x="1285" y="4741"/>
                      </a:lnTo>
                      <a:cubicBezTo>
                        <a:pt x="771" y="6329"/>
                        <a:pt x="304" y="7917"/>
                        <a:pt x="0" y="9551"/>
                      </a:cubicBezTo>
                      <a:lnTo>
                        <a:pt x="24" y="9551"/>
                      </a:lnTo>
                      <a:cubicBezTo>
                        <a:pt x="631" y="7987"/>
                        <a:pt x="1075" y="6422"/>
                        <a:pt x="1495" y="4811"/>
                      </a:cubicBezTo>
                      <a:lnTo>
                        <a:pt x="2756" y="23"/>
                      </a:lnTo>
                      <a:lnTo>
                        <a:pt x="2733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85" name="Google Shape;18185;p62"/>
                <p:cNvSpPr/>
                <p:nvPr/>
              </p:nvSpPr>
              <p:spPr>
                <a:xfrm>
                  <a:off x="1881000" y="3325400"/>
                  <a:ext cx="37400" cy="19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7731" extrusionOk="0">
                      <a:moveTo>
                        <a:pt x="1472" y="1"/>
                      </a:moveTo>
                      <a:cubicBezTo>
                        <a:pt x="1075" y="1262"/>
                        <a:pt x="748" y="2523"/>
                        <a:pt x="491" y="3807"/>
                      </a:cubicBezTo>
                      <a:cubicBezTo>
                        <a:pt x="188" y="5092"/>
                        <a:pt x="1" y="6423"/>
                        <a:pt x="24" y="7731"/>
                      </a:cubicBezTo>
                      <a:lnTo>
                        <a:pt x="48" y="7731"/>
                      </a:lnTo>
                      <a:cubicBezTo>
                        <a:pt x="328" y="6446"/>
                        <a:pt x="515" y="5162"/>
                        <a:pt x="702" y="3854"/>
                      </a:cubicBezTo>
                      <a:cubicBezTo>
                        <a:pt x="912" y="2570"/>
                        <a:pt x="1192" y="1285"/>
                        <a:pt x="1496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86" name="Google Shape;18186;p62"/>
                <p:cNvSpPr/>
                <p:nvPr/>
              </p:nvSpPr>
              <p:spPr>
                <a:xfrm>
                  <a:off x="1611275" y="2955275"/>
                  <a:ext cx="8002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1" h="3971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678" y="561"/>
                        <a:pt x="1285" y="1168"/>
                        <a:pt x="1799" y="1822"/>
                      </a:cubicBezTo>
                      <a:cubicBezTo>
                        <a:pt x="2336" y="2499"/>
                        <a:pt x="2780" y="3223"/>
                        <a:pt x="3177" y="3970"/>
                      </a:cubicBezTo>
                      <a:lnTo>
                        <a:pt x="3200" y="3947"/>
                      </a:lnTo>
                      <a:cubicBezTo>
                        <a:pt x="2943" y="3153"/>
                        <a:pt x="2476" y="2405"/>
                        <a:pt x="1892" y="1752"/>
                      </a:cubicBezTo>
                      <a:cubicBezTo>
                        <a:pt x="1355" y="1098"/>
                        <a:pt x="701" y="51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87" name="Google Shape;18187;p62"/>
                <p:cNvSpPr/>
                <p:nvPr/>
              </p:nvSpPr>
              <p:spPr>
                <a:xfrm>
                  <a:off x="1778250" y="2955850"/>
                  <a:ext cx="6450" cy="7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" h="3037" extrusionOk="0">
                      <a:moveTo>
                        <a:pt x="258" y="0"/>
                      </a:moveTo>
                      <a:cubicBezTo>
                        <a:pt x="164" y="491"/>
                        <a:pt x="118" y="1005"/>
                        <a:pt x="71" y="1518"/>
                      </a:cubicBezTo>
                      <a:cubicBezTo>
                        <a:pt x="1" y="2009"/>
                        <a:pt x="1" y="2523"/>
                        <a:pt x="71" y="3036"/>
                      </a:cubicBezTo>
                      <a:lnTo>
                        <a:pt x="94" y="3036"/>
                      </a:lnTo>
                      <a:cubicBezTo>
                        <a:pt x="164" y="2523"/>
                        <a:pt x="188" y="2032"/>
                        <a:pt x="188" y="1518"/>
                      </a:cubicBezTo>
                      <a:cubicBezTo>
                        <a:pt x="211" y="1005"/>
                        <a:pt x="234" y="514"/>
                        <a:pt x="25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88" name="Google Shape;18188;p62"/>
                <p:cNvSpPr/>
                <p:nvPr/>
              </p:nvSpPr>
              <p:spPr>
                <a:xfrm>
                  <a:off x="1708775" y="2978625"/>
                  <a:ext cx="16975" cy="6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9" h="2663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24" y="467"/>
                        <a:pt x="94" y="911"/>
                        <a:pt x="188" y="1378"/>
                      </a:cubicBezTo>
                      <a:cubicBezTo>
                        <a:pt x="281" y="1822"/>
                        <a:pt x="421" y="2265"/>
                        <a:pt x="655" y="2662"/>
                      </a:cubicBezTo>
                      <a:lnTo>
                        <a:pt x="678" y="2662"/>
                      </a:lnTo>
                      <a:cubicBezTo>
                        <a:pt x="585" y="2195"/>
                        <a:pt x="444" y="1775"/>
                        <a:pt x="304" y="1331"/>
                      </a:cubicBezTo>
                      <a:cubicBezTo>
                        <a:pt x="188" y="911"/>
                        <a:pt x="94" y="46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89" name="Google Shape;18189;p62"/>
                <p:cNvSpPr/>
                <p:nvPr/>
              </p:nvSpPr>
              <p:spPr>
                <a:xfrm>
                  <a:off x="1670250" y="2941250"/>
                  <a:ext cx="47325" cy="10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3" h="4368" extrusionOk="0">
                      <a:moveTo>
                        <a:pt x="24" y="1"/>
                      </a:moveTo>
                      <a:lnTo>
                        <a:pt x="0" y="24"/>
                      </a:lnTo>
                      <a:cubicBezTo>
                        <a:pt x="491" y="655"/>
                        <a:pt x="911" y="1355"/>
                        <a:pt x="1215" y="2079"/>
                      </a:cubicBezTo>
                      <a:cubicBezTo>
                        <a:pt x="1518" y="2826"/>
                        <a:pt x="1729" y="3574"/>
                        <a:pt x="1892" y="4368"/>
                      </a:cubicBezTo>
                      <a:cubicBezTo>
                        <a:pt x="1892" y="3550"/>
                        <a:pt x="1682" y="2756"/>
                        <a:pt x="1332" y="2032"/>
                      </a:cubicBezTo>
                      <a:cubicBezTo>
                        <a:pt x="981" y="1308"/>
                        <a:pt x="538" y="63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90" name="Google Shape;18190;p62"/>
                <p:cNvSpPr/>
                <p:nvPr/>
              </p:nvSpPr>
              <p:spPr>
                <a:xfrm>
                  <a:off x="1722800" y="2933075"/>
                  <a:ext cx="17525" cy="8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3434" extrusionOk="0">
                      <a:moveTo>
                        <a:pt x="677" y="1"/>
                      </a:moveTo>
                      <a:lnTo>
                        <a:pt x="280" y="1705"/>
                      </a:lnTo>
                      <a:cubicBezTo>
                        <a:pt x="140" y="2266"/>
                        <a:pt x="24" y="2850"/>
                        <a:pt x="0" y="3434"/>
                      </a:cubicBezTo>
                      <a:cubicBezTo>
                        <a:pt x="210" y="2873"/>
                        <a:pt x="327" y="2313"/>
                        <a:pt x="397" y="1729"/>
                      </a:cubicBezTo>
                      <a:lnTo>
                        <a:pt x="701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91" name="Google Shape;18191;p62"/>
                <p:cNvSpPr/>
                <p:nvPr/>
              </p:nvSpPr>
              <p:spPr>
                <a:xfrm>
                  <a:off x="1750225" y="2976875"/>
                  <a:ext cx="7050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733" extrusionOk="0">
                      <a:moveTo>
                        <a:pt x="281" y="0"/>
                      </a:moveTo>
                      <a:lnTo>
                        <a:pt x="281" y="0"/>
                      </a:lnTo>
                      <a:cubicBezTo>
                        <a:pt x="164" y="444"/>
                        <a:pt x="94" y="888"/>
                        <a:pt x="48" y="1355"/>
                      </a:cubicBezTo>
                      <a:cubicBezTo>
                        <a:pt x="1" y="1798"/>
                        <a:pt x="1" y="2265"/>
                        <a:pt x="118" y="2732"/>
                      </a:cubicBezTo>
                      <a:lnTo>
                        <a:pt x="141" y="2732"/>
                      </a:lnTo>
                      <a:cubicBezTo>
                        <a:pt x="188" y="2265"/>
                        <a:pt x="188" y="1822"/>
                        <a:pt x="188" y="1355"/>
                      </a:cubicBezTo>
                      <a:cubicBezTo>
                        <a:pt x="188" y="911"/>
                        <a:pt x="234" y="444"/>
                        <a:pt x="28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92" name="Google Shape;18192;p62"/>
                <p:cNvSpPr/>
                <p:nvPr/>
              </p:nvSpPr>
              <p:spPr>
                <a:xfrm>
                  <a:off x="859900" y="2567600"/>
                  <a:ext cx="78825" cy="9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" h="3925" extrusionOk="0">
                      <a:moveTo>
                        <a:pt x="0" y="1"/>
                      </a:moveTo>
                      <a:cubicBezTo>
                        <a:pt x="654" y="538"/>
                        <a:pt x="1261" y="1145"/>
                        <a:pt x="1775" y="1799"/>
                      </a:cubicBezTo>
                      <a:cubicBezTo>
                        <a:pt x="2289" y="2476"/>
                        <a:pt x="2733" y="3177"/>
                        <a:pt x="3130" y="3924"/>
                      </a:cubicBezTo>
                      <a:lnTo>
                        <a:pt x="3153" y="3924"/>
                      </a:lnTo>
                      <a:cubicBezTo>
                        <a:pt x="2896" y="3107"/>
                        <a:pt x="2429" y="2383"/>
                        <a:pt x="1868" y="1729"/>
                      </a:cubicBezTo>
                      <a:cubicBezTo>
                        <a:pt x="1331" y="1075"/>
                        <a:pt x="677" y="51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93" name="Google Shape;18193;p62"/>
                <p:cNvSpPr/>
                <p:nvPr/>
              </p:nvSpPr>
              <p:spPr>
                <a:xfrm>
                  <a:off x="1025125" y="2568200"/>
                  <a:ext cx="6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" h="2990" extrusionOk="0">
                      <a:moveTo>
                        <a:pt x="234" y="0"/>
                      </a:moveTo>
                      <a:cubicBezTo>
                        <a:pt x="164" y="491"/>
                        <a:pt x="94" y="981"/>
                        <a:pt x="70" y="1495"/>
                      </a:cubicBezTo>
                      <a:cubicBezTo>
                        <a:pt x="0" y="1985"/>
                        <a:pt x="0" y="2499"/>
                        <a:pt x="70" y="2989"/>
                      </a:cubicBezTo>
                      <a:lnTo>
                        <a:pt x="94" y="2989"/>
                      </a:lnTo>
                      <a:cubicBezTo>
                        <a:pt x="164" y="2499"/>
                        <a:pt x="187" y="2008"/>
                        <a:pt x="187" y="1495"/>
                      </a:cubicBezTo>
                      <a:cubicBezTo>
                        <a:pt x="187" y="1004"/>
                        <a:pt x="210" y="491"/>
                        <a:pt x="25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94" name="Google Shape;18194;p62"/>
                <p:cNvSpPr/>
                <p:nvPr/>
              </p:nvSpPr>
              <p:spPr>
                <a:xfrm>
                  <a:off x="956225" y="2590950"/>
                  <a:ext cx="16375" cy="6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" h="2617" extrusionOk="0">
                      <a:moveTo>
                        <a:pt x="0" y="1"/>
                      </a:moveTo>
                      <a:cubicBezTo>
                        <a:pt x="24" y="445"/>
                        <a:pt x="94" y="912"/>
                        <a:pt x="187" y="1332"/>
                      </a:cubicBezTo>
                      <a:cubicBezTo>
                        <a:pt x="257" y="1799"/>
                        <a:pt x="397" y="2219"/>
                        <a:pt x="654" y="2616"/>
                      </a:cubicBezTo>
                      <a:cubicBezTo>
                        <a:pt x="561" y="2173"/>
                        <a:pt x="444" y="1752"/>
                        <a:pt x="304" y="1309"/>
                      </a:cubicBezTo>
                      <a:cubicBezTo>
                        <a:pt x="187" y="888"/>
                        <a:pt x="94" y="44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95" name="Google Shape;18195;p62"/>
                <p:cNvSpPr/>
                <p:nvPr/>
              </p:nvSpPr>
              <p:spPr>
                <a:xfrm>
                  <a:off x="918275" y="2554175"/>
                  <a:ext cx="46725" cy="10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9" h="4298" extrusionOk="0">
                      <a:moveTo>
                        <a:pt x="1" y="1"/>
                      </a:moveTo>
                      <a:cubicBezTo>
                        <a:pt x="491" y="631"/>
                        <a:pt x="888" y="1308"/>
                        <a:pt x="1192" y="2032"/>
                      </a:cubicBezTo>
                      <a:cubicBezTo>
                        <a:pt x="1495" y="2780"/>
                        <a:pt x="1682" y="3527"/>
                        <a:pt x="1845" y="4298"/>
                      </a:cubicBezTo>
                      <a:lnTo>
                        <a:pt x="1869" y="4298"/>
                      </a:lnTo>
                      <a:cubicBezTo>
                        <a:pt x="1869" y="3504"/>
                        <a:pt x="1659" y="2710"/>
                        <a:pt x="1308" y="1986"/>
                      </a:cubicBezTo>
                      <a:cubicBezTo>
                        <a:pt x="981" y="1262"/>
                        <a:pt x="514" y="58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96" name="Google Shape;18196;p62"/>
                <p:cNvSpPr/>
                <p:nvPr/>
              </p:nvSpPr>
              <p:spPr>
                <a:xfrm>
                  <a:off x="969650" y="2545425"/>
                  <a:ext cx="17550" cy="8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3410" extrusionOk="0">
                      <a:moveTo>
                        <a:pt x="701" y="0"/>
                      </a:moveTo>
                      <a:lnTo>
                        <a:pt x="304" y="1705"/>
                      </a:lnTo>
                      <a:cubicBezTo>
                        <a:pt x="164" y="2266"/>
                        <a:pt x="47" y="2826"/>
                        <a:pt x="1" y="3410"/>
                      </a:cubicBezTo>
                      <a:lnTo>
                        <a:pt x="24" y="3410"/>
                      </a:lnTo>
                      <a:cubicBezTo>
                        <a:pt x="211" y="2849"/>
                        <a:pt x="328" y="2289"/>
                        <a:pt x="421" y="1728"/>
                      </a:cubicBezTo>
                      <a:lnTo>
                        <a:pt x="70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97" name="Google Shape;18197;p62"/>
                <p:cNvSpPr/>
                <p:nvPr/>
              </p:nvSpPr>
              <p:spPr>
                <a:xfrm>
                  <a:off x="997100" y="2588625"/>
                  <a:ext cx="7025" cy="6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" h="2710" extrusionOk="0">
                      <a:moveTo>
                        <a:pt x="280" y="0"/>
                      </a:moveTo>
                      <a:cubicBezTo>
                        <a:pt x="164" y="444"/>
                        <a:pt x="94" y="888"/>
                        <a:pt x="70" y="1355"/>
                      </a:cubicBezTo>
                      <a:cubicBezTo>
                        <a:pt x="0" y="1799"/>
                        <a:pt x="0" y="2266"/>
                        <a:pt x="117" y="2709"/>
                      </a:cubicBezTo>
                      <a:lnTo>
                        <a:pt x="140" y="2709"/>
                      </a:lnTo>
                      <a:cubicBezTo>
                        <a:pt x="187" y="2242"/>
                        <a:pt x="187" y="1799"/>
                        <a:pt x="187" y="1355"/>
                      </a:cubicBezTo>
                      <a:cubicBezTo>
                        <a:pt x="187" y="911"/>
                        <a:pt x="234" y="444"/>
                        <a:pt x="28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98" name="Google Shape;18198;p62"/>
                <p:cNvSpPr/>
                <p:nvPr/>
              </p:nvSpPr>
              <p:spPr>
                <a:xfrm>
                  <a:off x="981325" y="2548350"/>
                  <a:ext cx="7625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2733" extrusionOk="0">
                      <a:moveTo>
                        <a:pt x="281" y="0"/>
                      </a:moveTo>
                      <a:cubicBezTo>
                        <a:pt x="187" y="444"/>
                        <a:pt x="94" y="911"/>
                        <a:pt x="71" y="1355"/>
                      </a:cubicBezTo>
                      <a:cubicBezTo>
                        <a:pt x="1" y="1822"/>
                        <a:pt x="24" y="2289"/>
                        <a:pt x="117" y="2732"/>
                      </a:cubicBezTo>
                      <a:lnTo>
                        <a:pt x="141" y="2732"/>
                      </a:lnTo>
                      <a:cubicBezTo>
                        <a:pt x="187" y="2265"/>
                        <a:pt x="187" y="1822"/>
                        <a:pt x="187" y="1378"/>
                      </a:cubicBezTo>
                      <a:cubicBezTo>
                        <a:pt x="187" y="911"/>
                        <a:pt x="234" y="467"/>
                        <a:pt x="30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199" name="Google Shape;18199;p62"/>
                <p:cNvSpPr/>
                <p:nvPr/>
              </p:nvSpPr>
              <p:spPr>
                <a:xfrm>
                  <a:off x="816100" y="3215075"/>
                  <a:ext cx="189775" cy="2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1" h="9435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1589" y="1308"/>
                        <a:pt x="3037" y="2756"/>
                        <a:pt x="4298" y="4344"/>
                      </a:cubicBezTo>
                      <a:cubicBezTo>
                        <a:pt x="5535" y="5955"/>
                        <a:pt x="6610" y="7637"/>
                        <a:pt x="7567" y="9435"/>
                      </a:cubicBezTo>
                      <a:lnTo>
                        <a:pt x="7590" y="9411"/>
                      </a:lnTo>
                      <a:cubicBezTo>
                        <a:pt x="6983" y="7473"/>
                        <a:pt x="5886" y="5698"/>
                        <a:pt x="4531" y="4157"/>
                      </a:cubicBezTo>
                      <a:cubicBezTo>
                        <a:pt x="3200" y="2592"/>
                        <a:pt x="1682" y="121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00" name="Google Shape;18200;p62"/>
                <p:cNvSpPr/>
                <p:nvPr/>
              </p:nvSpPr>
              <p:spPr>
                <a:xfrm>
                  <a:off x="1213100" y="3216225"/>
                  <a:ext cx="16375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" h="7217" extrusionOk="0">
                      <a:moveTo>
                        <a:pt x="608" y="1"/>
                      </a:moveTo>
                      <a:cubicBezTo>
                        <a:pt x="421" y="1192"/>
                        <a:pt x="281" y="2383"/>
                        <a:pt x="164" y="3597"/>
                      </a:cubicBezTo>
                      <a:cubicBezTo>
                        <a:pt x="48" y="4788"/>
                        <a:pt x="1" y="6003"/>
                        <a:pt x="211" y="7217"/>
                      </a:cubicBezTo>
                      <a:lnTo>
                        <a:pt x="234" y="7217"/>
                      </a:lnTo>
                      <a:cubicBezTo>
                        <a:pt x="421" y="6026"/>
                        <a:pt x="468" y="4812"/>
                        <a:pt x="468" y="3621"/>
                      </a:cubicBezTo>
                      <a:cubicBezTo>
                        <a:pt x="491" y="2406"/>
                        <a:pt x="561" y="1192"/>
                        <a:pt x="65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01" name="Google Shape;18201;p62"/>
                <p:cNvSpPr/>
                <p:nvPr/>
              </p:nvSpPr>
              <p:spPr>
                <a:xfrm>
                  <a:off x="1048475" y="3271125"/>
                  <a:ext cx="39725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" h="6306" extrusionOk="0">
                      <a:moveTo>
                        <a:pt x="0" y="0"/>
                      </a:moveTo>
                      <a:cubicBezTo>
                        <a:pt x="70" y="1098"/>
                        <a:pt x="210" y="2172"/>
                        <a:pt x="444" y="3223"/>
                      </a:cubicBezTo>
                      <a:cubicBezTo>
                        <a:pt x="631" y="4297"/>
                        <a:pt x="981" y="5348"/>
                        <a:pt x="1542" y="6305"/>
                      </a:cubicBezTo>
                      <a:lnTo>
                        <a:pt x="1588" y="6282"/>
                      </a:lnTo>
                      <a:cubicBezTo>
                        <a:pt x="1355" y="5208"/>
                        <a:pt x="1051" y="4204"/>
                        <a:pt x="724" y="3153"/>
                      </a:cubicBezTo>
                      <a:cubicBezTo>
                        <a:pt x="421" y="2125"/>
                        <a:pt x="210" y="107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02" name="Google Shape;18202;p62"/>
                <p:cNvSpPr/>
                <p:nvPr/>
              </p:nvSpPr>
              <p:spPr>
                <a:xfrm>
                  <a:off x="956800" y="3182375"/>
                  <a:ext cx="112700" cy="25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8" h="10346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1168" y="1518"/>
                        <a:pt x="2149" y="3176"/>
                        <a:pt x="2873" y="4928"/>
                      </a:cubicBezTo>
                      <a:cubicBezTo>
                        <a:pt x="3574" y="6679"/>
                        <a:pt x="4088" y="8477"/>
                        <a:pt x="4461" y="10346"/>
                      </a:cubicBezTo>
                      <a:lnTo>
                        <a:pt x="4508" y="10346"/>
                      </a:lnTo>
                      <a:cubicBezTo>
                        <a:pt x="4508" y="8431"/>
                        <a:pt x="3994" y="6539"/>
                        <a:pt x="3154" y="4811"/>
                      </a:cubicBezTo>
                      <a:cubicBezTo>
                        <a:pt x="2336" y="3060"/>
                        <a:pt x="1285" y="144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03" name="Google Shape;18203;p62"/>
                <p:cNvSpPr/>
                <p:nvPr/>
              </p:nvSpPr>
              <p:spPr>
                <a:xfrm>
                  <a:off x="1081175" y="3161950"/>
                  <a:ext cx="42050" cy="2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" h="8197" extrusionOk="0">
                      <a:moveTo>
                        <a:pt x="1635" y="0"/>
                      </a:moveTo>
                      <a:lnTo>
                        <a:pt x="701" y="4063"/>
                      </a:lnTo>
                      <a:cubicBezTo>
                        <a:pt x="350" y="5418"/>
                        <a:pt x="70" y="6796"/>
                        <a:pt x="0" y="8197"/>
                      </a:cubicBezTo>
                      <a:lnTo>
                        <a:pt x="23" y="8197"/>
                      </a:lnTo>
                      <a:cubicBezTo>
                        <a:pt x="490" y="6866"/>
                        <a:pt x="771" y="5511"/>
                        <a:pt x="981" y="4133"/>
                      </a:cubicBezTo>
                      <a:lnTo>
                        <a:pt x="168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04" name="Google Shape;18204;p62"/>
                <p:cNvSpPr/>
                <p:nvPr/>
              </p:nvSpPr>
              <p:spPr>
                <a:xfrm>
                  <a:off x="1146550" y="3265850"/>
                  <a:ext cx="17550" cy="16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6493" extrusionOk="0">
                      <a:moveTo>
                        <a:pt x="678" y="1"/>
                      </a:moveTo>
                      <a:cubicBezTo>
                        <a:pt x="421" y="1052"/>
                        <a:pt x="234" y="2149"/>
                        <a:pt x="141" y="3224"/>
                      </a:cubicBezTo>
                      <a:cubicBezTo>
                        <a:pt x="1" y="4321"/>
                        <a:pt x="24" y="5419"/>
                        <a:pt x="304" y="6493"/>
                      </a:cubicBezTo>
                      <a:lnTo>
                        <a:pt x="328" y="6493"/>
                      </a:lnTo>
                      <a:cubicBezTo>
                        <a:pt x="444" y="5395"/>
                        <a:pt x="444" y="4321"/>
                        <a:pt x="421" y="3247"/>
                      </a:cubicBezTo>
                      <a:cubicBezTo>
                        <a:pt x="468" y="2173"/>
                        <a:pt x="561" y="1075"/>
                        <a:pt x="70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05" name="Google Shape;18205;p62"/>
                <p:cNvSpPr/>
                <p:nvPr/>
              </p:nvSpPr>
              <p:spPr>
                <a:xfrm>
                  <a:off x="2658675" y="2637675"/>
                  <a:ext cx="103950" cy="15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8" h="6072" extrusionOk="0">
                      <a:moveTo>
                        <a:pt x="24" y="0"/>
                      </a:moveTo>
                      <a:lnTo>
                        <a:pt x="0" y="23"/>
                      </a:lnTo>
                      <a:cubicBezTo>
                        <a:pt x="865" y="911"/>
                        <a:pt x="1635" y="1868"/>
                        <a:pt x="2336" y="2873"/>
                      </a:cubicBezTo>
                      <a:cubicBezTo>
                        <a:pt x="2990" y="3900"/>
                        <a:pt x="3573" y="4974"/>
                        <a:pt x="4134" y="6072"/>
                      </a:cubicBezTo>
                      <a:lnTo>
                        <a:pt x="4157" y="6072"/>
                      </a:lnTo>
                      <a:cubicBezTo>
                        <a:pt x="3737" y="4904"/>
                        <a:pt x="3153" y="3807"/>
                        <a:pt x="2429" y="2802"/>
                      </a:cubicBezTo>
                      <a:cubicBezTo>
                        <a:pt x="1729" y="1798"/>
                        <a:pt x="911" y="86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06" name="Google Shape;18206;p62"/>
                <p:cNvSpPr/>
                <p:nvPr/>
              </p:nvSpPr>
              <p:spPr>
                <a:xfrm>
                  <a:off x="2833825" y="2634175"/>
                  <a:ext cx="14025" cy="11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4718" extrusionOk="0">
                      <a:moveTo>
                        <a:pt x="0" y="0"/>
                      </a:moveTo>
                      <a:lnTo>
                        <a:pt x="234" y="2359"/>
                      </a:lnTo>
                      <a:cubicBezTo>
                        <a:pt x="281" y="3153"/>
                        <a:pt x="374" y="3923"/>
                        <a:pt x="538" y="4717"/>
                      </a:cubicBezTo>
                      <a:lnTo>
                        <a:pt x="561" y="4694"/>
                      </a:lnTo>
                      <a:cubicBezTo>
                        <a:pt x="538" y="3900"/>
                        <a:pt x="467" y="3129"/>
                        <a:pt x="351" y="2335"/>
                      </a:cubicBez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07" name="Google Shape;18207;p62"/>
                <p:cNvSpPr/>
                <p:nvPr/>
              </p:nvSpPr>
              <p:spPr>
                <a:xfrm>
                  <a:off x="2762600" y="2672100"/>
                  <a:ext cx="32725" cy="10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9" h="4088" extrusionOk="0">
                      <a:moveTo>
                        <a:pt x="0" y="1"/>
                      </a:moveTo>
                      <a:cubicBezTo>
                        <a:pt x="140" y="702"/>
                        <a:pt x="304" y="1379"/>
                        <a:pt x="514" y="2079"/>
                      </a:cubicBezTo>
                      <a:cubicBezTo>
                        <a:pt x="701" y="2757"/>
                        <a:pt x="934" y="3434"/>
                        <a:pt x="1285" y="4088"/>
                      </a:cubicBezTo>
                      <a:lnTo>
                        <a:pt x="1308" y="4064"/>
                      </a:lnTo>
                      <a:cubicBezTo>
                        <a:pt x="1098" y="3387"/>
                        <a:pt x="864" y="2710"/>
                        <a:pt x="631" y="2033"/>
                      </a:cubicBezTo>
                      <a:cubicBezTo>
                        <a:pt x="397" y="1355"/>
                        <a:pt x="211" y="67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08" name="Google Shape;18208;p62"/>
                <p:cNvSpPr/>
                <p:nvPr/>
              </p:nvSpPr>
              <p:spPr>
                <a:xfrm>
                  <a:off x="2715300" y="2614900"/>
                  <a:ext cx="73000" cy="16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0" h="6703" extrusionOk="0">
                      <a:moveTo>
                        <a:pt x="1" y="0"/>
                      </a:moveTo>
                      <a:cubicBezTo>
                        <a:pt x="678" y="1028"/>
                        <a:pt x="1262" y="2102"/>
                        <a:pt x="1729" y="3246"/>
                      </a:cubicBezTo>
                      <a:cubicBezTo>
                        <a:pt x="2196" y="4367"/>
                        <a:pt x="2570" y="5512"/>
                        <a:pt x="2920" y="6703"/>
                      </a:cubicBezTo>
                      <a:cubicBezTo>
                        <a:pt x="2733" y="5488"/>
                        <a:pt x="2359" y="4297"/>
                        <a:pt x="1846" y="3200"/>
                      </a:cubicBezTo>
                      <a:cubicBezTo>
                        <a:pt x="1355" y="2079"/>
                        <a:pt x="725" y="1005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09" name="Google Shape;18209;p62"/>
                <p:cNvSpPr/>
                <p:nvPr/>
              </p:nvSpPr>
              <p:spPr>
                <a:xfrm>
                  <a:off x="2783025" y="2599725"/>
                  <a:ext cx="5275" cy="1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5372" extrusionOk="0">
                      <a:moveTo>
                        <a:pt x="24" y="0"/>
                      </a:moveTo>
                      <a:lnTo>
                        <a:pt x="24" y="2686"/>
                      </a:lnTo>
                      <a:cubicBezTo>
                        <a:pt x="1" y="3573"/>
                        <a:pt x="24" y="4484"/>
                        <a:pt x="117" y="5371"/>
                      </a:cubicBezTo>
                      <a:lnTo>
                        <a:pt x="141" y="5371"/>
                      </a:lnTo>
                      <a:cubicBezTo>
                        <a:pt x="211" y="4461"/>
                        <a:pt x="188" y="3573"/>
                        <a:pt x="141" y="2686"/>
                      </a:cubicBez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10" name="Google Shape;18210;p62"/>
                <p:cNvSpPr/>
                <p:nvPr/>
              </p:nvSpPr>
              <p:spPr>
                <a:xfrm>
                  <a:off x="2811050" y="2666850"/>
                  <a:ext cx="12300" cy="10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4252" extrusionOk="0">
                      <a:moveTo>
                        <a:pt x="1" y="1"/>
                      </a:moveTo>
                      <a:cubicBezTo>
                        <a:pt x="1" y="725"/>
                        <a:pt x="47" y="1425"/>
                        <a:pt x="94" y="2149"/>
                      </a:cubicBezTo>
                      <a:cubicBezTo>
                        <a:pt x="164" y="2850"/>
                        <a:pt x="258" y="3574"/>
                        <a:pt x="491" y="4251"/>
                      </a:cubicBezTo>
                      <a:cubicBezTo>
                        <a:pt x="444" y="3527"/>
                        <a:pt x="328" y="2826"/>
                        <a:pt x="234" y="2126"/>
                      </a:cubicBezTo>
                      <a:cubicBezTo>
                        <a:pt x="141" y="1425"/>
                        <a:pt x="71" y="72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11" name="Google Shape;18211;p62"/>
                <p:cNvSpPr/>
                <p:nvPr/>
              </p:nvSpPr>
              <p:spPr>
                <a:xfrm>
                  <a:off x="510750" y="2913225"/>
                  <a:ext cx="78275" cy="16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1" h="6610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02" y="1005"/>
                        <a:pt x="1332" y="2079"/>
                        <a:pt x="1823" y="3177"/>
                      </a:cubicBezTo>
                      <a:cubicBezTo>
                        <a:pt x="2336" y="4298"/>
                        <a:pt x="2733" y="5442"/>
                        <a:pt x="3107" y="6610"/>
                      </a:cubicBezTo>
                      <a:lnTo>
                        <a:pt x="3130" y="6610"/>
                      </a:lnTo>
                      <a:cubicBezTo>
                        <a:pt x="2897" y="5395"/>
                        <a:pt x="2500" y="4228"/>
                        <a:pt x="1939" y="3130"/>
                      </a:cubicBezTo>
                      <a:cubicBezTo>
                        <a:pt x="1402" y="2032"/>
                        <a:pt x="748" y="982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12" name="Google Shape;18212;p62"/>
                <p:cNvSpPr/>
                <p:nvPr/>
              </p:nvSpPr>
              <p:spPr>
                <a:xfrm>
                  <a:off x="677725" y="2936000"/>
                  <a:ext cx="7050" cy="11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4742" extrusionOk="0">
                      <a:moveTo>
                        <a:pt x="281" y="0"/>
                      </a:moveTo>
                      <a:lnTo>
                        <a:pt x="94" y="2359"/>
                      </a:lnTo>
                      <a:cubicBezTo>
                        <a:pt x="24" y="3153"/>
                        <a:pt x="1" y="3947"/>
                        <a:pt x="48" y="4741"/>
                      </a:cubicBezTo>
                      <a:cubicBezTo>
                        <a:pt x="164" y="3947"/>
                        <a:pt x="211" y="3153"/>
                        <a:pt x="235" y="2359"/>
                      </a:cubicBez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13" name="Google Shape;18213;p62"/>
                <p:cNvSpPr/>
                <p:nvPr/>
              </p:nvSpPr>
              <p:spPr>
                <a:xfrm>
                  <a:off x="608250" y="2962275"/>
                  <a:ext cx="15225" cy="10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422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4" y="724"/>
                        <a:pt x="71" y="1425"/>
                        <a:pt x="164" y="2149"/>
                      </a:cubicBezTo>
                      <a:cubicBezTo>
                        <a:pt x="234" y="2849"/>
                        <a:pt x="375" y="3550"/>
                        <a:pt x="608" y="4227"/>
                      </a:cubicBezTo>
                      <a:cubicBezTo>
                        <a:pt x="538" y="3527"/>
                        <a:pt x="398" y="2826"/>
                        <a:pt x="281" y="2125"/>
                      </a:cubicBezTo>
                      <a:cubicBezTo>
                        <a:pt x="164" y="1425"/>
                        <a:pt x="71" y="724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14" name="Google Shape;18214;p62"/>
                <p:cNvSpPr/>
                <p:nvPr/>
              </p:nvSpPr>
              <p:spPr>
                <a:xfrm>
                  <a:off x="570300" y="2899225"/>
                  <a:ext cx="45575" cy="17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3" h="7053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91" y="1121"/>
                        <a:pt x="912" y="2265"/>
                        <a:pt x="1192" y="3456"/>
                      </a:cubicBezTo>
                      <a:cubicBezTo>
                        <a:pt x="1472" y="4647"/>
                        <a:pt x="1659" y="5838"/>
                        <a:pt x="1799" y="7053"/>
                      </a:cubicBezTo>
                      <a:lnTo>
                        <a:pt x="1823" y="7053"/>
                      </a:lnTo>
                      <a:cubicBezTo>
                        <a:pt x="1823" y="5815"/>
                        <a:pt x="1636" y="4601"/>
                        <a:pt x="1309" y="3433"/>
                      </a:cubicBezTo>
                      <a:cubicBezTo>
                        <a:pt x="1005" y="2242"/>
                        <a:pt x="561" y="1098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15" name="Google Shape;18215;p62"/>
                <p:cNvSpPr/>
                <p:nvPr/>
              </p:nvSpPr>
              <p:spPr>
                <a:xfrm>
                  <a:off x="621100" y="2894550"/>
                  <a:ext cx="19300" cy="1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" h="5302" extrusionOk="0">
                      <a:moveTo>
                        <a:pt x="748" y="0"/>
                      </a:moveTo>
                      <a:lnTo>
                        <a:pt x="328" y="2639"/>
                      </a:lnTo>
                      <a:cubicBezTo>
                        <a:pt x="164" y="3527"/>
                        <a:pt x="47" y="4414"/>
                        <a:pt x="1" y="5302"/>
                      </a:cubicBezTo>
                      <a:lnTo>
                        <a:pt x="24" y="5302"/>
                      </a:lnTo>
                      <a:cubicBezTo>
                        <a:pt x="234" y="4437"/>
                        <a:pt x="351" y="3550"/>
                        <a:pt x="444" y="2663"/>
                      </a:cubicBezTo>
                      <a:lnTo>
                        <a:pt x="77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16" name="Google Shape;18216;p62"/>
                <p:cNvSpPr/>
                <p:nvPr/>
              </p:nvSpPr>
              <p:spPr>
                <a:xfrm>
                  <a:off x="648550" y="2965200"/>
                  <a:ext cx="8200" cy="10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4251" extrusionOk="0">
                      <a:moveTo>
                        <a:pt x="327" y="0"/>
                      </a:moveTo>
                      <a:lnTo>
                        <a:pt x="327" y="0"/>
                      </a:lnTo>
                      <a:cubicBezTo>
                        <a:pt x="210" y="701"/>
                        <a:pt x="117" y="1401"/>
                        <a:pt x="70" y="2125"/>
                      </a:cubicBezTo>
                      <a:cubicBezTo>
                        <a:pt x="24" y="2826"/>
                        <a:pt x="0" y="3550"/>
                        <a:pt x="117" y="4250"/>
                      </a:cubicBezTo>
                      <a:lnTo>
                        <a:pt x="140" y="4250"/>
                      </a:lnTo>
                      <a:cubicBezTo>
                        <a:pt x="187" y="3550"/>
                        <a:pt x="187" y="2849"/>
                        <a:pt x="187" y="2125"/>
                      </a:cubicBezTo>
                      <a:cubicBezTo>
                        <a:pt x="210" y="1425"/>
                        <a:pt x="257" y="701"/>
                        <a:pt x="32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17" name="Google Shape;18217;p62"/>
                <p:cNvSpPr/>
                <p:nvPr/>
              </p:nvSpPr>
              <p:spPr>
                <a:xfrm>
                  <a:off x="238125" y="2912650"/>
                  <a:ext cx="65975" cy="13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9" h="5232" extrusionOk="0">
                      <a:moveTo>
                        <a:pt x="0" y="0"/>
                      </a:moveTo>
                      <a:cubicBezTo>
                        <a:pt x="584" y="794"/>
                        <a:pt x="1098" y="1635"/>
                        <a:pt x="1518" y="2522"/>
                      </a:cubicBezTo>
                      <a:cubicBezTo>
                        <a:pt x="1938" y="3410"/>
                        <a:pt x="2289" y="4321"/>
                        <a:pt x="2639" y="5231"/>
                      </a:cubicBezTo>
                      <a:cubicBezTo>
                        <a:pt x="2452" y="4274"/>
                        <a:pt x="2102" y="3340"/>
                        <a:pt x="1635" y="2476"/>
                      </a:cubicBezTo>
                      <a:cubicBezTo>
                        <a:pt x="1191" y="1588"/>
                        <a:pt x="631" y="771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18" name="Google Shape;18218;p62"/>
                <p:cNvSpPr/>
                <p:nvPr/>
              </p:nvSpPr>
              <p:spPr>
                <a:xfrm>
                  <a:off x="3839175" y="2528500"/>
                  <a:ext cx="52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784" extrusionOk="0">
                      <a:moveTo>
                        <a:pt x="164" y="0"/>
                      </a:moveTo>
                      <a:lnTo>
                        <a:pt x="71" y="1892"/>
                      </a:lnTo>
                      <a:cubicBezTo>
                        <a:pt x="24" y="2522"/>
                        <a:pt x="1" y="3153"/>
                        <a:pt x="71" y="3783"/>
                      </a:cubicBezTo>
                      <a:lnTo>
                        <a:pt x="94" y="3783"/>
                      </a:lnTo>
                      <a:cubicBezTo>
                        <a:pt x="187" y="3153"/>
                        <a:pt x="211" y="2522"/>
                        <a:pt x="187" y="1892"/>
                      </a:cubicBez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19" name="Google Shape;18219;p62"/>
                <p:cNvSpPr/>
                <p:nvPr/>
              </p:nvSpPr>
              <p:spPr>
                <a:xfrm>
                  <a:off x="3782550" y="2551250"/>
                  <a:ext cx="14625" cy="8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3364" extrusionOk="0">
                      <a:moveTo>
                        <a:pt x="0" y="1"/>
                      </a:moveTo>
                      <a:cubicBezTo>
                        <a:pt x="24" y="561"/>
                        <a:pt x="94" y="1145"/>
                        <a:pt x="164" y="1706"/>
                      </a:cubicBezTo>
                      <a:cubicBezTo>
                        <a:pt x="234" y="2266"/>
                        <a:pt x="351" y="2827"/>
                        <a:pt x="584" y="3364"/>
                      </a:cubicBezTo>
                      <a:cubicBezTo>
                        <a:pt x="538" y="2803"/>
                        <a:pt x="421" y="2243"/>
                        <a:pt x="281" y="1682"/>
                      </a:cubicBezTo>
                      <a:cubicBezTo>
                        <a:pt x="187" y="1122"/>
                        <a:pt x="94" y="56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20" name="Google Shape;18220;p62"/>
                <p:cNvSpPr/>
                <p:nvPr/>
              </p:nvSpPr>
              <p:spPr>
                <a:xfrm>
                  <a:off x="3751025" y="2501050"/>
                  <a:ext cx="40300" cy="1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2" h="5606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1" y="888"/>
                        <a:pt x="771" y="1799"/>
                        <a:pt x="1005" y="2756"/>
                      </a:cubicBezTo>
                      <a:cubicBezTo>
                        <a:pt x="1261" y="3690"/>
                        <a:pt x="1425" y="4648"/>
                        <a:pt x="1588" y="5605"/>
                      </a:cubicBezTo>
                      <a:lnTo>
                        <a:pt x="1612" y="5605"/>
                      </a:lnTo>
                      <a:cubicBezTo>
                        <a:pt x="1612" y="4624"/>
                        <a:pt x="1425" y="3644"/>
                        <a:pt x="1121" y="2710"/>
                      </a:cubicBezTo>
                      <a:cubicBezTo>
                        <a:pt x="841" y="1775"/>
                        <a:pt x="467" y="86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21" name="Google Shape;18221;p62"/>
                <p:cNvSpPr/>
                <p:nvPr/>
              </p:nvSpPr>
              <p:spPr>
                <a:xfrm>
                  <a:off x="3816400" y="2552425"/>
                  <a:ext cx="5300" cy="85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" h="3411" extrusionOk="0">
                      <a:moveTo>
                        <a:pt x="211" y="1"/>
                      </a:moveTo>
                      <a:cubicBezTo>
                        <a:pt x="118" y="561"/>
                        <a:pt x="71" y="1122"/>
                        <a:pt x="48" y="1705"/>
                      </a:cubicBezTo>
                      <a:cubicBezTo>
                        <a:pt x="1" y="2266"/>
                        <a:pt x="24" y="2850"/>
                        <a:pt x="118" y="3410"/>
                      </a:cubicBezTo>
                      <a:lnTo>
                        <a:pt x="141" y="3410"/>
                      </a:lnTo>
                      <a:cubicBezTo>
                        <a:pt x="188" y="2826"/>
                        <a:pt x="188" y="2266"/>
                        <a:pt x="164" y="1705"/>
                      </a:cubicBezTo>
                      <a:cubicBezTo>
                        <a:pt x="164" y="1122"/>
                        <a:pt x="188" y="561"/>
                        <a:pt x="21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22" name="Google Shape;18222;p62"/>
                <p:cNvSpPr/>
                <p:nvPr/>
              </p:nvSpPr>
              <p:spPr>
                <a:xfrm>
                  <a:off x="1147725" y="2799375"/>
                  <a:ext cx="5275" cy="9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808" extrusionOk="0">
                      <a:moveTo>
                        <a:pt x="164" y="1"/>
                      </a:moveTo>
                      <a:lnTo>
                        <a:pt x="70" y="1916"/>
                      </a:lnTo>
                      <a:cubicBezTo>
                        <a:pt x="24" y="2546"/>
                        <a:pt x="0" y="3177"/>
                        <a:pt x="70" y="3807"/>
                      </a:cubicBezTo>
                      <a:lnTo>
                        <a:pt x="94" y="3807"/>
                      </a:lnTo>
                      <a:cubicBezTo>
                        <a:pt x="187" y="3177"/>
                        <a:pt x="210" y="2546"/>
                        <a:pt x="187" y="1916"/>
                      </a:cubicBezTo>
                      <a:lnTo>
                        <a:pt x="164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23" name="Google Shape;18223;p62"/>
                <p:cNvSpPr/>
                <p:nvPr/>
              </p:nvSpPr>
              <p:spPr>
                <a:xfrm>
                  <a:off x="1091100" y="2822750"/>
                  <a:ext cx="14600" cy="8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" h="3363" extrusionOk="0">
                      <a:moveTo>
                        <a:pt x="0" y="0"/>
                      </a:moveTo>
                      <a:cubicBezTo>
                        <a:pt x="23" y="560"/>
                        <a:pt x="70" y="1121"/>
                        <a:pt x="164" y="1705"/>
                      </a:cubicBezTo>
                      <a:cubicBezTo>
                        <a:pt x="234" y="2265"/>
                        <a:pt x="350" y="2826"/>
                        <a:pt x="584" y="3363"/>
                      </a:cubicBezTo>
                      <a:cubicBezTo>
                        <a:pt x="514" y="2779"/>
                        <a:pt x="397" y="2242"/>
                        <a:pt x="280" y="1681"/>
                      </a:cubicBezTo>
                      <a:cubicBezTo>
                        <a:pt x="164" y="1121"/>
                        <a:pt x="93" y="560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24" name="Google Shape;18224;p62"/>
                <p:cNvSpPr/>
                <p:nvPr/>
              </p:nvSpPr>
              <p:spPr>
                <a:xfrm>
                  <a:off x="1059550" y="2772525"/>
                  <a:ext cx="40325" cy="1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3" h="5606" extrusionOk="0">
                      <a:moveTo>
                        <a:pt x="1" y="1"/>
                      </a:moveTo>
                      <a:cubicBezTo>
                        <a:pt x="421" y="888"/>
                        <a:pt x="772" y="1799"/>
                        <a:pt x="1005" y="2756"/>
                      </a:cubicBezTo>
                      <a:cubicBezTo>
                        <a:pt x="1262" y="3690"/>
                        <a:pt x="1426" y="4648"/>
                        <a:pt x="1589" y="5605"/>
                      </a:cubicBezTo>
                      <a:lnTo>
                        <a:pt x="1612" y="5605"/>
                      </a:lnTo>
                      <a:cubicBezTo>
                        <a:pt x="1612" y="4625"/>
                        <a:pt x="1426" y="3644"/>
                        <a:pt x="1122" y="2710"/>
                      </a:cubicBezTo>
                      <a:cubicBezTo>
                        <a:pt x="842" y="1775"/>
                        <a:pt x="468" y="86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25" name="Google Shape;18225;p62"/>
                <p:cNvSpPr/>
                <p:nvPr/>
              </p:nvSpPr>
              <p:spPr>
                <a:xfrm>
                  <a:off x="395175" y="3018325"/>
                  <a:ext cx="5275" cy="8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410" extrusionOk="0">
                      <a:moveTo>
                        <a:pt x="210" y="0"/>
                      </a:moveTo>
                      <a:cubicBezTo>
                        <a:pt x="117" y="561"/>
                        <a:pt x="70" y="1121"/>
                        <a:pt x="47" y="1705"/>
                      </a:cubicBezTo>
                      <a:cubicBezTo>
                        <a:pt x="0" y="2265"/>
                        <a:pt x="0" y="2849"/>
                        <a:pt x="117" y="3410"/>
                      </a:cubicBezTo>
                      <a:lnTo>
                        <a:pt x="140" y="3410"/>
                      </a:lnTo>
                      <a:cubicBezTo>
                        <a:pt x="187" y="2849"/>
                        <a:pt x="187" y="2265"/>
                        <a:pt x="163" y="1705"/>
                      </a:cubicBezTo>
                      <a:cubicBezTo>
                        <a:pt x="163" y="1145"/>
                        <a:pt x="187" y="561"/>
                        <a:pt x="21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26" name="Google Shape;18226;p62"/>
                <p:cNvSpPr/>
                <p:nvPr/>
              </p:nvSpPr>
              <p:spPr>
                <a:xfrm>
                  <a:off x="5039525" y="2835000"/>
                  <a:ext cx="62500" cy="36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0" h="14690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725" y="2382"/>
                        <a:pt x="1285" y="4811"/>
                        <a:pt x="1682" y="7263"/>
                      </a:cubicBezTo>
                      <a:cubicBezTo>
                        <a:pt x="1869" y="8501"/>
                        <a:pt x="2033" y="9739"/>
                        <a:pt x="2149" y="10976"/>
                      </a:cubicBezTo>
                      <a:cubicBezTo>
                        <a:pt x="2313" y="12191"/>
                        <a:pt x="2383" y="13452"/>
                        <a:pt x="2476" y="14689"/>
                      </a:cubicBezTo>
                      <a:lnTo>
                        <a:pt x="2500" y="14689"/>
                      </a:lnTo>
                      <a:cubicBezTo>
                        <a:pt x="2500" y="13428"/>
                        <a:pt x="2406" y="12191"/>
                        <a:pt x="2313" y="10953"/>
                      </a:cubicBezTo>
                      <a:cubicBezTo>
                        <a:pt x="2196" y="9715"/>
                        <a:pt x="2009" y="8478"/>
                        <a:pt x="1799" y="7240"/>
                      </a:cubicBezTo>
                      <a:cubicBezTo>
                        <a:pt x="1379" y="4788"/>
                        <a:pt x="795" y="2359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27" name="Google Shape;18227;p62"/>
                <p:cNvSpPr/>
                <p:nvPr/>
              </p:nvSpPr>
              <p:spPr>
                <a:xfrm>
                  <a:off x="5227525" y="2926650"/>
                  <a:ext cx="37975" cy="24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9903" extrusionOk="0">
                      <a:moveTo>
                        <a:pt x="1519" y="1"/>
                      </a:moveTo>
                      <a:lnTo>
                        <a:pt x="701" y="4928"/>
                      </a:lnTo>
                      <a:cubicBezTo>
                        <a:pt x="561" y="5769"/>
                        <a:pt x="444" y="6586"/>
                        <a:pt x="328" y="7427"/>
                      </a:cubicBezTo>
                      <a:cubicBezTo>
                        <a:pt x="211" y="8244"/>
                        <a:pt x="94" y="9062"/>
                        <a:pt x="1" y="9902"/>
                      </a:cubicBezTo>
                      <a:lnTo>
                        <a:pt x="24" y="9902"/>
                      </a:lnTo>
                      <a:cubicBezTo>
                        <a:pt x="187" y="9085"/>
                        <a:pt x="328" y="8268"/>
                        <a:pt x="468" y="7427"/>
                      </a:cubicBezTo>
                      <a:cubicBezTo>
                        <a:pt x="584" y="6610"/>
                        <a:pt x="725" y="5792"/>
                        <a:pt x="818" y="4952"/>
                      </a:cubicBezTo>
                      <a:lnTo>
                        <a:pt x="151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28" name="Google Shape;18228;p62"/>
                <p:cNvSpPr/>
                <p:nvPr/>
              </p:nvSpPr>
              <p:spPr>
                <a:xfrm>
                  <a:off x="5148125" y="2962850"/>
                  <a:ext cx="8775" cy="22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9062" extrusionOk="0">
                      <a:moveTo>
                        <a:pt x="351" y="1"/>
                      </a:moveTo>
                      <a:lnTo>
                        <a:pt x="351" y="1"/>
                      </a:lnTo>
                      <a:cubicBezTo>
                        <a:pt x="211" y="1519"/>
                        <a:pt x="94" y="3013"/>
                        <a:pt x="47" y="4531"/>
                      </a:cubicBezTo>
                      <a:cubicBezTo>
                        <a:pt x="1" y="5278"/>
                        <a:pt x="1" y="6049"/>
                        <a:pt x="1" y="6796"/>
                      </a:cubicBezTo>
                      <a:cubicBezTo>
                        <a:pt x="24" y="7544"/>
                        <a:pt x="24" y="8314"/>
                        <a:pt x="94" y="9062"/>
                      </a:cubicBezTo>
                      <a:lnTo>
                        <a:pt x="117" y="9062"/>
                      </a:lnTo>
                      <a:lnTo>
                        <a:pt x="141" y="6796"/>
                      </a:lnTo>
                      <a:lnTo>
                        <a:pt x="164" y="4531"/>
                      </a:lnTo>
                      <a:cubicBezTo>
                        <a:pt x="187" y="3037"/>
                        <a:pt x="257" y="1519"/>
                        <a:pt x="35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29" name="Google Shape;18229;p62"/>
                <p:cNvSpPr/>
                <p:nvPr/>
              </p:nvSpPr>
              <p:spPr>
                <a:xfrm>
                  <a:off x="5122450" y="2819825"/>
                  <a:ext cx="23375" cy="38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15320" extrusionOk="0">
                      <a:moveTo>
                        <a:pt x="0" y="0"/>
                      </a:moveTo>
                      <a:lnTo>
                        <a:pt x="0" y="24"/>
                      </a:lnTo>
                      <a:cubicBezTo>
                        <a:pt x="397" y="2546"/>
                        <a:pt x="654" y="5091"/>
                        <a:pt x="747" y="7637"/>
                      </a:cubicBezTo>
                      <a:cubicBezTo>
                        <a:pt x="771" y="8921"/>
                        <a:pt x="794" y="10205"/>
                        <a:pt x="747" y="11467"/>
                      </a:cubicBezTo>
                      <a:cubicBezTo>
                        <a:pt x="747" y="12751"/>
                        <a:pt x="677" y="14035"/>
                        <a:pt x="631" y="15320"/>
                      </a:cubicBezTo>
                      <a:cubicBezTo>
                        <a:pt x="794" y="14035"/>
                        <a:pt x="864" y="12751"/>
                        <a:pt x="911" y="11490"/>
                      </a:cubicBezTo>
                      <a:cubicBezTo>
                        <a:pt x="934" y="10205"/>
                        <a:pt x="934" y="8921"/>
                        <a:pt x="864" y="7637"/>
                      </a:cubicBezTo>
                      <a:cubicBezTo>
                        <a:pt x="747" y="5091"/>
                        <a:pt x="467" y="2522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30" name="Google Shape;18230;p62"/>
                <p:cNvSpPr/>
                <p:nvPr/>
              </p:nvSpPr>
              <p:spPr>
                <a:xfrm>
                  <a:off x="5158050" y="2828000"/>
                  <a:ext cx="59000" cy="27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0" h="11000" extrusionOk="0">
                      <a:moveTo>
                        <a:pt x="2336" y="0"/>
                      </a:moveTo>
                      <a:lnTo>
                        <a:pt x="1122" y="5488"/>
                      </a:lnTo>
                      <a:cubicBezTo>
                        <a:pt x="911" y="6399"/>
                        <a:pt x="701" y="7310"/>
                        <a:pt x="514" y="8220"/>
                      </a:cubicBezTo>
                      <a:cubicBezTo>
                        <a:pt x="351" y="9155"/>
                        <a:pt x="141" y="10065"/>
                        <a:pt x="1" y="10999"/>
                      </a:cubicBezTo>
                      <a:cubicBezTo>
                        <a:pt x="257" y="10089"/>
                        <a:pt x="444" y="9178"/>
                        <a:pt x="654" y="8244"/>
                      </a:cubicBezTo>
                      <a:cubicBezTo>
                        <a:pt x="865" y="7333"/>
                        <a:pt x="1051" y="6422"/>
                        <a:pt x="1238" y="5511"/>
                      </a:cubicBezTo>
                      <a:lnTo>
                        <a:pt x="235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31" name="Google Shape;18231;p62"/>
                <p:cNvSpPr/>
                <p:nvPr/>
              </p:nvSpPr>
              <p:spPr>
                <a:xfrm>
                  <a:off x="5187250" y="2980950"/>
                  <a:ext cx="33875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922" extrusionOk="0">
                      <a:moveTo>
                        <a:pt x="1331" y="1"/>
                      </a:moveTo>
                      <a:cubicBezTo>
                        <a:pt x="1004" y="1472"/>
                        <a:pt x="724" y="2943"/>
                        <a:pt x="491" y="4438"/>
                      </a:cubicBezTo>
                      <a:cubicBezTo>
                        <a:pt x="374" y="5185"/>
                        <a:pt x="257" y="5909"/>
                        <a:pt x="164" y="6656"/>
                      </a:cubicBezTo>
                      <a:cubicBezTo>
                        <a:pt x="94" y="7427"/>
                        <a:pt x="24" y="8174"/>
                        <a:pt x="0" y="8921"/>
                      </a:cubicBezTo>
                      <a:lnTo>
                        <a:pt x="327" y="6680"/>
                      </a:lnTo>
                      <a:lnTo>
                        <a:pt x="607" y="4461"/>
                      </a:lnTo>
                      <a:cubicBezTo>
                        <a:pt x="818" y="2966"/>
                        <a:pt x="1075" y="1472"/>
                        <a:pt x="135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32" name="Google Shape;18232;p62"/>
                <p:cNvSpPr/>
                <p:nvPr/>
              </p:nvSpPr>
              <p:spPr>
                <a:xfrm>
                  <a:off x="1922475" y="2485875"/>
                  <a:ext cx="43225" cy="11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9" h="4508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444" y="678"/>
                        <a:pt x="794" y="1425"/>
                        <a:pt x="1074" y="2172"/>
                      </a:cubicBezTo>
                      <a:cubicBezTo>
                        <a:pt x="1331" y="2943"/>
                        <a:pt x="1541" y="3713"/>
                        <a:pt x="1728" y="4507"/>
                      </a:cubicBezTo>
                      <a:cubicBezTo>
                        <a:pt x="1681" y="3690"/>
                        <a:pt x="1495" y="2896"/>
                        <a:pt x="1168" y="2149"/>
                      </a:cubicBezTo>
                      <a:cubicBezTo>
                        <a:pt x="864" y="1378"/>
                        <a:pt x="467" y="654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33" name="Google Shape;18233;p62"/>
                <p:cNvSpPr/>
                <p:nvPr/>
              </p:nvSpPr>
              <p:spPr>
                <a:xfrm>
                  <a:off x="2038650" y="2517400"/>
                  <a:ext cx="17525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2990" extrusionOk="0">
                      <a:moveTo>
                        <a:pt x="678" y="0"/>
                      </a:moveTo>
                      <a:lnTo>
                        <a:pt x="304" y="1495"/>
                      </a:lnTo>
                      <a:cubicBezTo>
                        <a:pt x="164" y="1985"/>
                        <a:pt x="47" y="2476"/>
                        <a:pt x="0" y="2990"/>
                      </a:cubicBezTo>
                      <a:cubicBezTo>
                        <a:pt x="187" y="2499"/>
                        <a:pt x="304" y="2009"/>
                        <a:pt x="397" y="1518"/>
                      </a:cubicBezTo>
                      <a:lnTo>
                        <a:pt x="70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34" name="Google Shape;18234;p62"/>
                <p:cNvSpPr/>
                <p:nvPr/>
              </p:nvSpPr>
              <p:spPr>
                <a:xfrm>
                  <a:off x="1990200" y="2526750"/>
                  <a:ext cx="4100" cy="68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" h="2756" extrusionOk="0">
                      <a:moveTo>
                        <a:pt x="117" y="0"/>
                      </a:moveTo>
                      <a:cubicBezTo>
                        <a:pt x="70" y="467"/>
                        <a:pt x="23" y="911"/>
                        <a:pt x="23" y="1378"/>
                      </a:cubicBezTo>
                      <a:cubicBezTo>
                        <a:pt x="0" y="1845"/>
                        <a:pt x="23" y="2312"/>
                        <a:pt x="140" y="2756"/>
                      </a:cubicBezTo>
                      <a:cubicBezTo>
                        <a:pt x="163" y="2289"/>
                        <a:pt x="140" y="1845"/>
                        <a:pt x="117" y="1378"/>
                      </a:cubicBezTo>
                      <a:cubicBezTo>
                        <a:pt x="93" y="911"/>
                        <a:pt x="117" y="467"/>
                        <a:pt x="14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35" name="Google Shape;18235;p62"/>
                <p:cNvSpPr/>
                <p:nvPr/>
              </p:nvSpPr>
              <p:spPr>
                <a:xfrm>
                  <a:off x="1970350" y="2482950"/>
                  <a:ext cx="20450" cy="11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4648" extrusionOk="0">
                      <a:moveTo>
                        <a:pt x="0" y="1"/>
                      </a:moveTo>
                      <a:cubicBezTo>
                        <a:pt x="280" y="748"/>
                        <a:pt x="467" y="1519"/>
                        <a:pt x="560" y="2289"/>
                      </a:cubicBezTo>
                      <a:cubicBezTo>
                        <a:pt x="654" y="3083"/>
                        <a:pt x="677" y="3854"/>
                        <a:pt x="654" y="4648"/>
                      </a:cubicBezTo>
                      <a:cubicBezTo>
                        <a:pt x="817" y="3877"/>
                        <a:pt x="794" y="3060"/>
                        <a:pt x="654" y="2289"/>
                      </a:cubicBezTo>
                      <a:cubicBezTo>
                        <a:pt x="537" y="1495"/>
                        <a:pt x="327" y="725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36" name="Google Shape;18236;p62"/>
                <p:cNvSpPr/>
                <p:nvPr/>
              </p:nvSpPr>
              <p:spPr>
                <a:xfrm>
                  <a:off x="1996600" y="2486450"/>
                  <a:ext cx="29225" cy="8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3317" extrusionOk="0">
                      <a:moveTo>
                        <a:pt x="1169" y="1"/>
                      </a:moveTo>
                      <a:lnTo>
                        <a:pt x="538" y="1659"/>
                      </a:lnTo>
                      <a:cubicBezTo>
                        <a:pt x="328" y="2196"/>
                        <a:pt x="118" y="2733"/>
                        <a:pt x="1" y="3317"/>
                      </a:cubicBezTo>
                      <a:cubicBezTo>
                        <a:pt x="258" y="2780"/>
                        <a:pt x="468" y="2243"/>
                        <a:pt x="631" y="1682"/>
                      </a:cubicBezTo>
                      <a:lnTo>
                        <a:pt x="1169" y="24"/>
                      </a:lnTo>
                      <a:lnTo>
                        <a:pt x="116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37" name="Google Shape;18237;p62"/>
                <p:cNvSpPr/>
                <p:nvPr/>
              </p:nvSpPr>
              <p:spPr>
                <a:xfrm>
                  <a:off x="2015300" y="2533150"/>
                  <a:ext cx="15775" cy="6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" h="2687" extrusionOk="0">
                      <a:moveTo>
                        <a:pt x="631" y="1"/>
                      </a:moveTo>
                      <a:lnTo>
                        <a:pt x="631" y="1"/>
                      </a:lnTo>
                      <a:cubicBezTo>
                        <a:pt x="444" y="445"/>
                        <a:pt x="304" y="888"/>
                        <a:pt x="187" y="1332"/>
                      </a:cubicBezTo>
                      <a:cubicBezTo>
                        <a:pt x="70" y="1776"/>
                        <a:pt x="0" y="2219"/>
                        <a:pt x="0" y="2687"/>
                      </a:cubicBezTo>
                      <a:cubicBezTo>
                        <a:pt x="140" y="2243"/>
                        <a:pt x="210" y="1799"/>
                        <a:pt x="304" y="1355"/>
                      </a:cubicBezTo>
                      <a:cubicBezTo>
                        <a:pt x="397" y="888"/>
                        <a:pt x="491" y="445"/>
                        <a:pt x="63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38" name="Google Shape;18238;p62"/>
                <p:cNvSpPr/>
                <p:nvPr/>
              </p:nvSpPr>
              <p:spPr>
                <a:xfrm>
                  <a:off x="5277750" y="2381375"/>
                  <a:ext cx="56650" cy="16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6" h="6610" extrusionOk="0">
                      <a:moveTo>
                        <a:pt x="0" y="0"/>
                      </a:moveTo>
                      <a:cubicBezTo>
                        <a:pt x="584" y="1028"/>
                        <a:pt x="1051" y="2102"/>
                        <a:pt x="1378" y="3200"/>
                      </a:cubicBezTo>
                      <a:cubicBezTo>
                        <a:pt x="1541" y="3760"/>
                        <a:pt x="1658" y="4344"/>
                        <a:pt x="1798" y="4904"/>
                      </a:cubicBezTo>
                      <a:cubicBezTo>
                        <a:pt x="1938" y="5465"/>
                        <a:pt x="2055" y="6025"/>
                        <a:pt x="2195" y="6609"/>
                      </a:cubicBezTo>
                      <a:lnTo>
                        <a:pt x="2219" y="6586"/>
                      </a:lnTo>
                      <a:cubicBezTo>
                        <a:pt x="2265" y="6002"/>
                        <a:pt x="2195" y="5418"/>
                        <a:pt x="2102" y="4834"/>
                      </a:cubicBezTo>
                      <a:cubicBezTo>
                        <a:pt x="2008" y="4250"/>
                        <a:pt x="1822" y="3690"/>
                        <a:pt x="1611" y="3130"/>
                      </a:cubicBezTo>
                      <a:cubicBezTo>
                        <a:pt x="1214" y="2032"/>
                        <a:pt x="677" y="958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39" name="Google Shape;18239;p62"/>
                <p:cNvSpPr/>
                <p:nvPr/>
              </p:nvSpPr>
              <p:spPr>
                <a:xfrm>
                  <a:off x="5328525" y="2398875"/>
                  <a:ext cx="30400" cy="10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" h="4018" extrusionOk="0">
                      <a:moveTo>
                        <a:pt x="1" y="1"/>
                      </a:moveTo>
                      <a:cubicBezTo>
                        <a:pt x="304" y="655"/>
                        <a:pt x="538" y="1309"/>
                        <a:pt x="678" y="1986"/>
                      </a:cubicBezTo>
                      <a:cubicBezTo>
                        <a:pt x="771" y="2313"/>
                        <a:pt x="795" y="2663"/>
                        <a:pt x="865" y="2990"/>
                      </a:cubicBezTo>
                      <a:cubicBezTo>
                        <a:pt x="958" y="3340"/>
                        <a:pt x="1005" y="3667"/>
                        <a:pt x="1098" y="4018"/>
                      </a:cubicBezTo>
                      <a:lnTo>
                        <a:pt x="1122" y="4018"/>
                      </a:lnTo>
                      <a:cubicBezTo>
                        <a:pt x="1215" y="3667"/>
                        <a:pt x="1192" y="3317"/>
                        <a:pt x="1168" y="2967"/>
                      </a:cubicBezTo>
                      <a:cubicBezTo>
                        <a:pt x="1145" y="2593"/>
                        <a:pt x="1028" y="2266"/>
                        <a:pt x="912" y="1916"/>
                      </a:cubicBezTo>
                      <a:cubicBezTo>
                        <a:pt x="701" y="1239"/>
                        <a:pt x="398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40" name="Google Shape;18240;p62"/>
                <p:cNvSpPr/>
                <p:nvPr/>
              </p:nvSpPr>
              <p:spPr>
                <a:xfrm>
                  <a:off x="5220525" y="2382525"/>
                  <a:ext cx="25700" cy="15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8" h="6026" extrusionOk="0">
                      <a:moveTo>
                        <a:pt x="0" y="1"/>
                      </a:moveTo>
                      <a:cubicBezTo>
                        <a:pt x="304" y="982"/>
                        <a:pt x="514" y="1986"/>
                        <a:pt x="631" y="2990"/>
                      </a:cubicBezTo>
                      <a:cubicBezTo>
                        <a:pt x="678" y="3481"/>
                        <a:pt x="701" y="3994"/>
                        <a:pt x="724" y="4508"/>
                      </a:cubicBezTo>
                      <a:lnTo>
                        <a:pt x="841" y="6026"/>
                      </a:lnTo>
                      <a:lnTo>
                        <a:pt x="864" y="6026"/>
                      </a:lnTo>
                      <a:cubicBezTo>
                        <a:pt x="981" y="5512"/>
                        <a:pt x="1028" y="4998"/>
                        <a:pt x="1028" y="4485"/>
                      </a:cubicBezTo>
                      <a:cubicBezTo>
                        <a:pt x="1028" y="3971"/>
                        <a:pt x="958" y="3457"/>
                        <a:pt x="864" y="2943"/>
                      </a:cubicBezTo>
                      <a:cubicBezTo>
                        <a:pt x="701" y="1939"/>
                        <a:pt x="421" y="93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41" name="Google Shape;18241;p62"/>
                <p:cNvSpPr/>
                <p:nvPr/>
              </p:nvSpPr>
              <p:spPr>
                <a:xfrm>
                  <a:off x="5365300" y="2593300"/>
                  <a:ext cx="28050" cy="18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7264" extrusionOk="0">
                      <a:moveTo>
                        <a:pt x="1075" y="0"/>
                      </a:moveTo>
                      <a:cubicBezTo>
                        <a:pt x="561" y="1121"/>
                        <a:pt x="235" y="2336"/>
                        <a:pt x="94" y="3573"/>
                      </a:cubicBezTo>
                      <a:cubicBezTo>
                        <a:pt x="24" y="4204"/>
                        <a:pt x="1" y="4834"/>
                        <a:pt x="71" y="5442"/>
                      </a:cubicBezTo>
                      <a:cubicBezTo>
                        <a:pt x="141" y="6072"/>
                        <a:pt x="235" y="6679"/>
                        <a:pt x="468" y="7263"/>
                      </a:cubicBezTo>
                      <a:lnTo>
                        <a:pt x="491" y="7263"/>
                      </a:lnTo>
                      <a:cubicBezTo>
                        <a:pt x="445" y="6656"/>
                        <a:pt x="375" y="6049"/>
                        <a:pt x="351" y="5418"/>
                      </a:cubicBezTo>
                      <a:cubicBezTo>
                        <a:pt x="351" y="4811"/>
                        <a:pt x="305" y="4204"/>
                        <a:pt x="351" y="3597"/>
                      </a:cubicBezTo>
                      <a:cubicBezTo>
                        <a:pt x="421" y="2382"/>
                        <a:pt x="678" y="1168"/>
                        <a:pt x="112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42" name="Google Shape;18242;p62"/>
                <p:cNvSpPr/>
                <p:nvPr/>
              </p:nvSpPr>
              <p:spPr>
                <a:xfrm>
                  <a:off x="5404425" y="2704800"/>
                  <a:ext cx="1052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" h="3784" extrusionOk="0">
                      <a:moveTo>
                        <a:pt x="1" y="1"/>
                      </a:moveTo>
                      <a:cubicBezTo>
                        <a:pt x="47" y="631"/>
                        <a:pt x="94" y="1262"/>
                        <a:pt x="94" y="1892"/>
                      </a:cubicBezTo>
                      <a:cubicBezTo>
                        <a:pt x="117" y="2196"/>
                        <a:pt x="71" y="2523"/>
                        <a:pt x="94" y="2826"/>
                      </a:cubicBezTo>
                      <a:cubicBezTo>
                        <a:pt x="141" y="3153"/>
                        <a:pt x="141" y="3457"/>
                        <a:pt x="211" y="3784"/>
                      </a:cubicBezTo>
                      <a:lnTo>
                        <a:pt x="258" y="3784"/>
                      </a:lnTo>
                      <a:cubicBezTo>
                        <a:pt x="351" y="3457"/>
                        <a:pt x="374" y="3153"/>
                        <a:pt x="398" y="2826"/>
                      </a:cubicBezTo>
                      <a:cubicBezTo>
                        <a:pt x="421" y="2523"/>
                        <a:pt x="374" y="2196"/>
                        <a:pt x="351" y="1869"/>
                      </a:cubicBezTo>
                      <a:cubicBezTo>
                        <a:pt x="281" y="1238"/>
                        <a:pt x="164" y="63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43" name="Google Shape;18243;p62"/>
                <p:cNvSpPr/>
                <p:nvPr/>
              </p:nvSpPr>
              <p:spPr>
                <a:xfrm>
                  <a:off x="5190175" y="2602625"/>
                  <a:ext cx="33875" cy="2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619" extrusionOk="0">
                      <a:moveTo>
                        <a:pt x="0" y="1"/>
                      </a:moveTo>
                      <a:cubicBezTo>
                        <a:pt x="514" y="1379"/>
                        <a:pt x="841" y="2827"/>
                        <a:pt x="958" y="4251"/>
                      </a:cubicBezTo>
                      <a:cubicBezTo>
                        <a:pt x="1028" y="4975"/>
                        <a:pt x="1004" y="5699"/>
                        <a:pt x="1004" y="6423"/>
                      </a:cubicBezTo>
                      <a:cubicBezTo>
                        <a:pt x="1004" y="7147"/>
                        <a:pt x="958" y="7871"/>
                        <a:pt x="911" y="8618"/>
                      </a:cubicBezTo>
                      <a:lnTo>
                        <a:pt x="934" y="8618"/>
                      </a:lnTo>
                      <a:cubicBezTo>
                        <a:pt x="1144" y="7918"/>
                        <a:pt x="1261" y="7170"/>
                        <a:pt x="1308" y="6446"/>
                      </a:cubicBezTo>
                      <a:cubicBezTo>
                        <a:pt x="1355" y="5699"/>
                        <a:pt x="1308" y="4975"/>
                        <a:pt x="1214" y="4228"/>
                      </a:cubicBezTo>
                      <a:cubicBezTo>
                        <a:pt x="1028" y="2780"/>
                        <a:pt x="631" y="1332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44" name="Google Shape;18244;p62"/>
                <p:cNvSpPr/>
                <p:nvPr/>
              </p:nvSpPr>
              <p:spPr>
                <a:xfrm>
                  <a:off x="5125350" y="2670350"/>
                  <a:ext cx="14625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2921" extrusionOk="0">
                      <a:moveTo>
                        <a:pt x="1" y="1"/>
                      </a:moveTo>
                      <a:cubicBezTo>
                        <a:pt x="94" y="491"/>
                        <a:pt x="164" y="982"/>
                        <a:pt x="211" y="1449"/>
                      </a:cubicBezTo>
                      <a:cubicBezTo>
                        <a:pt x="234" y="1706"/>
                        <a:pt x="234" y="1939"/>
                        <a:pt x="281" y="2196"/>
                      </a:cubicBezTo>
                      <a:cubicBezTo>
                        <a:pt x="328" y="2430"/>
                        <a:pt x="374" y="2663"/>
                        <a:pt x="468" y="2920"/>
                      </a:cubicBezTo>
                      <a:lnTo>
                        <a:pt x="491" y="2920"/>
                      </a:lnTo>
                      <a:cubicBezTo>
                        <a:pt x="561" y="2663"/>
                        <a:pt x="561" y="2406"/>
                        <a:pt x="585" y="2149"/>
                      </a:cubicBezTo>
                      <a:cubicBezTo>
                        <a:pt x="561" y="1916"/>
                        <a:pt x="515" y="1659"/>
                        <a:pt x="445" y="1425"/>
                      </a:cubicBezTo>
                      <a:cubicBezTo>
                        <a:pt x="351" y="935"/>
                        <a:pt x="211" y="46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45" name="Google Shape;18245;p62"/>
                <p:cNvSpPr/>
                <p:nvPr/>
              </p:nvSpPr>
              <p:spPr>
                <a:xfrm>
                  <a:off x="5043625" y="2641750"/>
                  <a:ext cx="15775" cy="9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" h="3668" extrusionOk="0">
                      <a:moveTo>
                        <a:pt x="0" y="1"/>
                      </a:moveTo>
                      <a:cubicBezTo>
                        <a:pt x="164" y="608"/>
                        <a:pt x="257" y="1215"/>
                        <a:pt x="281" y="1822"/>
                      </a:cubicBezTo>
                      <a:cubicBezTo>
                        <a:pt x="304" y="2126"/>
                        <a:pt x="281" y="2429"/>
                        <a:pt x="304" y="2733"/>
                      </a:cubicBezTo>
                      <a:cubicBezTo>
                        <a:pt x="351" y="3036"/>
                        <a:pt x="351" y="3340"/>
                        <a:pt x="397" y="3667"/>
                      </a:cubicBezTo>
                      <a:lnTo>
                        <a:pt x="444" y="3667"/>
                      </a:lnTo>
                      <a:cubicBezTo>
                        <a:pt x="561" y="3363"/>
                        <a:pt x="584" y="3036"/>
                        <a:pt x="608" y="2733"/>
                      </a:cubicBezTo>
                      <a:cubicBezTo>
                        <a:pt x="631" y="2429"/>
                        <a:pt x="584" y="2102"/>
                        <a:pt x="537" y="1799"/>
                      </a:cubicBezTo>
                      <a:cubicBezTo>
                        <a:pt x="444" y="1168"/>
                        <a:pt x="257" y="56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46" name="Google Shape;18246;p62"/>
                <p:cNvSpPr/>
                <p:nvPr/>
              </p:nvSpPr>
              <p:spPr>
                <a:xfrm>
                  <a:off x="4840450" y="2532000"/>
                  <a:ext cx="25125" cy="14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5932" extrusionOk="0">
                      <a:moveTo>
                        <a:pt x="24" y="0"/>
                      </a:moveTo>
                      <a:cubicBezTo>
                        <a:pt x="0" y="1004"/>
                        <a:pt x="47" y="2009"/>
                        <a:pt x="187" y="3013"/>
                      </a:cubicBezTo>
                      <a:cubicBezTo>
                        <a:pt x="257" y="3503"/>
                        <a:pt x="327" y="4017"/>
                        <a:pt x="444" y="4507"/>
                      </a:cubicBezTo>
                      <a:cubicBezTo>
                        <a:pt x="608" y="4998"/>
                        <a:pt x="748" y="5488"/>
                        <a:pt x="981" y="5932"/>
                      </a:cubicBezTo>
                      <a:lnTo>
                        <a:pt x="1005" y="5932"/>
                      </a:lnTo>
                      <a:cubicBezTo>
                        <a:pt x="958" y="5418"/>
                        <a:pt x="841" y="4928"/>
                        <a:pt x="748" y="4437"/>
                      </a:cubicBezTo>
                      <a:lnTo>
                        <a:pt x="421" y="2966"/>
                      </a:lnTo>
                      <a:cubicBezTo>
                        <a:pt x="234" y="1985"/>
                        <a:pt x="117" y="1004"/>
                        <a:pt x="4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47" name="Google Shape;18247;p62"/>
                <p:cNvSpPr/>
                <p:nvPr/>
              </p:nvSpPr>
              <p:spPr>
                <a:xfrm>
                  <a:off x="4893000" y="2607900"/>
                  <a:ext cx="21025" cy="10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4157" extrusionOk="0">
                      <a:moveTo>
                        <a:pt x="24" y="0"/>
                      </a:moveTo>
                      <a:lnTo>
                        <a:pt x="0" y="23"/>
                      </a:lnTo>
                      <a:cubicBezTo>
                        <a:pt x="304" y="677"/>
                        <a:pt x="467" y="1355"/>
                        <a:pt x="514" y="2055"/>
                      </a:cubicBezTo>
                      <a:cubicBezTo>
                        <a:pt x="537" y="2405"/>
                        <a:pt x="514" y="2756"/>
                        <a:pt x="491" y="3083"/>
                      </a:cubicBezTo>
                      <a:cubicBezTo>
                        <a:pt x="491" y="3433"/>
                        <a:pt x="444" y="3783"/>
                        <a:pt x="421" y="4134"/>
                      </a:cubicBezTo>
                      <a:lnTo>
                        <a:pt x="444" y="4157"/>
                      </a:lnTo>
                      <a:cubicBezTo>
                        <a:pt x="631" y="3830"/>
                        <a:pt x="724" y="3480"/>
                        <a:pt x="794" y="3129"/>
                      </a:cubicBezTo>
                      <a:cubicBezTo>
                        <a:pt x="841" y="2756"/>
                        <a:pt x="818" y="2382"/>
                        <a:pt x="771" y="2032"/>
                      </a:cubicBezTo>
                      <a:cubicBezTo>
                        <a:pt x="654" y="1308"/>
                        <a:pt x="421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48" name="Google Shape;18248;p62"/>
                <p:cNvSpPr/>
                <p:nvPr/>
              </p:nvSpPr>
              <p:spPr>
                <a:xfrm>
                  <a:off x="4817100" y="2581025"/>
                  <a:ext cx="26300" cy="13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5326" extrusionOk="0">
                      <a:moveTo>
                        <a:pt x="0" y="1"/>
                      </a:moveTo>
                      <a:cubicBezTo>
                        <a:pt x="0" y="912"/>
                        <a:pt x="70" y="1822"/>
                        <a:pt x="210" y="2710"/>
                      </a:cubicBezTo>
                      <a:cubicBezTo>
                        <a:pt x="281" y="3177"/>
                        <a:pt x="351" y="3621"/>
                        <a:pt x="491" y="4064"/>
                      </a:cubicBezTo>
                      <a:cubicBezTo>
                        <a:pt x="631" y="4485"/>
                        <a:pt x="794" y="4928"/>
                        <a:pt x="1028" y="5325"/>
                      </a:cubicBezTo>
                      <a:lnTo>
                        <a:pt x="1051" y="5325"/>
                      </a:lnTo>
                      <a:cubicBezTo>
                        <a:pt x="981" y="4858"/>
                        <a:pt x="864" y="4438"/>
                        <a:pt x="771" y="3994"/>
                      </a:cubicBezTo>
                      <a:cubicBezTo>
                        <a:pt x="678" y="3551"/>
                        <a:pt x="537" y="3107"/>
                        <a:pt x="444" y="2663"/>
                      </a:cubicBezTo>
                      <a:cubicBezTo>
                        <a:pt x="257" y="1799"/>
                        <a:pt x="117" y="88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49" name="Google Shape;18249;p62"/>
                <p:cNvSpPr/>
                <p:nvPr/>
              </p:nvSpPr>
              <p:spPr>
                <a:xfrm>
                  <a:off x="5956725" y="2653425"/>
                  <a:ext cx="115050" cy="6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2" h="26250" extrusionOk="0">
                      <a:moveTo>
                        <a:pt x="4555" y="1"/>
                      </a:moveTo>
                      <a:cubicBezTo>
                        <a:pt x="3083" y="4204"/>
                        <a:pt x="1962" y="8548"/>
                        <a:pt x="1168" y="12938"/>
                      </a:cubicBezTo>
                      <a:cubicBezTo>
                        <a:pt x="771" y="15133"/>
                        <a:pt x="398" y="17329"/>
                        <a:pt x="234" y="19547"/>
                      </a:cubicBezTo>
                      <a:cubicBezTo>
                        <a:pt x="71" y="21789"/>
                        <a:pt x="1" y="24007"/>
                        <a:pt x="118" y="26249"/>
                      </a:cubicBezTo>
                      <a:lnTo>
                        <a:pt x="188" y="26249"/>
                      </a:lnTo>
                      <a:cubicBezTo>
                        <a:pt x="398" y="24031"/>
                        <a:pt x="585" y="21812"/>
                        <a:pt x="842" y="19617"/>
                      </a:cubicBezTo>
                      <a:cubicBezTo>
                        <a:pt x="1075" y="17399"/>
                        <a:pt x="1309" y="15203"/>
                        <a:pt x="1636" y="13008"/>
                      </a:cubicBezTo>
                      <a:cubicBezTo>
                        <a:pt x="2336" y="8618"/>
                        <a:pt x="3317" y="4274"/>
                        <a:pt x="460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50" name="Google Shape;18250;p62"/>
                <p:cNvSpPr/>
                <p:nvPr/>
              </p:nvSpPr>
              <p:spPr>
                <a:xfrm>
                  <a:off x="5938625" y="2676775"/>
                  <a:ext cx="34475" cy="52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20809" extrusionOk="0">
                      <a:moveTo>
                        <a:pt x="1239" y="1"/>
                      </a:moveTo>
                      <a:cubicBezTo>
                        <a:pt x="1145" y="3480"/>
                        <a:pt x="982" y="6937"/>
                        <a:pt x="725" y="10416"/>
                      </a:cubicBezTo>
                      <a:cubicBezTo>
                        <a:pt x="585" y="12144"/>
                        <a:pt x="374" y="13872"/>
                        <a:pt x="258" y="15601"/>
                      </a:cubicBezTo>
                      <a:cubicBezTo>
                        <a:pt x="164" y="17329"/>
                        <a:pt x="24" y="19057"/>
                        <a:pt x="1" y="20808"/>
                      </a:cubicBezTo>
                      <a:lnTo>
                        <a:pt x="48" y="20808"/>
                      </a:lnTo>
                      <a:cubicBezTo>
                        <a:pt x="421" y="19103"/>
                        <a:pt x="655" y="17375"/>
                        <a:pt x="865" y="15647"/>
                      </a:cubicBezTo>
                      <a:cubicBezTo>
                        <a:pt x="1075" y="13919"/>
                        <a:pt x="1122" y="12168"/>
                        <a:pt x="1192" y="10440"/>
                      </a:cubicBezTo>
                      <a:cubicBezTo>
                        <a:pt x="1355" y="6960"/>
                        <a:pt x="1379" y="3480"/>
                        <a:pt x="130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51" name="Google Shape;18251;p62"/>
                <p:cNvSpPr/>
                <p:nvPr/>
              </p:nvSpPr>
              <p:spPr>
                <a:xfrm>
                  <a:off x="5852800" y="2840250"/>
                  <a:ext cx="20475" cy="45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18333" extrusionOk="0">
                      <a:moveTo>
                        <a:pt x="141" y="1"/>
                      </a:moveTo>
                      <a:lnTo>
                        <a:pt x="71" y="24"/>
                      </a:lnTo>
                      <a:cubicBezTo>
                        <a:pt x="281" y="3060"/>
                        <a:pt x="351" y="6119"/>
                        <a:pt x="281" y="9178"/>
                      </a:cubicBezTo>
                      <a:cubicBezTo>
                        <a:pt x="258" y="10696"/>
                        <a:pt x="141" y="12214"/>
                        <a:pt x="94" y="13755"/>
                      </a:cubicBezTo>
                      <a:cubicBezTo>
                        <a:pt x="71" y="15273"/>
                        <a:pt x="1" y="16791"/>
                        <a:pt x="1" y="18333"/>
                      </a:cubicBezTo>
                      <a:lnTo>
                        <a:pt x="71" y="18333"/>
                      </a:lnTo>
                      <a:cubicBezTo>
                        <a:pt x="398" y="16838"/>
                        <a:pt x="561" y="15297"/>
                        <a:pt x="702" y="13779"/>
                      </a:cubicBezTo>
                      <a:cubicBezTo>
                        <a:pt x="818" y="12238"/>
                        <a:pt x="795" y="10720"/>
                        <a:pt x="772" y="9178"/>
                      </a:cubicBezTo>
                      <a:cubicBezTo>
                        <a:pt x="725" y="6119"/>
                        <a:pt x="515" y="3060"/>
                        <a:pt x="1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52" name="Google Shape;18252;p62"/>
                <p:cNvSpPr/>
                <p:nvPr/>
              </p:nvSpPr>
              <p:spPr>
                <a:xfrm>
                  <a:off x="6203700" y="2693125"/>
                  <a:ext cx="44975" cy="49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19991" extrusionOk="0">
                      <a:moveTo>
                        <a:pt x="1728" y="1"/>
                      </a:moveTo>
                      <a:cubicBezTo>
                        <a:pt x="981" y="3270"/>
                        <a:pt x="467" y="6586"/>
                        <a:pt x="234" y="9949"/>
                      </a:cubicBezTo>
                      <a:cubicBezTo>
                        <a:pt x="94" y="11630"/>
                        <a:pt x="0" y="13312"/>
                        <a:pt x="70" y="14970"/>
                      </a:cubicBezTo>
                      <a:cubicBezTo>
                        <a:pt x="164" y="16651"/>
                        <a:pt x="304" y="18333"/>
                        <a:pt x="607" y="19991"/>
                      </a:cubicBezTo>
                      <a:lnTo>
                        <a:pt x="677" y="19991"/>
                      </a:lnTo>
                      <a:cubicBezTo>
                        <a:pt x="701" y="18309"/>
                        <a:pt x="654" y="16628"/>
                        <a:pt x="677" y="14970"/>
                      </a:cubicBezTo>
                      <a:cubicBezTo>
                        <a:pt x="701" y="13312"/>
                        <a:pt x="654" y="11630"/>
                        <a:pt x="724" y="9972"/>
                      </a:cubicBezTo>
                      <a:cubicBezTo>
                        <a:pt x="841" y="6633"/>
                        <a:pt x="1215" y="3317"/>
                        <a:pt x="1798" y="24"/>
                      </a:cubicBezTo>
                      <a:lnTo>
                        <a:pt x="172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53" name="Google Shape;18253;p62"/>
                <p:cNvSpPr/>
                <p:nvPr/>
              </p:nvSpPr>
              <p:spPr>
                <a:xfrm>
                  <a:off x="6173325" y="2718825"/>
                  <a:ext cx="28050" cy="39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15647" extrusionOk="0">
                      <a:moveTo>
                        <a:pt x="1" y="0"/>
                      </a:moveTo>
                      <a:cubicBezTo>
                        <a:pt x="211" y="2616"/>
                        <a:pt x="351" y="5231"/>
                        <a:pt x="445" y="7823"/>
                      </a:cubicBezTo>
                      <a:cubicBezTo>
                        <a:pt x="468" y="9131"/>
                        <a:pt x="445" y="10439"/>
                        <a:pt x="515" y="11747"/>
                      </a:cubicBezTo>
                      <a:cubicBezTo>
                        <a:pt x="608" y="13054"/>
                        <a:pt x="655" y="14339"/>
                        <a:pt x="818" y="15647"/>
                      </a:cubicBezTo>
                      <a:lnTo>
                        <a:pt x="865" y="15647"/>
                      </a:lnTo>
                      <a:cubicBezTo>
                        <a:pt x="1052" y="14362"/>
                        <a:pt x="1098" y="13031"/>
                        <a:pt x="1122" y="11723"/>
                      </a:cubicBezTo>
                      <a:cubicBezTo>
                        <a:pt x="1122" y="10416"/>
                        <a:pt x="1028" y="9108"/>
                        <a:pt x="912" y="7800"/>
                      </a:cubicBezTo>
                      <a:cubicBezTo>
                        <a:pt x="725" y="5185"/>
                        <a:pt x="445" y="2592"/>
                        <a:pt x="7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54" name="Google Shape;18254;p62"/>
                <p:cNvSpPr/>
                <p:nvPr/>
              </p:nvSpPr>
              <p:spPr>
                <a:xfrm>
                  <a:off x="6635150" y="2544850"/>
                  <a:ext cx="56075" cy="66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" h="26553" extrusionOk="0">
                      <a:moveTo>
                        <a:pt x="2195" y="0"/>
                      </a:moveTo>
                      <a:cubicBezTo>
                        <a:pt x="1215" y="4344"/>
                        <a:pt x="561" y="8757"/>
                        <a:pt x="257" y="13218"/>
                      </a:cubicBezTo>
                      <a:cubicBezTo>
                        <a:pt x="94" y="15436"/>
                        <a:pt x="0" y="17678"/>
                        <a:pt x="70" y="19897"/>
                      </a:cubicBezTo>
                      <a:cubicBezTo>
                        <a:pt x="164" y="22139"/>
                        <a:pt x="327" y="24357"/>
                        <a:pt x="701" y="26552"/>
                      </a:cubicBezTo>
                      <a:lnTo>
                        <a:pt x="771" y="26552"/>
                      </a:lnTo>
                      <a:cubicBezTo>
                        <a:pt x="724" y="24334"/>
                        <a:pt x="654" y="22115"/>
                        <a:pt x="677" y="19897"/>
                      </a:cubicBezTo>
                      <a:cubicBezTo>
                        <a:pt x="677" y="17678"/>
                        <a:pt x="654" y="15460"/>
                        <a:pt x="748" y="13241"/>
                      </a:cubicBezTo>
                      <a:cubicBezTo>
                        <a:pt x="934" y="8804"/>
                        <a:pt x="1448" y="4390"/>
                        <a:pt x="224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55" name="Google Shape;18255;p62"/>
                <p:cNvSpPr/>
                <p:nvPr/>
              </p:nvSpPr>
              <p:spPr>
                <a:xfrm>
                  <a:off x="6591950" y="2578700"/>
                  <a:ext cx="34450" cy="52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8" h="20808" extrusionOk="0">
                      <a:moveTo>
                        <a:pt x="0" y="0"/>
                      </a:moveTo>
                      <a:cubicBezTo>
                        <a:pt x="304" y="3457"/>
                        <a:pt x="514" y="6936"/>
                        <a:pt x="654" y="10393"/>
                      </a:cubicBezTo>
                      <a:cubicBezTo>
                        <a:pt x="701" y="12144"/>
                        <a:pt x="701" y="13872"/>
                        <a:pt x="771" y="15600"/>
                      </a:cubicBezTo>
                      <a:cubicBezTo>
                        <a:pt x="864" y="17328"/>
                        <a:pt x="911" y="19080"/>
                        <a:pt x="1074" y="20808"/>
                      </a:cubicBezTo>
                      <a:lnTo>
                        <a:pt x="1144" y="20808"/>
                      </a:lnTo>
                      <a:cubicBezTo>
                        <a:pt x="1331" y="19080"/>
                        <a:pt x="1355" y="17328"/>
                        <a:pt x="1378" y="15600"/>
                      </a:cubicBezTo>
                      <a:cubicBezTo>
                        <a:pt x="1378" y="13849"/>
                        <a:pt x="1238" y="12121"/>
                        <a:pt x="1121" y="10369"/>
                      </a:cubicBezTo>
                      <a:cubicBezTo>
                        <a:pt x="888" y="6913"/>
                        <a:pt x="537" y="3433"/>
                        <a:pt x="7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56" name="Google Shape;18256;p62"/>
                <p:cNvSpPr/>
                <p:nvPr/>
              </p:nvSpPr>
              <p:spPr>
                <a:xfrm>
                  <a:off x="6495600" y="2753275"/>
                  <a:ext cx="61925" cy="45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7" h="18239" extrusionOk="0">
                      <a:moveTo>
                        <a:pt x="118" y="0"/>
                      </a:moveTo>
                      <a:lnTo>
                        <a:pt x="1" y="23"/>
                      </a:lnTo>
                      <a:cubicBezTo>
                        <a:pt x="211" y="1541"/>
                        <a:pt x="421" y="3059"/>
                        <a:pt x="585" y="4577"/>
                      </a:cubicBezTo>
                      <a:cubicBezTo>
                        <a:pt x="771" y="6095"/>
                        <a:pt x="912" y="7613"/>
                        <a:pt x="1005" y="9131"/>
                      </a:cubicBezTo>
                      <a:cubicBezTo>
                        <a:pt x="1122" y="10649"/>
                        <a:pt x="1075" y="12167"/>
                        <a:pt x="1262" y="13685"/>
                      </a:cubicBezTo>
                      <a:cubicBezTo>
                        <a:pt x="1425" y="15203"/>
                        <a:pt x="1612" y="16721"/>
                        <a:pt x="1962" y="18239"/>
                      </a:cubicBezTo>
                      <a:lnTo>
                        <a:pt x="2079" y="18239"/>
                      </a:lnTo>
                      <a:cubicBezTo>
                        <a:pt x="2406" y="16697"/>
                        <a:pt x="2476" y="15156"/>
                        <a:pt x="2476" y="13615"/>
                      </a:cubicBezTo>
                      <a:cubicBezTo>
                        <a:pt x="2476" y="12073"/>
                        <a:pt x="2196" y="10556"/>
                        <a:pt x="1962" y="9038"/>
                      </a:cubicBezTo>
                      <a:cubicBezTo>
                        <a:pt x="1752" y="7520"/>
                        <a:pt x="1495" y="6002"/>
                        <a:pt x="1192" y="4484"/>
                      </a:cubicBezTo>
                      <a:cubicBezTo>
                        <a:pt x="865" y="2989"/>
                        <a:pt x="538" y="1471"/>
                        <a:pt x="1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57" name="Google Shape;18257;p62"/>
                <p:cNvSpPr/>
                <p:nvPr/>
              </p:nvSpPr>
              <p:spPr>
                <a:xfrm>
                  <a:off x="5622200" y="2419900"/>
                  <a:ext cx="47900" cy="22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6" h="9155" extrusionOk="0">
                      <a:moveTo>
                        <a:pt x="1869" y="1"/>
                      </a:moveTo>
                      <a:cubicBezTo>
                        <a:pt x="1121" y="1378"/>
                        <a:pt x="561" y="2896"/>
                        <a:pt x="257" y="4438"/>
                      </a:cubicBezTo>
                      <a:cubicBezTo>
                        <a:pt x="117" y="5208"/>
                        <a:pt x="0" y="6002"/>
                        <a:pt x="24" y="6796"/>
                      </a:cubicBezTo>
                      <a:cubicBezTo>
                        <a:pt x="24" y="7590"/>
                        <a:pt x="94" y="8384"/>
                        <a:pt x="304" y="9155"/>
                      </a:cubicBezTo>
                      <a:lnTo>
                        <a:pt x="327" y="9155"/>
                      </a:lnTo>
                      <a:cubicBezTo>
                        <a:pt x="304" y="8361"/>
                        <a:pt x="281" y="7590"/>
                        <a:pt x="304" y="6796"/>
                      </a:cubicBezTo>
                      <a:cubicBezTo>
                        <a:pt x="351" y="6026"/>
                        <a:pt x="397" y="5255"/>
                        <a:pt x="514" y="4484"/>
                      </a:cubicBezTo>
                      <a:cubicBezTo>
                        <a:pt x="748" y="2943"/>
                        <a:pt x="1215" y="1448"/>
                        <a:pt x="1915" y="24"/>
                      </a:cubicBezTo>
                      <a:lnTo>
                        <a:pt x="186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58" name="Google Shape;18258;p62"/>
                <p:cNvSpPr/>
                <p:nvPr/>
              </p:nvSpPr>
              <p:spPr>
                <a:xfrm>
                  <a:off x="5650800" y="2501050"/>
                  <a:ext cx="36225" cy="18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9" h="7264" extrusionOk="0">
                      <a:moveTo>
                        <a:pt x="1402" y="1"/>
                      </a:moveTo>
                      <a:cubicBezTo>
                        <a:pt x="1308" y="1215"/>
                        <a:pt x="1122" y="2453"/>
                        <a:pt x="865" y="3644"/>
                      </a:cubicBezTo>
                      <a:cubicBezTo>
                        <a:pt x="725" y="4251"/>
                        <a:pt x="561" y="4835"/>
                        <a:pt x="421" y="5442"/>
                      </a:cubicBezTo>
                      <a:cubicBezTo>
                        <a:pt x="281" y="6049"/>
                        <a:pt x="117" y="6633"/>
                        <a:pt x="1" y="7240"/>
                      </a:cubicBezTo>
                      <a:lnTo>
                        <a:pt x="24" y="7263"/>
                      </a:lnTo>
                      <a:cubicBezTo>
                        <a:pt x="304" y="6703"/>
                        <a:pt x="514" y="6119"/>
                        <a:pt x="701" y="5512"/>
                      </a:cubicBezTo>
                      <a:cubicBezTo>
                        <a:pt x="888" y="4928"/>
                        <a:pt x="1005" y="4297"/>
                        <a:pt x="1098" y="3690"/>
                      </a:cubicBezTo>
                      <a:cubicBezTo>
                        <a:pt x="1308" y="2476"/>
                        <a:pt x="1425" y="1238"/>
                        <a:pt x="144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59" name="Google Shape;18259;p62"/>
                <p:cNvSpPr/>
                <p:nvPr/>
              </p:nvSpPr>
              <p:spPr>
                <a:xfrm>
                  <a:off x="5564400" y="2464850"/>
                  <a:ext cx="15200" cy="22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9179" extrusionOk="0">
                      <a:moveTo>
                        <a:pt x="0" y="1"/>
                      </a:moveTo>
                      <a:cubicBezTo>
                        <a:pt x="164" y="1519"/>
                        <a:pt x="257" y="3060"/>
                        <a:pt x="281" y="4578"/>
                      </a:cubicBezTo>
                      <a:lnTo>
                        <a:pt x="257" y="6866"/>
                      </a:lnTo>
                      <a:cubicBezTo>
                        <a:pt x="257" y="7637"/>
                        <a:pt x="257" y="8408"/>
                        <a:pt x="281" y="9178"/>
                      </a:cubicBezTo>
                      <a:lnTo>
                        <a:pt x="304" y="9178"/>
                      </a:lnTo>
                      <a:cubicBezTo>
                        <a:pt x="467" y="8408"/>
                        <a:pt x="514" y="7637"/>
                        <a:pt x="561" y="6890"/>
                      </a:cubicBezTo>
                      <a:cubicBezTo>
                        <a:pt x="608" y="6119"/>
                        <a:pt x="561" y="5348"/>
                        <a:pt x="514" y="4578"/>
                      </a:cubicBezTo>
                      <a:cubicBezTo>
                        <a:pt x="444" y="3037"/>
                        <a:pt x="281" y="1519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60" name="Google Shape;18260;p62"/>
                <p:cNvSpPr/>
                <p:nvPr/>
              </p:nvSpPr>
              <p:spPr>
                <a:xfrm>
                  <a:off x="6825475" y="2476525"/>
                  <a:ext cx="57225" cy="26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9" h="10767" extrusionOk="0">
                      <a:moveTo>
                        <a:pt x="2266" y="1"/>
                      </a:moveTo>
                      <a:cubicBezTo>
                        <a:pt x="1518" y="1706"/>
                        <a:pt x="935" y="3457"/>
                        <a:pt x="538" y="5255"/>
                      </a:cubicBezTo>
                      <a:cubicBezTo>
                        <a:pt x="351" y="6166"/>
                        <a:pt x="164" y="7077"/>
                        <a:pt x="94" y="7987"/>
                      </a:cubicBezTo>
                      <a:cubicBezTo>
                        <a:pt x="24" y="8922"/>
                        <a:pt x="0" y="9856"/>
                        <a:pt x="70" y="10766"/>
                      </a:cubicBezTo>
                      <a:lnTo>
                        <a:pt x="117" y="10766"/>
                      </a:lnTo>
                      <a:cubicBezTo>
                        <a:pt x="211" y="9856"/>
                        <a:pt x="281" y="8945"/>
                        <a:pt x="397" y="8034"/>
                      </a:cubicBezTo>
                      <a:cubicBezTo>
                        <a:pt x="514" y="7123"/>
                        <a:pt x="608" y="6213"/>
                        <a:pt x="794" y="5302"/>
                      </a:cubicBezTo>
                      <a:cubicBezTo>
                        <a:pt x="1121" y="3504"/>
                        <a:pt x="1635" y="1729"/>
                        <a:pt x="2289" y="24"/>
                      </a:cubicBezTo>
                      <a:lnTo>
                        <a:pt x="2266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61" name="Google Shape;18261;p62"/>
                <p:cNvSpPr/>
                <p:nvPr/>
              </p:nvSpPr>
              <p:spPr>
                <a:xfrm>
                  <a:off x="6814975" y="2485875"/>
                  <a:ext cx="15200" cy="21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8525" extrusionOk="0">
                      <a:moveTo>
                        <a:pt x="490" y="0"/>
                      </a:moveTo>
                      <a:cubicBezTo>
                        <a:pt x="467" y="1425"/>
                        <a:pt x="420" y="2849"/>
                        <a:pt x="304" y="4274"/>
                      </a:cubicBezTo>
                      <a:cubicBezTo>
                        <a:pt x="234" y="4975"/>
                        <a:pt x="164" y="5675"/>
                        <a:pt x="117" y="6399"/>
                      </a:cubicBezTo>
                      <a:cubicBezTo>
                        <a:pt x="70" y="7100"/>
                        <a:pt x="0" y="7800"/>
                        <a:pt x="0" y="8524"/>
                      </a:cubicBezTo>
                      <a:lnTo>
                        <a:pt x="23" y="8524"/>
                      </a:lnTo>
                      <a:cubicBezTo>
                        <a:pt x="210" y="7847"/>
                        <a:pt x="304" y="7123"/>
                        <a:pt x="397" y="6422"/>
                      </a:cubicBezTo>
                      <a:cubicBezTo>
                        <a:pt x="490" y="5698"/>
                        <a:pt x="514" y="4998"/>
                        <a:pt x="537" y="4274"/>
                      </a:cubicBezTo>
                      <a:cubicBezTo>
                        <a:pt x="607" y="2849"/>
                        <a:pt x="584" y="1425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62" name="Google Shape;18262;p62"/>
                <p:cNvSpPr/>
                <p:nvPr/>
              </p:nvSpPr>
              <p:spPr>
                <a:xfrm>
                  <a:off x="6765925" y="2551850"/>
                  <a:ext cx="12275" cy="18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1" h="7544" extrusionOk="0">
                      <a:moveTo>
                        <a:pt x="0" y="0"/>
                      </a:moveTo>
                      <a:cubicBezTo>
                        <a:pt x="140" y="1261"/>
                        <a:pt x="211" y="2522"/>
                        <a:pt x="187" y="3760"/>
                      </a:cubicBezTo>
                      <a:cubicBezTo>
                        <a:pt x="187" y="4391"/>
                        <a:pt x="140" y="5021"/>
                        <a:pt x="140" y="5652"/>
                      </a:cubicBezTo>
                      <a:cubicBezTo>
                        <a:pt x="140" y="6282"/>
                        <a:pt x="94" y="6889"/>
                        <a:pt x="117" y="7543"/>
                      </a:cubicBezTo>
                      <a:lnTo>
                        <a:pt x="140" y="7543"/>
                      </a:lnTo>
                      <a:cubicBezTo>
                        <a:pt x="304" y="6913"/>
                        <a:pt x="374" y="6282"/>
                        <a:pt x="444" y="5652"/>
                      </a:cubicBezTo>
                      <a:cubicBezTo>
                        <a:pt x="491" y="5021"/>
                        <a:pt x="467" y="4391"/>
                        <a:pt x="444" y="3760"/>
                      </a:cubicBezTo>
                      <a:cubicBezTo>
                        <a:pt x="397" y="2499"/>
                        <a:pt x="257" y="123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63" name="Google Shape;18263;p62"/>
                <p:cNvSpPr/>
                <p:nvPr/>
              </p:nvSpPr>
              <p:spPr>
                <a:xfrm>
                  <a:off x="6869250" y="2550100"/>
                  <a:ext cx="14625" cy="18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7544" extrusionOk="0">
                      <a:moveTo>
                        <a:pt x="351" y="0"/>
                      </a:moveTo>
                      <a:lnTo>
                        <a:pt x="328" y="24"/>
                      </a:lnTo>
                      <a:cubicBezTo>
                        <a:pt x="398" y="1261"/>
                        <a:pt x="398" y="2522"/>
                        <a:pt x="304" y="3783"/>
                      </a:cubicBezTo>
                      <a:cubicBezTo>
                        <a:pt x="258" y="4414"/>
                        <a:pt x="188" y="5021"/>
                        <a:pt x="141" y="5652"/>
                      </a:cubicBezTo>
                      <a:cubicBezTo>
                        <a:pt x="94" y="6282"/>
                        <a:pt x="24" y="6889"/>
                        <a:pt x="1" y="7543"/>
                      </a:cubicBezTo>
                      <a:lnTo>
                        <a:pt x="24" y="7543"/>
                      </a:lnTo>
                      <a:cubicBezTo>
                        <a:pt x="234" y="6936"/>
                        <a:pt x="328" y="6305"/>
                        <a:pt x="421" y="5675"/>
                      </a:cubicBezTo>
                      <a:cubicBezTo>
                        <a:pt x="515" y="5068"/>
                        <a:pt x="538" y="4414"/>
                        <a:pt x="538" y="3783"/>
                      </a:cubicBezTo>
                      <a:cubicBezTo>
                        <a:pt x="585" y="2522"/>
                        <a:pt x="515" y="1261"/>
                        <a:pt x="35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64" name="Google Shape;18264;p62"/>
                <p:cNvSpPr/>
                <p:nvPr/>
              </p:nvSpPr>
              <p:spPr>
                <a:xfrm>
                  <a:off x="5811350" y="2335250"/>
                  <a:ext cx="12875" cy="16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6680" extrusionOk="0">
                      <a:moveTo>
                        <a:pt x="491" y="0"/>
                      </a:moveTo>
                      <a:cubicBezTo>
                        <a:pt x="234" y="1098"/>
                        <a:pt x="94" y="2196"/>
                        <a:pt x="48" y="3316"/>
                      </a:cubicBezTo>
                      <a:cubicBezTo>
                        <a:pt x="1" y="4461"/>
                        <a:pt x="94" y="5582"/>
                        <a:pt x="374" y="6679"/>
                      </a:cubicBezTo>
                      <a:lnTo>
                        <a:pt x="398" y="6679"/>
                      </a:lnTo>
                      <a:cubicBezTo>
                        <a:pt x="258" y="5558"/>
                        <a:pt x="188" y="4437"/>
                        <a:pt x="164" y="3340"/>
                      </a:cubicBezTo>
                      <a:cubicBezTo>
                        <a:pt x="188" y="2219"/>
                        <a:pt x="304" y="1098"/>
                        <a:pt x="5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65" name="Google Shape;18265;p62"/>
                <p:cNvSpPr/>
                <p:nvPr/>
              </p:nvSpPr>
              <p:spPr>
                <a:xfrm>
                  <a:off x="5791500" y="2346350"/>
                  <a:ext cx="17550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5162" extrusionOk="0">
                      <a:moveTo>
                        <a:pt x="1" y="0"/>
                      </a:moveTo>
                      <a:cubicBezTo>
                        <a:pt x="164" y="864"/>
                        <a:pt x="281" y="1705"/>
                        <a:pt x="374" y="2569"/>
                      </a:cubicBezTo>
                      <a:cubicBezTo>
                        <a:pt x="468" y="3433"/>
                        <a:pt x="538" y="4297"/>
                        <a:pt x="655" y="5161"/>
                      </a:cubicBezTo>
                      <a:lnTo>
                        <a:pt x="678" y="5161"/>
                      </a:lnTo>
                      <a:cubicBezTo>
                        <a:pt x="701" y="4297"/>
                        <a:pt x="631" y="3433"/>
                        <a:pt x="491" y="2569"/>
                      </a:cubicBezTo>
                      <a:cubicBezTo>
                        <a:pt x="374" y="1705"/>
                        <a:pt x="211" y="84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66" name="Google Shape;18266;p62"/>
                <p:cNvSpPr/>
                <p:nvPr/>
              </p:nvSpPr>
              <p:spPr>
                <a:xfrm>
                  <a:off x="5762900" y="2390700"/>
                  <a:ext cx="21050" cy="11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4532" extrusionOk="0">
                      <a:moveTo>
                        <a:pt x="1" y="1"/>
                      </a:moveTo>
                      <a:lnTo>
                        <a:pt x="1" y="24"/>
                      </a:lnTo>
                      <a:cubicBezTo>
                        <a:pt x="211" y="748"/>
                        <a:pt x="374" y="1495"/>
                        <a:pt x="491" y="2266"/>
                      </a:cubicBezTo>
                      <a:lnTo>
                        <a:pt x="795" y="4531"/>
                      </a:lnTo>
                      <a:cubicBezTo>
                        <a:pt x="841" y="3761"/>
                        <a:pt x="771" y="2990"/>
                        <a:pt x="608" y="2243"/>
                      </a:cubicBezTo>
                      <a:cubicBezTo>
                        <a:pt x="468" y="1495"/>
                        <a:pt x="257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67" name="Google Shape;18267;p62"/>
                <p:cNvSpPr/>
                <p:nvPr/>
              </p:nvSpPr>
              <p:spPr>
                <a:xfrm>
                  <a:off x="5828875" y="2379625"/>
                  <a:ext cx="18125" cy="11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54" extrusionOk="0">
                      <a:moveTo>
                        <a:pt x="0" y="0"/>
                      </a:moveTo>
                      <a:cubicBezTo>
                        <a:pt x="187" y="747"/>
                        <a:pt x="327" y="1495"/>
                        <a:pt x="421" y="2265"/>
                      </a:cubicBezTo>
                      <a:lnTo>
                        <a:pt x="631" y="4554"/>
                      </a:lnTo>
                      <a:lnTo>
                        <a:pt x="654" y="4554"/>
                      </a:lnTo>
                      <a:cubicBezTo>
                        <a:pt x="724" y="3783"/>
                        <a:pt x="678" y="3013"/>
                        <a:pt x="538" y="2242"/>
                      </a:cubicBezTo>
                      <a:cubicBezTo>
                        <a:pt x="421" y="1495"/>
                        <a:pt x="234" y="74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68" name="Google Shape;18268;p62"/>
                <p:cNvSpPr/>
                <p:nvPr/>
              </p:nvSpPr>
              <p:spPr>
                <a:xfrm>
                  <a:off x="5887850" y="2606150"/>
                  <a:ext cx="12850" cy="16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" h="6680" extrusionOk="0">
                      <a:moveTo>
                        <a:pt x="491" y="0"/>
                      </a:moveTo>
                      <a:cubicBezTo>
                        <a:pt x="234" y="1098"/>
                        <a:pt x="94" y="2219"/>
                        <a:pt x="47" y="3340"/>
                      </a:cubicBezTo>
                      <a:cubicBezTo>
                        <a:pt x="0" y="4460"/>
                        <a:pt x="94" y="5605"/>
                        <a:pt x="374" y="6679"/>
                      </a:cubicBezTo>
                      <a:lnTo>
                        <a:pt x="397" y="6679"/>
                      </a:lnTo>
                      <a:cubicBezTo>
                        <a:pt x="280" y="5558"/>
                        <a:pt x="187" y="4460"/>
                        <a:pt x="187" y="3340"/>
                      </a:cubicBezTo>
                      <a:cubicBezTo>
                        <a:pt x="187" y="2219"/>
                        <a:pt x="304" y="1121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69" name="Google Shape;18269;p62"/>
                <p:cNvSpPr/>
                <p:nvPr/>
              </p:nvSpPr>
              <p:spPr>
                <a:xfrm>
                  <a:off x="5868000" y="2617225"/>
                  <a:ext cx="17525" cy="12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86" extrusionOk="0">
                      <a:moveTo>
                        <a:pt x="0" y="1"/>
                      </a:moveTo>
                      <a:cubicBezTo>
                        <a:pt x="164" y="865"/>
                        <a:pt x="280" y="1729"/>
                        <a:pt x="374" y="2593"/>
                      </a:cubicBezTo>
                      <a:cubicBezTo>
                        <a:pt x="467" y="3457"/>
                        <a:pt x="537" y="4321"/>
                        <a:pt x="654" y="5185"/>
                      </a:cubicBezTo>
                      <a:lnTo>
                        <a:pt x="677" y="5185"/>
                      </a:lnTo>
                      <a:cubicBezTo>
                        <a:pt x="701" y="4298"/>
                        <a:pt x="631" y="3434"/>
                        <a:pt x="491" y="2570"/>
                      </a:cubicBezTo>
                      <a:cubicBezTo>
                        <a:pt x="374" y="1706"/>
                        <a:pt x="210" y="865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70" name="Google Shape;18270;p62"/>
                <p:cNvSpPr/>
                <p:nvPr/>
              </p:nvSpPr>
              <p:spPr>
                <a:xfrm>
                  <a:off x="5905350" y="2651100"/>
                  <a:ext cx="18125" cy="11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31" extrusionOk="0">
                      <a:moveTo>
                        <a:pt x="1" y="0"/>
                      </a:moveTo>
                      <a:cubicBezTo>
                        <a:pt x="188" y="748"/>
                        <a:pt x="328" y="1495"/>
                        <a:pt x="421" y="2265"/>
                      </a:cubicBezTo>
                      <a:lnTo>
                        <a:pt x="631" y="4531"/>
                      </a:lnTo>
                      <a:lnTo>
                        <a:pt x="655" y="4531"/>
                      </a:lnTo>
                      <a:cubicBezTo>
                        <a:pt x="725" y="3783"/>
                        <a:pt x="678" y="2989"/>
                        <a:pt x="538" y="2242"/>
                      </a:cubicBezTo>
                      <a:cubicBezTo>
                        <a:pt x="421" y="1471"/>
                        <a:pt x="234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71" name="Google Shape;18271;p62"/>
                <p:cNvSpPr/>
                <p:nvPr/>
              </p:nvSpPr>
              <p:spPr>
                <a:xfrm>
                  <a:off x="6327475" y="2243575"/>
                  <a:ext cx="18125" cy="1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5489" extrusionOk="0">
                      <a:moveTo>
                        <a:pt x="724" y="1"/>
                      </a:moveTo>
                      <a:cubicBezTo>
                        <a:pt x="420" y="888"/>
                        <a:pt x="234" y="1799"/>
                        <a:pt x="117" y="2710"/>
                      </a:cubicBezTo>
                      <a:cubicBezTo>
                        <a:pt x="0" y="3644"/>
                        <a:pt x="0" y="4578"/>
                        <a:pt x="164" y="5489"/>
                      </a:cubicBezTo>
                      <a:lnTo>
                        <a:pt x="187" y="5489"/>
                      </a:lnTo>
                      <a:cubicBezTo>
                        <a:pt x="164" y="4578"/>
                        <a:pt x="187" y="3644"/>
                        <a:pt x="234" y="2733"/>
                      </a:cubicBezTo>
                      <a:cubicBezTo>
                        <a:pt x="327" y="1822"/>
                        <a:pt x="491" y="912"/>
                        <a:pt x="7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72" name="Google Shape;18272;p62"/>
                <p:cNvSpPr/>
                <p:nvPr/>
              </p:nvSpPr>
              <p:spPr>
                <a:xfrm>
                  <a:off x="6318125" y="2250600"/>
                  <a:ext cx="7625" cy="10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298" extrusionOk="0">
                      <a:moveTo>
                        <a:pt x="0" y="0"/>
                      </a:moveTo>
                      <a:cubicBezTo>
                        <a:pt x="71" y="724"/>
                        <a:pt x="117" y="1448"/>
                        <a:pt x="141" y="2149"/>
                      </a:cubicBezTo>
                      <a:cubicBezTo>
                        <a:pt x="141" y="2873"/>
                        <a:pt x="141" y="3597"/>
                        <a:pt x="187" y="4297"/>
                      </a:cubicBezTo>
                      <a:lnTo>
                        <a:pt x="211" y="4297"/>
                      </a:lnTo>
                      <a:cubicBezTo>
                        <a:pt x="304" y="3597"/>
                        <a:pt x="304" y="2873"/>
                        <a:pt x="257" y="2149"/>
                      </a:cubicBezTo>
                      <a:cubicBezTo>
                        <a:pt x="211" y="1425"/>
                        <a:pt x="141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73" name="Google Shape;18273;p62"/>
                <p:cNvSpPr/>
                <p:nvPr/>
              </p:nvSpPr>
              <p:spPr>
                <a:xfrm>
                  <a:off x="6346725" y="2280950"/>
                  <a:ext cx="93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" h="3784" extrusionOk="0">
                      <a:moveTo>
                        <a:pt x="1" y="1"/>
                      </a:moveTo>
                      <a:cubicBezTo>
                        <a:pt x="94" y="631"/>
                        <a:pt x="164" y="1262"/>
                        <a:pt x="188" y="1892"/>
                      </a:cubicBezTo>
                      <a:cubicBezTo>
                        <a:pt x="188" y="2523"/>
                        <a:pt x="188" y="3130"/>
                        <a:pt x="211" y="3784"/>
                      </a:cubicBezTo>
                      <a:lnTo>
                        <a:pt x="234" y="3784"/>
                      </a:lnTo>
                      <a:cubicBezTo>
                        <a:pt x="351" y="3153"/>
                        <a:pt x="374" y="2499"/>
                        <a:pt x="304" y="1869"/>
                      </a:cubicBezTo>
                      <a:cubicBezTo>
                        <a:pt x="258" y="1238"/>
                        <a:pt x="164" y="60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74" name="Google Shape;18274;p62"/>
                <p:cNvSpPr/>
                <p:nvPr/>
              </p:nvSpPr>
              <p:spPr>
                <a:xfrm>
                  <a:off x="6283100" y="2276875"/>
                  <a:ext cx="87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3784" extrusionOk="0">
                      <a:moveTo>
                        <a:pt x="0" y="0"/>
                      </a:moveTo>
                      <a:cubicBezTo>
                        <a:pt x="94" y="631"/>
                        <a:pt x="164" y="1261"/>
                        <a:pt x="187" y="1892"/>
                      </a:cubicBezTo>
                      <a:cubicBezTo>
                        <a:pt x="187" y="2522"/>
                        <a:pt x="187" y="3153"/>
                        <a:pt x="210" y="3783"/>
                      </a:cubicBezTo>
                      <a:lnTo>
                        <a:pt x="234" y="3783"/>
                      </a:lnTo>
                      <a:cubicBezTo>
                        <a:pt x="351" y="3153"/>
                        <a:pt x="351" y="2522"/>
                        <a:pt x="304" y="1868"/>
                      </a:cubicBezTo>
                      <a:cubicBezTo>
                        <a:pt x="257" y="1238"/>
                        <a:pt x="164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75" name="Google Shape;18275;p62"/>
                <p:cNvSpPr/>
                <p:nvPr/>
              </p:nvSpPr>
              <p:spPr>
                <a:xfrm>
                  <a:off x="2408800" y="2876450"/>
                  <a:ext cx="28050" cy="1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5489" extrusionOk="0">
                      <a:moveTo>
                        <a:pt x="1098" y="0"/>
                      </a:moveTo>
                      <a:cubicBezTo>
                        <a:pt x="654" y="841"/>
                        <a:pt x="327" y="1729"/>
                        <a:pt x="164" y="2686"/>
                      </a:cubicBezTo>
                      <a:cubicBezTo>
                        <a:pt x="0" y="3620"/>
                        <a:pt x="70" y="4578"/>
                        <a:pt x="374" y="5488"/>
                      </a:cubicBezTo>
                      <a:cubicBezTo>
                        <a:pt x="234" y="4554"/>
                        <a:pt x="187" y="3620"/>
                        <a:pt x="304" y="2686"/>
                      </a:cubicBezTo>
                      <a:cubicBezTo>
                        <a:pt x="421" y="1775"/>
                        <a:pt x="701" y="865"/>
                        <a:pt x="1121" y="24"/>
                      </a:cubicBezTo>
                      <a:lnTo>
                        <a:pt x="1098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76" name="Google Shape;18276;p62"/>
                <p:cNvSpPr/>
                <p:nvPr/>
              </p:nvSpPr>
              <p:spPr>
                <a:xfrm>
                  <a:off x="2384850" y="2882300"/>
                  <a:ext cx="17550" cy="10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4321" extrusionOk="0">
                      <a:moveTo>
                        <a:pt x="1" y="0"/>
                      </a:moveTo>
                      <a:cubicBezTo>
                        <a:pt x="188" y="701"/>
                        <a:pt x="328" y="1425"/>
                        <a:pt x="421" y="2148"/>
                      </a:cubicBezTo>
                      <a:cubicBezTo>
                        <a:pt x="491" y="2872"/>
                        <a:pt x="538" y="3596"/>
                        <a:pt x="608" y="4320"/>
                      </a:cubicBezTo>
                      <a:cubicBezTo>
                        <a:pt x="701" y="3596"/>
                        <a:pt x="655" y="2849"/>
                        <a:pt x="538" y="2125"/>
                      </a:cubicBezTo>
                      <a:cubicBezTo>
                        <a:pt x="421" y="1401"/>
                        <a:pt x="234" y="70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77" name="Google Shape;18277;p62"/>
                <p:cNvSpPr/>
                <p:nvPr/>
              </p:nvSpPr>
              <p:spPr>
                <a:xfrm>
                  <a:off x="2432150" y="2944750"/>
                  <a:ext cx="19300" cy="9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" h="380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1" y="631"/>
                        <a:pt x="397" y="1238"/>
                        <a:pt x="491" y="1892"/>
                      </a:cubicBezTo>
                      <a:cubicBezTo>
                        <a:pt x="561" y="2523"/>
                        <a:pt x="584" y="3177"/>
                        <a:pt x="608" y="3807"/>
                      </a:cubicBezTo>
                      <a:lnTo>
                        <a:pt x="631" y="3807"/>
                      </a:lnTo>
                      <a:cubicBezTo>
                        <a:pt x="771" y="3177"/>
                        <a:pt x="748" y="2500"/>
                        <a:pt x="608" y="1869"/>
                      </a:cubicBezTo>
                      <a:cubicBezTo>
                        <a:pt x="491" y="1215"/>
                        <a:pt x="281" y="608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78" name="Google Shape;18278;p62"/>
                <p:cNvSpPr/>
                <p:nvPr/>
              </p:nvSpPr>
              <p:spPr>
                <a:xfrm>
                  <a:off x="4647775" y="2679125"/>
                  <a:ext cx="13450" cy="13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" h="5559" extrusionOk="0">
                      <a:moveTo>
                        <a:pt x="258" y="0"/>
                      </a:moveTo>
                      <a:cubicBezTo>
                        <a:pt x="71" y="911"/>
                        <a:pt x="1" y="1868"/>
                        <a:pt x="24" y="2803"/>
                      </a:cubicBezTo>
                      <a:cubicBezTo>
                        <a:pt x="48" y="3737"/>
                        <a:pt x="188" y="4671"/>
                        <a:pt x="515" y="5558"/>
                      </a:cubicBezTo>
                      <a:lnTo>
                        <a:pt x="538" y="5558"/>
                      </a:lnTo>
                      <a:cubicBezTo>
                        <a:pt x="375" y="4647"/>
                        <a:pt x="211" y="3713"/>
                        <a:pt x="141" y="2803"/>
                      </a:cubicBezTo>
                      <a:cubicBezTo>
                        <a:pt x="94" y="1868"/>
                        <a:pt x="141" y="934"/>
                        <a:pt x="28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79" name="Google Shape;18279;p62"/>
                <p:cNvSpPr/>
                <p:nvPr/>
              </p:nvSpPr>
              <p:spPr>
                <a:xfrm>
                  <a:off x="4623850" y="2687875"/>
                  <a:ext cx="23375" cy="10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321" extrusionOk="0">
                      <a:moveTo>
                        <a:pt x="0" y="0"/>
                      </a:moveTo>
                      <a:cubicBezTo>
                        <a:pt x="211" y="724"/>
                        <a:pt x="374" y="1425"/>
                        <a:pt x="514" y="2149"/>
                      </a:cubicBezTo>
                      <a:cubicBezTo>
                        <a:pt x="631" y="2873"/>
                        <a:pt x="748" y="3597"/>
                        <a:pt x="911" y="4321"/>
                      </a:cubicBezTo>
                      <a:lnTo>
                        <a:pt x="935" y="4321"/>
                      </a:lnTo>
                      <a:cubicBezTo>
                        <a:pt x="935" y="3573"/>
                        <a:pt x="818" y="2850"/>
                        <a:pt x="631" y="2126"/>
                      </a:cubicBezTo>
                      <a:cubicBezTo>
                        <a:pt x="467" y="1402"/>
                        <a:pt x="257" y="70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80" name="Google Shape;18280;p62"/>
                <p:cNvSpPr/>
                <p:nvPr/>
              </p:nvSpPr>
              <p:spPr>
                <a:xfrm>
                  <a:off x="4661800" y="2716475"/>
                  <a:ext cx="22800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cubicBezTo>
                        <a:pt x="211" y="608"/>
                        <a:pt x="397" y="1238"/>
                        <a:pt x="537" y="1869"/>
                      </a:cubicBezTo>
                      <a:cubicBezTo>
                        <a:pt x="654" y="2523"/>
                        <a:pt x="748" y="3153"/>
                        <a:pt x="864" y="3784"/>
                      </a:cubicBezTo>
                      <a:lnTo>
                        <a:pt x="888" y="3784"/>
                      </a:lnTo>
                      <a:cubicBezTo>
                        <a:pt x="911" y="3130"/>
                        <a:pt x="818" y="2476"/>
                        <a:pt x="654" y="1846"/>
                      </a:cubicBezTo>
                      <a:cubicBezTo>
                        <a:pt x="491" y="1215"/>
                        <a:pt x="281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81" name="Google Shape;18281;p62"/>
                <p:cNvSpPr/>
                <p:nvPr/>
              </p:nvSpPr>
              <p:spPr>
                <a:xfrm>
                  <a:off x="4587650" y="2716475"/>
                  <a:ext cx="22800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1" y="608"/>
                        <a:pt x="374" y="1238"/>
                        <a:pt x="514" y="1869"/>
                      </a:cubicBezTo>
                      <a:cubicBezTo>
                        <a:pt x="631" y="2523"/>
                        <a:pt x="724" y="3153"/>
                        <a:pt x="865" y="3784"/>
                      </a:cubicBezTo>
                      <a:cubicBezTo>
                        <a:pt x="911" y="3130"/>
                        <a:pt x="818" y="2476"/>
                        <a:pt x="631" y="1846"/>
                      </a:cubicBezTo>
                      <a:cubicBezTo>
                        <a:pt x="468" y="1215"/>
                        <a:pt x="257" y="5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82" name="Google Shape;18282;p62"/>
                <p:cNvSpPr/>
                <p:nvPr/>
              </p:nvSpPr>
              <p:spPr>
                <a:xfrm>
                  <a:off x="5444125" y="2929000"/>
                  <a:ext cx="35050" cy="28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" h="11327" extrusionOk="0">
                      <a:moveTo>
                        <a:pt x="1379" y="0"/>
                      </a:moveTo>
                      <a:cubicBezTo>
                        <a:pt x="748" y="1822"/>
                        <a:pt x="328" y="3690"/>
                        <a:pt x="141" y="5605"/>
                      </a:cubicBezTo>
                      <a:cubicBezTo>
                        <a:pt x="47" y="6562"/>
                        <a:pt x="1" y="7520"/>
                        <a:pt x="24" y="8477"/>
                      </a:cubicBezTo>
                      <a:cubicBezTo>
                        <a:pt x="47" y="9435"/>
                        <a:pt x="117" y="10392"/>
                        <a:pt x="281" y="11326"/>
                      </a:cubicBezTo>
                      <a:lnTo>
                        <a:pt x="304" y="11326"/>
                      </a:lnTo>
                      <a:cubicBezTo>
                        <a:pt x="234" y="10392"/>
                        <a:pt x="164" y="9435"/>
                        <a:pt x="164" y="8477"/>
                      </a:cubicBezTo>
                      <a:cubicBezTo>
                        <a:pt x="141" y="7520"/>
                        <a:pt x="187" y="6562"/>
                        <a:pt x="258" y="5628"/>
                      </a:cubicBezTo>
                      <a:cubicBezTo>
                        <a:pt x="421" y="3713"/>
                        <a:pt x="818" y="1845"/>
                        <a:pt x="1402" y="24"/>
                      </a:cubicBezTo>
                      <a:lnTo>
                        <a:pt x="137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83" name="Google Shape;18283;p62"/>
                <p:cNvSpPr/>
                <p:nvPr/>
              </p:nvSpPr>
              <p:spPr>
                <a:xfrm>
                  <a:off x="5414950" y="2938925"/>
                  <a:ext cx="16950" cy="22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8" h="899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10" y="1471"/>
                        <a:pt x="350" y="2989"/>
                        <a:pt x="444" y="4484"/>
                      </a:cubicBezTo>
                      <a:cubicBezTo>
                        <a:pt x="467" y="5231"/>
                        <a:pt x="514" y="5979"/>
                        <a:pt x="514" y="6726"/>
                      </a:cubicBezTo>
                      <a:cubicBezTo>
                        <a:pt x="560" y="7473"/>
                        <a:pt x="560" y="8220"/>
                        <a:pt x="584" y="8991"/>
                      </a:cubicBezTo>
                      <a:lnTo>
                        <a:pt x="607" y="8991"/>
                      </a:lnTo>
                      <a:cubicBezTo>
                        <a:pt x="677" y="8220"/>
                        <a:pt x="677" y="7473"/>
                        <a:pt x="677" y="6726"/>
                      </a:cubicBezTo>
                      <a:cubicBezTo>
                        <a:pt x="654" y="5979"/>
                        <a:pt x="631" y="5231"/>
                        <a:pt x="560" y="4461"/>
                      </a:cubicBezTo>
                      <a:cubicBezTo>
                        <a:pt x="444" y="2966"/>
                        <a:pt x="257" y="1471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84" name="Google Shape;18284;p62"/>
                <p:cNvSpPr/>
                <p:nvPr/>
              </p:nvSpPr>
              <p:spPr>
                <a:xfrm>
                  <a:off x="5483250" y="3006650"/>
                  <a:ext cx="21050" cy="19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7917" extrusionOk="0">
                      <a:moveTo>
                        <a:pt x="0" y="0"/>
                      </a:moveTo>
                      <a:cubicBezTo>
                        <a:pt x="281" y="1308"/>
                        <a:pt x="467" y="2616"/>
                        <a:pt x="561" y="3947"/>
                      </a:cubicBezTo>
                      <a:cubicBezTo>
                        <a:pt x="654" y="5278"/>
                        <a:pt x="654" y="6586"/>
                        <a:pt x="654" y="7917"/>
                      </a:cubicBezTo>
                      <a:cubicBezTo>
                        <a:pt x="841" y="6609"/>
                        <a:pt x="818" y="5255"/>
                        <a:pt x="678" y="3923"/>
                      </a:cubicBezTo>
                      <a:cubicBezTo>
                        <a:pt x="561" y="2616"/>
                        <a:pt x="327" y="1285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85" name="Google Shape;18285;p62"/>
                <p:cNvSpPr/>
                <p:nvPr/>
              </p:nvSpPr>
              <p:spPr>
                <a:xfrm>
                  <a:off x="5332625" y="2986200"/>
                  <a:ext cx="20450" cy="19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7918" extrusionOk="0">
                      <a:moveTo>
                        <a:pt x="0" y="1"/>
                      </a:moveTo>
                      <a:cubicBezTo>
                        <a:pt x="280" y="1309"/>
                        <a:pt x="467" y="2616"/>
                        <a:pt x="561" y="3947"/>
                      </a:cubicBezTo>
                      <a:cubicBezTo>
                        <a:pt x="631" y="5279"/>
                        <a:pt x="654" y="6586"/>
                        <a:pt x="631" y="7917"/>
                      </a:cubicBezTo>
                      <a:lnTo>
                        <a:pt x="654" y="7917"/>
                      </a:lnTo>
                      <a:cubicBezTo>
                        <a:pt x="818" y="6610"/>
                        <a:pt x="818" y="5255"/>
                        <a:pt x="677" y="3924"/>
                      </a:cubicBezTo>
                      <a:cubicBezTo>
                        <a:pt x="561" y="2616"/>
                        <a:pt x="327" y="12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86" name="Google Shape;18286;p62"/>
                <p:cNvSpPr/>
                <p:nvPr/>
              </p:nvSpPr>
              <p:spPr>
                <a:xfrm>
                  <a:off x="7305975" y="2195725"/>
                  <a:ext cx="52550" cy="18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7263" extrusionOk="0">
                      <a:moveTo>
                        <a:pt x="2102" y="0"/>
                      </a:moveTo>
                      <a:cubicBezTo>
                        <a:pt x="1495" y="1121"/>
                        <a:pt x="1004" y="2289"/>
                        <a:pt x="631" y="3503"/>
                      </a:cubicBezTo>
                      <a:cubicBezTo>
                        <a:pt x="257" y="4717"/>
                        <a:pt x="23" y="5978"/>
                        <a:pt x="0" y="7263"/>
                      </a:cubicBezTo>
                      <a:cubicBezTo>
                        <a:pt x="187" y="6002"/>
                        <a:pt x="420" y="4764"/>
                        <a:pt x="747" y="3550"/>
                      </a:cubicBezTo>
                      <a:cubicBezTo>
                        <a:pt x="1098" y="2335"/>
                        <a:pt x="1541" y="1144"/>
                        <a:pt x="210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87" name="Google Shape;18287;p62"/>
                <p:cNvSpPr/>
                <p:nvPr/>
              </p:nvSpPr>
              <p:spPr>
                <a:xfrm>
                  <a:off x="7299550" y="2198625"/>
                  <a:ext cx="21025" cy="14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5839" extrusionOk="0">
                      <a:moveTo>
                        <a:pt x="818" y="1"/>
                      </a:moveTo>
                      <a:cubicBezTo>
                        <a:pt x="748" y="982"/>
                        <a:pt x="631" y="1962"/>
                        <a:pt x="467" y="2920"/>
                      </a:cubicBezTo>
                      <a:cubicBezTo>
                        <a:pt x="304" y="3901"/>
                        <a:pt x="140" y="4858"/>
                        <a:pt x="0" y="5839"/>
                      </a:cubicBezTo>
                      <a:lnTo>
                        <a:pt x="24" y="5839"/>
                      </a:lnTo>
                      <a:cubicBezTo>
                        <a:pt x="304" y="4882"/>
                        <a:pt x="491" y="3924"/>
                        <a:pt x="584" y="2943"/>
                      </a:cubicBezTo>
                      <a:cubicBezTo>
                        <a:pt x="724" y="1962"/>
                        <a:pt x="794" y="982"/>
                        <a:pt x="8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88" name="Google Shape;18288;p62"/>
                <p:cNvSpPr/>
                <p:nvPr/>
              </p:nvSpPr>
              <p:spPr>
                <a:xfrm>
                  <a:off x="7263350" y="2239500"/>
                  <a:ext cx="14025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5162" extrusionOk="0">
                      <a:moveTo>
                        <a:pt x="491" y="0"/>
                      </a:moveTo>
                      <a:cubicBezTo>
                        <a:pt x="491" y="865"/>
                        <a:pt x="444" y="1729"/>
                        <a:pt x="374" y="2593"/>
                      </a:cubicBezTo>
                      <a:cubicBezTo>
                        <a:pt x="257" y="3457"/>
                        <a:pt x="117" y="4297"/>
                        <a:pt x="0" y="5161"/>
                      </a:cubicBezTo>
                      <a:lnTo>
                        <a:pt x="24" y="5161"/>
                      </a:lnTo>
                      <a:cubicBezTo>
                        <a:pt x="281" y="4344"/>
                        <a:pt x="444" y="3480"/>
                        <a:pt x="491" y="2593"/>
                      </a:cubicBezTo>
                      <a:cubicBezTo>
                        <a:pt x="561" y="1729"/>
                        <a:pt x="561" y="865"/>
                        <a:pt x="49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89" name="Google Shape;18289;p62"/>
                <p:cNvSpPr/>
                <p:nvPr/>
              </p:nvSpPr>
              <p:spPr>
                <a:xfrm>
                  <a:off x="7334575" y="2245925"/>
                  <a:ext cx="17525" cy="12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38" extrusionOk="0">
                      <a:moveTo>
                        <a:pt x="654" y="0"/>
                      </a:moveTo>
                      <a:cubicBezTo>
                        <a:pt x="631" y="864"/>
                        <a:pt x="561" y="1728"/>
                        <a:pt x="444" y="2593"/>
                      </a:cubicBezTo>
                      <a:cubicBezTo>
                        <a:pt x="304" y="3433"/>
                        <a:pt x="141" y="4274"/>
                        <a:pt x="0" y="5138"/>
                      </a:cubicBezTo>
                      <a:lnTo>
                        <a:pt x="24" y="5138"/>
                      </a:lnTo>
                      <a:cubicBezTo>
                        <a:pt x="327" y="4321"/>
                        <a:pt x="491" y="3457"/>
                        <a:pt x="561" y="2593"/>
                      </a:cubicBezTo>
                      <a:cubicBezTo>
                        <a:pt x="654" y="1728"/>
                        <a:pt x="701" y="864"/>
                        <a:pt x="67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90" name="Google Shape;18290;p62"/>
                <p:cNvSpPr/>
                <p:nvPr/>
              </p:nvSpPr>
              <p:spPr>
                <a:xfrm>
                  <a:off x="7227150" y="2308400"/>
                  <a:ext cx="19875" cy="12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15" extrusionOk="0">
                      <a:moveTo>
                        <a:pt x="771" y="0"/>
                      </a:moveTo>
                      <a:cubicBezTo>
                        <a:pt x="748" y="864"/>
                        <a:pt x="654" y="1705"/>
                        <a:pt x="491" y="2569"/>
                      </a:cubicBezTo>
                      <a:cubicBezTo>
                        <a:pt x="351" y="3410"/>
                        <a:pt x="164" y="4250"/>
                        <a:pt x="0" y="5114"/>
                      </a:cubicBezTo>
                      <a:cubicBezTo>
                        <a:pt x="327" y="4297"/>
                        <a:pt x="514" y="3456"/>
                        <a:pt x="631" y="2592"/>
                      </a:cubicBezTo>
                      <a:cubicBezTo>
                        <a:pt x="748" y="1728"/>
                        <a:pt x="794" y="864"/>
                        <a:pt x="79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91" name="Google Shape;18291;p62"/>
                <p:cNvSpPr/>
                <p:nvPr/>
              </p:nvSpPr>
              <p:spPr>
                <a:xfrm>
                  <a:off x="6500275" y="2309550"/>
                  <a:ext cx="22225" cy="16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6634" extrusionOk="0">
                      <a:moveTo>
                        <a:pt x="865" y="1"/>
                      </a:moveTo>
                      <a:cubicBezTo>
                        <a:pt x="514" y="1052"/>
                        <a:pt x="281" y="2173"/>
                        <a:pt x="141" y="3270"/>
                      </a:cubicBezTo>
                      <a:cubicBezTo>
                        <a:pt x="1" y="4391"/>
                        <a:pt x="1" y="5535"/>
                        <a:pt x="187" y="6633"/>
                      </a:cubicBezTo>
                      <a:lnTo>
                        <a:pt x="211" y="6633"/>
                      </a:lnTo>
                      <a:cubicBezTo>
                        <a:pt x="187" y="5512"/>
                        <a:pt x="187" y="4415"/>
                        <a:pt x="281" y="3294"/>
                      </a:cubicBezTo>
                      <a:cubicBezTo>
                        <a:pt x="374" y="2173"/>
                        <a:pt x="584" y="1075"/>
                        <a:pt x="888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92" name="Google Shape;18292;p62"/>
                <p:cNvSpPr/>
                <p:nvPr/>
              </p:nvSpPr>
              <p:spPr>
                <a:xfrm>
                  <a:off x="6489175" y="2317725"/>
                  <a:ext cx="8200" cy="1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5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1" y="865"/>
                        <a:pt x="118" y="1752"/>
                        <a:pt x="141" y="2616"/>
                      </a:cubicBezTo>
                      <a:cubicBezTo>
                        <a:pt x="164" y="3480"/>
                        <a:pt x="164" y="4344"/>
                        <a:pt x="211" y="5208"/>
                      </a:cubicBezTo>
                      <a:lnTo>
                        <a:pt x="234" y="5208"/>
                      </a:lnTo>
                      <a:cubicBezTo>
                        <a:pt x="328" y="4344"/>
                        <a:pt x="328" y="3480"/>
                        <a:pt x="281" y="2616"/>
                      </a:cubicBezTo>
                      <a:cubicBezTo>
                        <a:pt x="211" y="1729"/>
                        <a:pt x="141" y="86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93" name="Google Shape;18293;p62"/>
                <p:cNvSpPr/>
                <p:nvPr/>
              </p:nvSpPr>
              <p:spPr>
                <a:xfrm>
                  <a:off x="6523625" y="2354500"/>
                  <a:ext cx="10550" cy="11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4579" extrusionOk="0">
                      <a:moveTo>
                        <a:pt x="1" y="1"/>
                      </a:moveTo>
                      <a:cubicBezTo>
                        <a:pt x="118" y="748"/>
                        <a:pt x="188" y="1519"/>
                        <a:pt x="211" y="2290"/>
                      </a:cubicBezTo>
                      <a:lnTo>
                        <a:pt x="234" y="4578"/>
                      </a:lnTo>
                      <a:lnTo>
                        <a:pt x="258" y="4578"/>
                      </a:lnTo>
                      <a:cubicBezTo>
                        <a:pt x="398" y="3808"/>
                        <a:pt x="421" y="3037"/>
                        <a:pt x="328" y="2266"/>
                      </a:cubicBezTo>
                      <a:cubicBezTo>
                        <a:pt x="281" y="1496"/>
                        <a:pt x="164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94" name="Google Shape;18294;p62"/>
                <p:cNvSpPr/>
                <p:nvPr/>
              </p:nvSpPr>
              <p:spPr>
                <a:xfrm>
                  <a:off x="6629900" y="2269850"/>
                  <a:ext cx="19875" cy="1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39" extrusionOk="0">
                      <a:moveTo>
                        <a:pt x="771" y="1"/>
                      </a:moveTo>
                      <a:cubicBezTo>
                        <a:pt x="747" y="865"/>
                        <a:pt x="654" y="1729"/>
                        <a:pt x="514" y="2593"/>
                      </a:cubicBezTo>
                      <a:cubicBezTo>
                        <a:pt x="350" y="3434"/>
                        <a:pt x="164" y="4274"/>
                        <a:pt x="0" y="5138"/>
                      </a:cubicBezTo>
                      <a:cubicBezTo>
                        <a:pt x="327" y="4321"/>
                        <a:pt x="514" y="3457"/>
                        <a:pt x="631" y="2593"/>
                      </a:cubicBezTo>
                      <a:cubicBezTo>
                        <a:pt x="747" y="1752"/>
                        <a:pt x="794" y="888"/>
                        <a:pt x="79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  <p:grpSp>
            <p:nvGrpSpPr>
              <p:cNvPr id="18295" name="Google Shape;18295;p62"/>
              <p:cNvGrpSpPr/>
              <p:nvPr/>
            </p:nvGrpSpPr>
            <p:grpSpPr>
              <a:xfrm>
                <a:off x="3744109" y="4254507"/>
                <a:ext cx="5081829" cy="944189"/>
                <a:chOff x="238125" y="2195725"/>
                <a:chExt cx="7120400" cy="1322950"/>
              </a:xfrm>
            </p:grpSpPr>
            <p:sp>
              <p:nvSpPr>
                <p:cNvPr id="18296" name="Google Shape;18296;p62"/>
                <p:cNvSpPr/>
                <p:nvPr/>
              </p:nvSpPr>
              <p:spPr>
                <a:xfrm>
                  <a:off x="6053075" y="2269275"/>
                  <a:ext cx="26875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5" h="8922" extrusionOk="0">
                      <a:moveTo>
                        <a:pt x="0" y="0"/>
                      </a:moveTo>
                      <a:cubicBezTo>
                        <a:pt x="374" y="1472"/>
                        <a:pt x="607" y="2943"/>
                        <a:pt x="701" y="4438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7" y="7403"/>
                        <a:pt x="724" y="8151"/>
                        <a:pt x="724" y="8921"/>
                      </a:cubicBezTo>
                      <a:lnTo>
                        <a:pt x="747" y="8921"/>
                      </a:lnTo>
                      <a:cubicBezTo>
                        <a:pt x="911" y="8174"/>
                        <a:pt x="981" y="7427"/>
                        <a:pt x="1028" y="6679"/>
                      </a:cubicBezTo>
                      <a:cubicBezTo>
                        <a:pt x="1074" y="5932"/>
                        <a:pt x="1004" y="5161"/>
                        <a:pt x="934" y="4414"/>
                      </a:cubicBezTo>
                      <a:cubicBezTo>
                        <a:pt x="794" y="2920"/>
                        <a:pt x="490" y="1425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97" name="Google Shape;18297;p62"/>
                <p:cNvSpPr/>
                <p:nvPr/>
              </p:nvSpPr>
              <p:spPr>
                <a:xfrm>
                  <a:off x="6088100" y="2277450"/>
                  <a:ext cx="51400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8" y="1028"/>
                        <a:pt x="1285" y="2079"/>
                        <a:pt x="911" y="3106"/>
                      </a:cubicBezTo>
                      <a:cubicBezTo>
                        <a:pt x="724" y="3643"/>
                        <a:pt x="537" y="4157"/>
                        <a:pt x="374" y="4694"/>
                      </a:cubicBezTo>
                      <a:cubicBezTo>
                        <a:pt x="234" y="5208"/>
                        <a:pt x="94" y="5745"/>
                        <a:pt x="0" y="6306"/>
                      </a:cubicBezTo>
                      <a:lnTo>
                        <a:pt x="24" y="6306"/>
                      </a:lnTo>
                      <a:cubicBezTo>
                        <a:pt x="281" y="5792"/>
                        <a:pt x="467" y="5278"/>
                        <a:pt x="678" y="4764"/>
                      </a:cubicBezTo>
                      <a:cubicBezTo>
                        <a:pt x="864" y="4251"/>
                        <a:pt x="1004" y="3714"/>
                        <a:pt x="1145" y="3200"/>
                      </a:cubicBezTo>
                      <a:cubicBezTo>
                        <a:pt x="1472" y="2126"/>
                        <a:pt x="1775" y="1075"/>
                        <a:pt x="205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98" name="Google Shape;18298;p62"/>
                <p:cNvSpPr/>
                <p:nvPr/>
              </p:nvSpPr>
              <p:spPr>
                <a:xfrm>
                  <a:off x="6114950" y="2366775"/>
                  <a:ext cx="29800" cy="12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5115" extrusionOk="0">
                      <a:moveTo>
                        <a:pt x="1168" y="0"/>
                      </a:moveTo>
                      <a:cubicBezTo>
                        <a:pt x="865" y="818"/>
                        <a:pt x="608" y="1658"/>
                        <a:pt x="374" y="2523"/>
                      </a:cubicBezTo>
                      <a:cubicBezTo>
                        <a:pt x="281" y="2943"/>
                        <a:pt x="141" y="3363"/>
                        <a:pt x="94" y="3807"/>
                      </a:cubicBezTo>
                      <a:cubicBezTo>
                        <a:pt x="47" y="4227"/>
                        <a:pt x="1" y="4671"/>
                        <a:pt x="24" y="5115"/>
                      </a:cubicBezTo>
                      <a:lnTo>
                        <a:pt x="47" y="5115"/>
                      </a:lnTo>
                      <a:cubicBezTo>
                        <a:pt x="187" y="4694"/>
                        <a:pt x="281" y="4274"/>
                        <a:pt x="398" y="3854"/>
                      </a:cubicBezTo>
                      <a:cubicBezTo>
                        <a:pt x="491" y="3433"/>
                        <a:pt x="538" y="2990"/>
                        <a:pt x="631" y="2569"/>
                      </a:cubicBezTo>
                      <a:cubicBezTo>
                        <a:pt x="795" y="1705"/>
                        <a:pt x="981" y="841"/>
                        <a:pt x="119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299" name="Google Shape;18299;p62"/>
                <p:cNvSpPr/>
                <p:nvPr/>
              </p:nvSpPr>
              <p:spPr>
                <a:xfrm>
                  <a:off x="7040325" y="2569950"/>
                  <a:ext cx="26300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8922" extrusionOk="0">
                      <a:moveTo>
                        <a:pt x="24" y="0"/>
                      </a:moveTo>
                      <a:lnTo>
                        <a:pt x="0" y="24"/>
                      </a:lnTo>
                      <a:cubicBezTo>
                        <a:pt x="374" y="1471"/>
                        <a:pt x="584" y="2943"/>
                        <a:pt x="678" y="4437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8" y="7426"/>
                        <a:pt x="701" y="8174"/>
                        <a:pt x="701" y="8921"/>
                      </a:cubicBezTo>
                      <a:lnTo>
                        <a:pt x="748" y="8921"/>
                      </a:lnTo>
                      <a:cubicBezTo>
                        <a:pt x="911" y="8174"/>
                        <a:pt x="981" y="7426"/>
                        <a:pt x="1028" y="6679"/>
                      </a:cubicBezTo>
                      <a:cubicBezTo>
                        <a:pt x="1051" y="5932"/>
                        <a:pt x="1005" y="5161"/>
                        <a:pt x="935" y="4414"/>
                      </a:cubicBezTo>
                      <a:cubicBezTo>
                        <a:pt x="771" y="2919"/>
                        <a:pt x="467" y="144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00" name="Google Shape;18300;p62"/>
                <p:cNvSpPr/>
                <p:nvPr/>
              </p:nvSpPr>
              <p:spPr>
                <a:xfrm>
                  <a:off x="7075350" y="2578125"/>
                  <a:ext cx="51400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9" y="1051"/>
                        <a:pt x="1285" y="2079"/>
                        <a:pt x="911" y="3129"/>
                      </a:cubicBezTo>
                      <a:cubicBezTo>
                        <a:pt x="725" y="3643"/>
                        <a:pt x="514" y="4157"/>
                        <a:pt x="374" y="4694"/>
                      </a:cubicBezTo>
                      <a:cubicBezTo>
                        <a:pt x="234" y="5231"/>
                        <a:pt x="71" y="5745"/>
                        <a:pt x="1" y="6305"/>
                      </a:cubicBezTo>
                      <a:lnTo>
                        <a:pt x="24" y="6305"/>
                      </a:lnTo>
                      <a:cubicBezTo>
                        <a:pt x="281" y="5815"/>
                        <a:pt x="468" y="5301"/>
                        <a:pt x="654" y="4764"/>
                      </a:cubicBezTo>
                      <a:cubicBezTo>
                        <a:pt x="841" y="4250"/>
                        <a:pt x="981" y="3713"/>
                        <a:pt x="1145" y="3199"/>
                      </a:cubicBezTo>
                      <a:cubicBezTo>
                        <a:pt x="1448" y="2149"/>
                        <a:pt x="1752" y="1074"/>
                        <a:pt x="2056" y="23"/>
                      </a:cubicBezTo>
                      <a:lnTo>
                        <a:pt x="2032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01" name="Google Shape;18301;p62"/>
                <p:cNvSpPr/>
                <p:nvPr/>
              </p:nvSpPr>
              <p:spPr>
                <a:xfrm>
                  <a:off x="7101625" y="2667450"/>
                  <a:ext cx="30375" cy="12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5" h="5138" extrusionOk="0">
                      <a:moveTo>
                        <a:pt x="1191" y="0"/>
                      </a:moveTo>
                      <a:cubicBezTo>
                        <a:pt x="888" y="817"/>
                        <a:pt x="608" y="1658"/>
                        <a:pt x="397" y="2522"/>
                      </a:cubicBezTo>
                      <a:cubicBezTo>
                        <a:pt x="281" y="2943"/>
                        <a:pt x="164" y="3363"/>
                        <a:pt x="117" y="3807"/>
                      </a:cubicBezTo>
                      <a:cubicBezTo>
                        <a:pt x="47" y="4250"/>
                        <a:pt x="0" y="4671"/>
                        <a:pt x="47" y="5114"/>
                      </a:cubicBezTo>
                      <a:lnTo>
                        <a:pt x="71" y="5138"/>
                      </a:lnTo>
                      <a:cubicBezTo>
                        <a:pt x="211" y="4717"/>
                        <a:pt x="304" y="4274"/>
                        <a:pt x="397" y="3853"/>
                      </a:cubicBezTo>
                      <a:cubicBezTo>
                        <a:pt x="514" y="3433"/>
                        <a:pt x="561" y="2989"/>
                        <a:pt x="631" y="2569"/>
                      </a:cubicBezTo>
                      <a:cubicBezTo>
                        <a:pt x="794" y="1705"/>
                        <a:pt x="1005" y="864"/>
                        <a:pt x="12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02" name="Google Shape;18302;p62"/>
                <p:cNvSpPr/>
                <p:nvPr/>
              </p:nvSpPr>
              <p:spPr>
                <a:xfrm>
                  <a:off x="6875675" y="2281525"/>
                  <a:ext cx="21625" cy="17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6820" extrusionOk="0">
                      <a:moveTo>
                        <a:pt x="1" y="1"/>
                      </a:moveTo>
                      <a:cubicBezTo>
                        <a:pt x="281" y="1122"/>
                        <a:pt x="444" y="2243"/>
                        <a:pt x="515" y="3387"/>
                      </a:cubicBezTo>
                      <a:cubicBezTo>
                        <a:pt x="538" y="3971"/>
                        <a:pt x="515" y="4531"/>
                        <a:pt x="515" y="5092"/>
                      </a:cubicBezTo>
                      <a:lnTo>
                        <a:pt x="538" y="6820"/>
                      </a:lnTo>
                      <a:lnTo>
                        <a:pt x="585" y="6820"/>
                      </a:lnTo>
                      <a:cubicBezTo>
                        <a:pt x="725" y="6259"/>
                        <a:pt x="795" y="5676"/>
                        <a:pt x="818" y="5115"/>
                      </a:cubicBezTo>
                      <a:cubicBezTo>
                        <a:pt x="865" y="4531"/>
                        <a:pt x="818" y="3948"/>
                        <a:pt x="748" y="3387"/>
                      </a:cubicBezTo>
                      <a:cubicBezTo>
                        <a:pt x="631" y="2219"/>
                        <a:pt x="398" y="109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03" name="Google Shape;18303;p62"/>
                <p:cNvSpPr/>
                <p:nvPr/>
              </p:nvSpPr>
              <p:spPr>
                <a:xfrm>
                  <a:off x="6902550" y="2287375"/>
                  <a:ext cx="39725" cy="1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" h="4835" extrusionOk="0">
                      <a:moveTo>
                        <a:pt x="1565" y="0"/>
                      </a:moveTo>
                      <a:cubicBezTo>
                        <a:pt x="1261" y="794"/>
                        <a:pt x="958" y="1588"/>
                        <a:pt x="677" y="2382"/>
                      </a:cubicBezTo>
                      <a:cubicBezTo>
                        <a:pt x="537" y="2779"/>
                        <a:pt x="374" y="3176"/>
                        <a:pt x="257" y="3597"/>
                      </a:cubicBezTo>
                      <a:cubicBezTo>
                        <a:pt x="163" y="3994"/>
                        <a:pt x="47" y="4414"/>
                        <a:pt x="0" y="4834"/>
                      </a:cubicBezTo>
                      <a:lnTo>
                        <a:pt x="23" y="4834"/>
                      </a:lnTo>
                      <a:cubicBezTo>
                        <a:pt x="234" y="4461"/>
                        <a:pt x="397" y="4064"/>
                        <a:pt x="537" y="3667"/>
                      </a:cubicBezTo>
                      <a:cubicBezTo>
                        <a:pt x="701" y="3270"/>
                        <a:pt x="794" y="2873"/>
                        <a:pt x="911" y="2452"/>
                      </a:cubicBezTo>
                      <a:cubicBezTo>
                        <a:pt x="1144" y="1658"/>
                        <a:pt x="1378" y="841"/>
                        <a:pt x="1588" y="24"/>
                      </a:cubicBezTo>
                      <a:lnTo>
                        <a:pt x="156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04" name="Google Shape;18304;p62"/>
                <p:cNvSpPr/>
                <p:nvPr/>
              </p:nvSpPr>
              <p:spPr>
                <a:xfrm>
                  <a:off x="6922400" y="2355675"/>
                  <a:ext cx="23950" cy="9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" h="3948" extrusionOk="0">
                      <a:moveTo>
                        <a:pt x="911" y="1"/>
                      </a:moveTo>
                      <a:cubicBezTo>
                        <a:pt x="677" y="631"/>
                        <a:pt x="467" y="1285"/>
                        <a:pt x="304" y="1939"/>
                      </a:cubicBezTo>
                      <a:cubicBezTo>
                        <a:pt x="210" y="2266"/>
                        <a:pt x="117" y="2593"/>
                        <a:pt x="70" y="2920"/>
                      </a:cubicBezTo>
                      <a:cubicBezTo>
                        <a:pt x="23" y="3247"/>
                        <a:pt x="0" y="3597"/>
                        <a:pt x="47" y="3947"/>
                      </a:cubicBezTo>
                      <a:lnTo>
                        <a:pt x="70" y="3947"/>
                      </a:lnTo>
                      <a:cubicBezTo>
                        <a:pt x="210" y="3620"/>
                        <a:pt x="280" y="3293"/>
                        <a:pt x="374" y="2967"/>
                      </a:cubicBezTo>
                      <a:cubicBezTo>
                        <a:pt x="444" y="2640"/>
                        <a:pt x="467" y="2313"/>
                        <a:pt x="537" y="1986"/>
                      </a:cubicBezTo>
                      <a:cubicBezTo>
                        <a:pt x="654" y="1332"/>
                        <a:pt x="794" y="678"/>
                        <a:pt x="958" y="24"/>
                      </a:cubicBezTo>
                      <a:lnTo>
                        <a:pt x="911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05" name="Google Shape;18305;p62"/>
                <p:cNvSpPr/>
                <p:nvPr/>
              </p:nvSpPr>
              <p:spPr>
                <a:xfrm>
                  <a:off x="7324650" y="2597975"/>
                  <a:ext cx="23375" cy="9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3924" extrusionOk="0">
                      <a:moveTo>
                        <a:pt x="911" y="0"/>
                      </a:moveTo>
                      <a:cubicBezTo>
                        <a:pt x="678" y="631"/>
                        <a:pt x="467" y="1261"/>
                        <a:pt x="281" y="1915"/>
                      </a:cubicBezTo>
                      <a:cubicBezTo>
                        <a:pt x="211" y="2242"/>
                        <a:pt x="94" y="2569"/>
                        <a:pt x="47" y="2896"/>
                      </a:cubicBezTo>
                      <a:cubicBezTo>
                        <a:pt x="24" y="3246"/>
                        <a:pt x="0" y="3573"/>
                        <a:pt x="24" y="3923"/>
                      </a:cubicBezTo>
                      <a:lnTo>
                        <a:pt x="70" y="3923"/>
                      </a:lnTo>
                      <a:cubicBezTo>
                        <a:pt x="187" y="3596"/>
                        <a:pt x="281" y="3270"/>
                        <a:pt x="351" y="2966"/>
                      </a:cubicBezTo>
                      <a:cubicBezTo>
                        <a:pt x="444" y="2639"/>
                        <a:pt x="467" y="2289"/>
                        <a:pt x="514" y="1962"/>
                      </a:cubicBezTo>
                      <a:cubicBezTo>
                        <a:pt x="654" y="1308"/>
                        <a:pt x="794" y="654"/>
                        <a:pt x="93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06" name="Google Shape;18306;p62"/>
                <p:cNvSpPr/>
                <p:nvPr/>
              </p:nvSpPr>
              <p:spPr>
                <a:xfrm>
                  <a:off x="4643125" y="2401225"/>
                  <a:ext cx="21025" cy="1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724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04" y="1168"/>
                        <a:pt x="490" y="2382"/>
                        <a:pt x="584" y="3597"/>
                      </a:cubicBezTo>
                      <a:cubicBezTo>
                        <a:pt x="654" y="4811"/>
                        <a:pt x="631" y="6025"/>
                        <a:pt x="561" y="7240"/>
                      </a:cubicBezTo>
                      <a:lnTo>
                        <a:pt x="584" y="7240"/>
                      </a:lnTo>
                      <a:cubicBezTo>
                        <a:pt x="817" y="6025"/>
                        <a:pt x="841" y="4788"/>
                        <a:pt x="701" y="3573"/>
                      </a:cubicBezTo>
                      <a:cubicBezTo>
                        <a:pt x="584" y="2359"/>
                        <a:pt x="350" y="1168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07" name="Google Shape;18307;p62"/>
                <p:cNvSpPr/>
                <p:nvPr/>
              </p:nvSpPr>
              <p:spPr>
                <a:xfrm>
                  <a:off x="4675800" y="2411150"/>
                  <a:ext cx="14050" cy="13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" h="5349" extrusionOk="0">
                      <a:moveTo>
                        <a:pt x="561" y="0"/>
                      </a:moveTo>
                      <a:lnTo>
                        <a:pt x="234" y="2662"/>
                      </a:lnTo>
                      <a:cubicBezTo>
                        <a:pt x="118" y="3550"/>
                        <a:pt x="24" y="4437"/>
                        <a:pt x="1" y="5348"/>
                      </a:cubicBezTo>
                      <a:lnTo>
                        <a:pt x="24" y="5348"/>
                      </a:lnTo>
                      <a:cubicBezTo>
                        <a:pt x="188" y="4461"/>
                        <a:pt x="281" y="3573"/>
                        <a:pt x="351" y="2686"/>
                      </a:cubicBezTo>
                      <a:lnTo>
                        <a:pt x="56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08" name="Google Shape;18308;p62"/>
                <p:cNvSpPr/>
                <p:nvPr/>
              </p:nvSpPr>
              <p:spPr>
                <a:xfrm>
                  <a:off x="4702675" y="2471850"/>
                  <a:ext cx="23375" cy="10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158" extrusionOk="0">
                      <a:moveTo>
                        <a:pt x="911" y="1"/>
                      </a:moveTo>
                      <a:cubicBezTo>
                        <a:pt x="677" y="655"/>
                        <a:pt x="490" y="1355"/>
                        <a:pt x="327" y="2033"/>
                      </a:cubicBezTo>
                      <a:cubicBezTo>
                        <a:pt x="140" y="2733"/>
                        <a:pt x="0" y="3434"/>
                        <a:pt x="0" y="4158"/>
                      </a:cubicBezTo>
                      <a:cubicBezTo>
                        <a:pt x="187" y="3457"/>
                        <a:pt x="304" y="2780"/>
                        <a:pt x="444" y="2079"/>
                      </a:cubicBezTo>
                      <a:cubicBezTo>
                        <a:pt x="584" y="1379"/>
                        <a:pt x="747" y="678"/>
                        <a:pt x="93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09" name="Google Shape;18309;p62"/>
                <p:cNvSpPr/>
                <p:nvPr/>
              </p:nvSpPr>
              <p:spPr>
                <a:xfrm>
                  <a:off x="4244950" y="2614900"/>
                  <a:ext cx="54900" cy="17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6" h="6960" extrusionOk="0">
                      <a:moveTo>
                        <a:pt x="0" y="0"/>
                      </a:moveTo>
                      <a:cubicBezTo>
                        <a:pt x="561" y="1098"/>
                        <a:pt x="1028" y="2219"/>
                        <a:pt x="1378" y="3387"/>
                      </a:cubicBezTo>
                      <a:cubicBezTo>
                        <a:pt x="1705" y="4554"/>
                        <a:pt x="1962" y="5745"/>
                        <a:pt x="2172" y="6960"/>
                      </a:cubicBezTo>
                      <a:lnTo>
                        <a:pt x="2195" y="6960"/>
                      </a:lnTo>
                      <a:cubicBezTo>
                        <a:pt x="2125" y="5722"/>
                        <a:pt x="1892" y="4531"/>
                        <a:pt x="1495" y="3363"/>
                      </a:cubicBezTo>
                      <a:cubicBezTo>
                        <a:pt x="1098" y="2196"/>
                        <a:pt x="607" y="1075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10" name="Google Shape;18310;p62"/>
                <p:cNvSpPr/>
                <p:nvPr/>
              </p:nvSpPr>
              <p:spPr>
                <a:xfrm>
                  <a:off x="4392075" y="2659850"/>
                  <a:ext cx="22200" cy="11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72" extrusionOk="0">
                      <a:moveTo>
                        <a:pt x="864" y="1"/>
                      </a:moveTo>
                      <a:lnTo>
                        <a:pt x="374" y="2336"/>
                      </a:lnTo>
                      <a:cubicBezTo>
                        <a:pt x="210" y="3106"/>
                        <a:pt x="70" y="3877"/>
                        <a:pt x="0" y="4671"/>
                      </a:cubicBezTo>
                      <a:cubicBezTo>
                        <a:pt x="234" y="3900"/>
                        <a:pt x="374" y="3130"/>
                        <a:pt x="491" y="2359"/>
                      </a:cubicBezTo>
                      <a:lnTo>
                        <a:pt x="888" y="24"/>
                      </a:lnTo>
                      <a:lnTo>
                        <a:pt x="864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11" name="Google Shape;18311;p62"/>
                <p:cNvSpPr/>
                <p:nvPr/>
              </p:nvSpPr>
              <p:spPr>
                <a:xfrm>
                  <a:off x="4686325" y="2473600"/>
                  <a:ext cx="22200" cy="11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49" extrusionOk="0">
                      <a:moveTo>
                        <a:pt x="864" y="1"/>
                      </a:moveTo>
                      <a:lnTo>
                        <a:pt x="374" y="2313"/>
                      </a:lnTo>
                      <a:cubicBezTo>
                        <a:pt x="210" y="3084"/>
                        <a:pt x="47" y="3854"/>
                        <a:pt x="0" y="4648"/>
                      </a:cubicBezTo>
                      <a:cubicBezTo>
                        <a:pt x="234" y="3878"/>
                        <a:pt x="374" y="3107"/>
                        <a:pt x="491" y="2336"/>
                      </a:cubicBezTo>
                      <a:lnTo>
                        <a:pt x="88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12" name="Google Shape;18312;p62"/>
                <p:cNvSpPr/>
                <p:nvPr/>
              </p:nvSpPr>
              <p:spPr>
                <a:xfrm>
                  <a:off x="4330775" y="2676775"/>
                  <a:ext cx="5275" cy="10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4252" extrusionOk="0">
                      <a:moveTo>
                        <a:pt x="140" y="1"/>
                      </a:moveTo>
                      <a:cubicBezTo>
                        <a:pt x="70" y="701"/>
                        <a:pt x="23" y="1402"/>
                        <a:pt x="23" y="2126"/>
                      </a:cubicBezTo>
                      <a:cubicBezTo>
                        <a:pt x="0" y="2826"/>
                        <a:pt x="23" y="3550"/>
                        <a:pt x="164" y="4251"/>
                      </a:cubicBezTo>
                      <a:lnTo>
                        <a:pt x="187" y="4251"/>
                      </a:lnTo>
                      <a:cubicBezTo>
                        <a:pt x="210" y="3550"/>
                        <a:pt x="164" y="2826"/>
                        <a:pt x="140" y="2126"/>
                      </a:cubicBezTo>
                      <a:cubicBezTo>
                        <a:pt x="117" y="1425"/>
                        <a:pt x="140" y="701"/>
                        <a:pt x="16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13" name="Google Shape;18313;p62"/>
                <p:cNvSpPr/>
                <p:nvPr/>
              </p:nvSpPr>
              <p:spPr>
                <a:xfrm>
                  <a:off x="4305650" y="2608475"/>
                  <a:ext cx="25725" cy="1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9" h="7240" extrusionOk="0">
                      <a:moveTo>
                        <a:pt x="1" y="0"/>
                      </a:moveTo>
                      <a:lnTo>
                        <a:pt x="1" y="24"/>
                      </a:lnTo>
                      <a:cubicBezTo>
                        <a:pt x="351" y="1191"/>
                        <a:pt x="585" y="2382"/>
                        <a:pt x="701" y="3597"/>
                      </a:cubicBezTo>
                      <a:cubicBezTo>
                        <a:pt x="818" y="4811"/>
                        <a:pt x="842" y="6002"/>
                        <a:pt x="818" y="7240"/>
                      </a:cubicBezTo>
                      <a:lnTo>
                        <a:pt x="842" y="7240"/>
                      </a:lnTo>
                      <a:cubicBezTo>
                        <a:pt x="1028" y="6026"/>
                        <a:pt x="1005" y="4788"/>
                        <a:pt x="842" y="3573"/>
                      </a:cubicBezTo>
                      <a:cubicBezTo>
                        <a:pt x="678" y="2359"/>
                        <a:pt x="398" y="1168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14" name="Google Shape;18314;p62"/>
                <p:cNvSpPr/>
                <p:nvPr/>
              </p:nvSpPr>
              <p:spPr>
                <a:xfrm>
                  <a:off x="4338350" y="2613150"/>
                  <a:ext cx="37400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5162" extrusionOk="0">
                      <a:moveTo>
                        <a:pt x="1495" y="0"/>
                      </a:moveTo>
                      <a:lnTo>
                        <a:pt x="701" y="2569"/>
                      </a:lnTo>
                      <a:cubicBezTo>
                        <a:pt x="421" y="3433"/>
                        <a:pt x="187" y="4297"/>
                        <a:pt x="1" y="5161"/>
                      </a:cubicBezTo>
                      <a:lnTo>
                        <a:pt x="24" y="5161"/>
                      </a:lnTo>
                      <a:cubicBezTo>
                        <a:pt x="351" y="4321"/>
                        <a:pt x="585" y="3480"/>
                        <a:pt x="818" y="2592"/>
                      </a:cubicBezTo>
                      <a:lnTo>
                        <a:pt x="149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15" name="Google Shape;18315;p62"/>
                <p:cNvSpPr/>
                <p:nvPr/>
              </p:nvSpPr>
              <p:spPr>
                <a:xfrm>
                  <a:off x="4362300" y="2685550"/>
                  <a:ext cx="20450" cy="10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4204" extrusionOk="0">
                      <a:moveTo>
                        <a:pt x="794" y="0"/>
                      </a:moveTo>
                      <a:cubicBezTo>
                        <a:pt x="584" y="677"/>
                        <a:pt x="397" y="1378"/>
                        <a:pt x="257" y="2078"/>
                      </a:cubicBezTo>
                      <a:cubicBezTo>
                        <a:pt x="94" y="2756"/>
                        <a:pt x="0" y="3480"/>
                        <a:pt x="0" y="4180"/>
                      </a:cubicBezTo>
                      <a:lnTo>
                        <a:pt x="24" y="4204"/>
                      </a:lnTo>
                      <a:cubicBezTo>
                        <a:pt x="164" y="3503"/>
                        <a:pt x="280" y="2802"/>
                        <a:pt x="374" y="2078"/>
                      </a:cubicBezTo>
                      <a:cubicBezTo>
                        <a:pt x="491" y="1378"/>
                        <a:pt x="654" y="701"/>
                        <a:pt x="8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16" name="Google Shape;18316;p62"/>
                <p:cNvSpPr/>
                <p:nvPr/>
              </p:nvSpPr>
              <p:spPr>
                <a:xfrm>
                  <a:off x="2619550" y="2882300"/>
                  <a:ext cx="54900" cy="17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6" h="6960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561" y="1098"/>
                        <a:pt x="1028" y="2242"/>
                        <a:pt x="1379" y="3410"/>
                      </a:cubicBezTo>
                      <a:cubicBezTo>
                        <a:pt x="1729" y="4577"/>
                        <a:pt x="1986" y="5768"/>
                        <a:pt x="2196" y="6959"/>
                      </a:cubicBezTo>
                      <a:cubicBezTo>
                        <a:pt x="2149" y="5745"/>
                        <a:pt x="1892" y="4530"/>
                        <a:pt x="1495" y="3363"/>
                      </a:cubicBezTo>
                      <a:cubicBezTo>
                        <a:pt x="1122" y="2195"/>
                        <a:pt x="631" y="107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17" name="Google Shape;18317;p62"/>
                <p:cNvSpPr/>
                <p:nvPr/>
              </p:nvSpPr>
              <p:spPr>
                <a:xfrm>
                  <a:off x="2766675" y="2927825"/>
                  <a:ext cx="22800" cy="11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4672" extrusionOk="0">
                      <a:moveTo>
                        <a:pt x="888" y="1"/>
                      </a:moveTo>
                      <a:lnTo>
                        <a:pt x="398" y="2312"/>
                      </a:lnTo>
                      <a:cubicBezTo>
                        <a:pt x="211" y="3083"/>
                        <a:pt x="71" y="3877"/>
                        <a:pt x="1" y="4648"/>
                      </a:cubicBezTo>
                      <a:lnTo>
                        <a:pt x="24" y="4671"/>
                      </a:lnTo>
                      <a:cubicBezTo>
                        <a:pt x="258" y="3900"/>
                        <a:pt x="398" y="3130"/>
                        <a:pt x="515" y="2336"/>
                      </a:cubicBezTo>
                      <a:lnTo>
                        <a:pt x="912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18" name="Google Shape;18318;p62"/>
                <p:cNvSpPr/>
                <p:nvPr/>
              </p:nvSpPr>
              <p:spPr>
                <a:xfrm>
                  <a:off x="2705375" y="2944175"/>
                  <a:ext cx="5275" cy="10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4274" extrusionOk="0">
                      <a:moveTo>
                        <a:pt x="164" y="0"/>
                      </a:moveTo>
                      <a:cubicBezTo>
                        <a:pt x="94" y="701"/>
                        <a:pt x="47" y="1425"/>
                        <a:pt x="24" y="2126"/>
                      </a:cubicBezTo>
                      <a:cubicBezTo>
                        <a:pt x="1" y="2849"/>
                        <a:pt x="47" y="3573"/>
                        <a:pt x="188" y="4274"/>
                      </a:cubicBezTo>
                      <a:lnTo>
                        <a:pt x="211" y="4274"/>
                      </a:lnTo>
                      <a:cubicBezTo>
                        <a:pt x="211" y="3550"/>
                        <a:pt x="188" y="2849"/>
                        <a:pt x="164" y="2126"/>
                      </a:cubicBezTo>
                      <a:cubicBezTo>
                        <a:pt x="141" y="1425"/>
                        <a:pt x="141" y="701"/>
                        <a:pt x="18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19" name="Google Shape;18319;p62"/>
                <p:cNvSpPr/>
                <p:nvPr/>
              </p:nvSpPr>
              <p:spPr>
                <a:xfrm>
                  <a:off x="2680850" y="2876450"/>
                  <a:ext cx="25150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6" h="7217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351" y="1168"/>
                        <a:pt x="585" y="2359"/>
                        <a:pt x="701" y="3573"/>
                      </a:cubicBezTo>
                      <a:cubicBezTo>
                        <a:pt x="818" y="4788"/>
                        <a:pt x="842" y="6002"/>
                        <a:pt x="818" y="7217"/>
                      </a:cubicBezTo>
                      <a:cubicBezTo>
                        <a:pt x="1005" y="6002"/>
                        <a:pt x="982" y="4764"/>
                        <a:pt x="818" y="3573"/>
                      </a:cubicBezTo>
                      <a:cubicBezTo>
                        <a:pt x="678" y="2359"/>
                        <a:pt x="398" y="1145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20" name="Google Shape;18320;p62"/>
                <p:cNvSpPr/>
                <p:nvPr/>
              </p:nvSpPr>
              <p:spPr>
                <a:xfrm>
                  <a:off x="2713550" y="2880525"/>
                  <a:ext cx="37400" cy="12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5186" extrusionOk="0">
                      <a:moveTo>
                        <a:pt x="1472" y="1"/>
                      </a:moveTo>
                      <a:lnTo>
                        <a:pt x="701" y="2570"/>
                      </a:lnTo>
                      <a:cubicBezTo>
                        <a:pt x="421" y="3434"/>
                        <a:pt x="164" y="4298"/>
                        <a:pt x="1" y="5185"/>
                      </a:cubicBezTo>
                      <a:lnTo>
                        <a:pt x="24" y="5185"/>
                      </a:lnTo>
                      <a:cubicBezTo>
                        <a:pt x="351" y="4345"/>
                        <a:pt x="584" y="3481"/>
                        <a:pt x="818" y="2616"/>
                      </a:cubicBezTo>
                      <a:lnTo>
                        <a:pt x="1495" y="24"/>
                      </a:lnTo>
                      <a:lnTo>
                        <a:pt x="1472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21" name="Google Shape;18321;p62"/>
                <p:cNvSpPr/>
                <p:nvPr/>
              </p:nvSpPr>
              <p:spPr>
                <a:xfrm>
                  <a:off x="2737500" y="2952925"/>
                  <a:ext cx="19875" cy="10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4205" extrusionOk="0">
                      <a:moveTo>
                        <a:pt x="794" y="1"/>
                      </a:moveTo>
                      <a:lnTo>
                        <a:pt x="794" y="1"/>
                      </a:lnTo>
                      <a:cubicBezTo>
                        <a:pt x="584" y="678"/>
                        <a:pt x="397" y="1379"/>
                        <a:pt x="257" y="2079"/>
                      </a:cubicBezTo>
                      <a:cubicBezTo>
                        <a:pt x="94" y="2780"/>
                        <a:pt x="0" y="3480"/>
                        <a:pt x="0" y="4204"/>
                      </a:cubicBezTo>
                      <a:lnTo>
                        <a:pt x="23" y="4204"/>
                      </a:lnTo>
                      <a:cubicBezTo>
                        <a:pt x="164" y="3504"/>
                        <a:pt x="280" y="2803"/>
                        <a:pt x="374" y="2102"/>
                      </a:cubicBezTo>
                      <a:cubicBezTo>
                        <a:pt x="491" y="1402"/>
                        <a:pt x="631" y="701"/>
                        <a:pt x="79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22" name="Google Shape;18322;p62"/>
                <p:cNvSpPr/>
                <p:nvPr/>
              </p:nvSpPr>
              <p:spPr>
                <a:xfrm>
                  <a:off x="708100" y="2358600"/>
                  <a:ext cx="321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5" h="4111" extrusionOk="0">
                      <a:moveTo>
                        <a:pt x="0" y="0"/>
                      </a:moveTo>
                      <a:cubicBezTo>
                        <a:pt x="327" y="654"/>
                        <a:pt x="608" y="1308"/>
                        <a:pt x="818" y="2009"/>
                      </a:cubicBezTo>
                      <a:cubicBezTo>
                        <a:pt x="1005" y="2686"/>
                        <a:pt x="1168" y="3387"/>
                        <a:pt x="1285" y="4111"/>
                      </a:cubicBezTo>
                      <a:cubicBezTo>
                        <a:pt x="1261" y="3387"/>
                        <a:pt x="1121" y="2663"/>
                        <a:pt x="888" y="1985"/>
                      </a:cubicBezTo>
                      <a:cubicBezTo>
                        <a:pt x="654" y="1285"/>
                        <a:pt x="374" y="631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23" name="Google Shape;18323;p62"/>
                <p:cNvSpPr/>
                <p:nvPr/>
              </p:nvSpPr>
              <p:spPr>
                <a:xfrm>
                  <a:off x="795075" y="2385450"/>
                  <a:ext cx="12875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2733" extrusionOk="0">
                      <a:moveTo>
                        <a:pt x="515" y="1"/>
                      </a:moveTo>
                      <a:lnTo>
                        <a:pt x="211" y="1355"/>
                      </a:lnTo>
                      <a:cubicBezTo>
                        <a:pt x="118" y="1822"/>
                        <a:pt x="24" y="2266"/>
                        <a:pt x="1" y="2733"/>
                      </a:cubicBezTo>
                      <a:cubicBezTo>
                        <a:pt x="141" y="2289"/>
                        <a:pt x="211" y="1846"/>
                        <a:pt x="281" y="1379"/>
                      </a:cubicBezTo>
                      <a:lnTo>
                        <a:pt x="51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24" name="Google Shape;18324;p62"/>
                <p:cNvSpPr/>
                <p:nvPr/>
              </p:nvSpPr>
              <p:spPr>
                <a:xfrm>
                  <a:off x="758900" y="2394800"/>
                  <a:ext cx="2925" cy="6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" h="2523" extrusionOk="0">
                      <a:moveTo>
                        <a:pt x="93" y="0"/>
                      </a:moveTo>
                      <a:cubicBezTo>
                        <a:pt x="47" y="421"/>
                        <a:pt x="23" y="841"/>
                        <a:pt x="0" y="1261"/>
                      </a:cubicBezTo>
                      <a:cubicBezTo>
                        <a:pt x="0" y="1682"/>
                        <a:pt x="23" y="2102"/>
                        <a:pt x="93" y="2522"/>
                      </a:cubicBezTo>
                      <a:lnTo>
                        <a:pt x="117" y="2522"/>
                      </a:lnTo>
                      <a:cubicBezTo>
                        <a:pt x="117" y="2102"/>
                        <a:pt x="93" y="1682"/>
                        <a:pt x="70" y="1261"/>
                      </a:cubicBezTo>
                      <a:cubicBezTo>
                        <a:pt x="70" y="841"/>
                        <a:pt x="70" y="421"/>
                        <a:pt x="9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25" name="Google Shape;18325;p62"/>
                <p:cNvSpPr/>
                <p:nvPr/>
              </p:nvSpPr>
              <p:spPr>
                <a:xfrm>
                  <a:off x="743700" y="2355100"/>
                  <a:ext cx="15225" cy="10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4251" extrusionOk="0">
                      <a:moveTo>
                        <a:pt x="1" y="0"/>
                      </a:moveTo>
                      <a:cubicBezTo>
                        <a:pt x="211" y="678"/>
                        <a:pt x="351" y="1402"/>
                        <a:pt x="421" y="2102"/>
                      </a:cubicBezTo>
                      <a:cubicBezTo>
                        <a:pt x="491" y="2826"/>
                        <a:pt x="515" y="3527"/>
                        <a:pt x="491" y="4251"/>
                      </a:cubicBezTo>
                      <a:lnTo>
                        <a:pt x="515" y="4251"/>
                      </a:lnTo>
                      <a:cubicBezTo>
                        <a:pt x="608" y="3550"/>
                        <a:pt x="608" y="2803"/>
                        <a:pt x="491" y="2102"/>
                      </a:cubicBezTo>
                      <a:cubicBezTo>
                        <a:pt x="421" y="1378"/>
                        <a:pt x="258" y="67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26" name="Google Shape;18326;p62"/>
                <p:cNvSpPr/>
                <p:nvPr/>
              </p:nvSpPr>
              <p:spPr>
                <a:xfrm>
                  <a:off x="763550" y="2357425"/>
                  <a:ext cx="21625" cy="7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3060" extrusionOk="0">
                      <a:moveTo>
                        <a:pt x="865" y="1"/>
                      </a:moveTo>
                      <a:lnTo>
                        <a:pt x="398" y="1519"/>
                      </a:lnTo>
                      <a:cubicBezTo>
                        <a:pt x="234" y="2032"/>
                        <a:pt x="94" y="2523"/>
                        <a:pt x="1" y="3060"/>
                      </a:cubicBezTo>
                      <a:cubicBezTo>
                        <a:pt x="188" y="2570"/>
                        <a:pt x="351" y="2056"/>
                        <a:pt x="468" y="1542"/>
                      </a:cubicBezTo>
                      <a:lnTo>
                        <a:pt x="86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27" name="Google Shape;18327;p62"/>
                <p:cNvSpPr/>
                <p:nvPr/>
              </p:nvSpPr>
              <p:spPr>
                <a:xfrm>
                  <a:off x="777575" y="2400050"/>
                  <a:ext cx="11700" cy="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2476" extrusionOk="0">
                      <a:moveTo>
                        <a:pt x="467" y="1"/>
                      </a:moveTo>
                      <a:lnTo>
                        <a:pt x="467" y="1"/>
                      </a:lnTo>
                      <a:cubicBezTo>
                        <a:pt x="327" y="398"/>
                        <a:pt x="234" y="818"/>
                        <a:pt x="140" y="1238"/>
                      </a:cubicBezTo>
                      <a:cubicBezTo>
                        <a:pt x="47" y="1635"/>
                        <a:pt x="0" y="2056"/>
                        <a:pt x="0" y="2476"/>
                      </a:cubicBezTo>
                      <a:cubicBezTo>
                        <a:pt x="94" y="2079"/>
                        <a:pt x="164" y="1659"/>
                        <a:pt x="211" y="1238"/>
                      </a:cubicBezTo>
                      <a:cubicBezTo>
                        <a:pt x="281" y="818"/>
                        <a:pt x="374" y="421"/>
                        <a:pt x="467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28" name="Google Shape;18328;p62"/>
                <p:cNvSpPr/>
                <p:nvPr/>
              </p:nvSpPr>
              <p:spPr>
                <a:xfrm>
                  <a:off x="1663825" y="3195225"/>
                  <a:ext cx="101625" cy="32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65" h="12821" extrusionOk="0">
                      <a:moveTo>
                        <a:pt x="1" y="0"/>
                      </a:moveTo>
                      <a:cubicBezTo>
                        <a:pt x="1051" y="2008"/>
                        <a:pt x="1916" y="4110"/>
                        <a:pt x="2546" y="6259"/>
                      </a:cubicBezTo>
                      <a:cubicBezTo>
                        <a:pt x="3177" y="8407"/>
                        <a:pt x="3644" y="10602"/>
                        <a:pt x="4041" y="12821"/>
                      </a:cubicBezTo>
                      <a:lnTo>
                        <a:pt x="4064" y="12821"/>
                      </a:lnTo>
                      <a:cubicBezTo>
                        <a:pt x="3971" y="10579"/>
                        <a:pt x="3504" y="8337"/>
                        <a:pt x="2780" y="6189"/>
                      </a:cubicBezTo>
                      <a:cubicBezTo>
                        <a:pt x="2079" y="4040"/>
                        <a:pt x="1145" y="1962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29" name="Google Shape;18329;p62"/>
                <p:cNvSpPr/>
                <p:nvPr/>
              </p:nvSpPr>
              <p:spPr>
                <a:xfrm>
                  <a:off x="1935900" y="3278700"/>
                  <a:ext cx="40875" cy="21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5" h="8595" extrusionOk="0">
                      <a:moveTo>
                        <a:pt x="1612" y="1"/>
                      </a:moveTo>
                      <a:lnTo>
                        <a:pt x="701" y="4274"/>
                      </a:lnTo>
                      <a:cubicBezTo>
                        <a:pt x="374" y="5699"/>
                        <a:pt x="117" y="7147"/>
                        <a:pt x="0" y="8594"/>
                      </a:cubicBezTo>
                      <a:lnTo>
                        <a:pt x="24" y="8594"/>
                      </a:lnTo>
                      <a:cubicBezTo>
                        <a:pt x="444" y="7193"/>
                        <a:pt x="701" y="5769"/>
                        <a:pt x="934" y="4321"/>
                      </a:cubicBezTo>
                      <a:lnTo>
                        <a:pt x="163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30" name="Google Shape;18330;p62"/>
                <p:cNvSpPr/>
                <p:nvPr/>
              </p:nvSpPr>
              <p:spPr>
                <a:xfrm>
                  <a:off x="1822625" y="3309050"/>
                  <a:ext cx="9375" cy="196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" h="7871" extrusionOk="0">
                      <a:moveTo>
                        <a:pt x="281" y="1"/>
                      </a:moveTo>
                      <a:cubicBezTo>
                        <a:pt x="141" y="1285"/>
                        <a:pt x="71" y="2616"/>
                        <a:pt x="47" y="3924"/>
                      </a:cubicBezTo>
                      <a:cubicBezTo>
                        <a:pt x="1" y="5255"/>
                        <a:pt x="71" y="6563"/>
                        <a:pt x="328" y="7871"/>
                      </a:cubicBezTo>
                      <a:lnTo>
                        <a:pt x="351" y="7871"/>
                      </a:lnTo>
                      <a:cubicBezTo>
                        <a:pt x="374" y="6540"/>
                        <a:pt x="328" y="5232"/>
                        <a:pt x="258" y="3924"/>
                      </a:cubicBezTo>
                      <a:cubicBezTo>
                        <a:pt x="234" y="2616"/>
                        <a:pt x="258" y="1309"/>
                        <a:pt x="30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31" name="Google Shape;18331;p62"/>
                <p:cNvSpPr/>
                <p:nvPr/>
              </p:nvSpPr>
              <p:spPr>
                <a:xfrm>
                  <a:off x="1776500" y="3183550"/>
                  <a:ext cx="46725" cy="33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9" h="13335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655" y="2172"/>
                        <a:pt x="1075" y="4390"/>
                        <a:pt x="1309" y="6609"/>
                      </a:cubicBezTo>
                      <a:cubicBezTo>
                        <a:pt x="1519" y="8851"/>
                        <a:pt x="1565" y="11093"/>
                        <a:pt x="1519" y="13335"/>
                      </a:cubicBezTo>
                      <a:lnTo>
                        <a:pt x="1542" y="13335"/>
                      </a:lnTo>
                      <a:cubicBezTo>
                        <a:pt x="1869" y="11116"/>
                        <a:pt x="1846" y="8827"/>
                        <a:pt x="1542" y="6586"/>
                      </a:cubicBezTo>
                      <a:cubicBezTo>
                        <a:pt x="1262" y="4344"/>
                        <a:pt x="748" y="2149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32" name="Google Shape;18332;p62"/>
                <p:cNvSpPr/>
                <p:nvPr/>
              </p:nvSpPr>
              <p:spPr>
                <a:xfrm>
                  <a:off x="1837225" y="3191725"/>
                  <a:ext cx="68925" cy="23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7" h="9552" extrusionOk="0">
                      <a:moveTo>
                        <a:pt x="2733" y="0"/>
                      </a:moveTo>
                      <a:lnTo>
                        <a:pt x="1285" y="4741"/>
                      </a:lnTo>
                      <a:cubicBezTo>
                        <a:pt x="771" y="6329"/>
                        <a:pt x="304" y="7917"/>
                        <a:pt x="0" y="9551"/>
                      </a:cubicBezTo>
                      <a:lnTo>
                        <a:pt x="24" y="9551"/>
                      </a:lnTo>
                      <a:cubicBezTo>
                        <a:pt x="631" y="7987"/>
                        <a:pt x="1075" y="6422"/>
                        <a:pt x="1495" y="4811"/>
                      </a:cubicBezTo>
                      <a:lnTo>
                        <a:pt x="2756" y="23"/>
                      </a:lnTo>
                      <a:lnTo>
                        <a:pt x="2733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33" name="Google Shape;18333;p62"/>
                <p:cNvSpPr/>
                <p:nvPr/>
              </p:nvSpPr>
              <p:spPr>
                <a:xfrm>
                  <a:off x="1881000" y="3325400"/>
                  <a:ext cx="37400" cy="19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7731" extrusionOk="0">
                      <a:moveTo>
                        <a:pt x="1472" y="1"/>
                      </a:moveTo>
                      <a:cubicBezTo>
                        <a:pt x="1075" y="1262"/>
                        <a:pt x="748" y="2523"/>
                        <a:pt x="491" y="3807"/>
                      </a:cubicBezTo>
                      <a:cubicBezTo>
                        <a:pt x="188" y="5092"/>
                        <a:pt x="1" y="6423"/>
                        <a:pt x="24" y="7731"/>
                      </a:cubicBezTo>
                      <a:lnTo>
                        <a:pt x="48" y="7731"/>
                      </a:lnTo>
                      <a:cubicBezTo>
                        <a:pt x="328" y="6446"/>
                        <a:pt x="515" y="5162"/>
                        <a:pt x="702" y="3854"/>
                      </a:cubicBezTo>
                      <a:cubicBezTo>
                        <a:pt x="912" y="2570"/>
                        <a:pt x="1192" y="1285"/>
                        <a:pt x="1496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34" name="Google Shape;18334;p62"/>
                <p:cNvSpPr/>
                <p:nvPr/>
              </p:nvSpPr>
              <p:spPr>
                <a:xfrm>
                  <a:off x="1611275" y="2955275"/>
                  <a:ext cx="8002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1" h="3971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678" y="561"/>
                        <a:pt x="1285" y="1168"/>
                        <a:pt x="1799" y="1822"/>
                      </a:cubicBezTo>
                      <a:cubicBezTo>
                        <a:pt x="2336" y="2499"/>
                        <a:pt x="2780" y="3223"/>
                        <a:pt x="3177" y="3970"/>
                      </a:cubicBezTo>
                      <a:lnTo>
                        <a:pt x="3200" y="3947"/>
                      </a:lnTo>
                      <a:cubicBezTo>
                        <a:pt x="2943" y="3153"/>
                        <a:pt x="2476" y="2405"/>
                        <a:pt x="1892" y="1752"/>
                      </a:cubicBezTo>
                      <a:cubicBezTo>
                        <a:pt x="1355" y="1098"/>
                        <a:pt x="701" y="51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35" name="Google Shape;18335;p62"/>
                <p:cNvSpPr/>
                <p:nvPr/>
              </p:nvSpPr>
              <p:spPr>
                <a:xfrm>
                  <a:off x="1778250" y="2955850"/>
                  <a:ext cx="6450" cy="7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" h="3037" extrusionOk="0">
                      <a:moveTo>
                        <a:pt x="258" y="0"/>
                      </a:moveTo>
                      <a:cubicBezTo>
                        <a:pt x="164" y="491"/>
                        <a:pt x="118" y="1005"/>
                        <a:pt x="71" y="1518"/>
                      </a:cubicBezTo>
                      <a:cubicBezTo>
                        <a:pt x="1" y="2009"/>
                        <a:pt x="1" y="2523"/>
                        <a:pt x="71" y="3036"/>
                      </a:cubicBezTo>
                      <a:lnTo>
                        <a:pt x="94" y="3036"/>
                      </a:lnTo>
                      <a:cubicBezTo>
                        <a:pt x="164" y="2523"/>
                        <a:pt x="188" y="2032"/>
                        <a:pt x="188" y="1518"/>
                      </a:cubicBezTo>
                      <a:cubicBezTo>
                        <a:pt x="211" y="1005"/>
                        <a:pt x="234" y="514"/>
                        <a:pt x="25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36" name="Google Shape;18336;p62"/>
                <p:cNvSpPr/>
                <p:nvPr/>
              </p:nvSpPr>
              <p:spPr>
                <a:xfrm>
                  <a:off x="1708775" y="2978625"/>
                  <a:ext cx="16975" cy="6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9" h="2663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24" y="467"/>
                        <a:pt x="94" y="911"/>
                        <a:pt x="188" y="1378"/>
                      </a:cubicBezTo>
                      <a:cubicBezTo>
                        <a:pt x="281" y="1822"/>
                        <a:pt x="421" y="2265"/>
                        <a:pt x="655" y="2662"/>
                      </a:cubicBezTo>
                      <a:lnTo>
                        <a:pt x="678" y="2662"/>
                      </a:lnTo>
                      <a:cubicBezTo>
                        <a:pt x="585" y="2195"/>
                        <a:pt x="444" y="1775"/>
                        <a:pt x="304" y="1331"/>
                      </a:cubicBezTo>
                      <a:cubicBezTo>
                        <a:pt x="188" y="911"/>
                        <a:pt x="94" y="46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37" name="Google Shape;18337;p62"/>
                <p:cNvSpPr/>
                <p:nvPr/>
              </p:nvSpPr>
              <p:spPr>
                <a:xfrm>
                  <a:off x="1670250" y="2941250"/>
                  <a:ext cx="47325" cy="10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3" h="4368" extrusionOk="0">
                      <a:moveTo>
                        <a:pt x="24" y="1"/>
                      </a:moveTo>
                      <a:lnTo>
                        <a:pt x="0" y="24"/>
                      </a:lnTo>
                      <a:cubicBezTo>
                        <a:pt x="491" y="655"/>
                        <a:pt x="911" y="1355"/>
                        <a:pt x="1215" y="2079"/>
                      </a:cubicBezTo>
                      <a:cubicBezTo>
                        <a:pt x="1518" y="2826"/>
                        <a:pt x="1729" y="3574"/>
                        <a:pt x="1892" y="4368"/>
                      </a:cubicBezTo>
                      <a:cubicBezTo>
                        <a:pt x="1892" y="3550"/>
                        <a:pt x="1682" y="2756"/>
                        <a:pt x="1332" y="2032"/>
                      </a:cubicBezTo>
                      <a:cubicBezTo>
                        <a:pt x="981" y="1308"/>
                        <a:pt x="538" y="63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38" name="Google Shape;18338;p62"/>
                <p:cNvSpPr/>
                <p:nvPr/>
              </p:nvSpPr>
              <p:spPr>
                <a:xfrm>
                  <a:off x="1722800" y="2933075"/>
                  <a:ext cx="17525" cy="8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3434" extrusionOk="0">
                      <a:moveTo>
                        <a:pt x="677" y="1"/>
                      </a:moveTo>
                      <a:lnTo>
                        <a:pt x="280" y="1705"/>
                      </a:lnTo>
                      <a:cubicBezTo>
                        <a:pt x="140" y="2266"/>
                        <a:pt x="24" y="2850"/>
                        <a:pt x="0" y="3434"/>
                      </a:cubicBezTo>
                      <a:cubicBezTo>
                        <a:pt x="210" y="2873"/>
                        <a:pt x="327" y="2313"/>
                        <a:pt x="397" y="1729"/>
                      </a:cubicBezTo>
                      <a:lnTo>
                        <a:pt x="701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39" name="Google Shape;18339;p62"/>
                <p:cNvSpPr/>
                <p:nvPr/>
              </p:nvSpPr>
              <p:spPr>
                <a:xfrm>
                  <a:off x="1750225" y="2976875"/>
                  <a:ext cx="7050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733" extrusionOk="0">
                      <a:moveTo>
                        <a:pt x="281" y="0"/>
                      </a:moveTo>
                      <a:lnTo>
                        <a:pt x="281" y="0"/>
                      </a:lnTo>
                      <a:cubicBezTo>
                        <a:pt x="164" y="444"/>
                        <a:pt x="94" y="888"/>
                        <a:pt x="48" y="1355"/>
                      </a:cubicBezTo>
                      <a:cubicBezTo>
                        <a:pt x="1" y="1798"/>
                        <a:pt x="1" y="2265"/>
                        <a:pt x="118" y="2732"/>
                      </a:cubicBezTo>
                      <a:lnTo>
                        <a:pt x="141" y="2732"/>
                      </a:lnTo>
                      <a:cubicBezTo>
                        <a:pt x="188" y="2265"/>
                        <a:pt x="188" y="1822"/>
                        <a:pt x="188" y="1355"/>
                      </a:cubicBezTo>
                      <a:cubicBezTo>
                        <a:pt x="188" y="911"/>
                        <a:pt x="234" y="444"/>
                        <a:pt x="28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40" name="Google Shape;18340;p62"/>
                <p:cNvSpPr/>
                <p:nvPr/>
              </p:nvSpPr>
              <p:spPr>
                <a:xfrm>
                  <a:off x="859900" y="2567600"/>
                  <a:ext cx="78825" cy="9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" h="3925" extrusionOk="0">
                      <a:moveTo>
                        <a:pt x="0" y="1"/>
                      </a:moveTo>
                      <a:cubicBezTo>
                        <a:pt x="654" y="538"/>
                        <a:pt x="1261" y="1145"/>
                        <a:pt x="1775" y="1799"/>
                      </a:cubicBezTo>
                      <a:cubicBezTo>
                        <a:pt x="2289" y="2476"/>
                        <a:pt x="2733" y="3177"/>
                        <a:pt x="3130" y="3924"/>
                      </a:cubicBezTo>
                      <a:lnTo>
                        <a:pt x="3153" y="3924"/>
                      </a:lnTo>
                      <a:cubicBezTo>
                        <a:pt x="2896" y="3107"/>
                        <a:pt x="2429" y="2383"/>
                        <a:pt x="1868" y="1729"/>
                      </a:cubicBezTo>
                      <a:cubicBezTo>
                        <a:pt x="1331" y="1075"/>
                        <a:pt x="677" y="51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41" name="Google Shape;18341;p62"/>
                <p:cNvSpPr/>
                <p:nvPr/>
              </p:nvSpPr>
              <p:spPr>
                <a:xfrm>
                  <a:off x="1025125" y="2568200"/>
                  <a:ext cx="6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" h="2990" extrusionOk="0">
                      <a:moveTo>
                        <a:pt x="234" y="0"/>
                      </a:moveTo>
                      <a:cubicBezTo>
                        <a:pt x="164" y="491"/>
                        <a:pt x="94" y="981"/>
                        <a:pt x="70" y="1495"/>
                      </a:cubicBezTo>
                      <a:cubicBezTo>
                        <a:pt x="0" y="1985"/>
                        <a:pt x="0" y="2499"/>
                        <a:pt x="70" y="2989"/>
                      </a:cubicBezTo>
                      <a:lnTo>
                        <a:pt x="94" y="2989"/>
                      </a:lnTo>
                      <a:cubicBezTo>
                        <a:pt x="164" y="2499"/>
                        <a:pt x="187" y="2008"/>
                        <a:pt x="187" y="1495"/>
                      </a:cubicBezTo>
                      <a:cubicBezTo>
                        <a:pt x="187" y="1004"/>
                        <a:pt x="210" y="491"/>
                        <a:pt x="25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42" name="Google Shape;18342;p62"/>
                <p:cNvSpPr/>
                <p:nvPr/>
              </p:nvSpPr>
              <p:spPr>
                <a:xfrm>
                  <a:off x="956225" y="2590950"/>
                  <a:ext cx="16375" cy="6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" h="2617" extrusionOk="0">
                      <a:moveTo>
                        <a:pt x="0" y="1"/>
                      </a:moveTo>
                      <a:cubicBezTo>
                        <a:pt x="24" y="445"/>
                        <a:pt x="94" y="912"/>
                        <a:pt x="187" y="1332"/>
                      </a:cubicBezTo>
                      <a:cubicBezTo>
                        <a:pt x="257" y="1799"/>
                        <a:pt x="397" y="2219"/>
                        <a:pt x="654" y="2616"/>
                      </a:cubicBezTo>
                      <a:cubicBezTo>
                        <a:pt x="561" y="2173"/>
                        <a:pt x="444" y="1752"/>
                        <a:pt x="304" y="1309"/>
                      </a:cubicBezTo>
                      <a:cubicBezTo>
                        <a:pt x="187" y="888"/>
                        <a:pt x="94" y="44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43" name="Google Shape;18343;p62"/>
                <p:cNvSpPr/>
                <p:nvPr/>
              </p:nvSpPr>
              <p:spPr>
                <a:xfrm>
                  <a:off x="918275" y="2554175"/>
                  <a:ext cx="46725" cy="10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9" h="4298" extrusionOk="0">
                      <a:moveTo>
                        <a:pt x="1" y="1"/>
                      </a:moveTo>
                      <a:cubicBezTo>
                        <a:pt x="491" y="631"/>
                        <a:pt x="888" y="1308"/>
                        <a:pt x="1192" y="2032"/>
                      </a:cubicBezTo>
                      <a:cubicBezTo>
                        <a:pt x="1495" y="2780"/>
                        <a:pt x="1682" y="3527"/>
                        <a:pt x="1845" y="4298"/>
                      </a:cubicBezTo>
                      <a:lnTo>
                        <a:pt x="1869" y="4298"/>
                      </a:lnTo>
                      <a:cubicBezTo>
                        <a:pt x="1869" y="3504"/>
                        <a:pt x="1659" y="2710"/>
                        <a:pt x="1308" y="1986"/>
                      </a:cubicBezTo>
                      <a:cubicBezTo>
                        <a:pt x="981" y="1262"/>
                        <a:pt x="514" y="58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44" name="Google Shape;18344;p62"/>
                <p:cNvSpPr/>
                <p:nvPr/>
              </p:nvSpPr>
              <p:spPr>
                <a:xfrm>
                  <a:off x="969650" y="2545425"/>
                  <a:ext cx="17550" cy="8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3410" extrusionOk="0">
                      <a:moveTo>
                        <a:pt x="701" y="0"/>
                      </a:moveTo>
                      <a:lnTo>
                        <a:pt x="304" y="1705"/>
                      </a:lnTo>
                      <a:cubicBezTo>
                        <a:pt x="164" y="2266"/>
                        <a:pt x="47" y="2826"/>
                        <a:pt x="1" y="3410"/>
                      </a:cubicBezTo>
                      <a:lnTo>
                        <a:pt x="24" y="3410"/>
                      </a:lnTo>
                      <a:cubicBezTo>
                        <a:pt x="211" y="2849"/>
                        <a:pt x="328" y="2289"/>
                        <a:pt x="421" y="1728"/>
                      </a:cubicBezTo>
                      <a:lnTo>
                        <a:pt x="70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45" name="Google Shape;18345;p62"/>
                <p:cNvSpPr/>
                <p:nvPr/>
              </p:nvSpPr>
              <p:spPr>
                <a:xfrm>
                  <a:off x="997100" y="2588625"/>
                  <a:ext cx="7025" cy="6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" h="2710" extrusionOk="0">
                      <a:moveTo>
                        <a:pt x="280" y="0"/>
                      </a:moveTo>
                      <a:cubicBezTo>
                        <a:pt x="164" y="444"/>
                        <a:pt x="94" y="888"/>
                        <a:pt x="70" y="1355"/>
                      </a:cubicBezTo>
                      <a:cubicBezTo>
                        <a:pt x="0" y="1799"/>
                        <a:pt x="0" y="2266"/>
                        <a:pt x="117" y="2709"/>
                      </a:cubicBezTo>
                      <a:lnTo>
                        <a:pt x="140" y="2709"/>
                      </a:lnTo>
                      <a:cubicBezTo>
                        <a:pt x="187" y="2242"/>
                        <a:pt x="187" y="1799"/>
                        <a:pt x="187" y="1355"/>
                      </a:cubicBezTo>
                      <a:cubicBezTo>
                        <a:pt x="187" y="911"/>
                        <a:pt x="234" y="444"/>
                        <a:pt x="28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46" name="Google Shape;18346;p62"/>
                <p:cNvSpPr/>
                <p:nvPr/>
              </p:nvSpPr>
              <p:spPr>
                <a:xfrm>
                  <a:off x="981325" y="2548350"/>
                  <a:ext cx="7625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2733" extrusionOk="0">
                      <a:moveTo>
                        <a:pt x="281" y="0"/>
                      </a:moveTo>
                      <a:cubicBezTo>
                        <a:pt x="187" y="444"/>
                        <a:pt x="94" y="911"/>
                        <a:pt x="71" y="1355"/>
                      </a:cubicBezTo>
                      <a:cubicBezTo>
                        <a:pt x="1" y="1822"/>
                        <a:pt x="24" y="2289"/>
                        <a:pt x="117" y="2732"/>
                      </a:cubicBezTo>
                      <a:lnTo>
                        <a:pt x="141" y="2732"/>
                      </a:lnTo>
                      <a:cubicBezTo>
                        <a:pt x="187" y="2265"/>
                        <a:pt x="187" y="1822"/>
                        <a:pt x="187" y="1378"/>
                      </a:cubicBezTo>
                      <a:cubicBezTo>
                        <a:pt x="187" y="911"/>
                        <a:pt x="234" y="467"/>
                        <a:pt x="30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47" name="Google Shape;18347;p62"/>
                <p:cNvSpPr/>
                <p:nvPr/>
              </p:nvSpPr>
              <p:spPr>
                <a:xfrm>
                  <a:off x="816100" y="3215075"/>
                  <a:ext cx="189775" cy="2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1" h="9435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1589" y="1308"/>
                        <a:pt x="3037" y="2756"/>
                        <a:pt x="4298" y="4344"/>
                      </a:cubicBezTo>
                      <a:cubicBezTo>
                        <a:pt x="5535" y="5955"/>
                        <a:pt x="6610" y="7637"/>
                        <a:pt x="7567" y="9435"/>
                      </a:cubicBezTo>
                      <a:lnTo>
                        <a:pt x="7590" y="9411"/>
                      </a:lnTo>
                      <a:cubicBezTo>
                        <a:pt x="6983" y="7473"/>
                        <a:pt x="5886" y="5698"/>
                        <a:pt x="4531" y="4157"/>
                      </a:cubicBezTo>
                      <a:cubicBezTo>
                        <a:pt x="3200" y="2592"/>
                        <a:pt x="1682" y="121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48" name="Google Shape;18348;p62"/>
                <p:cNvSpPr/>
                <p:nvPr/>
              </p:nvSpPr>
              <p:spPr>
                <a:xfrm>
                  <a:off x="1213100" y="3216225"/>
                  <a:ext cx="16375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" h="7217" extrusionOk="0">
                      <a:moveTo>
                        <a:pt x="608" y="1"/>
                      </a:moveTo>
                      <a:cubicBezTo>
                        <a:pt x="421" y="1192"/>
                        <a:pt x="281" y="2383"/>
                        <a:pt x="164" y="3597"/>
                      </a:cubicBezTo>
                      <a:cubicBezTo>
                        <a:pt x="48" y="4788"/>
                        <a:pt x="1" y="6003"/>
                        <a:pt x="211" y="7217"/>
                      </a:cubicBezTo>
                      <a:lnTo>
                        <a:pt x="234" y="7217"/>
                      </a:lnTo>
                      <a:cubicBezTo>
                        <a:pt x="421" y="6026"/>
                        <a:pt x="468" y="4812"/>
                        <a:pt x="468" y="3621"/>
                      </a:cubicBezTo>
                      <a:cubicBezTo>
                        <a:pt x="491" y="2406"/>
                        <a:pt x="561" y="1192"/>
                        <a:pt x="65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49" name="Google Shape;18349;p62"/>
                <p:cNvSpPr/>
                <p:nvPr/>
              </p:nvSpPr>
              <p:spPr>
                <a:xfrm>
                  <a:off x="1048475" y="3271125"/>
                  <a:ext cx="39725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" h="6306" extrusionOk="0">
                      <a:moveTo>
                        <a:pt x="0" y="0"/>
                      </a:moveTo>
                      <a:cubicBezTo>
                        <a:pt x="70" y="1098"/>
                        <a:pt x="210" y="2172"/>
                        <a:pt x="444" y="3223"/>
                      </a:cubicBezTo>
                      <a:cubicBezTo>
                        <a:pt x="631" y="4297"/>
                        <a:pt x="981" y="5348"/>
                        <a:pt x="1542" y="6305"/>
                      </a:cubicBezTo>
                      <a:lnTo>
                        <a:pt x="1588" y="6282"/>
                      </a:lnTo>
                      <a:cubicBezTo>
                        <a:pt x="1355" y="5208"/>
                        <a:pt x="1051" y="4204"/>
                        <a:pt x="724" y="3153"/>
                      </a:cubicBezTo>
                      <a:cubicBezTo>
                        <a:pt x="421" y="2125"/>
                        <a:pt x="210" y="107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50" name="Google Shape;18350;p62"/>
                <p:cNvSpPr/>
                <p:nvPr/>
              </p:nvSpPr>
              <p:spPr>
                <a:xfrm>
                  <a:off x="956800" y="3182375"/>
                  <a:ext cx="112700" cy="25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8" h="10346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1168" y="1518"/>
                        <a:pt x="2149" y="3176"/>
                        <a:pt x="2873" y="4928"/>
                      </a:cubicBezTo>
                      <a:cubicBezTo>
                        <a:pt x="3574" y="6679"/>
                        <a:pt x="4088" y="8477"/>
                        <a:pt x="4461" y="10346"/>
                      </a:cubicBezTo>
                      <a:lnTo>
                        <a:pt x="4508" y="10346"/>
                      </a:lnTo>
                      <a:cubicBezTo>
                        <a:pt x="4508" y="8431"/>
                        <a:pt x="3994" y="6539"/>
                        <a:pt x="3154" y="4811"/>
                      </a:cubicBezTo>
                      <a:cubicBezTo>
                        <a:pt x="2336" y="3060"/>
                        <a:pt x="1285" y="144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51" name="Google Shape;18351;p62"/>
                <p:cNvSpPr/>
                <p:nvPr/>
              </p:nvSpPr>
              <p:spPr>
                <a:xfrm>
                  <a:off x="1081175" y="3161950"/>
                  <a:ext cx="42050" cy="2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" h="8197" extrusionOk="0">
                      <a:moveTo>
                        <a:pt x="1635" y="0"/>
                      </a:moveTo>
                      <a:lnTo>
                        <a:pt x="701" y="4063"/>
                      </a:lnTo>
                      <a:cubicBezTo>
                        <a:pt x="350" y="5418"/>
                        <a:pt x="70" y="6796"/>
                        <a:pt x="0" y="8197"/>
                      </a:cubicBezTo>
                      <a:lnTo>
                        <a:pt x="23" y="8197"/>
                      </a:lnTo>
                      <a:cubicBezTo>
                        <a:pt x="490" y="6866"/>
                        <a:pt x="771" y="5511"/>
                        <a:pt x="981" y="4133"/>
                      </a:cubicBezTo>
                      <a:lnTo>
                        <a:pt x="168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52" name="Google Shape;18352;p62"/>
                <p:cNvSpPr/>
                <p:nvPr/>
              </p:nvSpPr>
              <p:spPr>
                <a:xfrm>
                  <a:off x="1146550" y="3265850"/>
                  <a:ext cx="17550" cy="16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6493" extrusionOk="0">
                      <a:moveTo>
                        <a:pt x="678" y="1"/>
                      </a:moveTo>
                      <a:cubicBezTo>
                        <a:pt x="421" y="1052"/>
                        <a:pt x="234" y="2149"/>
                        <a:pt x="141" y="3224"/>
                      </a:cubicBezTo>
                      <a:cubicBezTo>
                        <a:pt x="1" y="4321"/>
                        <a:pt x="24" y="5419"/>
                        <a:pt x="304" y="6493"/>
                      </a:cubicBezTo>
                      <a:lnTo>
                        <a:pt x="328" y="6493"/>
                      </a:lnTo>
                      <a:cubicBezTo>
                        <a:pt x="444" y="5395"/>
                        <a:pt x="444" y="4321"/>
                        <a:pt x="421" y="3247"/>
                      </a:cubicBezTo>
                      <a:cubicBezTo>
                        <a:pt x="468" y="2173"/>
                        <a:pt x="561" y="1075"/>
                        <a:pt x="70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53" name="Google Shape;18353;p62"/>
                <p:cNvSpPr/>
                <p:nvPr/>
              </p:nvSpPr>
              <p:spPr>
                <a:xfrm>
                  <a:off x="2658675" y="2637675"/>
                  <a:ext cx="103950" cy="15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8" h="6072" extrusionOk="0">
                      <a:moveTo>
                        <a:pt x="24" y="0"/>
                      </a:moveTo>
                      <a:lnTo>
                        <a:pt x="0" y="23"/>
                      </a:lnTo>
                      <a:cubicBezTo>
                        <a:pt x="865" y="911"/>
                        <a:pt x="1635" y="1868"/>
                        <a:pt x="2336" y="2873"/>
                      </a:cubicBezTo>
                      <a:cubicBezTo>
                        <a:pt x="2990" y="3900"/>
                        <a:pt x="3573" y="4974"/>
                        <a:pt x="4134" y="6072"/>
                      </a:cubicBezTo>
                      <a:lnTo>
                        <a:pt x="4157" y="6072"/>
                      </a:lnTo>
                      <a:cubicBezTo>
                        <a:pt x="3737" y="4904"/>
                        <a:pt x="3153" y="3807"/>
                        <a:pt x="2429" y="2802"/>
                      </a:cubicBezTo>
                      <a:cubicBezTo>
                        <a:pt x="1729" y="1798"/>
                        <a:pt x="911" y="86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54" name="Google Shape;18354;p62"/>
                <p:cNvSpPr/>
                <p:nvPr/>
              </p:nvSpPr>
              <p:spPr>
                <a:xfrm>
                  <a:off x="2833825" y="2634175"/>
                  <a:ext cx="14025" cy="11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4718" extrusionOk="0">
                      <a:moveTo>
                        <a:pt x="0" y="0"/>
                      </a:moveTo>
                      <a:lnTo>
                        <a:pt x="234" y="2359"/>
                      </a:lnTo>
                      <a:cubicBezTo>
                        <a:pt x="281" y="3153"/>
                        <a:pt x="374" y="3923"/>
                        <a:pt x="538" y="4717"/>
                      </a:cubicBezTo>
                      <a:lnTo>
                        <a:pt x="561" y="4694"/>
                      </a:lnTo>
                      <a:cubicBezTo>
                        <a:pt x="538" y="3900"/>
                        <a:pt x="467" y="3129"/>
                        <a:pt x="351" y="2335"/>
                      </a:cubicBez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55" name="Google Shape;18355;p62"/>
                <p:cNvSpPr/>
                <p:nvPr/>
              </p:nvSpPr>
              <p:spPr>
                <a:xfrm>
                  <a:off x="2762600" y="2672100"/>
                  <a:ext cx="32725" cy="10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9" h="4088" extrusionOk="0">
                      <a:moveTo>
                        <a:pt x="0" y="1"/>
                      </a:moveTo>
                      <a:cubicBezTo>
                        <a:pt x="140" y="702"/>
                        <a:pt x="304" y="1379"/>
                        <a:pt x="514" y="2079"/>
                      </a:cubicBezTo>
                      <a:cubicBezTo>
                        <a:pt x="701" y="2757"/>
                        <a:pt x="934" y="3434"/>
                        <a:pt x="1285" y="4088"/>
                      </a:cubicBezTo>
                      <a:lnTo>
                        <a:pt x="1308" y="4064"/>
                      </a:lnTo>
                      <a:cubicBezTo>
                        <a:pt x="1098" y="3387"/>
                        <a:pt x="864" y="2710"/>
                        <a:pt x="631" y="2033"/>
                      </a:cubicBezTo>
                      <a:cubicBezTo>
                        <a:pt x="397" y="1355"/>
                        <a:pt x="211" y="67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56" name="Google Shape;18356;p62"/>
                <p:cNvSpPr/>
                <p:nvPr/>
              </p:nvSpPr>
              <p:spPr>
                <a:xfrm>
                  <a:off x="2715300" y="2614900"/>
                  <a:ext cx="73000" cy="16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0" h="6703" extrusionOk="0">
                      <a:moveTo>
                        <a:pt x="1" y="0"/>
                      </a:moveTo>
                      <a:cubicBezTo>
                        <a:pt x="678" y="1028"/>
                        <a:pt x="1262" y="2102"/>
                        <a:pt x="1729" y="3246"/>
                      </a:cubicBezTo>
                      <a:cubicBezTo>
                        <a:pt x="2196" y="4367"/>
                        <a:pt x="2570" y="5512"/>
                        <a:pt x="2920" y="6703"/>
                      </a:cubicBezTo>
                      <a:cubicBezTo>
                        <a:pt x="2733" y="5488"/>
                        <a:pt x="2359" y="4297"/>
                        <a:pt x="1846" y="3200"/>
                      </a:cubicBezTo>
                      <a:cubicBezTo>
                        <a:pt x="1355" y="2079"/>
                        <a:pt x="725" y="1005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57" name="Google Shape;18357;p62"/>
                <p:cNvSpPr/>
                <p:nvPr/>
              </p:nvSpPr>
              <p:spPr>
                <a:xfrm>
                  <a:off x="2783025" y="2599725"/>
                  <a:ext cx="5275" cy="1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5372" extrusionOk="0">
                      <a:moveTo>
                        <a:pt x="24" y="0"/>
                      </a:moveTo>
                      <a:lnTo>
                        <a:pt x="24" y="2686"/>
                      </a:lnTo>
                      <a:cubicBezTo>
                        <a:pt x="1" y="3573"/>
                        <a:pt x="24" y="4484"/>
                        <a:pt x="117" y="5371"/>
                      </a:cubicBezTo>
                      <a:lnTo>
                        <a:pt x="141" y="5371"/>
                      </a:lnTo>
                      <a:cubicBezTo>
                        <a:pt x="211" y="4461"/>
                        <a:pt x="188" y="3573"/>
                        <a:pt x="141" y="2686"/>
                      </a:cubicBez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58" name="Google Shape;18358;p62"/>
                <p:cNvSpPr/>
                <p:nvPr/>
              </p:nvSpPr>
              <p:spPr>
                <a:xfrm>
                  <a:off x="2811050" y="2666850"/>
                  <a:ext cx="12300" cy="10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4252" extrusionOk="0">
                      <a:moveTo>
                        <a:pt x="1" y="1"/>
                      </a:moveTo>
                      <a:cubicBezTo>
                        <a:pt x="1" y="725"/>
                        <a:pt x="47" y="1425"/>
                        <a:pt x="94" y="2149"/>
                      </a:cubicBezTo>
                      <a:cubicBezTo>
                        <a:pt x="164" y="2850"/>
                        <a:pt x="258" y="3574"/>
                        <a:pt x="491" y="4251"/>
                      </a:cubicBezTo>
                      <a:cubicBezTo>
                        <a:pt x="444" y="3527"/>
                        <a:pt x="328" y="2826"/>
                        <a:pt x="234" y="2126"/>
                      </a:cubicBezTo>
                      <a:cubicBezTo>
                        <a:pt x="141" y="1425"/>
                        <a:pt x="71" y="72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59" name="Google Shape;18359;p62"/>
                <p:cNvSpPr/>
                <p:nvPr/>
              </p:nvSpPr>
              <p:spPr>
                <a:xfrm>
                  <a:off x="510750" y="2913225"/>
                  <a:ext cx="78275" cy="16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1" h="6610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02" y="1005"/>
                        <a:pt x="1332" y="2079"/>
                        <a:pt x="1823" y="3177"/>
                      </a:cubicBezTo>
                      <a:cubicBezTo>
                        <a:pt x="2336" y="4298"/>
                        <a:pt x="2733" y="5442"/>
                        <a:pt x="3107" y="6610"/>
                      </a:cubicBezTo>
                      <a:lnTo>
                        <a:pt x="3130" y="6610"/>
                      </a:lnTo>
                      <a:cubicBezTo>
                        <a:pt x="2897" y="5395"/>
                        <a:pt x="2500" y="4228"/>
                        <a:pt x="1939" y="3130"/>
                      </a:cubicBezTo>
                      <a:cubicBezTo>
                        <a:pt x="1402" y="2032"/>
                        <a:pt x="748" y="982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60" name="Google Shape;18360;p62"/>
                <p:cNvSpPr/>
                <p:nvPr/>
              </p:nvSpPr>
              <p:spPr>
                <a:xfrm>
                  <a:off x="677725" y="2936000"/>
                  <a:ext cx="7050" cy="11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4742" extrusionOk="0">
                      <a:moveTo>
                        <a:pt x="281" y="0"/>
                      </a:moveTo>
                      <a:lnTo>
                        <a:pt x="94" y="2359"/>
                      </a:lnTo>
                      <a:cubicBezTo>
                        <a:pt x="24" y="3153"/>
                        <a:pt x="1" y="3947"/>
                        <a:pt x="48" y="4741"/>
                      </a:cubicBezTo>
                      <a:cubicBezTo>
                        <a:pt x="164" y="3947"/>
                        <a:pt x="211" y="3153"/>
                        <a:pt x="235" y="2359"/>
                      </a:cubicBez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61" name="Google Shape;18361;p62"/>
                <p:cNvSpPr/>
                <p:nvPr/>
              </p:nvSpPr>
              <p:spPr>
                <a:xfrm>
                  <a:off x="608250" y="2962275"/>
                  <a:ext cx="15225" cy="10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422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4" y="724"/>
                        <a:pt x="71" y="1425"/>
                        <a:pt x="164" y="2149"/>
                      </a:cubicBezTo>
                      <a:cubicBezTo>
                        <a:pt x="234" y="2849"/>
                        <a:pt x="375" y="3550"/>
                        <a:pt x="608" y="4227"/>
                      </a:cubicBezTo>
                      <a:cubicBezTo>
                        <a:pt x="538" y="3527"/>
                        <a:pt x="398" y="2826"/>
                        <a:pt x="281" y="2125"/>
                      </a:cubicBezTo>
                      <a:cubicBezTo>
                        <a:pt x="164" y="1425"/>
                        <a:pt x="71" y="724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62" name="Google Shape;18362;p62"/>
                <p:cNvSpPr/>
                <p:nvPr/>
              </p:nvSpPr>
              <p:spPr>
                <a:xfrm>
                  <a:off x="570300" y="2899225"/>
                  <a:ext cx="45575" cy="17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3" h="7053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91" y="1121"/>
                        <a:pt x="912" y="2265"/>
                        <a:pt x="1192" y="3456"/>
                      </a:cubicBezTo>
                      <a:cubicBezTo>
                        <a:pt x="1472" y="4647"/>
                        <a:pt x="1659" y="5838"/>
                        <a:pt x="1799" y="7053"/>
                      </a:cubicBezTo>
                      <a:lnTo>
                        <a:pt x="1823" y="7053"/>
                      </a:lnTo>
                      <a:cubicBezTo>
                        <a:pt x="1823" y="5815"/>
                        <a:pt x="1636" y="4601"/>
                        <a:pt x="1309" y="3433"/>
                      </a:cubicBezTo>
                      <a:cubicBezTo>
                        <a:pt x="1005" y="2242"/>
                        <a:pt x="561" y="1098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63" name="Google Shape;18363;p62"/>
                <p:cNvSpPr/>
                <p:nvPr/>
              </p:nvSpPr>
              <p:spPr>
                <a:xfrm>
                  <a:off x="621100" y="2894550"/>
                  <a:ext cx="19300" cy="1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" h="5302" extrusionOk="0">
                      <a:moveTo>
                        <a:pt x="748" y="0"/>
                      </a:moveTo>
                      <a:lnTo>
                        <a:pt x="328" y="2639"/>
                      </a:lnTo>
                      <a:cubicBezTo>
                        <a:pt x="164" y="3527"/>
                        <a:pt x="47" y="4414"/>
                        <a:pt x="1" y="5302"/>
                      </a:cubicBezTo>
                      <a:lnTo>
                        <a:pt x="24" y="5302"/>
                      </a:lnTo>
                      <a:cubicBezTo>
                        <a:pt x="234" y="4437"/>
                        <a:pt x="351" y="3550"/>
                        <a:pt x="444" y="2663"/>
                      </a:cubicBezTo>
                      <a:lnTo>
                        <a:pt x="77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64" name="Google Shape;18364;p62"/>
                <p:cNvSpPr/>
                <p:nvPr/>
              </p:nvSpPr>
              <p:spPr>
                <a:xfrm>
                  <a:off x="648550" y="2965200"/>
                  <a:ext cx="8200" cy="10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4251" extrusionOk="0">
                      <a:moveTo>
                        <a:pt x="327" y="0"/>
                      </a:moveTo>
                      <a:lnTo>
                        <a:pt x="327" y="0"/>
                      </a:lnTo>
                      <a:cubicBezTo>
                        <a:pt x="210" y="701"/>
                        <a:pt x="117" y="1401"/>
                        <a:pt x="70" y="2125"/>
                      </a:cubicBezTo>
                      <a:cubicBezTo>
                        <a:pt x="24" y="2826"/>
                        <a:pt x="0" y="3550"/>
                        <a:pt x="117" y="4250"/>
                      </a:cubicBezTo>
                      <a:lnTo>
                        <a:pt x="140" y="4250"/>
                      </a:lnTo>
                      <a:cubicBezTo>
                        <a:pt x="187" y="3550"/>
                        <a:pt x="187" y="2849"/>
                        <a:pt x="187" y="2125"/>
                      </a:cubicBezTo>
                      <a:cubicBezTo>
                        <a:pt x="210" y="1425"/>
                        <a:pt x="257" y="701"/>
                        <a:pt x="32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65" name="Google Shape;18365;p62"/>
                <p:cNvSpPr/>
                <p:nvPr/>
              </p:nvSpPr>
              <p:spPr>
                <a:xfrm>
                  <a:off x="238125" y="2912650"/>
                  <a:ext cx="65975" cy="13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9" h="5232" extrusionOk="0">
                      <a:moveTo>
                        <a:pt x="0" y="0"/>
                      </a:moveTo>
                      <a:cubicBezTo>
                        <a:pt x="584" y="794"/>
                        <a:pt x="1098" y="1635"/>
                        <a:pt x="1518" y="2522"/>
                      </a:cubicBezTo>
                      <a:cubicBezTo>
                        <a:pt x="1938" y="3410"/>
                        <a:pt x="2289" y="4321"/>
                        <a:pt x="2639" y="5231"/>
                      </a:cubicBezTo>
                      <a:cubicBezTo>
                        <a:pt x="2452" y="4274"/>
                        <a:pt x="2102" y="3340"/>
                        <a:pt x="1635" y="2476"/>
                      </a:cubicBezTo>
                      <a:cubicBezTo>
                        <a:pt x="1191" y="1588"/>
                        <a:pt x="631" y="771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66" name="Google Shape;18366;p62"/>
                <p:cNvSpPr/>
                <p:nvPr/>
              </p:nvSpPr>
              <p:spPr>
                <a:xfrm>
                  <a:off x="3839175" y="2528500"/>
                  <a:ext cx="52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784" extrusionOk="0">
                      <a:moveTo>
                        <a:pt x="164" y="0"/>
                      </a:moveTo>
                      <a:lnTo>
                        <a:pt x="71" y="1892"/>
                      </a:lnTo>
                      <a:cubicBezTo>
                        <a:pt x="24" y="2522"/>
                        <a:pt x="1" y="3153"/>
                        <a:pt x="71" y="3783"/>
                      </a:cubicBezTo>
                      <a:lnTo>
                        <a:pt x="94" y="3783"/>
                      </a:lnTo>
                      <a:cubicBezTo>
                        <a:pt x="187" y="3153"/>
                        <a:pt x="211" y="2522"/>
                        <a:pt x="187" y="1892"/>
                      </a:cubicBez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67" name="Google Shape;18367;p62"/>
                <p:cNvSpPr/>
                <p:nvPr/>
              </p:nvSpPr>
              <p:spPr>
                <a:xfrm>
                  <a:off x="3782550" y="2551250"/>
                  <a:ext cx="14625" cy="8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3364" extrusionOk="0">
                      <a:moveTo>
                        <a:pt x="0" y="1"/>
                      </a:moveTo>
                      <a:cubicBezTo>
                        <a:pt x="24" y="561"/>
                        <a:pt x="94" y="1145"/>
                        <a:pt x="164" y="1706"/>
                      </a:cubicBezTo>
                      <a:cubicBezTo>
                        <a:pt x="234" y="2266"/>
                        <a:pt x="351" y="2827"/>
                        <a:pt x="584" y="3364"/>
                      </a:cubicBezTo>
                      <a:cubicBezTo>
                        <a:pt x="538" y="2803"/>
                        <a:pt x="421" y="2243"/>
                        <a:pt x="281" y="1682"/>
                      </a:cubicBezTo>
                      <a:cubicBezTo>
                        <a:pt x="187" y="1122"/>
                        <a:pt x="94" y="56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68" name="Google Shape;18368;p62"/>
                <p:cNvSpPr/>
                <p:nvPr/>
              </p:nvSpPr>
              <p:spPr>
                <a:xfrm>
                  <a:off x="3751025" y="2501050"/>
                  <a:ext cx="40300" cy="1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2" h="5606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1" y="888"/>
                        <a:pt x="771" y="1799"/>
                        <a:pt x="1005" y="2756"/>
                      </a:cubicBezTo>
                      <a:cubicBezTo>
                        <a:pt x="1261" y="3690"/>
                        <a:pt x="1425" y="4648"/>
                        <a:pt x="1588" y="5605"/>
                      </a:cubicBezTo>
                      <a:lnTo>
                        <a:pt x="1612" y="5605"/>
                      </a:lnTo>
                      <a:cubicBezTo>
                        <a:pt x="1612" y="4624"/>
                        <a:pt x="1425" y="3644"/>
                        <a:pt x="1121" y="2710"/>
                      </a:cubicBezTo>
                      <a:cubicBezTo>
                        <a:pt x="841" y="1775"/>
                        <a:pt x="467" y="86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69" name="Google Shape;18369;p62"/>
                <p:cNvSpPr/>
                <p:nvPr/>
              </p:nvSpPr>
              <p:spPr>
                <a:xfrm>
                  <a:off x="3816400" y="2552425"/>
                  <a:ext cx="5300" cy="85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" h="3411" extrusionOk="0">
                      <a:moveTo>
                        <a:pt x="211" y="1"/>
                      </a:moveTo>
                      <a:cubicBezTo>
                        <a:pt x="118" y="561"/>
                        <a:pt x="71" y="1122"/>
                        <a:pt x="48" y="1705"/>
                      </a:cubicBezTo>
                      <a:cubicBezTo>
                        <a:pt x="1" y="2266"/>
                        <a:pt x="24" y="2850"/>
                        <a:pt x="118" y="3410"/>
                      </a:cubicBezTo>
                      <a:lnTo>
                        <a:pt x="141" y="3410"/>
                      </a:lnTo>
                      <a:cubicBezTo>
                        <a:pt x="188" y="2826"/>
                        <a:pt x="188" y="2266"/>
                        <a:pt x="164" y="1705"/>
                      </a:cubicBezTo>
                      <a:cubicBezTo>
                        <a:pt x="164" y="1122"/>
                        <a:pt x="188" y="561"/>
                        <a:pt x="21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70" name="Google Shape;18370;p62"/>
                <p:cNvSpPr/>
                <p:nvPr/>
              </p:nvSpPr>
              <p:spPr>
                <a:xfrm>
                  <a:off x="1147725" y="2799375"/>
                  <a:ext cx="5275" cy="9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808" extrusionOk="0">
                      <a:moveTo>
                        <a:pt x="164" y="1"/>
                      </a:moveTo>
                      <a:lnTo>
                        <a:pt x="70" y="1916"/>
                      </a:lnTo>
                      <a:cubicBezTo>
                        <a:pt x="24" y="2546"/>
                        <a:pt x="0" y="3177"/>
                        <a:pt x="70" y="3807"/>
                      </a:cubicBezTo>
                      <a:lnTo>
                        <a:pt x="94" y="3807"/>
                      </a:lnTo>
                      <a:cubicBezTo>
                        <a:pt x="187" y="3177"/>
                        <a:pt x="210" y="2546"/>
                        <a:pt x="187" y="1916"/>
                      </a:cubicBezTo>
                      <a:lnTo>
                        <a:pt x="164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71" name="Google Shape;18371;p62"/>
                <p:cNvSpPr/>
                <p:nvPr/>
              </p:nvSpPr>
              <p:spPr>
                <a:xfrm>
                  <a:off x="1091100" y="2822750"/>
                  <a:ext cx="14600" cy="8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" h="3363" extrusionOk="0">
                      <a:moveTo>
                        <a:pt x="0" y="0"/>
                      </a:moveTo>
                      <a:cubicBezTo>
                        <a:pt x="23" y="560"/>
                        <a:pt x="70" y="1121"/>
                        <a:pt x="164" y="1705"/>
                      </a:cubicBezTo>
                      <a:cubicBezTo>
                        <a:pt x="234" y="2265"/>
                        <a:pt x="350" y="2826"/>
                        <a:pt x="584" y="3363"/>
                      </a:cubicBezTo>
                      <a:cubicBezTo>
                        <a:pt x="514" y="2779"/>
                        <a:pt x="397" y="2242"/>
                        <a:pt x="280" y="1681"/>
                      </a:cubicBezTo>
                      <a:cubicBezTo>
                        <a:pt x="164" y="1121"/>
                        <a:pt x="93" y="560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72" name="Google Shape;18372;p62"/>
                <p:cNvSpPr/>
                <p:nvPr/>
              </p:nvSpPr>
              <p:spPr>
                <a:xfrm>
                  <a:off x="1059550" y="2772525"/>
                  <a:ext cx="40325" cy="1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3" h="5606" extrusionOk="0">
                      <a:moveTo>
                        <a:pt x="1" y="1"/>
                      </a:moveTo>
                      <a:cubicBezTo>
                        <a:pt x="421" y="888"/>
                        <a:pt x="772" y="1799"/>
                        <a:pt x="1005" y="2756"/>
                      </a:cubicBezTo>
                      <a:cubicBezTo>
                        <a:pt x="1262" y="3690"/>
                        <a:pt x="1426" y="4648"/>
                        <a:pt x="1589" y="5605"/>
                      </a:cubicBezTo>
                      <a:lnTo>
                        <a:pt x="1612" y="5605"/>
                      </a:lnTo>
                      <a:cubicBezTo>
                        <a:pt x="1612" y="4625"/>
                        <a:pt x="1426" y="3644"/>
                        <a:pt x="1122" y="2710"/>
                      </a:cubicBezTo>
                      <a:cubicBezTo>
                        <a:pt x="842" y="1775"/>
                        <a:pt x="468" y="86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73" name="Google Shape;18373;p62"/>
                <p:cNvSpPr/>
                <p:nvPr/>
              </p:nvSpPr>
              <p:spPr>
                <a:xfrm>
                  <a:off x="395175" y="3018325"/>
                  <a:ext cx="5275" cy="8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410" extrusionOk="0">
                      <a:moveTo>
                        <a:pt x="210" y="0"/>
                      </a:moveTo>
                      <a:cubicBezTo>
                        <a:pt x="117" y="561"/>
                        <a:pt x="70" y="1121"/>
                        <a:pt x="47" y="1705"/>
                      </a:cubicBezTo>
                      <a:cubicBezTo>
                        <a:pt x="0" y="2265"/>
                        <a:pt x="0" y="2849"/>
                        <a:pt x="117" y="3410"/>
                      </a:cubicBezTo>
                      <a:lnTo>
                        <a:pt x="140" y="3410"/>
                      </a:lnTo>
                      <a:cubicBezTo>
                        <a:pt x="187" y="2849"/>
                        <a:pt x="187" y="2265"/>
                        <a:pt x="163" y="1705"/>
                      </a:cubicBezTo>
                      <a:cubicBezTo>
                        <a:pt x="163" y="1145"/>
                        <a:pt x="187" y="561"/>
                        <a:pt x="21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74" name="Google Shape;18374;p62"/>
                <p:cNvSpPr/>
                <p:nvPr/>
              </p:nvSpPr>
              <p:spPr>
                <a:xfrm>
                  <a:off x="5039525" y="2835000"/>
                  <a:ext cx="62500" cy="36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0" h="14690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725" y="2382"/>
                        <a:pt x="1285" y="4811"/>
                        <a:pt x="1682" y="7263"/>
                      </a:cubicBezTo>
                      <a:cubicBezTo>
                        <a:pt x="1869" y="8501"/>
                        <a:pt x="2033" y="9739"/>
                        <a:pt x="2149" y="10976"/>
                      </a:cubicBezTo>
                      <a:cubicBezTo>
                        <a:pt x="2313" y="12191"/>
                        <a:pt x="2383" y="13452"/>
                        <a:pt x="2476" y="14689"/>
                      </a:cubicBezTo>
                      <a:lnTo>
                        <a:pt x="2500" y="14689"/>
                      </a:lnTo>
                      <a:cubicBezTo>
                        <a:pt x="2500" y="13428"/>
                        <a:pt x="2406" y="12191"/>
                        <a:pt x="2313" y="10953"/>
                      </a:cubicBezTo>
                      <a:cubicBezTo>
                        <a:pt x="2196" y="9715"/>
                        <a:pt x="2009" y="8478"/>
                        <a:pt x="1799" y="7240"/>
                      </a:cubicBezTo>
                      <a:cubicBezTo>
                        <a:pt x="1379" y="4788"/>
                        <a:pt x="795" y="2359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75" name="Google Shape;18375;p62"/>
                <p:cNvSpPr/>
                <p:nvPr/>
              </p:nvSpPr>
              <p:spPr>
                <a:xfrm>
                  <a:off x="5227525" y="2926650"/>
                  <a:ext cx="37975" cy="24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9903" extrusionOk="0">
                      <a:moveTo>
                        <a:pt x="1519" y="1"/>
                      </a:moveTo>
                      <a:lnTo>
                        <a:pt x="701" y="4928"/>
                      </a:lnTo>
                      <a:cubicBezTo>
                        <a:pt x="561" y="5769"/>
                        <a:pt x="444" y="6586"/>
                        <a:pt x="328" y="7427"/>
                      </a:cubicBezTo>
                      <a:cubicBezTo>
                        <a:pt x="211" y="8244"/>
                        <a:pt x="94" y="9062"/>
                        <a:pt x="1" y="9902"/>
                      </a:cubicBezTo>
                      <a:lnTo>
                        <a:pt x="24" y="9902"/>
                      </a:lnTo>
                      <a:cubicBezTo>
                        <a:pt x="187" y="9085"/>
                        <a:pt x="328" y="8268"/>
                        <a:pt x="468" y="7427"/>
                      </a:cubicBezTo>
                      <a:cubicBezTo>
                        <a:pt x="584" y="6610"/>
                        <a:pt x="725" y="5792"/>
                        <a:pt x="818" y="4952"/>
                      </a:cubicBezTo>
                      <a:lnTo>
                        <a:pt x="151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76" name="Google Shape;18376;p62"/>
                <p:cNvSpPr/>
                <p:nvPr/>
              </p:nvSpPr>
              <p:spPr>
                <a:xfrm>
                  <a:off x="5148125" y="2962850"/>
                  <a:ext cx="8775" cy="22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9062" extrusionOk="0">
                      <a:moveTo>
                        <a:pt x="351" y="1"/>
                      </a:moveTo>
                      <a:lnTo>
                        <a:pt x="351" y="1"/>
                      </a:lnTo>
                      <a:cubicBezTo>
                        <a:pt x="211" y="1519"/>
                        <a:pt x="94" y="3013"/>
                        <a:pt x="47" y="4531"/>
                      </a:cubicBezTo>
                      <a:cubicBezTo>
                        <a:pt x="1" y="5278"/>
                        <a:pt x="1" y="6049"/>
                        <a:pt x="1" y="6796"/>
                      </a:cubicBezTo>
                      <a:cubicBezTo>
                        <a:pt x="24" y="7544"/>
                        <a:pt x="24" y="8314"/>
                        <a:pt x="94" y="9062"/>
                      </a:cubicBezTo>
                      <a:lnTo>
                        <a:pt x="117" y="9062"/>
                      </a:lnTo>
                      <a:lnTo>
                        <a:pt x="141" y="6796"/>
                      </a:lnTo>
                      <a:lnTo>
                        <a:pt x="164" y="4531"/>
                      </a:lnTo>
                      <a:cubicBezTo>
                        <a:pt x="187" y="3037"/>
                        <a:pt x="257" y="1519"/>
                        <a:pt x="35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77" name="Google Shape;18377;p62"/>
                <p:cNvSpPr/>
                <p:nvPr/>
              </p:nvSpPr>
              <p:spPr>
                <a:xfrm>
                  <a:off x="5122450" y="2819825"/>
                  <a:ext cx="23375" cy="38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15320" extrusionOk="0">
                      <a:moveTo>
                        <a:pt x="0" y="0"/>
                      </a:moveTo>
                      <a:lnTo>
                        <a:pt x="0" y="24"/>
                      </a:lnTo>
                      <a:cubicBezTo>
                        <a:pt x="397" y="2546"/>
                        <a:pt x="654" y="5091"/>
                        <a:pt x="747" y="7637"/>
                      </a:cubicBezTo>
                      <a:cubicBezTo>
                        <a:pt x="771" y="8921"/>
                        <a:pt x="794" y="10205"/>
                        <a:pt x="747" y="11467"/>
                      </a:cubicBezTo>
                      <a:cubicBezTo>
                        <a:pt x="747" y="12751"/>
                        <a:pt x="677" y="14035"/>
                        <a:pt x="631" y="15320"/>
                      </a:cubicBezTo>
                      <a:cubicBezTo>
                        <a:pt x="794" y="14035"/>
                        <a:pt x="864" y="12751"/>
                        <a:pt x="911" y="11490"/>
                      </a:cubicBezTo>
                      <a:cubicBezTo>
                        <a:pt x="934" y="10205"/>
                        <a:pt x="934" y="8921"/>
                        <a:pt x="864" y="7637"/>
                      </a:cubicBezTo>
                      <a:cubicBezTo>
                        <a:pt x="747" y="5091"/>
                        <a:pt x="467" y="2522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78" name="Google Shape;18378;p62"/>
                <p:cNvSpPr/>
                <p:nvPr/>
              </p:nvSpPr>
              <p:spPr>
                <a:xfrm>
                  <a:off x="5158050" y="2828000"/>
                  <a:ext cx="59000" cy="27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0" h="11000" extrusionOk="0">
                      <a:moveTo>
                        <a:pt x="2336" y="0"/>
                      </a:moveTo>
                      <a:lnTo>
                        <a:pt x="1122" y="5488"/>
                      </a:lnTo>
                      <a:cubicBezTo>
                        <a:pt x="911" y="6399"/>
                        <a:pt x="701" y="7310"/>
                        <a:pt x="514" y="8220"/>
                      </a:cubicBezTo>
                      <a:cubicBezTo>
                        <a:pt x="351" y="9155"/>
                        <a:pt x="141" y="10065"/>
                        <a:pt x="1" y="10999"/>
                      </a:cubicBezTo>
                      <a:cubicBezTo>
                        <a:pt x="257" y="10089"/>
                        <a:pt x="444" y="9178"/>
                        <a:pt x="654" y="8244"/>
                      </a:cubicBezTo>
                      <a:cubicBezTo>
                        <a:pt x="865" y="7333"/>
                        <a:pt x="1051" y="6422"/>
                        <a:pt x="1238" y="5511"/>
                      </a:cubicBezTo>
                      <a:lnTo>
                        <a:pt x="235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79" name="Google Shape;18379;p62"/>
                <p:cNvSpPr/>
                <p:nvPr/>
              </p:nvSpPr>
              <p:spPr>
                <a:xfrm>
                  <a:off x="5187250" y="2980950"/>
                  <a:ext cx="33875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922" extrusionOk="0">
                      <a:moveTo>
                        <a:pt x="1331" y="1"/>
                      </a:moveTo>
                      <a:cubicBezTo>
                        <a:pt x="1004" y="1472"/>
                        <a:pt x="724" y="2943"/>
                        <a:pt x="491" y="4438"/>
                      </a:cubicBezTo>
                      <a:cubicBezTo>
                        <a:pt x="374" y="5185"/>
                        <a:pt x="257" y="5909"/>
                        <a:pt x="164" y="6656"/>
                      </a:cubicBezTo>
                      <a:cubicBezTo>
                        <a:pt x="94" y="7427"/>
                        <a:pt x="24" y="8174"/>
                        <a:pt x="0" y="8921"/>
                      </a:cubicBezTo>
                      <a:lnTo>
                        <a:pt x="327" y="6680"/>
                      </a:lnTo>
                      <a:lnTo>
                        <a:pt x="607" y="4461"/>
                      </a:lnTo>
                      <a:cubicBezTo>
                        <a:pt x="818" y="2966"/>
                        <a:pt x="1075" y="1472"/>
                        <a:pt x="135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80" name="Google Shape;18380;p62"/>
                <p:cNvSpPr/>
                <p:nvPr/>
              </p:nvSpPr>
              <p:spPr>
                <a:xfrm>
                  <a:off x="1922475" y="2485875"/>
                  <a:ext cx="43225" cy="11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9" h="4508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444" y="678"/>
                        <a:pt x="794" y="1425"/>
                        <a:pt x="1074" y="2172"/>
                      </a:cubicBezTo>
                      <a:cubicBezTo>
                        <a:pt x="1331" y="2943"/>
                        <a:pt x="1541" y="3713"/>
                        <a:pt x="1728" y="4507"/>
                      </a:cubicBezTo>
                      <a:cubicBezTo>
                        <a:pt x="1681" y="3690"/>
                        <a:pt x="1495" y="2896"/>
                        <a:pt x="1168" y="2149"/>
                      </a:cubicBezTo>
                      <a:cubicBezTo>
                        <a:pt x="864" y="1378"/>
                        <a:pt x="467" y="654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81" name="Google Shape;18381;p62"/>
                <p:cNvSpPr/>
                <p:nvPr/>
              </p:nvSpPr>
              <p:spPr>
                <a:xfrm>
                  <a:off x="2038650" y="2517400"/>
                  <a:ext cx="17525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2990" extrusionOk="0">
                      <a:moveTo>
                        <a:pt x="678" y="0"/>
                      </a:moveTo>
                      <a:lnTo>
                        <a:pt x="304" y="1495"/>
                      </a:lnTo>
                      <a:cubicBezTo>
                        <a:pt x="164" y="1985"/>
                        <a:pt x="47" y="2476"/>
                        <a:pt x="0" y="2990"/>
                      </a:cubicBezTo>
                      <a:cubicBezTo>
                        <a:pt x="187" y="2499"/>
                        <a:pt x="304" y="2009"/>
                        <a:pt x="397" y="1518"/>
                      </a:cubicBezTo>
                      <a:lnTo>
                        <a:pt x="70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82" name="Google Shape;18382;p62"/>
                <p:cNvSpPr/>
                <p:nvPr/>
              </p:nvSpPr>
              <p:spPr>
                <a:xfrm>
                  <a:off x="1990200" y="2526750"/>
                  <a:ext cx="4100" cy="68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" h="2756" extrusionOk="0">
                      <a:moveTo>
                        <a:pt x="117" y="0"/>
                      </a:moveTo>
                      <a:cubicBezTo>
                        <a:pt x="70" y="467"/>
                        <a:pt x="23" y="911"/>
                        <a:pt x="23" y="1378"/>
                      </a:cubicBezTo>
                      <a:cubicBezTo>
                        <a:pt x="0" y="1845"/>
                        <a:pt x="23" y="2312"/>
                        <a:pt x="140" y="2756"/>
                      </a:cubicBezTo>
                      <a:cubicBezTo>
                        <a:pt x="163" y="2289"/>
                        <a:pt x="140" y="1845"/>
                        <a:pt x="117" y="1378"/>
                      </a:cubicBezTo>
                      <a:cubicBezTo>
                        <a:pt x="93" y="911"/>
                        <a:pt x="117" y="467"/>
                        <a:pt x="14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83" name="Google Shape;18383;p62"/>
                <p:cNvSpPr/>
                <p:nvPr/>
              </p:nvSpPr>
              <p:spPr>
                <a:xfrm>
                  <a:off x="1970350" y="2482950"/>
                  <a:ext cx="20450" cy="11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4648" extrusionOk="0">
                      <a:moveTo>
                        <a:pt x="0" y="1"/>
                      </a:moveTo>
                      <a:cubicBezTo>
                        <a:pt x="280" y="748"/>
                        <a:pt x="467" y="1519"/>
                        <a:pt x="560" y="2289"/>
                      </a:cubicBezTo>
                      <a:cubicBezTo>
                        <a:pt x="654" y="3083"/>
                        <a:pt x="677" y="3854"/>
                        <a:pt x="654" y="4648"/>
                      </a:cubicBezTo>
                      <a:cubicBezTo>
                        <a:pt x="817" y="3877"/>
                        <a:pt x="794" y="3060"/>
                        <a:pt x="654" y="2289"/>
                      </a:cubicBezTo>
                      <a:cubicBezTo>
                        <a:pt x="537" y="1495"/>
                        <a:pt x="327" y="725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84" name="Google Shape;18384;p62"/>
                <p:cNvSpPr/>
                <p:nvPr/>
              </p:nvSpPr>
              <p:spPr>
                <a:xfrm>
                  <a:off x="1996600" y="2486450"/>
                  <a:ext cx="29225" cy="8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3317" extrusionOk="0">
                      <a:moveTo>
                        <a:pt x="1169" y="1"/>
                      </a:moveTo>
                      <a:lnTo>
                        <a:pt x="538" y="1659"/>
                      </a:lnTo>
                      <a:cubicBezTo>
                        <a:pt x="328" y="2196"/>
                        <a:pt x="118" y="2733"/>
                        <a:pt x="1" y="3317"/>
                      </a:cubicBezTo>
                      <a:cubicBezTo>
                        <a:pt x="258" y="2780"/>
                        <a:pt x="468" y="2243"/>
                        <a:pt x="631" y="1682"/>
                      </a:cubicBezTo>
                      <a:lnTo>
                        <a:pt x="1169" y="24"/>
                      </a:lnTo>
                      <a:lnTo>
                        <a:pt x="116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85" name="Google Shape;18385;p62"/>
                <p:cNvSpPr/>
                <p:nvPr/>
              </p:nvSpPr>
              <p:spPr>
                <a:xfrm>
                  <a:off x="2015300" y="2533150"/>
                  <a:ext cx="15775" cy="6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" h="2687" extrusionOk="0">
                      <a:moveTo>
                        <a:pt x="631" y="1"/>
                      </a:moveTo>
                      <a:lnTo>
                        <a:pt x="631" y="1"/>
                      </a:lnTo>
                      <a:cubicBezTo>
                        <a:pt x="444" y="445"/>
                        <a:pt x="304" y="888"/>
                        <a:pt x="187" y="1332"/>
                      </a:cubicBezTo>
                      <a:cubicBezTo>
                        <a:pt x="70" y="1776"/>
                        <a:pt x="0" y="2219"/>
                        <a:pt x="0" y="2687"/>
                      </a:cubicBezTo>
                      <a:cubicBezTo>
                        <a:pt x="140" y="2243"/>
                        <a:pt x="210" y="1799"/>
                        <a:pt x="304" y="1355"/>
                      </a:cubicBezTo>
                      <a:cubicBezTo>
                        <a:pt x="397" y="888"/>
                        <a:pt x="491" y="445"/>
                        <a:pt x="63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86" name="Google Shape;18386;p62"/>
                <p:cNvSpPr/>
                <p:nvPr/>
              </p:nvSpPr>
              <p:spPr>
                <a:xfrm>
                  <a:off x="5277750" y="2381375"/>
                  <a:ext cx="56650" cy="16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6" h="6610" extrusionOk="0">
                      <a:moveTo>
                        <a:pt x="0" y="0"/>
                      </a:moveTo>
                      <a:cubicBezTo>
                        <a:pt x="584" y="1028"/>
                        <a:pt x="1051" y="2102"/>
                        <a:pt x="1378" y="3200"/>
                      </a:cubicBezTo>
                      <a:cubicBezTo>
                        <a:pt x="1541" y="3760"/>
                        <a:pt x="1658" y="4344"/>
                        <a:pt x="1798" y="4904"/>
                      </a:cubicBezTo>
                      <a:cubicBezTo>
                        <a:pt x="1938" y="5465"/>
                        <a:pt x="2055" y="6025"/>
                        <a:pt x="2195" y="6609"/>
                      </a:cubicBezTo>
                      <a:lnTo>
                        <a:pt x="2219" y="6586"/>
                      </a:lnTo>
                      <a:cubicBezTo>
                        <a:pt x="2265" y="6002"/>
                        <a:pt x="2195" y="5418"/>
                        <a:pt x="2102" y="4834"/>
                      </a:cubicBezTo>
                      <a:cubicBezTo>
                        <a:pt x="2008" y="4250"/>
                        <a:pt x="1822" y="3690"/>
                        <a:pt x="1611" y="3130"/>
                      </a:cubicBezTo>
                      <a:cubicBezTo>
                        <a:pt x="1214" y="2032"/>
                        <a:pt x="677" y="958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87" name="Google Shape;18387;p62"/>
                <p:cNvSpPr/>
                <p:nvPr/>
              </p:nvSpPr>
              <p:spPr>
                <a:xfrm>
                  <a:off x="5328525" y="2398875"/>
                  <a:ext cx="30400" cy="10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" h="4018" extrusionOk="0">
                      <a:moveTo>
                        <a:pt x="1" y="1"/>
                      </a:moveTo>
                      <a:cubicBezTo>
                        <a:pt x="304" y="655"/>
                        <a:pt x="538" y="1309"/>
                        <a:pt x="678" y="1986"/>
                      </a:cubicBezTo>
                      <a:cubicBezTo>
                        <a:pt x="771" y="2313"/>
                        <a:pt x="795" y="2663"/>
                        <a:pt x="865" y="2990"/>
                      </a:cubicBezTo>
                      <a:cubicBezTo>
                        <a:pt x="958" y="3340"/>
                        <a:pt x="1005" y="3667"/>
                        <a:pt x="1098" y="4018"/>
                      </a:cubicBezTo>
                      <a:lnTo>
                        <a:pt x="1122" y="4018"/>
                      </a:lnTo>
                      <a:cubicBezTo>
                        <a:pt x="1215" y="3667"/>
                        <a:pt x="1192" y="3317"/>
                        <a:pt x="1168" y="2967"/>
                      </a:cubicBezTo>
                      <a:cubicBezTo>
                        <a:pt x="1145" y="2593"/>
                        <a:pt x="1028" y="2266"/>
                        <a:pt x="912" y="1916"/>
                      </a:cubicBezTo>
                      <a:cubicBezTo>
                        <a:pt x="701" y="1239"/>
                        <a:pt x="398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88" name="Google Shape;18388;p62"/>
                <p:cNvSpPr/>
                <p:nvPr/>
              </p:nvSpPr>
              <p:spPr>
                <a:xfrm>
                  <a:off x="5220525" y="2382525"/>
                  <a:ext cx="25700" cy="15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8" h="6026" extrusionOk="0">
                      <a:moveTo>
                        <a:pt x="0" y="1"/>
                      </a:moveTo>
                      <a:cubicBezTo>
                        <a:pt x="304" y="982"/>
                        <a:pt x="514" y="1986"/>
                        <a:pt x="631" y="2990"/>
                      </a:cubicBezTo>
                      <a:cubicBezTo>
                        <a:pt x="678" y="3481"/>
                        <a:pt x="701" y="3994"/>
                        <a:pt x="724" y="4508"/>
                      </a:cubicBezTo>
                      <a:lnTo>
                        <a:pt x="841" y="6026"/>
                      </a:lnTo>
                      <a:lnTo>
                        <a:pt x="864" y="6026"/>
                      </a:lnTo>
                      <a:cubicBezTo>
                        <a:pt x="981" y="5512"/>
                        <a:pt x="1028" y="4998"/>
                        <a:pt x="1028" y="4485"/>
                      </a:cubicBezTo>
                      <a:cubicBezTo>
                        <a:pt x="1028" y="3971"/>
                        <a:pt x="958" y="3457"/>
                        <a:pt x="864" y="2943"/>
                      </a:cubicBezTo>
                      <a:cubicBezTo>
                        <a:pt x="701" y="1939"/>
                        <a:pt x="421" y="93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89" name="Google Shape;18389;p62"/>
                <p:cNvSpPr/>
                <p:nvPr/>
              </p:nvSpPr>
              <p:spPr>
                <a:xfrm>
                  <a:off x="5365300" y="2593300"/>
                  <a:ext cx="28050" cy="18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7264" extrusionOk="0">
                      <a:moveTo>
                        <a:pt x="1075" y="0"/>
                      </a:moveTo>
                      <a:cubicBezTo>
                        <a:pt x="561" y="1121"/>
                        <a:pt x="235" y="2336"/>
                        <a:pt x="94" y="3573"/>
                      </a:cubicBezTo>
                      <a:cubicBezTo>
                        <a:pt x="24" y="4204"/>
                        <a:pt x="1" y="4834"/>
                        <a:pt x="71" y="5442"/>
                      </a:cubicBezTo>
                      <a:cubicBezTo>
                        <a:pt x="141" y="6072"/>
                        <a:pt x="235" y="6679"/>
                        <a:pt x="468" y="7263"/>
                      </a:cubicBezTo>
                      <a:lnTo>
                        <a:pt x="491" y="7263"/>
                      </a:lnTo>
                      <a:cubicBezTo>
                        <a:pt x="445" y="6656"/>
                        <a:pt x="375" y="6049"/>
                        <a:pt x="351" y="5418"/>
                      </a:cubicBezTo>
                      <a:cubicBezTo>
                        <a:pt x="351" y="4811"/>
                        <a:pt x="305" y="4204"/>
                        <a:pt x="351" y="3597"/>
                      </a:cubicBezTo>
                      <a:cubicBezTo>
                        <a:pt x="421" y="2382"/>
                        <a:pt x="678" y="1168"/>
                        <a:pt x="112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90" name="Google Shape;18390;p62"/>
                <p:cNvSpPr/>
                <p:nvPr/>
              </p:nvSpPr>
              <p:spPr>
                <a:xfrm>
                  <a:off x="5404425" y="2704800"/>
                  <a:ext cx="1052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" h="3784" extrusionOk="0">
                      <a:moveTo>
                        <a:pt x="1" y="1"/>
                      </a:moveTo>
                      <a:cubicBezTo>
                        <a:pt x="47" y="631"/>
                        <a:pt x="94" y="1262"/>
                        <a:pt x="94" y="1892"/>
                      </a:cubicBezTo>
                      <a:cubicBezTo>
                        <a:pt x="117" y="2196"/>
                        <a:pt x="71" y="2523"/>
                        <a:pt x="94" y="2826"/>
                      </a:cubicBezTo>
                      <a:cubicBezTo>
                        <a:pt x="141" y="3153"/>
                        <a:pt x="141" y="3457"/>
                        <a:pt x="211" y="3784"/>
                      </a:cubicBezTo>
                      <a:lnTo>
                        <a:pt x="258" y="3784"/>
                      </a:lnTo>
                      <a:cubicBezTo>
                        <a:pt x="351" y="3457"/>
                        <a:pt x="374" y="3153"/>
                        <a:pt x="398" y="2826"/>
                      </a:cubicBezTo>
                      <a:cubicBezTo>
                        <a:pt x="421" y="2523"/>
                        <a:pt x="374" y="2196"/>
                        <a:pt x="351" y="1869"/>
                      </a:cubicBezTo>
                      <a:cubicBezTo>
                        <a:pt x="281" y="1238"/>
                        <a:pt x="164" y="63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91" name="Google Shape;18391;p62"/>
                <p:cNvSpPr/>
                <p:nvPr/>
              </p:nvSpPr>
              <p:spPr>
                <a:xfrm>
                  <a:off x="5190175" y="2602625"/>
                  <a:ext cx="33875" cy="2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619" extrusionOk="0">
                      <a:moveTo>
                        <a:pt x="0" y="1"/>
                      </a:moveTo>
                      <a:cubicBezTo>
                        <a:pt x="514" y="1379"/>
                        <a:pt x="841" y="2827"/>
                        <a:pt x="958" y="4251"/>
                      </a:cubicBezTo>
                      <a:cubicBezTo>
                        <a:pt x="1028" y="4975"/>
                        <a:pt x="1004" y="5699"/>
                        <a:pt x="1004" y="6423"/>
                      </a:cubicBezTo>
                      <a:cubicBezTo>
                        <a:pt x="1004" y="7147"/>
                        <a:pt x="958" y="7871"/>
                        <a:pt x="911" y="8618"/>
                      </a:cubicBezTo>
                      <a:lnTo>
                        <a:pt x="934" y="8618"/>
                      </a:lnTo>
                      <a:cubicBezTo>
                        <a:pt x="1144" y="7918"/>
                        <a:pt x="1261" y="7170"/>
                        <a:pt x="1308" y="6446"/>
                      </a:cubicBezTo>
                      <a:cubicBezTo>
                        <a:pt x="1355" y="5699"/>
                        <a:pt x="1308" y="4975"/>
                        <a:pt x="1214" y="4228"/>
                      </a:cubicBezTo>
                      <a:cubicBezTo>
                        <a:pt x="1028" y="2780"/>
                        <a:pt x="631" y="1332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92" name="Google Shape;18392;p62"/>
                <p:cNvSpPr/>
                <p:nvPr/>
              </p:nvSpPr>
              <p:spPr>
                <a:xfrm>
                  <a:off x="5125350" y="2670350"/>
                  <a:ext cx="14625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2921" extrusionOk="0">
                      <a:moveTo>
                        <a:pt x="1" y="1"/>
                      </a:moveTo>
                      <a:cubicBezTo>
                        <a:pt x="94" y="491"/>
                        <a:pt x="164" y="982"/>
                        <a:pt x="211" y="1449"/>
                      </a:cubicBezTo>
                      <a:cubicBezTo>
                        <a:pt x="234" y="1706"/>
                        <a:pt x="234" y="1939"/>
                        <a:pt x="281" y="2196"/>
                      </a:cubicBezTo>
                      <a:cubicBezTo>
                        <a:pt x="328" y="2430"/>
                        <a:pt x="374" y="2663"/>
                        <a:pt x="468" y="2920"/>
                      </a:cubicBezTo>
                      <a:lnTo>
                        <a:pt x="491" y="2920"/>
                      </a:lnTo>
                      <a:cubicBezTo>
                        <a:pt x="561" y="2663"/>
                        <a:pt x="561" y="2406"/>
                        <a:pt x="585" y="2149"/>
                      </a:cubicBezTo>
                      <a:cubicBezTo>
                        <a:pt x="561" y="1916"/>
                        <a:pt x="515" y="1659"/>
                        <a:pt x="445" y="1425"/>
                      </a:cubicBezTo>
                      <a:cubicBezTo>
                        <a:pt x="351" y="935"/>
                        <a:pt x="211" y="46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93" name="Google Shape;18393;p62"/>
                <p:cNvSpPr/>
                <p:nvPr/>
              </p:nvSpPr>
              <p:spPr>
                <a:xfrm>
                  <a:off x="5043625" y="2641750"/>
                  <a:ext cx="15775" cy="9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" h="3668" extrusionOk="0">
                      <a:moveTo>
                        <a:pt x="0" y="1"/>
                      </a:moveTo>
                      <a:cubicBezTo>
                        <a:pt x="164" y="608"/>
                        <a:pt x="257" y="1215"/>
                        <a:pt x="281" y="1822"/>
                      </a:cubicBezTo>
                      <a:cubicBezTo>
                        <a:pt x="304" y="2126"/>
                        <a:pt x="281" y="2429"/>
                        <a:pt x="304" y="2733"/>
                      </a:cubicBezTo>
                      <a:cubicBezTo>
                        <a:pt x="351" y="3036"/>
                        <a:pt x="351" y="3340"/>
                        <a:pt x="397" y="3667"/>
                      </a:cubicBezTo>
                      <a:lnTo>
                        <a:pt x="444" y="3667"/>
                      </a:lnTo>
                      <a:cubicBezTo>
                        <a:pt x="561" y="3363"/>
                        <a:pt x="584" y="3036"/>
                        <a:pt x="608" y="2733"/>
                      </a:cubicBezTo>
                      <a:cubicBezTo>
                        <a:pt x="631" y="2429"/>
                        <a:pt x="584" y="2102"/>
                        <a:pt x="537" y="1799"/>
                      </a:cubicBezTo>
                      <a:cubicBezTo>
                        <a:pt x="444" y="1168"/>
                        <a:pt x="257" y="56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94" name="Google Shape;18394;p62"/>
                <p:cNvSpPr/>
                <p:nvPr/>
              </p:nvSpPr>
              <p:spPr>
                <a:xfrm>
                  <a:off x="4840450" y="2532000"/>
                  <a:ext cx="25125" cy="14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5932" extrusionOk="0">
                      <a:moveTo>
                        <a:pt x="24" y="0"/>
                      </a:moveTo>
                      <a:cubicBezTo>
                        <a:pt x="0" y="1004"/>
                        <a:pt x="47" y="2009"/>
                        <a:pt x="187" y="3013"/>
                      </a:cubicBezTo>
                      <a:cubicBezTo>
                        <a:pt x="257" y="3503"/>
                        <a:pt x="327" y="4017"/>
                        <a:pt x="444" y="4507"/>
                      </a:cubicBezTo>
                      <a:cubicBezTo>
                        <a:pt x="608" y="4998"/>
                        <a:pt x="748" y="5488"/>
                        <a:pt x="981" y="5932"/>
                      </a:cubicBezTo>
                      <a:lnTo>
                        <a:pt x="1005" y="5932"/>
                      </a:lnTo>
                      <a:cubicBezTo>
                        <a:pt x="958" y="5418"/>
                        <a:pt x="841" y="4928"/>
                        <a:pt x="748" y="4437"/>
                      </a:cubicBezTo>
                      <a:lnTo>
                        <a:pt x="421" y="2966"/>
                      </a:lnTo>
                      <a:cubicBezTo>
                        <a:pt x="234" y="1985"/>
                        <a:pt x="117" y="1004"/>
                        <a:pt x="4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95" name="Google Shape;18395;p62"/>
                <p:cNvSpPr/>
                <p:nvPr/>
              </p:nvSpPr>
              <p:spPr>
                <a:xfrm>
                  <a:off x="4893000" y="2607900"/>
                  <a:ext cx="21025" cy="10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4157" extrusionOk="0">
                      <a:moveTo>
                        <a:pt x="24" y="0"/>
                      </a:moveTo>
                      <a:lnTo>
                        <a:pt x="0" y="23"/>
                      </a:lnTo>
                      <a:cubicBezTo>
                        <a:pt x="304" y="677"/>
                        <a:pt x="467" y="1355"/>
                        <a:pt x="514" y="2055"/>
                      </a:cubicBezTo>
                      <a:cubicBezTo>
                        <a:pt x="537" y="2405"/>
                        <a:pt x="514" y="2756"/>
                        <a:pt x="491" y="3083"/>
                      </a:cubicBezTo>
                      <a:cubicBezTo>
                        <a:pt x="491" y="3433"/>
                        <a:pt x="444" y="3783"/>
                        <a:pt x="421" y="4134"/>
                      </a:cubicBezTo>
                      <a:lnTo>
                        <a:pt x="444" y="4157"/>
                      </a:lnTo>
                      <a:cubicBezTo>
                        <a:pt x="631" y="3830"/>
                        <a:pt x="724" y="3480"/>
                        <a:pt x="794" y="3129"/>
                      </a:cubicBezTo>
                      <a:cubicBezTo>
                        <a:pt x="841" y="2756"/>
                        <a:pt x="818" y="2382"/>
                        <a:pt x="771" y="2032"/>
                      </a:cubicBezTo>
                      <a:cubicBezTo>
                        <a:pt x="654" y="1308"/>
                        <a:pt x="421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96" name="Google Shape;18396;p62"/>
                <p:cNvSpPr/>
                <p:nvPr/>
              </p:nvSpPr>
              <p:spPr>
                <a:xfrm>
                  <a:off x="4817100" y="2581025"/>
                  <a:ext cx="26300" cy="13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5326" extrusionOk="0">
                      <a:moveTo>
                        <a:pt x="0" y="1"/>
                      </a:moveTo>
                      <a:cubicBezTo>
                        <a:pt x="0" y="912"/>
                        <a:pt x="70" y="1822"/>
                        <a:pt x="210" y="2710"/>
                      </a:cubicBezTo>
                      <a:cubicBezTo>
                        <a:pt x="281" y="3177"/>
                        <a:pt x="351" y="3621"/>
                        <a:pt x="491" y="4064"/>
                      </a:cubicBezTo>
                      <a:cubicBezTo>
                        <a:pt x="631" y="4485"/>
                        <a:pt x="794" y="4928"/>
                        <a:pt x="1028" y="5325"/>
                      </a:cubicBezTo>
                      <a:lnTo>
                        <a:pt x="1051" y="5325"/>
                      </a:lnTo>
                      <a:cubicBezTo>
                        <a:pt x="981" y="4858"/>
                        <a:pt x="864" y="4438"/>
                        <a:pt x="771" y="3994"/>
                      </a:cubicBezTo>
                      <a:cubicBezTo>
                        <a:pt x="678" y="3551"/>
                        <a:pt x="537" y="3107"/>
                        <a:pt x="444" y="2663"/>
                      </a:cubicBezTo>
                      <a:cubicBezTo>
                        <a:pt x="257" y="1799"/>
                        <a:pt x="117" y="88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97" name="Google Shape;18397;p62"/>
                <p:cNvSpPr/>
                <p:nvPr/>
              </p:nvSpPr>
              <p:spPr>
                <a:xfrm>
                  <a:off x="5956725" y="2653425"/>
                  <a:ext cx="115050" cy="6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2" h="26250" extrusionOk="0">
                      <a:moveTo>
                        <a:pt x="4555" y="1"/>
                      </a:moveTo>
                      <a:cubicBezTo>
                        <a:pt x="3083" y="4204"/>
                        <a:pt x="1962" y="8548"/>
                        <a:pt x="1168" y="12938"/>
                      </a:cubicBezTo>
                      <a:cubicBezTo>
                        <a:pt x="771" y="15133"/>
                        <a:pt x="398" y="17329"/>
                        <a:pt x="234" y="19547"/>
                      </a:cubicBezTo>
                      <a:cubicBezTo>
                        <a:pt x="71" y="21789"/>
                        <a:pt x="1" y="24007"/>
                        <a:pt x="118" y="26249"/>
                      </a:cubicBezTo>
                      <a:lnTo>
                        <a:pt x="188" y="26249"/>
                      </a:lnTo>
                      <a:cubicBezTo>
                        <a:pt x="398" y="24031"/>
                        <a:pt x="585" y="21812"/>
                        <a:pt x="842" y="19617"/>
                      </a:cubicBezTo>
                      <a:cubicBezTo>
                        <a:pt x="1075" y="17399"/>
                        <a:pt x="1309" y="15203"/>
                        <a:pt x="1636" y="13008"/>
                      </a:cubicBezTo>
                      <a:cubicBezTo>
                        <a:pt x="2336" y="8618"/>
                        <a:pt x="3317" y="4274"/>
                        <a:pt x="460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98" name="Google Shape;18398;p62"/>
                <p:cNvSpPr/>
                <p:nvPr/>
              </p:nvSpPr>
              <p:spPr>
                <a:xfrm>
                  <a:off x="5938625" y="2676775"/>
                  <a:ext cx="34475" cy="52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20809" extrusionOk="0">
                      <a:moveTo>
                        <a:pt x="1239" y="1"/>
                      </a:moveTo>
                      <a:cubicBezTo>
                        <a:pt x="1145" y="3480"/>
                        <a:pt x="982" y="6937"/>
                        <a:pt x="725" y="10416"/>
                      </a:cubicBezTo>
                      <a:cubicBezTo>
                        <a:pt x="585" y="12144"/>
                        <a:pt x="374" y="13872"/>
                        <a:pt x="258" y="15601"/>
                      </a:cubicBezTo>
                      <a:cubicBezTo>
                        <a:pt x="164" y="17329"/>
                        <a:pt x="24" y="19057"/>
                        <a:pt x="1" y="20808"/>
                      </a:cubicBezTo>
                      <a:lnTo>
                        <a:pt x="48" y="20808"/>
                      </a:lnTo>
                      <a:cubicBezTo>
                        <a:pt x="421" y="19103"/>
                        <a:pt x="655" y="17375"/>
                        <a:pt x="865" y="15647"/>
                      </a:cubicBezTo>
                      <a:cubicBezTo>
                        <a:pt x="1075" y="13919"/>
                        <a:pt x="1122" y="12168"/>
                        <a:pt x="1192" y="10440"/>
                      </a:cubicBezTo>
                      <a:cubicBezTo>
                        <a:pt x="1355" y="6960"/>
                        <a:pt x="1379" y="3480"/>
                        <a:pt x="130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399" name="Google Shape;18399;p62"/>
                <p:cNvSpPr/>
                <p:nvPr/>
              </p:nvSpPr>
              <p:spPr>
                <a:xfrm>
                  <a:off x="5852800" y="2840250"/>
                  <a:ext cx="20475" cy="45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18333" extrusionOk="0">
                      <a:moveTo>
                        <a:pt x="141" y="1"/>
                      </a:moveTo>
                      <a:lnTo>
                        <a:pt x="71" y="24"/>
                      </a:lnTo>
                      <a:cubicBezTo>
                        <a:pt x="281" y="3060"/>
                        <a:pt x="351" y="6119"/>
                        <a:pt x="281" y="9178"/>
                      </a:cubicBezTo>
                      <a:cubicBezTo>
                        <a:pt x="258" y="10696"/>
                        <a:pt x="141" y="12214"/>
                        <a:pt x="94" y="13755"/>
                      </a:cubicBezTo>
                      <a:cubicBezTo>
                        <a:pt x="71" y="15273"/>
                        <a:pt x="1" y="16791"/>
                        <a:pt x="1" y="18333"/>
                      </a:cubicBezTo>
                      <a:lnTo>
                        <a:pt x="71" y="18333"/>
                      </a:lnTo>
                      <a:cubicBezTo>
                        <a:pt x="398" y="16838"/>
                        <a:pt x="561" y="15297"/>
                        <a:pt x="702" y="13779"/>
                      </a:cubicBezTo>
                      <a:cubicBezTo>
                        <a:pt x="818" y="12238"/>
                        <a:pt x="795" y="10720"/>
                        <a:pt x="772" y="9178"/>
                      </a:cubicBezTo>
                      <a:cubicBezTo>
                        <a:pt x="725" y="6119"/>
                        <a:pt x="515" y="3060"/>
                        <a:pt x="1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00" name="Google Shape;18400;p62"/>
                <p:cNvSpPr/>
                <p:nvPr/>
              </p:nvSpPr>
              <p:spPr>
                <a:xfrm>
                  <a:off x="6203700" y="2693125"/>
                  <a:ext cx="44975" cy="49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19991" extrusionOk="0">
                      <a:moveTo>
                        <a:pt x="1728" y="1"/>
                      </a:moveTo>
                      <a:cubicBezTo>
                        <a:pt x="981" y="3270"/>
                        <a:pt x="467" y="6586"/>
                        <a:pt x="234" y="9949"/>
                      </a:cubicBezTo>
                      <a:cubicBezTo>
                        <a:pt x="94" y="11630"/>
                        <a:pt x="0" y="13312"/>
                        <a:pt x="70" y="14970"/>
                      </a:cubicBezTo>
                      <a:cubicBezTo>
                        <a:pt x="164" y="16651"/>
                        <a:pt x="304" y="18333"/>
                        <a:pt x="607" y="19991"/>
                      </a:cubicBezTo>
                      <a:lnTo>
                        <a:pt x="677" y="19991"/>
                      </a:lnTo>
                      <a:cubicBezTo>
                        <a:pt x="701" y="18309"/>
                        <a:pt x="654" y="16628"/>
                        <a:pt x="677" y="14970"/>
                      </a:cubicBezTo>
                      <a:cubicBezTo>
                        <a:pt x="701" y="13312"/>
                        <a:pt x="654" y="11630"/>
                        <a:pt x="724" y="9972"/>
                      </a:cubicBezTo>
                      <a:cubicBezTo>
                        <a:pt x="841" y="6633"/>
                        <a:pt x="1215" y="3317"/>
                        <a:pt x="1798" y="24"/>
                      </a:cubicBezTo>
                      <a:lnTo>
                        <a:pt x="172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01" name="Google Shape;18401;p62"/>
                <p:cNvSpPr/>
                <p:nvPr/>
              </p:nvSpPr>
              <p:spPr>
                <a:xfrm>
                  <a:off x="6173325" y="2718825"/>
                  <a:ext cx="28050" cy="39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15647" extrusionOk="0">
                      <a:moveTo>
                        <a:pt x="1" y="0"/>
                      </a:moveTo>
                      <a:cubicBezTo>
                        <a:pt x="211" y="2616"/>
                        <a:pt x="351" y="5231"/>
                        <a:pt x="445" y="7823"/>
                      </a:cubicBezTo>
                      <a:cubicBezTo>
                        <a:pt x="468" y="9131"/>
                        <a:pt x="445" y="10439"/>
                        <a:pt x="515" y="11747"/>
                      </a:cubicBezTo>
                      <a:cubicBezTo>
                        <a:pt x="608" y="13054"/>
                        <a:pt x="655" y="14339"/>
                        <a:pt x="818" y="15647"/>
                      </a:cubicBezTo>
                      <a:lnTo>
                        <a:pt x="865" y="15647"/>
                      </a:lnTo>
                      <a:cubicBezTo>
                        <a:pt x="1052" y="14362"/>
                        <a:pt x="1098" y="13031"/>
                        <a:pt x="1122" y="11723"/>
                      </a:cubicBezTo>
                      <a:cubicBezTo>
                        <a:pt x="1122" y="10416"/>
                        <a:pt x="1028" y="9108"/>
                        <a:pt x="912" y="7800"/>
                      </a:cubicBezTo>
                      <a:cubicBezTo>
                        <a:pt x="725" y="5185"/>
                        <a:pt x="445" y="2592"/>
                        <a:pt x="7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02" name="Google Shape;18402;p62"/>
                <p:cNvSpPr/>
                <p:nvPr/>
              </p:nvSpPr>
              <p:spPr>
                <a:xfrm>
                  <a:off x="6635150" y="2544850"/>
                  <a:ext cx="56075" cy="66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" h="26553" extrusionOk="0">
                      <a:moveTo>
                        <a:pt x="2195" y="0"/>
                      </a:moveTo>
                      <a:cubicBezTo>
                        <a:pt x="1215" y="4344"/>
                        <a:pt x="561" y="8757"/>
                        <a:pt x="257" y="13218"/>
                      </a:cubicBezTo>
                      <a:cubicBezTo>
                        <a:pt x="94" y="15436"/>
                        <a:pt x="0" y="17678"/>
                        <a:pt x="70" y="19897"/>
                      </a:cubicBezTo>
                      <a:cubicBezTo>
                        <a:pt x="164" y="22139"/>
                        <a:pt x="327" y="24357"/>
                        <a:pt x="701" y="26552"/>
                      </a:cubicBezTo>
                      <a:lnTo>
                        <a:pt x="771" y="26552"/>
                      </a:lnTo>
                      <a:cubicBezTo>
                        <a:pt x="724" y="24334"/>
                        <a:pt x="654" y="22115"/>
                        <a:pt x="677" y="19897"/>
                      </a:cubicBezTo>
                      <a:cubicBezTo>
                        <a:pt x="677" y="17678"/>
                        <a:pt x="654" y="15460"/>
                        <a:pt x="748" y="13241"/>
                      </a:cubicBezTo>
                      <a:cubicBezTo>
                        <a:pt x="934" y="8804"/>
                        <a:pt x="1448" y="4390"/>
                        <a:pt x="224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03" name="Google Shape;18403;p62"/>
                <p:cNvSpPr/>
                <p:nvPr/>
              </p:nvSpPr>
              <p:spPr>
                <a:xfrm>
                  <a:off x="6591950" y="2578700"/>
                  <a:ext cx="34450" cy="52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8" h="20808" extrusionOk="0">
                      <a:moveTo>
                        <a:pt x="0" y="0"/>
                      </a:moveTo>
                      <a:cubicBezTo>
                        <a:pt x="304" y="3457"/>
                        <a:pt x="514" y="6936"/>
                        <a:pt x="654" y="10393"/>
                      </a:cubicBezTo>
                      <a:cubicBezTo>
                        <a:pt x="701" y="12144"/>
                        <a:pt x="701" y="13872"/>
                        <a:pt x="771" y="15600"/>
                      </a:cubicBezTo>
                      <a:cubicBezTo>
                        <a:pt x="864" y="17328"/>
                        <a:pt x="911" y="19080"/>
                        <a:pt x="1074" y="20808"/>
                      </a:cubicBezTo>
                      <a:lnTo>
                        <a:pt x="1144" y="20808"/>
                      </a:lnTo>
                      <a:cubicBezTo>
                        <a:pt x="1331" y="19080"/>
                        <a:pt x="1355" y="17328"/>
                        <a:pt x="1378" y="15600"/>
                      </a:cubicBezTo>
                      <a:cubicBezTo>
                        <a:pt x="1378" y="13849"/>
                        <a:pt x="1238" y="12121"/>
                        <a:pt x="1121" y="10369"/>
                      </a:cubicBezTo>
                      <a:cubicBezTo>
                        <a:pt x="888" y="6913"/>
                        <a:pt x="537" y="3433"/>
                        <a:pt x="7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04" name="Google Shape;18404;p62"/>
                <p:cNvSpPr/>
                <p:nvPr/>
              </p:nvSpPr>
              <p:spPr>
                <a:xfrm>
                  <a:off x="6495600" y="2753275"/>
                  <a:ext cx="61925" cy="45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7" h="18239" extrusionOk="0">
                      <a:moveTo>
                        <a:pt x="118" y="0"/>
                      </a:moveTo>
                      <a:lnTo>
                        <a:pt x="1" y="23"/>
                      </a:lnTo>
                      <a:cubicBezTo>
                        <a:pt x="211" y="1541"/>
                        <a:pt x="421" y="3059"/>
                        <a:pt x="585" y="4577"/>
                      </a:cubicBezTo>
                      <a:cubicBezTo>
                        <a:pt x="771" y="6095"/>
                        <a:pt x="912" y="7613"/>
                        <a:pt x="1005" y="9131"/>
                      </a:cubicBezTo>
                      <a:cubicBezTo>
                        <a:pt x="1122" y="10649"/>
                        <a:pt x="1075" y="12167"/>
                        <a:pt x="1262" y="13685"/>
                      </a:cubicBezTo>
                      <a:cubicBezTo>
                        <a:pt x="1425" y="15203"/>
                        <a:pt x="1612" y="16721"/>
                        <a:pt x="1962" y="18239"/>
                      </a:cubicBezTo>
                      <a:lnTo>
                        <a:pt x="2079" y="18239"/>
                      </a:lnTo>
                      <a:cubicBezTo>
                        <a:pt x="2406" y="16697"/>
                        <a:pt x="2476" y="15156"/>
                        <a:pt x="2476" y="13615"/>
                      </a:cubicBezTo>
                      <a:cubicBezTo>
                        <a:pt x="2476" y="12073"/>
                        <a:pt x="2196" y="10556"/>
                        <a:pt x="1962" y="9038"/>
                      </a:cubicBezTo>
                      <a:cubicBezTo>
                        <a:pt x="1752" y="7520"/>
                        <a:pt x="1495" y="6002"/>
                        <a:pt x="1192" y="4484"/>
                      </a:cubicBezTo>
                      <a:cubicBezTo>
                        <a:pt x="865" y="2989"/>
                        <a:pt x="538" y="1471"/>
                        <a:pt x="1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05" name="Google Shape;18405;p62"/>
                <p:cNvSpPr/>
                <p:nvPr/>
              </p:nvSpPr>
              <p:spPr>
                <a:xfrm>
                  <a:off x="5622200" y="2419900"/>
                  <a:ext cx="47900" cy="22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6" h="9155" extrusionOk="0">
                      <a:moveTo>
                        <a:pt x="1869" y="1"/>
                      </a:moveTo>
                      <a:cubicBezTo>
                        <a:pt x="1121" y="1378"/>
                        <a:pt x="561" y="2896"/>
                        <a:pt x="257" y="4438"/>
                      </a:cubicBezTo>
                      <a:cubicBezTo>
                        <a:pt x="117" y="5208"/>
                        <a:pt x="0" y="6002"/>
                        <a:pt x="24" y="6796"/>
                      </a:cubicBezTo>
                      <a:cubicBezTo>
                        <a:pt x="24" y="7590"/>
                        <a:pt x="94" y="8384"/>
                        <a:pt x="304" y="9155"/>
                      </a:cubicBezTo>
                      <a:lnTo>
                        <a:pt x="327" y="9155"/>
                      </a:lnTo>
                      <a:cubicBezTo>
                        <a:pt x="304" y="8361"/>
                        <a:pt x="281" y="7590"/>
                        <a:pt x="304" y="6796"/>
                      </a:cubicBezTo>
                      <a:cubicBezTo>
                        <a:pt x="351" y="6026"/>
                        <a:pt x="397" y="5255"/>
                        <a:pt x="514" y="4484"/>
                      </a:cubicBezTo>
                      <a:cubicBezTo>
                        <a:pt x="748" y="2943"/>
                        <a:pt x="1215" y="1448"/>
                        <a:pt x="1915" y="24"/>
                      </a:cubicBezTo>
                      <a:lnTo>
                        <a:pt x="186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06" name="Google Shape;18406;p62"/>
                <p:cNvSpPr/>
                <p:nvPr/>
              </p:nvSpPr>
              <p:spPr>
                <a:xfrm>
                  <a:off x="5650800" y="2501050"/>
                  <a:ext cx="36225" cy="18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9" h="7264" extrusionOk="0">
                      <a:moveTo>
                        <a:pt x="1402" y="1"/>
                      </a:moveTo>
                      <a:cubicBezTo>
                        <a:pt x="1308" y="1215"/>
                        <a:pt x="1122" y="2453"/>
                        <a:pt x="865" y="3644"/>
                      </a:cubicBezTo>
                      <a:cubicBezTo>
                        <a:pt x="725" y="4251"/>
                        <a:pt x="561" y="4835"/>
                        <a:pt x="421" y="5442"/>
                      </a:cubicBezTo>
                      <a:cubicBezTo>
                        <a:pt x="281" y="6049"/>
                        <a:pt x="117" y="6633"/>
                        <a:pt x="1" y="7240"/>
                      </a:cubicBezTo>
                      <a:lnTo>
                        <a:pt x="24" y="7263"/>
                      </a:lnTo>
                      <a:cubicBezTo>
                        <a:pt x="304" y="6703"/>
                        <a:pt x="514" y="6119"/>
                        <a:pt x="701" y="5512"/>
                      </a:cubicBezTo>
                      <a:cubicBezTo>
                        <a:pt x="888" y="4928"/>
                        <a:pt x="1005" y="4297"/>
                        <a:pt x="1098" y="3690"/>
                      </a:cubicBezTo>
                      <a:cubicBezTo>
                        <a:pt x="1308" y="2476"/>
                        <a:pt x="1425" y="1238"/>
                        <a:pt x="144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07" name="Google Shape;18407;p62"/>
                <p:cNvSpPr/>
                <p:nvPr/>
              </p:nvSpPr>
              <p:spPr>
                <a:xfrm>
                  <a:off x="5564400" y="2464850"/>
                  <a:ext cx="15200" cy="22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9179" extrusionOk="0">
                      <a:moveTo>
                        <a:pt x="0" y="1"/>
                      </a:moveTo>
                      <a:cubicBezTo>
                        <a:pt x="164" y="1519"/>
                        <a:pt x="257" y="3060"/>
                        <a:pt x="281" y="4578"/>
                      </a:cubicBezTo>
                      <a:lnTo>
                        <a:pt x="257" y="6866"/>
                      </a:lnTo>
                      <a:cubicBezTo>
                        <a:pt x="257" y="7637"/>
                        <a:pt x="257" y="8408"/>
                        <a:pt x="281" y="9178"/>
                      </a:cubicBezTo>
                      <a:lnTo>
                        <a:pt x="304" y="9178"/>
                      </a:lnTo>
                      <a:cubicBezTo>
                        <a:pt x="467" y="8408"/>
                        <a:pt x="514" y="7637"/>
                        <a:pt x="561" y="6890"/>
                      </a:cubicBezTo>
                      <a:cubicBezTo>
                        <a:pt x="608" y="6119"/>
                        <a:pt x="561" y="5348"/>
                        <a:pt x="514" y="4578"/>
                      </a:cubicBezTo>
                      <a:cubicBezTo>
                        <a:pt x="444" y="3037"/>
                        <a:pt x="281" y="1519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08" name="Google Shape;18408;p62"/>
                <p:cNvSpPr/>
                <p:nvPr/>
              </p:nvSpPr>
              <p:spPr>
                <a:xfrm>
                  <a:off x="6825475" y="2476525"/>
                  <a:ext cx="57225" cy="26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9" h="10767" extrusionOk="0">
                      <a:moveTo>
                        <a:pt x="2266" y="1"/>
                      </a:moveTo>
                      <a:cubicBezTo>
                        <a:pt x="1518" y="1706"/>
                        <a:pt x="935" y="3457"/>
                        <a:pt x="538" y="5255"/>
                      </a:cubicBezTo>
                      <a:cubicBezTo>
                        <a:pt x="351" y="6166"/>
                        <a:pt x="164" y="7077"/>
                        <a:pt x="94" y="7987"/>
                      </a:cubicBezTo>
                      <a:cubicBezTo>
                        <a:pt x="24" y="8922"/>
                        <a:pt x="0" y="9856"/>
                        <a:pt x="70" y="10766"/>
                      </a:cubicBezTo>
                      <a:lnTo>
                        <a:pt x="117" y="10766"/>
                      </a:lnTo>
                      <a:cubicBezTo>
                        <a:pt x="211" y="9856"/>
                        <a:pt x="281" y="8945"/>
                        <a:pt x="397" y="8034"/>
                      </a:cubicBezTo>
                      <a:cubicBezTo>
                        <a:pt x="514" y="7123"/>
                        <a:pt x="608" y="6213"/>
                        <a:pt x="794" y="5302"/>
                      </a:cubicBezTo>
                      <a:cubicBezTo>
                        <a:pt x="1121" y="3504"/>
                        <a:pt x="1635" y="1729"/>
                        <a:pt x="2289" y="24"/>
                      </a:cubicBezTo>
                      <a:lnTo>
                        <a:pt x="2266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09" name="Google Shape;18409;p62"/>
                <p:cNvSpPr/>
                <p:nvPr/>
              </p:nvSpPr>
              <p:spPr>
                <a:xfrm>
                  <a:off x="6814975" y="2485875"/>
                  <a:ext cx="15200" cy="21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8525" extrusionOk="0">
                      <a:moveTo>
                        <a:pt x="490" y="0"/>
                      </a:moveTo>
                      <a:cubicBezTo>
                        <a:pt x="467" y="1425"/>
                        <a:pt x="420" y="2849"/>
                        <a:pt x="304" y="4274"/>
                      </a:cubicBezTo>
                      <a:cubicBezTo>
                        <a:pt x="234" y="4975"/>
                        <a:pt x="164" y="5675"/>
                        <a:pt x="117" y="6399"/>
                      </a:cubicBezTo>
                      <a:cubicBezTo>
                        <a:pt x="70" y="7100"/>
                        <a:pt x="0" y="7800"/>
                        <a:pt x="0" y="8524"/>
                      </a:cubicBezTo>
                      <a:lnTo>
                        <a:pt x="23" y="8524"/>
                      </a:lnTo>
                      <a:cubicBezTo>
                        <a:pt x="210" y="7847"/>
                        <a:pt x="304" y="7123"/>
                        <a:pt x="397" y="6422"/>
                      </a:cubicBezTo>
                      <a:cubicBezTo>
                        <a:pt x="490" y="5698"/>
                        <a:pt x="514" y="4998"/>
                        <a:pt x="537" y="4274"/>
                      </a:cubicBezTo>
                      <a:cubicBezTo>
                        <a:pt x="607" y="2849"/>
                        <a:pt x="584" y="1425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10" name="Google Shape;18410;p62"/>
                <p:cNvSpPr/>
                <p:nvPr/>
              </p:nvSpPr>
              <p:spPr>
                <a:xfrm>
                  <a:off x="6765925" y="2551850"/>
                  <a:ext cx="12275" cy="18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1" h="7544" extrusionOk="0">
                      <a:moveTo>
                        <a:pt x="0" y="0"/>
                      </a:moveTo>
                      <a:cubicBezTo>
                        <a:pt x="140" y="1261"/>
                        <a:pt x="211" y="2522"/>
                        <a:pt x="187" y="3760"/>
                      </a:cubicBezTo>
                      <a:cubicBezTo>
                        <a:pt x="187" y="4391"/>
                        <a:pt x="140" y="5021"/>
                        <a:pt x="140" y="5652"/>
                      </a:cubicBezTo>
                      <a:cubicBezTo>
                        <a:pt x="140" y="6282"/>
                        <a:pt x="94" y="6889"/>
                        <a:pt x="117" y="7543"/>
                      </a:cubicBezTo>
                      <a:lnTo>
                        <a:pt x="140" y="7543"/>
                      </a:lnTo>
                      <a:cubicBezTo>
                        <a:pt x="304" y="6913"/>
                        <a:pt x="374" y="6282"/>
                        <a:pt x="444" y="5652"/>
                      </a:cubicBezTo>
                      <a:cubicBezTo>
                        <a:pt x="491" y="5021"/>
                        <a:pt x="467" y="4391"/>
                        <a:pt x="444" y="3760"/>
                      </a:cubicBezTo>
                      <a:cubicBezTo>
                        <a:pt x="397" y="2499"/>
                        <a:pt x="257" y="123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11" name="Google Shape;18411;p62"/>
                <p:cNvSpPr/>
                <p:nvPr/>
              </p:nvSpPr>
              <p:spPr>
                <a:xfrm>
                  <a:off x="6869250" y="2550100"/>
                  <a:ext cx="14625" cy="18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7544" extrusionOk="0">
                      <a:moveTo>
                        <a:pt x="351" y="0"/>
                      </a:moveTo>
                      <a:lnTo>
                        <a:pt x="328" y="24"/>
                      </a:lnTo>
                      <a:cubicBezTo>
                        <a:pt x="398" y="1261"/>
                        <a:pt x="398" y="2522"/>
                        <a:pt x="304" y="3783"/>
                      </a:cubicBezTo>
                      <a:cubicBezTo>
                        <a:pt x="258" y="4414"/>
                        <a:pt x="188" y="5021"/>
                        <a:pt x="141" y="5652"/>
                      </a:cubicBezTo>
                      <a:cubicBezTo>
                        <a:pt x="94" y="6282"/>
                        <a:pt x="24" y="6889"/>
                        <a:pt x="1" y="7543"/>
                      </a:cubicBezTo>
                      <a:lnTo>
                        <a:pt x="24" y="7543"/>
                      </a:lnTo>
                      <a:cubicBezTo>
                        <a:pt x="234" y="6936"/>
                        <a:pt x="328" y="6305"/>
                        <a:pt x="421" y="5675"/>
                      </a:cubicBezTo>
                      <a:cubicBezTo>
                        <a:pt x="515" y="5068"/>
                        <a:pt x="538" y="4414"/>
                        <a:pt x="538" y="3783"/>
                      </a:cubicBezTo>
                      <a:cubicBezTo>
                        <a:pt x="585" y="2522"/>
                        <a:pt x="515" y="1261"/>
                        <a:pt x="35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12" name="Google Shape;18412;p62"/>
                <p:cNvSpPr/>
                <p:nvPr/>
              </p:nvSpPr>
              <p:spPr>
                <a:xfrm>
                  <a:off x="5811350" y="2335250"/>
                  <a:ext cx="12875" cy="16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6680" extrusionOk="0">
                      <a:moveTo>
                        <a:pt x="491" y="0"/>
                      </a:moveTo>
                      <a:cubicBezTo>
                        <a:pt x="234" y="1098"/>
                        <a:pt x="94" y="2196"/>
                        <a:pt x="48" y="3316"/>
                      </a:cubicBezTo>
                      <a:cubicBezTo>
                        <a:pt x="1" y="4461"/>
                        <a:pt x="94" y="5582"/>
                        <a:pt x="374" y="6679"/>
                      </a:cubicBezTo>
                      <a:lnTo>
                        <a:pt x="398" y="6679"/>
                      </a:lnTo>
                      <a:cubicBezTo>
                        <a:pt x="258" y="5558"/>
                        <a:pt x="188" y="4437"/>
                        <a:pt x="164" y="3340"/>
                      </a:cubicBezTo>
                      <a:cubicBezTo>
                        <a:pt x="188" y="2219"/>
                        <a:pt x="304" y="1098"/>
                        <a:pt x="5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13" name="Google Shape;18413;p62"/>
                <p:cNvSpPr/>
                <p:nvPr/>
              </p:nvSpPr>
              <p:spPr>
                <a:xfrm>
                  <a:off x="5791500" y="2346350"/>
                  <a:ext cx="17550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5162" extrusionOk="0">
                      <a:moveTo>
                        <a:pt x="1" y="0"/>
                      </a:moveTo>
                      <a:cubicBezTo>
                        <a:pt x="164" y="864"/>
                        <a:pt x="281" y="1705"/>
                        <a:pt x="374" y="2569"/>
                      </a:cubicBezTo>
                      <a:cubicBezTo>
                        <a:pt x="468" y="3433"/>
                        <a:pt x="538" y="4297"/>
                        <a:pt x="655" y="5161"/>
                      </a:cubicBezTo>
                      <a:lnTo>
                        <a:pt x="678" y="5161"/>
                      </a:lnTo>
                      <a:cubicBezTo>
                        <a:pt x="701" y="4297"/>
                        <a:pt x="631" y="3433"/>
                        <a:pt x="491" y="2569"/>
                      </a:cubicBezTo>
                      <a:cubicBezTo>
                        <a:pt x="374" y="1705"/>
                        <a:pt x="211" y="84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14" name="Google Shape;18414;p62"/>
                <p:cNvSpPr/>
                <p:nvPr/>
              </p:nvSpPr>
              <p:spPr>
                <a:xfrm>
                  <a:off x="5762900" y="2390700"/>
                  <a:ext cx="21050" cy="11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4532" extrusionOk="0">
                      <a:moveTo>
                        <a:pt x="1" y="1"/>
                      </a:moveTo>
                      <a:lnTo>
                        <a:pt x="1" y="24"/>
                      </a:lnTo>
                      <a:cubicBezTo>
                        <a:pt x="211" y="748"/>
                        <a:pt x="374" y="1495"/>
                        <a:pt x="491" y="2266"/>
                      </a:cubicBezTo>
                      <a:lnTo>
                        <a:pt x="795" y="4531"/>
                      </a:lnTo>
                      <a:cubicBezTo>
                        <a:pt x="841" y="3761"/>
                        <a:pt x="771" y="2990"/>
                        <a:pt x="608" y="2243"/>
                      </a:cubicBezTo>
                      <a:cubicBezTo>
                        <a:pt x="468" y="1495"/>
                        <a:pt x="257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15" name="Google Shape;18415;p62"/>
                <p:cNvSpPr/>
                <p:nvPr/>
              </p:nvSpPr>
              <p:spPr>
                <a:xfrm>
                  <a:off x="5828875" y="2379625"/>
                  <a:ext cx="18125" cy="11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54" extrusionOk="0">
                      <a:moveTo>
                        <a:pt x="0" y="0"/>
                      </a:moveTo>
                      <a:cubicBezTo>
                        <a:pt x="187" y="747"/>
                        <a:pt x="327" y="1495"/>
                        <a:pt x="421" y="2265"/>
                      </a:cubicBezTo>
                      <a:lnTo>
                        <a:pt x="631" y="4554"/>
                      </a:lnTo>
                      <a:lnTo>
                        <a:pt x="654" y="4554"/>
                      </a:lnTo>
                      <a:cubicBezTo>
                        <a:pt x="724" y="3783"/>
                        <a:pt x="678" y="3013"/>
                        <a:pt x="538" y="2242"/>
                      </a:cubicBezTo>
                      <a:cubicBezTo>
                        <a:pt x="421" y="1495"/>
                        <a:pt x="234" y="74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16" name="Google Shape;18416;p62"/>
                <p:cNvSpPr/>
                <p:nvPr/>
              </p:nvSpPr>
              <p:spPr>
                <a:xfrm>
                  <a:off x="5887850" y="2606150"/>
                  <a:ext cx="12850" cy="16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" h="6680" extrusionOk="0">
                      <a:moveTo>
                        <a:pt x="491" y="0"/>
                      </a:moveTo>
                      <a:cubicBezTo>
                        <a:pt x="234" y="1098"/>
                        <a:pt x="94" y="2219"/>
                        <a:pt x="47" y="3340"/>
                      </a:cubicBezTo>
                      <a:cubicBezTo>
                        <a:pt x="0" y="4460"/>
                        <a:pt x="94" y="5605"/>
                        <a:pt x="374" y="6679"/>
                      </a:cubicBezTo>
                      <a:lnTo>
                        <a:pt x="397" y="6679"/>
                      </a:lnTo>
                      <a:cubicBezTo>
                        <a:pt x="280" y="5558"/>
                        <a:pt x="187" y="4460"/>
                        <a:pt x="187" y="3340"/>
                      </a:cubicBezTo>
                      <a:cubicBezTo>
                        <a:pt x="187" y="2219"/>
                        <a:pt x="304" y="1121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17" name="Google Shape;18417;p62"/>
                <p:cNvSpPr/>
                <p:nvPr/>
              </p:nvSpPr>
              <p:spPr>
                <a:xfrm>
                  <a:off x="5868000" y="2617225"/>
                  <a:ext cx="17525" cy="12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86" extrusionOk="0">
                      <a:moveTo>
                        <a:pt x="0" y="1"/>
                      </a:moveTo>
                      <a:cubicBezTo>
                        <a:pt x="164" y="865"/>
                        <a:pt x="280" y="1729"/>
                        <a:pt x="374" y="2593"/>
                      </a:cubicBezTo>
                      <a:cubicBezTo>
                        <a:pt x="467" y="3457"/>
                        <a:pt x="537" y="4321"/>
                        <a:pt x="654" y="5185"/>
                      </a:cubicBezTo>
                      <a:lnTo>
                        <a:pt x="677" y="5185"/>
                      </a:lnTo>
                      <a:cubicBezTo>
                        <a:pt x="701" y="4298"/>
                        <a:pt x="631" y="3434"/>
                        <a:pt x="491" y="2570"/>
                      </a:cubicBezTo>
                      <a:cubicBezTo>
                        <a:pt x="374" y="1706"/>
                        <a:pt x="210" y="865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18" name="Google Shape;18418;p62"/>
                <p:cNvSpPr/>
                <p:nvPr/>
              </p:nvSpPr>
              <p:spPr>
                <a:xfrm>
                  <a:off x="5905350" y="2651100"/>
                  <a:ext cx="18125" cy="11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31" extrusionOk="0">
                      <a:moveTo>
                        <a:pt x="1" y="0"/>
                      </a:moveTo>
                      <a:cubicBezTo>
                        <a:pt x="188" y="748"/>
                        <a:pt x="328" y="1495"/>
                        <a:pt x="421" y="2265"/>
                      </a:cubicBezTo>
                      <a:lnTo>
                        <a:pt x="631" y="4531"/>
                      </a:lnTo>
                      <a:lnTo>
                        <a:pt x="655" y="4531"/>
                      </a:lnTo>
                      <a:cubicBezTo>
                        <a:pt x="725" y="3783"/>
                        <a:pt x="678" y="2989"/>
                        <a:pt x="538" y="2242"/>
                      </a:cubicBezTo>
                      <a:cubicBezTo>
                        <a:pt x="421" y="1471"/>
                        <a:pt x="234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19" name="Google Shape;18419;p62"/>
                <p:cNvSpPr/>
                <p:nvPr/>
              </p:nvSpPr>
              <p:spPr>
                <a:xfrm>
                  <a:off x="6327475" y="2243575"/>
                  <a:ext cx="18125" cy="1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5489" extrusionOk="0">
                      <a:moveTo>
                        <a:pt x="724" y="1"/>
                      </a:moveTo>
                      <a:cubicBezTo>
                        <a:pt x="420" y="888"/>
                        <a:pt x="234" y="1799"/>
                        <a:pt x="117" y="2710"/>
                      </a:cubicBezTo>
                      <a:cubicBezTo>
                        <a:pt x="0" y="3644"/>
                        <a:pt x="0" y="4578"/>
                        <a:pt x="164" y="5489"/>
                      </a:cubicBezTo>
                      <a:lnTo>
                        <a:pt x="187" y="5489"/>
                      </a:lnTo>
                      <a:cubicBezTo>
                        <a:pt x="164" y="4578"/>
                        <a:pt x="187" y="3644"/>
                        <a:pt x="234" y="2733"/>
                      </a:cubicBezTo>
                      <a:cubicBezTo>
                        <a:pt x="327" y="1822"/>
                        <a:pt x="491" y="912"/>
                        <a:pt x="7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20" name="Google Shape;18420;p62"/>
                <p:cNvSpPr/>
                <p:nvPr/>
              </p:nvSpPr>
              <p:spPr>
                <a:xfrm>
                  <a:off x="6318125" y="2250600"/>
                  <a:ext cx="7625" cy="10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298" extrusionOk="0">
                      <a:moveTo>
                        <a:pt x="0" y="0"/>
                      </a:moveTo>
                      <a:cubicBezTo>
                        <a:pt x="71" y="724"/>
                        <a:pt x="117" y="1448"/>
                        <a:pt x="141" y="2149"/>
                      </a:cubicBezTo>
                      <a:cubicBezTo>
                        <a:pt x="141" y="2873"/>
                        <a:pt x="141" y="3597"/>
                        <a:pt x="187" y="4297"/>
                      </a:cubicBezTo>
                      <a:lnTo>
                        <a:pt x="211" y="4297"/>
                      </a:lnTo>
                      <a:cubicBezTo>
                        <a:pt x="304" y="3597"/>
                        <a:pt x="304" y="2873"/>
                        <a:pt x="257" y="2149"/>
                      </a:cubicBezTo>
                      <a:cubicBezTo>
                        <a:pt x="211" y="1425"/>
                        <a:pt x="141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21" name="Google Shape;18421;p62"/>
                <p:cNvSpPr/>
                <p:nvPr/>
              </p:nvSpPr>
              <p:spPr>
                <a:xfrm>
                  <a:off x="6346725" y="2280950"/>
                  <a:ext cx="93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" h="3784" extrusionOk="0">
                      <a:moveTo>
                        <a:pt x="1" y="1"/>
                      </a:moveTo>
                      <a:cubicBezTo>
                        <a:pt x="94" y="631"/>
                        <a:pt x="164" y="1262"/>
                        <a:pt x="188" y="1892"/>
                      </a:cubicBezTo>
                      <a:cubicBezTo>
                        <a:pt x="188" y="2523"/>
                        <a:pt x="188" y="3130"/>
                        <a:pt x="211" y="3784"/>
                      </a:cubicBezTo>
                      <a:lnTo>
                        <a:pt x="234" y="3784"/>
                      </a:lnTo>
                      <a:cubicBezTo>
                        <a:pt x="351" y="3153"/>
                        <a:pt x="374" y="2499"/>
                        <a:pt x="304" y="1869"/>
                      </a:cubicBezTo>
                      <a:cubicBezTo>
                        <a:pt x="258" y="1238"/>
                        <a:pt x="164" y="60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22" name="Google Shape;18422;p62"/>
                <p:cNvSpPr/>
                <p:nvPr/>
              </p:nvSpPr>
              <p:spPr>
                <a:xfrm>
                  <a:off x="6283100" y="2276875"/>
                  <a:ext cx="87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3784" extrusionOk="0">
                      <a:moveTo>
                        <a:pt x="0" y="0"/>
                      </a:moveTo>
                      <a:cubicBezTo>
                        <a:pt x="94" y="631"/>
                        <a:pt x="164" y="1261"/>
                        <a:pt x="187" y="1892"/>
                      </a:cubicBezTo>
                      <a:cubicBezTo>
                        <a:pt x="187" y="2522"/>
                        <a:pt x="187" y="3153"/>
                        <a:pt x="210" y="3783"/>
                      </a:cubicBezTo>
                      <a:lnTo>
                        <a:pt x="234" y="3783"/>
                      </a:lnTo>
                      <a:cubicBezTo>
                        <a:pt x="351" y="3153"/>
                        <a:pt x="351" y="2522"/>
                        <a:pt x="304" y="1868"/>
                      </a:cubicBezTo>
                      <a:cubicBezTo>
                        <a:pt x="257" y="1238"/>
                        <a:pt x="164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23" name="Google Shape;18423;p62"/>
                <p:cNvSpPr/>
                <p:nvPr/>
              </p:nvSpPr>
              <p:spPr>
                <a:xfrm>
                  <a:off x="2408800" y="2876450"/>
                  <a:ext cx="28050" cy="1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5489" extrusionOk="0">
                      <a:moveTo>
                        <a:pt x="1098" y="0"/>
                      </a:moveTo>
                      <a:cubicBezTo>
                        <a:pt x="654" y="841"/>
                        <a:pt x="327" y="1729"/>
                        <a:pt x="164" y="2686"/>
                      </a:cubicBezTo>
                      <a:cubicBezTo>
                        <a:pt x="0" y="3620"/>
                        <a:pt x="70" y="4578"/>
                        <a:pt x="374" y="5488"/>
                      </a:cubicBezTo>
                      <a:cubicBezTo>
                        <a:pt x="234" y="4554"/>
                        <a:pt x="187" y="3620"/>
                        <a:pt x="304" y="2686"/>
                      </a:cubicBezTo>
                      <a:cubicBezTo>
                        <a:pt x="421" y="1775"/>
                        <a:pt x="701" y="865"/>
                        <a:pt x="1121" y="24"/>
                      </a:cubicBezTo>
                      <a:lnTo>
                        <a:pt x="1098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24" name="Google Shape;18424;p62"/>
                <p:cNvSpPr/>
                <p:nvPr/>
              </p:nvSpPr>
              <p:spPr>
                <a:xfrm>
                  <a:off x="2384850" y="2882300"/>
                  <a:ext cx="17550" cy="10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4321" extrusionOk="0">
                      <a:moveTo>
                        <a:pt x="1" y="0"/>
                      </a:moveTo>
                      <a:cubicBezTo>
                        <a:pt x="188" y="701"/>
                        <a:pt x="328" y="1425"/>
                        <a:pt x="421" y="2148"/>
                      </a:cubicBezTo>
                      <a:cubicBezTo>
                        <a:pt x="491" y="2872"/>
                        <a:pt x="538" y="3596"/>
                        <a:pt x="608" y="4320"/>
                      </a:cubicBezTo>
                      <a:cubicBezTo>
                        <a:pt x="701" y="3596"/>
                        <a:pt x="655" y="2849"/>
                        <a:pt x="538" y="2125"/>
                      </a:cubicBezTo>
                      <a:cubicBezTo>
                        <a:pt x="421" y="1401"/>
                        <a:pt x="234" y="70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25" name="Google Shape;18425;p62"/>
                <p:cNvSpPr/>
                <p:nvPr/>
              </p:nvSpPr>
              <p:spPr>
                <a:xfrm>
                  <a:off x="2432150" y="2944750"/>
                  <a:ext cx="19300" cy="9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" h="380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1" y="631"/>
                        <a:pt x="397" y="1238"/>
                        <a:pt x="491" y="1892"/>
                      </a:cubicBezTo>
                      <a:cubicBezTo>
                        <a:pt x="561" y="2523"/>
                        <a:pt x="584" y="3177"/>
                        <a:pt x="608" y="3807"/>
                      </a:cubicBezTo>
                      <a:lnTo>
                        <a:pt x="631" y="3807"/>
                      </a:lnTo>
                      <a:cubicBezTo>
                        <a:pt x="771" y="3177"/>
                        <a:pt x="748" y="2500"/>
                        <a:pt x="608" y="1869"/>
                      </a:cubicBezTo>
                      <a:cubicBezTo>
                        <a:pt x="491" y="1215"/>
                        <a:pt x="281" y="608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26" name="Google Shape;18426;p62"/>
                <p:cNvSpPr/>
                <p:nvPr/>
              </p:nvSpPr>
              <p:spPr>
                <a:xfrm>
                  <a:off x="4647775" y="2679125"/>
                  <a:ext cx="13450" cy="13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" h="5559" extrusionOk="0">
                      <a:moveTo>
                        <a:pt x="258" y="0"/>
                      </a:moveTo>
                      <a:cubicBezTo>
                        <a:pt x="71" y="911"/>
                        <a:pt x="1" y="1868"/>
                        <a:pt x="24" y="2803"/>
                      </a:cubicBezTo>
                      <a:cubicBezTo>
                        <a:pt x="48" y="3737"/>
                        <a:pt x="188" y="4671"/>
                        <a:pt x="515" y="5558"/>
                      </a:cubicBezTo>
                      <a:lnTo>
                        <a:pt x="538" y="5558"/>
                      </a:lnTo>
                      <a:cubicBezTo>
                        <a:pt x="375" y="4647"/>
                        <a:pt x="211" y="3713"/>
                        <a:pt x="141" y="2803"/>
                      </a:cubicBezTo>
                      <a:cubicBezTo>
                        <a:pt x="94" y="1868"/>
                        <a:pt x="141" y="934"/>
                        <a:pt x="28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27" name="Google Shape;18427;p62"/>
                <p:cNvSpPr/>
                <p:nvPr/>
              </p:nvSpPr>
              <p:spPr>
                <a:xfrm>
                  <a:off x="4623850" y="2687875"/>
                  <a:ext cx="23375" cy="10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321" extrusionOk="0">
                      <a:moveTo>
                        <a:pt x="0" y="0"/>
                      </a:moveTo>
                      <a:cubicBezTo>
                        <a:pt x="211" y="724"/>
                        <a:pt x="374" y="1425"/>
                        <a:pt x="514" y="2149"/>
                      </a:cubicBezTo>
                      <a:cubicBezTo>
                        <a:pt x="631" y="2873"/>
                        <a:pt x="748" y="3597"/>
                        <a:pt x="911" y="4321"/>
                      </a:cubicBezTo>
                      <a:lnTo>
                        <a:pt x="935" y="4321"/>
                      </a:lnTo>
                      <a:cubicBezTo>
                        <a:pt x="935" y="3573"/>
                        <a:pt x="818" y="2850"/>
                        <a:pt x="631" y="2126"/>
                      </a:cubicBezTo>
                      <a:cubicBezTo>
                        <a:pt x="467" y="1402"/>
                        <a:pt x="257" y="70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28" name="Google Shape;18428;p62"/>
                <p:cNvSpPr/>
                <p:nvPr/>
              </p:nvSpPr>
              <p:spPr>
                <a:xfrm>
                  <a:off x="4661800" y="2716475"/>
                  <a:ext cx="22800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cubicBezTo>
                        <a:pt x="211" y="608"/>
                        <a:pt x="397" y="1238"/>
                        <a:pt x="537" y="1869"/>
                      </a:cubicBezTo>
                      <a:cubicBezTo>
                        <a:pt x="654" y="2523"/>
                        <a:pt x="748" y="3153"/>
                        <a:pt x="864" y="3784"/>
                      </a:cubicBezTo>
                      <a:lnTo>
                        <a:pt x="888" y="3784"/>
                      </a:lnTo>
                      <a:cubicBezTo>
                        <a:pt x="911" y="3130"/>
                        <a:pt x="818" y="2476"/>
                        <a:pt x="654" y="1846"/>
                      </a:cubicBezTo>
                      <a:cubicBezTo>
                        <a:pt x="491" y="1215"/>
                        <a:pt x="281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29" name="Google Shape;18429;p62"/>
                <p:cNvSpPr/>
                <p:nvPr/>
              </p:nvSpPr>
              <p:spPr>
                <a:xfrm>
                  <a:off x="4587650" y="2716475"/>
                  <a:ext cx="22800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1" y="608"/>
                        <a:pt x="374" y="1238"/>
                        <a:pt x="514" y="1869"/>
                      </a:cubicBezTo>
                      <a:cubicBezTo>
                        <a:pt x="631" y="2523"/>
                        <a:pt x="724" y="3153"/>
                        <a:pt x="865" y="3784"/>
                      </a:cubicBezTo>
                      <a:cubicBezTo>
                        <a:pt x="911" y="3130"/>
                        <a:pt x="818" y="2476"/>
                        <a:pt x="631" y="1846"/>
                      </a:cubicBezTo>
                      <a:cubicBezTo>
                        <a:pt x="468" y="1215"/>
                        <a:pt x="257" y="5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30" name="Google Shape;18430;p62"/>
                <p:cNvSpPr/>
                <p:nvPr/>
              </p:nvSpPr>
              <p:spPr>
                <a:xfrm>
                  <a:off x="5444125" y="2929000"/>
                  <a:ext cx="35050" cy="28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" h="11327" extrusionOk="0">
                      <a:moveTo>
                        <a:pt x="1379" y="0"/>
                      </a:moveTo>
                      <a:cubicBezTo>
                        <a:pt x="748" y="1822"/>
                        <a:pt x="328" y="3690"/>
                        <a:pt x="141" y="5605"/>
                      </a:cubicBezTo>
                      <a:cubicBezTo>
                        <a:pt x="47" y="6562"/>
                        <a:pt x="1" y="7520"/>
                        <a:pt x="24" y="8477"/>
                      </a:cubicBezTo>
                      <a:cubicBezTo>
                        <a:pt x="47" y="9435"/>
                        <a:pt x="117" y="10392"/>
                        <a:pt x="281" y="11326"/>
                      </a:cubicBezTo>
                      <a:lnTo>
                        <a:pt x="304" y="11326"/>
                      </a:lnTo>
                      <a:cubicBezTo>
                        <a:pt x="234" y="10392"/>
                        <a:pt x="164" y="9435"/>
                        <a:pt x="164" y="8477"/>
                      </a:cubicBezTo>
                      <a:cubicBezTo>
                        <a:pt x="141" y="7520"/>
                        <a:pt x="187" y="6562"/>
                        <a:pt x="258" y="5628"/>
                      </a:cubicBezTo>
                      <a:cubicBezTo>
                        <a:pt x="421" y="3713"/>
                        <a:pt x="818" y="1845"/>
                        <a:pt x="1402" y="24"/>
                      </a:cubicBezTo>
                      <a:lnTo>
                        <a:pt x="137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31" name="Google Shape;18431;p62"/>
                <p:cNvSpPr/>
                <p:nvPr/>
              </p:nvSpPr>
              <p:spPr>
                <a:xfrm>
                  <a:off x="5414950" y="2938925"/>
                  <a:ext cx="16950" cy="22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8" h="899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10" y="1471"/>
                        <a:pt x="350" y="2989"/>
                        <a:pt x="444" y="4484"/>
                      </a:cubicBezTo>
                      <a:cubicBezTo>
                        <a:pt x="467" y="5231"/>
                        <a:pt x="514" y="5979"/>
                        <a:pt x="514" y="6726"/>
                      </a:cubicBezTo>
                      <a:cubicBezTo>
                        <a:pt x="560" y="7473"/>
                        <a:pt x="560" y="8220"/>
                        <a:pt x="584" y="8991"/>
                      </a:cubicBezTo>
                      <a:lnTo>
                        <a:pt x="607" y="8991"/>
                      </a:lnTo>
                      <a:cubicBezTo>
                        <a:pt x="677" y="8220"/>
                        <a:pt x="677" y="7473"/>
                        <a:pt x="677" y="6726"/>
                      </a:cubicBezTo>
                      <a:cubicBezTo>
                        <a:pt x="654" y="5979"/>
                        <a:pt x="631" y="5231"/>
                        <a:pt x="560" y="4461"/>
                      </a:cubicBezTo>
                      <a:cubicBezTo>
                        <a:pt x="444" y="2966"/>
                        <a:pt x="257" y="1471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32" name="Google Shape;18432;p62"/>
                <p:cNvSpPr/>
                <p:nvPr/>
              </p:nvSpPr>
              <p:spPr>
                <a:xfrm>
                  <a:off x="5483250" y="3006650"/>
                  <a:ext cx="21050" cy="19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7917" extrusionOk="0">
                      <a:moveTo>
                        <a:pt x="0" y="0"/>
                      </a:moveTo>
                      <a:cubicBezTo>
                        <a:pt x="281" y="1308"/>
                        <a:pt x="467" y="2616"/>
                        <a:pt x="561" y="3947"/>
                      </a:cubicBezTo>
                      <a:cubicBezTo>
                        <a:pt x="654" y="5278"/>
                        <a:pt x="654" y="6586"/>
                        <a:pt x="654" y="7917"/>
                      </a:cubicBezTo>
                      <a:cubicBezTo>
                        <a:pt x="841" y="6609"/>
                        <a:pt x="818" y="5255"/>
                        <a:pt x="678" y="3923"/>
                      </a:cubicBezTo>
                      <a:cubicBezTo>
                        <a:pt x="561" y="2616"/>
                        <a:pt x="327" y="1285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33" name="Google Shape;18433;p62"/>
                <p:cNvSpPr/>
                <p:nvPr/>
              </p:nvSpPr>
              <p:spPr>
                <a:xfrm>
                  <a:off x="5332625" y="2986200"/>
                  <a:ext cx="20450" cy="19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7918" extrusionOk="0">
                      <a:moveTo>
                        <a:pt x="0" y="1"/>
                      </a:moveTo>
                      <a:cubicBezTo>
                        <a:pt x="280" y="1309"/>
                        <a:pt x="467" y="2616"/>
                        <a:pt x="561" y="3947"/>
                      </a:cubicBezTo>
                      <a:cubicBezTo>
                        <a:pt x="631" y="5279"/>
                        <a:pt x="654" y="6586"/>
                        <a:pt x="631" y="7917"/>
                      </a:cubicBezTo>
                      <a:lnTo>
                        <a:pt x="654" y="7917"/>
                      </a:lnTo>
                      <a:cubicBezTo>
                        <a:pt x="818" y="6610"/>
                        <a:pt x="818" y="5255"/>
                        <a:pt x="677" y="3924"/>
                      </a:cubicBezTo>
                      <a:cubicBezTo>
                        <a:pt x="561" y="2616"/>
                        <a:pt x="327" y="12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34" name="Google Shape;18434;p62"/>
                <p:cNvSpPr/>
                <p:nvPr/>
              </p:nvSpPr>
              <p:spPr>
                <a:xfrm>
                  <a:off x="7305975" y="2195725"/>
                  <a:ext cx="52550" cy="18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7263" extrusionOk="0">
                      <a:moveTo>
                        <a:pt x="2102" y="0"/>
                      </a:moveTo>
                      <a:cubicBezTo>
                        <a:pt x="1495" y="1121"/>
                        <a:pt x="1004" y="2289"/>
                        <a:pt x="631" y="3503"/>
                      </a:cubicBezTo>
                      <a:cubicBezTo>
                        <a:pt x="257" y="4717"/>
                        <a:pt x="23" y="5978"/>
                        <a:pt x="0" y="7263"/>
                      </a:cubicBezTo>
                      <a:cubicBezTo>
                        <a:pt x="187" y="6002"/>
                        <a:pt x="420" y="4764"/>
                        <a:pt x="747" y="3550"/>
                      </a:cubicBezTo>
                      <a:cubicBezTo>
                        <a:pt x="1098" y="2335"/>
                        <a:pt x="1541" y="1144"/>
                        <a:pt x="210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35" name="Google Shape;18435;p62"/>
                <p:cNvSpPr/>
                <p:nvPr/>
              </p:nvSpPr>
              <p:spPr>
                <a:xfrm>
                  <a:off x="7299550" y="2198625"/>
                  <a:ext cx="21025" cy="14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5839" extrusionOk="0">
                      <a:moveTo>
                        <a:pt x="818" y="1"/>
                      </a:moveTo>
                      <a:cubicBezTo>
                        <a:pt x="748" y="982"/>
                        <a:pt x="631" y="1962"/>
                        <a:pt x="467" y="2920"/>
                      </a:cubicBezTo>
                      <a:cubicBezTo>
                        <a:pt x="304" y="3901"/>
                        <a:pt x="140" y="4858"/>
                        <a:pt x="0" y="5839"/>
                      </a:cubicBezTo>
                      <a:lnTo>
                        <a:pt x="24" y="5839"/>
                      </a:lnTo>
                      <a:cubicBezTo>
                        <a:pt x="304" y="4882"/>
                        <a:pt x="491" y="3924"/>
                        <a:pt x="584" y="2943"/>
                      </a:cubicBezTo>
                      <a:cubicBezTo>
                        <a:pt x="724" y="1962"/>
                        <a:pt x="794" y="982"/>
                        <a:pt x="8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36" name="Google Shape;18436;p62"/>
                <p:cNvSpPr/>
                <p:nvPr/>
              </p:nvSpPr>
              <p:spPr>
                <a:xfrm>
                  <a:off x="7263350" y="2239500"/>
                  <a:ext cx="14025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5162" extrusionOk="0">
                      <a:moveTo>
                        <a:pt x="491" y="0"/>
                      </a:moveTo>
                      <a:cubicBezTo>
                        <a:pt x="491" y="865"/>
                        <a:pt x="444" y="1729"/>
                        <a:pt x="374" y="2593"/>
                      </a:cubicBezTo>
                      <a:cubicBezTo>
                        <a:pt x="257" y="3457"/>
                        <a:pt x="117" y="4297"/>
                        <a:pt x="0" y="5161"/>
                      </a:cubicBezTo>
                      <a:lnTo>
                        <a:pt x="24" y="5161"/>
                      </a:lnTo>
                      <a:cubicBezTo>
                        <a:pt x="281" y="4344"/>
                        <a:pt x="444" y="3480"/>
                        <a:pt x="491" y="2593"/>
                      </a:cubicBezTo>
                      <a:cubicBezTo>
                        <a:pt x="561" y="1729"/>
                        <a:pt x="561" y="865"/>
                        <a:pt x="49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37" name="Google Shape;18437;p62"/>
                <p:cNvSpPr/>
                <p:nvPr/>
              </p:nvSpPr>
              <p:spPr>
                <a:xfrm>
                  <a:off x="7334575" y="2245925"/>
                  <a:ext cx="17525" cy="12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38" extrusionOk="0">
                      <a:moveTo>
                        <a:pt x="654" y="0"/>
                      </a:moveTo>
                      <a:cubicBezTo>
                        <a:pt x="631" y="864"/>
                        <a:pt x="561" y="1728"/>
                        <a:pt x="444" y="2593"/>
                      </a:cubicBezTo>
                      <a:cubicBezTo>
                        <a:pt x="304" y="3433"/>
                        <a:pt x="141" y="4274"/>
                        <a:pt x="0" y="5138"/>
                      </a:cubicBezTo>
                      <a:lnTo>
                        <a:pt x="24" y="5138"/>
                      </a:lnTo>
                      <a:cubicBezTo>
                        <a:pt x="327" y="4321"/>
                        <a:pt x="491" y="3457"/>
                        <a:pt x="561" y="2593"/>
                      </a:cubicBezTo>
                      <a:cubicBezTo>
                        <a:pt x="654" y="1728"/>
                        <a:pt x="701" y="864"/>
                        <a:pt x="67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38" name="Google Shape;18438;p62"/>
                <p:cNvSpPr/>
                <p:nvPr/>
              </p:nvSpPr>
              <p:spPr>
                <a:xfrm>
                  <a:off x="7227150" y="2308400"/>
                  <a:ext cx="19875" cy="12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15" extrusionOk="0">
                      <a:moveTo>
                        <a:pt x="771" y="0"/>
                      </a:moveTo>
                      <a:cubicBezTo>
                        <a:pt x="748" y="864"/>
                        <a:pt x="654" y="1705"/>
                        <a:pt x="491" y="2569"/>
                      </a:cubicBezTo>
                      <a:cubicBezTo>
                        <a:pt x="351" y="3410"/>
                        <a:pt x="164" y="4250"/>
                        <a:pt x="0" y="5114"/>
                      </a:cubicBezTo>
                      <a:cubicBezTo>
                        <a:pt x="327" y="4297"/>
                        <a:pt x="514" y="3456"/>
                        <a:pt x="631" y="2592"/>
                      </a:cubicBezTo>
                      <a:cubicBezTo>
                        <a:pt x="748" y="1728"/>
                        <a:pt x="794" y="864"/>
                        <a:pt x="79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39" name="Google Shape;18439;p62"/>
                <p:cNvSpPr/>
                <p:nvPr/>
              </p:nvSpPr>
              <p:spPr>
                <a:xfrm>
                  <a:off x="6500275" y="2309550"/>
                  <a:ext cx="22225" cy="16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6634" extrusionOk="0">
                      <a:moveTo>
                        <a:pt x="865" y="1"/>
                      </a:moveTo>
                      <a:cubicBezTo>
                        <a:pt x="514" y="1052"/>
                        <a:pt x="281" y="2173"/>
                        <a:pt x="141" y="3270"/>
                      </a:cubicBezTo>
                      <a:cubicBezTo>
                        <a:pt x="1" y="4391"/>
                        <a:pt x="1" y="5535"/>
                        <a:pt x="187" y="6633"/>
                      </a:cubicBezTo>
                      <a:lnTo>
                        <a:pt x="211" y="6633"/>
                      </a:lnTo>
                      <a:cubicBezTo>
                        <a:pt x="187" y="5512"/>
                        <a:pt x="187" y="4415"/>
                        <a:pt x="281" y="3294"/>
                      </a:cubicBezTo>
                      <a:cubicBezTo>
                        <a:pt x="374" y="2173"/>
                        <a:pt x="584" y="1075"/>
                        <a:pt x="888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40" name="Google Shape;18440;p62"/>
                <p:cNvSpPr/>
                <p:nvPr/>
              </p:nvSpPr>
              <p:spPr>
                <a:xfrm>
                  <a:off x="6489175" y="2317725"/>
                  <a:ext cx="8200" cy="1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5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1" y="865"/>
                        <a:pt x="118" y="1752"/>
                        <a:pt x="141" y="2616"/>
                      </a:cubicBezTo>
                      <a:cubicBezTo>
                        <a:pt x="164" y="3480"/>
                        <a:pt x="164" y="4344"/>
                        <a:pt x="211" y="5208"/>
                      </a:cubicBezTo>
                      <a:lnTo>
                        <a:pt x="234" y="5208"/>
                      </a:lnTo>
                      <a:cubicBezTo>
                        <a:pt x="328" y="4344"/>
                        <a:pt x="328" y="3480"/>
                        <a:pt x="281" y="2616"/>
                      </a:cubicBezTo>
                      <a:cubicBezTo>
                        <a:pt x="211" y="1729"/>
                        <a:pt x="141" y="86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41" name="Google Shape;18441;p62"/>
                <p:cNvSpPr/>
                <p:nvPr/>
              </p:nvSpPr>
              <p:spPr>
                <a:xfrm>
                  <a:off x="6523625" y="2354500"/>
                  <a:ext cx="10550" cy="11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4579" extrusionOk="0">
                      <a:moveTo>
                        <a:pt x="1" y="1"/>
                      </a:moveTo>
                      <a:cubicBezTo>
                        <a:pt x="118" y="748"/>
                        <a:pt x="188" y="1519"/>
                        <a:pt x="211" y="2290"/>
                      </a:cubicBezTo>
                      <a:lnTo>
                        <a:pt x="234" y="4578"/>
                      </a:lnTo>
                      <a:lnTo>
                        <a:pt x="258" y="4578"/>
                      </a:lnTo>
                      <a:cubicBezTo>
                        <a:pt x="398" y="3808"/>
                        <a:pt x="421" y="3037"/>
                        <a:pt x="328" y="2266"/>
                      </a:cubicBezTo>
                      <a:cubicBezTo>
                        <a:pt x="281" y="1496"/>
                        <a:pt x="164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42" name="Google Shape;18442;p62"/>
                <p:cNvSpPr/>
                <p:nvPr/>
              </p:nvSpPr>
              <p:spPr>
                <a:xfrm>
                  <a:off x="6629900" y="2269850"/>
                  <a:ext cx="19875" cy="1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39" extrusionOk="0">
                      <a:moveTo>
                        <a:pt x="771" y="1"/>
                      </a:moveTo>
                      <a:cubicBezTo>
                        <a:pt x="747" y="865"/>
                        <a:pt x="654" y="1729"/>
                        <a:pt x="514" y="2593"/>
                      </a:cubicBezTo>
                      <a:cubicBezTo>
                        <a:pt x="350" y="3434"/>
                        <a:pt x="164" y="4274"/>
                        <a:pt x="0" y="5138"/>
                      </a:cubicBezTo>
                      <a:cubicBezTo>
                        <a:pt x="327" y="4321"/>
                        <a:pt x="514" y="3457"/>
                        <a:pt x="631" y="2593"/>
                      </a:cubicBezTo>
                      <a:cubicBezTo>
                        <a:pt x="747" y="1752"/>
                        <a:pt x="794" y="888"/>
                        <a:pt x="79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  <p:grpSp>
            <p:nvGrpSpPr>
              <p:cNvPr id="18443" name="Google Shape;18443;p62"/>
              <p:cNvGrpSpPr/>
              <p:nvPr/>
            </p:nvGrpSpPr>
            <p:grpSpPr>
              <a:xfrm>
                <a:off x="-75995" y="4389444"/>
                <a:ext cx="2222158" cy="795026"/>
                <a:chOff x="-75995" y="6598257"/>
                <a:chExt cx="2222158" cy="795026"/>
              </a:xfrm>
            </p:grpSpPr>
            <p:sp>
              <p:nvSpPr>
                <p:cNvPr id="18444" name="Google Shape;18444;p62"/>
                <p:cNvSpPr/>
                <p:nvPr/>
              </p:nvSpPr>
              <p:spPr>
                <a:xfrm>
                  <a:off x="1214464" y="6650750"/>
                  <a:ext cx="19181" cy="1591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5" h="8922" extrusionOk="0">
                      <a:moveTo>
                        <a:pt x="0" y="0"/>
                      </a:moveTo>
                      <a:cubicBezTo>
                        <a:pt x="374" y="1472"/>
                        <a:pt x="607" y="2943"/>
                        <a:pt x="701" y="4438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7" y="7403"/>
                        <a:pt x="724" y="8151"/>
                        <a:pt x="724" y="8921"/>
                      </a:cubicBezTo>
                      <a:lnTo>
                        <a:pt x="747" y="8921"/>
                      </a:lnTo>
                      <a:cubicBezTo>
                        <a:pt x="911" y="8174"/>
                        <a:pt x="981" y="7427"/>
                        <a:pt x="1028" y="6679"/>
                      </a:cubicBezTo>
                      <a:cubicBezTo>
                        <a:pt x="1074" y="5932"/>
                        <a:pt x="1004" y="5161"/>
                        <a:pt x="934" y="4414"/>
                      </a:cubicBezTo>
                      <a:cubicBezTo>
                        <a:pt x="794" y="2920"/>
                        <a:pt x="490" y="1425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45" name="Google Shape;18445;p62"/>
                <p:cNvSpPr/>
                <p:nvPr/>
              </p:nvSpPr>
              <p:spPr>
                <a:xfrm>
                  <a:off x="1239462" y="6656584"/>
                  <a:ext cx="36684" cy="112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8" y="1028"/>
                        <a:pt x="1285" y="2079"/>
                        <a:pt x="911" y="3106"/>
                      </a:cubicBezTo>
                      <a:cubicBezTo>
                        <a:pt x="724" y="3643"/>
                        <a:pt x="537" y="4157"/>
                        <a:pt x="374" y="4694"/>
                      </a:cubicBezTo>
                      <a:cubicBezTo>
                        <a:pt x="234" y="5208"/>
                        <a:pt x="94" y="5745"/>
                        <a:pt x="0" y="6306"/>
                      </a:cubicBezTo>
                      <a:lnTo>
                        <a:pt x="24" y="6306"/>
                      </a:lnTo>
                      <a:cubicBezTo>
                        <a:pt x="281" y="5792"/>
                        <a:pt x="467" y="5278"/>
                        <a:pt x="678" y="4764"/>
                      </a:cubicBezTo>
                      <a:cubicBezTo>
                        <a:pt x="864" y="4251"/>
                        <a:pt x="1004" y="3714"/>
                        <a:pt x="1145" y="3200"/>
                      </a:cubicBezTo>
                      <a:cubicBezTo>
                        <a:pt x="1472" y="2126"/>
                        <a:pt x="1775" y="1075"/>
                        <a:pt x="205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46" name="Google Shape;18446;p62"/>
                <p:cNvSpPr/>
                <p:nvPr/>
              </p:nvSpPr>
              <p:spPr>
                <a:xfrm>
                  <a:off x="1258624" y="6720335"/>
                  <a:ext cx="21268" cy="91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5115" extrusionOk="0">
                      <a:moveTo>
                        <a:pt x="1168" y="0"/>
                      </a:moveTo>
                      <a:cubicBezTo>
                        <a:pt x="865" y="818"/>
                        <a:pt x="608" y="1658"/>
                        <a:pt x="374" y="2523"/>
                      </a:cubicBezTo>
                      <a:cubicBezTo>
                        <a:pt x="281" y="2943"/>
                        <a:pt x="141" y="3363"/>
                        <a:pt x="94" y="3807"/>
                      </a:cubicBezTo>
                      <a:cubicBezTo>
                        <a:pt x="47" y="4227"/>
                        <a:pt x="1" y="4671"/>
                        <a:pt x="24" y="5115"/>
                      </a:cubicBezTo>
                      <a:lnTo>
                        <a:pt x="47" y="5115"/>
                      </a:lnTo>
                      <a:cubicBezTo>
                        <a:pt x="187" y="4694"/>
                        <a:pt x="281" y="4274"/>
                        <a:pt x="398" y="3854"/>
                      </a:cubicBezTo>
                      <a:cubicBezTo>
                        <a:pt x="491" y="3433"/>
                        <a:pt x="538" y="2990"/>
                        <a:pt x="631" y="2569"/>
                      </a:cubicBezTo>
                      <a:cubicBezTo>
                        <a:pt x="795" y="1705"/>
                        <a:pt x="981" y="841"/>
                        <a:pt x="119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47" name="Google Shape;18447;p62"/>
                <p:cNvSpPr/>
                <p:nvPr/>
              </p:nvSpPr>
              <p:spPr>
                <a:xfrm>
                  <a:off x="1919064" y="6865341"/>
                  <a:ext cx="18770" cy="1591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8922" extrusionOk="0">
                      <a:moveTo>
                        <a:pt x="24" y="0"/>
                      </a:moveTo>
                      <a:lnTo>
                        <a:pt x="0" y="24"/>
                      </a:lnTo>
                      <a:cubicBezTo>
                        <a:pt x="374" y="1471"/>
                        <a:pt x="584" y="2943"/>
                        <a:pt x="678" y="4437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8" y="7426"/>
                        <a:pt x="701" y="8174"/>
                        <a:pt x="701" y="8921"/>
                      </a:cubicBezTo>
                      <a:lnTo>
                        <a:pt x="748" y="8921"/>
                      </a:lnTo>
                      <a:cubicBezTo>
                        <a:pt x="911" y="8174"/>
                        <a:pt x="981" y="7426"/>
                        <a:pt x="1028" y="6679"/>
                      </a:cubicBezTo>
                      <a:cubicBezTo>
                        <a:pt x="1051" y="5932"/>
                        <a:pt x="1005" y="5161"/>
                        <a:pt x="935" y="4414"/>
                      </a:cubicBezTo>
                      <a:cubicBezTo>
                        <a:pt x="771" y="2919"/>
                        <a:pt x="467" y="144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48" name="Google Shape;18448;p62"/>
                <p:cNvSpPr/>
                <p:nvPr/>
              </p:nvSpPr>
              <p:spPr>
                <a:xfrm>
                  <a:off x="1944062" y="6871176"/>
                  <a:ext cx="36684" cy="112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9" y="1051"/>
                        <a:pt x="1285" y="2079"/>
                        <a:pt x="911" y="3129"/>
                      </a:cubicBezTo>
                      <a:cubicBezTo>
                        <a:pt x="725" y="3643"/>
                        <a:pt x="514" y="4157"/>
                        <a:pt x="374" y="4694"/>
                      </a:cubicBezTo>
                      <a:cubicBezTo>
                        <a:pt x="234" y="5231"/>
                        <a:pt x="71" y="5745"/>
                        <a:pt x="1" y="6305"/>
                      </a:cubicBezTo>
                      <a:lnTo>
                        <a:pt x="24" y="6305"/>
                      </a:lnTo>
                      <a:cubicBezTo>
                        <a:pt x="281" y="5815"/>
                        <a:pt x="468" y="5301"/>
                        <a:pt x="654" y="4764"/>
                      </a:cubicBezTo>
                      <a:cubicBezTo>
                        <a:pt x="841" y="4250"/>
                        <a:pt x="981" y="3713"/>
                        <a:pt x="1145" y="3199"/>
                      </a:cubicBezTo>
                      <a:cubicBezTo>
                        <a:pt x="1448" y="2149"/>
                        <a:pt x="1752" y="1074"/>
                        <a:pt x="2056" y="23"/>
                      </a:cubicBezTo>
                      <a:lnTo>
                        <a:pt x="2032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49" name="Google Shape;18449;p62"/>
                <p:cNvSpPr/>
                <p:nvPr/>
              </p:nvSpPr>
              <p:spPr>
                <a:xfrm>
                  <a:off x="1962814" y="6934927"/>
                  <a:ext cx="21679" cy="9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5" h="5138" extrusionOk="0">
                      <a:moveTo>
                        <a:pt x="1191" y="0"/>
                      </a:moveTo>
                      <a:cubicBezTo>
                        <a:pt x="888" y="817"/>
                        <a:pt x="608" y="1658"/>
                        <a:pt x="397" y="2522"/>
                      </a:cubicBezTo>
                      <a:cubicBezTo>
                        <a:pt x="281" y="2943"/>
                        <a:pt x="164" y="3363"/>
                        <a:pt x="117" y="3807"/>
                      </a:cubicBezTo>
                      <a:cubicBezTo>
                        <a:pt x="47" y="4250"/>
                        <a:pt x="0" y="4671"/>
                        <a:pt x="47" y="5114"/>
                      </a:cubicBezTo>
                      <a:lnTo>
                        <a:pt x="71" y="5138"/>
                      </a:lnTo>
                      <a:cubicBezTo>
                        <a:pt x="211" y="4717"/>
                        <a:pt x="304" y="4274"/>
                        <a:pt x="397" y="3853"/>
                      </a:cubicBezTo>
                      <a:cubicBezTo>
                        <a:pt x="514" y="3433"/>
                        <a:pt x="561" y="2989"/>
                        <a:pt x="631" y="2569"/>
                      </a:cubicBezTo>
                      <a:cubicBezTo>
                        <a:pt x="794" y="1705"/>
                        <a:pt x="1005" y="864"/>
                        <a:pt x="12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50" name="Google Shape;18450;p62"/>
                <p:cNvSpPr/>
                <p:nvPr/>
              </p:nvSpPr>
              <p:spPr>
                <a:xfrm>
                  <a:off x="1801554" y="6659492"/>
                  <a:ext cx="15434" cy="121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6820" extrusionOk="0">
                      <a:moveTo>
                        <a:pt x="1" y="1"/>
                      </a:moveTo>
                      <a:cubicBezTo>
                        <a:pt x="281" y="1122"/>
                        <a:pt x="444" y="2243"/>
                        <a:pt x="515" y="3387"/>
                      </a:cubicBezTo>
                      <a:cubicBezTo>
                        <a:pt x="538" y="3971"/>
                        <a:pt x="515" y="4531"/>
                        <a:pt x="515" y="5092"/>
                      </a:cubicBezTo>
                      <a:lnTo>
                        <a:pt x="538" y="6820"/>
                      </a:lnTo>
                      <a:lnTo>
                        <a:pt x="585" y="6820"/>
                      </a:lnTo>
                      <a:cubicBezTo>
                        <a:pt x="725" y="6259"/>
                        <a:pt x="795" y="5676"/>
                        <a:pt x="818" y="5115"/>
                      </a:cubicBezTo>
                      <a:cubicBezTo>
                        <a:pt x="865" y="4531"/>
                        <a:pt x="818" y="3948"/>
                        <a:pt x="748" y="3387"/>
                      </a:cubicBezTo>
                      <a:cubicBezTo>
                        <a:pt x="631" y="2219"/>
                        <a:pt x="398" y="109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51" name="Google Shape;18451;p62"/>
                <p:cNvSpPr/>
                <p:nvPr/>
              </p:nvSpPr>
              <p:spPr>
                <a:xfrm>
                  <a:off x="1820734" y="6663668"/>
                  <a:ext cx="28352" cy="86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" h="4835" extrusionOk="0">
                      <a:moveTo>
                        <a:pt x="1565" y="0"/>
                      </a:moveTo>
                      <a:cubicBezTo>
                        <a:pt x="1261" y="794"/>
                        <a:pt x="958" y="1588"/>
                        <a:pt x="677" y="2382"/>
                      </a:cubicBezTo>
                      <a:cubicBezTo>
                        <a:pt x="537" y="2779"/>
                        <a:pt x="374" y="3176"/>
                        <a:pt x="257" y="3597"/>
                      </a:cubicBezTo>
                      <a:cubicBezTo>
                        <a:pt x="163" y="3994"/>
                        <a:pt x="47" y="4414"/>
                        <a:pt x="0" y="4834"/>
                      </a:cubicBezTo>
                      <a:lnTo>
                        <a:pt x="23" y="4834"/>
                      </a:lnTo>
                      <a:cubicBezTo>
                        <a:pt x="234" y="4461"/>
                        <a:pt x="397" y="4064"/>
                        <a:pt x="537" y="3667"/>
                      </a:cubicBezTo>
                      <a:cubicBezTo>
                        <a:pt x="701" y="3270"/>
                        <a:pt x="794" y="2873"/>
                        <a:pt x="911" y="2452"/>
                      </a:cubicBezTo>
                      <a:cubicBezTo>
                        <a:pt x="1144" y="1658"/>
                        <a:pt x="1378" y="841"/>
                        <a:pt x="1588" y="24"/>
                      </a:cubicBezTo>
                      <a:lnTo>
                        <a:pt x="156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52" name="Google Shape;18452;p62"/>
                <p:cNvSpPr/>
                <p:nvPr/>
              </p:nvSpPr>
              <p:spPr>
                <a:xfrm>
                  <a:off x="1834901" y="6712413"/>
                  <a:ext cx="17093" cy="704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" h="3948" extrusionOk="0">
                      <a:moveTo>
                        <a:pt x="911" y="1"/>
                      </a:moveTo>
                      <a:cubicBezTo>
                        <a:pt x="677" y="631"/>
                        <a:pt x="467" y="1285"/>
                        <a:pt x="304" y="1939"/>
                      </a:cubicBezTo>
                      <a:cubicBezTo>
                        <a:pt x="210" y="2266"/>
                        <a:pt x="117" y="2593"/>
                        <a:pt x="70" y="2920"/>
                      </a:cubicBezTo>
                      <a:cubicBezTo>
                        <a:pt x="23" y="3247"/>
                        <a:pt x="0" y="3597"/>
                        <a:pt x="47" y="3947"/>
                      </a:cubicBezTo>
                      <a:lnTo>
                        <a:pt x="70" y="3947"/>
                      </a:lnTo>
                      <a:cubicBezTo>
                        <a:pt x="210" y="3620"/>
                        <a:pt x="280" y="3293"/>
                        <a:pt x="374" y="2967"/>
                      </a:cubicBezTo>
                      <a:cubicBezTo>
                        <a:pt x="444" y="2640"/>
                        <a:pt x="467" y="2313"/>
                        <a:pt x="537" y="1986"/>
                      </a:cubicBezTo>
                      <a:cubicBezTo>
                        <a:pt x="654" y="1332"/>
                        <a:pt x="794" y="678"/>
                        <a:pt x="958" y="24"/>
                      </a:cubicBezTo>
                      <a:lnTo>
                        <a:pt x="911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53" name="Google Shape;18453;p62"/>
                <p:cNvSpPr/>
                <p:nvPr/>
              </p:nvSpPr>
              <p:spPr>
                <a:xfrm>
                  <a:off x="2121987" y="6885343"/>
                  <a:ext cx="16683" cy="700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3924" extrusionOk="0">
                      <a:moveTo>
                        <a:pt x="911" y="0"/>
                      </a:moveTo>
                      <a:cubicBezTo>
                        <a:pt x="678" y="631"/>
                        <a:pt x="467" y="1261"/>
                        <a:pt x="281" y="1915"/>
                      </a:cubicBezTo>
                      <a:cubicBezTo>
                        <a:pt x="211" y="2242"/>
                        <a:pt x="94" y="2569"/>
                        <a:pt x="47" y="2896"/>
                      </a:cubicBezTo>
                      <a:cubicBezTo>
                        <a:pt x="24" y="3246"/>
                        <a:pt x="0" y="3573"/>
                        <a:pt x="24" y="3923"/>
                      </a:cubicBezTo>
                      <a:lnTo>
                        <a:pt x="70" y="3923"/>
                      </a:lnTo>
                      <a:cubicBezTo>
                        <a:pt x="187" y="3596"/>
                        <a:pt x="281" y="3270"/>
                        <a:pt x="351" y="2966"/>
                      </a:cubicBezTo>
                      <a:cubicBezTo>
                        <a:pt x="444" y="2639"/>
                        <a:pt x="467" y="2289"/>
                        <a:pt x="514" y="1962"/>
                      </a:cubicBezTo>
                      <a:cubicBezTo>
                        <a:pt x="654" y="1308"/>
                        <a:pt x="794" y="654"/>
                        <a:pt x="93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54" name="Google Shape;18454;p62"/>
                <p:cNvSpPr/>
                <p:nvPr/>
              </p:nvSpPr>
              <p:spPr>
                <a:xfrm>
                  <a:off x="208183" y="6744922"/>
                  <a:ext cx="15006" cy="129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724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04" y="1168"/>
                        <a:pt x="490" y="2382"/>
                        <a:pt x="584" y="3597"/>
                      </a:cubicBezTo>
                      <a:cubicBezTo>
                        <a:pt x="654" y="4811"/>
                        <a:pt x="631" y="6025"/>
                        <a:pt x="561" y="7240"/>
                      </a:cubicBezTo>
                      <a:lnTo>
                        <a:pt x="584" y="7240"/>
                      </a:lnTo>
                      <a:cubicBezTo>
                        <a:pt x="817" y="6025"/>
                        <a:pt x="841" y="4788"/>
                        <a:pt x="701" y="3573"/>
                      </a:cubicBezTo>
                      <a:cubicBezTo>
                        <a:pt x="584" y="2359"/>
                        <a:pt x="350" y="1168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55" name="Google Shape;18455;p62"/>
                <p:cNvSpPr/>
                <p:nvPr/>
              </p:nvSpPr>
              <p:spPr>
                <a:xfrm>
                  <a:off x="231503" y="6752006"/>
                  <a:ext cx="10027" cy="954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" h="5349" extrusionOk="0">
                      <a:moveTo>
                        <a:pt x="561" y="0"/>
                      </a:moveTo>
                      <a:lnTo>
                        <a:pt x="234" y="2662"/>
                      </a:lnTo>
                      <a:cubicBezTo>
                        <a:pt x="118" y="3550"/>
                        <a:pt x="24" y="4437"/>
                        <a:pt x="1" y="5348"/>
                      </a:cubicBezTo>
                      <a:lnTo>
                        <a:pt x="24" y="5348"/>
                      </a:lnTo>
                      <a:cubicBezTo>
                        <a:pt x="188" y="4461"/>
                        <a:pt x="281" y="3573"/>
                        <a:pt x="351" y="2686"/>
                      </a:cubicBezTo>
                      <a:lnTo>
                        <a:pt x="56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56" name="Google Shape;18456;p62"/>
                <p:cNvSpPr/>
                <p:nvPr/>
              </p:nvSpPr>
              <p:spPr>
                <a:xfrm>
                  <a:off x="250684" y="6795327"/>
                  <a:ext cx="16683" cy="741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158" extrusionOk="0">
                      <a:moveTo>
                        <a:pt x="911" y="1"/>
                      </a:moveTo>
                      <a:cubicBezTo>
                        <a:pt x="677" y="655"/>
                        <a:pt x="490" y="1355"/>
                        <a:pt x="327" y="2033"/>
                      </a:cubicBezTo>
                      <a:cubicBezTo>
                        <a:pt x="140" y="2733"/>
                        <a:pt x="0" y="3434"/>
                        <a:pt x="0" y="4158"/>
                      </a:cubicBezTo>
                      <a:cubicBezTo>
                        <a:pt x="187" y="3457"/>
                        <a:pt x="304" y="2780"/>
                        <a:pt x="444" y="2079"/>
                      </a:cubicBezTo>
                      <a:cubicBezTo>
                        <a:pt x="584" y="1379"/>
                        <a:pt x="747" y="678"/>
                        <a:pt x="93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57" name="Google Shape;18457;p62"/>
                <p:cNvSpPr/>
                <p:nvPr/>
              </p:nvSpPr>
              <p:spPr>
                <a:xfrm>
                  <a:off x="-75995" y="6897422"/>
                  <a:ext cx="39182" cy="124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6" h="6960" extrusionOk="0">
                      <a:moveTo>
                        <a:pt x="0" y="0"/>
                      </a:moveTo>
                      <a:cubicBezTo>
                        <a:pt x="561" y="1098"/>
                        <a:pt x="1028" y="2219"/>
                        <a:pt x="1378" y="3387"/>
                      </a:cubicBezTo>
                      <a:cubicBezTo>
                        <a:pt x="1705" y="4554"/>
                        <a:pt x="1962" y="5745"/>
                        <a:pt x="2172" y="6960"/>
                      </a:cubicBezTo>
                      <a:lnTo>
                        <a:pt x="2195" y="6960"/>
                      </a:lnTo>
                      <a:cubicBezTo>
                        <a:pt x="2125" y="5722"/>
                        <a:pt x="1892" y="4531"/>
                        <a:pt x="1495" y="3363"/>
                      </a:cubicBezTo>
                      <a:cubicBezTo>
                        <a:pt x="1098" y="2196"/>
                        <a:pt x="607" y="1075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58" name="Google Shape;18458;p62"/>
                <p:cNvSpPr/>
                <p:nvPr/>
              </p:nvSpPr>
              <p:spPr>
                <a:xfrm>
                  <a:off x="29008" y="6929503"/>
                  <a:ext cx="15844" cy="83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72" extrusionOk="0">
                      <a:moveTo>
                        <a:pt x="864" y="1"/>
                      </a:moveTo>
                      <a:lnTo>
                        <a:pt x="374" y="2336"/>
                      </a:lnTo>
                      <a:cubicBezTo>
                        <a:pt x="210" y="3106"/>
                        <a:pt x="70" y="3877"/>
                        <a:pt x="0" y="4671"/>
                      </a:cubicBezTo>
                      <a:cubicBezTo>
                        <a:pt x="234" y="3900"/>
                        <a:pt x="374" y="3130"/>
                        <a:pt x="491" y="2359"/>
                      </a:cubicBezTo>
                      <a:lnTo>
                        <a:pt x="888" y="24"/>
                      </a:lnTo>
                      <a:lnTo>
                        <a:pt x="864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59" name="Google Shape;18459;p62"/>
                <p:cNvSpPr/>
                <p:nvPr/>
              </p:nvSpPr>
              <p:spPr>
                <a:xfrm>
                  <a:off x="239015" y="6796576"/>
                  <a:ext cx="15844" cy="8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49" extrusionOk="0">
                      <a:moveTo>
                        <a:pt x="864" y="1"/>
                      </a:moveTo>
                      <a:lnTo>
                        <a:pt x="374" y="2313"/>
                      </a:lnTo>
                      <a:cubicBezTo>
                        <a:pt x="210" y="3084"/>
                        <a:pt x="47" y="3854"/>
                        <a:pt x="0" y="4648"/>
                      </a:cubicBezTo>
                      <a:cubicBezTo>
                        <a:pt x="234" y="3878"/>
                        <a:pt x="374" y="3107"/>
                        <a:pt x="491" y="2336"/>
                      </a:cubicBezTo>
                      <a:lnTo>
                        <a:pt x="88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60" name="Google Shape;18460;p62"/>
                <p:cNvSpPr/>
                <p:nvPr/>
              </p:nvSpPr>
              <p:spPr>
                <a:xfrm>
                  <a:off x="-14741" y="6941582"/>
                  <a:ext cx="3765" cy="75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4252" extrusionOk="0">
                      <a:moveTo>
                        <a:pt x="140" y="1"/>
                      </a:moveTo>
                      <a:cubicBezTo>
                        <a:pt x="70" y="701"/>
                        <a:pt x="23" y="1402"/>
                        <a:pt x="23" y="2126"/>
                      </a:cubicBezTo>
                      <a:cubicBezTo>
                        <a:pt x="0" y="2826"/>
                        <a:pt x="23" y="3550"/>
                        <a:pt x="164" y="4251"/>
                      </a:cubicBezTo>
                      <a:lnTo>
                        <a:pt x="187" y="4251"/>
                      </a:lnTo>
                      <a:cubicBezTo>
                        <a:pt x="210" y="3550"/>
                        <a:pt x="164" y="2826"/>
                        <a:pt x="140" y="2126"/>
                      </a:cubicBezTo>
                      <a:cubicBezTo>
                        <a:pt x="117" y="1425"/>
                        <a:pt x="140" y="701"/>
                        <a:pt x="16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61" name="Google Shape;18461;p62"/>
                <p:cNvSpPr/>
                <p:nvPr/>
              </p:nvSpPr>
              <p:spPr>
                <a:xfrm>
                  <a:off x="-32673" y="6892837"/>
                  <a:ext cx="18360" cy="129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9" h="7240" extrusionOk="0">
                      <a:moveTo>
                        <a:pt x="1" y="0"/>
                      </a:moveTo>
                      <a:lnTo>
                        <a:pt x="1" y="24"/>
                      </a:lnTo>
                      <a:cubicBezTo>
                        <a:pt x="351" y="1191"/>
                        <a:pt x="585" y="2382"/>
                        <a:pt x="701" y="3597"/>
                      </a:cubicBezTo>
                      <a:cubicBezTo>
                        <a:pt x="818" y="4811"/>
                        <a:pt x="842" y="6002"/>
                        <a:pt x="818" y="7240"/>
                      </a:cubicBezTo>
                      <a:lnTo>
                        <a:pt x="842" y="7240"/>
                      </a:lnTo>
                      <a:cubicBezTo>
                        <a:pt x="1028" y="6026"/>
                        <a:pt x="1005" y="4788"/>
                        <a:pt x="842" y="3573"/>
                      </a:cubicBezTo>
                      <a:cubicBezTo>
                        <a:pt x="678" y="2359"/>
                        <a:pt x="398" y="1168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62" name="Google Shape;18462;p62"/>
                <p:cNvSpPr/>
                <p:nvPr/>
              </p:nvSpPr>
              <p:spPr>
                <a:xfrm>
                  <a:off x="-9335" y="6896173"/>
                  <a:ext cx="26692" cy="92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5162" extrusionOk="0">
                      <a:moveTo>
                        <a:pt x="1495" y="0"/>
                      </a:moveTo>
                      <a:lnTo>
                        <a:pt x="701" y="2569"/>
                      </a:lnTo>
                      <a:cubicBezTo>
                        <a:pt x="421" y="3433"/>
                        <a:pt x="187" y="4297"/>
                        <a:pt x="1" y="5161"/>
                      </a:cubicBezTo>
                      <a:lnTo>
                        <a:pt x="24" y="5161"/>
                      </a:lnTo>
                      <a:cubicBezTo>
                        <a:pt x="351" y="4321"/>
                        <a:pt x="585" y="3480"/>
                        <a:pt x="818" y="2592"/>
                      </a:cubicBezTo>
                      <a:lnTo>
                        <a:pt x="149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63" name="Google Shape;18463;p62"/>
                <p:cNvSpPr/>
                <p:nvPr/>
              </p:nvSpPr>
              <p:spPr>
                <a:xfrm>
                  <a:off x="7758" y="6947845"/>
                  <a:ext cx="14595" cy="75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4204" extrusionOk="0">
                      <a:moveTo>
                        <a:pt x="794" y="0"/>
                      </a:moveTo>
                      <a:cubicBezTo>
                        <a:pt x="584" y="677"/>
                        <a:pt x="397" y="1378"/>
                        <a:pt x="257" y="2078"/>
                      </a:cubicBezTo>
                      <a:cubicBezTo>
                        <a:pt x="94" y="2756"/>
                        <a:pt x="0" y="3480"/>
                        <a:pt x="0" y="4180"/>
                      </a:cubicBezTo>
                      <a:lnTo>
                        <a:pt x="24" y="4204"/>
                      </a:lnTo>
                      <a:cubicBezTo>
                        <a:pt x="164" y="3503"/>
                        <a:pt x="280" y="2802"/>
                        <a:pt x="374" y="2078"/>
                      </a:cubicBezTo>
                      <a:cubicBezTo>
                        <a:pt x="491" y="1378"/>
                        <a:pt x="654" y="701"/>
                        <a:pt x="8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64" name="Google Shape;18464;p62"/>
                <p:cNvSpPr/>
                <p:nvPr/>
              </p:nvSpPr>
              <p:spPr>
                <a:xfrm>
                  <a:off x="491094" y="7054507"/>
                  <a:ext cx="44606" cy="2621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0" h="14690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725" y="2382"/>
                        <a:pt x="1285" y="4811"/>
                        <a:pt x="1682" y="7263"/>
                      </a:cubicBezTo>
                      <a:cubicBezTo>
                        <a:pt x="1869" y="8501"/>
                        <a:pt x="2033" y="9739"/>
                        <a:pt x="2149" y="10976"/>
                      </a:cubicBezTo>
                      <a:cubicBezTo>
                        <a:pt x="2313" y="12191"/>
                        <a:pt x="2383" y="13452"/>
                        <a:pt x="2476" y="14689"/>
                      </a:cubicBezTo>
                      <a:lnTo>
                        <a:pt x="2500" y="14689"/>
                      </a:lnTo>
                      <a:cubicBezTo>
                        <a:pt x="2500" y="13428"/>
                        <a:pt x="2406" y="12191"/>
                        <a:pt x="2313" y="10953"/>
                      </a:cubicBezTo>
                      <a:cubicBezTo>
                        <a:pt x="2196" y="9715"/>
                        <a:pt x="2009" y="8478"/>
                        <a:pt x="1799" y="7240"/>
                      </a:cubicBezTo>
                      <a:cubicBezTo>
                        <a:pt x="1379" y="4788"/>
                        <a:pt x="795" y="2359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65" name="Google Shape;18465;p62"/>
                <p:cNvSpPr/>
                <p:nvPr/>
              </p:nvSpPr>
              <p:spPr>
                <a:xfrm>
                  <a:off x="625269" y="7119918"/>
                  <a:ext cx="27103" cy="1766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9903" extrusionOk="0">
                      <a:moveTo>
                        <a:pt x="1519" y="1"/>
                      </a:moveTo>
                      <a:lnTo>
                        <a:pt x="701" y="4928"/>
                      </a:lnTo>
                      <a:cubicBezTo>
                        <a:pt x="561" y="5769"/>
                        <a:pt x="444" y="6586"/>
                        <a:pt x="328" y="7427"/>
                      </a:cubicBezTo>
                      <a:cubicBezTo>
                        <a:pt x="211" y="8244"/>
                        <a:pt x="94" y="9062"/>
                        <a:pt x="1" y="9902"/>
                      </a:cubicBezTo>
                      <a:lnTo>
                        <a:pt x="24" y="9902"/>
                      </a:lnTo>
                      <a:cubicBezTo>
                        <a:pt x="187" y="9085"/>
                        <a:pt x="328" y="8268"/>
                        <a:pt x="468" y="7427"/>
                      </a:cubicBezTo>
                      <a:cubicBezTo>
                        <a:pt x="584" y="6610"/>
                        <a:pt x="725" y="5792"/>
                        <a:pt x="818" y="4952"/>
                      </a:cubicBezTo>
                      <a:lnTo>
                        <a:pt x="151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66" name="Google Shape;18466;p62"/>
                <p:cNvSpPr/>
                <p:nvPr/>
              </p:nvSpPr>
              <p:spPr>
                <a:xfrm>
                  <a:off x="568601" y="7145754"/>
                  <a:ext cx="6263" cy="1616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9062" extrusionOk="0">
                      <a:moveTo>
                        <a:pt x="351" y="1"/>
                      </a:moveTo>
                      <a:lnTo>
                        <a:pt x="351" y="1"/>
                      </a:lnTo>
                      <a:cubicBezTo>
                        <a:pt x="211" y="1519"/>
                        <a:pt x="94" y="3013"/>
                        <a:pt x="47" y="4531"/>
                      </a:cubicBezTo>
                      <a:cubicBezTo>
                        <a:pt x="1" y="5278"/>
                        <a:pt x="1" y="6049"/>
                        <a:pt x="1" y="6796"/>
                      </a:cubicBezTo>
                      <a:cubicBezTo>
                        <a:pt x="24" y="7544"/>
                        <a:pt x="24" y="8314"/>
                        <a:pt x="94" y="9062"/>
                      </a:cubicBezTo>
                      <a:lnTo>
                        <a:pt x="117" y="9062"/>
                      </a:lnTo>
                      <a:lnTo>
                        <a:pt x="141" y="6796"/>
                      </a:lnTo>
                      <a:lnTo>
                        <a:pt x="164" y="4531"/>
                      </a:lnTo>
                      <a:cubicBezTo>
                        <a:pt x="187" y="3037"/>
                        <a:pt x="257" y="1519"/>
                        <a:pt x="35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67" name="Google Shape;18467;p62"/>
                <p:cNvSpPr/>
                <p:nvPr/>
              </p:nvSpPr>
              <p:spPr>
                <a:xfrm>
                  <a:off x="550277" y="7043677"/>
                  <a:ext cx="16683" cy="2733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15320" extrusionOk="0">
                      <a:moveTo>
                        <a:pt x="0" y="0"/>
                      </a:moveTo>
                      <a:lnTo>
                        <a:pt x="0" y="24"/>
                      </a:lnTo>
                      <a:cubicBezTo>
                        <a:pt x="397" y="2546"/>
                        <a:pt x="654" y="5091"/>
                        <a:pt x="747" y="7637"/>
                      </a:cubicBezTo>
                      <a:cubicBezTo>
                        <a:pt x="771" y="8921"/>
                        <a:pt x="794" y="10205"/>
                        <a:pt x="747" y="11467"/>
                      </a:cubicBezTo>
                      <a:cubicBezTo>
                        <a:pt x="747" y="12751"/>
                        <a:pt x="677" y="14035"/>
                        <a:pt x="631" y="15320"/>
                      </a:cubicBezTo>
                      <a:cubicBezTo>
                        <a:pt x="794" y="14035"/>
                        <a:pt x="864" y="12751"/>
                        <a:pt x="911" y="11490"/>
                      </a:cubicBezTo>
                      <a:cubicBezTo>
                        <a:pt x="934" y="10205"/>
                        <a:pt x="934" y="8921"/>
                        <a:pt x="864" y="7637"/>
                      </a:cubicBezTo>
                      <a:cubicBezTo>
                        <a:pt x="747" y="5091"/>
                        <a:pt x="467" y="2522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68" name="Google Shape;18468;p62"/>
                <p:cNvSpPr/>
                <p:nvPr/>
              </p:nvSpPr>
              <p:spPr>
                <a:xfrm>
                  <a:off x="575685" y="7049512"/>
                  <a:ext cx="42108" cy="196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0" h="11000" extrusionOk="0">
                      <a:moveTo>
                        <a:pt x="2336" y="0"/>
                      </a:moveTo>
                      <a:lnTo>
                        <a:pt x="1122" y="5488"/>
                      </a:lnTo>
                      <a:cubicBezTo>
                        <a:pt x="911" y="6399"/>
                        <a:pt x="701" y="7310"/>
                        <a:pt x="514" y="8220"/>
                      </a:cubicBezTo>
                      <a:cubicBezTo>
                        <a:pt x="351" y="9155"/>
                        <a:pt x="141" y="10065"/>
                        <a:pt x="1" y="10999"/>
                      </a:cubicBezTo>
                      <a:cubicBezTo>
                        <a:pt x="257" y="10089"/>
                        <a:pt x="444" y="9178"/>
                        <a:pt x="654" y="8244"/>
                      </a:cubicBezTo>
                      <a:cubicBezTo>
                        <a:pt x="865" y="7333"/>
                        <a:pt x="1051" y="6422"/>
                        <a:pt x="1238" y="5511"/>
                      </a:cubicBezTo>
                      <a:lnTo>
                        <a:pt x="235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69" name="Google Shape;18469;p62"/>
                <p:cNvSpPr/>
                <p:nvPr/>
              </p:nvSpPr>
              <p:spPr>
                <a:xfrm>
                  <a:off x="596525" y="7158672"/>
                  <a:ext cx="24177" cy="1591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922" extrusionOk="0">
                      <a:moveTo>
                        <a:pt x="1331" y="1"/>
                      </a:moveTo>
                      <a:cubicBezTo>
                        <a:pt x="1004" y="1472"/>
                        <a:pt x="724" y="2943"/>
                        <a:pt x="491" y="4438"/>
                      </a:cubicBezTo>
                      <a:cubicBezTo>
                        <a:pt x="374" y="5185"/>
                        <a:pt x="257" y="5909"/>
                        <a:pt x="164" y="6656"/>
                      </a:cubicBezTo>
                      <a:cubicBezTo>
                        <a:pt x="94" y="7427"/>
                        <a:pt x="24" y="8174"/>
                        <a:pt x="0" y="8921"/>
                      </a:cubicBezTo>
                      <a:lnTo>
                        <a:pt x="327" y="6680"/>
                      </a:lnTo>
                      <a:lnTo>
                        <a:pt x="607" y="4461"/>
                      </a:lnTo>
                      <a:cubicBezTo>
                        <a:pt x="818" y="2966"/>
                        <a:pt x="1075" y="1472"/>
                        <a:pt x="135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70" name="Google Shape;18470;p62"/>
                <p:cNvSpPr/>
                <p:nvPr/>
              </p:nvSpPr>
              <p:spPr>
                <a:xfrm>
                  <a:off x="661115" y="6730755"/>
                  <a:ext cx="40431" cy="1179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6" h="6610" extrusionOk="0">
                      <a:moveTo>
                        <a:pt x="0" y="0"/>
                      </a:moveTo>
                      <a:cubicBezTo>
                        <a:pt x="584" y="1028"/>
                        <a:pt x="1051" y="2102"/>
                        <a:pt x="1378" y="3200"/>
                      </a:cubicBezTo>
                      <a:cubicBezTo>
                        <a:pt x="1541" y="3760"/>
                        <a:pt x="1658" y="4344"/>
                        <a:pt x="1798" y="4904"/>
                      </a:cubicBezTo>
                      <a:cubicBezTo>
                        <a:pt x="1938" y="5465"/>
                        <a:pt x="2055" y="6025"/>
                        <a:pt x="2195" y="6609"/>
                      </a:cubicBezTo>
                      <a:lnTo>
                        <a:pt x="2219" y="6586"/>
                      </a:lnTo>
                      <a:cubicBezTo>
                        <a:pt x="2265" y="6002"/>
                        <a:pt x="2195" y="5418"/>
                        <a:pt x="2102" y="4834"/>
                      </a:cubicBezTo>
                      <a:cubicBezTo>
                        <a:pt x="2008" y="4250"/>
                        <a:pt x="1822" y="3690"/>
                        <a:pt x="1611" y="3130"/>
                      </a:cubicBezTo>
                      <a:cubicBezTo>
                        <a:pt x="1214" y="2032"/>
                        <a:pt x="677" y="958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71" name="Google Shape;18471;p62"/>
                <p:cNvSpPr/>
                <p:nvPr/>
              </p:nvSpPr>
              <p:spPr>
                <a:xfrm>
                  <a:off x="697353" y="6743245"/>
                  <a:ext cx="21696" cy="716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" h="4018" extrusionOk="0">
                      <a:moveTo>
                        <a:pt x="1" y="1"/>
                      </a:moveTo>
                      <a:cubicBezTo>
                        <a:pt x="304" y="655"/>
                        <a:pt x="538" y="1309"/>
                        <a:pt x="678" y="1986"/>
                      </a:cubicBezTo>
                      <a:cubicBezTo>
                        <a:pt x="771" y="2313"/>
                        <a:pt x="795" y="2663"/>
                        <a:pt x="865" y="2990"/>
                      </a:cubicBezTo>
                      <a:cubicBezTo>
                        <a:pt x="958" y="3340"/>
                        <a:pt x="1005" y="3667"/>
                        <a:pt x="1098" y="4018"/>
                      </a:cubicBezTo>
                      <a:lnTo>
                        <a:pt x="1122" y="4018"/>
                      </a:lnTo>
                      <a:cubicBezTo>
                        <a:pt x="1215" y="3667"/>
                        <a:pt x="1192" y="3317"/>
                        <a:pt x="1168" y="2967"/>
                      </a:cubicBezTo>
                      <a:cubicBezTo>
                        <a:pt x="1145" y="2593"/>
                        <a:pt x="1028" y="2266"/>
                        <a:pt x="912" y="1916"/>
                      </a:cubicBezTo>
                      <a:cubicBezTo>
                        <a:pt x="701" y="1239"/>
                        <a:pt x="398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72" name="Google Shape;18472;p62"/>
                <p:cNvSpPr/>
                <p:nvPr/>
              </p:nvSpPr>
              <p:spPr>
                <a:xfrm>
                  <a:off x="620273" y="6731576"/>
                  <a:ext cx="18342" cy="107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8" h="6026" extrusionOk="0">
                      <a:moveTo>
                        <a:pt x="0" y="1"/>
                      </a:moveTo>
                      <a:cubicBezTo>
                        <a:pt x="304" y="982"/>
                        <a:pt x="514" y="1986"/>
                        <a:pt x="631" y="2990"/>
                      </a:cubicBezTo>
                      <a:cubicBezTo>
                        <a:pt x="678" y="3481"/>
                        <a:pt x="701" y="3994"/>
                        <a:pt x="724" y="4508"/>
                      </a:cubicBezTo>
                      <a:lnTo>
                        <a:pt x="841" y="6026"/>
                      </a:lnTo>
                      <a:lnTo>
                        <a:pt x="864" y="6026"/>
                      </a:lnTo>
                      <a:cubicBezTo>
                        <a:pt x="981" y="5512"/>
                        <a:pt x="1028" y="4998"/>
                        <a:pt x="1028" y="4485"/>
                      </a:cubicBezTo>
                      <a:cubicBezTo>
                        <a:pt x="1028" y="3971"/>
                        <a:pt x="958" y="3457"/>
                        <a:pt x="864" y="2943"/>
                      </a:cubicBezTo>
                      <a:cubicBezTo>
                        <a:pt x="701" y="1939"/>
                        <a:pt x="421" y="93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73" name="Google Shape;18473;p62"/>
                <p:cNvSpPr/>
                <p:nvPr/>
              </p:nvSpPr>
              <p:spPr>
                <a:xfrm>
                  <a:off x="723599" y="6882006"/>
                  <a:ext cx="20019" cy="1296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7264" extrusionOk="0">
                      <a:moveTo>
                        <a:pt x="1075" y="0"/>
                      </a:moveTo>
                      <a:cubicBezTo>
                        <a:pt x="561" y="1121"/>
                        <a:pt x="235" y="2336"/>
                        <a:pt x="94" y="3573"/>
                      </a:cubicBezTo>
                      <a:cubicBezTo>
                        <a:pt x="24" y="4204"/>
                        <a:pt x="1" y="4834"/>
                        <a:pt x="71" y="5442"/>
                      </a:cubicBezTo>
                      <a:cubicBezTo>
                        <a:pt x="141" y="6072"/>
                        <a:pt x="235" y="6679"/>
                        <a:pt x="468" y="7263"/>
                      </a:cubicBezTo>
                      <a:lnTo>
                        <a:pt x="491" y="7263"/>
                      </a:lnTo>
                      <a:cubicBezTo>
                        <a:pt x="445" y="6656"/>
                        <a:pt x="375" y="6049"/>
                        <a:pt x="351" y="5418"/>
                      </a:cubicBezTo>
                      <a:cubicBezTo>
                        <a:pt x="351" y="4811"/>
                        <a:pt x="305" y="4204"/>
                        <a:pt x="351" y="3597"/>
                      </a:cubicBezTo>
                      <a:cubicBezTo>
                        <a:pt x="421" y="2382"/>
                        <a:pt x="678" y="1168"/>
                        <a:pt x="112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74" name="Google Shape;18474;p62"/>
                <p:cNvSpPr/>
                <p:nvPr/>
              </p:nvSpPr>
              <p:spPr>
                <a:xfrm>
                  <a:off x="751523" y="6961584"/>
                  <a:ext cx="7512" cy="67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" h="3784" extrusionOk="0">
                      <a:moveTo>
                        <a:pt x="1" y="1"/>
                      </a:moveTo>
                      <a:cubicBezTo>
                        <a:pt x="47" y="631"/>
                        <a:pt x="94" y="1262"/>
                        <a:pt x="94" y="1892"/>
                      </a:cubicBezTo>
                      <a:cubicBezTo>
                        <a:pt x="117" y="2196"/>
                        <a:pt x="71" y="2523"/>
                        <a:pt x="94" y="2826"/>
                      </a:cubicBezTo>
                      <a:cubicBezTo>
                        <a:pt x="141" y="3153"/>
                        <a:pt x="141" y="3457"/>
                        <a:pt x="211" y="3784"/>
                      </a:cubicBezTo>
                      <a:lnTo>
                        <a:pt x="258" y="3784"/>
                      </a:lnTo>
                      <a:cubicBezTo>
                        <a:pt x="351" y="3457"/>
                        <a:pt x="374" y="3153"/>
                        <a:pt x="398" y="2826"/>
                      </a:cubicBezTo>
                      <a:cubicBezTo>
                        <a:pt x="421" y="2523"/>
                        <a:pt x="374" y="2196"/>
                        <a:pt x="351" y="1869"/>
                      </a:cubicBezTo>
                      <a:cubicBezTo>
                        <a:pt x="281" y="1238"/>
                        <a:pt x="164" y="63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75" name="Google Shape;18475;p62"/>
                <p:cNvSpPr/>
                <p:nvPr/>
              </p:nvSpPr>
              <p:spPr>
                <a:xfrm>
                  <a:off x="598612" y="6888661"/>
                  <a:ext cx="24177" cy="153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619" extrusionOk="0">
                      <a:moveTo>
                        <a:pt x="0" y="1"/>
                      </a:moveTo>
                      <a:cubicBezTo>
                        <a:pt x="514" y="1379"/>
                        <a:pt x="841" y="2827"/>
                        <a:pt x="958" y="4251"/>
                      </a:cubicBezTo>
                      <a:cubicBezTo>
                        <a:pt x="1028" y="4975"/>
                        <a:pt x="1004" y="5699"/>
                        <a:pt x="1004" y="6423"/>
                      </a:cubicBezTo>
                      <a:cubicBezTo>
                        <a:pt x="1004" y="7147"/>
                        <a:pt x="958" y="7871"/>
                        <a:pt x="911" y="8618"/>
                      </a:cubicBezTo>
                      <a:lnTo>
                        <a:pt x="934" y="8618"/>
                      </a:lnTo>
                      <a:cubicBezTo>
                        <a:pt x="1144" y="7918"/>
                        <a:pt x="1261" y="7170"/>
                        <a:pt x="1308" y="6446"/>
                      </a:cubicBezTo>
                      <a:cubicBezTo>
                        <a:pt x="1355" y="5699"/>
                        <a:pt x="1308" y="4975"/>
                        <a:pt x="1214" y="4228"/>
                      </a:cubicBezTo>
                      <a:cubicBezTo>
                        <a:pt x="1028" y="2780"/>
                        <a:pt x="631" y="1332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76" name="Google Shape;18476;p62"/>
                <p:cNvSpPr/>
                <p:nvPr/>
              </p:nvSpPr>
              <p:spPr>
                <a:xfrm>
                  <a:off x="552347" y="6936997"/>
                  <a:ext cx="10438" cy="521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2921" extrusionOk="0">
                      <a:moveTo>
                        <a:pt x="1" y="1"/>
                      </a:moveTo>
                      <a:cubicBezTo>
                        <a:pt x="94" y="491"/>
                        <a:pt x="164" y="982"/>
                        <a:pt x="211" y="1449"/>
                      </a:cubicBezTo>
                      <a:cubicBezTo>
                        <a:pt x="234" y="1706"/>
                        <a:pt x="234" y="1939"/>
                        <a:pt x="281" y="2196"/>
                      </a:cubicBezTo>
                      <a:cubicBezTo>
                        <a:pt x="328" y="2430"/>
                        <a:pt x="374" y="2663"/>
                        <a:pt x="468" y="2920"/>
                      </a:cubicBezTo>
                      <a:lnTo>
                        <a:pt x="491" y="2920"/>
                      </a:lnTo>
                      <a:cubicBezTo>
                        <a:pt x="561" y="2663"/>
                        <a:pt x="561" y="2406"/>
                        <a:pt x="585" y="2149"/>
                      </a:cubicBezTo>
                      <a:cubicBezTo>
                        <a:pt x="561" y="1916"/>
                        <a:pt x="515" y="1659"/>
                        <a:pt x="445" y="1425"/>
                      </a:cubicBezTo>
                      <a:cubicBezTo>
                        <a:pt x="351" y="935"/>
                        <a:pt x="211" y="46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77" name="Google Shape;18477;p62"/>
                <p:cNvSpPr/>
                <p:nvPr/>
              </p:nvSpPr>
              <p:spPr>
                <a:xfrm>
                  <a:off x="494020" y="6916585"/>
                  <a:ext cx="11259" cy="65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" h="3668" extrusionOk="0">
                      <a:moveTo>
                        <a:pt x="0" y="1"/>
                      </a:moveTo>
                      <a:cubicBezTo>
                        <a:pt x="164" y="608"/>
                        <a:pt x="257" y="1215"/>
                        <a:pt x="281" y="1822"/>
                      </a:cubicBezTo>
                      <a:cubicBezTo>
                        <a:pt x="304" y="2126"/>
                        <a:pt x="281" y="2429"/>
                        <a:pt x="304" y="2733"/>
                      </a:cubicBezTo>
                      <a:cubicBezTo>
                        <a:pt x="351" y="3036"/>
                        <a:pt x="351" y="3340"/>
                        <a:pt x="397" y="3667"/>
                      </a:cubicBezTo>
                      <a:lnTo>
                        <a:pt x="444" y="3667"/>
                      </a:lnTo>
                      <a:cubicBezTo>
                        <a:pt x="561" y="3363"/>
                        <a:pt x="584" y="3036"/>
                        <a:pt x="608" y="2733"/>
                      </a:cubicBezTo>
                      <a:cubicBezTo>
                        <a:pt x="631" y="2429"/>
                        <a:pt x="584" y="2102"/>
                        <a:pt x="537" y="1799"/>
                      </a:cubicBezTo>
                      <a:cubicBezTo>
                        <a:pt x="444" y="1168"/>
                        <a:pt x="257" y="56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78" name="Google Shape;18478;p62"/>
                <p:cNvSpPr/>
                <p:nvPr/>
              </p:nvSpPr>
              <p:spPr>
                <a:xfrm>
                  <a:off x="349014" y="6838256"/>
                  <a:ext cx="17932" cy="105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5932" extrusionOk="0">
                      <a:moveTo>
                        <a:pt x="24" y="0"/>
                      </a:moveTo>
                      <a:cubicBezTo>
                        <a:pt x="0" y="1004"/>
                        <a:pt x="47" y="2009"/>
                        <a:pt x="187" y="3013"/>
                      </a:cubicBezTo>
                      <a:cubicBezTo>
                        <a:pt x="257" y="3503"/>
                        <a:pt x="327" y="4017"/>
                        <a:pt x="444" y="4507"/>
                      </a:cubicBezTo>
                      <a:cubicBezTo>
                        <a:pt x="608" y="4998"/>
                        <a:pt x="748" y="5488"/>
                        <a:pt x="981" y="5932"/>
                      </a:cubicBezTo>
                      <a:lnTo>
                        <a:pt x="1005" y="5932"/>
                      </a:lnTo>
                      <a:cubicBezTo>
                        <a:pt x="958" y="5418"/>
                        <a:pt x="841" y="4928"/>
                        <a:pt x="748" y="4437"/>
                      </a:cubicBezTo>
                      <a:lnTo>
                        <a:pt x="421" y="2966"/>
                      </a:lnTo>
                      <a:cubicBezTo>
                        <a:pt x="234" y="1985"/>
                        <a:pt x="117" y="1004"/>
                        <a:pt x="4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79" name="Google Shape;18479;p62"/>
                <p:cNvSpPr/>
                <p:nvPr/>
              </p:nvSpPr>
              <p:spPr>
                <a:xfrm>
                  <a:off x="386519" y="6892426"/>
                  <a:ext cx="15006" cy="74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4157" extrusionOk="0">
                      <a:moveTo>
                        <a:pt x="24" y="0"/>
                      </a:moveTo>
                      <a:lnTo>
                        <a:pt x="0" y="23"/>
                      </a:lnTo>
                      <a:cubicBezTo>
                        <a:pt x="304" y="677"/>
                        <a:pt x="467" y="1355"/>
                        <a:pt x="514" y="2055"/>
                      </a:cubicBezTo>
                      <a:cubicBezTo>
                        <a:pt x="537" y="2405"/>
                        <a:pt x="514" y="2756"/>
                        <a:pt x="491" y="3083"/>
                      </a:cubicBezTo>
                      <a:cubicBezTo>
                        <a:pt x="491" y="3433"/>
                        <a:pt x="444" y="3783"/>
                        <a:pt x="421" y="4134"/>
                      </a:cubicBezTo>
                      <a:lnTo>
                        <a:pt x="444" y="4157"/>
                      </a:lnTo>
                      <a:cubicBezTo>
                        <a:pt x="631" y="3830"/>
                        <a:pt x="724" y="3480"/>
                        <a:pt x="794" y="3129"/>
                      </a:cubicBezTo>
                      <a:cubicBezTo>
                        <a:pt x="841" y="2756"/>
                        <a:pt x="818" y="2382"/>
                        <a:pt x="771" y="2032"/>
                      </a:cubicBezTo>
                      <a:cubicBezTo>
                        <a:pt x="654" y="1308"/>
                        <a:pt x="421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80" name="Google Shape;18480;p62"/>
                <p:cNvSpPr/>
                <p:nvPr/>
              </p:nvSpPr>
              <p:spPr>
                <a:xfrm>
                  <a:off x="332349" y="6873246"/>
                  <a:ext cx="18770" cy="950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5326" extrusionOk="0">
                      <a:moveTo>
                        <a:pt x="0" y="1"/>
                      </a:moveTo>
                      <a:cubicBezTo>
                        <a:pt x="0" y="912"/>
                        <a:pt x="70" y="1822"/>
                        <a:pt x="210" y="2710"/>
                      </a:cubicBezTo>
                      <a:cubicBezTo>
                        <a:pt x="281" y="3177"/>
                        <a:pt x="351" y="3621"/>
                        <a:pt x="491" y="4064"/>
                      </a:cubicBezTo>
                      <a:cubicBezTo>
                        <a:pt x="631" y="4485"/>
                        <a:pt x="794" y="4928"/>
                        <a:pt x="1028" y="5325"/>
                      </a:cubicBezTo>
                      <a:lnTo>
                        <a:pt x="1051" y="5325"/>
                      </a:lnTo>
                      <a:cubicBezTo>
                        <a:pt x="981" y="4858"/>
                        <a:pt x="864" y="4438"/>
                        <a:pt x="771" y="3994"/>
                      </a:cubicBezTo>
                      <a:cubicBezTo>
                        <a:pt x="678" y="3551"/>
                        <a:pt x="537" y="3107"/>
                        <a:pt x="444" y="2663"/>
                      </a:cubicBezTo>
                      <a:cubicBezTo>
                        <a:pt x="257" y="1799"/>
                        <a:pt x="117" y="88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81" name="Google Shape;18481;p62"/>
                <p:cNvSpPr/>
                <p:nvPr/>
              </p:nvSpPr>
              <p:spPr>
                <a:xfrm>
                  <a:off x="1145699" y="6924917"/>
                  <a:ext cx="82111" cy="4683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2" h="26250" extrusionOk="0">
                      <a:moveTo>
                        <a:pt x="4555" y="1"/>
                      </a:moveTo>
                      <a:cubicBezTo>
                        <a:pt x="3083" y="4204"/>
                        <a:pt x="1962" y="8548"/>
                        <a:pt x="1168" y="12938"/>
                      </a:cubicBezTo>
                      <a:cubicBezTo>
                        <a:pt x="771" y="15133"/>
                        <a:pt x="398" y="17329"/>
                        <a:pt x="234" y="19547"/>
                      </a:cubicBezTo>
                      <a:cubicBezTo>
                        <a:pt x="71" y="21789"/>
                        <a:pt x="1" y="24007"/>
                        <a:pt x="118" y="26249"/>
                      </a:cubicBezTo>
                      <a:lnTo>
                        <a:pt x="188" y="26249"/>
                      </a:lnTo>
                      <a:cubicBezTo>
                        <a:pt x="398" y="24031"/>
                        <a:pt x="585" y="21812"/>
                        <a:pt x="842" y="19617"/>
                      </a:cubicBezTo>
                      <a:cubicBezTo>
                        <a:pt x="1075" y="17399"/>
                        <a:pt x="1309" y="15203"/>
                        <a:pt x="1636" y="13008"/>
                      </a:cubicBezTo>
                      <a:cubicBezTo>
                        <a:pt x="2336" y="8618"/>
                        <a:pt x="3317" y="4274"/>
                        <a:pt x="460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82" name="Google Shape;18482;p62"/>
                <p:cNvSpPr/>
                <p:nvPr/>
              </p:nvSpPr>
              <p:spPr>
                <a:xfrm>
                  <a:off x="1132781" y="6941582"/>
                  <a:ext cx="24605" cy="3712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20809" extrusionOk="0">
                      <a:moveTo>
                        <a:pt x="1239" y="1"/>
                      </a:moveTo>
                      <a:cubicBezTo>
                        <a:pt x="1145" y="3480"/>
                        <a:pt x="982" y="6937"/>
                        <a:pt x="725" y="10416"/>
                      </a:cubicBezTo>
                      <a:cubicBezTo>
                        <a:pt x="585" y="12144"/>
                        <a:pt x="374" y="13872"/>
                        <a:pt x="258" y="15601"/>
                      </a:cubicBezTo>
                      <a:cubicBezTo>
                        <a:pt x="164" y="17329"/>
                        <a:pt x="24" y="19057"/>
                        <a:pt x="1" y="20808"/>
                      </a:cubicBezTo>
                      <a:lnTo>
                        <a:pt x="48" y="20808"/>
                      </a:lnTo>
                      <a:cubicBezTo>
                        <a:pt x="421" y="19103"/>
                        <a:pt x="655" y="17375"/>
                        <a:pt x="865" y="15647"/>
                      </a:cubicBezTo>
                      <a:cubicBezTo>
                        <a:pt x="1075" y="13919"/>
                        <a:pt x="1122" y="12168"/>
                        <a:pt x="1192" y="10440"/>
                      </a:cubicBezTo>
                      <a:cubicBezTo>
                        <a:pt x="1355" y="6960"/>
                        <a:pt x="1379" y="3480"/>
                        <a:pt x="130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83" name="Google Shape;18483;p62"/>
                <p:cNvSpPr/>
                <p:nvPr/>
              </p:nvSpPr>
              <p:spPr>
                <a:xfrm>
                  <a:off x="1071528" y="7058254"/>
                  <a:ext cx="14613" cy="327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18333" extrusionOk="0">
                      <a:moveTo>
                        <a:pt x="141" y="1"/>
                      </a:moveTo>
                      <a:lnTo>
                        <a:pt x="71" y="24"/>
                      </a:lnTo>
                      <a:cubicBezTo>
                        <a:pt x="281" y="3060"/>
                        <a:pt x="351" y="6119"/>
                        <a:pt x="281" y="9178"/>
                      </a:cubicBezTo>
                      <a:cubicBezTo>
                        <a:pt x="258" y="10696"/>
                        <a:pt x="141" y="12214"/>
                        <a:pt x="94" y="13755"/>
                      </a:cubicBezTo>
                      <a:cubicBezTo>
                        <a:pt x="71" y="15273"/>
                        <a:pt x="1" y="16791"/>
                        <a:pt x="1" y="18333"/>
                      </a:cubicBezTo>
                      <a:lnTo>
                        <a:pt x="71" y="18333"/>
                      </a:lnTo>
                      <a:cubicBezTo>
                        <a:pt x="398" y="16838"/>
                        <a:pt x="561" y="15297"/>
                        <a:pt x="702" y="13779"/>
                      </a:cubicBezTo>
                      <a:cubicBezTo>
                        <a:pt x="818" y="12238"/>
                        <a:pt x="795" y="10720"/>
                        <a:pt x="772" y="9178"/>
                      </a:cubicBezTo>
                      <a:cubicBezTo>
                        <a:pt x="725" y="6119"/>
                        <a:pt x="515" y="3060"/>
                        <a:pt x="1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84" name="Google Shape;18484;p62"/>
                <p:cNvSpPr/>
                <p:nvPr/>
              </p:nvSpPr>
              <p:spPr>
                <a:xfrm>
                  <a:off x="1321965" y="6953251"/>
                  <a:ext cx="32099" cy="3566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19991" extrusionOk="0">
                      <a:moveTo>
                        <a:pt x="1728" y="1"/>
                      </a:moveTo>
                      <a:cubicBezTo>
                        <a:pt x="981" y="3270"/>
                        <a:pt x="467" y="6586"/>
                        <a:pt x="234" y="9949"/>
                      </a:cubicBezTo>
                      <a:cubicBezTo>
                        <a:pt x="94" y="11630"/>
                        <a:pt x="0" y="13312"/>
                        <a:pt x="70" y="14970"/>
                      </a:cubicBezTo>
                      <a:cubicBezTo>
                        <a:pt x="164" y="16651"/>
                        <a:pt x="304" y="18333"/>
                        <a:pt x="607" y="19991"/>
                      </a:cubicBezTo>
                      <a:lnTo>
                        <a:pt x="677" y="19991"/>
                      </a:lnTo>
                      <a:cubicBezTo>
                        <a:pt x="701" y="18309"/>
                        <a:pt x="654" y="16628"/>
                        <a:pt x="677" y="14970"/>
                      </a:cubicBezTo>
                      <a:cubicBezTo>
                        <a:pt x="701" y="13312"/>
                        <a:pt x="654" y="11630"/>
                        <a:pt x="724" y="9972"/>
                      </a:cubicBezTo>
                      <a:cubicBezTo>
                        <a:pt x="841" y="6633"/>
                        <a:pt x="1215" y="3317"/>
                        <a:pt x="1798" y="24"/>
                      </a:cubicBezTo>
                      <a:lnTo>
                        <a:pt x="172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85" name="Google Shape;18485;p62"/>
                <p:cNvSpPr/>
                <p:nvPr/>
              </p:nvSpPr>
              <p:spPr>
                <a:xfrm>
                  <a:off x="1300287" y="6971593"/>
                  <a:ext cx="20019" cy="2791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15647" extrusionOk="0">
                      <a:moveTo>
                        <a:pt x="1" y="0"/>
                      </a:moveTo>
                      <a:cubicBezTo>
                        <a:pt x="211" y="2616"/>
                        <a:pt x="351" y="5231"/>
                        <a:pt x="445" y="7823"/>
                      </a:cubicBezTo>
                      <a:cubicBezTo>
                        <a:pt x="468" y="9131"/>
                        <a:pt x="445" y="10439"/>
                        <a:pt x="515" y="11747"/>
                      </a:cubicBezTo>
                      <a:cubicBezTo>
                        <a:pt x="608" y="13054"/>
                        <a:pt x="655" y="14339"/>
                        <a:pt x="818" y="15647"/>
                      </a:cubicBezTo>
                      <a:lnTo>
                        <a:pt x="865" y="15647"/>
                      </a:lnTo>
                      <a:cubicBezTo>
                        <a:pt x="1052" y="14362"/>
                        <a:pt x="1098" y="13031"/>
                        <a:pt x="1122" y="11723"/>
                      </a:cubicBezTo>
                      <a:cubicBezTo>
                        <a:pt x="1122" y="10416"/>
                        <a:pt x="1028" y="9108"/>
                        <a:pt x="912" y="7800"/>
                      </a:cubicBezTo>
                      <a:cubicBezTo>
                        <a:pt x="725" y="5185"/>
                        <a:pt x="445" y="2592"/>
                        <a:pt x="7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86" name="Google Shape;18486;p62"/>
                <p:cNvSpPr/>
                <p:nvPr/>
              </p:nvSpPr>
              <p:spPr>
                <a:xfrm>
                  <a:off x="1629891" y="6847427"/>
                  <a:ext cx="40021" cy="4737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" h="26553" extrusionOk="0">
                      <a:moveTo>
                        <a:pt x="2195" y="0"/>
                      </a:moveTo>
                      <a:cubicBezTo>
                        <a:pt x="1215" y="4344"/>
                        <a:pt x="561" y="8757"/>
                        <a:pt x="257" y="13218"/>
                      </a:cubicBezTo>
                      <a:cubicBezTo>
                        <a:pt x="94" y="15436"/>
                        <a:pt x="0" y="17678"/>
                        <a:pt x="70" y="19897"/>
                      </a:cubicBezTo>
                      <a:cubicBezTo>
                        <a:pt x="164" y="22139"/>
                        <a:pt x="327" y="24357"/>
                        <a:pt x="701" y="26552"/>
                      </a:cubicBezTo>
                      <a:lnTo>
                        <a:pt x="771" y="26552"/>
                      </a:lnTo>
                      <a:cubicBezTo>
                        <a:pt x="724" y="24334"/>
                        <a:pt x="654" y="22115"/>
                        <a:pt x="677" y="19897"/>
                      </a:cubicBezTo>
                      <a:cubicBezTo>
                        <a:pt x="677" y="17678"/>
                        <a:pt x="654" y="15460"/>
                        <a:pt x="748" y="13241"/>
                      </a:cubicBezTo>
                      <a:cubicBezTo>
                        <a:pt x="934" y="8804"/>
                        <a:pt x="1448" y="4390"/>
                        <a:pt x="224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87" name="Google Shape;18487;p62"/>
                <p:cNvSpPr/>
                <p:nvPr/>
              </p:nvSpPr>
              <p:spPr>
                <a:xfrm>
                  <a:off x="1599059" y="6871586"/>
                  <a:ext cx="24587" cy="3712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8" h="20808" extrusionOk="0">
                      <a:moveTo>
                        <a:pt x="0" y="0"/>
                      </a:moveTo>
                      <a:cubicBezTo>
                        <a:pt x="304" y="3457"/>
                        <a:pt x="514" y="6936"/>
                        <a:pt x="654" y="10393"/>
                      </a:cubicBezTo>
                      <a:cubicBezTo>
                        <a:pt x="701" y="12144"/>
                        <a:pt x="701" y="13872"/>
                        <a:pt x="771" y="15600"/>
                      </a:cubicBezTo>
                      <a:cubicBezTo>
                        <a:pt x="864" y="17328"/>
                        <a:pt x="911" y="19080"/>
                        <a:pt x="1074" y="20808"/>
                      </a:cubicBezTo>
                      <a:lnTo>
                        <a:pt x="1144" y="20808"/>
                      </a:lnTo>
                      <a:cubicBezTo>
                        <a:pt x="1331" y="19080"/>
                        <a:pt x="1355" y="17328"/>
                        <a:pt x="1378" y="15600"/>
                      </a:cubicBezTo>
                      <a:cubicBezTo>
                        <a:pt x="1378" y="13849"/>
                        <a:pt x="1238" y="12121"/>
                        <a:pt x="1121" y="10369"/>
                      </a:cubicBezTo>
                      <a:cubicBezTo>
                        <a:pt x="888" y="6913"/>
                        <a:pt x="537" y="3433"/>
                        <a:pt x="7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88" name="Google Shape;18488;p62"/>
                <p:cNvSpPr/>
                <p:nvPr/>
              </p:nvSpPr>
              <p:spPr>
                <a:xfrm>
                  <a:off x="1530294" y="6996180"/>
                  <a:ext cx="44196" cy="3254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7" h="18239" extrusionOk="0">
                      <a:moveTo>
                        <a:pt x="118" y="0"/>
                      </a:moveTo>
                      <a:lnTo>
                        <a:pt x="1" y="23"/>
                      </a:lnTo>
                      <a:cubicBezTo>
                        <a:pt x="211" y="1541"/>
                        <a:pt x="421" y="3059"/>
                        <a:pt x="585" y="4577"/>
                      </a:cubicBezTo>
                      <a:cubicBezTo>
                        <a:pt x="771" y="6095"/>
                        <a:pt x="912" y="7613"/>
                        <a:pt x="1005" y="9131"/>
                      </a:cubicBezTo>
                      <a:cubicBezTo>
                        <a:pt x="1122" y="10649"/>
                        <a:pt x="1075" y="12167"/>
                        <a:pt x="1262" y="13685"/>
                      </a:cubicBezTo>
                      <a:cubicBezTo>
                        <a:pt x="1425" y="15203"/>
                        <a:pt x="1612" y="16721"/>
                        <a:pt x="1962" y="18239"/>
                      </a:cubicBezTo>
                      <a:lnTo>
                        <a:pt x="2079" y="18239"/>
                      </a:lnTo>
                      <a:cubicBezTo>
                        <a:pt x="2406" y="16697"/>
                        <a:pt x="2476" y="15156"/>
                        <a:pt x="2476" y="13615"/>
                      </a:cubicBezTo>
                      <a:cubicBezTo>
                        <a:pt x="2476" y="12073"/>
                        <a:pt x="2196" y="10556"/>
                        <a:pt x="1962" y="9038"/>
                      </a:cubicBezTo>
                      <a:cubicBezTo>
                        <a:pt x="1752" y="7520"/>
                        <a:pt x="1495" y="6002"/>
                        <a:pt x="1192" y="4484"/>
                      </a:cubicBezTo>
                      <a:cubicBezTo>
                        <a:pt x="865" y="2989"/>
                        <a:pt x="538" y="1471"/>
                        <a:pt x="1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89" name="Google Shape;18489;p62"/>
                <p:cNvSpPr/>
                <p:nvPr/>
              </p:nvSpPr>
              <p:spPr>
                <a:xfrm>
                  <a:off x="906949" y="6758251"/>
                  <a:ext cx="34186" cy="1633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6" h="9155" extrusionOk="0">
                      <a:moveTo>
                        <a:pt x="1869" y="1"/>
                      </a:moveTo>
                      <a:cubicBezTo>
                        <a:pt x="1121" y="1378"/>
                        <a:pt x="561" y="2896"/>
                        <a:pt x="257" y="4438"/>
                      </a:cubicBezTo>
                      <a:cubicBezTo>
                        <a:pt x="117" y="5208"/>
                        <a:pt x="0" y="6002"/>
                        <a:pt x="24" y="6796"/>
                      </a:cubicBezTo>
                      <a:cubicBezTo>
                        <a:pt x="24" y="7590"/>
                        <a:pt x="94" y="8384"/>
                        <a:pt x="304" y="9155"/>
                      </a:cubicBezTo>
                      <a:lnTo>
                        <a:pt x="327" y="9155"/>
                      </a:lnTo>
                      <a:cubicBezTo>
                        <a:pt x="304" y="8361"/>
                        <a:pt x="281" y="7590"/>
                        <a:pt x="304" y="6796"/>
                      </a:cubicBezTo>
                      <a:cubicBezTo>
                        <a:pt x="351" y="6026"/>
                        <a:pt x="397" y="5255"/>
                        <a:pt x="514" y="4484"/>
                      </a:cubicBezTo>
                      <a:cubicBezTo>
                        <a:pt x="748" y="2943"/>
                        <a:pt x="1215" y="1448"/>
                        <a:pt x="1915" y="24"/>
                      </a:cubicBezTo>
                      <a:lnTo>
                        <a:pt x="186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90" name="Google Shape;18490;p62"/>
                <p:cNvSpPr/>
                <p:nvPr/>
              </p:nvSpPr>
              <p:spPr>
                <a:xfrm>
                  <a:off x="927360" y="6816167"/>
                  <a:ext cx="25854" cy="1296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9" h="7264" extrusionOk="0">
                      <a:moveTo>
                        <a:pt x="1402" y="1"/>
                      </a:moveTo>
                      <a:cubicBezTo>
                        <a:pt x="1308" y="1215"/>
                        <a:pt x="1122" y="2453"/>
                        <a:pt x="865" y="3644"/>
                      </a:cubicBezTo>
                      <a:cubicBezTo>
                        <a:pt x="725" y="4251"/>
                        <a:pt x="561" y="4835"/>
                        <a:pt x="421" y="5442"/>
                      </a:cubicBezTo>
                      <a:cubicBezTo>
                        <a:pt x="281" y="6049"/>
                        <a:pt x="117" y="6633"/>
                        <a:pt x="1" y="7240"/>
                      </a:cubicBezTo>
                      <a:lnTo>
                        <a:pt x="24" y="7263"/>
                      </a:lnTo>
                      <a:cubicBezTo>
                        <a:pt x="304" y="6703"/>
                        <a:pt x="514" y="6119"/>
                        <a:pt x="701" y="5512"/>
                      </a:cubicBezTo>
                      <a:cubicBezTo>
                        <a:pt x="888" y="4928"/>
                        <a:pt x="1005" y="4297"/>
                        <a:pt x="1098" y="3690"/>
                      </a:cubicBezTo>
                      <a:cubicBezTo>
                        <a:pt x="1308" y="2476"/>
                        <a:pt x="1425" y="1238"/>
                        <a:pt x="144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91" name="Google Shape;18491;p62"/>
                <p:cNvSpPr/>
                <p:nvPr/>
              </p:nvSpPr>
              <p:spPr>
                <a:xfrm>
                  <a:off x="865697" y="6790331"/>
                  <a:ext cx="10848" cy="1637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9179" extrusionOk="0">
                      <a:moveTo>
                        <a:pt x="0" y="1"/>
                      </a:moveTo>
                      <a:cubicBezTo>
                        <a:pt x="164" y="1519"/>
                        <a:pt x="257" y="3060"/>
                        <a:pt x="281" y="4578"/>
                      </a:cubicBezTo>
                      <a:lnTo>
                        <a:pt x="257" y="6866"/>
                      </a:lnTo>
                      <a:cubicBezTo>
                        <a:pt x="257" y="7637"/>
                        <a:pt x="257" y="8408"/>
                        <a:pt x="281" y="9178"/>
                      </a:cubicBezTo>
                      <a:lnTo>
                        <a:pt x="304" y="9178"/>
                      </a:lnTo>
                      <a:cubicBezTo>
                        <a:pt x="467" y="8408"/>
                        <a:pt x="514" y="7637"/>
                        <a:pt x="561" y="6890"/>
                      </a:cubicBezTo>
                      <a:cubicBezTo>
                        <a:pt x="608" y="6119"/>
                        <a:pt x="561" y="5348"/>
                        <a:pt x="514" y="4578"/>
                      </a:cubicBezTo>
                      <a:cubicBezTo>
                        <a:pt x="444" y="3037"/>
                        <a:pt x="281" y="1519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92" name="Google Shape;18492;p62"/>
                <p:cNvSpPr/>
                <p:nvPr/>
              </p:nvSpPr>
              <p:spPr>
                <a:xfrm>
                  <a:off x="1765726" y="6798664"/>
                  <a:ext cx="40841" cy="192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9" h="10767" extrusionOk="0">
                      <a:moveTo>
                        <a:pt x="2266" y="1"/>
                      </a:moveTo>
                      <a:cubicBezTo>
                        <a:pt x="1518" y="1706"/>
                        <a:pt x="935" y="3457"/>
                        <a:pt x="538" y="5255"/>
                      </a:cubicBezTo>
                      <a:cubicBezTo>
                        <a:pt x="351" y="6166"/>
                        <a:pt x="164" y="7077"/>
                        <a:pt x="94" y="7987"/>
                      </a:cubicBezTo>
                      <a:cubicBezTo>
                        <a:pt x="24" y="8922"/>
                        <a:pt x="0" y="9856"/>
                        <a:pt x="70" y="10766"/>
                      </a:cubicBezTo>
                      <a:lnTo>
                        <a:pt x="117" y="10766"/>
                      </a:lnTo>
                      <a:cubicBezTo>
                        <a:pt x="211" y="9856"/>
                        <a:pt x="281" y="8945"/>
                        <a:pt x="397" y="8034"/>
                      </a:cubicBezTo>
                      <a:cubicBezTo>
                        <a:pt x="514" y="7123"/>
                        <a:pt x="608" y="6213"/>
                        <a:pt x="794" y="5302"/>
                      </a:cubicBezTo>
                      <a:cubicBezTo>
                        <a:pt x="1121" y="3504"/>
                        <a:pt x="1635" y="1729"/>
                        <a:pt x="2289" y="24"/>
                      </a:cubicBezTo>
                      <a:lnTo>
                        <a:pt x="2266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93" name="Google Shape;18493;p62"/>
                <p:cNvSpPr/>
                <p:nvPr/>
              </p:nvSpPr>
              <p:spPr>
                <a:xfrm>
                  <a:off x="1758232" y="6805337"/>
                  <a:ext cx="10848" cy="152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8525" extrusionOk="0">
                      <a:moveTo>
                        <a:pt x="490" y="0"/>
                      </a:moveTo>
                      <a:cubicBezTo>
                        <a:pt x="467" y="1425"/>
                        <a:pt x="420" y="2849"/>
                        <a:pt x="304" y="4274"/>
                      </a:cubicBezTo>
                      <a:cubicBezTo>
                        <a:pt x="234" y="4975"/>
                        <a:pt x="164" y="5675"/>
                        <a:pt x="117" y="6399"/>
                      </a:cubicBezTo>
                      <a:cubicBezTo>
                        <a:pt x="70" y="7100"/>
                        <a:pt x="0" y="7800"/>
                        <a:pt x="0" y="8524"/>
                      </a:cubicBezTo>
                      <a:lnTo>
                        <a:pt x="23" y="8524"/>
                      </a:lnTo>
                      <a:cubicBezTo>
                        <a:pt x="210" y="7847"/>
                        <a:pt x="304" y="7123"/>
                        <a:pt x="397" y="6422"/>
                      </a:cubicBezTo>
                      <a:cubicBezTo>
                        <a:pt x="490" y="5698"/>
                        <a:pt x="514" y="4998"/>
                        <a:pt x="537" y="4274"/>
                      </a:cubicBezTo>
                      <a:cubicBezTo>
                        <a:pt x="607" y="2849"/>
                        <a:pt x="584" y="1425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94" name="Google Shape;18494;p62"/>
                <p:cNvSpPr/>
                <p:nvPr/>
              </p:nvSpPr>
              <p:spPr>
                <a:xfrm>
                  <a:off x="1723225" y="6852423"/>
                  <a:ext cx="8761" cy="1346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1" h="7544" extrusionOk="0">
                      <a:moveTo>
                        <a:pt x="0" y="0"/>
                      </a:moveTo>
                      <a:cubicBezTo>
                        <a:pt x="140" y="1261"/>
                        <a:pt x="211" y="2522"/>
                        <a:pt x="187" y="3760"/>
                      </a:cubicBezTo>
                      <a:cubicBezTo>
                        <a:pt x="187" y="4391"/>
                        <a:pt x="140" y="5021"/>
                        <a:pt x="140" y="5652"/>
                      </a:cubicBezTo>
                      <a:cubicBezTo>
                        <a:pt x="140" y="6282"/>
                        <a:pt x="94" y="6889"/>
                        <a:pt x="117" y="7543"/>
                      </a:cubicBezTo>
                      <a:lnTo>
                        <a:pt x="140" y="7543"/>
                      </a:lnTo>
                      <a:cubicBezTo>
                        <a:pt x="304" y="6913"/>
                        <a:pt x="374" y="6282"/>
                        <a:pt x="444" y="5652"/>
                      </a:cubicBezTo>
                      <a:cubicBezTo>
                        <a:pt x="491" y="5021"/>
                        <a:pt x="467" y="4391"/>
                        <a:pt x="444" y="3760"/>
                      </a:cubicBezTo>
                      <a:cubicBezTo>
                        <a:pt x="397" y="2499"/>
                        <a:pt x="257" y="123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95" name="Google Shape;18495;p62"/>
                <p:cNvSpPr/>
                <p:nvPr/>
              </p:nvSpPr>
              <p:spPr>
                <a:xfrm>
                  <a:off x="1796968" y="6851174"/>
                  <a:ext cx="10438" cy="1346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7544" extrusionOk="0">
                      <a:moveTo>
                        <a:pt x="351" y="0"/>
                      </a:moveTo>
                      <a:lnTo>
                        <a:pt x="328" y="24"/>
                      </a:lnTo>
                      <a:cubicBezTo>
                        <a:pt x="398" y="1261"/>
                        <a:pt x="398" y="2522"/>
                        <a:pt x="304" y="3783"/>
                      </a:cubicBezTo>
                      <a:cubicBezTo>
                        <a:pt x="258" y="4414"/>
                        <a:pt x="188" y="5021"/>
                        <a:pt x="141" y="5652"/>
                      </a:cubicBezTo>
                      <a:cubicBezTo>
                        <a:pt x="94" y="6282"/>
                        <a:pt x="24" y="6889"/>
                        <a:pt x="1" y="7543"/>
                      </a:cubicBezTo>
                      <a:lnTo>
                        <a:pt x="24" y="7543"/>
                      </a:lnTo>
                      <a:cubicBezTo>
                        <a:pt x="234" y="6936"/>
                        <a:pt x="328" y="6305"/>
                        <a:pt x="421" y="5675"/>
                      </a:cubicBezTo>
                      <a:cubicBezTo>
                        <a:pt x="515" y="5068"/>
                        <a:pt x="538" y="4414"/>
                        <a:pt x="538" y="3783"/>
                      </a:cubicBezTo>
                      <a:cubicBezTo>
                        <a:pt x="585" y="2522"/>
                        <a:pt x="515" y="1261"/>
                        <a:pt x="35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96" name="Google Shape;18496;p62"/>
                <p:cNvSpPr/>
                <p:nvPr/>
              </p:nvSpPr>
              <p:spPr>
                <a:xfrm>
                  <a:off x="1041945" y="6697836"/>
                  <a:ext cx="9189" cy="1191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6680" extrusionOk="0">
                      <a:moveTo>
                        <a:pt x="491" y="0"/>
                      </a:moveTo>
                      <a:cubicBezTo>
                        <a:pt x="234" y="1098"/>
                        <a:pt x="94" y="2196"/>
                        <a:pt x="48" y="3316"/>
                      </a:cubicBezTo>
                      <a:cubicBezTo>
                        <a:pt x="1" y="4461"/>
                        <a:pt x="94" y="5582"/>
                        <a:pt x="374" y="6679"/>
                      </a:cubicBezTo>
                      <a:lnTo>
                        <a:pt x="398" y="6679"/>
                      </a:lnTo>
                      <a:cubicBezTo>
                        <a:pt x="258" y="5558"/>
                        <a:pt x="188" y="4437"/>
                        <a:pt x="164" y="3340"/>
                      </a:cubicBezTo>
                      <a:cubicBezTo>
                        <a:pt x="188" y="2219"/>
                        <a:pt x="304" y="1098"/>
                        <a:pt x="5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97" name="Google Shape;18497;p62"/>
                <p:cNvSpPr/>
                <p:nvPr/>
              </p:nvSpPr>
              <p:spPr>
                <a:xfrm>
                  <a:off x="1027778" y="6705758"/>
                  <a:ext cx="12525" cy="92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5162" extrusionOk="0">
                      <a:moveTo>
                        <a:pt x="1" y="0"/>
                      </a:moveTo>
                      <a:cubicBezTo>
                        <a:pt x="164" y="864"/>
                        <a:pt x="281" y="1705"/>
                        <a:pt x="374" y="2569"/>
                      </a:cubicBezTo>
                      <a:cubicBezTo>
                        <a:pt x="468" y="3433"/>
                        <a:pt x="538" y="4297"/>
                        <a:pt x="655" y="5161"/>
                      </a:cubicBezTo>
                      <a:lnTo>
                        <a:pt x="678" y="5161"/>
                      </a:lnTo>
                      <a:cubicBezTo>
                        <a:pt x="701" y="4297"/>
                        <a:pt x="631" y="3433"/>
                        <a:pt x="491" y="2569"/>
                      </a:cubicBezTo>
                      <a:cubicBezTo>
                        <a:pt x="374" y="1705"/>
                        <a:pt x="211" y="84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98" name="Google Shape;18498;p62"/>
                <p:cNvSpPr/>
                <p:nvPr/>
              </p:nvSpPr>
              <p:spPr>
                <a:xfrm>
                  <a:off x="1007366" y="6737411"/>
                  <a:ext cx="15023" cy="80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4532" extrusionOk="0">
                      <a:moveTo>
                        <a:pt x="1" y="1"/>
                      </a:moveTo>
                      <a:lnTo>
                        <a:pt x="1" y="24"/>
                      </a:lnTo>
                      <a:cubicBezTo>
                        <a:pt x="211" y="748"/>
                        <a:pt x="374" y="1495"/>
                        <a:pt x="491" y="2266"/>
                      </a:cubicBezTo>
                      <a:lnTo>
                        <a:pt x="795" y="4531"/>
                      </a:lnTo>
                      <a:cubicBezTo>
                        <a:pt x="841" y="3761"/>
                        <a:pt x="771" y="2990"/>
                        <a:pt x="608" y="2243"/>
                      </a:cubicBezTo>
                      <a:cubicBezTo>
                        <a:pt x="468" y="1495"/>
                        <a:pt x="257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499" name="Google Shape;18499;p62"/>
                <p:cNvSpPr/>
                <p:nvPr/>
              </p:nvSpPr>
              <p:spPr>
                <a:xfrm>
                  <a:off x="1054453" y="6729506"/>
                  <a:ext cx="12936" cy="812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54" extrusionOk="0">
                      <a:moveTo>
                        <a:pt x="0" y="0"/>
                      </a:moveTo>
                      <a:cubicBezTo>
                        <a:pt x="187" y="747"/>
                        <a:pt x="327" y="1495"/>
                        <a:pt x="421" y="2265"/>
                      </a:cubicBezTo>
                      <a:lnTo>
                        <a:pt x="631" y="4554"/>
                      </a:lnTo>
                      <a:lnTo>
                        <a:pt x="654" y="4554"/>
                      </a:lnTo>
                      <a:cubicBezTo>
                        <a:pt x="724" y="3783"/>
                        <a:pt x="678" y="3013"/>
                        <a:pt x="538" y="2242"/>
                      </a:cubicBezTo>
                      <a:cubicBezTo>
                        <a:pt x="421" y="1495"/>
                        <a:pt x="234" y="74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00" name="Google Shape;18500;p62"/>
                <p:cNvSpPr/>
                <p:nvPr/>
              </p:nvSpPr>
              <p:spPr>
                <a:xfrm>
                  <a:off x="1096543" y="6891177"/>
                  <a:ext cx="9171" cy="1191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" h="6680" extrusionOk="0">
                      <a:moveTo>
                        <a:pt x="491" y="0"/>
                      </a:moveTo>
                      <a:cubicBezTo>
                        <a:pt x="234" y="1098"/>
                        <a:pt x="94" y="2219"/>
                        <a:pt x="47" y="3340"/>
                      </a:cubicBezTo>
                      <a:cubicBezTo>
                        <a:pt x="0" y="4460"/>
                        <a:pt x="94" y="5605"/>
                        <a:pt x="374" y="6679"/>
                      </a:cubicBezTo>
                      <a:lnTo>
                        <a:pt x="397" y="6679"/>
                      </a:lnTo>
                      <a:cubicBezTo>
                        <a:pt x="280" y="5558"/>
                        <a:pt x="187" y="4460"/>
                        <a:pt x="187" y="3340"/>
                      </a:cubicBezTo>
                      <a:cubicBezTo>
                        <a:pt x="187" y="2219"/>
                        <a:pt x="304" y="1121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01" name="Google Shape;18501;p62"/>
                <p:cNvSpPr/>
                <p:nvPr/>
              </p:nvSpPr>
              <p:spPr>
                <a:xfrm>
                  <a:off x="1082376" y="6899081"/>
                  <a:ext cx="12508" cy="925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86" extrusionOk="0">
                      <a:moveTo>
                        <a:pt x="0" y="1"/>
                      </a:moveTo>
                      <a:cubicBezTo>
                        <a:pt x="164" y="865"/>
                        <a:pt x="280" y="1729"/>
                        <a:pt x="374" y="2593"/>
                      </a:cubicBezTo>
                      <a:cubicBezTo>
                        <a:pt x="467" y="3457"/>
                        <a:pt x="537" y="4321"/>
                        <a:pt x="654" y="5185"/>
                      </a:cubicBezTo>
                      <a:lnTo>
                        <a:pt x="677" y="5185"/>
                      </a:lnTo>
                      <a:cubicBezTo>
                        <a:pt x="701" y="4298"/>
                        <a:pt x="631" y="3434"/>
                        <a:pt x="491" y="2570"/>
                      </a:cubicBezTo>
                      <a:cubicBezTo>
                        <a:pt x="374" y="1706"/>
                        <a:pt x="210" y="865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02" name="Google Shape;18502;p62"/>
                <p:cNvSpPr/>
                <p:nvPr/>
              </p:nvSpPr>
              <p:spPr>
                <a:xfrm>
                  <a:off x="1109033" y="6923258"/>
                  <a:ext cx="12936" cy="808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31" extrusionOk="0">
                      <a:moveTo>
                        <a:pt x="1" y="0"/>
                      </a:moveTo>
                      <a:cubicBezTo>
                        <a:pt x="188" y="748"/>
                        <a:pt x="328" y="1495"/>
                        <a:pt x="421" y="2265"/>
                      </a:cubicBezTo>
                      <a:lnTo>
                        <a:pt x="631" y="4531"/>
                      </a:lnTo>
                      <a:lnTo>
                        <a:pt x="655" y="4531"/>
                      </a:lnTo>
                      <a:cubicBezTo>
                        <a:pt x="725" y="3783"/>
                        <a:pt x="678" y="2989"/>
                        <a:pt x="538" y="2242"/>
                      </a:cubicBezTo>
                      <a:cubicBezTo>
                        <a:pt x="421" y="1471"/>
                        <a:pt x="234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03" name="Google Shape;18503;p62"/>
                <p:cNvSpPr/>
                <p:nvPr/>
              </p:nvSpPr>
              <p:spPr>
                <a:xfrm>
                  <a:off x="1410303" y="6632407"/>
                  <a:ext cx="12936" cy="9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5489" extrusionOk="0">
                      <a:moveTo>
                        <a:pt x="724" y="1"/>
                      </a:moveTo>
                      <a:cubicBezTo>
                        <a:pt x="420" y="888"/>
                        <a:pt x="234" y="1799"/>
                        <a:pt x="117" y="2710"/>
                      </a:cubicBezTo>
                      <a:cubicBezTo>
                        <a:pt x="0" y="3644"/>
                        <a:pt x="0" y="4578"/>
                        <a:pt x="164" y="5489"/>
                      </a:cubicBezTo>
                      <a:lnTo>
                        <a:pt x="187" y="5489"/>
                      </a:lnTo>
                      <a:cubicBezTo>
                        <a:pt x="164" y="4578"/>
                        <a:pt x="187" y="3644"/>
                        <a:pt x="234" y="2733"/>
                      </a:cubicBezTo>
                      <a:cubicBezTo>
                        <a:pt x="327" y="1822"/>
                        <a:pt x="491" y="912"/>
                        <a:pt x="7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04" name="Google Shape;18504;p62"/>
                <p:cNvSpPr/>
                <p:nvPr/>
              </p:nvSpPr>
              <p:spPr>
                <a:xfrm>
                  <a:off x="1403630" y="6637421"/>
                  <a:ext cx="5442" cy="76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298" extrusionOk="0">
                      <a:moveTo>
                        <a:pt x="0" y="0"/>
                      </a:moveTo>
                      <a:cubicBezTo>
                        <a:pt x="71" y="724"/>
                        <a:pt x="117" y="1448"/>
                        <a:pt x="141" y="2149"/>
                      </a:cubicBezTo>
                      <a:cubicBezTo>
                        <a:pt x="141" y="2873"/>
                        <a:pt x="141" y="3597"/>
                        <a:pt x="187" y="4297"/>
                      </a:cubicBezTo>
                      <a:lnTo>
                        <a:pt x="211" y="4297"/>
                      </a:lnTo>
                      <a:cubicBezTo>
                        <a:pt x="304" y="3597"/>
                        <a:pt x="304" y="2873"/>
                        <a:pt x="257" y="2149"/>
                      </a:cubicBezTo>
                      <a:cubicBezTo>
                        <a:pt x="211" y="1425"/>
                        <a:pt x="141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05" name="Google Shape;18505;p62"/>
                <p:cNvSpPr/>
                <p:nvPr/>
              </p:nvSpPr>
              <p:spPr>
                <a:xfrm>
                  <a:off x="1424042" y="6659082"/>
                  <a:ext cx="6691" cy="67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" h="3784" extrusionOk="0">
                      <a:moveTo>
                        <a:pt x="1" y="1"/>
                      </a:moveTo>
                      <a:cubicBezTo>
                        <a:pt x="94" y="631"/>
                        <a:pt x="164" y="1262"/>
                        <a:pt x="188" y="1892"/>
                      </a:cubicBezTo>
                      <a:cubicBezTo>
                        <a:pt x="188" y="2523"/>
                        <a:pt x="188" y="3130"/>
                        <a:pt x="211" y="3784"/>
                      </a:cubicBezTo>
                      <a:lnTo>
                        <a:pt x="234" y="3784"/>
                      </a:lnTo>
                      <a:cubicBezTo>
                        <a:pt x="351" y="3153"/>
                        <a:pt x="374" y="2499"/>
                        <a:pt x="304" y="1869"/>
                      </a:cubicBezTo>
                      <a:cubicBezTo>
                        <a:pt x="258" y="1238"/>
                        <a:pt x="164" y="60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06" name="Google Shape;18506;p62"/>
                <p:cNvSpPr/>
                <p:nvPr/>
              </p:nvSpPr>
              <p:spPr>
                <a:xfrm>
                  <a:off x="1378633" y="6656174"/>
                  <a:ext cx="6263" cy="67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3784" extrusionOk="0">
                      <a:moveTo>
                        <a:pt x="0" y="0"/>
                      </a:moveTo>
                      <a:cubicBezTo>
                        <a:pt x="94" y="631"/>
                        <a:pt x="164" y="1261"/>
                        <a:pt x="187" y="1892"/>
                      </a:cubicBezTo>
                      <a:cubicBezTo>
                        <a:pt x="187" y="2522"/>
                        <a:pt x="187" y="3153"/>
                        <a:pt x="210" y="3783"/>
                      </a:cubicBezTo>
                      <a:lnTo>
                        <a:pt x="234" y="3783"/>
                      </a:lnTo>
                      <a:cubicBezTo>
                        <a:pt x="351" y="3153"/>
                        <a:pt x="351" y="2522"/>
                        <a:pt x="304" y="1868"/>
                      </a:cubicBezTo>
                      <a:cubicBezTo>
                        <a:pt x="257" y="1238"/>
                        <a:pt x="164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07" name="Google Shape;18507;p62"/>
                <p:cNvSpPr/>
                <p:nvPr/>
              </p:nvSpPr>
              <p:spPr>
                <a:xfrm>
                  <a:off x="211502" y="6943259"/>
                  <a:ext cx="9599" cy="991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" h="5559" extrusionOk="0">
                      <a:moveTo>
                        <a:pt x="258" y="0"/>
                      </a:moveTo>
                      <a:cubicBezTo>
                        <a:pt x="71" y="911"/>
                        <a:pt x="1" y="1868"/>
                        <a:pt x="24" y="2803"/>
                      </a:cubicBezTo>
                      <a:cubicBezTo>
                        <a:pt x="48" y="3737"/>
                        <a:pt x="188" y="4671"/>
                        <a:pt x="515" y="5558"/>
                      </a:cubicBezTo>
                      <a:lnTo>
                        <a:pt x="538" y="5558"/>
                      </a:lnTo>
                      <a:cubicBezTo>
                        <a:pt x="375" y="4647"/>
                        <a:pt x="211" y="3713"/>
                        <a:pt x="141" y="2803"/>
                      </a:cubicBezTo>
                      <a:cubicBezTo>
                        <a:pt x="94" y="1868"/>
                        <a:pt x="141" y="934"/>
                        <a:pt x="28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08" name="Google Shape;18508;p62"/>
                <p:cNvSpPr/>
                <p:nvPr/>
              </p:nvSpPr>
              <p:spPr>
                <a:xfrm>
                  <a:off x="194426" y="6949504"/>
                  <a:ext cx="16683" cy="770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321" extrusionOk="0">
                      <a:moveTo>
                        <a:pt x="0" y="0"/>
                      </a:moveTo>
                      <a:cubicBezTo>
                        <a:pt x="211" y="724"/>
                        <a:pt x="374" y="1425"/>
                        <a:pt x="514" y="2149"/>
                      </a:cubicBezTo>
                      <a:cubicBezTo>
                        <a:pt x="631" y="2873"/>
                        <a:pt x="748" y="3597"/>
                        <a:pt x="911" y="4321"/>
                      </a:cubicBezTo>
                      <a:lnTo>
                        <a:pt x="935" y="4321"/>
                      </a:lnTo>
                      <a:cubicBezTo>
                        <a:pt x="935" y="3573"/>
                        <a:pt x="818" y="2850"/>
                        <a:pt x="631" y="2126"/>
                      </a:cubicBezTo>
                      <a:cubicBezTo>
                        <a:pt x="467" y="1402"/>
                        <a:pt x="257" y="70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09" name="Google Shape;18509;p62"/>
                <p:cNvSpPr/>
                <p:nvPr/>
              </p:nvSpPr>
              <p:spPr>
                <a:xfrm>
                  <a:off x="221511" y="6969916"/>
                  <a:ext cx="16272" cy="67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cubicBezTo>
                        <a:pt x="211" y="608"/>
                        <a:pt x="397" y="1238"/>
                        <a:pt x="537" y="1869"/>
                      </a:cubicBezTo>
                      <a:cubicBezTo>
                        <a:pt x="654" y="2523"/>
                        <a:pt x="748" y="3153"/>
                        <a:pt x="864" y="3784"/>
                      </a:cubicBezTo>
                      <a:lnTo>
                        <a:pt x="888" y="3784"/>
                      </a:lnTo>
                      <a:cubicBezTo>
                        <a:pt x="911" y="3130"/>
                        <a:pt x="818" y="2476"/>
                        <a:pt x="654" y="1846"/>
                      </a:cubicBezTo>
                      <a:cubicBezTo>
                        <a:pt x="491" y="1215"/>
                        <a:pt x="281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10" name="Google Shape;18510;p62"/>
                <p:cNvSpPr/>
                <p:nvPr/>
              </p:nvSpPr>
              <p:spPr>
                <a:xfrm>
                  <a:off x="168590" y="6969916"/>
                  <a:ext cx="16272" cy="67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1" y="608"/>
                        <a:pt x="374" y="1238"/>
                        <a:pt x="514" y="1869"/>
                      </a:cubicBezTo>
                      <a:cubicBezTo>
                        <a:pt x="631" y="2523"/>
                        <a:pt x="724" y="3153"/>
                        <a:pt x="865" y="3784"/>
                      </a:cubicBezTo>
                      <a:cubicBezTo>
                        <a:pt x="911" y="3130"/>
                        <a:pt x="818" y="2476"/>
                        <a:pt x="631" y="1846"/>
                      </a:cubicBezTo>
                      <a:cubicBezTo>
                        <a:pt x="468" y="1215"/>
                        <a:pt x="257" y="5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11" name="Google Shape;18511;p62"/>
                <p:cNvSpPr/>
                <p:nvPr/>
              </p:nvSpPr>
              <p:spPr>
                <a:xfrm>
                  <a:off x="779857" y="7121595"/>
                  <a:ext cx="25015" cy="2021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" h="11327" extrusionOk="0">
                      <a:moveTo>
                        <a:pt x="1379" y="0"/>
                      </a:moveTo>
                      <a:cubicBezTo>
                        <a:pt x="748" y="1822"/>
                        <a:pt x="328" y="3690"/>
                        <a:pt x="141" y="5605"/>
                      </a:cubicBezTo>
                      <a:cubicBezTo>
                        <a:pt x="47" y="6562"/>
                        <a:pt x="1" y="7520"/>
                        <a:pt x="24" y="8477"/>
                      </a:cubicBezTo>
                      <a:cubicBezTo>
                        <a:pt x="47" y="9435"/>
                        <a:pt x="117" y="10392"/>
                        <a:pt x="281" y="11326"/>
                      </a:cubicBezTo>
                      <a:lnTo>
                        <a:pt x="304" y="11326"/>
                      </a:lnTo>
                      <a:cubicBezTo>
                        <a:pt x="234" y="10392"/>
                        <a:pt x="164" y="9435"/>
                        <a:pt x="164" y="8477"/>
                      </a:cubicBezTo>
                      <a:cubicBezTo>
                        <a:pt x="141" y="7520"/>
                        <a:pt x="187" y="6562"/>
                        <a:pt x="258" y="5628"/>
                      </a:cubicBezTo>
                      <a:cubicBezTo>
                        <a:pt x="421" y="3713"/>
                        <a:pt x="818" y="1845"/>
                        <a:pt x="1402" y="24"/>
                      </a:cubicBezTo>
                      <a:lnTo>
                        <a:pt x="137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12" name="Google Shape;18512;p62"/>
                <p:cNvSpPr/>
                <p:nvPr/>
              </p:nvSpPr>
              <p:spPr>
                <a:xfrm>
                  <a:off x="759034" y="7128679"/>
                  <a:ext cx="12097" cy="1604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8" h="899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10" y="1471"/>
                        <a:pt x="350" y="2989"/>
                        <a:pt x="444" y="4484"/>
                      </a:cubicBezTo>
                      <a:cubicBezTo>
                        <a:pt x="467" y="5231"/>
                        <a:pt x="514" y="5979"/>
                        <a:pt x="514" y="6726"/>
                      </a:cubicBezTo>
                      <a:cubicBezTo>
                        <a:pt x="560" y="7473"/>
                        <a:pt x="560" y="8220"/>
                        <a:pt x="584" y="8991"/>
                      </a:cubicBezTo>
                      <a:lnTo>
                        <a:pt x="607" y="8991"/>
                      </a:lnTo>
                      <a:cubicBezTo>
                        <a:pt x="677" y="8220"/>
                        <a:pt x="677" y="7473"/>
                        <a:pt x="677" y="6726"/>
                      </a:cubicBezTo>
                      <a:cubicBezTo>
                        <a:pt x="654" y="5979"/>
                        <a:pt x="631" y="5231"/>
                        <a:pt x="560" y="4461"/>
                      </a:cubicBezTo>
                      <a:cubicBezTo>
                        <a:pt x="444" y="2966"/>
                        <a:pt x="257" y="1471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13" name="Google Shape;18513;p62"/>
                <p:cNvSpPr/>
                <p:nvPr/>
              </p:nvSpPr>
              <p:spPr>
                <a:xfrm>
                  <a:off x="807780" y="7177014"/>
                  <a:ext cx="15023" cy="141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7917" extrusionOk="0">
                      <a:moveTo>
                        <a:pt x="0" y="0"/>
                      </a:moveTo>
                      <a:cubicBezTo>
                        <a:pt x="281" y="1308"/>
                        <a:pt x="467" y="2616"/>
                        <a:pt x="561" y="3947"/>
                      </a:cubicBezTo>
                      <a:cubicBezTo>
                        <a:pt x="654" y="5278"/>
                        <a:pt x="654" y="6586"/>
                        <a:pt x="654" y="7917"/>
                      </a:cubicBezTo>
                      <a:cubicBezTo>
                        <a:pt x="841" y="6609"/>
                        <a:pt x="818" y="5255"/>
                        <a:pt x="678" y="3923"/>
                      </a:cubicBezTo>
                      <a:cubicBezTo>
                        <a:pt x="561" y="2616"/>
                        <a:pt x="327" y="1285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14" name="Google Shape;18514;p62"/>
                <p:cNvSpPr/>
                <p:nvPr/>
              </p:nvSpPr>
              <p:spPr>
                <a:xfrm>
                  <a:off x="700279" y="7162419"/>
                  <a:ext cx="14595" cy="1412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7918" extrusionOk="0">
                      <a:moveTo>
                        <a:pt x="0" y="1"/>
                      </a:moveTo>
                      <a:cubicBezTo>
                        <a:pt x="280" y="1309"/>
                        <a:pt x="467" y="2616"/>
                        <a:pt x="561" y="3947"/>
                      </a:cubicBezTo>
                      <a:cubicBezTo>
                        <a:pt x="631" y="5279"/>
                        <a:pt x="654" y="6586"/>
                        <a:pt x="631" y="7917"/>
                      </a:cubicBezTo>
                      <a:lnTo>
                        <a:pt x="654" y="7917"/>
                      </a:lnTo>
                      <a:cubicBezTo>
                        <a:pt x="818" y="6610"/>
                        <a:pt x="818" y="5255"/>
                        <a:pt x="677" y="3924"/>
                      </a:cubicBezTo>
                      <a:cubicBezTo>
                        <a:pt x="561" y="2616"/>
                        <a:pt x="327" y="12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15" name="Google Shape;18515;p62"/>
                <p:cNvSpPr/>
                <p:nvPr/>
              </p:nvSpPr>
              <p:spPr>
                <a:xfrm>
                  <a:off x="2108659" y="6598257"/>
                  <a:ext cx="37505" cy="129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7263" extrusionOk="0">
                      <a:moveTo>
                        <a:pt x="2102" y="0"/>
                      </a:moveTo>
                      <a:cubicBezTo>
                        <a:pt x="1495" y="1121"/>
                        <a:pt x="1004" y="2289"/>
                        <a:pt x="631" y="3503"/>
                      </a:cubicBezTo>
                      <a:cubicBezTo>
                        <a:pt x="257" y="4717"/>
                        <a:pt x="23" y="5978"/>
                        <a:pt x="0" y="7263"/>
                      </a:cubicBezTo>
                      <a:cubicBezTo>
                        <a:pt x="187" y="6002"/>
                        <a:pt x="420" y="4764"/>
                        <a:pt x="747" y="3550"/>
                      </a:cubicBezTo>
                      <a:cubicBezTo>
                        <a:pt x="1098" y="2335"/>
                        <a:pt x="1541" y="1144"/>
                        <a:pt x="210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16" name="Google Shape;18516;p62"/>
                <p:cNvSpPr/>
                <p:nvPr/>
              </p:nvSpPr>
              <p:spPr>
                <a:xfrm>
                  <a:off x="2104073" y="6600327"/>
                  <a:ext cx="15006" cy="1041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5839" extrusionOk="0">
                      <a:moveTo>
                        <a:pt x="818" y="1"/>
                      </a:moveTo>
                      <a:cubicBezTo>
                        <a:pt x="748" y="982"/>
                        <a:pt x="631" y="1962"/>
                        <a:pt x="467" y="2920"/>
                      </a:cubicBezTo>
                      <a:cubicBezTo>
                        <a:pt x="304" y="3901"/>
                        <a:pt x="140" y="4858"/>
                        <a:pt x="0" y="5839"/>
                      </a:cubicBezTo>
                      <a:lnTo>
                        <a:pt x="24" y="5839"/>
                      </a:lnTo>
                      <a:cubicBezTo>
                        <a:pt x="304" y="4882"/>
                        <a:pt x="491" y="3924"/>
                        <a:pt x="584" y="2943"/>
                      </a:cubicBezTo>
                      <a:cubicBezTo>
                        <a:pt x="724" y="1962"/>
                        <a:pt x="794" y="982"/>
                        <a:pt x="8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17" name="Google Shape;18517;p62"/>
                <p:cNvSpPr/>
                <p:nvPr/>
              </p:nvSpPr>
              <p:spPr>
                <a:xfrm>
                  <a:off x="2078237" y="6629499"/>
                  <a:ext cx="10010" cy="92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5162" extrusionOk="0">
                      <a:moveTo>
                        <a:pt x="491" y="0"/>
                      </a:moveTo>
                      <a:cubicBezTo>
                        <a:pt x="491" y="865"/>
                        <a:pt x="444" y="1729"/>
                        <a:pt x="374" y="2593"/>
                      </a:cubicBezTo>
                      <a:cubicBezTo>
                        <a:pt x="257" y="3457"/>
                        <a:pt x="117" y="4297"/>
                        <a:pt x="0" y="5161"/>
                      </a:cubicBezTo>
                      <a:lnTo>
                        <a:pt x="24" y="5161"/>
                      </a:lnTo>
                      <a:cubicBezTo>
                        <a:pt x="281" y="4344"/>
                        <a:pt x="444" y="3480"/>
                        <a:pt x="491" y="2593"/>
                      </a:cubicBezTo>
                      <a:cubicBezTo>
                        <a:pt x="561" y="1729"/>
                        <a:pt x="561" y="865"/>
                        <a:pt x="49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18" name="Google Shape;18518;p62"/>
                <p:cNvSpPr/>
                <p:nvPr/>
              </p:nvSpPr>
              <p:spPr>
                <a:xfrm>
                  <a:off x="2129071" y="6634085"/>
                  <a:ext cx="12508" cy="9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38" extrusionOk="0">
                      <a:moveTo>
                        <a:pt x="654" y="0"/>
                      </a:moveTo>
                      <a:cubicBezTo>
                        <a:pt x="631" y="864"/>
                        <a:pt x="561" y="1728"/>
                        <a:pt x="444" y="2593"/>
                      </a:cubicBezTo>
                      <a:cubicBezTo>
                        <a:pt x="304" y="3433"/>
                        <a:pt x="141" y="4274"/>
                        <a:pt x="0" y="5138"/>
                      </a:cubicBezTo>
                      <a:lnTo>
                        <a:pt x="24" y="5138"/>
                      </a:lnTo>
                      <a:cubicBezTo>
                        <a:pt x="327" y="4321"/>
                        <a:pt x="491" y="3457"/>
                        <a:pt x="561" y="2593"/>
                      </a:cubicBezTo>
                      <a:cubicBezTo>
                        <a:pt x="654" y="1728"/>
                        <a:pt x="701" y="864"/>
                        <a:pt x="67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19" name="Google Shape;18519;p62"/>
                <p:cNvSpPr/>
                <p:nvPr/>
              </p:nvSpPr>
              <p:spPr>
                <a:xfrm>
                  <a:off x="2052401" y="6678673"/>
                  <a:ext cx="14185" cy="91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15" extrusionOk="0">
                      <a:moveTo>
                        <a:pt x="771" y="0"/>
                      </a:moveTo>
                      <a:cubicBezTo>
                        <a:pt x="748" y="864"/>
                        <a:pt x="654" y="1705"/>
                        <a:pt x="491" y="2569"/>
                      </a:cubicBezTo>
                      <a:cubicBezTo>
                        <a:pt x="351" y="3410"/>
                        <a:pt x="164" y="4250"/>
                        <a:pt x="0" y="5114"/>
                      </a:cubicBezTo>
                      <a:cubicBezTo>
                        <a:pt x="327" y="4297"/>
                        <a:pt x="514" y="3456"/>
                        <a:pt x="631" y="2592"/>
                      </a:cubicBezTo>
                      <a:cubicBezTo>
                        <a:pt x="748" y="1728"/>
                        <a:pt x="794" y="864"/>
                        <a:pt x="79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20" name="Google Shape;18520;p62"/>
                <p:cNvSpPr/>
                <p:nvPr/>
              </p:nvSpPr>
              <p:spPr>
                <a:xfrm>
                  <a:off x="1533631" y="6679494"/>
                  <a:ext cx="15862" cy="1183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6634" extrusionOk="0">
                      <a:moveTo>
                        <a:pt x="865" y="1"/>
                      </a:moveTo>
                      <a:cubicBezTo>
                        <a:pt x="514" y="1052"/>
                        <a:pt x="281" y="2173"/>
                        <a:pt x="141" y="3270"/>
                      </a:cubicBezTo>
                      <a:cubicBezTo>
                        <a:pt x="1" y="4391"/>
                        <a:pt x="1" y="5535"/>
                        <a:pt x="187" y="6633"/>
                      </a:cubicBezTo>
                      <a:lnTo>
                        <a:pt x="211" y="6633"/>
                      </a:lnTo>
                      <a:cubicBezTo>
                        <a:pt x="187" y="5512"/>
                        <a:pt x="187" y="4415"/>
                        <a:pt x="281" y="3294"/>
                      </a:cubicBezTo>
                      <a:cubicBezTo>
                        <a:pt x="374" y="2173"/>
                        <a:pt x="584" y="1075"/>
                        <a:pt x="888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21" name="Google Shape;18521;p62"/>
                <p:cNvSpPr/>
                <p:nvPr/>
              </p:nvSpPr>
              <p:spPr>
                <a:xfrm>
                  <a:off x="1525709" y="6685328"/>
                  <a:ext cx="5852" cy="929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5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1" y="865"/>
                        <a:pt x="118" y="1752"/>
                        <a:pt x="141" y="2616"/>
                      </a:cubicBezTo>
                      <a:cubicBezTo>
                        <a:pt x="164" y="3480"/>
                        <a:pt x="164" y="4344"/>
                        <a:pt x="211" y="5208"/>
                      </a:cubicBezTo>
                      <a:lnTo>
                        <a:pt x="234" y="5208"/>
                      </a:lnTo>
                      <a:cubicBezTo>
                        <a:pt x="328" y="4344"/>
                        <a:pt x="328" y="3480"/>
                        <a:pt x="281" y="2616"/>
                      </a:cubicBezTo>
                      <a:cubicBezTo>
                        <a:pt x="211" y="1729"/>
                        <a:pt x="141" y="86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22" name="Google Shape;18522;p62"/>
                <p:cNvSpPr/>
                <p:nvPr/>
              </p:nvSpPr>
              <p:spPr>
                <a:xfrm>
                  <a:off x="1550296" y="6711575"/>
                  <a:ext cx="7530" cy="81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4579" extrusionOk="0">
                      <a:moveTo>
                        <a:pt x="1" y="1"/>
                      </a:moveTo>
                      <a:cubicBezTo>
                        <a:pt x="118" y="748"/>
                        <a:pt x="188" y="1519"/>
                        <a:pt x="211" y="2290"/>
                      </a:cubicBezTo>
                      <a:lnTo>
                        <a:pt x="234" y="4578"/>
                      </a:lnTo>
                      <a:lnTo>
                        <a:pt x="258" y="4578"/>
                      </a:lnTo>
                      <a:cubicBezTo>
                        <a:pt x="398" y="3808"/>
                        <a:pt x="421" y="3037"/>
                        <a:pt x="328" y="2266"/>
                      </a:cubicBezTo>
                      <a:cubicBezTo>
                        <a:pt x="281" y="1496"/>
                        <a:pt x="164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23" name="Google Shape;18523;p62"/>
                <p:cNvSpPr/>
                <p:nvPr/>
              </p:nvSpPr>
              <p:spPr>
                <a:xfrm>
                  <a:off x="1626144" y="6651160"/>
                  <a:ext cx="14185" cy="91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39" extrusionOk="0">
                      <a:moveTo>
                        <a:pt x="771" y="1"/>
                      </a:moveTo>
                      <a:cubicBezTo>
                        <a:pt x="747" y="865"/>
                        <a:pt x="654" y="1729"/>
                        <a:pt x="514" y="2593"/>
                      </a:cubicBezTo>
                      <a:cubicBezTo>
                        <a:pt x="350" y="3434"/>
                        <a:pt x="164" y="4274"/>
                        <a:pt x="0" y="5138"/>
                      </a:cubicBezTo>
                      <a:cubicBezTo>
                        <a:pt x="327" y="4321"/>
                        <a:pt x="514" y="3457"/>
                        <a:pt x="631" y="2593"/>
                      </a:cubicBezTo>
                      <a:cubicBezTo>
                        <a:pt x="747" y="1752"/>
                        <a:pt x="794" y="888"/>
                        <a:pt x="79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grpSp>
          <p:nvGrpSpPr>
            <p:cNvPr id="18524" name="Google Shape;18524;p62"/>
            <p:cNvGrpSpPr/>
            <p:nvPr/>
          </p:nvGrpSpPr>
          <p:grpSpPr>
            <a:xfrm rot="-160603" flipH="1">
              <a:off x="320824" y="3866131"/>
              <a:ext cx="8901854" cy="1094767"/>
              <a:chOff x="-75995" y="4254507"/>
              <a:chExt cx="8901933" cy="1094777"/>
            </a:xfrm>
          </p:grpSpPr>
          <p:grpSp>
            <p:nvGrpSpPr>
              <p:cNvPr id="18525" name="Google Shape;18525;p62"/>
              <p:cNvGrpSpPr/>
              <p:nvPr/>
            </p:nvGrpSpPr>
            <p:grpSpPr>
              <a:xfrm>
                <a:off x="1847659" y="4405094"/>
                <a:ext cx="5081829" cy="944189"/>
                <a:chOff x="238125" y="2195725"/>
                <a:chExt cx="7120400" cy="1322950"/>
              </a:xfrm>
            </p:grpSpPr>
            <p:sp>
              <p:nvSpPr>
                <p:cNvPr id="18526" name="Google Shape;18526;p62"/>
                <p:cNvSpPr/>
                <p:nvPr/>
              </p:nvSpPr>
              <p:spPr>
                <a:xfrm>
                  <a:off x="6053075" y="2269275"/>
                  <a:ext cx="26875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5" h="8922" extrusionOk="0">
                      <a:moveTo>
                        <a:pt x="0" y="0"/>
                      </a:moveTo>
                      <a:cubicBezTo>
                        <a:pt x="374" y="1472"/>
                        <a:pt x="607" y="2943"/>
                        <a:pt x="701" y="4438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7" y="7403"/>
                        <a:pt x="724" y="8151"/>
                        <a:pt x="724" y="8921"/>
                      </a:cubicBezTo>
                      <a:lnTo>
                        <a:pt x="747" y="8921"/>
                      </a:lnTo>
                      <a:cubicBezTo>
                        <a:pt x="911" y="8174"/>
                        <a:pt x="981" y="7427"/>
                        <a:pt x="1028" y="6679"/>
                      </a:cubicBezTo>
                      <a:cubicBezTo>
                        <a:pt x="1074" y="5932"/>
                        <a:pt x="1004" y="5161"/>
                        <a:pt x="934" y="4414"/>
                      </a:cubicBezTo>
                      <a:cubicBezTo>
                        <a:pt x="794" y="2920"/>
                        <a:pt x="490" y="1425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27" name="Google Shape;18527;p62"/>
                <p:cNvSpPr/>
                <p:nvPr/>
              </p:nvSpPr>
              <p:spPr>
                <a:xfrm>
                  <a:off x="6088100" y="2277450"/>
                  <a:ext cx="51400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8" y="1028"/>
                        <a:pt x="1285" y="2079"/>
                        <a:pt x="911" y="3106"/>
                      </a:cubicBezTo>
                      <a:cubicBezTo>
                        <a:pt x="724" y="3643"/>
                        <a:pt x="537" y="4157"/>
                        <a:pt x="374" y="4694"/>
                      </a:cubicBezTo>
                      <a:cubicBezTo>
                        <a:pt x="234" y="5208"/>
                        <a:pt x="94" y="5745"/>
                        <a:pt x="0" y="6306"/>
                      </a:cubicBezTo>
                      <a:lnTo>
                        <a:pt x="24" y="6306"/>
                      </a:lnTo>
                      <a:cubicBezTo>
                        <a:pt x="281" y="5792"/>
                        <a:pt x="467" y="5278"/>
                        <a:pt x="678" y="4764"/>
                      </a:cubicBezTo>
                      <a:cubicBezTo>
                        <a:pt x="864" y="4251"/>
                        <a:pt x="1004" y="3714"/>
                        <a:pt x="1145" y="3200"/>
                      </a:cubicBezTo>
                      <a:cubicBezTo>
                        <a:pt x="1472" y="2126"/>
                        <a:pt x="1775" y="1075"/>
                        <a:pt x="205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28" name="Google Shape;18528;p62"/>
                <p:cNvSpPr/>
                <p:nvPr/>
              </p:nvSpPr>
              <p:spPr>
                <a:xfrm>
                  <a:off x="6114950" y="2366775"/>
                  <a:ext cx="29800" cy="12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5115" extrusionOk="0">
                      <a:moveTo>
                        <a:pt x="1168" y="0"/>
                      </a:moveTo>
                      <a:cubicBezTo>
                        <a:pt x="865" y="818"/>
                        <a:pt x="608" y="1658"/>
                        <a:pt x="374" y="2523"/>
                      </a:cubicBezTo>
                      <a:cubicBezTo>
                        <a:pt x="281" y="2943"/>
                        <a:pt x="141" y="3363"/>
                        <a:pt x="94" y="3807"/>
                      </a:cubicBezTo>
                      <a:cubicBezTo>
                        <a:pt x="47" y="4227"/>
                        <a:pt x="1" y="4671"/>
                        <a:pt x="24" y="5115"/>
                      </a:cubicBezTo>
                      <a:lnTo>
                        <a:pt x="47" y="5115"/>
                      </a:lnTo>
                      <a:cubicBezTo>
                        <a:pt x="187" y="4694"/>
                        <a:pt x="281" y="4274"/>
                        <a:pt x="398" y="3854"/>
                      </a:cubicBezTo>
                      <a:cubicBezTo>
                        <a:pt x="491" y="3433"/>
                        <a:pt x="538" y="2990"/>
                        <a:pt x="631" y="2569"/>
                      </a:cubicBezTo>
                      <a:cubicBezTo>
                        <a:pt x="795" y="1705"/>
                        <a:pt x="981" y="841"/>
                        <a:pt x="119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29" name="Google Shape;18529;p62"/>
                <p:cNvSpPr/>
                <p:nvPr/>
              </p:nvSpPr>
              <p:spPr>
                <a:xfrm>
                  <a:off x="7040325" y="2569950"/>
                  <a:ext cx="26300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8922" extrusionOk="0">
                      <a:moveTo>
                        <a:pt x="24" y="0"/>
                      </a:moveTo>
                      <a:lnTo>
                        <a:pt x="0" y="24"/>
                      </a:lnTo>
                      <a:cubicBezTo>
                        <a:pt x="374" y="1471"/>
                        <a:pt x="584" y="2943"/>
                        <a:pt x="678" y="4437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8" y="7426"/>
                        <a:pt x="701" y="8174"/>
                        <a:pt x="701" y="8921"/>
                      </a:cubicBezTo>
                      <a:lnTo>
                        <a:pt x="748" y="8921"/>
                      </a:lnTo>
                      <a:cubicBezTo>
                        <a:pt x="911" y="8174"/>
                        <a:pt x="981" y="7426"/>
                        <a:pt x="1028" y="6679"/>
                      </a:cubicBezTo>
                      <a:cubicBezTo>
                        <a:pt x="1051" y="5932"/>
                        <a:pt x="1005" y="5161"/>
                        <a:pt x="935" y="4414"/>
                      </a:cubicBezTo>
                      <a:cubicBezTo>
                        <a:pt x="771" y="2919"/>
                        <a:pt x="467" y="144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30" name="Google Shape;18530;p62"/>
                <p:cNvSpPr/>
                <p:nvPr/>
              </p:nvSpPr>
              <p:spPr>
                <a:xfrm>
                  <a:off x="7075350" y="2578125"/>
                  <a:ext cx="51400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9" y="1051"/>
                        <a:pt x="1285" y="2079"/>
                        <a:pt x="911" y="3129"/>
                      </a:cubicBezTo>
                      <a:cubicBezTo>
                        <a:pt x="725" y="3643"/>
                        <a:pt x="514" y="4157"/>
                        <a:pt x="374" y="4694"/>
                      </a:cubicBezTo>
                      <a:cubicBezTo>
                        <a:pt x="234" y="5231"/>
                        <a:pt x="71" y="5745"/>
                        <a:pt x="1" y="6305"/>
                      </a:cubicBezTo>
                      <a:lnTo>
                        <a:pt x="24" y="6305"/>
                      </a:lnTo>
                      <a:cubicBezTo>
                        <a:pt x="281" y="5815"/>
                        <a:pt x="468" y="5301"/>
                        <a:pt x="654" y="4764"/>
                      </a:cubicBezTo>
                      <a:cubicBezTo>
                        <a:pt x="841" y="4250"/>
                        <a:pt x="981" y="3713"/>
                        <a:pt x="1145" y="3199"/>
                      </a:cubicBezTo>
                      <a:cubicBezTo>
                        <a:pt x="1448" y="2149"/>
                        <a:pt x="1752" y="1074"/>
                        <a:pt x="2056" y="23"/>
                      </a:cubicBezTo>
                      <a:lnTo>
                        <a:pt x="2032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31" name="Google Shape;18531;p62"/>
                <p:cNvSpPr/>
                <p:nvPr/>
              </p:nvSpPr>
              <p:spPr>
                <a:xfrm>
                  <a:off x="7101625" y="2667450"/>
                  <a:ext cx="30375" cy="12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5" h="5138" extrusionOk="0">
                      <a:moveTo>
                        <a:pt x="1191" y="0"/>
                      </a:moveTo>
                      <a:cubicBezTo>
                        <a:pt x="888" y="817"/>
                        <a:pt x="608" y="1658"/>
                        <a:pt x="397" y="2522"/>
                      </a:cubicBezTo>
                      <a:cubicBezTo>
                        <a:pt x="281" y="2943"/>
                        <a:pt x="164" y="3363"/>
                        <a:pt x="117" y="3807"/>
                      </a:cubicBezTo>
                      <a:cubicBezTo>
                        <a:pt x="47" y="4250"/>
                        <a:pt x="0" y="4671"/>
                        <a:pt x="47" y="5114"/>
                      </a:cubicBezTo>
                      <a:lnTo>
                        <a:pt x="71" y="5138"/>
                      </a:lnTo>
                      <a:cubicBezTo>
                        <a:pt x="211" y="4717"/>
                        <a:pt x="304" y="4274"/>
                        <a:pt x="397" y="3853"/>
                      </a:cubicBezTo>
                      <a:cubicBezTo>
                        <a:pt x="514" y="3433"/>
                        <a:pt x="561" y="2989"/>
                        <a:pt x="631" y="2569"/>
                      </a:cubicBezTo>
                      <a:cubicBezTo>
                        <a:pt x="794" y="1705"/>
                        <a:pt x="1005" y="864"/>
                        <a:pt x="12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32" name="Google Shape;18532;p62"/>
                <p:cNvSpPr/>
                <p:nvPr/>
              </p:nvSpPr>
              <p:spPr>
                <a:xfrm>
                  <a:off x="6875675" y="2281525"/>
                  <a:ext cx="21625" cy="17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6820" extrusionOk="0">
                      <a:moveTo>
                        <a:pt x="1" y="1"/>
                      </a:moveTo>
                      <a:cubicBezTo>
                        <a:pt x="281" y="1122"/>
                        <a:pt x="444" y="2243"/>
                        <a:pt x="515" y="3387"/>
                      </a:cubicBezTo>
                      <a:cubicBezTo>
                        <a:pt x="538" y="3971"/>
                        <a:pt x="515" y="4531"/>
                        <a:pt x="515" y="5092"/>
                      </a:cubicBezTo>
                      <a:lnTo>
                        <a:pt x="538" y="6820"/>
                      </a:lnTo>
                      <a:lnTo>
                        <a:pt x="585" y="6820"/>
                      </a:lnTo>
                      <a:cubicBezTo>
                        <a:pt x="725" y="6259"/>
                        <a:pt x="795" y="5676"/>
                        <a:pt x="818" y="5115"/>
                      </a:cubicBezTo>
                      <a:cubicBezTo>
                        <a:pt x="865" y="4531"/>
                        <a:pt x="818" y="3948"/>
                        <a:pt x="748" y="3387"/>
                      </a:cubicBezTo>
                      <a:cubicBezTo>
                        <a:pt x="631" y="2219"/>
                        <a:pt x="398" y="109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33" name="Google Shape;18533;p62"/>
                <p:cNvSpPr/>
                <p:nvPr/>
              </p:nvSpPr>
              <p:spPr>
                <a:xfrm>
                  <a:off x="6902550" y="2287375"/>
                  <a:ext cx="39725" cy="1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" h="4835" extrusionOk="0">
                      <a:moveTo>
                        <a:pt x="1565" y="0"/>
                      </a:moveTo>
                      <a:cubicBezTo>
                        <a:pt x="1261" y="794"/>
                        <a:pt x="958" y="1588"/>
                        <a:pt x="677" y="2382"/>
                      </a:cubicBezTo>
                      <a:cubicBezTo>
                        <a:pt x="537" y="2779"/>
                        <a:pt x="374" y="3176"/>
                        <a:pt x="257" y="3597"/>
                      </a:cubicBezTo>
                      <a:cubicBezTo>
                        <a:pt x="163" y="3994"/>
                        <a:pt x="47" y="4414"/>
                        <a:pt x="0" y="4834"/>
                      </a:cubicBezTo>
                      <a:lnTo>
                        <a:pt x="23" y="4834"/>
                      </a:lnTo>
                      <a:cubicBezTo>
                        <a:pt x="234" y="4461"/>
                        <a:pt x="397" y="4064"/>
                        <a:pt x="537" y="3667"/>
                      </a:cubicBezTo>
                      <a:cubicBezTo>
                        <a:pt x="701" y="3270"/>
                        <a:pt x="794" y="2873"/>
                        <a:pt x="911" y="2452"/>
                      </a:cubicBezTo>
                      <a:cubicBezTo>
                        <a:pt x="1144" y="1658"/>
                        <a:pt x="1378" y="841"/>
                        <a:pt x="1588" y="24"/>
                      </a:cubicBezTo>
                      <a:lnTo>
                        <a:pt x="156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34" name="Google Shape;18534;p62"/>
                <p:cNvSpPr/>
                <p:nvPr/>
              </p:nvSpPr>
              <p:spPr>
                <a:xfrm>
                  <a:off x="6922400" y="2355675"/>
                  <a:ext cx="23950" cy="9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" h="3948" extrusionOk="0">
                      <a:moveTo>
                        <a:pt x="911" y="1"/>
                      </a:moveTo>
                      <a:cubicBezTo>
                        <a:pt x="677" y="631"/>
                        <a:pt x="467" y="1285"/>
                        <a:pt x="304" y="1939"/>
                      </a:cubicBezTo>
                      <a:cubicBezTo>
                        <a:pt x="210" y="2266"/>
                        <a:pt x="117" y="2593"/>
                        <a:pt x="70" y="2920"/>
                      </a:cubicBezTo>
                      <a:cubicBezTo>
                        <a:pt x="23" y="3247"/>
                        <a:pt x="0" y="3597"/>
                        <a:pt x="47" y="3947"/>
                      </a:cubicBezTo>
                      <a:lnTo>
                        <a:pt x="70" y="3947"/>
                      </a:lnTo>
                      <a:cubicBezTo>
                        <a:pt x="210" y="3620"/>
                        <a:pt x="280" y="3293"/>
                        <a:pt x="374" y="2967"/>
                      </a:cubicBezTo>
                      <a:cubicBezTo>
                        <a:pt x="444" y="2640"/>
                        <a:pt x="467" y="2313"/>
                        <a:pt x="537" y="1986"/>
                      </a:cubicBezTo>
                      <a:cubicBezTo>
                        <a:pt x="654" y="1332"/>
                        <a:pt x="794" y="678"/>
                        <a:pt x="958" y="24"/>
                      </a:cubicBezTo>
                      <a:lnTo>
                        <a:pt x="911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35" name="Google Shape;18535;p62"/>
                <p:cNvSpPr/>
                <p:nvPr/>
              </p:nvSpPr>
              <p:spPr>
                <a:xfrm>
                  <a:off x="7324650" y="2597975"/>
                  <a:ext cx="23375" cy="9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3924" extrusionOk="0">
                      <a:moveTo>
                        <a:pt x="911" y="0"/>
                      </a:moveTo>
                      <a:cubicBezTo>
                        <a:pt x="678" y="631"/>
                        <a:pt x="467" y="1261"/>
                        <a:pt x="281" y="1915"/>
                      </a:cubicBezTo>
                      <a:cubicBezTo>
                        <a:pt x="211" y="2242"/>
                        <a:pt x="94" y="2569"/>
                        <a:pt x="47" y="2896"/>
                      </a:cubicBezTo>
                      <a:cubicBezTo>
                        <a:pt x="24" y="3246"/>
                        <a:pt x="0" y="3573"/>
                        <a:pt x="24" y="3923"/>
                      </a:cubicBezTo>
                      <a:lnTo>
                        <a:pt x="70" y="3923"/>
                      </a:lnTo>
                      <a:cubicBezTo>
                        <a:pt x="187" y="3596"/>
                        <a:pt x="281" y="3270"/>
                        <a:pt x="351" y="2966"/>
                      </a:cubicBezTo>
                      <a:cubicBezTo>
                        <a:pt x="444" y="2639"/>
                        <a:pt x="467" y="2289"/>
                        <a:pt x="514" y="1962"/>
                      </a:cubicBezTo>
                      <a:cubicBezTo>
                        <a:pt x="654" y="1308"/>
                        <a:pt x="794" y="654"/>
                        <a:pt x="93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36" name="Google Shape;18536;p62"/>
                <p:cNvSpPr/>
                <p:nvPr/>
              </p:nvSpPr>
              <p:spPr>
                <a:xfrm>
                  <a:off x="4643125" y="2401225"/>
                  <a:ext cx="21025" cy="1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724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04" y="1168"/>
                        <a:pt x="490" y="2382"/>
                        <a:pt x="584" y="3597"/>
                      </a:cubicBezTo>
                      <a:cubicBezTo>
                        <a:pt x="654" y="4811"/>
                        <a:pt x="631" y="6025"/>
                        <a:pt x="561" y="7240"/>
                      </a:cubicBezTo>
                      <a:lnTo>
                        <a:pt x="584" y="7240"/>
                      </a:lnTo>
                      <a:cubicBezTo>
                        <a:pt x="817" y="6025"/>
                        <a:pt x="841" y="4788"/>
                        <a:pt x="701" y="3573"/>
                      </a:cubicBezTo>
                      <a:cubicBezTo>
                        <a:pt x="584" y="2359"/>
                        <a:pt x="350" y="1168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37" name="Google Shape;18537;p62"/>
                <p:cNvSpPr/>
                <p:nvPr/>
              </p:nvSpPr>
              <p:spPr>
                <a:xfrm>
                  <a:off x="4675800" y="2411150"/>
                  <a:ext cx="14050" cy="13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" h="5349" extrusionOk="0">
                      <a:moveTo>
                        <a:pt x="561" y="0"/>
                      </a:moveTo>
                      <a:lnTo>
                        <a:pt x="234" y="2662"/>
                      </a:lnTo>
                      <a:cubicBezTo>
                        <a:pt x="118" y="3550"/>
                        <a:pt x="24" y="4437"/>
                        <a:pt x="1" y="5348"/>
                      </a:cubicBezTo>
                      <a:lnTo>
                        <a:pt x="24" y="5348"/>
                      </a:lnTo>
                      <a:cubicBezTo>
                        <a:pt x="188" y="4461"/>
                        <a:pt x="281" y="3573"/>
                        <a:pt x="351" y="2686"/>
                      </a:cubicBezTo>
                      <a:lnTo>
                        <a:pt x="56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38" name="Google Shape;18538;p62"/>
                <p:cNvSpPr/>
                <p:nvPr/>
              </p:nvSpPr>
              <p:spPr>
                <a:xfrm>
                  <a:off x="4702675" y="2471850"/>
                  <a:ext cx="23375" cy="10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158" extrusionOk="0">
                      <a:moveTo>
                        <a:pt x="911" y="1"/>
                      </a:moveTo>
                      <a:cubicBezTo>
                        <a:pt x="677" y="655"/>
                        <a:pt x="490" y="1355"/>
                        <a:pt x="327" y="2033"/>
                      </a:cubicBezTo>
                      <a:cubicBezTo>
                        <a:pt x="140" y="2733"/>
                        <a:pt x="0" y="3434"/>
                        <a:pt x="0" y="4158"/>
                      </a:cubicBezTo>
                      <a:cubicBezTo>
                        <a:pt x="187" y="3457"/>
                        <a:pt x="304" y="2780"/>
                        <a:pt x="444" y="2079"/>
                      </a:cubicBezTo>
                      <a:cubicBezTo>
                        <a:pt x="584" y="1379"/>
                        <a:pt x="747" y="678"/>
                        <a:pt x="93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39" name="Google Shape;18539;p62"/>
                <p:cNvSpPr/>
                <p:nvPr/>
              </p:nvSpPr>
              <p:spPr>
                <a:xfrm>
                  <a:off x="4244950" y="2614900"/>
                  <a:ext cx="54900" cy="17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6" h="6960" extrusionOk="0">
                      <a:moveTo>
                        <a:pt x="0" y="0"/>
                      </a:moveTo>
                      <a:cubicBezTo>
                        <a:pt x="561" y="1098"/>
                        <a:pt x="1028" y="2219"/>
                        <a:pt x="1378" y="3387"/>
                      </a:cubicBezTo>
                      <a:cubicBezTo>
                        <a:pt x="1705" y="4554"/>
                        <a:pt x="1962" y="5745"/>
                        <a:pt x="2172" y="6960"/>
                      </a:cubicBezTo>
                      <a:lnTo>
                        <a:pt x="2195" y="6960"/>
                      </a:lnTo>
                      <a:cubicBezTo>
                        <a:pt x="2125" y="5722"/>
                        <a:pt x="1892" y="4531"/>
                        <a:pt x="1495" y="3363"/>
                      </a:cubicBezTo>
                      <a:cubicBezTo>
                        <a:pt x="1098" y="2196"/>
                        <a:pt x="607" y="1075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40" name="Google Shape;18540;p62"/>
                <p:cNvSpPr/>
                <p:nvPr/>
              </p:nvSpPr>
              <p:spPr>
                <a:xfrm>
                  <a:off x="4392075" y="2659850"/>
                  <a:ext cx="22200" cy="11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72" extrusionOk="0">
                      <a:moveTo>
                        <a:pt x="864" y="1"/>
                      </a:moveTo>
                      <a:lnTo>
                        <a:pt x="374" y="2336"/>
                      </a:lnTo>
                      <a:cubicBezTo>
                        <a:pt x="210" y="3106"/>
                        <a:pt x="70" y="3877"/>
                        <a:pt x="0" y="4671"/>
                      </a:cubicBezTo>
                      <a:cubicBezTo>
                        <a:pt x="234" y="3900"/>
                        <a:pt x="374" y="3130"/>
                        <a:pt x="491" y="2359"/>
                      </a:cubicBezTo>
                      <a:lnTo>
                        <a:pt x="888" y="24"/>
                      </a:lnTo>
                      <a:lnTo>
                        <a:pt x="864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41" name="Google Shape;18541;p62"/>
                <p:cNvSpPr/>
                <p:nvPr/>
              </p:nvSpPr>
              <p:spPr>
                <a:xfrm>
                  <a:off x="4686325" y="2473600"/>
                  <a:ext cx="22200" cy="11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49" extrusionOk="0">
                      <a:moveTo>
                        <a:pt x="864" y="1"/>
                      </a:moveTo>
                      <a:lnTo>
                        <a:pt x="374" y="2313"/>
                      </a:lnTo>
                      <a:cubicBezTo>
                        <a:pt x="210" y="3084"/>
                        <a:pt x="47" y="3854"/>
                        <a:pt x="0" y="4648"/>
                      </a:cubicBezTo>
                      <a:cubicBezTo>
                        <a:pt x="234" y="3878"/>
                        <a:pt x="374" y="3107"/>
                        <a:pt x="491" y="2336"/>
                      </a:cubicBezTo>
                      <a:lnTo>
                        <a:pt x="88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42" name="Google Shape;18542;p62"/>
                <p:cNvSpPr/>
                <p:nvPr/>
              </p:nvSpPr>
              <p:spPr>
                <a:xfrm>
                  <a:off x="4330775" y="2676775"/>
                  <a:ext cx="5275" cy="10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4252" extrusionOk="0">
                      <a:moveTo>
                        <a:pt x="140" y="1"/>
                      </a:moveTo>
                      <a:cubicBezTo>
                        <a:pt x="70" y="701"/>
                        <a:pt x="23" y="1402"/>
                        <a:pt x="23" y="2126"/>
                      </a:cubicBezTo>
                      <a:cubicBezTo>
                        <a:pt x="0" y="2826"/>
                        <a:pt x="23" y="3550"/>
                        <a:pt x="164" y="4251"/>
                      </a:cubicBezTo>
                      <a:lnTo>
                        <a:pt x="187" y="4251"/>
                      </a:lnTo>
                      <a:cubicBezTo>
                        <a:pt x="210" y="3550"/>
                        <a:pt x="164" y="2826"/>
                        <a:pt x="140" y="2126"/>
                      </a:cubicBezTo>
                      <a:cubicBezTo>
                        <a:pt x="117" y="1425"/>
                        <a:pt x="140" y="701"/>
                        <a:pt x="16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43" name="Google Shape;18543;p62"/>
                <p:cNvSpPr/>
                <p:nvPr/>
              </p:nvSpPr>
              <p:spPr>
                <a:xfrm>
                  <a:off x="4305650" y="2608475"/>
                  <a:ext cx="25725" cy="1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9" h="7240" extrusionOk="0">
                      <a:moveTo>
                        <a:pt x="1" y="0"/>
                      </a:moveTo>
                      <a:lnTo>
                        <a:pt x="1" y="24"/>
                      </a:lnTo>
                      <a:cubicBezTo>
                        <a:pt x="351" y="1191"/>
                        <a:pt x="585" y="2382"/>
                        <a:pt x="701" y="3597"/>
                      </a:cubicBezTo>
                      <a:cubicBezTo>
                        <a:pt x="818" y="4811"/>
                        <a:pt x="842" y="6002"/>
                        <a:pt x="818" y="7240"/>
                      </a:cubicBezTo>
                      <a:lnTo>
                        <a:pt x="842" y="7240"/>
                      </a:lnTo>
                      <a:cubicBezTo>
                        <a:pt x="1028" y="6026"/>
                        <a:pt x="1005" y="4788"/>
                        <a:pt x="842" y="3573"/>
                      </a:cubicBezTo>
                      <a:cubicBezTo>
                        <a:pt x="678" y="2359"/>
                        <a:pt x="398" y="1168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44" name="Google Shape;18544;p62"/>
                <p:cNvSpPr/>
                <p:nvPr/>
              </p:nvSpPr>
              <p:spPr>
                <a:xfrm>
                  <a:off x="4338350" y="2613150"/>
                  <a:ext cx="37400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5162" extrusionOk="0">
                      <a:moveTo>
                        <a:pt x="1495" y="0"/>
                      </a:moveTo>
                      <a:lnTo>
                        <a:pt x="701" y="2569"/>
                      </a:lnTo>
                      <a:cubicBezTo>
                        <a:pt x="421" y="3433"/>
                        <a:pt x="187" y="4297"/>
                        <a:pt x="1" y="5161"/>
                      </a:cubicBezTo>
                      <a:lnTo>
                        <a:pt x="24" y="5161"/>
                      </a:lnTo>
                      <a:cubicBezTo>
                        <a:pt x="351" y="4321"/>
                        <a:pt x="585" y="3480"/>
                        <a:pt x="818" y="2592"/>
                      </a:cubicBezTo>
                      <a:lnTo>
                        <a:pt x="149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45" name="Google Shape;18545;p62"/>
                <p:cNvSpPr/>
                <p:nvPr/>
              </p:nvSpPr>
              <p:spPr>
                <a:xfrm>
                  <a:off x="4362300" y="2685550"/>
                  <a:ext cx="20450" cy="10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4204" extrusionOk="0">
                      <a:moveTo>
                        <a:pt x="794" y="0"/>
                      </a:moveTo>
                      <a:cubicBezTo>
                        <a:pt x="584" y="677"/>
                        <a:pt x="397" y="1378"/>
                        <a:pt x="257" y="2078"/>
                      </a:cubicBezTo>
                      <a:cubicBezTo>
                        <a:pt x="94" y="2756"/>
                        <a:pt x="0" y="3480"/>
                        <a:pt x="0" y="4180"/>
                      </a:cubicBezTo>
                      <a:lnTo>
                        <a:pt x="24" y="4204"/>
                      </a:lnTo>
                      <a:cubicBezTo>
                        <a:pt x="164" y="3503"/>
                        <a:pt x="280" y="2802"/>
                        <a:pt x="374" y="2078"/>
                      </a:cubicBezTo>
                      <a:cubicBezTo>
                        <a:pt x="491" y="1378"/>
                        <a:pt x="654" y="701"/>
                        <a:pt x="8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46" name="Google Shape;18546;p62"/>
                <p:cNvSpPr/>
                <p:nvPr/>
              </p:nvSpPr>
              <p:spPr>
                <a:xfrm>
                  <a:off x="2619550" y="2882300"/>
                  <a:ext cx="54900" cy="17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6" h="6960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561" y="1098"/>
                        <a:pt x="1028" y="2242"/>
                        <a:pt x="1379" y="3410"/>
                      </a:cubicBezTo>
                      <a:cubicBezTo>
                        <a:pt x="1729" y="4577"/>
                        <a:pt x="1986" y="5768"/>
                        <a:pt x="2196" y="6959"/>
                      </a:cubicBezTo>
                      <a:cubicBezTo>
                        <a:pt x="2149" y="5745"/>
                        <a:pt x="1892" y="4530"/>
                        <a:pt x="1495" y="3363"/>
                      </a:cubicBezTo>
                      <a:cubicBezTo>
                        <a:pt x="1122" y="2195"/>
                        <a:pt x="631" y="107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47" name="Google Shape;18547;p62"/>
                <p:cNvSpPr/>
                <p:nvPr/>
              </p:nvSpPr>
              <p:spPr>
                <a:xfrm>
                  <a:off x="2766675" y="2927825"/>
                  <a:ext cx="22800" cy="11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4672" extrusionOk="0">
                      <a:moveTo>
                        <a:pt x="888" y="1"/>
                      </a:moveTo>
                      <a:lnTo>
                        <a:pt x="398" y="2312"/>
                      </a:lnTo>
                      <a:cubicBezTo>
                        <a:pt x="211" y="3083"/>
                        <a:pt x="71" y="3877"/>
                        <a:pt x="1" y="4648"/>
                      </a:cubicBezTo>
                      <a:lnTo>
                        <a:pt x="24" y="4671"/>
                      </a:lnTo>
                      <a:cubicBezTo>
                        <a:pt x="258" y="3900"/>
                        <a:pt x="398" y="3130"/>
                        <a:pt x="515" y="2336"/>
                      </a:cubicBezTo>
                      <a:lnTo>
                        <a:pt x="912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48" name="Google Shape;18548;p62"/>
                <p:cNvSpPr/>
                <p:nvPr/>
              </p:nvSpPr>
              <p:spPr>
                <a:xfrm>
                  <a:off x="2705375" y="2944175"/>
                  <a:ext cx="5275" cy="10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4274" extrusionOk="0">
                      <a:moveTo>
                        <a:pt x="164" y="0"/>
                      </a:moveTo>
                      <a:cubicBezTo>
                        <a:pt x="94" y="701"/>
                        <a:pt x="47" y="1425"/>
                        <a:pt x="24" y="2126"/>
                      </a:cubicBezTo>
                      <a:cubicBezTo>
                        <a:pt x="1" y="2849"/>
                        <a:pt x="47" y="3573"/>
                        <a:pt x="188" y="4274"/>
                      </a:cubicBezTo>
                      <a:lnTo>
                        <a:pt x="211" y="4274"/>
                      </a:lnTo>
                      <a:cubicBezTo>
                        <a:pt x="211" y="3550"/>
                        <a:pt x="188" y="2849"/>
                        <a:pt x="164" y="2126"/>
                      </a:cubicBezTo>
                      <a:cubicBezTo>
                        <a:pt x="141" y="1425"/>
                        <a:pt x="141" y="701"/>
                        <a:pt x="18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49" name="Google Shape;18549;p62"/>
                <p:cNvSpPr/>
                <p:nvPr/>
              </p:nvSpPr>
              <p:spPr>
                <a:xfrm>
                  <a:off x="2680850" y="2876450"/>
                  <a:ext cx="25150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6" h="7217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351" y="1168"/>
                        <a:pt x="585" y="2359"/>
                        <a:pt x="701" y="3573"/>
                      </a:cubicBezTo>
                      <a:cubicBezTo>
                        <a:pt x="818" y="4788"/>
                        <a:pt x="842" y="6002"/>
                        <a:pt x="818" y="7217"/>
                      </a:cubicBezTo>
                      <a:cubicBezTo>
                        <a:pt x="1005" y="6002"/>
                        <a:pt x="982" y="4764"/>
                        <a:pt x="818" y="3573"/>
                      </a:cubicBezTo>
                      <a:cubicBezTo>
                        <a:pt x="678" y="2359"/>
                        <a:pt x="398" y="1145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50" name="Google Shape;18550;p62"/>
                <p:cNvSpPr/>
                <p:nvPr/>
              </p:nvSpPr>
              <p:spPr>
                <a:xfrm>
                  <a:off x="2713550" y="2880525"/>
                  <a:ext cx="37400" cy="12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5186" extrusionOk="0">
                      <a:moveTo>
                        <a:pt x="1472" y="1"/>
                      </a:moveTo>
                      <a:lnTo>
                        <a:pt x="701" y="2570"/>
                      </a:lnTo>
                      <a:cubicBezTo>
                        <a:pt x="421" y="3434"/>
                        <a:pt x="164" y="4298"/>
                        <a:pt x="1" y="5185"/>
                      </a:cubicBezTo>
                      <a:lnTo>
                        <a:pt x="24" y="5185"/>
                      </a:lnTo>
                      <a:cubicBezTo>
                        <a:pt x="351" y="4345"/>
                        <a:pt x="584" y="3481"/>
                        <a:pt x="818" y="2616"/>
                      </a:cubicBezTo>
                      <a:lnTo>
                        <a:pt x="1495" y="24"/>
                      </a:lnTo>
                      <a:lnTo>
                        <a:pt x="1472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51" name="Google Shape;18551;p62"/>
                <p:cNvSpPr/>
                <p:nvPr/>
              </p:nvSpPr>
              <p:spPr>
                <a:xfrm>
                  <a:off x="2737500" y="2952925"/>
                  <a:ext cx="19875" cy="10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4205" extrusionOk="0">
                      <a:moveTo>
                        <a:pt x="794" y="1"/>
                      </a:moveTo>
                      <a:lnTo>
                        <a:pt x="794" y="1"/>
                      </a:lnTo>
                      <a:cubicBezTo>
                        <a:pt x="584" y="678"/>
                        <a:pt x="397" y="1379"/>
                        <a:pt x="257" y="2079"/>
                      </a:cubicBezTo>
                      <a:cubicBezTo>
                        <a:pt x="94" y="2780"/>
                        <a:pt x="0" y="3480"/>
                        <a:pt x="0" y="4204"/>
                      </a:cubicBezTo>
                      <a:lnTo>
                        <a:pt x="23" y="4204"/>
                      </a:lnTo>
                      <a:cubicBezTo>
                        <a:pt x="164" y="3504"/>
                        <a:pt x="280" y="2803"/>
                        <a:pt x="374" y="2102"/>
                      </a:cubicBezTo>
                      <a:cubicBezTo>
                        <a:pt x="491" y="1402"/>
                        <a:pt x="631" y="701"/>
                        <a:pt x="79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52" name="Google Shape;18552;p62"/>
                <p:cNvSpPr/>
                <p:nvPr/>
              </p:nvSpPr>
              <p:spPr>
                <a:xfrm>
                  <a:off x="708100" y="2358600"/>
                  <a:ext cx="321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5" h="4111" extrusionOk="0">
                      <a:moveTo>
                        <a:pt x="0" y="0"/>
                      </a:moveTo>
                      <a:cubicBezTo>
                        <a:pt x="327" y="654"/>
                        <a:pt x="608" y="1308"/>
                        <a:pt x="818" y="2009"/>
                      </a:cubicBezTo>
                      <a:cubicBezTo>
                        <a:pt x="1005" y="2686"/>
                        <a:pt x="1168" y="3387"/>
                        <a:pt x="1285" y="4111"/>
                      </a:cubicBezTo>
                      <a:cubicBezTo>
                        <a:pt x="1261" y="3387"/>
                        <a:pt x="1121" y="2663"/>
                        <a:pt x="888" y="1985"/>
                      </a:cubicBezTo>
                      <a:cubicBezTo>
                        <a:pt x="654" y="1285"/>
                        <a:pt x="374" y="631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53" name="Google Shape;18553;p62"/>
                <p:cNvSpPr/>
                <p:nvPr/>
              </p:nvSpPr>
              <p:spPr>
                <a:xfrm>
                  <a:off x="795075" y="2385450"/>
                  <a:ext cx="12875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2733" extrusionOk="0">
                      <a:moveTo>
                        <a:pt x="515" y="1"/>
                      </a:moveTo>
                      <a:lnTo>
                        <a:pt x="211" y="1355"/>
                      </a:lnTo>
                      <a:cubicBezTo>
                        <a:pt x="118" y="1822"/>
                        <a:pt x="24" y="2266"/>
                        <a:pt x="1" y="2733"/>
                      </a:cubicBezTo>
                      <a:cubicBezTo>
                        <a:pt x="141" y="2289"/>
                        <a:pt x="211" y="1846"/>
                        <a:pt x="281" y="1379"/>
                      </a:cubicBezTo>
                      <a:lnTo>
                        <a:pt x="51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54" name="Google Shape;18554;p62"/>
                <p:cNvSpPr/>
                <p:nvPr/>
              </p:nvSpPr>
              <p:spPr>
                <a:xfrm>
                  <a:off x="758900" y="2394800"/>
                  <a:ext cx="2925" cy="6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" h="2523" extrusionOk="0">
                      <a:moveTo>
                        <a:pt x="93" y="0"/>
                      </a:moveTo>
                      <a:cubicBezTo>
                        <a:pt x="47" y="421"/>
                        <a:pt x="23" y="841"/>
                        <a:pt x="0" y="1261"/>
                      </a:cubicBezTo>
                      <a:cubicBezTo>
                        <a:pt x="0" y="1682"/>
                        <a:pt x="23" y="2102"/>
                        <a:pt x="93" y="2522"/>
                      </a:cubicBezTo>
                      <a:lnTo>
                        <a:pt x="117" y="2522"/>
                      </a:lnTo>
                      <a:cubicBezTo>
                        <a:pt x="117" y="2102"/>
                        <a:pt x="93" y="1682"/>
                        <a:pt x="70" y="1261"/>
                      </a:cubicBezTo>
                      <a:cubicBezTo>
                        <a:pt x="70" y="841"/>
                        <a:pt x="70" y="421"/>
                        <a:pt x="9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55" name="Google Shape;18555;p62"/>
                <p:cNvSpPr/>
                <p:nvPr/>
              </p:nvSpPr>
              <p:spPr>
                <a:xfrm>
                  <a:off x="743700" y="2355100"/>
                  <a:ext cx="15225" cy="10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4251" extrusionOk="0">
                      <a:moveTo>
                        <a:pt x="1" y="0"/>
                      </a:moveTo>
                      <a:cubicBezTo>
                        <a:pt x="211" y="678"/>
                        <a:pt x="351" y="1402"/>
                        <a:pt x="421" y="2102"/>
                      </a:cubicBezTo>
                      <a:cubicBezTo>
                        <a:pt x="491" y="2826"/>
                        <a:pt x="515" y="3527"/>
                        <a:pt x="491" y="4251"/>
                      </a:cubicBezTo>
                      <a:lnTo>
                        <a:pt x="515" y="4251"/>
                      </a:lnTo>
                      <a:cubicBezTo>
                        <a:pt x="608" y="3550"/>
                        <a:pt x="608" y="2803"/>
                        <a:pt x="491" y="2102"/>
                      </a:cubicBezTo>
                      <a:cubicBezTo>
                        <a:pt x="421" y="1378"/>
                        <a:pt x="258" y="67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56" name="Google Shape;18556;p62"/>
                <p:cNvSpPr/>
                <p:nvPr/>
              </p:nvSpPr>
              <p:spPr>
                <a:xfrm>
                  <a:off x="763550" y="2357425"/>
                  <a:ext cx="21625" cy="7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3060" extrusionOk="0">
                      <a:moveTo>
                        <a:pt x="865" y="1"/>
                      </a:moveTo>
                      <a:lnTo>
                        <a:pt x="398" y="1519"/>
                      </a:lnTo>
                      <a:cubicBezTo>
                        <a:pt x="234" y="2032"/>
                        <a:pt x="94" y="2523"/>
                        <a:pt x="1" y="3060"/>
                      </a:cubicBezTo>
                      <a:cubicBezTo>
                        <a:pt x="188" y="2570"/>
                        <a:pt x="351" y="2056"/>
                        <a:pt x="468" y="1542"/>
                      </a:cubicBezTo>
                      <a:lnTo>
                        <a:pt x="86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57" name="Google Shape;18557;p62"/>
                <p:cNvSpPr/>
                <p:nvPr/>
              </p:nvSpPr>
              <p:spPr>
                <a:xfrm>
                  <a:off x="777575" y="2400050"/>
                  <a:ext cx="11700" cy="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2476" extrusionOk="0">
                      <a:moveTo>
                        <a:pt x="467" y="1"/>
                      </a:moveTo>
                      <a:lnTo>
                        <a:pt x="467" y="1"/>
                      </a:lnTo>
                      <a:cubicBezTo>
                        <a:pt x="327" y="398"/>
                        <a:pt x="234" y="818"/>
                        <a:pt x="140" y="1238"/>
                      </a:cubicBezTo>
                      <a:cubicBezTo>
                        <a:pt x="47" y="1635"/>
                        <a:pt x="0" y="2056"/>
                        <a:pt x="0" y="2476"/>
                      </a:cubicBezTo>
                      <a:cubicBezTo>
                        <a:pt x="94" y="2079"/>
                        <a:pt x="164" y="1659"/>
                        <a:pt x="211" y="1238"/>
                      </a:cubicBezTo>
                      <a:cubicBezTo>
                        <a:pt x="281" y="818"/>
                        <a:pt x="374" y="421"/>
                        <a:pt x="467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58" name="Google Shape;18558;p62"/>
                <p:cNvSpPr/>
                <p:nvPr/>
              </p:nvSpPr>
              <p:spPr>
                <a:xfrm>
                  <a:off x="1663825" y="3195225"/>
                  <a:ext cx="101625" cy="32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65" h="12821" extrusionOk="0">
                      <a:moveTo>
                        <a:pt x="1" y="0"/>
                      </a:moveTo>
                      <a:cubicBezTo>
                        <a:pt x="1051" y="2008"/>
                        <a:pt x="1916" y="4110"/>
                        <a:pt x="2546" y="6259"/>
                      </a:cubicBezTo>
                      <a:cubicBezTo>
                        <a:pt x="3177" y="8407"/>
                        <a:pt x="3644" y="10602"/>
                        <a:pt x="4041" y="12821"/>
                      </a:cubicBezTo>
                      <a:lnTo>
                        <a:pt x="4064" y="12821"/>
                      </a:lnTo>
                      <a:cubicBezTo>
                        <a:pt x="3971" y="10579"/>
                        <a:pt x="3504" y="8337"/>
                        <a:pt x="2780" y="6189"/>
                      </a:cubicBezTo>
                      <a:cubicBezTo>
                        <a:pt x="2079" y="4040"/>
                        <a:pt x="1145" y="1962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59" name="Google Shape;18559;p62"/>
                <p:cNvSpPr/>
                <p:nvPr/>
              </p:nvSpPr>
              <p:spPr>
                <a:xfrm>
                  <a:off x="1935900" y="3278700"/>
                  <a:ext cx="40875" cy="21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5" h="8595" extrusionOk="0">
                      <a:moveTo>
                        <a:pt x="1612" y="1"/>
                      </a:moveTo>
                      <a:lnTo>
                        <a:pt x="701" y="4274"/>
                      </a:lnTo>
                      <a:cubicBezTo>
                        <a:pt x="374" y="5699"/>
                        <a:pt x="117" y="7147"/>
                        <a:pt x="0" y="8594"/>
                      </a:cubicBezTo>
                      <a:lnTo>
                        <a:pt x="24" y="8594"/>
                      </a:lnTo>
                      <a:cubicBezTo>
                        <a:pt x="444" y="7193"/>
                        <a:pt x="701" y="5769"/>
                        <a:pt x="934" y="4321"/>
                      </a:cubicBezTo>
                      <a:lnTo>
                        <a:pt x="163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60" name="Google Shape;18560;p62"/>
                <p:cNvSpPr/>
                <p:nvPr/>
              </p:nvSpPr>
              <p:spPr>
                <a:xfrm>
                  <a:off x="1822625" y="3309050"/>
                  <a:ext cx="9375" cy="196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" h="7871" extrusionOk="0">
                      <a:moveTo>
                        <a:pt x="281" y="1"/>
                      </a:moveTo>
                      <a:cubicBezTo>
                        <a:pt x="141" y="1285"/>
                        <a:pt x="71" y="2616"/>
                        <a:pt x="47" y="3924"/>
                      </a:cubicBezTo>
                      <a:cubicBezTo>
                        <a:pt x="1" y="5255"/>
                        <a:pt x="71" y="6563"/>
                        <a:pt x="328" y="7871"/>
                      </a:cubicBezTo>
                      <a:lnTo>
                        <a:pt x="351" y="7871"/>
                      </a:lnTo>
                      <a:cubicBezTo>
                        <a:pt x="374" y="6540"/>
                        <a:pt x="328" y="5232"/>
                        <a:pt x="258" y="3924"/>
                      </a:cubicBezTo>
                      <a:cubicBezTo>
                        <a:pt x="234" y="2616"/>
                        <a:pt x="258" y="1309"/>
                        <a:pt x="30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61" name="Google Shape;18561;p62"/>
                <p:cNvSpPr/>
                <p:nvPr/>
              </p:nvSpPr>
              <p:spPr>
                <a:xfrm>
                  <a:off x="1776500" y="3183550"/>
                  <a:ext cx="46725" cy="33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9" h="13335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655" y="2172"/>
                        <a:pt x="1075" y="4390"/>
                        <a:pt x="1309" y="6609"/>
                      </a:cubicBezTo>
                      <a:cubicBezTo>
                        <a:pt x="1519" y="8851"/>
                        <a:pt x="1565" y="11093"/>
                        <a:pt x="1519" y="13335"/>
                      </a:cubicBezTo>
                      <a:lnTo>
                        <a:pt x="1542" y="13335"/>
                      </a:lnTo>
                      <a:cubicBezTo>
                        <a:pt x="1869" y="11116"/>
                        <a:pt x="1846" y="8827"/>
                        <a:pt x="1542" y="6586"/>
                      </a:cubicBezTo>
                      <a:cubicBezTo>
                        <a:pt x="1262" y="4344"/>
                        <a:pt x="748" y="2149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62" name="Google Shape;18562;p62"/>
                <p:cNvSpPr/>
                <p:nvPr/>
              </p:nvSpPr>
              <p:spPr>
                <a:xfrm>
                  <a:off x="1837225" y="3191725"/>
                  <a:ext cx="68925" cy="23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7" h="9552" extrusionOk="0">
                      <a:moveTo>
                        <a:pt x="2733" y="0"/>
                      </a:moveTo>
                      <a:lnTo>
                        <a:pt x="1285" y="4741"/>
                      </a:lnTo>
                      <a:cubicBezTo>
                        <a:pt x="771" y="6329"/>
                        <a:pt x="304" y="7917"/>
                        <a:pt x="0" y="9551"/>
                      </a:cubicBezTo>
                      <a:lnTo>
                        <a:pt x="24" y="9551"/>
                      </a:lnTo>
                      <a:cubicBezTo>
                        <a:pt x="631" y="7987"/>
                        <a:pt x="1075" y="6422"/>
                        <a:pt x="1495" y="4811"/>
                      </a:cubicBezTo>
                      <a:lnTo>
                        <a:pt x="2756" y="23"/>
                      </a:lnTo>
                      <a:lnTo>
                        <a:pt x="2733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63" name="Google Shape;18563;p62"/>
                <p:cNvSpPr/>
                <p:nvPr/>
              </p:nvSpPr>
              <p:spPr>
                <a:xfrm>
                  <a:off x="1881000" y="3325400"/>
                  <a:ext cx="37400" cy="19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7731" extrusionOk="0">
                      <a:moveTo>
                        <a:pt x="1472" y="1"/>
                      </a:moveTo>
                      <a:cubicBezTo>
                        <a:pt x="1075" y="1262"/>
                        <a:pt x="748" y="2523"/>
                        <a:pt x="491" y="3807"/>
                      </a:cubicBezTo>
                      <a:cubicBezTo>
                        <a:pt x="188" y="5092"/>
                        <a:pt x="1" y="6423"/>
                        <a:pt x="24" y="7731"/>
                      </a:cubicBezTo>
                      <a:lnTo>
                        <a:pt x="48" y="7731"/>
                      </a:lnTo>
                      <a:cubicBezTo>
                        <a:pt x="328" y="6446"/>
                        <a:pt x="515" y="5162"/>
                        <a:pt x="702" y="3854"/>
                      </a:cubicBezTo>
                      <a:cubicBezTo>
                        <a:pt x="912" y="2570"/>
                        <a:pt x="1192" y="1285"/>
                        <a:pt x="1496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64" name="Google Shape;18564;p62"/>
                <p:cNvSpPr/>
                <p:nvPr/>
              </p:nvSpPr>
              <p:spPr>
                <a:xfrm>
                  <a:off x="1611275" y="2955275"/>
                  <a:ext cx="8002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1" h="3971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678" y="561"/>
                        <a:pt x="1285" y="1168"/>
                        <a:pt x="1799" y="1822"/>
                      </a:cubicBezTo>
                      <a:cubicBezTo>
                        <a:pt x="2336" y="2499"/>
                        <a:pt x="2780" y="3223"/>
                        <a:pt x="3177" y="3970"/>
                      </a:cubicBezTo>
                      <a:lnTo>
                        <a:pt x="3200" y="3947"/>
                      </a:lnTo>
                      <a:cubicBezTo>
                        <a:pt x="2943" y="3153"/>
                        <a:pt x="2476" y="2405"/>
                        <a:pt x="1892" y="1752"/>
                      </a:cubicBezTo>
                      <a:cubicBezTo>
                        <a:pt x="1355" y="1098"/>
                        <a:pt x="701" y="51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65" name="Google Shape;18565;p62"/>
                <p:cNvSpPr/>
                <p:nvPr/>
              </p:nvSpPr>
              <p:spPr>
                <a:xfrm>
                  <a:off x="1778250" y="2955850"/>
                  <a:ext cx="6450" cy="7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" h="3037" extrusionOk="0">
                      <a:moveTo>
                        <a:pt x="258" y="0"/>
                      </a:moveTo>
                      <a:cubicBezTo>
                        <a:pt x="164" y="491"/>
                        <a:pt x="118" y="1005"/>
                        <a:pt x="71" y="1518"/>
                      </a:cubicBezTo>
                      <a:cubicBezTo>
                        <a:pt x="1" y="2009"/>
                        <a:pt x="1" y="2523"/>
                        <a:pt x="71" y="3036"/>
                      </a:cubicBezTo>
                      <a:lnTo>
                        <a:pt x="94" y="3036"/>
                      </a:lnTo>
                      <a:cubicBezTo>
                        <a:pt x="164" y="2523"/>
                        <a:pt x="188" y="2032"/>
                        <a:pt x="188" y="1518"/>
                      </a:cubicBezTo>
                      <a:cubicBezTo>
                        <a:pt x="211" y="1005"/>
                        <a:pt x="234" y="514"/>
                        <a:pt x="25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66" name="Google Shape;18566;p62"/>
                <p:cNvSpPr/>
                <p:nvPr/>
              </p:nvSpPr>
              <p:spPr>
                <a:xfrm>
                  <a:off x="1708775" y="2978625"/>
                  <a:ext cx="16975" cy="6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9" h="2663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24" y="467"/>
                        <a:pt x="94" y="911"/>
                        <a:pt x="188" y="1378"/>
                      </a:cubicBezTo>
                      <a:cubicBezTo>
                        <a:pt x="281" y="1822"/>
                        <a:pt x="421" y="2265"/>
                        <a:pt x="655" y="2662"/>
                      </a:cubicBezTo>
                      <a:lnTo>
                        <a:pt x="678" y="2662"/>
                      </a:lnTo>
                      <a:cubicBezTo>
                        <a:pt x="585" y="2195"/>
                        <a:pt x="444" y="1775"/>
                        <a:pt x="304" y="1331"/>
                      </a:cubicBezTo>
                      <a:cubicBezTo>
                        <a:pt x="188" y="911"/>
                        <a:pt x="94" y="46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67" name="Google Shape;18567;p62"/>
                <p:cNvSpPr/>
                <p:nvPr/>
              </p:nvSpPr>
              <p:spPr>
                <a:xfrm>
                  <a:off x="1670250" y="2941250"/>
                  <a:ext cx="47325" cy="10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3" h="4368" extrusionOk="0">
                      <a:moveTo>
                        <a:pt x="24" y="1"/>
                      </a:moveTo>
                      <a:lnTo>
                        <a:pt x="0" y="24"/>
                      </a:lnTo>
                      <a:cubicBezTo>
                        <a:pt x="491" y="655"/>
                        <a:pt x="911" y="1355"/>
                        <a:pt x="1215" y="2079"/>
                      </a:cubicBezTo>
                      <a:cubicBezTo>
                        <a:pt x="1518" y="2826"/>
                        <a:pt x="1729" y="3574"/>
                        <a:pt x="1892" y="4368"/>
                      </a:cubicBezTo>
                      <a:cubicBezTo>
                        <a:pt x="1892" y="3550"/>
                        <a:pt x="1682" y="2756"/>
                        <a:pt x="1332" y="2032"/>
                      </a:cubicBezTo>
                      <a:cubicBezTo>
                        <a:pt x="981" y="1308"/>
                        <a:pt x="538" y="63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68" name="Google Shape;18568;p62"/>
                <p:cNvSpPr/>
                <p:nvPr/>
              </p:nvSpPr>
              <p:spPr>
                <a:xfrm>
                  <a:off x="1722800" y="2933075"/>
                  <a:ext cx="17525" cy="8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3434" extrusionOk="0">
                      <a:moveTo>
                        <a:pt x="677" y="1"/>
                      </a:moveTo>
                      <a:lnTo>
                        <a:pt x="280" y="1705"/>
                      </a:lnTo>
                      <a:cubicBezTo>
                        <a:pt x="140" y="2266"/>
                        <a:pt x="24" y="2850"/>
                        <a:pt x="0" y="3434"/>
                      </a:cubicBezTo>
                      <a:cubicBezTo>
                        <a:pt x="210" y="2873"/>
                        <a:pt x="327" y="2313"/>
                        <a:pt x="397" y="1729"/>
                      </a:cubicBezTo>
                      <a:lnTo>
                        <a:pt x="701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69" name="Google Shape;18569;p62"/>
                <p:cNvSpPr/>
                <p:nvPr/>
              </p:nvSpPr>
              <p:spPr>
                <a:xfrm>
                  <a:off x="1750225" y="2976875"/>
                  <a:ext cx="7050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733" extrusionOk="0">
                      <a:moveTo>
                        <a:pt x="281" y="0"/>
                      </a:moveTo>
                      <a:lnTo>
                        <a:pt x="281" y="0"/>
                      </a:lnTo>
                      <a:cubicBezTo>
                        <a:pt x="164" y="444"/>
                        <a:pt x="94" y="888"/>
                        <a:pt x="48" y="1355"/>
                      </a:cubicBezTo>
                      <a:cubicBezTo>
                        <a:pt x="1" y="1798"/>
                        <a:pt x="1" y="2265"/>
                        <a:pt x="118" y="2732"/>
                      </a:cubicBezTo>
                      <a:lnTo>
                        <a:pt x="141" y="2732"/>
                      </a:lnTo>
                      <a:cubicBezTo>
                        <a:pt x="188" y="2265"/>
                        <a:pt x="188" y="1822"/>
                        <a:pt x="188" y="1355"/>
                      </a:cubicBezTo>
                      <a:cubicBezTo>
                        <a:pt x="188" y="911"/>
                        <a:pt x="234" y="444"/>
                        <a:pt x="28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70" name="Google Shape;18570;p62"/>
                <p:cNvSpPr/>
                <p:nvPr/>
              </p:nvSpPr>
              <p:spPr>
                <a:xfrm>
                  <a:off x="859900" y="2567600"/>
                  <a:ext cx="78825" cy="9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" h="3925" extrusionOk="0">
                      <a:moveTo>
                        <a:pt x="0" y="1"/>
                      </a:moveTo>
                      <a:cubicBezTo>
                        <a:pt x="654" y="538"/>
                        <a:pt x="1261" y="1145"/>
                        <a:pt x="1775" y="1799"/>
                      </a:cubicBezTo>
                      <a:cubicBezTo>
                        <a:pt x="2289" y="2476"/>
                        <a:pt x="2733" y="3177"/>
                        <a:pt x="3130" y="3924"/>
                      </a:cubicBezTo>
                      <a:lnTo>
                        <a:pt x="3153" y="3924"/>
                      </a:lnTo>
                      <a:cubicBezTo>
                        <a:pt x="2896" y="3107"/>
                        <a:pt x="2429" y="2383"/>
                        <a:pt x="1868" y="1729"/>
                      </a:cubicBezTo>
                      <a:cubicBezTo>
                        <a:pt x="1331" y="1075"/>
                        <a:pt x="677" y="51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71" name="Google Shape;18571;p62"/>
                <p:cNvSpPr/>
                <p:nvPr/>
              </p:nvSpPr>
              <p:spPr>
                <a:xfrm>
                  <a:off x="1025125" y="2568200"/>
                  <a:ext cx="6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" h="2990" extrusionOk="0">
                      <a:moveTo>
                        <a:pt x="234" y="0"/>
                      </a:moveTo>
                      <a:cubicBezTo>
                        <a:pt x="164" y="491"/>
                        <a:pt x="94" y="981"/>
                        <a:pt x="70" y="1495"/>
                      </a:cubicBezTo>
                      <a:cubicBezTo>
                        <a:pt x="0" y="1985"/>
                        <a:pt x="0" y="2499"/>
                        <a:pt x="70" y="2989"/>
                      </a:cubicBezTo>
                      <a:lnTo>
                        <a:pt x="94" y="2989"/>
                      </a:lnTo>
                      <a:cubicBezTo>
                        <a:pt x="164" y="2499"/>
                        <a:pt x="187" y="2008"/>
                        <a:pt x="187" y="1495"/>
                      </a:cubicBezTo>
                      <a:cubicBezTo>
                        <a:pt x="187" y="1004"/>
                        <a:pt x="210" y="491"/>
                        <a:pt x="25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72" name="Google Shape;18572;p62"/>
                <p:cNvSpPr/>
                <p:nvPr/>
              </p:nvSpPr>
              <p:spPr>
                <a:xfrm>
                  <a:off x="956225" y="2590950"/>
                  <a:ext cx="16375" cy="6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" h="2617" extrusionOk="0">
                      <a:moveTo>
                        <a:pt x="0" y="1"/>
                      </a:moveTo>
                      <a:cubicBezTo>
                        <a:pt x="24" y="445"/>
                        <a:pt x="94" y="912"/>
                        <a:pt x="187" y="1332"/>
                      </a:cubicBezTo>
                      <a:cubicBezTo>
                        <a:pt x="257" y="1799"/>
                        <a:pt x="397" y="2219"/>
                        <a:pt x="654" y="2616"/>
                      </a:cubicBezTo>
                      <a:cubicBezTo>
                        <a:pt x="561" y="2173"/>
                        <a:pt x="444" y="1752"/>
                        <a:pt x="304" y="1309"/>
                      </a:cubicBezTo>
                      <a:cubicBezTo>
                        <a:pt x="187" y="888"/>
                        <a:pt x="94" y="44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73" name="Google Shape;18573;p62"/>
                <p:cNvSpPr/>
                <p:nvPr/>
              </p:nvSpPr>
              <p:spPr>
                <a:xfrm>
                  <a:off x="918275" y="2554175"/>
                  <a:ext cx="46725" cy="10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9" h="4298" extrusionOk="0">
                      <a:moveTo>
                        <a:pt x="1" y="1"/>
                      </a:moveTo>
                      <a:cubicBezTo>
                        <a:pt x="491" y="631"/>
                        <a:pt x="888" y="1308"/>
                        <a:pt x="1192" y="2032"/>
                      </a:cubicBezTo>
                      <a:cubicBezTo>
                        <a:pt x="1495" y="2780"/>
                        <a:pt x="1682" y="3527"/>
                        <a:pt x="1845" y="4298"/>
                      </a:cubicBezTo>
                      <a:lnTo>
                        <a:pt x="1869" y="4298"/>
                      </a:lnTo>
                      <a:cubicBezTo>
                        <a:pt x="1869" y="3504"/>
                        <a:pt x="1659" y="2710"/>
                        <a:pt x="1308" y="1986"/>
                      </a:cubicBezTo>
                      <a:cubicBezTo>
                        <a:pt x="981" y="1262"/>
                        <a:pt x="514" y="58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74" name="Google Shape;18574;p62"/>
                <p:cNvSpPr/>
                <p:nvPr/>
              </p:nvSpPr>
              <p:spPr>
                <a:xfrm>
                  <a:off x="969650" y="2545425"/>
                  <a:ext cx="17550" cy="8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3410" extrusionOk="0">
                      <a:moveTo>
                        <a:pt x="701" y="0"/>
                      </a:moveTo>
                      <a:lnTo>
                        <a:pt x="304" y="1705"/>
                      </a:lnTo>
                      <a:cubicBezTo>
                        <a:pt x="164" y="2266"/>
                        <a:pt x="47" y="2826"/>
                        <a:pt x="1" y="3410"/>
                      </a:cubicBezTo>
                      <a:lnTo>
                        <a:pt x="24" y="3410"/>
                      </a:lnTo>
                      <a:cubicBezTo>
                        <a:pt x="211" y="2849"/>
                        <a:pt x="328" y="2289"/>
                        <a:pt x="421" y="1728"/>
                      </a:cubicBezTo>
                      <a:lnTo>
                        <a:pt x="70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75" name="Google Shape;18575;p62"/>
                <p:cNvSpPr/>
                <p:nvPr/>
              </p:nvSpPr>
              <p:spPr>
                <a:xfrm>
                  <a:off x="997100" y="2588625"/>
                  <a:ext cx="7025" cy="6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" h="2710" extrusionOk="0">
                      <a:moveTo>
                        <a:pt x="280" y="0"/>
                      </a:moveTo>
                      <a:cubicBezTo>
                        <a:pt x="164" y="444"/>
                        <a:pt x="94" y="888"/>
                        <a:pt x="70" y="1355"/>
                      </a:cubicBezTo>
                      <a:cubicBezTo>
                        <a:pt x="0" y="1799"/>
                        <a:pt x="0" y="2266"/>
                        <a:pt x="117" y="2709"/>
                      </a:cubicBezTo>
                      <a:lnTo>
                        <a:pt x="140" y="2709"/>
                      </a:lnTo>
                      <a:cubicBezTo>
                        <a:pt x="187" y="2242"/>
                        <a:pt x="187" y="1799"/>
                        <a:pt x="187" y="1355"/>
                      </a:cubicBezTo>
                      <a:cubicBezTo>
                        <a:pt x="187" y="911"/>
                        <a:pt x="234" y="444"/>
                        <a:pt x="28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76" name="Google Shape;18576;p62"/>
                <p:cNvSpPr/>
                <p:nvPr/>
              </p:nvSpPr>
              <p:spPr>
                <a:xfrm>
                  <a:off x="981325" y="2548350"/>
                  <a:ext cx="7625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2733" extrusionOk="0">
                      <a:moveTo>
                        <a:pt x="281" y="0"/>
                      </a:moveTo>
                      <a:cubicBezTo>
                        <a:pt x="187" y="444"/>
                        <a:pt x="94" y="911"/>
                        <a:pt x="71" y="1355"/>
                      </a:cubicBezTo>
                      <a:cubicBezTo>
                        <a:pt x="1" y="1822"/>
                        <a:pt x="24" y="2289"/>
                        <a:pt x="117" y="2732"/>
                      </a:cubicBezTo>
                      <a:lnTo>
                        <a:pt x="141" y="2732"/>
                      </a:lnTo>
                      <a:cubicBezTo>
                        <a:pt x="187" y="2265"/>
                        <a:pt x="187" y="1822"/>
                        <a:pt x="187" y="1378"/>
                      </a:cubicBezTo>
                      <a:cubicBezTo>
                        <a:pt x="187" y="911"/>
                        <a:pt x="234" y="467"/>
                        <a:pt x="30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77" name="Google Shape;18577;p62"/>
                <p:cNvSpPr/>
                <p:nvPr/>
              </p:nvSpPr>
              <p:spPr>
                <a:xfrm>
                  <a:off x="816100" y="3215075"/>
                  <a:ext cx="189775" cy="2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1" h="9435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1589" y="1308"/>
                        <a:pt x="3037" y="2756"/>
                        <a:pt x="4298" y="4344"/>
                      </a:cubicBezTo>
                      <a:cubicBezTo>
                        <a:pt x="5535" y="5955"/>
                        <a:pt x="6610" y="7637"/>
                        <a:pt x="7567" y="9435"/>
                      </a:cubicBezTo>
                      <a:lnTo>
                        <a:pt x="7590" y="9411"/>
                      </a:lnTo>
                      <a:cubicBezTo>
                        <a:pt x="6983" y="7473"/>
                        <a:pt x="5886" y="5698"/>
                        <a:pt x="4531" y="4157"/>
                      </a:cubicBezTo>
                      <a:cubicBezTo>
                        <a:pt x="3200" y="2592"/>
                        <a:pt x="1682" y="121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78" name="Google Shape;18578;p62"/>
                <p:cNvSpPr/>
                <p:nvPr/>
              </p:nvSpPr>
              <p:spPr>
                <a:xfrm>
                  <a:off x="1213100" y="3216225"/>
                  <a:ext cx="16375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" h="7217" extrusionOk="0">
                      <a:moveTo>
                        <a:pt x="608" y="1"/>
                      </a:moveTo>
                      <a:cubicBezTo>
                        <a:pt x="421" y="1192"/>
                        <a:pt x="281" y="2383"/>
                        <a:pt x="164" y="3597"/>
                      </a:cubicBezTo>
                      <a:cubicBezTo>
                        <a:pt x="48" y="4788"/>
                        <a:pt x="1" y="6003"/>
                        <a:pt x="211" y="7217"/>
                      </a:cubicBezTo>
                      <a:lnTo>
                        <a:pt x="234" y="7217"/>
                      </a:lnTo>
                      <a:cubicBezTo>
                        <a:pt x="421" y="6026"/>
                        <a:pt x="468" y="4812"/>
                        <a:pt x="468" y="3621"/>
                      </a:cubicBezTo>
                      <a:cubicBezTo>
                        <a:pt x="491" y="2406"/>
                        <a:pt x="561" y="1192"/>
                        <a:pt x="65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79" name="Google Shape;18579;p62"/>
                <p:cNvSpPr/>
                <p:nvPr/>
              </p:nvSpPr>
              <p:spPr>
                <a:xfrm>
                  <a:off x="1048475" y="3271125"/>
                  <a:ext cx="39725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" h="6306" extrusionOk="0">
                      <a:moveTo>
                        <a:pt x="0" y="0"/>
                      </a:moveTo>
                      <a:cubicBezTo>
                        <a:pt x="70" y="1098"/>
                        <a:pt x="210" y="2172"/>
                        <a:pt x="444" y="3223"/>
                      </a:cubicBezTo>
                      <a:cubicBezTo>
                        <a:pt x="631" y="4297"/>
                        <a:pt x="981" y="5348"/>
                        <a:pt x="1542" y="6305"/>
                      </a:cubicBezTo>
                      <a:lnTo>
                        <a:pt x="1588" y="6282"/>
                      </a:lnTo>
                      <a:cubicBezTo>
                        <a:pt x="1355" y="5208"/>
                        <a:pt x="1051" y="4204"/>
                        <a:pt x="724" y="3153"/>
                      </a:cubicBezTo>
                      <a:cubicBezTo>
                        <a:pt x="421" y="2125"/>
                        <a:pt x="210" y="107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80" name="Google Shape;18580;p62"/>
                <p:cNvSpPr/>
                <p:nvPr/>
              </p:nvSpPr>
              <p:spPr>
                <a:xfrm>
                  <a:off x="956800" y="3182375"/>
                  <a:ext cx="112700" cy="25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8" h="10346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1168" y="1518"/>
                        <a:pt x="2149" y="3176"/>
                        <a:pt x="2873" y="4928"/>
                      </a:cubicBezTo>
                      <a:cubicBezTo>
                        <a:pt x="3574" y="6679"/>
                        <a:pt x="4088" y="8477"/>
                        <a:pt x="4461" y="10346"/>
                      </a:cubicBezTo>
                      <a:lnTo>
                        <a:pt x="4508" y="10346"/>
                      </a:lnTo>
                      <a:cubicBezTo>
                        <a:pt x="4508" y="8431"/>
                        <a:pt x="3994" y="6539"/>
                        <a:pt x="3154" y="4811"/>
                      </a:cubicBezTo>
                      <a:cubicBezTo>
                        <a:pt x="2336" y="3060"/>
                        <a:pt x="1285" y="144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81" name="Google Shape;18581;p62"/>
                <p:cNvSpPr/>
                <p:nvPr/>
              </p:nvSpPr>
              <p:spPr>
                <a:xfrm>
                  <a:off x="1081175" y="3161950"/>
                  <a:ext cx="42050" cy="2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" h="8197" extrusionOk="0">
                      <a:moveTo>
                        <a:pt x="1635" y="0"/>
                      </a:moveTo>
                      <a:lnTo>
                        <a:pt x="701" y="4063"/>
                      </a:lnTo>
                      <a:cubicBezTo>
                        <a:pt x="350" y="5418"/>
                        <a:pt x="70" y="6796"/>
                        <a:pt x="0" y="8197"/>
                      </a:cubicBezTo>
                      <a:lnTo>
                        <a:pt x="23" y="8197"/>
                      </a:lnTo>
                      <a:cubicBezTo>
                        <a:pt x="490" y="6866"/>
                        <a:pt x="771" y="5511"/>
                        <a:pt x="981" y="4133"/>
                      </a:cubicBezTo>
                      <a:lnTo>
                        <a:pt x="168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82" name="Google Shape;18582;p62"/>
                <p:cNvSpPr/>
                <p:nvPr/>
              </p:nvSpPr>
              <p:spPr>
                <a:xfrm>
                  <a:off x="1146550" y="3265850"/>
                  <a:ext cx="17550" cy="16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6493" extrusionOk="0">
                      <a:moveTo>
                        <a:pt x="678" y="1"/>
                      </a:moveTo>
                      <a:cubicBezTo>
                        <a:pt x="421" y="1052"/>
                        <a:pt x="234" y="2149"/>
                        <a:pt x="141" y="3224"/>
                      </a:cubicBezTo>
                      <a:cubicBezTo>
                        <a:pt x="1" y="4321"/>
                        <a:pt x="24" y="5419"/>
                        <a:pt x="304" y="6493"/>
                      </a:cubicBezTo>
                      <a:lnTo>
                        <a:pt x="328" y="6493"/>
                      </a:lnTo>
                      <a:cubicBezTo>
                        <a:pt x="444" y="5395"/>
                        <a:pt x="444" y="4321"/>
                        <a:pt x="421" y="3247"/>
                      </a:cubicBezTo>
                      <a:cubicBezTo>
                        <a:pt x="468" y="2173"/>
                        <a:pt x="561" y="1075"/>
                        <a:pt x="70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83" name="Google Shape;18583;p62"/>
                <p:cNvSpPr/>
                <p:nvPr/>
              </p:nvSpPr>
              <p:spPr>
                <a:xfrm>
                  <a:off x="2658675" y="2637675"/>
                  <a:ext cx="103950" cy="15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8" h="6072" extrusionOk="0">
                      <a:moveTo>
                        <a:pt x="24" y="0"/>
                      </a:moveTo>
                      <a:lnTo>
                        <a:pt x="0" y="23"/>
                      </a:lnTo>
                      <a:cubicBezTo>
                        <a:pt x="865" y="911"/>
                        <a:pt x="1635" y="1868"/>
                        <a:pt x="2336" y="2873"/>
                      </a:cubicBezTo>
                      <a:cubicBezTo>
                        <a:pt x="2990" y="3900"/>
                        <a:pt x="3573" y="4974"/>
                        <a:pt x="4134" y="6072"/>
                      </a:cubicBezTo>
                      <a:lnTo>
                        <a:pt x="4157" y="6072"/>
                      </a:lnTo>
                      <a:cubicBezTo>
                        <a:pt x="3737" y="4904"/>
                        <a:pt x="3153" y="3807"/>
                        <a:pt x="2429" y="2802"/>
                      </a:cubicBezTo>
                      <a:cubicBezTo>
                        <a:pt x="1729" y="1798"/>
                        <a:pt x="911" y="86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84" name="Google Shape;18584;p62"/>
                <p:cNvSpPr/>
                <p:nvPr/>
              </p:nvSpPr>
              <p:spPr>
                <a:xfrm>
                  <a:off x="2833825" y="2634175"/>
                  <a:ext cx="14025" cy="11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4718" extrusionOk="0">
                      <a:moveTo>
                        <a:pt x="0" y="0"/>
                      </a:moveTo>
                      <a:lnTo>
                        <a:pt x="234" y="2359"/>
                      </a:lnTo>
                      <a:cubicBezTo>
                        <a:pt x="281" y="3153"/>
                        <a:pt x="374" y="3923"/>
                        <a:pt x="538" y="4717"/>
                      </a:cubicBezTo>
                      <a:lnTo>
                        <a:pt x="561" y="4694"/>
                      </a:lnTo>
                      <a:cubicBezTo>
                        <a:pt x="538" y="3900"/>
                        <a:pt x="467" y="3129"/>
                        <a:pt x="351" y="2335"/>
                      </a:cubicBez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85" name="Google Shape;18585;p62"/>
                <p:cNvSpPr/>
                <p:nvPr/>
              </p:nvSpPr>
              <p:spPr>
                <a:xfrm>
                  <a:off x="2762600" y="2672100"/>
                  <a:ext cx="32725" cy="10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9" h="4088" extrusionOk="0">
                      <a:moveTo>
                        <a:pt x="0" y="1"/>
                      </a:moveTo>
                      <a:cubicBezTo>
                        <a:pt x="140" y="702"/>
                        <a:pt x="304" y="1379"/>
                        <a:pt x="514" y="2079"/>
                      </a:cubicBezTo>
                      <a:cubicBezTo>
                        <a:pt x="701" y="2757"/>
                        <a:pt x="934" y="3434"/>
                        <a:pt x="1285" y="4088"/>
                      </a:cubicBezTo>
                      <a:lnTo>
                        <a:pt x="1308" y="4064"/>
                      </a:lnTo>
                      <a:cubicBezTo>
                        <a:pt x="1098" y="3387"/>
                        <a:pt x="864" y="2710"/>
                        <a:pt x="631" y="2033"/>
                      </a:cubicBezTo>
                      <a:cubicBezTo>
                        <a:pt x="397" y="1355"/>
                        <a:pt x="211" y="67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86" name="Google Shape;18586;p62"/>
                <p:cNvSpPr/>
                <p:nvPr/>
              </p:nvSpPr>
              <p:spPr>
                <a:xfrm>
                  <a:off x="2715300" y="2614900"/>
                  <a:ext cx="73000" cy="16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0" h="6703" extrusionOk="0">
                      <a:moveTo>
                        <a:pt x="1" y="0"/>
                      </a:moveTo>
                      <a:cubicBezTo>
                        <a:pt x="678" y="1028"/>
                        <a:pt x="1262" y="2102"/>
                        <a:pt x="1729" y="3246"/>
                      </a:cubicBezTo>
                      <a:cubicBezTo>
                        <a:pt x="2196" y="4367"/>
                        <a:pt x="2570" y="5512"/>
                        <a:pt x="2920" y="6703"/>
                      </a:cubicBezTo>
                      <a:cubicBezTo>
                        <a:pt x="2733" y="5488"/>
                        <a:pt x="2359" y="4297"/>
                        <a:pt x="1846" y="3200"/>
                      </a:cubicBezTo>
                      <a:cubicBezTo>
                        <a:pt x="1355" y="2079"/>
                        <a:pt x="725" y="1005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87" name="Google Shape;18587;p62"/>
                <p:cNvSpPr/>
                <p:nvPr/>
              </p:nvSpPr>
              <p:spPr>
                <a:xfrm>
                  <a:off x="2783025" y="2599725"/>
                  <a:ext cx="5275" cy="1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5372" extrusionOk="0">
                      <a:moveTo>
                        <a:pt x="24" y="0"/>
                      </a:moveTo>
                      <a:lnTo>
                        <a:pt x="24" y="2686"/>
                      </a:lnTo>
                      <a:cubicBezTo>
                        <a:pt x="1" y="3573"/>
                        <a:pt x="24" y="4484"/>
                        <a:pt x="117" y="5371"/>
                      </a:cubicBezTo>
                      <a:lnTo>
                        <a:pt x="141" y="5371"/>
                      </a:lnTo>
                      <a:cubicBezTo>
                        <a:pt x="211" y="4461"/>
                        <a:pt x="188" y="3573"/>
                        <a:pt x="141" y="2686"/>
                      </a:cubicBez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88" name="Google Shape;18588;p62"/>
                <p:cNvSpPr/>
                <p:nvPr/>
              </p:nvSpPr>
              <p:spPr>
                <a:xfrm>
                  <a:off x="2811050" y="2666850"/>
                  <a:ext cx="12300" cy="10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4252" extrusionOk="0">
                      <a:moveTo>
                        <a:pt x="1" y="1"/>
                      </a:moveTo>
                      <a:cubicBezTo>
                        <a:pt x="1" y="725"/>
                        <a:pt x="47" y="1425"/>
                        <a:pt x="94" y="2149"/>
                      </a:cubicBezTo>
                      <a:cubicBezTo>
                        <a:pt x="164" y="2850"/>
                        <a:pt x="258" y="3574"/>
                        <a:pt x="491" y="4251"/>
                      </a:cubicBezTo>
                      <a:cubicBezTo>
                        <a:pt x="444" y="3527"/>
                        <a:pt x="328" y="2826"/>
                        <a:pt x="234" y="2126"/>
                      </a:cubicBezTo>
                      <a:cubicBezTo>
                        <a:pt x="141" y="1425"/>
                        <a:pt x="71" y="72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89" name="Google Shape;18589;p62"/>
                <p:cNvSpPr/>
                <p:nvPr/>
              </p:nvSpPr>
              <p:spPr>
                <a:xfrm>
                  <a:off x="510750" y="2913225"/>
                  <a:ext cx="78275" cy="16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1" h="6610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02" y="1005"/>
                        <a:pt x="1332" y="2079"/>
                        <a:pt x="1823" y="3177"/>
                      </a:cubicBezTo>
                      <a:cubicBezTo>
                        <a:pt x="2336" y="4298"/>
                        <a:pt x="2733" y="5442"/>
                        <a:pt x="3107" y="6610"/>
                      </a:cubicBezTo>
                      <a:lnTo>
                        <a:pt x="3130" y="6610"/>
                      </a:lnTo>
                      <a:cubicBezTo>
                        <a:pt x="2897" y="5395"/>
                        <a:pt x="2500" y="4228"/>
                        <a:pt x="1939" y="3130"/>
                      </a:cubicBezTo>
                      <a:cubicBezTo>
                        <a:pt x="1402" y="2032"/>
                        <a:pt x="748" y="982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90" name="Google Shape;18590;p62"/>
                <p:cNvSpPr/>
                <p:nvPr/>
              </p:nvSpPr>
              <p:spPr>
                <a:xfrm>
                  <a:off x="677725" y="2936000"/>
                  <a:ext cx="7050" cy="11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4742" extrusionOk="0">
                      <a:moveTo>
                        <a:pt x="281" y="0"/>
                      </a:moveTo>
                      <a:lnTo>
                        <a:pt x="94" y="2359"/>
                      </a:lnTo>
                      <a:cubicBezTo>
                        <a:pt x="24" y="3153"/>
                        <a:pt x="1" y="3947"/>
                        <a:pt x="48" y="4741"/>
                      </a:cubicBezTo>
                      <a:cubicBezTo>
                        <a:pt x="164" y="3947"/>
                        <a:pt x="211" y="3153"/>
                        <a:pt x="235" y="2359"/>
                      </a:cubicBez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91" name="Google Shape;18591;p62"/>
                <p:cNvSpPr/>
                <p:nvPr/>
              </p:nvSpPr>
              <p:spPr>
                <a:xfrm>
                  <a:off x="608250" y="2962275"/>
                  <a:ext cx="15225" cy="10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422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4" y="724"/>
                        <a:pt x="71" y="1425"/>
                        <a:pt x="164" y="2149"/>
                      </a:cubicBezTo>
                      <a:cubicBezTo>
                        <a:pt x="234" y="2849"/>
                        <a:pt x="375" y="3550"/>
                        <a:pt x="608" y="4227"/>
                      </a:cubicBezTo>
                      <a:cubicBezTo>
                        <a:pt x="538" y="3527"/>
                        <a:pt x="398" y="2826"/>
                        <a:pt x="281" y="2125"/>
                      </a:cubicBezTo>
                      <a:cubicBezTo>
                        <a:pt x="164" y="1425"/>
                        <a:pt x="71" y="724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92" name="Google Shape;18592;p62"/>
                <p:cNvSpPr/>
                <p:nvPr/>
              </p:nvSpPr>
              <p:spPr>
                <a:xfrm>
                  <a:off x="570300" y="2899225"/>
                  <a:ext cx="45575" cy="17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3" h="7053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91" y="1121"/>
                        <a:pt x="912" y="2265"/>
                        <a:pt x="1192" y="3456"/>
                      </a:cubicBezTo>
                      <a:cubicBezTo>
                        <a:pt x="1472" y="4647"/>
                        <a:pt x="1659" y="5838"/>
                        <a:pt x="1799" y="7053"/>
                      </a:cubicBezTo>
                      <a:lnTo>
                        <a:pt x="1823" y="7053"/>
                      </a:lnTo>
                      <a:cubicBezTo>
                        <a:pt x="1823" y="5815"/>
                        <a:pt x="1636" y="4601"/>
                        <a:pt x="1309" y="3433"/>
                      </a:cubicBezTo>
                      <a:cubicBezTo>
                        <a:pt x="1005" y="2242"/>
                        <a:pt x="561" y="1098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93" name="Google Shape;18593;p62"/>
                <p:cNvSpPr/>
                <p:nvPr/>
              </p:nvSpPr>
              <p:spPr>
                <a:xfrm>
                  <a:off x="621100" y="2894550"/>
                  <a:ext cx="19300" cy="1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" h="5302" extrusionOk="0">
                      <a:moveTo>
                        <a:pt x="748" y="0"/>
                      </a:moveTo>
                      <a:lnTo>
                        <a:pt x="328" y="2639"/>
                      </a:lnTo>
                      <a:cubicBezTo>
                        <a:pt x="164" y="3527"/>
                        <a:pt x="47" y="4414"/>
                        <a:pt x="1" y="5302"/>
                      </a:cubicBezTo>
                      <a:lnTo>
                        <a:pt x="24" y="5302"/>
                      </a:lnTo>
                      <a:cubicBezTo>
                        <a:pt x="234" y="4437"/>
                        <a:pt x="351" y="3550"/>
                        <a:pt x="444" y="2663"/>
                      </a:cubicBezTo>
                      <a:lnTo>
                        <a:pt x="77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94" name="Google Shape;18594;p62"/>
                <p:cNvSpPr/>
                <p:nvPr/>
              </p:nvSpPr>
              <p:spPr>
                <a:xfrm>
                  <a:off x="648550" y="2965200"/>
                  <a:ext cx="8200" cy="10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4251" extrusionOk="0">
                      <a:moveTo>
                        <a:pt x="327" y="0"/>
                      </a:moveTo>
                      <a:lnTo>
                        <a:pt x="327" y="0"/>
                      </a:lnTo>
                      <a:cubicBezTo>
                        <a:pt x="210" y="701"/>
                        <a:pt x="117" y="1401"/>
                        <a:pt x="70" y="2125"/>
                      </a:cubicBezTo>
                      <a:cubicBezTo>
                        <a:pt x="24" y="2826"/>
                        <a:pt x="0" y="3550"/>
                        <a:pt x="117" y="4250"/>
                      </a:cubicBezTo>
                      <a:lnTo>
                        <a:pt x="140" y="4250"/>
                      </a:lnTo>
                      <a:cubicBezTo>
                        <a:pt x="187" y="3550"/>
                        <a:pt x="187" y="2849"/>
                        <a:pt x="187" y="2125"/>
                      </a:cubicBezTo>
                      <a:cubicBezTo>
                        <a:pt x="210" y="1425"/>
                        <a:pt x="257" y="701"/>
                        <a:pt x="32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95" name="Google Shape;18595;p62"/>
                <p:cNvSpPr/>
                <p:nvPr/>
              </p:nvSpPr>
              <p:spPr>
                <a:xfrm>
                  <a:off x="238125" y="2912650"/>
                  <a:ext cx="65975" cy="13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9" h="5232" extrusionOk="0">
                      <a:moveTo>
                        <a:pt x="0" y="0"/>
                      </a:moveTo>
                      <a:cubicBezTo>
                        <a:pt x="584" y="794"/>
                        <a:pt x="1098" y="1635"/>
                        <a:pt x="1518" y="2522"/>
                      </a:cubicBezTo>
                      <a:cubicBezTo>
                        <a:pt x="1938" y="3410"/>
                        <a:pt x="2289" y="4321"/>
                        <a:pt x="2639" y="5231"/>
                      </a:cubicBezTo>
                      <a:cubicBezTo>
                        <a:pt x="2452" y="4274"/>
                        <a:pt x="2102" y="3340"/>
                        <a:pt x="1635" y="2476"/>
                      </a:cubicBezTo>
                      <a:cubicBezTo>
                        <a:pt x="1191" y="1588"/>
                        <a:pt x="631" y="771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96" name="Google Shape;18596;p62"/>
                <p:cNvSpPr/>
                <p:nvPr/>
              </p:nvSpPr>
              <p:spPr>
                <a:xfrm>
                  <a:off x="3839175" y="2528500"/>
                  <a:ext cx="52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784" extrusionOk="0">
                      <a:moveTo>
                        <a:pt x="164" y="0"/>
                      </a:moveTo>
                      <a:lnTo>
                        <a:pt x="71" y="1892"/>
                      </a:lnTo>
                      <a:cubicBezTo>
                        <a:pt x="24" y="2522"/>
                        <a:pt x="1" y="3153"/>
                        <a:pt x="71" y="3783"/>
                      </a:cubicBezTo>
                      <a:lnTo>
                        <a:pt x="94" y="3783"/>
                      </a:lnTo>
                      <a:cubicBezTo>
                        <a:pt x="187" y="3153"/>
                        <a:pt x="211" y="2522"/>
                        <a:pt x="187" y="1892"/>
                      </a:cubicBez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97" name="Google Shape;18597;p62"/>
                <p:cNvSpPr/>
                <p:nvPr/>
              </p:nvSpPr>
              <p:spPr>
                <a:xfrm>
                  <a:off x="3782550" y="2551250"/>
                  <a:ext cx="14625" cy="8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3364" extrusionOk="0">
                      <a:moveTo>
                        <a:pt x="0" y="1"/>
                      </a:moveTo>
                      <a:cubicBezTo>
                        <a:pt x="24" y="561"/>
                        <a:pt x="94" y="1145"/>
                        <a:pt x="164" y="1706"/>
                      </a:cubicBezTo>
                      <a:cubicBezTo>
                        <a:pt x="234" y="2266"/>
                        <a:pt x="351" y="2827"/>
                        <a:pt x="584" y="3364"/>
                      </a:cubicBezTo>
                      <a:cubicBezTo>
                        <a:pt x="538" y="2803"/>
                        <a:pt x="421" y="2243"/>
                        <a:pt x="281" y="1682"/>
                      </a:cubicBezTo>
                      <a:cubicBezTo>
                        <a:pt x="187" y="1122"/>
                        <a:pt x="94" y="56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98" name="Google Shape;18598;p62"/>
                <p:cNvSpPr/>
                <p:nvPr/>
              </p:nvSpPr>
              <p:spPr>
                <a:xfrm>
                  <a:off x="3751025" y="2501050"/>
                  <a:ext cx="40300" cy="1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2" h="5606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1" y="888"/>
                        <a:pt x="771" y="1799"/>
                        <a:pt x="1005" y="2756"/>
                      </a:cubicBezTo>
                      <a:cubicBezTo>
                        <a:pt x="1261" y="3690"/>
                        <a:pt x="1425" y="4648"/>
                        <a:pt x="1588" y="5605"/>
                      </a:cubicBezTo>
                      <a:lnTo>
                        <a:pt x="1612" y="5605"/>
                      </a:lnTo>
                      <a:cubicBezTo>
                        <a:pt x="1612" y="4624"/>
                        <a:pt x="1425" y="3644"/>
                        <a:pt x="1121" y="2710"/>
                      </a:cubicBezTo>
                      <a:cubicBezTo>
                        <a:pt x="841" y="1775"/>
                        <a:pt x="467" y="86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599" name="Google Shape;18599;p62"/>
                <p:cNvSpPr/>
                <p:nvPr/>
              </p:nvSpPr>
              <p:spPr>
                <a:xfrm>
                  <a:off x="3816400" y="2552425"/>
                  <a:ext cx="5300" cy="85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" h="3411" extrusionOk="0">
                      <a:moveTo>
                        <a:pt x="211" y="1"/>
                      </a:moveTo>
                      <a:cubicBezTo>
                        <a:pt x="118" y="561"/>
                        <a:pt x="71" y="1122"/>
                        <a:pt x="48" y="1705"/>
                      </a:cubicBezTo>
                      <a:cubicBezTo>
                        <a:pt x="1" y="2266"/>
                        <a:pt x="24" y="2850"/>
                        <a:pt x="118" y="3410"/>
                      </a:cubicBezTo>
                      <a:lnTo>
                        <a:pt x="141" y="3410"/>
                      </a:lnTo>
                      <a:cubicBezTo>
                        <a:pt x="188" y="2826"/>
                        <a:pt x="188" y="2266"/>
                        <a:pt x="164" y="1705"/>
                      </a:cubicBezTo>
                      <a:cubicBezTo>
                        <a:pt x="164" y="1122"/>
                        <a:pt x="188" y="561"/>
                        <a:pt x="21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00" name="Google Shape;18600;p62"/>
                <p:cNvSpPr/>
                <p:nvPr/>
              </p:nvSpPr>
              <p:spPr>
                <a:xfrm>
                  <a:off x="1147725" y="2799375"/>
                  <a:ext cx="5275" cy="9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808" extrusionOk="0">
                      <a:moveTo>
                        <a:pt x="164" y="1"/>
                      </a:moveTo>
                      <a:lnTo>
                        <a:pt x="70" y="1916"/>
                      </a:lnTo>
                      <a:cubicBezTo>
                        <a:pt x="24" y="2546"/>
                        <a:pt x="0" y="3177"/>
                        <a:pt x="70" y="3807"/>
                      </a:cubicBezTo>
                      <a:lnTo>
                        <a:pt x="94" y="3807"/>
                      </a:lnTo>
                      <a:cubicBezTo>
                        <a:pt x="187" y="3177"/>
                        <a:pt x="210" y="2546"/>
                        <a:pt x="187" y="1916"/>
                      </a:cubicBezTo>
                      <a:lnTo>
                        <a:pt x="164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01" name="Google Shape;18601;p62"/>
                <p:cNvSpPr/>
                <p:nvPr/>
              </p:nvSpPr>
              <p:spPr>
                <a:xfrm>
                  <a:off x="1091100" y="2822750"/>
                  <a:ext cx="14600" cy="8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" h="3363" extrusionOk="0">
                      <a:moveTo>
                        <a:pt x="0" y="0"/>
                      </a:moveTo>
                      <a:cubicBezTo>
                        <a:pt x="23" y="560"/>
                        <a:pt x="70" y="1121"/>
                        <a:pt x="164" y="1705"/>
                      </a:cubicBezTo>
                      <a:cubicBezTo>
                        <a:pt x="234" y="2265"/>
                        <a:pt x="350" y="2826"/>
                        <a:pt x="584" y="3363"/>
                      </a:cubicBezTo>
                      <a:cubicBezTo>
                        <a:pt x="514" y="2779"/>
                        <a:pt x="397" y="2242"/>
                        <a:pt x="280" y="1681"/>
                      </a:cubicBezTo>
                      <a:cubicBezTo>
                        <a:pt x="164" y="1121"/>
                        <a:pt x="93" y="560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02" name="Google Shape;18602;p62"/>
                <p:cNvSpPr/>
                <p:nvPr/>
              </p:nvSpPr>
              <p:spPr>
                <a:xfrm>
                  <a:off x="1059550" y="2772525"/>
                  <a:ext cx="40325" cy="1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3" h="5606" extrusionOk="0">
                      <a:moveTo>
                        <a:pt x="1" y="1"/>
                      </a:moveTo>
                      <a:cubicBezTo>
                        <a:pt x="421" y="888"/>
                        <a:pt x="772" y="1799"/>
                        <a:pt x="1005" y="2756"/>
                      </a:cubicBezTo>
                      <a:cubicBezTo>
                        <a:pt x="1262" y="3690"/>
                        <a:pt x="1426" y="4648"/>
                        <a:pt x="1589" y="5605"/>
                      </a:cubicBezTo>
                      <a:lnTo>
                        <a:pt x="1612" y="5605"/>
                      </a:lnTo>
                      <a:cubicBezTo>
                        <a:pt x="1612" y="4625"/>
                        <a:pt x="1426" y="3644"/>
                        <a:pt x="1122" y="2710"/>
                      </a:cubicBezTo>
                      <a:cubicBezTo>
                        <a:pt x="842" y="1775"/>
                        <a:pt x="468" y="86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03" name="Google Shape;18603;p62"/>
                <p:cNvSpPr/>
                <p:nvPr/>
              </p:nvSpPr>
              <p:spPr>
                <a:xfrm>
                  <a:off x="395175" y="3018325"/>
                  <a:ext cx="5275" cy="8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410" extrusionOk="0">
                      <a:moveTo>
                        <a:pt x="210" y="0"/>
                      </a:moveTo>
                      <a:cubicBezTo>
                        <a:pt x="117" y="561"/>
                        <a:pt x="70" y="1121"/>
                        <a:pt x="47" y="1705"/>
                      </a:cubicBezTo>
                      <a:cubicBezTo>
                        <a:pt x="0" y="2265"/>
                        <a:pt x="0" y="2849"/>
                        <a:pt x="117" y="3410"/>
                      </a:cubicBezTo>
                      <a:lnTo>
                        <a:pt x="140" y="3410"/>
                      </a:lnTo>
                      <a:cubicBezTo>
                        <a:pt x="187" y="2849"/>
                        <a:pt x="187" y="2265"/>
                        <a:pt x="163" y="1705"/>
                      </a:cubicBezTo>
                      <a:cubicBezTo>
                        <a:pt x="163" y="1145"/>
                        <a:pt x="187" y="561"/>
                        <a:pt x="21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04" name="Google Shape;18604;p62"/>
                <p:cNvSpPr/>
                <p:nvPr/>
              </p:nvSpPr>
              <p:spPr>
                <a:xfrm>
                  <a:off x="5039525" y="2835000"/>
                  <a:ext cx="62500" cy="36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0" h="14690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725" y="2382"/>
                        <a:pt x="1285" y="4811"/>
                        <a:pt x="1682" y="7263"/>
                      </a:cubicBezTo>
                      <a:cubicBezTo>
                        <a:pt x="1869" y="8501"/>
                        <a:pt x="2033" y="9739"/>
                        <a:pt x="2149" y="10976"/>
                      </a:cubicBezTo>
                      <a:cubicBezTo>
                        <a:pt x="2313" y="12191"/>
                        <a:pt x="2383" y="13452"/>
                        <a:pt x="2476" y="14689"/>
                      </a:cubicBezTo>
                      <a:lnTo>
                        <a:pt x="2500" y="14689"/>
                      </a:lnTo>
                      <a:cubicBezTo>
                        <a:pt x="2500" y="13428"/>
                        <a:pt x="2406" y="12191"/>
                        <a:pt x="2313" y="10953"/>
                      </a:cubicBezTo>
                      <a:cubicBezTo>
                        <a:pt x="2196" y="9715"/>
                        <a:pt x="2009" y="8478"/>
                        <a:pt x="1799" y="7240"/>
                      </a:cubicBezTo>
                      <a:cubicBezTo>
                        <a:pt x="1379" y="4788"/>
                        <a:pt x="795" y="2359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05" name="Google Shape;18605;p62"/>
                <p:cNvSpPr/>
                <p:nvPr/>
              </p:nvSpPr>
              <p:spPr>
                <a:xfrm>
                  <a:off x="5227525" y="2926650"/>
                  <a:ext cx="37975" cy="24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9903" extrusionOk="0">
                      <a:moveTo>
                        <a:pt x="1519" y="1"/>
                      </a:moveTo>
                      <a:lnTo>
                        <a:pt x="701" y="4928"/>
                      </a:lnTo>
                      <a:cubicBezTo>
                        <a:pt x="561" y="5769"/>
                        <a:pt x="444" y="6586"/>
                        <a:pt x="328" y="7427"/>
                      </a:cubicBezTo>
                      <a:cubicBezTo>
                        <a:pt x="211" y="8244"/>
                        <a:pt x="94" y="9062"/>
                        <a:pt x="1" y="9902"/>
                      </a:cubicBezTo>
                      <a:lnTo>
                        <a:pt x="24" y="9902"/>
                      </a:lnTo>
                      <a:cubicBezTo>
                        <a:pt x="187" y="9085"/>
                        <a:pt x="328" y="8268"/>
                        <a:pt x="468" y="7427"/>
                      </a:cubicBezTo>
                      <a:cubicBezTo>
                        <a:pt x="584" y="6610"/>
                        <a:pt x="725" y="5792"/>
                        <a:pt x="818" y="4952"/>
                      </a:cubicBezTo>
                      <a:lnTo>
                        <a:pt x="151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06" name="Google Shape;18606;p62"/>
                <p:cNvSpPr/>
                <p:nvPr/>
              </p:nvSpPr>
              <p:spPr>
                <a:xfrm>
                  <a:off x="5148125" y="2962850"/>
                  <a:ext cx="8775" cy="22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9062" extrusionOk="0">
                      <a:moveTo>
                        <a:pt x="351" y="1"/>
                      </a:moveTo>
                      <a:lnTo>
                        <a:pt x="351" y="1"/>
                      </a:lnTo>
                      <a:cubicBezTo>
                        <a:pt x="211" y="1519"/>
                        <a:pt x="94" y="3013"/>
                        <a:pt x="47" y="4531"/>
                      </a:cubicBezTo>
                      <a:cubicBezTo>
                        <a:pt x="1" y="5278"/>
                        <a:pt x="1" y="6049"/>
                        <a:pt x="1" y="6796"/>
                      </a:cubicBezTo>
                      <a:cubicBezTo>
                        <a:pt x="24" y="7544"/>
                        <a:pt x="24" y="8314"/>
                        <a:pt x="94" y="9062"/>
                      </a:cubicBezTo>
                      <a:lnTo>
                        <a:pt x="117" y="9062"/>
                      </a:lnTo>
                      <a:lnTo>
                        <a:pt x="141" y="6796"/>
                      </a:lnTo>
                      <a:lnTo>
                        <a:pt x="164" y="4531"/>
                      </a:lnTo>
                      <a:cubicBezTo>
                        <a:pt x="187" y="3037"/>
                        <a:pt x="257" y="1519"/>
                        <a:pt x="35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07" name="Google Shape;18607;p62"/>
                <p:cNvSpPr/>
                <p:nvPr/>
              </p:nvSpPr>
              <p:spPr>
                <a:xfrm>
                  <a:off x="5122450" y="2819825"/>
                  <a:ext cx="23375" cy="38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15320" extrusionOk="0">
                      <a:moveTo>
                        <a:pt x="0" y="0"/>
                      </a:moveTo>
                      <a:lnTo>
                        <a:pt x="0" y="24"/>
                      </a:lnTo>
                      <a:cubicBezTo>
                        <a:pt x="397" y="2546"/>
                        <a:pt x="654" y="5091"/>
                        <a:pt x="747" y="7637"/>
                      </a:cubicBezTo>
                      <a:cubicBezTo>
                        <a:pt x="771" y="8921"/>
                        <a:pt x="794" y="10205"/>
                        <a:pt x="747" y="11467"/>
                      </a:cubicBezTo>
                      <a:cubicBezTo>
                        <a:pt x="747" y="12751"/>
                        <a:pt x="677" y="14035"/>
                        <a:pt x="631" y="15320"/>
                      </a:cubicBezTo>
                      <a:cubicBezTo>
                        <a:pt x="794" y="14035"/>
                        <a:pt x="864" y="12751"/>
                        <a:pt x="911" y="11490"/>
                      </a:cubicBezTo>
                      <a:cubicBezTo>
                        <a:pt x="934" y="10205"/>
                        <a:pt x="934" y="8921"/>
                        <a:pt x="864" y="7637"/>
                      </a:cubicBezTo>
                      <a:cubicBezTo>
                        <a:pt x="747" y="5091"/>
                        <a:pt x="467" y="2522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08" name="Google Shape;18608;p62"/>
                <p:cNvSpPr/>
                <p:nvPr/>
              </p:nvSpPr>
              <p:spPr>
                <a:xfrm>
                  <a:off x="5158050" y="2828000"/>
                  <a:ext cx="59000" cy="27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0" h="11000" extrusionOk="0">
                      <a:moveTo>
                        <a:pt x="2336" y="0"/>
                      </a:moveTo>
                      <a:lnTo>
                        <a:pt x="1122" y="5488"/>
                      </a:lnTo>
                      <a:cubicBezTo>
                        <a:pt x="911" y="6399"/>
                        <a:pt x="701" y="7310"/>
                        <a:pt x="514" y="8220"/>
                      </a:cubicBezTo>
                      <a:cubicBezTo>
                        <a:pt x="351" y="9155"/>
                        <a:pt x="141" y="10065"/>
                        <a:pt x="1" y="10999"/>
                      </a:cubicBezTo>
                      <a:cubicBezTo>
                        <a:pt x="257" y="10089"/>
                        <a:pt x="444" y="9178"/>
                        <a:pt x="654" y="8244"/>
                      </a:cubicBezTo>
                      <a:cubicBezTo>
                        <a:pt x="865" y="7333"/>
                        <a:pt x="1051" y="6422"/>
                        <a:pt x="1238" y="5511"/>
                      </a:cubicBezTo>
                      <a:lnTo>
                        <a:pt x="235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09" name="Google Shape;18609;p62"/>
                <p:cNvSpPr/>
                <p:nvPr/>
              </p:nvSpPr>
              <p:spPr>
                <a:xfrm>
                  <a:off x="5187250" y="2980950"/>
                  <a:ext cx="33875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922" extrusionOk="0">
                      <a:moveTo>
                        <a:pt x="1331" y="1"/>
                      </a:moveTo>
                      <a:cubicBezTo>
                        <a:pt x="1004" y="1472"/>
                        <a:pt x="724" y="2943"/>
                        <a:pt x="491" y="4438"/>
                      </a:cubicBezTo>
                      <a:cubicBezTo>
                        <a:pt x="374" y="5185"/>
                        <a:pt x="257" y="5909"/>
                        <a:pt x="164" y="6656"/>
                      </a:cubicBezTo>
                      <a:cubicBezTo>
                        <a:pt x="94" y="7427"/>
                        <a:pt x="24" y="8174"/>
                        <a:pt x="0" y="8921"/>
                      </a:cubicBezTo>
                      <a:lnTo>
                        <a:pt x="327" y="6680"/>
                      </a:lnTo>
                      <a:lnTo>
                        <a:pt x="607" y="4461"/>
                      </a:lnTo>
                      <a:cubicBezTo>
                        <a:pt x="818" y="2966"/>
                        <a:pt x="1075" y="1472"/>
                        <a:pt x="135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10" name="Google Shape;18610;p62"/>
                <p:cNvSpPr/>
                <p:nvPr/>
              </p:nvSpPr>
              <p:spPr>
                <a:xfrm>
                  <a:off x="1922475" y="2485875"/>
                  <a:ext cx="43225" cy="11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9" h="4508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444" y="678"/>
                        <a:pt x="794" y="1425"/>
                        <a:pt x="1074" y="2172"/>
                      </a:cubicBezTo>
                      <a:cubicBezTo>
                        <a:pt x="1331" y="2943"/>
                        <a:pt x="1541" y="3713"/>
                        <a:pt x="1728" y="4507"/>
                      </a:cubicBezTo>
                      <a:cubicBezTo>
                        <a:pt x="1681" y="3690"/>
                        <a:pt x="1495" y="2896"/>
                        <a:pt x="1168" y="2149"/>
                      </a:cubicBezTo>
                      <a:cubicBezTo>
                        <a:pt x="864" y="1378"/>
                        <a:pt x="467" y="654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11" name="Google Shape;18611;p62"/>
                <p:cNvSpPr/>
                <p:nvPr/>
              </p:nvSpPr>
              <p:spPr>
                <a:xfrm>
                  <a:off x="2038650" y="2517400"/>
                  <a:ext cx="17525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2990" extrusionOk="0">
                      <a:moveTo>
                        <a:pt x="678" y="0"/>
                      </a:moveTo>
                      <a:lnTo>
                        <a:pt x="304" y="1495"/>
                      </a:lnTo>
                      <a:cubicBezTo>
                        <a:pt x="164" y="1985"/>
                        <a:pt x="47" y="2476"/>
                        <a:pt x="0" y="2990"/>
                      </a:cubicBezTo>
                      <a:cubicBezTo>
                        <a:pt x="187" y="2499"/>
                        <a:pt x="304" y="2009"/>
                        <a:pt x="397" y="1518"/>
                      </a:cubicBezTo>
                      <a:lnTo>
                        <a:pt x="70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12" name="Google Shape;18612;p62"/>
                <p:cNvSpPr/>
                <p:nvPr/>
              </p:nvSpPr>
              <p:spPr>
                <a:xfrm>
                  <a:off x="1990200" y="2526750"/>
                  <a:ext cx="4100" cy="68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" h="2756" extrusionOk="0">
                      <a:moveTo>
                        <a:pt x="117" y="0"/>
                      </a:moveTo>
                      <a:cubicBezTo>
                        <a:pt x="70" y="467"/>
                        <a:pt x="23" y="911"/>
                        <a:pt x="23" y="1378"/>
                      </a:cubicBezTo>
                      <a:cubicBezTo>
                        <a:pt x="0" y="1845"/>
                        <a:pt x="23" y="2312"/>
                        <a:pt x="140" y="2756"/>
                      </a:cubicBezTo>
                      <a:cubicBezTo>
                        <a:pt x="163" y="2289"/>
                        <a:pt x="140" y="1845"/>
                        <a:pt x="117" y="1378"/>
                      </a:cubicBezTo>
                      <a:cubicBezTo>
                        <a:pt x="93" y="911"/>
                        <a:pt x="117" y="467"/>
                        <a:pt x="14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13" name="Google Shape;18613;p62"/>
                <p:cNvSpPr/>
                <p:nvPr/>
              </p:nvSpPr>
              <p:spPr>
                <a:xfrm>
                  <a:off x="1970350" y="2482950"/>
                  <a:ext cx="20450" cy="11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4648" extrusionOk="0">
                      <a:moveTo>
                        <a:pt x="0" y="1"/>
                      </a:moveTo>
                      <a:cubicBezTo>
                        <a:pt x="280" y="748"/>
                        <a:pt x="467" y="1519"/>
                        <a:pt x="560" y="2289"/>
                      </a:cubicBezTo>
                      <a:cubicBezTo>
                        <a:pt x="654" y="3083"/>
                        <a:pt x="677" y="3854"/>
                        <a:pt x="654" y="4648"/>
                      </a:cubicBezTo>
                      <a:cubicBezTo>
                        <a:pt x="817" y="3877"/>
                        <a:pt x="794" y="3060"/>
                        <a:pt x="654" y="2289"/>
                      </a:cubicBezTo>
                      <a:cubicBezTo>
                        <a:pt x="537" y="1495"/>
                        <a:pt x="327" y="725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14" name="Google Shape;18614;p62"/>
                <p:cNvSpPr/>
                <p:nvPr/>
              </p:nvSpPr>
              <p:spPr>
                <a:xfrm>
                  <a:off x="1996600" y="2486450"/>
                  <a:ext cx="29225" cy="8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3317" extrusionOk="0">
                      <a:moveTo>
                        <a:pt x="1169" y="1"/>
                      </a:moveTo>
                      <a:lnTo>
                        <a:pt x="538" y="1659"/>
                      </a:lnTo>
                      <a:cubicBezTo>
                        <a:pt x="328" y="2196"/>
                        <a:pt x="118" y="2733"/>
                        <a:pt x="1" y="3317"/>
                      </a:cubicBezTo>
                      <a:cubicBezTo>
                        <a:pt x="258" y="2780"/>
                        <a:pt x="468" y="2243"/>
                        <a:pt x="631" y="1682"/>
                      </a:cubicBezTo>
                      <a:lnTo>
                        <a:pt x="1169" y="24"/>
                      </a:lnTo>
                      <a:lnTo>
                        <a:pt x="116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15" name="Google Shape;18615;p62"/>
                <p:cNvSpPr/>
                <p:nvPr/>
              </p:nvSpPr>
              <p:spPr>
                <a:xfrm>
                  <a:off x="2015300" y="2533150"/>
                  <a:ext cx="15775" cy="6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" h="2687" extrusionOk="0">
                      <a:moveTo>
                        <a:pt x="631" y="1"/>
                      </a:moveTo>
                      <a:lnTo>
                        <a:pt x="631" y="1"/>
                      </a:lnTo>
                      <a:cubicBezTo>
                        <a:pt x="444" y="445"/>
                        <a:pt x="304" y="888"/>
                        <a:pt x="187" y="1332"/>
                      </a:cubicBezTo>
                      <a:cubicBezTo>
                        <a:pt x="70" y="1776"/>
                        <a:pt x="0" y="2219"/>
                        <a:pt x="0" y="2687"/>
                      </a:cubicBezTo>
                      <a:cubicBezTo>
                        <a:pt x="140" y="2243"/>
                        <a:pt x="210" y="1799"/>
                        <a:pt x="304" y="1355"/>
                      </a:cubicBezTo>
                      <a:cubicBezTo>
                        <a:pt x="397" y="888"/>
                        <a:pt x="491" y="445"/>
                        <a:pt x="63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16" name="Google Shape;18616;p62"/>
                <p:cNvSpPr/>
                <p:nvPr/>
              </p:nvSpPr>
              <p:spPr>
                <a:xfrm>
                  <a:off x="5277750" y="2381375"/>
                  <a:ext cx="56650" cy="16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6" h="6610" extrusionOk="0">
                      <a:moveTo>
                        <a:pt x="0" y="0"/>
                      </a:moveTo>
                      <a:cubicBezTo>
                        <a:pt x="584" y="1028"/>
                        <a:pt x="1051" y="2102"/>
                        <a:pt x="1378" y="3200"/>
                      </a:cubicBezTo>
                      <a:cubicBezTo>
                        <a:pt x="1541" y="3760"/>
                        <a:pt x="1658" y="4344"/>
                        <a:pt x="1798" y="4904"/>
                      </a:cubicBezTo>
                      <a:cubicBezTo>
                        <a:pt x="1938" y="5465"/>
                        <a:pt x="2055" y="6025"/>
                        <a:pt x="2195" y="6609"/>
                      </a:cubicBezTo>
                      <a:lnTo>
                        <a:pt x="2219" y="6586"/>
                      </a:lnTo>
                      <a:cubicBezTo>
                        <a:pt x="2265" y="6002"/>
                        <a:pt x="2195" y="5418"/>
                        <a:pt x="2102" y="4834"/>
                      </a:cubicBezTo>
                      <a:cubicBezTo>
                        <a:pt x="2008" y="4250"/>
                        <a:pt x="1822" y="3690"/>
                        <a:pt x="1611" y="3130"/>
                      </a:cubicBezTo>
                      <a:cubicBezTo>
                        <a:pt x="1214" y="2032"/>
                        <a:pt x="677" y="958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17" name="Google Shape;18617;p62"/>
                <p:cNvSpPr/>
                <p:nvPr/>
              </p:nvSpPr>
              <p:spPr>
                <a:xfrm>
                  <a:off x="5328525" y="2398875"/>
                  <a:ext cx="30400" cy="10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" h="4018" extrusionOk="0">
                      <a:moveTo>
                        <a:pt x="1" y="1"/>
                      </a:moveTo>
                      <a:cubicBezTo>
                        <a:pt x="304" y="655"/>
                        <a:pt x="538" y="1309"/>
                        <a:pt x="678" y="1986"/>
                      </a:cubicBezTo>
                      <a:cubicBezTo>
                        <a:pt x="771" y="2313"/>
                        <a:pt x="795" y="2663"/>
                        <a:pt x="865" y="2990"/>
                      </a:cubicBezTo>
                      <a:cubicBezTo>
                        <a:pt x="958" y="3340"/>
                        <a:pt x="1005" y="3667"/>
                        <a:pt x="1098" y="4018"/>
                      </a:cubicBezTo>
                      <a:lnTo>
                        <a:pt x="1122" y="4018"/>
                      </a:lnTo>
                      <a:cubicBezTo>
                        <a:pt x="1215" y="3667"/>
                        <a:pt x="1192" y="3317"/>
                        <a:pt x="1168" y="2967"/>
                      </a:cubicBezTo>
                      <a:cubicBezTo>
                        <a:pt x="1145" y="2593"/>
                        <a:pt x="1028" y="2266"/>
                        <a:pt x="912" y="1916"/>
                      </a:cubicBezTo>
                      <a:cubicBezTo>
                        <a:pt x="701" y="1239"/>
                        <a:pt x="398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18" name="Google Shape;18618;p62"/>
                <p:cNvSpPr/>
                <p:nvPr/>
              </p:nvSpPr>
              <p:spPr>
                <a:xfrm>
                  <a:off x="5220525" y="2382525"/>
                  <a:ext cx="25700" cy="15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8" h="6026" extrusionOk="0">
                      <a:moveTo>
                        <a:pt x="0" y="1"/>
                      </a:moveTo>
                      <a:cubicBezTo>
                        <a:pt x="304" y="982"/>
                        <a:pt x="514" y="1986"/>
                        <a:pt x="631" y="2990"/>
                      </a:cubicBezTo>
                      <a:cubicBezTo>
                        <a:pt x="678" y="3481"/>
                        <a:pt x="701" y="3994"/>
                        <a:pt x="724" y="4508"/>
                      </a:cubicBezTo>
                      <a:lnTo>
                        <a:pt x="841" y="6026"/>
                      </a:lnTo>
                      <a:lnTo>
                        <a:pt x="864" y="6026"/>
                      </a:lnTo>
                      <a:cubicBezTo>
                        <a:pt x="981" y="5512"/>
                        <a:pt x="1028" y="4998"/>
                        <a:pt x="1028" y="4485"/>
                      </a:cubicBezTo>
                      <a:cubicBezTo>
                        <a:pt x="1028" y="3971"/>
                        <a:pt x="958" y="3457"/>
                        <a:pt x="864" y="2943"/>
                      </a:cubicBezTo>
                      <a:cubicBezTo>
                        <a:pt x="701" y="1939"/>
                        <a:pt x="421" y="93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19" name="Google Shape;18619;p62"/>
                <p:cNvSpPr/>
                <p:nvPr/>
              </p:nvSpPr>
              <p:spPr>
                <a:xfrm>
                  <a:off x="5365300" y="2593300"/>
                  <a:ext cx="28050" cy="18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7264" extrusionOk="0">
                      <a:moveTo>
                        <a:pt x="1075" y="0"/>
                      </a:moveTo>
                      <a:cubicBezTo>
                        <a:pt x="561" y="1121"/>
                        <a:pt x="235" y="2336"/>
                        <a:pt x="94" y="3573"/>
                      </a:cubicBezTo>
                      <a:cubicBezTo>
                        <a:pt x="24" y="4204"/>
                        <a:pt x="1" y="4834"/>
                        <a:pt x="71" y="5442"/>
                      </a:cubicBezTo>
                      <a:cubicBezTo>
                        <a:pt x="141" y="6072"/>
                        <a:pt x="235" y="6679"/>
                        <a:pt x="468" y="7263"/>
                      </a:cubicBezTo>
                      <a:lnTo>
                        <a:pt x="491" y="7263"/>
                      </a:lnTo>
                      <a:cubicBezTo>
                        <a:pt x="445" y="6656"/>
                        <a:pt x="375" y="6049"/>
                        <a:pt x="351" y="5418"/>
                      </a:cubicBezTo>
                      <a:cubicBezTo>
                        <a:pt x="351" y="4811"/>
                        <a:pt x="305" y="4204"/>
                        <a:pt x="351" y="3597"/>
                      </a:cubicBezTo>
                      <a:cubicBezTo>
                        <a:pt x="421" y="2382"/>
                        <a:pt x="678" y="1168"/>
                        <a:pt x="112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20" name="Google Shape;18620;p62"/>
                <p:cNvSpPr/>
                <p:nvPr/>
              </p:nvSpPr>
              <p:spPr>
                <a:xfrm>
                  <a:off x="5404425" y="2704800"/>
                  <a:ext cx="1052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" h="3784" extrusionOk="0">
                      <a:moveTo>
                        <a:pt x="1" y="1"/>
                      </a:moveTo>
                      <a:cubicBezTo>
                        <a:pt x="47" y="631"/>
                        <a:pt x="94" y="1262"/>
                        <a:pt x="94" y="1892"/>
                      </a:cubicBezTo>
                      <a:cubicBezTo>
                        <a:pt x="117" y="2196"/>
                        <a:pt x="71" y="2523"/>
                        <a:pt x="94" y="2826"/>
                      </a:cubicBezTo>
                      <a:cubicBezTo>
                        <a:pt x="141" y="3153"/>
                        <a:pt x="141" y="3457"/>
                        <a:pt x="211" y="3784"/>
                      </a:cubicBezTo>
                      <a:lnTo>
                        <a:pt x="258" y="3784"/>
                      </a:lnTo>
                      <a:cubicBezTo>
                        <a:pt x="351" y="3457"/>
                        <a:pt x="374" y="3153"/>
                        <a:pt x="398" y="2826"/>
                      </a:cubicBezTo>
                      <a:cubicBezTo>
                        <a:pt x="421" y="2523"/>
                        <a:pt x="374" y="2196"/>
                        <a:pt x="351" y="1869"/>
                      </a:cubicBezTo>
                      <a:cubicBezTo>
                        <a:pt x="281" y="1238"/>
                        <a:pt x="164" y="63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21" name="Google Shape;18621;p62"/>
                <p:cNvSpPr/>
                <p:nvPr/>
              </p:nvSpPr>
              <p:spPr>
                <a:xfrm>
                  <a:off x="5190175" y="2602625"/>
                  <a:ext cx="33875" cy="2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619" extrusionOk="0">
                      <a:moveTo>
                        <a:pt x="0" y="1"/>
                      </a:moveTo>
                      <a:cubicBezTo>
                        <a:pt x="514" y="1379"/>
                        <a:pt x="841" y="2827"/>
                        <a:pt x="958" y="4251"/>
                      </a:cubicBezTo>
                      <a:cubicBezTo>
                        <a:pt x="1028" y="4975"/>
                        <a:pt x="1004" y="5699"/>
                        <a:pt x="1004" y="6423"/>
                      </a:cubicBezTo>
                      <a:cubicBezTo>
                        <a:pt x="1004" y="7147"/>
                        <a:pt x="958" y="7871"/>
                        <a:pt x="911" y="8618"/>
                      </a:cubicBezTo>
                      <a:lnTo>
                        <a:pt x="934" y="8618"/>
                      </a:lnTo>
                      <a:cubicBezTo>
                        <a:pt x="1144" y="7918"/>
                        <a:pt x="1261" y="7170"/>
                        <a:pt x="1308" y="6446"/>
                      </a:cubicBezTo>
                      <a:cubicBezTo>
                        <a:pt x="1355" y="5699"/>
                        <a:pt x="1308" y="4975"/>
                        <a:pt x="1214" y="4228"/>
                      </a:cubicBezTo>
                      <a:cubicBezTo>
                        <a:pt x="1028" y="2780"/>
                        <a:pt x="631" y="1332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22" name="Google Shape;18622;p62"/>
                <p:cNvSpPr/>
                <p:nvPr/>
              </p:nvSpPr>
              <p:spPr>
                <a:xfrm>
                  <a:off x="5125350" y="2670350"/>
                  <a:ext cx="14625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2921" extrusionOk="0">
                      <a:moveTo>
                        <a:pt x="1" y="1"/>
                      </a:moveTo>
                      <a:cubicBezTo>
                        <a:pt x="94" y="491"/>
                        <a:pt x="164" y="982"/>
                        <a:pt x="211" y="1449"/>
                      </a:cubicBezTo>
                      <a:cubicBezTo>
                        <a:pt x="234" y="1706"/>
                        <a:pt x="234" y="1939"/>
                        <a:pt x="281" y="2196"/>
                      </a:cubicBezTo>
                      <a:cubicBezTo>
                        <a:pt x="328" y="2430"/>
                        <a:pt x="374" y="2663"/>
                        <a:pt x="468" y="2920"/>
                      </a:cubicBezTo>
                      <a:lnTo>
                        <a:pt x="491" y="2920"/>
                      </a:lnTo>
                      <a:cubicBezTo>
                        <a:pt x="561" y="2663"/>
                        <a:pt x="561" y="2406"/>
                        <a:pt x="585" y="2149"/>
                      </a:cubicBezTo>
                      <a:cubicBezTo>
                        <a:pt x="561" y="1916"/>
                        <a:pt x="515" y="1659"/>
                        <a:pt x="445" y="1425"/>
                      </a:cubicBezTo>
                      <a:cubicBezTo>
                        <a:pt x="351" y="935"/>
                        <a:pt x="211" y="46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23" name="Google Shape;18623;p62"/>
                <p:cNvSpPr/>
                <p:nvPr/>
              </p:nvSpPr>
              <p:spPr>
                <a:xfrm>
                  <a:off x="5043625" y="2641750"/>
                  <a:ext cx="15775" cy="9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" h="3668" extrusionOk="0">
                      <a:moveTo>
                        <a:pt x="0" y="1"/>
                      </a:moveTo>
                      <a:cubicBezTo>
                        <a:pt x="164" y="608"/>
                        <a:pt x="257" y="1215"/>
                        <a:pt x="281" y="1822"/>
                      </a:cubicBezTo>
                      <a:cubicBezTo>
                        <a:pt x="304" y="2126"/>
                        <a:pt x="281" y="2429"/>
                        <a:pt x="304" y="2733"/>
                      </a:cubicBezTo>
                      <a:cubicBezTo>
                        <a:pt x="351" y="3036"/>
                        <a:pt x="351" y="3340"/>
                        <a:pt x="397" y="3667"/>
                      </a:cubicBezTo>
                      <a:lnTo>
                        <a:pt x="444" y="3667"/>
                      </a:lnTo>
                      <a:cubicBezTo>
                        <a:pt x="561" y="3363"/>
                        <a:pt x="584" y="3036"/>
                        <a:pt x="608" y="2733"/>
                      </a:cubicBezTo>
                      <a:cubicBezTo>
                        <a:pt x="631" y="2429"/>
                        <a:pt x="584" y="2102"/>
                        <a:pt x="537" y="1799"/>
                      </a:cubicBezTo>
                      <a:cubicBezTo>
                        <a:pt x="444" y="1168"/>
                        <a:pt x="257" y="56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24" name="Google Shape;18624;p62"/>
                <p:cNvSpPr/>
                <p:nvPr/>
              </p:nvSpPr>
              <p:spPr>
                <a:xfrm>
                  <a:off x="4840450" y="2532000"/>
                  <a:ext cx="25125" cy="14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5932" extrusionOk="0">
                      <a:moveTo>
                        <a:pt x="24" y="0"/>
                      </a:moveTo>
                      <a:cubicBezTo>
                        <a:pt x="0" y="1004"/>
                        <a:pt x="47" y="2009"/>
                        <a:pt x="187" y="3013"/>
                      </a:cubicBezTo>
                      <a:cubicBezTo>
                        <a:pt x="257" y="3503"/>
                        <a:pt x="327" y="4017"/>
                        <a:pt x="444" y="4507"/>
                      </a:cubicBezTo>
                      <a:cubicBezTo>
                        <a:pt x="608" y="4998"/>
                        <a:pt x="748" y="5488"/>
                        <a:pt x="981" y="5932"/>
                      </a:cubicBezTo>
                      <a:lnTo>
                        <a:pt x="1005" y="5932"/>
                      </a:lnTo>
                      <a:cubicBezTo>
                        <a:pt x="958" y="5418"/>
                        <a:pt x="841" y="4928"/>
                        <a:pt x="748" y="4437"/>
                      </a:cubicBezTo>
                      <a:lnTo>
                        <a:pt x="421" y="2966"/>
                      </a:lnTo>
                      <a:cubicBezTo>
                        <a:pt x="234" y="1985"/>
                        <a:pt x="117" y="1004"/>
                        <a:pt x="4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25" name="Google Shape;18625;p62"/>
                <p:cNvSpPr/>
                <p:nvPr/>
              </p:nvSpPr>
              <p:spPr>
                <a:xfrm>
                  <a:off x="4893000" y="2607900"/>
                  <a:ext cx="21025" cy="10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4157" extrusionOk="0">
                      <a:moveTo>
                        <a:pt x="24" y="0"/>
                      </a:moveTo>
                      <a:lnTo>
                        <a:pt x="0" y="23"/>
                      </a:lnTo>
                      <a:cubicBezTo>
                        <a:pt x="304" y="677"/>
                        <a:pt x="467" y="1355"/>
                        <a:pt x="514" y="2055"/>
                      </a:cubicBezTo>
                      <a:cubicBezTo>
                        <a:pt x="537" y="2405"/>
                        <a:pt x="514" y="2756"/>
                        <a:pt x="491" y="3083"/>
                      </a:cubicBezTo>
                      <a:cubicBezTo>
                        <a:pt x="491" y="3433"/>
                        <a:pt x="444" y="3783"/>
                        <a:pt x="421" y="4134"/>
                      </a:cubicBezTo>
                      <a:lnTo>
                        <a:pt x="444" y="4157"/>
                      </a:lnTo>
                      <a:cubicBezTo>
                        <a:pt x="631" y="3830"/>
                        <a:pt x="724" y="3480"/>
                        <a:pt x="794" y="3129"/>
                      </a:cubicBezTo>
                      <a:cubicBezTo>
                        <a:pt x="841" y="2756"/>
                        <a:pt x="818" y="2382"/>
                        <a:pt x="771" y="2032"/>
                      </a:cubicBezTo>
                      <a:cubicBezTo>
                        <a:pt x="654" y="1308"/>
                        <a:pt x="421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26" name="Google Shape;18626;p62"/>
                <p:cNvSpPr/>
                <p:nvPr/>
              </p:nvSpPr>
              <p:spPr>
                <a:xfrm>
                  <a:off x="4817100" y="2581025"/>
                  <a:ext cx="26300" cy="13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5326" extrusionOk="0">
                      <a:moveTo>
                        <a:pt x="0" y="1"/>
                      </a:moveTo>
                      <a:cubicBezTo>
                        <a:pt x="0" y="912"/>
                        <a:pt x="70" y="1822"/>
                        <a:pt x="210" y="2710"/>
                      </a:cubicBezTo>
                      <a:cubicBezTo>
                        <a:pt x="281" y="3177"/>
                        <a:pt x="351" y="3621"/>
                        <a:pt x="491" y="4064"/>
                      </a:cubicBezTo>
                      <a:cubicBezTo>
                        <a:pt x="631" y="4485"/>
                        <a:pt x="794" y="4928"/>
                        <a:pt x="1028" y="5325"/>
                      </a:cubicBezTo>
                      <a:lnTo>
                        <a:pt x="1051" y="5325"/>
                      </a:lnTo>
                      <a:cubicBezTo>
                        <a:pt x="981" y="4858"/>
                        <a:pt x="864" y="4438"/>
                        <a:pt x="771" y="3994"/>
                      </a:cubicBezTo>
                      <a:cubicBezTo>
                        <a:pt x="678" y="3551"/>
                        <a:pt x="537" y="3107"/>
                        <a:pt x="444" y="2663"/>
                      </a:cubicBezTo>
                      <a:cubicBezTo>
                        <a:pt x="257" y="1799"/>
                        <a:pt x="117" y="88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27" name="Google Shape;18627;p62"/>
                <p:cNvSpPr/>
                <p:nvPr/>
              </p:nvSpPr>
              <p:spPr>
                <a:xfrm>
                  <a:off x="5956725" y="2653425"/>
                  <a:ext cx="115050" cy="6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2" h="26250" extrusionOk="0">
                      <a:moveTo>
                        <a:pt x="4555" y="1"/>
                      </a:moveTo>
                      <a:cubicBezTo>
                        <a:pt x="3083" y="4204"/>
                        <a:pt x="1962" y="8548"/>
                        <a:pt x="1168" y="12938"/>
                      </a:cubicBezTo>
                      <a:cubicBezTo>
                        <a:pt x="771" y="15133"/>
                        <a:pt x="398" y="17329"/>
                        <a:pt x="234" y="19547"/>
                      </a:cubicBezTo>
                      <a:cubicBezTo>
                        <a:pt x="71" y="21789"/>
                        <a:pt x="1" y="24007"/>
                        <a:pt x="118" y="26249"/>
                      </a:cubicBezTo>
                      <a:lnTo>
                        <a:pt x="188" y="26249"/>
                      </a:lnTo>
                      <a:cubicBezTo>
                        <a:pt x="398" y="24031"/>
                        <a:pt x="585" y="21812"/>
                        <a:pt x="842" y="19617"/>
                      </a:cubicBezTo>
                      <a:cubicBezTo>
                        <a:pt x="1075" y="17399"/>
                        <a:pt x="1309" y="15203"/>
                        <a:pt x="1636" y="13008"/>
                      </a:cubicBezTo>
                      <a:cubicBezTo>
                        <a:pt x="2336" y="8618"/>
                        <a:pt x="3317" y="4274"/>
                        <a:pt x="460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28" name="Google Shape;18628;p62"/>
                <p:cNvSpPr/>
                <p:nvPr/>
              </p:nvSpPr>
              <p:spPr>
                <a:xfrm>
                  <a:off x="5938625" y="2676775"/>
                  <a:ext cx="34475" cy="52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20809" extrusionOk="0">
                      <a:moveTo>
                        <a:pt x="1239" y="1"/>
                      </a:moveTo>
                      <a:cubicBezTo>
                        <a:pt x="1145" y="3480"/>
                        <a:pt x="982" y="6937"/>
                        <a:pt x="725" y="10416"/>
                      </a:cubicBezTo>
                      <a:cubicBezTo>
                        <a:pt x="585" y="12144"/>
                        <a:pt x="374" y="13872"/>
                        <a:pt x="258" y="15601"/>
                      </a:cubicBezTo>
                      <a:cubicBezTo>
                        <a:pt x="164" y="17329"/>
                        <a:pt x="24" y="19057"/>
                        <a:pt x="1" y="20808"/>
                      </a:cubicBezTo>
                      <a:lnTo>
                        <a:pt x="48" y="20808"/>
                      </a:lnTo>
                      <a:cubicBezTo>
                        <a:pt x="421" y="19103"/>
                        <a:pt x="655" y="17375"/>
                        <a:pt x="865" y="15647"/>
                      </a:cubicBezTo>
                      <a:cubicBezTo>
                        <a:pt x="1075" y="13919"/>
                        <a:pt x="1122" y="12168"/>
                        <a:pt x="1192" y="10440"/>
                      </a:cubicBezTo>
                      <a:cubicBezTo>
                        <a:pt x="1355" y="6960"/>
                        <a:pt x="1379" y="3480"/>
                        <a:pt x="130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29" name="Google Shape;18629;p62"/>
                <p:cNvSpPr/>
                <p:nvPr/>
              </p:nvSpPr>
              <p:spPr>
                <a:xfrm>
                  <a:off x="5852800" y="2840250"/>
                  <a:ext cx="20475" cy="45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18333" extrusionOk="0">
                      <a:moveTo>
                        <a:pt x="141" y="1"/>
                      </a:moveTo>
                      <a:lnTo>
                        <a:pt x="71" y="24"/>
                      </a:lnTo>
                      <a:cubicBezTo>
                        <a:pt x="281" y="3060"/>
                        <a:pt x="351" y="6119"/>
                        <a:pt x="281" y="9178"/>
                      </a:cubicBezTo>
                      <a:cubicBezTo>
                        <a:pt x="258" y="10696"/>
                        <a:pt x="141" y="12214"/>
                        <a:pt x="94" y="13755"/>
                      </a:cubicBezTo>
                      <a:cubicBezTo>
                        <a:pt x="71" y="15273"/>
                        <a:pt x="1" y="16791"/>
                        <a:pt x="1" y="18333"/>
                      </a:cubicBezTo>
                      <a:lnTo>
                        <a:pt x="71" y="18333"/>
                      </a:lnTo>
                      <a:cubicBezTo>
                        <a:pt x="398" y="16838"/>
                        <a:pt x="561" y="15297"/>
                        <a:pt x="702" y="13779"/>
                      </a:cubicBezTo>
                      <a:cubicBezTo>
                        <a:pt x="818" y="12238"/>
                        <a:pt x="795" y="10720"/>
                        <a:pt x="772" y="9178"/>
                      </a:cubicBezTo>
                      <a:cubicBezTo>
                        <a:pt x="725" y="6119"/>
                        <a:pt x="515" y="3060"/>
                        <a:pt x="1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30" name="Google Shape;18630;p62"/>
                <p:cNvSpPr/>
                <p:nvPr/>
              </p:nvSpPr>
              <p:spPr>
                <a:xfrm>
                  <a:off x="6203700" y="2693125"/>
                  <a:ext cx="44975" cy="49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19991" extrusionOk="0">
                      <a:moveTo>
                        <a:pt x="1728" y="1"/>
                      </a:moveTo>
                      <a:cubicBezTo>
                        <a:pt x="981" y="3270"/>
                        <a:pt x="467" y="6586"/>
                        <a:pt x="234" y="9949"/>
                      </a:cubicBezTo>
                      <a:cubicBezTo>
                        <a:pt x="94" y="11630"/>
                        <a:pt x="0" y="13312"/>
                        <a:pt x="70" y="14970"/>
                      </a:cubicBezTo>
                      <a:cubicBezTo>
                        <a:pt x="164" y="16651"/>
                        <a:pt x="304" y="18333"/>
                        <a:pt x="607" y="19991"/>
                      </a:cubicBezTo>
                      <a:lnTo>
                        <a:pt x="677" y="19991"/>
                      </a:lnTo>
                      <a:cubicBezTo>
                        <a:pt x="701" y="18309"/>
                        <a:pt x="654" y="16628"/>
                        <a:pt x="677" y="14970"/>
                      </a:cubicBezTo>
                      <a:cubicBezTo>
                        <a:pt x="701" y="13312"/>
                        <a:pt x="654" y="11630"/>
                        <a:pt x="724" y="9972"/>
                      </a:cubicBezTo>
                      <a:cubicBezTo>
                        <a:pt x="841" y="6633"/>
                        <a:pt x="1215" y="3317"/>
                        <a:pt x="1798" y="24"/>
                      </a:cubicBezTo>
                      <a:lnTo>
                        <a:pt x="172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31" name="Google Shape;18631;p62"/>
                <p:cNvSpPr/>
                <p:nvPr/>
              </p:nvSpPr>
              <p:spPr>
                <a:xfrm>
                  <a:off x="6173325" y="2718825"/>
                  <a:ext cx="28050" cy="39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15647" extrusionOk="0">
                      <a:moveTo>
                        <a:pt x="1" y="0"/>
                      </a:moveTo>
                      <a:cubicBezTo>
                        <a:pt x="211" y="2616"/>
                        <a:pt x="351" y="5231"/>
                        <a:pt x="445" y="7823"/>
                      </a:cubicBezTo>
                      <a:cubicBezTo>
                        <a:pt x="468" y="9131"/>
                        <a:pt x="445" y="10439"/>
                        <a:pt x="515" y="11747"/>
                      </a:cubicBezTo>
                      <a:cubicBezTo>
                        <a:pt x="608" y="13054"/>
                        <a:pt x="655" y="14339"/>
                        <a:pt x="818" y="15647"/>
                      </a:cubicBezTo>
                      <a:lnTo>
                        <a:pt x="865" y="15647"/>
                      </a:lnTo>
                      <a:cubicBezTo>
                        <a:pt x="1052" y="14362"/>
                        <a:pt x="1098" y="13031"/>
                        <a:pt x="1122" y="11723"/>
                      </a:cubicBezTo>
                      <a:cubicBezTo>
                        <a:pt x="1122" y="10416"/>
                        <a:pt x="1028" y="9108"/>
                        <a:pt x="912" y="7800"/>
                      </a:cubicBezTo>
                      <a:cubicBezTo>
                        <a:pt x="725" y="5185"/>
                        <a:pt x="445" y="2592"/>
                        <a:pt x="7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32" name="Google Shape;18632;p62"/>
                <p:cNvSpPr/>
                <p:nvPr/>
              </p:nvSpPr>
              <p:spPr>
                <a:xfrm>
                  <a:off x="6635150" y="2544850"/>
                  <a:ext cx="56075" cy="66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" h="26553" extrusionOk="0">
                      <a:moveTo>
                        <a:pt x="2195" y="0"/>
                      </a:moveTo>
                      <a:cubicBezTo>
                        <a:pt x="1215" y="4344"/>
                        <a:pt x="561" y="8757"/>
                        <a:pt x="257" y="13218"/>
                      </a:cubicBezTo>
                      <a:cubicBezTo>
                        <a:pt x="94" y="15436"/>
                        <a:pt x="0" y="17678"/>
                        <a:pt x="70" y="19897"/>
                      </a:cubicBezTo>
                      <a:cubicBezTo>
                        <a:pt x="164" y="22139"/>
                        <a:pt x="327" y="24357"/>
                        <a:pt x="701" y="26552"/>
                      </a:cubicBezTo>
                      <a:lnTo>
                        <a:pt x="771" y="26552"/>
                      </a:lnTo>
                      <a:cubicBezTo>
                        <a:pt x="724" y="24334"/>
                        <a:pt x="654" y="22115"/>
                        <a:pt x="677" y="19897"/>
                      </a:cubicBezTo>
                      <a:cubicBezTo>
                        <a:pt x="677" y="17678"/>
                        <a:pt x="654" y="15460"/>
                        <a:pt x="748" y="13241"/>
                      </a:cubicBezTo>
                      <a:cubicBezTo>
                        <a:pt x="934" y="8804"/>
                        <a:pt x="1448" y="4390"/>
                        <a:pt x="224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33" name="Google Shape;18633;p62"/>
                <p:cNvSpPr/>
                <p:nvPr/>
              </p:nvSpPr>
              <p:spPr>
                <a:xfrm>
                  <a:off x="6591950" y="2578700"/>
                  <a:ext cx="34450" cy="52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8" h="20808" extrusionOk="0">
                      <a:moveTo>
                        <a:pt x="0" y="0"/>
                      </a:moveTo>
                      <a:cubicBezTo>
                        <a:pt x="304" y="3457"/>
                        <a:pt x="514" y="6936"/>
                        <a:pt x="654" y="10393"/>
                      </a:cubicBezTo>
                      <a:cubicBezTo>
                        <a:pt x="701" y="12144"/>
                        <a:pt x="701" y="13872"/>
                        <a:pt x="771" y="15600"/>
                      </a:cubicBezTo>
                      <a:cubicBezTo>
                        <a:pt x="864" y="17328"/>
                        <a:pt x="911" y="19080"/>
                        <a:pt x="1074" y="20808"/>
                      </a:cubicBezTo>
                      <a:lnTo>
                        <a:pt x="1144" y="20808"/>
                      </a:lnTo>
                      <a:cubicBezTo>
                        <a:pt x="1331" y="19080"/>
                        <a:pt x="1355" y="17328"/>
                        <a:pt x="1378" y="15600"/>
                      </a:cubicBezTo>
                      <a:cubicBezTo>
                        <a:pt x="1378" y="13849"/>
                        <a:pt x="1238" y="12121"/>
                        <a:pt x="1121" y="10369"/>
                      </a:cubicBezTo>
                      <a:cubicBezTo>
                        <a:pt x="888" y="6913"/>
                        <a:pt x="537" y="3433"/>
                        <a:pt x="7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34" name="Google Shape;18634;p62"/>
                <p:cNvSpPr/>
                <p:nvPr/>
              </p:nvSpPr>
              <p:spPr>
                <a:xfrm>
                  <a:off x="6495600" y="2753275"/>
                  <a:ext cx="61925" cy="45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7" h="18239" extrusionOk="0">
                      <a:moveTo>
                        <a:pt x="118" y="0"/>
                      </a:moveTo>
                      <a:lnTo>
                        <a:pt x="1" y="23"/>
                      </a:lnTo>
                      <a:cubicBezTo>
                        <a:pt x="211" y="1541"/>
                        <a:pt x="421" y="3059"/>
                        <a:pt x="585" y="4577"/>
                      </a:cubicBezTo>
                      <a:cubicBezTo>
                        <a:pt x="771" y="6095"/>
                        <a:pt x="912" y="7613"/>
                        <a:pt x="1005" y="9131"/>
                      </a:cubicBezTo>
                      <a:cubicBezTo>
                        <a:pt x="1122" y="10649"/>
                        <a:pt x="1075" y="12167"/>
                        <a:pt x="1262" y="13685"/>
                      </a:cubicBezTo>
                      <a:cubicBezTo>
                        <a:pt x="1425" y="15203"/>
                        <a:pt x="1612" y="16721"/>
                        <a:pt x="1962" y="18239"/>
                      </a:cubicBezTo>
                      <a:lnTo>
                        <a:pt x="2079" y="18239"/>
                      </a:lnTo>
                      <a:cubicBezTo>
                        <a:pt x="2406" y="16697"/>
                        <a:pt x="2476" y="15156"/>
                        <a:pt x="2476" y="13615"/>
                      </a:cubicBezTo>
                      <a:cubicBezTo>
                        <a:pt x="2476" y="12073"/>
                        <a:pt x="2196" y="10556"/>
                        <a:pt x="1962" y="9038"/>
                      </a:cubicBezTo>
                      <a:cubicBezTo>
                        <a:pt x="1752" y="7520"/>
                        <a:pt x="1495" y="6002"/>
                        <a:pt x="1192" y="4484"/>
                      </a:cubicBezTo>
                      <a:cubicBezTo>
                        <a:pt x="865" y="2989"/>
                        <a:pt x="538" y="1471"/>
                        <a:pt x="1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35" name="Google Shape;18635;p62"/>
                <p:cNvSpPr/>
                <p:nvPr/>
              </p:nvSpPr>
              <p:spPr>
                <a:xfrm>
                  <a:off x="5622200" y="2419900"/>
                  <a:ext cx="47900" cy="22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6" h="9155" extrusionOk="0">
                      <a:moveTo>
                        <a:pt x="1869" y="1"/>
                      </a:moveTo>
                      <a:cubicBezTo>
                        <a:pt x="1121" y="1378"/>
                        <a:pt x="561" y="2896"/>
                        <a:pt x="257" y="4438"/>
                      </a:cubicBezTo>
                      <a:cubicBezTo>
                        <a:pt x="117" y="5208"/>
                        <a:pt x="0" y="6002"/>
                        <a:pt x="24" y="6796"/>
                      </a:cubicBezTo>
                      <a:cubicBezTo>
                        <a:pt x="24" y="7590"/>
                        <a:pt x="94" y="8384"/>
                        <a:pt x="304" y="9155"/>
                      </a:cubicBezTo>
                      <a:lnTo>
                        <a:pt x="327" y="9155"/>
                      </a:lnTo>
                      <a:cubicBezTo>
                        <a:pt x="304" y="8361"/>
                        <a:pt x="281" y="7590"/>
                        <a:pt x="304" y="6796"/>
                      </a:cubicBezTo>
                      <a:cubicBezTo>
                        <a:pt x="351" y="6026"/>
                        <a:pt x="397" y="5255"/>
                        <a:pt x="514" y="4484"/>
                      </a:cubicBezTo>
                      <a:cubicBezTo>
                        <a:pt x="748" y="2943"/>
                        <a:pt x="1215" y="1448"/>
                        <a:pt x="1915" y="24"/>
                      </a:cubicBezTo>
                      <a:lnTo>
                        <a:pt x="186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36" name="Google Shape;18636;p62"/>
                <p:cNvSpPr/>
                <p:nvPr/>
              </p:nvSpPr>
              <p:spPr>
                <a:xfrm>
                  <a:off x="5650800" y="2501050"/>
                  <a:ext cx="36225" cy="18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9" h="7264" extrusionOk="0">
                      <a:moveTo>
                        <a:pt x="1402" y="1"/>
                      </a:moveTo>
                      <a:cubicBezTo>
                        <a:pt x="1308" y="1215"/>
                        <a:pt x="1122" y="2453"/>
                        <a:pt x="865" y="3644"/>
                      </a:cubicBezTo>
                      <a:cubicBezTo>
                        <a:pt x="725" y="4251"/>
                        <a:pt x="561" y="4835"/>
                        <a:pt x="421" y="5442"/>
                      </a:cubicBezTo>
                      <a:cubicBezTo>
                        <a:pt x="281" y="6049"/>
                        <a:pt x="117" y="6633"/>
                        <a:pt x="1" y="7240"/>
                      </a:cubicBezTo>
                      <a:lnTo>
                        <a:pt x="24" y="7263"/>
                      </a:lnTo>
                      <a:cubicBezTo>
                        <a:pt x="304" y="6703"/>
                        <a:pt x="514" y="6119"/>
                        <a:pt x="701" y="5512"/>
                      </a:cubicBezTo>
                      <a:cubicBezTo>
                        <a:pt x="888" y="4928"/>
                        <a:pt x="1005" y="4297"/>
                        <a:pt x="1098" y="3690"/>
                      </a:cubicBezTo>
                      <a:cubicBezTo>
                        <a:pt x="1308" y="2476"/>
                        <a:pt x="1425" y="1238"/>
                        <a:pt x="144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37" name="Google Shape;18637;p62"/>
                <p:cNvSpPr/>
                <p:nvPr/>
              </p:nvSpPr>
              <p:spPr>
                <a:xfrm>
                  <a:off x="5564400" y="2464850"/>
                  <a:ext cx="15200" cy="22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9179" extrusionOk="0">
                      <a:moveTo>
                        <a:pt x="0" y="1"/>
                      </a:moveTo>
                      <a:cubicBezTo>
                        <a:pt x="164" y="1519"/>
                        <a:pt x="257" y="3060"/>
                        <a:pt x="281" y="4578"/>
                      </a:cubicBezTo>
                      <a:lnTo>
                        <a:pt x="257" y="6866"/>
                      </a:lnTo>
                      <a:cubicBezTo>
                        <a:pt x="257" y="7637"/>
                        <a:pt x="257" y="8408"/>
                        <a:pt x="281" y="9178"/>
                      </a:cubicBezTo>
                      <a:lnTo>
                        <a:pt x="304" y="9178"/>
                      </a:lnTo>
                      <a:cubicBezTo>
                        <a:pt x="467" y="8408"/>
                        <a:pt x="514" y="7637"/>
                        <a:pt x="561" y="6890"/>
                      </a:cubicBezTo>
                      <a:cubicBezTo>
                        <a:pt x="608" y="6119"/>
                        <a:pt x="561" y="5348"/>
                        <a:pt x="514" y="4578"/>
                      </a:cubicBezTo>
                      <a:cubicBezTo>
                        <a:pt x="444" y="3037"/>
                        <a:pt x="281" y="1519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38" name="Google Shape;18638;p62"/>
                <p:cNvSpPr/>
                <p:nvPr/>
              </p:nvSpPr>
              <p:spPr>
                <a:xfrm>
                  <a:off x="6825475" y="2476525"/>
                  <a:ext cx="57225" cy="26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9" h="10767" extrusionOk="0">
                      <a:moveTo>
                        <a:pt x="2266" y="1"/>
                      </a:moveTo>
                      <a:cubicBezTo>
                        <a:pt x="1518" y="1706"/>
                        <a:pt x="935" y="3457"/>
                        <a:pt x="538" y="5255"/>
                      </a:cubicBezTo>
                      <a:cubicBezTo>
                        <a:pt x="351" y="6166"/>
                        <a:pt x="164" y="7077"/>
                        <a:pt x="94" y="7987"/>
                      </a:cubicBezTo>
                      <a:cubicBezTo>
                        <a:pt x="24" y="8922"/>
                        <a:pt x="0" y="9856"/>
                        <a:pt x="70" y="10766"/>
                      </a:cubicBezTo>
                      <a:lnTo>
                        <a:pt x="117" y="10766"/>
                      </a:lnTo>
                      <a:cubicBezTo>
                        <a:pt x="211" y="9856"/>
                        <a:pt x="281" y="8945"/>
                        <a:pt x="397" y="8034"/>
                      </a:cubicBezTo>
                      <a:cubicBezTo>
                        <a:pt x="514" y="7123"/>
                        <a:pt x="608" y="6213"/>
                        <a:pt x="794" y="5302"/>
                      </a:cubicBezTo>
                      <a:cubicBezTo>
                        <a:pt x="1121" y="3504"/>
                        <a:pt x="1635" y="1729"/>
                        <a:pt x="2289" y="24"/>
                      </a:cubicBezTo>
                      <a:lnTo>
                        <a:pt x="2266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39" name="Google Shape;18639;p62"/>
                <p:cNvSpPr/>
                <p:nvPr/>
              </p:nvSpPr>
              <p:spPr>
                <a:xfrm>
                  <a:off x="6814975" y="2485875"/>
                  <a:ext cx="15200" cy="21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8525" extrusionOk="0">
                      <a:moveTo>
                        <a:pt x="490" y="0"/>
                      </a:moveTo>
                      <a:cubicBezTo>
                        <a:pt x="467" y="1425"/>
                        <a:pt x="420" y="2849"/>
                        <a:pt x="304" y="4274"/>
                      </a:cubicBezTo>
                      <a:cubicBezTo>
                        <a:pt x="234" y="4975"/>
                        <a:pt x="164" y="5675"/>
                        <a:pt x="117" y="6399"/>
                      </a:cubicBezTo>
                      <a:cubicBezTo>
                        <a:pt x="70" y="7100"/>
                        <a:pt x="0" y="7800"/>
                        <a:pt x="0" y="8524"/>
                      </a:cubicBezTo>
                      <a:lnTo>
                        <a:pt x="23" y="8524"/>
                      </a:lnTo>
                      <a:cubicBezTo>
                        <a:pt x="210" y="7847"/>
                        <a:pt x="304" y="7123"/>
                        <a:pt x="397" y="6422"/>
                      </a:cubicBezTo>
                      <a:cubicBezTo>
                        <a:pt x="490" y="5698"/>
                        <a:pt x="514" y="4998"/>
                        <a:pt x="537" y="4274"/>
                      </a:cubicBezTo>
                      <a:cubicBezTo>
                        <a:pt x="607" y="2849"/>
                        <a:pt x="584" y="1425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40" name="Google Shape;18640;p62"/>
                <p:cNvSpPr/>
                <p:nvPr/>
              </p:nvSpPr>
              <p:spPr>
                <a:xfrm>
                  <a:off x="6765925" y="2551850"/>
                  <a:ext cx="12275" cy="18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1" h="7544" extrusionOk="0">
                      <a:moveTo>
                        <a:pt x="0" y="0"/>
                      </a:moveTo>
                      <a:cubicBezTo>
                        <a:pt x="140" y="1261"/>
                        <a:pt x="211" y="2522"/>
                        <a:pt x="187" y="3760"/>
                      </a:cubicBezTo>
                      <a:cubicBezTo>
                        <a:pt x="187" y="4391"/>
                        <a:pt x="140" y="5021"/>
                        <a:pt x="140" y="5652"/>
                      </a:cubicBezTo>
                      <a:cubicBezTo>
                        <a:pt x="140" y="6282"/>
                        <a:pt x="94" y="6889"/>
                        <a:pt x="117" y="7543"/>
                      </a:cubicBezTo>
                      <a:lnTo>
                        <a:pt x="140" y="7543"/>
                      </a:lnTo>
                      <a:cubicBezTo>
                        <a:pt x="304" y="6913"/>
                        <a:pt x="374" y="6282"/>
                        <a:pt x="444" y="5652"/>
                      </a:cubicBezTo>
                      <a:cubicBezTo>
                        <a:pt x="491" y="5021"/>
                        <a:pt x="467" y="4391"/>
                        <a:pt x="444" y="3760"/>
                      </a:cubicBezTo>
                      <a:cubicBezTo>
                        <a:pt x="397" y="2499"/>
                        <a:pt x="257" y="123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41" name="Google Shape;18641;p62"/>
                <p:cNvSpPr/>
                <p:nvPr/>
              </p:nvSpPr>
              <p:spPr>
                <a:xfrm>
                  <a:off x="6869250" y="2550100"/>
                  <a:ext cx="14625" cy="18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7544" extrusionOk="0">
                      <a:moveTo>
                        <a:pt x="351" y="0"/>
                      </a:moveTo>
                      <a:lnTo>
                        <a:pt x="328" y="24"/>
                      </a:lnTo>
                      <a:cubicBezTo>
                        <a:pt x="398" y="1261"/>
                        <a:pt x="398" y="2522"/>
                        <a:pt x="304" y="3783"/>
                      </a:cubicBezTo>
                      <a:cubicBezTo>
                        <a:pt x="258" y="4414"/>
                        <a:pt x="188" y="5021"/>
                        <a:pt x="141" y="5652"/>
                      </a:cubicBezTo>
                      <a:cubicBezTo>
                        <a:pt x="94" y="6282"/>
                        <a:pt x="24" y="6889"/>
                        <a:pt x="1" y="7543"/>
                      </a:cubicBezTo>
                      <a:lnTo>
                        <a:pt x="24" y="7543"/>
                      </a:lnTo>
                      <a:cubicBezTo>
                        <a:pt x="234" y="6936"/>
                        <a:pt x="328" y="6305"/>
                        <a:pt x="421" y="5675"/>
                      </a:cubicBezTo>
                      <a:cubicBezTo>
                        <a:pt x="515" y="5068"/>
                        <a:pt x="538" y="4414"/>
                        <a:pt x="538" y="3783"/>
                      </a:cubicBezTo>
                      <a:cubicBezTo>
                        <a:pt x="585" y="2522"/>
                        <a:pt x="515" y="1261"/>
                        <a:pt x="35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42" name="Google Shape;18642;p62"/>
                <p:cNvSpPr/>
                <p:nvPr/>
              </p:nvSpPr>
              <p:spPr>
                <a:xfrm>
                  <a:off x="5811350" y="2335250"/>
                  <a:ext cx="12875" cy="16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6680" extrusionOk="0">
                      <a:moveTo>
                        <a:pt x="491" y="0"/>
                      </a:moveTo>
                      <a:cubicBezTo>
                        <a:pt x="234" y="1098"/>
                        <a:pt x="94" y="2196"/>
                        <a:pt x="48" y="3316"/>
                      </a:cubicBezTo>
                      <a:cubicBezTo>
                        <a:pt x="1" y="4461"/>
                        <a:pt x="94" y="5582"/>
                        <a:pt x="374" y="6679"/>
                      </a:cubicBezTo>
                      <a:lnTo>
                        <a:pt x="398" y="6679"/>
                      </a:lnTo>
                      <a:cubicBezTo>
                        <a:pt x="258" y="5558"/>
                        <a:pt x="188" y="4437"/>
                        <a:pt x="164" y="3340"/>
                      </a:cubicBezTo>
                      <a:cubicBezTo>
                        <a:pt x="188" y="2219"/>
                        <a:pt x="304" y="1098"/>
                        <a:pt x="5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43" name="Google Shape;18643;p62"/>
                <p:cNvSpPr/>
                <p:nvPr/>
              </p:nvSpPr>
              <p:spPr>
                <a:xfrm>
                  <a:off x="5791500" y="2346350"/>
                  <a:ext cx="17550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5162" extrusionOk="0">
                      <a:moveTo>
                        <a:pt x="1" y="0"/>
                      </a:moveTo>
                      <a:cubicBezTo>
                        <a:pt x="164" y="864"/>
                        <a:pt x="281" y="1705"/>
                        <a:pt x="374" y="2569"/>
                      </a:cubicBezTo>
                      <a:cubicBezTo>
                        <a:pt x="468" y="3433"/>
                        <a:pt x="538" y="4297"/>
                        <a:pt x="655" y="5161"/>
                      </a:cubicBezTo>
                      <a:lnTo>
                        <a:pt x="678" y="5161"/>
                      </a:lnTo>
                      <a:cubicBezTo>
                        <a:pt x="701" y="4297"/>
                        <a:pt x="631" y="3433"/>
                        <a:pt x="491" y="2569"/>
                      </a:cubicBezTo>
                      <a:cubicBezTo>
                        <a:pt x="374" y="1705"/>
                        <a:pt x="211" y="84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44" name="Google Shape;18644;p62"/>
                <p:cNvSpPr/>
                <p:nvPr/>
              </p:nvSpPr>
              <p:spPr>
                <a:xfrm>
                  <a:off x="5762900" y="2390700"/>
                  <a:ext cx="21050" cy="11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4532" extrusionOk="0">
                      <a:moveTo>
                        <a:pt x="1" y="1"/>
                      </a:moveTo>
                      <a:lnTo>
                        <a:pt x="1" y="24"/>
                      </a:lnTo>
                      <a:cubicBezTo>
                        <a:pt x="211" y="748"/>
                        <a:pt x="374" y="1495"/>
                        <a:pt x="491" y="2266"/>
                      </a:cubicBezTo>
                      <a:lnTo>
                        <a:pt x="795" y="4531"/>
                      </a:lnTo>
                      <a:cubicBezTo>
                        <a:pt x="841" y="3761"/>
                        <a:pt x="771" y="2990"/>
                        <a:pt x="608" y="2243"/>
                      </a:cubicBezTo>
                      <a:cubicBezTo>
                        <a:pt x="468" y="1495"/>
                        <a:pt x="257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45" name="Google Shape;18645;p62"/>
                <p:cNvSpPr/>
                <p:nvPr/>
              </p:nvSpPr>
              <p:spPr>
                <a:xfrm>
                  <a:off x="5828875" y="2379625"/>
                  <a:ext cx="18125" cy="11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54" extrusionOk="0">
                      <a:moveTo>
                        <a:pt x="0" y="0"/>
                      </a:moveTo>
                      <a:cubicBezTo>
                        <a:pt x="187" y="747"/>
                        <a:pt x="327" y="1495"/>
                        <a:pt x="421" y="2265"/>
                      </a:cubicBezTo>
                      <a:lnTo>
                        <a:pt x="631" y="4554"/>
                      </a:lnTo>
                      <a:lnTo>
                        <a:pt x="654" y="4554"/>
                      </a:lnTo>
                      <a:cubicBezTo>
                        <a:pt x="724" y="3783"/>
                        <a:pt x="678" y="3013"/>
                        <a:pt x="538" y="2242"/>
                      </a:cubicBezTo>
                      <a:cubicBezTo>
                        <a:pt x="421" y="1495"/>
                        <a:pt x="234" y="74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46" name="Google Shape;18646;p62"/>
                <p:cNvSpPr/>
                <p:nvPr/>
              </p:nvSpPr>
              <p:spPr>
                <a:xfrm>
                  <a:off x="5887850" y="2606150"/>
                  <a:ext cx="12850" cy="16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" h="6680" extrusionOk="0">
                      <a:moveTo>
                        <a:pt x="491" y="0"/>
                      </a:moveTo>
                      <a:cubicBezTo>
                        <a:pt x="234" y="1098"/>
                        <a:pt x="94" y="2219"/>
                        <a:pt x="47" y="3340"/>
                      </a:cubicBezTo>
                      <a:cubicBezTo>
                        <a:pt x="0" y="4460"/>
                        <a:pt x="94" y="5605"/>
                        <a:pt x="374" y="6679"/>
                      </a:cubicBezTo>
                      <a:lnTo>
                        <a:pt x="397" y="6679"/>
                      </a:lnTo>
                      <a:cubicBezTo>
                        <a:pt x="280" y="5558"/>
                        <a:pt x="187" y="4460"/>
                        <a:pt x="187" y="3340"/>
                      </a:cubicBezTo>
                      <a:cubicBezTo>
                        <a:pt x="187" y="2219"/>
                        <a:pt x="304" y="1121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47" name="Google Shape;18647;p62"/>
                <p:cNvSpPr/>
                <p:nvPr/>
              </p:nvSpPr>
              <p:spPr>
                <a:xfrm>
                  <a:off x="5868000" y="2617225"/>
                  <a:ext cx="17525" cy="12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86" extrusionOk="0">
                      <a:moveTo>
                        <a:pt x="0" y="1"/>
                      </a:moveTo>
                      <a:cubicBezTo>
                        <a:pt x="164" y="865"/>
                        <a:pt x="280" y="1729"/>
                        <a:pt x="374" y="2593"/>
                      </a:cubicBezTo>
                      <a:cubicBezTo>
                        <a:pt x="467" y="3457"/>
                        <a:pt x="537" y="4321"/>
                        <a:pt x="654" y="5185"/>
                      </a:cubicBezTo>
                      <a:lnTo>
                        <a:pt x="677" y="5185"/>
                      </a:lnTo>
                      <a:cubicBezTo>
                        <a:pt x="701" y="4298"/>
                        <a:pt x="631" y="3434"/>
                        <a:pt x="491" y="2570"/>
                      </a:cubicBezTo>
                      <a:cubicBezTo>
                        <a:pt x="374" y="1706"/>
                        <a:pt x="210" y="865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48" name="Google Shape;18648;p62"/>
                <p:cNvSpPr/>
                <p:nvPr/>
              </p:nvSpPr>
              <p:spPr>
                <a:xfrm>
                  <a:off x="5905350" y="2651100"/>
                  <a:ext cx="18125" cy="11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31" extrusionOk="0">
                      <a:moveTo>
                        <a:pt x="1" y="0"/>
                      </a:moveTo>
                      <a:cubicBezTo>
                        <a:pt x="188" y="748"/>
                        <a:pt x="328" y="1495"/>
                        <a:pt x="421" y="2265"/>
                      </a:cubicBezTo>
                      <a:lnTo>
                        <a:pt x="631" y="4531"/>
                      </a:lnTo>
                      <a:lnTo>
                        <a:pt x="655" y="4531"/>
                      </a:lnTo>
                      <a:cubicBezTo>
                        <a:pt x="725" y="3783"/>
                        <a:pt x="678" y="2989"/>
                        <a:pt x="538" y="2242"/>
                      </a:cubicBezTo>
                      <a:cubicBezTo>
                        <a:pt x="421" y="1471"/>
                        <a:pt x="234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49" name="Google Shape;18649;p62"/>
                <p:cNvSpPr/>
                <p:nvPr/>
              </p:nvSpPr>
              <p:spPr>
                <a:xfrm>
                  <a:off x="6327475" y="2243575"/>
                  <a:ext cx="18125" cy="1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5489" extrusionOk="0">
                      <a:moveTo>
                        <a:pt x="724" y="1"/>
                      </a:moveTo>
                      <a:cubicBezTo>
                        <a:pt x="420" y="888"/>
                        <a:pt x="234" y="1799"/>
                        <a:pt x="117" y="2710"/>
                      </a:cubicBezTo>
                      <a:cubicBezTo>
                        <a:pt x="0" y="3644"/>
                        <a:pt x="0" y="4578"/>
                        <a:pt x="164" y="5489"/>
                      </a:cubicBezTo>
                      <a:lnTo>
                        <a:pt x="187" y="5489"/>
                      </a:lnTo>
                      <a:cubicBezTo>
                        <a:pt x="164" y="4578"/>
                        <a:pt x="187" y="3644"/>
                        <a:pt x="234" y="2733"/>
                      </a:cubicBezTo>
                      <a:cubicBezTo>
                        <a:pt x="327" y="1822"/>
                        <a:pt x="491" y="912"/>
                        <a:pt x="7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50" name="Google Shape;18650;p62"/>
                <p:cNvSpPr/>
                <p:nvPr/>
              </p:nvSpPr>
              <p:spPr>
                <a:xfrm>
                  <a:off x="6318125" y="2250600"/>
                  <a:ext cx="7625" cy="10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298" extrusionOk="0">
                      <a:moveTo>
                        <a:pt x="0" y="0"/>
                      </a:moveTo>
                      <a:cubicBezTo>
                        <a:pt x="71" y="724"/>
                        <a:pt x="117" y="1448"/>
                        <a:pt x="141" y="2149"/>
                      </a:cubicBezTo>
                      <a:cubicBezTo>
                        <a:pt x="141" y="2873"/>
                        <a:pt x="141" y="3597"/>
                        <a:pt x="187" y="4297"/>
                      </a:cubicBezTo>
                      <a:lnTo>
                        <a:pt x="211" y="4297"/>
                      </a:lnTo>
                      <a:cubicBezTo>
                        <a:pt x="304" y="3597"/>
                        <a:pt x="304" y="2873"/>
                        <a:pt x="257" y="2149"/>
                      </a:cubicBezTo>
                      <a:cubicBezTo>
                        <a:pt x="211" y="1425"/>
                        <a:pt x="141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51" name="Google Shape;18651;p62"/>
                <p:cNvSpPr/>
                <p:nvPr/>
              </p:nvSpPr>
              <p:spPr>
                <a:xfrm>
                  <a:off x="6346725" y="2280950"/>
                  <a:ext cx="93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" h="3784" extrusionOk="0">
                      <a:moveTo>
                        <a:pt x="1" y="1"/>
                      </a:moveTo>
                      <a:cubicBezTo>
                        <a:pt x="94" y="631"/>
                        <a:pt x="164" y="1262"/>
                        <a:pt x="188" y="1892"/>
                      </a:cubicBezTo>
                      <a:cubicBezTo>
                        <a:pt x="188" y="2523"/>
                        <a:pt x="188" y="3130"/>
                        <a:pt x="211" y="3784"/>
                      </a:cubicBezTo>
                      <a:lnTo>
                        <a:pt x="234" y="3784"/>
                      </a:lnTo>
                      <a:cubicBezTo>
                        <a:pt x="351" y="3153"/>
                        <a:pt x="374" y="2499"/>
                        <a:pt x="304" y="1869"/>
                      </a:cubicBezTo>
                      <a:cubicBezTo>
                        <a:pt x="258" y="1238"/>
                        <a:pt x="164" y="60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52" name="Google Shape;18652;p62"/>
                <p:cNvSpPr/>
                <p:nvPr/>
              </p:nvSpPr>
              <p:spPr>
                <a:xfrm>
                  <a:off x="6283100" y="2276875"/>
                  <a:ext cx="87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3784" extrusionOk="0">
                      <a:moveTo>
                        <a:pt x="0" y="0"/>
                      </a:moveTo>
                      <a:cubicBezTo>
                        <a:pt x="94" y="631"/>
                        <a:pt x="164" y="1261"/>
                        <a:pt x="187" y="1892"/>
                      </a:cubicBezTo>
                      <a:cubicBezTo>
                        <a:pt x="187" y="2522"/>
                        <a:pt x="187" y="3153"/>
                        <a:pt x="210" y="3783"/>
                      </a:cubicBezTo>
                      <a:lnTo>
                        <a:pt x="234" y="3783"/>
                      </a:lnTo>
                      <a:cubicBezTo>
                        <a:pt x="351" y="3153"/>
                        <a:pt x="351" y="2522"/>
                        <a:pt x="304" y="1868"/>
                      </a:cubicBezTo>
                      <a:cubicBezTo>
                        <a:pt x="257" y="1238"/>
                        <a:pt x="164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53" name="Google Shape;18653;p62"/>
                <p:cNvSpPr/>
                <p:nvPr/>
              </p:nvSpPr>
              <p:spPr>
                <a:xfrm>
                  <a:off x="2408800" y="2876450"/>
                  <a:ext cx="28050" cy="1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5489" extrusionOk="0">
                      <a:moveTo>
                        <a:pt x="1098" y="0"/>
                      </a:moveTo>
                      <a:cubicBezTo>
                        <a:pt x="654" y="841"/>
                        <a:pt x="327" y="1729"/>
                        <a:pt x="164" y="2686"/>
                      </a:cubicBezTo>
                      <a:cubicBezTo>
                        <a:pt x="0" y="3620"/>
                        <a:pt x="70" y="4578"/>
                        <a:pt x="374" y="5488"/>
                      </a:cubicBezTo>
                      <a:cubicBezTo>
                        <a:pt x="234" y="4554"/>
                        <a:pt x="187" y="3620"/>
                        <a:pt x="304" y="2686"/>
                      </a:cubicBezTo>
                      <a:cubicBezTo>
                        <a:pt x="421" y="1775"/>
                        <a:pt x="701" y="865"/>
                        <a:pt x="1121" y="24"/>
                      </a:cubicBezTo>
                      <a:lnTo>
                        <a:pt x="1098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54" name="Google Shape;18654;p62"/>
                <p:cNvSpPr/>
                <p:nvPr/>
              </p:nvSpPr>
              <p:spPr>
                <a:xfrm>
                  <a:off x="2384850" y="2882300"/>
                  <a:ext cx="17550" cy="10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4321" extrusionOk="0">
                      <a:moveTo>
                        <a:pt x="1" y="0"/>
                      </a:moveTo>
                      <a:cubicBezTo>
                        <a:pt x="188" y="701"/>
                        <a:pt x="328" y="1425"/>
                        <a:pt x="421" y="2148"/>
                      </a:cubicBezTo>
                      <a:cubicBezTo>
                        <a:pt x="491" y="2872"/>
                        <a:pt x="538" y="3596"/>
                        <a:pt x="608" y="4320"/>
                      </a:cubicBezTo>
                      <a:cubicBezTo>
                        <a:pt x="701" y="3596"/>
                        <a:pt x="655" y="2849"/>
                        <a:pt x="538" y="2125"/>
                      </a:cubicBezTo>
                      <a:cubicBezTo>
                        <a:pt x="421" y="1401"/>
                        <a:pt x="234" y="70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55" name="Google Shape;18655;p62"/>
                <p:cNvSpPr/>
                <p:nvPr/>
              </p:nvSpPr>
              <p:spPr>
                <a:xfrm>
                  <a:off x="2432150" y="2944750"/>
                  <a:ext cx="19300" cy="9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" h="380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1" y="631"/>
                        <a:pt x="397" y="1238"/>
                        <a:pt x="491" y="1892"/>
                      </a:cubicBezTo>
                      <a:cubicBezTo>
                        <a:pt x="561" y="2523"/>
                        <a:pt x="584" y="3177"/>
                        <a:pt x="608" y="3807"/>
                      </a:cubicBezTo>
                      <a:lnTo>
                        <a:pt x="631" y="3807"/>
                      </a:lnTo>
                      <a:cubicBezTo>
                        <a:pt x="771" y="3177"/>
                        <a:pt x="748" y="2500"/>
                        <a:pt x="608" y="1869"/>
                      </a:cubicBezTo>
                      <a:cubicBezTo>
                        <a:pt x="491" y="1215"/>
                        <a:pt x="281" y="608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56" name="Google Shape;18656;p62"/>
                <p:cNvSpPr/>
                <p:nvPr/>
              </p:nvSpPr>
              <p:spPr>
                <a:xfrm>
                  <a:off x="4647775" y="2679125"/>
                  <a:ext cx="13450" cy="13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" h="5559" extrusionOk="0">
                      <a:moveTo>
                        <a:pt x="258" y="0"/>
                      </a:moveTo>
                      <a:cubicBezTo>
                        <a:pt x="71" y="911"/>
                        <a:pt x="1" y="1868"/>
                        <a:pt x="24" y="2803"/>
                      </a:cubicBezTo>
                      <a:cubicBezTo>
                        <a:pt x="48" y="3737"/>
                        <a:pt x="188" y="4671"/>
                        <a:pt x="515" y="5558"/>
                      </a:cubicBezTo>
                      <a:lnTo>
                        <a:pt x="538" y="5558"/>
                      </a:lnTo>
                      <a:cubicBezTo>
                        <a:pt x="375" y="4647"/>
                        <a:pt x="211" y="3713"/>
                        <a:pt x="141" y="2803"/>
                      </a:cubicBezTo>
                      <a:cubicBezTo>
                        <a:pt x="94" y="1868"/>
                        <a:pt x="141" y="934"/>
                        <a:pt x="28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57" name="Google Shape;18657;p62"/>
                <p:cNvSpPr/>
                <p:nvPr/>
              </p:nvSpPr>
              <p:spPr>
                <a:xfrm>
                  <a:off x="4623850" y="2687875"/>
                  <a:ext cx="23375" cy="10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321" extrusionOk="0">
                      <a:moveTo>
                        <a:pt x="0" y="0"/>
                      </a:moveTo>
                      <a:cubicBezTo>
                        <a:pt x="211" y="724"/>
                        <a:pt x="374" y="1425"/>
                        <a:pt x="514" y="2149"/>
                      </a:cubicBezTo>
                      <a:cubicBezTo>
                        <a:pt x="631" y="2873"/>
                        <a:pt x="748" y="3597"/>
                        <a:pt x="911" y="4321"/>
                      </a:cubicBezTo>
                      <a:lnTo>
                        <a:pt x="935" y="4321"/>
                      </a:lnTo>
                      <a:cubicBezTo>
                        <a:pt x="935" y="3573"/>
                        <a:pt x="818" y="2850"/>
                        <a:pt x="631" y="2126"/>
                      </a:cubicBezTo>
                      <a:cubicBezTo>
                        <a:pt x="467" y="1402"/>
                        <a:pt x="257" y="70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58" name="Google Shape;18658;p62"/>
                <p:cNvSpPr/>
                <p:nvPr/>
              </p:nvSpPr>
              <p:spPr>
                <a:xfrm>
                  <a:off x="4661800" y="2716475"/>
                  <a:ext cx="22800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cubicBezTo>
                        <a:pt x="211" y="608"/>
                        <a:pt x="397" y="1238"/>
                        <a:pt x="537" y="1869"/>
                      </a:cubicBezTo>
                      <a:cubicBezTo>
                        <a:pt x="654" y="2523"/>
                        <a:pt x="748" y="3153"/>
                        <a:pt x="864" y="3784"/>
                      </a:cubicBezTo>
                      <a:lnTo>
                        <a:pt x="888" y="3784"/>
                      </a:lnTo>
                      <a:cubicBezTo>
                        <a:pt x="911" y="3130"/>
                        <a:pt x="818" y="2476"/>
                        <a:pt x="654" y="1846"/>
                      </a:cubicBezTo>
                      <a:cubicBezTo>
                        <a:pt x="491" y="1215"/>
                        <a:pt x="281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59" name="Google Shape;18659;p62"/>
                <p:cNvSpPr/>
                <p:nvPr/>
              </p:nvSpPr>
              <p:spPr>
                <a:xfrm>
                  <a:off x="4587650" y="2716475"/>
                  <a:ext cx="22800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1" y="608"/>
                        <a:pt x="374" y="1238"/>
                        <a:pt x="514" y="1869"/>
                      </a:cubicBezTo>
                      <a:cubicBezTo>
                        <a:pt x="631" y="2523"/>
                        <a:pt x="724" y="3153"/>
                        <a:pt x="865" y="3784"/>
                      </a:cubicBezTo>
                      <a:cubicBezTo>
                        <a:pt x="911" y="3130"/>
                        <a:pt x="818" y="2476"/>
                        <a:pt x="631" y="1846"/>
                      </a:cubicBezTo>
                      <a:cubicBezTo>
                        <a:pt x="468" y="1215"/>
                        <a:pt x="257" y="5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60" name="Google Shape;18660;p62"/>
                <p:cNvSpPr/>
                <p:nvPr/>
              </p:nvSpPr>
              <p:spPr>
                <a:xfrm>
                  <a:off x="5444125" y="2929000"/>
                  <a:ext cx="35050" cy="28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" h="11327" extrusionOk="0">
                      <a:moveTo>
                        <a:pt x="1379" y="0"/>
                      </a:moveTo>
                      <a:cubicBezTo>
                        <a:pt x="748" y="1822"/>
                        <a:pt x="328" y="3690"/>
                        <a:pt x="141" y="5605"/>
                      </a:cubicBezTo>
                      <a:cubicBezTo>
                        <a:pt x="47" y="6562"/>
                        <a:pt x="1" y="7520"/>
                        <a:pt x="24" y="8477"/>
                      </a:cubicBezTo>
                      <a:cubicBezTo>
                        <a:pt x="47" y="9435"/>
                        <a:pt x="117" y="10392"/>
                        <a:pt x="281" y="11326"/>
                      </a:cubicBezTo>
                      <a:lnTo>
                        <a:pt x="304" y="11326"/>
                      </a:lnTo>
                      <a:cubicBezTo>
                        <a:pt x="234" y="10392"/>
                        <a:pt x="164" y="9435"/>
                        <a:pt x="164" y="8477"/>
                      </a:cubicBezTo>
                      <a:cubicBezTo>
                        <a:pt x="141" y="7520"/>
                        <a:pt x="187" y="6562"/>
                        <a:pt x="258" y="5628"/>
                      </a:cubicBezTo>
                      <a:cubicBezTo>
                        <a:pt x="421" y="3713"/>
                        <a:pt x="818" y="1845"/>
                        <a:pt x="1402" y="24"/>
                      </a:cubicBezTo>
                      <a:lnTo>
                        <a:pt x="137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61" name="Google Shape;18661;p62"/>
                <p:cNvSpPr/>
                <p:nvPr/>
              </p:nvSpPr>
              <p:spPr>
                <a:xfrm>
                  <a:off x="5414950" y="2938925"/>
                  <a:ext cx="16950" cy="22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8" h="899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10" y="1471"/>
                        <a:pt x="350" y="2989"/>
                        <a:pt x="444" y="4484"/>
                      </a:cubicBezTo>
                      <a:cubicBezTo>
                        <a:pt x="467" y="5231"/>
                        <a:pt x="514" y="5979"/>
                        <a:pt x="514" y="6726"/>
                      </a:cubicBezTo>
                      <a:cubicBezTo>
                        <a:pt x="560" y="7473"/>
                        <a:pt x="560" y="8220"/>
                        <a:pt x="584" y="8991"/>
                      </a:cubicBezTo>
                      <a:lnTo>
                        <a:pt x="607" y="8991"/>
                      </a:lnTo>
                      <a:cubicBezTo>
                        <a:pt x="677" y="8220"/>
                        <a:pt x="677" y="7473"/>
                        <a:pt x="677" y="6726"/>
                      </a:cubicBezTo>
                      <a:cubicBezTo>
                        <a:pt x="654" y="5979"/>
                        <a:pt x="631" y="5231"/>
                        <a:pt x="560" y="4461"/>
                      </a:cubicBezTo>
                      <a:cubicBezTo>
                        <a:pt x="444" y="2966"/>
                        <a:pt x="257" y="1471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62" name="Google Shape;18662;p62"/>
                <p:cNvSpPr/>
                <p:nvPr/>
              </p:nvSpPr>
              <p:spPr>
                <a:xfrm>
                  <a:off x="5483250" y="3006650"/>
                  <a:ext cx="21050" cy="19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7917" extrusionOk="0">
                      <a:moveTo>
                        <a:pt x="0" y="0"/>
                      </a:moveTo>
                      <a:cubicBezTo>
                        <a:pt x="281" y="1308"/>
                        <a:pt x="467" y="2616"/>
                        <a:pt x="561" y="3947"/>
                      </a:cubicBezTo>
                      <a:cubicBezTo>
                        <a:pt x="654" y="5278"/>
                        <a:pt x="654" y="6586"/>
                        <a:pt x="654" y="7917"/>
                      </a:cubicBezTo>
                      <a:cubicBezTo>
                        <a:pt x="841" y="6609"/>
                        <a:pt x="818" y="5255"/>
                        <a:pt x="678" y="3923"/>
                      </a:cubicBezTo>
                      <a:cubicBezTo>
                        <a:pt x="561" y="2616"/>
                        <a:pt x="327" y="1285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63" name="Google Shape;18663;p62"/>
                <p:cNvSpPr/>
                <p:nvPr/>
              </p:nvSpPr>
              <p:spPr>
                <a:xfrm>
                  <a:off x="5332625" y="2986200"/>
                  <a:ext cx="20450" cy="19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7918" extrusionOk="0">
                      <a:moveTo>
                        <a:pt x="0" y="1"/>
                      </a:moveTo>
                      <a:cubicBezTo>
                        <a:pt x="280" y="1309"/>
                        <a:pt x="467" y="2616"/>
                        <a:pt x="561" y="3947"/>
                      </a:cubicBezTo>
                      <a:cubicBezTo>
                        <a:pt x="631" y="5279"/>
                        <a:pt x="654" y="6586"/>
                        <a:pt x="631" y="7917"/>
                      </a:cubicBezTo>
                      <a:lnTo>
                        <a:pt x="654" y="7917"/>
                      </a:lnTo>
                      <a:cubicBezTo>
                        <a:pt x="818" y="6610"/>
                        <a:pt x="818" y="5255"/>
                        <a:pt x="677" y="3924"/>
                      </a:cubicBezTo>
                      <a:cubicBezTo>
                        <a:pt x="561" y="2616"/>
                        <a:pt x="327" y="12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64" name="Google Shape;18664;p62"/>
                <p:cNvSpPr/>
                <p:nvPr/>
              </p:nvSpPr>
              <p:spPr>
                <a:xfrm>
                  <a:off x="7305975" y="2195725"/>
                  <a:ext cx="52550" cy="18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7263" extrusionOk="0">
                      <a:moveTo>
                        <a:pt x="2102" y="0"/>
                      </a:moveTo>
                      <a:cubicBezTo>
                        <a:pt x="1495" y="1121"/>
                        <a:pt x="1004" y="2289"/>
                        <a:pt x="631" y="3503"/>
                      </a:cubicBezTo>
                      <a:cubicBezTo>
                        <a:pt x="257" y="4717"/>
                        <a:pt x="23" y="5978"/>
                        <a:pt x="0" y="7263"/>
                      </a:cubicBezTo>
                      <a:cubicBezTo>
                        <a:pt x="187" y="6002"/>
                        <a:pt x="420" y="4764"/>
                        <a:pt x="747" y="3550"/>
                      </a:cubicBezTo>
                      <a:cubicBezTo>
                        <a:pt x="1098" y="2335"/>
                        <a:pt x="1541" y="1144"/>
                        <a:pt x="210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65" name="Google Shape;18665;p62"/>
                <p:cNvSpPr/>
                <p:nvPr/>
              </p:nvSpPr>
              <p:spPr>
                <a:xfrm>
                  <a:off x="7299550" y="2198625"/>
                  <a:ext cx="21025" cy="14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5839" extrusionOk="0">
                      <a:moveTo>
                        <a:pt x="818" y="1"/>
                      </a:moveTo>
                      <a:cubicBezTo>
                        <a:pt x="748" y="982"/>
                        <a:pt x="631" y="1962"/>
                        <a:pt x="467" y="2920"/>
                      </a:cubicBezTo>
                      <a:cubicBezTo>
                        <a:pt x="304" y="3901"/>
                        <a:pt x="140" y="4858"/>
                        <a:pt x="0" y="5839"/>
                      </a:cubicBezTo>
                      <a:lnTo>
                        <a:pt x="24" y="5839"/>
                      </a:lnTo>
                      <a:cubicBezTo>
                        <a:pt x="304" y="4882"/>
                        <a:pt x="491" y="3924"/>
                        <a:pt x="584" y="2943"/>
                      </a:cubicBezTo>
                      <a:cubicBezTo>
                        <a:pt x="724" y="1962"/>
                        <a:pt x="794" y="982"/>
                        <a:pt x="8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66" name="Google Shape;18666;p62"/>
                <p:cNvSpPr/>
                <p:nvPr/>
              </p:nvSpPr>
              <p:spPr>
                <a:xfrm>
                  <a:off x="7263350" y="2239500"/>
                  <a:ext cx="14025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5162" extrusionOk="0">
                      <a:moveTo>
                        <a:pt x="491" y="0"/>
                      </a:moveTo>
                      <a:cubicBezTo>
                        <a:pt x="491" y="865"/>
                        <a:pt x="444" y="1729"/>
                        <a:pt x="374" y="2593"/>
                      </a:cubicBezTo>
                      <a:cubicBezTo>
                        <a:pt x="257" y="3457"/>
                        <a:pt x="117" y="4297"/>
                        <a:pt x="0" y="5161"/>
                      </a:cubicBezTo>
                      <a:lnTo>
                        <a:pt x="24" y="5161"/>
                      </a:lnTo>
                      <a:cubicBezTo>
                        <a:pt x="281" y="4344"/>
                        <a:pt x="444" y="3480"/>
                        <a:pt x="491" y="2593"/>
                      </a:cubicBezTo>
                      <a:cubicBezTo>
                        <a:pt x="561" y="1729"/>
                        <a:pt x="561" y="865"/>
                        <a:pt x="49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67" name="Google Shape;18667;p62"/>
                <p:cNvSpPr/>
                <p:nvPr/>
              </p:nvSpPr>
              <p:spPr>
                <a:xfrm>
                  <a:off x="7334575" y="2245925"/>
                  <a:ext cx="17525" cy="12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38" extrusionOk="0">
                      <a:moveTo>
                        <a:pt x="654" y="0"/>
                      </a:moveTo>
                      <a:cubicBezTo>
                        <a:pt x="631" y="864"/>
                        <a:pt x="561" y="1728"/>
                        <a:pt x="444" y="2593"/>
                      </a:cubicBezTo>
                      <a:cubicBezTo>
                        <a:pt x="304" y="3433"/>
                        <a:pt x="141" y="4274"/>
                        <a:pt x="0" y="5138"/>
                      </a:cubicBezTo>
                      <a:lnTo>
                        <a:pt x="24" y="5138"/>
                      </a:lnTo>
                      <a:cubicBezTo>
                        <a:pt x="327" y="4321"/>
                        <a:pt x="491" y="3457"/>
                        <a:pt x="561" y="2593"/>
                      </a:cubicBezTo>
                      <a:cubicBezTo>
                        <a:pt x="654" y="1728"/>
                        <a:pt x="701" y="864"/>
                        <a:pt x="67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68" name="Google Shape;18668;p62"/>
                <p:cNvSpPr/>
                <p:nvPr/>
              </p:nvSpPr>
              <p:spPr>
                <a:xfrm>
                  <a:off x="7227150" y="2308400"/>
                  <a:ext cx="19875" cy="12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15" extrusionOk="0">
                      <a:moveTo>
                        <a:pt x="771" y="0"/>
                      </a:moveTo>
                      <a:cubicBezTo>
                        <a:pt x="748" y="864"/>
                        <a:pt x="654" y="1705"/>
                        <a:pt x="491" y="2569"/>
                      </a:cubicBezTo>
                      <a:cubicBezTo>
                        <a:pt x="351" y="3410"/>
                        <a:pt x="164" y="4250"/>
                        <a:pt x="0" y="5114"/>
                      </a:cubicBezTo>
                      <a:cubicBezTo>
                        <a:pt x="327" y="4297"/>
                        <a:pt x="514" y="3456"/>
                        <a:pt x="631" y="2592"/>
                      </a:cubicBezTo>
                      <a:cubicBezTo>
                        <a:pt x="748" y="1728"/>
                        <a:pt x="794" y="864"/>
                        <a:pt x="79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69" name="Google Shape;18669;p62"/>
                <p:cNvSpPr/>
                <p:nvPr/>
              </p:nvSpPr>
              <p:spPr>
                <a:xfrm>
                  <a:off x="6500275" y="2309550"/>
                  <a:ext cx="22225" cy="16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6634" extrusionOk="0">
                      <a:moveTo>
                        <a:pt x="865" y="1"/>
                      </a:moveTo>
                      <a:cubicBezTo>
                        <a:pt x="514" y="1052"/>
                        <a:pt x="281" y="2173"/>
                        <a:pt x="141" y="3270"/>
                      </a:cubicBezTo>
                      <a:cubicBezTo>
                        <a:pt x="1" y="4391"/>
                        <a:pt x="1" y="5535"/>
                        <a:pt x="187" y="6633"/>
                      </a:cubicBezTo>
                      <a:lnTo>
                        <a:pt x="211" y="6633"/>
                      </a:lnTo>
                      <a:cubicBezTo>
                        <a:pt x="187" y="5512"/>
                        <a:pt x="187" y="4415"/>
                        <a:pt x="281" y="3294"/>
                      </a:cubicBezTo>
                      <a:cubicBezTo>
                        <a:pt x="374" y="2173"/>
                        <a:pt x="584" y="1075"/>
                        <a:pt x="888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70" name="Google Shape;18670;p62"/>
                <p:cNvSpPr/>
                <p:nvPr/>
              </p:nvSpPr>
              <p:spPr>
                <a:xfrm>
                  <a:off x="6489175" y="2317725"/>
                  <a:ext cx="8200" cy="1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5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1" y="865"/>
                        <a:pt x="118" y="1752"/>
                        <a:pt x="141" y="2616"/>
                      </a:cubicBezTo>
                      <a:cubicBezTo>
                        <a:pt x="164" y="3480"/>
                        <a:pt x="164" y="4344"/>
                        <a:pt x="211" y="5208"/>
                      </a:cubicBezTo>
                      <a:lnTo>
                        <a:pt x="234" y="5208"/>
                      </a:lnTo>
                      <a:cubicBezTo>
                        <a:pt x="328" y="4344"/>
                        <a:pt x="328" y="3480"/>
                        <a:pt x="281" y="2616"/>
                      </a:cubicBezTo>
                      <a:cubicBezTo>
                        <a:pt x="211" y="1729"/>
                        <a:pt x="141" y="86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71" name="Google Shape;18671;p62"/>
                <p:cNvSpPr/>
                <p:nvPr/>
              </p:nvSpPr>
              <p:spPr>
                <a:xfrm>
                  <a:off x="6523625" y="2354500"/>
                  <a:ext cx="10550" cy="11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4579" extrusionOk="0">
                      <a:moveTo>
                        <a:pt x="1" y="1"/>
                      </a:moveTo>
                      <a:cubicBezTo>
                        <a:pt x="118" y="748"/>
                        <a:pt x="188" y="1519"/>
                        <a:pt x="211" y="2290"/>
                      </a:cubicBezTo>
                      <a:lnTo>
                        <a:pt x="234" y="4578"/>
                      </a:lnTo>
                      <a:lnTo>
                        <a:pt x="258" y="4578"/>
                      </a:lnTo>
                      <a:cubicBezTo>
                        <a:pt x="398" y="3808"/>
                        <a:pt x="421" y="3037"/>
                        <a:pt x="328" y="2266"/>
                      </a:cubicBezTo>
                      <a:cubicBezTo>
                        <a:pt x="281" y="1496"/>
                        <a:pt x="164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72" name="Google Shape;18672;p62"/>
                <p:cNvSpPr/>
                <p:nvPr/>
              </p:nvSpPr>
              <p:spPr>
                <a:xfrm>
                  <a:off x="6629900" y="2269850"/>
                  <a:ext cx="19875" cy="1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39" extrusionOk="0">
                      <a:moveTo>
                        <a:pt x="771" y="1"/>
                      </a:moveTo>
                      <a:cubicBezTo>
                        <a:pt x="747" y="865"/>
                        <a:pt x="654" y="1729"/>
                        <a:pt x="514" y="2593"/>
                      </a:cubicBezTo>
                      <a:cubicBezTo>
                        <a:pt x="350" y="3434"/>
                        <a:pt x="164" y="4274"/>
                        <a:pt x="0" y="5138"/>
                      </a:cubicBezTo>
                      <a:cubicBezTo>
                        <a:pt x="327" y="4321"/>
                        <a:pt x="514" y="3457"/>
                        <a:pt x="631" y="2593"/>
                      </a:cubicBezTo>
                      <a:cubicBezTo>
                        <a:pt x="747" y="1752"/>
                        <a:pt x="794" y="888"/>
                        <a:pt x="79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  <p:grpSp>
            <p:nvGrpSpPr>
              <p:cNvPr id="18673" name="Google Shape;18673;p62"/>
              <p:cNvGrpSpPr/>
              <p:nvPr/>
            </p:nvGrpSpPr>
            <p:grpSpPr>
              <a:xfrm>
                <a:off x="3744109" y="4254507"/>
                <a:ext cx="5081829" cy="944189"/>
                <a:chOff x="238125" y="2195725"/>
                <a:chExt cx="7120400" cy="1322950"/>
              </a:xfrm>
            </p:grpSpPr>
            <p:sp>
              <p:nvSpPr>
                <p:cNvPr id="18674" name="Google Shape;18674;p62"/>
                <p:cNvSpPr/>
                <p:nvPr/>
              </p:nvSpPr>
              <p:spPr>
                <a:xfrm>
                  <a:off x="6053075" y="2269275"/>
                  <a:ext cx="26875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5" h="8922" extrusionOk="0">
                      <a:moveTo>
                        <a:pt x="0" y="0"/>
                      </a:moveTo>
                      <a:cubicBezTo>
                        <a:pt x="374" y="1472"/>
                        <a:pt x="607" y="2943"/>
                        <a:pt x="701" y="4438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7" y="7403"/>
                        <a:pt x="724" y="8151"/>
                        <a:pt x="724" y="8921"/>
                      </a:cubicBezTo>
                      <a:lnTo>
                        <a:pt x="747" y="8921"/>
                      </a:lnTo>
                      <a:cubicBezTo>
                        <a:pt x="911" y="8174"/>
                        <a:pt x="981" y="7427"/>
                        <a:pt x="1028" y="6679"/>
                      </a:cubicBezTo>
                      <a:cubicBezTo>
                        <a:pt x="1074" y="5932"/>
                        <a:pt x="1004" y="5161"/>
                        <a:pt x="934" y="4414"/>
                      </a:cubicBezTo>
                      <a:cubicBezTo>
                        <a:pt x="794" y="2920"/>
                        <a:pt x="490" y="1425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75" name="Google Shape;18675;p62"/>
                <p:cNvSpPr/>
                <p:nvPr/>
              </p:nvSpPr>
              <p:spPr>
                <a:xfrm>
                  <a:off x="6088100" y="2277450"/>
                  <a:ext cx="51400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8" y="1028"/>
                        <a:pt x="1285" y="2079"/>
                        <a:pt x="911" y="3106"/>
                      </a:cubicBezTo>
                      <a:cubicBezTo>
                        <a:pt x="724" y="3643"/>
                        <a:pt x="537" y="4157"/>
                        <a:pt x="374" y="4694"/>
                      </a:cubicBezTo>
                      <a:cubicBezTo>
                        <a:pt x="234" y="5208"/>
                        <a:pt x="94" y="5745"/>
                        <a:pt x="0" y="6306"/>
                      </a:cubicBezTo>
                      <a:lnTo>
                        <a:pt x="24" y="6306"/>
                      </a:lnTo>
                      <a:cubicBezTo>
                        <a:pt x="281" y="5792"/>
                        <a:pt x="467" y="5278"/>
                        <a:pt x="678" y="4764"/>
                      </a:cubicBezTo>
                      <a:cubicBezTo>
                        <a:pt x="864" y="4251"/>
                        <a:pt x="1004" y="3714"/>
                        <a:pt x="1145" y="3200"/>
                      </a:cubicBezTo>
                      <a:cubicBezTo>
                        <a:pt x="1472" y="2126"/>
                        <a:pt x="1775" y="1075"/>
                        <a:pt x="205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76" name="Google Shape;18676;p62"/>
                <p:cNvSpPr/>
                <p:nvPr/>
              </p:nvSpPr>
              <p:spPr>
                <a:xfrm>
                  <a:off x="6114950" y="2366775"/>
                  <a:ext cx="29800" cy="12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5115" extrusionOk="0">
                      <a:moveTo>
                        <a:pt x="1168" y="0"/>
                      </a:moveTo>
                      <a:cubicBezTo>
                        <a:pt x="865" y="818"/>
                        <a:pt x="608" y="1658"/>
                        <a:pt x="374" y="2523"/>
                      </a:cubicBezTo>
                      <a:cubicBezTo>
                        <a:pt x="281" y="2943"/>
                        <a:pt x="141" y="3363"/>
                        <a:pt x="94" y="3807"/>
                      </a:cubicBezTo>
                      <a:cubicBezTo>
                        <a:pt x="47" y="4227"/>
                        <a:pt x="1" y="4671"/>
                        <a:pt x="24" y="5115"/>
                      </a:cubicBezTo>
                      <a:lnTo>
                        <a:pt x="47" y="5115"/>
                      </a:lnTo>
                      <a:cubicBezTo>
                        <a:pt x="187" y="4694"/>
                        <a:pt x="281" y="4274"/>
                        <a:pt x="398" y="3854"/>
                      </a:cubicBezTo>
                      <a:cubicBezTo>
                        <a:pt x="491" y="3433"/>
                        <a:pt x="538" y="2990"/>
                        <a:pt x="631" y="2569"/>
                      </a:cubicBezTo>
                      <a:cubicBezTo>
                        <a:pt x="795" y="1705"/>
                        <a:pt x="981" y="841"/>
                        <a:pt x="119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77" name="Google Shape;18677;p62"/>
                <p:cNvSpPr/>
                <p:nvPr/>
              </p:nvSpPr>
              <p:spPr>
                <a:xfrm>
                  <a:off x="7040325" y="2569950"/>
                  <a:ext cx="26300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8922" extrusionOk="0">
                      <a:moveTo>
                        <a:pt x="24" y="0"/>
                      </a:moveTo>
                      <a:lnTo>
                        <a:pt x="0" y="24"/>
                      </a:lnTo>
                      <a:cubicBezTo>
                        <a:pt x="374" y="1471"/>
                        <a:pt x="584" y="2943"/>
                        <a:pt x="678" y="4437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8" y="7426"/>
                        <a:pt x="701" y="8174"/>
                        <a:pt x="701" y="8921"/>
                      </a:cubicBezTo>
                      <a:lnTo>
                        <a:pt x="748" y="8921"/>
                      </a:lnTo>
                      <a:cubicBezTo>
                        <a:pt x="911" y="8174"/>
                        <a:pt x="981" y="7426"/>
                        <a:pt x="1028" y="6679"/>
                      </a:cubicBezTo>
                      <a:cubicBezTo>
                        <a:pt x="1051" y="5932"/>
                        <a:pt x="1005" y="5161"/>
                        <a:pt x="935" y="4414"/>
                      </a:cubicBezTo>
                      <a:cubicBezTo>
                        <a:pt x="771" y="2919"/>
                        <a:pt x="467" y="144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78" name="Google Shape;18678;p62"/>
                <p:cNvSpPr/>
                <p:nvPr/>
              </p:nvSpPr>
              <p:spPr>
                <a:xfrm>
                  <a:off x="7075350" y="2578125"/>
                  <a:ext cx="51400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9" y="1051"/>
                        <a:pt x="1285" y="2079"/>
                        <a:pt x="911" y="3129"/>
                      </a:cubicBezTo>
                      <a:cubicBezTo>
                        <a:pt x="725" y="3643"/>
                        <a:pt x="514" y="4157"/>
                        <a:pt x="374" y="4694"/>
                      </a:cubicBezTo>
                      <a:cubicBezTo>
                        <a:pt x="234" y="5231"/>
                        <a:pt x="71" y="5745"/>
                        <a:pt x="1" y="6305"/>
                      </a:cubicBezTo>
                      <a:lnTo>
                        <a:pt x="24" y="6305"/>
                      </a:lnTo>
                      <a:cubicBezTo>
                        <a:pt x="281" y="5815"/>
                        <a:pt x="468" y="5301"/>
                        <a:pt x="654" y="4764"/>
                      </a:cubicBezTo>
                      <a:cubicBezTo>
                        <a:pt x="841" y="4250"/>
                        <a:pt x="981" y="3713"/>
                        <a:pt x="1145" y="3199"/>
                      </a:cubicBezTo>
                      <a:cubicBezTo>
                        <a:pt x="1448" y="2149"/>
                        <a:pt x="1752" y="1074"/>
                        <a:pt x="2056" y="23"/>
                      </a:cubicBezTo>
                      <a:lnTo>
                        <a:pt x="2032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79" name="Google Shape;18679;p62"/>
                <p:cNvSpPr/>
                <p:nvPr/>
              </p:nvSpPr>
              <p:spPr>
                <a:xfrm>
                  <a:off x="7101625" y="2667450"/>
                  <a:ext cx="30375" cy="12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5" h="5138" extrusionOk="0">
                      <a:moveTo>
                        <a:pt x="1191" y="0"/>
                      </a:moveTo>
                      <a:cubicBezTo>
                        <a:pt x="888" y="817"/>
                        <a:pt x="608" y="1658"/>
                        <a:pt x="397" y="2522"/>
                      </a:cubicBezTo>
                      <a:cubicBezTo>
                        <a:pt x="281" y="2943"/>
                        <a:pt x="164" y="3363"/>
                        <a:pt x="117" y="3807"/>
                      </a:cubicBezTo>
                      <a:cubicBezTo>
                        <a:pt x="47" y="4250"/>
                        <a:pt x="0" y="4671"/>
                        <a:pt x="47" y="5114"/>
                      </a:cubicBezTo>
                      <a:lnTo>
                        <a:pt x="71" y="5138"/>
                      </a:lnTo>
                      <a:cubicBezTo>
                        <a:pt x="211" y="4717"/>
                        <a:pt x="304" y="4274"/>
                        <a:pt x="397" y="3853"/>
                      </a:cubicBezTo>
                      <a:cubicBezTo>
                        <a:pt x="514" y="3433"/>
                        <a:pt x="561" y="2989"/>
                        <a:pt x="631" y="2569"/>
                      </a:cubicBezTo>
                      <a:cubicBezTo>
                        <a:pt x="794" y="1705"/>
                        <a:pt x="1005" y="864"/>
                        <a:pt x="12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80" name="Google Shape;18680;p62"/>
                <p:cNvSpPr/>
                <p:nvPr/>
              </p:nvSpPr>
              <p:spPr>
                <a:xfrm>
                  <a:off x="6875675" y="2281525"/>
                  <a:ext cx="21625" cy="17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6820" extrusionOk="0">
                      <a:moveTo>
                        <a:pt x="1" y="1"/>
                      </a:moveTo>
                      <a:cubicBezTo>
                        <a:pt x="281" y="1122"/>
                        <a:pt x="444" y="2243"/>
                        <a:pt x="515" y="3387"/>
                      </a:cubicBezTo>
                      <a:cubicBezTo>
                        <a:pt x="538" y="3971"/>
                        <a:pt x="515" y="4531"/>
                        <a:pt x="515" y="5092"/>
                      </a:cubicBezTo>
                      <a:lnTo>
                        <a:pt x="538" y="6820"/>
                      </a:lnTo>
                      <a:lnTo>
                        <a:pt x="585" y="6820"/>
                      </a:lnTo>
                      <a:cubicBezTo>
                        <a:pt x="725" y="6259"/>
                        <a:pt x="795" y="5676"/>
                        <a:pt x="818" y="5115"/>
                      </a:cubicBezTo>
                      <a:cubicBezTo>
                        <a:pt x="865" y="4531"/>
                        <a:pt x="818" y="3948"/>
                        <a:pt x="748" y="3387"/>
                      </a:cubicBezTo>
                      <a:cubicBezTo>
                        <a:pt x="631" y="2219"/>
                        <a:pt x="398" y="109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81" name="Google Shape;18681;p62"/>
                <p:cNvSpPr/>
                <p:nvPr/>
              </p:nvSpPr>
              <p:spPr>
                <a:xfrm>
                  <a:off x="6902550" y="2287375"/>
                  <a:ext cx="39725" cy="1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" h="4835" extrusionOk="0">
                      <a:moveTo>
                        <a:pt x="1565" y="0"/>
                      </a:moveTo>
                      <a:cubicBezTo>
                        <a:pt x="1261" y="794"/>
                        <a:pt x="958" y="1588"/>
                        <a:pt x="677" y="2382"/>
                      </a:cubicBezTo>
                      <a:cubicBezTo>
                        <a:pt x="537" y="2779"/>
                        <a:pt x="374" y="3176"/>
                        <a:pt x="257" y="3597"/>
                      </a:cubicBezTo>
                      <a:cubicBezTo>
                        <a:pt x="163" y="3994"/>
                        <a:pt x="47" y="4414"/>
                        <a:pt x="0" y="4834"/>
                      </a:cubicBezTo>
                      <a:lnTo>
                        <a:pt x="23" y="4834"/>
                      </a:lnTo>
                      <a:cubicBezTo>
                        <a:pt x="234" y="4461"/>
                        <a:pt x="397" y="4064"/>
                        <a:pt x="537" y="3667"/>
                      </a:cubicBezTo>
                      <a:cubicBezTo>
                        <a:pt x="701" y="3270"/>
                        <a:pt x="794" y="2873"/>
                        <a:pt x="911" y="2452"/>
                      </a:cubicBezTo>
                      <a:cubicBezTo>
                        <a:pt x="1144" y="1658"/>
                        <a:pt x="1378" y="841"/>
                        <a:pt x="1588" y="24"/>
                      </a:cubicBezTo>
                      <a:lnTo>
                        <a:pt x="156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82" name="Google Shape;18682;p62"/>
                <p:cNvSpPr/>
                <p:nvPr/>
              </p:nvSpPr>
              <p:spPr>
                <a:xfrm>
                  <a:off x="6922400" y="2355675"/>
                  <a:ext cx="23950" cy="9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" h="3948" extrusionOk="0">
                      <a:moveTo>
                        <a:pt x="911" y="1"/>
                      </a:moveTo>
                      <a:cubicBezTo>
                        <a:pt x="677" y="631"/>
                        <a:pt x="467" y="1285"/>
                        <a:pt x="304" y="1939"/>
                      </a:cubicBezTo>
                      <a:cubicBezTo>
                        <a:pt x="210" y="2266"/>
                        <a:pt x="117" y="2593"/>
                        <a:pt x="70" y="2920"/>
                      </a:cubicBezTo>
                      <a:cubicBezTo>
                        <a:pt x="23" y="3247"/>
                        <a:pt x="0" y="3597"/>
                        <a:pt x="47" y="3947"/>
                      </a:cubicBezTo>
                      <a:lnTo>
                        <a:pt x="70" y="3947"/>
                      </a:lnTo>
                      <a:cubicBezTo>
                        <a:pt x="210" y="3620"/>
                        <a:pt x="280" y="3293"/>
                        <a:pt x="374" y="2967"/>
                      </a:cubicBezTo>
                      <a:cubicBezTo>
                        <a:pt x="444" y="2640"/>
                        <a:pt x="467" y="2313"/>
                        <a:pt x="537" y="1986"/>
                      </a:cubicBezTo>
                      <a:cubicBezTo>
                        <a:pt x="654" y="1332"/>
                        <a:pt x="794" y="678"/>
                        <a:pt x="958" y="24"/>
                      </a:cubicBezTo>
                      <a:lnTo>
                        <a:pt x="911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83" name="Google Shape;18683;p62"/>
                <p:cNvSpPr/>
                <p:nvPr/>
              </p:nvSpPr>
              <p:spPr>
                <a:xfrm>
                  <a:off x="7324650" y="2597975"/>
                  <a:ext cx="23375" cy="9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3924" extrusionOk="0">
                      <a:moveTo>
                        <a:pt x="911" y="0"/>
                      </a:moveTo>
                      <a:cubicBezTo>
                        <a:pt x="678" y="631"/>
                        <a:pt x="467" y="1261"/>
                        <a:pt x="281" y="1915"/>
                      </a:cubicBezTo>
                      <a:cubicBezTo>
                        <a:pt x="211" y="2242"/>
                        <a:pt x="94" y="2569"/>
                        <a:pt x="47" y="2896"/>
                      </a:cubicBezTo>
                      <a:cubicBezTo>
                        <a:pt x="24" y="3246"/>
                        <a:pt x="0" y="3573"/>
                        <a:pt x="24" y="3923"/>
                      </a:cubicBezTo>
                      <a:lnTo>
                        <a:pt x="70" y="3923"/>
                      </a:lnTo>
                      <a:cubicBezTo>
                        <a:pt x="187" y="3596"/>
                        <a:pt x="281" y="3270"/>
                        <a:pt x="351" y="2966"/>
                      </a:cubicBezTo>
                      <a:cubicBezTo>
                        <a:pt x="444" y="2639"/>
                        <a:pt x="467" y="2289"/>
                        <a:pt x="514" y="1962"/>
                      </a:cubicBezTo>
                      <a:cubicBezTo>
                        <a:pt x="654" y="1308"/>
                        <a:pt x="794" y="654"/>
                        <a:pt x="93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84" name="Google Shape;18684;p62"/>
                <p:cNvSpPr/>
                <p:nvPr/>
              </p:nvSpPr>
              <p:spPr>
                <a:xfrm>
                  <a:off x="4643125" y="2401225"/>
                  <a:ext cx="21025" cy="1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724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04" y="1168"/>
                        <a:pt x="490" y="2382"/>
                        <a:pt x="584" y="3597"/>
                      </a:cubicBezTo>
                      <a:cubicBezTo>
                        <a:pt x="654" y="4811"/>
                        <a:pt x="631" y="6025"/>
                        <a:pt x="561" y="7240"/>
                      </a:cubicBezTo>
                      <a:lnTo>
                        <a:pt x="584" y="7240"/>
                      </a:lnTo>
                      <a:cubicBezTo>
                        <a:pt x="817" y="6025"/>
                        <a:pt x="841" y="4788"/>
                        <a:pt x="701" y="3573"/>
                      </a:cubicBezTo>
                      <a:cubicBezTo>
                        <a:pt x="584" y="2359"/>
                        <a:pt x="350" y="1168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85" name="Google Shape;18685;p62"/>
                <p:cNvSpPr/>
                <p:nvPr/>
              </p:nvSpPr>
              <p:spPr>
                <a:xfrm>
                  <a:off x="4675800" y="2411150"/>
                  <a:ext cx="14050" cy="13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" h="5349" extrusionOk="0">
                      <a:moveTo>
                        <a:pt x="561" y="0"/>
                      </a:moveTo>
                      <a:lnTo>
                        <a:pt x="234" y="2662"/>
                      </a:lnTo>
                      <a:cubicBezTo>
                        <a:pt x="118" y="3550"/>
                        <a:pt x="24" y="4437"/>
                        <a:pt x="1" y="5348"/>
                      </a:cubicBezTo>
                      <a:lnTo>
                        <a:pt x="24" y="5348"/>
                      </a:lnTo>
                      <a:cubicBezTo>
                        <a:pt x="188" y="4461"/>
                        <a:pt x="281" y="3573"/>
                        <a:pt x="351" y="2686"/>
                      </a:cubicBezTo>
                      <a:lnTo>
                        <a:pt x="56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86" name="Google Shape;18686;p62"/>
                <p:cNvSpPr/>
                <p:nvPr/>
              </p:nvSpPr>
              <p:spPr>
                <a:xfrm>
                  <a:off x="4702675" y="2471850"/>
                  <a:ext cx="23375" cy="10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158" extrusionOk="0">
                      <a:moveTo>
                        <a:pt x="911" y="1"/>
                      </a:moveTo>
                      <a:cubicBezTo>
                        <a:pt x="677" y="655"/>
                        <a:pt x="490" y="1355"/>
                        <a:pt x="327" y="2033"/>
                      </a:cubicBezTo>
                      <a:cubicBezTo>
                        <a:pt x="140" y="2733"/>
                        <a:pt x="0" y="3434"/>
                        <a:pt x="0" y="4158"/>
                      </a:cubicBezTo>
                      <a:cubicBezTo>
                        <a:pt x="187" y="3457"/>
                        <a:pt x="304" y="2780"/>
                        <a:pt x="444" y="2079"/>
                      </a:cubicBezTo>
                      <a:cubicBezTo>
                        <a:pt x="584" y="1379"/>
                        <a:pt x="747" y="678"/>
                        <a:pt x="93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87" name="Google Shape;18687;p62"/>
                <p:cNvSpPr/>
                <p:nvPr/>
              </p:nvSpPr>
              <p:spPr>
                <a:xfrm>
                  <a:off x="4244950" y="2614900"/>
                  <a:ext cx="54900" cy="17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6" h="6960" extrusionOk="0">
                      <a:moveTo>
                        <a:pt x="0" y="0"/>
                      </a:moveTo>
                      <a:cubicBezTo>
                        <a:pt x="561" y="1098"/>
                        <a:pt x="1028" y="2219"/>
                        <a:pt x="1378" y="3387"/>
                      </a:cubicBezTo>
                      <a:cubicBezTo>
                        <a:pt x="1705" y="4554"/>
                        <a:pt x="1962" y="5745"/>
                        <a:pt x="2172" y="6960"/>
                      </a:cubicBezTo>
                      <a:lnTo>
                        <a:pt x="2195" y="6960"/>
                      </a:lnTo>
                      <a:cubicBezTo>
                        <a:pt x="2125" y="5722"/>
                        <a:pt x="1892" y="4531"/>
                        <a:pt x="1495" y="3363"/>
                      </a:cubicBezTo>
                      <a:cubicBezTo>
                        <a:pt x="1098" y="2196"/>
                        <a:pt x="607" y="1075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88" name="Google Shape;18688;p62"/>
                <p:cNvSpPr/>
                <p:nvPr/>
              </p:nvSpPr>
              <p:spPr>
                <a:xfrm>
                  <a:off x="4392075" y="2659850"/>
                  <a:ext cx="22200" cy="11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72" extrusionOk="0">
                      <a:moveTo>
                        <a:pt x="864" y="1"/>
                      </a:moveTo>
                      <a:lnTo>
                        <a:pt x="374" y="2336"/>
                      </a:lnTo>
                      <a:cubicBezTo>
                        <a:pt x="210" y="3106"/>
                        <a:pt x="70" y="3877"/>
                        <a:pt x="0" y="4671"/>
                      </a:cubicBezTo>
                      <a:cubicBezTo>
                        <a:pt x="234" y="3900"/>
                        <a:pt x="374" y="3130"/>
                        <a:pt x="491" y="2359"/>
                      </a:cubicBezTo>
                      <a:lnTo>
                        <a:pt x="888" y="24"/>
                      </a:lnTo>
                      <a:lnTo>
                        <a:pt x="864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89" name="Google Shape;18689;p62"/>
                <p:cNvSpPr/>
                <p:nvPr/>
              </p:nvSpPr>
              <p:spPr>
                <a:xfrm>
                  <a:off x="4686325" y="2473600"/>
                  <a:ext cx="22200" cy="11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49" extrusionOk="0">
                      <a:moveTo>
                        <a:pt x="864" y="1"/>
                      </a:moveTo>
                      <a:lnTo>
                        <a:pt x="374" y="2313"/>
                      </a:lnTo>
                      <a:cubicBezTo>
                        <a:pt x="210" y="3084"/>
                        <a:pt x="47" y="3854"/>
                        <a:pt x="0" y="4648"/>
                      </a:cubicBezTo>
                      <a:cubicBezTo>
                        <a:pt x="234" y="3878"/>
                        <a:pt x="374" y="3107"/>
                        <a:pt x="491" y="2336"/>
                      </a:cubicBezTo>
                      <a:lnTo>
                        <a:pt x="88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90" name="Google Shape;18690;p62"/>
                <p:cNvSpPr/>
                <p:nvPr/>
              </p:nvSpPr>
              <p:spPr>
                <a:xfrm>
                  <a:off x="4330775" y="2676775"/>
                  <a:ext cx="5275" cy="10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4252" extrusionOk="0">
                      <a:moveTo>
                        <a:pt x="140" y="1"/>
                      </a:moveTo>
                      <a:cubicBezTo>
                        <a:pt x="70" y="701"/>
                        <a:pt x="23" y="1402"/>
                        <a:pt x="23" y="2126"/>
                      </a:cubicBezTo>
                      <a:cubicBezTo>
                        <a:pt x="0" y="2826"/>
                        <a:pt x="23" y="3550"/>
                        <a:pt x="164" y="4251"/>
                      </a:cubicBezTo>
                      <a:lnTo>
                        <a:pt x="187" y="4251"/>
                      </a:lnTo>
                      <a:cubicBezTo>
                        <a:pt x="210" y="3550"/>
                        <a:pt x="164" y="2826"/>
                        <a:pt x="140" y="2126"/>
                      </a:cubicBezTo>
                      <a:cubicBezTo>
                        <a:pt x="117" y="1425"/>
                        <a:pt x="140" y="701"/>
                        <a:pt x="16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91" name="Google Shape;18691;p62"/>
                <p:cNvSpPr/>
                <p:nvPr/>
              </p:nvSpPr>
              <p:spPr>
                <a:xfrm>
                  <a:off x="4305650" y="2608475"/>
                  <a:ext cx="25725" cy="1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9" h="7240" extrusionOk="0">
                      <a:moveTo>
                        <a:pt x="1" y="0"/>
                      </a:moveTo>
                      <a:lnTo>
                        <a:pt x="1" y="24"/>
                      </a:lnTo>
                      <a:cubicBezTo>
                        <a:pt x="351" y="1191"/>
                        <a:pt x="585" y="2382"/>
                        <a:pt x="701" y="3597"/>
                      </a:cubicBezTo>
                      <a:cubicBezTo>
                        <a:pt x="818" y="4811"/>
                        <a:pt x="842" y="6002"/>
                        <a:pt x="818" y="7240"/>
                      </a:cubicBezTo>
                      <a:lnTo>
                        <a:pt x="842" y="7240"/>
                      </a:lnTo>
                      <a:cubicBezTo>
                        <a:pt x="1028" y="6026"/>
                        <a:pt x="1005" y="4788"/>
                        <a:pt x="842" y="3573"/>
                      </a:cubicBezTo>
                      <a:cubicBezTo>
                        <a:pt x="678" y="2359"/>
                        <a:pt x="398" y="1168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92" name="Google Shape;18692;p62"/>
                <p:cNvSpPr/>
                <p:nvPr/>
              </p:nvSpPr>
              <p:spPr>
                <a:xfrm>
                  <a:off x="4338350" y="2613150"/>
                  <a:ext cx="37400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5162" extrusionOk="0">
                      <a:moveTo>
                        <a:pt x="1495" y="0"/>
                      </a:moveTo>
                      <a:lnTo>
                        <a:pt x="701" y="2569"/>
                      </a:lnTo>
                      <a:cubicBezTo>
                        <a:pt x="421" y="3433"/>
                        <a:pt x="187" y="4297"/>
                        <a:pt x="1" y="5161"/>
                      </a:cubicBezTo>
                      <a:lnTo>
                        <a:pt x="24" y="5161"/>
                      </a:lnTo>
                      <a:cubicBezTo>
                        <a:pt x="351" y="4321"/>
                        <a:pt x="585" y="3480"/>
                        <a:pt x="818" y="2592"/>
                      </a:cubicBezTo>
                      <a:lnTo>
                        <a:pt x="149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93" name="Google Shape;18693;p62"/>
                <p:cNvSpPr/>
                <p:nvPr/>
              </p:nvSpPr>
              <p:spPr>
                <a:xfrm>
                  <a:off x="4362300" y="2685550"/>
                  <a:ext cx="20450" cy="10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4204" extrusionOk="0">
                      <a:moveTo>
                        <a:pt x="794" y="0"/>
                      </a:moveTo>
                      <a:cubicBezTo>
                        <a:pt x="584" y="677"/>
                        <a:pt x="397" y="1378"/>
                        <a:pt x="257" y="2078"/>
                      </a:cubicBezTo>
                      <a:cubicBezTo>
                        <a:pt x="94" y="2756"/>
                        <a:pt x="0" y="3480"/>
                        <a:pt x="0" y="4180"/>
                      </a:cubicBezTo>
                      <a:lnTo>
                        <a:pt x="24" y="4204"/>
                      </a:lnTo>
                      <a:cubicBezTo>
                        <a:pt x="164" y="3503"/>
                        <a:pt x="280" y="2802"/>
                        <a:pt x="374" y="2078"/>
                      </a:cubicBezTo>
                      <a:cubicBezTo>
                        <a:pt x="491" y="1378"/>
                        <a:pt x="654" y="701"/>
                        <a:pt x="8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94" name="Google Shape;18694;p62"/>
                <p:cNvSpPr/>
                <p:nvPr/>
              </p:nvSpPr>
              <p:spPr>
                <a:xfrm>
                  <a:off x="2619550" y="2882300"/>
                  <a:ext cx="54900" cy="17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6" h="6960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561" y="1098"/>
                        <a:pt x="1028" y="2242"/>
                        <a:pt x="1379" y="3410"/>
                      </a:cubicBezTo>
                      <a:cubicBezTo>
                        <a:pt x="1729" y="4577"/>
                        <a:pt x="1986" y="5768"/>
                        <a:pt x="2196" y="6959"/>
                      </a:cubicBezTo>
                      <a:cubicBezTo>
                        <a:pt x="2149" y="5745"/>
                        <a:pt x="1892" y="4530"/>
                        <a:pt x="1495" y="3363"/>
                      </a:cubicBezTo>
                      <a:cubicBezTo>
                        <a:pt x="1122" y="2195"/>
                        <a:pt x="631" y="107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95" name="Google Shape;18695;p62"/>
                <p:cNvSpPr/>
                <p:nvPr/>
              </p:nvSpPr>
              <p:spPr>
                <a:xfrm>
                  <a:off x="2766675" y="2927825"/>
                  <a:ext cx="22800" cy="11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4672" extrusionOk="0">
                      <a:moveTo>
                        <a:pt x="888" y="1"/>
                      </a:moveTo>
                      <a:lnTo>
                        <a:pt x="398" y="2312"/>
                      </a:lnTo>
                      <a:cubicBezTo>
                        <a:pt x="211" y="3083"/>
                        <a:pt x="71" y="3877"/>
                        <a:pt x="1" y="4648"/>
                      </a:cubicBezTo>
                      <a:lnTo>
                        <a:pt x="24" y="4671"/>
                      </a:lnTo>
                      <a:cubicBezTo>
                        <a:pt x="258" y="3900"/>
                        <a:pt x="398" y="3130"/>
                        <a:pt x="515" y="2336"/>
                      </a:cubicBezTo>
                      <a:lnTo>
                        <a:pt x="912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96" name="Google Shape;18696;p62"/>
                <p:cNvSpPr/>
                <p:nvPr/>
              </p:nvSpPr>
              <p:spPr>
                <a:xfrm>
                  <a:off x="2705375" y="2944175"/>
                  <a:ext cx="5275" cy="10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4274" extrusionOk="0">
                      <a:moveTo>
                        <a:pt x="164" y="0"/>
                      </a:moveTo>
                      <a:cubicBezTo>
                        <a:pt x="94" y="701"/>
                        <a:pt x="47" y="1425"/>
                        <a:pt x="24" y="2126"/>
                      </a:cubicBezTo>
                      <a:cubicBezTo>
                        <a:pt x="1" y="2849"/>
                        <a:pt x="47" y="3573"/>
                        <a:pt x="188" y="4274"/>
                      </a:cubicBezTo>
                      <a:lnTo>
                        <a:pt x="211" y="4274"/>
                      </a:lnTo>
                      <a:cubicBezTo>
                        <a:pt x="211" y="3550"/>
                        <a:pt x="188" y="2849"/>
                        <a:pt x="164" y="2126"/>
                      </a:cubicBezTo>
                      <a:cubicBezTo>
                        <a:pt x="141" y="1425"/>
                        <a:pt x="141" y="701"/>
                        <a:pt x="18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97" name="Google Shape;18697;p62"/>
                <p:cNvSpPr/>
                <p:nvPr/>
              </p:nvSpPr>
              <p:spPr>
                <a:xfrm>
                  <a:off x="2680850" y="2876450"/>
                  <a:ext cx="25150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6" h="7217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351" y="1168"/>
                        <a:pt x="585" y="2359"/>
                        <a:pt x="701" y="3573"/>
                      </a:cubicBezTo>
                      <a:cubicBezTo>
                        <a:pt x="818" y="4788"/>
                        <a:pt x="842" y="6002"/>
                        <a:pt x="818" y="7217"/>
                      </a:cubicBezTo>
                      <a:cubicBezTo>
                        <a:pt x="1005" y="6002"/>
                        <a:pt x="982" y="4764"/>
                        <a:pt x="818" y="3573"/>
                      </a:cubicBezTo>
                      <a:cubicBezTo>
                        <a:pt x="678" y="2359"/>
                        <a:pt x="398" y="1145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98" name="Google Shape;18698;p62"/>
                <p:cNvSpPr/>
                <p:nvPr/>
              </p:nvSpPr>
              <p:spPr>
                <a:xfrm>
                  <a:off x="2713550" y="2880525"/>
                  <a:ext cx="37400" cy="12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5186" extrusionOk="0">
                      <a:moveTo>
                        <a:pt x="1472" y="1"/>
                      </a:moveTo>
                      <a:lnTo>
                        <a:pt x="701" y="2570"/>
                      </a:lnTo>
                      <a:cubicBezTo>
                        <a:pt x="421" y="3434"/>
                        <a:pt x="164" y="4298"/>
                        <a:pt x="1" y="5185"/>
                      </a:cubicBezTo>
                      <a:lnTo>
                        <a:pt x="24" y="5185"/>
                      </a:lnTo>
                      <a:cubicBezTo>
                        <a:pt x="351" y="4345"/>
                        <a:pt x="584" y="3481"/>
                        <a:pt x="818" y="2616"/>
                      </a:cubicBezTo>
                      <a:lnTo>
                        <a:pt x="1495" y="24"/>
                      </a:lnTo>
                      <a:lnTo>
                        <a:pt x="1472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699" name="Google Shape;18699;p62"/>
                <p:cNvSpPr/>
                <p:nvPr/>
              </p:nvSpPr>
              <p:spPr>
                <a:xfrm>
                  <a:off x="2737500" y="2952925"/>
                  <a:ext cx="19875" cy="10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4205" extrusionOk="0">
                      <a:moveTo>
                        <a:pt x="794" y="1"/>
                      </a:moveTo>
                      <a:lnTo>
                        <a:pt x="794" y="1"/>
                      </a:lnTo>
                      <a:cubicBezTo>
                        <a:pt x="584" y="678"/>
                        <a:pt x="397" y="1379"/>
                        <a:pt x="257" y="2079"/>
                      </a:cubicBezTo>
                      <a:cubicBezTo>
                        <a:pt x="94" y="2780"/>
                        <a:pt x="0" y="3480"/>
                        <a:pt x="0" y="4204"/>
                      </a:cubicBezTo>
                      <a:lnTo>
                        <a:pt x="23" y="4204"/>
                      </a:lnTo>
                      <a:cubicBezTo>
                        <a:pt x="164" y="3504"/>
                        <a:pt x="280" y="2803"/>
                        <a:pt x="374" y="2102"/>
                      </a:cubicBezTo>
                      <a:cubicBezTo>
                        <a:pt x="491" y="1402"/>
                        <a:pt x="631" y="701"/>
                        <a:pt x="79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00" name="Google Shape;18700;p62"/>
                <p:cNvSpPr/>
                <p:nvPr/>
              </p:nvSpPr>
              <p:spPr>
                <a:xfrm>
                  <a:off x="708100" y="2358600"/>
                  <a:ext cx="321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5" h="4111" extrusionOk="0">
                      <a:moveTo>
                        <a:pt x="0" y="0"/>
                      </a:moveTo>
                      <a:cubicBezTo>
                        <a:pt x="327" y="654"/>
                        <a:pt x="608" y="1308"/>
                        <a:pt x="818" y="2009"/>
                      </a:cubicBezTo>
                      <a:cubicBezTo>
                        <a:pt x="1005" y="2686"/>
                        <a:pt x="1168" y="3387"/>
                        <a:pt x="1285" y="4111"/>
                      </a:cubicBezTo>
                      <a:cubicBezTo>
                        <a:pt x="1261" y="3387"/>
                        <a:pt x="1121" y="2663"/>
                        <a:pt x="888" y="1985"/>
                      </a:cubicBezTo>
                      <a:cubicBezTo>
                        <a:pt x="654" y="1285"/>
                        <a:pt x="374" y="631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01" name="Google Shape;18701;p62"/>
                <p:cNvSpPr/>
                <p:nvPr/>
              </p:nvSpPr>
              <p:spPr>
                <a:xfrm>
                  <a:off x="795075" y="2385450"/>
                  <a:ext cx="12875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2733" extrusionOk="0">
                      <a:moveTo>
                        <a:pt x="515" y="1"/>
                      </a:moveTo>
                      <a:lnTo>
                        <a:pt x="211" y="1355"/>
                      </a:lnTo>
                      <a:cubicBezTo>
                        <a:pt x="118" y="1822"/>
                        <a:pt x="24" y="2266"/>
                        <a:pt x="1" y="2733"/>
                      </a:cubicBezTo>
                      <a:cubicBezTo>
                        <a:pt x="141" y="2289"/>
                        <a:pt x="211" y="1846"/>
                        <a:pt x="281" y="1379"/>
                      </a:cubicBezTo>
                      <a:lnTo>
                        <a:pt x="51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02" name="Google Shape;18702;p62"/>
                <p:cNvSpPr/>
                <p:nvPr/>
              </p:nvSpPr>
              <p:spPr>
                <a:xfrm>
                  <a:off x="758900" y="2394800"/>
                  <a:ext cx="2925" cy="6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" h="2523" extrusionOk="0">
                      <a:moveTo>
                        <a:pt x="93" y="0"/>
                      </a:moveTo>
                      <a:cubicBezTo>
                        <a:pt x="47" y="421"/>
                        <a:pt x="23" y="841"/>
                        <a:pt x="0" y="1261"/>
                      </a:cubicBezTo>
                      <a:cubicBezTo>
                        <a:pt x="0" y="1682"/>
                        <a:pt x="23" y="2102"/>
                        <a:pt x="93" y="2522"/>
                      </a:cubicBezTo>
                      <a:lnTo>
                        <a:pt x="117" y="2522"/>
                      </a:lnTo>
                      <a:cubicBezTo>
                        <a:pt x="117" y="2102"/>
                        <a:pt x="93" y="1682"/>
                        <a:pt x="70" y="1261"/>
                      </a:cubicBezTo>
                      <a:cubicBezTo>
                        <a:pt x="70" y="841"/>
                        <a:pt x="70" y="421"/>
                        <a:pt x="9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03" name="Google Shape;18703;p62"/>
                <p:cNvSpPr/>
                <p:nvPr/>
              </p:nvSpPr>
              <p:spPr>
                <a:xfrm>
                  <a:off x="743700" y="2355100"/>
                  <a:ext cx="15225" cy="10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4251" extrusionOk="0">
                      <a:moveTo>
                        <a:pt x="1" y="0"/>
                      </a:moveTo>
                      <a:cubicBezTo>
                        <a:pt x="211" y="678"/>
                        <a:pt x="351" y="1402"/>
                        <a:pt x="421" y="2102"/>
                      </a:cubicBezTo>
                      <a:cubicBezTo>
                        <a:pt x="491" y="2826"/>
                        <a:pt x="515" y="3527"/>
                        <a:pt x="491" y="4251"/>
                      </a:cubicBezTo>
                      <a:lnTo>
                        <a:pt x="515" y="4251"/>
                      </a:lnTo>
                      <a:cubicBezTo>
                        <a:pt x="608" y="3550"/>
                        <a:pt x="608" y="2803"/>
                        <a:pt x="491" y="2102"/>
                      </a:cubicBezTo>
                      <a:cubicBezTo>
                        <a:pt x="421" y="1378"/>
                        <a:pt x="258" y="67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04" name="Google Shape;18704;p62"/>
                <p:cNvSpPr/>
                <p:nvPr/>
              </p:nvSpPr>
              <p:spPr>
                <a:xfrm>
                  <a:off x="763550" y="2357425"/>
                  <a:ext cx="21625" cy="7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3060" extrusionOk="0">
                      <a:moveTo>
                        <a:pt x="865" y="1"/>
                      </a:moveTo>
                      <a:lnTo>
                        <a:pt x="398" y="1519"/>
                      </a:lnTo>
                      <a:cubicBezTo>
                        <a:pt x="234" y="2032"/>
                        <a:pt x="94" y="2523"/>
                        <a:pt x="1" y="3060"/>
                      </a:cubicBezTo>
                      <a:cubicBezTo>
                        <a:pt x="188" y="2570"/>
                        <a:pt x="351" y="2056"/>
                        <a:pt x="468" y="1542"/>
                      </a:cubicBezTo>
                      <a:lnTo>
                        <a:pt x="86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05" name="Google Shape;18705;p62"/>
                <p:cNvSpPr/>
                <p:nvPr/>
              </p:nvSpPr>
              <p:spPr>
                <a:xfrm>
                  <a:off x="1663825" y="3195225"/>
                  <a:ext cx="101625" cy="32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65" h="12821" extrusionOk="0">
                      <a:moveTo>
                        <a:pt x="1" y="0"/>
                      </a:moveTo>
                      <a:cubicBezTo>
                        <a:pt x="1051" y="2008"/>
                        <a:pt x="1916" y="4110"/>
                        <a:pt x="2546" y="6259"/>
                      </a:cubicBezTo>
                      <a:cubicBezTo>
                        <a:pt x="3177" y="8407"/>
                        <a:pt x="3644" y="10602"/>
                        <a:pt x="4041" y="12821"/>
                      </a:cubicBezTo>
                      <a:lnTo>
                        <a:pt x="4064" y="12821"/>
                      </a:lnTo>
                      <a:cubicBezTo>
                        <a:pt x="3971" y="10579"/>
                        <a:pt x="3504" y="8337"/>
                        <a:pt x="2780" y="6189"/>
                      </a:cubicBezTo>
                      <a:cubicBezTo>
                        <a:pt x="2079" y="4040"/>
                        <a:pt x="1145" y="1962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06" name="Google Shape;18706;p62"/>
                <p:cNvSpPr/>
                <p:nvPr/>
              </p:nvSpPr>
              <p:spPr>
                <a:xfrm>
                  <a:off x="1935900" y="3278700"/>
                  <a:ext cx="40875" cy="21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5" h="8595" extrusionOk="0">
                      <a:moveTo>
                        <a:pt x="1612" y="1"/>
                      </a:moveTo>
                      <a:lnTo>
                        <a:pt x="701" y="4274"/>
                      </a:lnTo>
                      <a:cubicBezTo>
                        <a:pt x="374" y="5699"/>
                        <a:pt x="117" y="7147"/>
                        <a:pt x="0" y="8594"/>
                      </a:cubicBezTo>
                      <a:lnTo>
                        <a:pt x="24" y="8594"/>
                      </a:lnTo>
                      <a:cubicBezTo>
                        <a:pt x="444" y="7193"/>
                        <a:pt x="701" y="5769"/>
                        <a:pt x="934" y="4321"/>
                      </a:cubicBezTo>
                      <a:lnTo>
                        <a:pt x="1635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07" name="Google Shape;18707;p62"/>
                <p:cNvSpPr/>
                <p:nvPr/>
              </p:nvSpPr>
              <p:spPr>
                <a:xfrm>
                  <a:off x="1822625" y="3309050"/>
                  <a:ext cx="9375" cy="196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" h="7871" extrusionOk="0">
                      <a:moveTo>
                        <a:pt x="281" y="1"/>
                      </a:moveTo>
                      <a:cubicBezTo>
                        <a:pt x="141" y="1285"/>
                        <a:pt x="71" y="2616"/>
                        <a:pt x="47" y="3924"/>
                      </a:cubicBezTo>
                      <a:cubicBezTo>
                        <a:pt x="1" y="5255"/>
                        <a:pt x="71" y="6563"/>
                        <a:pt x="328" y="7871"/>
                      </a:cubicBezTo>
                      <a:lnTo>
                        <a:pt x="351" y="7871"/>
                      </a:lnTo>
                      <a:cubicBezTo>
                        <a:pt x="374" y="6540"/>
                        <a:pt x="328" y="5232"/>
                        <a:pt x="258" y="3924"/>
                      </a:cubicBezTo>
                      <a:cubicBezTo>
                        <a:pt x="234" y="2616"/>
                        <a:pt x="258" y="1309"/>
                        <a:pt x="30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08" name="Google Shape;18708;p62"/>
                <p:cNvSpPr/>
                <p:nvPr/>
              </p:nvSpPr>
              <p:spPr>
                <a:xfrm>
                  <a:off x="1776500" y="3183550"/>
                  <a:ext cx="46725" cy="33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9" h="13335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655" y="2172"/>
                        <a:pt x="1075" y="4390"/>
                        <a:pt x="1309" y="6609"/>
                      </a:cubicBezTo>
                      <a:cubicBezTo>
                        <a:pt x="1519" y="8851"/>
                        <a:pt x="1565" y="11093"/>
                        <a:pt x="1519" y="13335"/>
                      </a:cubicBezTo>
                      <a:lnTo>
                        <a:pt x="1542" y="13335"/>
                      </a:lnTo>
                      <a:cubicBezTo>
                        <a:pt x="1869" y="11116"/>
                        <a:pt x="1846" y="8827"/>
                        <a:pt x="1542" y="6586"/>
                      </a:cubicBezTo>
                      <a:cubicBezTo>
                        <a:pt x="1262" y="4344"/>
                        <a:pt x="748" y="2149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09" name="Google Shape;18709;p62"/>
                <p:cNvSpPr/>
                <p:nvPr/>
              </p:nvSpPr>
              <p:spPr>
                <a:xfrm>
                  <a:off x="1837225" y="3191725"/>
                  <a:ext cx="68925" cy="23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7" h="9552" extrusionOk="0">
                      <a:moveTo>
                        <a:pt x="2733" y="0"/>
                      </a:moveTo>
                      <a:lnTo>
                        <a:pt x="1285" y="4741"/>
                      </a:lnTo>
                      <a:cubicBezTo>
                        <a:pt x="771" y="6329"/>
                        <a:pt x="304" y="7917"/>
                        <a:pt x="0" y="9551"/>
                      </a:cubicBezTo>
                      <a:lnTo>
                        <a:pt x="24" y="9551"/>
                      </a:lnTo>
                      <a:cubicBezTo>
                        <a:pt x="631" y="7987"/>
                        <a:pt x="1075" y="6422"/>
                        <a:pt x="1495" y="4811"/>
                      </a:cubicBezTo>
                      <a:lnTo>
                        <a:pt x="2756" y="23"/>
                      </a:lnTo>
                      <a:lnTo>
                        <a:pt x="2733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10" name="Google Shape;18710;p62"/>
                <p:cNvSpPr/>
                <p:nvPr/>
              </p:nvSpPr>
              <p:spPr>
                <a:xfrm>
                  <a:off x="1881000" y="3325400"/>
                  <a:ext cx="37400" cy="19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7731" extrusionOk="0">
                      <a:moveTo>
                        <a:pt x="1472" y="1"/>
                      </a:moveTo>
                      <a:cubicBezTo>
                        <a:pt x="1075" y="1262"/>
                        <a:pt x="748" y="2523"/>
                        <a:pt x="491" y="3807"/>
                      </a:cubicBezTo>
                      <a:cubicBezTo>
                        <a:pt x="188" y="5092"/>
                        <a:pt x="1" y="6423"/>
                        <a:pt x="24" y="7731"/>
                      </a:cubicBezTo>
                      <a:lnTo>
                        <a:pt x="48" y="7731"/>
                      </a:lnTo>
                      <a:cubicBezTo>
                        <a:pt x="328" y="6446"/>
                        <a:pt x="515" y="5162"/>
                        <a:pt x="702" y="3854"/>
                      </a:cubicBezTo>
                      <a:cubicBezTo>
                        <a:pt x="912" y="2570"/>
                        <a:pt x="1192" y="1285"/>
                        <a:pt x="1496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11" name="Google Shape;18711;p62"/>
                <p:cNvSpPr/>
                <p:nvPr/>
              </p:nvSpPr>
              <p:spPr>
                <a:xfrm>
                  <a:off x="1611275" y="2955275"/>
                  <a:ext cx="8002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1" h="3971" extrusionOk="0">
                      <a:moveTo>
                        <a:pt x="24" y="0"/>
                      </a:moveTo>
                      <a:lnTo>
                        <a:pt x="1" y="23"/>
                      </a:lnTo>
                      <a:cubicBezTo>
                        <a:pt x="678" y="561"/>
                        <a:pt x="1285" y="1168"/>
                        <a:pt x="1799" y="1822"/>
                      </a:cubicBezTo>
                      <a:cubicBezTo>
                        <a:pt x="2336" y="2499"/>
                        <a:pt x="2780" y="3223"/>
                        <a:pt x="3177" y="3970"/>
                      </a:cubicBezTo>
                      <a:lnTo>
                        <a:pt x="3200" y="3947"/>
                      </a:lnTo>
                      <a:cubicBezTo>
                        <a:pt x="2943" y="3153"/>
                        <a:pt x="2476" y="2405"/>
                        <a:pt x="1892" y="1752"/>
                      </a:cubicBezTo>
                      <a:cubicBezTo>
                        <a:pt x="1355" y="1098"/>
                        <a:pt x="701" y="51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12" name="Google Shape;18712;p62"/>
                <p:cNvSpPr/>
                <p:nvPr/>
              </p:nvSpPr>
              <p:spPr>
                <a:xfrm>
                  <a:off x="1778250" y="2955850"/>
                  <a:ext cx="6450" cy="7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" h="3037" extrusionOk="0">
                      <a:moveTo>
                        <a:pt x="258" y="0"/>
                      </a:moveTo>
                      <a:cubicBezTo>
                        <a:pt x="164" y="491"/>
                        <a:pt x="118" y="1005"/>
                        <a:pt x="71" y="1518"/>
                      </a:cubicBezTo>
                      <a:cubicBezTo>
                        <a:pt x="1" y="2009"/>
                        <a:pt x="1" y="2523"/>
                        <a:pt x="71" y="3036"/>
                      </a:cubicBezTo>
                      <a:lnTo>
                        <a:pt x="94" y="3036"/>
                      </a:lnTo>
                      <a:cubicBezTo>
                        <a:pt x="164" y="2523"/>
                        <a:pt x="188" y="2032"/>
                        <a:pt x="188" y="1518"/>
                      </a:cubicBezTo>
                      <a:cubicBezTo>
                        <a:pt x="211" y="1005"/>
                        <a:pt x="234" y="514"/>
                        <a:pt x="25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13" name="Google Shape;18713;p62"/>
                <p:cNvSpPr/>
                <p:nvPr/>
              </p:nvSpPr>
              <p:spPr>
                <a:xfrm>
                  <a:off x="1708775" y="2978625"/>
                  <a:ext cx="16975" cy="6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9" h="2663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24" y="467"/>
                        <a:pt x="94" y="911"/>
                        <a:pt x="188" y="1378"/>
                      </a:cubicBezTo>
                      <a:cubicBezTo>
                        <a:pt x="281" y="1822"/>
                        <a:pt x="421" y="2265"/>
                        <a:pt x="655" y="2662"/>
                      </a:cubicBezTo>
                      <a:lnTo>
                        <a:pt x="678" y="2662"/>
                      </a:lnTo>
                      <a:cubicBezTo>
                        <a:pt x="585" y="2195"/>
                        <a:pt x="444" y="1775"/>
                        <a:pt x="304" y="1331"/>
                      </a:cubicBezTo>
                      <a:cubicBezTo>
                        <a:pt x="188" y="911"/>
                        <a:pt x="94" y="46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14" name="Google Shape;18714;p62"/>
                <p:cNvSpPr/>
                <p:nvPr/>
              </p:nvSpPr>
              <p:spPr>
                <a:xfrm>
                  <a:off x="1670250" y="2941250"/>
                  <a:ext cx="47325" cy="10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3" h="4368" extrusionOk="0">
                      <a:moveTo>
                        <a:pt x="24" y="1"/>
                      </a:moveTo>
                      <a:lnTo>
                        <a:pt x="0" y="24"/>
                      </a:lnTo>
                      <a:cubicBezTo>
                        <a:pt x="491" y="655"/>
                        <a:pt x="911" y="1355"/>
                        <a:pt x="1215" y="2079"/>
                      </a:cubicBezTo>
                      <a:cubicBezTo>
                        <a:pt x="1518" y="2826"/>
                        <a:pt x="1729" y="3574"/>
                        <a:pt x="1892" y="4368"/>
                      </a:cubicBezTo>
                      <a:cubicBezTo>
                        <a:pt x="1892" y="3550"/>
                        <a:pt x="1682" y="2756"/>
                        <a:pt x="1332" y="2032"/>
                      </a:cubicBezTo>
                      <a:cubicBezTo>
                        <a:pt x="981" y="1308"/>
                        <a:pt x="538" y="63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15" name="Google Shape;18715;p62"/>
                <p:cNvSpPr/>
                <p:nvPr/>
              </p:nvSpPr>
              <p:spPr>
                <a:xfrm>
                  <a:off x="1722800" y="2933075"/>
                  <a:ext cx="17525" cy="8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3434" extrusionOk="0">
                      <a:moveTo>
                        <a:pt x="677" y="1"/>
                      </a:moveTo>
                      <a:lnTo>
                        <a:pt x="280" y="1705"/>
                      </a:lnTo>
                      <a:cubicBezTo>
                        <a:pt x="140" y="2266"/>
                        <a:pt x="24" y="2850"/>
                        <a:pt x="0" y="3434"/>
                      </a:cubicBezTo>
                      <a:cubicBezTo>
                        <a:pt x="210" y="2873"/>
                        <a:pt x="327" y="2313"/>
                        <a:pt x="397" y="1729"/>
                      </a:cubicBezTo>
                      <a:lnTo>
                        <a:pt x="701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16" name="Google Shape;18716;p62"/>
                <p:cNvSpPr/>
                <p:nvPr/>
              </p:nvSpPr>
              <p:spPr>
                <a:xfrm>
                  <a:off x="1750225" y="2976875"/>
                  <a:ext cx="7050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733" extrusionOk="0">
                      <a:moveTo>
                        <a:pt x="281" y="0"/>
                      </a:moveTo>
                      <a:lnTo>
                        <a:pt x="281" y="0"/>
                      </a:lnTo>
                      <a:cubicBezTo>
                        <a:pt x="164" y="444"/>
                        <a:pt x="94" y="888"/>
                        <a:pt x="48" y="1355"/>
                      </a:cubicBezTo>
                      <a:cubicBezTo>
                        <a:pt x="1" y="1798"/>
                        <a:pt x="1" y="2265"/>
                        <a:pt x="118" y="2732"/>
                      </a:cubicBezTo>
                      <a:lnTo>
                        <a:pt x="141" y="2732"/>
                      </a:lnTo>
                      <a:cubicBezTo>
                        <a:pt x="188" y="2265"/>
                        <a:pt x="188" y="1822"/>
                        <a:pt x="188" y="1355"/>
                      </a:cubicBezTo>
                      <a:cubicBezTo>
                        <a:pt x="188" y="911"/>
                        <a:pt x="234" y="444"/>
                        <a:pt x="28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17" name="Google Shape;18717;p62"/>
                <p:cNvSpPr/>
                <p:nvPr/>
              </p:nvSpPr>
              <p:spPr>
                <a:xfrm>
                  <a:off x="859900" y="2567600"/>
                  <a:ext cx="78825" cy="9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" h="3925" extrusionOk="0">
                      <a:moveTo>
                        <a:pt x="0" y="1"/>
                      </a:moveTo>
                      <a:cubicBezTo>
                        <a:pt x="654" y="538"/>
                        <a:pt x="1261" y="1145"/>
                        <a:pt x="1775" y="1799"/>
                      </a:cubicBezTo>
                      <a:cubicBezTo>
                        <a:pt x="2289" y="2476"/>
                        <a:pt x="2733" y="3177"/>
                        <a:pt x="3130" y="3924"/>
                      </a:cubicBezTo>
                      <a:lnTo>
                        <a:pt x="3153" y="3924"/>
                      </a:lnTo>
                      <a:cubicBezTo>
                        <a:pt x="2896" y="3107"/>
                        <a:pt x="2429" y="2383"/>
                        <a:pt x="1868" y="1729"/>
                      </a:cubicBezTo>
                      <a:cubicBezTo>
                        <a:pt x="1331" y="1075"/>
                        <a:pt x="677" y="51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18" name="Google Shape;18718;p62"/>
                <p:cNvSpPr/>
                <p:nvPr/>
              </p:nvSpPr>
              <p:spPr>
                <a:xfrm>
                  <a:off x="1025125" y="2568200"/>
                  <a:ext cx="6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" h="2990" extrusionOk="0">
                      <a:moveTo>
                        <a:pt x="234" y="0"/>
                      </a:moveTo>
                      <a:cubicBezTo>
                        <a:pt x="164" y="491"/>
                        <a:pt x="94" y="981"/>
                        <a:pt x="70" y="1495"/>
                      </a:cubicBezTo>
                      <a:cubicBezTo>
                        <a:pt x="0" y="1985"/>
                        <a:pt x="0" y="2499"/>
                        <a:pt x="70" y="2989"/>
                      </a:cubicBezTo>
                      <a:lnTo>
                        <a:pt x="94" y="2989"/>
                      </a:lnTo>
                      <a:cubicBezTo>
                        <a:pt x="164" y="2499"/>
                        <a:pt x="187" y="2008"/>
                        <a:pt x="187" y="1495"/>
                      </a:cubicBezTo>
                      <a:cubicBezTo>
                        <a:pt x="187" y="1004"/>
                        <a:pt x="210" y="491"/>
                        <a:pt x="25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19" name="Google Shape;18719;p62"/>
                <p:cNvSpPr/>
                <p:nvPr/>
              </p:nvSpPr>
              <p:spPr>
                <a:xfrm>
                  <a:off x="956225" y="2590950"/>
                  <a:ext cx="16375" cy="6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" h="2617" extrusionOk="0">
                      <a:moveTo>
                        <a:pt x="0" y="1"/>
                      </a:moveTo>
                      <a:cubicBezTo>
                        <a:pt x="24" y="445"/>
                        <a:pt x="94" y="912"/>
                        <a:pt x="187" y="1332"/>
                      </a:cubicBezTo>
                      <a:cubicBezTo>
                        <a:pt x="257" y="1799"/>
                        <a:pt x="397" y="2219"/>
                        <a:pt x="654" y="2616"/>
                      </a:cubicBezTo>
                      <a:cubicBezTo>
                        <a:pt x="561" y="2173"/>
                        <a:pt x="444" y="1752"/>
                        <a:pt x="304" y="1309"/>
                      </a:cubicBezTo>
                      <a:cubicBezTo>
                        <a:pt x="187" y="888"/>
                        <a:pt x="94" y="44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20" name="Google Shape;18720;p62"/>
                <p:cNvSpPr/>
                <p:nvPr/>
              </p:nvSpPr>
              <p:spPr>
                <a:xfrm>
                  <a:off x="918275" y="2554175"/>
                  <a:ext cx="46725" cy="10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9" h="4298" extrusionOk="0">
                      <a:moveTo>
                        <a:pt x="1" y="1"/>
                      </a:moveTo>
                      <a:cubicBezTo>
                        <a:pt x="491" y="631"/>
                        <a:pt x="888" y="1308"/>
                        <a:pt x="1192" y="2032"/>
                      </a:cubicBezTo>
                      <a:cubicBezTo>
                        <a:pt x="1495" y="2780"/>
                        <a:pt x="1682" y="3527"/>
                        <a:pt x="1845" y="4298"/>
                      </a:cubicBezTo>
                      <a:lnTo>
                        <a:pt x="1869" y="4298"/>
                      </a:lnTo>
                      <a:cubicBezTo>
                        <a:pt x="1869" y="3504"/>
                        <a:pt x="1659" y="2710"/>
                        <a:pt x="1308" y="1986"/>
                      </a:cubicBezTo>
                      <a:cubicBezTo>
                        <a:pt x="981" y="1262"/>
                        <a:pt x="514" y="58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21" name="Google Shape;18721;p62"/>
                <p:cNvSpPr/>
                <p:nvPr/>
              </p:nvSpPr>
              <p:spPr>
                <a:xfrm>
                  <a:off x="969650" y="2545425"/>
                  <a:ext cx="17550" cy="8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3410" extrusionOk="0">
                      <a:moveTo>
                        <a:pt x="701" y="0"/>
                      </a:moveTo>
                      <a:lnTo>
                        <a:pt x="304" y="1705"/>
                      </a:lnTo>
                      <a:cubicBezTo>
                        <a:pt x="164" y="2266"/>
                        <a:pt x="47" y="2826"/>
                        <a:pt x="1" y="3410"/>
                      </a:cubicBezTo>
                      <a:lnTo>
                        <a:pt x="24" y="3410"/>
                      </a:lnTo>
                      <a:cubicBezTo>
                        <a:pt x="211" y="2849"/>
                        <a:pt x="328" y="2289"/>
                        <a:pt x="421" y="1728"/>
                      </a:cubicBezTo>
                      <a:lnTo>
                        <a:pt x="70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22" name="Google Shape;18722;p62"/>
                <p:cNvSpPr/>
                <p:nvPr/>
              </p:nvSpPr>
              <p:spPr>
                <a:xfrm>
                  <a:off x="997100" y="2588625"/>
                  <a:ext cx="7025" cy="6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" h="2710" extrusionOk="0">
                      <a:moveTo>
                        <a:pt x="280" y="0"/>
                      </a:moveTo>
                      <a:cubicBezTo>
                        <a:pt x="164" y="444"/>
                        <a:pt x="94" y="888"/>
                        <a:pt x="70" y="1355"/>
                      </a:cubicBezTo>
                      <a:cubicBezTo>
                        <a:pt x="0" y="1799"/>
                        <a:pt x="0" y="2266"/>
                        <a:pt x="117" y="2709"/>
                      </a:cubicBezTo>
                      <a:lnTo>
                        <a:pt x="140" y="2709"/>
                      </a:lnTo>
                      <a:cubicBezTo>
                        <a:pt x="187" y="2242"/>
                        <a:pt x="187" y="1799"/>
                        <a:pt x="187" y="1355"/>
                      </a:cubicBezTo>
                      <a:cubicBezTo>
                        <a:pt x="187" y="911"/>
                        <a:pt x="234" y="444"/>
                        <a:pt x="28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23" name="Google Shape;18723;p62"/>
                <p:cNvSpPr/>
                <p:nvPr/>
              </p:nvSpPr>
              <p:spPr>
                <a:xfrm>
                  <a:off x="981325" y="2548350"/>
                  <a:ext cx="7625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2733" extrusionOk="0">
                      <a:moveTo>
                        <a:pt x="281" y="0"/>
                      </a:moveTo>
                      <a:cubicBezTo>
                        <a:pt x="187" y="444"/>
                        <a:pt x="94" y="911"/>
                        <a:pt x="71" y="1355"/>
                      </a:cubicBezTo>
                      <a:cubicBezTo>
                        <a:pt x="1" y="1822"/>
                        <a:pt x="24" y="2289"/>
                        <a:pt x="117" y="2732"/>
                      </a:cubicBezTo>
                      <a:lnTo>
                        <a:pt x="141" y="2732"/>
                      </a:lnTo>
                      <a:cubicBezTo>
                        <a:pt x="187" y="2265"/>
                        <a:pt x="187" y="1822"/>
                        <a:pt x="187" y="1378"/>
                      </a:cubicBezTo>
                      <a:cubicBezTo>
                        <a:pt x="187" y="911"/>
                        <a:pt x="234" y="467"/>
                        <a:pt x="30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24" name="Google Shape;18724;p62"/>
                <p:cNvSpPr/>
                <p:nvPr/>
              </p:nvSpPr>
              <p:spPr>
                <a:xfrm>
                  <a:off x="816100" y="3215075"/>
                  <a:ext cx="189775" cy="2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1" h="9435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1589" y="1308"/>
                        <a:pt x="3037" y="2756"/>
                        <a:pt x="4298" y="4344"/>
                      </a:cubicBezTo>
                      <a:cubicBezTo>
                        <a:pt x="5535" y="5955"/>
                        <a:pt x="6610" y="7637"/>
                        <a:pt x="7567" y="9435"/>
                      </a:cubicBezTo>
                      <a:lnTo>
                        <a:pt x="7590" y="9411"/>
                      </a:lnTo>
                      <a:cubicBezTo>
                        <a:pt x="6983" y="7473"/>
                        <a:pt x="5886" y="5698"/>
                        <a:pt x="4531" y="4157"/>
                      </a:cubicBezTo>
                      <a:cubicBezTo>
                        <a:pt x="3200" y="2592"/>
                        <a:pt x="1682" y="121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25" name="Google Shape;18725;p62"/>
                <p:cNvSpPr/>
                <p:nvPr/>
              </p:nvSpPr>
              <p:spPr>
                <a:xfrm>
                  <a:off x="1213100" y="3216225"/>
                  <a:ext cx="16375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" h="7217" extrusionOk="0">
                      <a:moveTo>
                        <a:pt x="608" y="1"/>
                      </a:moveTo>
                      <a:cubicBezTo>
                        <a:pt x="421" y="1192"/>
                        <a:pt x="281" y="2383"/>
                        <a:pt x="164" y="3597"/>
                      </a:cubicBezTo>
                      <a:cubicBezTo>
                        <a:pt x="48" y="4788"/>
                        <a:pt x="1" y="6003"/>
                        <a:pt x="211" y="7217"/>
                      </a:cubicBezTo>
                      <a:lnTo>
                        <a:pt x="234" y="7217"/>
                      </a:lnTo>
                      <a:cubicBezTo>
                        <a:pt x="421" y="6026"/>
                        <a:pt x="468" y="4812"/>
                        <a:pt x="468" y="3621"/>
                      </a:cubicBezTo>
                      <a:cubicBezTo>
                        <a:pt x="491" y="2406"/>
                        <a:pt x="561" y="1192"/>
                        <a:pt x="65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26" name="Google Shape;18726;p62"/>
                <p:cNvSpPr/>
                <p:nvPr/>
              </p:nvSpPr>
              <p:spPr>
                <a:xfrm>
                  <a:off x="1048475" y="3271125"/>
                  <a:ext cx="39725" cy="1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" h="6306" extrusionOk="0">
                      <a:moveTo>
                        <a:pt x="0" y="0"/>
                      </a:moveTo>
                      <a:cubicBezTo>
                        <a:pt x="70" y="1098"/>
                        <a:pt x="210" y="2172"/>
                        <a:pt x="444" y="3223"/>
                      </a:cubicBezTo>
                      <a:cubicBezTo>
                        <a:pt x="631" y="4297"/>
                        <a:pt x="981" y="5348"/>
                        <a:pt x="1542" y="6305"/>
                      </a:cubicBezTo>
                      <a:lnTo>
                        <a:pt x="1588" y="6282"/>
                      </a:lnTo>
                      <a:cubicBezTo>
                        <a:pt x="1355" y="5208"/>
                        <a:pt x="1051" y="4204"/>
                        <a:pt x="724" y="3153"/>
                      </a:cubicBezTo>
                      <a:cubicBezTo>
                        <a:pt x="421" y="2125"/>
                        <a:pt x="210" y="107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27" name="Google Shape;18727;p62"/>
                <p:cNvSpPr/>
                <p:nvPr/>
              </p:nvSpPr>
              <p:spPr>
                <a:xfrm>
                  <a:off x="956800" y="3182375"/>
                  <a:ext cx="112700" cy="25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8" h="10346" extrusionOk="0">
                      <a:moveTo>
                        <a:pt x="24" y="0"/>
                      </a:moveTo>
                      <a:lnTo>
                        <a:pt x="1" y="24"/>
                      </a:lnTo>
                      <a:cubicBezTo>
                        <a:pt x="1168" y="1518"/>
                        <a:pt x="2149" y="3176"/>
                        <a:pt x="2873" y="4928"/>
                      </a:cubicBezTo>
                      <a:cubicBezTo>
                        <a:pt x="3574" y="6679"/>
                        <a:pt x="4088" y="8477"/>
                        <a:pt x="4461" y="10346"/>
                      </a:cubicBezTo>
                      <a:lnTo>
                        <a:pt x="4508" y="10346"/>
                      </a:lnTo>
                      <a:cubicBezTo>
                        <a:pt x="4508" y="8431"/>
                        <a:pt x="3994" y="6539"/>
                        <a:pt x="3154" y="4811"/>
                      </a:cubicBezTo>
                      <a:cubicBezTo>
                        <a:pt x="2336" y="3060"/>
                        <a:pt x="1285" y="144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28" name="Google Shape;18728;p62"/>
                <p:cNvSpPr/>
                <p:nvPr/>
              </p:nvSpPr>
              <p:spPr>
                <a:xfrm>
                  <a:off x="1081175" y="3161950"/>
                  <a:ext cx="42050" cy="2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" h="8197" extrusionOk="0">
                      <a:moveTo>
                        <a:pt x="1635" y="0"/>
                      </a:moveTo>
                      <a:lnTo>
                        <a:pt x="701" y="4063"/>
                      </a:lnTo>
                      <a:cubicBezTo>
                        <a:pt x="350" y="5418"/>
                        <a:pt x="70" y="6796"/>
                        <a:pt x="0" y="8197"/>
                      </a:cubicBezTo>
                      <a:lnTo>
                        <a:pt x="23" y="8197"/>
                      </a:lnTo>
                      <a:cubicBezTo>
                        <a:pt x="490" y="6866"/>
                        <a:pt x="771" y="5511"/>
                        <a:pt x="981" y="4133"/>
                      </a:cubicBezTo>
                      <a:lnTo>
                        <a:pt x="168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29" name="Google Shape;18729;p62"/>
                <p:cNvSpPr/>
                <p:nvPr/>
              </p:nvSpPr>
              <p:spPr>
                <a:xfrm>
                  <a:off x="1146550" y="3265850"/>
                  <a:ext cx="17550" cy="16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6493" extrusionOk="0">
                      <a:moveTo>
                        <a:pt x="678" y="1"/>
                      </a:moveTo>
                      <a:cubicBezTo>
                        <a:pt x="421" y="1052"/>
                        <a:pt x="234" y="2149"/>
                        <a:pt x="141" y="3224"/>
                      </a:cubicBezTo>
                      <a:cubicBezTo>
                        <a:pt x="1" y="4321"/>
                        <a:pt x="24" y="5419"/>
                        <a:pt x="304" y="6493"/>
                      </a:cubicBezTo>
                      <a:lnTo>
                        <a:pt x="328" y="6493"/>
                      </a:lnTo>
                      <a:cubicBezTo>
                        <a:pt x="444" y="5395"/>
                        <a:pt x="444" y="4321"/>
                        <a:pt x="421" y="3247"/>
                      </a:cubicBezTo>
                      <a:cubicBezTo>
                        <a:pt x="468" y="2173"/>
                        <a:pt x="561" y="1075"/>
                        <a:pt x="70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30" name="Google Shape;18730;p62"/>
                <p:cNvSpPr/>
                <p:nvPr/>
              </p:nvSpPr>
              <p:spPr>
                <a:xfrm>
                  <a:off x="2658675" y="2637675"/>
                  <a:ext cx="103950" cy="15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8" h="6072" extrusionOk="0">
                      <a:moveTo>
                        <a:pt x="24" y="0"/>
                      </a:moveTo>
                      <a:lnTo>
                        <a:pt x="0" y="23"/>
                      </a:lnTo>
                      <a:cubicBezTo>
                        <a:pt x="865" y="911"/>
                        <a:pt x="1635" y="1868"/>
                        <a:pt x="2336" y="2873"/>
                      </a:cubicBezTo>
                      <a:cubicBezTo>
                        <a:pt x="2990" y="3900"/>
                        <a:pt x="3573" y="4974"/>
                        <a:pt x="4134" y="6072"/>
                      </a:cubicBezTo>
                      <a:lnTo>
                        <a:pt x="4157" y="6072"/>
                      </a:lnTo>
                      <a:cubicBezTo>
                        <a:pt x="3737" y="4904"/>
                        <a:pt x="3153" y="3807"/>
                        <a:pt x="2429" y="2802"/>
                      </a:cubicBezTo>
                      <a:cubicBezTo>
                        <a:pt x="1729" y="1798"/>
                        <a:pt x="911" y="86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31" name="Google Shape;18731;p62"/>
                <p:cNvSpPr/>
                <p:nvPr/>
              </p:nvSpPr>
              <p:spPr>
                <a:xfrm>
                  <a:off x="2833825" y="2634175"/>
                  <a:ext cx="14025" cy="11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4718" extrusionOk="0">
                      <a:moveTo>
                        <a:pt x="0" y="0"/>
                      </a:moveTo>
                      <a:lnTo>
                        <a:pt x="234" y="2359"/>
                      </a:lnTo>
                      <a:cubicBezTo>
                        <a:pt x="281" y="3153"/>
                        <a:pt x="374" y="3923"/>
                        <a:pt x="538" y="4717"/>
                      </a:cubicBezTo>
                      <a:lnTo>
                        <a:pt x="561" y="4694"/>
                      </a:lnTo>
                      <a:cubicBezTo>
                        <a:pt x="538" y="3900"/>
                        <a:pt x="467" y="3129"/>
                        <a:pt x="351" y="2335"/>
                      </a:cubicBez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32" name="Google Shape;18732;p62"/>
                <p:cNvSpPr/>
                <p:nvPr/>
              </p:nvSpPr>
              <p:spPr>
                <a:xfrm>
                  <a:off x="2762600" y="2672100"/>
                  <a:ext cx="32725" cy="10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9" h="4088" extrusionOk="0">
                      <a:moveTo>
                        <a:pt x="0" y="1"/>
                      </a:moveTo>
                      <a:cubicBezTo>
                        <a:pt x="140" y="702"/>
                        <a:pt x="304" y="1379"/>
                        <a:pt x="514" y="2079"/>
                      </a:cubicBezTo>
                      <a:cubicBezTo>
                        <a:pt x="701" y="2757"/>
                        <a:pt x="934" y="3434"/>
                        <a:pt x="1285" y="4088"/>
                      </a:cubicBezTo>
                      <a:lnTo>
                        <a:pt x="1308" y="4064"/>
                      </a:lnTo>
                      <a:cubicBezTo>
                        <a:pt x="1098" y="3387"/>
                        <a:pt x="864" y="2710"/>
                        <a:pt x="631" y="2033"/>
                      </a:cubicBezTo>
                      <a:cubicBezTo>
                        <a:pt x="397" y="1355"/>
                        <a:pt x="211" y="67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33" name="Google Shape;18733;p62"/>
                <p:cNvSpPr/>
                <p:nvPr/>
              </p:nvSpPr>
              <p:spPr>
                <a:xfrm>
                  <a:off x="2715300" y="2614900"/>
                  <a:ext cx="73000" cy="16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0" h="6703" extrusionOk="0">
                      <a:moveTo>
                        <a:pt x="1" y="0"/>
                      </a:moveTo>
                      <a:cubicBezTo>
                        <a:pt x="678" y="1028"/>
                        <a:pt x="1262" y="2102"/>
                        <a:pt x="1729" y="3246"/>
                      </a:cubicBezTo>
                      <a:cubicBezTo>
                        <a:pt x="2196" y="4367"/>
                        <a:pt x="2570" y="5512"/>
                        <a:pt x="2920" y="6703"/>
                      </a:cubicBezTo>
                      <a:cubicBezTo>
                        <a:pt x="2733" y="5488"/>
                        <a:pt x="2359" y="4297"/>
                        <a:pt x="1846" y="3200"/>
                      </a:cubicBezTo>
                      <a:cubicBezTo>
                        <a:pt x="1355" y="2079"/>
                        <a:pt x="725" y="1005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34" name="Google Shape;18734;p62"/>
                <p:cNvSpPr/>
                <p:nvPr/>
              </p:nvSpPr>
              <p:spPr>
                <a:xfrm>
                  <a:off x="2783025" y="2599725"/>
                  <a:ext cx="5275" cy="1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5372" extrusionOk="0">
                      <a:moveTo>
                        <a:pt x="24" y="0"/>
                      </a:moveTo>
                      <a:lnTo>
                        <a:pt x="24" y="2686"/>
                      </a:lnTo>
                      <a:cubicBezTo>
                        <a:pt x="1" y="3573"/>
                        <a:pt x="24" y="4484"/>
                        <a:pt x="117" y="5371"/>
                      </a:cubicBezTo>
                      <a:lnTo>
                        <a:pt x="141" y="5371"/>
                      </a:lnTo>
                      <a:cubicBezTo>
                        <a:pt x="211" y="4461"/>
                        <a:pt x="188" y="3573"/>
                        <a:pt x="141" y="2686"/>
                      </a:cubicBez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35" name="Google Shape;18735;p62"/>
                <p:cNvSpPr/>
                <p:nvPr/>
              </p:nvSpPr>
              <p:spPr>
                <a:xfrm>
                  <a:off x="2811050" y="2666850"/>
                  <a:ext cx="12300" cy="10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4252" extrusionOk="0">
                      <a:moveTo>
                        <a:pt x="1" y="1"/>
                      </a:moveTo>
                      <a:cubicBezTo>
                        <a:pt x="1" y="725"/>
                        <a:pt x="47" y="1425"/>
                        <a:pt x="94" y="2149"/>
                      </a:cubicBezTo>
                      <a:cubicBezTo>
                        <a:pt x="164" y="2850"/>
                        <a:pt x="258" y="3574"/>
                        <a:pt x="491" y="4251"/>
                      </a:cubicBezTo>
                      <a:cubicBezTo>
                        <a:pt x="444" y="3527"/>
                        <a:pt x="328" y="2826"/>
                        <a:pt x="234" y="2126"/>
                      </a:cubicBezTo>
                      <a:cubicBezTo>
                        <a:pt x="141" y="1425"/>
                        <a:pt x="71" y="72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36" name="Google Shape;18736;p62"/>
                <p:cNvSpPr/>
                <p:nvPr/>
              </p:nvSpPr>
              <p:spPr>
                <a:xfrm>
                  <a:off x="510750" y="2913225"/>
                  <a:ext cx="78275" cy="16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1" h="6610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02" y="1005"/>
                        <a:pt x="1332" y="2079"/>
                        <a:pt x="1823" y="3177"/>
                      </a:cubicBezTo>
                      <a:cubicBezTo>
                        <a:pt x="2336" y="4298"/>
                        <a:pt x="2733" y="5442"/>
                        <a:pt x="3107" y="6610"/>
                      </a:cubicBezTo>
                      <a:lnTo>
                        <a:pt x="3130" y="6610"/>
                      </a:lnTo>
                      <a:cubicBezTo>
                        <a:pt x="2897" y="5395"/>
                        <a:pt x="2500" y="4228"/>
                        <a:pt x="1939" y="3130"/>
                      </a:cubicBezTo>
                      <a:cubicBezTo>
                        <a:pt x="1402" y="2032"/>
                        <a:pt x="748" y="982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37" name="Google Shape;18737;p62"/>
                <p:cNvSpPr/>
                <p:nvPr/>
              </p:nvSpPr>
              <p:spPr>
                <a:xfrm>
                  <a:off x="677725" y="2936000"/>
                  <a:ext cx="7050" cy="11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4742" extrusionOk="0">
                      <a:moveTo>
                        <a:pt x="281" y="0"/>
                      </a:moveTo>
                      <a:lnTo>
                        <a:pt x="94" y="2359"/>
                      </a:lnTo>
                      <a:cubicBezTo>
                        <a:pt x="24" y="3153"/>
                        <a:pt x="1" y="3947"/>
                        <a:pt x="48" y="4741"/>
                      </a:cubicBezTo>
                      <a:cubicBezTo>
                        <a:pt x="164" y="3947"/>
                        <a:pt x="211" y="3153"/>
                        <a:pt x="235" y="2359"/>
                      </a:cubicBez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38" name="Google Shape;18738;p62"/>
                <p:cNvSpPr/>
                <p:nvPr/>
              </p:nvSpPr>
              <p:spPr>
                <a:xfrm>
                  <a:off x="608250" y="2962275"/>
                  <a:ext cx="15225" cy="10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422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4" y="724"/>
                        <a:pt x="71" y="1425"/>
                        <a:pt x="164" y="2149"/>
                      </a:cubicBezTo>
                      <a:cubicBezTo>
                        <a:pt x="234" y="2849"/>
                        <a:pt x="375" y="3550"/>
                        <a:pt x="608" y="4227"/>
                      </a:cubicBezTo>
                      <a:cubicBezTo>
                        <a:pt x="538" y="3527"/>
                        <a:pt x="398" y="2826"/>
                        <a:pt x="281" y="2125"/>
                      </a:cubicBezTo>
                      <a:cubicBezTo>
                        <a:pt x="164" y="1425"/>
                        <a:pt x="71" y="724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39" name="Google Shape;18739;p62"/>
                <p:cNvSpPr/>
                <p:nvPr/>
              </p:nvSpPr>
              <p:spPr>
                <a:xfrm>
                  <a:off x="570300" y="2899225"/>
                  <a:ext cx="45575" cy="17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3" h="7053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91" y="1121"/>
                        <a:pt x="912" y="2265"/>
                        <a:pt x="1192" y="3456"/>
                      </a:cubicBezTo>
                      <a:cubicBezTo>
                        <a:pt x="1472" y="4647"/>
                        <a:pt x="1659" y="5838"/>
                        <a:pt x="1799" y="7053"/>
                      </a:cubicBezTo>
                      <a:lnTo>
                        <a:pt x="1823" y="7053"/>
                      </a:lnTo>
                      <a:cubicBezTo>
                        <a:pt x="1823" y="5815"/>
                        <a:pt x="1636" y="4601"/>
                        <a:pt x="1309" y="3433"/>
                      </a:cubicBezTo>
                      <a:cubicBezTo>
                        <a:pt x="1005" y="2242"/>
                        <a:pt x="561" y="1098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40" name="Google Shape;18740;p62"/>
                <p:cNvSpPr/>
                <p:nvPr/>
              </p:nvSpPr>
              <p:spPr>
                <a:xfrm>
                  <a:off x="621100" y="2894550"/>
                  <a:ext cx="19300" cy="1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" h="5302" extrusionOk="0">
                      <a:moveTo>
                        <a:pt x="748" y="0"/>
                      </a:moveTo>
                      <a:lnTo>
                        <a:pt x="328" y="2639"/>
                      </a:lnTo>
                      <a:cubicBezTo>
                        <a:pt x="164" y="3527"/>
                        <a:pt x="47" y="4414"/>
                        <a:pt x="1" y="5302"/>
                      </a:cubicBezTo>
                      <a:lnTo>
                        <a:pt x="24" y="5302"/>
                      </a:lnTo>
                      <a:cubicBezTo>
                        <a:pt x="234" y="4437"/>
                        <a:pt x="351" y="3550"/>
                        <a:pt x="444" y="2663"/>
                      </a:cubicBezTo>
                      <a:lnTo>
                        <a:pt x="77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41" name="Google Shape;18741;p62"/>
                <p:cNvSpPr/>
                <p:nvPr/>
              </p:nvSpPr>
              <p:spPr>
                <a:xfrm>
                  <a:off x="648550" y="2965200"/>
                  <a:ext cx="8200" cy="10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4251" extrusionOk="0">
                      <a:moveTo>
                        <a:pt x="327" y="0"/>
                      </a:moveTo>
                      <a:lnTo>
                        <a:pt x="327" y="0"/>
                      </a:lnTo>
                      <a:cubicBezTo>
                        <a:pt x="210" y="701"/>
                        <a:pt x="117" y="1401"/>
                        <a:pt x="70" y="2125"/>
                      </a:cubicBezTo>
                      <a:cubicBezTo>
                        <a:pt x="24" y="2826"/>
                        <a:pt x="0" y="3550"/>
                        <a:pt x="117" y="4250"/>
                      </a:cubicBezTo>
                      <a:lnTo>
                        <a:pt x="140" y="4250"/>
                      </a:lnTo>
                      <a:cubicBezTo>
                        <a:pt x="187" y="3550"/>
                        <a:pt x="187" y="2849"/>
                        <a:pt x="187" y="2125"/>
                      </a:cubicBezTo>
                      <a:cubicBezTo>
                        <a:pt x="210" y="1425"/>
                        <a:pt x="257" y="701"/>
                        <a:pt x="32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42" name="Google Shape;18742;p62"/>
                <p:cNvSpPr/>
                <p:nvPr/>
              </p:nvSpPr>
              <p:spPr>
                <a:xfrm>
                  <a:off x="238125" y="2912650"/>
                  <a:ext cx="65975" cy="13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9" h="5232" extrusionOk="0">
                      <a:moveTo>
                        <a:pt x="0" y="0"/>
                      </a:moveTo>
                      <a:cubicBezTo>
                        <a:pt x="584" y="794"/>
                        <a:pt x="1098" y="1635"/>
                        <a:pt x="1518" y="2522"/>
                      </a:cubicBezTo>
                      <a:cubicBezTo>
                        <a:pt x="1938" y="3410"/>
                        <a:pt x="2289" y="4321"/>
                        <a:pt x="2639" y="5231"/>
                      </a:cubicBezTo>
                      <a:cubicBezTo>
                        <a:pt x="2452" y="4274"/>
                        <a:pt x="2102" y="3340"/>
                        <a:pt x="1635" y="2476"/>
                      </a:cubicBezTo>
                      <a:cubicBezTo>
                        <a:pt x="1191" y="1588"/>
                        <a:pt x="631" y="771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43" name="Google Shape;18743;p62"/>
                <p:cNvSpPr/>
                <p:nvPr/>
              </p:nvSpPr>
              <p:spPr>
                <a:xfrm>
                  <a:off x="3839175" y="2528500"/>
                  <a:ext cx="52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784" extrusionOk="0">
                      <a:moveTo>
                        <a:pt x="164" y="0"/>
                      </a:moveTo>
                      <a:lnTo>
                        <a:pt x="71" y="1892"/>
                      </a:lnTo>
                      <a:cubicBezTo>
                        <a:pt x="24" y="2522"/>
                        <a:pt x="1" y="3153"/>
                        <a:pt x="71" y="3783"/>
                      </a:cubicBezTo>
                      <a:lnTo>
                        <a:pt x="94" y="3783"/>
                      </a:lnTo>
                      <a:cubicBezTo>
                        <a:pt x="187" y="3153"/>
                        <a:pt x="211" y="2522"/>
                        <a:pt x="187" y="1892"/>
                      </a:cubicBez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44" name="Google Shape;18744;p62"/>
                <p:cNvSpPr/>
                <p:nvPr/>
              </p:nvSpPr>
              <p:spPr>
                <a:xfrm>
                  <a:off x="3782550" y="2551250"/>
                  <a:ext cx="14625" cy="8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3364" extrusionOk="0">
                      <a:moveTo>
                        <a:pt x="0" y="1"/>
                      </a:moveTo>
                      <a:cubicBezTo>
                        <a:pt x="24" y="561"/>
                        <a:pt x="94" y="1145"/>
                        <a:pt x="164" y="1706"/>
                      </a:cubicBezTo>
                      <a:cubicBezTo>
                        <a:pt x="234" y="2266"/>
                        <a:pt x="351" y="2827"/>
                        <a:pt x="584" y="3364"/>
                      </a:cubicBezTo>
                      <a:cubicBezTo>
                        <a:pt x="538" y="2803"/>
                        <a:pt x="421" y="2243"/>
                        <a:pt x="281" y="1682"/>
                      </a:cubicBezTo>
                      <a:cubicBezTo>
                        <a:pt x="187" y="1122"/>
                        <a:pt x="94" y="56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45" name="Google Shape;18745;p62"/>
                <p:cNvSpPr/>
                <p:nvPr/>
              </p:nvSpPr>
              <p:spPr>
                <a:xfrm>
                  <a:off x="3751025" y="2501050"/>
                  <a:ext cx="40300" cy="1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2" h="5606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1" y="888"/>
                        <a:pt x="771" y="1799"/>
                        <a:pt x="1005" y="2756"/>
                      </a:cubicBezTo>
                      <a:cubicBezTo>
                        <a:pt x="1261" y="3690"/>
                        <a:pt x="1425" y="4648"/>
                        <a:pt x="1588" y="5605"/>
                      </a:cubicBezTo>
                      <a:lnTo>
                        <a:pt x="1612" y="5605"/>
                      </a:lnTo>
                      <a:cubicBezTo>
                        <a:pt x="1612" y="4624"/>
                        <a:pt x="1425" y="3644"/>
                        <a:pt x="1121" y="2710"/>
                      </a:cubicBezTo>
                      <a:cubicBezTo>
                        <a:pt x="841" y="1775"/>
                        <a:pt x="467" y="86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46" name="Google Shape;18746;p62"/>
                <p:cNvSpPr/>
                <p:nvPr/>
              </p:nvSpPr>
              <p:spPr>
                <a:xfrm>
                  <a:off x="3816400" y="2552425"/>
                  <a:ext cx="5300" cy="85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" h="3411" extrusionOk="0">
                      <a:moveTo>
                        <a:pt x="211" y="1"/>
                      </a:moveTo>
                      <a:cubicBezTo>
                        <a:pt x="118" y="561"/>
                        <a:pt x="71" y="1122"/>
                        <a:pt x="48" y="1705"/>
                      </a:cubicBezTo>
                      <a:cubicBezTo>
                        <a:pt x="1" y="2266"/>
                        <a:pt x="24" y="2850"/>
                        <a:pt x="118" y="3410"/>
                      </a:cubicBezTo>
                      <a:lnTo>
                        <a:pt x="141" y="3410"/>
                      </a:lnTo>
                      <a:cubicBezTo>
                        <a:pt x="188" y="2826"/>
                        <a:pt x="188" y="2266"/>
                        <a:pt x="164" y="1705"/>
                      </a:cubicBezTo>
                      <a:cubicBezTo>
                        <a:pt x="164" y="1122"/>
                        <a:pt x="188" y="561"/>
                        <a:pt x="21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47" name="Google Shape;18747;p62"/>
                <p:cNvSpPr/>
                <p:nvPr/>
              </p:nvSpPr>
              <p:spPr>
                <a:xfrm>
                  <a:off x="1147725" y="2799375"/>
                  <a:ext cx="5275" cy="9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808" extrusionOk="0">
                      <a:moveTo>
                        <a:pt x="164" y="1"/>
                      </a:moveTo>
                      <a:lnTo>
                        <a:pt x="70" y="1916"/>
                      </a:lnTo>
                      <a:cubicBezTo>
                        <a:pt x="24" y="2546"/>
                        <a:pt x="0" y="3177"/>
                        <a:pt x="70" y="3807"/>
                      </a:cubicBezTo>
                      <a:lnTo>
                        <a:pt x="94" y="3807"/>
                      </a:lnTo>
                      <a:cubicBezTo>
                        <a:pt x="187" y="3177"/>
                        <a:pt x="210" y="2546"/>
                        <a:pt x="187" y="1916"/>
                      </a:cubicBezTo>
                      <a:lnTo>
                        <a:pt x="164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48" name="Google Shape;18748;p62"/>
                <p:cNvSpPr/>
                <p:nvPr/>
              </p:nvSpPr>
              <p:spPr>
                <a:xfrm>
                  <a:off x="1091100" y="2822750"/>
                  <a:ext cx="14600" cy="8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" h="3363" extrusionOk="0">
                      <a:moveTo>
                        <a:pt x="0" y="0"/>
                      </a:moveTo>
                      <a:cubicBezTo>
                        <a:pt x="23" y="560"/>
                        <a:pt x="70" y="1121"/>
                        <a:pt x="164" y="1705"/>
                      </a:cubicBezTo>
                      <a:cubicBezTo>
                        <a:pt x="234" y="2265"/>
                        <a:pt x="350" y="2826"/>
                        <a:pt x="584" y="3363"/>
                      </a:cubicBezTo>
                      <a:cubicBezTo>
                        <a:pt x="514" y="2779"/>
                        <a:pt x="397" y="2242"/>
                        <a:pt x="280" y="1681"/>
                      </a:cubicBezTo>
                      <a:cubicBezTo>
                        <a:pt x="164" y="1121"/>
                        <a:pt x="93" y="560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49" name="Google Shape;18749;p62"/>
                <p:cNvSpPr/>
                <p:nvPr/>
              </p:nvSpPr>
              <p:spPr>
                <a:xfrm>
                  <a:off x="1059550" y="2772525"/>
                  <a:ext cx="40325" cy="1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3" h="5606" extrusionOk="0">
                      <a:moveTo>
                        <a:pt x="1" y="1"/>
                      </a:moveTo>
                      <a:cubicBezTo>
                        <a:pt x="421" y="888"/>
                        <a:pt x="772" y="1799"/>
                        <a:pt x="1005" y="2756"/>
                      </a:cubicBezTo>
                      <a:cubicBezTo>
                        <a:pt x="1262" y="3690"/>
                        <a:pt x="1426" y="4648"/>
                        <a:pt x="1589" y="5605"/>
                      </a:cubicBezTo>
                      <a:lnTo>
                        <a:pt x="1612" y="5605"/>
                      </a:lnTo>
                      <a:cubicBezTo>
                        <a:pt x="1612" y="4625"/>
                        <a:pt x="1426" y="3644"/>
                        <a:pt x="1122" y="2710"/>
                      </a:cubicBezTo>
                      <a:cubicBezTo>
                        <a:pt x="842" y="1775"/>
                        <a:pt x="468" y="86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50" name="Google Shape;18750;p62"/>
                <p:cNvSpPr/>
                <p:nvPr/>
              </p:nvSpPr>
              <p:spPr>
                <a:xfrm>
                  <a:off x="395175" y="3018325"/>
                  <a:ext cx="5275" cy="8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410" extrusionOk="0">
                      <a:moveTo>
                        <a:pt x="210" y="0"/>
                      </a:moveTo>
                      <a:cubicBezTo>
                        <a:pt x="117" y="561"/>
                        <a:pt x="70" y="1121"/>
                        <a:pt x="47" y="1705"/>
                      </a:cubicBezTo>
                      <a:cubicBezTo>
                        <a:pt x="0" y="2265"/>
                        <a:pt x="0" y="2849"/>
                        <a:pt x="117" y="3410"/>
                      </a:cubicBezTo>
                      <a:lnTo>
                        <a:pt x="140" y="3410"/>
                      </a:lnTo>
                      <a:cubicBezTo>
                        <a:pt x="187" y="2849"/>
                        <a:pt x="187" y="2265"/>
                        <a:pt x="163" y="1705"/>
                      </a:cubicBezTo>
                      <a:cubicBezTo>
                        <a:pt x="163" y="1145"/>
                        <a:pt x="187" y="561"/>
                        <a:pt x="21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51" name="Google Shape;18751;p62"/>
                <p:cNvSpPr/>
                <p:nvPr/>
              </p:nvSpPr>
              <p:spPr>
                <a:xfrm>
                  <a:off x="5039525" y="2835000"/>
                  <a:ext cx="62500" cy="36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0" h="14690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725" y="2382"/>
                        <a:pt x="1285" y="4811"/>
                        <a:pt x="1682" y="7263"/>
                      </a:cubicBezTo>
                      <a:cubicBezTo>
                        <a:pt x="1869" y="8501"/>
                        <a:pt x="2033" y="9739"/>
                        <a:pt x="2149" y="10976"/>
                      </a:cubicBezTo>
                      <a:cubicBezTo>
                        <a:pt x="2313" y="12191"/>
                        <a:pt x="2383" y="13452"/>
                        <a:pt x="2476" y="14689"/>
                      </a:cubicBezTo>
                      <a:lnTo>
                        <a:pt x="2500" y="14689"/>
                      </a:lnTo>
                      <a:cubicBezTo>
                        <a:pt x="2500" y="13428"/>
                        <a:pt x="2406" y="12191"/>
                        <a:pt x="2313" y="10953"/>
                      </a:cubicBezTo>
                      <a:cubicBezTo>
                        <a:pt x="2196" y="9715"/>
                        <a:pt x="2009" y="8478"/>
                        <a:pt x="1799" y="7240"/>
                      </a:cubicBezTo>
                      <a:cubicBezTo>
                        <a:pt x="1379" y="4788"/>
                        <a:pt x="795" y="2359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52" name="Google Shape;18752;p62"/>
                <p:cNvSpPr/>
                <p:nvPr/>
              </p:nvSpPr>
              <p:spPr>
                <a:xfrm>
                  <a:off x="5227525" y="2926650"/>
                  <a:ext cx="37975" cy="24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9903" extrusionOk="0">
                      <a:moveTo>
                        <a:pt x="1519" y="1"/>
                      </a:moveTo>
                      <a:lnTo>
                        <a:pt x="701" y="4928"/>
                      </a:lnTo>
                      <a:cubicBezTo>
                        <a:pt x="561" y="5769"/>
                        <a:pt x="444" y="6586"/>
                        <a:pt x="328" y="7427"/>
                      </a:cubicBezTo>
                      <a:cubicBezTo>
                        <a:pt x="211" y="8244"/>
                        <a:pt x="94" y="9062"/>
                        <a:pt x="1" y="9902"/>
                      </a:cubicBezTo>
                      <a:lnTo>
                        <a:pt x="24" y="9902"/>
                      </a:lnTo>
                      <a:cubicBezTo>
                        <a:pt x="187" y="9085"/>
                        <a:pt x="328" y="8268"/>
                        <a:pt x="468" y="7427"/>
                      </a:cubicBezTo>
                      <a:cubicBezTo>
                        <a:pt x="584" y="6610"/>
                        <a:pt x="725" y="5792"/>
                        <a:pt x="818" y="4952"/>
                      </a:cubicBezTo>
                      <a:lnTo>
                        <a:pt x="151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53" name="Google Shape;18753;p62"/>
                <p:cNvSpPr/>
                <p:nvPr/>
              </p:nvSpPr>
              <p:spPr>
                <a:xfrm>
                  <a:off x="5148125" y="2962850"/>
                  <a:ext cx="8775" cy="22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9062" extrusionOk="0">
                      <a:moveTo>
                        <a:pt x="351" y="1"/>
                      </a:moveTo>
                      <a:lnTo>
                        <a:pt x="351" y="1"/>
                      </a:lnTo>
                      <a:cubicBezTo>
                        <a:pt x="211" y="1519"/>
                        <a:pt x="94" y="3013"/>
                        <a:pt x="47" y="4531"/>
                      </a:cubicBezTo>
                      <a:cubicBezTo>
                        <a:pt x="1" y="5278"/>
                        <a:pt x="1" y="6049"/>
                        <a:pt x="1" y="6796"/>
                      </a:cubicBezTo>
                      <a:cubicBezTo>
                        <a:pt x="24" y="7544"/>
                        <a:pt x="24" y="8314"/>
                        <a:pt x="94" y="9062"/>
                      </a:cubicBezTo>
                      <a:lnTo>
                        <a:pt x="117" y="9062"/>
                      </a:lnTo>
                      <a:lnTo>
                        <a:pt x="141" y="6796"/>
                      </a:lnTo>
                      <a:lnTo>
                        <a:pt x="164" y="4531"/>
                      </a:lnTo>
                      <a:cubicBezTo>
                        <a:pt x="187" y="3037"/>
                        <a:pt x="257" y="1519"/>
                        <a:pt x="35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54" name="Google Shape;18754;p62"/>
                <p:cNvSpPr/>
                <p:nvPr/>
              </p:nvSpPr>
              <p:spPr>
                <a:xfrm>
                  <a:off x="5122450" y="2819825"/>
                  <a:ext cx="23375" cy="38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15320" extrusionOk="0">
                      <a:moveTo>
                        <a:pt x="0" y="0"/>
                      </a:moveTo>
                      <a:lnTo>
                        <a:pt x="0" y="24"/>
                      </a:lnTo>
                      <a:cubicBezTo>
                        <a:pt x="397" y="2546"/>
                        <a:pt x="654" y="5091"/>
                        <a:pt x="747" y="7637"/>
                      </a:cubicBezTo>
                      <a:cubicBezTo>
                        <a:pt x="771" y="8921"/>
                        <a:pt x="794" y="10205"/>
                        <a:pt x="747" y="11467"/>
                      </a:cubicBezTo>
                      <a:cubicBezTo>
                        <a:pt x="747" y="12751"/>
                        <a:pt x="677" y="14035"/>
                        <a:pt x="631" y="15320"/>
                      </a:cubicBezTo>
                      <a:cubicBezTo>
                        <a:pt x="794" y="14035"/>
                        <a:pt x="864" y="12751"/>
                        <a:pt x="911" y="11490"/>
                      </a:cubicBezTo>
                      <a:cubicBezTo>
                        <a:pt x="934" y="10205"/>
                        <a:pt x="934" y="8921"/>
                        <a:pt x="864" y="7637"/>
                      </a:cubicBezTo>
                      <a:cubicBezTo>
                        <a:pt x="747" y="5091"/>
                        <a:pt x="467" y="2522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55" name="Google Shape;18755;p62"/>
                <p:cNvSpPr/>
                <p:nvPr/>
              </p:nvSpPr>
              <p:spPr>
                <a:xfrm>
                  <a:off x="5158050" y="2828000"/>
                  <a:ext cx="59000" cy="27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0" h="11000" extrusionOk="0">
                      <a:moveTo>
                        <a:pt x="2336" y="0"/>
                      </a:moveTo>
                      <a:lnTo>
                        <a:pt x="1122" y="5488"/>
                      </a:lnTo>
                      <a:cubicBezTo>
                        <a:pt x="911" y="6399"/>
                        <a:pt x="701" y="7310"/>
                        <a:pt x="514" y="8220"/>
                      </a:cubicBezTo>
                      <a:cubicBezTo>
                        <a:pt x="351" y="9155"/>
                        <a:pt x="141" y="10065"/>
                        <a:pt x="1" y="10999"/>
                      </a:cubicBezTo>
                      <a:cubicBezTo>
                        <a:pt x="257" y="10089"/>
                        <a:pt x="444" y="9178"/>
                        <a:pt x="654" y="8244"/>
                      </a:cubicBezTo>
                      <a:cubicBezTo>
                        <a:pt x="865" y="7333"/>
                        <a:pt x="1051" y="6422"/>
                        <a:pt x="1238" y="5511"/>
                      </a:cubicBezTo>
                      <a:lnTo>
                        <a:pt x="235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56" name="Google Shape;18756;p62"/>
                <p:cNvSpPr/>
                <p:nvPr/>
              </p:nvSpPr>
              <p:spPr>
                <a:xfrm>
                  <a:off x="5187250" y="2980950"/>
                  <a:ext cx="33875" cy="2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922" extrusionOk="0">
                      <a:moveTo>
                        <a:pt x="1331" y="1"/>
                      </a:moveTo>
                      <a:cubicBezTo>
                        <a:pt x="1004" y="1472"/>
                        <a:pt x="724" y="2943"/>
                        <a:pt x="491" y="4438"/>
                      </a:cubicBezTo>
                      <a:cubicBezTo>
                        <a:pt x="374" y="5185"/>
                        <a:pt x="257" y="5909"/>
                        <a:pt x="164" y="6656"/>
                      </a:cubicBezTo>
                      <a:cubicBezTo>
                        <a:pt x="94" y="7427"/>
                        <a:pt x="24" y="8174"/>
                        <a:pt x="0" y="8921"/>
                      </a:cubicBezTo>
                      <a:lnTo>
                        <a:pt x="327" y="6680"/>
                      </a:lnTo>
                      <a:lnTo>
                        <a:pt x="607" y="4461"/>
                      </a:lnTo>
                      <a:cubicBezTo>
                        <a:pt x="818" y="2966"/>
                        <a:pt x="1075" y="1472"/>
                        <a:pt x="135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57" name="Google Shape;18757;p62"/>
                <p:cNvSpPr/>
                <p:nvPr/>
              </p:nvSpPr>
              <p:spPr>
                <a:xfrm>
                  <a:off x="1922475" y="2485875"/>
                  <a:ext cx="43225" cy="11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9" h="4508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444" y="678"/>
                        <a:pt x="794" y="1425"/>
                        <a:pt x="1074" y="2172"/>
                      </a:cubicBezTo>
                      <a:cubicBezTo>
                        <a:pt x="1331" y="2943"/>
                        <a:pt x="1541" y="3713"/>
                        <a:pt x="1728" y="4507"/>
                      </a:cubicBezTo>
                      <a:cubicBezTo>
                        <a:pt x="1681" y="3690"/>
                        <a:pt x="1495" y="2896"/>
                        <a:pt x="1168" y="2149"/>
                      </a:cubicBezTo>
                      <a:cubicBezTo>
                        <a:pt x="864" y="1378"/>
                        <a:pt x="467" y="654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58" name="Google Shape;18758;p62"/>
                <p:cNvSpPr/>
                <p:nvPr/>
              </p:nvSpPr>
              <p:spPr>
                <a:xfrm>
                  <a:off x="2038650" y="2517400"/>
                  <a:ext cx="17525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2990" extrusionOk="0">
                      <a:moveTo>
                        <a:pt x="678" y="0"/>
                      </a:moveTo>
                      <a:lnTo>
                        <a:pt x="304" y="1495"/>
                      </a:lnTo>
                      <a:cubicBezTo>
                        <a:pt x="164" y="1985"/>
                        <a:pt x="47" y="2476"/>
                        <a:pt x="0" y="2990"/>
                      </a:cubicBezTo>
                      <a:cubicBezTo>
                        <a:pt x="187" y="2499"/>
                        <a:pt x="304" y="2009"/>
                        <a:pt x="397" y="1518"/>
                      </a:cubicBezTo>
                      <a:lnTo>
                        <a:pt x="70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59" name="Google Shape;18759;p62"/>
                <p:cNvSpPr/>
                <p:nvPr/>
              </p:nvSpPr>
              <p:spPr>
                <a:xfrm>
                  <a:off x="1990200" y="2526750"/>
                  <a:ext cx="4100" cy="68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" h="2756" extrusionOk="0">
                      <a:moveTo>
                        <a:pt x="117" y="0"/>
                      </a:moveTo>
                      <a:cubicBezTo>
                        <a:pt x="70" y="467"/>
                        <a:pt x="23" y="911"/>
                        <a:pt x="23" y="1378"/>
                      </a:cubicBezTo>
                      <a:cubicBezTo>
                        <a:pt x="0" y="1845"/>
                        <a:pt x="23" y="2312"/>
                        <a:pt x="140" y="2756"/>
                      </a:cubicBezTo>
                      <a:cubicBezTo>
                        <a:pt x="163" y="2289"/>
                        <a:pt x="140" y="1845"/>
                        <a:pt x="117" y="1378"/>
                      </a:cubicBezTo>
                      <a:cubicBezTo>
                        <a:pt x="93" y="911"/>
                        <a:pt x="117" y="467"/>
                        <a:pt x="14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60" name="Google Shape;18760;p62"/>
                <p:cNvSpPr/>
                <p:nvPr/>
              </p:nvSpPr>
              <p:spPr>
                <a:xfrm>
                  <a:off x="1970350" y="2482950"/>
                  <a:ext cx="20450" cy="11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4648" extrusionOk="0">
                      <a:moveTo>
                        <a:pt x="0" y="1"/>
                      </a:moveTo>
                      <a:cubicBezTo>
                        <a:pt x="280" y="748"/>
                        <a:pt x="467" y="1519"/>
                        <a:pt x="560" y="2289"/>
                      </a:cubicBezTo>
                      <a:cubicBezTo>
                        <a:pt x="654" y="3083"/>
                        <a:pt x="677" y="3854"/>
                        <a:pt x="654" y="4648"/>
                      </a:cubicBezTo>
                      <a:cubicBezTo>
                        <a:pt x="817" y="3877"/>
                        <a:pt x="794" y="3060"/>
                        <a:pt x="654" y="2289"/>
                      </a:cubicBezTo>
                      <a:cubicBezTo>
                        <a:pt x="537" y="1495"/>
                        <a:pt x="327" y="725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61" name="Google Shape;18761;p62"/>
                <p:cNvSpPr/>
                <p:nvPr/>
              </p:nvSpPr>
              <p:spPr>
                <a:xfrm>
                  <a:off x="1996600" y="2486450"/>
                  <a:ext cx="29225" cy="8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3317" extrusionOk="0">
                      <a:moveTo>
                        <a:pt x="1169" y="1"/>
                      </a:moveTo>
                      <a:lnTo>
                        <a:pt x="538" y="1659"/>
                      </a:lnTo>
                      <a:cubicBezTo>
                        <a:pt x="328" y="2196"/>
                        <a:pt x="118" y="2733"/>
                        <a:pt x="1" y="3317"/>
                      </a:cubicBezTo>
                      <a:cubicBezTo>
                        <a:pt x="258" y="2780"/>
                        <a:pt x="468" y="2243"/>
                        <a:pt x="631" y="1682"/>
                      </a:cubicBezTo>
                      <a:lnTo>
                        <a:pt x="1169" y="24"/>
                      </a:lnTo>
                      <a:lnTo>
                        <a:pt x="116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62" name="Google Shape;18762;p62"/>
                <p:cNvSpPr/>
                <p:nvPr/>
              </p:nvSpPr>
              <p:spPr>
                <a:xfrm>
                  <a:off x="2015300" y="2533150"/>
                  <a:ext cx="15775" cy="6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" h="2687" extrusionOk="0">
                      <a:moveTo>
                        <a:pt x="631" y="1"/>
                      </a:moveTo>
                      <a:lnTo>
                        <a:pt x="631" y="1"/>
                      </a:lnTo>
                      <a:cubicBezTo>
                        <a:pt x="444" y="445"/>
                        <a:pt x="304" y="888"/>
                        <a:pt x="187" y="1332"/>
                      </a:cubicBezTo>
                      <a:cubicBezTo>
                        <a:pt x="70" y="1776"/>
                        <a:pt x="0" y="2219"/>
                        <a:pt x="0" y="2687"/>
                      </a:cubicBezTo>
                      <a:cubicBezTo>
                        <a:pt x="140" y="2243"/>
                        <a:pt x="210" y="1799"/>
                        <a:pt x="304" y="1355"/>
                      </a:cubicBezTo>
                      <a:cubicBezTo>
                        <a:pt x="397" y="888"/>
                        <a:pt x="491" y="445"/>
                        <a:pt x="63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63" name="Google Shape;18763;p62"/>
                <p:cNvSpPr/>
                <p:nvPr/>
              </p:nvSpPr>
              <p:spPr>
                <a:xfrm>
                  <a:off x="5277750" y="2381375"/>
                  <a:ext cx="56650" cy="16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6" h="6610" extrusionOk="0">
                      <a:moveTo>
                        <a:pt x="0" y="0"/>
                      </a:moveTo>
                      <a:cubicBezTo>
                        <a:pt x="584" y="1028"/>
                        <a:pt x="1051" y="2102"/>
                        <a:pt x="1378" y="3200"/>
                      </a:cubicBezTo>
                      <a:cubicBezTo>
                        <a:pt x="1541" y="3760"/>
                        <a:pt x="1658" y="4344"/>
                        <a:pt x="1798" y="4904"/>
                      </a:cubicBezTo>
                      <a:cubicBezTo>
                        <a:pt x="1938" y="5465"/>
                        <a:pt x="2055" y="6025"/>
                        <a:pt x="2195" y="6609"/>
                      </a:cubicBezTo>
                      <a:lnTo>
                        <a:pt x="2219" y="6586"/>
                      </a:lnTo>
                      <a:cubicBezTo>
                        <a:pt x="2265" y="6002"/>
                        <a:pt x="2195" y="5418"/>
                        <a:pt x="2102" y="4834"/>
                      </a:cubicBezTo>
                      <a:cubicBezTo>
                        <a:pt x="2008" y="4250"/>
                        <a:pt x="1822" y="3690"/>
                        <a:pt x="1611" y="3130"/>
                      </a:cubicBezTo>
                      <a:cubicBezTo>
                        <a:pt x="1214" y="2032"/>
                        <a:pt x="677" y="958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64" name="Google Shape;18764;p62"/>
                <p:cNvSpPr/>
                <p:nvPr/>
              </p:nvSpPr>
              <p:spPr>
                <a:xfrm>
                  <a:off x="5328525" y="2398875"/>
                  <a:ext cx="30400" cy="10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" h="4018" extrusionOk="0">
                      <a:moveTo>
                        <a:pt x="1" y="1"/>
                      </a:moveTo>
                      <a:cubicBezTo>
                        <a:pt x="304" y="655"/>
                        <a:pt x="538" y="1309"/>
                        <a:pt x="678" y="1986"/>
                      </a:cubicBezTo>
                      <a:cubicBezTo>
                        <a:pt x="771" y="2313"/>
                        <a:pt x="795" y="2663"/>
                        <a:pt x="865" y="2990"/>
                      </a:cubicBezTo>
                      <a:cubicBezTo>
                        <a:pt x="958" y="3340"/>
                        <a:pt x="1005" y="3667"/>
                        <a:pt x="1098" y="4018"/>
                      </a:cubicBezTo>
                      <a:lnTo>
                        <a:pt x="1122" y="4018"/>
                      </a:lnTo>
                      <a:cubicBezTo>
                        <a:pt x="1215" y="3667"/>
                        <a:pt x="1192" y="3317"/>
                        <a:pt x="1168" y="2967"/>
                      </a:cubicBezTo>
                      <a:cubicBezTo>
                        <a:pt x="1145" y="2593"/>
                        <a:pt x="1028" y="2266"/>
                        <a:pt x="912" y="1916"/>
                      </a:cubicBezTo>
                      <a:cubicBezTo>
                        <a:pt x="701" y="1239"/>
                        <a:pt x="398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65" name="Google Shape;18765;p62"/>
                <p:cNvSpPr/>
                <p:nvPr/>
              </p:nvSpPr>
              <p:spPr>
                <a:xfrm>
                  <a:off x="5220525" y="2382525"/>
                  <a:ext cx="25700" cy="15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8" h="6026" extrusionOk="0">
                      <a:moveTo>
                        <a:pt x="0" y="1"/>
                      </a:moveTo>
                      <a:cubicBezTo>
                        <a:pt x="304" y="982"/>
                        <a:pt x="514" y="1986"/>
                        <a:pt x="631" y="2990"/>
                      </a:cubicBezTo>
                      <a:cubicBezTo>
                        <a:pt x="678" y="3481"/>
                        <a:pt x="701" y="3994"/>
                        <a:pt x="724" y="4508"/>
                      </a:cubicBezTo>
                      <a:lnTo>
                        <a:pt x="841" y="6026"/>
                      </a:lnTo>
                      <a:lnTo>
                        <a:pt x="864" y="6026"/>
                      </a:lnTo>
                      <a:cubicBezTo>
                        <a:pt x="981" y="5512"/>
                        <a:pt x="1028" y="4998"/>
                        <a:pt x="1028" y="4485"/>
                      </a:cubicBezTo>
                      <a:cubicBezTo>
                        <a:pt x="1028" y="3971"/>
                        <a:pt x="958" y="3457"/>
                        <a:pt x="864" y="2943"/>
                      </a:cubicBezTo>
                      <a:cubicBezTo>
                        <a:pt x="701" y="1939"/>
                        <a:pt x="421" y="93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66" name="Google Shape;18766;p62"/>
                <p:cNvSpPr/>
                <p:nvPr/>
              </p:nvSpPr>
              <p:spPr>
                <a:xfrm>
                  <a:off x="5365300" y="2593300"/>
                  <a:ext cx="28050" cy="18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7264" extrusionOk="0">
                      <a:moveTo>
                        <a:pt x="1075" y="0"/>
                      </a:moveTo>
                      <a:cubicBezTo>
                        <a:pt x="561" y="1121"/>
                        <a:pt x="235" y="2336"/>
                        <a:pt x="94" y="3573"/>
                      </a:cubicBezTo>
                      <a:cubicBezTo>
                        <a:pt x="24" y="4204"/>
                        <a:pt x="1" y="4834"/>
                        <a:pt x="71" y="5442"/>
                      </a:cubicBezTo>
                      <a:cubicBezTo>
                        <a:pt x="141" y="6072"/>
                        <a:pt x="235" y="6679"/>
                        <a:pt x="468" y="7263"/>
                      </a:cubicBezTo>
                      <a:lnTo>
                        <a:pt x="491" y="7263"/>
                      </a:lnTo>
                      <a:cubicBezTo>
                        <a:pt x="445" y="6656"/>
                        <a:pt x="375" y="6049"/>
                        <a:pt x="351" y="5418"/>
                      </a:cubicBezTo>
                      <a:cubicBezTo>
                        <a:pt x="351" y="4811"/>
                        <a:pt x="305" y="4204"/>
                        <a:pt x="351" y="3597"/>
                      </a:cubicBezTo>
                      <a:cubicBezTo>
                        <a:pt x="421" y="2382"/>
                        <a:pt x="678" y="1168"/>
                        <a:pt x="112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67" name="Google Shape;18767;p62"/>
                <p:cNvSpPr/>
                <p:nvPr/>
              </p:nvSpPr>
              <p:spPr>
                <a:xfrm>
                  <a:off x="5404425" y="2704800"/>
                  <a:ext cx="1052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" h="3784" extrusionOk="0">
                      <a:moveTo>
                        <a:pt x="1" y="1"/>
                      </a:moveTo>
                      <a:cubicBezTo>
                        <a:pt x="47" y="631"/>
                        <a:pt x="94" y="1262"/>
                        <a:pt x="94" y="1892"/>
                      </a:cubicBezTo>
                      <a:cubicBezTo>
                        <a:pt x="117" y="2196"/>
                        <a:pt x="71" y="2523"/>
                        <a:pt x="94" y="2826"/>
                      </a:cubicBezTo>
                      <a:cubicBezTo>
                        <a:pt x="141" y="3153"/>
                        <a:pt x="141" y="3457"/>
                        <a:pt x="211" y="3784"/>
                      </a:cubicBezTo>
                      <a:lnTo>
                        <a:pt x="258" y="3784"/>
                      </a:lnTo>
                      <a:cubicBezTo>
                        <a:pt x="351" y="3457"/>
                        <a:pt x="374" y="3153"/>
                        <a:pt x="398" y="2826"/>
                      </a:cubicBezTo>
                      <a:cubicBezTo>
                        <a:pt x="421" y="2523"/>
                        <a:pt x="374" y="2196"/>
                        <a:pt x="351" y="1869"/>
                      </a:cubicBezTo>
                      <a:cubicBezTo>
                        <a:pt x="281" y="1238"/>
                        <a:pt x="164" y="63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68" name="Google Shape;18768;p62"/>
                <p:cNvSpPr/>
                <p:nvPr/>
              </p:nvSpPr>
              <p:spPr>
                <a:xfrm>
                  <a:off x="5190175" y="2602625"/>
                  <a:ext cx="33875" cy="2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619" extrusionOk="0">
                      <a:moveTo>
                        <a:pt x="0" y="1"/>
                      </a:moveTo>
                      <a:cubicBezTo>
                        <a:pt x="514" y="1379"/>
                        <a:pt x="841" y="2827"/>
                        <a:pt x="958" y="4251"/>
                      </a:cubicBezTo>
                      <a:cubicBezTo>
                        <a:pt x="1028" y="4975"/>
                        <a:pt x="1004" y="5699"/>
                        <a:pt x="1004" y="6423"/>
                      </a:cubicBezTo>
                      <a:cubicBezTo>
                        <a:pt x="1004" y="7147"/>
                        <a:pt x="958" y="7871"/>
                        <a:pt x="911" y="8618"/>
                      </a:cubicBezTo>
                      <a:lnTo>
                        <a:pt x="934" y="8618"/>
                      </a:lnTo>
                      <a:cubicBezTo>
                        <a:pt x="1144" y="7918"/>
                        <a:pt x="1261" y="7170"/>
                        <a:pt x="1308" y="6446"/>
                      </a:cubicBezTo>
                      <a:cubicBezTo>
                        <a:pt x="1355" y="5699"/>
                        <a:pt x="1308" y="4975"/>
                        <a:pt x="1214" y="4228"/>
                      </a:cubicBezTo>
                      <a:cubicBezTo>
                        <a:pt x="1028" y="2780"/>
                        <a:pt x="631" y="1332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69" name="Google Shape;18769;p62"/>
                <p:cNvSpPr/>
                <p:nvPr/>
              </p:nvSpPr>
              <p:spPr>
                <a:xfrm>
                  <a:off x="5125350" y="2670350"/>
                  <a:ext cx="14625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2921" extrusionOk="0">
                      <a:moveTo>
                        <a:pt x="1" y="1"/>
                      </a:moveTo>
                      <a:cubicBezTo>
                        <a:pt x="94" y="491"/>
                        <a:pt x="164" y="982"/>
                        <a:pt x="211" y="1449"/>
                      </a:cubicBezTo>
                      <a:cubicBezTo>
                        <a:pt x="234" y="1706"/>
                        <a:pt x="234" y="1939"/>
                        <a:pt x="281" y="2196"/>
                      </a:cubicBezTo>
                      <a:cubicBezTo>
                        <a:pt x="328" y="2430"/>
                        <a:pt x="374" y="2663"/>
                        <a:pt x="468" y="2920"/>
                      </a:cubicBezTo>
                      <a:lnTo>
                        <a:pt x="491" y="2920"/>
                      </a:lnTo>
                      <a:cubicBezTo>
                        <a:pt x="561" y="2663"/>
                        <a:pt x="561" y="2406"/>
                        <a:pt x="585" y="2149"/>
                      </a:cubicBezTo>
                      <a:cubicBezTo>
                        <a:pt x="561" y="1916"/>
                        <a:pt x="515" y="1659"/>
                        <a:pt x="445" y="1425"/>
                      </a:cubicBezTo>
                      <a:cubicBezTo>
                        <a:pt x="351" y="935"/>
                        <a:pt x="211" y="46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70" name="Google Shape;18770;p62"/>
                <p:cNvSpPr/>
                <p:nvPr/>
              </p:nvSpPr>
              <p:spPr>
                <a:xfrm>
                  <a:off x="5043625" y="2641750"/>
                  <a:ext cx="15775" cy="9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" h="3668" extrusionOk="0">
                      <a:moveTo>
                        <a:pt x="0" y="1"/>
                      </a:moveTo>
                      <a:cubicBezTo>
                        <a:pt x="164" y="608"/>
                        <a:pt x="257" y="1215"/>
                        <a:pt x="281" y="1822"/>
                      </a:cubicBezTo>
                      <a:cubicBezTo>
                        <a:pt x="304" y="2126"/>
                        <a:pt x="281" y="2429"/>
                        <a:pt x="304" y="2733"/>
                      </a:cubicBezTo>
                      <a:cubicBezTo>
                        <a:pt x="351" y="3036"/>
                        <a:pt x="351" y="3340"/>
                        <a:pt x="397" y="3667"/>
                      </a:cubicBezTo>
                      <a:lnTo>
                        <a:pt x="444" y="3667"/>
                      </a:lnTo>
                      <a:cubicBezTo>
                        <a:pt x="561" y="3363"/>
                        <a:pt x="584" y="3036"/>
                        <a:pt x="608" y="2733"/>
                      </a:cubicBezTo>
                      <a:cubicBezTo>
                        <a:pt x="631" y="2429"/>
                        <a:pt x="584" y="2102"/>
                        <a:pt x="537" y="1799"/>
                      </a:cubicBezTo>
                      <a:cubicBezTo>
                        <a:pt x="444" y="1168"/>
                        <a:pt x="257" y="56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71" name="Google Shape;18771;p62"/>
                <p:cNvSpPr/>
                <p:nvPr/>
              </p:nvSpPr>
              <p:spPr>
                <a:xfrm>
                  <a:off x="4840450" y="2532000"/>
                  <a:ext cx="25125" cy="14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5932" extrusionOk="0">
                      <a:moveTo>
                        <a:pt x="24" y="0"/>
                      </a:moveTo>
                      <a:cubicBezTo>
                        <a:pt x="0" y="1004"/>
                        <a:pt x="47" y="2009"/>
                        <a:pt x="187" y="3013"/>
                      </a:cubicBezTo>
                      <a:cubicBezTo>
                        <a:pt x="257" y="3503"/>
                        <a:pt x="327" y="4017"/>
                        <a:pt x="444" y="4507"/>
                      </a:cubicBezTo>
                      <a:cubicBezTo>
                        <a:pt x="608" y="4998"/>
                        <a:pt x="748" y="5488"/>
                        <a:pt x="981" y="5932"/>
                      </a:cubicBezTo>
                      <a:lnTo>
                        <a:pt x="1005" y="5932"/>
                      </a:lnTo>
                      <a:cubicBezTo>
                        <a:pt x="958" y="5418"/>
                        <a:pt x="841" y="4928"/>
                        <a:pt x="748" y="4437"/>
                      </a:cubicBezTo>
                      <a:lnTo>
                        <a:pt x="421" y="2966"/>
                      </a:lnTo>
                      <a:cubicBezTo>
                        <a:pt x="234" y="1985"/>
                        <a:pt x="117" y="1004"/>
                        <a:pt x="4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72" name="Google Shape;18772;p62"/>
                <p:cNvSpPr/>
                <p:nvPr/>
              </p:nvSpPr>
              <p:spPr>
                <a:xfrm>
                  <a:off x="4893000" y="2607900"/>
                  <a:ext cx="21025" cy="10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4157" extrusionOk="0">
                      <a:moveTo>
                        <a:pt x="24" y="0"/>
                      </a:moveTo>
                      <a:lnTo>
                        <a:pt x="0" y="23"/>
                      </a:lnTo>
                      <a:cubicBezTo>
                        <a:pt x="304" y="677"/>
                        <a:pt x="467" y="1355"/>
                        <a:pt x="514" y="2055"/>
                      </a:cubicBezTo>
                      <a:cubicBezTo>
                        <a:pt x="537" y="2405"/>
                        <a:pt x="514" y="2756"/>
                        <a:pt x="491" y="3083"/>
                      </a:cubicBezTo>
                      <a:cubicBezTo>
                        <a:pt x="491" y="3433"/>
                        <a:pt x="444" y="3783"/>
                        <a:pt x="421" y="4134"/>
                      </a:cubicBezTo>
                      <a:lnTo>
                        <a:pt x="444" y="4157"/>
                      </a:lnTo>
                      <a:cubicBezTo>
                        <a:pt x="631" y="3830"/>
                        <a:pt x="724" y="3480"/>
                        <a:pt x="794" y="3129"/>
                      </a:cubicBezTo>
                      <a:cubicBezTo>
                        <a:pt x="841" y="2756"/>
                        <a:pt x="818" y="2382"/>
                        <a:pt x="771" y="2032"/>
                      </a:cubicBezTo>
                      <a:cubicBezTo>
                        <a:pt x="654" y="1308"/>
                        <a:pt x="421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73" name="Google Shape;18773;p62"/>
                <p:cNvSpPr/>
                <p:nvPr/>
              </p:nvSpPr>
              <p:spPr>
                <a:xfrm>
                  <a:off x="4817100" y="2581025"/>
                  <a:ext cx="26300" cy="13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5326" extrusionOk="0">
                      <a:moveTo>
                        <a:pt x="0" y="1"/>
                      </a:moveTo>
                      <a:cubicBezTo>
                        <a:pt x="0" y="912"/>
                        <a:pt x="70" y="1822"/>
                        <a:pt x="210" y="2710"/>
                      </a:cubicBezTo>
                      <a:cubicBezTo>
                        <a:pt x="281" y="3177"/>
                        <a:pt x="351" y="3621"/>
                        <a:pt x="491" y="4064"/>
                      </a:cubicBezTo>
                      <a:cubicBezTo>
                        <a:pt x="631" y="4485"/>
                        <a:pt x="794" y="4928"/>
                        <a:pt x="1028" y="5325"/>
                      </a:cubicBezTo>
                      <a:lnTo>
                        <a:pt x="1051" y="5325"/>
                      </a:lnTo>
                      <a:cubicBezTo>
                        <a:pt x="981" y="4858"/>
                        <a:pt x="864" y="4438"/>
                        <a:pt x="771" y="3994"/>
                      </a:cubicBezTo>
                      <a:cubicBezTo>
                        <a:pt x="678" y="3551"/>
                        <a:pt x="537" y="3107"/>
                        <a:pt x="444" y="2663"/>
                      </a:cubicBezTo>
                      <a:cubicBezTo>
                        <a:pt x="257" y="1799"/>
                        <a:pt x="117" y="88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74" name="Google Shape;18774;p62"/>
                <p:cNvSpPr/>
                <p:nvPr/>
              </p:nvSpPr>
              <p:spPr>
                <a:xfrm>
                  <a:off x="5956725" y="2653425"/>
                  <a:ext cx="115050" cy="6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2" h="26250" extrusionOk="0">
                      <a:moveTo>
                        <a:pt x="4555" y="1"/>
                      </a:moveTo>
                      <a:cubicBezTo>
                        <a:pt x="3083" y="4204"/>
                        <a:pt x="1962" y="8548"/>
                        <a:pt x="1168" y="12938"/>
                      </a:cubicBezTo>
                      <a:cubicBezTo>
                        <a:pt x="771" y="15133"/>
                        <a:pt x="398" y="17329"/>
                        <a:pt x="234" y="19547"/>
                      </a:cubicBezTo>
                      <a:cubicBezTo>
                        <a:pt x="71" y="21789"/>
                        <a:pt x="1" y="24007"/>
                        <a:pt x="118" y="26249"/>
                      </a:cubicBezTo>
                      <a:lnTo>
                        <a:pt x="188" y="26249"/>
                      </a:lnTo>
                      <a:cubicBezTo>
                        <a:pt x="398" y="24031"/>
                        <a:pt x="585" y="21812"/>
                        <a:pt x="842" y="19617"/>
                      </a:cubicBezTo>
                      <a:cubicBezTo>
                        <a:pt x="1075" y="17399"/>
                        <a:pt x="1309" y="15203"/>
                        <a:pt x="1636" y="13008"/>
                      </a:cubicBezTo>
                      <a:cubicBezTo>
                        <a:pt x="2336" y="8618"/>
                        <a:pt x="3317" y="4274"/>
                        <a:pt x="460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75" name="Google Shape;18775;p62"/>
                <p:cNvSpPr/>
                <p:nvPr/>
              </p:nvSpPr>
              <p:spPr>
                <a:xfrm>
                  <a:off x="5938625" y="2676775"/>
                  <a:ext cx="34475" cy="52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20809" extrusionOk="0">
                      <a:moveTo>
                        <a:pt x="1239" y="1"/>
                      </a:moveTo>
                      <a:cubicBezTo>
                        <a:pt x="1145" y="3480"/>
                        <a:pt x="982" y="6937"/>
                        <a:pt x="725" y="10416"/>
                      </a:cubicBezTo>
                      <a:cubicBezTo>
                        <a:pt x="585" y="12144"/>
                        <a:pt x="374" y="13872"/>
                        <a:pt x="258" y="15601"/>
                      </a:cubicBezTo>
                      <a:cubicBezTo>
                        <a:pt x="164" y="17329"/>
                        <a:pt x="24" y="19057"/>
                        <a:pt x="1" y="20808"/>
                      </a:cubicBezTo>
                      <a:lnTo>
                        <a:pt x="48" y="20808"/>
                      </a:lnTo>
                      <a:cubicBezTo>
                        <a:pt x="421" y="19103"/>
                        <a:pt x="655" y="17375"/>
                        <a:pt x="865" y="15647"/>
                      </a:cubicBezTo>
                      <a:cubicBezTo>
                        <a:pt x="1075" y="13919"/>
                        <a:pt x="1122" y="12168"/>
                        <a:pt x="1192" y="10440"/>
                      </a:cubicBezTo>
                      <a:cubicBezTo>
                        <a:pt x="1355" y="6960"/>
                        <a:pt x="1379" y="3480"/>
                        <a:pt x="130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76" name="Google Shape;18776;p62"/>
                <p:cNvSpPr/>
                <p:nvPr/>
              </p:nvSpPr>
              <p:spPr>
                <a:xfrm>
                  <a:off x="5852800" y="2840250"/>
                  <a:ext cx="20475" cy="45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18333" extrusionOk="0">
                      <a:moveTo>
                        <a:pt x="141" y="1"/>
                      </a:moveTo>
                      <a:lnTo>
                        <a:pt x="71" y="24"/>
                      </a:lnTo>
                      <a:cubicBezTo>
                        <a:pt x="281" y="3060"/>
                        <a:pt x="351" y="6119"/>
                        <a:pt x="281" y="9178"/>
                      </a:cubicBezTo>
                      <a:cubicBezTo>
                        <a:pt x="258" y="10696"/>
                        <a:pt x="141" y="12214"/>
                        <a:pt x="94" y="13755"/>
                      </a:cubicBezTo>
                      <a:cubicBezTo>
                        <a:pt x="71" y="15273"/>
                        <a:pt x="1" y="16791"/>
                        <a:pt x="1" y="18333"/>
                      </a:cubicBezTo>
                      <a:lnTo>
                        <a:pt x="71" y="18333"/>
                      </a:lnTo>
                      <a:cubicBezTo>
                        <a:pt x="398" y="16838"/>
                        <a:pt x="561" y="15297"/>
                        <a:pt x="702" y="13779"/>
                      </a:cubicBezTo>
                      <a:cubicBezTo>
                        <a:pt x="818" y="12238"/>
                        <a:pt x="795" y="10720"/>
                        <a:pt x="772" y="9178"/>
                      </a:cubicBezTo>
                      <a:cubicBezTo>
                        <a:pt x="725" y="6119"/>
                        <a:pt x="515" y="3060"/>
                        <a:pt x="1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77" name="Google Shape;18777;p62"/>
                <p:cNvSpPr/>
                <p:nvPr/>
              </p:nvSpPr>
              <p:spPr>
                <a:xfrm>
                  <a:off x="6203700" y="2693125"/>
                  <a:ext cx="44975" cy="49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19991" extrusionOk="0">
                      <a:moveTo>
                        <a:pt x="1728" y="1"/>
                      </a:moveTo>
                      <a:cubicBezTo>
                        <a:pt x="981" y="3270"/>
                        <a:pt x="467" y="6586"/>
                        <a:pt x="234" y="9949"/>
                      </a:cubicBezTo>
                      <a:cubicBezTo>
                        <a:pt x="94" y="11630"/>
                        <a:pt x="0" y="13312"/>
                        <a:pt x="70" y="14970"/>
                      </a:cubicBezTo>
                      <a:cubicBezTo>
                        <a:pt x="164" y="16651"/>
                        <a:pt x="304" y="18333"/>
                        <a:pt x="607" y="19991"/>
                      </a:cubicBezTo>
                      <a:lnTo>
                        <a:pt x="677" y="19991"/>
                      </a:lnTo>
                      <a:cubicBezTo>
                        <a:pt x="701" y="18309"/>
                        <a:pt x="654" y="16628"/>
                        <a:pt x="677" y="14970"/>
                      </a:cubicBezTo>
                      <a:cubicBezTo>
                        <a:pt x="701" y="13312"/>
                        <a:pt x="654" y="11630"/>
                        <a:pt x="724" y="9972"/>
                      </a:cubicBezTo>
                      <a:cubicBezTo>
                        <a:pt x="841" y="6633"/>
                        <a:pt x="1215" y="3317"/>
                        <a:pt x="1798" y="24"/>
                      </a:cubicBezTo>
                      <a:lnTo>
                        <a:pt x="172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78" name="Google Shape;18778;p62"/>
                <p:cNvSpPr/>
                <p:nvPr/>
              </p:nvSpPr>
              <p:spPr>
                <a:xfrm>
                  <a:off x="6173325" y="2718825"/>
                  <a:ext cx="28050" cy="39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15647" extrusionOk="0">
                      <a:moveTo>
                        <a:pt x="1" y="0"/>
                      </a:moveTo>
                      <a:cubicBezTo>
                        <a:pt x="211" y="2616"/>
                        <a:pt x="351" y="5231"/>
                        <a:pt x="445" y="7823"/>
                      </a:cubicBezTo>
                      <a:cubicBezTo>
                        <a:pt x="468" y="9131"/>
                        <a:pt x="445" y="10439"/>
                        <a:pt x="515" y="11747"/>
                      </a:cubicBezTo>
                      <a:cubicBezTo>
                        <a:pt x="608" y="13054"/>
                        <a:pt x="655" y="14339"/>
                        <a:pt x="818" y="15647"/>
                      </a:cubicBezTo>
                      <a:lnTo>
                        <a:pt x="865" y="15647"/>
                      </a:lnTo>
                      <a:cubicBezTo>
                        <a:pt x="1052" y="14362"/>
                        <a:pt x="1098" y="13031"/>
                        <a:pt x="1122" y="11723"/>
                      </a:cubicBezTo>
                      <a:cubicBezTo>
                        <a:pt x="1122" y="10416"/>
                        <a:pt x="1028" y="9108"/>
                        <a:pt x="912" y="7800"/>
                      </a:cubicBezTo>
                      <a:cubicBezTo>
                        <a:pt x="725" y="5185"/>
                        <a:pt x="445" y="2592"/>
                        <a:pt x="7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79" name="Google Shape;18779;p62"/>
                <p:cNvSpPr/>
                <p:nvPr/>
              </p:nvSpPr>
              <p:spPr>
                <a:xfrm>
                  <a:off x="6635150" y="2544850"/>
                  <a:ext cx="56075" cy="66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" h="26553" extrusionOk="0">
                      <a:moveTo>
                        <a:pt x="2195" y="0"/>
                      </a:moveTo>
                      <a:cubicBezTo>
                        <a:pt x="1215" y="4344"/>
                        <a:pt x="561" y="8757"/>
                        <a:pt x="257" y="13218"/>
                      </a:cubicBezTo>
                      <a:cubicBezTo>
                        <a:pt x="94" y="15436"/>
                        <a:pt x="0" y="17678"/>
                        <a:pt x="70" y="19897"/>
                      </a:cubicBezTo>
                      <a:cubicBezTo>
                        <a:pt x="164" y="22139"/>
                        <a:pt x="327" y="24357"/>
                        <a:pt x="701" y="26552"/>
                      </a:cubicBezTo>
                      <a:lnTo>
                        <a:pt x="771" y="26552"/>
                      </a:lnTo>
                      <a:cubicBezTo>
                        <a:pt x="724" y="24334"/>
                        <a:pt x="654" y="22115"/>
                        <a:pt x="677" y="19897"/>
                      </a:cubicBezTo>
                      <a:cubicBezTo>
                        <a:pt x="677" y="17678"/>
                        <a:pt x="654" y="15460"/>
                        <a:pt x="748" y="13241"/>
                      </a:cubicBezTo>
                      <a:cubicBezTo>
                        <a:pt x="934" y="8804"/>
                        <a:pt x="1448" y="4390"/>
                        <a:pt x="224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80" name="Google Shape;18780;p62"/>
                <p:cNvSpPr/>
                <p:nvPr/>
              </p:nvSpPr>
              <p:spPr>
                <a:xfrm>
                  <a:off x="6591950" y="2578700"/>
                  <a:ext cx="34450" cy="52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8" h="20808" extrusionOk="0">
                      <a:moveTo>
                        <a:pt x="0" y="0"/>
                      </a:moveTo>
                      <a:cubicBezTo>
                        <a:pt x="304" y="3457"/>
                        <a:pt x="514" y="6936"/>
                        <a:pt x="654" y="10393"/>
                      </a:cubicBezTo>
                      <a:cubicBezTo>
                        <a:pt x="701" y="12144"/>
                        <a:pt x="701" y="13872"/>
                        <a:pt x="771" y="15600"/>
                      </a:cubicBezTo>
                      <a:cubicBezTo>
                        <a:pt x="864" y="17328"/>
                        <a:pt x="911" y="19080"/>
                        <a:pt x="1074" y="20808"/>
                      </a:cubicBezTo>
                      <a:lnTo>
                        <a:pt x="1144" y="20808"/>
                      </a:lnTo>
                      <a:cubicBezTo>
                        <a:pt x="1331" y="19080"/>
                        <a:pt x="1355" y="17328"/>
                        <a:pt x="1378" y="15600"/>
                      </a:cubicBezTo>
                      <a:cubicBezTo>
                        <a:pt x="1378" y="13849"/>
                        <a:pt x="1238" y="12121"/>
                        <a:pt x="1121" y="10369"/>
                      </a:cubicBezTo>
                      <a:cubicBezTo>
                        <a:pt x="888" y="6913"/>
                        <a:pt x="537" y="3433"/>
                        <a:pt x="7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81" name="Google Shape;18781;p62"/>
                <p:cNvSpPr/>
                <p:nvPr/>
              </p:nvSpPr>
              <p:spPr>
                <a:xfrm>
                  <a:off x="6495600" y="2753275"/>
                  <a:ext cx="61925" cy="45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7" h="18239" extrusionOk="0">
                      <a:moveTo>
                        <a:pt x="118" y="0"/>
                      </a:moveTo>
                      <a:lnTo>
                        <a:pt x="1" y="23"/>
                      </a:lnTo>
                      <a:cubicBezTo>
                        <a:pt x="211" y="1541"/>
                        <a:pt x="421" y="3059"/>
                        <a:pt x="585" y="4577"/>
                      </a:cubicBezTo>
                      <a:cubicBezTo>
                        <a:pt x="771" y="6095"/>
                        <a:pt x="912" y="7613"/>
                        <a:pt x="1005" y="9131"/>
                      </a:cubicBezTo>
                      <a:cubicBezTo>
                        <a:pt x="1122" y="10649"/>
                        <a:pt x="1075" y="12167"/>
                        <a:pt x="1262" y="13685"/>
                      </a:cubicBezTo>
                      <a:cubicBezTo>
                        <a:pt x="1425" y="15203"/>
                        <a:pt x="1612" y="16721"/>
                        <a:pt x="1962" y="18239"/>
                      </a:cubicBezTo>
                      <a:lnTo>
                        <a:pt x="2079" y="18239"/>
                      </a:lnTo>
                      <a:cubicBezTo>
                        <a:pt x="2406" y="16697"/>
                        <a:pt x="2476" y="15156"/>
                        <a:pt x="2476" y="13615"/>
                      </a:cubicBezTo>
                      <a:cubicBezTo>
                        <a:pt x="2476" y="12073"/>
                        <a:pt x="2196" y="10556"/>
                        <a:pt x="1962" y="9038"/>
                      </a:cubicBezTo>
                      <a:cubicBezTo>
                        <a:pt x="1752" y="7520"/>
                        <a:pt x="1495" y="6002"/>
                        <a:pt x="1192" y="4484"/>
                      </a:cubicBezTo>
                      <a:cubicBezTo>
                        <a:pt x="865" y="2989"/>
                        <a:pt x="538" y="1471"/>
                        <a:pt x="1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82" name="Google Shape;18782;p62"/>
                <p:cNvSpPr/>
                <p:nvPr/>
              </p:nvSpPr>
              <p:spPr>
                <a:xfrm>
                  <a:off x="5622200" y="2419900"/>
                  <a:ext cx="47900" cy="22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6" h="9155" extrusionOk="0">
                      <a:moveTo>
                        <a:pt x="1869" y="1"/>
                      </a:moveTo>
                      <a:cubicBezTo>
                        <a:pt x="1121" y="1378"/>
                        <a:pt x="561" y="2896"/>
                        <a:pt x="257" y="4438"/>
                      </a:cubicBezTo>
                      <a:cubicBezTo>
                        <a:pt x="117" y="5208"/>
                        <a:pt x="0" y="6002"/>
                        <a:pt x="24" y="6796"/>
                      </a:cubicBezTo>
                      <a:cubicBezTo>
                        <a:pt x="24" y="7590"/>
                        <a:pt x="94" y="8384"/>
                        <a:pt x="304" y="9155"/>
                      </a:cubicBezTo>
                      <a:lnTo>
                        <a:pt x="327" y="9155"/>
                      </a:lnTo>
                      <a:cubicBezTo>
                        <a:pt x="304" y="8361"/>
                        <a:pt x="281" y="7590"/>
                        <a:pt x="304" y="6796"/>
                      </a:cubicBezTo>
                      <a:cubicBezTo>
                        <a:pt x="351" y="6026"/>
                        <a:pt x="397" y="5255"/>
                        <a:pt x="514" y="4484"/>
                      </a:cubicBezTo>
                      <a:cubicBezTo>
                        <a:pt x="748" y="2943"/>
                        <a:pt x="1215" y="1448"/>
                        <a:pt x="1915" y="24"/>
                      </a:cubicBezTo>
                      <a:lnTo>
                        <a:pt x="186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83" name="Google Shape;18783;p62"/>
                <p:cNvSpPr/>
                <p:nvPr/>
              </p:nvSpPr>
              <p:spPr>
                <a:xfrm>
                  <a:off x="5650800" y="2501050"/>
                  <a:ext cx="36225" cy="18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9" h="7264" extrusionOk="0">
                      <a:moveTo>
                        <a:pt x="1402" y="1"/>
                      </a:moveTo>
                      <a:cubicBezTo>
                        <a:pt x="1308" y="1215"/>
                        <a:pt x="1122" y="2453"/>
                        <a:pt x="865" y="3644"/>
                      </a:cubicBezTo>
                      <a:cubicBezTo>
                        <a:pt x="725" y="4251"/>
                        <a:pt x="561" y="4835"/>
                        <a:pt x="421" y="5442"/>
                      </a:cubicBezTo>
                      <a:cubicBezTo>
                        <a:pt x="281" y="6049"/>
                        <a:pt x="117" y="6633"/>
                        <a:pt x="1" y="7240"/>
                      </a:cubicBezTo>
                      <a:lnTo>
                        <a:pt x="24" y="7263"/>
                      </a:lnTo>
                      <a:cubicBezTo>
                        <a:pt x="304" y="6703"/>
                        <a:pt x="514" y="6119"/>
                        <a:pt x="701" y="5512"/>
                      </a:cubicBezTo>
                      <a:cubicBezTo>
                        <a:pt x="888" y="4928"/>
                        <a:pt x="1005" y="4297"/>
                        <a:pt x="1098" y="3690"/>
                      </a:cubicBezTo>
                      <a:cubicBezTo>
                        <a:pt x="1308" y="2476"/>
                        <a:pt x="1425" y="1238"/>
                        <a:pt x="144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84" name="Google Shape;18784;p62"/>
                <p:cNvSpPr/>
                <p:nvPr/>
              </p:nvSpPr>
              <p:spPr>
                <a:xfrm>
                  <a:off x="5564400" y="2464850"/>
                  <a:ext cx="15200" cy="22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9179" extrusionOk="0">
                      <a:moveTo>
                        <a:pt x="0" y="1"/>
                      </a:moveTo>
                      <a:cubicBezTo>
                        <a:pt x="164" y="1519"/>
                        <a:pt x="257" y="3060"/>
                        <a:pt x="281" y="4578"/>
                      </a:cubicBezTo>
                      <a:lnTo>
                        <a:pt x="257" y="6866"/>
                      </a:lnTo>
                      <a:cubicBezTo>
                        <a:pt x="257" y="7637"/>
                        <a:pt x="257" y="8408"/>
                        <a:pt x="281" y="9178"/>
                      </a:cubicBezTo>
                      <a:lnTo>
                        <a:pt x="304" y="9178"/>
                      </a:lnTo>
                      <a:cubicBezTo>
                        <a:pt x="467" y="8408"/>
                        <a:pt x="514" y="7637"/>
                        <a:pt x="561" y="6890"/>
                      </a:cubicBezTo>
                      <a:cubicBezTo>
                        <a:pt x="608" y="6119"/>
                        <a:pt x="561" y="5348"/>
                        <a:pt x="514" y="4578"/>
                      </a:cubicBezTo>
                      <a:cubicBezTo>
                        <a:pt x="444" y="3037"/>
                        <a:pt x="281" y="1519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85" name="Google Shape;18785;p62"/>
                <p:cNvSpPr/>
                <p:nvPr/>
              </p:nvSpPr>
              <p:spPr>
                <a:xfrm>
                  <a:off x="6825475" y="2476525"/>
                  <a:ext cx="57225" cy="26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9" h="10767" extrusionOk="0">
                      <a:moveTo>
                        <a:pt x="2266" y="1"/>
                      </a:moveTo>
                      <a:cubicBezTo>
                        <a:pt x="1518" y="1706"/>
                        <a:pt x="935" y="3457"/>
                        <a:pt x="538" y="5255"/>
                      </a:cubicBezTo>
                      <a:cubicBezTo>
                        <a:pt x="351" y="6166"/>
                        <a:pt x="164" y="7077"/>
                        <a:pt x="94" y="7987"/>
                      </a:cubicBezTo>
                      <a:cubicBezTo>
                        <a:pt x="24" y="8922"/>
                        <a:pt x="0" y="9856"/>
                        <a:pt x="70" y="10766"/>
                      </a:cubicBezTo>
                      <a:lnTo>
                        <a:pt x="117" y="10766"/>
                      </a:lnTo>
                      <a:cubicBezTo>
                        <a:pt x="211" y="9856"/>
                        <a:pt x="281" y="8945"/>
                        <a:pt x="397" y="8034"/>
                      </a:cubicBezTo>
                      <a:cubicBezTo>
                        <a:pt x="514" y="7123"/>
                        <a:pt x="608" y="6213"/>
                        <a:pt x="794" y="5302"/>
                      </a:cubicBezTo>
                      <a:cubicBezTo>
                        <a:pt x="1121" y="3504"/>
                        <a:pt x="1635" y="1729"/>
                        <a:pt x="2289" y="24"/>
                      </a:cubicBezTo>
                      <a:lnTo>
                        <a:pt x="2266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86" name="Google Shape;18786;p62"/>
                <p:cNvSpPr/>
                <p:nvPr/>
              </p:nvSpPr>
              <p:spPr>
                <a:xfrm>
                  <a:off x="6814975" y="2485875"/>
                  <a:ext cx="15200" cy="21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8525" extrusionOk="0">
                      <a:moveTo>
                        <a:pt x="490" y="0"/>
                      </a:moveTo>
                      <a:cubicBezTo>
                        <a:pt x="467" y="1425"/>
                        <a:pt x="420" y="2849"/>
                        <a:pt x="304" y="4274"/>
                      </a:cubicBezTo>
                      <a:cubicBezTo>
                        <a:pt x="234" y="4975"/>
                        <a:pt x="164" y="5675"/>
                        <a:pt x="117" y="6399"/>
                      </a:cubicBezTo>
                      <a:cubicBezTo>
                        <a:pt x="70" y="7100"/>
                        <a:pt x="0" y="7800"/>
                        <a:pt x="0" y="8524"/>
                      </a:cubicBezTo>
                      <a:lnTo>
                        <a:pt x="23" y="8524"/>
                      </a:lnTo>
                      <a:cubicBezTo>
                        <a:pt x="210" y="7847"/>
                        <a:pt x="304" y="7123"/>
                        <a:pt x="397" y="6422"/>
                      </a:cubicBezTo>
                      <a:cubicBezTo>
                        <a:pt x="490" y="5698"/>
                        <a:pt x="514" y="4998"/>
                        <a:pt x="537" y="4274"/>
                      </a:cubicBezTo>
                      <a:cubicBezTo>
                        <a:pt x="607" y="2849"/>
                        <a:pt x="584" y="1425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87" name="Google Shape;18787;p62"/>
                <p:cNvSpPr/>
                <p:nvPr/>
              </p:nvSpPr>
              <p:spPr>
                <a:xfrm>
                  <a:off x="6765925" y="2551850"/>
                  <a:ext cx="12275" cy="18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1" h="7544" extrusionOk="0">
                      <a:moveTo>
                        <a:pt x="0" y="0"/>
                      </a:moveTo>
                      <a:cubicBezTo>
                        <a:pt x="140" y="1261"/>
                        <a:pt x="211" y="2522"/>
                        <a:pt x="187" y="3760"/>
                      </a:cubicBezTo>
                      <a:cubicBezTo>
                        <a:pt x="187" y="4391"/>
                        <a:pt x="140" y="5021"/>
                        <a:pt x="140" y="5652"/>
                      </a:cubicBezTo>
                      <a:cubicBezTo>
                        <a:pt x="140" y="6282"/>
                        <a:pt x="94" y="6889"/>
                        <a:pt x="117" y="7543"/>
                      </a:cubicBezTo>
                      <a:lnTo>
                        <a:pt x="140" y="7543"/>
                      </a:lnTo>
                      <a:cubicBezTo>
                        <a:pt x="304" y="6913"/>
                        <a:pt x="374" y="6282"/>
                        <a:pt x="444" y="5652"/>
                      </a:cubicBezTo>
                      <a:cubicBezTo>
                        <a:pt x="491" y="5021"/>
                        <a:pt x="467" y="4391"/>
                        <a:pt x="444" y="3760"/>
                      </a:cubicBezTo>
                      <a:cubicBezTo>
                        <a:pt x="397" y="2499"/>
                        <a:pt x="257" y="123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88" name="Google Shape;18788;p62"/>
                <p:cNvSpPr/>
                <p:nvPr/>
              </p:nvSpPr>
              <p:spPr>
                <a:xfrm>
                  <a:off x="6869250" y="2550100"/>
                  <a:ext cx="14625" cy="18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7544" extrusionOk="0">
                      <a:moveTo>
                        <a:pt x="351" y="0"/>
                      </a:moveTo>
                      <a:lnTo>
                        <a:pt x="328" y="24"/>
                      </a:lnTo>
                      <a:cubicBezTo>
                        <a:pt x="398" y="1261"/>
                        <a:pt x="398" y="2522"/>
                        <a:pt x="304" y="3783"/>
                      </a:cubicBezTo>
                      <a:cubicBezTo>
                        <a:pt x="258" y="4414"/>
                        <a:pt x="188" y="5021"/>
                        <a:pt x="141" y="5652"/>
                      </a:cubicBezTo>
                      <a:cubicBezTo>
                        <a:pt x="94" y="6282"/>
                        <a:pt x="24" y="6889"/>
                        <a:pt x="1" y="7543"/>
                      </a:cubicBezTo>
                      <a:lnTo>
                        <a:pt x="24" y="7543"/>
                      </a:lnTo>
                      <a:cubicBezTo>
                        <a:pt x="234" y="6936"/>
                        <a:pt x="328" y="6305"/>
                        <a:pt x="421" y="5675"/>
                      </a:cubicBezTo>
                      <a:cubicBezTo>
                        <a:pt x="515" y="5068"/>
                        <a:pt x="538" y="4414"/>
                        <a:pt x="538" y="3783"/>
                      </a:cubicBezTo>
                      <a:cubicBezTo>
                        <a:pt x="585" y="2522"/>
                        <a:pt x="515" y="1261"/>
                        <a:pt x="35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89" name="Google Shape;18789;p62"/>
                <p:cNvSpPr/>
                <p:nvPr/>
              </p:nvSpPr>
              <p:spPr>
                <a:xfrm>
                  <a:off x="5811350" y="2335250"/>
                  <a:ext cx="12875" cy="16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6680" extrusionOk="0">
                      <a:moveTo>
                        <a:pt x="491" y="0"/>
                      </a:moveTo>
                      <a:cubicBezTo>
                        <a:pt x="234" y="1098"/>
                        <a:pt x="94" y="2196"/>
                        <a:pt x="48" y="3316"/>
                      </a:cubicBezTo>
                      <a:cubicBezTo>
                        <a:pt x="1" y="4461"/>
                        <a:pt x="94" y="5582"/>
                        <a:pt x="374" y="6679"/>
                      </a:cubicBezTo>
                      <a:lnTo>
                        <a:pt x="398" y="6679"/>
                      </a:lnTo>
                      <a:cubicBezTo>
                        <a:pt x="258" y="5558"/>
                        <a:pt x="188" y="4437"/>
                        <a:pt x="164" y="3340"/>
                      </a:cubicBezTo>
                      <a:cubicBezTo>
                        <a:pt x="188" y="2219"/>
                        <a:pt x="304" y="1098"/>
                        <a:pt x="5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90" name="Google Shape;18790;p62"/>
                <p:cNvSpPr/>
                <p:nvPr/>
              </p:nvSpPr>
              <p:spPr>
                <a:xfrm>
                  <a:off x="5791500" y="2346350"/>
                  <a:ext cx="17550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5162" extrusionOk="0">
                      <a:moveTo>
                        <a:pt x="1" y="0"/>
                      </a:moveTo>
                      <a:cubicBezTo>
                        <a:pt x="164" y="864"/>
                        <a:pt x="281" y="1705"/>
                        <a:pt x="374" y="2569"/>
                      </a:cubicBezTo>
                      <a:cubicBezTo>
                        <a:pt x="468" y="3433"/>
                        <a:pt x="538" y="4297"/>
                        <a:pt x="655" y="5161"/>
                      </a:cubicBezTo>
                      <a:lnTo>
                        <a:pt x="678" y="5161"/>
                      </a:lnTo>
                      <a:cubicBezTo>
                        <a:pt x="701" y="4297"/>
                        <a:pt x="631" y="3433"/>
                        <a:pt x="491" y="2569"/>
                      </a:cubicBezTo>
                      <a:cubicBezTo>
                        <a:pt x="374" y="1705"/>
                        <a:pt x="211" y="84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91" name="Google Shape;18791;p62"/>
                <p:cNvSpPr/>
                <p:nvPr/>
              </p:nvSpPr>
              <p:spPr>
                <a:xfrm>
                  <a:off x="5762900" y="2390700"/>
                  <a:ext cx="21050" cy="11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4532" extrusionOk="0">
                      <a:moveTo>
                        <a:pt x="1" y="1"/>
                      </a:moveTo>
                      <a:lnTo>
                        <a:pt x="1" y="24"/>
                      </a:lnTo>
                      <a:cubicBezTo>
                        <a:pt x="211" y="748"/>
                        <a:pt x="374" y="1495"/>
                        <a:pt x="491" y="2266"/>
                      </a:cubicBezTo>
                      <a:lnTo>
                        <a:pt x="795" y="4531"/>
                      </a:lnTo>
                      <a:cubicBezTo>
                        <a:pt x="841" y="3761"/>
                        <a:pt x="771" y="2990"/>
                        <a:pt x="608" y="2243"/>
                      </a:cubicBezTo>
                      <a:cubicBezTo>
                        <a:pt x="468" y="1495"/>
                        <a:pt x="257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92" name="Google Shape;18792;p62"/>
                <p:cNvSpPr/>
                <p:nvPr/>
              </p:nvSpPr>
              <p:spPr>
                <a:xfrm>
                  <a:off x="5828875" y="2379625"/>
                  <a:ext cx="18125" cy="11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54" extrusionOk="0">
                      <a:moveTo>
                        <a:pt x="0" y="0"/>
                      </a:moveTo>
                      <a:cubicBezTo>
                        <a:pt x="187" y="747"/>
                        <a:pt x="327" y="1495"/>
                        <a:pt x="421" y="2265"/>
                      </a:cubicBezTo>
                      <a:lnTo>
                        <a:pt x="631" y="4554"/>
                      </a:lnTo>
                      <a:lnTo>
                        <a:pt x="654" y="4554"/>
                      </a:lnTo>
                      <a:cubicBezTo>
                        <a:pt x="724" y="3783"/>
                        <a:pt x="678" y="3013"/>
                        <a:pt x="538" y="2242"/>
                      </a:cubicBezTo>
                      <a:cubicBezTo>
                        <a:pt x="421" y="1495"/>
                        <a:pt x="234" y="74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93" name="Google Shape;18793;p62"/>
                <p:cNvSpPr/>
                <p:nvPr/>
              </p:nvSpPr>
              <p:spPr>
                <a:xfrm>
                  <a:off x="5887850" y="2606150"/>
                  <a:ext cx="12850" cy="16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" h="6680" extrusionOk="0">
                      <a:moveTo>
                        <a:pt x="491" y="0"/>
                      </a:moveTo>
                      <a:cubicBezTo>
                        <a:pt x="234" y="1098"/>
                        <a:pt x="94" y="2219"/>
                        <a:pt x="47" y="3340"/>
                      </a:cubicBezTo>
                      <a:cubicBezTo>
                        <a:pt x="0" y="4460"/>
                        <a:pt x="94" y="5605"/>
                        <a:pt x="374" y="6679"/>
                      </a:cubicBezTo>
                      <a:lnTo>
                        <a:pt x="397" y="6679"/>
                      </a:lnTo>
                      <a:cubicBezTo>
                        <a:pt x="280" y="5558"/>
                        <a:pt x="187" y="4460"/>
                        <a:pt x="187" y="3340"/>
                      </a:cubicBezTo>
                      <a:cubicBezTo>
                        <a:pt x="187" y="2219"/>
                        <a:pt x="304" y="1121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94" name="Google Shape;18794;p62"/>
                <p:cNvSpPr/>
                <p:nvPr/>
              </p:nvSpPr>
              <p:spPr>
                <a:xfrm>
                  <a:off x="5868000" y="2617225"/>
                  <a:ext cx="17525" cy="12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86" extrusionOk="0">
                      <a:moveTo>
                        <a:pt x="0" y="1"/>
                      </a:moveTo>
                      <a:cubicBezTo>
                        <a:pt x="164" y="865"/>
                        <a:pt x="280" y="1729"/>
                        <a:pt x="374" y="2593"/>
                      </a:cubicBezTo>
                      <a:cubicBezTo>
                        <a:pt x="467" y="3457"/>
                        <a:pt x="537" y="4321"/>
                        <a:pt x="654" y="5185"/>
                      </a:cubicBezTo>
                      <a:lnTo>
                        <a:pt x="677" y="5185"/>
                      </a:lnTo>
                      <a:cubicBezTo>
                        <a:pt x="701" y="4298"/>
                        <a:pt x="631" y="3434"/>
                        <a:pt x="491" y="2570"/>
                      </a:cubicBezTo>
                      <a:cubicBezTo>
                        <a:pt x="374" y="1706"/>
                        <a:pt x="210" y="865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95" name="Google Shape;18795;p62"/>
                <p:cNvSpPr/>
                <p:nvPr/>
              </p:nvSpPr>
              <p:spPr>
                <a:xfrm>
                  <a:off x="5905350" y="2651100"/>
                  <a:ext cx="18125" cy="11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31" extrusionOk="0">
                      <a:moveTo>
                        <a:pt x="1" y="0"/>
                      </a:moveTo>
                      <a:cubicBezTo>
                        <a:pt x="188" y="748"/>
                        <a:pt x="328" y="1495"/>
                        <a:pt x="421" y="2265"/>
                      </a:cubicBezTo>
                      <a:lnTo>
                        <a:pt x="631" y="4531"/>
                      </a:lnTo>
                      <a:lnTo>
                        <a:pt x="655" y="4531"/>
                      </a:lnTo>
                      <a:cubicBezTo>
                        <a:pt x="725" y="3783"/>
                        <a:pt x="678" y="2989"/>
                        <a:pt x="538" y="2242"/>
                      </a:cubicBezTo>
                      <a:cubicBezTo>
                        <a:pt x="421" y="1471"/>
                        <a:pt x="234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96" name="Google Shape;18796;p62"/>
                <p:cNvSpPr/>
                <p:nvPr/>
              </p:nvSpPr>
              <p:spPr>
                <a:xfrm>
                  <a:off x="6327475" y="2243575"/>
                  <a:ext cx="18125" cy="1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5489" extrusionOk="0">
                      <a:moveTo>
                        <a:pt x="724" y="1"/>
                      </a:moveTo>
                      <a:cubicBezTo>
                        <a:pt x="420" y="888"/>
                        <a:pt x="234" y="1799"/>
                        <a:pt x="117" y="2710"/>
                      </a:cubicBezTo>
                      <a:cubicBezTo>
                        <a:pt x="0" y="3644"/>
                        <a:pt x="0" y="4578"/>
                        <a:pt x="164" y="5489"/>
                      </a:cubicBezTo>
                      <a:lnTo>
                        <a:pt x="187" y="5489"/>
                      </a:lnTo>
                      <a:cubicBezTo>
                        <a:pt x="164" y="4578"/>
                        <a:pt x="187" y="3644"/>
                        <a:pt x="234" y="2733"/>
                      </a:cubicBezTo>
                      <a:cubicBezTo>
                        <a:pt x="327" y="1822"/>
                        <a:pt x="491" y="912"/>
                        <a:pt x="7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97" name="Google Shape;18797;p62"/>
                <p:cNvSpPr/>
                <p:nvPr/>
              </p:nvSpPr>
              <p:spPr>
                <a:xfrm>
                  <a:off x="6318125" y="2250600"/>
                  <a:ext cx="7625" cy="10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298" extrusionOk="0">
                      <a:moveTo>
                        <a:pt x="0" y="0"/>
                      </a:moveTo>
                      <a:cubicBezTo>
                        <a:pt x="71" y="724"/>
                        <a:pt x="117" y="1448"/>
                        <a:pt x="141" y="2149"/>
                      </a:cubicBezTo>
                      <a:cubicBezTo>
                        <a:pt x="141" y="2873"/>
                        <a:pt x="141" y="3597"/>
                        <a:pt x="187" y="4297"/>
                      </a:cubicBezTo>
                      <a:lnTo>
                        <a:pt x="211" y="4297"/>
                      </a:lnTo>
                      <a:cubicBezTo>
                        <a:pt x="304" y="3597"/>
                        <a:pt x="304" y="2873"/>
                        <a:pt x="257" y="2149"/>
                      </a:cubicBezTo>
                      <a:cubicBezTo>
                        <a:pt x="211" y="1425"/>
                        <a:pt x="141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98" name="Google Shape;18798;p62"/>
                <p:cNvSpPr/>
                <p:nvPr/>
              </p:nvSpPr>
              <p:spPr>
                <a:xfrm>
                  <a:off x="6346725" y="2280950"/>
                  <a:ext cx="93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" h="3784" extrusionOk="0">
                      <a:moveTo>
                        <a:pt x="1" y="1"/>
                      </a:moveTo>
                      <a:cubicBezTo>
                        <a:pt x="94" y="631"/>
                        <a:pt x="164" y="1262"/>
                        <a:pt x="188" y="1892"/>
                      </a:cubicBezTo>
                      <a:cubicBezTo>
                        <a:pt x="188" y="2523"/>
                        <a:pt x="188" y="3130"/>
                        <a:pt x="211" y="3784"/>
                      </a:cubicBezTo>
                      <a:lnTo>
                        <a:pt x="234" y="3784"/>
                      </a:lnTo>
                      <a:cubicBezTo>
                        <a:pt x="351" y="3153"/>
                        <a:pt x="374" y="2499"/>
                        <a:pt x="304" y="1869"/>
                      </a:cubicBezTo>
                      <a:cubicBezTo>
                        <a:pt x="258" y="1238"/>
                        <a:pt x="164" y="60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799" name="Google Shape;18799;p62"/>
                <p:cNvSpPr/>
                <p:nvPr/>
              </p:nvSpPr>
              <p:spPr>
                <a:xfrm>
                  <a:off x="6283100" y="2276875"/>
                  <a:ext cx="8775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3784" extrusionOk="0">
                      <a:moveTo>
                        <a:pt x="0" y="0"/>
                      </a:moveTo>
                      <a:cubicBezTo>
                        <a:pt x="94" y="631"/>
                        <a:pt x="164" y="1261"/>
                        <a:pt x="187" y="1892"/>
                      </a:cubicBezTo>
                      <a:cubicBezTo>
                        <a:pt x="187" y="2522"/>
                        <a:pt x="187" y="3153"/>
                        <a:pt x="210" y="3783"/>
                      </a:cubicBezTo>
                      <a:lnTo>
                        <a:pt x="234" y="3783"/>
                      </a:lnTo>
                      <a:cubicBezTo>
                        <a:pt x="351" y="3153"/>
                        <a:pt x="351" y="2522"/>
                        <a:pt x="304" y="1868"/>
                      </a:cubicBezTo>
                      <a:cubicBezTo>
                        <a:pt x="257" y="1238"/>
                        <a:pt x="164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00" name="Google Shape;18800;p62"/>
                <p:cNvSpPr/>
                <p:nvPr/>
              </p:nvSpPr>
              <p:spPr>
                <a:xfrm>
                  <a:off x="2408800" y="2876450"/>
                  <a:ext cx="28050" cy="1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5489" extrusionOk="0">
                      <a:moveTo>
                        <a:pt x="1098" y="0"/>
                      </a:moveTo>
                      <a:cubicBezTo>
                        <a:pt x="654" y="841"/>
                        <a:pt x="327" y="1729"/>
                        <a:pt x="164" y="2686"/>
                      </a:cubicBezTo>
                      <a:cubicBezTo>
                        <a:pt x="0" y="3620"/>
                        <a:pt x="70" y="4578"/>
                        <a:pt x="374" y="5488"/>
                      </a:cubicBezTo>
                      <a:cubicBezTo>
                        <a:pt x="234" y="4554"/>
                        <a:pt x="187" y="3620"/>
                        <a:pt x="304" y="2686"/>
                      </a:cubicBezTo>
                      <a:cubicBezTo>
                        <a:pt x="421" y="1775"/>
                        <a:pt x="701" y="865"/>
                        <a:pt x="1121" y="24"/>
                      </a:cubicBezTo>
                      <a:lnTo>
                        <a:pt x="1098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01" name="Google Shape;18801;p62"/>
                <p:cNvSpPr/>
                <p:nvPr/>
              </p:nvSpPr>
              <p:spPr>
                <a:xfrm>
                  <a:off x="2384850" y="2882300"/>
                  <a:ext cx="17550" cy="10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4321" extrusionOk="0">
                      <a:moveTo>
                        <a:pt x="1" y="0"/>
                      </a:moveTo>
                      <a:cubicBezTo>
                        <a:pt x="188" y="701"/>
                        <a:pt x="328" y="1425"/>
                        <a:pt x="421" y="2148"/>
                      </a:cubicBezTo>
                      <a:cubicBezTo>
                        <a:pt x="491" y="2872"/>
                        <a:pt x="538" y="3596"/>
                        <a:pt x="608" y="4320"/>
                      </a:cubicBezTo>
                      <a:cubicBezTo>
                        <a:pt x="701" y="3596"/>
                        <a:pt x="655" y="2849"/>
                        <a:pt x="538" y="2125"/>
                      </a:cubicBezTo>
                      <a:cubicBezTo>
                        <a:pt x="421" y="1401"/>
                        <a:pt x="234" y="70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02" name="Google Shape;18802;p62"/>
                <p:cNvSpPr/>
                <p:nvPr/>
              </p:nvSpPr>
              <p:spPr>
                <a:xfrm>
                  <a:off x="2432150" y="2944750"/>
                  <a:ext cx="19300" cy="9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" h="380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1" y="631"/>
                        <a:pt x="397" y="1238"/>
                        <a:pt x="491" y="1892"/>
                      </a:cubicBezTo>
                      <a:cubicBezTo>
                        <a:pt x="561" y="2523"/>
                        <a:pt x="584" y="3177"/>
                        <a:pt x="608" y="3807"/>
                      </a:cubicBezTo>
                      <a:lnTo>
                        <a:pt x="631" y="3807"/>
                      </a:lnTo>
                      <a:cubicBezTo>
                        <a:pt x="771" y="3177"/>
                        <a:pt x="748" y="2500"/>
                        <a:pt x="608" y="1869"/>
                      </a:cubicBezTo>
                      <a:cubicBezTo>
                        <a:pt x="491" y="1215"/>
                        <a:pt x="281" y="608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03" name="Google Shape;18803;p62"/>
                <p:cNvSpPr/>
                <p:nvPr/>
              </p:nvSpPr>
              <p:spPr>
                <a:xfrm>
                  <a:off x="4647775" y="2679125"/>
                  <a:ext cx="13450" cy="13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" h="5559" extrusionOk="0">
                      <a:moveTo>
                        <a:pt x="258" y="0"/>
                      </a:moveTo>
                      <a:cubicBezTo>
                        <a:pt x="71" y="911"/>
                        <a:pt x="1" y="1868"/>
                        <a:pt x="24" y="2803"/>
                      </a:cubicBezTo>
                      <a:cubicBezTo>
                        <a:pt x="48" y="3737"/>
                        <a:pt x="188" y="4671"/>
                        <a:pt x="515" y="5558"/>
                      </a:cubicBezTo>
                      <a:lnTo>
                        <a:pt x="538" y="5558"/>
                      </a:lnTo>
                      <a:cubicBezTo>
                        <a:pt x="375" y="4647"/>
                        <a:pt x="211" y="3713"/>
                        <a:pt x="141" y="2803"/>
                      </a:cubicBezTo>
                      <a:cubicBezTo>
                        <a:pt x="94" y="1868"/>
                        <a:pt x="141" y="934"/>
                        <a:pt x="28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04" name="Google Shape;18804;p62"/>
                <p:cNvSpPr/>
                <p:nvPr/>
              </p:nvSpPr>
              <p:spPr>
                <a:xfrm>
                  <a:off x="4623850" y="2687875"/>
                  <a:ext cx="23375" cy="10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321" extrusionOk="0">
                      <a:moveTo>
                        <a:pt x="0" y="0"/>
                      </a:moveTo>
                      <a:cubicBezTo>
                        <a:pt x="211" y="724"/>
                        <a:pt x="374" y="1425"/>
                        <a:pt x="514" y="2149"/>
                      </a:cubicBezTo>
                      <a:cubicBezTo>
                        <a:pt x="631" y="2873"/>
                        <a:pt x="748" y="3597"/>
                        <a:pt x="911" y="4321"/>
                      </a:cubicBezTo>
                      <a:lnTo>
                        <a:pt x="935" y="4321"/>
                      </a:lnTo>
                      <a:cubicBezTo>
                        <a:pt x="935" y="3573"/>
                        <a:pt x="818" y="2850"/>
                        <a:pt x="631" y="2126"/>
                      </a:cubicBezTo>
                      <a:cubicBezTo>
                        <a:pt x="467" y="1402"/>
                        <a:pt x="257" y="70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05" name="Google Shape;18805;p62"/>
                <p:cNvSpPr/>
                <p:nvPr/>
              </p:nvSpPr>
              <p:spPr>
                <a:xfrm>
                  <a:off x="4661800" y="2716475"/>
                  <a:ext cx="22800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cubicBezTo>
                        <a:pt x="211" y="608"/>
                        <a:pt x="397" y="1238"/>
                        <a:pt x="537" y="1869"/>
                      </a:cubicBezTo>
                      <a:cubicBezTo>
                        <a:pt x="654" y="2523"/>
                        <a:pt x="748" y="3153"/>
                        <a:pt x="864" y="3784"/>
                      </a:cubicBezTo>
                      <a:lnTo>
                        <a:pt x="888" y="3784"/>
                      </a:lnTo>
                      <a:cubicBezTo>
                        <a:pt x="911" y="3130"/>
                        <a:pt x="818" y="2476"/>
                        <a:pt x="654" y="1846"/>
                      </a:cubicBezTo>
                      <a:cubicBezTo>
                        <a:pt x="491" y="1215"/>
                        <a:pt x="281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06" name="Google Shape;18806;p62"/>
                <p:cNvSpPr/>
                <p:nvPr/>
              </p:nvSpPr>
              <p:spPr>
                <a:xfrm>
                  <a:off x="4587650" y="2716475"/>
                  <a:ext cx="22800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1" y="608"/>
                        <a:pt x="374" y="1238"/>
                        <a:pt x="514" y="1869"/>
                      </a:cubicBezTo>
                      <a:cubicBezTo>
                        <a:pt x="631" y="2523"/>
                        <a:pt x="724" y="3153"/>
                        <a:pt x="865" y="3784"/>
                      </a:cubicBezTo>
                      <a:cubicBezTo>
                        <a:pt x="911" y="3130"/>
                        <a:pt x="818" y="2476"/>
                        <a:pt x="631" y="1846"/>
                      </a:cubicBezTo>
                      <a:cubicBezTo>
                        <a:pt x="468" y="1215"/>
                        <a:pt x="257" y="5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07" name="Google Shape;18807;p62"/>
                <p:cNvSpPr/>
                <p:nvPr/>
              </p:nvSpPr>
              <p:spPr>
                <a:xfrm>
                  <a:off x="5444125" y="2929000"/>
                  <a:ext cx="35050" cy="28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" h="11327" extrusionOk="0">
                      <a:moveTo>
                        <a:pt x="1379" y="0"/>
                      </a:moveTo>
                      <a:cubicBezTo>
                        <a:pt x="748" y="1822"/>
                        <a:pt x="328" y="3690"/>
                        <a:pt x="141" y="5605"/>
                      </a:cubicBezTo>
                      <a:cubicBezTo>
                        <a:pt x="47" y="6562"/>
                        <a:pt x="1" y="7520"/>
                        <a:pt x="24" y="8477"/>
                      </a:cubicBezTo>
                      <a:cubicBezTo>
                        <a:pt x="47" y="9435"/>
                        <a:pt x="117" y="10392"/>
                        <a:pt x="281" y="11326"/>
                      </a:cubicBezTo>
                      <a:lnTo>
                        <a:pt x="304" y="11326"/>
                      </a:lnTo>
                      <a:cubicBezTo>
                        <a:pt x="234" y="10392"/>
                        <a:pt x="164" y="9435"/>
                        <a:pt x="164" y="8477"/>
                      </a:cubicBezTo>
                      <a:cubicBezTo>
                        <a:pt x="141" y="7520"/>
                        <a:pt x="187" y="6562"/>
                        <a:pt x="258" y="5628"/>
                      </a:cubicBezTo>
                      <a:cubicBezTo>
                        <a:pt x="421" y="3713"/>
                        <a:pt x="818" y="1845"/>
                        <a:pt x="1402" y="24"/>
                      </a:cubicBezTo>
                      <a:lnTo>
                        <a:pt x="137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08" name="Google Shape;18808;p62"/>
                <p:cNvSpPr/>
                <p:nvPr/>
              </p:nvSpPr>
              <p:spPr>
                <a:xfrm>
                  <a:off x="5414950" y="2938925"/>
                  <a:ext cx="16950" cy="22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8" h="899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10" y="1471"/>
                        <a:pt x="350" y="2989"/>
                        <a:pt x="444" y="4484"/>
                      </a:cubicBezTo>
                      <a:cubicBezTo>
                        <a:pt x="467" y="5231"/>
                        <a:pt x="514" y="5979"/>
                        <a:pt x="514" y="6726"/>
                      </a:cubicBezTo>
                      <a:cubicBezTo>
                        <a:pt x="560" y="7473"/>
                        <a:pt x="560" y="8220"/>
                        <a:pt x="584" y="8991"/>
                      </a:cubicBezTo>
                      <a:lnTo>
                        <a:pt x="607" y="8991"/>
                      </a:lnTo>
                      <a:cubicBezTo>
                        <a:pt x="677" y="8220"/>
                        <a:pt x="677" y="7473"/>
                        <a:pt x="677" y="6726"/>
                      </a:cubicBezTo>
                      <a:cubicBezTo>
                        <a:pt x="654" y="5979"/>
                        <a:pt x="631" y="5231"/>
                        <a:pt x="560" y="4461"/>
                      </a:cubicBezTo>
                      <a:cubicBezTo>
                        <a:pt x="444" y="2966"/>
                        <a:pt x="257" y="1471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09" name="Google Shape;18809;p62"/>
                <p:cNvSpPr/>
                <p:nvPr/>
              </p:nvSpPr>
              <p:spPr>
                <a:xfrm>
                  <a:off x="5483250" y="3006650"/>
                  <a:ext cx="21050" cy="19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7917" extrusionOk="0">
                      <a:moveTo>
                        <a:pt x="0" y="0"/>
                      </a:moveTo>
                      <a:cubicBezTo>
                        <a:pt x="281" y="1308"/>
                        <a:pt x="467" y="2616"/>
                        <a:pt x="561" y="3947"/>
                      </a:cubicBezTo>
                      <a:cubicBezTo>
                        <a:pt x="654" y="5278"/>
                        <a:pt x="654" y="6586"/>
                        <a:pt x="654" y="7917"/>
                      </a:cubicBezTo>
                      <a:cubicBezTo>
                        <a:pt x="841" y="6609"/>
                        <a:pt x="818" y="5255"/>
                        <a:pt x="678" y="3923"/>
                      </a:cubicBezTo>
                      <a:cubicBezTo>
                        <a:pt x="561" y="2616"/>
                        <a:pt x="327" y="1285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10" name="Google Shape;18810;p62"/>
                <p:cNvSpPr/>
                <p:nvPr/>
              </p:nvSpPr>
              <p:spPr>
                <a:xfrm>
                  <a:off x="5332625" y="2986200"/>
                  <a:ext cx="20450" cy="19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7918" extrusionOk="0">
                      <a:moveTo>
                        <a:pt x="0" y="1"/>
                      </a:moveTo>
                      <a:cubicBezTo>
                        <a:pt x="280" y="1309"/>
                        <a:pt x="467" y="2616"/>
                        <a:pt x="561" y="3947"/>
                      </a:cubicBezTo>
                      <a:cubicBezTo>
                        <a:pt x="631" y="5279"/>
                        <a:pt x="654" y="6586"/>
                        <a:pt x="631" y="7917"/>
                      </a:cubicBezTo>
                      <a:lnTo>
                        <a:pt x="654" y="7917"/>
                      </a:lnTo>
                      <a:cubicBezTo>
                        <a:pt x="818" y="6610"/>
                        <a:pt x="818" y="5255"/>
                        <a:pt x="677" y="3924"/>
                      </a:cubicBezTo>
                      <a:cubicBezTo>
                        <a:pt x="561" y="2616"/>
                        <a:pt x="327" y="12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11" name="Google Shape;18811;p62"/>
                <p:cNvSpPr/>
                <p:nvPr/>
              </p:nvSpPr>
              <p:spPr>
                <a:xfrm>
                  <a:off x="7305975" y="2195725"/>
                  <a:ext cx="52550" cy="18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7263" extrusionOk="0">
                      <a:moveTo>
                        <a:pt x="2102" y="0"/>
                      </a:moveTo>
                      <a:cubicBezTo>
                        <a:pt x="1495" y="1121"/>
                        <a:pt x="1004" y="2289"/>
                        <a:pt x="631" y="3503"/>
                      </a:cubicBezTo>
                      <a:cubicBezTo>
                        <a:pt x="257" y="4717"/>
                        <a:pt x="23" y="5978"/>
                        <a:pt x="0" y="7263"/>
                      </a:cubicBezTo>
                      <a:cubicBezTo>
                        <a:pt x="187" y="6002"/>
                        <a:pt x="420" y="4764"/>
                        <a:pt x="747" y="3550"/>
                      </a:cubicBezTo>
                      <a:cubicBezTo>
                        <a:pt x="1098" y="2335"/>
                        <a:pt x="1541" y="1144"/>
                        <a:pt x="210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12" name="Google Shape;18812;p62"/>
                <p:cNvSpPr/>
                <p:nvPr/>
              </p:nvSpPr>
              <p:spPr>
                <a:xfrm>
                  <a:off x="7299550" y="2198625"/>
                  <a:ext cx="21025" cy="14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5839" extrusionOk="0">
                      <a:moveTo>
                        <a:pt x="818" y="1"/>
                      </a:moveTo>
                      <a:cubicBezTo>
                        <a:pt x="748" y="982"/>
                        <a:pt x="631" y="1962"/>
                        <a:pt x="467" y="2920"/>
                      </a:cubicBezTo>
                      <a:cubicBezTo>
                        <a:pt x="304" y="3901"/>
                        <a:pt x="140" y="4858"/>
                        <a:pt x="0" y="5839"/>
                      </a:cubicBezTo>
                      <a:lnTo>
                        <a:pt x="24" y="5839"/>
                      </a:lnTo>
                      <a:cubicBezTo>
                        <a:pt x="304" y="4882"/>
                        <a:pt x="491" y="3924"/>
                        <a:pt x="584" y="2943"/>
                      </a:cubicBezTo>
                      <a:cubicBezTo>
                        <a:pt x="724" y="1962"/>
                        <a:pt x="794" y="982"/>
                        <a:pt x="8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13" name="Google Shape;18813;p62"/>
                <p:cNvSpPr/>
                <p:nvPr/>
              </p:nvSpPr>
              <p:spPr>
                <a:xfrm>
                  <a:off x="7263350" y="2239500"/>
                  <a:ext cx="14025" cy="12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5162" extrusionOk="0">
                      <a:moveTo>
                        <a:pt x="491" y="0"/>
                      </a:moveTo>
                      <a:cubicBezTo>
                        <a:pt x="491" y="865"/>
                        <a:pt x="444" y="1729"/>
                        <a:pt x="374" y="2593"/>
                      </a:cubicBezTo>
                      <a:cubicBezTo>
                        <a:pt x="257" y="3457"/>
                        <a:pt x="117" y="4297"/>
                        <a:pt x="0" y="5161"/>
                      </a:cubicBezTo>
                      <a:lnTo>
                        <a:pt x="24" y="5161"/>
                      </a:lnTo>
                      <a:cubicBezTo>
                        <a:pt x="281" y="4344"/>
                        <a:pt x="444" y="3480"/>
                        <a:pt x="491" y="2593"/>
                      </a:cubicBezTo>
                      <a:cubicBezTo>
                        <a:pt x="561" y="1729"/>
                        <a:pt x="561" y="865"/>
                        <a:pt x="49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14" name="Google Shape;18814;p62"/>
                <p:cNvSpPr/>
                <p:nvPr/>
              </p:nvSpPr>
              <p:spPr>
                <a:xfrm>
                  <a:off x="7334575" y="2245925"/>
                  <a:ext cx="17525" cy="12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38" extrusionOk="0">
                      <a:moveTo>
                        <a:pt x="654" y="0"/>
                      </a:moveTo>
                      <a:cubicBezTo>
                        <a:pt x="631" y="864"/>
                        <a:pt x="561" y="1728"/>
                        <a:pt x="444" y="2593"/>
                      </a:cubicBezTo>
                      <a:cubicBezTo>
                        <a:pt x="304" y="3433"/>
                        <a:pt x="141" y="4274"/>
                        <a:pt x="0" y="5138"/>
                      </a:cubicBezTo>
                      <a:lnTo>
                        <a:pt x="24" y="5138"/>
                      </a:lnTo>
                      <a:cubicBezTo>
                        <a:pt x="327" y="4321"/>
                        <a:pt x="491" y="3457"/>
                        <a:pt x="561" y="2593"/>
                      </a:cubicBezTo>
                      <a:cubicBezTo>
                        <a:pt x="654" y="1728"/>
                        <a:pt x="701" y="864"/>
                        <a:pt x="67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15" name="Google Shape;18815;p62"/>
                <p:cNvSpPr/>
                <p:nvPr/>
              </p:nvSpPr>
              <p:spPr>
                <a:xfrm>
                  <a:off x="7227150" y="2308400"/>
                  <a:ext cx="19875" cy="12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15" extrusionOk="0">
                      <a:moveTo>
                        <a:pt x="771" y="0"/>
                      </a:moveTo>
                      <a:cubicBezTo>
                        <a:pt x="748" y="864"/>
                        <a:pt x="654" y="1705"/>
                        <a:pt x="491" y="2569"/>
                      </a:cubicBezTo>
                      <a:cubicBezTo>
                        <a:pt x="351" y="3410"/>
                        <a:pt x="164" y="4250"/>
                        <a:pt x="0" y="5114"/>
                      </a:cubicBezTo>
                      <a:cubicBezTo>
                        <a:pt x="327" y="4297"/>
                        <a:pt x="514" y="3456"/>
                        <a:pt x="631" y="2592"/>
                      </a:cubicBezTo>
                      <a:cubicBezTo>
                        <a:pt x="748" y="1728"/>
                        <a:pt x="794" y="864"/>
                        <a:pt x="79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16" name="Google Shape;18816;p62"/>
                <p:cNvSpPr/>
                <p:nvPr/>
              </p:nvSpPr>
              <p:spPr>
                <a:xfrm>
                  <a:off x="6500275" y="2309550"/>
                  <a:ext cx="22225" cy="16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6634" extrusionOk="0">
                      <a:moveTo>
                        <a:pt x="865" y="1"/>
                      </a:moveTo>
                      <a:cubicBezTo>
                        <a:pt x="514" y="1052"/>
                        <a:pt x="281" y="2173"/>
                        <a:pt x="141" y="3270"/>
                      </a:cubicBezTo>
                      <a:cubicBezTo>
                        <a:pt x="1" y="4391"/>
                        <a:pt x="1" y="5535"/>
                        <a:pt x="187" y="6633"/>
                      </a:cubicBezTo>
                      <a:lnTo>
                        <a:pt x="211" y="6633"/>
                      </a:lnTo>
                      <a:cubicBezTo>
                        <a:pt x="187" y="5512"/>
                        <a:pt x="187" y="4415"/>
                        <a:pt x="281" y="3294"/>
                      </a:cubicBezTo>
                      <a:cubicBezTo>
                        <a:pt x="374" y="2173"/>
                        <a:pt x="584" y="1075"/>
                        <a:pt x="888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17" name="Google Shape;18817;p62"/>
                <p:cNvSpPr/>
                <p:nvPr/>
              </p:nvSpPr>
              <p:spPr>
                <a:xfrm>
                  <a:off x="6489175" y="2317725"/>
                  <a:ext cx="8200" cy="1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5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1" y="865"/>
                        <a:pt x="118" y="1752"/>
                        <a:pt x="141" y="2616"/>
                      </a:cubicBezTo>
                      <a:cubicBezTo>
                        <a:pt x="164" y="3480"/>
                        <a:pt x="164" y="4344"/>
                        <a:pt x="211" y="5208"/>
                      </a:cubicBezTo>
                      <a:lnTo>
                        <a:pt x="234" y="5208"/>
                      </a:lnTo>
                      <a:cubicBezTo>
                        <a:pt x="328" y="4344"/>
                        <a:pt x="328" y="3480"/>
                        <a:pt x="281" y="2616"/>
                      </a:cubicBezTo>
                      <a:cubicBezTo>
                        <a:pt x="211" y="1729"/>
                        <a:pt x="141" y="86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18" name="Google Shape;18818;p62"/>
                <p:cNvSpPr/>
                <p:nvPr/>
              </p:nvSpPr>
              <p:spPr>
                <a:xfrm>
                  <a:off x="6523625" y="2354500"/>
                  <a:ext cx="10550" cy="11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4579" extrusionOk="0">
                      <a:moveTo>
                        <a:pt x="1" y="1"/>
                      </a:moveTo>
                      <a:cubicBezTo>
                        <a:pt x="118" y="748"/>
                        <a:pt x="188" y="1519"/>
                        <a:pt x="211" y="2290"/>
                      </a:cubicBezTo>
                      <a:lnTo>
                        <a:pt x="234" y="4578"/>
                      </a:lnTo>
                      <a:lnTo>
                        <a:pt x="258" y="4578"/>
                      </a:lnTo>
                      <a:cubicBezTo>
                        <a:pt x="398" y="3808"/>
                        <a:pt x="421" y="3037"/>
                        <a:pt x="328" y="2266"/>
                      </a:cubicBezTo>
                      <a:cubicBezTo>
                        <a:pt x="281" y="1496"/>
                        <a:pt x="164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19" name="Google Shape;18819;p62"/>
                <p:cNvSpPr/>
                <p:nvPr/>
              </p:nvSpPr>
              <p:spPr>
                <a:xfrm>
                  <a:off x="6629900" y="2269850"/>
                  <a:ext cx="19875" cy="1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39" extrusionOk="0">
                      <a:moveTo>
                        <a:pt x="771" y="1"/>
                      </a:moveTo>
                      <a:cubicBezTo>
                        <a:pt x="747" y="865"/>
                        <a:pt x="654" y="1729"/>
                        <a:pt x="514" y="2593"/>
                      </a:cubicBezTo>
                      <a:cubicBezTo>
                        <a:pt x="350" y="3434"/>
                        <a:pt x="164" y="4274"/>
                        <a:pt x="0" y="5138"/>
                      </a:cubicBezTo>
                      <a:cubicBezTo>
                        <a:pt x="327" y="4321"/>
                        <a:pt x="514" y="3457"/>
                        <a:pt x="631" y="2593"/>
                      </a:cubicBezTo>
                      <a:cubicBezTo>
                        <a:pt x="747" y="1752"/>
                        <a:pt x="794" y="888"/>
                        <a:pt x="79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  <p:grpSp>
            <p:nvGrpSpPr>
              <p:cNvPr id="18820" name="Google Shape;18820;p62"/>
              <p:cNvGrpSpPr/>
              <p:nvPr/>
            </p:nvGrpSpPr>
            <p:grpSpPr>
              <a:xfrm>
                <a:off x="-75995" y="4389444"/>
                <a:ext cx="2222158" cy="795026"/>
                <a:chOff x="-75995" y="6598257"/>
                <a:chExt cx="2222158" cy="795026"/>
              </a:xfrm>
            </p:grpSpPr>
            <p:sp>
              <p:nvSpPr>
                <p:cNvPr id="18821" name="Google Shape;18821;p62"/>
                <p:cNvSpPr/>
                <p:nvPr/>
              </p:nvSpPr>
              <p:spPr>
                <a:xfrm>
                  <a:off x="1214464" y="6650750"/>
                  <a:ext cx="19181" cy="1591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5" h="8922" extrusionOk="0">
                      <a:moveTo>
                        <a:pt x="0" y="0"/>
                      </a:moveTo>
                      <a:cubicBezTo>
                        <a:pt x="374" y="1472"/>
                        <a:pt x="607" y="2943"/>
                        <a:pt x="701" y="4438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7" y="7403"/>
                        <a:pt x="724" y="8151"/>
                        <a:pt x="724" y="8921"/>
                      </a:cubicBezTo>
                      <a:lnTo>
                        <a:pt x="747" y="8921"/>
                      </a:lnTo>
                      <a:cubicBezTo>
                        <a:pt x="911" y="8174"/>
                        <a:pt x="981" y="7427"/>
                        <a:pt x="1028" y="6679"/>
                      </a:cubicBezTo>
                      <a:cubicBezTo>
                        <a:pt x="1074" y="5932"/>
                        <a:pt x="1004" y="5161"/>
                        <a:pt x="934" y="4414"/>
                      </a:cubicBezTo>
                      <a:cubicBezTo>
                        <a:pt x="794" y="2920"/>
                        <a:pt x="490" y="1425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22" name="Google Shape;18822;p62"/>
                <p:cNvSpPr/>
                <p:nvPr/>
              </p:nvSpPr>
              <p:spPr>
                <a:xfrm>
                  <a:off x="1239462" y="6656584"/>
                  <a:ext cx="36684" cy="112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8" y="1028"/>
                        <a:pt x="1285" y="2079"/>
                        <a:pt x="911" y="3106"/>
                      </a:cubicBezTo>
                      <a:cubicBezTo>
                        <a:pt x="724" y="3643"/>
                        <a:pt x="537" y="4157"/>
                        <a:pt x="374" y="4694"/>
                      </a:cubicBezTo>
                      <a:cubicBezTo>
                        <a:pt x="234" y="5208"/>
                        <a:pt x="94" y="5745"/>
                        <a:pt x="0" y="6306"/>
                      </a:cubicBezTo>
                      <a:lnTo>
                        <a:pt x="24" y="6306"/>
                      </a:lnTo>
                      <a:cubicBezTo>
                        <a:pt x="281" y="5792"/>
                        <a:pt x="467" y="5278"/>
                        <a:pt x="678" y="4764"/>
                      </a:cubicBezTo>
                      <a:cubicBezTo>
                        <a:pt x="864" y="4251"/>
                        <a:pt x="1004" y="3714"/>
                        <a:pt x="1145" y="3200"/>
                      </a:cubicBezTo>
                      <a:cubicBezTo>
                        <a:pt x="1472" y="2126"/>
                        <a:pt x="1775" y="1075"/>
                        <a:pt x="205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23" name="Google Shape;18823;p62"/>
                <p:cNvSpPr/>
                <p:nvPr/>
              </p:nvSpPr>
              <p:spPr>
                <a:xfrm>
                  <a:off x="1258624" y="6720335"/>
                  <a:ext cx="21268" cy="91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5115" extrusionOk="0">
                      <a:moveTo>
                        <a:pt x="1168" y="0"/>
                      </a:moveTo>
                      <a:cubicBezTo>
                        <a:pt x="865" y="818"/>
                        <a:pt x="608" y="1658"/>
                        <a:pt x="374" y="2523"/>
                      </a:cubicBezTo>
                      <a:cubicBezTo>
                        <a:pt x="281" y="2943"/>
                        <a:pt x="141" y="3363"/>
                        <a:pt x="94" y="3807"/>
                      </a:cubicBezTo>
                      <a:cubicBezTo>
                        <a:pt x="47" y="4227"/>
                        <a:pt x="1" y="4671"/>
                        <a:pt x="24" y="5115"/>
                      </a:cubicBezTo>
                      <a:lnTo>
                        <a:pt x="47" y="5115"/>
                      </a:lnTo>
                      <a:cubicBezTo>
                        <a:pt x="187" y="4694"/>
                        <a:pt x="281" y="4274"/>
                        <a:pt x="398" y="3854"/>
                      </a:cubicBezTo>
                      <a:cubicBezTo>
                        <a:pt x="491" y="3433"/>
                        <a:pt x="538" y="2990"/>
                        <a:pt x="631" y="2569"/>
                      </a:cubicBezTo>
                      <a:cubicBezTo>
                        <a:pt x="795" y="1705"/>
                        <a:pt x="981" y="841"/>
                        <a:pt x="119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24" name="Google Shape;18824;p62"/>
                <p:cNvSpPr/>
                <p:nvPr/>
              </p:nvSpPr>
              <p:spPr>
                <a:xfrm>
                  <a:off x="1919064" y="6865341"/>
                  <a:ext cx="18770" cy="1591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8922" extrusionOk="0">
                      <a:moveTo>
                        <a:pt x="24" y="0"/>
                      </a:moveTo>
                      <a:lnTo>
                        <a:pt x="0" y="24"/>
                      </a:lnTo>
                      <a:cubicBezTo>
                        <a:pt x="374" y="1471"/>
                        <a:pt x="584" y="2943"/>
                        <a:pt x="678" y="4437"/>
                      </a:cubicBezTo>
                      <a:cubicBezTo>
                        <a:pt x="724" y="5185"/>
                        <a:pt x="724" y="5932"/>
                        <a:pt x="724" y="6679"/>
                      </a:cubicBezTo>
                      <a:cubicBezTo>
                        <a:pt x="748" y="7426"/>
                        <a:pt x="701" y="8174"/>
                        <a:pt x="701" y="8921"/>
                      </a:cubicBezTo>
                      <a:lnTo>
                        <a:pt x="748" y="8921"/>
                      </a:lnTo>
                      <a:cubicBezTo>
                        <a:pt x="911" y="8174"/>
                        <a:pt x="981" y="7426"/>
                        <a:pt x="1028" y="6679"/>
                      </a:cubicBezTo>
                      <a:cubicBezTo>
                        <a:pt x="1051" y="5932"/>
                        <a:pt x="1005" y="5161"/>
                        <a:pt x="935" y="4414"/>
                      </a:cubicBezTo>
                      <a:cubicBezTo>
                        <a:pt x="771" y="2919"/>
                        <a:pt x="467" y="144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25" name="Google Shape;18825;p62"/>
                <p:cNvSpPr/>
                <p:nvPr/>
              </p:nvSpPr>
              <p:spPr>
                <a:xfrm>
                  <a:off x="1944062" y="6871176"/>
                  <a:ext cx="36684" cy="112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6306" extrusionOk="0">
                      <a:moveTo>
                        <a:pt x="2032" y="0"/>
                      </a:moveTo>
                      <a:cubicBezTo>
                        <a:pt x="1659" y="1051"/>
                        <a:pt x="1285" y="2079"/>
                        <a:pt x="911" y="3129"/>
                      </a:cubicBezTo>
                      <a:cubicBezTo>
                        <a:pt x="725" y="3643"/>
                        <a:pt x="514" y="4157"/>
                        <a:pt x="374" y="4694"/>
                      </a:cubicBezTo>
                      <a:cubicBezTo>
                        <a:pt x="234" y="5231"/>
                        <a:pt x="71" y="5745"/>
                        <a:pt x="1" y="6305"/>
                      </a:cubicBezTo>
                      <a:lnTo>
                        <a:pt x="24" y="6305"/>
                      </a:lnTo>
                      <a:cubicBezTo>
                        <a:pt x="281" y="5815"/>
                        <a:pt x="468" y="5301"/>
                        <a:pt x="654" y="4764"/>
                      </a:cubicBezTo>
                      <a:cubicBezTo>
                        <a:pt x="841" y="4250"/>
                        <a:pt x="981" y="3713"/>
                        <a:pt x="1145" y="3199"/>
                      </a:cubicBezTo>
                      <a:cubicBezTo>
                        <a:pt x="1448" y="2149"/>
                        <a:pt x="1752" y="1074"/>
                        <a:pt x="2056" y="23"/>
                      </a:cubicBezTo>
                      <a:lnTo>
                        <a:pt x="2032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26" name="Google Shape;18826;p62"/>
                <p:cNvSpPr/>
                <p:nvPr/>
              </p:nvSpPr>
              <p:spPr>
                <a:xfrm>
                  <a:off x="1962814" y="6934927"/>
                  <a:ext cx="21679" cy="9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5" h="5138" extrusionOk="0">
                      <a:moveTo>
                        <a:pt x="1191" y="0"/>
                      </a:moveTo>
                      <a:cubicBezTo>
                        <a:pt x="888" y="817"/>
                        <a:pt x="608" y="1658"/>
                        <a:pt x="397" y="2522"/>
                      </a:cubicBezTo>
                      <a:cubicBezTo>
                        <a:pt x="281" y="2943"/>
                        <a:pt x="164" y="3363"/>
                        <a:pt x="117" y="3807"/>
                      </a:cubicBezTo>
                      <a:cubicBezTo>
                        <a:pt x="47" y="4250"/>
                        <a:pt x="0" y="4671"/>
                        <a:pt x="47" y="5114"/>
                      </a:cubicBezTo>
                      <a:lnTo>
                        <a:pt x="71" y="5138"/>
                      </a:lnTo>
                      <a:cubicBezTo>
                        <a:pt x="211" y="4717"/>
                        <a:pt x="304" y="4274"/>
                        <a:pt x="397" y="3853"/>
                      </a:cubicBezTo>
                      <a:cubicBezTo>
                        <a:pt x="514" y="3433"/>
                        <a:pt x="561" y="2989"/>
                        <a:pt x="631" y="2569"/>
                      </a:cubicBezTo>
                      <a:cubicBezTo>
                        <a:pt x="794" y="1705"/>
                        <a:pt x="1005" y="864"/>
                        <a:pt x="12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27" name="Google Shape;18827;p62"/>
                <p:cNvSpPr/>
                <p:nvPr/>
              </p:nvSpPr>
              <p:spPr>
                <a:xfrm>
                  <a:off x="1801554" y="6659492"/>
                  <a:ext cx="15434" cy="121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6820" extrusionOk="0">
                      <a:moveTo>
                        <a:pt x="1" y="1"/>
                      </a:moveTo>
                      <a:cubicBezTo>
                        <a:pt x="281" y="1122"/>
                        <a:pt x="444" y="2243"/>
                        <a:pt x="515" y="3387"/>
                      </a:cubicBezTo>
                      <a:cubicBezTo>
                        <a:pt x="538" y="3971"/>
                        <a:pt x="515" y="4531"/>
                        <a:pt x="515" y="5092"/>
                      </a:cubicBezTo>
                      <a:lnTo>
                        <a:pt x="538" y="6820"/>
                      </a:lnTo>
                      <a:lnTo>
                        <a:pt x="585" y="6820"/>
                      </a:lnTo>
                      <a:cubicBezTo>
                        <a:pt x="725" y="6259"/>
                        <a:pt x="795" y="5676"/>
                        <a:pt x="818" y="5115"/>
                      </a:cubicBezTo>
                      <a:cubicBezTo>
                        <a:pt x="865" y="4531"/>
                        <a:pt x="818" y="3948"/>
                        <a:pt x="748" y="3387"/>
                      </a:cubicBezTo>
                      <a:cubicBezTo>
                        <a:pt x="631" y="2219"/>
                        <a:pt x="398" y="109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28" name="Google Shape;18828;p62"/>
                <p:cNvSpPr/>
                <p:nvPr/>
              </p:nvSpPr>
              <p:spPr>
                <a:xfrm>
                  <a:off x="1820734" y="6663668"/>
                  <a:ext cx="28352" cy="86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" h="4835" extrusionOk="0">
                      <a:moveTo>
                        <a:pt x="1565" y="0"/>
                      </a:moveTo>
                      <a:cubicBezTo>
                        <a:pt x="1261" y="794"/>
                        <a:pt x="958" y="1588"/>
                        <a:pt x="677" y="2382"/>
                      </a:cubicBezTo>
                      <a:cubicBezTo>
                        <a:pt x="537" y="2779"/>
                        <a:pt x="374" y="3176"/>
                        <a:pt x="257" y="3597"/>
                      </a:cubicBezTo>
                      <a:cubicBezTo>
                        <a:pt x="163" y="3994"/>
                        <a:pt x="47" y="4414"/>
                        <a:pt x="0" y="4834"/>
                      </a:cubicBezTo>
                      <a:lnTo>
                        <a:pt x="23" y="4834"/>
                      </a:lnTo>
                      <a:cubicBezTo>
                        <a:pt x="234" y="4461"/>
                        <a:pt x="397" y="4064"/>
                        <a:pt x="537" y="3667"/>
                      </a:cubicBezTo>
                      <a:cubicBezTo>
                        <a:pt x="701" y="3270"/>
                        <a:pt x="794" y="2873"/>
                        <a:pt x="911" y="2452"/>
                      </a:cubicBezTo>
                      <a:cubicBezTo>
                        <a:pt x="1144" y="1658"/>
                        <a:pt x="1378" y="841"/>
                        <a:pt x="1588" y="24"/>
                      </a:cubicBezTo>
                      <a:lnTo>
                        <a:pt x="156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29" name="Google Shape;18829;p62"/>
                <p:cNvSpPr/>
                <p:nvPr/>
              </p:nvSpPr>
              <p:spPr>
                <a:xfrm>
                  <a:off x="1834901" y="6712413"/>
                  <a:ext cx="17093" cy="704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" h="3948" extrusionOk="0">
                      <a:moveTo>
                        <a:pt x="911" y="1"/>
                      </a:moveTo>
                      <a:cubicBezTo>
                        <a:pt x="677" y="631"/>
                        <a:pt x="467" y="1285"/>
                        <a:pt x="304" y="1939"/>
                      </a:cubicBezTo>
                      <a:cubicBezTo>
                        <a:pt x="210" y="2266"/>
                        <a:pt x="117" y="2593"/>
                        <a:pt x="70" y="2920"/>
                      </a:cubicBezTo>
                      <a:cubicBezTo>
                        <a:pt x="23" y="3247"/>
                        <a:pt x="0" y="3597"/>
                        <a:pt x="47" y="3947"/>
                      </a:cubicBezTo>
                      <a:lnTo>
                        <a:pt x="70" y="3947"/>
                      </a:lnTo>
                      <a:cubicBezTo>
                        <a:pt x="210" y="3620"/>
                        <a:pt x="280" y="3293"/>
                        <a:pt x="374" y="2967"/>
                      </a:cubicBezTo>
                      <a:cubicBezTo>
                        <a:pt x="444" y="2640"/>
                        <a:pt x="467" y="2313"/>
                        <a:pt x="537" y="1986"/>
                      </a:cubicBezTo>
                      <a:cubicBezTo>
                        <a:pt x="654" y="1332"/>
                        <a:pt x="794" y="678"/>
                        <a:pt x="958" y="24"/>
                      </a:cubicBezTo>
                      <a:lnTo>
                        <a:pt x="911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30" name="Google Shape;18830;p62"/>
                <p:cNvSpPr/>
                <p:nvPr/>
              </p:nvSpPr>
              <p:spPr>
                <a:xfrm>
                  <a:off x="2121987" y="6885343"/>
                  <a:ext cx="16683" cy="700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3924" extrusionOk="0">
                      <a:moveTo>
                        <a:pt x="911" y="0"/>
                      </a:moveTo>
                      <a:cubicBezTo>
                        <a:pt x="678" y="631"/>
                        <a:pt x="467" y="1261"/>
                        <a:pt x="281" y="1915"/>
                      </a:cubicBezTo>
                      <a:cubicBezTo>
                        <a:pt x="211" y="2242"/>
                        <a:pt x="94" y="2569"/>
                        <a:pt x="47" y="2896"/>
                      </a:cubicBezTo>
                      <a:cubicBezTo>
                        <a:pt x="24" y="3246"/>
                        <a:pt x="0" y="3573"/>
                        <a:pt x="24" y="3923"/>
                      </a:cubicBezTo>
                      <a:lnTo>
                        <a:pt x="70" y="3923"/>
                      </a:lnTo>
                      <a:cubicBezTo>
                        <a:pt x="187" y="3596"/>
                        <a:pt x="281" y="3270"/>
                        <a:pt x="351" y="2966"/>
                      </a:cubicBezTo>
                      <a:cubicBezTo>
                        <a:pt x="444" y="2639"/>
                        <a:pt x="467" y="2289"/>
                        <a:pt x="514" y="1962"/>
                      </a:cubicBezTo>
                      <a:cubicBezTo>
                        <a:pt x="654" y="1308"/>
                        <a:pt x="794" y="654"/>
                        <a:pt x="93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31" name="Google Shape;18831;p62"/>
                <p:cNvSpPr/>
                <p:nvPr/>
              </p:nvSpPr>
              <p:spPr>
                <a:xfrm>
                  <a:off x="208183" y="6744922"/>
                  <a:ext cx="15006" cy="129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724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04" y="1168"/>
                        <a:pt x="490" y="2382"/>
                        <a:pt x="584" y="3597"/>
                      </a:cubicBezTo>
                      <a:cubicBezTo>
                        <a:pt x="654" y="4811"/>
                        <a:pt x="631" y="6025"/>
                        <a:pt x="561" y="7240"/>
                      </a:cubicBezTo>
                      <a:lnTo>
                        <a:pt x="584" y="7240"/>
                      </a:lnTo>
                      <a:cubicBezTo>
                        <a:pt x="817" y="6025"/>
                        <a:pt x="841" y="4788"/>
                        <a:pt x="701" y="3573"/>
                      </a:cubicBezTo>
                      <a:cubicBezTo>
                        <a:pt x="584" y="2359"/>
                        <a:pt x="350" y="1168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32" name="Google Shape;18832;p62"/>
                <p:cNvSpPr/>
                <p:nvPr/>
              </p:nvSpPr>
              <p:spPr>
                <a:xfrm>
                  <a:off x="231503" y="6752006"/>
                  <a:ext cx="10027" cy="954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" h="5349" extrusionOk="0">
                      <a:moveTo>
                        <a:pt x="561" y="0"/>
                      </a:moveTo>
                      <a:lnTo>
                        <a:pt x="234" y="2662"/>
                      </a:lnTo>
                      <a:cubicBezTo>
                        <a:pt x="118" y="3550"/>
                        <a:pt x="24" y="4437"/>
                        <a:pt x="1" y="5348"/>
                      </a:cubicBezTo>
                      <a:lnTo>
                        <a:pt x="24" y="5348"/>
                      </a:lnTo>
                      <a:cubicBezTo>
                        <a:pt x="188" y="4461"/>
                        <a:pt x="281" y="3573"/>
                        <a:pt x="351" y="2686"/>
                      </a:cubicBezTo>
                      <a:lnTo>
                        <a:pt x="561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33" name="Google Shape;18833;p62"/>
                <p:cNvSpPr/>
                <p:nvPr/>
              </p:nvSpPr>
              <p:spPr>
                <a:xfrm>
                  <a:off x="250684" y="6795327"/>
                  <a:ext cx="16683" cy="741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158" extrusionOk="0">
                      <a:moveTo>
                        <a:pt x="911" y="1"/>
                      </a:moveTo>
                      <a:cubicBezTo>
                        <a:pt x="677" y="655"/>
                        <a:pt x="490" y="1355"/>
                        <a:pt x="327" y="2033"/>
                      </a:cubicBezTo>
                      <a:cubicBezTo>
                        <a:pt x="140" y="2733"/>
                        <a:pt x="0" y="3434"/>
                        <a:pt x="0" y="4158"/>
                      </a:cubicBezTo>
                      <a:cubicBezTo>
                        <a:pt x="187" y="3457"/>
                        <a:pt x="304" y="2780"/>
                        <a:pt x="444" y="2079"/>
                      </a:cubicBezTo>
                      <a:cubicBezTo>
                        <a:pt x="584" y="1379"/>
                        <a:pt x="747" y="678"/>
                        <a:pt x="93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34" name="Google Shape;18834;p62"/>
                <p:cNvSpPr/>
                <p:nvPr/>
              </p:nvSpPr>
              <p:spPr>
                <a:xfrm>
                  <a:off x="-75995" y="6897422"/>
                  <a:ext cx="39182" cy="124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6" h="6960" extrusionOk="0">
                      <a:moveTo>
                        <a:pt x="0" y="0"/>
                      </a:moveTo>
                      <a:cubicBezTo>
                        <a:pt x="561" y="1098"/>
                        <a:pt x="1028" y="2219"/>
                        <a:pt x="1378" y="3387"/>
                      </a:cubicBezTo>
                      <a:cubicBezTo>
                        <a:pt x="1705" y="4554"/>
                        <a:pt x="1962" y="5745"/>
                        <a:pt x="2172" y="6960"/>
                      </a:cubicBezTo>
                      <a:lnTo>
                        <a:pt x="2195" y="6960"/>
                      </a:lnTo>
                      <a:cubicBezTo>
                        <a:pt x="2125" y="5722"/>
                        <a:pt x="1892" y="4531"/>
                        <a:pt x="1495" y="3363"/>
                      </a:cubicBezTo>
                      <a:cubicBezTo>
                        <a:pt x="1098" y="2196"/>
                        <a:pt x="607" y="1075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35" name="Google Shape;18835;p62"/>
                <p:cNvSpPr/>
                <p:nvPr/>
              </p:nvSpPr>
              <p:spPr>
                <a:xfrm>
                  <a:off x="29008" y="6929503"/>
                  <a:ext cx="15844" cy="83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72" extrusionOk="0">
                      <a:moveTo>
                        <a:pt x="864" y="1"/>
                      </a:moveTo>
                      <a:lnTo>
                        <a:pt x="374" y="2336"/>
                      </a:lnTo>
                      <a:cubicBezTo>
                        <a:pt x="210" y="3106"/>
                        <a:pt x="70" y="3877"/>
                        <a:pt x="0" y="4671"/>
                      </a:cubicBezTo>
                      <a:cubicBezTo>
                        <a:pt x="234" y="3900"/>
                        <a:pt x="374" y="3130"/>
                        <a:pt x="491" y="2359"/>
                      </a:cubicBezTo>
                      <a:lnTo>
                        <a:pt x="888" y="24"/>
                      </a:lnTo>
                      <a:lnTo>
                        <a:pt x="864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36" name="Google Shape;18836;p62"/>
                <p:cNvSpPr/>
                <p:nvPr/>
              </p:nvSpPr>
              <p:spPr>
                <a:xfrm>
                  <a:off x="239015" y="6796576"/>
                  <a:ext cx="15844" cy="8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4649" extrusionOk="0">
                      <a:moveTo>
                        <a:pt x="864" y="1"/>
                      </a:moveTo>
                      <a:lnTo>
                        <a:pt x="374" y="2313"/>
                      </a:lnTo>
                      <a:cubicBezTo>
                        <a:pt x="210" y="3084"/>
                        <a:pt x="47" y="3854"/>
                        <a:pt x="0" y="4648"/>
                      </a:cubicBezTo>
                      <a:cubicBezTo>
                        <a:pt x="234" y="3878"/>
                        <a:pt x="374" y="3107"/>
                        <a:pt x="491" y="2336"/>
                      </a:cubicBezTo>
                      <a:lnTo>
                        <a:pt x="88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37" name="Google Shape;18837;p62"/>
                <p:cNvSpPr/>
                <p:nvPr/>
              </p:nvSpPr>
              <p:spPr>
                <a:xfrm>
                  <a:off x="-14741" y="6941582"/>
                  <a:ext cx="3765" cy="75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4252" extrusionOk="0">
                      <a:moveTo>
                        <a:pt x="140" y="1"/>
                      </a:moveTo>
                      <a:cubicBezTo>
                        <a:pt x="70" y="701"/>
                        <a:pt x="23" y="1402"/>
                        <a:pt x="23" y="2126"/>
                      </a:cubicBezTo>
                      <a:cubicBezTo>
                        <a:pt x="0" y="2826"/>
                        <a:pt x="23" y="3550"/>
                        <a:pt x="164" y="4251"/>
                      </a:cubicBezTo>
                      <a:lnTo>
                        <a:pt x="187" y="4251"/>
                      </a:lnTo>
                      <a:cubicBezTo>
                        <a:pt x="210" y="3550"/>
                        <a:pt x="164" y="2826"/>
                        <a:pt x="140" y="2126"/>
                      </a:cubicBezTo>
                      <a:cubicBezTo>
                        <a:pt x="117" y="1425"/>
                        <a:pt x="140" y="701"/>
                        <a:pt x="16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38" name="Google Shape;18838;p62"/>
                <p:cNvSpPr/>
                <p:nvPr/>
              </p:nvSpPr>
              <p:spPr>
                <a:xfrm>
                  <a:off x="-32673" y="6892837"/>
                  <a:ext cx="18360" cy="129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9" h="7240" extrusionOk="0">
                      <a:moveTo>
                        <a:pt x="1" y="0"/>
                      </a:moveTo>
                      <a:lnTo>
                        <a:pt x="1" y="24"/>
                      </a:lnTo>
                      <a:cubicBezTo>
                        <a:pt x="351" y="1191"/>
                        <a:pt x="585" y="2382"/>
                        <a:pt x="701" y="3597"/>
                      </a:cubicBezTo>
                      <a:cubicBezTo>
                        <a:pt x="818" y="4811"/>
                        <a:pt x="842" y="6002"/>
                        <a:pt x="818" y="7240"/>
                      </a:cubicBezTo>
                      <a:lnTo>
                        <a:pt x="842" y="7240"/>
                      </a:lnTo>
                      <a:cubicBezTo>
                        <a:pt x="1028" y="6026"/>
                        <a:pt x="1005" y="4788"/>
                        <a:pt x="842" y="3573"/>
                      </a:cubicBezTo>
                      <a:cubicBezTo>
                        <a:pt x="678" y="2359"/>
                        <a:pt x="398" y="1168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39" name="Google Shape;18839;p62"/>
                <p:cNvSpPr/>
                <p:nvPr/>
              </p:nvSpPr>
              <p:spPr>
                <a:xfrm>
                  <a:off x="-9335" y="6896173"/>
                  <a:ext cx="26692" cy="92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" h="5162" extrusionOk="0">
                      <a:moveTo>
                        <a:pt x="1495" y="0"/>
                      </a:moveTo>
                      <a:lnTo>
                        <a:pt x="701" y="2569"/>
                      </a:lnTo>
                      <a:cubicBezTo>
                        <a:pt x="421" y="3433"/>
                        <a:pt x="187" y="4297"/>
                        <a:pt x="1" y="5161"/>
                      </a:cubicBezTo>
                      <a:lnTo>
                        <a:pt x="24" y="5161"/>
                      </a:lnTo>
                      <a:cubicBezTo>
                        <a:pt x="351" y="4321"/>
                        <a:pt x="585" y="3480"/>
                        <a:pt x="818" y="2592"/>
                      </a:cubicBezTo>
                      <a:lnTo>
                        <a:pt x="1495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40" name="Google Shape;18840;p62"/>
                <p:cNvSpPr/>
                <p:nvPr/>
              </p:nvSpPr>
              <p:spPr>
                <a:xfrm>
                  <a:off x="7758" y="6947845"/>
                  <a:ext cx="14595" cy="75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4204" extrusionOk="0">
                      <a:moveTo>
                        <a:pt x="794" y="0"/>
                      </a:moveTo>
                      <a:cubicBezTo>
                        <a:pt x="584" y="677"/>
                        <a:pt x="397" y="1378"/>
                        <a:pt x="257" y="2078"/>
                      </a:cubicBezTo>
                      <a:cubicBezTo>
                        <a:pt x="94" y="2756"/>
                        <a:pt x="0" y="3480"/>
                        <a:pt x="0" y="4180"/>
                      </a:cubicBezTo>
                      <a:lnTo>
                        <a:pt x="24" y="4204"/>
                      </a:lnTo>
                      <a:cubicBezTo>
                        <a:pt x="164" y="3503"/>
                        <a:pt x="280" y="2802"/>
                        <a:pt x="374" y="2078"/>
                      </a:cubicBezTo>
                      <a:cubicBezTo>
                        <a:pt x="491" y="1378"/>
                        <a:pt x="654" y="701"/>
                        <a:pt x="8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41" name="Google Shape;18841;p62"/>
                <p:cNvSpPr/>
                <p:nvPr/>
              </p:nvSpPr>
              <p:spPr>
                <a:xfrm>
                  <a:off x="491094" y="7054507"/>
                  <a:ext cx="44606" cy="2621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0" h="14690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725" y="2382"/>
                        <a:pt x="1285" y="4811"/>
                        <a:pt x="1682" y="7263"/>
                      </a:cubicBezTo>
                      <a:cubicBezTo>
                        <a:pt x="1869" y="8501"/>
                        <a:pt x="2033" y="9739"/>
                        <a:pt x="2149" y="10976"/>
                      </a:cubicBezTo>
                      <a:cubicBezTo>
                        <a:pt x="2313" y="12191"/>
                        <a:pt x="2383" y="13452"/>
                        <a:pt x="2476" y="14689"/>
                      </a:cubicBezTo>
                      <a:lnTo>
                        <a:pt x="2500" y="14689"/>
                      </a:lnTo>
                      <a:cubicBezTo>
                        <a:pt x="2500" y="13428"/>
                        <a:pt x="2406" y="12191"/>
                        <a:pt x="2313" y="10953"/>
                      </a:cubicBezTo>
                      <a:cubicBezTo>
                        <a:pt x="2196" y="9715"/>
                        <a:pt x="2009" y="8478"/>
                        <a:pt x="1799" y="7240"/>
                      </a:cubicBezTo>
                      <a:cubicBezTo>
                        <a:pt x="1379" y="4788"/>
                        <a:pt x="795" y="2359"/>
                        <a:pt x="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42" name="Google Shape;18842;p62"/>
                <p:cNvSpPr/>
                <p:nvPr/>
              </p:nvSpPr>
              <p:spPr>
                <a:xfrm>
                  <a:off x="625269" y="7119918"/>
                  <a:ext cx="27103" cy="1766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9903" extrusionOk="0">
                      <a:moveTo>
                        <a:pt x="1519" y="1"/>
                      </a:moveTo>
                      <a:lnTo>
                        <a:pt x="701" y="4928"/>
                      </a:lnTo>
                      <a:cubicBezTo>
                        <a:pt x="561" y="5769"/>
                        <a:pt x="444" y="6586"/>
                        <a:pt x="328" y="7427"/>
                      </a:cubicBezTo>
                      <a:cubicBezTo>
                        <a:pt x="211" y="8244"/>
                        <a:pt x="94" y="9062"/>
                        <a:pt x="1" y="9902"/>
                      </a:cubicBezTo>
                      <a:lnTo>
                        <a:pt x="24" y="9902"/>
                      </a:lnTo>
                      <a:cubicBezTo>
                        <a:pt x="187" y="9085"/>
                        <a:pt x="328" y="8268"/>
                        <a:pt x="468" y="7427"/>
                      </a:cubicBezTo>
                      <a:cubicBezTo>
                        <a:pt x="584" y="6610"/>
                        <a:pt x="725" y="5792"/>
                        <a:pt x="818" y="4952"/>
                      </a:cubicBezTo>
                      <a:lnTo>
                        <a:pt x="151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43" name="Google Shape;18843;p62"/>
                <p:cNvSpPr/>
                <p:nvPr/>
              </p:nvSpPr>
              <p:spPr>
                <a:xfrm>
                  <a:off x="568601" y="7145754"/>
                  <a:ext cx="6263" cy="1616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9062" extrusionOk="0">
                      <a:moveTo>
                        <a:pt x="351" y="1"/>
                      </a:moveTo>
                      <a:lnTo>
                        <a:pt x="351" y="1"/>
                      </a:lnTo>
                      <a:cubicBezTo>
                        <a:pt x="211" y="1519"/>
                        <a:pt x="94" y="3013"/>
                        <a:pt x="47" y="4531"/>
                      </a:cubicBezTo>
                      <a:cubicBezTo>
                        <a:pt x="1" y="5278"/>
                        <a:pt x="1" y="6049"/>
                        <a:pt x="1" y="6796"/>
                      </a:cubicBezTo>
                      <a:cubicBezTo>
                        <a:pt x="24" y="7544"/>
                        <a:pt x="24" y="8314"/>
                        <a:pt x="94" y="9062"/>
                      </a:cubicBezTo>
                      <a:lnTo>
                        <a:pt x="117" y="9062"/>
                      </a:lnTo>
                      <a:lnTo>
                        <a:pt x="141" y="6796"/>
                      </a:lnTo>
                      <a:lnTo>
                        <a:pt x="164" y="4531"/>
                      </a:lnTo>
                      <a:cubicBezTo>
                        <a:pt x="187" y="3037"/>
                        <a:pt x="257" y="1519"/>
                        <a:pt x="35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44" name="Google Shape;18844;p62"/>
                <p:cNvSpPr/>
                <p:nvPr/>
              </p:nvSpPr>
              <p:spPr>
                <a:xfrm>
                  <a:off x="550277" y="7043677"/>
                  <a:ext cx="16683" cy="2733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15320" extrusionOk="0">
                      <a:moveTo>
                        <a:pt x="0" y="0"/>
                      </a:moveTo>
                      <a:lnTo>
                        <a:pt x="0" y="24"/>
                      </a:lnTo>
                      <a:cubicBezTo>
                        <a:pt x="397" y="2546"/>
                        <a:pt x="654" y="5091"/>
                        <a:pt x="747" y="7637"/>
                      </a:cubicBezTo>
                      <a:cubicBezTo>
                        <a:pt x="771" y="8921"/>
                        <a:pt x="794" y="10205"/>
                        <a:pt x="747" y="11467"/>
                      </a:cubicBezTo>
                      <a:cubicBezTo>
                        <a:pt x="747" y="12751"/>
                        <a:pt x="677" y="14035"/>
                        <a:pt x="631" y="15320"/>
                      </a:cubicBezTo>
                      <a:cubicBezTo>
                        <a:pt x="794" y="14035"/>
                        <a:pt x="864" y="12751"/>
                        <a:pt x="911" y="11490"/>
                      </a:cubicBezTo>
                      <a:cubicBezTo>
                        <a:pt x="934" y="10205"/>
                        <a:pt x="934" y="8921"/>
                        <a:pt x="864" y="7637"/>
                      </a:cubicBezTo>
                      <a:cubicBezTo>
                        <a:pt x="747" y="5091"/>
                        <a:pt x="467" y="2522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45" name="Google Shape;18845;p62"/>
                <p:cNvSpPr/>
                <p:nvPr/>
              </p:nvSpPr>
              <p:spPr>
                <a:xfrm>
                  <a:off x="575685" y="7049512"/>
                  <a:ext cx="42108" cy="196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0" h="11000" extrusionOk="0">
                      <a:moveTo>
                        <a:pt x="2336" y="0"/>
                      </a:moveTo>
                      <a:lnTo>
                        <a:pt x="1122" y="5488"/>
                      </a:lnTo>
                      <a:cubicBezTo>
                        <a:pt x="911" y="6399"/>
                        <a:pt x="701" y="7310"/>
                        <a:pt x="514" y="8220"/>
                      </a:cubicBezTo>
                      <a:cubicBezTo>
                        <a:pt x="351" y="9155"/>
                        <a:pt x="141" y="10065"/>
                        <a:pt x="1" y="10999"/>
                      </a:cubicBezTo>
                      <a:cubicBezTo>
                        <a:pt x="257" y="10089"/>
                        <a:pt x="444" y="9178"/>
                        <a:pt x="654" y="8244"/>
                      </a:cubicBezTo>
                      <a:cubicBezTo>
                        <a:pt x="865" y="7333"/>
                        <a:pt x="1051" y="6422"/>
                        <a:pt x="1238" y="5511"/>
                      </a:cubicBezTo>
                      <a:lnTo>
                        <a:pt x="235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46" name="Google Shape;18846;p62"/>
                <p:cNvSpPr/>
                <p:nvPr/>
              </p:nvSpPr>
              <p:spPr>
                <a:xfrm>
                  <a:off x="596525" y="7158672"/>
                  <a:ext cx="24177" cy="1591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922" extrusionOk="0">
                      <a:moveTo>
                        <a:pt x="1331" y="1"/>
                      </a:moveTo>
                      <a:cubicBezTo>
                        <a:pt x="1004" y="1472"/>
                        <a:pt x="724" y="2943"/>
                        <a:pt x="491" y="4438"/>
                      </a:cubicBezTo>
                      <a:cubicBezTo>
                        <a:pt x="374" y="5185"/>
                        <a:pt x="257" y="5909"/>
                        <a:pt x="164" y="6656"/>
                      </a:cubicBezTo>
                      <a:cubicBezTo>
                        <a:pt x="94" y="7427"/>
                        <a:pt x="24" y="8174"/>
                        <a:pt x="0" y="8921"/>
                      </a:cubicBezTo>
                      <a:lnTo>
                        <a:pt x="327" y="6680"/>
                      </a:lnTo>
                      <a:lnTo>
                        <a:pt x="607" y="4461"/>
                      </a:lnTo>
                      <a:cubicBezTo>
                        <a:pt x="818" y="2966"/>
                        <a:pt x="1075" y="1472"/>
                        <a:pt x="1355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47" name="Google Shape;18847;p62"/>
                <p:cNvSpPr/>
                <p:nvPr/>
              </p:nvSpPr>
              <p:spPr>
                <a:xfrm>
                  <a:off x="661115" y="6730755"/>
                  <a:ext cx="40431" cy="1179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6" h="6610" extrusionOk="0">
                      <a:moveTo>
                        <a:pt x="0" y="0"/>
                      </a:moveTo>
                      <a:cubicBezTo>
                        <a:pt x="584" y="1028"/>
                        <a:pt x="1051" y="2102"/>
                        <a:pt x="1378" y="3200"/>
                      </a:cubicBezTo>
                      <a:cubicBezTo>
                        <a:pt x="1541" y="3760"/>
                        <a:pt x="1658" y="4344"/>
                        <a:pt x="1798" y="4904"/>
                      </a:cubicBezTo>
                      <a:cubicBezTo>
                        <a:pt x="1938" y="5465"/>
                        <a:pt x="2055" y="6025"/>
                        <a:pt x="2195" y="6609"/>
                      </a:cubicBezTo>
                      <a:lnTo>
                        <a:pt x="2219" y="6586"/>
                      </a:lnTo>
                      <a:cubicBezTo>
                        <a:pt x="2265" y="6002"/>
                        <a:pt x="2195" y="5418"/>
                        <a:pt x="2102" y="4834"/>
                      </a:cubicBezTo>
                      <a:cubicBezTo>
                        <a:pt x="2008" y="4250"/>
                        <a:pt x="1822" y="3690"/>
                        <a:pt x="1611" y="3130"/>
                      </a:cubicBezTo>
                      <a:cubicBezTo>
                        <a:pt x="1214" y="2032"/>
                        <a:pt x="677" y="958"/>
                        <a:pt x="23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48" name="Google Shape;18848;p62"/>
                <p:cNvSpPr/>
                <p:nvPr/>
              </p:nvSpPr>
              <p:spPr>
                <a:xfrm>
                  <a:off x="697353" y="6743245"/>
                  <a:ext cx="21696" cy="716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" h="4018" extrusionOk="0">
                      <a:moveTo>
                        <a:pt x="1" y="1"/>
                      </a:moveTo>
                      <a:cubicBezTo>
                        <a:pt x="304" y="655"/>
                        <a:pt x="538" y="1309"/>
                        <a:pt x="678" y="1986"/>
                      </a:cubicBezTo>
                      <a:cubicBezTo>
                        <a:pt x="771" y="2313"/>
                        <a:pt x="795" y="2663"/>
                        <a:pt x="865" y="2990"/>
                      </a:cubicBezTo>
                      <a:cubicBezTo>
                        <a:pt x="958" y="3340"/>
                        <a:pt x="1005" y="3667"/>
                        <a:pt x="1098" y="4018"/>
                      </a:cubicBezTo>
                      <a:lnTo>
                        <a:pt x="1122" y="4018"/>
                      </a:lnTo>
                      <a:cubicBezTo>
                        <a:pt x="1215" y="3667"/>
                        <a:pt x="1192" y="3317"/>
                        <a:pt x="1168" y="2967"/>
                      </a:cubicBezTo>
                      <a:cubicBezTo>
                        <a:pt x="1145" y="2593"/>
                        <a:pt x="1028" y="2266"/>
                        <a:pt x="912" y="1916"/>
                      </a:cubicBezTo>
                      <a:cubicBezTo>
                        <a:pt x="701" y="1239"/>
                        <a:pt x="398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49" name="Google Shape;18849;p62"/>
                <p:cNvSpPr/>
                <p:nvPr/>
              </p:nvSpPr>
              <p:spPr>
                <a:xfrm>
                  <a:off x="620273" y="6731576"/>
                  <a:ext cx="18342" cy="107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8" h="6026" extrusionOk="0">
                      <a:moveTo>
                        <a:pt x="0" y="1"/>
                      </a:moveTo>
                      <a:cubicBezTo>
                        <a:pt x="304" y="982"/>
                        <a:pt x="514" y="1986"/>
                        <a:pt x="631" y="2990"/>
                      </a:cubicBezTo>
                      <a:cubicBezTo>
                        <a:pt x="678" y="3481"/>
                        <a:pt x="701" y="3994"/>
                        <a:pt x="724" y="4508"/>
                      </a:cubicBezTo>
                      <a:lnTo>
                        <a:pt x="841" y="6026"/>
                      </a:lnTo>
                      <a:lnTo>
                        <a:pt x="864" y="6026"/>
                      </a:lnTo>
                      <a:cubicBezTo>
                        <a:pt x="981" y="5512"/>
                        <a:pt x="1028" y="4998"/>
                        <a:pt x="1028" y="4485"/>
                      </a:cubicBezTo>
                      <a:cubicBezTo>
                        <a:pt x="1028" y="3971"/>
                        <a:pt x="958" y="3457"/>
                        <a:pt x="864" y="2943"/>
                      </a:cubicBezTo>
                      <a:cubicBezTo>
                        <a:pt x="701" y="1939"/>
                        <a:pt x="421" y="93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50" name="Google Shape;18850;p62"/>
                <p:cNvSpPr/>
                <p:nvPr/>
              </p:nvSpPr>
              <p:spPr>
                <a:xfrm>
                  <a:off x="723599" y="6882006"/>
                  <a:ext cx="20019" cy="1296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7264" extrusionOk="0">
                      <a:moveTo>
                        <a:pt x="1075" y="0"/>
                      </a:moveTo>
                      <a:cubicBezTo>
                        <a:pt x="561" y="1121"/>
                        <a:pt x="235" y="2336"/>
                        <a:pt x="94" y="3573"/>
                      </a:cubicBezTo>
                      <a:cubicBezTo>
                        <a:pt x="24" y="4204"/>
                        <a:pt x="1" y="4834"/>
                        <a:pt x="71" y="5442"/>
                      </a:cubicBezTo>
                      <a:cubicBezTo>
                        <a:pt x="141" y="6072"/>
                        <a:pt x="235" y="6679"/>
                        <a:pt x="468" y="7263"/>
                      </a:cubicBezTo>
                      <a:lnTo>
                        <a:pt x="491" y="7263"/>
                      </a:lnTo>
                      <a:cubicBezTo>
                        <a:pt x="445" y="6656"/>
                        <a:pt x="375" y="6049"/>
                        <a:pt x="351" y="5418"/>
                      </a:cubicBezTo>
                      <a:cubicBezTo>
                        <a:pt x="351" y="4811"/>
                        <a:pt x="305" y="4204"/>
                        <a:pt x="351" y="3597"/>
                      </a:cubicBezTo>
                      <a:cubicBezTo>
                        <a:pt x="421" y="2382"/>
                        <a:pt x="678" y="1168"/>
                        <a:pt x="112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51" name="Google Shape;18851;p62"/>
                <p:cNvSpPr/>
                <p:nvPr/>
              </p:nvSpPr>
              <p:spPr>
                <a:xfrm>
                  <a:off x="751523" y="6961584"/>
                  <a:ext cx="7512" cy="67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" h="3784" extrusionOk="0">
                      <a:moveTo>
                        <a:pt x="1" y="1"/>
                      </a:moveTo>
                      <a:cubicBezTo>
                        <a:pt x="47" y="631"/>
                        <a:pt x="94" y="1262"/>
                        <a:pt x="94" y="1892"/>
                      </a:cubicBezTo>
                      <a:cubicBezTo>
                        <a:pt x="117" y="2196"/>
                        <a:pt x="71" y="2523"/>
                        <a:pt x="94" y="2826"/>
                      </a:cubicBezTo>
                      <a:cubicBezTo>
                        <a:pt x="141" y="3153"/>
                        <a:pt x="141" y="3457"/>
                        <a:pt x="211" y="3784"/>
                      </a:cubicBezTo>
                      <a:lnTo>
                        <a:pt x="258" y="3784"/>
                      </a:lnTo>
                      <a:cubicBezTo>
                        <a:pt x="351" y="3457"/>
                        <a:pt x="374" y="3153"/>
                        <a:pt x="398" y="2826"/>
                      </a:cubicBezTo>
                      <a:cubicBezTo>
                        <a:pt x="421" y="2523"/>
                        <a:pt x="374" y="2196"/>
                        <a:pt x="351" y="1869"/>
                      </a:cubicBezTo>
                      <a:cubicBezTo>
                        <a:pt x="281" y="1238"/>
                        <a:pt x="164" y="63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52" name="Google Shape;18852;p62"/>
                <p:cNvSpPr/>
                <p:nvPr/>
              </p:nvSpPr>
              <p:spPr>
                <a:xfrm>
                  <a:off x="598612" y="6888661"/>
                  <a:ext cx="24177" cy="153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5" h="8619" extrusionOk="0">
                      <a:moveTo>
                        <a:pt x="0" y="1"/>
                      </a:moveTo>
                      <a:cubicBezTo>
                        <a:pt x="514" y="1379"/>
                        <a:pt x="841" y="2827"/>
                        <a:pt x="958" y="4251"/>
                      </a:cubicBezTo>
                      <a:cubicBezTo>
                        <a:pt x="1028" y="4975"/>
                        <a:pt x="1004" y="5699"/>
                        <a:pt x="1004" y="6423"/>
                      </a:cubicBezTo>
                      <a:cubicBezTo>
                        <a:pt x="1004" y="7147"/>
                        <a:pt x="958" y="7871"/>
                        <a:pt x="911" y="8618"/>
                      </a:cubicBezTo>
                      <a:lnTo>
                        <a:pt x="934" y="8618"/>
                      </a:lnTo>
                      <a:cubicBezTo>
                        <a:pt x="1144" y="7918"/>
                        <a:pt x="1261" y="7170"/>
                        <a:pt x="1308" y="6446"/>
                      </a:cubicBezTo>
                      <a:cubicBezTo>
                        <a:pt x="1355" y="5699"/>
                        <a:pt x="1308" y="4975"/>
                        <a:pt x="1214" y="4228"/>
                      </a:cubicBezTo>
                      <a:cubicBezTo>
                        <a:pt x="1028" y="2780"/>
                        <a:pt x="631" y="1332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53" name="Google Shape;18853;p62"/>
                <p:cNvSpPr/>
                <p:nvPr/>
              </p:nvSpPr>
              <p:spPr>
                <a:xfrm>
                  <a:off x="552347" y="6936997"/>
                  <a:ext cx="10438" cy="521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2921" extrusionOk="0">
                      <a:moveTo>
                        <a:pt x="1" y="1"/>
                      </a:moveTo>
                      <a:cubicBezTo>
                        <a:pt x="94" y="491"/>
                        <a:pt x="164" y="982"/>
                        <a:pt x="211" y="1449"/>
                      </a:cubicBezTo>
                      <a:cubicBezTo>
                        <a:pt x="234" y="1706"/>
                        <a:pt x="234" y="1939"/>
                        <a:pt x="281" y="2196"/>
                      </a:cubicBezTo>
                      <a:cubicBezTo>
                        <a:pt x="328" y="2430"/>
                        <a:pt x="374" y="2663"/>
                        <a:pt x="468" y="2920"/>
                      </a:cubicBezTo>
                      <a:lnTo>
                        <a:pt x="491" y="2920"/>
                      </a:lnTo>
                      <a:cubicBezTo>
                        <a:pt x="561" y="2663"/>
                        <a:pt x="561" y="2406"/>
                        <a:pt x="585" y="2149"/>
                      </a:cubicBezTo>
                      <a:cubicBezTo>
                        <a:pt x="561" y="1916"/>
                        <a:pt x="515" y="1659"/>
                        <a:pt x="445" y="1425"/>
                      </a:cubicBezTo>
                      <a:cubicBezTo>
                        <a:pt x="351" y="935"/>
                        <a:pt x="211" y="46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54" name="Google Shape;18854;p62"/>
                <p:cNvSpPr/>
                <p:nvPr/>
              </p:nvSpPr>
              <p:spPr>
                <a:xfrm>
                  <a:off x="494020" y="6916585"/>
                  <a:ext cx="11259" cy="65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" h="3668" extrusionOk="0">
                      <a:moveTo>
                        <a:pt x="0" y="1"/>
                      </a:moveTo>
                      <a:cubicBezTo>
                        <a:pt x="164" y="608"/>
                        <a:pt x="257" y="1215"/>
                        <a:pt x="281" y="1822"/>
                      </a:cubicBezTo>
                      <a:cubicBezTo>
                        <a:pt x="304" y="2126"/>
                        <a:pt x="281" y="2429"/>
                        <a:pt x="304" y="2733"/>
                      </a:cubicBezTo>
                      <a:cubicBezTo>
                        <a:pt x="351" y="3036"/>
                        <a:pt x="351" y="3340"/>
                        <a:pt x="397" y="3667"/>
                      </a:cubicBezTo>
                      <a:lnTo>
                        <a:pt x="444" y="3667"/>
                      </a:lnTo>
                      <a:cubicBezTo>
                        <a:pt x="561" y="3363"/>
                        <a:pt x="584" y="3036"/>
                        <a:pt x="608" y="2733"/>
                      </a:cubicBezTo>
                      <a:cubicBezTo>
                        <a:pt x="631" y="2429"/>
                        <a:pt x="584" y="2102"/>
                        <a:pt x="537" y="1799"/>
                      </a:cubicBezTo>
                      <a:cubicBezTo>
                        <a:pt x="444" y="1168"/>
                        <a:pt x="257" y="561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55" name="Google Shape;18855;p62"/>
                <p:cNvSpPr/>
                <p:nvPr/>
              </p:nvSpPr>
              <p:spPr>
                <a:xfrm>
                  <a:off x="349014" y="6838256"/>
                  <a:ext cx="17932" cy="105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5932" extrusionOk="0">
                      <a:moveTo>
                        <a:pt x="24" y="0"/>
                      </a:moveTo>
                      <a:cubicBezTo>
                        <a:pt x="0" y="1004"/>
                        <a:pt x="47" y="2009"/>
                        <a:pt x="187" y="3013"/>
                      </a:cubicBezTo>
                      <a:cubicBezTo>
                        <a:pt x="257" y="3503"/>
                        <a:pt x="327" y="4017"/>
                        <a:pt x="444" y="4507"/>
                      </a:cubicBezTo>
                      <a:cubicBezTo>
                        <a:pt x="608" y="4998"/>
                        <a:pt x="748" y="5488"/>
                        <a:pt x="981" y="5932"/>
                      </a:cubicBezTo>
                      <a:lnTo>
                        <a:pt x="1005" y="5932"/>
                      </a:lnTo>
                      <a:cubicBezTo>
                        <a:pt x="958" y="5418"/>
                        <a:pt x="841" y="4928"/>
                        <a:pt x="748" y="4437"/>
                      </a:cubicBezTo>
                      <a:lnTo>
                        <a:pt x="421" y="2966"/>
                      </a:lnTo>
                      <a:cubicBezTo>
                        <a:pt x="234" y="1985"/>
                        <a:pt x="117" y="1004"/>
                        <a:pt x="47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56" name="Google Shape;18856;p62"/>
                <p:cNvSpPr/>
                <p:nvPr/>
              </p:nvSpPr>
              <p:spPr>
                <a:xfrm>
                  <a:off x="386519" y="6892426"/>
                  <a:ext cx="15006" cy="74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4157" extrusionOk="0">
                      <a:moveTo>
                        <a:pt x="24" y="0"/>
                      </a:moveTo>
                      <a:lnTo>
                        <a:pt x="0" y="23"/>
                      </a:lnTo>
                      <a:cubicBezTo>
                        <a:pt x="304" y="677"/>
                        <a:pt x="467" y="1355"/>
                        <a:pt x="514" y="2055"/>
                      </a:cubicBezTo>
                      <a:cubicBezTo>
                        <a:pt x="537" y="2405"/>
                        <a:pt x="514" y="2756"/>
                        <a:pt x="491" y="3083"/>
                      </a:cubicBezTo>
                      <a:cubicBezTo>
                        <a:pt x="491" y="3433"/>
                        <a:pt x="444" y="3783"/>
                        <a:pt x="421" y="4134"/>
                      </a:cubicBezTo>
                      <a:lnTo>
                        <a:pt x="444" y="4157"/>
                      </a:lnTo>
                      <a:cubicBezTo>
                        <a:pt x="631" y="3830"/>
                        <a:pt x="724" y="3480"/>
                        <a:pt x="794" y="3129"/>
                      </a:cubicBezTo>
                      <a:cubicBezTo>
                        <a:pt x="841" y="2756"/>
                        <a:pt x="818" y="2382"/>
                        <a:pt x="771" y="2032"/>
                      </a:cubicBezTo>
                      <a:cubicBezTo>
                        <a:pt x="654" y="1308"/>
                        <a:pt x="421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57" name="Google Shape;18857;p62"/>
                <p:cNvSpPr/>
                <p:nvPr/>
              </p:nvSpPr>
              <p:spPr>
                <a:xfrm>
                  <a:off x="332349" y="6873246"/>
                  <a:ext cx="18770" cy="950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2" h="5326" extrusionOk="0">
                      <a:moveTo>
                        <a:pt x="0" y="1"/>
                      </a:moveTo>
                      <a:cubicBezTo>
                        <a:pt x="0" y="912"/>
                        <a:pt x="70" y="1822"/>
                        <a:pt x="210" y="2710"/>
                      </a:cubicBezTo>
                      <a:cubicBezTo>
                        <a:pt x="281" y="3177"/>
                        <a:pt x="351" y="3621"/>
                        <a:pt x="491" y="4064"/>
                      </a:cubicBezTo>
                      <a:cubicBezTo>
                        <a:pt x="631" y="4485"/>
                        <a:pt x="794" y="4928"/>
                        <a:pt x="1028" y="5325"/>
                      </a:cubicBezTo>
                      <a:lnTo>
                        <a:pt x="1051" y="5325"/>
                      </a:lnTo>
                      <a:cubicBezTo>
                        <a:pt x="981" y="4858"/>
                        <a:pt x="864" y="4438"/>
                        <a:pt x="771" y="3994"/>
                      </a:cubicBezTo>
                      <a:cubicBezTo>
                        <a:pt x="678" y="3551"/>
                        <a:pt x="537" y="3107"/>
                        <a:pt x="444" y="2663"/>
                      </a:cubicBezTo>
                      <a:cubicBezTo>
                        <a:pt x="257" y="1799"/>
                        <a:pt x="117" y="88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58" name="Google Shape;18858;p62"/>
                <p:cNvSpPr/>
                <p:nvPr/>
              </p:nvSpPr>
              <p:spPr>
                <a:xfrm>
                  <a:off x="1145699" y="6924917"/>
                  <a:ext cx="82111" cy="4683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2" h="26250" extrusionOk="0">
                      <a:moveTo>
                        <a:pt x="4555" y="1"/>
                      </a:moveTo>
                      <a:cubicBezTo>
                        <a:pt x="3083" y="4204"/>
                        <a:pt x="1962" y="8548"/>
                        <a:pt x="1168" y="12938"/>
                      </a:cubicBezTo>
                      <a:cubicBezTo>
                        <a:pt x="771" y="15133"/>
                        <a:pt x="398" y="17329"/>
                        <a:pt x="234" y="19547"/>
                      </a:cubicBezTo>
                      <a:cubicBezTo>
                        <a:pt x="71" y="21789"/>
                        <a:pt x="1" y="24007"/>
                        <a:pt x="118" y="26249"/>
                      </a:cubicBezTo>
                      <a:lnTo>
                        <a:pt x="188" y="26249"/>
                      </a:lnTo>
                      <a:cubicBezTo>
                        <a:pt x="398" y="24031"/>
                        <a:pt x="585" y="21812"/>
                        <a:pt x="842" y="19617"/>
                      </a:cubicBezTo>
                      <a:cubicBezTo>
                        <a:pt x="1075" y="17399"/>
                        <a:pt x="1309" y="15203"/>
                        <a:pt x="1636" y="13008"/>
                      </a:cubicBezTo>
                      <a:cubicBezTo>
                        <a:pt x="2336" y="8618"/>
                        <a:pt x="3317" y="4274"/>
                        <a:pt x="460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59" name="Google Shape;18859;p62"/>
                <p:cNvSpPr/>
                <p:nvPr/>
              </p:nvSpPr>
              <p:spPr>
                <a:xfrm>
                  <a:off x="1132781" y="6941582"/>
                  <a:ext cx="24605" cy="3712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20809" extrusionOk="0">
                      <a:moveTo>
                        <a:pt x="1239" y="1"/>
                      </a:moveTo>
                      <a:cubicBezTo>
                        <a:pt x="1145" y="3480"/>
                        <a:pt x="982" y="6937"/>
                        <a:pt x="725" y="10416"/>
                      </a:cubicBezTo>
                      <a:cubicBezTo>
                        <a:pt x="585" y="12144"/>
                        <a:pt x="374" y="13872"/>
                        <a:pt x="258" y="15601"/>
                      </a:cubicBezTo>
                      <a:cubicBezTo>
                        <a:pt x="164" y="17329"/>
                        <a:pt x="24" y="19057"/>
                        <a:pt x="1" y="20808"/>
                      </a:cubicBezTo>
                      <a:lnTo>
                        <a:pt x="48" y="20808"/>
                      </a:lnTo>
                      <a:cubicBezTo>
                        <a:pt x="421" y="19103"/>
                        <a:pt x="655" y="17375"/>
                        <a:pt x="865" y="15647"/>
                      </a:cubicBezTo>
                      <a:cubicBezTo>
                        <a:pt x="1075" y="13919"/>
                        <a:pt x="1122" y="12168"/>
                        <a:pt x="1192" y="10440"/>
                      </a:cubicBezTo>
                      <a:cubicBezTo>
                        <a:pt x="1355" y="6960"/>
                        <a:pt x="1379" y="3480"/>
                        <a:pt x="130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60" name="Google Shape;18860;p62"/>
                <p:cNvSpPr/>
                <p:nvPr/>
              </p:nvSpPr>
              <p:spPr>
                <a:xfrm>
                  <a:off x="1071528" y="7058254"/>
                  <a:ext cx="14613" cy="327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18333" extrusionOk="0">
                      <a:moveTo>
                        <a:pt x="141" y="1"/>
                      </a:moveTo>
                      <a:lnTo>
                        <a:pt x="71" y="24"/>
                      </a:lnTo>
                      <a:cubicBezTo>
                        <a:pt x="281" y="3060"/>
                        <a:pt x="351" y="6119"/>
                        <a:pt x="281" y="9178"/>
                      </a:cubicBezTo>
                      <a:cubicBezTo>
                        <a:pt x="258" y="10696"/>
                        <a:pt x="141" y="12214"/>
                        <a:pt x="94" y="13755"/>
                      </a:cubicBezTo>
                      <a:cubicBezTo>
                        <a:pt x="71" y="15273"/>
                        <a:pt x="1" y="16791"/>
                        <a:pt x="1" y="18333"/>
                      </a:cubicBezTo>
                      <a:lnTo>
                        <a:pt x="71" y="18333"/>
                      </a:lnTo>
                      <a:cubicBezTo>
                        <a:pt x="398" y="16838"/>
                        <a:pt x="561" y="15297"/>
                        <a:pt x="702" y="13779"/>
                      </a:cubicBezTo>
                      <a:cubicBezTo>
                        <a:pt x="818" y="12238"/>
                        <a:pt x="795" y="10720"/>
                        <a:pt x="772" y="9178"/>
                      </a:cubicBezTo>
                      <a:cubicBezTo>
                        <a:pt x="725" y="6119"/>
                        <a:pt x="515" y="3060"/>
                        <a:pt x="1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61" name="Google Shape;18861;p62"/>
                <p:cNvSpPr/>
                <p:nvPr/>
              </p:nvSpPr>
              <p:spPr>
                <a:xfrm>
                  <a:off x="1321965" y="6953251"/>
                  <a:ext cx="32099" cy="3566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19991" extrusionOk="0">
                      <a:moveTo>
                        <a:pt x="1728" y="1"/>
                      </a:moveTo>
                      <a:cubicBezTo>
                        <a:pt x="981" y="3270"/>
                        <a:pt x="467" y="6586"/>
                        <a:pt x="234" y="9949"/>
                      </a:cubicBezTo>
                      <a:cubicBezTo>
                        <a:pt x="94" y="11630"/>
                        <a:pt x="0" y="13312"/>
                        <a:pt x="70" y="14970"/>
                      </a:cubicBezTo>
                      <a:cubicBezTo>
                        <a:pt x="164" y="16651"/>
                        <a:pt x="304" y="18333"/>
                        <a:pt x="607" y="19991"/>
                      </a:cubicBezTo>
                      <a:lnTo>
                        <a:pt x="677" y="19991"/>
                      </a:lnTo>
                      <a:cubicBezTo>
                        <a:pt x="701" y="18309"/>
                        <a:pt x="654" y="16628"/>
                        <a:pt x="677" y="14970"/>
                      </a:cubicBezTo>
                      <a:cubicBezTo>
                        <a:pt x="701" y="13312"/>
                        <a:pt x="654" y="11630"/>
                        <a:pt x="724" y="9972"/>
                      </a:cubicBezTo>
                      <a:cubicBezTo>
                        <a:pt x="841" y="6633"/>
                        <a:pt x="1215" y="3317"/>
                        <a:pt x="1798" y="24"/>
                      </a:cubicBezTo>
                      <a:lnTo>
                        <a:pt x="1728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62" name="Google Shape;18862;p62"/>
                <p:cNvSpPr/>
                <p:nvPr/>
              </p:nvSpPr>
              <p:spPr>
                <a:xfrm>
                  <a:off x="1300287" y="6971593"/>
                  <a:ext cx="20019" cy="2791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15647" extrusionOk="0">
                      <a:moveTo>
                        <a:pt x="1" y="0"/>
                      </a:moveTo>
                      <a:cubicBezTo>
                        <a:pt x="211" y="2616"/>
                        <a:pt x="351" y="5231"/>
                        <a:pt x="445" y="7823"/>
                      </a:cubicBezTo>
                      <a:cubicBezTo>
                        <a:pt x="468" y="9131"/>
                        <a:pt x="445" y="10439"/>
                        <a:pt x="515" y="11747"/>
                      </a:cubicBezTo>
                      <a:cubicBezTo>
                        <a:pt x="608" y="13054"/>
                        <a:pt x="655" y="14339"/>
                        <a:pt x="818" y="15647"/>
                      </a:cubicBezTo>
                      <a:lnTo>
                        <a:pt x="865" y="15647"/>
                      </a:lnTo>
                      <a:cubicBezTo>
                        <a:pt x="1052" y="14362"/>
                        <a:pt x="1098" y="13031"/>
                        <a:pt x="1122" y="11723"/>
                      </a:cubicBezTo>
                      <a:cubicBezTo>
                        <a:pt x="1122" y="10416"/>
                        <a:pt x="1028" y="9108"/>
                        <a:pt x="912" y="7800"/>
                      </a:cubicBezTo>
                      <a:cubicBezTo>
                        <a:pt x="725" y="5185"/>
                        <a:pt x="445" y="2592"/>
                        <a:pt x="7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63" name="Google Shape;18863;p62"/>
                <p:cNvSpPr/>
                <p:nvPr/>
              </p:nvSpPr>
              <p:spPr>
                <a:xfrm>
                  <a:off x="1629891" y="6847427"/>
                  <a:ext cx="40021" cy="4737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" h="26553" extrusionOk="0">
                      <a:moveTo>
                        <a:pt x="2195" y="0"/>
                      </a:moveTo>
                      <a:cubicBezTo>
                        <a:pt x="1215" y="4344"/>
                        <a:pt x="561" y="8757"/>
                        <a:pt x="257" y="13218"/>
                      </a:cubicBezTo>
                      <a:cubicBezTo>
                        <a:pt x="94" y="15436"/>
                        <a:pt x="0" y="17678"/>
                        <a:pt x="70" y="19897"/>
                      </a:cubicBezTo>
                      <a:cubicBezTo>
                        <a:pt x="164" y="22139"/>
                        <a:pt x="327" y="24357"/>
                        <a:pt x="701" y="26552"/>
                      </a:cubicBezTo>
                      <a:lnTo>
                        <a:pt x="771" y="26552"/>
                      </a:lnTo>
                      <a:cubicBezTo>
                        <a:pt x="724" y="24334"/>
                        <a:pt x="654" y="22115"/>
                        <a:pt x="677" y="19897"/>
                      </a:cubicBezTo>
                      <a:cubicBezTo>
                        <a:pt x="677" y="17678"/>
                        <a:pt x="654" y="15460"/>
                        <a:pt x="748" y="13241"/>
                      </a:cubicBezTo>
                      <a:cubicBezTo>
                        <a:pt x="934" y="8804"/>
                        <a:pt x="1448" y="4390"/>
                        <a:pt x="224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64" name="Google Shape;18864;p62"/>
                <p:cNvSpPr/>
                <p:nvPr/>
              </p:nvSpPr>
              <p:spPr>
                <a:xfrm>
                  <a:off x="1599059" y="6871586"/>
                  <a:ext cx="24587" cy="3712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8" h="20808" extrusionOk="0">
                      <a:moveTo>
                        <a:pt x="0" y="0"/>
                      </a:moveTo>
                      <a:cubicBezTo>
                        <a:pt x="304" y="3457"/>
                        <a:pt x="514" y="6936"/>
                        <a:pt x="654" y="10393"/>
                      </a:cubicBezTo>
                      <a:cubicBezTo>
                        <a:pt x="701" y="12144"/>
                        <a:pt x="701" y="13872"/>
                        <a:pt x="771" y="15600"/>
                      </a:cubicBezTo>
                      <a:cubicBezTo>
                        <a:pt x="864" y="17328"/>
                        <a:pt x="911" y="19080"/>
                        <a:pt x="1074" y="20808"/>
                      </a:cubicBezTo>
                      <a:lnTo>
                        <a:pt x="1144" y="20808"/>
                      </a:lnTo>
                      <a:cubicBezTo>
                        <a:pt x="1331" y="19080"/>
                        <a:pt x="1355" y="17328"/>
                        <a:pt x="1378" y="15600"/>
                      </a:cubicBezTo>
                      <a:cubicBezTo>
                        <a:pt x="1378" y="13849"/>
                        <a:pt x="1238" y="12121"/>
                        <a:pt x="1121" y="10369"/>
                      </a:cubicBezTo>
                      <a:cubicBezTo>
                        <a:pt x="888" y="6913"/>
                        <a:pt x="537" y="3433"/>
                        <a:pt x="7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65" name="Google Shape;18865;p62"/>
                <p:cNvSpPr/>
                <p:nvPr/>
              </p:nvSpPr>
              <p:spPr>
                <a:xfrm>
                  <a:off x="1530294" y="6996180"/>
                  <a:ext cx="44196" cy="3254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7" h="18239" extrusionOk="0">
                      <a:moveTo>
                        <a:pt x="118" y="0"/>
                      </a:moveTo>
                      <a:lnTo>
                        <a:pt x="1" y="23"/>
                      </a:lnTo>
                      <a:cubicBezTo>
                        <a:pt x="211" y="1541"/>
                        <a:pt x="421" y="3059"/>
                        <a:pt x="585" y="4577"/>
                      </a:cubicBezTo>
                      <a:cubicBezTo>
                        <a:pt x="771" y="6095"/>
                        <a:pt x="912" y="7613"/>
                        <a:pt x="1005" y="9131"/>
                      </a:cubicBezTo>
                      <a:cubicBezTo>
                        <a:pt x="1122" y="10649"/>
                        <a:pt x="1075" y="12167"/>
                        <a:pt x="1262" y="13685"/>
                      </a:cubicBezTo>
                      <a:cubicBezTo>
                        <a:pt x="1425" y="15203"/>
                        <a:pt x="1612" y="16721"/>
                        <a:pt x="1962" y="18239"/>
                      </a:cubicBezTo>
                      <a:lnTo>
                        <a:pt x="2079" y="18239"/>
                      </a:lnTo>
                      <a:cubicBezTo>
                        <a:pt x="2406" y="16697"/>
                        <a:pt x="2476" y="15156"/>
                        <a:pt x="2476" y="13615"/>
                      </a:cubicBezTo>
                      <a:cubicBezTo>
                        <a:pt x="2476" y="12073"/>
                        <a:pt x="2196" y="10556"/>
                        <a:pt x="1962" y="9038"/>
                      </a:cubicBezTo>
                      <a:cubicBezTo>
                        <a:pt x="1752" y="7520"/>
                        <a:pt x="1495" y="6002"/>
                        <a:pt x="1192" y="4484"/>
                      </a:cubicBezTo>
                      <a:cubicBezTo>
                        <a:pt x="865" y="2989"/>
                        <a:pt x="538" y="1471"/>
                        <a:pt x="11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66" name="Google Shape;18866;p62"/>
                <p:cNvSpPr/>
                <p:nvPr/>
              </p:nvSpPr>
              <p:spPr>
                <a:xfrm>
                  <a:off x="906949" y="6758251"/>
                  <a:ext cx="34186" cy="1633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6" h="9155" extrusionOk="0">
                      <a:moveTo>
                        <a:pt x="1869" y="1"/>
                      </a:moveTo>
                      <a:cubicBezTo>
                        <a:pt x="1121" y="1378"/>
                        <a:pt x="561" y="2896"/>
                        <a:pt x="257" y="4438"/>
                      </a:cubicBezTo>
                      <a:cubicBezTo>
                        <a:pt x="117" y="5208"/>
                        <a:pt x="0" y="6002"/>
                        <a:pt x="24" y="6796"/>
                      </a:cubicBezTo>
                      <a:cubicBezTo>
                        <a:pt x="24" y="7590"/>
                        <a:pt x="94" y="8384"/>
                        <a:pt x="304" y="9155"/>
                      </a:cubicBezTo>
                      <a:lnTo>
                        <a:pt x="327" y="9155"/>
                      </a:lnTo>
                      <a:cubicBezTo>
                        <a:pt x="304" y="8361"/>
                        <a:pt x="281" y="7590"/>
                        <a:pt x="304" y="6796"/>
                      </a:cubicBezTo>
                      <a:cubicBezTo>
                        <a:pt x="351" y="6026"/>
                        <a:pt x="397" y="5255"/>
                        <a:pt x="514" y="4484"/>
                      </a:cubicBezTo>
                      <a:cubicBezTo>
                        <a:pt x="748" y="2943"/>
                        <a:pt x="1215" y="1448"/>
                        <a:pt x="1915" y="24"/>
                      </a:cubicBezTo>
                      <a:lnTo>
                        <a:pt x="1869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67" name="Google Shape;18867;p62"/>
                <p:cNvSpPr/>
                <p:nvPr/>
              </p:nvSpPr>
              <p:spPr>
                <a:xfrm>
                  <a:off x="927360" y="6816167"/>
                  <a:ext cx="25854" cy="1296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9" h="7264" extrusionOk="0">
                      <a:moveTo>
                        <a:pt x="1402" y="1"/>
                      </a:moveTo>
                      <a:cubicBezTo>
                        <a:pt x="1308" y="1215"/>
                        <a:pt x="1122" y="2453"/>
                        <a:pt x="865" y="3644"/>
                      </a:cubicBezTo>
                      <a:cubicBezTo>
                        <a:pt x="725" y="4251"/>
                        <a:pt x="561" y="4835"/>
                        <a:pt x="421" y="5442"/>
                      </a:cubicBezTo>
                      <a:cubicBezTo>
                        <a:pt x="281" y="6049"/>
                        <a:pt x="117" y="6633"/>
                        <a:pt x="1" y="7240"/>
                      </a:cubicBezTo>
                      <a:lnTo>
                        <a:pt x="24" y="7263"/>
                      </a:lnTo>
                      <a:cubicBezTo>
                        <a:pt x="304" y="6703"/>
                        <a:pt x="514" y="6119"/>
                        <a:pt x="701" y="5512"/>
                      </a:cubicBezTo>
                      <a:cubicBezTo>
                        <a:pt x="888" y="4928"/>
                        <a:pt x="1005" y="4297"/>
                        <a:pt x="1098" y="3690"/>
                      </a:cubicBezTo>
                      <a:cubicBezTo>
                        <a:pt x="1308" y="2476"/>
                        <a:pt x="1425" y="1238"/>
                        <a:pt x="1449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68" name="Google Shape;18868;p62"/>
                <p:cNvSpPr/>
                <p:nvPr/>
              </p:nvSpPr>
              <p:spPr>
                <a:xfrm>
                  <a:off x="865697" y="6790331"/>
                  <a:ext cx="10848" cy="1637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9179" extrusionOk="0">
                      <a:moveTo>
                        <a:pt x="0" y="1"/>
                      </a:moveTo>
                      <a:cubicBezTo>
                        <a:pt x="164" y="1519"/>
                        <a:pt x="257" y="3060"/>
                        <a:pt x="281" y="4578"/>
                      </a:cubicBezTo>
                      <a:lnTo>
                        <a:pt x="257" y="6866"/>
                      </a:lnTo>
                      <a:cubicBezTo>
                        <a:pt x="257" y="7637"/>
                        <a:pt x="257" y="8408"/>
                        <a:pt x="281" y="9178"/>
                      </a:cubicBezTo>
                      <a:lnTo>
                        <a:pt x="304" y="9178"/>
                      </a:lnTo>
                      <a:cubicBezTo>
                        <a:pt x="467" y="8408"/>
                        <a:pt x="514" y="7637"/>
                        <a:pt x="561" y="6890"/>
                      </a:cubicBezTo>
                      <a:cubicBezTo>
                        <a:pt x="608" y="6119"/>
                        <a:pt x="561" y="5348"/>
                        <a:pt x="514" y="4578"/>
                      </a:cubicBezTo>
                      <a:cubicBezTo>
                        <a:pt x="444" y="3037"/>
                        <a:pt x="281" y="1519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69" name="Google Shape;18869;p62"/>
                <p:cNvSpPr/>
                <p:nvPr/>
              </p:nvSpPr>
              <p:spPr>
                <a:xfrm>
                  <a:off x="1765726" y="6798664"/>
                  <a:ext cx="40841" cy="192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9" h="10767" extrusionOk="0">
                      <a:moveTo>
                        <a:pt x="2266" y="1"/>
                      </a:moveTo>
                      <a:cubicBezTo>
                        <a:pt x="1518" y="1706"/>
                        <a:pt x="935" y="3457"/>
                        <a:pt x="538" y="5255"/>
                      </a:cubicBezTo>
                      <a:cubicBezTo>
                        <a:pt x="351" y="6166"/>
                        <a:pt x="164" y="7077"/>
                        <a:pt x="94" y="7987"/>
                      </a:cubicBezTo>
                      <a:cubicBezTo>
                        <a:pt x="24" y="8922"/>
                        <a:pt x="0" y="9856"/>
                        <a:pt x="70" y="10766"/>
                      </a:cubicBezTo>
                      <a:lnTo>
                        <a:pt x="117" y="10766"/>
                      </a:lnTo>
                      <a:cubicBezTo>
                        <a:pt x="211" y="9856"/>
                        <a:pt x="281" y="8945"/>
                        <a:pt x="397" y="8034"/>
                      </a:cubicBezTo>
                      <a:cubicBezTo>
                        <a:pt x="514" y="7123"/>
                        <a:pt x="608" y="6213"/>
                        <a:pt x="794" y="5302"/>
                      </a:cubicBezTo>
                      <a:cubicBezTo>
                        <a:pt x="1121" y="3504"/>
                        <a:pt x="1635" y="1729"/>
                        <a:pt x="2289" y="24"/>
                      </a:cubicBezTo>
                      <a:lnTo>
                        <a:pt x="2266" y="1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70" name="Google Shape;18870;p62"/>
                <p:cNvSpPr/>
                <p:nvPr/>
              </p:nvSpPr>
              <p:spPr>
                <a:xfrm>
                  <a:off x="1758232" y="6805337"/>
                  <a:ext cx="10848" cy="152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" h="8525" extrusionOk="0">
                      <a:moveTo>
                        <a:pt x="490" y="0"/>
                      </a:moveTo>
                      <a:cubicBezTo>
                        <a:pt x="467" y="1425"/>
                        <a:pt x="420" y="2849"/>
                        <a:pt x="304" y="4274"/>
                      </a:cubicBezTo>
                      <a:cubicBezTo>
                        <a:pt x="234" y="4975"/>
                        <a:pt x="164" y="5675"/>
                        <a:pt x="117" y="6399"/>
                      </a:cubicBezTo>
                      <a:cubicBezTo>
                        <a:pt x="70" y="7100"/>
                        <a:pt x="0" y="7800"/>
                        <a:pt x="0" y="8524"/>
                      </a:cubicBezTo>
                      <a:lnTo>
                        <a:pt x="23" y="8524"/>
                      </a:lnTo>
                      <a:cubicBezTo>
                        <a:pt x="210" y="7847"/>
                        <a:pt x="304" y="7123"/>
                        <a:pt x="397" y="6422"/>
                      </a:cubicBezTo>
                      <a:cubicBezTo>
                        <a:pt x="490" y="5698"/>
                        <a:pt x="514" y="4998"/>
                        <a:pt x="537" y="4274"/>
                      </a:cubicBezTo>
                      <a:cubicBezTo>
                        <a:pt x="607" y="2849"/>
                        <a:pt x="584" y="1425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71" name="Google Shape;18871;p62"/>
                <p:cNvSpPr/>
                <p:nvPr/>
              </p:nvSpPr>
              <p:spPr>
                <a:xfrm>
                  <a:off x="1723225" y="6852423"/>
                  <a:ext cx="8761" cy="1346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1" h="7544" extrusionOk="0">
                      <a:moveTo>
                        <a:pt x="0" y="0"/>
                      </a:moveTo>
                      <a:cubicBezTo>
                        <a:pt x="140" y="1261"/>
                        <a:pt x="211" y="2522"/>
                        <a:pt x="187" y="3760"/>
                      </a:cubicBezTo>
                      <a:cubicBezTo>
                        <a:pt x="187" y="4391"/>
                        <a:pt x="140" y="5021"/>
                        <a:pt x="140" y="5652"/>
                      </a:cubicBezTo>
                      <a:cubicBezTo>
                        <a:pt x="140" y="6282"/>
                        <a:pt x="94" y="6889"/>
                        <a:pt x="117" y="7543"/>
                      </a:cubicBezTo>
                      <a:lnTo>
                        <a:pt x="140" y="7543"/>
                      </a:lnTo>
                      <a:cubicBezTo>
                        <a:pt x="304" y="6913"/>
                        <a:pt x="374" y="6282"/>
                        <a:pt x="444" y="5652"/>
                      </a:cubicBezTo>
                      <a:cubicBezTo>
                        <a:pt x="491" y="5021"/>
                        <a:pt x="467" y="4391"/>
                        <a:pt x="444" y="3760"/>
                      </a:cubicBezTo>
                      <a:cubicBezTo>
                        <a:pt x="397" y="2499"/>
                        <a:pt x="257" y="1238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72" name="Google Shape;18872;p62"/>
                <p:cNvSpPr/>
                <p:nvPr/>
              </p:nvSpPr>
              <p:spPr>
                <a:xfrm>
                  <a:off x="1796968" y="6851174"/>
                  <a:ext cx="10438" cy="1346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5" h="7544" extrusionOk="0">
                      <a:moveTo>
                        <a:pt x="351" y="0"/>
                      </a:moveTo>
                      <a:lnTo>
                        <a:pt x="328" y="24"/>
                      </a:lnTo>
                      <a:cubicBezTo>
                        <a:pt x="398" y="1261"/>
                        <a:pt x="398" y="2522"/>
                        <a:pt x="304" y="3783"/>
                      </a:cubicBezTo>
                      <a:cubicBezTo>
                        <a:pt x="258" y="4414"/>
                        <a:pt x="188" y="5021"/>
                        <a:pt x="141" y="5652"/>
                      </a:cubicBezTo>
                      <a:cubicBezTo>
                        <a:pt x="94" y="6282"/>
                        <a:pt x="24" y="6889"/>
                        <a:pt x="1" y="7543"/>
                      </a:cubicBezTo>
                      <a:lnTo>
                        <a:pt x="24" y="7543"/>
                      </a:lnTo>
                      <a:cubicBezTo>
                        <a:pt x="234" y="6936"/>
                        <a:pt x="328" y="6305"/>
                        <a:pt x="421" y="5675"/>
                      </a:cubicBezTo>
                      <a:cubicBezTo>
                        <a:pt x="515" y="5068"/>
                        <a:pt x="538" y="4414"/>
                        <a:pt x="538" y="3783"/>
                      </a:cubicBezTo>
                      <a:cubicBezTo>
                        <a:pt x="585" y="2522"/>
                        <a:pt x="515" y="1261"/>
                        <a:pt x="35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73" name="Google Shape;18873;p62"/>
                <p:cNvSpPr/>
                <p:nvPr/>
              </p:nvSpPr>
              <p:spPr>
                <a:xfrm>
                  <a:off x="1041945" y="6697836"/>
                  <a:ext cx="9189" cy="1191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6680" extrusionOk="0">
                      <a:moveTo>
                        <a:pt x="491" y="0"/>
                      </a:moveTo>
                      <a:cubicBezTo>
                        <a:pt x="234" y="1098"/>
                        <a:pt x="94" y="2196"/>
                        <a:pt x="48" y="3316"/>
                      </a:cubicBezTo>
                      <a:cubicBezTo>
                        <a:pt x="1" y="4461"/>
                        <a:pt x="94" y="5582"/>
                        <a:pt x="374" y="6679"/>
                      </a:cubicBezTo>
                      <a:lnTo>
                        <a:pt x="398" y="6679"/>
                      </a:lnTo>
                      <a:cubicBezTo>
                        <a:pt x="258" y="5558"/>
                        <a:pt x="188" y="4437"/>
                        <a:pt x="164" y="3340"/>
                      </a:cubicBezTo>
                      <a:cubicBezTo>
                        <a:pt x="188" y="2219"/>
                        <a:pt x="304" y="1098"/>
                        <a:pt x="515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74" name="Google Shape;18874;p62"/>
                <p:cNvSpPr/>
                <p:nvPr/>
              </p:nvSpPr>
              <p:spPr>
                <a:xfrm>
                  <a:off x="1027778" y="6705758"/>
                  <a:ext cx="12525" cy="92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5162" extrusionOk="0">
                      <a:moveTo>
                        <a:pt x="1" y="0"/>
                      </a:moveTo>
                      <a:cubicBezTo>
                        <a:pt x="164" y="864"/>
                        <a:pt x="281" y="1705"/>
                        <a:pt x="374" y="2569"/>
                      </a:cubicBezTo>
                      <a:cubicBezTo>
                        <a:pt x="468" y="3433"/>
                        <a:pt x="538" y="4297"/>
                        <a:pt x="655" y="5161"/>
                      </a:cubicBezTo>
                      <a:lnTo>
                        <a:pt x="678" y="5161"/>
                      </a:lnTo>
                      <a:cubicBezTo>
                        <a:pt x="701" y="4297"/>
                        <a:pt x="631" y="3433"/>
                        <a:pt x="491" y="2569"/>
                      </a:cubicBezTo>
                      <a:cubicBezTo>
                        <a:pt x="374" y="1705"/>
                        <a:pt x="211" y="84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75" name="Google Shape;18875;p62"/>
                <p:cNvSpPr/>
                <p:nvPr/>
              </p:nvSpPr>
              <p:spPr>
                <a:xfrm>
                  <a:off x="1007366" y="6737411"/>
                  <a:ext cx="15023" cy="80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4532" extrusionOk="0">
                      <a:moveTo>
                        <a:pt x="1" y="1"/>
                      </a:moveTo>
                      <a:lnTo>
                        <a:pt x="1" y="24"/>
                      </a:lnTo>
                      <a:cubicBezTo>
                        <a:pt x="211" y="748"/>
                        <a:pt x="374" y="1495"/>
                        <a:pt x="491" y="2266"/>
                      </a:cubicBezTo>
                      <a:lnTo>
                        <a:pt x="795" y="4531"/>
                      </a:lnTo>
                      <a:cubicBezTo>
                        <a:pt x="841" y="3761"/>
                        <a:pt x="771" y="2990"/>
                        <a:pt x="608" y="2243"/>
                      </a:cubicBezTo>
                      <a:cubicBezTo>
                        <a:pt x="468" y="1495"/>
                        <a:pt x="257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76" name="Google Shape;18876;p62"/>
                <p:cNvSpPr/>
                <p:nvPr/>
              </p:nvSpPr>
              <p:spPr>
                <a:xfrm>
                  <a:off x="1054453" y="6729506"/>
                  <a:ext cx="12936" cy="812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54" extrusionOk="0">
                      <a:moveTo>
                        <a:pt x="0" y="0"/>
                      </a:moveTo>
                      <a:cubicBezTo>
                        <a:pt x="187" y="747"/>
                        <a:pt x="327" y="1495"/>
                        <a:pt x="421" y="2265"/>
                      </a:cubicBezTo>
                      <a:lnTo>
                        <a:pt x="631" y="4554"/>
                      </a:lnTo>
                      <a:lnTo>
                        <a:pt x="654" y="4554"/>
                      </a:lnTo>
                      <a:cubicBezTo>
                        <a:pt x="724" y="3783"/>
                        <a:pt x="678" y="3013"/>
                        <a:pt x="538" y="2242"/>
                      </a:cubicBezTo>
                      <a:cubicBezTo>
                        <a:pt x="421" y="1495"/>
                        <a:pt x="234" y="74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77" name="Google Shape;18877;p62"/>
                <p:cNvSpPr/>
                <p:nvPr/>
              </p:nvSpPr>
              <p:spPr>
                <a:xfrm>
                  <a:off x="1096543" y="6891177"/>
                  <a:ext cx="9171" cy="1191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" h="6680" extrusionOk="0">
                      <a:moveTo>
                        <a:pt x="491" y="0"/>
                      </a:moveTo>
                      <a:cubicBezTo>
                        <a:pt x="234" y="1098"/>
                        <a:pt x="94" y="2219"/>
                        <a:pt x="47" y="3340"/>
                      </a:cubicBezTo>
                      <a:cubicBezTo>
                        <a:pt x="0" y="4460"/>
                        <a:pt x="94" y="5605"/>
                        <a:pt x="374" y="6679"/>
                      </a:cubicBezTo>
                      <a:lnTo>
                        <a:pt x="397" y="6679"/>
                      </a:lnTo>
                      <a:cubicBezTo>
                        <a:pt x="280" y="5558"/>
                        <a:pt x="187" y="4460"/>
                        <a:pt x="187" y="3340"/>
                      </a:cubicBezTo>
                      <a:cubicBezTo>
                        <a:pt x="187" y="2219"/>
                        <a:pt x="304" y="1121"/>
                        <a:pt x="51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78" name="Google Shape;18878;p62"/>
                <p:cNvSpPr/>
                <p:nvPr/>
              </p:nvSpPr>
              <p:spPr>
                <a:xfrm>
                  <a:off x="1082376" y="6899081"/>
                  <a:ext cx="12508" cy="925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86" extrusionOk="0">
                      <a:moveTo>
                        <a:pt x="0" y="1"/>
                      </a:moveTo>
                      <a:cubicBezTo>
                        <a:pt x="164" y="865"/>
                        <a:pt x="280" y="1729"/>
                        <a:pt x="374" y="2593"/>
                      </a:cubicBezTo>
                      <a:cubicBezTo>
                        <a:pt x="467" y="3457"/>
                        <a:pt x="537" y="4321"/>
                        <a:pt x="654" y="5185"/>
                      </a:cubicBezTo>
                      <a:lnTo>
                        <a:pt x="677" y="5185"/>
                      </a:lnTo>
                      <a:cubicBezTo>
                        <a:pt x="701" y="4298"/>
                        <a:pt x="631" y="3434"/>
                        <a:pt x="491" y="2570"/>
                      </a:cubicBezTo>
                      <a:cubicBezTo>
                        <a:pt x="374" y="1706"/>
                        <a:pt x="210" y="865"/>
                        <a:pt x="23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79" name="Google Shape;18879;p62"/>
                <p:cNvSpPr/>
                <p:nvPr/>
              </p:nvSpPr>
              <p:spPr>
                <a:xfrm>
                  <a:off x="1109033" y="6923258"/>
                  <a:ext cx="12936" cy="808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4531" extrusionOk="0">
                      <a:moveTo>
                        <a:pt x="1" y="0"/>
                      </a:moveTo>
                      <a:cubicBezTo>
                        <a:pt x="188" y="748"/>
                        <a:pt x="328" y="1495"/>
                        <a:pt x="421" y="2265"/>
                      </a:cubicBezTo>
                      <a:lnTo>
                        <a:pt x="631" y="4531"/>
                      </a:lnTo>
                      <a:lnTo>
                        <a:pt x="655" y="4531"/>
                      </a:lnTo>
                      <a:cubicBezTo>
                        <a:pt x="725" y="3783"/>
                        <a:pt x="678" y="2989"/>
                        <a:pt x="538" y="2242"/>
                      </a:cubicBezTo>
                      <a:cubicBezTo>
                        <a:pt x="421" y="1471"/>
                        <a:pt x="234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80" name="Google Shape;18880;p62"/>
                <p:cNvSpPr/>
                <p:nvPr/>
              </p:nvSpPr>
              <p:spPr>
                <a:xfrm>
                  <a:off x="1410303" y="6632407"/>
                  <a:ext cx="12936" cy="9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" h="5489" extrusionOk="0">
                      <a:moveTo>
                        <a:pt x="724" y="1"/>
                      </a:moveTo>
                      <a:cubicBezTo>
                        <a:pt x="420" y="888"/>
                        <a:pt x="234" y="1799"/>
                        <a:pt x="117" y="2710"/>
                      </a:cubicBezTo>
                      <a:cubicBezTo>
                        <a:pt x="0" y="3644"/>
                        <a:pt x="0" y="4578"/>
                        <a:pt x="164" y="5489"/>
                      </a:cubicBezTo>
                      <a:lnTo>
                        <a:pt x="187" y="5489"/>
                      </a:lnTo>
                      <a:cubicBezTo>
                        <a:pt x="164" y="4578"/>
                        <a:pt x="187" y="3644"/>
                        <a:pt x="234" y="2733"/>
                      </a:cubicBezTo>
                      <a:cubicBezTo>
                        <a:pt x="327" y="1822"/>
                        <a:pt x="491" y="912"/>
                        <a:pt x="7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81" name="Google Shape;18881;p62"/>
                <p:cNvSpPr/>
                <p:nvPr/>
              </p:nvSpPr>
              <p:spPr>
                <a:xfrm>
                  <a:off x="1403630" y="6637421"/>
                  <a:ext cx="5442" cy="76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298" extrusionOk="0">
                      <a:moveTo>
                        <a:pt x="0" y="0"/>
                      </a:moveTo>
                      <a:cubicBezTo>
                        <a:pt x="71" y="724"/>
                        <a:pt x="117" y="1448"/>
                        <a:pt x="141" y="2149"/>
                      </a:cubicBezTo>
                      <a:cubicBezTo>
                        <a:pt x="141" y="2873"/>
                        <a:pt x="141" y="3597"/>
                        <a:pt x="187" y="4297"/>
                      </a:cubicBezTo>
                      <a:lnTo>
                        <a:pt x="211" y="4297"/>
                      </a:lnTo>
                      <a:cubicBezTo>
                        <a:pt x="304" y="3597"/>
                        <a:pt x="304" y="2873"/>
                        <a:pt x="257" y="2149"/>
                      </a:cubicBezTo>
                      <a:cubicBezTo>
                        <a:pt x="211" y="1425"/>
                        <a:pt x="141" y="724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82" name="Google Shape;18882;p62"/>
                <p:cNvSpPr/>
                <p:nvPr/>
              </p:nvSpPr>
              <p:spPr>
                <a:xfrm>
                  <a:off x="1424042" y="6659082"/>
                  <a:ext cx="6691" cy="67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" h="3784" extrusionOk="0">
                      <a:moveTo>
                        <a:pt x="1" y="1"/>
                      </a:moveTo>
                      <a:cubicBezTo>
                        <a:pt x="94" y="631"/>
                        <a:pt x="164" y="1262"/>
                        <a:pt x="188" y="1892"/>
                      </a:cubicBezTo>
                      <a:cubicBezTo>
                        <a:pt x="188" y="2523"/>
                        <a:pt x="188" y="3130"/>
                        <a:pt x="211" y="3784"/>
                      </a:cubicBezTo>
                      <a:lnTo>
                        <a:pt x="234" y="3784"/>
                      </a:lnTo>
                      <a:cubicBezTo>
                        <a:pt x="351" y="3153"/>
                        <a:pt x="374" y="2499"/>
                        <a:pt x="304" y="1869"/>
                      </a:cubicBezTo>
                      <a:cubicBezTo>
                        <a:pt x="258" y="1238"/>
                        <a:pt x="164" y="608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83" name="Google Shape;18883;p62"/>
                <p:cNvSpPr/>
                <p:nvPr/>
              </p:nvSpPr>
              <p:spPr>
                <a:xfrm>
                  <a:off x="1378633" y="6656174"/>
                  <a:ext cx="6263" cy="67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" h="3784" extrusionOk="0">
                      <a:moveTo>
                        <a:pt x="0" y="0"/>
                      </a:moveTo>
                      <a:cubicBezTo>
                        <a:pt x="94" y="631"/>
                        <a:pt x="164" y="1261"/>
                        <a:pt x="187" y="1892"/>
                      </a:cubicBezTo>
                      <a:cubicBezTo>
                        <a:pt x="187" y="2522"/>
                        <a:pt x="187" y="3153"/>
                        <a:pt x="210" y="3783"/>
                      </a:cubicBezTo>
                      <a:lnTo>
                        <a:pt x="234" y="3783"/>
                      </a:lnTo>
                      <a:cubicBezTo>
                        <a:pt x="351" y="3153"/>
                        <a:pt x="351" y="2522"/>
                        <a:pt x="304" y="1868"/>
                      </a:cubicBezTo>
                      <a:cubicBezTo>
                        <a:pt x="257" y="1238"/>
                        <a:pt x="164" y="607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84" name="Google Shape;18884;p62"/>
                <p:cNvSpPr/>
                <p:nvPr/>
              </p:nvSpPr>
              <p:spPr>
                <a:xfrm>
                  <a:off x="211502" y="6943259"/>
                  <a:ext cx="9599" cy="991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" h="5559" extrusionOk="0">
                      <a:moveTo>
                        <a:pt x="258" y="0"/>
                      </a:moveTo>
                      <a:cubicBezTo>
                        <a:pt x="71" y="911"/>
                        <a:pt x="1" y="1868"/>
                        <a:pt x="24" y="2803"/>
                      </a:cubicBezTo>
                      <a:cubicBezTo>
                        <a:pt x="48" y="3737"/>
                        <a:pt x="188" y="4671"/>
                        <a:pt x="515" y="5558"/>
                      </a:cubicBezTo>
                      <a:lnTo>
                        <a:pt x="538" y="5558"/>
                      </a:lnTo>
                      <a:cubicBezTo>
                        <a:pt x="375" y="4647"/>
                        <a:pt x="211" y="3713"/>
                        <a:pt x="141" y="2803"/>
                      </a:cubicBezTo>
                      <a:cubicBezTo>
                        <a:pt x="94" y="1868"/>
                        <a:pt x="141" y="934"/>
                        <a:pt x="28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85" name="Google Shape;18885;p62"/>
                <p:cNvSpPr/>
                <p:nvPr/>
              </p:nvSpPr>
              <p:spPr>
                <a:xfrm>
                  <a:off x="194426" y="6949504"/>
                  <a:ext cx="16683" cy="770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" h="4321" extrusionOk="0">
                      <a:moveTo>
                        <a:pt x="0" y="0"/>
                      </a:moveTo>
                      <a:cubicBezTo>
                        <a:pt x="211" y="724"/>
                        <a:pt x="374" y="1425"/>
                        <a:pt x="514" y="2149"/>
                      </a:cubicBezTo>
                      <a:cubicBezTo>
                        <a:pt x="631" y="2873"/>
                        <a:pt x="748" y="3597"/>
                        <a:pt x="911" y="4321"/>
                      </a:cubicBezTo>
                      <a:lnTo>
                        <a:pt x="935" y="4321"/>
                      </a:lnTo>
                      <a:cubicBezTo>
                        <a:pt x="935" y="3573"/>
                        <a:pt x="818" y="2850"/>
                        <a:pt x="631" y="2126"/>
                      </a:cubicBezTo>
                      <a:cubicBezTo>
                        <a:pt x="467" y="1402"/>
                        <a:pt x="257" y="701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86" name="Google Shape;18886;p62"/>
                <p:cNvSpPr/>
                <p:nvPr/>
              </p:nvSpPr>
              <p:spPr>
                <a:xfrm>
                  <a:off x="221511" y="6969916"/>
                  <a:ext cx="16272" cy="67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cubicBezTo>
                        <a:pt x="211" y="608"/>
                        <a:pt x="397" y="1238"/>
                        <a:pt x="537" y="1869"/>
                      </a:cubicBezTo>
                      <a:cubicBezTo>
                        <a:pt x="654" y="2523"/>
                        <a:pt x="748" y="3153"/>
                        <a:pt x="864" y="3784"/>
                      </a:cubicBezTo>
                      <a:lnTo>
                        <a:pt x="888" y="3784"/>
                      </a:lnTo>
                      <a:cubicBezTo>
                        <a:pt x="911" y="3130"/>
                        <a:pt x="818" y="2476"/>
                        <a:pt x="654" y="1846"/>
                      </a:cubicBezTo>
                      <a:cubicBezTo>
                        <a:pt x="491" y="1215"/>
                        <a:pt x="281" y="585"/>
                        <a:pt x="2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87" name="Google Shape;18887;p62"/>
                <p:cNvSpPr/>
                <p:nvPr/>
              </p:nvSpPr>
              <p:spPr>
                <a:xfrm>
                  <a:off x="168590" y="6969916"/>
                  <a:ext cx="16272" cy="67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3784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1" y="608"/>
                        <a:pt x="374" y="1238"/>
                        <a:pt x="514" y="1869"/>
                      </a:cubicBezTo>
                      <a:cubicBezTo>
                        <a:pt x="631" y="2523"/>
                        <a:pt x="724" y="3153"/>
                        <a:pt x="865" y="3784"/>
                      </a:cubicBezTo>
                      <a:cubicBezTo>
                        <a:pt x="911" y="3130"/>
                        <a:pt x="818" y="2476"/>
                        <a:pt x="631" y="1846"/>
                      </a:cubicBezTo>
                      <a:cubicBezTo>
                        <a:pt x="468" y="1215"/>
                        <a:pt x="257" y="5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88" name="Google Shape;18888;p62"/>
                <p:cNvSpPr/>
                <p:nvPr/>
              </p:nvSpPr>
              <p:spPr>
                <a:xfrm>
                  <a:off x="779857" y="7121595"/>
                  <a:ext cx="25015" cy="2021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" h="11327" extrusionOk="0">
                      <a:moveTo>
                        <a:pt x="1379" y="0"/>
                      </a:moveTo>
                      <a:cubicBezTo>
                        <a:pt x="748" y="1822"/>
                        <a:pt x="328" y="3690"/>
                        <a:pt x="141" y="5605"/>
                      </a:cubicBezTo>
                      <a:cubicBezTo>
                        <a:pt x="47" y="6562"/>
                        <a:pt x="1" y="7520"/>
                        <a:pt x="24" y="8477"/>
                      </a:cubicBezTo>
                      <a:cubicBezTo>
                        <a:pt x="47" y="9435"/>
                        <a:pt x="117" y="10392"/>
                        <a:pt x="281" y="11326"/>
                      </a:cubicBezTo>
                      <a:lnTo>
                        <a:pt x="304" y="11326"/>
                      </a:lnTo>
                      <a:cubicBezTo>
                        <a:pt x="234" y="10392"/>
                        <a:pt x="164" y="9435"/>
                        <a:pt x="164" y="8477"/>
                      </a:cubicBezTo>
                      <a:cubicBezTo>
                        <a:pt x="141" y="7520"/>
                        <a:pt x="187" y="6562"/>
                        <a:pt x="258" y="5628"/>
                      </a:cubicBezTo>
                      <a:cubicBezTo>
                        <a:pt x="421" y="3713"/>
                        <a:pt x="818" y="1845"/>
                        <a:pt x="1402" y="24"/>
                      </a:cubicBezTo>
                      <a:lnTo>
                        <a:pt x="1379" y="0"/>
                      </a:ln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89" name="Google Shape;18889;p62"/>
                <p:cNvSpPr/>
                <p:nvPr/>
              </p:nvSpPr>
              <p:spPr>
                <a:xfrm>
                  <a:off x="759034" y="7128679"/>
                  <a:ext cx="12097" cy="1604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8" h="899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10" y="1471"/>
                        <a:pt x="350" y="2989"/>
                        <a:pt x="444" y="4484"/>
                      </a:cubicBezTo>
                      <a:cubicBezTo>
                        <a:pt x="467" y="5231"/>
                        <a:pt x="514" y="5979"/>
                        <a:pt x="514" y="6726"/>
                      </a:cubicBezTo>
                      <a:cubicBezTo>
                        <a:pt x="560" y="7473"/>
                        <a:pt x="560" y="8220"/>
                        <a:pt x="584" y="8991"/>
                      </a:cubicBezTo>
                      <a:lnTo>
                        <a:pt x="607" y="8991"/>
                      </a:lnTo>
                      <a:cubicBezTo>
                        <a:pt x="677" y="8220"/>
                        <a:pt x="677" y="7473"/>
                        <a:pt x="677" y="6726"/>
                      </a:cubicBezTo>
                      <a:cubicBezTo>
                        <a:pt x="654" y="5979"/>
                        <a:pt x="631" y="5231"/>
                        <a:pt x="560" y="4461"/>
                      </a:cubicBezTo>
                      <a:cubicBezTo>
                        <a:pt x="444" y="2966"/>
                        <a:pt x="257" y="1471"/>
                        <a:pt x="0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90" name="Google Shape;18890;p62"/>
                <p:cNvSpPr/>
                <p:nvPr/>
              </p:nvSpPr>
              <p:spPr>
                <a:xfrm>
                  <a:off x="807780" y="7177014"/>
                  <a:ext cx="15023" cy="141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" h="7917" extrusionOk="0">
                      <a:moveTo>
                        <a:pt x="0" y="0"/>
                      </a:moveTo>
                      <a:cubicBezTo>
                        <a:pt x="281" y="1308"/>
                        <a:pt x="467" y="2616"/>
                        <a:pt x="561" y="3947"/>
                      </a:cubicBezTo>
                      <a:cubicBezTo>
                        <a:pt x="654" y="5278"/>
                        <a:pt x="654" y="6586"/>
                        <a:pt x="654" y="7917"/>
                      </a:cubicBezTo>
                      <a:cubicBezTo>
                        <a:pt x="841" y="6609"/>
                        <a:pt x="818" y="5255"/>
                        <a:pt x="678" y="3923"/>
                      </a:cubicBezTo>
                      <a:cubicBezTo>
                        <a:pt x="561" y="2616"/>
                        <a:pt x="327" y="1285"/>
                        <a:pt x="2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91" name="Google Shape;18891;p62"/>
                <p:cNvSpPr/>
                <p:nvPr/>
              </p:nvSpPr>
              <p:spPr>
                <a:xfrm>
                  <a:off x="700279" y="7162419"/>
                  <a:ext cx="14595" cy="1412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" h="7918" extrusionOk="0">
                      <a:moveTo>
                        <a:pt x="0" y="1"/>
                      </a:moveTo>
                      <a:cubicBezTo>
                        <a:pt x="280" y="1309"/>
                        <a:pt x="467" y="2616"/>
                        <a:pt x="561" y="3947"/>
                      </a:cubicBezTo>
                      <a:cubicBezTo>
                        <a:pt x="631" y="5279"/>
                        <a:pt x="654" y="6586"/>
                        <a:pt x="631" y="7917"/>
                      </a:cubicBezTo>
                      <a:lnTo>
                        <a:pt x="654" y="7917"/>
                      </a:lnTo>
                      <a:cubicBezTo>
                        <a:pt x="818" y="6610"/>
                        <a:pt x="818" y="5255"/>
                        <a:pt x="677" y="3924"/>
                      </a:cubicBezTo>
                      <a:cubicBezTo>
                        <a:pt x="561" y="2616"/>
                        <a:pt x="327" y="1285"/>
                        <a:pt x="0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92" name="Google Shape;18892;p62"/>
                <p:cNvSpPr/>
                <p:nvPr/>
              </p:nvSpPr>
              <p:spPr>
                <a:xfrm>
                  <a:off x="2108659" y="6598257"/>
                  <a:ext cx="37505" cy="129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7263" extrusionOk="0">
                      <a:moveTo>
                        <a:pt x="2102" y="0"/>
                      </a:moveTo>
                      <a:cubicBezTo>
                        <a:pt x="1495" y="1121"/>
                        <a:pt x="1004" y="2289"/>
                        <a:pt x="631" y="3503"/>
                      </a:cubicBezTo>
                      <a:cubicBezTo>
                        <a:pt x="257" y="4717"/>
                        <a:pt x="23" y="5978"/>
                        <a:pt x="0" y="7263"/>
                      </a:cubicBezTo>
                      <a:cubicBezTo>
                        <a:pt x="187" y="6002"/>
                        <a:pt x="420" y="4764"/>
                        <a:pt x="747" y="3550"/>
                      </a:cubicBezTo>
                      <a:cubicBezTo>
                        <a:pt x="1098" y="2335"/>
                        <a:pt x="1541" y="1144"/>
                        <a:pt x="2102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93" name="Google Shape;18893;p62"/>
                <p:cNvSpPr/>
                <p:nvPr/>
              </p:nvSpPr>
              <p:spPr>
                <a:xfrm>
                  <a:off x="2104073" y="6600327"/>
                  <a:ext cx="15006" cy="1041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5839" extrusionOk="0">
                      <a:moveTo>
                        <a:pt x="818" y="1"/>
                      </a:moveTo>
                      <a:cubicBezTo>
                        <a:pt x="748" y="982"/>
                        <a:pt x="631" y="1962"/>
                        <a:pt x="467" y="2920"/>
                      </a:cubicBezTo>
                      <a:cubicBezTo>
                        <a:pt x="304" y="3901"/>
                        <a:pt x="140" y="4858"/>
                        <a:pt x="0" y="5839"/>
                      </a:cubicBezTo>
                      <a:lnTo>
                        <a:pt x="24" y="5839"/>
                      </a:lnTo>
                      <a:cubicBezTo>
                        <a:pt x="304" y="4882"/>
                        <a:pt x="491" y="3924"/>
                        <a:pt x="584" y="2943"/>
                      </a:cubicBezTo>
                      <a:cubicBezTo>
                        <a:pt x="724" y="1962"/>
                        <a:pt x="794" y="982"/>
                        <a:pt x="84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94" name="Google Shape;18894;p62"/>
                <p:cNvSpPr/>
                <p:nvPr/>
              </p:nvSpPr>
              <p:spPr>
                <a:xfrm>
                  <a:off x="2078237" y="6629499"/>
                  <a:ext cx="10010" cy="92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5162" extrusionOk="0">
                      <a:moveTo>
                        <a:pt x="491" y="0"/>
                      </a:moveTo>
                      <a:cubicBezTo>
                        <a:pt x="491" y="865"/>
                        <a:pt x="444" y="1729"/>
                        <a:pt x="374" y="2593"/>
                      </a:cubicBezTo>
                      <a:cubicBezTo>
                        <a:pt x="257" y="3457"/>
                        <a:pt x="117" y="4297"/>
                        <a:pt x="0" y="5161"/>
                      </a:cubicBezTo>
                      <a:lnTo>
                        <a:pt x="24" y="5161"/>
                      </a:lnTo>
                      <a:cubicBezTo>
                        <a:pt x="281" y="4344"/>
                        <a:pt x="444" y="3480"/>
                        <a:pt x="491" y="2593"/>
                      </a:cubicBezTo>
                      <a:cubicBezTo>
                        <a:pt x="561" y="1729"/>
                        <a:pt x="561" y="865"/>
                        <a:pt x="491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95" name="Google Shape;18895;p62"/>
                <p:cNvSpPr/>
                <p:nvPr/>
              </p:nvSpPr>
              <p:spPr>
                <a:xfrm>
                  <a:off x="2129071" y="6634085"/>
                  <a:ext cx="12508" cy="9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" h="5138" extrusionOk="0">
                      <a:moveTo>
                        <a:pt x="654" y="0"/>
                      </a:moveTo>
                      <a:cubicBezTo>
                        <a:pt x="631" y="864"/>
                        <a:pt x="561" y="1728"/>
                        <a:pt x="444" y="2593"/>
                      </a:cubicBezTo>
                      <a:cubicBezTo>
                        <a:pt x="304" y="3433"/>
                        <a:pt x="141" y="4274"/>
                        <a:pt x="0" y="5138"/>
                      </a:cubicBezTo>
                      <a:lnTo>
                        <a:pt x="24" y="5138"/>
                      </a:lnTo>
                      <a:cubicBezTo>
                        <a:pt x="327" y="4321"/>
                        <a:pt x="491" y="3457"/>
                        <a:pt x="561" y="2593"/>
                      </a:cubicBezTo>
                      <a:cubicBezTo>
                        <a:pt x="654" y="1728"/>
                        <a:pt x="701" y="864"/>
                        <a:pt x="678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96" name="Google Shape;18896;p62"/>
                <p:cNvSpPr/>
                <p:nvPr/>
              </p:nvSpPr>
              <p:spPr>
                <a:xfrm>
                  <a:off x="2052401" y="6678673"/>
                  <a:ext cx="14185" cy="91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15" extrusionOk="0">
                      <a:moveTo>
                        <a:pt x="771" y="0"/>
                      </a:moveTo>
                      <a:cubicBezTo>
                        <a:pt x="748" y="864"/>
                        <a:pt x="654" y="1705"/>
                        <a:pt x="491" y="2569"/>
                      </a:cubicBezTo>
                      <a:cubicBezTo>
                        <a:pt x="351" y="3410"/>
                        <a:pt x="164" y="4250"/>
                        <a:pt x="0" y="5114"/>
                      </a:cubicBezTo>
                      <a:cubicBezTo>
                        <a:pt x="327" y="4297"/>
                        <a:pt x="514" y="3456"/>
                        <a:pt x="631" y="2592"/>
                      </a:cubicBezTo>
                      <a:cubicBezTo>
                        <a:pt x="748" y="1728"/>
                        <a:pt x="794" y="864"/>
                        <a:pt x="794" y="0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97" name="Google Shape;18897;p62"/>
                <p:cNvSpPr/>
                <p:nvPr/>
              </p:nvSpPr>
              <p:spPr>
                <a:xfrm>
                  <a:off x="1533631" y="6679494"/>
                  <a:ext cx="15862" cy="1183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6634" extrusionOk="0">
                      <a:moveTo>
                        <a:pt x="865" y="1"/>
                      </a:moveTo>
                      <a:cubicBezTo>
                        <a:pt x="514" y="1052"/>
                        <a:pt x="281" y="2173"/>
                        <a:pt x="141" y="3270"/>
                      </a:cubicBezTo>
                      <a:cubicBezTo>
                        <a:pt x="1" y="4391"/>
                        <a:pt x="1" y="5535"/>
                        <a:pt x="187" y="6633"/>
                      </a:cubicBezTo>
                      <a:lnTo>
                        <a:pt x="211" y="6633"/>
                      </a:lnTo>
                      <a:cubicBezTo>
                        <a:pt x="187" y="5512"/>
                        <a:pt x="187" y="4415"/>
                        <a:pt x="281" y="3294"/>
                      </a:cubicBezTo>
                      <a:cubicBezTo>
                        <a:pt x="374" y="2173"/>
                        <a:pt x="584" y="1075"/>
                        <a:pt x="888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98" name="Google Shape;18898;p62"/>
                <p:cNvSpPr/>
                <p:nvPr/>
              </p:nvSpPr>
              <p:spPr>
                <a:xfrm>
                  <a:off x="1525709" y="6685328"/>
                  <a:ext cx="5852" cy="929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5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1" y="865"/>
                        <a:pt x="118" y="1752"/>
                        <a:pt x="141" y="2616"/>
                      </a:cubicBezTo>
                      <a:cubicBezTo>
                        <a:pt x="164" y="3480"/>
                        <a:pt x="164" y="4344"/>
                        <a:pt x="211" y="5208"/>
                      </a:cubicBezTo>
                      <a:lnTo>
                        <a:pt x="234" y="5208"/>
                      </a:lnTo>
                      <a:cubicBezTo>
                        <a:pt x="328" y="4344"/>
                        <a:pt x="328" y="3480"/>
                        <a:pt x="281" y="2616"/>
                      </a:cubicBezTo>
                      <a:cubicBezTo>
                        <a:pt x="211" y="1729"/>
                        <a:pt x="141" y="865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899" name="Google Shape;18899;p62"/>
                <p:cNvSpPr/>
                <p:nvPr/>
              </p:nvSpPr>
              <p:spPr>
                <a:xfrm>
                  <a:off x="1550296" y="6711575"/>
                  <a:ext cx="7530" cy="81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4579" extrusionOk="0">
                      <a:moveTo>
                        <a:pt x="1" y="1"/>
                      </a:moveTo>
                      <a:cubicBezTo>
                        <a:pt x="118" y="748"/>
                        <a:pt x="188" y="1519"/>
                        <a:pt x="211" y="2290"/>
                      </a:cubicBezTo>
                      <a:lnTo>
                        <a:pt x="234" y="4578"/>
                      </a:lnTo>
                      <a:lnTo>
                        <a:pt x="258" y="4578"/>
                      </a:lnTo>
                      <a:cubicBezTo>
                        <a:pt x="398" y="3808"/>
                        <a:pt x="421" y="3037"/>
                        <a:pt x="328" y="2266"/>
                      </a:cubicBezTo>
                      <a:cubicBezTo>
                        <a:pt x="281" y="1496"/>
                        <a:pt x="164" y="748"/>
                        <a:pt x="1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00" name="Google Shape;18900;p62"/>
                <p:cNvSpPr/>
                <p:nvPr/>
              </p:nvSpPr>
              <p:spPr>
                <a:xfrm>
                  <a:off x="1626144" y="6651160"/>
                  <a:ext cx="14185" cy="91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5139" extrusionOk="0">
                      <a:moveTo>
                        <a:pt x="771" y="1"/>
                      </a:moveTo>
                      <a:cubicBezTo>
                        <a:pt x="747" y="865"/>
                        <a:pt x="654" y="1729"/>
                        <a:pt x="514" y="2593"/>
                      </a:cubicBezTo>
                      <a:cubicBezTo>
                        <a:pt x="350" y="3434"/>
                        <a:pt x="164" y="4274"/>
                        <a:pt x="0" y="5138"/>
                      </a:cubicBezTo>
                      <a:cubicBezTo>
                        <a:pt x="327" y="4321"/>
                        <a:pt x="514" y="3457"/>
                        <a:pt x="631" y="2593"/>
                      </a:cubicBezTo>
                      <a:cubicBezTo>
                        <a:pt x="747" y="1752"/>
                        <a:pt x="794" y="888"/>
                        <a:pt x="794" y="1"/>
                      </a:cubicBezTo>
                      <a:close/>
                    </a:path>
                  </a:pathLst>
                </a:custGeom>
                <a:solidFill>
                  <a:srgbClr val="401E15">
                    <a:alpha val="132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grpSp>
          <p:nvGrpSpPr>
            <p:cNvPr id="18901" name="Google Shape;18901;p62"/>
            <p:cNvGrpSpPr/>
            <p:nvPr/>
          </p:nvGrpSpPr>
          <p:grpSpPr>
            <a:xfrm>
              <a:off x="952940" y="3545271"/>
              <a:ext cx="1996943" cy="1281868"/>
              <a:chOff x="3786037" y="4093169"/>
              <a:chExt cx="949388" cy="609456"/>
            </a:xfrm>
          </p:grpSpPr>
          <p:sp>
            <p:nvSpPr>
              <p:cNvPr id="18902" name="Google Shape;18902;p62"/>
              <p:cNvSpPr/>
              <p:nvPr/>
            </p:nvSpPr>
            <p:spPr>
              <a:xfrm>
                <a:off x="3811425" y="4571525"/>
                <a:ext cx="924000" cy="131100"/>
              </a:xfrm>
              <a:prstGeom prst="ellipse">
                <a:avLst/>
              </a:prstGeom>
              <a:solidFill>
                <a:srgbClr val="401E15">
                  <a:alpha val="106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18903" name="Google Shape;18903;p62"/>
              <p:cNvGrpSpPr/>
              <p:nvPr/>
            </p:nvGrpSpPr>
            <p:grpSpPr>
              <a:xfrm>
                <a:off x="3786037" y="4093169"/>
                <a:ext cx="881763" cy="535432"/>
                <a:chOff x="6356" y="721016"/>
                <a:chExt cx="6595083" cy="4004726"/>
              </a:xfrm>
            </p:grpSpPr>
            <p:sp>
              <p:nvSpPr>
                <p:cNvPr id="18904" name="Google Shape;18904;p62"/>
                <p:cNvSpPr/>
                <p:nvPr/>
              </p:nvSpPr>
              <p:spPr>
                <a:xfrm>
                  <a:off x="4644467" y="4181052"/>
                  <a:ext cx="302221" cy="8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3" h="1805" extrusionOk="0">
                      <a:moveTo>
                        <a:pt x="3531" y="1"/>
                      </a:moveTo>
                      <a:cubicBezTo>
                        <a:pt x="3435" y="1"/>
                        <a:pt x="3356" y="63"/>
                        <a:pt x="3341" y="228"/>
                      </a:cubicBezTo>
                      <a:cubicBezTo>
                        <a:pt x="3310" y="178"/>
                        <a:pt x="3270" y="97"/>
                        <a:pt x="3210" y="77"/>
                      </a:cubicBezTo>
                      <a:cubicBezTo>
                        <a:pt x="3189" y="66"/>
                        <a:pt x="3168" y="60"/>
                        <a:pt x="3146" y="60"/>
                      </a:cubicBezTo>
                      <a:cubicBezTo>
                        <a:pt x="2960" y="60"/>
                        <a:pt x="2757" y="455"/>
                        <a:pt x="2739" y="689"/>
                      </a:cubicBezTo>
                      <a:cubicBezTo>
                        <a:pt x="2679" y="639"/>
                        <a:pt x="2608" y="649"/>
                        <a:pt x="2548" y="629"/>
                      </a:cubicBezTo>
                      <a:cubicBezTo>
                        <a:pt x="2548" y="689"/>
                        <a:pt x="2518" y="739"/>
                        <a:pt x="2528" y="799"/>
                      </a:cubicBezTo>
                      <a:cubicBezTo>
                        <a:pt x="2433" y="745"/>
                        <a:pt x="2320" y="618"/>
                        <a:pt x="2226" y="618"/>
                      </a:cubicBezTo>
                      <a:cubicBezTo>
                        <a:pt x="2181" y="618"/>
                        <a:pt x="2139" y="648"/>
                        <a:pt x="2107" y="729"/>
                      </a:cubicBezTo>
                      <a:cubicBezTo>
                        <a:pt x="2028" y="662"/>
                        <a:pt x="1946" y="607"/>
                        <a:pt x="1872" y="607"/>
                      </a:cubicBezTo>
                      <a:cubicBezTo>
                        <a:pt x="1814" y="607"/>
                        <a:pt x="1760" y="641"/>
                        <a:pt x="1716" y="729"/>
                      </a:cubicBezTo>
                      <a:cubicBezTo>
                        <a:pt x="1655" y="654"/>
                        <a:pt x="1520" y="470"/>
                        <a:pt x="1428" y="470"/>
                      </a:cubicBezTo>
                      <a:cubicBezTo>
                        <a:pt x="1398" y="470"/>
                        <a:pt x="1372" y="489"/>
                        <a:pt x="1354" y="539"/>
                      </a:cubicBezTo>
                      <a:cubicBezTo>
                        <a:pt x="1320" y="445"/>
                        <a:pt x="1273" y="407"/>
                        <a:pt x="1220" y="407"/>
                      </a:cubicBezTo>
                      <a:cubicBezTo>
                        <a:pt x="1166" y="407"/>
                        <a:pt x="1105" y="447"/>
                        <a:pt x="1044" y="509"/>
                      </a:cubicBezTo>
                      <a:cubicBezTo>
                        <a:pt x="953" y="408"/>
                        <a:pt x="893" y="278"/>
                        <a:pt x="763" y="258"/>
                      </a:cubicBezTo>
                      <a:cubicBezTo>
                        <a:pt x="760" y="257"/>
                        <a:pt x="757" y="257"/>
                        <a:pt x="754" y="257"/>
                      </a:cubicBezTo>
                      <a:cubicBezTo>
                        <a:pt x="678" y="257"/>
                        <a:pt x="620" y="381"/>
                        <a:pt x="562" y="448"/>
                      </a:cubicBezTo>
                      <a:cubicBezTo>
                        <a:pt x="527" y="421"/>
                        <a:pt x="494" y="409"/>
                        <a:pt x="463" y="409"/>
                      </a:cubicBezTo>
                      <a:cubicBezTo>
                        <a:pt x="335" y="409"/>
                        <a:pt x="245" y="612"/>
                        <a:pt x="221" y="749"/>
                      </a:cubicBezTo>
                      <a:cubicBezTo>
                        <a:pt x="0" y="890"/>
                        <a:pt x="161" y="1221"/>
                        <a:pt x="341" y="1361"/>
                      </a:cubicBezTo>
                      <a:cubicBezTo>
                        <a:pt x="552" y="1522"/>
                        <a:pt x="893" y="1522"/>
                        <a:pt x="1134" y="1532"/>
                      </a:cubicBezTo>
                      <a:cubicBezTo>
                        <a:pt x="1675" y="1572"/>
                        <a:pt x="2207" y="1702"/>
                        <a:pt x="2749" y="1772"/>
                      </a:cubicBezTo>
                      <a:cubicBezTo>
                        <a:pt x="2920" y="1795"/>
                        <a:pt x="3090" y="1805"/>
                        <a:pt x="3261" y="1805"/>
                      </a:cubicBezTo>
                      <a:cubicBezTo>
                        <a:pt x="3983" y="1805"/>
                        <a:pt x="4707" y="1636"/>
                        <a:pt x="5437" y="1612"/>
                      </a:cubicBezTo>
                      <a:cubicBezTo>
                        <a:pt x="5668" y="1602"/>
                        <a:pt x="6671" y="1652"/>
                        <a:pt x="6711" y="1211"/>
                      </a:cubicBezTo>
                      <a:cubicBezTo>
                        <a:pt x="6742" y="951"/>
                        <a:pt x="6421" y="684"/>
                        <a:pt x="6180" y="684"/>
                      </a:cubicBezTo>
                      <a:cubicBezTo>
                        <a:pt x="6114" y="684"/>
                        <a:pt x="6054" y="704"/>
                        <a:pt x="6009" y="749"/>
                      </a:cubicBezTo>
                      <a:cubicBezTo>
                        <a:pt x="5967" y="642"/>
                        <a:pt x="5872" y="602"/>
                        <a:pt x="5763" y="602"/>
                      </a:cubicBezTo>
                      <a:cubicBezTo>
                        <a:pt x="5586" y="602"/>
                        <a:pt x="5373" y="706"/>
                        <a:pt x="5286" y="799"/>
                      </a:cubicBezTo>
                      <a:cubicBezTo>
                        <a:pt x="5216" y="736"/>
                        <a:pt x="5127" y="693"/>
                        <a:pt x="5042" y="693"/>
                      </a:cubicBezTo>
                      <a:cubicBezTo>
                        <a:pt x="5005" y="693"/>
                        <a:pt x="4969" y="701"/>
                        <a:pt x="4935" y="719"/>
                      </a:cubicBezTo>
                      <a:cubicBezTo>
                        <a:pt x="4888" y="636"/>
                        <a:pt x="4792" y="557"/>
                        <a:pt x="4715" y="557"/>
                      </a:cubicBezTo>
                      <a:cubicBezTo>
                        <a:pt x="4661" y="557"/>
                        <a:pt x="4617" y="596"/>
                        <a:pt x="4604" y="699"/>
                      </a:cubicBezTo>
                      <a:cubicBezTo>
                        <a:pt x="4566" y="544"/>
                        <a:pt x="4454" y="485"/>
                        <a:pt x="4327" y="485"/>
                      </a:cubicBezTo>
                      <a:cubicBezTo>
                        <a:pt x="4290" y="485"/>
                        <a:pt x="4252" y="489"/>
                        <a:pt x="4213" y="498"/>
                      </a:cubicBezTo>
                      <a:cubicBezTo>
                        <a:pt x="4223" y="353"/>
                        <a:pt x="4046" y="227"/>
                        <a:pt x="3926" y="227"/>
                      </a:cubicBezTo>
                      <a:cubicBezTo>
                        <a:pt x="3921" y="227"/>
                        <a:pt x="3917" y="227"/>
                        <a:pt x="3912" y="228"/>
                      </a:cubicBezTo>
                      <a:lnTo>
                        <a:pt x="3932" y="298"/>
                      </a:lnTo>
                      <a:cubicBezTo>
                        <a:pt x="3871" y="151"/>
                        <a:pt x="3680" y="1"/>
                        <a:pt x="3531" y="1"/>
                      </a:cubicBezTo>
                      <a:close/>
                    </a:path>
                  </a:pathLst>
                </a:custGeom>
                <a:solidFill>
                  <a:srgbClr val="456F2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05" name="Google Shape;18905;p62"/>
                <p:cNvSpPr/>
                <p:nvPr/>
              </p:nvSpPr>
              <p:spPr>
                <a:xfrm>
                  <a:off x="417775" y="2642889"/>
                  <a:ext cx="535608" cy="2333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00" h="15072" extrusionOk="0">
                      <a:moveTo>
                        <a:pt x="19501" y="1"/>
                      </a:moveTo>
                      <a:cubicBezTo>
                        <a:pt x="17200" y="1"/>
                        <a:pt x="15336" y="1866"/>
                        <a:pt x="15336" y="4167"/>
                      </a:cubicBezTo>
                      <a:cubicBezTo>
                        <a:pt x="15336" y="4294"/>
                        <a:pt x="15345" y="4412"/>
                        <a:pt x="15354" y="4540"/>
                      </a:cubicBezTo>
                      <a:cubicBezTo>
                        <a:pt x="15054" y="4412"/>
                        <a:pt x="14726" y="4339"/>
                        <a:pt x="14381" y="4339"/>
                      </a:cubicBezTo>
                      <a:cubicBezTo>
                        <a:pt x="13698" y="4339"/>
                        <a:pt x="13089" y="4612"/>
                        <a:pt x="12634" y="5058"/>
                      </a:cubicBezTo>
                      <a:cubicBezTo>
                        <a:pt x="11734" y="4239"/>
                        <a:pt x="10551" y="3730"/>
                        <a:pt x="9242" y="3730"/>
                      </a:cubicBezTo>
                      <a:cubicBezTo>
                        <a:pt x="6459" y="3730"/>
                        <a:pt x="4203" y="5986"/>
                        <a:pt x="4203" y="8769"/>
                      </a:cubicBezTo>
                      <a:cubicBezTo>
                        <a:pt x="4203" y="8924"/>
                        <a:pt x="4212" y="9069"/>
                        <a:pt x="4221" y="9215"/>
                      </a:cubicBezTo>
                      <a:cubicBezTo>
                        <a:pt x="3866" y="9060"/>
                        <a:pt x="3466" y="8978"/>
                        <a:pt x="3048" y="8978"/>
                      </a:cubicBezTo>
                      <a:cubicBezTo>
                        <a:pt x="1365" y="8978"/>
                        <a:pt x="1" y="10342"/>
                        <a:pt x="1" y="12025"/>
                      </a:cubicBezTo>
                      <a:cubicBezTo>
                        <a:pt x="1" y="13708"/>
                        <a:pt x="1365" y="15072"/>
                        <a:pt x="3048" y="15072"/>
                      </a:cubicBezTo>
                      <a:lnTo>
                        <a:pt x="24458" y="15072"/>
                      </a:lnTo>
                      <a:cubicBezTo>
                        <a:pt x="26141" y="15072"/>
                        <a:pt x="27505" y="13708"/>
                        <a:pt x="27505" y="12025"/>
                      </a:cubicBezTo>
                      <a:cubicBezTo>
                        <a:pt x="27505" y="10888"/>
                        <a:pt x="26878" y="9897"/>
                        <a:pt x="25959" y="9378"/>
                      </a:cubicBezTo>
                      <a:lnTo>
                        <a:pt x="32080" y="9378"/>
                      </a:lnTo>
                      <a:cubicBezTo>
                        <a:pt x="33472" y="9378"/>
                        <a:pt x="34600" y="8250"/>
                        <a:pt x="34600" y="6859"/>
                      </a:cubicBezTo>
                      <a:cubicBezTo>
                        <a:pt x="34600" y="5467"/>
                        <a:pt x="33472" y="4339"/>
                        <a:pt x="32080" y="4339"/>
                      </a:cubicBezTo>
                      <a:cubicBezTo>
                        <a:pt x="31989" y="4339"/>
                        <a:pt x="31898" y="4349"/>
                        <a:pt x="31807" y="4358"/>
                      </a:cubicBezTo>
                      <a:cubicBezTo>
                        <a:pt x="31816" y="4294"/>
                        <a:pt x="31826" y="4230"/>
                        <a:pt x="31826" y="4167"/>
                      </a:cubicBezTo>
                      <a:cubicBezTo>
                        <a:pt x="31826" y="2539"/>
                        <a:pt x="30498" y="1220"/>
                        <a:pt x="28870" y="1220"/>
                      </a:cubicBezTo>
                      <a:cubicBezTo>
                        <a:pt x="28015" y="1220"/>
                        <a:pt x="27251" y="1584"/>
                        <a:pt x="26714" y="2166"/>
                      </a:cubicBezTo>
                      <a:cubicBezTo>
                        <a:pt x="26159" y="1947"/>
                        <a:pt x="25559" y="1829"/>
                        <a:pt x="24922" y="1829"/>
                      </a:cubicBezTo>
                      <a:cubicBezTo>
                        <a:pt x="24295" y="1829"/>
                        <a:pt x="23703" y="1947"/>
                        <a:pt x="23149" y="2157"/>
                      </a:cubicBezTo>
                      <a:cubicBezTo>
                        <a:pt x="22439" y="874"/>
                        <a:pt x="21075" y="1"/>
                        <a:pt x="1950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06" name="Google Shape;18906;p62"/>
                <p:cNvSpPr/>
                <p:nvPr/>
              </p:nvSpPr>
              <p:spPr>
                <a:xfrm>
                  <a:off x="1417729" y="721016"/>
                  <a:ext cx="5183710" cy="1693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7" h="1757" extrusionOk="0">
                      <a:moveTo>
                        <a:pt x="3902" y="1"/>
                      </a:moveTo>
                      <a:lnTo>
                        <a:pt x="1" y="11"/>
                      </a:lnTo>
                      <a:lnTo>
                        <a:pt x="1485" y="1746"/>
                      </a:lnTo>
                      <a:lnTo>
                        <a:pt x="5086" y="1756"/>
                      </a:lnTo>
                      <a:lnTo>
                        <a:pt x="5357" y="1756"/>
                      </a:lnTo>
                      <a:lnTo>
                        <a:pt x="5377" y="1736"/>
                      </a:lnTo>
                      <a:lnTo>
                        <a:pt x="3902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5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07" name="Google Shape;18907;p62"/>
                <p:cNvSpPr/>
                <p:nvPr/>
              </p:nvSpPr>
              <p:spPr>
                <a:xfrm>
                  <a:off x="5140900" y="721016"/>
                  <a:ext cx="1460540" cy="1693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5" h="1757" extrusionOk="0">
                      <a:moveTo>
                        <a:pt x="0" y="1"/>
                      </a:moveTo>
                      <a:lnTo>
                        <a:pt x="1495" y="1756"/>
                      </a:lnTo>
                      <a:lnTo>
                        <a:pt x="1515" y="1736"/>
                      </a:lnTo>
                      <a:lnTo>
                        <a:pt x="40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5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08" name="Google Shape;18908;p62"/>
                <p:cNvSpPr/>
                <p:nvPr/>
              </p:nvSpPr>
              <p:spPr>
                <a:xfrm>
                  <a:off x="3757485" y="721016"/>
                  <a:ext cx="2554739" cy="3995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0" h="4144" extrusionOk="0">
                      <a:moveTo>
                        <a:pt x="1295" y="1"/>
                      </a:moveTo>
                      <a:lnTo>
                        <a:pt x="1" y="1596"/>
                      </a:lnTo>
                      <a:lnTo>
                        <a:pt x="11" y="4144"/>
                      </a:lnTo>
                      <a:lnTo>
                        <a:pt x="2649" y="4144"/>
                      </a:lnTo>
                      <a:lnTo>
                        <a:pt x="2639" y="1596"/>
                      </a:lnTo>
                      <a:lnTo>
                        <a:pt x="1295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4"/>
                    </a:gs>
                    <a:gs pos="100000">
                      <a:schemeClr val="accent2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09" name="Google Shape;18909;p62"/>
                <p:cNvSpPr/>
                <p:nvPr/>
              </p:nvSpPr>
              <p:spPr>
                <a:xfrm>
                  <a:off x="3768089" y="4232141"/>
                  <a:ext cx="2544135" cy="483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9" h="502" extrusionOk="0">
                      <a:moveTo>
                        <a:pt x="0" y="0"/>
                      </a:moveTo>
                      <a:lnTo>
                        <a:pt x="0" y="502"/>
                      </a:lnTo>
                      <a:lnTo>
                        <a:pt x="2638" y="502"/>
                      </a:lnTo>
                      <a:lnTo>
                        <a:pt x="2638" y="0"/>
                      </a:ln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10" name="Google Shape;18910;p62"/>
                <p:cNvSpPr/>
                <p:nvPr/>
              </p:nvSpPr>
              <p:spPr>
                <a:xfrm>
                  <a:off x="199167" y="2258700"/>
                  <a:ext cx="3569886" cy="24670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3" h="2559" extrusionOk="0">
                      <a:moveTo>
                        <a:pt x="3692" y="1"/>
                      </a:moveTo>
                      <a:lnTo>
                        <a:pt x="1" y="11"/>
                      </a:lnTo>
                      <a:lnTo>
                        <a:pt x="11" y="2559"/>
                      </a:lnTo>
                      <a:lnTo>
                        <a:pt x="3702" y="2549"/>
                      </a:lnTo>
                      <a:lnTo>
                        <a:pt x="3692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0D4C7"/>
                    </a:gs>
                    <a:gs pos="100000">
                      <a:schemeClr val="accent2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11" name="Google Shape;18911;p62"/>
                <p:cNvSpPr/>
                <p:nvPr/>
              </p:nvSpPr>
              <p:spPr>
                <a:xfrm>
                  <a:off x="5004969" y="818387"/>
                  <a:ext cx="1297615" cy="15868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646" extrusionOk="0">
                      <a:moveTo>
                        <a:pt x="91" y="0"/>
                      </a:moveTo>
                      <a:lnTo>
                        <a:pt x="1" y="101"/>
                      </a:lnTo>
                      <a:lnTo>
                        <a:pt x="1345" y="1645"/>
                      </a:lnTo>
                      <a:lnTo>
                        <a:pt x="1345" y="1495"/>
                      </a:lnTo>
                      <a:lnTo>
                        <a:pt x="9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12" name="Google Shape;18912;p62"/>
                <p:cNvSpPr/>
                <p:nvPr/>
              </p:nvSpPr>
              <p:spPr>
                <a:xfrm>
                  <a:off x="199167" y="2442836"/>
                  <a:ext cx="964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41" extrusionOk="0">
                      <a:moveTo>
                        <a:pt x="1" y="41"/>
                      </a:moveTo>
                      <a:lnTo>
                        <a:pt x="1" y="0"/>
                      </a:lnTo>
                      <a:lnTo>
                        <a:pt x="1" y="41"/>
                      </a:lnTo>
                      <a:close/>
                    </a:path>
                  </a:pathLst>
                </a:custGeom>
                <a:solidFill>
                  <a:srgbClr val="D8D9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13" name="Google Shape;18913;p62"/>
                <p:cNvSpPr/>
                <p:nvPr/>
              </p:nvSpPr>
              <p:spPr>
                <a:xfrm>
                  <a:off x="3757485" y="2404273"/>
                  <a:ext cx="964" cy="68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71" extrusionOk="0">
                      <a:moveTo>
                        <a:pt x="1" y="70"/>
                      </a:moveTo>
                      <a:lnTo>
                        <a:pt x="1" y="0"/>
                      </a:lnTo>
                      <a:lnTo>
                        <a:pt x="1" y="70"/>
                      </a:lnTo>
                      <a:close/>
                    </a:path>
                  </a:pathLst>
                </a:custGeom>
                <a:solidFill>
                  <a:srgbClr val="BCBE9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14" name="Google Shape;18914;p62"/>
                <p:cNvSpPr/>
                <p:nvPr/>
              </p:nvSpPr>
              <p:spPr>
                <a:xfrm>
                  <a:off x="199167" y="2404273"/>
                  <a:ext cx="3559282" cy="780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2" h="81" extrusionOk="0">
                      <a:moveTo>
                        <a:pt x="3692" y="0"/>
                      </a:moveTo>
                      <a:lnTo>
                        <a:pt x="3672" y="30"/>
                      </a:lnTo>
                      <a:lnTo>
                        <a:pt x="3632" y="30"/>
                      </a:lnTo>
                      <a:lnTo>
                        <a:pt x="1" y="40"/>
                      </a:lnTo>
                      <a:lnTo>
                        <a:pt x="1" y="81"/>
                      </a:lnTo>
                      <a:lnTo>
                        <a:pt x="3692" y="70"/>
                      </a:lnTo>
                      <a:lnTo>
                        <a:pt x="369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15" name="Google Shape;18915;p62"/>
                <p:cNvSpPr/>
                <p:nvPr/>
              </p:nvSpPr>
              <p:spPr>
                <a:xfrm>
                  <a:off x="6356" y="2404273"/>
                  <a:ext cx="3752092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41" extrusionOk="0">
                      <a:moveTo>
                        <a:pt x="3892" y="0"/>
                      </a:moveTo>
                      <a:lnTo>
                        <a:pt x="0" y="10"/>
                      </a:lnTo>
                      <a:lnTo>
                        <a:pt x="0" y="40"/>
                      </a:lnTo>
                      <a:lnTo>
                        <a:pt x="3872" y="30"/>
                      </a:lnTo>
                      <a:lnTo>
                        <a:pt x="3892" y="0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16" name="Google Shape;18916;p62"/>
                <p:cNvSpPr/>
                <p:nvPr/>
              </p:nvSpPr>
              <p:spPr>
                <a:xfrm>
                  <a:off x="6356" y="721016"/>
                  <a:ext cx="5174070" cy="1693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7" h="1757" extrusionOk="0">
                      <a:moveTo>
                        <a:pt x="5366" y="1"/>
                      </a:moveTo>
                      <a:lnTo>
                        <a:pt x="1465" y="11"/>
                      </a:lnTo>
                      <a:lnTo>
                        <a:pt x="0" y="1756"/>
                      </a:lnTo>
                      <a:lnTo>
                        <a:pt x="0" y="1756"/>
                      </a:lnTo>
                      <a:lnTo>
                        <a:pt x="3892" y="1746"/>
                      </a:lnTo>
                      <a:lnTo>
                        <a:pt x="5366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5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17" name="Google Shape;18917;p62"/>
                <p:cNvSpPr/>
                <p:nvPr/>
              </p:nvSpPr>
              <p:spPr>
                <a:xfrm>
                  <a:off x="3699642" y="2433195"/>
                  <a:ext cx="39526" cy="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1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4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E1D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18" name="Google Shape;18918;p62"/>
                <p:cNvSpPr/>
                <p:nvPr/>
              </p:nvSpPr>
              <p:spPr>
                <a:xfrm>
                  <a:off x="5140900" y="721016"/>
                  <a:ext cx="39526" cy="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  <a:moveTo>
                        <a:pt x="0" y="1"/>
                      </a:moveTo>
                      <a:lnTo>
                        <a:pt x="40" y="1"/>
                      </a:lnTo>
                      <a:lnTo>
                        <a:pt x="4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E0A37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19" name="Google Shape;18919;p62"/>
                <p:cNvSpPr/>
                <p:nvPr/>
              </p:nvSpPr>
              <p:spPr>
                <a:xfrm>
                  <a:off x="5140900" y="721016"/>
                  <a:ext cx="39526" cy="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4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E07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20" name="Google Shape;18920;p62"/>
                <p:cNvSpPr/>
                <p:nvPr/>
              </p:nvSpPr>
              <p:spPr>
                <a:xfrm>
                  <a:off x="3728563" y="721016"/>
                  <a:ext cx="1451863" cy="1684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" h="1747" extrusionOk="0">
                      <a:moveTo>
                        <a:pt x="1465" y="1"/>
                      </a:moveTo>
                      <a:lnTo>
                        <a:pt x="1415" y="51"/>
                      </a:lnTo>
                      <a:lnTo>
                        <a:pt x="1455" y="51"/>
                      </a:lnTo>
                      <a:lnTo>
                        <a:pt x="1505" y="1"/>
                      </a:lnTo>
                      <a:close/>
                      <a:moveTo>
                        <a:pt x="1395" y="81"/>
                      </a:moveTo>
                      <a:lnTo>
                        <a:pt x="1275" y="222"/>
                      </a:lnTo>
                      <a:lnTo>
                        <a:pt x="1315" y="222"/>
                      </a:lnTo>
                      <a:lnTo>
                        <a:pt x="1435" y="81"/>
                      </a:lnTo>
                      <a:close/>
                      <a:moveTo>
                        <a:pt x="1265" y="242"/>
                      </a:moveTo>
                      <a:lnTo>
                        <a:pt x="1144" y="382"/>
                      </a:lnTo>
                      <a:lnTo>
                        <a:pt x="1185" y="382"/>
                      </a:lnTo>
                      <a:lnTo>
                        <a:pt x="1295" y="242"/>
                      </a:lnTo>
                      <a:close/>
                      <a:moveTo>
                        <a:pt x="1124" y="402"/>
                      </a:moveTo>
                      <a:lnTo>
                        <a:pt x="1004" y="543"/>
                      </a:lnTo>
                      <a:lnTo>
                        <a:pt x="1044" y="543"/>
                      </a:lnTo>
                      <a:lnTo>
                        <a:pt x="1164" y="402"/>
                      </a:lnTo>
                      <a:close/>
                      <a:moveTo>
                        <a:pt x="984" y="563"/>
                      </a:moveTo>
                      <a:lnTo>
                        <a:pt x="874" y="703"/>
                      </a:lnTo>
                      <a:lnTo>
                        <a:pt x="904" y="703"/>
                      </a:lnTo>
                      <a:lnTo>
                        <a:pt x="1024" y="563"/>
                      </a:lnTo>
                      <a:close/>
                      <a:moveTo>
                        <a:pt x="854" y="733"/>
                      </a:moveTo>
                      <a:lnTo>
                        <a:pt x="733" y="874"/>
                      </a:lnTo>
                      <a:lnTo>
                        <a:pt x="773" y="874"/>
                      </a:lnTo>
                      <a:lnTo>
                        <a:pt x="884" y="733"/>
                      </a:lnTo>
                      <a:close/>
                      <a:moveTo>
                        <a:pt x="713" y="894"/>
                      </a:moveTo>
                      <a:lnTo>
                        <a:pt x="593" y="1034"/>
                      </a:lnTo>
                      <a:lnTo>
                        <a:pt x="633" y="1034"/>
                      </a:lnTo>
                      <a:lnTo>
                        <a:pt x="753" y="894"/>
                      </a:lnTo>
                      <a:close/>
                      <a:moveTo>
                        <a:pt x="573" y="1054"/>
                      </a:moveTo>
                      <a:lnTo>
                        <a:pt x="462" y="1195"/>
                      </a:lnTo>
                      <a:lnTo>
                        <a:pt x="492" y="1195"/>
                      </a:lnTo>
                      <a:lnTo>
                        <a:pt x="613" y="1054"/>
                      </a:lnTo>
                      <a:close/>
                      <a:moveTo>
                        <a:pt x="482" y="1215"/>
                      </a:moveTo>
                      <a:lnTo>
                        <a:pt x="442" y="1225"/>
                      </a:lnTo>
                      <a:lnTo>
                        <a:pt x="322" y="1355"/>
                      </a:lnTo>
                      <a:lnTo>
                        <a:pt x="362" y="1355"/>
                      </a:lnTo>
                      <a:lnTo>
                        <a:pt x="482" y="1215"/>
                      </a:lnTo>
                      <a:close/>
                      <a:moveTo>
                        <a:pt x="302" y="1385"/>
                      </a:moveTo>
                      <a:lnTo>
                        <a:pt x="181" y="1526"/>
                      </a:lnTo>
                      <a:lnTo>
                        <a:pt x="222" y="1526"/>
                      </a:lnTo>
                      <a:lnTo>
                        <a:pt x="342" y="1385"/>
                      </a:lnTo>
                      <a:close/>
                      <a:moveTo>
                        <a:pt x="171" y="1546"/>
                      </a:moveTo>
                      <a:lnTo>
                        <a:pt x="51" y="1686"/>
                      </a:lnTo>
                      <a:lnTo>
                        <a:pt x="91" y="1686"/>
                      </a:lnTo>
                      <a:lnTo>
                        <a:pt x="202" y="1546"/>
                      </a:lnTo>
                      <a:close/>
                      <a:moveTo>
                        <a:pt x="31" y="1706"/>
                      </a:moveTo>
                      <a:lnTo>
                        <a:pt x="1" y="1746"/>
                      </a:lnTo>
                      <a:lnTo>
                        <a:pt x="31" y="1746"/>
                      </a:lnTo>
                      <a:lnTo>
                        <a:pt x="71" y="1706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21" name="Google Shape;18921;p62"/>
                <p:cNvSpPr/>
                <p:nvPr/>
              </p:nvSpPr>
              <p:spPr>
                <a:xfrm>
                  <a:off x="4695508" y="3129250"/>
                  <a:ext cx="736536" cy="15868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" h="1646" extrusionOk="0">
                      <a:moveTo>
                        <a:pt x="1" y="1"/>
                      </a:moveTo>
                      <a:lnTo>
                        <a:pt x="1" y="1646"/>
                      </a:lnTo>
                      <a:lnTo>
                        <a:pt x="763" y="1646"/>
                      </a:lnTo>
                      <a:lnTo>
                        <a:pt x="763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22" name="Google Shape;18922;p62"/>
                <p:cNvSpPr/>
                <p:nvPr/>
              </p:nvSpPr>
              <p:spPr>
                <a:xfrm>
                  <a:off x="4695508" y="3177454"/>
                  <a:ext cx="678693" cy="1538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1596" extrusionOk="0">
                      <a:moveTo>
                        <a:pt x="1" y="1"/>
                      </a:moveTo>
                      <a:lnTo>
                        <a:pt x="1" y="1596"/>
                      </a:lnTo>
                      <a:lnTo>
                        <a:pt x="703" y="1596"/>
                      </a:lnTo>
                      <a:lnTo>
                        <a:pt x="693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5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23" name="Google Shape;18923;p62"/>
                <p:cNvSpPr/>
                <p:nvPr/>
              </p:nvSpPr>
              <p:spPr>
                <a:xfrm>
                  <a:off x="4695508" y="3129250"/>
                  <a:ext cx="736536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" h="51" extrusionOk="0">
                      <a:moveTo>
                        <a:pt x="1" y="1"/>
                      </a:moveTo>
                      <a:lnTo>
                        <a:pt x="1" y="51"/>
                      </a:lnTo>
                      <a:lnTo>
                        <a:pt x="693" y="51"/>
                      </a:lnTo>
                      <a:lnTo>
                        <a:pt x="763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24" name="Google Shape;18924;p62"/>
                <p:cNvSpPr/>
                <p:nvPr/>
              </p:nvSpPr>
              <p:spPr>
                <a:xfrm>
                  <a:off x="4018743" y="2742660"/>
                  <a:ext cx="436716" cy="1190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" h="1235" extrusionOk="0">
                      <a:moveTo>
                        <a:pt x="392" y="50"/>
                      </a:moveTo>
                      <a:lnTo>
                        <a:pt x="402" y="1174"/>
                      </a:lnTo>
                      <a:lnTo>
                        <a:pt x="61" y="1174"/>
                      </a:lnTo>
                      <a:lnTo>
                        <a:pt x="51" y="50"/>
                      </a:lnTo>
                      <a:close/>
                      <a:moveTo>
                        <a:pt x="1" y="0"/>
                      </a:moveTo>
                      <a:lnTo>
                        <a:pt x="1" y="1234"/>
                      </a:lnTo>
                      <a:lnTo>
                        <a:pt x="452" y="1224"/>
                      </a:lnTo>
                      <a:lnTo>
                        <a:pt x="45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25" name="Google Shape;18925;p62"/>
                <p:cNvSpPr/>
                <p:nvPr/>
              </p:nvSpPr>
              <p:spPr>
                <a:xfrm>
                  <a:off x="4066946" y="2829426"/>
                  <a:ext cx="300784" cy="1054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" h="1094" extrusionOk="0">
                      <a:moveTo>
                        <a:pt x="1" y="1094"/>
                      </a:moveTo>
                      <a:lnTo>
                        <a:pt x="1" y="1"/>
                      </a:lnTo>
                      <a:lnTo>
                        <a:pt x="131" y="1"/>
                      </a:lnTo>
                      <a:lnTo>
                        <a:pt x="131" y="1094"/>
                      </a:lnTo>
                      <a:lnTo>
                        <a:pt x="1" y="1094"/>
                      </a:lnTo>
                      <a:moveTo>
                        <a:pt x="182" y="1094"/>
                      </a:moveTo>
                      <a:lnTo>
                        <a:pt x="182" y="1"/>
                      </a:lnTo>
                      <a:lnTo>
                        <a:pt x="302" y="1"/>
                      </a:lnTo>
                      <a:lnTo>
                        <a:pt x="312" y="1094"/>
                      </a:lnTo>
                      <a:lnTo>
                        <a:pt x="182" y="1094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26" name="Google Shape;18926;p62"/>
                <p:cNvSpPr/>
                <p:nvPr/>
              </p:nvSpPr>
              <p:spPr>
                <a:xfrm>
                  <a:off x="4018743" y="2781223"/>
                  <a:ext cx="388513" cy="1152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" h="1195" extrusionOk="0">
                      <a:moveTo>
                        <a:pt x="352" y="51"/>
                      </a:moveTo>
                      <a:lnTo>
                        <a:pt x="362" y="1144"/>
                      </a:lnTo>
                      <a:lnTo>
                        <a:pt x="51" y="1144"/>
                      </a:lnTo>
                      <a:lnTo>
                        <a:pt x="51" y="51"/>
                      </a:lnTo>
                      <a:close/>
                      <a:moveTo>
                        <a:pt x="1" y="0"/>
                      </a:moveTo>
                      <a:lnTo>
                        <a:pt x="1" y="1194"/>
                      </a:lnTo>
                      <a:lnTo>
                        <a:pt x="402" y="118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27" name="Google Shape;18927;p62"/>
                <p:cNvSpPr/>
                <p:nvPr/>
              </p:nvSpPr>
              <p:spPr>
                <a:xfrm>
                  <a:off x="4193221" y="2810150"/>
                  <a:ext cx="68450" cy="109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1134" extrusionOk="0">
                      <a:moveTo>
                        <a:pt x="0" y="1"/>
                      </a:moveTo>
                      <a:lnTo>
                        <a:pt x="0" y="1134"/>
                      </a:lnTo>
                      <a:lnTo>
                        <a:pt x="51" y="1134"/>
                      </a:lnTo>
                      <a:lnTo>
                        <a:pt x="40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28" name="Google Shape;18928;p62"/>
                <p:cNvSpPr/>
                <p:nvPr/>
              </p:nvSpPr>
              <p:spPr>
                <a:xfrm>
                  <a:off x="4047665" y="3332668"/>
                  <a:ext cx="339346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51" extrusionOk="0">
                      <a:moveTo>
                        <a:pt x="1" y="0"/>
                      </a:moveTo>
                      <a:lnTo>
                        <a:pt x="1" y="50"/>
                      </a:lnTo>
                      <a:lnTo>
                        <a:pt x="352" y="50"/>
                      </a:lnTo>
                      <a:lnTo>
                        <a:pt x="352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29" name="Google Shape;18929;p62"/>
                <p:cNvSpPr/>
                <p:nvPr/>
              </p:nvSpPr>
              <p:spPr>
                <a:xfrm>
                  <a:off x="4018743" y="2742660"/>
                  <a:ext cx="436716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" h="41" extrusionOk="0">
                      <a:moveTo>
                        <a:pt x="1" y="0"/>
                      </a:moveTo>
                      <a:lnTo>
                        <a:pt x="1" y="40"/>
                      </a:lnTo>
                      <a:lnTo>
                        <a:pt x="402" y="40"/>
                      </a:lnTo>
                      <a:lnTo>
                        <a:pt x="45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30" name="Google Shape;18930;p62"/>
                <p:cNvSpPr/>
                <p:nvPr/>
              </p:nvSpPr>
              <p:spPr>
                <a:xfrm>
                  <a:off x="4889282" y="1601207"/>
                  <a:ext cx="387549" cy="4270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" h="443" extrusionOk="0">
                      <a:moveTo>
                        <a:pt x="352" y="41"/>
                      </a:moveTo>
                      <a:lnTo>
                        <a:pt x="352" y="402"/>
                      </a:lnTo>
                      <a:lnTo>
                        <a:pt x="51" y="402"/>
                      </a:lnTo>
                      <a:lnTo>
                        <a:pt x="51" y="41"/>
                      </a:lnTo>
                      <a:close/>
                      <a:moveTo>
                        <a:pt x="1" y="1"/>
                      </a:moveTo>
                      <a:lnTo>
                        <a:pt x="1" y="442"/>
                      </a:lnTo>
                      <a:lnTo>
                        <a:pt x="402" y="442"/>
                      </a:lnTo>
                      <a:lnTo>
                        <a:pt x="402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31" name="Google Shape;18931;p62"/>
                <p:cNvSpPr/>
                <p:nvPr/>
              </p:nvSpPr>
              <p:spPr>
                <a:xfrm>
                  <a:off x="4927844" y="1678332"/>
                  <a:ext cx="262222" cy="3104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" h="322" extrusionOk="0">
                      <a:moveTo>
                        <a:pt x="1" y="322"/>
                      </a:moveTo>
                      <a:lnTo>
                        <a:pt x="1" y="1"/>
                      </a:lnTo>
                      <a:lnTo>
                        <a:pt x="272" y="1"/>
                      </a:lnTo>
                      <a:lnTo>
                        <a:pt x="272" y="322"/>
                      </a:lnTo>
                      <a:lnTo>
                        <a:pt x="1" y="322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32" name="Google Shape;18932;p62"/>
                <p:cNvSpPr/>
                <p:nvPr/>
              </p:nvSpPr>
              <p:spPr>
                <a:xfrm>
                  <a:off x="4889282" y="1639770"/>
                  <a:ext cx="348987" cy="3885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2" h="403" extrusionOk="0">
                      <a:moveTo>
                        <a:pt x="312" y="41"/>
                      </a:moveTo>
                      <a:lnTo>
                        <a:pt x="312" y="362"/>
                      </a:lnTo>
                      <a:lnTo>
                        <a:pt x="41" y="362"/>
                      </a:lnTo>
                      <a:lnTo>
                        <a:pt x="41" y="41"/>
                      </a:lnTo>
                      <a:close/>
                      <a:moveTo>
                        <a:pt x="1" y="1"/>
                      </a:moveTo>
                      <a:lnTo>
                        <a:pt x="1" y="402"/>
                      </a:lnTo>
                      <a:lnTo>
                        <a:pt x="362" y="402"/>
                      </a:lnTo>
                      <a:lnTo>
                        <a:pt x="362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33" name="Google Shape;18933;p62"/>
                <p:cNvSpPr/>
                <p:nvPr/>
              </p:nvSpPr>
              <p:spPr>
                <a:xfrm>
                  <a:off x="4889282" y="1601207"/>
                  <a:ext cx="387549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" h="41" extrusionOk="0">
                      <a:moveTo>
                        <a:pt x="1" y="1"/>
                      </a:moveTo>
                      <a:lnTo>
                        <a:pt x="1" y="41"/>
                      </a:lnTo>
                      <a:lnTo>
                        <a:pt x="362" y="41"/>
                      </a:lnTo>
                      <a:lnTo>
                        <a:pt x="402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34" name="Google Shape;18934;p62"/>
                <p:cNvSpPr/>
                <p:nvPr/>
              </p:nvSpPr>
              <p:spPr>
                <a:xfrm>
                  <a:off x="2607370" y="2742660"/>
                  <a:ext cx="435752" cy="1190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" h="1235" extrusionOk="0">
                      <a:moveTo>
                        <a:pt x="392" y="50"/>
                      </a:moveTo>
                      <a:lnTo>
                        <a:pt x="392" y="1184"/>
                      </a:lnTo>
                      <a:lnTo>
                        <a:pt x="61" y="1184"/>
                      </a:lnTo>
                      <a:lnTo>
                        <a:pt x="51" y="50"/>
                      </a:lnTo>
                      <a:close/>
                      <a:moveTo>
                        <a:pt x="0" y="0"/>
                      </a:moveTo>
                      <a:lnTo>
                        <a:pt x="0" y="1234"/>
                      </a:lnTo>
                      <a:lnTo>
                        <a:pt x="452" y="1234"/>
                      </a:lnTo>
                      <a:lnTo>
                        <a:pt x="45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35" name="Google Shape;18935;p62"/>
                <p:cNvSpPr/>
                <p:nvPr/>
              </p:nvSpPr>
              <p:spPr>
                <a:xfrm>
                  <a:off x="2674854" y="2810145"/>
                  <a:ext cx="339346" cy="109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1134" extrusionOk="0">
                      <a:moveTo>
                        <a:pt x="352" y="1134"/>
                      </a:moveTo>
                      <a:lnTo>
                        <a:pt x="1" y="1134"/>
                      </a:lnTo>
                      <a:lnTo>
                        <a:pt x="1" y="1"/>
                      </a:lnTo>
                      <a:lnTo>
                        <a:pt x="352" y="1"/>
                      </a:lnTo>
                      <a:lnTo>
                        <a:pt x="352" y="1134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36" name="Google Shape;18936;p62"/>
                <p:cNvSpPr/>
                <p:nvPr/>
              </p:nvSpPr>
              <p:spPr>
                <a:xfrm>
                  <a:off x="2645932" y="2790864"/>
                  <a:ext cx="397190" cy="114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" h="1185" extrusionOk="0">
                      <a:moveTo>
                        <a:pt x="362" y="51"/>
                      </a:moveTo>
                      <a:lnTo>
                        <a:pt x="362" y="1134"/>
                      </a:lnTo>
                      <a:lnTo>
                        <a:pt x="61" y="1134"/>
                      </a:lnTo>
                      <a:lnTo>
                        <a:pt x="51" y="51"/>
                      </a:lnTo>
                      <a:close/>
                      <a:moveTo>
                        <a:pt x="0" y="0"/>
                      </a:moveTo>
                      <a:lnTo>
                        <a:pt x="11" y="1184"/>
                      </a:lnTo>
                      <a:lnTo>
                        <a:pt x="412" y="1184"/>
                      </a:lnTo>
                      <a:lnTo>
                        <a:pt x="412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37" name="Google Shape;18937;p62"/>
                <p:cNvSpPr/>
                <p:nvPr/>
              </p:nvSpPr>
              <p:spPr>
                <a:xfrm>
                  <a:off x="2820426" y="2810145"/>
                  <a:ext cx="49167" cy="109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1134" extrusionOk="0">
                      <a:moveTo>
                        <a:pt x="0" y="1"/>
                      </a:moveTo>
                      <a:lnTo>
                        <a:pt x="0" y="1134"/>
                      </a:lnTo>
                      <a:lnTo>
                        <a:pt x="50" y="1134"/>
                      </a:lnTo>
                      <a:lnTo>
                        <a:pt x="50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4"/>
                    </a:gs>
                    <a:gs pos="100000">
                      <a:schemeClr val="dk1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38" name="Google Shape;18938;p62"/>
                <p:cNvSpPr/>
                <p:nvPr/>
              </p:nvSpPr>
              <p:spPr>
                <a:xfrm>
                  <a:off x="2674854" y="3332668"/>
                  <a:ext cx="339346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51" extrusionOk="0">
                      <a:moveTo>
                        <a:pt x="1" y="0"/>
                      </a:moveTo>
                      <a:lnTo>
                        <a:pt x="1" y="50"/>
                      </a:lnTo>
                      <a:lnTo>
                        <a:pt x="352" y="50"/>
                      </a:lnTo>
                      <a:lnTo>
                        <a:pt x="352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39" name="Google Shape;18939;p62"/>
                <p:cNvSpPr/>
                <p:nvPr/>
              </p:nvSpPr>
              <p:spPr>
                <a:xfrm>
                  <a:off x="2607370" y="2742660"/>
                  <a:ext cx="435752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" h="51" extrusionOk="0">
                      <a:moveTo>
                        <a:pt x="0" y="0"/>
                      </a:moveTo>
                      <a:lnTo>
                        <a:pt x="40" y="50"/>
                      </a:lnTo>
                      <a:lnTo>
                        <a:pt x="452" y="50"/>
                      </a:lnTo>
                      <a:lnTo>
                        <a:pt x="452" y="0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40" name="Google Shape;18940;p62"/>
                <p:cNvSpPr/>
                <p:nvPr/>
              </p:nvSpPr>
              <p:spPr>
                <a:xfrm>
                  <a:off x="1669347" y="2742660"/>
                  <a:ext cx="435752" cy="1190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" h="1235" extrusionOk="0">
                      <a:moveTo>
                        <a:pt x="392" y="50"/>
                      </a:moveTo>
                      <a:lnTo>
                        <a:pt x="392" y="1184"/>
                      </a:lnTo>
                      <a:lnTo>
                        <a:pt x="51" y="1184"/>
                      </a:lnTo>
                      <a:lnTo>
                        <a:pt x="51" y="50"/>
                      </a:lnTo>
                      <a:close/>
                      <a:moveTo>
                        <a:pt x="0" y="0"/>
                      </a:moveTo>
                      <a:lnTo>
                        <a:pt x="0" y="1234"/>
                      </a:lnTo>
                      <a:lnTo>
                        <a:pt x="452" y="1234"/>
                      </a:lnTo>
                      <a:lnTo>
                        <a:pt x="44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41" name="Google Shape;18941;p62"/>
                <p:cNvSpPr/>
                <p:nvPr/>
              </p:nvSpPr>
              <p:spPr>
                <a:xfrm>
                  <a:off x="1736831" y="2810145"/>
                  <a:ext cx="339346" cy="11038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1145" extrusionOk="0">
                      <a:moveTo>
                        <a:pt x="352" y="1144"/>
                      </a:moveTo>
                      <a:lnTo>
                        <a:pt x="1" y="1144"/>
                      </a:lnTo>
                      <a:lnTo>
                        <a:pt x="1" y="1"/>
                      </a:lnTo>
                      <a:lnTo>
                        <a:pt x="352" y="1"/>
                      </a:lnTo>
                      <a:lnTo>
                        <a:pt x="352" y="1144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42" name="Google Shape;18942;p62"/>
                <p:cNvSpPr/>
                <p:nvPr/>
              </p:nvSpPr>
              <p:spPr>
                <a:xfrm>
                  <a:off x="1707909" y="2790864"/>
                  <a:ext cx="397190" cy="114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" h="1185" extrusionOk="0">
                      <a:moveTo>
                        <a:pt x="362" y="51"/>
                      </a:moveTo>
                      <a:lnTo>
                        <a:pt x="362" y="1134"/>
                      </a:lnTo>
                      <a:lnTo>
                        <a:pt x="51" y="1134"/>
                      </a:lnTo>
                      <a:lnTo>
                        <a:pt x="51" y="51"/>
                      </a:lnTo>
                      <a:close/>
                      <a:moveTo>
                        <a:pt x="1" y="0"/>
                      </a:moveTo>
                      <a:lnTo>
                        <a:pt x="11" y="1184"/>
                      </a:lnTo>
                      <a:lnTo>
                        <a:pt x="412" y="118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43" name="Google Shape;18943;p62"/>
                <p:cNvSpPr/>
                <p:nvPr/>
              </p:nvSpPr>
              <p:spPr>
                <a:xfrm>
                  <a:off x="1882403" y="2810145"/>
                  <a:ext cx="49167" cy="11038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1145" extrusionOk="0">
                      <a:moveTo>
                        <a:pt x="0" y="1"/>
                      </a:moveTo>
                      <a:lnTo>
                        <a:pt x="0" y="1144"/>
                      </a:lnTo>
                      <a:lnTo>
                        <a:pt x="50" y="1144"/>
                      </a:lnTo>
                      <a:lnTo>
                        <a:pt x="50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4"/>
                    </a:gs>
                    <a:gs pos="100000">
                      <a:schemeClr val="dk1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44" name="Google Shape;18944;p62"/>
                <p:cNvSpPr/>
                <p:nvPr/>
              </p:nvSpPr>
              <p:spPr>
                <a:xfrm>
                  <a:off x="1736831" y="3342309"/>
                  <a:ext cx="339346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41" extrusionOk="0">
                      <a:moveTo>
                        <a:pt x="1" y="0"/>
                      </a:moveTo>
                      <a:lnTo>
                        <a:pt x="1" y="40"/>
                      </a:lnTo>
                      <a:lnTo>
                        <a:pt x="352" y="40"/>
                      </a:lnTo>
                      <a:lnTo>
                        <a:pt x="352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4"/>
                    </a:gs>
                    <a:gs pos="100000">
                      <a:schemeClr val="dk1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45" name="Google Shape;18945;p62"/>
                <p:cNvSpPr/>
                <p:nvPr/>
              </p:nvSpPr>
              <p:spPr>
                <a:xfrm>
                  <a:off x="1669347" y="2742660"/>
                  <a:ext cx="426111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51" extrusionOk="0">
                      <a:moveTo>
                        <a:pt x="0" y="0"/>
                      </a:moveTo>
                      <a:lnTo>
                        <a:pt x="41" y="50"/>
                      </a:lnTo>
                      <a:lnTo>
                        <a:pt x="442" y="50"/>
                      </a:lnTo>
                      <a:lnTo>
                        <a:pt x="442" y="0"/>
                      </a:lnTo>
                      <a:close/>
                    </a:path>
                  </a:pathLst>
                </a:custGeom>
                <a:solidFill>
                  <a:srgbClr val="401E1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46" name="Google Shape;18946;p62"/>
                <p:cNvSpPr/>
                <p:nvPr/>
              </p:nvSpPr>
              <p:spPr>
                <a:xfrm>
                  <a:off x="731324" y="2752301"/>
                  <a:ext cx="435752" cy="1180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" h="1225" extrusionOk="0">
                      <a:moveTo>
                        <a:pt x="392" y="51"/>
                      </a:moveTo>
                      <a:lnTo>
                        <a:pt x="392" y="1174"/>
                      </a:lnTo>
                      <a:lnTo>
                        <a:pt x="51" y="1174"/>
                      </a:lnTo>
                      <a:lnTo>
                        <a:pt x="51" y="51"/>
                      </a:lnTo>
                      <a:close/>
                      <a:moveTo>
                        <a:pt x="0" y="0"/>
                      </a:moveTo>
                      <a:lnTo>
                        <a:pt x="0" y="1224"/>
                      </a:lnTo>
                      <a:lnTo>
                        <a:pt x="452" y="1224"/>
                      </a:lnTo>
                      <a:lnTo>
                        <a:pt x="44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47" name="Google Shape;18947;p62"/>
                <p:cNvSpPr/>
                <p:nvPr/>
              </p:nvSpPr>
              <p:spPr>
                <a:xfrm>
                  <a:off x="798808" y="2819785"/>
                  <a:ext cx="339346" cy="1094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1135" extrusionOk="0">
                      <a:moveTo>
                        <a:pt x="352" y="1134"/>
                      </a:moveTo>
                      <a:lnTo>
                        <a:pt x="1" y="1134"/>
                      </a:lnTo>
                      <a:lnTo>
                        <a:pt x="1" y="1"/>
                      </a:lnTo>
                      <a:lnTo>
                        <a:pt x="352" y="1"/>
                      </a:lnTo>
                      <a:lnTo>
                        <a:pt x="352" y="1134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48" name="Google Shape;18948;p62"/>
                <p:cNvSpPr/>
                <p:nvPr/>
              </p:nvSpPr>
              <p:spPr>
                <a:xfrm>
                  <a:off x="769886" y="2790864"/>
                  <a:ext cx="397190" cy="114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" h="1185" extrusionOk="0">
                      <a:moveTo>
                        <a:pt x="362" y="51"/>
                      </a:moveTo>
                      <a:lnTo>
                        <a:pt x="362" y="1134"/>
                      </a:lnTo>
                      <a:lnTo>
                        <a:pt x="51" y="1134"/>
                      </a:lnTo>
                      <a:lnTo>
                        <a:pt x="51" y="51"/>
                      </a:lnTo>
                      <a:close/>
                      <a:moveTo>
                        <a:pt x="1" y="0"/>
                      </a:moveTo>
                      <a:lnTo>
                        <a:pt x="11" y="1184"/>
                      </a:lnTo>
                      <a:lnTo>
                        <a:pt x="412" y="118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49" name="Google Shape;18949;p62"/>
                <p:cNvSpPr/>
                <p:nvPr/>
              </p:nvSpPr>
              <p:spPr>
                <a:xfrm>
                  <a:off x="944380" y="2819785"/>
                  <a:ext cx="49167" cy="1094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1135" extrusionOk="0">
                      <a:moveTo>
                        <a:pt x="0" y="1"/>
                      </a:moveTo>
                      <a:lnTo>
                        <a:pt x="0" y="1134"/>
                      </a:lnTo>
                      <a:lnTo>
                        <a:pt x="50" y="1134"/>
                      </a:lnTo>
                      <a:lnTo>
                        <a:pt x="50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4"/>
                    </a:gs>
                    <a:gs pos="100000">
                      <a:schemeClr val="dk1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50" name="Google Shape;18950;p62"/>
                <p:cNvSpPr/>
                <p:nvPr/>
              </p:nvSpPr>
              <p:spPr>
                <a:xfrm>
                  <a:off x="798808" y="3342309"/>
                  <a:ext cx="339346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51" extrusionOk="0">
                      <a:moveTo>
                        <a:pt x="1" y="0"/>
                      </a:moveTo>
                      <a:lnTo>
                        <a:pt x="1" y="50"/>
                      </a:lnTo>
                      <a:lnTo>
                        <a:pt x="352" y="50"/>
                      </a:lnTo>
                      <a:lnTo>
                        <a:pt x="352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4"/>
                    </a:gs>
                    <a:gs pos="100000">
                      <a:schemeClr val="dk1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51" name="Google Shape;18951;p62"/>
                <p:cNvSpPr/>
                <p:nvPr/>
              </p:nvSpPr>
              <p:spPr>
                <a:xfrm>
                  <a:off x="731324" y="2752301"/>
                  <a:ext cx="426111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41" extrusionOk="0">
                      <a:moveTo>
                        <a:pt x="0" y="0"/>
                      </a:moveTo>
                      <a:lnTo>
                        <a:pt x="41" y="40"/>
                      </a:lnTo>
                      <a:lnTo>
                        <a:pt x="442" y="40"/>
                      </a:lnTo>
                      <a:lnTo>
                        <a:pt x="44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52" name="Google Shape;18952;p62"/>
                <p:cNvSpPr/>
                <p:nvPr/>
              </p:nvSpPr>
              <p:spPr>
                <a:xfrm>
                  <a:off x="5663417" y="2733020"/>
                  <a:ext cx="426111" cy="1190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1235" extrusionOk="0">
                      <a:moveTo>
                        <a:pt x="391" y="50"/>
                      </a:moveTo>
                      <a:lnTo>
                        <a:pt x="391" y="1184"/>
                      </a:lnTo>
                      <a:lnTo>
                        <a:pt x="50" y="1184"/>
                      </a:lnTo>
                      <a:lnTo>
                        <a:pt x="50" y="50"/>
                      </a:lnTo>
                      <a:close/>
                      <a:moveTo>
                        <a:pt x="0" y="0"/>
                      </a:moveTo>
                      <a:lnTo>
                        <a:pt x="0" y="1234"/>
                      </a:lnTo>
                      <a:lnTo>
                        <a:pt x="441" y="1234"/>
                      </a:lnTo>
                      <a:lnTo>
                        <a:pt x="44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53" name="Google Shape;18953;p62"/>
                <p:cNvSpPr/>
                <p:nvPr/>
              </p:nvSpPr>
              <p:spPr>
                <a:xfrm>
                  <a:off x="5701979" y="2829426"/>
                  <a:ext cx="300784" cy="10450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" h="1084" extrusionOk="0">
                      <a:moveTo>
                        <a:pt x="10" y="1084"/>
                      </a:moveTo>
                      <a:lnTo>
                        <a:pt x="0" y="1"/>
                      </a:lnTo>
                      <a:lnTo>
                        <a:pt x="131" y="1"/>
                      </a:lnTo>
                      <a:lnTo>
                        <a:pt x="131" y="1084"/>
                      </a:lnTo>
                      <a:lnTo>
                        <a:pt x="10" y="1084"/>
                      </a:lnTo>
                      <a:close/>
                      <a:moveTo>
                        <a:pt x="181" y="1084"/>
                      </a:moveTo>
                      <a:lnTo>
                        <a:pt x="181" y="1"/>
                      </a:lnTo>
                      <a:lnTo>
                        <a:pt x="311" y="1"/>
                      </a:lnTo>
                      <a:lnTo>
                        <a:pt x="311" y="1084"/>
                      </a:lnTo>
                      <a:lnTo>
                        <a:pt x="181" y="1084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54" name="Google Shape;18954;p62"/>
                <p:cNvSpPr/>
                <p:nvPr/>
              </p:nvSpPr>
              <p:spPr>
                <a:xfrm>
                  <a:off x="5663417" y="2781223"/>
                  <a:ext cx="387549" cy="114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" h="1185" extrusionOk="0">
                      <a:moveTo>
                        <a:pt x="351" y="51"/>
                      </a:moveTo>
                      <a:lnTo>
                        <a:pt x="351" y="1134"/>
                      </a:lnTo>
                      <a:lnTo>
                        <a:pt x="50" y="1134"/>
                      </a:lnTo>
                      <a:lnTo>
                        <a:pt x="40" y="51"/>
                      </a:lnTo>
                      <a:close/>
                      <a:moveTo>
                        <a:pt x="0" y="0"/>
                      </a:moveTo>
                      <a:lnTo>
                        <a:pt x="0" y="1184"/>
                      </a:lnTo>
                      <a:lnTo>
                        <a:pt x="401" y="1184"/>
                      </a:lnTo>
                      <a:lnTo>
                        <a:pt x="401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55" name="Google Shape;18955;p62"/>
                <p:cNvSpPr/>
                <p:nvPr/>
              </p:nvSpPr>
              <p:spPr>
                <a:xfrm>
                  <a:off x="5827305" y="2800504"/>
                  <a:ext cx="49167" cy="11028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1144" extrusionOk="0">
                      <a:moveTo>
                        <a:pt x="1" y="1"/>
                      </a:moveTo>
                      <a:lnTo>
                        <a:pt x="1" y="1144"/>
                      </a:lnTo>
                      <a:lnTo>
                        <a:pt x="51" y="1144"/>
                      </a:lnTo>
                      <a:lnTo>
                        <a:pt x="51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56" name="Google Shape;18956;p62"/>
                <p:cNvSpPr/>
                <p:nvPr/>
              </p:nvSpPr>
              <p:spPr>
                <a:xfrm>
                  <a:off x="5682698" y="3332668"/>
                  <a:ext cx="339346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41" extrusionOk="0">
                      <a:moveTo>
                        <a:pt x="0" y="0"/>
                      </a:moveTo>
                      <a:lnTo>
                        <a:pt x="0" y="40"/>
                      </a:lnTo>
                      <a:lnTo>
                        <a:pt x="351" y="40"/>
                      </a:lnTo>
                      <a:lnTo>
                        <a:pt x="351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dk1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57" name="Google Shape;18957;p62"/>
                <p:cNvSpPr/>
                <p:nvPr/>
              </p:nvSpPr>
              <p:spPr>
                <a:xfrm>
                  <a:off x="5663417" y="2733020"/>
                  <a:ext cx="0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h="51" extrusionOk="0">
                      <a:moveTo>
                        <a:pt x="0" y="50"/>
                      </a:moveTo>
                      <a:lnTo>
                        <a:pt x="0" y="0"/>
                      </a:lnTo>
                      <a:lnTo>
                        <a:pt x="0" y="50"/>
                      </a:lnTo>
                      <a:close/>
                    </a:path>
                  </a:pathLst>
                </a:custGeom>
                <a:solidFill>
                  <a:srgbClr val="B3B58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58" name="Google Shape;18958;p62"/>
                <p:cNvSpPr/>
                <p:nvPr/>
              </p:nvSpPr>
              <p:spPr>
                <a:xfrm>
                  <a:off x="5663417" y="2733020"/>
                  <a:ext cx="426111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51" extrusionOk="0">
                      <a:moveTo>
                        <a:pt x="0" y="0"/>
                      </a:moveTo>
                      <a:lnTo>
                        <a:pt x="0" y="50"/>
                      </a:lnTo>
                      <a:lnTo>
                        <a:pt x="401" y="50"/>
                      </a:lnTo>
                      <a:lnTo>
                        <a:pt x="44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59" name="Google Shape;18959;p62"/>
                <p:cNvSpPr/>
                <p:nvPr/>
              </p:nvSpPr>
              <p:spPr>
                <a:xfrm>
                  <a:off x="5663417" y="2781223"/>
                  <a:ext cx="387549" cy="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" h="1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0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60" name="Google Shape;18960;p62"/>
                <p:cNvSpPr/>
                <p:nvPr/>
              </p:nvSpPr>
              <p:spPr>
                <a:xfrm>
                  <a:off x="5363596" y="4232141"/>
                  <a:ext cx="68448" cy="483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502" extrusionOk="0">
                      <a:moveTo>
                        <a:pt x="0" y="0"/>
                      </a:moveTo>
                      <a:lnTo>
                        <a:pt x="10" y="502"/>
                      </a:lnTo>
                      <a:lnTo>
                        <a:pt x="70" y="502"/>
                      </a:lnTo>
                      <a:lnTo>
                        <a:pt x="70" y="471"/>
                      </a:lnTo>
                      <a:lnTo>
                        <a:pt x="40" y="471"/>
                      </a:lnTo>
                      <a:lnTo>
                        <a:pt x="40" y="421"/>
                      </a:lnTo>
                      <a:lnTo>
                        <a:pt x="70" y="421"/>
                      </a:lnTo>
                      <a:lnTo>
                        <a:pt x="7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61" name="Google Shape;18961;p62"/>
                <p:cNvSpPr/>
                <p:nvPr/>
              </p:nvSpPr>
              <p:spPr>
                <a:xfrm>
                  <a:off x="3768089" y="4715137"/>
                  <a:ext cx="964" cy="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C5975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62" name="Google Shape;18962;p62"/>
                <p:cNvSpPr/>
                <p:nvPr/>
              </p:nvSpPr>
              <p:spPr>
                <a:xfrm>
                  <a:off x="3768089" y="4241781"/>
                  <a:ext cx="964" cy="4743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492" extrusionOk="0">
                      <a:moveTo>
                        <a:pt x="0" y="492"/>
                      </a:moveTo>
                      <a:lnTo>
                        <a:pt x="0" y="401"/>
                      </a:lnTo>
                      <a:lnTo>
                        <a:pt x="0" y="492"/>
                      </a:lnTo>
                      <a:close/>
                      <a:moveTo>
                        <a:pt x="0" y="351"/>
                      </a:moveTo>
                      <a:lnTo>
                        <a:pt x="0" y="0"/>
                      </a:lnTo>
                      <a:lnTo>
                        <a:pt x="0" y="351"/>
                      </a:lnTo>
                      <a:close/>
                    </a:path>
                  </a:pathLst>
                </a:custGeom>
                <a:solidFill>
                  <a:srgbClr val="C77E3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63" name="Google Shape;18963;p62"/>
                <p:cNvSpPr/>
                <p:nvPr/>
              </p:nvSpPr>
              <p:spPr>
                <a:xfrm>
                  <a:off x="208807" y="4241781"/>
                  <a:ext cx="3560246" cy="483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3" h="502" extrusionOk="0">
                      <a:moveTo>
                        <a:pt x="3491" y="10"/>
                      </a:moveTo>
                      <a:lnTo>
                        <a:pt x="3491" y="70"/>
                      </a:lnTo>
                      <a:lnTo>
                        <a:pt x="3341" y="70"/>
                      </a:lnTo>
                      <a:lnTo>
                        <a:pt x="3341" y="10"/>
                      </a:lnTo>
                      <a:close/>
                      <a:moveTo>
                        <a:pt x="262" y="70"/>
                      </a:moveTo>
                      <a:lnTo>
                        <a:pt x="262" y="130"/>
                      </a:lnTo>
                      <a:lnTo>
                        <a:pt x="111" y="130"/>
                      </a:lnTo>
                      <a:lnTo>
                        <a:pt x="111" y="70"/>
                      </a:lnTo>
                      <a:close/>
                      <a:moveTo>
                        <a:pt x="1686" y="70"/>
                      </a:moveTo>
                      <a:lnTo>
                        <a:pt x="1686" y="130"/>
                      </a:lnTo>
                      <a:lnTo>
                        <a:pt x="1535" y="130"/>
                      </a:lnTo>
                      <a:lnTo>
                        <a:pt x="1535" y="70"/>
                      </a:lnTo>
                      <a:close/>
                      <a:moveTo>
                        <a:pt x="2208" y="90"/>
                      </a:moveTo>
                      <a:lnTo>
                        <a:pt x="2208" y="140"/>
                      </a:lnTo>
                      <a:lnTo>
                        <a:pt x="2117" y="140"/>
                      </a:lnTo>
                      <a:lnTo>
                        <a:pt x="2117" y="90"/>
                      </a:lnTo>
                      <a:close/>
                      <a:moveTo>
                        <a:pt x="944" y="100"/>
                      </a:moveTo>
                      <a:lnTo>
                        <a:pt x="944" y="161"/>
                      </a:lnTo>
                      <a:lnTo>
                        <a:pt x="793" y="161"/>
                      </a:lnTo>
                      <a:lnTo>
                        <a:pt x="793" y="100"/>
                      </a:lnTo>
                      <a:close/>
                      <a:moveTo>
                        <a:pt x="1776" y="151"/>
                      </a:moveTo>
                      <a:lnTo>
                        <a:pt x="1776" y="201"/>
                      </a:lnTo>
                      <a:lnTo>
                        <a:pt x="1626" y="201"/>
                      </a:lnTo>
                      <a:lnTo>
                        <a:pt x="1626" y="151"/>
                      </a:lnTo>
                      <a:close/>
                      <a:moveTo>
                        <a:pt x="2739" y="161"/>
                      </a:moveTo>
                      <a:lnTo>
                        <a:pt x="2739" y="221"/>
                      </a:lnTo>
                      <a:lnTo>
                        <a:pt x="2589" y="221"/>
                      </a:lnTo>
                      <a:lnTo>
                        <a:pt x="2589" y="161"/>
                      </a:lnTo>
                      <a:close/>
                      <a:moveTo>
                        <a:pt x="763" y="191"/>
                      </a:moveTo>
                      <a:lnTo>
                        <a:pt x="763" y="251"/>
                      </a:lnTo>
                      <a:lnTo>
                        <a:pt x="673" y="251"/>
                      </a:lnTo>
                      <a:lnTo>
                        <a:pt x="673" y="191"/>
                      </a:lnTo>
                      <a:close/>
                      <a:moveTo>
                        <a:pt x="3160" y="241"/>
                      </a:moveTo>
                      <a:lnTo>
                        <a:pt x="3160" y="301"/>
                      </a:lnTo>
                      <a:lnTo>
                        <a:pt x="3010" y="301"/>
                      </a:lnTo>
                      <a:lnTo>
                        <a:pt x="3010" y="241"/>
                      </a:lnTo>
                      <a:close/>
                      <a:moveTo>
                        <a:pt x="1596" y="331"/>
                      </a:moveTo>
                      <a:lnTo>
                        <a:pt x="1596" y="381"/>
                      </a:lnTo>
                      <a:lnTo>
                        <a:pt x="1445" y="381"/>
                      </a:lnTo>
                      <a:lnTo>
                        <a:pt x="1445" y="331"/>
                      </a:lnTo>
                      <a:close/>
                      <a:moveTo>
                        <a:pt x="2398" y="381"/>
                      </a:moveTo>
                      <a:lnTo>
                        <a:pt x="2398" y="431"/>
                      </a:lnTo>
                      <a:lnTo>
                        <a:pt x="2258" y="431"/>
                      </a:lnTo>
                      <a:lnTo>
                        <a:pt x="2258" y="381"/>
                      </a:lnTo>
                      <a:close/>
                      <a:moveTo>
                        <a:pt x="623" y="391"/>
                      </a:moveTo>
                      <a:lnTo>
                        <a:pt x="623" y="441"/>
                      </a:lnTo>
                      <a:lnTo>
                        <a:pt x="472" y="441"/>
                      </a:lnTo>
                      <a:lnTo>
                        <a:pt x="472" y="391"/>
                      </a:lnTo>
                      <a:close/>
                      <a:moveTo>
                        <a:pt x="3692" y="0"/>
                      </a:moveTo>
                      <a:lnTo>
                        <a:pt x="1" y="10"/>
                      </a:lnTo>
                      <a:lnTo>
                        <a:pt x="1" y="281"/>
                      </a:lnTo>
                      <a:lnTo>
                        <a:pt x="101" y="281"/>
                      </a:lnTo>
                      <a:lnTo>
                        <a:pt x="101" y="341"/>
                      </a:lnTo>
                      <a:lnTo>
                        <a:pt x="1" y="341"/>
                      </a:lnTo>
                      <a:lnTo>
                        <a:pt x="1" y="502"/>
                      </a:lnTo>
                      <a:lnTo>
                        <a:pt x="2117" y="496"/>
                      </a:lnTo>
                      <a:lnTo>
                        <a:pt x="2117" y="496"/>
                      </a:lnTo>
                      <a:lnTo>
                        <a:pt x="2117" y="441"/>
                      </a:lnTo>
                      <a:lnTo>
                        <a:pt x="2268" y="441"/>
                      </a:lnTo>
                      <a:lnTo>
                        <a:pt x="2268" y="495"/>
                      </a:lnTo>
                      <a:lnTo>
                        <a:pt x="2268" y="495"/>
                      </a:lnTo>
                      <a:lnTo>
                        <a:pt x="3692" y="492"/>
                      </a:lnTo>
                      <a:lnTo>
                        <a:pt x="3692" y="401"/>
                      </a:lnTo>
                      <a:lnTo>
                        <a:pt x="3592" y="401"/>
                      </a:lnTo>
                      <a:lnTo>
                        <a:pt x="3592" y="351"/>
                      </a:lnTo>
                      <a:lnTo>
                        <a:pt x="3692" y="351"/>
                      </a:lnTo>
                      <a:lnTo>
                        <a:pt x="3692" y="0"/>
                      </a:lnTo>
                      <a:close/>
                      <a:moveTo>
                        <a:pt x="2268" y="495"/>
                      </a:moveTo>
                      <a:lnTo>
                        <a:pt x="2117" y="496"/>
                      </a:lnTo>
                      <a:lnTo>
                        <a:pt x="2117" y="496"/>
                      </a:lnTo>
                      <a:lnTo>
                        <a:pt x="2117" y="502"/>
                      </a:lnTo>
                      <a:lnTo>
                        <a:pt x="2268" y="502"/>
                      </a:lnTo>
                      <a:lnTo>
                        <a:pt x="2268" y="495"/>
                      </a:lnTo>
                      <a:close/>
                    </a:path>
                  </a:pathLst>
                </a:custGeom>
                <a:solidFill>
                  <a:srgbClr val="401E15">
                    <a:alpha val="1571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64" name="Google Shape;18964;p62"/>
                <p:cNvSpPr/>
                <p:nvPr/>
              </p:nvSpPr>
              <p:spPr>
                <a:xfrm>
                  <a:off x="6311260" y="4396032"/>
                  <a:ext cx="964" cy="20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1" extrusionOk="0">
                      <a:moveTo>
                        <a:pt x="0" y="21"/>
                      </a:moveTo>
                      <a:lnTo>
                        <a:pt x="0" y="1"/>
                      </a:lnTo>
                      <a:lnTo>
                        <a:pt x="0" y="21"/>
                      </a:lnTo>
                      <a:close/>
                    </a:path>
                  </a:pathLst>
                </a:custGeom>
                <a:solidFill>
                  <a:srgbClr val="C5975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65" name="Google Shape;18965;p62"/>
                <p:cNvSpPr/>
                <p:nvPr/>
              </p:nvSpPr>
              <p:spPr>
                <a:xfrm>
                  <a:off x="6194609" y="4396032"/>
                  <a:ext cx="117614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" h="51" extrusionOk="0">
                      <a:moveTo>
                        <a:pt x="1" y="1"/>
                      </a:moveTo>
                      <a:lnTo>
                        <a:pt x="1" y="51"/>
                      </a:lnTo>
                      <a:lnTo>
                        <a:pt x="121" y="51"/>
                      </a:lnTo>
                      <a:lnTo>
                        <a:pt x="12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66" name="Google Shape;18966;p62"/>
                <p:cNvSpPr/>
                <p:nvPr/>
              </p:nvSpPr>
              <p:spPr>
                <a:xfrm>
                  <a:off x="5836946" y="4540641"/>
                  <a:ext cx="146536" cy="597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62" extrusionOk="0">
                      <a:moveTo>
                        <a:pt x="1" y="1"/>
                      </a:moveTo>
                      <a:lnTo>
                        <a:pt x="1" y="61"/>
                      </a:lnTo>
                      <a:lnTo>
                        <a:pt x="151" y="61"/>
                      </a:lnTo>
                      <a:lnTo>
                        <a:pt x="15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67" name="Google Shape;18967;p62"/>
                <p:cNvSpPr/>
                <p:nvPr/>
              </p:nvSpPr>
              <p:spPr>
                <a:xfrm>
                  <a:off x="5952632" y="4270703"/>
                  <a:ext cx="146536" cy="588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61" extrusionOk="0">
                      <a:moveTo>
                        <a:pt x="1" y="0"/>
                      </a:moveTo>
                      <a:lnTo>
                        <a:pt x="1" y="60"/>
                      </a:lnTo>
                      <a:lnTo>
                        <a:pt x="151" y="60"/>
                      </a:lnTo>
                      <a:lnTo>
                        <a:pt x="15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68" name="Google Shape;18968;p62"/>
                <p:cNvSpPr/>
                <p:nvPr/>
              </p:nvSpPr>
              <p:spPr>
                <a:xfrm>
                  <a:off x="5445355" y="4638012"/>
                  <a:ext cx="97369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" h="51" extrusionOk="0">
                      <a:moveTo>
                        <a:pt x="0" y="0"/>
                      </a:moveTo>
                      <a:lnTo>
                        <a:pt x="0" y="50"/>
                      </a:lnTo>
                      <a:lnTo>
                        <a:pt x="101" y="50"/>
                      </a:lnTo>
                      <a:lnTo>
                        <a:pt x="10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69" name="Google Shape;18969;p62"/>
                <p:cNvSpPr/>
                <p:nvPr/>
              </p:nvSpPr>
              <p:spPr>
                <a:xfrm>
                  <a:off x="5431080" y="4638012"/>
                  <a:ext cx="964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1" extrusionOk="0">
                      <a:moveTo>
                        <a:pt x="0" y="50"/>
                      </a:moveTo>
                      <a:lnTo>
                        <a:pt x="0" y="0"/>
                      </a:lnTo>
                      <a:lnTo>
                        <a:pt x="0" y="5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70" name="Google Shape;18970;p62"/>
                <p:cNvSpPr/>
                <p:nvPr/>
              </p:nvSpPr>
              <p:spPr>
                <a:xfrm>
                  <a:off x="5508204" y="4357469"/>
                  <a:ext cx="145572" cy="588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" h="61" extrusionOk="0">
                      <a:moveTo>
                        <a:pt x="1" y="0"/>
                      </a:moveTo>
                      <a:lnTo>
                        <a:pt x="1" y="61"/>
                      </a:lnTo>
                      <a:lnTo>
                        <a:pt x="151" y="61"/>
                      </a:lnTo>
                      <a:lnTo>
                        <a:pt x="15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71" name="Google Shape;18971;p62"/>
                <p:cNvSpPr/>
                <p:nvPr/>
              </p:nvSpPr>
              <p:spPr>
                <a:xfrm>
                  <a:off x="4695508" y="4531001"/>
                  <a:ext cx="964" cy="597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62" extrusionOk="0">
                      <a:moveTo>
                        <a:pt x="1" y="61"/>
                      </a:moveTo>
                      <a:lnTo>
                        <a:pt x="1" y="1"/>
                      </a:lnTo>
                      <a:lnTo>
                        <a:pt x="1" y="61"/>
                      </a:lnTo>
                      <a:close/>
                    </a:path>
                  </a:pathLst>
                </a:custGeom>
                <a:solidFill>
                  <a:srgbClr val="8941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72" name="Google Shape;18972;p62"/>
                <p:cNvSpPr/>
                <p:nvPr/>
              </p:nvSpPr>
              <p:spPr>
                <a:xfrm>
                  <a:off x="3768089" y="4580168"/>
                  <a:ext cx="39526" cy="49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51" extrusionOk="0">
                      <a:moveTo>
                        <a:pt x="0" y="0"/>
                      </a:moveTo>
                      <a:lnTo>
                        <a:pt x="0" y="50"/>
                      </a:lnTo>
                      <a:lnTo>
                        <a:pt x="40" y="50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73" name="Google Shape;18973;p62"/>
                <p:cNvSpPr/>
                <p:nvPr/>
              </p:nvSpPr>
              <p:spPr>
                <a:xfrm>
                  <a:off x="208807" y="4511720"/>
                  <a:ext cx="964" cy="597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62" extrusionOk="0">
                      <a:moveTo>
                        <a:pt x="1" y="61"/>
                      </a:moveTo>
                      <a:lnTo>
                        <a:pt x="1" y="1"/>
                      </a:lnTo>
                      <a:lnTo>
                        <a:pt x="1" y="61"/>
                      </a:lnTo>
                      <a:close/>
                    </a:path>
                  </a:pathLst>
                </a:custGeom>
                <a:solidFill>
                  <a:srgbClr val="E6B48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74" name="Google Shape;18974;p62"/>
                <p:cNvSpPr/>
                <p:nvPr/>
              </p:nvSpPr>
              <p:spPr>
                <a:xfrm>
                  <a:off x="5604609" y="4424954"/>
                  <a:ext cx="146536" cy="588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61" extrusionOk="0">
                      <a:moveTo>
                        <a:pt x="1" y="1"/>
                      </a:moveTo>
                      <a:lnTo>
                        <a:pt x="1" y="61"/>
                      </a:lnTo>
                      <a:lnTo>
                        <a:pt x="151" y="61"/>
                      </a:lnTo>
                      <a:lnTo>
                        <a:pt x="15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grpSp>
              <p:nvGrpSpPr>
                <p:cNvPr id="18975" name="Google Shape;18975;p62"/>
                <p:cNvGrpSpPr/>
                <p:nvPr/>
              </p:nvGrpSpPr>
              <p:grpSpPr>
                <a:xfrm>
                  <a:off x="208807" y="4251422"/>
                  <a:ext cx="4487664" cy="474320"/>
                  <a:chOff x="208807" y="4251422"/>
                  <a:chExt cx="4487664" cy="474320"/>
                </a:xfrm>
              </p:grpSpPr>
              <p:sp>
                <p:nvSpPr>
                  <p:cNvPr id="18976" name="Google Shape;18976;p62"/>
                  <p:cNvSpPr/>
                  <p:nvPr/>
                </p:nvSpPr>
                <p:spPr>
                  <a:xfrm>
                    <a:off x="4202877" y="4415313"/>
                    <a:ext cx="145572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61" extrusionOk="0">
                        <a:moveTo>
                          <a:pt x="0" y="1"/>
                        </a:moveTo>
                        <a:lnTo>
                          <a:pt x="0" y="61"/>
                        </a:lnTo>
                        <a:lnTo>
                          <a:pt x="151" y="61"/>
                        </a:lnTo>
                        <a:lnTo>
                          <a:pt x="151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77" name="Google Shape;18977;p62"/>
                  <p:cNvSpPr/>
                  <p:nvPr/>
                </p:nvSpPr>
                <p:spPr>
                  <a:xfrm>
                    <a:off x="4454495" y="4618731"/>
                    <a:ext cx="145572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61" extrusionOk="0">
                        <a:moveTo>
                          <a:pt x="0" y="0"/>
                        </a:moveTo>
                        <a:lnTo>
                          <a:pt x="0" y="60"/>
                        </a:lnTo>
                        <a:lnTo>
                          <a:pt x="151" y="50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78" name="Google Shape;18978;p62"/>
                  <p:cNvSpPr/>
                  <p:nvPr/>
                </p:nvSpPr>
                <p:spPr>
                  <a:xfrm>
                    <a:off x="4106472" y="4482798"/>
                    <a:ext cx="145572" cy="49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51" extrusionOk="0">
                        <a:moveTo>
                          <a:pt x="0" y="1"/>
                        </a:moveTo>
                        <a:lnTo>
                          <a:pt x="0" y="51"/>
                        </a:lnTo>
                        <a:lnTo>
                          <a:pt x="151" y="51"/>
                        </a:lnTo>
                        <a:lnTo>
                          <a:pt x="151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79" name="Google Shape;18979;p62"/>
                  <p:cNvSpPr/>
                  <p:nvPr/>
                </p:nvSpPr>
                <p:spPr>
                  <a:xfrm>
                    <a:off x="2703775" y="4396032"/>
                    <a:ext cx="146536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61" extrusionOk="0">
                        <a:moveTo>
                          <a:pt x="1" y="1"/>
                        </a:moveTo>
                        <a:lnTo>
                          <a:pt x="1" y="61"/>
                        </a:lnTo>
                        <a:lnTo>
                          <a:pt x="151" y="61"/>
                        </a:lnTo>
                        <a:lnTo>
                          <a:pt x="151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80" name="Google Shape;18980;p62"/>
                  <p:cNvSpPr/>
                  <p:nvPr/>
                </p:nvSpPr>
                <p:spPr>
                  <a:xfrm>
                    <a:off x="3428743" y="4251422"/>
                    <a:ext cx="146536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61" extrusionOk="0">
                        <a:moveTo>
                          <a:pt x="1" y="0"/>
                        </a:moveTo>
                        <a:lnTo>
                          <a:pt x="1" y="60"/>
                        </a:lnTo>
                        <a:lnTo>
                          <a:pt x="151" y="60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81" name="Google Shape;18981;p62"/>
                  <p:cNvSpPr/>
                  <p:nvPr/>
                </p:nvSpPr>
                <p:spPr>
                  <a:xfrm>
                    <a:off x="1688628" y="4309266"/>
                    <a:ext cx="145572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61" extrusionOk="0">
                        <a:moveTo>
                          <a:pt x="0" y="0"/>
                        </a:moveTo>
                        <a:lnTo>
                          <a:pt x="0" y="60"/>
                        </a:lnTo>
                        <a:lnTo>
                          <a:pt x="151" y="60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82" name="Google Shape;18982;p62"/>
                  <p:cNvSpPr/>
                  <p:nvPr/>
                </p:nvSpPr>
                <p:spPr>
                  <a:xfrm>
                    <a:off x="4647305" y="4531001"/>
                    <a:ext cx="49167" cy="597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" h="62" extrusionOk="0">
                        <a:moveTo>
                          <a:pt x="1" y="1"/>
                        </a:moveTo>
                        <a:lnTo>
                          <a:pt x="1" y="61"/>
                        </a:lnTo>
                        <a:lnTo>
                          <a:pt x="51" y="61"/>
                        </a:lnTo>
                        <a:lnTo>
                          <a:pt x="51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83" name="Google Shape;18983;p62"/>
                  <p:cNvSpPr/>
                  <p:nvPr/>
                </p:nvSpPr>
                <p:spPr>
                  <a:xfrm>
                    <a:off x="3951259" y="4309266"/>
                    <a:ext cx="146536" cy="49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51" extrusionOk="0">
                        <a:moveTo>
                          <a:pt x="1" y="0"/>
                        </a:moveTo>
                        <a:lnTo>
                          <a:pt x="1" y="50"/>
                        </a:lnTo>
                        <a:lnTo>
                          <a:pt x="151" y="50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84" name="Google Shape;18984;p62"/>
                  <p:cNvSpPr/>
                  <p:nvPr/>
                </p:nvSpPr>
                <p:spPr>
                  <a:xfrm>
                    <a:off x="2249707" y="4666934"/>
                    <a:ext cx="145572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61" extrusionOk="0">
                        <a:moveTo>
                          <a:pt x="0" y="0"/>
                        </a:moveTo>
                        <a:lnTo>
                          <a:pt x="0" y="61"/>
                        </a:lnTo>
                        <a:lnTo>
                          <a:pt x="151" y="61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85" name="Google Shape;18985;p62"/>
                  <p:cNvSpPr/>
                  <p:nvPr/>
                </p:nvSpPr>
                <p:spPr>
                  <a:xfrm>
                    <a:off x="1775393" y="4386391"/>
                    <a:ext cx="146536" cy="49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51" extrusionOk="0">
                        <a:moveTo>
                          <a:pt x="1" y="1"/>
                        </a:moveTo>
                        <a:lnTo>
                          <a:pt x="1" y="51"/>
                        </a:lnTo>
                        <a:lnTo>
                          <a:pt x="151" y="51"/>
                        </a:lnTo>
                        <a:lnTo>
                          <a:pt x="151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86" name="Google Shape;18986;p62"/>
                  <p:cNvSpPr/>
                  <p:nvPr/>
                </p:nvSpPr>
                <p:spPr>
                  <a:xfrm>
                    <a:off x="3670720" y="4580168"/>
                    <a:ext cx="98333" cy="49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2" h="51" extrusionOk="0">
                        <a:moveTo>
                          <a:pt x="1" y="0"/>
                        </a:moveTo>
                        <a:lnTo>
                          <a:pt x="1" y="50"/>
                        </a:lnTo>
                        <a:lnTo>
                          <a:pt x="101" y="50"/>
                        </a:lnTo>
                        <a:lnTo>
                          <a:pt x="10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87" name="Google Shape;18987;p62"/>
                  <p:cNvSpPr/>
                  <p:nvPr/>
                </p:nvSpPr>
                <p:spPr>
                  <a:xfrm>
                    <a:off x="3109641" y="4473157"/>
                    <a:ext cx="146536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61" extrusionOk="0">
                        <a:moveTo>
                          <a:pt x="1" y="1"/>
                        </a:moveTo>
                        <a:lnTo>
                          <a:pt x="1" y="61"/>
                        </a:lnTo>
                        <a:lnTo>
                          <a:pt x="151" y="61"/>
                        </a:lnTo>
                        <a:lnTo>
                          <a:pt x="151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88" name="Google Shape;18988;p62"/>
                  <p:cNvSpPr/>
                  <p:nvPr/>
                </p:nvSpPr>
                <p:spPr>
                  <a:xfrm>
                    <a:off x="856651" y="4424954"/>
                    <a:ext cx="88693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2" h="61" extrusionOk="0">
                        <a:moveTo>
                          <a:pt x="1" y="1"/>
                        </a:moveTo>
                        <a:lnTo>
                          <a:pt x="1" y="61"/>
                        </a:lnTo>
                        <a:lnTo>
                          <a:pt x="91" y="61"/>
                        </a:lnTo>
                        <a:lnTo>
                          <a:pt x="91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89" name="Google Shape;18989;p62"/>
                  <p:cNvSpPr/>
                  <p:nvPr/>
                </p:nvSpPr>
                <p:spPr>
                  <a:xfrm>
                    <a:off x="2249707" y="4328547"/>
                    <a:ext cx="87729" cy="49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" h="51" extrusionOk="0">
                        <a:moveTo>
                          <a:pt x="0" y="0"/>
                        </a:moveTo>
                        <a:lnTo>
                          <a:pt x="0" y="50"/>
                        </a:lnTo>
                        <a:lnTo>
                          <a:pt x="91" y="50"/>
                        </a:lnTo>
                        <a:lnTo>
                          <a:pt x="9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90" name="Google Shape;18990;p62"/>
                  <p:cNvSpPr/>
                  <p:nvPr/>
                </p:nvSpPr>
                <p:spPr>
                  <a:xfrm>
                    <a:off x="2384674" y="4609090"/>
                    <a:ext cx="136895" cy="49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2" h="51" extrusionOk="0">
                        <a:moveTo>
                          <a:pt x="1" y="0"/>
                        </a:moveTo>
                        <a:lnTo>
                          <a:pt x="1" y="50"/>
                        </a:lnTo>
                        <a:lnTo>
                          <a:pt x="141" y="50"/>
                        </a:lnTo>
                        <a:lnTo>
                          <a:pt x="14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91" name="Google Shape;18991;p62"/>
                  <p:cNvSpPr/>
                  <p:nvPr/>
                </p:nvSpPr>
                <p:spPr>
                  <a:xfrm>
                    <a:off x="1601863" y="4560887"/>
                    <a:ext cx="145572" cy="49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51" extrusionOk="0">
                        <a:moveTo>
                          <a:pt x="0" y="0"/>
                        </a:moveTo>
                        <a:lnTo>
                          <a:pt x="0" y="50"/>
                        </a:lnTo>
                        <a:lnTo>
                          <a:pt x="151" y="50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92" name="Google Shape;18992;p62"/>
                  <p:cNvSpPr/>
                  <p:nvPr/>
                </p:nvSpPr>
                <p:spPr>
                  <a:xfrm>
                    <a:off x="208807" y="4511720"/>
                    <a:ext cx="98333" cy="597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2" h="62" extrusionOk="0">
                        <a:moveTo>
                          <a:pt x="1" y="1"/>
                        </a:moveTo>
                        <a:lnTo>
                          <a:pt x="1" y="61"/>
                        </a:lnTo>
                        <a:lnTo>
                          <a:pt x="101" y="61"/>
                        </a:lnTo>
                        <a:lnTo>
                          <a:pt x="101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93" name="Google Shape;18993;p62"/>
                  <p:cNvSpPr/>
                  <p:nvPr/>
                </p:nvSpPr>
                <p:spPr>
                  <a:xfrm>
                    <a:off x="315817" y="4309266"/>
                    <a:ext cx="145572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61" extrusionOk="0">
                        <a:moveTo>
                          <a:pt x="0" y="0"/>
                        </a:moveTo>
                        <a:lnTo>
                          <a:pt x="0" y="60"/>
                        </a:lnTo>
                        <a:lnTo>
                          <a:pt x="151" y="60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94" name="Google Shape;18994;p62"/>
                  <p:cNvSpPr/>
                  <p:nvPr/>
                </p:nvSpPr>
                <p:spPr>
                  <a:xfrm>
                    <a:off x="663840" y="4618731"/>
                    <a:ext cx="145572" cy="49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51" extrusionOk="0">
                        <a:moveTo>
                          <a:pt x="0" y="0"/>
                        </a:moveTo>
                        <a:lnTo>
                          <a:pt x="0" y="50"/>
                        </a:lnTo>
                        <a:lnTo>
                          <a:pt x="151" y="50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95" name="Google Shape;18995;p62"/>
                  <p:cNvSpPr/>
                  <p:nvPr/>
                </p:nvSpPr>
                <p:spPr>
                  <a:xfrm>
                    <a:off x="973301" y="4338188"/>
                    <a:ext cx="145572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61" extrusionOk="0">
                        <a:moveTo>
                          <a:pt x="0" y="0"/>
                        </a:moveTo>
                        <a:lnTo>
                          <a:pt x="0" y="61"/>
                        </a:lnTo>
                        <a:lnTo>
                          <a:pt x="151" y="61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sp>
                <p:nvSpPr>
                  <p:cNvPr id="18996" name="Google Shape;18996;p62"/>
                  <p:cNvSpPr/>
                  <p:nvPr/>
                </p:nvSpPr>
                <p:spPr>
                  <a:xfrm>
                    <a:off x="4550900" y="4299625"/>
                    <a:ext cx="145572" cy="58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1" h="61" extrusionOk="0">
                        <a:moveTo>
                          <a:pt x="1" y="0"/>
                        </a:moveTo>
                        <a:lnTo>
                          <a:pt x="1" y="60"/>
                        </a:lnTo>
                        <a:lnTo>
                          <a:pt x="151" y="60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</p:grpSp>
            <p:sp>
              <p:nvSpPr>
                <p:cNvPr id="18997" name="Google Shape;18997;p62"/>
                <p:cNvSpPr/>
                <p:nvPr/>
              </p:nvSpPr>
              <p:spPr>
                <a:xfrm>
                  <a:off x="6262093" y="4599449"/>
                  <a:ext cx="50131" cy="588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" h="61" extrusionOk="0">
                      <a:moveTo>
                        <a:pt x="1" y="0"/>
                      </a:moveTo>
                      <a:lnTo>
                        <a:pt x="1" y="60"/>
                      </a:lnTo>
                      <a:lnTo>
                        <a:pt x="51" y="60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98" name="Google Shape;18998;p62"/>
                <p:cNvSpPr/>
                <p:nvPr/>
              </p:nvSpPr>
              <p:spPr>
                <a:xfrm>
                  <a:off x="1359886" y="770183"/>
                  <a:ext cx="3733775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3" h="41" extrusionOk="0">
                      <a:moveTo>
                        <a:pt x="3872" y="0"/>
                      </a:moveTo>
                      <a:lnTo>
                        <a:pt x="20" y="10"/>
                      </a:lnTo>
                      <a:lnTo>
                        <a:pt x="0" y="40"/>
                      </a:lnTo>
                      <a:lnTo>
                        <a:pt x="3852" y="30"/>
                      </a:lnTo>
                      <a:lnTo>
                        <a:pt x="3872" y="0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8999" name="Google Shape;18999;p62"/>
                <p:cNvSpPr/>
                <p:nvPr/>
              </p:nvSpPr>
              <p:spPr>
                <a:xfrm>
                  <a:off x="1223955" y="934074"/>
                  <a:ext cx="3733775" cy="29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3" h="31" extrusionOk="0">
                      <a:moveTo>
                        <a:pt x="21" y="1"/>
                      </a:moveTo>
                      <a:lnTo>
                        <a:pt x="1" y="31"/>
                      </a:lnTo>
                      <a:lnTo>
                        <a:pt x="3863" y="21"/>
                      </a:lnTo>
                      <a:lnTo>
                        <a:pt x="3873" y="1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9000" name="Google Shape;19000;p62"/>
                <p:cNvSpPr/>
                <p:nvPr/>
              </p:nvSpPr>
              <p:spPr>
                <a:xfrm>
                  <a:off x="1088987" y="1089289"/>
                  <a:ext cx="3743416" cy="29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3" h="31" extrusionOk="0">
                      <a:moveTo>
                        <a:pt x="3882" y="0"/>
                      </a:moveTo>
                      <a:lnTo>
                        <a:pt x="21" y="10"/>
                      </a:lnTo>
                      <a:lnTo>
                        <a:pt x="1" y="30"/>
                      </a:lnTo>
                      <a:lnTo>
                        <a:pt x="3862" y="20"/>
                      </a:lnTo>
                      <a:lnTo>
                        <a:pt x="3882" y="0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9001" name="Google Shape;19001;p62"/>
                <p:cNvSpPr/>
                <p:nvPr/>
              </p:nvSpPr>
              <p:spPr>
                <a:xfrm>
                  <a:off x="963661" y="1243539"/>
                  <a:ext cx="3732811" cy="29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" h="31" extrusionOk="0">
                      <a:moveTo>
                        <a:pt x="3872" y="1"/>
                      </a:moveTo>
                      <a:lnTo>
                        <a:pt x="20" y="11"/>
                      </a:lnTo>
                      <a:lnTo>
                        <a:pt x="0" y="31"/>
                      </a:lnTo>
                      <a:lnTo>
                        <a:pt x="0" y="31"/>
                      </a:lnTo>
                      <a:lnTo>
                        <a:pt x="3852" y="21"/>
                      </a:lnTo>
                      <a:lnTo>
                        <a:pt x="3872" y="1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9002" name="Google Shape;19002;p62"/>
                <p:cNvSpPr/>
                <p:nvPr/>
              </p:nvSpPr>
              <p:spPr>
                <a:xfrm>
                  <a:off x="827729" y="1398754"/>
                  <a:ext cx="3743416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3" h="41" extrusionOk="0">
                      <a:moveTo>
                        <a:pt x="3883" y="0"/>
                      </a:moveTo>
                      <a:lnTo>
                        <a:pt x="21" y="10"/>
                      </a:lnTo>
                      <a:lnTo>
                        <a:pt x="1" y="40"/>
                      </a:lnTo>
                      <a:lnTo>
                        <a:pt x="3863" y="30"/>
                      </a:lnTo>
                      <a:lnTo>
                        <a:pt x="3883" y="0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9003" name="Google Shape;19003;p62"/>
                <p:cNvSpPr/>
                <p:nvPr/>
              </p:nvSpPr>
              <p:spPr>
                <a:xfrm>
                  <a:off x="692762" y="1562645"/>
                  <a:ext cx="3743416" cy="29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3" h="31" extrusionOk="0">
                      <a:moveTo>
                        <a:pt x="3882" y="1"/>
                      </a:moveTo>
                      <a:lnTo>
                        <a:pt x="20" y="11"/>
                      </a:lnTo>
                      <a:lnTo>
                        <a:pt x="0" y="31"/>
                      </a:lnTo>
                      <a:lnTo>
                        <a:pt x="3862" y="21"/>
                      </a:lnTo>
                      <a:lnTo>
                        <a:pt x="3882" y="1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9004" name="Google Shape;19004;p62"/>
                <p:cNvSpPr/>
                <p:nvPr/>
              </p:nvSpPr>
              <p:spPr>
                <a:xfrm>
                  <a:off x="566471" y="1717859"/>
                  <a:ext cx="3733775" cy="29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3" h="31" extrusionOk="0">
                      <a:moveTo>
                        <a:pt x="3873" y="0"/>
                      </a:moveTo>
                      <a:lnTo>
                        <a:pt x="21" y="10"/>
                      </a:lnTo>
                      <a:lnTo>
                        <a:pt x="1" y="30"/>
                      </a:lnTo>
                      <a:lnTo>
                        <a:pt x="3853" y="20"/>
                      </a:lnTo>
                      <a:lnTo>
                        <a:pt x="3873" y="0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9005" name="Google Shape;19005;p62"/>
                <p:cNvSpPr/>
                <p:nvPr/>
              </p:nvSpPr>
              <p:spPr>
                <a:xfrm>
                  <a:off x="431504" y="1872110"/>
                  <a:ext cx="3781978" cy="29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3" h="31" extrusionOk="0">
                      <a:moveTo>
                        <a:pt x="3912" y="1"/>
                      </a:moveTo>
                      <a:lnTo>
                        <a:pt x="3902" y="21"/>
                      </a:lnTo>
                      <a:lnTo>
                        <a:pt x="3922" y="1"/>
                      </a:lnTo>
                      <a:close/>
                      <a:moveTo>
                        <a:pt x="3882" y="1"/>
                      </a:moveTo>
                      <a:lnTo>
                        <a:pt x="21" y="11"/>
                      </a:lnTo>
                      <a:lnTo>
                        <a:pt x="0" y="31"/>
                      </a:lnTo>
                      <a:lnTo>
                        <a:pt x="3862" y="31"/>
                      </a:lnTo>
                      <a:lnTo>
                        <a:pt x="3882" y="1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9006" name="Google Shape;19006;p62"/>
                <p:cNvSpPr/>
                <p:nvPr/>
              </p:nvSpPr>
              <p:spPr>
                <a:xfrm>
                  <a:off x="296536" y="2027324"/>
                  <a:ext cx="3742452" cy="39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2" h="41" extrusionOk="0">
                      <a:moveTo>
                        <a:pt x="3882" y="0"/>
                      </a:moveTo>
                      <a:lnTo>
                        <a:pt x="20" y="10"/>
                      </a:lnTo>
                      <a:lnTo>
                        <a:pt x="0" y="40"/>
                      </a:lnTo>
                      <a:lnTo>
                        <a:pt x="0" y="40"/>
                      </a:lnTo>
                      <a:lnTo>
                        <a:pt x="3862" y="30"/>
                      </a:lnTo>
                      <a:lnTo>
                        <a:pt x="3882" y="0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9007" name="Google Shape;19007;p62"/>
                <p:cNvSpPr/>
                <p:nvPr/>
              </p:nvSpPr>
              <p:spPr>
                <a:xfrm>
                  <a:off x="170245" y="2191215"/>
                  <a:ext cx="3733775" cy="29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3" h="31" extrusionOk="0">
                      <a:moveTo>
                        <a:pt x="3872" y="1"/>
                      </a:moveTo>
                      <a:lnTo>
                        <a:pt x="21" y="11"/>
                      </a:lnTo>
                      <a:lnTo>
                        <a:pt x="1" y="31"/>
                      </a:lnTo>
                      <a:lnTo>
                        <a:pt x="3862" y="21"/>
                      </a:lnTo>
                      <a:lnTo>
                        <a:pt x="3872" y="1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19008" name="Google Shape;19008;p62"/>
                <p:cNvSpPr/>
                <p:nvPr/>
              </p:nvSpPr>
              <p:spPr>
                <a:xfrm>
                  <a:off x="35278" y="2346430"/>
                  <a:ext cx="3743416" cy="29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3" h="31" extrusionOk="0">
                      <a:moveTo>
                        <a:pt x="3882" y="0"/>
                      </a:moveTo>
                      <a:lnTo>
                        <a:pt x="20" y="10"/>
                      </a:lnTo>
                      <a:lnTo>
                        <a:pt x="0" y="30"/>
                      </a:lnTo>
                      <a:lnTo>
                        <a:pt x="3862" y="20"/>
                      </a:lnTo>
                      <a:lnTo>
                        <a:pt x="3882" y="0"/>
                      </a:lnTo>
                      <a:close/>
                    </a:path>
                  </a:pathLst>
                </a:custGeom>
                <a:solidFill>
                  <a:srgbClr val="401E15">
                    <a:alpha val="440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grpSp>
              <p:nvGrpSpPr>
                <p:cNvPr id="19009" name="Google Shape;19009;p62"/>
                <p:cNvGrpSpPr/>
                <p:nvPr/>
              </p:nvGrpSpPr>
              <p:grpSpPr>
                <a:xfrm>
                  <a:off x="3699642" y="770183"/>
                  <a:ext cx="1432582" cy="1663976"/>
                  <a:chOff x="3699642" y="770183"/>
                  <a:chExt cx="1432582" cy="1663976"/>
                </a:xfrm>
              </p:grpSpPr>
              <p:sp>
                <p:nvSpPr>
                  <p:cNvPr id="19010" name="Google Shape;19010;p62"/>
                  <p:cNvSpPr/>
                  <p:nvPr/>
                </p:nvSpPr>
                <p:spPr>
                  <a:xfrm>
                    <a:off x="5073416" y="770183"/>
                    <a:ext cx="58807" cy="298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" h="31" extrusionOk="0">
                        <a:moveTo>
                          <a:pt x="20" y="0"/>
                        </a:moveTo>
                        <a:lnTo>
                          <a:pt x="0" y="30"/>
                        </a:lnTo>
                        <a:lnTo>
                          <a:pt x="40" y="3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rgbClr val="401E1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dirty="0"/>
                  </a:p>
                </p:txBody>
              </p:sp>
              <p:grpSp>
                <p:nvGrpSpPr>
                  <p:cNvPr id="19011" name="Google Shape;19011;p62"/>
                  <p:cNvGrpSpPr/>
                  <p:nvPr/>
                </p:nvGrpSpPr>
                <p:grpSpPr>
                  <a:xfrm>
                    <a:off x="3699642" y="934074"/>
                    <a:ext cx="1296651" cy="1500085"/>
                    <a:chOff x="3699642" y="934074"/>
                    <a:chExt cx="1296651" cy="1500085"/>
                  </a:xfrm>
                </p:grpSpPr>
                <p:sp>
                  <p:nvSpPr>
                    <p:cNvPr id="19012" name="Google Shape;19012;p62"/>
                    <p:cNvSpPr/>
                    <p:nvPr/>
                  </p:nvSpPr>
                  <p:spPr>
                    <a:xfrm>
                      <a:off x="3699642" y="2404273"/>
                      <a:ext cx="58807" cy="2988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1" h="31" extrusionOk="0">
                          <a:moveTo>
                            <a:pt x="31" y="0"/>
                          </a:moveTo>
                          <a:lnTo>
                            <a:pt x="1" y="30"/>
                          </a:lnTo>
                          <a:lnTo>
                            <a:pt x="41" y="30"/>
                          </a:lnTo>
                          <a:lnTo>
                            <a:pt x="61" y="0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9013" name="Google Shape;19013;p62"/>
                    <p:cNvSpPr/>
                    <p:nvPr/>
                  </p:nvSpPr>
                  <p:spPr>
                    <a:xfrm>
                      <a:off x="4947126" y="934074"/>
                      <a:ext cx="49167" cy="2024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1" h="21" extrusionOk="0">
                          <a:moveTo>
                            <a:pt x="11" y="1"/>
                          </a:moveTo>
                          <a:lnTo>
                            <a:pt x="1" y="21"/>
                          </a:lnTo>
                          <a:lnTo>
                            <a:pt x="31" y="21"/>
                          </a:lnTo>
                          <a:lnTo>
                            <a:pt x="51" y="1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9014" name="Google Shape;19014;p62"/>
                    <p:cNvSpPr/>
                    <p:nvPr/>
                  </p:nvSpPr>
                  <p:spPr>
                    <a:xfrm>
                      <a:off x="4812158" y="1089289"/>
                      <a:ext cx="58807" cy="2024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1" h="21" extrusionOk="0">
                          <a:moveTo>
                            <a:pt x="20" y="0"/>
                          </a:moveTo>
                          <a:lnTo>
                            <a:pt x="0" y="20"/>
                          </a:lnTo>
                          <a:lnTo>
                            <a:pt x="40" y="20"/>
                          </a:lnTo>
                          <a:lnTo>
                            <a:pt x="61" y="0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9015" name="Google Shape;19015;p62"/>
                    <p:cNvSpPr/>
                    <p:nvPr/>
                  </p:nvSpPr>
                  <p:spPr>
                    <a:xfrm>
                      <a:off x="4676227" y="1243539"/>
                      <a:ext cx="59771" cy="2024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2" h="21" extrusionOk="0">
                          <a:moveTo>
                            <a:pt x="21" y="1"/>
                          </a:moveTo>
                          <a:lnTo>
                            <a:pt x="1" y="21"/>
                          </a:lnTo>
                          <a:lnTo>
                            <a:pt x="41" y="21"/>
                          </a:lnTo>
                          <a:lnTo>
                            <a:pt x="61" y="1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9016" name="Google Shape;19016;p62"/>
                    <p:cNvSpPr/>
                    <p:nvPr/>
                  </p:nvSpPr>
                  <p:spPr>
                    <a:xfrm>
                      <a:off x="4550900" y="1398754"/>
                      <a:ext cx="49167" cy="2988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1" h="31" extrusionOk="0">
                          <a:moveTo>
                            <a:pt x="21" y="0"/>
                          </a:moveTo>
                          <a:lnTo>
                            <a:pt x="1" y="30"/>
                          </a:lnTo>
                          <a:lnTo>
                            <a:pt x="31" y="30"/>
                          </a:lnTo>
                          <a:lnTo>
                            <a:pt x="51" y="0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9017" name="Google Shape;19017;p62"/>
                    <p:cNvSpPr/>
                    <p:nvPr/>
                  </p:nvSpPr>
                  <p:spPr>
                    <a:xfrm>
                      <a:off x="4415933" y="1562645"/>
                      <a:ext cx="58807" cy="2024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1" h="21" extrusionOk="0">
                          <a:moveTo>
                            <a:pt x="20" y="1"/>
                          </a:moveTo>
                          <a:lnTo>
                            <a:pt x="0" y="21"/>
                          </a:lnTo>
                          <a:lnTo>
                            <a:pt x="40" y="21"/>
                          </a:lnTo>
                          <a:lnTo>
                            <a:pt x="60" y="1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9018" name="Google Shape;19018;p62"/>
                    <p:cNvSpPr/>
                    <p:nvPr/>
                  </p:nvSpPr>
                  <p:spPr>
                    <a:xfrm>
                      <a:off x="4280001" y="1717859"/>
                      <a:ext cx="58807" cy="2024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1" h="21" extrusionOk="0">
                          <a:moveTo>
                            <a:pt x="21" y="0"/>
                          </a:moveTo>
                          <a:lnTo>
                            <a:pt x="1" y="20"/>
                          </a:lnTo>
                          <a:lnTo>
                            <a:pt x="41" y="20"/>
                          </a:lnTo>
                          <a:lnTo>
                            <a:pt x="61" y="0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9019" name="Google Shape;19019;p62"/>
                    <p:cNvSpPr/>
                    <p:nvPr/>
                  </p:nvSpPr>
                  <p:spPr>
                    <a:xfrm>
                      <a:off x="4154674" y="1872110"/>
                      <a:ext cx="49167" cy="2988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1" h="31" extrusionOk="0">
                          <a:moveTo>
                            <a:pt x="20" y="1"/>
                          </a:moveTo>
                          <a:lnTo>
                            <a:pt x="0" y="31"/>
                          </a:lnTo>
                          <a:lnTo>
                            <a:pt x="40" y="21"/>
                          </a:lnTo>
                          <a:lnTo>
                            <a:pt x="50" y="1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9020" name="Google Shape;19020;p62"/>
                    <p:cNvSpPr/>
                    <p:nvPr/>
                  </p:nvSpPr>
                  <p:spPr>
                    <a:xfrm>
                      <a:off x="4018743" y="2027324"/>
                      <a:ext cx="58807" cy="2988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1" h="31" extrusionOk="0">
                          <a:moveTo>
                            <a:pt x="21" y="0"/>
                          </a:moveTo>
                          <a:lnTo>
                            <a:pt x="1" y="30"/>
                          </a:lnTo>
                          <a:lnTo>
                            <a:pt x="41" y="30"/>
                          </a:lnTo>
                          <a:lnTo>
                            <a:pt x="61" y="0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9021" name="Google Shape;19021;p62"/>
                    <p:cNvSpPr/>
                    <p:nvPr/>
                  </p:nvSpPr>
                  <p:spPr>
                    <a:xfrm>
                      <a:off x="3893416" y="2191215"/>
                      <a:ext cx="49167" cy="2024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1" h="21" extrusionOk="0">
                          <a:moveTo>
                            <a:pt x="10" y="1"/>
                          </a:moveTo>
                          <a:lnTo>
                            <a:pt x="0" y="21"/>
                          </a:lnTo>
                          <a:lnTo>
                            <a:pt x="31" y="21"/>
                          </a:lnTo>
                          <a:lnTo>
                            <a:pt x="51" y="1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  <p:sp>
                  <p:nvSpPr>
                    <p:cNvPr id="19022" name="Google Shape;19022;p62"/>
                    <p:cNvSpPr/>
                    <p:nvPr/>
                  </p:nvSpPr>
                  <p:spPr>
                    <a:xfrm>
                      <a:off x="3757485" y="2346430"/>
                      <a:ext cx="59771" cy="2024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2" h="21" extrusionOk="0">
                          <a:moveTo>
                            <a:pt x="21" y="0"/>
                          </a:moveTo>
                          <a:lnTo>
                            <a:pt x="1" y="20"/>
                          </a:lnTo>
                          <a:lnTo>
                            <a:pt x="41" y="20"/>
                          </a:lnTo>
                          <a:lnTo>
                            <a:pt x="61" y="0"/>
                          </a:lnTo>
                          <a:close/>
                        </a:path>
                      </a:pathLst>
                    </a:custGeom>
                    <a:solidFill>
                      <a:srgbClr val="401E1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p:txBody>
                </p:sp>
              </p:grpSp>
            </p:grpSp>
          </p:grpSp>
        </p:grpSp>
        <p:grpSp>
          <p:nvGrpSpPr>
            <p:cNvPr id="19023" name="Google Shape;19023;p62"/>
            <p:cNvGrpSpPr/>
            <p:nvPr/>
          </p:nvGrpSpPr>
          <p:grpSpPr>
            <a:xfrm>
              <a:off x="5677682" y="3874863"/>
              <a:ext cx="737322" cy="622695"/>
              <a:chOff x="4635873" y="4120337"/>
              <a:chExt cx="478811" cy="404373"/>
            </a:xfrm>
          </p:grpSpPr>
          <p:sp>
            <p:nvSpPr>
              <p:cNvPr id="19024" name="Google Shape;19024;p62"/>
              <p:cNvSpPr/>
              <p:nvPr/>
            </p:nvSpPr>
            <p:spPr>
              <a:xfrm>
                <a:off x="4635873" y="4145110"/>
                <a:ext cx="55378" cy="225868"/>
              </a:xfrm>
              <a:custGeom>
                <a:avLst/>
                <a:gdLst/>
                <a:ahLst/>
                <a:cxnLst/>
                <a:rect l="l" t="t" r="r" b="b"/>
                <a:pathLst>
                  <a:path w="342" h="1395" extrusionOk="0">
                    <a:moveTo>
                      <a:pt x="281" y="0"/>
                    </a:moveTo>
                    <a:cubicBezTo>
                      <a:pt x="221" y="40"/>
                      <a:pt x="111" y="381"/>
                      <a:pt x="111" y="582"/>
                    </a:cubicBezTo>
                    <a:cubicBezTo>
                      <a:pt x="111" y="793"/>
                      <a:pt x="1" y="1043"/>
                      <a:pt x="11" y="1164"/>
                    </a:cubicBezTo>
                    <a:cubicBezTo>
                      <a:pt x="31" y="1294"/>
                      <a:pt x="31" y="1364"/>
                      <a:pt x="21" y="1394"/>
                    </a:cubicBezTo>
                    <a:cubicBezTo>
                      <a:pt x="21" y="1394"/>
                      <a:pt x="41" y="1364"/>
                      <a:pt x="51" y="1314"/>
                    </a:cubicBezTo>
                    <a:cubicBezTo>
                      <a:pt x="61" y="1274"/>
                      <a:pt x="71" y="1224"/>
                      <a:pt x="71" y="1174"/>
                    </a:cubicBezTo>
                    <a:lnTo>
                      <a:pt x="71" y="1174"/>
                    </a:lnTo>
                    <a:cubicBezTo>
                      <a:pt x="71" y="1174"/>
                      <a:pt x="91" y="1254"/>
                      <a:pt x="51" y="1364"/>
                    </a:cubicBezTo>
                    <a:cubicBezTo>
                      <a:pt x="51" y="1364"/>
                      <a:pt x="111" y="1294"/>
                      <a:pt x="101" y="1144"/>
                    </a:cubicBezTo>
                    <a:cubicBezTo>
                      <a:pt x="81" y="993"/>
                      <a:pt x="81" y="963"/>
                      <a:pt x="101" y="863"/>
                    </a:cubicBezTo>
                    <a:cubicBezTo>
                      <a:pt x="121" y="772"/>
                      <a:pt x="131" y="742"/>
                      <a:pt x="161" y="542"/>
                    </a:cubicBezTo>
                    <a:cubicBezTo>
                      <a:pt x="181" y="321"/>
                      <a:pt x="342" y="151"/>
                      <a:pt x="342" y="151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25" name="Google Shape;19025;p62"/>
              <p:cNvSpPr/>
              <p:nvPr/>
            </p:nvSpPr>
            <p:spPr>
              <a:xfrm>
                <a:off x="4712301" y="4264278"/>
                <a:ext cx="51978" cy="165151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020" extrusionOk="0">
                    <a:moveTo>
                      <a:pt x="145" y="1"/>
                    </a:moveTo>
                    <a:cubicBezTo>
                      <a:pt x="134" y="1"/>
                      <a:pt x="128" y="14"/>
                      <a:pt x="130" y="47"/>
                    </a:cubicBezTo>
                    <a:cubicBezTo>
                      <a:pt x="150" y="227"/>
                      <a:pt x="0" y="749"/>
                      <a:pt x="0" y="749"/>
                    </a:cubicBezTo>
                    <a:lnTo>
                      <a:pt x="110" y="1019"/>
                    </a:lnTo>
                    <a:cubicBezTo>
                      <a:pt x="110" y="1019"/>
                      <a:pt x="201" y="548"/>
                      <a:pt x="321" y="237"/>
                    </a:cubicBezTo>
                    <a:cubicBezTo>
                      <a:pt x="321" y="237"/>
                      <a:pt x="190" y="1"/>
                      <a:pt x="1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26" name="Google Shape;19026;p62"/>
              <p:cNvSpPr/>
              <p:nvPr/>
            </p:nvSpPr>
            <p:spPr>
              <a:xfrm>
                <a:off x="4715540" y="4278203"/>
                <a:ext cx="34166" cy="107348"/>
              </a:xfrm>
              <a:custGeom>
                <a:avLst/>
                <a:gdLst/>
                <a:ahLst/>
                <a:cxnLst/>
                <a:rect l="l" t="t" r="r" b="b"/>
                <a:pathLst>
                  <a:path w="211" h="663" extrusionOk="0">
                    <a:moveTo>
                      <a:pt x="157" y="0"/>
                    </a:moveTo>
                    <a:cubicBezTo>
                      <a:pt x="144" y="0"/>
                      <a:pt x="131" y="4"/>
                      <a:pt x="120" y="11"/>
                    </a:cubicBezTo>
                    <a:lnTo>
                      <a:pt x="110" y="11"/>
                    </a:lnTo>
                    <a:cubicBezTo>
                      <a:pt x="110" y="181"/>
                      <a:pt x="30" y="502"/>
                      <a:pt x="0" y="623"/>
                    </a:cubicBezTo>
                    <a:cubicBezTo>
                      <a:pt x="0" y="633"/>
                      <a:pt x="0" y="653"/>
                      <a:pt x="10" y="663"/>
                    </a:cubicBezTo>
                    <a:cubicBezTo>
                      <a:pt x="90" y="482"/>
                      <a:pt x="151" y="292"/>
                      <a:pt x="201" y="91"/>
                    </a:cubicBezTo>
                    <a:lnTo>
                      <a:pt x="211" y="31"/>
                    </a:lnTo>
                    <a:cubicBezTo>
                      <a:pt x="204" y="11"/>
                      <a:pt x="181" y="0"/>
                      <a:pt x="157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27" name="Google Shape;19027;p62"/>
              <p:cNvSpPr/>
              <p:nvPr/>
            </p:nvSpPr>
            <p:spPr>
              <a:xfrm>
                <a:off x="4653859" y="4121224"/>
                <a:ext cx="380362" cy="403486"/>
              </a:xfrm>
              <a:custGeom>
                <a:avLst/>
                <a:gdLst/>
                <a:ahLst/>
                <a:cxnLst/>
                <a:rect l="l" t="t" r="r" b="b"/>
                <a:pathLst>
                  <a:path w="2349" h="2492" extrusionOk="0">
                    <a:moveTo>
                      <a:pt x="548" y="0"/>
                    </a:moveTo>
                    <a:cubicBezTo>
                      <a:pt x="430" y="0"/>
                      <a:pt x="332" y="29"/>
                      <a:pt x="282" y="73"/>
                    </a:cubicBezTo>
                    <a:cubicBezTo>
                      <a:pt x="202" y="133"/>
                      <a:pt x="31" y="243"/>
                      <a:pt x="11" y="304"/>
                    </a:cubicBezTo>
                    <a:cubicBezTo>
                      <a:pt x="1" y="374"/>
                      <a:pt x="21" y="655"/>
                      <a:pt x="61" y="755"/>
                    </a:cubicBezTo>
                    <a:cubicBezTo>
                      <a:pt x="111" y="865"/>
                      <a:pt x="212" y="1156"/>
                      <a:pt x="222" y="1287"/>
                    </a:cubicBezTo>
                    <a:cubicBezTo>
                      <a:pt x="232" y="1417"/>
                      <a:pt x="232" y="1467"/>
                      <a:pt x="272" y="1608"/>
                    </a:cubicBezTo>
                    <a:cubicBezTo>
                      <a:pt x="312" y="1748"/>
                      <a:pt x="332" y="1949"/>
                      <a:pt x="332" y="2069"/>
                    </a:cubicBezTo>
                    <a:cubicBezTo>
                      <a:pt x="332" y="2189"/>
                      <a:pt x="292" y="2219"/>
                      <a:pt x="342" y="2290"/>
                    </a:cubicBezTo>
                    <a:cubicBezTo>
                      <a:pt x="366" y="2332"/>
                      <a:pt x="438" y="2349"/>
                      <a:pt x="493" y="2349"/>
                    </a:cubicBezTo>
                    <a:cubicBezTo>
                      <a:pt x="530" y="2349"/>
                      <a:pt x="559" y="2342"/>
                      <a:pt x="563" y="2330"/>
                    </a:cubicBezTo>
                    <a:cubicBezTo>
                      <a:pt x="563" y="2300"/>
                      <a:pt x="553" y="2229"/>
                      <a:pt x="533" y="2169"/>
                    </a:cubicBezTo>
                    <a:cubicBezTo>
                      <a:pt x="512" y="2109"/>
                      <a:pt x="452" y="1828"/>
                      <a:pt x="452" y="1728"/>
                    </a:cubicBezTo>
                    <a:cubicBezTo>
                      <a:pt x="452" y="1638"/>
                      <a:pt x="412" y="1437"/>
                      <a:pt x="412" y="1327"/>
                    </a:cubicBezTo>
                    <a:cubicBezTo>
                      <a:pt x="422" y="1206"/>
                      <a:pt x="442" y="1016"/>
                      <a:pt x="442" y="1016"/>
                    </a:cubicBezTo>
                    <a:cubicBezTo>
                      <a:pt x="442" y="1016"/>
                      <a:pt x="512" y="1086"/>
                      <a:pt x="703" y="1186"/>
                    </a:cubicBezTo>
                    <a:cubicBezTo>
                      <a:pt x="811" y="1240"/>
                      <a:pt x="938" y="1251"/>
                      <a:pt x="1022" y="1251"/>
                    </a:cubicBezTo>
                    <a:cubicBezTo>
                      <a:pt x="1077" y="1251"/>
                      <a:pt x="1114" y="1246"/>
                      <a:pt x="1114" y="1246"/>
                    </a:cubicBezTo>
                    <a:cubicBezTo>
                      <a:pt x="1124" y="1277"/>
                      <a:pt x="1225" y="1557"/>
                      <a:pt x="1215" y="1638"/>
                    </a:cubicBezTo>
                    <a:cubicBezTo>
                      <a:pt x="1215" y="1718"/>
                      <a:pt x="1225" y="1838"/>
                      <a:pt x="1225" y="1878"/>
                    </a:cubicBezTo>
                    <a:cubicBezTo>
                      <a:pt x="1235" y="1929"/>
                      <a:pt x="1195" y="2310"/>
                      <a:pt x="1195" y="2320"/>
                    </a:cubicBezTo>
                    <a:cubicBezTo>
                      <a:pt x="1205" y="2340"/>
                      <a:pt x="1174" y="2450"/>
                      <a:pt x="1174" y="2450"/>
                    </a:cubicBezTo>
                    <a:cubicBezTo>
                      <a:pt x="1174" y="2450"/>
                      <a:pt x="1205" y="2480"/>
                      <a:pt x="1275" y="2490"/>
                    </a:cubicBezTo>
                    <a:cubicBezTo>
                      <a:pt x="1345" y="2490"/>
                      <a:pt x="1405" y="2470"/>
                      <a:pt x="1405" y="2460"/>
                    </a:cubicBezTo>
                    <a:cubicBezTo>
                      <a:pt x="1415" y="2440"/>
                      <a:pt x="1375" y="2370"/>
                      <a:pt x="1375" y="2320"/>
                    </a:cubicBezTo>
                    <a:cubicBezTo>
                      <a:pt x="1375" y="2270"/>
                      <a:pt x="1355" y="1919"/>
                      <a:pt x="1355" y="1868"/>
                    </a:cubicBezTo>
                    <a:cubicBezTo>
                      <a:pt x="1355" y="1818"/>
                      <a:pt x="1385" y="1808"/>
                      <a:pt x="1385" y="1658"/>
                    </a:cubicBezTo>
                    <a:cubicBezTo>
                      <a:pt x="1375" y="1507"/>
                      <a:pt x="1395" y="1347"/>
                      <a:pt x="1395" y="1347"/>
                    </a:cubicBezTo>
                    <a:cubicBezTo>
                      <a:pt x="1395" y="1347"/>
                      <a:pt x="1495" y="1417"/>
                      <a:pt x="1546" y="1447"/>
                    </a:cubicBezTo>
                    <a:cubicBezTo>
                      <a:pt x="1562" y="1455"/>
                      <a:pt x="1582" y="1458"/>
                      <a:pt x="1603" y="1458"/>
                    </a:cubicBezTo>
                    <a:cubicBezTo>
                      <a:pt x="1658" y="1458"/>
                      <a:pt x="1716" y="1437"/>
                      <a:pt x="1716" y="1437"/>
                    </a:cubicBezTo>
                    <a:cubicBezTo>
                      <a:pt x="1716" y="1437"/>
                      <a:pt x="1726" y="1497"/>
                      <a:pt x="1756" y="1577"/>
                    </a:cubicBezTo>
                    <a:cubicBezTo>
                      <a:pt x="1776" y="1648"/>
                      <a:pt x="1826" y="1848"/>
                      <a:pt x="1847" y="1949"/>
                    </a:cubicBezTo>
                    <a:cubicBezTo>
                      <a:pt x="1867" y="2049"/>
                      <a:pt x="1937" y="2350"/>
                      <a:pt x="1937" y="2360"/>
                    </a:cubicBezTo>
                    <a:cubicBezTo>
                      <a:pt x="1937" y="2380"/>
                      <a:pt x="1927" y="2450"/>
                      <a:pt x="1967" y="2480"/>
                    </a:cubicBezTo>
                    <a:cubicBezTo>
                      <a:pt x="1978" y="2488"/>
                      <a:pt x="2010" y="2491"/>
                      <a:pt x="2046" y="2491"/>
                    </a:cubicBezTo>
                    <a:cubicBezTo>
                      <a:pt x="2102" y="2491"/>
                      <a:pt x="2168" y="2483"/>
                      <a:pt x="2168" y="2470"/>
                    </a:cubicBezTo>
                    <a:cubicBezTo>
                      <a:pt x="2168" y="2450"/>
                      <a:pt x="2137" y="2390"/>
                      <a:pt x="2137" y="2370"/>
                    </a:cubicBezTo>
                    <a:cubicBezTo>
                      <a:pt x="2137" y="2350"/>
                      <a:pt x="2037" y="2189"/>
                      <a:pt x="2007" y="2109"/>
                    </a:cubicBezTo>
                    <a:cubicBezTo>
                      <a:pt x="1987" y="2029"/>
                      <a:pt x="1977" y="1959"/>
                      <a:pt x="1987" y="1878"/>
                    </a:cubicBezTo>
                    <a:cubicBezTo>
                      <a:pt x="1987" y="1798"/>
                      <a:pt x="1937" y="1728"/>
                      <a:pt x="1947" y="1587"/>
                    </a:cubicBezTo>
                    <a:cubicBezTo>
                      <a:pt x="1957" y="1447"/>
                      <a:pt x="2017" y="1076"/>
                      <a:pt x="2067" y="1026"/>
                    </a:cubicBezTo>
                    <a:cubicBezTo>
                      <a:pt x="2102" y="982"/>
                      <a:pt x="2191" y="900"/>
                      <a:pt x="2239" y="900"/>
                    </a:cubicBezTo>
                    <a:cubicBezTo>
                      <a:pt x="2247" y="900"/>
                      <a:pt x="2253" y="902"/>
                      <a:pt x="2258" y="905"/>
                    </a:cubicBezTo>
                    <a:cubicBezTo>
                      <a:pt x="2278" y="915"/>
                      <a:pt x="2308" y="946"/>
                      <a:pt x="2348" y="976"/>
                    </a:cubicBezTo>
                    <a:cubicBezTo>
                      <a:pt x="2338" y="705"/>
                      <a:pt x="2348" y="444"/>
                      <a:pt x="2308" y="173"/>
                    </a:cubicBezTo>
                    <a:cubicBezTo>
                      <a:pt x="2258" y="193"/>
                      <a:pt x="2228" y="213"/>
                      <a:pt x="2208" y="223"/>
                    </a:cubicBezTo>
                    <a:cubicBezTo>
                      <a:pt x="2201" y="225"/>
                      <a:pt x="2194" y="226"/>
                      <a:pt x="2187" y="226"/>
                    </a:cubicBezTo>
                    <a:cubicBezTo>
                      <a:pt x="2153" y="226"/>
                      <a:pt x="2113" y="208"/>
                      <a:pt x="1997" y="183"/>
                    </a:cubicBezTo>
                    <a:cubicBezTo>
                      <a:pt x="1857" y="143"/>
                      <a:pt x="1746" y="83"/>
                      <a:pt x="1596" y="73"/>
                    </a:cubicBezTo>
                    <a:cubicBezTo>
                      <a:pt x="1579" y="70"/>
                      <a:pt x="1559" y="68"/>
                      <a:pt x="1536" y="68"/>
                    </a:cubicBezTo>
                    <a:cubicBezTo>
                      <a:pt x="1491" y="68"/>
                      <a:pt x="1435" y="73"/>
                      <a:pt x="1375" y="73"/>
                    </a:cubicBezTo>
                    <a:cubicBezTo>
                      <a:pt x="1307" y="77"/>
                      <a:pt x="1231" y="80"/>
                      <a:pt x="1154" y="80"/>
                    </a:cubicBezTo>
                    <a:cubicBezTo>
                      <a:pt x="1026" y="80"/>
                      <a:pt x="892" y="70"/>
                      <a:pt x="773" y="33"/>
                    </a:cubicBezTo>
                    <a:cubicBezTo>
                      <a:pt x="695" y="10"/>
                      <a:pt x="618" y="0"/>
                      <a:pt x="54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28" name="Google Shape;19028;p62"/>
              <p:cNvSpPr/>
              <p:nvPr/>
            </p:nvSpPr>
            <p:spPr>
              <a:xfrm>
                <a:off x="4704043" y="4263631"/>
                <a:ext cx="40805" cy="236230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459" extrusionOk="0">
                    <a:moveTo>
                      <a:pt x="1" y="0"/>
                    </a:moveTo>
                    <a:cubicBezTo>
                      <a:pt x="1" y="0"/>
                      <a:pt x="21" y="582"/>
                      <a:pt x="51" y="753"/>
                    </a:cubicBezTo>
                    <a:cubicBezTo>
                      <a:pt x="81" y="913"/>
                      <a:pt x="131" y="1304"/>
                      <a:pt x="131" y="1455"/>
                    </a:cubicBezTo>
                    <a:cubicBezTo>
                      <a:pt x="149" y="1458"/>
                      <a:pt x="166" y="1459"/>
                      <a:pt x="181" y="1459"/>
                    </a:cubicBezTo>
                    <a:cubicBezTo>
                      <a:pt x="217" y="1459"/>
                      <a:pt x="245" y="1452"/>
                      <a:pt x="252" y="1445"/>
                    </a:cubicBezTo>
                    <a:cubicBezTo>
                      <a:pt x="252" y="1415"/>
                      <a:pt x="242" y="1344"/>
                      <a:pt x="222" y="1284"/>
                    </a:cubicBezTo>
                    <a:cubicBezTo>
                      <a:pt x="201" y="1224"/>
                      <a:pt x="141" y="943"/>
                      <a:pt x="141" y="843"/>
                    </a:cubicBezTo>
                    <a:cubicBezTo>
                      <a:pt x="141" y="753"/>
                      <a:pt x="101" y="552"/>
                      <a:pt x="101" y="442"/>
                    </a:cubicBezTo>
                    <a:cubicBezTo>
                      <a:pt x="111" y="321"/>
                      <a:pt x="131" y="131"/>
                      <a:pt x="131" y="131"/>
                    </a:cubicBezTo>
                    <a:lnTo>
                      <a:pt x="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29" name="Google Shape;19029;p62"/>
              <p:cNvSpPr/>
              <p:nvPr/>
            </p:nvSpPr>
            <p:spPr>
              <a:xfrm>
                <a:off x="4819495" y="4322081"/>
                <a:ext cx="14735" cy="1781"/>
              </a:xfrm>
              <a:custGeom>
                <a:avLst/>
                <a:gdLst/>
                <a:ahLst/>
                <a:cxnLst/>
                <a:rect l="l" t="t" r="r" b="b"/>
                <a:pathLst>
                  <a:path w="91" h="11" extrusionOk="0">
                    <a:moveTo>
                      <a:pt x="90" y="0"/>
                    </a:moveTo>
                    <a:cubicBezTo>
                      <a:pt x="80" y="0"/>
                      <a:pt x="50" y="10"/>
                      <a:pt x="0" y="10"/>
                    </a:cubicBezTo>
                    <a:cubicBezTo>
                      <a:pt x="50" y="1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rgbClr val="EFE8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30" name="Google Shape;19030;p62"/>
              <p:cNvSpPr/>
              <p:nvPr/>
            </p:nvSpPr>
            <p:spPr>
              <a:xfrm>
                <a:off x="4713920" y="4266869"/>
                <a:ext cx="120310" cy="56993"/>
              </a:xfrm>
              <a:custGeom>
                <a:avLst/>
                <a:gdLst/>
                <a:ahLst/>
                <a:cxnLst/>
                <a:rect l="l" t="t" r="r" b="b"/>
                <a:pathLst>
                  <a:path w="743" h="352" extrusionOk="0">
                    <a:moveTo>
                      <a:pt x="120" y="0"/>
                    </a:moveTo>
                    <a:cubicBezTo>
                      <a:pt x="80" y="0"/>
                      <a:pt x="40" y="20"/>
                      <a:pt x="0" y="31"/>
                    </a:cubicBezTo>
                    <a:cubicBezTo>
                      <a:pt x="0" y="41"/>
                      <a:pt x="0" y="41"/>
                      <a:pt x="10" y="51"/>
                    </a:cubicBezTo>
                    <a:lnTo>
                      <a:pt x="70" y="111"/>
                    </a:lnTo>
                    <a:cubicBezTo>
                      <a:pt x="70" y="111"/>
                      <a:pt x="90" y="121"/>
                      <a:pt x="120" y="151"/>
                    </a:cubicBezTo>
                    <a:cubicBezTo>
                      <a:pt x="140" y="161"/>
                      <a:pt x="171" y="181"/>
                      <a:pt x="201" y="201"/>
                    </a:cubicBezTo>
                    <a:cubicBezTo>
                      <a:pt x="231" y="221"/>
                      <a:pt x="261" y="241"/>
                      <a:pt x="291" y="261"/>
                    </a:cubicBezTo>
                    <a:cubicBezTo>
                      <a:pt x="301" y="261"/>
                      <a:pt x="311" y="271"/>
                      <a:pt x="331" y="281"/>
                    </a:cubicBezTo>
                    <a:cubicBezTo>
                      <a:pt x="441" y="331"/>
                      <a:pt x="572" y="351"/>
                      <a:pt x="652" y="351"/>
                    </a:cubicBezTo>
                    <a:cubicBezTo>
                      <a:pt x="702" y="351"/>
                      <a:pt x="732" y="341"/>
                      <a:pt x="742" y="341"/>
                    </a:cubicBezTo>
                    <a:cubicBezTo>
                      <a:pt x="732" y="311"/>
                      <a:pt x="722" y="281"/>
                      <a:pt x="712" y="261"/>
                    </a:cubicBezTo>
                    <a:cubicBezTo>
                      <a:pt x="672" y="191"/>
                      <a:pt x="642" y="111"/>
                      <a:pt x="622" y="31"/>
                    </a:cubicBezTo>
                    <a:lnTo>
                      <a:pt x="622" y="31"/>
                    </a:lnTo>
                    <a:cubicBezTo>
                      <a:pt x="632" y="81"/>
                      <a:pt x="602" y="141"/>
                      <a:pt x="552" y="161"/>
                    </a:cubicBezTo>
                    <a:cubicBezTo>
                      <a:pt x="532" y="171"/>
                      <a:pt x="502" y="171"/>
                      <a:pt x="482" y="171"/>
                    </a:cubicBezTo>
                    <a:cubicBezTo>
                      <a:pt x="451" y="171"/>
                      <a:pt x="421" y="171"/>
                      <a:pt x="401" y="161"/>
                    </a:cubicBezTo>
                    <a:cubicBezTo>
                      <a:pt x="351" y="141"/>
                      <a:pt x="311" y="121"/>
                      <a:pt x="271" y="91"/>
                    </a:cubicBezTo>
                    <a:cubicBezTo>
                      <a:pt x="241" y="61"/>
                      <a:pt x="211" y="20"/>
                      <a:pt x="171" y="10"/>
                    </a:cubicBezTo>
                    <a:cubicBezTo>
                      <a:pt x="150" y="0"/>
                      <a:pt x="140" y="0"/>
                      <a:pt x="120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31" name="Google Shape;19031;p62"/>
              <p:cNvSpPr/>
              <p:nvPr/>
            </p:nvSpPr>
            <p:spPr>
              <a:xfrm>
                <a:off x="4715540" y="4274964"/>
                <a:ext cx="9877" cy="13115"/>
              </a:xfrm>
              <a:custGeom>
                <a:avLst/>
                <a:gdLst/>
                <a:ahLst/>
                <a:cxnLst/>
                <a:rect l="l" t="t" r="r" b="b"/>
                <a:pathLst>
                  <a:path w="61" h="81" extrusionOk="0">
                    <a:moveTo>
                      <a:pt x="0" y="1"/>
                    </a:moveTo>
                    <a:cubicBezTo>
                      <a:pt x="20" y="31"/>
                      <a:pt x="40" y="51"/>
                      <a:pt x="60" y="81"/>
                    </a:cubicBezTo>
                    <a:cubicBezTo>
                      <a:pt x="60" y="71"/>
                      <a:pt x="60" y="61"/>
                      <a:pt x="60" y="6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0D4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32" name="Google Shape;19032;p62"/>
              <p:cNvSpPr/>
              <p:nvPr/>
            </p:nvSpPr>
            <p:spPr>
              <a:xfrm>
                <a:off x="4931547" y="4291156"/>
                <a:ext cx="73190" cy="232506"/>
              </a:xfrm>
              <a:custGeom>
                <a:avLst/>
                <a:gdLst/>
                <a:ahLst/>
                <a:cxnLst/>
                <a:rect l="l" t="t" r="r" b="b"/>
                <a:pathLst>
                  <a:path w="452" h="1436" extrusionOk="0">
                    <a:moveTo>
                      <a:pt x="331" y="1"/>
                    </a:moveTo>
                    <a:cubicBezTo>
                      <a:pt x="311" y="31"/>
                      <a:pt x="281" y="91"/>
                      <a:pt x="271" y="111"/>
                    </a:cubicBezTo>
                    <a:cubicBezTo>
                      <a:pt x="211" y="171"/>
                      <a:pt x="181" y="232"/>
                      <a:pt x="120" y="302"/>
                    </a:cubicBezTo>
                    <a:cubicBezTo>
                      <a:pt x="90" y="332"/>
                      <a:pt x="30" y="352"/>
                      <a:pt x="0" y="382"/>
                    </a:cubicBezTo>
                    <a:cubicBezTo>
                      <a:pt x="0" y="382"/>
                      <a:pt x="0" y="392"/>
                      <a:pt x="10" y="432"/>
                    </a:cubicBezTo>
                    <a:cubicBezTo>
                      <a:pt x="60" y="412"/>
                      <a:pt x="100" y="402"/>
                      <a:pt x="141" y="372"/>
                    </a:cubicBezTo>
                    <a:cubicBezTo>
                      <a:pt x="151" y="452"/>
                      <a:pt x="161" y="522"/>
                      <a:pt x="181" y="593"/>
                    </a:cubicBezTo>
                    <a:cubicBezTo>
                      <a:pt x="221" y="874"/>
                      <a:pt x="261" y="1154"/>
                      <a:pt x="361" y="1425"/>
                    </a:cubicBezTo>
                    <a:lnTo>
                      <a:pt x="371" y="1435"/>
                    </a:lnTo>
                    <a:cubicBezTo>
                      <a:pt x="411" y="1435"/>
                      <a:pt x="452" y="1425"/>
                      <a:pt x="452" y="1415"/>
                    </a:cubicBezTo>
                    <a:cubicBezTo>
                      <a:pt x="452" y="1395"/>
                      <a:pt x="421" y="1335"/>
                      <a:pt x="421" y="1315"/>
                    </a:cubicBezTo>
                    <a:cubicBezTo>
                      <a:pt x="421" y="1295"/>
                      <a:pt x="321" y="1134"/>
                      <a:pt x="291" y="1054"/>
                    </a:cubicBezTo>
                    <a:cubicBezTo>
                      <a:pt x="271" y="974"/>
                      <a:pt x="261" y="904"/>
                      <a:pt x="271" y="823"/>
                    </a:cubicBezTo>
                    <a:cubicBezTo>
                      <a:pt x="271" y="743"/>
                      <a:pt x="221" y="673"/>
                      <a:pt x="231" y="532"/>
                    </a:cubicBezTo>
                    <a:cubicBezTo>
                      <a:pt x="241" y="412"/>
                      <a:pt x="291" y="101"/>
                      <a:pt x="3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33" name="Google Shape;19033;p62"/>
              <p:cNvSpPr/>
              <p:nvPr/>
            </p:nvSpPr>
            <p:spPr>
              <a:xfrm>
                <a:off x="4968790" y="4517026"/>
                <a:ext cx="3400" cy="5019"/>
              </a:xfrm>
              <a:custGeom>
                <a:avLst/>
                <a:gdLst/>
                <a:ahLst/>
                <a:cxnLst/>
                <a:rect l="l" t="t" r="r" b="b"/>
                <a:pathLst>
                  <a:path w="21" h="31" extrusionOk="0">
                    <a:moveTo>
                      <a:pt x="21" y="30"/>
                    </a:moveTo>
                    <a:lnTo>
                      <a:pt x="21" y="20"/>
                    </a:lnTo>
                    <a:lnTo>
                      <a:pt x="21" y="30"/>
                    </a:lnTo>
                    <a:close/>
                    <a:moveTo>
                      <a:pt x="21" y="20"/>
                    </a:moveTo>
                    <a:lnTo>
                      <a:pt x="11" y="20"/>
                    </a:lnTo>
                    <a:lnTo>
                      <a:pt x="21" y="20"/>
                    </a:lnTo>
                    <a:close/>
                    <a:moveTo>
                      <a:pt x="11" y="20"/>
                    </a:move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lose/>
                    <a:moveTo>
                      <a:pt x="11" y="20"/>
                    </a:moveTo>
                    <a:lnTo>
                      <a:pt x="11" y="20"/>
                    </a:lnTo>
                    <a:lnTo>
                      <a:pt x="11" y="20"/>
                    </a:lnTo>
                    <a:close/>
                    <a:moveTo>
                      <a:pt x="11" y="20"/>
                    </a:move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lose/>
                    <a:moveTo>
                      <a:pt x="11" y="20"/>
                    </a:move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lose/>
                    <a:moveTo>
                      <a:pt x="11" y="20"/>
                    </a:move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lose/>
                    <a:moveTo>
                      <a:pt x="11" y="20"/>
                    </a:moveTo>
                    <a:cubicBezTo>
                      <a:pt x="11" y="20"/>
                      <a:pt x="11" y="10"/>
                      <a:pt x="11" y="10"/>
                    </a:cubicBezTo>
                    <a:cubicBezTo>
                      <a:pt x="11" y="10"/>
                      <a:pt x="11" y="20"/>
                      <a:pt x="11" y="20"/>
                    </a:cubicBezTo>
                    <a:close/>
                    <a:moveTo>
                      <a:pt x="11" y="10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lose/>
                    <a:moveTo>
                      <a:pt x="11" y="10"/>
                    </a:moveTo>
                    <a:cubicBezTo>
                      <a:pt x="11" y="10"/>
                      <a:pt x="1" y="10"/>
                      <a:pt x="1" y="10"/>
                    </a:cubicBezTo>
                    <a:cubicBezTo>
                      <a:pt x="1" y="10"/>
                      <a:pt x="11" y="10"/>
                      <a:pt x="11" y="10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1" y="1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0"/>
                    </a:cubicBezTo>
                    <a:close/>
                  </a:path>
                </a:pathLst>
              </a:custGeom>
              <a:solidFill>
                <a:srgbClr val="8D93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34" name="Google Shape;19034;p62"/>
              <p:cNvSpPr/>
              <p:nvPr/>
            </p:nvSpPr>
            <p:spPr>
              <a:xfrm>
                <a:off x="4967171" y="4503911"/>
                <a:ext cx="24613" cy="19753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22" extrusionOk="0">
                    <a:moveTo>
                      <a:pt x="1" y="1"/>
                    </a:moveTo>
                    <a:cubicBezTo>
                      <a:pt x="1" y="21"/>
                      <a:pt x="1" y="61"/>
                      <a:pt x="11" y="81"/>
                    </a:cubicBezTo>
                    <a:cubicBezTo>
                      <a:pt x="11" y="81"/>
                      <a:pt x="11" y="81"/>
                      <a:pt x="11" y="91"/>
                    </a:cubicBezTo>
                    <a:lnTo>
                      <a:pt x="21" y="91"/>
                    </a:lnTo>
                    <a:cubicBezTo>
                      <a:pt x="21" y="91"/>
                      <a:pt x="21" y="101"/>
                      <a:pt x="21" y="101"/>
                    </a:cubicBezTo>
                    <a:lnTo>
                      <a:pt x="31" y="101"/>
                    </a:lnTo>
                    <a:lnTo>
                      <a:pt x="31" y="111"/>
                    </a:lnTo>
                    <a:cubicBezTo>
                      <a:pt x="41" y="121"/>
                      <a:pt x="81" y="121"/>
                      <a:pt x="121" y="121"/>
                    </a:cubicBezTo>
                    <a:lnTo>
                      <a:pt x="151" y="121"/>
                    </a:lnTo>
                    <a:lnTo>
                      <a:pt x="141" y="111"/>
                    </a:lnTo>
                    <a:cubicBezTo>
                      <a:pt x="131" y="81"/>
                      <a:pt x="121" y="51"/>
                      <a:pt x="111" y="11"/>
                    </a:cubicBezTo>
                    <a:lnTo>
                      <a:pt x="51" y="11"/>
                    </a:lnTo>
                    <a:cubicBezTo>
                      <a:pt x="41" y="11"/>
                      <a:pt x="2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35" name="Google Shape;19035;p62"/>
              <p:cNvSpPr/>
              <p:nvPr/>
            </p:nvSpPr>
            <p:spPr>
              <a:xfrm>
                <a:off x="5004575" y="4520264"/>
                <a:ext cx="162" cy="162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28E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36" name="Google Shape;19036;p62"/>
              <p:cNvSpPr/>
              <p:nvPr/>
            </p:nvSpPr>
            <p:spPr>
              <a:xfrm>
                <a:off x="4999717" y="4505530"/>
                <a:ext cx="5020" cy="14896"/>
              </a:xfrm>
              <a:custGeom>
                <a:avLst/>
                <a:gdLst/>
                <a:ahLst/>
                <a:cxnLst/>
                <a:rect l="l" t="t" r="r" b="b"/>
                <a:pathLst>
                  <a:path w="31" h="92" extrusionOk="0">
                    <a:moveTo>
                      <a:pt x="31" y="91"/>
                    </a:moveTo>
                    <a:lnTo>
                      <a:pt x="31" y="91"/>
                    </a:lnTo>
                    <a:cubicBezTo>
                      <a:pt x="31" y="91"/>
                      <a:pt x="31" y="91"/>
                      <a:pt x="31" y="91"/>
                    </a:cubicBezTo>
                    <a:lnTo>
                      <a:pt x="31" y="91"/>
                    </a:ln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71"/>
                      <a:pt x="0" y="21"/>
                      <a:pt x="0" y="1"/>
                    </a:cubicBezTo>
                    <a:lnTo>
                      <a:pt x="0" y="1"/>
                    </a:lnTo>
                    <a:cubicBezTo>
                      <a:pt x="0" y="21"/>
                      <a:pt x="31" y="71"/>
                      <a:pt x="31" y="91"/>
                    </a:cubicBezTo>
                    <a:cubicBezTo>
                      <a:pt x="31" y="91"/>
                      <a:pt x="31" y="91"/>
                      <a:pt x="31" y="91"/>
                    </a:cubicBezTo>
                    <a:close/>
                  </a:path>
                </a:pathLst>
              </a:custGeom>
              <a:solidFill>
                <a:srgbClr val="8D93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37" name="Google Shape;19037;p62"/>
              <p:cNvSpPr/>
              <p:nvPr/>
            </p:nvSpPr>
            <p:spPr>
              <a:xfrm>
                <a:off x="5004575" y="4520264"/>
                <a:ext cx="162" cy="162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28E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38" name="Google Shape;19038;p62"/>
              <p:cNvSpPr/>
              <p:nvPr/>
            </p:nvSpPr>
            <p:spPr>
              <a:xfrm>
                <a:off x="4985144" y="4505530"/>
                <a:ext cx="19593" cy="18134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2" extrusionOk="0">
                    <a:moveTo>
                      <a:pt x="0" y="1"/>
                    </a:moveTo>
                    <a:cubicBezTo>
                      <a:pt x="10" y="41"/>
                      <a:pt x="20" y="71"/>
                      <a:pt x="30" y="101"/>
                    </a:cubicBezTo>
                    <a:lnTo>
                      <a:pt x="40" y="111"/>
                    </a:lnTo>
                    <a:lnTo>
                      <a:pt x="50" y="111"/>
                    </a:lnTo>
                    <a:cubicBezTo>
                      <a:pt x="80" y="111"/>
                      <a:pt x="110" y="101"/>
                      <a:pt x="121" y="91"/>
                    </a:cubicBezTo>
                    <a:cubicBezTo>
                      <a:pt x="121" y="71"/>
                      <a:pt x="90" y="21"/>
                      <a:pt x="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39" name="Google Shape;19039;p62"/>
              <p:cNvSpPr/>
              <p:nvPr/>
            </p:nvSpPr>
            <p:spPr>
              <a:xfrm>
                <a:off x="4863215" y="4286298"/>
                <a:ext cx="60236" cy="237364"/>
              </a:xfrm>
              <a:custGeom>
                <a:avLst/>
                <a:gdLst/>
                <a:ahLst/>
                <a:cxnLst/>
                <a:rect l="l" t="t" r="r" b="b"/>
                <a:pathLst>
                  <a:path w="372" h="1466" extrusionOk="0">
                    <a:moveTo>
                      <a:pt x="1" y="1"/>
                    </a:moveTo>
                    <a:cubicBezTo>
                      <a:pt x="1" y="121"/>
                      <a:pt x="1" y="242"/>
                      <a:pt x="11" y="362"/>
                    </a:cubicBezTo>
                    <a:cubicBezTo>
                      <a:pt x="11" y="492"/>
                      <a:pt x="41" y="573"/>
                      <a:pt x="21" y="703"/>
                    </a:cubicBezTo>
                    <a:cubicBezTo>
                      <a:pt x="1" y="934"/>
                      <a:pt x="1" y="1174"/>
                      <a:pt x="1" y="1395"/>
                    </a:cubicBezTo>
                    <a:cubicBezTo>
                      <a:pt x="1" y="1425"/>
                      <a:pt x="1" y="1445"/>
                      <a:pt x="11" y="1465"/>
                    </a:cubicBezTo>
                    <a:cubicBezTo>
                      <a:pt x="71" y="1455"/>
                      <a:pt x="111" y="1445"/>
                      <a:pt x="111" y="1435"/>
                    </a:cubicBezTo>
                    <a:cubicBezTo>
                      <a:pt x="121" y="1415"/>
                      <a:pt x="81" y="1345"/>
                      <a:pt x="81" y="1295"/>
                    </a:cubicBezTo>
                    <a:cubicBezTo>
                      <a:pt x="81" y="1245"/>
                      <a:pt x="61" y="894"/>
                      <a:pt x="61" y="843"/>
                    </a:cubicBezTo>
                    <a:cubicBezTo>
                      <a:pt x="61" y="793"/>
                      <a:pt x="91" y="783"/>
                      <a:pt x="91" y="633"/>
                    </a:cubicBezTo>
                    <a:cubicBezTo>
                      <a:pt x="81" y="482"/>
                      <a:pt x="101" y="322"/>
                      <a:pt x="101" y="322"/>
                    </a:cubicBezTo>
                    <a:cubicBezTo>
                      <a:pt x="101" y="322"/>
                      <a:pt x="201" y="392"/>
                      <a:pt x="252" y="422"/>
                    </a:cubicBezTo>
                    <a:cubicBezTo>
                      <a:pt x="267" y="427"/>
                      <a:pt x="287" y="430"/>
                      <a:pt x="308" y="430"/>
                    </a:cubicBezTo>
                    <a:cubicBezTo>
                      <a:pt x="329" y="430"/>
                      <a:pt x="352" y="427"/>
                      <a:pt x="372" y="422"/>
                    </a:cubicBezTo>
                    <a:cubicBezTo>
                      <a:pt x="357" y="422"/>
                      <a:pt x="342" y="425"/>
                      <a:pt x="327" y="425"/>
                    </a:cubicBezTo>
                    <a:cubicBezTo>
                      <a:pt x="312" y="425"/>
                      <a:pt x="297" y="422"/>
                      <a:pt x="282" y="412"/>
                    </a:cubicBezTo>
                    <a:cubicBezTo>
                      <a:pt x="151" y="352"/>
                      <a:pt x="71" y="19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40" name="Google Shape;19040;p62"/>
              <p:cNvSpPr/>
              <p:nvPr/>
            </p:nvSpPr>
            <p:spPr>
              <a:xfrm>
                <a:off x="4843784" y="4497434"/>
                <a:ext cx="32709" cy="2623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62" extrusionOk="0">
                    <a:moveTo>
                      <a:pt x="121" y="161"/>
                    </a:moveTo>
                    <a:cubicBezTo>
                      <a:pt x="111" y="161"/>
                      <a:pt x="111" y="161"/>
                      <a:pt x="101" y="161"/>
                    </a:cubicBezTo>
                    <a:cubicBezTo>
                      <a:pt x="31" y="151"/>
                      <a:pt x="0" y="121"/>
                      <a:pt x="0" y="121"/>
                    </a:cubicBezTo>
                    <a:lnTo>
                      <a:pt x="0" y="121"/>
                    </a:lnTo>
                    <a:cubicBezTo>
                      <a:pt x="0" y="121"/>
                      <a:pt x="31" y="151"/>
                      <a:pt x="101" y="161"/>
                    </a:cubicBezTo>
                    <a:cubicBezTo>
                      <a:pt x="111" y="161"/>
                      <a:pt x="111" y="161"/>
                      <a:pt x="121" y="161"/>
                    </a:cubicBezTo>
                    <a:lnTo>
                      <a:pt x="121" y="161"/>
                    </a:lnTo>
                    <a:close/>
                    <a:moveTo>
                      <a:pt x="0" y="121"/>
                    </a:moveTo>
                    <a:lnTo>
                      <a:pt x="0" y="121"/>
                    </a:lnTo>
                    <a:lnTo>
                      <a:pt x="0" y="121"/>
                    </a:lnTo>
                    <a:close/>
                    <a:moveTo>
                      <a:pt x="0" y="121"/>
                    </a:move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lose/>
                    <a:moveTo>
                      <a:pt x="0" y="121"/>
                    </a:moveTo>
                    <a:lnTo>
                      <a:pt x="0" y="121"/>
                    </a:lnTo>
                    <a:lnTo>
                      <a:pt x="0" y="121"/>
                    </a:lnTo>
                    <a:close/>
                    <a:moveTo>
                      <a:pt x="11" y="71"/>
                    </a:moveTo>
                    <a:cubicBezTo>
                      <a:pt x="21" y="51"/>
                      <a:pt x="21" y="31"/>
                      <a:pt x="21" y="11"/>
                    </a:cubicBezTo>
                    <a:lnTo>
                      <a:pt x="21" y="11"/>
                    </a:lnTo>
                    <a:cubicBezTo>
                      <a:pt x="21" y="31"/>
                      <a:pt x="21" y="51"/>
                      <a:pt x="11" y="71"/>
                    </a:cubicBezTo>
                    <a:close/>
                    <a:moveTo>
                      <a:pt x="201" y="21"/>
                    </a:moveTo>
                    <a:cubicBezTo>
                      <a:pt x="201" y="21"/>
                      <a:pt x="201" y="11"/>
                      <a:pt x="201" y="11"/>
                    </a:cubicBezTo>
                    <a:cubicBezTo>
                      <a:pt x="201" y="11"/>
                      <a:pt x="201" y="1"/>
                      <a:pt x="201" y="1"/>
                    </a:cubicBezTo>
                    <a:lnTo>
                      <a:pt x="201" y="1"/>
                    </a:lnTo>
                    <a:cubicBezTo>
                      <a:pt x="201" y="11"/>
                      <a:pt x="201" y="21"/>
                      <a:pt x="201" y="21"/>
                    </a:cubicBezTo>
                  </a:path>
                </a:pathLst>
              </a:custGeom>
              <a:solidFill>
                <a:srgbClr val="8D93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41" name="Google Shape;19041;p62"/>
              <p:cNvSpPr/>
              <p:nvPr/>
            </p:nvSpPr>
            <p:spPr>
              <a:xfrm>
                <a:off x="4843784" y="4499053"/>
                <a:ext cx="35947" cy="24611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52" extrusionOk="0">
                    <a:moveTo>
                      <a:pt x="221" y="131"/>
                    </a:moveTo>
                    <a:lnTo>
                      <a:pt x="221" y="131"/>
                    </a:lnTo>
                    <a:cubicBezTo>
                      <a:pt x="201" y="141"/>
                      <a:pt x="171" y="141"/>
                      <a:pt x="132" y="151"/>
                    </a:cubicBezTo>
                    <a:lnTo>
                      <a:pt x="132" y="151"/>
                    </a:lnTo>
                    <a:cubicBezTo>
                      <a:pt x="168" y="149"/>
                      <a:pt x="203" y="140"/>
                      <a:pt x="221" y="131"/>
                    </a:cubicBezTo>
                    <a:close/>
                    <a:moveTo>
                      <a:pt x="21" y="1"/>
                    </a:moveTo>
                    <a:cubicBezTo>
                      <a:pt x="21" y="21"/>
                      <a:pt x="21" y="41"/>
                      <a:pt x="11" y="61"/>
                    </a:cubicBezTo>
                    <a:cubicBezTo>
                      <a:pt x="11" y="81"/>
                      <a:pt x="0" y="101"/>
                      <a:pt x="0" y="111"/>
                    </a:cubicBezTo>
                    <a:cubicBezTo>
                      <a:pt x="0" y="111"/>
                      <a:pt x="31" y="141"/>
                      <a:pt x="101" y="151"/>
                    </a:cubicBezTo>
                    <a:lnTo>
                      <a:pt x="121" y="151"/>
                    </a:lnTo>
                    <a:cubicBezTo>
                      <a:pt x="124" y="151"/>
                      <a:pt x="127" y="151"/>
                      <a:pt x="131" y="151"/>
                    </a:cubicBezTo>
                    <a:lnTo>
                      <a:pt x="131" y="151"/>
                    </a:lnTo>
                    <a:cubicBezTo>
                      <a:pt x="131" y="151"/>
                      <a:pt x="131" y="151"/>
                      <a:pt x="131" y="151"/>
                    </a:cubicBezTo>
                    <a:cubicBezTo>
                      <a:pt x="131" y="151"/>
                      <a:pt x="132" y="151"/>
                      <a:pt x="132" y="151"/>
                    </a:cubicBezTo>
                    <a:lnTo>
                      <a:pt x="132" y="151"/>
                    </a:lnTo>
                    <a:cubicBezTo>
                      <a:pt x="132" y="151"/>
                      <a:pt x="131" y="151"/>
                      <a:pt x="131" y="151"/>
                    </a:cubicBezTo>
                    <a:lnTo>
                      <a:pt x="131" y="151"/>
                    </a:lnTo>
                    <a:cubicBezTo>
                      <a:pt x="121" y="131"/>
                      <a:pt x="121" y="111"/>
                      <a:pt x="121" y="81"/>
                    </a:cubicBezTo>
                    <a:cubicBezTo>
                      <a:pt x="121" y="61"/>
                      <a:pt x="121" y="31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42" name="Google Shape;19042;p62"/>
              <p:cNvSpPr/>
              <p:nvPr/>
            </p:nvSpPr>
            <p:spPr>
              <a:xfrm>
                <a:off x="4863215" y="4497434"/>
                <a:ext cx="19755" cy="262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62" extrusionOk="0">
                    <a:moveTo>
                      <a:pt x="81" y="1"/>
                    </a:moveTo>
                    <a:lnTo>
                      <a:pt x="71" y="11"/>
                    </a:lnTo>
                    <a:lnTo>
                      <a:pt x="1" y="11"/>
                    </a:lnTo>
                    <a:cubicBezTo>
                      <a:pt x="1" y="41"/>
                      <a:pt x="1" y="71"/>
                      <a:pt x="1" y="91"/>
                    </a:cubicBezTo>
                    <a:cubicBezTo>
                      <a:pt x="1" y="121"/>
                      <a:pt x="1" y="141"/>
                      <a:pt x="11" y="161"/>
                    </a:cubicBezTo>
                    <a:cubicBezTo>
                      <a:pt x="51" y="151"/>
                      <a:pt x="81" y="151"/>
                      <a:pt x="101" y="141"/>
                    </a:cubicBezTo>
                    <a:cubicBezTo>
                      <a:pt x="111" y="131"/>
                      <a:pt x="111" y="131"/>
                      <a:pt x="111" y="131"/>
                    </a:cubicBezTo>
                    <a:cubicBezTo>
                      <a:pt x="121" y="121"/>
                      <a:pt x="91" y="71"/>
                      <a:pt x="81" y="21"/>
                    </a:cubicBezTo>
                    <a:cubicBezTo>
                      <a:pt x="81" y="21"/>
                      <a:pt x="81" y="11"/>
                      <a:pt x="81" y="11"/>
                    </a:cubicBezTo>
                    <a:cubicBezTo>
                      <a:pt x="81" y="11"/>
                      <a:pt x="81" y="1"/>
                      <a:pt x="8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43" name="Google Shape;19043;p62"/>
              <p:cNvSpPr/>
              <p:nvPr/>
            </p:nvSpPr>
            <p:spPr>
              <a:xfrm>
                <a:off x="4682993" y="4120337"/>
                <a:ext cx="342795" cy="244164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1508" extrusionOk="0">
                    <a:moveTo>
                      <a:pt x="367" y="0"/>
                    </a:moveTo>
                    <a:cubicBezTo>
                      <a:pt x="249" y="0"/>
                      <a:pt x="151" y="29"/>
                      <a:pt x="101" y="73"/>
                    </a:cubicBezTo>
                    <a:cubicBezTo>
                      <a:pt x="81" y="93"/>
                      <a:pt x="41" y="113"/>
                      <a:pt x="0" y="143"/>
                    </a:cubicBezTo>
                    <a:cubicBezTo>
                      <a:pt x="51" y="133"/>
                      <a:pt x="101" y="113"/>
                      <a:pt x="131" y="113"/>
                    </a:cubicBezTo>
                    <a:cubicBezTo>
                      <a:pt x="191" y="113"/>
                      <a:pt x="261" y="133"/>
                      <a:pt x="291" y="183"/>
                    </a:cubicBezTo>
                    <a:cubicBezTo>
                      <a:pt x="331" y="223"/>
                      <a:pt x="331" y="294"/>
                      <a:pt x="382" y="324"/>
                    </a:cubicBezTo>
                    <a:cubicBezTo>
                      <a:pt x="432" y="354"/>
                      <a:pt x="502" y="334"/>
                      <a:pt x="552" y="354"/>
                    </a:cubicBezTo>
                    <a:cubicBezTo>
                      <a:pt x="642" y="404"/>
                      <a:pt x="642" y="544"/>
                      <a:pt x="733" y="584"/>
                    </a:cubicBezTo>
                    <a:cubicBezTo>
                      <a:pt x="744" y="588"/>
                      <a:pt x="756" y="590"/>
                      <a:pt x="768" y="590"/>
                    </a:cubicBezTo>
                    <a:cubicBezTo>
                      <a:pt x="819" y="590"/>
                      <a:pt x="873" y="561"/>
                      <a:pt x="913" y="544"/>
                    </a:cubicBezTo>
                    <a:cubicBezTo>
                      <a:pt x="1004" y="494"/>
                      <a:pt x="1104" y="474"/>
                      <a:pt x="1204" y="474"/>
                    </a:cubicBezTo>
                    <a:cubicBezTo>
                      <a:pt x="1254" y="474"/>
                      <a:pt x="1304" y="484"/>
                      <a:pt x="1335" y="524"/>
                    </a:cubicBezTo>
                    <a:cubicBezTo>
                      <a:pt x="1365" y="544"/>
                      <a:pt x="1365" y="584"/>
                      <a:pt x="1375" y="615"/>
                    </a:cubicBezTo>
                    <a:cubicBezTo>
                      <a:pt x="1395" y="665"/>
                      <a:pt x="1425" y="705"/>
                      <a:pt x="1455" y="755"/>
                    </a:cubicBezTo>
                    <a:cubicBezTo>
                      <a:pt x="1505" y="865"/>
                      <a:pt x="1505" y="996"/>
                      <a:pt x="1455" y="1106"/>
                    </a:cubicBezTo>
                    <a:cubicBezTo>
                      <a:pt x="1425" y="1176"/>
                      <a:pt x="1525" y="1267"/>
                      <a:pt x="1495" y="1347"/>
                    </a:cubicBezTo>
                    <a:cubicBezTo>
                      <a:pt x="1487" y="1372"/>
                      <a:pt x="1449" y="1434"/>
                      <a:pt x="1377" y="1434"/>
                    </a:cubicBezTo>
                    <a:cubicBezTo>
                      <a:pt x="1364" y="1434"/>
                      <a:pt x="1350" y="1432"/>
                      <a:pt x="1335" y="1427"/>
                    </a:cubicBezTo>
                    <a:lnTo>
                      <a:pt x="1335" y="1427"/>
                    </a:lnTo>
                    <a:lnTo>
                      <a:pt x="1365" y="1447"/>
                    </a:lnTo>
                    <a:cubicBezTo>
                      <a:pt x="1381" y="1455"/>
                      <a:pt x="1401" y="1458"/>
                      <a:pt x="1422" y="1458"/>
                    </a:cubicBezTo>
                    <a:cubicBezTo>
                      <a:pt x="1477" y="1458"/>
                      <a:pt x="1535" y="1437"/>
                      <a:pt x="1535" y="1437"/>
                    </a:cubicBezTo>
                    <a:cubicBezTo>
                      <a:pt x="1535" y="1437"/>
                      <a:pt x="1535" y="1467"/>
                      <a:pt x="1545" y="1507"/>
                    </a:cubicBezTo>
                    <a:cubicBezTo>
                      <a:pt x="1595" y="1487"/>
                      <a:pt x="1625" y="1467"/>
                      <a:pt x="1666" y="1437"/>
                    </a:cubicBezTo>
                    <a:cubicBezTo>
                      <a:pt x="1716" y="1397"/>
                      <a:pt x="1766" y="1347"/>
                      <a:pt x="1806" y="1297"/>
                    </a:cubicBezTo>
                    <a:cubicBezTo>
                      <a:pt x="1826" y="1166"/>
                      <a:pt x="1856" y="1056"/>
                      <a:pt x="1886" y="1026"/>
                    </a:cubicBezTo>
                    <a:cubicBezTo>
                      <a:pt x="1916" y="986"/>
                      <a:pt x="1987" y="915"/>
                      <a:pt x="2037" y="905"/>
                    </a:cubicBezTo>
                    <a:cubicBezTo>
                      <a:pt x="2037" y="875"/>
                      <a:pt x="2037" y="845"/>
                      <a:pt x="2037" y="815"/>
                    </a:cubicBezTo>
                    <a:cubicBezTo>
                      <a:pt x="2007" y="705"/>
                      <a:pt x="1916" y="605"/>
                      <a:pt x="1956" y="494"/>
                    </a:cubicBezTo>
                    <a:cubicBezTo>
                      <a:pt x="1987" y="394"/>
                      <a:pt x="2117" y="334"/>
                      <a:pt x="2097" y="223"/>
                    </a:cubicBezTo>
                    <a:lnTo>
                      <a:pt x="2087" y="193"/>
                    </a:lnTo>
                    <a:cubicBezTo>
                      <a:pt x="2057" y="203"/>
                      <a:pt x="2037" y="213"/>
                      <a:pt x="2027" y="223"/>
                    </a:cubicBezTo>
                    <a:cubicBezTo>
                      <a:pt x="2020" y="225"/>
                      <a:pt x="2013" y="226"/>
                      <a:pt x="2006" y="226"/>
                    </a:cubicBezTo>
                    <a:cubicBezTo>
                      <a:pt x="1972" y="226"/>
                      <a:pt x="1932" y="208"/>
                      <a:pt x="1816" y="183"/>
                    </a:cubicBezTo>
                    <a:cubicBezTo>
                      <a:pt x="1676" y="143"/>
                      <a:pt x="1565" y="83"/>
                      <a:pt x="1415" y="73"/>
                    </a:cubicBezTo>
                    <a:cubicBezTo>
                      <a:pt x="1399" y="72"/>
                      <a:pt x="1381" y="71"/>
                      <a:pt x="1361" y="71"/>
                    </a:cubicBezTo>
                    <a:cubicBezTo>
                      <a:pt x="1274" y="71"/>
                      <a:pt x="1151" y="79"/>
                      <a:pt x="1019" y="79"/>
                    </a:cubicBezTo>
                    <a:cubicBezTo>
                      <a:pt x="877" y="79"/>
                      <a:pt x="723" y="70"/>
                      <a:pt x="592" y="33"/>
                    </a:cubicBezTo>
                    <a:cubicBezTo>
                      <a:pt x="514" y="10"/>
                      <a:pt x="437" y="0"/>
                      <a:pt x="367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44" name="Google Shape;19044;p62"/>
              <p:cNvSpPr/>
              <p:nvPr/>
            </p:nvSpPr>
            <p:spPr>
              <a:xfrm>
                <a:off x="4929928" y="4151586"/>
                <a:ext cx="92621" cy="212915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315" extrusionOk="0">
                    <a:moveTo>
                      <a:pt x="562" y="0"/>
                    </a:moveTo>
                    <a:cubicBezTo>
                      <a:pt x="532" y="10"/>
                      <a:pt x="512" y="20"/>
                      <a:pt x="502" y="30"/>
                    </a:cubicBezTo>
                    <a:cubicBezTo>
                      <a:pt x="472" y="30"/>
                      <a:pt x="451" y="30"/>
                      <a:pt x="401" y="10"/>
                    </a:cubicBezTo>
                    <a:cubicBezTo>
                      <a:pt x="401" y="81"/>
                      <a:pt x="361" y="151"/>
                      <a:pt x="341" y="211"/>
                    </a:cubicBezTo>
                    <a:cubicBezTo>
                      <a:pt x="301" y="301"/>
                      <a:pt x="271" y="391"/>
                      <a:pt x="291" y="482"/>
                    </a:cubicBezTo>
                    <a:cubicBezTo>
                      <a:pt x="311" y="532"/>
                      <a:pt x="341" y="572"/>
                      <a:pt x="331" y="622"/>
                    </a:cubicBezTo>
                    <a:cubicBezTo>
                      <a:pt x="321" y="682"/>
                      <a:pt x="251" y="722"/>
                      <a:pt x="231" y="773"/>
                    </a:cubicBezTo>
                    <a:cubicBezTo>
                      <a:pt x="221" y="813"/>
                      <a:pt x="231" y="863"/>
                      <a:pt x="231" y="913"/>
                    </a:cubicBezTo>
                    <a:cubicBezTo>
                      <a:pt x="221" y="983"/>
                      <a:pt x="181" y="1043"/>
                      <a:pt x="130" y="1104"/>
                    </a:cubicBezTo>
                    <a:cubicBezTo>
                      <a:pt x="90" y="1154"/>
                      <a:pt x="40" y="1194"/>
                      <a:pt x="0" y="1254"/>
                    </a:cubicBezTo>
                    <a:lnTo>
                      <a:pt x="10" y="1244"/>
                    </a:lnTo>
                    <a:cubicBezTo>
                      <a:pt x="10" y="1244"/>
                      <a:pt x="10" y="1274"/>
                      <a:pt x="20" y="1314"/>
                    </a:cubicBezTo>
                    <a:cubicBezTo>
                      <a:pt x="70" y="1294"/>
                      <a:pt x="100" y="1274"/>
                      <a:pt x="141" y="1244"/>
                    </a:cubicBezTo>
                    <a:cubicBezTo>
                      <a:pt x="191" y="1204"/>
                      <a:pt x="241" y="1154"/>
                      <a:pt x="281" y="1104"/>
                    </a:cubicBezTo>
                    <a:cubicBezTo>
                      <a:pt x="301" y="973"/>
                      <a:pt x="331" y="863"/>
                      <a:pt x="361" y="833"/>
                    </a:cubicBezTo>
                    <a:cubicBezTo>
                      <a:pt x="391" y="793"/>
                      <a:pt x="462" y="722"/>
                      <a:pt x="512" y="712"/>
                    </a:cubicBezTo>
                    <a:cubicBezTo>
                      <a:pt x="512" y="682"/>
                      <a:pt x="512" y="652"/>
                      <a:pt x="512" y="622"/>
                    </a:cubicBezTo>
                    <a:cubicBezTo>
                      <a:pt x="482" y="512"/>
                      <a:pt x="391" y="412"/>
                      <a:pt x="431" y="301"/>
                    </a:cubicBezTo>
                    <a:cubicBezTo>
                      <a:pt x="441" y="261"/>
                      <a:pt x="472" y="221"/>
                      <a:pt x="502" y="191"/>
                    </a:cubicBezTo>
                    <a:cubicBezTo>
                      <a:pt x="502" y="171"/>
                      <a:pt x="512" y="151"/>
                      <a:pt x="522" y="121"/>
                    </a:cubicBezTo>
                    <a:cubicBezTo>
                      <a:pt x="542" y="91"/>
                      <a:pt x="562" y="60"/>
                      <a:pt x="572" y="30"/>
                    </a:cubicBezTo>
                    <a:lnTo>
                      <a:pt x="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45" name="Google Shape;19045;p62"/>
              <p:cNvSpPr/>
              <p:nvPr/>
            </p:nvSpPr>
            <p:spPr>
              <a:xfrm>
                <a:off x="5084242" y="4205180"/>
                <a:ext cx="5020" cy="6638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0" y="0"/>
                    </a:moveTo>
                    <a:lnTo>
                      <a:pt x="0" y="40"/>
                    </a:lnTo>
                    <a:cubicBezTo>
                      <a:pt x="20" y="40"/>
                      <a:pt x="30" y="10"/>
                      <a:pt x="30" y="0"/>
                    </a:cubicBezTo>
                    <a:close/>
                  </a:path>
                </a:pathLst>
              </a:custGeom>
              <a:solidFill>
                <a:srgbClr val="2833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46" name="Google Shape;19046;p62"/>
              <p:cNvSpPr/>
              <p:nvPr/>
            </p:nvSpPr>
            <p:spPr>
              <a:xfrm>
                <a:off x="4965551" y="4145595"/>
                <a:ext cx="149133" cy="160779"/>
              </a:xfrm>
              <a:custGeom>
                <a:avLst/>
                <a:gdLst/>
                <a:ahLst/>
                <a:cxnLst/>
                <a:rect l="l" t="t" r="r" b="b"/>
                <a:pathLst>
                  <a:path w="921" h="993" extrusionOk="0">
                    <a:moveTo>
                      <a:pt x="490" y="1"/>
                    </a:moveTo>
                    <a:cubicBezTo>
                      <a:pt x="410" y="1"/>
                      <a:pt x="343" y="24"/>
                      <a:pt x="312" y="47"/>
                    </a:cubicBezTo>
                    <a:cubicBezTo>
                      <a:pt x="262" y="77"/>
                      <a:pt x="242" y="107"/>
                      <a:pt x="231" y="107"/>
                    </a:cubicBezTo>
                    <a:cubicBezTo>
                      <a:pt x="206" y="107"/>
                      <a:pt x="165" y="63"/>
                      <a:pt x="110" y="63"/>
                    </a:cubicBezTo>
                    <a:cubicBezTo>
                      <a:pt x="101" y="63"/>
                      <a:pt x="91" y="64"/>
                      <a:pt x="81" y="67"/>
                    </a:cubicBezTo>
                    <a:cubicBezTo>
                      <a:pt x="11" y="87"/>
                      <a:pt x="1" y="158"/>
                      <a:pt x="21" y="208"/>
                    </a:cubicBezTo>
                    <a:cubicBezTo>
                      <a:pt x="51" y="258"/>
                      <a:pt x="181" y="288"/>
                      <a:pt x="181" y="308"/>
                    </a:cubicBezTo>
                    <a:cubicBezTo>
                      <a:pt x="191" y="328"/>
                      <a:pt x="181" y="469"/>
                      <a:pt x="191" y="559"/>
                    </a:cubicBezTo>
                    <a:cubicBezTo>
                      <a:pt x="211" y="659"/>
                      <a:pt x="242" y="719"/>
                      <a:pt x="352" y="790"/>
                    </a:cubicBezTo>
                    <a:cubicBezTo>
                      <a:pt x="392" y="820"/>
                      <a:pt x="532" y="900"/>
                      <a:pt x="562" y="940"/>
                    </a:cubicBezTo>
                    <a:cubicBezTo>
                      <a:pt x="589" y="966"/>
                      <a:pt x="622" y="992"/>
                      <a:pt x="676" y="992"/>
                    </a:cubicBezTo>
                    <a:cubicBezTo>
                      <a:pt x="685" y="992"/>
                      <a:pt x="694" y="992"/>
                      <a:pt x="703" y="990"/>
                    </a:cubicBezTo>
                    <a:cubicBezTo>
                      <a:pt x="773" y="980"/>
                      <a:pt x="763" y="950"/>
                      <a:pt x="763" y="950"/>
                    </a:cubicBezTo>
                    <a:cubicBezTo>
                      <a:pt x="793" y="940"/>
                      <a:pt x="833" y="900"/>
                      <a:pt x="823" y="850"/>
                    </a:cubicBezTo>
                    <a:cubicBezTo>
                      <a:pt x="813" y="800"/>
                      <a:pt x="783" y="719"/>
                      <a:pt x="773" y="629"/>
                    </a:cubicBezTo>
                    <a:cubicBezTo>
                      <a:pt x="753" y="549"/>
                      <a:pt x="733" y="368"/>
                      <a:pt x="733" y="368"/>
                    </a:cubicBezTo>
                    <a:lnTo>
                      <a:pt x="763" y="368"/>
                    </a:lnTo>
                    <a:cubicBezTo>
                      <a:pt x="763" y="368"/>
                      <a:pt x="763" y="348"/>
                      <a:pt x="743" y="318"/>
                    </a:cubicBezTo>
                    <a:cubicBezTo>
                      <a:pt x="723" y="278"/>
                      <a:pt x="733" y="248"/>
                      <a:pt x="733" y="248"/>
                    </a:cubicBezTo>
                    <a:cubicBezTo>
                      <a:pt x="733" y="248"/>
                      <a:pt x="883" y="238"/>
                      <a:pt x="904" y="168"/>
                    </a:cubicBezTo>
                    <a:cubicBezTo>
                      <a:pt x="921" y="107"/>
                      <a:pt x="886" y="53"/>
                      <a:pt x="837" y="53"/>
                    </a:cubicBezTo>
                    <a:cubicBezTo>
                      <a:pt x="829" y="53"/>
                      <a:pt x="821" y="55"/>
                      <a:pt x="813" y="57"/>
                    </a:cubicBezTo>
                    <a:cubicBezTo>
                      <a:pt x="763" y="77"/>
                      <a:pt x="703" y="97"/>
                      <a:pt x="703" y="97"/>
                    </a:cubicBezTo>
                    <a:cubicBezTo>
                      <a:pt x="703" y="97"/>
                      <a:pt x="653" y="27"/>
                      <a:pt x="562" y="7"/>
                    </a:cubicBezTo>
                    <a:cubicBezTo>
                      <a:pt x="538" y="3"/>
                      <a:pt x="513" y="1"/>
                      <a:pt x="490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47" name="Google Shape;19047;p62"/>
              <p:cNvSpPr/>
              <p:nvPr/>
            </p:nvSpPr>
            <p:spPr>
              <a:xfrm>
                <a:off x="5048457" y="4289537"/>
                <a:ext cx="44044" cy="16839"/>
              </a:xfrm>
              <a:custGeom>
                <a:avLst/>
                <a:gdLst/>
                <a:ahLst/>
                <a:cxnLst/>
                <a:rect l="l" t="t" r="r" b="b"/>
                <a:pathLst>
                  <a:path w="272" h="104" extrusionOk="0">
                    <a:moveTo>
                      <a:pt x="0" y="1"/>
                    </a:moveTo>
                    <a:cubicBezTo>
                      <a:pt x="20" y="21"/>
                      <a:pt x="40" y="41"/>
                      <a:pt x="50" y="51"/>
                    </a:cubicBezTo>
                    <a:cubicBezTo>
                      <a:pt x="77" y="77"/>
                      <a:pt x="110" y="103"/>
                      <a:pt x="164" y="103"/>
                    </a:cubicBezTo>
                    <a:cubicBezTo>
                      <a:pt x="173" y="103"/>
                      <a:pt x="182" y="103"/>
                      <a:pt x="191" y="101"/>
                    </a:cubicBezTo>
                    <a:cubicBezTo>
                      <a:pt x="261" y="91"/>
                      <a:pt x="251" y="61"/>
                      <a:pt x="251" y="61"/>
                    </a:cubicBezTo>
                    <a:lnTo>
                      <a:pt x="271" y="51"/>
                    </a:lnTo>
                    <a:cubicBezTo>
                      <a:pt x="265" y="39"/>
                      <a:pt x="249" y="34"/>
                      <a:pt x="227" y="34"/>
                    </a:cubicBezTo>
                    <a:cubicBezTo>
                      <a:pt x="211" y="34"/>
                      <a:pt x="192" y="37"/>
                      <a:pt x="171" y="41"/>
                    </a:cubicBezTo>
                    <a:cubicBezTo>
                      <a:pt x="141" y="41"/>
                      <a:pt x="111" y="41"/>
                      <a:pt x="101" y="31"/>
                    </a:cubicBezTo>
                    <a:cubicBezTo>
                      <a:pt x="71" y="11"/>
                      <a:pt x="20" y="21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48" name="Google Shape;19048;p62"/>
              <p:cNvSpPr/>
              <p:nvPr/>
            </p:nvSpPr>
            <p:spPr>
              <a:xfrm>
                <a:off x="5053314" y="4149967"/>
                <a:ext cx="61370" cy="144588"/>
              </a:xfrm>
              <a:custGeom>
                <a:avLst/>
                <a:gdLst/>
                <a:ahLst/>
                <a:cxnLst/>
                <a:rect l="l" t="t" r="r" b="b"/>
                <a:pathLst>
                  <a:path w="379" h="893" extrusionOk="0">
                    <a:moveTo>
                      <a:pt x="61" y="0"/>
                    </a:moveTo>
                    <a:cubicBezTo>
                      <a:pt x="51" y="30"/>
                      <a:pt x="31" y="70"/>
                      <a:pt x="20" y="111"/>
                    </a:cubicBezTo>
                    <a:cubicBezTo>
                      <a:pt x="0" y="171"/>
                      <a:pt x="31" y="201"/>
                      <a:pt x="61" y="251"/>
                    </a:cubicBezTo>
                    <a:cubicBezTo>
                      <a:pt x="121" y="361"/>
                      <a:pt x="161" y="502"/>
                      <a:pt x="161" y="622"/>
                    </a:cubicBezTo>
                    <a:cubicBezTo>
                      <a:pt x="171" y="692"/>
                      <a:pt x="171" y="753"/>
                      <a:pt x="191" y="813"/>
                    </a:cubicBezTo>
                    <a:cubicBezTo>
                      <a:pt x="201" y="843"/>
                      <a:pt x="231" y="873"/>
                      <a:pt x="261" y="893"/>
                    </a:cubicBezTo>
                    <a:cubicBezTo>
                      <a:pt x="271" y="873"/>
                      <a:pt x="281" y="853"/>
                      <a:pt x="281" y="823"/>
                    </a:cubicBezTo>
                    <a:cubicBezTo>
                      <a:pt x="271" y="773"/>
                      <a:pt x="241" y="692"/>
                      <a:pt x="231" y="602"/>
                    </a:cubicBezTo>
                    <a:cubicBezTo>
                      <a:pt x="211" y="522"/>
                      <a:pt x="191" y="341"/>
                      <a:pt x="191" y="341"/>
                    </a:cubicBezTo>
                    <a:lnTo>
                      <a:pt x="221" y="341"/>
                    </a:lnTo>
                    <a:cubicBezTo>
                      <a:pt x="221" y="341"/>
                      <a:pt x="221" y="321"/>
                      <a:pt x="201" y="291"/>
                    </a:cubicBezTo>
                    <a:cubicBezTo>
                      <a:pt x="181" y="251"/>
                      <a:pt x="191" y="221"/>
                      <a:pt x="191" y="221"/>
                    </a:cubicBezTo>
                    <a:cubicBezTo>
                      <a:pt x="191" y="221"/>
                      <a:pt x="341" y="211"/>
                      <a:pt x="362" y="141"/>
                    </a:cubicBezTo>
                    <a:cubicBezTo>
                      <a:pt x="379" y="80"/>
                      <a:pt x="344" y="26"/>
                      <a:pt x="295" y="26"/>
                    </a:cubicBezTo>
                    <a:cubicBezTo>
                      <a:pt x="287" y="26"/>
                      <a:pt x="279" y="28"/>
                      <a:pt x="271" y="30"/>
                    </a:cubicBezTo>
                    <a:cubicBezTo>
                      <a:pt x="221" y="50"/>
                      <a:pt x="161" y="70"/>
                      <a:pt x="161" y="70"/>
                    </a:cubicBezTo>
                    <a:cubicBezTo>
                      <a:pt x="161" y="70"/>
                      <a:pt x="131" y="20"/>
                      <a:pt x="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49" name="Google Shape;19049;p62"/>
              <p:cNvSpPr/>
              <p:nvPr/>
            </p:nvSpPr>
            <p:spPr>
              <a:xfrm>
                <a:off x="5084242" y="4205180"/>
                <a:ext cx="9877" cy="810"/>
              </a:xfrm>
              <a:custGeom>
                <a:avLst/>
                <a:gdLst/>
                <a:ahLst/>
                <a:cxnLst/>
                <a:rect l="l" t="t" r="r" b="b"/>
                <a:pathLst>
                  <a:path w="61" h="5" extrusionOk="0">
                    <a:moveTo>
                      <a:pt x="0" y="0"/>
                    </a:moveTo>
                    <a:cubicBezTo>
                      <a:pt x="10" y="4"/>
                      <a:pt x="20" y="5"/>
                      <a:pt x="29" y="5"/>
                    </a:cubicBezTo>
                    <a:cubicBezTo>
                      <a:pt x="47" y="5"/>
                      <a:pt x="60" y="0"/>
                      <a:pt x="60" y="0"/>
                    </a:cubicBezTo>
                    <a:close/>
                  </a:path>
                </a:pathLst>
              </a:custGeom>
              <a:solidFill>
                <a:srgbClr val="2833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50" name="Google Shape;19050;p62"/>
              <p:cNvSpPr/>
              <p:nvPr/>
            </p:nvSpPr>
            <p:spPr>
              <a:xfrm>
                <a:off x="5082461" y="4159034"/>
                <a:ext cx="29470" cy="23477"/>
              </a:xfrm>
              <a:custGeom>
                <a:avLst/>
                <a:gdLst/>
                <a:ahLst/>
                <a:cxnLst/>
                <a:rect l="l" t="t" r="r" b="b"/>
                <a:pathLst>
                  <a:path w="182" h="145" extrusionOk="0">
                    <a:moveTo>
                      <a:pt x="118" y="0"/>
                    </a:moveTo>
                    <a:cubicBezTo>
                      <a:pt x="102" y="0"/>
                      <a:pt x="84" y="5"/>
                      <a:pt x="61" y="14"/>
                    </a:cubicBezTo>
                    <a:cubicBezTo>
                      <a:pt x="1" y="45"/>
                      <a:pt x="1" y="115"/>
                      <a:pt x="1" y="145"/>
                    </a:cubicBezTo>
                    <a:cubicBezTo>
                      <a:pt x="1" y="145"/>
                      <a:pt x="71" y="145"/>
                      <a:pt x="121" y="125"/>
                    </a:cubicBezTo>
                    <a:cubicBezTo>
                      <a:pt x="171" y="105"/>
                      <a:pt x="182" y="55"/>
                      <a:pt x="161" y="24"/>
                    </a:cubicBezTo>
                    <a:cubicBezTo>
                      <a:pt x="150" y="8"/>
                      <a:pt x="136" y="0"/>
                      <a:pt x="1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51" name="Google Shape;19051;p62"/>
              <p:cNvSpPr/>
              <p:nvPr/>
            </p:nvSpPr>
            <p:spPr>
              <a:xfrm>
                <a:off x="4968790" y="4159520"/>
                <a:ext cx="35947" cy="32868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03" extrusionOk="0">
                    <a:moveTo>
                      <a:pt x="90" y="1"/>
                    </a:moveTo>
                    <a:cubicBezTo>
                      <a:pt x="87" y="1"/>
                      <a:pt x="84" y="1"/>
                      <a:pt x="81" y="1"/>
                    </a:cubicBezTo>
                    <a:cubicBezTo>
                      <a:pt x="21" y="1"/>
                      <a:pt x="1" y="82"/>
                      <a:pt x="31" y="122"/>
                    </a:cubicBezTo>
                    <a:cubicBezTo>
                      <a:pt x="61" y="172"/>
                      <a:pt x="161" y="182"/>
                      <a:pt x="191" y="202"/>
                    </a:cubicBezTo>
                    <a:lnTo>
                      <a:pt x="171" y="162"/>
                    </a:lnTo>
                    <a:lnTo>
                      <a:pt x="201" y="172"/>
                    </a:lnTo>
                    <a:lnTo>
                      <a:pt x="151" y="122"/>
                    </a:lnTo>
                    <a:lnTo>
                      <a:pt x="151" y="122"/>
                    </a:lnTo>
                    <a:cubicBezTo>
                      <a:pt x="161" y="128"/>
                      <a:pt x="172" y="131"/>
                      <a:pt x="183" y="131"/>
                    </a:cubicBezTo>
                    <a:cubicBezTo>
                      <a:pt x="204" y="131"/>
                      <a:pt x="222" y="122"/>
                      <a:pt x="222" y="122"/>
                    </a:cubicBezTo>
                    <a:cubicBezTo>
                      <a:pt x="193" y="103"/>
                      <a:pt x="155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52" name="Google Shape;19052;p62"/>
              <p:cNvSpPr/>
              <p:nvPr/>
            </p:nvSpPr>
            <p:spPr>
              <a:xfrm>
                <a:off x="5027245" y="4198703"/>
                <a:ext cx="16516" cy="8258"/>
              </a:xfrm>
              <a:custGeom>
                <a:avLst/>
                <a:gdLst/>
                <a:ahLst/>
                <a:cxnLst/>
                <a:rect l="l" t="t" r="r" b="b"/>
                <a:pathLst>
                  <a:path w="102" h="51" extrusionOk="0">
                    <a:moveTo>
                      <a:pt x="51" y="0"/>
                    </a:moveTo>
                    <a:cubicBezTo>
                      <a:pt x="21" y="0"/>
                      <a:pt x="1" y="30"/>
                      <a:pt x="1" y="30"/>
                    </a:cubicBezTo>
                    <a:lnTo>
                      <a:pt x="101" y="50"/>
                    </a:lnTo>
                    <a:cubicBezTo>
                      <a:pt x="91" y="30"/>
                      <a:pt x="71" y="0"/>
                      <a:pt x="51" y="0"/>
                    </a:cubicBezTo>
                    <a:close/>
                  </a:path>
                </a:pathLst>
              </a:custGeom>
              <a:solidFill>
                <a:srgbClr val="E0D4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53" name="Google Shape;19053;p62"/>
              <p:cNvSpPr/>
              <p:nvPr/>
            </p:nvSpPr>
            <p:spPr>
              <a:xfrm>
                <a:off x="5025625" y="4201294"/>
                <a:ext cx="18136" cy="5667"/>
              </a:xfrm>
              <a:custGeom>
                <a:avLst/>
                <a:gdLst/>
                <a:ahLst/>
                <a:cxnLst/>
                <a:rect l="l" t="t" r="r" b="b"/>
                <a:pathLst>
                  <a:path w="112" h="35" extrusionOk="0">
                    <a:moveTo>
                      <a:pt x="1" y="4"/>
                    </a:moveTo>
                    <a:cubicBezTo>
                      <a:pt x="1" y="4"/>
                      <a:pt x="1" y="7"/>
                      <a:pt x="5" y="8"/>
                    </a:cubicBezTo>
                    <a:lnTo>
                      <a:pt x="5" y="8"/>
                    </a:lnTo>
                    <a:lnTo>
                      <a:pt x="1" y="4"/>
                    </a:lnTo>
                    <a:close/>
                    <a:moveTo>
                      <a:pt x="53" y="0"/>
                    </a:moveTo>
                    <a:cubicBezTo>
                      <a:pt x="46" y="0"/>
                      <a:pt x="39" y="2"/>
                      <a:pt x="31" y="4"/>
                    </a:cubicBezTo>
                    <a:cubicBezTo>
                      <a:pt x="21" y="8"/>
                      <a:pt x="14" y="9"/>
                      <a:pt x="10" y="9"/>
                    </a:cubicBezTo>
                    <a:cubicBezTo>
                      <a:pt x="8" y="9"/>
                      <a:pt x="6" y="8"/>
                      <a:pt x="5" y="8"/>
                    </a:cubicBezTo>
                    <a:lnTo>
                      <a:pt x="5" y="8"/>
                    </a:lnTo>
                    <a:lnTo>
                      <a:pt x="21" y="24"/>
                    </a:lnTo>
                    <a:lnTo>
                      <a:pt x="51" y="34"/>
                    </a:lnTo>
                    <a:lnTo>
                      <a:pt x="111" y="34"/>
                    </a:lnTo>
                    <a:cubicBezTo>
                      <a:pt x="96" y="12"/>
                      <a:pt x="76" y="0"/>
                      <a:pt x="53" y="0"/>
                    </a:cubicBezTo>
                    <a:close/>
                  </a:path>
                </a:pathLst>
              </a:custGeom>
              <a:solidFill>
                <a:srgbClr val="2833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54" name="Google Shape;19054;p62"/>
              <p:cNvSpPr/>
              <p:nvPr/>
            </p:nvSpPr>
            <p:spPr>
              <a:xfrm>
                <a:off x="5028864" y="4201941"/>
                <a:ext cx="14897" cy="11496"/>
              </a:xfrm>
              <a:custGeom>
                <a:avLst/>
                <a:gdLst/>
                <a:ahLst/>
                <a:cxnLst/>
                <a:rect l="l" t="t" r="r" b="b"/>
                <a:pathLst>
                  <a:path w="92" h="71" extrusionOk="0">
                    <a:moveTo>
                      <a:pt x="43" y="0"/>
                    </a:moveTo>
                    <a:cubicBezTo>
                      <a:pt x="30" y="0"/>
                      <a:pt x="15" y="6"/>
                      <a:pt x="1" y="20"/>
                    </a:cubicBezTo>
                    <a:cubicBezTo>
                      <a:pt x="1" y="20"/>
                      <a:pt x="11" y="60"/>
                      <a:pt x="41" y="70"/>
                    </a:cubicBezTo>
                    <a:cubicBezTo>
                      <a:pt x="81" y="70"/>
                      <a:pt x="91" y="30"/>
                      <a:pt x="91" y="30"/>
                    </a:cubicBezTo>
                    <a:cubicBezTo>
                      <a:pt x="85" y="17"/>
                      <a:pt x="66" y="0"/>
                      <a:pt x="43" y="0"/>
                    </a:cubicBezTo>
                    <a:close/>
                  </a:path>
                </a:pathLst>
              </a:custGeom>
              <a:solidFill>
                <a:srgbClr val="2833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55" name="Google Shape;19055;p62"/>
              <p:cNvSpPr/>
              <p:nvPr/>
            </p:nvSpPr>
            <p:spPr>
              <a:xfrm>
                <a:off x="5084242" y="4202427"/>
                <a:ext cx="5020" cy="2914"/>
              </a:xfrm>
              <a:custGeom>
                <a:avLst/>
                <a:gdLst/>
                <a:ahLst/>
                <a:cxnLst/>
                <a:rect l="l" t="t" r="r" b="b"/>
                <a:pathLst>
                  <a:path w="31" h="18" extrusionOk="0">
                    <a:moveTo>
                      <a:pt x="8" y="0"/>
                    </a:moveTo>
                    <a:cubicBezTo>
                      <a:pt x="0" y="0"/>
                      <a:pt x="0" y="17"/>
                      <a:pt x="0" y="17"/>
                    </a:cubicBezTo>
                    <a:lnTo>
                      <a:pt x="30" y="17"/>
                    </a:lnTo>
                    <a:lnTo>
                      <a:pt x="20" y="7"/>
                    </a:lnTo>
                    <a:cubicBezTo>
                      <a:pt x="15" y="2"/>
                      <a:pt x="11" y="0"/>
                      <a:pt x="8" y="0"/>
                    </a:cubicBezTo>
                    <a:close/>
                  </a:path>
                </a:pathLst>
              </a:custGeom>
              <a:solidFill>
                <a:srgbClr val="E0D4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56" name="Google Shape;19056;p62"/>
              <p:cNvSpPr/>
              <p:nvPr/>
            </p:nvSpPr>
            <p:spPr>
              <a:xfrm>
                <a:off x="5080842" y="4172635"/>
                <a:ext cx="11659" cy="11334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" extrusionOk="0">
                    <a:moveTo>
                      <a:pt x="71" y="1"/>
                    </a:moveTo>
                    <a:cubicBezTo>
                      <a:pt x="41" y="1"/>
                      <a:pt x="1" y="21"/>
                      <a:pt x="1" y="31"/>
                    </a:cubicBezTo>
                    <a:cubicBezTo>
                      <a:pt x="1" y="31"/>
                      <a:pt x="7" y="69"/>
                      <a:pt x="10" y="69"/>
                    </a:cubicBezTo>
                    <a:cubicBezTo>
                      <a:pt x="11" y="69"/>
                      <a:pt x="11" y="67"/>
                      <a:pt x="11" y="61"/>
                    </a:cubicBezTo>
                    <a:cubicBezTo>
                      <a:pt x="21" y="31"/>
                      <a:pt x="71" y="1"/>
                      <a:pt x="71" y="1"/>
                    </a:cubicBezTo>
                    <a:close/>
                  </a:path>
                </a:pathLst>
              </a:custGeom>
              <a:solidFill>
                <a:srgbClr val="E0D4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57" name="Google Shape;19057;p62"/>
              <p:cNvSpPr/>
              <p:nvPr/>
            </p:nvSpPr>
            <p:spPr>
              <a:xfrm>
                <a:off x="5058172" y="4274641"/>
                <a:ext cx="42424" cy="25582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58" extrusionOk="0">
                    <a:moveTo>
                      <a:pt x="82" y="1"/>
                    </a:moveTo>
                    <a:cubicBezTo>
                      <a:pt x="39" y="1"/>
                      <a:pt x="1" y="30"/>
                      <a:pt x="1" y="83"/>
                    </a:cubicBezTo>
                    <a:cubicBezTo>
                      <a:pt x="9" y="126"/>
                      <a:pt x="41" y="155"/>
                      <a:pt x="82" y="155"/>
                    </a:cubicBezTo>
                    <a:cubicBezTo>
                      <a:pt x="88" y="155"/>
                      <a:pt x="94" y="154"/>
                      <a:pt x="101" y="153"/>
                    </a:cubicBezTo>
                    <a:lnTo>
                      <a:pt x="151" y="153"/>
                    </a:lnTo>
                    <a:cubicBezTo>
                      <a:pt x="158" y="153"/>
                      <a:pt x="164" y="157"/>
                      <a:pt x="174" y="157"/>
                    </a:cubicBezTo>
                    <a:cubicBezTo>
                      <a:pt x="179" y="157"/>
                      <a:pt x="184" y="156"/>
                      <a:pt x="191" y="153"/>
                    </a:cubicBezTo>
                    <a:cubicBezTo>
                      <a:pt x="221" y="143"/>
                      <a:pt x="261" y="103"/>
                      <a:pt x="251" y="53"/>
                    </a:cubicBezTo>
                    <a:lnTo>
                      <a:pt x="241" y="23"/>
                    </a:lnTo>
                    <a:cubicBezTo>
                      <a:pt x="221" y="3"/>
                      <a:pt x="191" y="3"/>
                      <a:pt x="161" y="3"/>
                    </a:cubicBezTo>
                    <a:cubicBezTo>
                      <a:pt x="151" y="8"/>
                      <a:pt x="141" y="10"/>
                      <a:pt x="131" y="10"/>
                    </a:cubicBezTo>
                    <a:cubicBezTo>
                      <a:pt x="121" y="10"/>
                      <a:pt x="111" y="8"/>
                      <a:pt x="101" y="3"/>
                    </a:cubicBezTo>
                    <a:cubicBezTo>
                      <a:pt x="94" y="1"/>
                      <a:pt x="88" y="1"/>
                      <a:pt x="82" y="1"/>
                    </a:cubicBezTo>
                    <a:close/>
                  </a:path>
                </a:pathLst>
              </a:custGeom>
              <a:solidFill>
                <a:srgbClr val="E0B9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58" name="Google Shape;19058;p62"/>
              <p:cNvSpPr/>
              <p:nvPr/>
            </p:nvSpPr>
            <p:spPr>
              <a:xfrm>
                <a:off x="5069507" y="4283060"/>
                <a:ext cx="5020" cy="8258"/>
              </a:xfrm>
              <a:custGeom>
                <a:avLst/>
                <a:gdLst/>
                <a:ahLst/>
                <a:cxnLst/>
                <a:rect l="l" t="t" r="r" b="b"/>
                <a:pathLst>
                  <a:path w="31" h="51" extrusionOk="0">
                    <a:moveTo>
                      <a:pt x="1" y="1"/>
                    </a:moveTo>
                    <a:lnTo>
                      <a:pt x="11" y="31"/>
                    </a:lnTo>
                    <a:lnTo>
                      <a:pt x="31" y="51"/>
                    </a:lnTo>
                    <a:lnTo>
                      <a:pt x="31" y="2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93B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59" name="Google Shape;19059;p62"/>
              <p:cNvSpPr/>
              <p:nvPr/>
            </p:nvSpPr>
            <p:spPr>
              <a:xfrm>
                <a:off x="5092338" y="4283060"/>
                <a:ext cx="3400" cy="6638"/>
              </a:xfrm>
              <a:custGeom>
                <a:avLst/>
                <a:gdLst/>
                <a:ahLst/>
                <a:cxnLst/>
                <a:rect l="l" t="t" r="r" b="b"/>
                <a:pathLst>
                  <a:path w="21" h="41" extrusionOk="0">
                    <a:moveTo>
                      <a:pt x="20" y="1"/>
                    </a:moveTo>
                    <a:lnTo>
                      <a:pt x="0" y="21"/>
                    </a:lnTo>
                    <a:lnTo>
                      <a:pt x="0" y="41"/>
                    </a:lnTo>
                    <a:lnTo>
                      <a:pt x="20" y="21"/>
                    </a:lnTo>
                    <a:lnTo>
                      <a:pt x="20" y="1"/>
                    </a:lnTo>
                    <a:close/>
                  </a:path>
                </a:pathLst>
              </a:custGeom>
              <a:solidFill>
                <a:srgbClr val="593B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60" name="Google Shape;19060;p62"/>
              <p:cNvSpPr/>
              <p:nvPr/>
            </p:nvSpPr>
            <p:spPr>
              <a:xfrm>
                <a:off x="5059791" y="4289537"/>
                <a:ext cx="35947" cy="100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62" extrusionOk="0">
                    <a:moveTo>
                      <a:pt x="1" y="1"/>
                    </a:moveTo>
                    <a:cubicBezTo>
                      <a:pt x="1" y="41"/>
                      <a:pt x="31" y="61"/>
                      <a:pt x="71" y="61"/>
                    </a:cubicBezTo>
                    <a:lnTo>
                      <a:pt x="181" y="61"/>
                    </a:lnTo>
                    <a:cubicBezTo>
                      <a:pt x="201" y="51"/>
                      <a:pt x="211" y="41"/>
                      <a:pt x="221" y="31"/>
                    </a:cubicBezTo>
                    <a:lnTo>
                      <a:pt x="141" y="31"/>
                    </a:lnTo>
                    <a:cubicBezTo>
                      <a:pt x="121" y="31"/>
                      <a:pt x="91" y="41"/>
                      <a:pt x="71" y="41"/>
                    </a:cubicBezTo>
                    <a:lnTo>
                      <a:pt x="31" y="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5A7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61" name="Google Shape;19061;p62"/>
              <p:cNvSpPr/>
              <p:nvPr/>
            </p:nvSpPr>
            <p:spPr>
              <a:xfrm>
                <a:off x="4994860" y="4206799"/>
                <a:ext cx="60236" cy="8128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502" extrusionOk="0">
                    <a:moveTo>
                      <a:pt x="0" y="0"/>
                    </a:moveTo>
                    <a:cubicBezTo>
                      <a:pt x="10" y="50"/>
                      <a:pt x="10" y="131"/>
                      <a:pt x="10" y="181"/>
                    </a:cubicBezTo>
                    <a:cubicBezTo>
                      <a:pt x="30" y="281"/>
                      <a:pt x="61" y="341"/>
                      <a:pt x="171" y="412"/>
                    </a:cubicBezTo>
                    <a:cubicBezTo>
                      <a:pt x="201" y="432"/>
                      <a:pt x="261" y="462"/>
                      <a:pt x="311" y="502"/>
                    </a:cubicBezTo>
                    <a:cubicBezTo>
                      <a:pt x="331" y="482"/>
                      <a:pt x="351" y="452"/>
                      <a:pt x="341" y="422"/>
                    </a:cubicBezTo>
                    <a:cubicBezTo>
                      <a:pt x="331" y="412"/>
                      <a:pt x="321" y="391"/>
                      <a:pt x="321" y="371"/>
                    </a:cubicBezTo>
                    <a:cubicBezTo>
                      <a:pt x="321" y="341"/>
                      <a:pt x="371" y="321"/>
                      <a:pt x="361" y="291"/>
                    </a:cubicBezTo>
                    <a:cubicBezTo>
                      <a:pt x="361" y="271"/>
                      <a:pt x="341" y="261"/>
                      <a:pt x="331" y="251"/>
                    </a:cubicBezTo>
                    <a:cubicBezTo>
                      <a:pt x="311" y="251"/>
                      <a:pt x="291" y="251"/>
                      <a:pt x="281" y="241"/>
                    </a:cubicBezTo>
                    <a:cubicBezTo>
                      <a:pt x="241" y="221"/>
                      <a:pt x="221" y="181"/>
                      <a:pt x="201" y="141"/>
                    </a:cubicBezTo>
                    <a:cubicBezTo>
                      <a:pt x="191" y="101"/>
                      <a:pt x="181" y="50"/>
                      <a:pt x="141" y="30"/>
                    </a:cubicBezTo>
                    <a:cubicBezTo>
                      <a:pt x="101" y="10"/>
                      <a:pt x="50" y="10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62" name="Google Shape;19062;p62"/>
              <p:cNvSpPr/>
              <p:nvPr/>
            </p:nvSpPr>
            <p:spPr>
              <a:xfrm>
                <a:off x="5006194" y="4145595"/>
                <a:ext cx="83068" cy="11981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740" extrusionOk="0">
                    <a:moveTo>
                      <a:pt x="239" y="1"/>
                    </a:moveTo>
                    <a:cubicBezTo>
                      <a:pt x="159" y="1"/>
                      <a:pt x="92" y="24"/>
                      <a:pt x="61" y="47"/>
                    </a:cubicBezTo>
                    <a:cubicBezTo>
                      <a:pt x="31" y="67"/>
                      <a:pt x="11" y="77"/>
                      <a:pt x="1" y="87"/>
                    </a:cubicBezTo>
                    <a:lnTo>
                      <a:pt x="31" y="107"/>
                    </a:lnTo>
                    <a:lnTo>
                      <a:pt x="71" y="107"/>
                    </a:lnTo>
                    <a:cubicBezTo>
                      <a:pt x="81" y="97"/>
                      <a:pt x="91" y="97"/>
                      <a:pt x="111" y="97"/>
                    </a:cubicBezTo>
                    <a:cubicBezTo>
                      <a:pt x="141" y="97"/>
                      <a:pt x="161" y="118"/>
                      <a:pt x="181" y="128"/>
                    </a:cubicBezTo>
                    <a:cubicBezTo>
                      <a:pt x="211" y="158"/>
                      <a:pt x="231" y="188"/>
                      <a:pt x="251" y="218"/>
                    </a:cubicBezTo>
                    <a:cubicBezTo>
                      <a:pt x="291" y="288"/>
                      <a:pt x="311" y="308"/>
                      <a:pt x="301" y="388"/>
                    </a:cubicBezTo>
                    <a:cubicBezTo>
                      <a:pt x="301" y="418"/>
                      <a:pt x="301" y="438"/>
                      <a:pt x="311" y="459"/>
                    </a:cubicBezTo>
                    <a:cubicBezTo>
                      <a:pt x="311" y="489"/>
                      <a:pt x="352" y="529"/>
                      <a:pt x="352" y="549"/>
                    </a:cubicBezTo>
                    <a:cubicBezTo>
                      <a:pt x="362" y="579"/>
                      <a:pt x="362" y="619"/>
                      <a:pt x="382" y="669"/>
                    </a:cubicBezTo>
                    <a:cubicBezTo>
                      <a:pt x="412" y="709"/>
                      <a:pt x="432" y="739"/>
                      <a:pt x="462" y="739"/>
                    </a:cubicBezTo>
                    <a:cubicBezTo>
                      <a:pt x="512" y="739"/>
                      <a:pt x="452" y="629"/>
                      <a:pt x="462" y="569"/>
                    </a:cubicBezTo>
                    <a:cubicBezTo>
                      <a:pt x="472" y="529"/>
                      <a:pt x="442" y="499"/>
                      <a:pt x="422" y="459"/>
                    </a:cubicBezTo>
                    <a:cubicBezTo>
                      <a:pt x="412" y="418"/>
                      <a:pt x="432" y="388"/>
                      <a:pt x="442" y="348"/>
                    </a:cubicBezTo>
                    <a:cubicBezTo>
                      <a:pt x="452" y="298"/>
                      <a:pt x="422" y="218"/>
                      <a:pt x="432" y="178"/>
                    </a:cubicBezTo>
                    <a:cubicBezTo>
                      <a:pt x="432" y="138"/>
                      <a:pt x="442" y="107"/>
                      <a:pt x="432" y="77"/>
                    </a:cubicBezTo>
                    <a:cubicBezTo>
                      <a:pt x="412" y="57"/>
                      <a:pt x="372" y="27"/>
                      <a:pt x="311" y="7"/>
                    </a:cubicBezTo>
                    <a:cubicBezTo>
                      <a:pt x="287" y="3"/>
                      <a:pt x="262" y="1"/>
                      <a:pt x="2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63" name="Google Shape;19063;p62"/>
              <p:cNvSpPr/>
              <p:nvPr/>
            </p:nvSpPr>
            <p:spPr>
              <a:xfrm>
                <a:off x="5032264" y="4205180"/>
                <a:ext cx="5020" cy="3400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10" y="0"/>
                    </a:moveTo>
                    <a:lnTo>
                      <a:pt x="0" y="10"/>
                    </a:lnTo>
                    <a:lnTo>
                      <a:pt x="10" y="20"/>
                    </a:lnTo>
                    <a:lnTo>
                      <a:pt x="30" y="1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C80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64" name="Google Shape;19064;p62"/>
              <p:cNvSpPr/>
              <p:nvPr/>
            </p:nvSpPr>
            <p:spPr>
              <a:xfrm>
                <a:off x="5037122" y="4210037"/>
                <a:ext cx="1781" cy="1781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0" y="0"/>
                    </a:moveTo>
                    <a:lnTo>
                      <a:pt x="0" y="10"/>
                    </a:ln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C80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65" name="Google Shape;19065;p62"/>
              <p:cNvSpPr/>
              <p:nvPr/>
            </p:nvSpPr>
            <p:spPr>
              <a:xfrm>
                <a:off x="4678297" y="4179597"/>
                <a:ext cx="107194" cy="84194"/>
              </a:xfrm>
              <a:custGeom>
                <a:avLst/>
                <a:gdLst/>
                <a:ahLst/>
                <a:cxnLst/>
                <a:rect l="l" t="t" r="r" b="b"/>
                <a:pathLst>
                  <a:path w="662" h="520" extrusionOk="0">
                    <a:moveTo>
                      <a:pt x="126" y="1"/>
                    </a:moveTo>
                    <a:cubicBezTo>
                      <a:pt x="60" y="1"/>
                      <a:pt x="1" y="39"/>
                      <a:pt x="29" y="118"/>
                    </a:cubicBezTo>
                    <a:cubicBezTo>
                      <a:pt x="39" y="158"/>
                      <a:pt x="70" y="188"/>
                      <a:pt x="70" y="228"/>
                    </a:cubicBezTo>
                    <a:cubicBezTo>
                      <a:pt x="70" y="289"/>
                      <a:pt x="39" y="349"/>
                      <a:pt x="80" y="389"/>
                    </a:cubicBezTo>
                    <a:cubicBezTo>
                      <a:pt x="100" y="409"/>
                      <a:pt x="140" y="419"/>
                      <a:pt x="170" y="419"/>
                    </a:cubicBezTo>
                    <a:cubicBezTo>
                      <a:pt x="230" y="419"/>
                      <a:pt x="290" y="399"/>
                      <a:pt x="350" y="399"/>
                    </a:cubicBezTo>
                    <a:cubicBezTo>
                      <a:pt x="421" y="409"/>
                      <a:pt x="451" y="519"/>
                      <a:pt x="521" y="519"/>
                    </a:cubicBezTo>
                    <a:lnTo>
                      <a:pt x="631" y="489"/>
                    </a:lnTo>
                    <a:cubicBezTo>
                      <a:pt x="661" y="479"/>
                      <a:pt x="611" y="399"/>
                      <a:pt x="601" y="369"/>
                    </a:cubicBezTo>
                    <a:cubicBezTo>
                      <a:pt x="571" y="299"/>
                      <a:pt x="511" y="249"/>
                      <a:pt x="441" y="249"/>
                    </a:cubicBezTo>
                    <a:cubicBezTo>
                      <a:pt x="424" y="249"/>
                      <a:pt x="406" y="250"/>
                      <a:pt x="389" y="250"/>
                    </a:cubicBezTo>
                    <a:cubicBezTo>
                      <a:pt x="354" y="250"/>
                      <a:pt x="320" y="245"/>
                      <a:pt x="300" y="218"/>
                    </a:cubicBezTo>
                    <a:cubicBezTo>
                      <a:pt x="280" y="198"/>
                      <a:pt x="280" y="158"/>
                      <a:pt x="280" y="128"/>
                    </a:cubicBezTo>
                    <a:cubicBezTo>
                      <a:pt x="270" y="88"/>
                      <a:pt x="240" y="48"/>
                      <a:pt x="200" y="18"/>
                    </a:cubicBezTo>
                    <a:cubicBezTo>
                      <a:pt x="178" y="7"/>
                      <a:pt x="151" y="1"/>
                      <a:pt x="12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66" name="Google Shape;19066;p62"/>
              <p:cNvSpPr/>
              <p:nvPr/>
            </p:nvSpPr>
            <p:spPr>
              <a:xfrm>
                <a:off x="4809618" y="4251001"/>
                <a:ext cx="52140" cy="162236"/>
              </a:xfrm>
              <a:custGeom>
                <a:avLst/>
                <a:gdLst/>
                <a:ahLst/>
                <a:cxnLst/>
                <a:rect l="l" t="t" r="r" b="b"/>
                <a:pathLst>
                  <a:path w="322" h="1002" extrusionOk="0">
                    <a:moveTo>
                      <a:pt x="105" y="1"/>
                    </a:moveTo>
                    <a:cubicBezTo>
                      <a:pt x="78" y="1"/>
                      <a:pt x="49" y="14"/>
                      <a:pt x="31" y="38"/>
                    </a:cubicBezTo>
                    <a:cubicBezTo>
                      <a:pt x="1" y="78"/>
                      <a:pt x="21" y="129"/>
                      <a:pt x="31" y="169"/>
                    </a:cubicBezTo>
                    <a:cubicBezTo>
                      <a:pt x="61" y="269"/>
                      <a:pt x="151" y="439"/>
                      <a:pt x="151" y="439"/>
                    </a:cubicBezTo>
                    <a:cubicBezTo>
                      <a:pt x="161" y="470"/>
                      <a:pt x="262" y="750"/>
                      <a:pt x="252" y="831"/>
                    </a:cubicBezTo>
                    <a:cubicBezTo>
                      <a:pt x="252" y="881"/>
                      <a:pt x="252" y="951"/>
                      <a:pt x="262" y="1001"/>
                    </a:cubicBezTo>
                    <a:cubicBezTo>
                      <a:pt x="302" y="971"/>
                      <a:pt x="322" y="911"/>
                      <a:pt x="322" y="861"/>
                    </a:cubicBezTo>
                    <a:cubicBezTo>
                      <a:pt x="312" y="821"/>
                      <a:pt x="292" y="780"/>
                      <a:pt x="282" y="740"/>
                    </a:cubicBezTo>
                    <a:cubicBezTo>
                      <a:pt x="262" y="670"/>
                      <a:pt x="252" y="600"/>
                      <a:pt x="252" y="530"/>
                    </a:cubicBezTo>
                    <a:cubicBezTo>
                      <a:pt x="242" y="490"/>
                      <a:pt x="242" y="449"/>
                      <a:pt x="262" y="419"/>
                    </a:cubicBezTo>
                    <a:cubicBezTo>
                      <a:pt x="272" y="399"/>
                      <a:pt x="292" y="379"/>
                      <a:pt x="292" y="349"/>
                    </a:cubicBezTo>
                    <a:cubicBezTo>
                      <a:pt x="292" y="309"/>
                      <a:pt x="242" y="269"/>
                      <a:pt x="211" y="229"/>
                    </a:cubicBezTo>
                    <a:cubicBezTo>
                      <a:pt x="181" y="169"/>
                      <a:pt x="211" y="68"/>
                      <a:pt x="151" y="18"/>
                    </a:cubicBezTo>
                    <a:cubicBezTo>
                      <a:pt x="139" y="6"/>
                      <a:pt x="123" y="1"/>
                      <a:pt x="10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67" name="Google Shape;19067;p62"/>
              <p:cNvSpPr/>
              <p:nvPr/>
            </p:nvSpPr>
            <p:spPr>
              <a:xfrm>
                <a:off x="4833140" y="4185931"/>
                <a:ext cx="107356" cy="120787"/>
              </a:xfrm>
              <a:custGeom>
                <a:avLst/>
                <a:gdLst/>
                <a:ahLst/>
                <a:cxnLst/>
                <a:rect l="l" t="t" r="r" b="b"/>
                <a:pathLst>
                  <a:path w="663" h="746" extrusionOk="0">
                    <a:moveTo>
                      <a:pt x="287" y="0"/>
                    </a:moveTo>
                    <a:cubicBezTo>
                      <a:pt x="255" y="0"/>
                      <a:pt x="222" y="5"/>
                      <a:pt x="191" y="13"/>
                    </a:cubicBezTo>
                    <a:cubicBezTo>
                      <a:pt x="141" y="33"/>
                      <a:pt x="51" y="63"/>
                      <a:pt x="20" y="103"/>
                    </a:cubicBezTo>
                    <a:cubicBezTo>
                      <a:pt x="0" y="133"/>
                      <a:pt x="10" y="133"/>
                      <a:pt x="30" y="133"/>
                    </a:cubicBezTo>
                    <a:cubicBezTo>
                      <a:pt x="71" y="133"/>
                      <a:pt x="101" y="133"/>
                      <a:pt x="141" y="143"/>
                    </a:cubicBezTo>
                    <a:cubicBezTo>
                      <a:pt x="181" y="153"/>
                      <a:pt x="221" y="183"/>
                      <a:pt x="221" y="233"/>
                    </a:cubicBezTo>
                    <a:cubicBezTo>
                      <a:pt x="211" y="244"/>
                      <a:pt x="201" y="264"/>
                      <a:pt x="201" y="274"/>
                    </a:cubicBezTo>
                    <a:cubicBezTo>
                      <a:pt x="181" y="324"/>
                      <a:pt x="211" y="394"/>
                      <a:pt x="271" y="404"/>
                    </a:cubicBezTo>
                    <a:cubicBezTo>
                      <a:pt x="301" y="404"/>
                      <a:pt x="321" y="394"/>
                      <a:pt x="351" y="394"/>
                    </a:cubicBezTo>
                    <a:cubicBezTo>
                      <a:pt x="382" y="394"/>
                      <a:pt x="412" y="394"/>
                      <a:pt x="432" y="414"/>
                    </a:cubicBezTo>
                    <a:cubicBezTo>
                      <a:pt x="462" y="434"/>
                      <a:pt x="462" y="474"/>
                      <a:pt x="472" y="504"/>
                    </a:cubicBezTo>
                    <a:cubicBezTo>
                      <a:pt x="482" y="575"/>
                      <a:pt x="552" y="605"/>
                      <a:pt x="502" y="745"/>
                    </a:cubicBezTo>
                    <a:cubicBezTo>
                      <a:pt x="582" y="725"/>
                      <a:pt x="662" y="605"/>
                      <a:pt x="662" y="534"/>
                    </a:cubicBezTo>
                    <a:cubicBezTo>
                      <a:pt x="662" y="474"/>
                      <a:pt x="622" y="414"/>
                      <a:pt x="592" y="354"/>
                    </a:cubicBezTo>
                    <a:cubicBezTo>
                      <a:pt x="572" y="294"/>
                      <a:pt x="552" y="244"/>
                      <a:pt x="532" y="183"/>
                    </a:cubicBezTo>
                    <a:cubicBezTo>
                      <a:pt x="512" y="123"/>
                      <a:pt x="482" y="73"/>
                      <a:pt x="432" y="43"/>
                    </a:cubicBezTo>
                    <a:cubicBezTo>
                      <a:pt x="389" y="12"/>
                      <a:pt x="338" y="0"/>
                      <a:pt x="287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68" name="Google Shape;19068;p62"/>
              <p:cNvSpPr/>
              <p:nvPr/>
            </p:nvSpPr>
            <p:spPr>
              <a:xfrm>
                <a:off x="4743067" y="4487719"/>
                <a:ext cx="1781" cy="9877"/>
              </a:xfrm>
              <a:custGeom>
                <a:avLst/>
                <a:gdLst/>
                <a:ahLst/>
                <a:cxnLst/>
                <a:rect l="l" t="t" r="r" b="b"/>
                <a:pathLst>
                  <a:path w="11" h="61" extrusionOk="0">
                    <a:moveTo>
                      <a:pt x="1" y="1"/>
                    </a:moveTo>
                    <a:cubicBezTo>
                      <a:pt x="1" y="18"/>
                      <a:pt x="8" y="36"/>
                      <a:pt x="10" y="47"/>
                    </a:cubicBezTo>
                    <a:lnTo>
                      <a:pt x="10" y="47"/>
                    </a:lnTo>
                    <a:cubicBezTo>
                      <a:pt x="9" y="35"/>
                      <a:pt x="7" y="20"/>
                      <a:pt x="1" y="1"/>
                    </a:cubicBezTo>
                    <a:close/>
                    <a:moveTo>
                      <a:pt x="10" y="47"/>
                    </a:moveTo>
                    <a:cubicBezTo>
                      <a:pt x="11" y="52"/>
                      <a:pt x="11" y="57"/>
                      <a:pt x="11" y="61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1" y="49"/>
                      <a:pt x="10" y="48"/>
                      <a:pt x="10" y="47"/>
                    </a:cubicBezTo>
                    <a:close/>
                  </a:path>
                </a:pathLst>
              </a:custGeom>
              <a:solidFill>
                <a:srgbClr val="8D93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69" name="Google Shape;19069;p62"/>
              <p:cNvSpPr/>
              <p:nvPr/>
            </p:nvSpPr>
            <p:spPr>
              <a:xfrm>
                <a:off x="4704043" y="4474766"/>
                <a:ext cx="29470" cy="26068"/>
              </a:xfrm>
              <a:custGeom>
                <a:avLst/>
                <a:gdLst/>
                <a:ahLst/>
                <a:cxnLst/>
                <a:rect l="l" t="t" r="r" b="b"/>
                <a:pathLst>
                  <a:path w="182" h="161" extrusionOk="0">
                    <a:moveTo>
                      <a:pt x="11" y="0"/>
                    </a:moveTo>
                    <a:cubicBezTo>
                      <a:pt x="1" y="40"/>
                      <a:pt x="1" y="61"/>
                      <a:pt x="31" y="101"/>
                    </a:cubicBezTo>
                    <a:cubicBezTo>
                      <a:pt x="49" y="137"/>
                      <a:pt x="116" y="157"/>
                      <a:pt x="166" y="160"/>
                    </a:cubicBezTo>
                    <a:lnTo>
                      <a:pt x="166" y="160"/>
                    </a:lnTo>
                    <a:cubicBezTo>
                      <a:pt x="156" y="159"/>
                      <a:pt x="144" y="157"/>
                      <a:pt x="131" y="151"/>
                    </a:cubicBezTo>
                    <a:cubicBezTo>
                      <a:pt x="131" y="121"/>
                      <a:pt x="131" y="71"/>
                      <a:pt x="131" y="10"/>
                    </a:cubicBezTo>
                    <a:cubicBezTo>
                      <a:pt x="101" y="10"/>
                      <a:pt x="51" y="0"/>
                      <a:pt x="11" y="0"/>
                    </a:cubicBezTo>
                    <a:close/>
                    <a:moveTo>
                      <a:pt x="166" y="160"/>
                    </a:moveTo>
                    <a:cubicBezTo>
                      <a:pt x="172" y="161"/>
                      <a:pt x="178" y="161"/>
                      <a:pt x="181" y="161"/>
                    </a:cubicBezTo>
                    <a:cubicBezTo>
                      <a:pt x="176" y="161"/>
                      <a:pt x="171" y="161"/>
                      <a:pt x="166" y="1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70" name="Google Shape;19070;p62"/>
              <p:cNvSpPr/>
              <p:nvPr/>
            </p:nvSpPr>
            <p:spPr>
              <a:xfrm>
                <a:off x="4725255" y="4476385"/>
                <a:ext cx="19593" cy="24449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51" extrusionOk="0">
                    <a:moveTo>
                      <a:pt x="0" y="0"/>
                    </a:moveTo>
                    <a:cubicBezTo>
                      <a:pt x="0" y="61"/>
                      <a:pt x="0" y="111"/>
                      <a:pt x="0" y="141"/>
                    </a:cubicBezTo>
                    <a:cubicBezTo>
                      <a:pt x="20" y="151"/>
                      <a:pt x="40" y="151"/>
                      <a:pt x="50" y="151"/>
                    </a:cubicBezTo>
                    <a:cubicBezTo>
                      <a:pt x="70" y="151"/>
                      <a:pt x="91" y="141"/>
                      <a:pt x="111" y="141"/>
                    </a:cubicBezTo>
                    <a:cubicBezTo>
                      <a:pt x="111" y="141"/>
                      <a:pt x="121" y="131"/>
                      <a:pt x="121" y="131"/>
                    </a:cubicBezTo>
                    <a:cubicBezTo>
                      <a:pt x="121" y="121"/>
                      <a:pt x="121" y="121"/>
                      <a:pt x="121" y="121"/>
                    </a:cubicBezTo>
                    <a:cubicBezTo>
                      <a:pt x="121" y="111"/>
                      <a:pt x="111" y="91"/>
                      <a:pt x="111" y="71"/>
                    </a:cubicBezTo>
                    <a:cubicBezTo>
                      <a:pt x="111" y="51"/>
                      <a:pt x="101" y="40"/>
                      <a:pt x="101" y="20"/>
                    </a:cubicBezTo>
                    <a:lnTo>
                      <a:pt x="80" y="10"/>
                    </a:lnTo>
                    <a:cubicBezTo>
                      <a:pt x="50" y="0"/>
                      <a:pt x="20" y="0"/>
                      <a:pt x="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71" name="Google Shape;19071;p62"/>
              <p:cNvSpPr/>
              <p:nvPr/>
            </p:nvSpPr>
            <p:spPr>
              <a:xfrm>
                <a:off x="4689470" y="4325320"/>
                <a:ext cx="52140" cy="154465"/>
              </a:xfrm>
              <a:custGeom>
                <a:avLst/>
                <a:gdLst/>
                <a:ahLst/>
                <a:cxnLst/>
                <a:rect l="l" t="t" r="r" b="b"/>
                <a:pathLst>
                  <a:path w="322" h="954" extrusionOk="0">
                    <a:moveTo>
                      <a:pt x="1" y="1"/>
                    </a:moveTo>
                    <a:lnTo>
                      <a:pt x="1" y="21"/>
                    </a:lnTo>
                    <a:cubicBezTo>
                      <a:pt x="11" y="151"/>
                      <a:pt x="11" y="201"/>
                      <a:pt x="51" y="342"/>
                    </a:cubicBezTo>
                    <a:cubicBezTo>
                      <a:pt x="91" y="482"/>
                      <a:pt x="111" y="683"/>
                      <a:pt x="111" y="803"/>
                    </a:cubicBezTo>
                    <a:cubicBezTo>
                      <a:pt x="111" y="853"/>
                      <a:pt x="101" y="893"/>
                      <a:pt x="101" y="923"/>
                    </a:cubicBezTo>
                    <a:cubicBezTo>
                      <a:pt x="131" y="923"/>
                      <a:pt x="201" y="933"/>
                      <a:pt x="221" y="933"/>
                    </a:cubicBezTo>
                    <a:cubicBezTo>
                      <a:pt x="241" y="933"/>
                      <a:pt x="271" y="933"/>
                      <a:pt x="301" y="943"/>
                    </a:cubicBezTo>
                    <a:lnTo>
                      <a:pt x="322" y="953"/>
                    </a:lnTo>
                    <a:cubicBezTo>
                      <a:pt x="322" y="933"/>
                      <a:pt x="312" y="923"/>
                      <a:pt x="312" y="903"/>
                    </a:cubicBezTo>
                    <a:cubicBezTo>
                      <a:pt x="291" y="853"/>
                      <a:pt x="261" y="693"/>
                      <a:pt x="241" y="572"/>
                    </a:cubicBezTo>
                    <a:cubicBezTo>
                      <a:pt x="221" y="542"/>
                      <a:pt x="201" y="502"/>
                      <a:pt x="201" y="472"/>
                    </a:cubicBezTo>
                    <a:cubicBezTo>
                      <a:pt x="201" y="422"/>
                      <a:pt x="211" y="372"/>
                      <a:pt x="201" y="321"/>
                    </a:cubicBezTo>
                    <a:cubicBezTo>
                      <a:pt x="171" y="271"/>
                      <a:pt x="101" y="241"/>
                      <a:pt x="91" y="181"/>
                    </a:cubicBezTo>
                    <a:cubicBezTo>
                      <a:pt x="81" y="161"/>
                      <a:pt x="91" y="131"/>
                      <a:pt x="91" y="101"/>
                    </a:cubicBezTo>
                    <a:cubicBezTo>
                      <a:pt x="81" y="71"/>
                      <a:pt x="41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72" name="Google Shape;19072;p62"/>
              <p:cNvSpPr/>
              <p:nvPr/>
            </p:nvSpPr>
            <p:spPr>
              <a:xfrm>
                <a:off x="4743067" y="4486100"/>
                <a:ext cx="162" cy="162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A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73" name="Google Shape;19073;p62"/>
              <p:cNvSpPr/>
              <p:nvPr/>
            </p:nvSpPr>
            <p:spPr>
              <a:xfrm>
                <a:off x="4743067" y="4482862"/>
                <a:ext cx="162" cy="178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A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74" name="Google Shape;19074;p62"/>
              <p:cNvSpPr/>
              <p:nvPr/>
            </p:nvSpPr>
            <p:spPr>
              <a:xfrm>
                <a:off x="4743067" y="4487719"/>
                <a:ext cx="162" cy="162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A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75" name="Google Shape;19075;p62"/>
              <p:cNvSpPr/>
              <p:nvPr/>
            </p:nvSpPr>
            <p:spPr>
              <a:xfrm>
                <a:off x="4741448" y="4481243"/>
                <a:ext cx="162" cy="178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1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A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76" name="Google Shape;19076;p62"/>
              <p:cNvSpPr/>
              <p:nvPr/>
            </p:nvSpPr>
            <p:spPr>
              <a:xfrm>
                <a:off x="4741448" y="4479624"/>
                <a:ext cx="162" cy="162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A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77" name="Google Shape;19077;p62"/>
              <p:cNvSpPr/>
              <p:nvPr/>
            </p:nvSpPr>
            <p:spPr>
              <a:xfrm>
                <a:off x="4949359" y="4421173"/>
                <a:ext cx="37567" cy="74318"/>
              </a:xfrm>
              <a:custGeom>
                <a:avLst/>
                <a:gdLst/>
                <a:ahLst/>
                <a:cxnLst/>
                <a:rect l="l" t="t" r="r" b="b"/>
                <a:pathLst>
                  <a:path w="232" h="45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0" y="30"/>
                      <a:pt x="10" y="71"/>
                      <a:pt x="21" y="91"/>
                    </a:cubicBezTo>
                    <a:cubicBezTo>
                      <a:pt x="31" y="161"/>
                      <a:pt x="71" y="321"/>
                      <a:pt x="91" y="422"/>
                    </a:cubicBezTo>
                    <a:cubicBezTo>
                      <a:pt x="115" y="440"/>
                      <a:pt x="151" y="458"/>
                      <a:pt x="180" y="458"/>
                    </a:cubicBezTo>
                    <a:cubicBezTo>
                      <a:pt x="198" y="458"/>
                      <a:pt x="213" y="451"/>
                      <a:pt x="221" y="432"/>
                    </a:cubicBezTo>
                    <a:cubicBezTo>
                      <a:pt x="231" y="392"/>
                      <a:pt x="201" y="341"/>
                      <a:pt x="181" y="301"/>
                    </a:cubicBezTo>
                    <a:cubicBezTo>
                      <a:pt x="151" y="251"/>
                      <a:pt x="121" y="201"/>
                      <a:pt x="101" y="151"/>
                    </a:cubicBezTo>
                    <a:cubicBezTo>
                      <a:pt x="81" y="111"/>
                      <a:pt x="51" y="30"/>
                      <a:pt x="10" y="1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78" name="Google Shape;19078;p62"/>
              <p:cNvSpPr/>
              <p:nvPr/>
            </p:nvSpPr>
            <p:spPr>
              <a:xfrm>
                <a:off x="4973648" y="4460194"/>
                <a:ext cx="14897" cy="34164"/>
              </a:xfrm>
              <a:custGeom>
                <a:avLst/>
                <a:gdLst/>
                <a:ahLst/>
                <a:cxnLst/>
                <a:rect l="l" t="t" r="r" b="b"/>
                <a:pathLst>
                  <a:path w="92" h="2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70"/>
                      <a:pt x="31" y="140"/>
                      <a:pt x="51" y="211"/>
                    </a:cubicBezTo>
                    <a:lnTo>
                      <a:pt x="81" y="191"/>
                    </a:lnTo>
                    <a:cubicBezTo>
                      <a:pt x="91" y="140"/>
                      <a:pt x="51" y="100"/>
                      <a:pt x="31" y="60"/>
                    </a:cubicBezTo>
                    <a:cubicBezTo>
                      <a:pt x="21" y="40"/>
                      <a:pt x="11" y="20"/>
                      <a:pt x="1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79" name="Google Shape;19079;p62"/>
              <p:cNvSpPr/>
              <p:nvPr/>
            </p:nvSpPr>
            <p:spPr>
              <a:xfrm>
                <a:off x="4884427" y="4148024"/>
                <a:ext cx="73190" cy="72213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46" extrusionOk="0">
                    <a:moveTo>
                      <a:pt x="180" y="0"/>
                    </a:moveTo>
                    <a:cubicBezTo>
                      <a:pt x="174" y="0"/>
                      <a:pt x="168" y="1"/>
                      <a:pt x="161" y="2"/>
                    </a:cubicBezTo>
                    <a:cubicBezTo>
                      <a:pt x="80" y="12"/>
                      <a:pt x="0" y="72"/>
                      <a:pt x="40" y="163"/>
                    </a:cubicBezTo>
                    <a:cubicBezTo>
                      <a:pt x="60" y="193"/>
                      <a:pt x="91" y="223"/>
                      <a:pt x="121" y="243"/>
                    </a:cubicBezTo>
                    <a:cubicBezTo>
                      <a:pt x="151" y="263"/>
                      <a:pt x="181" y="283"/>
                      <a:pt x="211" y="313"/>
                    </a:cubicBezTo>
                    <a:cubicBezTo>
                      <a:pt x="241" y="333"/>
                      <a:pt x="271" y="373"/>
                      <a:pt x="301" y="403"/>
                    </a:cubicBezTo>
                    <a:cubicBezTo>
                      <a:pt x="327" y="421"/>
                      <a:pt x="361" y="446"/>
                      <a:pt x="395" y="446"/>
                    </a:cubicBezTo>
                    <a:cubicBezTo>
                      <a:pt x="401" y="446"/>
                      <a:pt x="406" y="445"/>
                      <a:pt x="411" y="444"/>
                    </a:cubicBezTo>
                    <a:cubicBezTo>
                      <a:pt x="432" y="434"/>
                      <a:pt x="452" y="423"/>
                      <a:pt x="452" y="403"/>
                    </a:cubicBezTo>
                    <a:lnTo>
                      <a:pt x="442" y="373"/>
                    </a:lnTo>
                    <a:cubicBezTo>
                      <a:pt x="452" y="223"/>
                      <a:pt x="351" y="223"/>
                      <a:pt x="311" y="133"/>
                    </a:cubicBezTo>
                    <a:cubicBezTo>
                      <a:pt x="301" y="103"/>
                      <a:pt x="291" y="72"/>
                      <a:pt x="261" y="42"/>
                    </a:cubicBezTo>
                    <a:cubicBezTo>
                      <a:pt x="235" y="25"/>
                      <a:pt x="217" y="0"/>
                      <a:pt x="18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80" name="Google Shape;19080;p62"/>
              <p:cNvSpPr/>
              <p:nvPr/>
            </p:nvSpPr>
            <p:spPr>
              <a:xfrm>
                <a:off x="4761526" y="4135880"/>
                <a:ext cx="71085" cy="33678"/>
              </a:xfrm>
              <a:custGeom>
                <a:avLst/>
                <a:gdLst/>
                <a:ahLst/>
                <a:cxnLst/>
                <a:rect l="l" t="t" r="r" b="b"/>
                <a:pathLst>
                  <a:path w="439" h="208" extrusionOk="0">
                    <a:moveTo>
                      <a:pt x="73" y="1"/>
                    </a:moveTo>
                    <a:cubicBezTo>
                      <a:pt x="34" y="1"/>
                      <a:pt x="1" y="9"/>
                      <a:pt x="17" y="47"/>
                    </a:cubicBezTo>
                    <a:cubicBezTo>
                      <a:pt x="27" y="97"/>
                      <a:pt x="127" y="67"/>
                      <a:pt x="167" y="97"/>
                    </a:cubicBezTo>
                    <a:cubicBezTo>
                      <a:pt x="198" y="117"/>
                      <a:pt x="208" y="157"/>
                      <a:pt x="238" y="178"/>
                    </a:cubicBezTo>
                    <a:cubicBezTo>
                      <a:pt x="258" y="198"/>
                      <a:pt x="298" y="208"/>
                      <a:pt x="328" y="208"/>
                    </a:cubicBezTo>
                    <a:cubicBezTo>
                      <a:pt x="358" y="198"/>
                      <a:pt x="388" y="188"/>
                      <a:pt x="408" y="167"/>
                    </a:cubicBezTo>
                    <a:cubicBezTo>
                      <a:pt x="428" y="147"/>
                      <a:pt x="438" y="127"/>
                      <a:pt x="438" y="107"/>
                    </a:cubicBezTo>
                    <a:cubicBezTo>
                      <a:pt x="428" y="77"/>
                      <a:pt x="398" y="67"/>
                      <a:pt x="378" y="67"/>
                    </a:cubicBezTo>
                    <a:cubicBezTo>
                      <a:pt x="298" y="47"/>
                      <a:pt x="228" y="27"/>
                      <a:pt x="157" y="7"/>
                    </a:cubicBezTo>
                    <a:cubicBezTo>
                      <a:pt x="144" y="7"/>
                      <a:pt x="106" y="1"/>
                      <a:pt x="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81" name="Google Shape;19081;p62"/>
              <p:cNvSpPr/>
              <p:nvPr/>
            </p:nvSpPr>
            <p:spPr>
              <a:xfrm>
                <a:off x="4842165" y="4162272"/>
                <a:ext cx="21212" cy="15382"/>
              </a:xfrm>
              <a:custGeom>
                <a:avLst/>
                <a:gdLst/>
                <a:ahLst/>
                <a:cxnLst/>
                <a:rect l="l" t="t" r="r" b="b"/>
                <a:pathLst>
                  <a:path w="131" h="95" extrusionOk="0">
                    <a:moveTo>
                      <a:pt x="76" y="0"/>
                    </a:moveTo>
                    <a:cubicBezTo>
                      <a:pt x="58" y="0"/>
                      <a:pt x="42" y="7"/>
                      <a:pt x="21" y="15"/>
                    </a:cubicBezTo>
                    <a:lnTo>
                      <a:pt x="0" y="25"/>
                    </a:lnTo>
                    <a:lnTo>
                      <a:pt x="0" y="55"/>
                    </a:lnTo>
                    <a:cubicBezTo>
                      <a:pt x="10" y="85"/>
                      <a:pt x="41" y="95"/>
                      <a:pt x="71" y="95"/>
                    </a:cubicBezTo>
                    <a:cubicBezTo>
                      <a:pt x="91" y="95"/>
                      <a:pt x="111" y="95"/>
                      <a:pt x="121" y="75"/>
                    </a:cubicBezTo>
                    <a:cubicBezTo>
                      <a:pt x="131" y="55"/>
                      <a:pt x="121" y="25"/>
                      <a:pt x="101" y="4"/>
                    </a:cubicBezTo>
                    <a:cubicBezTo>
                      <a:pt x="92" y="2"/>
                      <a:pt x="84" y="0"/>
                      <a:pt x="7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82" name="Google Shape;19082;p62"/>
              <p:cNvSpPr/>
              <p:nvPr/>
            </p:nvSpPr>
            <p:spPr>
              <a:xfrm>
                <a:off x="4635873" y="4294394"/>
                <a:ext cx="17974" cy="76585"/>
              </a:xfrm>
              <a:custGeom>
                <a:avLst/>
                <a:gdLst/>
                <a:ahLst/>
                <a:cxnLst/>
                <a:rect l="l" t="t" r="r" b="b"/>
                <a:pathLst>
                  <a:path w="111" h="473" extrusionOk="0">
                    <a:moveTo>
                      <a:pt x="51" y="1"/>
                    </a:moveTo>
                    <a:cubicBezTo>
                      <a:pt x="31" y="101"/>
                      <a:pt x="1" y="181"/>
                      <a:pt x="11" y="242"/>
                    </a:cubicBezTo>
                    <a:cubicBezTo>
                      <a:pt x="31" y="372"/>
                      <a:pt x="31" y="442"/>
                      <a:pt x="21" y="472"/>
                    </a:cubicBezTo>
                    <a:cubicBezTo>
                      <a:pt x="21" y="472"/>
                      <a:pt x="41" y="442"/>
                      <a:pt x="51" y="392"/>
                    </a:cubicBezTo>
                    <a:cubicBezTo>
                      <a:pt x="61" y="352"/>
                      <a:pt x="71" y="302"/>
                      <a:pt x="71" y="252"/>
                    </a:cubicBezTo>
                    <a:lnTo>
                      <a:pt x="71" y="252"/>
                    </a:lnTo>
                    <a:cubicBezTo>
                      <a:pt x="71" y="252"/>
                      <a:pt x="91" y="332"/>
                      <a:pt x="51" y="442"/>
                    </a:cubicBezTo>
                    <a:cubicBezTo>
                      <a:pt x="51" y="442"/>
                      <a:pt x="111" y="372"/>
                      <a:pt x="101" y="222"/>
                    </a:cubicBezTo>
                    <a:cubicBezTo>
                      <a:pt x="91" y="141"/>
                      <a:pt x="91" y="101"/>
                      <a:pt x="91" y="61"/>
                    </a:cubicBezTo>
                    <a:lnTo>
                      <a:pt x="71" y="21"/>
                    </a:lnTo>
                    <a:lnTo>
                      <a:pt x="51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9083" name="Google Shape;19083;p62"/>
            <p:cNvGrpSpPr/>
            <p:nvPr/>
          </p:nvGrpSpPr>
          <p:grpSpPr>
            <a:xfrm>
              <a:off x="3338925" y="3834302"/>
              <a:ext cx="756043" cy="1094775"/>
              <a:chOff x="3595619" y="4080338"/>
              <a:chExt cx="333882" cy="483472"/>
            </a:xfrm>
          </p:grpSpPr>
          <p:sp>
            <p:nvSpPr>
              <p:cNvPr id="19084" name="Google Shape;19084;p62"/>
              <p:cNvSpPr/>
              <p:nvPr/>
            </p:nvSpPr>
            <p:spPr>
              <a:xfrm>
                <a:off x="3644069" y="4471961"/>
                <a:ext cx="34125" cy="23384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1" extrusionOk="0">
                    <a:moveTo>
                      <a:pt x="31" y="0"/>
                    </a:moveTo>
                    <a:cubicBezTo>
                      <a:pt x="31" y="0"/>
                      <a:pt x="1" y="100"/>
                      <a:pt x="41" y="110"/>
                    </a:cubicBezTo>
                    <a:cubicBezTo>
                      <a:pt x="91" y="110"/>
                      <a:pt x="161" y="100"/>
                      <a:pt x="161" y="90"/>
                    </a:cubicBezTo>
                    <a:cubicBezTo>
                      <a:pt x="161" y="70"/>
                      <a:pt x="151" y="40"/>
                      <a:pt x="1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85" name="Google Shape;19085;p62"/>
              <p:cNvSpPr/>
              <p:nvPr/>
            </p:nvSpPr>
            <p:spPr>
              <a:xfrm>
                <a:off x="3652495" y="4476175"/>
                <a:ext cx="25699" cy="1917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91" extrusionOk="0">
                    <a:moveTo>
                      <a:pt x="11" y="0"/>
                    </a:moveTo>
                    <a:cubicBezTo>
                      <a:pt x="11" y="0"/>
                      <a:pt x="11" y="10"/>
                      <a:pt x="11" y="10"/>
                    </a:cubicBezTo>
                    <a:cubicBezTo>
                      <a:pt x="11" y="20"/>
                      <a:pt x="11" y="20"/>
                      <a:pt x="1" y="30"/>
                    </a:cubicBezTo>
                    <a:cubicBezTo>
                      <a:pt x="11" y="50"/>
                      <a:pt x="11" y="70"/>
                      <a:pt x="11" y="90"/>
                    </a:cubicBezTo>
                    <a:lnTo>
                      <a:pt x="31" y="90"/>
                    </a:lnTo>
                    <a:cubicBezTo>
                      <a:pt x="71" y="90"/>
                      <a:pt x="121" y="70"/>
                      <a:pt x="121" y="70"/>
                    </a:cubicBezTo>
                    <a:lnTo>
                      <a:pt x="121" y="50"/>
                    </a:lnTo>
                    <a:lnTo>
                      <a:pt x="91" y="50"/>
                    </a:lnTo>
                    <a:cubicBezTo>
                      <a:pt x="81" y="50"/>
                      <a:pt x="71" y="60"/>
                      <a:pt x="61" y="60"/>
                    </a:cubicBezTo>
                    <a:cubicBezTo>
                      <a:pt x="51" y="60"/>
                      <a:pt x="51" y="60"/>
                      <a:pt x="41" y="50"/>
                    </a:cubicBezTo>
                    <a:cubicBezTo>
                      <a:pt x="31" y="40"/>
                      <a:pt x="31" y="2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86" name="Google Shape;19086;p62"/>
              <p:cNvSpPr/>
              <p:nvPr/>
            </p:nvSpPr>
            <p:spPr>
              <a:xfrm>
                <a:off x="3637749" y="4283839"/>
                <a:ext cx="38338" cy="193388"/>
              </a:xfrm>
              <a:custGeom>
                <a:avLst/>
                <a:gdLst/>
                <a:ahLst/>
                <a:cxnLst/>
                <a:rect l="l" t="t" r="r" b="b"/>
                <a:pathLst>
                  <a:path w="182" h="918" extrusionOk="0">
                    <a:moveTo>
                      <a:pt x="91" y="0"/>
                    </a:moveTo>
                    <a:lnTo>
                      <a:pt x="41" y="20"/>
                    </a:lnTo>
                    <a:lnTo>
                      <a:pt x="1" y="231"/>
                    </a:lnTo>
                    <a:lnTo>
                      <a:pt x="41" y="733"/>
                    </a:lnTo>
                    <a:cubicBezTo>
                      <a:pt x="41" y="733"/>
                      <a:pt x="31" y="893"/>
                      <a:pt x="61" y="913"/>
                    </a:cubicBezTo>
                    <a:cubicBezTo>
                      <a:pt x="70" y="916"/>
                      <a:pt x="83" y="917"/>
                      <a:pt x="97" y="917"/>
                    </a:cubicBezTo>
                    <a:cubicBezTo>
                      <a:pt x="131" y="917"/>
                      <a:pt x="171" y="910"/>
                      <a:pt x="171" y="903"/>
                    </a:cubicBezTo>
                    <a:cubicBezTo>
                      <a:pt x="181" y="893"/>
                      <a:pt x="161" y="833"/>
                      <a:pt x="161" y="783"/>
                    </a:cubicBezTo>
                    <a:cubicBezTo>
                      <a:pt x="151" y="743"/>
                      <a:pt x="161" y="723"/>
                      <a:pt x="161" y="652"/>
                    </a:cubicBezTo>
                    <a:cubicBezTo>
                      <a:pt x="151" y="582"/>
                      <a:pt x="141" y="502"/>
                      <a:pt x="141" y="432"/>
                    </a:cubicBezTo>
                    <a:cubicBezTo>
                      <a:pt x="141" y="371"/>
                      <a:pt x="151" y="211"/>
                      <a:pt x="171" y="131"/>
                    </a:cubicBezTo>
                    <a:lnTo>
                      <a:pt x="9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87" name="Google Shape;19087;p62"/>
              <p:cNvSpPr/>
              <p:nvPr/>
            </p:nvSpPr>
            <p:spPr>
              <a:xfrm>
                <a:off x="3656708" y="4302799"/>
                <a:ext cx="19380" cy="173586"/>
              </a:xfrm>
              <a:custGeom>
                <a:avLst/>
                <a:gdLst/>
                <a:ahLst/>
                <a:cxnLst/>
                <a:rect l="l" t="t" r="r" b="b"/>
                <a:pathLst>
                  <a:path w="92" h="824" extrusionOk="0">
                    <a:moveTo>
                      <a:pt x="41" y="1"/>
                    </a:moveTo>
                    <a:lnTo>
                      <a:pt x="41" y="1"/>
                    </a:lnTo>
                    <a:cubicBezTo>
                      <a:pt x="61" y="131"/>
                      <a:pt x="1" y="271"/>
                      <a:pt x="21" y="442"/>
                    </a:cubicBezTo>
                    <a:cubicBezTo>
                      <a:pt x="31" y="602"/>
                      <a:pt x="11" y="703"/>
                      <a:pt x="41" y="823"/>
                    </a:cubicBezTo>
                    <a:cubicBezTo>
                      <a:pt x="61" y="823"/>
                      <a:pt x="81" y="813"/>
                      <a:pt x="81" y="813"/>
                    </a:cubicBezTo>
                    <a:cubicBezTo>
                      <a:pt x="91" y="803"/>
                      <a:pt x="71" y="743"/>
                      <a:pt x="71" y="693"/>
                    </a:cubicBezTo>
                    <a:cubicBezTo>
                      <a:pt x="61" y="653"/>
                      <a:pt x="71" y="633"/>
                      <a:pt x="71" y="562"/>
                    </a:cubicBezTo>
                    <a:cubicBezTo>
                      <a:pt x="61" y="492"/>
                      <a:pt x="51" y="412"/>
                      <a:pt x="51" y="342"/>
                    </a:cubicBezTo>
                    <a:cubicBezTo>
                      <a:pt x="51" y="281"/>
                      <a:pt x="61" y="121"/>
                      <a:pt x="81" y="41"/>
                    </a:cubicBezTo>
                    <a:lnTo>
                      <a:pt x="71" y="21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88" name="Google Shape;19088;p62"/>
              <p:cNvSpPr/>
              <p:nvPr/>
            </p:nvSpPr>
            <p:spPr>
              <a:xfrm>
                <a:off x="3620897" y="4478281"/>
                <a:ext cx="33915" cy="2549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21" extrusionOk="0">
                    <a:moveTo>
                      <a:pt x="21" y="0"/>
                    </a:moveTo>
                    <a:lnTo>
                      <a:pt x="0" y="100"/>
                    </a:lnTo>
                    <a:cubicBezTo>
                      <a:pt x="0" y="110"/>
                      <a:pt x="31" y="121"/>
                      <a:pt x="61" y="121"/>
                    </a:cubicBezTo>
                    <a:cubicBezTo>
                      <a:pt x="101" y="121"/>
                      <a:pt x="151" y="110"/>
                      <a:pt x="161" y="100"/>
                    </a:cubicBezTo>
                    <a:cubicBezTo>
                      <a:pt x="161" y="80"/>
                      <a:pt x="161" y="50"/>
                      <a:pt x="151" y="10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89" name="Google Shape;19089;p62"/>
              <p:cNvSpPr/>
              <p:nvPr/>
            </p:nvSpPr>
            <p:spPr>
              <a:xfrm>
                <a:off x="3620897" y="4482494"/>
                <a:ext cx="33915" cy="21277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01" extrusionOk="0">
                    <a:moveTo>
                      <a:pt x="21" y="0"/>
                    </a:moveTo>
                    <a:lnTo>
                      <a:pt x="0" y="80"/>
                    </a:lnTo>
                    <a:cubicBezTo>
                      <a:pt x="0" y="90"/>
                      <a:pt x="31" y="101"/>
                      <a:pt x="61" y="101"/>
                    </a:cubicBezTo>
                    <a:lnTo>
                      <a:pt x="71" y="101"/>
                    </a:lnTo>
                    <a:cubicBezTo>
                      <a:pt x="101" y="101"/>
                      <a:pt x="151" y="90"/>
                      <a:pt x="161" y="80"/>
                    </a:cubicBezTo>
                    <a:lnTo>
                      <a:pt x="161" y="70"/>
                    </a:lnTo>
                    <a:cubicBezTo>
                      <a:pt x="151" y="80"/>
                      <a:pt x="141" y="80"/>
                      <a:pt x="131" y="80"/>
                    </a:cubicBezTo>
                    <a:lnTo>
                      <a:pt x="121" y="80"/>
                    </a:lnTo>
                    <a:cubicBezTo>
                      <a:pt x="111" y="70"/>
                      <a:pt x="101" y="70"/>
                      <a:pt x="101" y="70"/>
                    </a:cubicBezTo>
                    <a:lnTo>
                      <a:pt x="91" y="70"/>
                    </a:lnTo>
                    <a:lnTo>
                      <a:pt x="71" y="80"/>
                    </a:lnTo>
                    <a:lnTo>
                      <a:pt x="61" y="40"/>
                    </a:lnTo>
                    <a:cubicBezTo>
                      <a:pt x="61" y="30"/>
                      <a:pt x="61" y="10"/>
                      <a:pt x="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90" name="Google Shape;19090;p62"/>
              <p:cNvSpPr/>
              <p:nvPr/>
            </p:nvSpPr>
            <p:spPr>
              <a:xfrm>
                <a:off x="3809009" y="4537478"/>
                <a:ext cx="38128" cy="26333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25" extrusionOk="0">
                    <a:moveTo>
                      <a:pt x="141" y="0"/>
                    </a:moveTo>
                    <a:lnTo>
                      <a:pt x="10" y="20"/>
                    </a:lnTo>
                    <a:lnTo>
                      <a:pt x="0" y="120"/>
                    </a:lnTo>
                    <a:cubicBezTo>
                      <a:pt x="7" y="120"/>
                      <a:pt x="22" y="125"/>
                      <a:pt x="47" y="125"/>
                    </a:cubicBezTo>
                    <a:cubicBezTo>
                      <a:pt x="59" y="125"/>
                      <a:pt x="74" y="124"/>
                      <a:pt x="90" y="120"/>
                    </a:cubicBezTo>
                    <a:cubicBezTo>
                      <a:pt x="141" y="120"/>
                      <a:pt x="171" y="110"/>
                      <a:pt x="181" y="100"/>
                    </a:cubicBezTo>
                    <a:cubicBezTo>
                      <a:pt x="181" y="90"/>
                      <a:pt x="161" y="40"/>
                      <a:pt x="1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91" name="Google Shape;19091;p62"/>
              <p:cNvSpPr/>
              <p:nvPr/>
            </p:nvSpPr>
            <p:spPr>
              <a:xfrm>
                <a:off x="3809009" y="4545904"/>
                <a:ext cx="2317" cy="17064"/>
              </a:xfrm>
              <a:custGeom>
                <a:avLst/>
                <a:gdLst/>
                <a:ahLst/>
                <a:cxnLst/>
                <a:rect l="l" t="t" r="r" b="b"/>
                <a:pathLst>
                  <a:path w="11" h="81" extrusionOk="0">
                    <a:moveTo>
                      <a:pt x="10" y="80"/>
                    </a:moveTo>
                    <a:cubicBezTo>
                      <a:pt x="10" y="80"/>
                      <a:pt x="10" y="80"/>
                      <a:pt x="10" y="80"/>
                    </a:cubicBezTo>
                    <a:cubicBezTo>
                      <a:pt x="10" y="80"/>
                      <a:pt x="10" y="80"/>
                      <a:pt x="10" y="80"/>
                    </a:cubicBezTo>
                    <a:close/>
                    <a:moveTo>
                      <a:pt x="10" y="80"/>
                    </a:moveTo>
                    <a:cubicBezTo>
                      <a:pt x="10" y="80"/>
                      <a:pt x="10" y="80"/>
                      <a:pt x="10" y="80"/>
                    </a:cubicBezTo>
                    <a:cubicBezTo>
                      <a:pt x="10" y="80"/>
                      <a:pt x="10" y="80"/>
                      <a:pt x="10" y="80"/>
                    </a:cubicBezTo>
                    <a:close/>
                    <a:moveTo>
                      <a:pt x="10" y="80"/>
                    </a:moveTo>
                    <a:cubicBezTo>
                      <a:pt x="10" y="80"/>
                      <a:pt x="10" y="80"/>
                      <a:pt x="10" y="80"/>
                    </a:cubicBezTo>
                    <a:cubicBezTo>
                      <a:pt x="10" y="80"/>
                      <a:pt x="10" y="80"/>
                      <a:pt x="10" y="80"/>
                    </a:cubicBezTo>
                    <a:close/>
                    <a:moveTo>
                      <a:pt x="10" y="80"/>
                    </a:moveTo>
                    <a:cubicBezTo>
                      <a:pt x="10" y="80"/>
                      <a:pt x="10" y="80"/>
                      <a:pt x="10" y="80"/>
                    </a:cubicBezTo>
                    <a:cubicBezTo>
                      <a:pt x="10" y="80"/>
                      <a:pt x="10" y="80"/>
                      <a:pt x="10" y="80"/>
                    </a:cubicBezTo>
                    <a:close/>
                    <a:moveTo>
                      <a:pt x="10" y="80"/>
                    </a:moveTo>
                    <a:cubicBezTo>
                      <a:pt x="10" y="80"/>
                      <a:pt x="10" y="80"/>
                      <a:pt x="10" y="80"/>
                    </a:cubicBezTo>
                    <a:cubicBezTo>
                      <a:pt x="10" y="80"/>
                      <a:pt x="10" y="80"/>
                      <a:pt x="10" y="80"/>
                    </a:cubicBezTo>
                    <a:close/>
                    <a:moveTo>
                      <a:pt x="10" y="80"/>
                    </a:moveTo>
                    <a:lnTo>
                      <a:pt x="10" y="80"/>
                    </a:lnTo>
                    <a:lnTo>
                      <a:pt x="10" y="80"/>
                    </a:lnTo>
                    <a:close/>
                    <a:moveTo>
                      <a:pt x="10" y="80"/>
                    </a:moveTo>
                    <a:cubicBezTo>
                      <a:pt x="10" y="80"/>
                      <a:pt x="10" y="80"/>
                      <a:pt x="10" y="80"/>
                    </a:cubicBezTo>
                    <a:cubicBezTo>
                      <a:pt x="10" y="80"/>
                      <a:pt x="10" y="80"/>
                      <a:pt x="10" y="80"/>
                    </a:cubicBezTo>
                    <a:close/>
                    <a:moveTo>
                      <a:pt x="10" y="80"/>
                    </a:moveTo>
                    <a:cubicBezTo>
                      <a:pt x="0" y="80"/>
                      <a:pt x="0" y="80"/>
                      <a:pt x="0" y="80"/>
                    </a:cubicBezTo>
                    <a:lnTo>
                      <a:pt x="0" y="80"/>
                    </a:lnTo>
                    <a:cubicBezTo>
                      <a:pt x="0" y="80"/>
                      <a:pt x="0" y="80"/>
                      <a:pt x="10" y="80"/>
                    </a:cubicBezTo>
                    <a:close/>
                    <a:moveTo>
                      <a:pt x="0" y="8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B6CD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92" name="Google Shape;19092;p62"/>
              <p:cNvSpPr/>
              <p:nvPr/>
            </p:nvSpPr>
            <p:spPr>
              <a:xfrm>
                <a:off x="3809009" y="4543798"/>
                <a:ext cx="38128" cy="1917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91" extrusionOk="0">
                    <a:moveTo>
                      <a:pt x="50" y="0"/>
                    </a:moveTo>
                    <a:cubicBezTo>
                      <a:pt x="30" y="0"/>
                      <a:pt x="20" y="10"/>
                      <a:pt x="10" y="10"/>
                    </a:cubicBezTo>
                    <a:lnTo>
                      <a:pt x="0" y="90"/>
                    </a:lnTo>
                    <a:lnTo>
                      <a:pt x="90" y="90"/>
                    </a:lnTo>
                    <a:cubicBezTo>
                      <a:pt x="131" y="90"/>
                      <a:pt x="161" y="80"/>
                      <a:pt x="171" y="70"/>
                    </a:cubicBezTo>
                    <a:lnTo>
                      <a:pt x="181" y="70"/>
                    </a:lnTo>
                    <a:lnTo>
                      <a:pt x="171" y="50"/>
                    </a:lnTo>
                    <a:cubicBezTo>
                      <a:pt x="151" y="50"/>
                      <a:pt x="121" y="70"/>
                      <a:pt x="111" y="70"/>
                    </a:cubicBezTo>
                    <a:lnTo>
                      <a:pt x="90" y="70"/>
                    </a:lnTo>
                    <a:cubicBezTo>
                      <a:pt x="70" y="70"/>
                      <a:pt x="50" y="70"/>
                      <a:pt x="50" y="60"/>
                    </a:cubicBez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93" name="Google Shape;19093;p62"/>
              <p:cNvSpPr/>
              <p:nvPr/>
            </p:nvSpPr>
            <p:spPr>
              <a:xfrm>
                <a:off x="3728751" y="4535160"/>
                <a:ext cx="40234" cy="27807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2" extrusionOk="0">
                    <a:moveTo>
                      <a:pt x="30" y="1"/>
                    </a:moveTo>
                    <a:lnTo>
                      <a:pt x="0" y="111"/>
                    </a:lnTo>
                    <a:cubicBezTo>
                      <a:pt x="10" y="111"/>
                      <a:pt x="30" y="131"/>
                      <a:pt x="70" y="131"/>
                    </a:cubicBezTo>
                    <a:cubicBezTo>
                      <a:pt x="120" y="131"/>
                      <a:pt x="161" y="131"/>
                      <a:pt x="181" y="121"/>
                    </a:cubicBezTo>
                    <a:cubicBezTo>
                      <a:pt x="191" y="111"/>
                      <a:pt x="181" y="81"/>
                      <a:pt x="181" y="41"/>
                    </a:cubicBez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94" name="Google Shape;19094;p62"/>
              <p:cNvSpPr/>
              <p:nvPr/>
            </p:nvSpPr>
            <p:spPr>
              <a:xfrm>
                <a:off x="3728751" y="4541691"/>
                <a:ext cx="4424" cy="17064"/>
              </a:xfrm>
              <a:custGeom>
                <a:avLst/>
                <a:gdLst/>
                <a:ahLst/>
                <a:cxnLst/>
                <a:rect l="l" t="t" r="r" b="b"/>
                <a:pathLst>
                  <a:path w="21" h="81" extrusionOk="0">
                    <a:moveTo>
                      <a:pt x="20" y="0"/>
                    </a:moveTo>
                    <a:cubicBezTo>
                      <a:pt x="10" y="30"/>
                      <a:pt x="0" y="70"/>
                      <a:pt x="0" y="80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B6CD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95" name="Google Shape;19095;p62"/>
              <p:cNvSpPr/>
              <p:nvPr/>
            </p:nvSpPr>
            <p:spPr>
              <a:xfrm>
                <a:off x="3728751" y="4541691"/>
                <a:ext cx="38128" cy="2127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01" extrusionOk="0">
                    <a:moveTo>
                      <a:pt x="20" y="0"/>
                    </a:moveTo>
                    <a:lnTo>
                      <a:pt x="0" y="80"/>
                    </a:lnTo>
                    <a:cubicBezTo>
                      <a:pt x="10" y="80"/>
                      <a:pt x="30" y="100"/>
                      <a:pt x="70" y="100"/>
                    </a:cubicBezTo>
                    <a:lnTo>
                      <a:pt x="100" y="100"/>
                    </a:lnTo>
                    <a:cubicBezTo>
                      <a:pt x="140" y="100"/>
                      <a:pt x="171" y="100"/>
                      <a:pt x="181" y="90"/>
                    </a:cubicBezTo>
                    <a:lnTo>
                      <a:pt x="181" y="70"/>
                    </a:lnTo>
                    <a:cubicBezTo>
                      <a:pt x="161" y="80"/>
                      <a:pt x="120" y="80"/>
                      <a:pt x="100" y="80"/>
                    </a:cubicBezTo>
                    <a:lnTo>
                      <a:pt x="80" y="80"/>
                    </a:lnTo>
                    <a:cubicBezTo>
                      <a:pt x="60" y="70"/>
                      <a:pt x="40" y="60"/>
                      <a:pt x="40" y="40"/>
                    </a:cubicBezTo>
                    <a:lnTo>
                      <a:pt x="50" y="10"/>
                    </a:lnTo>
                    <a:cubicBezTo>
                      <a:pt x="30" y="10"/>
                      <a:pt x="30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96" name="Google Shape;19096;p62"/>
              <p:cNvSpPr/>
              <p:nvPr/>
            </p:nvSpPr>
            <p:spPr>
              <a:xfrm>
                <a:off x="3595619" y="4080759"/>
                <a:ext cx="257836" cy="465353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2209" extrusionOk="0">
                    <a:moveTo>
                      <a:pt x="331" y="1"/>
                    </a:moveTo>
                    <a:cubicBezTo>
                      <a:pt x="311" y="1"/>
                      <a:pt x="292" y="4"/>
                      <a:pt x="271" y="11"/>
                    </a:cubicBezTo>
                    <a:cubicBezTo>
                      <a:pt x="181" y="52"/>
                      <a:pt x="120" y="72"/>
                      <a:pt x="80" y="142"/>
                    </a:cubicBezTo>
                    <a:cubicBezTo>
                      <a:pt x="30" y="222"/>
                      <a:pt x="0" y="373"/>
                      <a:pt x="40" y="523"/>
                    </a:cubicBezTo>
                    <a:cubicBezTo>
                      <a:pt x="80" y="673"/>
                      <a:pt x="70" y="694"/>
                      <a:pt x="100" y="824"/>
                    </a:cubicBezTo>
                    <a:cubicBezTo>
                      <a:pt x="120" y="954"/>
                      <a:pt x="171" y="1155"/>
                      <a:pt x="161" y="1225"/>
                    </a:cubicBezTo>
                    <a:cubicBezTo>
                      <a:pt x="151" y="1295"/>
                      <a:pt x="151" y="1335"/>
                      <a:pt x="161" y="1406"/>
                    </a:cubicBezTo>
                    <a:cubicBezTo>
                      <a:pt x="171" y="1486"/>
                      <a:pt x="171" y="1586"/>
                      <a:pt x="161" y="1656"/>
                    </a:cubicBezTo>
                    <a:cubicBezTo>
                      <a:pt x="141" y="1727"/>
                      <a:pt x="151" y="1777"/>
                      <a:pt x="151" y="1807"/>
                    </a:cubicBezTo>
                    <a:cubicBezTo>
                      <a:pt x="151" y="1837"/>
                      <a:pt x="130" y="1887"/>
                      <a:pt x="141" y="1897"/>
                    </a:cubicBezTo>
                    <a:cubicBezTo>
                      <a:pt x="141" y="1907"/>
                      <a:pt x="151" y="1907"/>
                      <a:pt x="191" y="1907"/>
                    </a:cubicBezTo>
                    <a:lnTo>
                      <a:pt x="231" y="1907"/>
                    </a:lnTo>
                    <a:cubicBezTo>
                      <a:pt x="241" y="1909"/>
                      <a:pt x="248" y="1910"/>
                      <a:pt x="255" y="1910"/>
                    </a:cubicBezTo>
                    <a:cubicBezTo>
                      <a:pt x="288" y="1910"/>
                      <a:pt x="279" y="1887"/>
                      <a:pt x="271" y="1837"/>
                    </a:cubicBezTo>
                    <a:cubicBezTo>
                      <a:pt x="271" y="1787"/>
                      <a:pt x="291" y="1737"/>
                      <a:pt x="281" y="1687"/>
                    </a:cubicBezTo>
                    <a:cubicBezTo>
                      <a:pt x="271" y="1636"/>
                      <a:pt x="261" y="1476"/>
                      <a:pt x="271" y="1396"/>
                    </a:cubicBezTo>
                    <a:cubicBezTo>
                      <a:pt x="281" y="1325"/>
                      <a:pt x="271" y="1315"/>
                      <a:pt x="271" y="1245"/>
                    </a:cubicBezTo>
                    <a:cubicBezTo>
                      <a:pt x="271" y="1175"/>
                      <a:pt x="281" y="1035"/>
                      <a:pt x="281" y="1035"/>
                    </a:cubicBezTo>
                    <a:cubicBezTo>
                      <a:pt x="411" y="1145"/>
                      <a:pt x="612" y="1145"/>
                      <a:pt x="622" y="1155"/>
                    </a:cubicBezTo>
                    <a:cubicBezTo>
                      <a:pt x="642" y="1165"/>
                      <a:pt x="652" y="1235"/>
                      <a:pt x="662" y="1295"/>
                    </a:cubicBezTo>
                    <a:cubicBezTo>
                      <a:pt x="672" y="1345"/>
                      <a:pt x="722" y="1556"/>
                      <a:pt x="712" y="1636"/>
                    </a:cubicBezTo>
                    <a:cubicBezTo>
                      <a:pt x="692" y="1707"/>
                      <a:pt x="712" y="1747"/>
                      <a:pt x="712" y="1827"/>
                    </a:cubicBezTo>
                    <a:cubicBezTo>
                      <a:pt x="712" y="1897"/>
                      <a:pt x="692" y="2038"/>
                      <a:pt x="672" y="2098"/>
                    </a:cubicBezTo>
                    <a:cubicBezTo>
                      <a:pt x="652" y="2168"/>
                      <a:pt x="642" y="2168"/>
                      <a:pt x="652" y="2188"/>
                    </a:cubicBezTo>
                    <a:cubicBezTo>
                      <a:pt x="662" y="2198"/>
                      <a:pt x="772" y="2208"/>
                      <a:pt x="793" y="2208"/>
                    </a:cubicBezTo>
                    <a:cubicBezTo>
                      <a:pt x="823" y="2208"/>
                      <a:pt x="813" y="2198"/>
                      <a:pt x="813" y="2148"/>
                    </a:cubicBezTo>
                    <a:cubicBezTo>
                      <a:pt x="803" y="2098"/>
                      <a:pt x="823" y="2038"/>
                      <a:pt x="813" y="1967"/>
                    </a:cubicBezTo>
                    <a:cubicBezTo>
                      <a:pt x="803" y="1887"/>
                      <a:pt x="833" y="1757"/>
                      <a:pt x="843" y="1697"/>
                    </a:cubicBezTo>
                    <a:cubicBezTo>
                      <a:pt x="853" y="1626"/>
                      <a:pt x="823" y="1596"/>
                      <a:pt x="823" y="1486"/>
                    </a:cubicBezTo>
                    <a:cubicBezTo>
                      <a:pt x="833" y="1376"/>
                      <a:pt x="843" y="1275"/>
                      <a:pt x="843" y="1275"/>
                    </a:cubicBezTo>
                    <a:cubicBezTo>
                      <a:pt x="883" y="1302"/>
                      <a:pt x="923" y="1306"/>
                      <a:pt x="945" y="1306"/>
                    </a:cubicBezTo>
                    <a:cubicBezTo>
                      <a:pt x="956" y="1306"/>
                      <a:pt x="963" y="1305"/>
                      <a:pt x="963" y="1305"/>
                    </a:cubicBezTo>
                    <a:cubicBezTo>
                      <a:pt x="963" y="1305"/>
                      <a:pt x="973" y="1426"/>
                      <a:pt x="963" y="1546"/>
                    </a:cubicBezTo>
                    <a:cubicBezTo>
                      <a:pt x="963" y="1656"/>
                      <a:pt x="963" y="1687"/>
                      <a:pt x="983" y="1767"/>
                    </a:cubicBezTo>
                    <a:cubicBezTo>
                      <a:pt x="993" y="1847"/>
                      <a:pt x="993" y="2058"/>
                      <a:pt x="1003" y="2098"/>
                    </a:cubicBezTo>
                    <a:cubicBezTo>
                      <a:pt x="1013" y="2128"/>
                      <a:pt x="1003" y="2198"/>
                      <a:pt x="1013" y="2198"/>
                    </a:cubicBezTo>
                    <a:lnTo>
                      <a:pt x="1164" y="2178"/>
                    </a:lnTo>
                    <a:cubicBezTo>
                      <a:pt x="1164" y="2168"/>
                      <a:pt x="1134" y="2138"/>
                      <a:pt x="1134" y="2108"/>
                    </a:cubicBezTo>
                    <a:cubicBezTo>
                      <a:pt x="1134" y="2068"/>
                      <a:pt x="1113" y="1937"/>
                      <a:pt x="1093" y="1837"/>
                    </a:cubicBezTo>
                    <a:cubicBezTo>
                      <a:pt x="1073" y="1747"/>
                      <a:pt x="1103" y="1727"/>
                      <a:pt x="1113" y="1666"/>
                    </a:cubicBezTo>
                    <a:cubicBezTo>
                      <a:pt x="1113" y="1596"/>
                      <a:pt x="1113" y="1416"/>
                      <a:pt x="1144" y="1295"/>
                    </a:cubicBezTo>
                    <a:cubicBezTo>
                      <a:pt x="1164" y="1175"/>
                      <a:pt x="1144" y="1125"/>
                      <a:pt x="1174" y="1045"/>
                    </a:cubicBezTo>
                    <a:cubicBezTo>
                      <a:pt x="1214" y="964"/>
                      <a:pt x="1224" y="874"/>
                      <a:pt x="1204" y="724"/>
                    </a:cubicBezTo>
                    <a:cubicBezTo>
                      <a:pt x="1204" y="724"/>
                      <a:pt x="1124" y="262"/>
                      <a:pt x="1033" y="252"/>
                    </a:cubicBezTo>
                    <a:cubicBezTo>
                      <a:pt x="933" y="242"/>
                      <a:pt x="823" y="212"/>
                      <a:pt x="692" y="152"/>
                    </a:cubicBezTo>
                    <a:cubicBezTo>
                      <a:pt x="562" y="92"/>
                      <a:pt x="612" y="62"/>
                      <a:pt x="522" y="42"/>
                    </a:cubicBezTo>
                    <a:cubicBezTo>
                      <a:pt x="447" y="27"/>
                      <a:pt x="389" y="1"/>
                      <a:pt x="331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4"/>
                  </a:gs>
                  <a:gs pos="100000">
                    <a:schemeClr val="accent2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97" name="Google Shape;19097;p62"/>
              <p:cNvSpPr/>
              <p:nvPr/>
            </p:nvSpPr>
            <p:spPr>
              <a:xfrm>
                <a:off x="3811116" y="4229066"/>
                <a:ext cx="40234" cy="6046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287" extrusionOk="0">
                    <a:moveTo>
                      <a:pt x="66" y="1"/>
                    </a:moveTo>
                    <a:cubicBezTo>
                      <a:pt x="42" y="1"/>
                      <a:pt x="25" y="6"/>
                      <a:pt x="20" y="20"/>
                    </a:cubicBezTo>
                    <a:cubicBezTo>
                      <a:pt x="0" y="140"/>
                      <a:pt x="60" y="170"/>
                      <a:pt x="90" y="250"/>
                    </a:cubicBezTo>
                    <a:cubicBezTo>
                      <a:pt x="97" y="275"/>
                      <a:pt x="107" y="287"/>
                      <a:pt x="119" y="287"/>
                    </a:cubicBezTo>
                    <a:cubicBezTo>
                      <a:pt x="144" y="287"/>
                      <a:pt x="177" y="233"/>
                      <a:pt x="191" y="150"/>
                    </a:cubicBezTo>
                    <a:cubicBezTo>
                      <a:pt x="191" y="120"/>
                      <a:pt x="191" y="70"/>
                      <a:pt x="181" y="20"/>
                    </a:cubicBezTo>
                    <a:cubicBezTo>
                      <a:pt x="137" y="9"/>
                      <a:pt x="96" y="1"/>
                      <a:pt x="66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98" name="Google Shape;19098;p62"/>
              <p:cNvSpPr/>
              <p:nvPr/>
            </p:nvSpPr>
            <p:spPr>
              <a:xfrm>
                <a:off x="3610365" y="4080338"/>
                <a:ext cx="207280" cy="222038"/>
              </a:xfrm>
              <a:custGeom>
                <a:avLst/>
                <a:gdLst/>
                <a:ahLst/>
                <a:cxnLst/>
                <a:rect l="l" t="t" r="r" b="b"/>
                <a:pathLst>
                  <a:path w="984" h="1054" extrusionOk="0">
                    <a:moveTo>
                      <a:pt x="258" y="1"/>
                    </a:moveTo>
                    <a:cubicBezTo>
                      <a:pt x="238" y="1"/>
                      <a:pt x="219" y="4"/>
                      <a:pt x="201" y="13"/>
                    </a:cubicBezTo>
                    <a:cubicBezTo>
                      <a:pt x="111" y="54"/>
                      <a:pt x="50" y="74"/>
                      <a:pt x="10" y="144"/>
                    </a:cubicBezTo>
                    <a:lnTo>
                      <a:pt x="0" y="164"/>
                    </a:lnTo>
                    <a:lnTo>
                      <a:pt x="10" y="174"/>
                    </a:lnTo>
                    <a:cubicBezTo>
                      <a:pt x="40" y="204"/>
                      <a:pt x="101" y="204"/>
                      <a:pt x="131" y="234"/>
                    </a:cubicBezTo>
                    <a:cubicBezTo>
                      <a:pt x="141" y="254"/>
                      <a:pt x="141" y="284"/>
                      <a:pt x="141" y="314"/>
                    </a:cubicBezTo>
                    <a:cubicBezTo>
                      <a:pt x="141" y="344"/>
                      <a:pt x="131" y="365"/>
                      <a:pt x="121" y="395"/>
                    </a:cubicBezTo>
                    <a:cubicBezTo>
                      <a:pt x="121" y="485"/>
                      <a:pt x="341" y="545"/>
                      <a:pt x="341" y="635"/>
                    </a:cubicBezTo>
                    <a:cubicBezTo>
                      <a:pt x="351" y="696"/>
                      <a:pt x="321" y="746"/>
                      <a:pt x="331" y="806"/>
                    </a:cubicBezTo>
                    <a:cubicBezTo>
                      <a:pt x="341" y="886"/>
                      <a:pt x="251" y="946"/>
                      <a:pt x="311" y="986"/>
                    </a:cubicBezTo>
                    <a:cubicBezTo>
                      <a:pt x="336" y="995"/>
                      <a:pt x="353" y="1009"/>
                      <a:pt x="375" y="1009"/>
                    </a:cubicBezTo>
                    <a:cubicBezTo>
                      <a:pt x="380" y="1009"/>
                      <a:pt x="386" y="1008"/>
                      <a:pt x="391" y="1006"/>
                    </a:cubicBezTo>
                    <a:cubicBezTo>
                      <a:pt x="432" y="996"/>
                      <a:pt x="442" y="956"/>
                      <a:pt x="482" y="946"/>
                    </a:cubicBezTo>
                    <a:cubicBezTo>
                      <a:pt x="485" y="944"/>
                      <a:pt x="488" y="943"/>
                      <a:pt x="492" y="943"/>
                    </a:cubicBezTo>
                    <a:cubicBezTo>
                      <a:pt x="524" y="943"/>
                      <a:pt x="576" y="1018"/>
                      <a:pt x="612" y="1037"/>
                    </a:cubicBezTo>
                    <a:cubicBezTo>
                      <a:pt x="636" y="1048"/>
                      <a:pt x="659" y="1053"/>
                      <a:pt x="683" y="1053"/>
                    </a:cubicBezTo>
                    <a:cubicBezTo>
                      <a:pt x="699" y="1053"/>
                      <a:pt x="716" y="1051"/>
                      <a:pt x="733" y="1047"/>
                    </a:cubicBezTo>
                    <a:lnTo>
                      <a:pt x="803" y="1047"/>
                    </a:lnTo>
                    <a:cubicBezTo>
                      <a:pt x="833" y="1047"/>
                      <a:pt x="863" y="1047"/>
                      <a:pt x="883" y="1037"/>
                    </a:cubicBezTo>
                    <a:cubicBezTo>
                      <a:pt x="913" y="1016"/>
                      <a:pt x="923" y="996"/>
                      <a:pt x="943" y="966"/>
                    </a:cubicBezTo>
                    <a:cubicBezTo>
                      <a:pt x="963" y="936"/>
                      <a:pt x="983" y="896"/>
                      <a:pt x="973" y="856"/>
                    </a:cubicBezTo>
                    <a:cubicBezTo>
                      <a:pt x="973" y="826"/>
                      <a:pt x="953" y="806"/>
                      <a:pt x="943" y="776"/>
                    </a:cubicBezTo>
                    <a:cubicBezTo>
                      <a:pt x="903" y="726"/>
                      <a:pt x="773" y="756"/>
                      <a:pt x="733" y="696"/>
                    </a:cubicBezTo>
                    <a:cubicBezTo>
                      <a:pt x="702" y="645"/>
                      <a:pt x="863" y="575"/>
                      <a:pt x="763" y="505"/>
                    </a:cubicBezTo>
                    <a:cubicBezTo>
                      <a:pt x="712" y="475"/>
                      <a:pt x="602" y="415"/>
                      <a:pt x="552" y="385"/>
                    </a:cubicBezTo>
                    <a:lnTo>
                      <a:pt x="532" y="365"/>
                    </a:lnTo>
                    <a:cubicBezTo>
                      <a:pt x="522" y="354"/>
                      <a:pt x="532" y="324"/>
                      <a:pt x="552" y="314"/>
                    </a:cubicBezTo>
                    <a:cubicBezTo>
                      <a:pt x="572" y="304"/>
                      <a:pt x="592" y="294"/>
                      <a:pt x="602" y="284"/>
                    </a:cubicBezTo>
                    <a:cubicBezTo>
                      <a:pt x="612" y="264"/>
                      <a:pt x="612" y="234"/>
                      <a:pt x="602" y="214"/>
                    </a:cubicBezTo>
                    <a:cubicBezTo>
                      <a:pt x="592" y="184"/>
                      <a:pt x="572" y="174"/>
                      <a:pt x="552" y="154"/>
                    </a:cubicBezTo>
                    <a:cubicBezTo>
                      <a:pt x="502" y="114"/>
                      <a:pt x="452" y="74"/>
                      <a:pt x="402" y="34"/>
                    </a:cubicBezTo>
                    <a:cubicBezTo>
                      <a:pt x="353" y="20"/>
                      <a:pt x="304" y="1"/>
                      <a:pt x="25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99" name="Google Shape;19099;p62"/>
              <p:cNvSpPr/>
              <p:nvPr/>
            </p:nvSpPr>
            <p:spPr>
              <a:xfrm>
                <a:off x="3838500" y="4237282"/>
                <a:ext cx="4424" cy="44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" y="21"/>
                    </a:moveTo>
                    <a:lnTo>
                      <a:pt x="21" y="1"/>
                    </a:lnTo>
                    <a:lnTo>
                      <a:pt x="1" y="21"/>
                    </a:lnTo>
                    <a:close/>
                  </a:path>
                </a:pathLst>
              </a:custGeom>
              <a:solidFill>
                <a:srgbClr val="F8F2E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00" name="Google Shape;19100;p62"/>
              <p:cNvSpPr/>
              <p:nvPr/>
            </p:nvSpPr>
            <p:spPr>
              <a:xfrm>
                <a:off x="3677984" y="4083077"/>
                <a:ext cx="173365" cy="154416"/>
              </a:xfrm>
              <a:custGeom>
                <a:avLst/>
                <a:gdLst/>
                <a:ahLst/>
                <a:cxnLst/>
                <a:rect l="l" t="t" r="r" b="b"/>
                <a:pathLst>
                  <a:path w="823" h="733" extrusionOk="0">
                    <a:moveTo>
                      <a:pt x="0" y="0"/>
                    </a:moveTo>
                    <a:cubicBezTo>
                      <a:pt x="60" y="10"/>
                      <a:pt x="101" y="61"/>
                      <a:pt x="191" y="121"/>
                    </a:cubicBezTo>
                    <a:cubicBezTo>
                      <a:pt x="281" y="181"/>
                      <a:pt x="502" y="281"/>
                      <a:pt x="582" y="291"/>
                    </a:cubicBezTo>
                    <a:cubicBezTo>
                      <a:pt x="662" y="311"/>
                      <a:pt x="823" y="652"/>
                      <a:pt x="783" y="733"/>
                    </a:cubicBezTo>
                    <a:lnTo>
                      <a:pt x="813" y="713"/>
                    </a:lnTo>
                    <a:cubicBezTo>
                      <a:pt x="813" y="683"/>
                      <a:pt x="753" y="392"/>
                      <a:pt x="682" y="281"/>
                    </a:cubicBezTo>
                    <a:lnTo>
                      <a:pt x="622" y="241"/>
                    </a:lnTo>
                    <a:cubicBezTo>
                      <a:pt x="532" y="231"/>
                      <a:pt x="422" y="201"/>
                      <a:pt x="301" y="141"/>
                    </a:cubicBezTo>
                    <a:lnTo>
                      <a:pt x="281" y="131"/>
                    </a:lnTo>
                    <a:lnTo>
                      <a:pt x="271" y="131"/>
                    </a:lnTo>
                    <a:cubicBezTo>
                      <a:pt x="231" y="101"/>
                      <a:pt x="151" y="61"/>
                      <a:pt x="91" y="21"/>
                    </a:cubicBezTo>
                    <a:cubicBezTo>
                      <a:pt x="60" y="10"/>
                      <a:pt x="30" y="0"/>
                      <a:pt x="0" y="0"/>
                    </a:cubicBezTo>
                    <a:close/>
                  </a:path>
                </a:pathLst>
              </a:custGeom>
              <a:solidFill>
                <a:srgbClr val="401E15">
                  <a:alpha val="44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01" name="Google Shape;19101;p62"/>
              <p:cNvSpPr/>
              <p:nvPr/>
            </p:nvSpPr>
            <p:spPr>
              <a:xfrm>
                <a:off x="3809009" y="4543798"/>
                <a:ext cx="2317" cy="2317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0" y="0"/>
                    </a:moveTo>
                    <a:cubicBezTo>
                      <a:pt x="0" y="10"/>
                      <a:pt x="0" y="10"/>
                      <a:pt x="10" y="1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B4CB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02" name="Google Shape;19102;p62"/>
              <p:cNvSpPr/>
              <p:nvPr/>
            </p:nvSpPr>
            <p:spPr>
              <a:xfrm>
                <a:off x="3819542" y="4541691"/>
                <a:ext cx="4424" cy="231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1" extrusionOk="0">
                    <a:moveTo>
                      <a:pt x="20" y="0"/>
                    </a:moveTo>
                    <a:lnTo>
                      <a:pt x="0" y="10"/>
                    </a:lnTo>
                    <a:lnTo>
                      <a:pt x="10" y="10"/>
                    </a:lnTo>
                    <a:cubicBezTo>
                      <a:pt x="10" y="10"/>
                      <a:pt x="20" y="10"/>
                      <a:pt x="20" y="0"/>
                    </a:cubicBezTo>
                    <a:close/>
                  </a:path>
                </a:pathLst>
              </a:custGeom>
              <a:solidFill>
                <a:srgbClr val="7675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03" name="Google Shape;19103;p62"/>
              <p:cNvSpPr/>
              <p:nvPr/>
            </p:nvSpPr>
            <p:spPr>
              <a:xfrm>
                <a:off x="3811116" y="4543798"/>
                <a:ext cx="211" cy="2317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9EAF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04" name="Google Shape;19104;p62"/>
              <p:cNvSpPr/>
              <p:nvPr/>
            </p:nvSpPr>
            <p:spPr>
              <a:xfrm>
                <a:off x="3811116" y="4543798"/>
                <a:ext cx="8637" cy="2317"/>
              </a:xfrm>
              <a:custGeom>
                <a:avLst/>
                <a:gdLst/>
                <a:ahLst/>
                <a:cxnLst/>
                <a:rect l="l" t="t" r="r" b="b"/>
                <a:pathLst>
                  <a:path w="41" h="11" extrusionOk="0">
                    <a:moveTo>
                      <a:pt x="0" y="0"/>
                    </a:moveTo>
                    <a:lnTo>
                      <a:pt x="0" y="10"/>
                    </a:lnTo>
                    <a:cubicBezTo>
                      <a:pt x="10" y="10"/>
                      <a:pt x="20" y="0"/>
                      <a:pt x="40" y="0"/>
                    </a:cubicBezTo>
                    <a:close/>
                  </a:path>
                </a:pathLst>
              </a:custGeom>
              <a:solidFill>
                <a:srgbClr val="6765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05" name="Google Shape;19105;p62"/>
              <p:cNvSpPr/>
              <p:nvPr/>
            </p:nvSpPr>
            <p:spPr>
              <a:xfrm>
                <a:off x="3798477" y="4334609"/>
                <a:ext cx="25489" cy="209399"/>
              </a:xfrm>
              <a:custGeom>
                <a:avLst/>
                <a:gdLst/>
                <a:ahLst/>
                <a:cxnLst/>
                <a:rect l="l" t="t" r="r" b="b"/>
                <a:pathLst>
                  <a:path w="121" h="994" extrusionOk="0">
                    <a:moveTo>
                      <a:pt x="110" y="0"/>
                    </a:moveTo>
                    <a:cubicBezTo>
                      <a:pt x="90" y="50"/>
                      <a:pt x="60" y="80"/>
                      <a:pt x="0" y="100"/>
                    </a:cubicBezTo>
                    <a:cubicBezTo>
                      <a:pt x="0" y="100"/>
                      <a:pt x="10" y="161"/>
                      <a:pt x="10" y="241"/>
                    </a:cubicBezTo>
                    <a:cubicBezTo>
                      <a:pt x="10" y="271"/>
                      <a:pt x="10" y="311"/>
                      <a:pt x="0" y="341"/>
                    </a:cubicBezTo>
                    <a:cubicBezTo>
                      <a:pt x="0" y="371"/>
                      <a:pt x="0" y="391"/>
                      <a:pt x="0" y="411"/>
                    </a:cubicBezTo>
                    <a:cubicBezTo>
                      <a:pt x="0" y="472"/>
                      <a:pt x="10" y="502"/>
                      <a:pt x="20" y="562"/>
                    </a:cubicBezTo>
                    <a:cubicBezTo>
                      <a:pt x="30" y="632"/>
                      <a:pt x="30" y="803"/>
                      <a:pt x="30" y="863"/>
                    </a:cubicBezTo>
                    <a:cubicBezTo>
                      <a:pt x="30" y="873"/>
                      <a:pt x="40" y="883"/>
                      <a:pt x="40" y="893"/>
                    </a:cubicBezTo>
                    <a:cubicBezTo>
                      <a:pt x="50" y="923"/>
                      <a:pt x="40" y="993"/>
                      <a:pt x="50" y="993"/>
                    </a:cubicBezTo>
                    <a:lnTo>
                      <a:pt x="100" y="993"/>
                    </a:lnTo>
                    <a:lnTo>
                      <a:pt x="120" y="983"/>
                    </a:lnTo>
                    <a:cubicBezTo>
                      <a:pt x="110" y="933"/>
                      <a:pt x="40" y="582"/>
                      <a:pt x="50" y="542"/>
                    </a:cubicBezTo>
                    <a:cubicBezTo>
                      <a:pt x="60" y="492"/>
                      <a:pt x="60" y="371"/>
                      <a:pt x="60" y="301"/>
                    </a:cubicBezTo>
                    <a:cubicBezTo>
                      <a:pt x="60" y="231"/>
                      <a:pt x="100" y="70"/>
                      <a:pt x="110" y="20"/>
                    </a:cubicBezTo>
                    <a:cubicBezTo>
                      <a:pt x="110" y="10"/>
                      <a:pt x="120" y="0"/>
                      <a:pt x="110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06" name="Google Shape;19106;p62"/>
              <p:cNvSpPr/>
              <p:nvPr/>
            </p:nvSpPr>
            <p:spPr>
              <a:xfrm>
                <a:off x="3664713" y="4245709"/>
                <a:ext cx="169784" cy="113126"/>
              </a:xfrm>
              <a:custGeom>
                <a:avLst/>
                <a:gdLst/>
                <a:ahLst/>
                <a:cxnLst/>
                <a:rect l="l" t="t" r="r" b="b"/>
                <a:pathLst>
                  <a:path w="806" h="537" extrusionOk="0">
                    <a:moveTo>
                      <a:pt x="635" y="1"/>
                    </a:moveTo>
                    <a:cubicBezTo>
                      <a:pt x="635" y="1"/>
                      <a:pt x="625" y="21"/>
                      <a:pt x="605" y="31"/>
                    </a:cubicBezTo>
                    <a:cubicBezTo>
                      <a:pt x="595" y="51"/>
                      <a:pt x="575" y="61"/>
                      <a:pt x="555" y="61"/>
                    </a:cubicBezTo>
                    <a:cubicBezTo>
                      <a:pt x="495" y="61"/>
                      <a:pt x="545" y="121"/>
                      <a:pt x="545" y="161"/>
                    </a:cubicBezTo>
                    <a:cubicBezTo>
                      <a:pt x="545" y="201"/>
                      <a:pt x="545" y="231"/>
                      <a:pt x="525" y="252"/>
                    </a:cubicBezTo>
                    <a:cubicBezTo>
                      <a:pt x="524" y="252"/>
                      <a:pt x="523" y="253"/>
                      <a:pt x="521" y="253"/>
                    </a:cubicBezTo>
                    <a:cubicBezTo>
                      <a:pt x="507" y="253"/>
                      <a:pt x="471" y="211"/>
                      <a:pt x="434" y="201"/>
                    </a:cubicBezTo>
                    <a:cubicBezTo>
                      <a:pt x="424" y="196"/>
                      <a:pt x="414" y="194"/>
                      <a:pt x="406" y="194"/>
                    </a:cubicBezTo>
                    <a:cubicBezTo>
                      <a:pt x="397" y="194"/>
                      <a:pt x="389" y="196"/>
                      <a:pt x="384" y="201"/>
                    </a:cubicBezTo>
                    <a:cubicBezTo>
                      <a:pt x="371" y="201"/>
                      <a:pt x="362" y="206"/>
                      <a:pt x="352" y="206"/>
                    </a:cubicBezTo>
                    <a:cubicBezTo>
                      <a:pt x="346" y="206"/>
                      <a:pt x="341" y="205"/>
                      <a:pt x="334" y="201"/>
                    </a:cubicBezTo>
                    <a:cubicBezTo>
                      <a:pt x="304" y="171"/>
                      <a:pt x="304" y="141"/>
                      <a:pt x="284" y="121"/>
                    </a:cubicBezTo>
                    <a:cubicBezTo>
                      <a:pt x="264" y="94"/>
                      <a:pt x="244" y="77"/>
                      <a:pt x="230" y="77"/>
                    </a:cubicBezTo>
                    <a:cubicBezTo>
                      <a:pt x="223" y="77"/>
                      <a:pt x="217" y="81"/>
                      <a:pt x="214" y="91"/>
                    </a:cubicBezTo>
                    <a:cubicBezTo>
                      <a:pt x="195" y="117"/>
                      <a:pt x="188" y="127"/>
                      <a:pt x="181" y="127"/>
                    </a:cubicBezTo>
                    <a:cubicBezTo>
                      <a:pt x="169" y="127"/>
                      <a:pt x="160" y="100"/>
                      <a:pt x="103" y="81"/>
                    </a:cubicBezTo>
                    <a:cubicBezTo>
                      <a:pt x="97" y="79"/>
                      <a:pt x="91" y="78"/>
                      <a:pt x="86" y="78"/>
                    </a:cubicBezTo>
                    <a:cubicBezTo>
                      <a:pt x="19" y="78"/>
                      <a:pt x="0" y="232"/>
                      <a:pt x="83" y="242"/>
                    </a:cubicBezTo>
                    <a:cubicBezTo>
                      <a:pt x="174" y="252"/>
                      <a:pt x="123" y="322"/>
                      <a:pt x="83" y="322"/>
                    </a:cubicBezTo>
                    <a:cubicBezTo>
                      <a:pt x="113" y="332"/>
                      <a:pt x="144" y="342"/>
                      <a:pt x="174" y="352"/>
                    </a:cubicBezTo>
                    <a:cubicBezTo>
                      <a:pt x="194" y="352"/>
                      <a:pt x="284" y="362"/>
                      <a:pt x="294" y="372"/>
                    </a:cubicBezTo>
                    <a:cubicBezTo>
                      <a:pt x="314" y="382"/>
                      <a:pt x="314" y="462"/>
                      <a:pt x="334" y="512"/>
                    </a:cubicBezTo>
                    <a:cubicBezTo>
                      <a:pt x="345" y="529"/>
                      <a:pt x="362" y="536"/>
                      <a:pt x="377" y="536"/>
                    </a:cubicBezTo>
                    <a:cubicBezTo>
                      <a:pt x="389" y="536"/>
                      <a:pt x="400" y="531"/>
                      <a:pt x="404" y="522"/>
                    </a:cubicBezTo>
                    <a:cubicBezTo>
                      <a:pt x="424" y="495"/>
                      <a:pt x="450" y="486"/>
                      <a:pt x="476" y="486"/>
                    </a:cubicBezTo>
                    <a:cubicBezTo>
                      <a:pt x="515" y="486"/>
                      <a:pt x="553" y="506"/>
                      <a:pt x="565" y="512"/>
                    </a:cubicBezTo>
                    <a:cubicBezTo>
                      <a:pt x="605" y="522"/>
                      <a:pt x="635" y="522"/>
                      <a:pt x="635" y="522"/>
                    </a:cubicBezTo>
                    <a:cubicBezTo>
                      <a:pt x="715" y="502"/>
                      <a:pt x="755" y="442"/>
                      <a:pt x="775" y="332"/>
                    </a:cubicBezTo>
                    <a:cubicBezTo>
                      <a:pt x="806" y="221"/>
                      <a:pt x="705" y="231"/>
                      <a:pt x="705" y="111"/>
                    </a:cubicBezTo>
                    <a:cubicBezTo>
                      <a:pt x="705" y="71"/>
                      <a:pt x="695" y="11"/>
                      <a:pt x="63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07" name="Google Shape;19107;p62"/>
              <p:cNvSpPr/>
              <p:nvPr/>
            </p:nvSpPr>
            <p:spPr>
              <a:xfrm>
                <a:off x="3815329" y="4311225"/>
                <a:ext cx="25489" cy="155048"/>
              </a:xfrm>
              <a:custGeom>
                <a:avLst/>
                <a:gdLst/>
                <a:ahLst/>
                <a:cxnLst/>
                <a:rect l="l" t="t" r="r" b="b"/>
                <a:pathLst>
                  <a:path w="121" h="736" extrusionOk="0">
                    <a:moveTo>
                      <a:pt x="121" y="1"/>
                    </a:moveTo>
                    <a:cubicBezTo>
                      <a:pt x="91" y="71"/>
                      <a:pt x="81" y="91"/>
                      <a:pt x="60" y="201"/>
                    </a:cubicBezTo>
                    <a:cubicBezTo>
                      <a:pt x="40" y="322"/>
                      <a:pt x="40" y="492"/>
                      <a:pt x="30" y="552"/>
                    </a:cubicBezTo>
                    <a:cubicBezTo>
                      <a:pt x="20" y="613"/>
                      <a:pt x="0" y="723"/>
                      <a:pt x="30" y="733"/>
                    </a:cubicBezTo>
                    <a:cubicBezTo>
                      <a:pt x="30" y="735"/>
                      <a:pt x="31" y="736"/>
                      <a:pt x="31" y="736"/>
                    </a:cubicBezTo>
                    <a:cubicBezTo>
                      <a:pt x="34" y="736"/>
                      <a:pt x="42" y="719"/>
                      <a:pt x="50" y="703"/>
                    </a:cubicBezTo>
                    <a:cubicBezTo>
                      <a:pt x="40" y="653"/>
                      <a:pt x="60" y="623"/>
                      <a:pt x="70" y="572"/>
                    </a:cubicBezTo>
                    <a:cubicBezTo>
                      <a:pt x="70" y="502"/>
                      <a:pt x="70" y="322"/>
                      <a:pt x="101" y="201"/>
                    </a:cubicBezTo>
                    <a:cubicBezTo>
                      <a:pt x="121" y="101"/>
                      <a:pt x="111" y="51"/>
                      <a:pt x="121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08" name="Google Shape;19108;p62"/>
              <p:cNvSpPr/>
              <p:nvPr/>
            </p:nvSpPr>
            <p:spPr>
              <a:xfrm>
                <a:off x="3825861" y="4497873"/>
                <a:ext cx="14956" cy="46135"/>
              </a:xfrm>
              <a:custGeom>
                <a:avLst/>
                <a:gdLst/>
                <a:ahLst/>
                <a:cxnLst/>
                <a:rect l="l" t="t" r="r" b="b"/>
                <a:pathLst>
                  <a:path w="71" h="219" extrusionOk="0">
                    <a:moveTo>
                      <a:pt x="13" y="1"/>
                    </a:moveTo>
                    <a:cubicBezTo>
                      <a:pt x="1" y="1"/>
                      <a:pt x="2" y="69"/>
                      <a:pt x="10" y="138"/>
                    </a:cubicBezTo>
                    <a:cubicBezTo>
                      <a:pt x="10" y="168"/>
                      <a:pt x="10" y="198"/>
                      <a:pt x="20" y="218"/>
                    </a:cubicBezTo>
                    <a:cubicBezTo>
                      <a:pt x="41" y="208"/>
                      <a:pt x="71" y="208"/>
                      <a:pt x="71" y="198"/>
                    </a:cubicBezTo>
                    <a:cubicBezTo>
                      <a:pt x="71" y="188"/>
                      <a:pt x="41" y="158"/>
                      <a:pt x="41" y="128"/>
                    </a:cubicBezTo>
                    <a:cubicBezTo>
                      <a:pt x="41" y="108"/>
                      <a:pt x="31" y="58"/>
                      <a:pt x="20" y="7"/>
                    </a:cubicBezTo>
                    <a:cubicBezTo>
                      <a:pt x="18" y="3"/>
                      <a:pt x="15" y="1"/>
                      <a:pt x="13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09" name="Google Shape;19109;p62"/>
              <p:cNvSpPr/>
              <p:nvPr/>
            </p:nvSpPr>
            <p:spPr>
              <a:xfrm>
                <a:off x="3791946" y="4104143"/>
                <a:ext cx="80679" cy="141776"/>
              </a:xfrm>
              <a:custGeom>
                <a:avLst/>
                <a:gdLst/>
                <a:ahLst/>
                <a:cxnLst/>
                <a:rect l="l" t="t" r="r" b="b"/>
                <a:pathLst>
                  <a:path w="383" h="673" extrusionOk="0">
                    <a:moveTo>
                      <a:pt x="181" y="1"/>
                    </a:moveTo>
                    <a:cubicBezTo>
                      <a:pt x="51" y="1"/>
                      <a:pt x="21" y="71"/>
                      <a:pt x="21" y="121"/>
                    </a:cubicBezTo>
                    <a:cubicBezTo>
                      <a:pt x="11" y="171"/>
                      <a:pt x="11" y="221"/>
                      <a:pt x="11" y="252"/>
                    </a:cubicBezTo>
                    <a:cubicBezTo>
                      <a:pt x="1" y="272"/>
                      <a:pt x="21" y="272"/>
                      <a:pt x="21" y="292"/>
                    </a:cubicBezTo>
                    <a:cubicBezTo>
                      <a:pt x="21" y="312"/>
                      <a:pt x="21" y="312"/>
                      <a:pt x="21" y="342"/>
                    </a:cubicBezTo>
                    <a:cubicBezTo>
                      <a:pt x="31" y="362"/>
                      <a:pt x="31" y="452"/>
                      <a:pt x="51" y="492"/>
                    </a:cubicBezTo>
                    <a:cubicBezTo>
                      <a:pt x="71" y="542"/>
                      <a:pt x="71" y="593"/>
                      <a:pt x="91" y="623"/>
                    </a:cubicBezTo>
                    <a:cubicBezTo>
                      <a:pt x="101" y="653"/>
                      <a:pt x="151" y="673"/>
                      <a:pt x="202" y="673"/>
                    </a:cubicBezTo>
                    <a:cubicBezTo>
                      <a:pt x="242" y="673"/>
                      <a:pt x="282" y="673"/>
                      <a:pt x="312" y="643"/>
                    </a:cubicBezTo>
                    <a:cubicBezTo>
                      <a:pt x="332" y="623"/>
                      <a:pt x="322" y="552"/>
                      <a:pt x="342" y="502"/>
                    </a:cubicBezTo>
                    <a:cubicBezTo>
                      <a:pt x="352" y="442"/>
                      <a:pt x="342" y="382"/>
                      <a:pt x="342" y="352"/>
                    </a:cubicBezTo>
                    <a:cubicBezTo>
                      <a:pt x="352" y="332"/>
                      <a:pt x="352" y="322"/>
                      <a:pt x="362" y="312"/>
                    </a:cubicBezTo>
                    <a:cubicBezTo>
                      <a:pt x="362" y="302"/>
                      <a:pt x="362" y="272"/>
                      <a:pt x="372" y="252"/>
                    </a:cubicBezTo>
                    <a:cubicBezTo>
                      <a:pt x="382" y="231"/>
                      <a:pt x="342" y="91"/>
                      <a:pt x="322" y="51"/>
                    </a:cubicBezTo>
                    <a:cubicBezTo>
                      <a:pt x="292" y="21"/>
                      <a:pt x="242" y="1"/>
                      <a:pt x="1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10" name="Google Shape;19110;p62"/>
              <p:cNvSpPr/>
              <p:nvPr/>
            </p:nvSpPr>
            <p:spPr>
              <a:xfrm>
                <a:off x="3798477" y="4104143"/>
                <a:ext cx="63406" cy="19381"/>
              </a:xfrm>
              <a:custGeom>
                <a:avLst/>
                <a:gdLst/>
                <a:ahLst/>
                <a:cxnLst/>
                <a:rect l="l" t="t" r="r" b="b"/>
                <a:pathLst>
                  <a:path w="301" h="92" extrusionOk="0">
                    <a:moveTo>
                      <a:pt x="150" y="1"/>
                    </a:moveTo>
                    <a:cubicBezTo>
                      <a:pt x="60" y="1"/>
                      <a:pt x="10" y="41"/>
                      <a:pt x="0" y="71"/>
                    </a:cubicBezTo>
                    <a:cubicBezTo>
                      <a:pt x="9" y="53"/>
                      <a:pt x="20" y="47"/>
                      <a:pt x="36" y="47"/>
                    </a:cubicBezTo>
                    <a:cubicBezTo>
                      <a:pt x="56" y="47"/>
                      <a:pt x="82" y="55"/>
                      <a:pt x="120" y="61"/>
                    </a:cubicBezTo>
                    <a:cubicBezTo>
                      <a:pt x="128" y="62"/>
                      <a:pt x="135" y="63"/>
                      <a:pt x="142" y="63"/>
                    </a:cubicBezTo>
                    <a:cubicBezTo>
                      <a:pt x="169" y="63"/>
                      <a:pt x="194" y="55"/>
                      <a:pt x="215" y="55"/>
                    </a:cubicBezTo>
                    <a:cubicBezTo>
                      <a:pt x="233" y="55"/>
                      <a:pt x="249" y="61"/>
                      <a:pt x="261" y="81"/>
                    </a:cubicBezTo>
                    <a:lnTo>
                      <a:pt x="301" y="91"/>
                    </a:lnTo>
                    <a:lnTo>
                      <a:pt x="291" y="51"/>
                    </a:lnTo>
                    <a:cubicBezTo>
                      <a:pt x="261" y="21"/>
                      <a:pt x="211" y="1"/>
                      <a:pt x="150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11" name="Google Shape;19111;p62"/>
              <p:cNvSpPr/>
              <p:nvPr/>
            </p:nvSpPr>
            <p:spPr>
              <a:xfrm>
                <a:off x="3851139" y="4243602"/>
                <a:ext cx="211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B9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12" name="Google Shape;19112;p62"/>
              <p:cNvSpPr/>
              <p:nvPr/>
            </p:nvSpPr>
            <p:spPr>
              <a:xfrm>
                <a:off x="3851139" y="4243602"/>
                <a:ext cx="211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4AE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13" name="Google Shape;19113;p62"/>
              <p:cNvSpPr/>
              <p:nvPr/>
            </p:nvSpPr>
            <p:spPr>
              <a:xfrm>
                <a:off x="3819542" y="4241495"/>
                <a:ext cx="31808" cy="4424"/>
              </a:xfrm>
              <a:custGeom>
                <a:avLst/>
                <a:gdLst/>
                <a:ahLst/>
                <a:cxnLst/>
                <a:rect l="l" t="t" r="r" b="b"/>
                <a:pathLst>
                  <a:path w="151" h="21" extrusionOk="0">
                    <a:moveTo>
                      <a:pt x="91" y="21"/>
                    </a:moveTo>
                    <a:cubicBezTo>
                      <a:pt x="81" y="21"/>
                      <a:pt x="71" y="21"/>
                      <a:pt x="71" y="21"/>
                    </a:cubicBezTo>
                    <a:cubicBezTo>
                      <a:pt x="71" y="21"/>
                      <a:pt x="81" y="21"/>
                      <a:pt x="91" y="21"/>
                    </a:cubicBezTo>
                    <a:cubicBezTo>
                      <a:pt x="111" y="21"/>
                      <a:pt x="131" y="21"/>
                      <a:pt x="151" y="11"/>
                    </a:cubicBezTo>
                    <a:lnTo>
                      <a:pt x="151" y="11"/>
                    </a:lnTo>
                    <a:cubicBezTo>
                      <a:pt x="131" y="21"/>
                      <a:pt x="111" y="21"/>
                      <a:pt x="91" y="21"/>
                    </a:cubicBezTo>
                    <a:close/>
                    <a:moveTo>
                      <a:pt x="61" y="21"/>
                    </a:moveTo>
                    <a:lnTo>
                      <a:pt x="61" y="21"/>
                    </a:lnTo>
                    <a:lnTo>
                      <a:pt x="61" y="21"/>
                    </a:lnTo>
                    <a:close/>
                    <a:moveTo>
                      <a:pt x="61" y="21"/>
                    </a:moveTo>
                    <a:cubicBezTo>
                      <a:pt x="50" y="21"/>
                      <a:pt x="40" y="21"/>
                      <a:pt x="30" y="11"/>
                    </a:cubicBezTo>
                    <a:cubicBezTo>
                      <a:pt x="40" y="21"/>
                      <a:pt x="50" y="21"/>
                      <a:pt x="61" y="21"/>
                    </a:cubicBezTo>
                    <a:close/>
                    <a:moveTo>
                      <a:pt x="30" y="11"/>
                    </a:move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lose/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lose/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lose/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lose/>
                    <a:moveTo>
                      <a:pt x="20" y="11"/>
                    </a:moveTo>
                    <a:lnTo>
                      <a:pt x="20" y="11"/>
                    </a:lnTo>
                    <a:lnTo>
                      <a:pt x="20" y="11"/>
                    </a:lnTo>
                    <a:close/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0" y="11"/>
                    </a:moveTo>
                    <a:lnTo>
                      <a:pt x="0" y="1"/>
                    </a:lnTo>
                    <a:lnTo>
                      <a:pt x="0" y="11"/>
                    </a:ln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AB6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14" name="Google Shape;19114;p62"/>
              <p:cNvSpPr/>
              <p:nvPr/>
            </p:nvSpPr>
            <p:spPr>
              <a:xfrm>
                <a:off x="3815329" y="4216216"/>
                <a:ext cx="40234" cy="2549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21" extrusionOk="0">
                    <a:moveTo>
                      <a:pt x="30" y="30"/>
                    </a:moveTo>
                    <a:cubicBezTo>
                      <a:pt x="50" y="30"/>
                      <a:pt x="70" y="71"/>
                      <a:pt x="60" y="81"/>
                    </a:cubicBezTo>
                    <a:lnTo>
                      <a:pt x="50" y="71"/>
                    </a:lnTo>
                    <a:lnTo>
                      <a:pt x="50" y="51"/>
                    </a:lnTo>
                    <a:lnTo>
                      <a:pt x="30" y="30"/>
                    </a:lnTo>
                    <a:close/>
                    <a:moveTo>
                      <a:pt x="161" y="30"/>
                    </a:moveTo>
                    <a:lnTo>
                      <a:pt x="151" y="51"/>
                    </a:lnTo>
                    <a:lnTo>
                      <a:pt x="151" y="71"/>
                    </a:lnTo>
                    <a:lnTo>
                      <a:pt x="141" y="81"/>
                    </a:lnTo>
                    <a:cubicBezTo>
                      <a:pt x="131" y="71"/>
                      <a:pt x="151" y="30"/>
                      <a:pt x="161" y="30"/>
                    </a:cubicBezTo>
                    <a:close/>
                    <a:moveTo>
                      <a:pt x="141" y="0"/>
                    </a:moveTo>
                    <a:cubicBezTo>
                      <a:pt x="141" y="0"/>
                      <a:pt x="131" y="10"/>
                      <a:pt x="121" y="10"/>
                    </a:cubicBezTo>
                    <a:lnTo>
                      <a:pt x="50" y="10"/>
                    </a:lnTo>
                    <a:cubicBezTo>
                      <a:pt x="40" y="10"/>
                      <a:pt x="30" y="10"/>
                      <a:pt x="20" y="20"/>
                    </a:cubicBezTo>
                    <a:cubicBezTo>
                      <a:pt x="0" y="30"/>
                      <a:pt x="40" y="81"/>
                      <a:pt x="30" y="91"/>
                    </a:cubicBezTo>
                    <a:lnTo>
                      <a:pt x="20" y="121"/>
                    </a:lnTo>
                    <a:lnTo>
                      <a:pt x="40" y="121"/>
                    </a:lnTo>
                    <a:cubicBezTo>
                      <a:pt x="60" y="121"/>
                      <a:pt x="70" y="121"/>
                      <a:pt x="81" y="111"/>
                    </a:cubicBezTo>
                    <a:lnTo>
                      <a:pt x="141" y="111"/>
                    </a:lnTo>
                    <a:cubicBezTo>
                      <a:pt x="141" y="111"/>
                      <a:pt x="151" y="121"/>
                      <a:pt x="161" y="121"/>
                    </a:cubicBezTo>
                    <a:cubicBezTo>
                      <a:pt x="161" y="121"/>
                      <a:pt x="171" y="121"/>
                      <a:pt x="171" y="111"/>
                    </a:cubicBezTo>
                    <a:cubicBezTo>
                      <a:pt x="171" y="101"/>
                      <a:pt x="161" y="91"/>
                      <a:pt x="161" y="81"/>
                    </a:cubicBezTo>
                    <a:cubicBezTo>
                      <a:pt x="161" y="71"/>
                      <a:pt x="191" y="40"/>
                      <a:pt x="181" y="20"/>
                    </a:cubicBezTo>
                    <a:cubicBezTo>
                      <a:pt x="171" y="10"/>
                      <a:pt x="161" y="0"/>
                      <a:pt x="141" y="0"/>
                    </a:cubicBezTo>
                    <a:close/>
                  </a:path>
                </a:pathLst>
              </a:custGeom>
              <a:solidFill>
                <a:srgbClr val="E4AE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15" name="Google Shape;19115;p62"/>
              <p:cNvSpPr/>
              <p:nvPr/>
            </p:nvSpPr>
            <p:spPr>
              <a:xfrm>
                <a:off x="3821648" y="4222536"/>
                <a:ext cx="8637" cy="10744"/>
              </a:xfrm>
              <a:custGeom>
                <a:avLst/>
                <a:gdLst/>
                <a:ahLst/>
                <a:cxnLst/>
                <a:rect l="l" t="t" r="r" b="b"/>
                <a:pathLst>
                  <a:path w="41" h="51" extrusionOk="0">
                    <a:moveTo>
                      <a:pt x="0" y="0"/>
                    </a:moveTo>
                    <a:lnTo>
                      <a:pt x="20" y="21"/>
                    </a:lnTo>
                    <a:lnTo>
                      <a:pt x="20" y="41"/>
                    </a:lnTo>
                    <a:lnTo>
                      <a:pt x="30" y="51"/>
                    </a:lnTo>
                    <a:cubicBezTo>
                      <a:pt x="40" y="41"/>
                      <a:pt x="20" y="0"/>
                      <a:pt x="0" y="0"/>
                    </a:cubicBezTo>
                    <a:close/>
                  </a:path>
                </a:pathLst>
              </a:custGeom>
              <a:solidFill>
                <a:srgbClr val="3E3D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16" name="Google Shape;19116;p62"/>
              <p:cNvSpPr/>
              <p:nvPr/>
            </p:nvSpPr>
            <p:spPr>
              <a:xfrm>
                <a:off x="3842713" y="4222536"/>
                <a:ext cx="6530" cy="10744"/>
              </a:xfrm>
              <a:custGeom>
                <a:avLst/>
                <a:gdLst/>
                <a:ahLst/>
                <a:cxnLst/>
                <a:rect l="l" t="t" r="r" b="b"/>
                <a:pathLst>
                  <a:path w="31" h="51" extrusionOk="0">
                    <a:moveTo>
                      <a:pt x="31" y="0"/>
                    </a:moveTo>
                    <a:cubicBezTo>
                      <a:pt x="21" y="0"/>
                      <a:pt x="1" y="41"/>
                      <a:pt x="11" y="51"/>
                    </a:cubicBezTo>
                    <a:lnTo>
                      <a:pt x="21" y="41"/>
                    </a:lnTo>
                    <a:lnTo>
                      <a:pt x="21" y="2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3E3D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17" name="Google Shape;19117;p62"/>
              <p:cNvSpPr/>
              <p:nvPr/>
            </p:nvSpPr>
            <p:spPr>
              <a:xfrm>
                <a:off x="3823755" y="4243602"/>
                <a:ext cx="10743" cy="2317"/>
              </a:xfrm>
              <a:custGeom>
                <a:avLst/>
                <a:gdLst/>
                <a:ahLst/>
                <a:cxnLst/>
                <a:rect l="l" t="t" r="r" b="b"/>
                <a:pathLst>
                  <a:path w="51" h="11" extrusionOk="0">
                    <a:moveTo>
                      <a:pt x="51" y="11"/>
                    </a:moveTo>
                    <a:lnTo>
                      <a:pt x="51" y="11"/>
                    </a:lnTo>
                    <a:lnTo>
                      <a:pt x="41" y="11"/>
                    </a:lnTo>
                    <a:lnTo>
                      <a:pt x="51" y="11"/>
                    </a:lnTo>
                    <a:lnTo>
                      <a:pt x="51" y="11"/>
                    </a:lnTo>
                    <a:close/>
                    <a:moveTo>
                      <a:pt x="41" y="11"/>
                    </a:moveTo>
                    <a:lnTo>
                      <a:pt x="41" y="11"/>
                    </a:lnTo>
                    <a:lnTo>
                      <a:pt x="41" y="11"/>
                    </a:lnTo>
                    <a:close/>
                    <a:moveTo>
                      <a:pt x="10" y="1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lose/>
                    <a:moveTo>
                      <a:pt x="10" y="1"/>
                    </a:moveTo>
                    <a:cubicBezTo>
                      <a:pt x="10" y="1"/>
                      <a:pt x="0" y="1"/>
                      <a:pt x="0" y="1"/>
                    </a:cubicBezTo>
                    <a:cubicBezTo>
                      <a:pt x="0" y="1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CEC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18" name="Google Shape;19118;p62"/>
              <p:cNvSpPr/>
              <p:nvPr/>
            </p:nvSpPr>
            <p:spPr>
              <a:xfrm>
                <a:off x="3819542" y="4241495"/>
                <a:ext cx="4424" cy="231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1" extrusionOk="0"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lose/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lose/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lose/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lose/>
                    <a:moveTo>
                      <a:pt x="20" y="11"/>
                    </a:moveTo>
                    <a:cubicBezTo>
                      <a:pt x="20" y="11"/>
                      <a:pt x="10" y="11"/>
                      <a:pt x="10" y="11"/>
                    </a:cubicBezTo>
                    <a:cubicBezTo>
                      <a:pt x="10" y="11"/>
                      <a:pt x="20" y="11"/>
                      <a:pt x="20" y="11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10" y="11"/>
                    </a:moveTo>
                    <a:lnTo>
                      <a:pt x="0" y="11"/>
                    </a:lnTo>
                    <a:lnTo>
                      <a:pt x="10" y="11"/>
                    </a:ln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EC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19" name="Google Shape;19119;p62"/>
              <p:cNvSpPr/>
              <p:nvPr/>
            </p:nvSpPr>
            <p:spPr>
              <a:xfrm>
                <a:off x="3851139" y="4237282"/>
                <a:ext cx="6530" cy="6531"/>
              </a:xfrm>
              <a:custGeom>
                <a:avLst/>
                <a:gdLst/>
                <a:ahLst/>
                <a:cxnLst/>
                <a:rect l="l" t="t" r="r" b="b"/>
                <a:pathLst>
                  <a:path w="31" h="31" extrusionOk="0">
                    <a:moveTo>
                      <a:pt x="31" y="1"/>
                    </a:moveTo>
                    <a:cubicBezTo>
                      <a:pt x="31" y="11"/>
                      <a:pt x="21" y="11"/>
                      <a:pt x="1" y="11"/>
                    </a:cubicBezTo>
                    <a:cubicBezTo>
                      <a:pt x="1" y="21"/>
                      <a:pt x="1" y="31"/>
                      <a:pt x="1" y="31"/>
                    </a:cubicBezTo>
                    <a:cubicBezTo>
                      <a:pt x="11" y="31"/>
                      <a:pt x="21" y="21"/>
                      <a:pt x="31" y="11"/>
                    </a:cubicBezTo>
                    <a:lnTo>
                      <a:pt x="31" y="1"/>
                    </a:lnTo>
                    <a:close/>
                  </a:path>
                </a:pathLst>
              </a:custGeom>
              <a:solidFill>
                <a:srgbClr val="BBB2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20" name="Google Shape;19120;p62"/>
              <p:cNvSpPr/>
              <p:nvPr/>
            </p:nvSpPr>
            <p:spPr>
              <a:xfrm>
                <a:off x="3819542" y="4241495"/>
                <a:ext cx="14956" cy="4424"/>
              </a:xfrm>
              <a:custGeom>
                <a:avLst/>
                <a:gdLst/>
                <a:ahLst/>
                <a:cxnLst/>
                <a:rect l="l" t="t" r="r" b="b"/>
                <a:pathLst>
                  <a:path w="71" h="21" extrusionOk="0">
                    <a:moveTo>
                      <a:pt x="0" y="1"/>
                    </a:moveTo>
                    <a:lnTo>
                      <a:pt x="0" y="11"/>
                    </a:lnTo>
                    <a:lnTo>
                      <a:pt x="24" y="11"/>
                    </a:lnTo>
                    <a:cubicBezTo>
                      <a:pt x="15" y="8"/>
                      <a:pt x="7" y="4"/>
                      <a:pt x="0" y="1"/>
                    </a:cubicBezTo>
                    <a:close/>
                    <a:moveTo>
                      <a:pt x="24" y="11"/>
                    </a:moveTo>
                    <a:cubicBezTo>
                      <a:pt x="27" y="12"/>
                      <a:pt x="31" y="13"/>
                      <a:pt x="34" y="14"/>
                    </a:cubicBezTo>
                    <a:lnTo>
                      <a:pt x="34" y="14"/>
                    </a:lnTo>
                    <a:cubicBezTo>
                      <a:pt x="33" y="13"/>
                      <a:pt x="32" y="12"/>
                      <a:pt x="30" y="11"/>
                    </a:cubicBezTo>
                    <a:close/>
                    <a:moveTo>
                      <a:pt x="34" y="14"/>
                    </a:moveTo>
                    <a:lnTo>
                      <a:pt x="34" y="14"/>
                    </a:lnTo>
                    <a:cubicBezTo>
                      <a:pt x="43" y="21"/>
                      <a:pt x="52" y="21"/>
                      <a:pt x="61" y="21"/>
                    </a:cubicBezTo>
                    <a:lnTo>
                      <a:pt x="71" y="21"/>
                    </a:lnTo>
                    <a:cubicBezTo>
                      <a:pt x="60" y="21"/>
                      <a:pt x="47" y="18"/>
                      <a:pt x="34" y="14"/>
                    </a:cubicBezTo>
                    <a:close/>
                  </a:path>
                </a:pathLst>
              </a:custGeom>
              <a:solidFill>
                <a:srgbClr val="C39D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21" name="Google Shape;19121;p62"/>
              <p:cNvSpPr/>
              <p:nvPr/>
            </p:nvSpPr>
            <p:spPr>
              <a:xfrm>
                <a:off x="3819542" y="4239389"/>
                <a:ext cx="31808" cy="6531"/>
              </a:xfrm>
              <a:custGeom>
                <a:avLst/>
                <a:gdLst/>
                <a:ahLst/>
                <a:cxnLst/>
                <a:rect l="l" t="t" r="r" b="b"/>
                <a:pathLst>
                  <a:path w="151" h="31" extrusionOk="0">
                    <a:moveTo>
                      <a:pt x="61" y="1"/>
                    </a:moveTo>
                    <a:cubicBezTo>
                      <a:pt x="50" y="11"/>
                      <a:pt x="40" y="11"/>
                      <a:pt x="20" y="11"/>
                    </a:cubicBezTo>
                    <a:lnTo>
                      <a:pt x="0" y="11"/>
                    </a:lnTo>
                    <a:cubicBezTo>
                      <a:pt x="20" y="21"/>
                      <a:pt x="50" y="31"/>
                      <a:pt x="71" y="31"/>
                    </a:cubicBezTo>
                    <a:lnTo>
                      <a:pt x="91" y="31"/>
                    </a:lnTo>
                    <a:cubicBezTo>
                      <a:pt x="111" y="31"/>
                      <a:pt x="131" y="31"/>
                      <a:pt x="151" y="21"/>
                    </a:cubicBezTo>
                    <a:cubicBezTo>
                      <a:pt x="151" y="21"/>
                      <a:pt x="151" y="11"/>
                      <a:pt x="151" y="1"/>
                    </a:cubicBezTo>
                    <a:cubicBezTo>
                      <a:pt x="151" y="11"/>
                      <a:pt x="141" y="11"/>
                      <a:pt x="141" y="11"/>
                    </a:cubicBezTo>
                    <a:cubicBezTo>
                      <a:pt x="131" y="11"/>
                      <a:pt x="121" y="1"/>
                      <a:pt x="121" y="1"/>
                    </a:cubicBezTo>
                    <a:close/>
                  </a:path>
                </a:pathLst>
              </a:custGeom>
              <a:solidFill>
                <a:srgbClr val="BF96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22" name="Google Shape;19122;p62"/>
              <p:cNvSpPr/>
              <p:nvPr/>
            </p:nvSpPr>
            <p:spPr>
              <a:xfrm>
                <a:off x="3857459" y="4125420"/>
                <a:ext cx="72042" cy="3181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151" extrusionOk="0">
                    <a:moveTo>
                      <a:pt x="31" y="0"/>
                    </a:moveTo>
                    <a:lnTo>
                      <a:pt x="1" y="40"/>
                    </a:lnTo>
                    <a:cubicBezTo>
                      <a:pt x="1" y="40"/>
                      <a:pt x="51" y="123"/>
                      <a:pt x="60" y="123"/>
                    </a:cubicBezTo>
                    <a:cubicBezTo>
                      <a:pt x="61" y="123"/>
                      <a:pt x="61" y="122"/>
                      <a:pt x="61" y="120"/>
                    </a:cubicBezTo>
                    <a:cubicBezTo>
                      <a:pt x="61" y="115"/>
                      <a:pt x="71" y="109"/>
                      <a:pt x="83" y="109"/>
                    </a:cubicBezTo>
                    <a:cubicBezTo>
                      <a:pt x="92" y="109"/>
                      <a:pt x="103" y="112"/>
                      <a:pt x="111" y="120"/>
                    </a:cubicBezTo>
                    <a:cubicBezTo>
                      <a:pt x="141" y="140"/>
                      <a:pt x="181" y="151"/>
                      <a:pt x="222" y="151"/>
                    </a:cubicBezTo>
                    <a:cubicBezTo>
                      <a:pt x="252" y="140"/>
                      <a:pt x="342" y="80"/>
                      <a:pt x="292" y="40"/>
                    </a:cubicBezTo>
                    <a:cubicBezTo>
                      <a:pt x="262" y="15"/>
                      <a:pt x="232" y="8"/>
                      <a:pt x="203" y="8"/>
                    </a:cubicBezTo>
                    <a:cubicBezTo>
                      <a:pt x="174" y="8"/>
                      <a:pt x="146" y="15"/>
                      <a:pt x="121" y="20"/>
                    </a:cubicBezTo>
                    <a:cubicBezTo>
                      <a:pt x="98" y="29"/>
                      <a:pt x="83" y="37"/>
                      <a:pt x="71" y="37"/>
                    </a:cubicBezTo>
                    <a:cubicBezTo>
                      <a:pt x="57" y="37"/>
                      <a:pt x="47" y="27"/>
                      <a:pt x="31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23" name="Google Shape;19123;p62"/>
              <p:cNvSpPr/>
              <p:nvPr/>
            </p:nvSpPr>
            <p:spPr>
              <a:xfrm>
                <a:off x="3726434" y="4125420"/>
                <a:ext cx="78572" cy="32442"/>
              </a:xfrm>
              <a:custGeom>
                <a:avLst/>
                <a:gdLst/>
                <a:ahLst/>
                <a:cxnLst/>
                <a:rect l="l" t="t" r="r" b="b"/>
                <a:pathLst>
                  <a:path w="373" h="154" extrusionOk="0">
                    <a:moveTo>
                      <a:pt x="332" y="0"/>
                    </a:moveTo>
                    <a:cubicBezTo>
                      <a:pt x="321" y="27"/>
                      <a:pt x="313" y="37"/>
                      <a:pt x="299" y="37"/>
                    </a:cubicBezTo>
                    <a:cubicBezTo>
                      <a:pt x="287" y="37"/>
                      <a:pt x="270" y="29"/>
                      <a:pt x="242" y="20"/>
                    </a:cubicBezTo>
                    <a:cubicBezTo>
                      <a:pt x="217" y="10"/>
                      <a:pt x="187" y="3"/>
                      <a:pt x="155" y="3"/>
                    </a:cubicBezTo>
                    <a:cubicBezTo>
                      <a:pt x="124" y="3"/>
                      <a:pt x="91" y="10"/>
                      <a:pt x="61" y="30"/>
                    </a:cubicBezTo>
                    <a:cubicBezTo>
                      <a:pt x="1" y="80"/>
                      <a:pt x="111" y="151"/>
                      <a:pt x="141" y="151"/>
                    </a:cubicBezTo>
                    <a:cubicBezTo>
                      <a:pt x="149" y="152"/>
                      <a:pt x="156" y="153"/>
                      <a:pt x="164" y="153"/>
                    </a:cubicBezTo>
                    <a:cubicBezTo>
                      <a:pt x="196" y="153"/>
                      <a:pt x="229" y="137"/>
                      <a:pt x="262" y="120"/>
                    </a:cubicBezTo>
                    <a:cubicBezTo>
                      <a:pt x="272" y="115"/>
                      <a:pt x="287" y="110"/>
                      <a:pt x="299" y="110"/>
                    </a:cubicBezTo>
                    <a:cubicBezTo>
                      <a:pt x="312" y="110"/>
                      <a:pt x="322" y="115"/>
                      <a:pt x="322" y="130"/>
                    </a:cubicBezTo>
                    <a:cubicBezTo>
                      <a:pt x="322" y="131"/>
                      <a:pt x="322" y="131"/>
                      <a:pt x="322" y="131"/>
                    </a:cubicBezTo>
                    <a:cubicBezTo>
                      <a:pt x="327" y="131"/>
                      <a:pt x="372" y="40"/>
                      <a:pt x="372" y="40"/>
                    </a:cubicBezTo>
                    <a:lnTo>
                      <a:pt x="33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24" name="Google Shape;19124;p62"/>
              <p:cNvSpPr/>
              <p:nvPr/>
            </p:nvSpPr>
            <p:spPr>
              <a:xfrm>
                <a:off x="3838500" y="4110463"/>
                <a:ext cx="3412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483" extrusionOk="0">
                    <a:moveTo>
                      <a:pt x="81" y="1"/>
                    </a:moveTo>
                    <a:cubicBezTo>
                      <a:pt x="111" y="51"/>
                      <a:pt x="11" y="101"/>
                      <a:pt x="1" y="181"/>
                    </a:cubicBezTo>
                    <a:cubicBezTo>
                      <a:pt x="1" y="272"/>
                      <a:pt x="91" y="282"/>
                      <a:pt x="61" y="352"/>
                    </a:cubicBezTo>
                    <a:cubicBezTo>
                      <a:pt x="31" y="402"/>
                      <a:pt x="101" y="422"/>
                      <a:pt x="121" y="482"/>
                    </a:cubicBezTo>
                    <a:lnTo>
                      <a:pt x="121" y="472"/>
                    </a:lnTo>
                    <a:cubicBezTo>
                      <a:pt x="131" y="412"/>
                      <a:pt x="121" y="352"/>
                      <a:pt x="121" y="322"/>
                    </a:cubicBezTo>
                    <a:cubicBezTo>
                      <a:pt x="131" y="302"/>
                      <a:pt x="131" y="292"/>
                      <a:pt x="141" y="282"/>
                    </a:cubicBezTo>
                    <a:cubicBezTo>
                      <a:pt x="141" y="272"/>
                      <a:pt x="141" y="242"/>
                      <a:pt x="151" y="222"/>
                    </a:cubicBezTo>
                    <a:cubicBezTo>
                      <a:pt x="161" y="201"/>
                      <a:pt x="121" y="61"/>
                      <a:pt x="101" y="21"/>
                    </a:cubicBezTo>
                    <a:lnTo>
                      <a:pt x="8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25" name="Google Shape;19125;p62"/>
              <p:cNvSpPr/>
              <p:nvPr/>
            </p:nvSpPr>
            <p:spPr>
              <a:xfrm>
                <a:off x="3868202" y="4159126"/>
                <a:ext cx="2317" cy="863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1" extrusionOk="0">
                    <a:moveTo>
                      <a:pt x="0" y="41"/>
                    </a:moveTo>
                    <a:lnTo>
                      <a:pt x="0" y="41"/>
                    </a:lnTo>
                    <a:cubicBezTo>
                      <a:pt x="0" y="41"/>
                      <a:pt x="0" y="41"/>
                      <a:pt x="0" y="41"/>
                    </a:cubicBezTo>
                    <a:lnTo>
                      <a:pt x="0" y="41"/>
                    </a:lnTo>
                    <a:lnTo>
                      <a:pt x="10" y="1"/>
                    </a:lnTo>
                    <a:lnTo>
                      <a:pt x="0" y="41"/>
                    </a:lnTo>
                    <a:close/>
                    <a:moveTo>
                      <a:pt x="10" y="1"/>
                    </a:moveTo>
                    <a:lnTo>
                      <a:pt x="10" y="1"/>
                    </a:lnTo>
                    <a:lnTo>
                      <a:pt x="10" y="1"/>
                    </a:lnTo>
                    <a:lnTo>
                      <a:pt x="10" y="1"/>
                    </a:lnTo>
                    <a:close/>
                  </a:path>
                </a:pathLst>
              </a:custGeom>
              <a:solidFill>
                <a:srgbClr val="8C8D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26" name="Google Shape;19126;p62"/>
              <p:cNvSpPr/>
              <p:nvPr/>
            </p:nvSpPr>
            <p:spPr>
              <a:xfrm>
                <a:off x="3861672" y="4157019"/>
                <a:ext cx="8847" cy="10744"/>
              </a:xfrm>
              <a:custGeom>
                <a:avLst/>
                <a:gdLst/>
                <a:ahLst/>
                <a:cxnLst/>
                <a:rect l="l" t="t" r="r" b="b"/>
                <a:pathLst>
                  <a:path w="42" h="51" extrusionOk="0">
                    <a:moveTo>
                      <a:pt x="11" y="1"/>
                    </a:moveTo>
                    <a:lnTo>
                      <a:pt x="1" y="21"/>
                    </a:lnTo>
                    <a:lnTo>
                      <a:pt x="11" y="21"/>
                    </a:lnTo>
                    <a:lnTo>
                      <a:pt x="11" y="11"/>
                    </a:lnTo>
                    <a:lnTo>
                      <a:pt x="41" y="11"/>
                    </a:lnTo>
                    <a:lnTo>
                      <a:pt x="11" y="1"/>
                    </a:lnTo>
                    <a:close/>
                    <a:moveTo>
                      <a:pt x="1" y="21"/>
                    </a:moveTo>
                    <a:lnTo>
                      <a:pt x="1" y="41"/>
                    </a:lnTo>
                    <a:lnTo>
                      <a:pt x="11" y="31"/>
                    </a:lnTo>
                    <a:lnTo>
                      <a:pt x="1" y="21"/>
                    </a:lnTo>
                    <a:close/>
                    <a:moveTo>
                      <a:pt x="1" y="41"/>
                    </a:moveTo>
                    <a:lnTo>
                      <a:pt x="1" y="51"/>
                    </a:lnTo>
                    <a:lnTo>
                      <a:pt x="31" y="51"/>
                    </a:lnTo>
                    <a:lnTo>
                      <a:pt x="1" y="41"/>
                    </a:lnTo>
                    <a:close/>
                  </a:path>
                </a:pathLst>
              </a:custGeom>
              <a:solidFill>
                <a:srgbClr val="5150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27" name="Google Shape;19127;p62"/>
              <p:cNvSpPr/>
              <p:nvPr/>
            </p:nvSpPr>
            <p:spPr>
              <a:xfrm>
                <a:off x="3861672" y="4159126"/>
                <a:ext cx="8847" cy="8637"/>
              </a:xfrm>
              <a:custGeom>
                <a:avLst/>
                <a:gdLst/>
                <a:ahLst/>
                <a:cxnLst/>
                <a:rect l="l" t="t" r="r" b="b"/>
                <a:pathLst>
                  <a:path w="42" h="41" extrusionOk="0">
                    <a:moveTo>
                      <a:pt x="11" y="1"/>
                    </a:moveTo>
                    <a:lnTo>
                      <a:pt x="1" y="31"/>
                    </a:lnTo>
                    <a:lnTo>
                      <a:pt x="31" y="41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2A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28" name="Google Shape;19128;p62"/>
              <p:cNvSpPr/>
              <p:nvPr/>
            </p:nvSpPr>
            <p:spPr>
              <a:xfrm>
                <a:off x="3863779" y="4159126"/>
                <a:ext cx="4634" cy="2317"/>
              </a:xfrm>
              <a:custGeom>
                <a:avLst/>
                <a:gdLst/>
                <a:ahLst/>
                <a:cxnLst/>
                <a:rect l="l" t="t" r="r" b="b"/>
                <a:pathLst>
                  <a:path w="22" h="11" extrusionOk="0">
                    <a:moveTo>
                      <a:pt x="1" y="1"/>
                    </a:moveTo>
                    <a:lnTo>
                      <a:pt x="11" y="11"/>
                    </a:lnTo>
                    <a:lnTo>
                      <a:pt x="21" y="1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8E89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29" name="Google Shape;19129;p62"/>
              <p:cNvSpPr/>
              <p:nvPr/>
            </p:nvSpPr>
            <p:spPr>
              <a:xfrm>
                <a:off x="3861672" y="4161233"/>
                <a:ext cx="211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893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30" name="Google Shape;19130;p62"/>
              <p:cNvSpPr/>
              <p:nvPr/>
            </p:nvSpPr>
            <p:spPr>
              <a:xfrm>
                <a:off x="3861672" y="4161233"/>
                <a:ext cx="2317" cy="2317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1" y="1"/>
                    </a:moveTo>
                    <a:lnTo>
                      <a:pt x="11" y="1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A29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31" name="Google Shape;19131;p62"/>
              <p:cNvSpPr/>
              <p:nvPr/>
            </p:nvSpPr>
            <p:spPr>
              <a:xfrm>
                <a:off x="3863779" y="4161233"/>
                <a:ext cx="211" cy="2317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11"/>
                    </a:moveTo>
                    <a:lnTo>
                      <a:pt x="1" y="11"/>
                    </a:lnTo>
                    <a:lnTo>
                      <a:pt x="1" y="1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8E89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32" name="Google Shape;19132;p62"/>
              <p:cNvSpPr/>
              <p:nvPr/>
            </p:nvSpPr>
            <p:spPr>
              <a:xfrm>
                <a:off x="3791946" y="4118889"/>
                <a:ext cx="34125" cy="118603"/>
              </a:xfrm>
              <a:custGeom>
                <a:avLst/>
                <a:gdLst/>
                <a:ahLst/>
                <a:cxnLst/>
                <a:rect l="l" t="t" r="r" b="b"/>
                <a:pathLst>
                  <a:path w="162" h="563" extrusionOk="0">
                    <a:moveTo>
                      <a:pt x="31" y="1"/>
                    </a:moveTo>
                    <a:cubicBezTo>
                      <a:pt x="21" y="21"/>
                      <a:pt x="21" y="41"/>
                      <a:pt x="21" y="51"/>
                    </a:cubicBezTo>
                    <a:cubicBezTo>
                      <a:pt x="11" y="101"/>
                      <a:pt x="11" y="151"/>
                      <a:pt x="11" y="182"/>
                    </a:cubicBezTo>
                    <a:cubicBezTo>
                      <a:pt x="1" y="202"/>
                      <a:pt x="21" y="202"/>
                      <a:pt x="21" y="222"/>
                    </a:cubicBezTo>
                    <a:cubicBezTo>
                      <a:pt x="21" y="242"/>
                      <a:pt x="21" y="242"/>
                      <a:pt x="21" y="272"/>
                    </a:cubicBezTo>
                    <a:cubicBezTo>
                      <a:pt x="31" y="292"/>
                      <a:pt x="31" y="382"/>
                      <a:pt x="51" y="422"/>
                    </a:cubicBezTo>
                    <a:cubicBezTo>
                      <a:pt x="71" y="472"/>
                      <a:pt x="71" y="523"/>
                      <a:pt x="91" y="553"/>
                    </a:cubicBezTo>
                    <a:lnTo>
                      <a:pt x="101" y="563"/>
                    </a:lnTo>
                    <a:cubicBezTo>
                      <a:pt x="61" y="442"/>
                      <a:pt x="111" y="422"/>
                      <a:pt x="131" y="362"/>
                    </a:cubicBezTo>
                    <a:cubicBezTo>
                      <a:pt x="151" y="302"/>
                      <a:pt x="91" y="322"/>
                      <a:pt x="141" y="212"/>
                    </a:cubicBezTo>
                    <a:cubicBezTo>
                      <a:pt x="161" y="141"/>
                      <a:pt x="121" y="111"/>
                      <a:pt x="71" y="61"/>
                    </a:cubicBezTo>
                    <a:cubicBezTo>
                      <a:pt x="51" y="41"/>
                      <a:pt x="41" y="31"/>
                      <a:pt x="31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33" name="Google Shape;19133;p62"/>
              <p:cNvSpPr/>
              <p:nvPr/>
            </p:nvSpPr>
            <p:spPr>
              <a:xfrm>
                <a:off x="3796159" y="4165446"/>
                <a:ext cx="211" cy="4424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1" y="21"/>
                    </a:moveTo>
                    <a:lnTo>
                      <a:pt x="1" y="21"/>
                    </a:lnTo>
                    <a:lnTo>
                      <a:pt x="1" y="1"/>
                    </a:lnTo>
                    <a:lnTo>
                      <a:pt x="1" y="21"/>
                    </a:lnTo>
                    <a:lnTo>
                      <a:pt x="1" y="21"/>
                    </a:lnTo>
                    <a:cubicBezTo>
                      <a:pt x="1" y="21"/>
                      <a:pt x="1" y="21"/>
                      <a:pt x="1" y="21"/>
                    </a:cubicBezTo>
                    <a:close/>
                  </a:path>
                </a:pathLst>
              </a:custGeom>
              <a:solidFill>
                <a:srgbClr val="E3D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34" name="Google Shape;19134;p62"/>
              <p:cNvSpPr/>
              <p:nvPr/>
            </p:nvSpPr>
            <p:spPr>
              <a:xfrm>
                <a:off x="3794053" y="4161233"/>
                <a:ext cx="2317" cy="4424"/>
              </a:xfrm>
              <a:custGeom>
                <a:avLst/>
                <a:gdLst/>
                <a:ahLst/>
                <a:cxnLst/>
                <a:rect l="l" t="t" r="r" b="b"/>
                <a:pathLst>
                  <a:path w="11" h="21" extrusionOk="0">
                    <a:moveTo>
                      <a:pt x="11" y="21"/>
                    </a:moveTo>
                    <a:lnTo>
                      <a:pt x="1" y="1"/>
                    </a:ln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lnTo>
                      <a:pt x="11" y="21"/>
                    </a:lnTo>
                    <a:close/>
                  </a:path>
                </a:pathLst>
              </a:custGeom>
              <a:solidFill>
                <a:srgbClr val="E3D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35" name="Google Shape;19135;p62"/>
              <p:cNvSpPr/>
              <p:nvPr/>
            </p:nvSpPr>
            <p:spPr>
              <a:xfrm>
                <a:off x="3802690" y="4161233"/>
                <a:ext cx="4424" cy="86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41" extrusionOk="0">
                    <a:moveTo>
                      <a:pt x="0" y="1"/>
                    </a:moveTo>
                    <a:cubicBezTo>
                      <a:pt x="10" y="11"/>
                      <a:pt x="10" y="31"/>
                      <a:pt x="0" y="41"/>
                    </a:cubicBezTo>
                    <a:lnTo>
                      <a:pt x="10" y="41"/>
                    </a:lnTo>
                    <a:cubicBezTo>
                      <a:pt x="20" y="31"/>
                      <a:pt x="10" y="11"/>
                      <a:pt x="0" y="1"/>
                    </a:cubicBezTo>
                    <a:close/>
                  </a:path>
                </a:pathLst>
              </a:custGeom>
              <a:solidFill>
                <a:srgbClr val="5150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36" name="Google Shape;19136;p62"/>
              <p:cNvSpPr/>
              <p:nvPr/>
            </p:nvSpPr>
            <p:spPr>
              <a:xfrm>
                <a:off x="3794053" y="4161233"/>
                <a:ext cx="10954" cy="86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1" extrusionOk="0">
                    <a:moveTo>
                      <a:pt x="1" y="1"/>
                    </a:moveTo>
                    <a:lnTo>
                      <a:pt x="11" y="21"/>
                    </a:lnTo>
                    <a:lnTo>
                      <a:pt x="11" y="41"/>
                    </a:lnTo>
                    <a:lnTo>
                      <a:pt x="41" y="41"/>
                    </a:lnTo>
                    <a:cubicBezTo>
                      <a:pt x="51" y="31"/>
                      <a:pt x="51" y="11"/>
                      <a:pt x="41" y="1"/>
                    </a:cubicBezTo>
                    <a:close/>
                  </a:path>
                </a:pathLst>
              </a:custGeom>
              <a:solidFill>
                <a:srgbClr val="2A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37" name="Google Shape;19137;p62"/>
              <p:cNvSpPr/>
              <p:nvPr/>
            </p:nvSpPr>
            <p:spPr>
              <a:xfrm>
                <a:off x="3798477" y="4161233"/>
                <a:ext cx="4424" cy="44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20" y="21"/>
                    </a:moveTo>
                    <a:lnTo>
                      <a:pt x="10" y="11"/>
                    </a:lnTo>
                    <a:lnTo>
                      <a:pt x="0" y="1"/>
                    </a:lnTo>
                    <a:lnTo>
                      <a:pt x="10" y="11"/>
                    </a:lnTo>
                    <a:lnTo>
                      <a:pt x="20" y="21"/>
                    </a:lnTo>
                    <a:close/>
                  </a:path>
                </a:pathLst>
              </a:custGeom>
              <a:solidFill>
                <a:srgbClr val="8E89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38" name="Google Shape;19138;p62"/>
              <p:cNvSpPr/>
              <p:nvPr/>
            </p:nvSpPr>
            <p:spPr>
              <a:xfrm>
                <a:off x="3796159" y="4165446"/>
                <a:ext cx="2528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11" y="1"/>
                    </a:moveTo>
                    <a:lnTo>
                      <a:pt x="11" y="1"/>
                    </a:lnTo>
                    <a:lnTo>
                      <a:pt x="1" y="1"/>
                    </a:lnTo>
                    <a:lnTo>
                      <a:pt x="11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8E89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39" name="Google Shape;19139;p62"/>
              <p:cNvSpPr/>
              <p:nvPr/>
            </p:nvSpPr>
            <p:spPr>
              <a:xfrm>
                <a:off x="3872415" y="4129633"/>
                <a:ext cx="48660" cy="2549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121" extrusionOk="0">
                    <a:moveTo>
                      <a:pt x="151" y="0"/>
                    </a:moveTo>
                    <a:cubicBezTo>
                      <a:pt x="130" y="0"/>
                      <a:pt x="90" y="10"/>
                      <a:pt x="70" y="20"/>
                    </a:cubicBezTo>
                    <a:cubicBezTo>
                      <a:pt x="40" y="30"/>
                      <a:pt x="10" y="30"/>
                      <a:pt x="40" y="30"/>
                    </a:cubicBezTo>
                    <a:cubicBezTo>
                      <a:pt x="70" y="30"/>
                      <a:pt x="60" y="40"/>
                      <a:pt x="30" y="40"/>
                    </a:cubicBezTo>
                    <a:cubicBezTo>
                      <a:pt x="10" y="50"/>
                      <a:pt x="0" y="60"/>
                      <a:pt x="40" y="60"/>
                    </a:cubicBezTo>
                    <a:cubicBezTo>
                      <a:pt x="80" y="60"/>
                      <a:pt x="90" y="70"/>
                      <a:pt x="70" y="70"/>
                    </a:cubicBezTo>
                    <a:lnTo>
                      <a:pt x="30" y="70"/>
                    </a:lnTo>
                    <a:cubicBezTo>
                      <a:pt x="40" y="80"/>
                      <a:pt x="100" y="120"/>
                      <a:pt x="141" y="120"/>
                    </a:cubicBezTo>
                    <a:cubicBezTo>
                      <a:pt x="181" y="120"/>
                      <a:pt x="221" y="70"/>
                      <a:pt x="231" y="50"/>
                    </a:cubicBezTo>
                    <a:cubicBezTo>
                      <a:pt x="231" y="30"/>
                      <a:pt x="191" y="10"/>
                      <a:pt x="1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40" name="Google Shape;19140;p62"/>
              <p:cNvSpPr/>
              <p:nvPr/>
            </p:nvSpPr>
            <p:spPr>
              <a:xfrm>
                <a:off x="3737177" y="4129633"/>
                <a:ext cx="54980" cy="26333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25" extrusionOk="0">
                    <a:moveTo>
                      <a:pt x="100" y="0"/>
                    </a:moveTo>
                    <a:cubicBezTo>
                      <a:pt x="50" y="0"/>
                      <a:pt x="20" y="20"/>
                      <a:pt x="10" y="40"/>
                    </a:cubicBezTo>
                    <a:cubicBezTo>
                      <a:pt x="0" y="70"/>
                      <a:pt x="40" y="110"/>
                      <a:pt x="90" y="120"/>
                    </a:cubicBezTo>
                    <a:cubicBezTo>
                      <a:pt x="96" y="123"/>
                      <a:pt x="102" y="125"/>
                      <a:pt x="108" y="125"/>
                    </a:cubicBezTo>
                    <a:cubicBezTo>
                      <a:pt x="122" y="125"/>
                      <a:pt x="136" y="118"/>
                      <a:pt x="151" y="110"/>
                    </a:cubicBezTo>
                    <a:cubicBezTo>
                      <a:pt x="171" y="110"/>
                      <a:pt x="181" y="100"/>
                      <a:pt x="201" y="90"/>
                    </a:cubicBezTo>
                    <a:cubicBezTo>
                      <a:pt x="241" y="70"/>
                      <a:pt x="261" y="80"/>
                      <a:pt x="261" y="70"/>
                    </a:cubicBezTo>
                    <a:cubicBezTo>
                      <a:pt x="251" y="70"/>
                      <a:pt x="231" y="60"/>
                      <a:pt x="201" y="60"/>
                    </a:cubicBezTo>
                    <a:lnTo>
                      <a:pt x="221" y="60"/>
                    </a:lnTo>
                    <a:cubicBezTo>
                      <a:pt x="245" y="60"/>
                      <a:pt x="250" y="47"/>
                      <a:pt x="240" y="47"/>
                    </a:cubicBezTo>
                    <a:cubicBezTo>
                      <a:pt x="238" y="47"/>
                      <a:pt x="235" y="48"/>
                      <a:pt x="231" y="50"/>
                    </a:cubicBezTo>
                    <a:cubicBezTo>
                      <a:pt x="221" y="50"/>
                      <a:pt x="191" y="50"/>
                      <a:pt x="211" y="40"/>
                    </a:cubicBezTo>
                    <a:cubicBezTo>
                      <a:pt x="221" y="40"/>
                      <a:pt x="261" y="40"/>
                      <a:pt x="241" y="30"/>
                    </a:cubicBezTo>
                    <a:cubicBezTo>
                      <a:pt x="221" y="20"/>
                      <a:pt x="201" y="20"/>
                      <a:pt x="171" y="10"/>
                    </a:cubicBezTo>
                    <a:cubicBezTo>
                      <a:pt x="151" y="0"/>
                      <a:pt x="121" y="0"/>
                      <a:pt x="1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41" name="Google Shape;19141;p62"/>
              <p:cNvSpPr/>
              <p:nvPr/>
            </p:nvSpPr>
            <p:spPr>
              <a:xfrm>
                <a:off x="3874522" y="4129633"/>
                <a:ext cx="27595" cy="10744"/>
              </a:xfrm>
              <a:custGeom>
                <a:avLst/>
                <a:gdLst/>
                <a:ahLst/>
                <a:cxnLst/>
                <a:rect l="l" t="t" r="r" b="b"/>
                <a:pathLst>
                  <a:path w="131" h="51" extrusionOk="0">
                    <a:moveTo>
                      <a:pt x="0" y="50"/>
                    </a:moveTo>
                    <a:cubicBezTo>
                      <a:pt x="0" y="50"/>
                      <a:pt x="10" y="50"/>
                      <a:pt x="20" y="40"/>
                    </a:cubicBezTo>
                    <a:cubicBezTo>
                      <a:pt x="10" y="50"/>
                      <a:pt x="0" y="50"/>
                      <a:pt x="0" y="50"/>
                    </a:cubicBezTo>
                    <a:close/>
                    <a:moveTo>
                      <a:pt x="50" y="40"/>
                    </a:moveTo>
                    <a:cubicBezTo>
                      <a:pt x="50" y="40"/>
                      <a:pt x="40" y="30"/>
                      <a:pt x="30" y="30"/>
                    </a:cubicBezTo>
                    <a:cubicBezTo>
                      <a:pt x="0" y="30"/>
                      <a:pt x="30" y="30"/>
                      <a:pt x="60" y="20"/>
                    </a:cubicBezTo>
                    <a:cubicBezTo>
                      <a:pt x="80" y="10"/>
                      <a:pt x="110" y="0"/>
                      <a:pt x="131" y="0"/>
                    </a:cubicBezTo>
                    <a:lnTo>
                      <a:pt x="131" y="0"/>
                    </a:lnTo>
                    <a:cubicBezTo>
                      <a:pt x="110" y="0"/>
                      <a:pt x="80" y="10"/>
                      <a:pt x="60" y="20"/>
                    </a:cubicBezTo>
                    <a:cubicBezTo>
                      <a:pt x="30" y="30"/>
                      <a:pt x="0" y="30"/>
                      <a:pt x="30" y="30"/>
                    </a:cubicBezTo>
                    <a:cubicBezTo>
                      <a:pt x="40" y="30"/>
                      <a:pt x="50" y="40"/>
                      <a:pt x="50" y="40"/>
                    </a:cubicBezTo>
                    <a:close/>
                  </a:path>
                </a:pathLst>
              </a:custGeom>
              <a:solidFill>
                <a:srgbClr val="4A3C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42" name="Google Shape;19142;p62"/>
              <p:cNvSpPr/>
              <p:nvPr/>
            </p:nvSpPr>
            <p:spPr>
              <a:xfrm>
                <a:off x="3874522" y="4129633"/>
                <a:ext cx="46554" cy="14957"/>
              </a:xfrm>
              <a:custGeom>
                <a:avLst/>
                <a:gdLst/>
                <a:ahLst/>
                <a:cxnLst/>
                <a:rect l="l" t="t" r="r" b="b"/>
                <a:pathLst>
                  <a:path w="221" h="71" extrusionOk="0">
                    <a:moveTo>
                      <a:pt x="131" y="0"/>
                    </a:moveTo>
                    <a:cubicBezTo>
                      <a:pt x="110" y="0"/>
                      <a:pt x="80" y="10"/>
                      <a:pt x="60" y="20"/>
                    </a:cubicBezTo>
                    <a:cubicBezTo>
                      <a:pt x="30" y="30"/>
                      <a:pt x="0" y="30"/>
                      <a:pt x="30" y="30"/>
                    </a:cubicBezTo>
                    <a:cubicBezTo>
                      <a:pt x="40" y="30"/>
                      <a:pt x="50" y="40"/>
                      <a:pt x="50" y="40"/>
                    </a:cubicBezTo>
                    <a:lnTo>
                      <a:pt x="20" y="40"/>
                    </a:lnTo>
                    <a:cubicBezTo>
                      <a:pt x="10" y="50"/>
                      <a:pt x="0" y="50"/>
                      <a:pt x="0" y="50"/>
                    </a:cubicBezTo>
                    <a:cubicBezTo>
                      <a:pt x="0" y="50"/>
                      <a:pt x="10" y="60"/>
                      <a:pt x="30" y="60"/>
                    </a:cubicBezTo>
                    <a:cubicBezTo>
                      <a:pt x="50" y="50"/>
                      <a:pt x="70" y="50"/>
                      <a:pt x="100" y="40"/>
                    </a:cubicBezTo>
                    <a:lnTo>
                      <a:pt x="131" y="40"/>
                    </a:lnTo>
                    <a:cubicBezTo>
                      <a:pt x="171" y="40"/>
                      <a:pt x="211" y="60"/>
                      <a:pt x="201" y="70"/>
                    </a:cubicBezTo>
                    <a:lnTo>
                      <a:pt x="221" y="50"/>
                    </a:lnTo>
                    <a:cubicBezTo>
                      <a:pt x="221" y="30"/>
                      <a:pt x="171" y="10"/>
                      <a:pt x="141" y="0"/>
                    </a:cubicBezTo>
                    <a:close/>
                  </a:path>
                </a:pathLst>
              </a:custGeom>
              <a:solidFill>
                <a:srgbClr val="7855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43" name="Google Shape;19143;p62"/>
              <p:cNvSpPr/>
              <p:nvPr/>
            </p:nvSpPr>
            <p:spPr>
              <a:xfrm>
                <a:off x="3739283" y="4129633"/>
                <a:ext cx="48660" cy="14957"/>
              </a:xfrm>
              <a:custGeom>
                <a:avLst/>
                <a:gdLst/>
                <a:ahLst/>
                <a:cxnLst/>
                <a:rect l="l" t="t" r="r" b="b"/>
                <a:pathLst>
                  <a:path w="231" h="71" extrusionOk="0">
                    <a:moveTo>
                      <a:pt x="90" y="0"/>
                    </a:moveTo>
                    <a:cubicBezTo>
                      <a:pt x="40" y="0"/>
                      <a:pt x="10" y="20"/>
                      <a:pt x="0" y="40"/>
                    </a:cubicBezTo>
                    <a:lnTo>
                      <a:pt x="0" y="70"/>
                    </a:lnTo>
                    <a:cubicBezTo>
                      <a:pt x="20" y="50"/>
                      <a:pt x="50" y="30"/>
                      <a:pt x="90" y="30"/>
                    </a:cubicBezTo>
                    <a:cubicBezTo>
                      <a:pt x="111" y="30"/>
                      <a:pt x="141" y="40"/>
                      <a:pt x="171" y="50"/>
                    </a:cubicBezTo>
                    <a:lnTo>
                      <a:pt x="201" y="50"/>
                    </a:lnTo>
                    <a:cubicBezTo>
                      <a:pt x="191" y="50"/>
                      <a:pt x="181" y="50"/>
                      <a:pt x="201" y="40"/>
                    </a:cubicBezTo>
                    <a:cubicBezTo>
                      <a:pt x="211" y="40"/>
                      <a:pt x="231" y="40"/>
                      <a:pt x="231" y="30"/>
                    </a:cubicBezTo>
                    <a:cubicBezTo>
                      <a:pt x="211" y="20"/>
                      <a:pt x="191" y="20"/>
                      <a:pt x="161" y="10"/>
                    </a:cubicBezTo>
                    <a:cubicBezTo>
                      <a:pt x="161" y="10"/>
                      <a:pt x="151" y="10"/>
                      <a:pt x="151" y="0"/>
                    </a:cubicBezTo>
                    <a:close/>
                  </a:path>
                </a:pathLst>
              </a:custGeom>
              <a:solidFill>
                <a:srgbClr val="7855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44" name="Google Shape;19144;p62"/>
              <p:cNvSpPr/>
              <p:nvPr/>
            </p:nvSpPr>
            <p:spPr>
              <a:xfrm>
                <a:off x="3853246" y="4110463"/>
                <a:ext cx="69936" cy="32021"/>
              </a:xfrm>
              <a:custGeom>
                <a:avLst/>
                <a:gdLst/>
                <a:ahLst/>
                <a:cxnLst/>
                <a:rect l="l" t="t" r="r" b="b"/>
                <a:pathLst>
                  <a:path w="332" h="152" extrusionOk="0">
                    <a:moveTo>
                      <a:pt x="11" y="1"/>
                    </a:moveTo>
                    <a:lnTo>
                      <a:pt x="11" y="1"/>
                    </a:lnTo>
                    <a:cubicBezTo>
                      <a:pt x="21" y="21"/>
                      <a:pt x="11" y="31"/>
                      <a:pt x="1" y="51"/>
                    </a:cubicBezTo>
                    <a:cubicBezTo>
                      <a:pt x="33" y="107"/>
                      <a:pt x="52" y="124"/>
                      <a:pt x="88" y="124"/>
                    </a:cubicBezTo>
                    <a:cubicBezTo>
                      <a:pt x="98" y="124"/>
                      <a:pt x="109" y="123"/>
                      <a:pt x="121" y="121"/>
                    </a:cubicBezTo>
                    <a:cubicBezTo>
                      <a:pt x="121" y="121"/>
                      <a:pt x="141" y="111"/>
                      <a:pt x="161" y="111"/>
                    </a:cubicBezTo>
                    <a:cubicBezTo>
                      <a:pt x="181" y="101"/>
                      <a:pt x="221" y="91"/>
                      <a:pt x="242" y="91"/>
                    </a:cubicBezTo>
                    <a:cubicBezTo>
                      <a:pt x="272" y="101"/>
                      <a:pt x="302" y="111"/>
                      <a:pt x="312" y="131"/>
                    </a:cubicBezTo>
                    <a:lnTo>
                      <a:pt x="322" y="151"/>
                    </a:lnTo>
                    <a:cubicBezTo>
                      <a:pt x="332" y="131"/>
                      <a:pt x="322" y="121"/>
                      <a:pt x="312" y="111"/>
                    </a:cubicBezTo>
                    <a:cubicBezTo>
                      <a:pt x="282" y="86"/>
                      <a:pt x="252" y="79"/>
                      <a:pt x="223" y="79"/>
                    </a:cubicBezTo>
                    <a:cubicBezTo>
                      <a:pt x="194" y="79"/>
                      <a:pt x="166" y="86"/>
                      <a:pt x="141" y="91"/>
                    </a:cubicBezTo>
                    <a:cubicBezTo>
                      <a:pt x="118" y="100"/>
                      <a:pt x="103" y="108"/>
                      <a:pt x="91" y="108"/>
                    </a:cubicBezTo>
                    <a:cubicBezTo>
                      <a:pt x="77" y="108"/>
                      <a:pt x="67" y="98"/>
                      <a:pt x="51" y="71"/>
                    </a:cubicBezTo>
                    <a:cubicBezTo>
                      <a:pt x="41" y="51"/>
                      <a:pt x="31" y="31"/>
                      <a:pt x="31" y="21"/>
                    </a:cubicBezTo>
                    <a:lnTo>
                      <a:pt x="1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45" name="Google Shape;19145;p62"/>
              <p:cNvSpPr/>
              <p:nvPr/>
            </p:nvSpPr>
            <p:spPr>
              <a:xfrm>
                <a:off x="3756978" y="4351462"/>
                <a:ext cx="18327" cy="98379"/>
              </a:xfrm>
              <a:custGeom>
                <a:avLst/>
                <a:gdLst/>
                <a:ahLst/>
                <a:cxnLst/>
                <a:rect l="l" t="t" r="r" b="b"/>
                <a:pathLst>
                  <a:path w="87" h="467" extrusionOk="0">
                    <a:moveTo>
                      <a:pt x="77" y="0"/>
                    </a:moveTo>
                    <a:cubicBezTo>
                      <a:pt x="27" y="0"/>
                      <a:pt x="27" y="151"/>
                      <a:pt x="16" y="241"/>
                    </a:cubicBezTo>
                    <a:cubicBezTo>
                      <a:pt x="6" y="331"/>
                      <a:pt x="6" y="321"/>
                      <a:pt x="6" y="381"/>
                    </a:cubicBezTo>
                    <a:cubicBezTo>
                      <a:pt x="0" y="420"/>
                      <a:pt x="14" y="466"/>
                      <a:pt x="35" y="466"/>
                    </a:cubicBezTo>
                    <a:cubicBezTo>
                      <a:pt x="48" y="466"/>
                      <a:pt x="62" y="451"/>
                      <a:pt x="77" y="412"/>
                    </a:cubicBezTo>
                    <a:cubicBezTo>
                      <a:pt x="87" y="341"/>
                      <a:pt x="57" y="311"/>
                      <a:pt x="57" y="201"/>
                    </a:cubicBezTo>
                    <a:cubicBezTo>
                      <a:pt x="67" y="91"/>
                      <a:pt x="77" y="0"/>
                      <a:pt x="77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46" name="Google Shape;19146;p62"/>
              <p:cNvSpPr/>
              <p:nvPr/>
            </p:nvSpPr>
            <p:spPr>
              <a:xfrm>
                <a:off x="3747710" y="4490078"/>
                <a:ext cx="21276" cy="56036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66" extrusionOk="0">
                    <a:moveTo>
                      <a:pt x="70" y="0"/>
                    </a:moveTo>
                    <a:cubicBezTo>
                      <a:pt x="64" y="0"/>
                      <a:pt x="56" y="13"/>
                      <a:pt x="40" y="44"/>
                    </a:cubicBezTo>
                    <a:cubicBezTo>
                      <a:pt x="20" y="95"/>
                      <a:pt x="30" y="225"/>
                      <a:pt x="0" y="265"/>
                    </a:cubicBezTo>
                    <a:lnTo>
                      <a:pt x="71" y="265"/>
                    </a:lnTo>
                    <a:cubicBezTo>
                      <a:pt x="101" y="265"/>
                      <a:pt x="91" y="255"/>
                      <a:pt x="91" y="205"/>
                    </a:cubicBezTo>
                    <a:cubicBezTo>
                      <a:pt x="81" y="155"/>
                      <a:pt x="101" y="95"/>
                      <a:pt x="91" y="24"/>
                    </a:cubicBezTo>
                    <a:cubicBezTo>
                      <a:pt x="81" y="10"/>
                      <a:pt x="76" y="0"/>
                      <a:pt x="70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47" name="Google Shape;19147;p62"/>
              <p:cNvSpPr/>
              <p:nvPr/>
            </p:nvSpPr>
            <p:spPr>
              <a:xfrm>
                <a:off x="3616684" y="4081391"/>
                <a:ext cx="59403" cy="25069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9" extrusionOk="0">
                    <a:moveTo>
                      <a:pt x="221" y="1"/>
                    </a:moveTo>
                    <a:cubicBezTo>
                      <a:pt x="204" y="1"/>
                      <a:pt x="186" y="3"/>
                      <a:pt x="171" y="8"/>
                    </a:cubicBezTo>
                    <a:cubicBezTo>
                      <a:pt x="101" y="39"/>
                      <a:pt x="41" y="59"/>
                      <a:pt x="0" y="109"/>
                    </a:cubicBezTo>
                    <a:lnTo>
                      <a:pt x="20" y="119"/>
                    </a:lnTo>
                    <a:cubicBezTo>
                      <a:pt x="51" y="119"/>
                      <a:pt x="91" y="99"/>
                      <a:pt x="111" y="79"/>
                    </a:cubicBezTo>
                    <a:cubicBezTo>
                      <a:pt x="129" y="61"/>
                      <a:pt x="150" y="57"/>
                      <a:pt x="176" y="57"/>
                    </a:cubicBezTo>
                    <a:cubicBezTo>
                      <a:pt x="193" y="57"/>
                      <a:pt x="211" y="59"/>
                      <a:pt x="231" y="59"/>
                    </a:cubicBezTo>
                    <a:cubicBezTo>
                      <a:pt x="261" y="59"/>
                      <a:pt x="281" y="29"/>
                      <a:pt x="271" y="8"/>
                    </a:cubicBezTo>
                    <a:cubicBezTo>
                      <a:pt x="256" y="3"/>
                      <a:pt x="239" y="1"/>
                      <a:pt x="221" y="1"/>
                    </a:cubicBezTo>
                    <a:close/>
                  </a:path>
                </a:pathLst>
              </a:custGeom>
              <a:solidFill>
                <a:srgbClr val="401E15">
                  <a:alpha val="44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48" name="Google Shape;19148;p62"/>
              <p:cNvSpPr/>
              <p:nvPr/>
            </p:nvSpPr>
            <p:spPr>
              <a:xfrm>
                <a:off x="3633536" y="4356728"/>
                <a:ext cx="23382" cy="126397"/>
              </a:xfrm>
              <a:custGeom>
                <a:avLst/>
                <a:gdLst/>
                <a:ahLst/>
                <a:cxnLst/>
                <a:rect l="l" t="t" r="r" b="b"/>
                <a:pathLst>
                  <a:path w="111" h="600" extrusionOk="0">
                    <a:moveTo>
                      <a:pt x="73" y="1"/>
                    </a:moveTo>
                    <a:cubicBezTo>
                      <a:pt x="62" y="1"/>
                      <a:pt x="51" y="27"/>
                      <a:pt x="51" y="76"/>
                    </a:cubicBezTo>
                    <a:cubicBezTo>
                      <a:pt x="41" y="156"/>
                      <a:pt x="51" y="276"/>
                      <a:pt x="51" y="326"/>
                    </a:cubicBezTo>
                    <a:cubicBezTo>
                      <a:pt x="41" y="377"/>
                      <a:pt x="1" y="507"/>
                      <a:pt x="21" y="597"/>
                    </a:cubicBezTo>
                    <a:lnTo>
                      <a:pt x="51" y="597"/>
                    </a:lnTo>
                    <a:cubicBezTo>
                      <a:pt x="61" y="599"/>
                      <a:pt x="68" y="600"/>
                      <a:pt x="75" y="600"/>
                    </a:cubicBezTo>
                    <a:cubicBezTo>
                      <a:pt x="108" y="600"/>
                      <a:pt x="99" y="577"/>
                      <a:pt x="91" y="527"/>
                    </a:cubicBezTo>
                    <a:cubicBezTo>
                      <a:pt x="91" y="477"/>
                      <a:pt x="111" y="427"/>
                      <a:pt x="101" y="377"/>
                    </a:cubicBezTo>
                    <a:cubicBezTo>
                      <a:pt x="91" y="326"/>
                      <a:pt x="81" y="166"/>
                      <a:pt x="91" y="86"/>
                    </a:cubicBezTo>
                    <a:cubicBezTo>
                      <a:pt x="91" y="66"/>
                      <a:pt x="91" y="56"/>
                      <a:pt x="91" y="35"/>
                    </a:cubicBezTo>
                    <a:cubicBezTo>
                      <a:pt x="87" y="12"/>
                      <a:pt x="80" y="1"/>
                      <a:pt x="73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49" name="Google Shape;19149;p62"/>
              <p:cNvSpPr/>
              <p:nvPr/>
            </p:nvSpPr>
            <p:spPr>
              <a:xfrm>
                <a:off x="3741390" y="4435938"/>
                <a:ext cx="19169" cy="69308"/>
              </a:xfrm>
              <a:custGeom>
                <a:avLst/>
                <a:gdLst/>
                <a:ahLst/>
                <a:cxnLst/>
                <a:rect l="l" t="t" r="r" b="b"/>
                <a:pathLst>
                  <a:path w="91" h="329" extrusionOk="0">
                    <a:moveTo>
                      <a:pt x="10" y="1"/>
                    </a:moveTo>
                    <a:cubicBezTo>
                      <a:pt x="10" y="41"/>
                      <a:pt x="20" y="81"/>
                      <a:pt x="20" y="141"/>
                    </a:cubicBezTo>
                    <a:cubicBezTo>
                      <a:pt x="20" y="191"/>
                      <a:pt x="10" y="261"/>
                      <a:pt x="0" y="322"/>
                    </a:cubicBezTo>
                    <a:cubicBezTo>
                      <a:pt x="7" y="327"/>
                      <a:pt x="13" y="329"/>
                      <a:pt x="18" y="329"/>
                    </a:cubicBezTo>
                    <a:cubicBezTo>
                      <a:pt x="40" y="329"/>
                      <a:pt x="40" y="278"/>
                      <a:pt x="40" y="261"/>
                    </a:cubicBezTo>
                    <a:cubicBezTo>
                      <a:pt x="60" y="231"/>
                      <a:pt x="80" y="211"/>
                      <a:pt x="90" y="171"/>
                    </a:cubicBezTo>
                    <a:cubicBezTo>
                      <a:pt x="90" y="151"/>
                      <a:pt x="80" y="111"/>
                      <a:pt x="70" y="91"/>
                    </a:cubicBezTo>
                    <a:cubicBezTo>
                      <a:pt x="60" y="51"/>
                      <a:pt x="30" y="31"/>
                      <a:pt x="10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50" name="Google Shape;19150;p62"/>
              <p:cNvSpPr/>
              <p:nvPr/>
            </p:nvSpPr>
            <p:spPr>
              <a:xfrm>
                <a:off x="3806903" y="4400125"/>
                <a:ext cx="23382" cy="80473"/>
              </a:xfrm>
              <a:custGeom>
                <a:avLst/>
                <a:gdLst/>
                <a:ahLst/>
                <a:cxnLst/>
                <a:rect l="l" t="t" r="r" b="b"/>
                <a:pathLst>
                  <a:path w="111" h="382" extrusionOk="0">
                    <a:moveTo>
                      <a:pt x="110" y="0"/>
                    </a:moveTo>
                    <a:cubicBezTo>
                      <a:pt x="50" y="50"/>
                      <a:pt x="50" y="80"/>
                      <a:pt x="40" y="161"/>
                    </a:cubicBezTo>
                    <a:cubicBezTo>
                      <a:pt x="30" y="231"/>
                      <a:pt x="0" y="311"/>
                      <a:pt x="50" y="361"/>
                    </a:cubicBezTo>
                    <a:cubicBezTo>
                      <a:pt x="60" y="381"/>
                      <a:pt x="80" y="381"/>
                      <a:pt x="100" y="381"/>
                    </a:cubicBezTo>
                    <a:cubicBezTo>
                      <a:pt x="100" y="361"/>
                      <a:pt x="90" y="341"/>
                      <a:pt x="90" y="321"/>
                    </a:cubicBezTo>
                    <a:cubicBezTo>
                      <a:pt x="70" y="231"/>
                      <a:pt x="100" y="211"/>
                      <a:pt x="110" y="150"/>
                    </a:cubicBezTo>
                    <a:cubicBezTo>
                      <a:pt x="110" y="120"/>
                      <a:pt x="110" y="60"/>
                      <a:pt x="110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51" name="Google Shape;19151;p62"/>
              <p:cNvSpPr/>
              <p:nvPr/>
            </p:nvSpPr>
            <p:spPr>
              <a:xfrm>
                <a:off x="3815329" y="4400125"/>
                <a:ext cx="14956" cy="66148"/>
              </a:xfrm>
              <a:custGeom>
                <a:avLst/>
                <a:gdLst/>
                <a:ahLst/>
                <a:cxnLst/>
                <a:rect l="l" t="t" r="r" b="b"/>
                <a:pathLst>
                  <a:path w="71" h="314" extrusionOk="0">
                    <a:moveTo>
                      <a:pt x="70" y="0"/>
                    </a:moveTo>
                    <a:cubicBezTo>
                      <a:pt x="60" y="10"/>
                      <a:pt x="50" y="20"/>
                      <a:pt x="40" y="30"/>
                    </a:cubicBezTo>
                    <a:cubicBezTo>
                      <a:pt x="40" y="70"/>
                      <a:pt x="30" y="110"/>
                      <a:pt x="30" y="130"/>
                    </a:cubicBezTo>
                    <a:cubicBezTo>
                      <a:pt x="20" y="191"/>
                      <a:pt x="0" y="301"/>
                      <a:pt x="30" y="311"/>
                    </a:cubicBezTo>
                    <a:cubicBezTo>
                      <a:pt x="30" y="313"/>
                      <a:pt x="31" y="314"/>
                      <a:pt x="31" y="314"/>
                    </a:cubicBezTo>
                    <a:cubicBezTo>
                      <a:pt x="34" y="314"/>
                      <a:pt x="42" y="297"/>
                      <a:pt x="50" y="281"/>
                    </a:cubicBezTo>
                    <a:cubicBezTo>
                      <a:pt x="40" y="241"/>
                      <a:pt x="50" y="211"/>
                      <a:pt x="60" y="171"/>
                    </a:cubicBezTo>
                    <a:lnTo>
                      <a:pt x="70" y="150"/>
                    </a:lnTo>
                    <a:lnTo>
                      <a:pt x="70" y="140"/>
                    </a:lnTo>
                    <a:lnTo>
                      <a:pt x="70" y="130"/>
                    </a:lnTo>
                    <a:lnTo>
                      <a:pt x="70" y="120"/>
                    </a:lnTo>
                    <a:lnTo>
                      <a:pt x="70" y="110"/>
                    </a:lnTo>
                    <a:lnTo>
                      <a:pt x="70" y="100"/>
                    </a:lnTo>
                    <a:cubicBezTo>
                      <a:pt x="70" y="70"/>
                      <a:pt x="70" y="40"/>
                      <a:pt x="70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52" name="Google Shape;19152;p62"/>
              <p:cNvSpPr/>
              <p:nvPr/>
            </p:nvSpPr>
            <p:spPr>
              <a:xfrm>
                <a:off x="3732964" y="4332502"/>
                <a:ext cx="33915" cy="13524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642" extrusionOk="0">
                    <a:moveTo>
                      <a:pt x="119" y="0"/>
                    </a:moveTo>
                    <a:cubicBezTo>
                      <a:pt x="105" y="0"/>
                      <a:pt x="90" y="5"/>
                      <a:pt x="80" y="10"/>
                    </a:cubicBezTo>
                    <a:cubicBezTo>
                      <a:pt x="50" y="20"/>
                      <a:pt x="20" y="30"/>
                      <a:pt x="0" y="50"/>
                    </a:cubicBezTo>
                    <a:cubicBezTo>
                      <a:pt x="0" y="70"/>
                      <a:pt x="10" y="80"/>
                      <a:pt x="10" y="100"/>
                    </a:cubicBezTo>
                    <a:cubicBezTo>
                      <a:pt x="20" y="150"/>
                      <a:pt x="70" y="361"/>
                      <a:pt x="60" y="441"/>
                    </a:cubicBezTo>
                    <a:cubicBezTo>
                      <a:pt x="40" y="512"/>
                      <a:pt x="60" y="552"/>
                      <a:pt x="60" y="632"/>
                    </a:cubicBezTo>
                    <a:lnTo>
                      <a:pt x="70" y="642"/>
                    </a:lnTo>
                    <a:cubicBezTo>
                      <a:pt x="90" y="642"/>
                      <a:pt x="110" y="642"/>
                      <a:pt x="120" y="632"/>
                    </a:cubicBezTo>
                    <a:cubicBezTo>
                      <a:pt x="141" y="622"/>
                      <a:pt x="130" y="592"/>
                      <a:pt x="120" y="572"/>
                    </a:cubicBezTo>
                    <a:cubicBezTo>
                      <a:pt x="120" y="552"/>
                      <a:pt x="100" y="532"/>
                      <a:pt x="100" y="512"/>
                    </a:cubicBezTo>
                    <a:cubicBezTo>
                      <a:pt x="90" y="492"/>
                      <a:pt x="100" y="471"/>
                      <a:pt x="100" y="451"/>
                    </a:cubicBezTo>
                    <a:cubicBezTo>
                      <a:pt x="100" y="381"/>
                      <a:pt x="90" y="311"/>
                      <a:pt x="90" y="241"/>
                    </a:cubicBezTo>
                    <a:cubicBezTo>
                      <a:pt x="90" y="181"/>
                      <a:pt x="100" y="130"/>
                      <a:pt x="130" y="80"/>
                    </a:cubicBezTo>
                    <a:cubicBezTo>
                      <a:pt x="141" y="60"/>
                      <a:pt x="161" y="40"/>
                      <a:pt x="151" y="20"/>
                    </a:cubicBezTo>
                    <a:cubicBezTo>
                      <a:pt x="146" y="5"/>
                      <a:pt x="133" y="0"/>
                      <a:pt x="11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53" name="Google Shape;19153;p62"/>
              <p:cNvSpPr/>
              <p:nvPr/>
            </p:nvSpPr>
            <p:spPr>
              <a:xfrm>
                <a:off x="3627217" y="4165446"/>
                <a:ext cx="99427" cy="177799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44" extrusionOk="0">
                    <a:moveTo>
                      <a:pt x="269" y="709"/>
                    </a:moveTo>
                    <a:cubicBezTo>
                      <a:pt x="277" y="713"/>
                      <a:pt x="287" y="713"/>
                      <a:pt x="301" y="713"/>
                    </a:cubicBezTo>
                    <a:cubicBezTo>
                      <a:pt x="290" y="713"/>
                      <a:pt x="279" y="711"/>
                      <a:pt x="269" y="709"/>
                    </a:cubicBezTo>
                    <a:close/>
                    <a:moveTo>
                      <a:pt x="352" y="733"/>
                    </a:moveTo>
                    <a:cubicBezTo>
                      <a:pt x="387" y="739"/>
                      <a:pt x="419" y="741"/>
                      <a:pt x="441" y="744"/>
                    </a:cubicBezTo>
                    <a:lnTo>
                      <a:pt x="441" y="744"/>
                    </a:lnTo>
                    <a:cubicBezTo>
                      <a:pt x="409" y="738"/>
                      <a:pt x="366" y="733"/>
                      <a:pt x="352" y="733"/>
                    </a:cubicBezTo>
                    <a:close/>
                    <a:moveTo>
                      <a:pt x="441" y="744"/>
                    </a:moveTo>
                    <a:cubicBezTo>
                      <a:pt x="455" y="747"/>
                      <a:pt x="466" y="750"/>
                      <a:pt x="472" y="753"/>
                    </a:cubicBezTo>
                    <a:cubicBezTo>
                      <a:pt x="468" y="749"/>
                      <a:pt x="457" y="746"/>
                      <a:pt x="441" y="744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31"/>
                      <a:pt x="1" y="91"/>
                    </a:cubicBezTo>
                    <a:cubicBezTo>
                      <a:pt x="1" y="211"/>
                      <a:pt x="91" y="492"/>
                      <a:pt x="91" y="673"/>
                    </a:cubicBezTo>
                    <a:cubicBezTo>
                      <a:pt x="81" y="783"/>
                      <a:pt x="111" y="843"/>
                      <a:pt x="121" y="843"/>
                    </a:cubicBezTo>
                    <a:cubicBezTo>
                      <a:pt x="121" y="773"/>
                      <a:pt x="131" y="633"/>
                      <a:pt x="131" y="633"/>
                    </a:cubicBezTo>
                    <a:cubicBezTo>
                      <a:pt x="151" y="643"/>
                      <a:pt x="171" y="663"/>
                      <a:pt x="191" y="673"/>
                    </a:cubicBezTo>
                    <a:cubicBezTo>
                      <a:pt x="201" y="673"/>
                      <a:pt x="211" y="683"/>
                      <a:pt x="221" y="693"/>
                    </a:cubicBezTo>
                    <a:cubicBezTo>
                      <a:pt x="239" y="699"/>
                      <a:pt x="254" y="705"/>
                      <a:pt x="269" y="709"/>
                    </a:cubicBezTo>
                    <a:lnTo>
                      <a:pt x="269" y="709"/>
                    </a:lnTo>
                    <a:cubicBezTo>
                      <a:pt x="267" y="707"/>
                      <a:pt x="264" y="705"/>
                      <a:pt x="261" y="703"/>
                    </a:cubicBezTo>
                    <a:cubicBezTo>
                      <a:pt x="281" y="703"/>
                      <a:pt x="301" y="683"/>
                      <a:pt x="311" y="663"/>
                    </a:cubicBezTo>
                    <a:cubicBezTo>
                      <a:pt x="251" y="663"/>
                      <a:pt x="191" y="633"/>
                      <a:pt x="141" y="582"/>
                    </a:cubicBezTo>
                    <a:cubicBezTo>
                      <a:pt x="71" y="502"/>
                      <a:pt x="51" y="312"/>
                      <a:pt x="31" y="161"/>
                    </a:cubicBezTo>
                    <a:cubicBezTo>
                      <a:pt x="21" y="5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54" name="Google Shape;19154;p62"/>
              <p:cNvSpPr/>
              <p:nvPr/>
            </p:nvSpPr>
            <p:spPr>
              <a:xfrm>
                <a:off x="3682197" y="4285945"/>
                <a:ext cx="44447" cy="3813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81" extrusionOk="0">
                    <a:moveTo>
                      <a:pt x="201" y="0"/>
                    </a:moveTo>
                    <a:cubicBezTo>
                      <a:pt x="191" y="0"/>
                      <a:pt x="171" y="71"/>
                      <a:pt x="111" y="91"/>
                    </a:cubicBezTo>
                    <a:lnTo>
                      <a:pt x="50" y="91"/>
                    </a:lnTo>
                    <a:cubicBezTo>
                      <a:pt x="40" y="111"/>
                      <a:pt x="20" y="131"/>
                      <a:pt x="0" y="131"/>
                    </a:cubicBezTo>
                    <a:cubicBezTo>
                      <a:pt x="10" y="141"/>
                      <a:pt x="20" y="141"/>
                      <a:pt x="40" y="141"/>
                    </a:cubicBezTo>
                    <a:cubicBezTo>
                      <a:pt x="50" y="151"/>
                      <a:pt x="71" y="151"/>
                      <a:pt x="91" y="161"/>
                    </a:cubicBezTo>
                    <a:cubicBezTo>
                      <a:pt x="111" y="161"/>
                      <a:pt x="191" y="171"/>
                      <a:pt x="211" y="181"/>
                    </a:cubicBezTo>
                    <a:cubicBezTo>
                      <a:pt x="191" y="111"/>
                      <a:pt x="211" y="30"/>
                      <a:pt x="211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55" name="Google Shape;19155;p62"/>
              <p:cNvSpPr/>
              <p:nvPr/>
            </p:nvSpPr>
            <p:spPr>
              <a:xfrm>
                <a:off x="3599832" y="4157230"/>
                <a:ext cx="38128" cy="181802"/>
              </a:xfrm>
              <a:custGeom>
                <a:avLst/>
                <a:gdLst/>
                <a:ahLst/>
                <a:cxnLst/>
                <a:rect l="l" t="t" r="r" b="b"/>
                <a:pathLst>
                  <a:path w="181" h="863" extrusionOk="0">
                    <a:moveTo>
                      <a:pt x="44" y="0"/>
                    </a:moveTo>
                    <a:cubicBezTo>
                      <a:pt x="32" y="0"/>
                      <a:pt x="17" y="11"/>
                      <a:pt x="0" y="40"/>
                    </a:cubicBezTo>
                    <a:cubicBezTo>
                      <a:pt x="0" y="80"/>
                      <a:pt x="10" y="120"/>
                      <a:pt x="20" y="160"/>
                    </a:cubicBezTo>
                    <a:cubicBezTo>
                      <a:pt x="60" y="310"/>
                      <a:pt x="50" y="331"/>
                      <a:pt x="80" y="461"/>
                    </a:cubicBezTo>
                    <a:cubicBezTo>
                      <a:pt x="100" y="591"/>
                      <a:pt x="151" y="792"/>
                      <a:pt x="141" y="862"/>
                    </a:cubicBezTo>
                    <a:cubicBezTo>
                      <a:pt x="171" y="802"/>
                      <a:pt x="181" y="631"/>
                      <a:pt x="151" y="561"/>
                    </a:cubicBezTo>
                    <a:cubicBezTo>
                      <a:pt x="131" y="501"/>
                      <a:pt x="141" y="351"/>
                      <a:pt x="121" y="280"/>
                    </a:cubicBezTo>
                    <a:cubicBezTo>
                      <a:pt x="110" y="220"/>
                      <a:pt x="110" y="150"/>
                      <a:pt x="100" y="90"/>
                    </a:cubicBezTo>
                    <a:cubicBezTo>
                      <a:pt x="93" y="68"/>
                      <a:pt x="76" y="0"/>
                      <a:pt x="44" y="0"/>
                    </a:cubicBezTo>
                    <a:close/>
                  </a:path>
                </a:pathLst>
              </a:custGeom>
              <a:solidFill>
                <a:srgbClr val="000000">
                  <a:alpha val="82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56" name="Google Shape;19156;p62"/>
              <p:cNvSpPr/>
              <p:nvPr/>
            </p:nvSpPr>
            <p:spPr>
              <a:xfrm>
                <a:off x="3794053" y="4104143"/>
                <a:ext cx="67829" cy="74153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52" extrusionOk="0">
                    <a:moveTo>
                      <a:pt x="131" y="1"/>
                    </a:moveTo>
                    <a:cubicBezTo>
                      <a:pt x="31" y="21"/>
                      <a:pt x="11" y="71"/>
                      <a:pt x="1" y="121"/>
                    </a:cubicBezTo>
                    <a:cubicBezTo>
                      <a:pt x="31" y="201"/>
                      <a:pt x="81" y="282"/>
                      <a:pt x="111" y="352"/>
                    </a:cubicBezTo>
                    <a:cubicBezTo>
                      <a:pt x="111" y="322"/>
                      <a:pt x="121" y="282"/>
                      <a:pt x="161" y="262"/>
                    </a:cubicBezTo>
                    <a:cubicBezTo>
                      <a:pt x="168" y="258"/>
                      <a:pt x="175" y="256"/>
                      <a:pt x="183" y="256"/>
                    </a:cubicBezTo>
                    <a:cubicBezTo>
                      <a:pt x="200" y="256"/>
                      <a:pt x="221" y="267"/>
                      <a:pt x="242" y="302"/>
                    </a:cubicBezTo>
                    <a:cubicBezTo>
                      <a:pt x="248" y="308"/>
                      <a:pt x="253" y="311"/>
                      <a:pt x="257" y="311"/>
                    </a:cubicBezTo>
                    <a:cubicBezTo>
                      <a:pt x="265" y="311"/>
                      <a:pt x="272" y="302"/>
                      <a:pt x="292" y="302"/>
                    </a:cubicBezTo>
                    <a:cubicBezTo>
                      <a:pt x="296" y="303"/>
                      <a:pt x="299" y="304"/>
                      <a:pt x="302" y="304"/>
                    </a:cubicBezTo>
                    <a:cubicBezTo>
                      <a:pt x="319" y="304"/>
                      <a:pt x="311" y="279"/>
                      <a:pt x="302" y="262"/>
                    </a:cubicBezTo>
                    <a:cubicBezTo>
                      <a:pt x="292" y="231"/>
                      <a:pt x="292" y="201"/>
                      <a:pt x="302" y="171"/>
                    </a:cubicBezTo>
                    <a:cubicBezTo>
                      <a:pt x="312" y="151"/>
                      <a:pt x="312" y="131"/>
                      <a:pt x="322" y="111"/>
                    </a:cubicBezTo>
                    <a:lnTo>
                      <a:pt x="322" y="81"/>
                    </a:lnTo>
                    <a:lnTo>
                      <a:pt x="312" y="51"/>
                    </a:lnTo>
                    <a:lnTo>
                      <a:pt x="302" y="51"/>
                    </a:lnTo>
                    <a:cubicBezTo>
                      <a:pt x="292" y="41"/>
                      <a:pt x="272" y="31"/>
                      <a:pt x="252" y="31"/>
                    </a:cubicBezTo>
                    <a:cubicBezTo>
                      <a:pt x="212" y="21"/>
                      <a:pt x="171" y="11"/>
                      <a:pt x="131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dk1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sp>
        <p:nvSpPr>
          <p:cNvPr id="2" name="Google Shape;17828;p62">
            <a:extLst>
              <a:ext uri="{FF2B5EF4-FFF2-40B4-BE49-F238E27FC236}">
                <a16:creationId xmlns:a16="http://schemas.microsoft.com/office/drawing/2014/main" id="{48796BF1-B311-1226-C8B1-104CC66AEFED}"/>
              </a:ext>
            </a:extLst>
          </p:cNvPr>
          <p:cNvSpPr txBox="1">
            <a:spLocks/>
          </p:cNvSpPr>
          <p:nvPr/>
        </p:nvSpPr>
        <p:spPr>
          <a:xfrm>
            <a:off x="0" y="2264270"/>
            <a:ext cx="9144000" cy="7127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Maven Pro"/>
              <a:buNone/>
              <a:defRPr sz="65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R="0" lvl="1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Maven Pro"/>
              <a:buNone/>
              <a:defRPr sz="4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R="0" lvl="2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Maven Pro"/>
              <a:buNone/>
              <a:defRPr sz="4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R="0" lvl="3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Maven Pro"/>
              <a:buNone/>
              <a:defRPr sz="4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R="0" lvl="4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Maven Pro"/>
              <a:buNone/>
              <a:defRPr sz="4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R="0" lvl="5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Maven Pro"/>
              <a:buNone/>
              <a:defRPr sz="4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R="0" lvl="6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Maven Pro"/>
              <a:buNone/>
              <a:defRPr sz="4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R="0" lvl="7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Maven Pro"/>
              <a:buNone/>
              <a:defRPr sz="4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R="0" lvl="8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Maven Pro"/>
              <a:buNone/>
              <a:defRPr sz="4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r>
              <a:rPr lang="en-US" sz="6000" dirty="0"/>
              <a:t>Questions?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28" grpId="0"/>
      <p:bldP spid="2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25" name="Google Shape;23925;p84"/>
          <p:cNvGrpSpPr/>
          <p:nvPr/>
        </p:nvGrpSpPr>
        <p:grpSpPr>
          <a:xfrm>
            <a:off x="5390665" y="3712811"/>
            <a:ext cx="371597" cy="1030186"/>
            <a:chOff x="4978550" y="2483100"/>
            <a:chExt cx="87025" cy="241250"/>
          </a:xfrm>
        </p:grpSpPr>
        <p:sp>
          <p:nvSpPr>
            <p:cNvPr id="23926" name="Google Shape;23926;p84"/>
            <p:cNvSpPr/>
            <p:nvPr/>
          </p:nvSpPr>
          <p:spPr>
            <a:xfrm>
              <a:off x="5012150" y="2502650"/>
              <a:ext cx="1025" cy="13825"/>
            </a:xfrm>
            <a:custGeom>
              <a:avLst/>
              <a:gdLst/>
              <a:ahLst/>
              <a:cxnLst/>
              <a:rect l="l" t="t" r="r" b="b"/>
              <a:pathLst>
                <a:path w="41" h="553" extrusionOk="0">
                  <a:moveTo>
                    <a:pt x="0" y="1"/>
                  </a:moveTo>
                  <a:lnTo>
                    <a:pt x="0" y="553"/>
                  </a:lnTo>
                  <a:lnTo>
                    <a:pt x="41" y="553"/>
                  </a:lnTo>
                  <a:lnTo>
                    <a:pt x="4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27" name="Google Shape;23927;p84"/>
            <p:cNvSpPr/>
            <p:nvPr/>
          </p:nvSpPr>
          <p:spPr>
            <a:xfrm>
              <a:off x="4999350" y="2511675"/>
              <a:ext cx="13575" cy="5300"/>
            </a:xfrm>
            <a:custGeom>
              <a:avLst/>
              <a:gdLst/>
              <a:ahLst/>
              <a:cxnLst/>
              <a:rect l="l" t="t" r="r" b="b"/>
              <a:pathLst>
                <a:path w="543" h="212" extrusionOk="0">
                  <a:moveTo>
                    <a:pt x="11" y="1"/>
                  </a:moveTo>
                  <a:lnTo>
                    <a:pt x="1" y="41"/>
                  </a:lnTo>
                  <a:lnTo>
                    <a:pt x="522" y="212"/>
                  </a:lnTo>
                  <a:lnTo>
                    <a:pt x="543" y="171"/>
                  </a:lnTo>
                  <a:lnTo>
                    <a:pt x="1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28" name="Google Shape;23928;p84"/>
            <p:cNvSpPr/>
            <p:nvPr/>
          </p:nvSpPr>
          <p:spPr>
            <a:xfrm>
              <a:off x="5004125" y="2515950"/>
              <a:ext cx="9050" cy="11800"/>
            </a:xfrm>
            <a:custGeom>
              <a:avLst/>
              <a:gdLst/>
              <a:ahLst/>
              <a:cxnLst/>
              <a:rect l="l" t="t" r="r" b="b"/>
              <a:pathLst>
                <a:path w="362" h="472" extrusionOk="0">
                  <a:moveTo>
                    <a:pt x="321" y="0"/>
                  </a:moveTo>
                  <a:lnTo>
                    <a:pt x="0" y="452"/>
                  </a:lnTo>
                  <a:lnTo>
                    <a:pt x="31" y="472"/>
                  </a:lnTo>
                  <a:lnTo>
                    <a:pt x="362" y="31"/>
                  </a:lnTo>
                  <a:lnTo>
                    <a:pt x="32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29" name="Google Shape;23929;p84"/>
            <p:cNvSpPr/>
            <p:nvPr/>
          </p:nvSpPr>
          <p:spPr>
            <a:xfrm>
              <a:off x="5012150" y="2515950"/>
              <a:ext cx="9050" cy="11800"/>
            </a:xfrm>
            <a:custGeom>
              <a:avLst/>
              <a:gdLst/>
              <a:ahLst/>
              <a:cxnLst/>
              <a:rect l="l" t="t" r="r" b="b"/>
              <a:pathLst>
                <a:path w="362" h="472" extrusionOk="0">
                  <a:moveTo>
                    <a:pt x="41" y="0"/>
                  </a:moveTo>
                  <a:lnTo>
                    <a:pt x="0" y="31"/>
                  </a:lnTo>
                  <a:lnTo>
                    <a:pt x="331" y="472"/>
                  </a:lnTo>
                  <a:lnTo>
                    <a:pt x="362" y="452"/>
                  </a:lnTo>
                  <a:lnTo>
                    <a:pt x="4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30" name="Google Shape;23930;p84"/>
            <p:cNvSpPr/>
            <p:nvPr/>
          </p:nvSpPr>
          <p:spPr>
            <a:xfrm>
              <a:off x="5012400" y="2511675"/>
              <a:ext cx="13575" cy="5300"/>
            </a:xfrm>
            <a:custGeom>
              <a:avLst/>
              <a:gdLst/>
              <a:ahLst/>
              <a:cxnLst/>
              <a:rect l="l" t="t" r="r" b="b"/>
              <a:pathLst>
                <a:path w="543" h="212" extrusionOk="0">
                  <a:moveTo>
                    <a:pt x="532" y="1"/>
                  </a:moveTo>
                  <a:lnTo>
                    <a:pt x="0" y="171"/>
                  </a:lnTo>
                  <a:lnTo>
                    <a:pt x="21" y="212"/>
                  </a:lnTo>
                  <a:lnTo>
                    <a:pt x="542" y="41"/>
                  </a:lnTo>
                  <a:lnTo>
                    <a:pt x="53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31" name="Google Shape;23931;p84"/>
            <p:cNvSpPr/>
            <p:nvPr/>
          </p:nvSpPr>
          <p:spPr>
            <a:xfrm>
              <a:off x="4986575" y="2491000"/>
              <a:ext cx="52175" cy="50550"/>
            </a:xfrm>
            <a:custGeom>
              <a:avLst/>
              <a:gdLst/>
              <a:ahLst/>
              <a:cxnLst/>
              <a:rect l="l" t="t" r="r" b="b"/>
              <a:pathLst>
                <a:path w="2087" h="2022" extrusionOk="0">
                  <a:moveTo>
                    <a:pt x="1043" y="46"/>
                  </a:moveTo>
                  <a:cubicBezTo>
                    <a:pt x="1144" y="46"/>
                    <a:pt x="1244" y="66"/>
                    <a:pt x="1344" y="96"/>
                  </a:cubicBezTo>
                  <a:cubicBezTo>
                    <a:pt x="1595" y="176"/>
                    <a:pt x="1796" y="346"/>
                    <a:pt x="1906" y="577"/>
                  </a:cubicBezTo>
                  <a:cubicBezTo>
                    <a:pt x="2026" y="808"/>
                    <a:pt x="2047" y="1069"/>
                    <a:pt x="1966" y="1319"/>
                  </a:cubicBezTo>
                  <a:cubicBezTo>
                    <a:pt x="1886" y="1560"/>
                    <a:pt x="1705" y="1761"/>
                    <a:pt x="1475" y="1881"/>
                  </a:cubicBezTo>
                  <a:cubicBezTo>
                    <a:pt x="1342" y="1950"/>
                    <a:pt x="1199" y="1983"/>
                    <a:pt x="1056" y="1983"/>
                  </a:cubicBezTo>
                  <a:cubicBezTo>
                    <a:pt x="951" y="1983"/>
                    <a:pt x="845" y="1965"/>
                    <a:pt x="743" y="1931"/>
                  </a:cubicBezTo>
                  <a:cubicBezTo>
                    <a:pt x="492" y="1851"/>
                    <a:pt x="291" y="1681"/>
                    <a:pt x="181" y="1450"/>
                  </a:cubicBezTo>
                  <a:cubicBezTo>
                    <a:pt x="60" y="1219"/>
                    <a:pt x="40" y="958"/>
                    <a:pt x="121" y="708"/>
                  </a:cubicBezTo>
                  <a:cubicBezTo>
                    <a:pt x="201" y="467"/>
                    <a:pt x="371" y="266"/>
                    <a:pt x="602" y="146"/>
                  </a:cubicBezTo>
                  <a:cubicBezTo>
                    <a:pt x="743" y="76"/>
                    <a:pt x="893" y="46"/>
                    <a:pt x="1043" y="46"/>
                  </a:cubicBezTo>
                  <a:close/>
                  <a:moveTo>
                    <a:pt x="1042" y="0"/>
                  </a:moveTo>
                  <a:cubicBezTo>
                    <a:pt x="887" y="0"/>
                    <a:pt x="734" y="39"/>
                    <a:pt x="592" y="116"/>
                  </a:cubicBezTo>
                  <a:cubicBezTo>
                    <a:pt x="341" y="236"/>
                    <a:pt x="171" y="437"/>
                    <a:pt x="81" y="698"/>
                  </a:cubicBezTo>
                  <a:cubicBezTo>
                    <a:pt x="0" y="958"/>
                    <a:pt x="20" y="1229"/>
                    <a:pt x="141" y="1470"/>
                  </a:cubicBezTo>
                  <a:cubicBezTo>
                    <a:pt x="261" y="1711"/>
                    <a:pt x="472" y="1891"/>
                    <a:pt x="722" y="1971"/>
                  </a:cubicBezTo>
                  <a:cubicBezTo>
                    <a:pt x="833" y="2012"/>
                    <a:pt x="933" y="2022"/>
                    <a:pt x="1043" y="2022"/>
                  </a:cubicBezTo>
                  <a:cubicBezTo>
                    <a:pt x="1194" y="2022"/>
                    <a:pt x="1354" y="1991"/>
                    <a:pt x="1495" y="1921"/>
                  </a:cubicBezTo>
                  <a:cubicBezTo>
                    <a:pt x="1736" y="1801"/>
                    <a:pt x="1916" y="1590"/>
                    <a:pt x="2006" y="1329"/>
                  </a:cubicBezTo>
                  <a:cubicBezTo>
                    <a:pt x="2087" y="1079"/>
                    <a:pt x="2067" y="798"/>
                    <a:pt x="1946" y="557"/>
                  </a:cubicBezTo>
                  <a:cubicBezTo>
                    <a:pt x="1826" y="316"/>
                    <a:pt x="1615" y="136"/>
                    <a:pt x="1364" y="56"/>
                  </a:cubicBezTo>
                  <a:cubicBezTo>
                    <a:pt x="1258" y="19"/>
                    <a:pt x="1149" y="0"/>
                    <a:pt x="104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32" name="Google Shape;23932;p84"/>
            <p:cNvSpPr/>
            <p:nvPr/>
          </p:nvSpPr>
          <p:spPr>
            <a:xfrm>
              <a:off x="5011150" y="2536500"/>
              <a:ext cx="3775" cy="187850"/>
            </a:xfrm>
            <a:custGeom>
              <a:avLst/>
              <a:gdLst/>
              <a:ahLst/>
              <a:cxnLst/>
              <a:rect l="l" t="t" r="r" b="b"/>
              <a:pathLst>
                <a:path w="151" h="7514" extrusionOk="0">
                  <a:moveTo>
                    <a:pt x="60" y="1"/>
                  </a:moveTo>
                  <a:cubicBezTo>
                    <a:pt x="20" y="1"/>
                    <a:pt x="0" y="31"/>
                    <a:pt x="0" y="61"/>
                  </a:cubicBezTo>
                  <a:lnTo>
                    <a:pt x="20" y="7454"/>
                  </a:lnTo>
                  <a:cubicBezTo>
                    <a:pt x="20" y="7494"/>
                    <a:pt x="50" y="7514"/>
                    <a:pt x="81" y="7514"/>
                  </a:cubicBezTo>
                  <a:cubicBezTo>
                    <a:pt x="121" y="7514"/>
                    <a:pt x="151" y="7494"/>
                    <a:pt x="151" y="7454"/>
                  </a:cubicBezTo>
                  <a:lnTo>
                    <a:pt x="121" y="61"/>
                  </a:lnTo>
                  <a:cubicBezTo>
                    <a:pt x="121" y="31"/>
                    <a:pt x="91" y="1"/>
                    <a:pt x="60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33" name="Google Shape;23933;p84"/>
            <p:cNvSpPr/>
            <p:nvPr/>
          </p:nvSpPr>
          <p:spPr>
            <a:xfrm>
              <a:off x="4978800" y="2555075"/>
              <a:ext cx="74000" cy="168275"/>
            </a:xfrm>
            <a:custGeom>
              <a:avLst/>
              <a:gdLst/>
              <a:ahLst/>
              <a:cxnLst/>
              <a:rect l="l" t="t" r="r" b="b"/>
              <a:pathLst>
                <a:path w="2960" h="6731" extrusionOk="0">
                  <a:moveTo>
                    <a:pt x="1354" y="0"/>
                  </a:moveTo>
                  <a:cubicBezTo>
                    <a:pt x="1324" y="0"/>
                    <a:pt x="1294" y="20"/>
                    <a:pt x="1294" y="50"/>
                  </a:cubicBezTo>
                  <a:lnTo>
                    <a:pt x="0" y="6640"/>
                  </a:lnTo>
                  <a:cubicBezTo>
                    <a:pt x="0" y="6681"/>
                    <a:pt x="20" y="6711"/>
                    <a:pt x="51" y="6721"/>
                  </a:cubicBezTo>
                  <a:cubicBezTo>
                    <a:pt x="91" y="6721"/>
                    <a:pt x="121" y="6701"/>
                    <a:pt x="131" y="6671"/>
                  </a:cubicBezTo>
                  <a:lnTo>
                    <a:pt x="1365" y="371"/>
                  </a:lnTo>
                  <a:lnTo>
                    <a:pt x="2829" y="6681"/>
                  </a:lnTo>
                  <a:cubicBezTo>
                    <a:pt x="2839" y="6711"/>
                    <a:pt x="2859" y="6731"/>
                    <a:pt x="2889" y="6731"/>
                  </a:cubicBezTo>
                  <a:lnTo>
                    <a:pt x="2899" y="6731"/>
                  </a:lnTo>
                  <a:cubicBezTo>
                    <a:pt x="2939" y="6721"/>
                    <a:pt x="2959" y="6691"/>
                    <a:pt x="2949" y="6650"/>
                  </a:cubicBezTo>
                  <a:lnTo>
                    <a:pt x="1415" y="50"/>
                  </a:lnTo>
                  <a:cubicBezTo>
                    <a:pt x="1405" y="20"/>
                    <a:pt x="1385" y="0"/>
                    <a:pt x="1354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34" name="Google Shape;23934;p84"/>
            <p:cNvSpPr/>
            <p:nvPr/>
          </p:nvSpPr>
          <p:spPr>
            <a:xfrm>
              <a:off x="4987575" y="2670675"/>
              <a:ext cx="54950" cy="3275"/>
            </a:xfrm>
            <a:custGeom>
              <a:avLst/>
              <a:gdLst/>
              <a:ahLst/>
              <a:cxnLst/>
              <a:rect l="l" t="t" r="r" b="b"/>
              <a:pathLst>
                <a:path w="2198" h="131" extrusionOk="0">
                  <a:moveTo>
                    <a:pt x="61" y="0"/>
                  </a:moveTo>
                  <a:cubicBezTo>
                    <a:pt x="20" y="0"/>
                    <a:pt x="0" y="30"/>
                    <a:pt x="0" y="70"/>
                  </a:cubicBezTo>
                  <a:cubicBezTo>
                    <a:pt x="0" y="101"/>
                    <a:pt x="20" y="131"/>
                    <a:pt x="61" y="131"/>
                  </a:cubicBezTo>
                  <a:lnTo>
                    <a:pt x="2127" y="131"/>
                  </a:lnTo>
                  <a:cubicBezTo>
                    <a:pt x="2167" y="131"/>
                    <a:pt x="2197" y="101"/>
                    <a:pt x="2197" y="70"/>
                  </a:cubicBezTo>
                  <a:cubicBezTo>
                    <a:pt x="2197" y="30"/>
                    <a:pt x="2167" y="0"/>
                    <a:pt x="2127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35" name="Google Shape;23935;p84"/>
            <p:cNvSpPr/>
            <p:nvPr/>
          </p:nvSpPr>
          <p:spPr>
            <a:xfrm>
              <a:off x="4998600" y="2618500"/>
              <a:ext cx="30375" cy="105850"/>
            </a:xfrm>
            <a:custGeom>
              <a:avLst/>
              <a:gdLst/>
              <a:ahLst/>
              <a:cxnLst/>
              <a:rect l="l" t="t" r="r" b="b"/>
              <a:pathLst>
                <a:path w="1215" h="4234" extrusionOk="0">
                  <a:moveTo>
                    <a:pt x="1074" y="121"/>
                  </a:moveTo>
                  <a:lnTo>
                    <a:pt x="593" y="3692"/>
                  </a:lnTo>
                  <a:lnTo>
                    <a:pt x="141" y="121"/>
                  </a:lnTo>
                  <a:close/>
                  <a:moveTo>
                    <a:pt x="71" y="1"/>
                  </a:moveTo>
                  <a:cubicBezTo>
                    <a:pt x="51" y="1"/>
                    <a:pt x="31" y="1"/>
                    <a:pt x="21" y="21"/>
                  </a:cubicBezTo>
                  <a:cubicBezTo>
                    <a:pt x="11" y="31"/>
                    <a:pt x="1" y="51"/>
                    <a:pt x="1" y="71"/>
                  </a:cubicBezTo>
                  <a:lnTo>
                    <a:pt x="522" y="4184"/>
                  </a:lnTo>
                  <a:cubicBezTo>
                    <a:pt x="532" y="4214"/>
                    <a:pt x="552" y="4234"/>
                    <a:pt x="583" y="4234"/>
                  </a:cubicBezTo>
                  <a:cubicBezTo>
                    <a:pt x="623" y="4234"/>
                    <a:pt x="643" y="4214"/>
                    <a:pt x="653" y="4184"/>
                  </a:cubicBezTo>
                  <a:lnTo>
                    <a:pt x="1214" y="71"/>
                  </a:lnTo>
                  <a:cubicBezTo>
                    <a:pt x="1214" y="51"/>
                    <a:pt x="1214" y="31"/>
                    <a:pt x="1194" y="21"/>
                  </a:cubicBezTo>
                  <a:cubicBezTo>
                    <a:pt x="1184" y="1"/>
                    <a:pt x="1174" y="1"/>
                    <a:pt x="1154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36" name="Google Shape;23936;p84"/>
            <p:cNvSpPr/>
            <p:nvPr/>
          </p:nvSpPr>
          <p:spPr>
            <a:xfrm>
              <a:off x="5001125" y="2587425"/>
              <a:ext cx="24600" cy="3025"/>
            </a:xfrm>
            <a:custGeom>
              <a:avLst/>
              <a:gdLst/>
              <a:ahLst/>
              <a:cxnLst/>
              <a:rect l="l" t="t" r="r" b="b"/>
              <a:pathLst>
                <a:path w="984" h="121" extrusionOk="0">
                  <a:moveTo>
                    <a:pt x="70" y="0"/>
                  </a:moveTo>
                  <a:cubicBezTo>
                    <a:pt x="30" y="0"/>
                    <a:pt x="0" y="30"/>
                    <a:pt x="0" y="60"/>
                  </a:cubicBezTo>
                  <a:cubicBezTo>
                    <a:pt x="0" y="100"/>
                    <a:pt x="30" y="121"/>
                    <a:pt x="70" y="121"/>
                  </a:cubicBezTo>
                  <a:lnTo>
                    <a:pt x="913" y="121"/>
                  </a:lnTo>
                  <a:cubicBezTo>
                    <a:pt x="953" y="121"/>
                    <a:pt x="983" y="100"/>
                    <a:pt x="983" y="60"/>
                  </a:cubicBezTo>
                  <a:cubicBezTo>
                    <a:pt x="983" y="30"/>
                    <a:pt x="953" y="0"/>
                    <a:pt x="913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37" name="Google Shape;23937;p84"/>
            <p:cNvSpPr/>
            <p:nvPr/>
          </p:nvSpPr>
          <p:spPr>
            <a:xfrm>
              <a:off x="5001125" y="2588425"/>
              <a:ext cx="24600" cy="2025"/>
            </a:xfrm>
            <a:custGeom>
              <a:avLst/>
              <a:gdLst/>
              <a:ahLst/>
              <a:cxnLst/>
              <a:rect l="l" t="t" r="r" b="b"/>
              <a:pathLst>
                <a:path w="984" h="81" extrusionOk="0">
                  <a:moveTo>
                    <a:pt x="973" y="0"/>
                  </a:moveTo>
                  <a:cubicBezTo>
                    <a:pt x="973" y="30"/>
                    <a:pt x="943" y="50"/>
                    <a:pt x="913" y="50"/>
                  </a:cubicBezTo>
                  <a:lnTo>
                    <a:pt x="60" y="50"/>
                  </a:lnTo>
                  <a:cubicBezTo>
                    <a:pt x="40" y="50"/>
                    <a:pt x="10" y="30"/>
                    <a:pt x="0" y="10"/>
                  </a:cubicBezTo>
                  <a:lnTo>
                    <a:pt x="0" y="20"/>
                  </a:lnTo>
                  <a:cubicBezTo>
                    <a:pt x="0" y="60"/>
                    <a:pt x="30" y="81"/>
                    <a:pt x="70" y="81"/>
                  </a:cubicBezTo>
                  <a:lnTo>
                    <a:pt x="913" y="81"/>
                  </a:lnTo>
                  <a:cubicBezTo>
                    <a:pt x="953" y="81"/>
                    <a:pt x="983" y="60"/>
                    <a:pt x="983" y="20"/>
                  </a:cubicBezTo>
                  <a:lnTo>
                    <a:pt x="973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38" name="Google Shape;23938;p84"/>
            <p:cNvSpPr/>
            <p:nvPr/>
          </p:nvSpPr>
          <p:spPr>
            <a:xfrm>
              <a:off x="4978550" y="2618450"/>
              <a:ext cx="74250" cy="104900"/>
            </a:xfrm>
            <a:custGeom>
              <a:avLst/>
              <a:gdLst/>
              <a:ahLst/>
              <a:cxnLst/>
              <a:rect l="l" t="t" r="r" b="b"/>
              <a:pathLst>
                <a:path w="2970" h="4196" extrusionOk="0">
                  <a:moveTo>
                    <a:pt x="1390" y="0"/>
                  </a:moveTo>
                  <a:cubicBezTo>
                    <a:pt x="1385" y="0"/>
                    <a:pt x="1380" y="1"/>
                    <a:pt x="1375" y="3"/>
                  </a:cubicBezTo>
                  <a:cubicBezTo>
                    <a:pt x="1344" y="3"/>
                    <a:pt x="1324" y="13"/>
                    <a:pt x="1314" y="43"/>
                  </a:cubicBezTo>
                  <a:lnTo>
                    <a:pt x="10" y="4105"/>
                  </a:lnTo>
                  <a:cubicBezTo>
                    <a:pt x="0" y="4136"/>
                    <a:pt x="20" y="4176"/>
                    <a:pt x="61" y="4186"/>
                  </a:cubicBezTo>
                  <a:cubicBezTo>
                    <a:pt x="66" y="4187"/>
                    <a:pt x="71" y="4188"/>
                    <a:pt x="76" y="4188"/>
                  </a:cubicBezTo>
                  <a:cubicBezTo>
                    <a:pt x="101" y="4188"/>
                    <a:pt x="124" y="4170"/>
                    <a:pt x="141" y="4146"/>
                  </a:cubicBezTo>
                  <a:lnTo>
                    <a:pt x="1385" y="254"/>
                  </a:lnTo>
                  <a:lnTo>
                    <a:pt x="2839" y="4156"/>
                  </a:lnTo>
                  <a:cubicBezTo>
                    <a:pt x="2849" y="4176"/>
                    <a:pt x="2879" y="4196"/>
                    <a:pt x="2899" y="4196"/>
                  </a:cubicBezTo>
                  <a:lnTo>
                    <a:pt x="2919" y="4186"/>
                  </a:lnTo>
                  <a:cubicBezTo>
                    <a:pt x="2959" y="4176"/>
                    <a:pt x="2969" y="4146"/>
                    <a:pt x="2959" y="4105"/>
                  </a:cubicBezTo>
                  <a:lnTo>
                    <a:pt x="1435" y="43"/>
                  </a:lnTo>
                  <a:cubicBezTo>
                    <a:pt x="1426" y="18"/>
                    <a:pt x="1411" y="0"/>
                    <a:pt x="139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39" name="Google Shape;23939;p84"/>
            <p:cNvSpPr/>
            <p:nvPr/>
          </p:nvSpPr>
          <p:spPr>
            <a:xfrm>
              <a:off x="5011150" y="2514700"/>
              <a:ext cx="3025" cy="44400"/>
            </a:xfrm>
            <a:custGeom>
              <a:avLst/>
              <a:gdLst/>
              <a:ahLst/>
              <a:cxnLst/>
              <a:rect l="l" t="t" r="r" b="b"/>
              <a:pathLst>
                <a:path w="121" h="1776" extrusionOk="0">
                  <a:moveTo>
                    <a:pt x="60" y="0"/>
                  </a:moveTo>
                  <a:cubicBezTo>
                    <a:pt x="20" y="0"/>
                    <a:pt x="0" y="30"/>
                    <a:pt x="0" y="71"/>
                  </a:cubicBezTo>
                  <a:lnTo>
                    <a:pt x="0" y="1716"/>
                  </a:lnTo>
                  <a:cubicBezTo>
                    <a:pt x="0" y="1746"/>
                    <a:pt x="20" y="1776"/>
                    <a:pt x="60" y="1776"/>
                  </a:cubicBezTo>
                  <a:cubicBezTo>
                    <a:pt x="91" y="1776"/>
                    <a:pt x="121" y="1746"/>
                    <a:pt x="121" y="1716"/>
                  </a:cubicBezTo>
                  <a:lnTo>
                    <a:pt x="121" y="71"/>
                  </a:lnTo>
                  <a:cubicBezTo>
                    <a:pt x="121" y="30"/>
                    <a:pt x="91" y="0"/>
                    <a:pt x="6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40" name="Google Shape;23940;p84"/>
            <p:cNvSpPr/>
            <p:nvPr/>
          </p:nvSpPr>
          <p:spPr>
            <a:xfrm>
              <a:off x="5007875" y="2512200"/>
              <a:ext cx="9575" cy="8425"/>
            </a:xfrm>
            <a:custGeom>
              <a:avLst/>
              <a:gdLst/>
              <a:ahLst/>
              <a:cxnLst/>
              <a:rect l="l" t="t" r="r" b="b"/>
              <a:pathLst>
                <a:path w="383" h="337" extrusionOk="0">
                  <a:moveTo>
                    <a:pt x="182" y="0"/>
                  </a:moveTo>
                  <a:cubicBezTo>
                    <a:pt x="114" y="0"/>
                    <a:pt x="54" y="40"/>
                    <a:pt x="31" y="110"/>
                  </a:cubicBezTo>
                  <a:cubicBezTo>
                    <a:pt x="1" y="201"/>
                    <a:pt x="51" y="301"/>
                    <a:pt x="141" y="331"/>
                  </a:cubicBezTo>
                  <a:cubicBezTo>
                    <a:pt x="155" y="334"/>
                    <a:pt x="169" y="336"/>
                    <a:pt x="183" y="336"/>
                  </a:cubicBezTo>
                  <a:cubicBezTo>
                    <a:pt x="253" y="336"/>
                    <a:pt x="327" y="296"/>
                    <a:pt x="352" y="221"/>
                  </a:cubicBezTo>
                  <a:cubicBezTo>
                    <a:pt x="382" y="130"/>
                    <a:pt x="332" y="40"/>
                    <a:pt x="242" y="10"/>
                  </a:cubicBezTo>
                  <a:cubicBezTo>
                    <a:pt x="222" y="3"/>
                    <a:pt x="202" y="0"/>
                    <a:pt x="18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41" name="Google Shape;23941;p84"/>
            <p:cNvSpPr/>
            <p:nvPr/>
          </p:nvSpPr>
          <p:spPr>
            <a:xfrm>
              <a:off x="5014900" y="2483850"/>
              <a:ext cx="10825" cy="22100"/>
            </a:xfrm>
            <a:custGeom>
              <a:avLst/>
              <a:gdLst/>
              <a:ahLst/>
              <a:cxnLst/>
              <a:rect l="l" t="t" r="r" b="b"/>
              <a:pathLst>
                <a:path w="433" h="884" extrusionOk="0">
                  <a:moveTo>
                    <a:pt x="221" y="1"/>
                  </a:moveTo>
                  <a:lnTo>
                    <a:pt x="1" y="843"/>
                  </a:lnTo>
                  <a:lnTo>
                    <a:pt x="111" y="883"/>
                  </a:lnTo>
                  <a:lnTo>
                    <a:pt x="432" y="71"/>
                  </a:lnTo>
                  <a:lnTo>
                    <a:pt x="22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42" name="Google Shape;23942;p84"/>
            <p:cNvSpPr/>
            <p:nvPr/>
          </p:nvSpPr>
          <p:spPr>
            <a:xfrm>
              <a:off x="5010150" y="2483100"/>
              <a:ext cx="5525" cy="21850"/>
            </a:xfrm>
            <a:custGeom>
              <a:avLst/>
              <a:gdLst/>
              <a:ahLst/>
              <a:cxnLst/>
              <a:rect l="l" t="t" r="r" b="b"/>
              <a:pathLst>
                <a:path w="221" h="874" extrusionOk="0">
                  <a:moveTo>
                    <a:pt x="0" y="0"/>
                  </a:moveTo>
                  <a:lnTo>
                    <a:pt x="50" y="873"/>
                  </a:lnTo>
                  <a:lnTo>
                    <a:pt x="161" y="873"/>
                  </a:lnTo>
                  <a:lnTo>
                    <a:pt x="22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43" name="Google Shape;23943;p84"/>
            <p:cNvSpPr/>
            <p:nvPr/>
          </p:nvSpPr>
          <p:spPr>
            <a:xfrm>
              <a:off x="4999850" y="2483850"/>
              <a:ext cx="10575" cy="22100"/>
            </a:xfrm>
            <a:custGeom>
              <a:avLst/>
              <a:gdLst/>
              <a:ahLst/>
              <a:cxnLst/>
              <a:rect l="l" t="t" r="r" b="b"/>
              <a:pathLst>
                <a:path w="423" h="884" extrusionOk="0">
                  <a:moveTo>
                    <a:pt x="212" y="1"/>
                  </a:moveTo>
                  <a:lnTo>
                    <a:pt x="1" y="71"/>
                  </a:lnTo>
                  <a:lnTo>
                    <a:pt x="322" y="883"/>
                  </a:lnTo>
                  <a:lnTo>
                    <a:pt x="422" y="843"/>
                  </a:lnTo>
                  <a:lnTo>
                    <a:pt x="21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44" name="Google Shape;23944;p84"/>
            <p:cNvSpPr/>
            <p:nvPr/>
          </p:nvSpPr>
          <p:spPr>
            <a:xfrm>
              <a:off x="4990825" y="2487625"/>
              <a:ext cx="16325" cy="20325"/>
            </a:xfrm>
            <a:custGeom>
              <a:avLst/>
              <a:gdLst/>
              <a:ahLst/>
              <a:cxnLst/>
              <a:rect l="l" t="t" r="r" b="b"/>
              <a:pathLst>
                <a:path w="653" h="813" extrusionOk="0">
                  <a:moveTo>
                    <a:pt x="181" y="0"/>
                  </a:moveTo>
                  <a:lnTo>
                    <a:pt x="1" y="130"/>
                  </a:lnTo>
                  <a:lnTo>
                    <a:pt x="563" y="812"/>
                  </a:lnTo>
                  <a:lnTo>
                    <a:pt x="653" y="742"/>
                  </a:lnTo>
                  <a:lnTo>
                    <a:pt x="18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45" name="Google Shape;23945;p84"/>
            <p:cNvSpPr/>
            <p:nvPr/>
          </p:nvSpPr>
          <p:spPr>
            <a:xfrm>
              <a:off x="4984050" y="2494375"/>
              <a:ext cx="20100" cy="16325"/>
            </a:xfrm>
            <a:custGeom>
              <a:avLst/>
              <a:gdLst/>
              <a:ahLst/>
              <a:cxnLst/>
              <a:rect l="l" t="t" r="r" b="b"/>
              <a:pathLst>
                <a:path w="804" h="653" extrusionOk="0">
                  <a:moveTo>
                    <a:pt x="131" y="1"/>
                  </a:moveTo>
                  <a:lnTo>
                    <a:pt x="1" y="181"/>
                  </a:lnTo>
                  <a:lnTo>
                    <a:pt x="743" y="653"/>
                  </a:lnTo>
                  <a:lnTo>
                    <a:pt x="803" y="563"/>
                  </a:lnTo>
                  <a:lnTo>
                    <a:pt x="13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46" name="Google Shape;23946;p84"/>
            <p:cNvSpPr/>
            <p:nvPr/>
          </p:nvSpPr>
          <p:spPr>
            <a:xfrm>
              <a:off x="4980300" y="2503150"/>
              <a:ext cx="21850" cy="10825"/>
            </a:xfrm>
            <a:custGeom>
              <a:avLst/>
              <a:gdLst/>
              <a:ahLst/>
              <a:cxnLst/>
              <a:rect l="l" t="t" r="r" b="b"/>
              <a:pathLst>
                <a:path w="874" h="433" extrusionOk="0">
                  <a:moveTo>
                    <a:pt x="61" y="1"/>
                  </a:moveTo>
                  <a:lnTo>
                    <a:pt x="1" y="212"/>
                  </a:lnTo>
                  <a:lnTo>
                    <a:pt x="843" y="432"/>
                  </a:lnTo>
                  <a:lnTo>
                    <a:pt x="873" y="332"/>
                  </a:lnTo>
                  <a:lnTo>
                    <a:pt x="6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47" name="Google Shape;23947;p84"/>
            <p:cNvSpPr/>
            <p:nvPr/>
          </p:nvSpPr>
          <p:spPr>
            <a:xfrm>
              <a:off x="4979300" y="2513450"/>
              <a:ext cx="21850" cy="5525"/>
            </a:xfrm>
            <a:custGeom>
              <a:avLst/>
              <a:gdLst/>
              <a:ahLst/>
              <a:cxnLst/>
              <a:rect l="l" t="t" r="r" b="b"/>
              <a:pathLst>
                <a:path w="874" h="221" extrusionOk="0">
                  <a:moveTo>
                    <a:pt x="0" y="0"/>
                  </a:moveTo>
                  <a:lnTo>
                    <a:pt x="0" y="221"/>
                  </a:lnTo>
                  <a:lnTo>
                    <a:pt x="873" y="171"/>
                  </a:lnTo>
                  <a:lnTo>
                    <a:pt x="873" y="6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48" name="Google Shape;23948;p84"/>
            <p:cNvSpPr/>
            <p:nvPr/>
          </p:nvSpPr>
          <p:spPr>
            <a:xfrm>
              <a:off x="4980050" y="2518450"/>
              <a:ext cx="22100" cy="10825"/>
            </a:xfrm>
            <a:custGeom>
              <a:avLst/>
              <a:gdLst/>
              <a:ahLst/>
              <a:cxnLst/>
              <a:rect l="l" t="t" r="r" b="b"/>
              <a:pathLst>
                <a:path w="884" h="433" extrusionOk="0">
                  <a:moveTo>
                    <a:pt x="853" y="1"/>
                  </a:moveTo>
                  <a:lnTo>
                    <a:pt x="1" y="221"/>
                  </a:lnTo>
                  <a:lnTo>
                    <a:pt x="71" y="432"/>
                  </a:lnTo>
                  <a:lnTo>
                    <a:pt x="883" y="111"/>
                  </a:lnTo>
                  <a:lnTo>
                    <a:pt x="8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49" name="Google Shape;23949;p84"/>
            <p:cNvSpPr/>
            <p:nvPr/>
          </p:nvSpPr>
          <p:spPr>
            <a:xfrm>
              <a:off x="4984050" y="2521975"/>
              <a:ext cx="20100" cy="16075"/>
            </a:xfrm>
            <a:custGeom>
              <a:avLst/>
              <a:gdLst/>
              <a:ahLst/>
              <a:cxnLst/>
              <a:rect l="l" t="t" r="r" b="b"/>
              <a:pathLst>
                <a:path w="804" h="643" extrusionOk="0">
                  <a:moveTo>
                    <a:pt x="733" y="0"/>
                  </a:moveTo>
                  <a:lnTo>
                    <a:pt x="1" y="462"/>
                  </a:lnTo>
                  <a:lnTo>
                    <a:pt x="131" y="642"/>
                  </a:lnTo>
                  <a:lnTo>
                    <a:pt x="803" y="90"/>
                  </a:lnTo>
                  <a:lnTo>
                    <a:pt x="733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50" name="Google Shape;23950;p84"/>
            <p:cNvSpPr/>
            <p:nvPr/>
          </p:nvSpPr>
          <p:spPr>
            <a:xfrm>
              <a:off x="4990575" y="2524725"/>
              <a:ext cx="16325" cy="20075"/>
            </a:xfrm>
            <a:custGeom>
              <a:avLst/>
              <a:gdLst/>
              <a:ahLst/>
              <a:cxnLst/>
              <a:rect l="l" t="t" r="r" b="b"/>
              <a:pathLst>
                <a:path w="653" h="803" extrusionOk="0">
                  <a:moveTo>
                    <a:pt x="562" y="1"/>
                  </a:moveTo>
                  <a:lnTo>
                    <a:pt x="1" y="673"/>
                  </a:lnTo>
                  <a:lnTo>
                    <a:pt x="181" y="803"/>
                  </a:lnTo>
                  <a:lnTo>
                    <a:pt x="653" y="71"/>
                  </a:lnTo>
                  <a:lnTo>
                    <a:pt x="56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51" name="Google Shape;23951;p84"/>
            <p:cNvSpPr/>
            <p:nvPr/>
          </p:nvSpPr>
          <p:spPr>
            <a:xfrm>
              <a:off x="4999600" y="2526725"/>
              <a:ext cx="10825" cy="22100"/>
            </a:xfrm>
            <a:custGeom>
              <a:avLst/>
              <a:gdLst/>
              <a:ahLst/>
              <a:cxnLst/>
              <a:rect l="l" t="t" r="r" b="b"/>
              <a:pathLst>
                <a:path w="433" h="884" extrusionOk="0">
                  <a:moveTo>
                    <a:pt x="322" y="1"/>
                  </a:moveTo>
                  <a:lnTo>
                    <a:pt x="1" y="813"/>
                  </a:lnTo>
                  <a:lnTo>
                    <a:pt x="212" y="883"/>
                  </a:lnTo>
                  <a:lnTo>
                    <a:pt x="432" y="41"/>
                  </a:lnTo>
                  <a:lnTo>
                    <a:pt x="322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52" name="Google Shape;23952;p84"/>
            <p:cNvSpPr/>
            <p:nvPr/>
          </p:nvSpPr>
          <p:spPr>
            <a:xfrm>
              <a:off x="5009650" y="2527725"/>
              <a:ext cx="5525" cy="21850"/>
            </a:xfrm>
            <a:custGeom>
              <a:avLst/>
              <a:gdLst/>
              <a:ahLst/>
              <a:cxnLst/>
              <a:rect l="l" t="t" r="r" b="b"/>
              <a:pathLst>
                <a:path w="221" h="874" extrusionOk="0">
                  <a:moveTo>
                    <a:pt x="60" y="1"/>
                  </a:moveTo>
                  <a:lnTo>
                    <a:pt x="0" y="874"/>
                  </a:lnTo>
                  <a:lnTo>
                    <a:pt x="221" y="874"/>
                  </a:lnTo>
                  <a:lnTo>
                    <a:pt x="17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53" name="Google Shape;23953;p84"/>
            <p:cNvSpPr/>
            <p:nvPr/>
          </p:nvSpPr>
          <p:spPr>
            <a:xfrm>
              <a:off x="5014900" y="2526725"/>
              <a:ext cx="10575" cy="22100"/>
            </a:xfrm>
            <a:custGeom>
              <a:avLst/>
              <a:gdLst/>
              <a:ahLst/>
              <a:cxnLst/>
              <a:rect l="l" t="t" r="r" b="b"/>
              <a:pathLst>
                <a:path w="423" h="884" extrusionOk="0">
                  <a:moveTo>
                    <a:pt x="101" y="1"/>
                  </a:moveTo>
                  <a:lnTo>
                    <a:pt x="1" y="41"/>
                  </a:lnTo>
                  <a:lnTo>
                    <a:pt x="211" y="883"/>
                  </a:lnTo>
                  <a:lnTo>
                    <a:pt x="422" y="823"/>
                  </a:lnTo>
                  <a:lnTo>
                    <a:pt x="10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54" name="Google Shape;23954;p84"/>
            <p:cNvSpPr/>
            <p:nvPr/>
          </p:nvSpPr>
          <p:spPr>
            <a:xfrm>
              <a:off x="5018175" y="2524975"/>
              <a:ext cx="16075" cy="20075"/>
            </a:xfrm>
            <a:custGeom>
              <a:avLst/>
              <a:gdLst/>
              <a:ahLst/>
              <a:cxnLst/>
              <a:rect l="l" t="t" r="r" b="b"/>
              <a:pathLst>
                <a:path w="643" h="803" extrusionOk="0">
                  <a:moveTo>
                    <a:pt x="90" y="1"/>
                  </a:moveTo>
                  <a:lnTo>
                    <a:pt x="0" y="61"/>
                  </a:lnTo>
                  <a:lnTo>
                    <a:pt x="462" y="803"/>
                  </a:lnTo>
                  <a:lnTo>
                    <a:pt x="642" y="673"/>
                  </a:lnTo>
                  <a:lnTo>
                    <a:pt x="90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55" name="Google Shape;23955;p84"/>
            <p:cNvSpPr/>
            <p:nvPr/>
          </p:nvSpPr>
          <p:spPr>
            <a:xfrm>
              <a:off x="5021175" y="2521975"/>
              <a:ext cx="19825" cy="16325"/>
            </a:xfrm>
            <a:custGeom>
              <a:avLst/>
              <a:gdLst/>
              <a:ahLst/>
              <a:cxnLst/>
              <a:rect l="l" t="t" r="r" b="b"/>
              <a:pathLst>
                <a:path w="793" h="653" extrusionOk="0">
                  <a:moveTo>
                    <a:pt x="61" y="0"/>
                  </a:moveTo>
                  <a:lnTo>
                    <a:pt x="1" y="90"/>
                  </a:lnTo>
                  <a:lnTo>
                    <a:pt x="663" y="652"/>
                  </a:lnTo>
                  <a:lnTo>
                    <a:pt x="793" y="472"/>
                  </a:lnTo>
                  <a:lnTo>
                    <a:pt x="6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56" name="Google Shape;23956;p84"/>
            <p:cNvSpPr/>
            <p:nvPr/>
          </p:nvSpPr>
          <p:spPr>
            <a:xfrm>
              <a:off x="5023175" y="2518700"/>
              <a:ext cx="21850" cy="10825"/>
            </a:xfrm>
            <a:custGeom>
              <a:avLst/>
              <a:gdLst/>
              <a:ahLst/>
              <a:cxnLst/>
              <a:rect l="l" t="t" r="r" b="b"/>
              <a:pathLst>
                <a:path w="874" h="433" extrusionOk="0">
                  <a:moveTo>
                    <a:pt x="31" y="1"/>
                  </a:moveTo>
                  <a:lnTo>
                    <a:pt x="1" y="101"/>
                  </a:lnTo>
                  <a:lnTo>
                    <a:pt x="803" y="432"/>
                  </a:lnTo>
                  <a:lnTo>
                    <a:pt x="873" y="221"/>
                  </a:lnTo>
                  <a:lnTo>
                    <a:pt x="31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57" name="Google Shape;23957;p84"/>
            <p:cNvSpPr/>
            <p:nvPr/>
          </p:nvSpPr>
          <p:spPr>
            <a:xfrm>
              <a:off x="5023925" y="2513700"/>
              <a:ext cx="21850" cy="5525"/>
            </a:xfrm>
            <a:custGeom>
              <a:avLst/>
              <a:gdLst/>
              <a:ahLst/>
              <a:cxnLst/>
              <a:rect l="l" t="t" r="r" b="b"/>
              <a:pathLst>
                <a:path w="874" h="221" extrusionOk="0">
                  <a:moveTo>
                    <a:pt x="874" y="0"/>
                  </a:moveTo>
                  <a:lnTo>
                    <a:pt x="11" y="50"/>
                  </a:lnTo>
                  <a:lnTo>
                    <a:pt x="1" y="161"/>
                  </a:lnTo>
                  <a:lnTo>
                    <a:pt x="874" y="221"/>
                  </a:lnTo>
                  <a:lnTo>
                    <a:pt x="874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58" name="Google Shape;23958;p84"/>
            <p:cNvSpPr/>
            <p:nvPr/>
          </p:nvSpPr>
          <p:spPr>
            <a:xfrm>
              <a:off x="5023175" y="2503650"/>
              <a:ext cx="21850" cy="10575"/>
            </a:xfrm>
            <a:custGeom>
              <a:avLst/>
              <a:gdLst/>
              <a:ahLst/>
              <a:cxnLst/>
              <a:rect l="l" t="t" r="r" b="b"/>
              <a:pathLst>
                <a:path w="874" h="423" extrusionOk="0">
                  <a:moveTo>
                    <a:pt x="813" y="1"/>
                  </a:moveTo>
                  <a:lnTo>
                    <a:pt x="1" y="312"/>
                  </a:lnTo>
                  <a:lnTo>
                    <a:pt x="31" y="422"/>
                  </a:lnTo>
                  <a:lnTo>
                    <a:pt x="873" y="212"/>
                  </a:lnTo>
                  <a:lnTo>
                    <a:pt x="81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59" name="Google Shape;23959;p84"/>
            <p:cNvSpPr/>
            <p:nvPr/>
          </p:nvSpPr>
          <p:spPr>
            <a:xfrm>
              <a:off x="5021175" y="2494625"/>
              <a:ext cx="20075" cy="16075"/>
            </a:xfrm>
            <a:custGeom>
              <a:avLst/>
              <a:gdLst/>
              <a:ahLst/>
              <a:cxnLst/>
              <a:rect l="l" t="t" r="r" b="b"/>
              <a:pathLst>
                <a:path w="803" h="643" extrusionOk="0">
                  <a:moveTo>
                    <a:pt x="673" y="1"/>
                  </a:moveTo>
                  <a:lnTo>
                    <a:pt x="1" y="553"/>
                  </a:lnTo>
                  <a:lnTo>
                    <a:pt x="61" y="643"/>
                  </a:lnTo>
                  <a:lnTo>
                    <a:pt x="803" y="181"/>
                  </a:lnTo>
                  <a:lnTo>
                    <a:pt x="67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60" name="Google Shape;23960;p84"/>
            <p:cNvSpPr/>
            <p:nvPr/>
          </p:nvSpPr>
          <p:spPr>
            <a:xfrm>
              <a:off x="5018425" y="2487875"/>
              <a:ext cx="16075" cy="20075"/>
            </a:xfrm>
            <a:custGeom>
              <a:avLst/>
              <a:gdLst/>
              <a:ahLst/>
              <a:cxnLst/>
              <a:rect l="l" t="t" r="r" b="b"/>
              <a:pathLst>
                <a:path w="643" h="803" extrusionOk="0">
                  <a:moveTo>
                    <a:pt x="472" y="0"/>
                  </a:moveTo>
                  <a:lnTo>
                    <a:pt x="0" y="732"/>
                  </a:lnTo>
                  <a:lnTo>
                    <a:pt x="80" y="802"/>
                  </a:lnTo>
                  <a:lnTo>
                    <a:pt x="642" y="130"/>
                  </a:lnTo>
                  <a:lnTo>
                    <a:pt x="472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61" name="Google Shape;23961;p84"/>
            <p:cNvSpPr/>
            <p:nvPr/>
          </p:nvSpPr>
          <p:spPr>
            <a:xfrm>
              <a:off x="5002625" y="2587425"/>
              <a:ext cx="21325" cy="775"/>
            </a:xfrm>
            <a:custGeom>
              <a:avLst/>
              <a:gdLst/>
              <a:ahLst/>
              <a:cxnLst/>
              <a:rect l="l" t="t" r="r" b="b"/>
              <a:pathLst>
                <a:path w="853" h="31" extrusionOk="0">
                  <a:moveTo>
                    <a:pt x="432" y="0"/>
                  </a:moveTo>
                  <a:cubicBezTo>
                    <a:pt x="191" y="0"/>
                    <a:pt x="0" y="10"/>
                    <a:pt x="0" y="20"/>
                  </a:cubicBezTo>
                  <a:cubicBezTo>
                    <a:pt x="0" y="30"/>
                    <a:pt x="191" y="30"/>
                    <a:pt x="432" y="30"/>
                  </a:cubicBezTo>
                  <a:cubicBezTo>
                    <a:pt x="662" y="30"/>
                    <a:pt x="853" y="30"/>
                    <a:pt x="853" y="20"/>
                  </a:cubicBezTo>
                  <a:cubicBezTo>
                    <a:pt x="853" y="10"/>
                    <a:pt x="662" y="0"/>
                    <a:pt x="43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62" name="Google Shape;23962;p84"/>
            <p:cNvSpPr/>
            <p:nvPr/>
          </p:nvSpPr>
          <p:spPr>
            <a:xfrm>
              <a:off x="4998100" y="2671175"/>
              <a:ext cx="32625" cy="525"/>
            </a:xfrm>
            <a:custGeom>
              <a:avLst/>
              <a:gdLst/>
              <a:ahLst/>
              <a:cxnLst/>
              <a:rect l="l" t="t" r="r" b="b"/>
              <a:pathLst>
                <a:path w="1305" h="21" extrusionOk="0">
                  <a:moveTo>
                    <a:pt x="1" y="0"/>
                  </a:moveTo>
                  <a:lnTo>
                    <a:pt x="1" y="20"/>
                  </a:lnTo>
                  <a:lnTo>
                    <a:pt x="282" y="20"/>
                  </a:lnTo>
                  <a:lnTo>
                    <a:pt x="282" y="0"/>
                  </a:lnTo>
                  <a:close/>
                  <a:moveTo>
                    <a:pt x="412" y="0"/>
                  </a:moveTo>
                  <a:lnTo>
                    <a:pt x="412" y="20"/>
                  </a:lnTo>
                  <a:lnTo>
                    <a:pt x="823" y="20"/>
                  </a:lnTo>
                  <a:lnTo>
                    <a:pt x="823" y="0"/>
                  </a:lnTo>
                  <a:close/>
                  <a:moveTo>
                    <a:pt x="954" y="0"/>
                  </a:moveTo>
                  <a:lnTo>
                    <a:pt x="954" y="20"/>
                  </a:lnTo>
                  <a:lnTo>
                    <a:pt x="1305" y="20"/>
                  </a:lnTo>
                  <a:lnTo>
                    <a:pt x="1295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63" name="Google Shape;23963;p84"/>
            <p:cNvSpPr/>
            <p:nvPr/>
          </p:nvSpPr>
          <p:spPr>
            <a:xfrm>
              <a:off x="5005125" y="2671175"/>
              <a:ext cx="16825" cy="525"/>
            </a:xfrm>
            <a:custGeom>
              <a:avLst/>
              <a:gdLst/>
              <a:ahLst/>
              <a:cxnLst/>
              <a:rect l="l" t="t" r="r" b="b"/>
              <a:pathLst>
                <a:path w="673" h="21" extrusionOk="0">
                  <a:moveTo>
                    <a:pt x="1" y="0"/>
                  </a:moveTo>
                  <a:lnTo>
                    <a:pt x="1" y="20"/>
                  </a:lnTo>
                  <a:lnTo>
                    <a:pt x="131" y="20"/>
                  </a:lnTo>
                  <a:lnTo>
                    <a:pt x="131" y="0"/>
                  </a:lnTo>
                  <a:close/>
                  <a:moveTo>
                    <a:pt x="542" y="0"/>
                  </a:moveTo>
                  <a:lnTo>
                    <a:pt x="542" y="20"/>
                  </a:lnTo>
                  <a:lnTo>
                    <a:pt x="673" y="20"/>
                  </a:lnTo>
                  <a:lnTo>
                    <a:pt x="673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64" name="Google Shape;23964;p84"/>
            <p:cNvSpPr/>
            <p:nvPr/>
          </p:nvSpPr>
          <p:spPr>
            <a:xfrm>
              <a:off x="4989075" y="2671175"/>
              <a:ext cx="51425" cy="525"/>
            </a:xfrm>
            <a:custGeom>
              <a:avLst/>
              <a:gdLst/>
              <a:ahLst/>
              <a:cxnLst/>
              <a:rect l="l" t="t" r="r" b="b"/>
              <a:pathLst>
                <a:path w="2057" h="21" extrusionOk="0">
                  <a:moveTo>
                    <a:pt x="231" y="0"/>
                  </a:moveTo>
                  <a:cubicBezTo>
                    <a:pt x="91" y="0"/>
                    <a:pt x="1" y="10"/>
                    <a:pt x="1" y="10"/>
                  </a:cubicBezTo>
                  <a:cubicBezTo>
                    <a:pt x="1" y="10"/>
                    <a:pt x="91" y="20"/>
                    <a:pt x="221" y="20"/>
                  </a:cubicBezTo>
                  <a:lnTo>
                    <a:pt x="231" y="0"/>
                  </a:lnTo>
                  <a:close/>
                  <a:moveTo>
                    <a:pt x="1786" y="0"/>
                  </a:moveTo>
                  <a:lnTo>
                    <a:pt x="1796" y="20"/>
                  </a:lnTo>
                  <a:cubicBezTo>
                    <a:pt x="1957" y="20"/>
                    <a:pt x="2057" y="10"/>
                    <a:pt x="2057" y="10"/>
                  </a:cubicBezTo>
                  <a:cubicBezTo>
                    <a:pt x="2057" y="10"/>
                    <a:pt x="1957" y="0"/>
                    <a:pt x="1786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65" name="Google Shape;23965;p84"/>
            <p:cNvSpPr/>
            <p:nvPr/>
          </p:nvSpPr>
          <p:spPr>
            <a:xfrm>
              <a:off x="4994600" y="2671175"/>
              <a:ext cx="39400" cy="525"/>
            </a:xfrm>
            <a:custGeom>
              <a:avLst/>
              <a:gdLst/>
              <a:ahLst/>
              <a:cxnLst/>
              <a:rect l="l" t="t" r="r" b="b"/>
              <a:pathLst>
                <a:path w="1576" h="21" extrusionOk="0">
                  <a:moveTo>
                    <a:pt x="10" y="0"/>
                  </a:moveTo>
                  <a:lnTo>
                    <a:pt x="0" y="20"/>
                  </a:lnTo>
                  <a:lnTo>
                    <a:pt x="141" y="20"/>
                  </a:lnTo>
                  <a:lnTo>
                    <a:pt x="141" y="0"/>
                  </a:lnTo>
                  <a:close/>
                  <a:moveTo>
                    <a:pt x="1435" y="0"/>
                  </a:moveTo>
                  <a:lnTo>
                    <a:pt x="1445" y="20"/>
                  </a:lnTo>
                  <a:lnTo>
                    <a:pt x="1575" y="20"/>
                  </a:lnTo>
                  <a:lnTo>
                    <a:pt x="1565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66" name="Google Shape;23966;p84"/>
            <p:cNvSpPr/>
            <p:nvPr/>
          </p:nvSpPr>
          <p:spPr>
            <a:xfrm>
              <a:off x="5034475" y="2671925"/>
              <a:ext cx="8050" cy="2025"/>
            </a:xfrm>
            <a:custGeom>
              <a:avLst/>
              <a:gdLst/>
              <a:ahLst/>
              <a:cxnLst/>
              <a:rect l="l" t="t" r="r" b="b"/>
              <a:pathLst>
                <a:path w="322" h="81" extrusionOk="0">
                  <a:moveTo>
                    <a:pt x="311" y="0"/>
                  </a:moveTo>
                  <a:cubicBezTo>
                    <a:pt x="301" y="20"/>
                    <a:pt x="281" y="41"/>
                    <a:pt x="251" y="41"/>
                  </a:cubicBezTo>
                  <a:lnTo>
                    <a:pt x="0" y="41"/>
                  </a:lnTo>
                  <a:lnTo>
                    <a:pt x="10" y="81"/>
                  </a:lnTo>
                  <a:lnTo>
                    <a:pt x="251" y="81"/>
                  </a:lnTo>
                  <a:cubicBezTo>
                    <a:pt x="291" y="81"/>
                    <a:pt x="321" y="51"/>
                    <a:pt x="321" y="20"/>
                  </a:cubicBezTo>
                  <a:lnTo>
                    <a:pt x="311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67" name="Google Shape;23967;p84"/>
            <p:cNvSpPr/>
            <p:nvPr/>
          </p:nvSpPr>
          <p:spPr>
            <a:xfrm>
              <a:off x="4997350" y="2672925"/>
              <a:ext cx="34125" cy="1025"/>
            </a:xfrm>
            <a:custGeom>
              <a:avLst/>
              <a:gdLst/>
              <a:ahLst/>
              <a:cxnLst/>
              <a:rect l="l" t="t" r="r" b="b"/>
              <a:pathLst>
                <a:path w="1365" h="41" extrusionOk="0">
                  <a:moveTo>
                    <a:pt x="11" y="1"/>
                  </a:moveTo>
                  <a:lnTo>
                    <a:pt x="1" y="41"/>
                  </a:lnTo>
                  <a:lnTo>
                    <a:pt x="322" y="41"/>
                  </a:lnTo>
                  <a:lnTo>
                    <a:pt x="322" y="1"/>
                  </a:lnTo>
                  <a:close/>
                  <a:moveTo>
                    <a:pt x="452" y="1"/>
                  </a:moveTo>
                  <a:lnTo>
                    <a:pt x="452" y="41"/>
                  </a:lnTo>
                  <a:lnTo>
                    <a:pt x="843" y="41"/>
                  </a:lnTo>
                  <a:lnTo>
                    <a:pt x="843" y="1"/>
                  </a:lnTo>
                  <a:close/>
                  <a:moveTo>
                    <a:pt x="974" y="1"/>
                  </a:moveTo>
                  <a:lnTo>
                    <a:pt x="974" y="41"/>
                  </a:lnTo>
                  <a:lnTo>
                    <a:pt x="1365" y="41"/>
                  </a:lnTo>
                  <a:lnTo>
                    <a:pt x="1345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68" name="Google Shape;23968;p84"/>
            <p:cNvSpPr/>
            <p:nvPr/>
          </p:nvSpPr>
          <p:spPr>
            <a:xfrm>
              <a:off x="5005375" y="2672925"/>
              <a:ext cx="16325" cy="1025"/>
            </a:xfrm>
            <a:custGeom>
              <a:avLst/>
              <a:gdLst/>
              <a:ahLst/>
              <a:cxnLst/>
              <a:rect l="l" t="t" r="r" b="b"/>
              <a:pathLst>
                <a:path w="653" h="41" extrusionOk="0">
                  <a:moveTo>
                    <a:pt x="1" y="1"/>
                  </a:moveTo>
                  <a:lnTo>
                    <a:pt x="1" y="41"/>
                  </a:lnTo>
                  <a:lnTo>
                    <a:pt x="131" y="41"/>
                  </a:lnTo>
                  <a:lnTo>
                    <a:pt x="131" y="1"/>
                  </a:lnTo>
                  <a:close/>
                  <a:moveTo>
                    <a:pt x="522" y="1"/>
                  </a:moveTo>
                  <a:lnTo>
                    <a:pt x="522" y="41"/>
                  </a:lnTo>
                  <a:lnTo>
                    <a:pt x="653" y="41"/>
                  </a:lnTo>
                  <a:lnTo>
                    <a:pt x="6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69" name="Google Shape;23969;p84"/>
            <p:cNvSpPr/>
            <p:nvPr/>
          </p:nvSpPr>
          <p:spPr>
            <a:xfrm>
              <a:off x="4987575" y="2671925"/>
              <a:ext cx="6800" cy="2025"/>
            </a:xfrm>
            <a:custGeom>
              <a:avLst/>
              <a:gdLst/>
              <a:ahLst/>
              <a:cxnLst/>
              <a:rect l="l" t="t" r="r" b="b"/>
              <a:pathLst>
                <a:path w="272" h="81" extrusionOk="0">
                  <a:moveTo>
                    <a:pt x="0" y="0"/>
                  </a:moveTo>
                  <a:lnTo>
                    <a:pt x="0" y="20"/>
                  </a:lnTo>
                  <a:cubicBezTo>
                    <a:pt x="0" y="41"/>
                    <a:pt x="10" y="61"/>
                    <a:pt x="20" y="71"/>
                  </a:cubicBezTo>
                  <a:cubicBezTo>
                    <a:pt x="31" y="81"/>
                    <a:pt x="51" y="81"/>
                    <a:pt x="61" y="81"/>
                  </a:cubicBezTo>
                  <a:lnTo>
                    <a:pt x="261" y="81"/>
                  </a:lnTo>
                  <a:lnTo>
                    <a:pt x="271" y="41"/>
                  </a:lnTo>
                  <a:lnTo>
                    <a:pt x="61" y="41"/>
                  </a:lnTo>
                  <a:cubicBezTo>
                    <a:pt x="31" y="41"/>
                    <a:pt x="10" y="20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70" name="Google Shape;23970;p84"/>
            <p:cNvSpPr/>
            <p:nvPr/>
          </p:nvSpPr>
          <p:spPr>
            <a:xfrm>
              <a:off x="4994100" y="2672925"/>
              <a:ext cx="40650" cy="1025"/>
            </a:xfrm>
            <a:custGeom>
              <a:avLst/>
              <a:gdLst/>
              <a:ahLst/>
              <a:cxnLst/>
              <a:rect l="l" t="t" r="r" b="b"/>
              <a:pathLst>
                <a:path w="1626" h="41" extrusionOk="0">
                  <a:moveTo>
                    <a:pt x="10" y="1"/>
                  </a:moveTo>
                  <a:lnTo>
                    <a:pt x="0" y="41"/>
                  </a:lnTo>
                  <a:lnTo>
                    <a:pt x="131" y="41"/>
                  </a:lnTo>
                  <a:lnTo>
                    <a:pt x="141" y="1"/>
                  </a:lnTo>
                  <a:close/>
                  <a:moveTo>
                    <a:pt x="1475" y="1"/>
                  </a:moveTo>
                  <a:lnTo>
                    <a:pt x="1495" y="41"/>
                  </a:lnTo>
                  <a:lnTo>
                    <a:pt x="1625" y="41"/>
                  </a:lnTo>
                  <a:lnTo>
                    <a:pt x="1615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71" name="Google Shape;23971;p84"/>
            <p:cNvSpPr/>
            <p:nvPr/>
          </p:nvSpPr>
          <p:spPr>
            <a:xfrm>
              <a:off x="4997600" y="2618500"/>
              <a:ext cx="32125" cy="3050"/>
            </a:xfrm>
            <a:custGeom>
              <a:avLst/>
              <a:gdLst/>
              <a:ahLst/>
              <a:cxnLst/>
              <a:rect l="l" t="t" r="r" b="b"/>
              <a:pathLst>
                <a:path w="1285" h="122" extrusionOk="0">
                  <a:moveTo>
                    <a:pt x="61" y="1"/>
                  </a:moveTo>
                  <a:cubicBezTo>
                    <a:pt x="21" y="1"/>
                    <a:pt x="1" y="21"/>
                    <a:pt x="1" y="61"/>
                  </a:cubicBezTo>
                  <a:cubicBezTo>
                    <a:pt x="1" y="91"/>
                    <a:pt x="21" y="121"/>
                    <a:pt x="61" y="121"/>
                  </a:cubicBezTo>
                  <a:lnTo>
                    <a:pt x="1224" y="121"/>
                  </a:lnTo>
                  <a:cubicBezTo>
                    <a:pt x="1264" y="121"/>
                    <a:pt x="1285" y="91"/>
                    <a:pt x="1285" y="61"/>
                  </a:cubicBezTo>
                  <a:cubicBezTo>
                    <a:pt x="1285" y="21"/>
                    <a:pt x="1264" y="1"/>
                    <a:pt x="1224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72" name="Google Shape;23972;p84"/>
            <p:cNvSpPr/>
            <p:nvPr/>
          </p:nvSpPr>
          <p:spPr>
            <a:xfrm>
              <a:off x="4997600" y="2619275"/>
              <a:ext cx="32125" cy="2275"/>
            </a:xfrm>
            <a:custGeom>
              <a:avLst/>
              <a:gdLst/>
              <a:ahLst/>
              <a:cxnLst/>
              <a:rect l="l" t="t" r="r" b="b"/>
              <a:pathLst>
                <a:path w="1285" h="91" extrusionOk="0">
                  <a:moveTo>
                    <a:pt x="1285" y="0"/>
                  </a:moveTo>
                  <a:cubicBezTo>
                    <a:pt x="1275" y="30"/>
                    <a:pt x="1254" y="60"/>
                    <a:pt x="1224" y="60"/>
                  </a:cubicBezTo>
                  <a:lnTo>
                    <a:pt x="61" y="60"/>
                  </a:lnTo>
                  <a:cubicBezTo>
                    <a:pt x="31" y="60"/>
                    <a:pt x="11" y="40"/>
                    <a:pt x="1" y="20"/>
                  </a:cubicBezTo>
                  <a:lnTo>
                    <a:pt x="1" y="30"/>
                  </a:lnTo>
                  <a:cubicBezTo>
                    <a:pt x="1" y="60"/>
                    <a:pt x="21" y="90"/>
                    <a:pt x="51" y="90"/>
                  </a:cubicBezTo>
                  <a:lnTo>
                    <a:pt x="1224" y="90"/>
                  </a:lnTo>
                  <a:cubicBezTo>
                    <a:pt x="1264" y="90"/>
                    <a:pt x="1285" y="60"/>
                    <a:pt x="1285" y="30"/>
                  </a:cubicBezTo>
                  <a:lnTo>
                    <a:pt x="1285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73" name="Google Shape;23973;p84"/>
            <p:cNvSpPr/>
            <p:nvPr/>
          </p:nvSpPr>
          <p:spPr>
            <a:xfrm>
              <a:off x="4998850" y="2618500"/>
              <a:ext cx="29375" cy="800"/>
            </a:xfrm>
            <a:custGeom>
              <a:avLst/>
              <a:gdLst/>
              <a:ahLst/>
              <a:cxnLst/>
              <a:rect l="l" t="t" r="r" b="b"/>
              <a:pathLst>
                <a:path w="1175" h="32" extrusionOk="0">
                  <a:moveTo>
                    <a:pt x="573" y="1"/>
                  </a:moveTo>
                  <a:cubicBezTo>
                    <a:pt x="332" y="1"/>
                    <a:pt x="1" y="11"/>
                    <a:pt x="1" y="21"/>
                  </a:cubicBezTo>
                  <a:cubicBezTo>
                    <a:pt x="1" y="31"/>
                    <a:pt x="332" y="31"/>
                    <a:pt x="573" y="31"/>
                  </a:cubicBezTo>
                  <a:cubicBezTo>
                    <a:pt x="803" y="31"/>
                    <a:pt x="1174" y="31"/>
                    <a:pt x="1174" y="21"/>
                  </a:cubicBezTo>
                  <a:cubicBezTo>
                    <a:pt x="1174" y="11"/>
                    <a:pt x="803" y="1"/>
                    <a:pt x="573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74" name="Google Shape;23974;p84"/>
            <p:cNvSpPr/>
            <p:nvPr/>
          </p:nvSpPr>
          <p:spPr>
            <a:xfrm>
              <a:off x="5044250" y="2509175"/>
              <a:ext cx="21325" cy="8550"/>
            </a:xfrm>
            <a:custGeom>
              <a:avLst/>
              <a:gdLst/>
              <a:ahLst/>
              <a:cxnLst/>
              <a:rect l="l" t="t" r="r" b="b"/>
              <a:pathLst>
                <a:path w="853" h="342" extrusionOk="0">
                  <a:moveTo>
                    <a:pt x="853" y="1"/>
                  </a:moveTo>
                  <a:lnTo>
                    <a:pt x="0" y="221"/>
                  </a:lnTo>
                  <a:lnTo>
                    <a:pt x="0" y="342"/>
                  </a:lnTo>
                  <a:lnTo>
                    <a:pt x="853" y="342"/>
                  </a:lnTo>
                  <a:lnTo>
                    <a:pt x="8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75" name="Google Shape;23975;p84"/>
            <p:cNvSpPr/>
            <p:nvPr/>
          </p:nvSpPr>
          <p:spPr>
            <a:xfrm>
              <a:off x="5044250" y="2518450"/>
              <a:ext cx="21325" cy="8550"/>
            </a:xfrm>
            <a:custGeom>
              <a:avLst/>
              <a:gdLst/>
              <a:ahLst/>
              <a:cxnLst/>
              <a:rect l="l" t="t" r="r" b="b"/>
              <a:pathLst>
                <a:path w="853" h="342" extrusionOk="0">
                  <a:moveTo>
                    <a:pt x="0" y="1"/>
                  </a:moveTo>
                  <a:lnTo>
                    <a:pt x="0" y="121"/>
                  </a:lnTo>
                  <a:lnTo>
                    <a:pt x="853" y="342"/>
                  </a:lnTo>
                  <a:lnTo>
                    <a:pt x="853" y="1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3998" name="Google Shape;23998;p84"/>
          <p:cNvSpPr/>
          <p:nvPr/>
        </p:nvSpPr>
        <p:spPr>
          <a:xfrm>
            <a:off x="5762254" y="3116964"/>
            <a:ext cx="535608" cy="233315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3999" name="Google Shape;23999;p84"/>
          <p:cNvSpPr/>
          <p:nvPr/>
        </p:nvSpPr>
        <p:spPr>
          <a:xfrm>
            <a:off x="3747842" y="125825"/>
            <a:ext cx="677208" cy="294997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4000" name="Google Shape;24000;p84"/>
          <p:cNvSpPr/>
          <p:nvPr/>
        </p:nvSpPr>
        <p:spPr>
          <a:xfrm>
            <a:off x="8006113" y="1336050"/>
            <a:ext cx="535608" cy="233315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4001" name="Google Shape;24001;p84"/>
          <p:cNvSpPr/>
          <p:nvPr/>
        </p:nvSpPr>
        <p:spPr>
          <a:xfrm>
            <a:off x="101004" y="3614839"/>
            <a:ext cx="535608" cy="233315"/>
          </a:xfrm>
          <a:custGeom>
            <a:avLst/>
            <a:gdLst/>
            <a:ahLst/>
            <a:cxnLst/>
            <a:rect l="l" t="t" r="r" b="b"/>
            <a:pathLst>
              <a:path w="34600" h="15072" extrusionOk="0">
                <a:moveTo>
                  <a:pt x="19501" y="1"/>
                </a:moveTo>
                <a:cubicBezTo>
                  <a:pt x="17200" y="1"/>
                  <a:pt x="15336" y="1866"/>
                  <a:pt x="15336" y="4167"/>
                </a:cubicBezTo>
                <a:cubicBezTo>
                  <a:pt x="15336" y="4294"/>
                  <a:pt x="15345" y="4412"/>
                  <a:pt x="15354" y="4540"/>
                </a:cubicBezTo>
                <a:cubicBezTo>
                  <a:pt x="15054" y="4412"/>
                  <a:pt x="14726" y="4339"/>
                  <a:pt x="14381" y="4339"/>
                </a:cubicBezTo>
                <a:cubicBezTo>
                  <a:pt x="13698" y="4339"/>
                  <a:pt x="13089" y="4612"/>
                  <a:pt x="12634" y="5058"/>
                </a:cubicBezTo>
                <a:cubicBezTo>
                  <a:pt x="11734" y="4239"/>
                  <a:pt x="10551" y="3730"/>
                  <a:pt x="9242" y="3730"/>
                </a:cubicBezTo>
                <a:cubicBezTo>
                  <a:pt x="6459" y="3730"/>
                  <a:pt x="4203" y="5986"/>
                  <a:pt x="4203" y="8769"/>
                </a:cubicBezTo>
                <a:cubicBezTo>
                  <a:pt x="4203" y="8924"/>
                  <a:pt x="4212" y="9069"/>
                  <a:pt x="4221" y="9215"/>
                </a:cubicBezTo>
                <a:cubicBezTo>
                  <a:pt x="3866" y="9060"/>
                  <a:pt x="3466" y="8978"/>
                  <a:pt x="3048" y="8978"/>
                </a:cubicBezTo>
                <a:cubicBezTo>
                  <a:pt x="1365" y="8978"/>
                  <a:pt x="1" y="10342"/>
                  <a:pt x="1" y="12025"/>
                </a:cubicBezTo>
                <a:cubicBezTo>
                  <a:pt x="1" y="13708"/>
                  <a:pt x="1365" y="15072"/>
                  <a:pt x="3048" y="15072"/>
                </a:cubicBezTo>
                <a:lnTo>
                  <a:pt x="24458" y="15072"/>
                </a:lnTo>
                <a:cubicBezTo>
                  <a:pt x="26141" y="15072"/>
                  <a:pt x="27505" y="13708"/>
                  <a:pt x="27505" y="12025"/>
                </a:cubicBezTo>
                <a:cubicBezTo>
                  <a:pt x="27505" y="10888"/>
                  <a:pt x="26878" y="9897"/>
                  <a:pt x="25959" y="9378"/>
                </a:cubicBezTo>
                <a:lnTo>
                  <a:pt x="32080" y="9378"/>
                </a:lnTo>
                <a:cubicBezTo>
                  <a:pt x="33472" y="9378"/>
                  <a:pt x="34600" y="8250"/>
                  <a:pt x="34600" y="6859"/>
                </a:cubicBezTo>
                <a:cubicBezTo>
                  <a:pt x="34600" y="5467"/>
                  <a:pt x="33472" y="4339"/>
                  <a:pt x="32080" y="4339"/>
                </a:cubicBezTo>
                <a:cubicBezTo>
                  <a:pt x="31989" y="4339"/>
                  <a:pt x="31898" y="4349"/>
                  <a:pt x="31807" y="4358"/>
                </a:cubicBezTo>
                <a:cubicBezTo>
                  <a:pt x="31816" y="4294"/>
                  <a:pt x="31826" y="4230"/>
                  <a:pt x="31826" y="4167"/>
                </a:cubicBezTo>
                <a:cubicBezTo>
                  <a:pt x="31826" y="2539"/>
                  <a:pt x="30498" y="1220"/>
                  <a:pt x="28870" y="1220"/>
                </a:cubicBezTo>
                <a:cubicBezTo>
                  <a:pt x="28015" y="1220"/>
                  <a:pt x="27251" y="1584"/>
                  <a:pt x="26714" y="2166"/>
                </a:cubicBezTo>
                <a:cubicBezTo>
                  <a:pt x="26159" y="1947"/>
                  <a:pt x="25559" y="1829"/>
                  <a:pt x="24922" y="1829"/>
                </a:cubicBezTo>
                <a:cubicBezTo>
                  <a:pt x="24295" y="1829"/>
                  <a:pt x="23703" y="1947"/>
                  <a:pt x="23149" y="2157"/>
                </a:cubicBezTo>
                <a:cubicBezTo>
                  <a:pt x="22439" y="874"/>
                  <a:pt x="21075" y="1"/>
                  <a:pt x="19501" y="1"/>
                </a:cubicBezTo>
                <a:close/>
              </a:path>
            </a:pathLst>
          </a:custGeom>
          <a:solidFill>
            <a:srgbClr val="FFFFFF">
              <a:alpha val="67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4002" name="Google Shape;24002;p84"/>
          <p:cNvGrpSpPr/>
          <p:nvPr/>
        </p:nvGrpSpPr>
        <p:grpSpPr>
          <a:xfrm>
            <a:off x="6134295" y="3561797"/>
            <a:ext cx="2169341" cy="1590481"/>
            <a:chOff x="891012" y="3624366"/>
            <a:chExt cx="1653966" cy="1212627"/>
          </a:xfrm>
        </p:grpSpPr>
        <p:sp>
          <p:nvSpPr>
            <p:cNvPr id="24003" name="Google Shape;24003;p84"/>
            <p:cNvSpPr/>
            <p:nvPr/>
          </p:nvSpPr>
          <p:spPr>
            <a:xfrm>
              <a:off x="2381627" y="3787701"/>
              <a:ext cx="118214" cy="415603"/>
            </a:xfrm>
            <a:custGeom>
              <a:avLst/>
              <a:gdLst/>
              <a:ahLst/>
              <a:cxnLst/>
              <a:rect l="l" t="t" r="r" b="b"/>
              <a:pathLst>
                <a:path w="1155" h="4061" extrusionOk="0">
                  <a:moveTo>
                    <a:pt x="131" y="1"/>
                  </a:moveTo>
                  <a:cubicBezTo>
                    <a:pt x="81" y="312"/>
                    <a:pt x="41" y="653"/>
                    <a:pt x="1" y="1014"/>
                  </a:cubicBezTo>
                  <a:cubicBezTo>
                    <a:pt x="101" y="1355"/>
                    <a:pt x="352" y="2227"/>
                    <a:pt x="372" y="2468"/>
                  </a:cubicBezTo>
                  <a:cubicBezTo>
                    <a:pt x="391" y="2700"/>
                    <a:pt x="925" y="4060"/>
                    <a:pt x="1084" y="4060"/>
                  </a:cubicBezTo>
                  <a:cubicBezTo>
                    <a:pt x="1097" y="4060"/>
                    <a:pt x="1107" y="4051"/>
                    <a:pt x="1114" y="4033"/>
                  </a:cubicBezTo>
                  <a:cubicBezTo>
                    <a:pt x="1154" y="3903"/>
                    <a:pt x="1094" y="3852"/>
                    <a:pt x="1004" y="3722"/>
                  </a:cubicBezTo>
                  <a:cubicBezTo>
                    <a:pt x="924" y="3602"/>
                    <a:pt x="693" y="2930"/>
                    <a:pt x="633" y="2679"/>
                  </a:cubicBezTo>
                  <a:cubicBezTo>
                    <a:pt x="502" y="2147"/>
                    <a:pt x="442" y="673"/>
                    <a:pt x="1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04" name="Google Shape;24004;p84"/>
            <p:cNvSpPr/>
            <p:nvPr/>
          </p:nvSpPr>
          <p:spPr>
            <a:xfrm>
              <a:off x="2400152" y="3957073"/>
              <a:ext cx="35004" cy="135600"/>
            </a:xfrm>
            <a:custGeom>
              <a:avLst/>
              <a:gdLst/>
              <a:ahLst/>
              <a:cxnLst/>
              <a:rect l="l" t="t" r="r" b="b"/>
              <a:pathLst>
                <a:path w="342" h="1325" extrusionOk="0">
                  <a:moveTo>
                    <a:pt x="0" y="1"/>
                  </a:moveTo>
                  <a:cubicBezTo>
                    <a:pt x="27" y="101"/>
                    <a:pt x="54" y="200"/>
                    <a:pt x="78" y="295"/>
                  </a:cubicBezTo>
                  <a:lnTo>
                    <a:pt x="78" y="295"/>
                  </a:lnTo>
                  <a:cubicBezTo>
                    <a:pt x="54" y="197"/>
                    <a:pt x="28" y="99"/>
                    <a:pt x="0" y="1"/>
                  </a:cubicBezTo>
                  <a:close/>
                  <a:moveTo>
                    <a:pt x="78" y="295"/>
                  </a:moveTo>
                  <a:cubicBezTo>
                    <a:pt x="116" y="449"/>
                    <a:pt x="150" y="604"/>
                    <a:pt x="181" y="763"/>
                  </a:cubicBezTo>
                  <a:cubicBezTo>
                    <a:pt x="168" y="656"/>
                    <a:pt x="127" y="486"/>
                    <a:pt x="78" y="295"/>
                  </a:cubicBezTo>
                  <a:close/>
                  <a:moveTo>
                    <a:pt x="281" y="1154"/>
                  </a:moveTo>
                  <a:lnTo>
                    <a:pt x="281" y="1154"/>
                  </a:lnTo>
                  <a:cubicBezTo>
                    <a:pt x="301" y="1215"/>
                    <a:pt x="321" y="1275"/>
                    <a:pt x="341" y="1325"/>
                  </a:cubicBezTo>
                  <a:cubicBezTo>
                    <a:pt x="321" y="1265"/>
                    <a:pt x="301" y="1214"/>
                    <a:pt x="281" y="1154"/>
                  </a:cubicBezTo>
                  <a:close/>
                </a:path>
              </a:pathLst>
            </a:custGeom>
            <a:solidFill>
              <a:srgbClr val="D3D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05" name="Google Shape;24005;p84"/>
            <p:cNvSpPr/>
            <p:nvPr/>
          </p:nvSpPr>
          <p:spPr>
            <a:xfrm>
              <a:off x="2388894" y="3863637"/>
              <a:ext cx="51380" cy="239373"/>
            </a:xfrm>
            <a:custGeom>
              <a:avLst/>
              <a:gdLst/>
              <a:ahLst/>
              <a:cxnLst/>
              <a:rect l="l" t="t" r="r" b="b"/>
              <a:pathLst>
                <a:path w="502" h="2339" extrusionOk="0">
                  <a:moveTo>
                    <a:pt x="130" y="1"/>
                  </a:moveTo>
                  <a:cubicBezTo>
                    <a:pt x="130" y="11"/>
                    <a:pt x="130" y="21"/>
                    <a:pt x="130" y="31"/>
                  </a:cubicBezTo>
                  <a:cubicBezTo>
                    <a:pt x="100" y="181"/>
                    <a:pt x="60" y="352"/>
                    <a:pt x="0" y="523"/>
                  </a:cubicBezTo>
                  <a:cubicBezTo>
                    <a:pt x="40" y="653"/>
                    <a:pt x="80" y="783"/>
                    <a:pt x="110" y="914"/>
                  </a:cubicBezTo>
                  <a:cubicBezTo>
                    <a:pt x="191" y="1215"/>
                    <a:pt x="271" y="1516"/>
                    <a:pt x="291" y="1676"/>
                  </a:cubicBezTo>
                  <a:cubicBezTo>
                    <a:pt x="301" y="1716"/>
                    <a:pt x="311" y="1756"/>
                    <a:pt x="321" y="1796"/>
                  </a:cubicBezTo>
                  <a:cubicBezTo>
                    <a:pt x="341" y="1867"/>
                    <a:pt x="361" y="1967"/>
                    <a:pt x="391" y="2067"/>
                  </a:cubicBezTo>
                  <a:cubicBezTo>
                    <a:pt x="411" y="2127"/>
                    <a:pt x="431" y="2178"/>
                    <a:pt x="451" y="2238"/>
                  </a:cubicBezTo>
                  <a:cubicBezTo>
                    <a:pt x="465" y="2258"/>
                    <a:pt x="474" y="2283"/>
                    <a:pt x="485" y="2307"/>
                  </a:cubicBezTo>
                  <a:lnTo>
                    <a:pt x="485" y="2307"/>
                  </a:lnTo>
                  <a:cubicBezTo>
                    <a:pt x="251" y="1570"/>
                    <a:pt x="250" y="776"/>
                    <a:pt x="130" y="1"/>
                  </a:cubicBezTo>
                  <a:close/>
                  <a:moveTo>
                    <a:pt x="485" y="2307"/>
                  </a:moveTo>
                  <a:lnTo>
                    <a:pt x="485" y="2307"/>
                  </a:lnTo>
                  <a:cubicBezTo>
                    <a:pt x="487" y="2314"/>
                    <a:pt x="489" y="2321"/>
                    <a:pt x="492" y="2328"/>
                  </a:cubicBezTo>
                  <a:lnTo>
                    <a:pt x="502" y="2338"/>
                  </a:lnTo>
                  <a:cubicBezTo>
                    <a:pt x="495" y="2328"/>
                    <a:pt x="490" y="2318"/>
                    <a:pt x="485" y="2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06" name="Google Shape;24006;p84"/>
            <p:cNvSpPr/>
            <p:nvPr/>
          </p:nvSpPr>
          <p:spPr>
            <a:xfrm>
              <a:off x="2017161" y="4097586"/>
              <a:ext cx="181876" cy="218087"/>
            </a:xfrm>
            <a:custGeom>
              <a:avLst/>
              <a:gdLst/>
              <a:ahLst/>
              <a:cxnLst/>
              <a:rect l="l" t="t" r="r" b="b"/>
              <a:pathLst>
                <a:path w="1777" h="2131" extrusionOk="0">
                  <a:moveTo>
                    <a:pt x="638" y="0"/>
                  </a:moveTo>
                  <a:cubicBezTo>
                    <a:pt x="517" y="0"/>
                    <a:pt x="398" y="9"/>
                    <a:pt x="292" y="22"/>
                  </a:cubicBezTo>
                  <a:cubicBezTo>
                    <a:pt x="242" y="182"/>
                    <a:pt x="172" y="453"/>
                    <a:pt x="121" y="594"/>
                  </a:cubicBezTo>
                  <a:cubicBezTo>
                    <a:pt x="1" y="915"/>
                    <a:pt x="272" y="1256"/>
                    <a:pt x="342" y="1476"/>
                  </a:cubicBezTo>
                  <a:cubicBezTo>
                    <a:pt x="409" y="1688"/>
                    <a:pt x="320" y="2131"/>
                    <a:pt x="516" y="2131"/>
                  </a:cubicBezTo>
                  <a:cubicBezTo>
                    <a:pt x="525" y="2131"/>
                    <a:pt x="533" y="2130"/>
                    <a:pt x="543" y="2128"/>
                  </a:cubicBezTo>
                  <a:cubicBezTo>
                    <a:pt x="773" y="2078"/>
                    <a:pt x="573" y="1637"/>
                    <a:pt x="733" y="1567"/>
                  </a:cubicBezTo>
                  <a:cubicBezTo>
                    <a:pt x="742" y="1563"/>
                    <a:pt x="751" y="1562"/>
                    <a:pt x="759" y="1562"/>
                  </a:cubicBezTo>
                  <a:cubicBezTo>
                    <a:pt x="820" y="1562"/>
                    <a:pt x="847" y="1661"/>
                    <a:pt x="874" y="1767"/>
                  </a:cubicBezTo>
                  <a:cubicBezTo>
                    <a:pt x="912" y="1873"/>
                    <a:pt x="950" y="1979"/>
                    <a:pt x="1033" y="1979"/>
                  </a:cubicBezTo>
                  <a:cubicBezTo>
                    <a:pt x="1037" y="1979"/>
                    <a:pt x="1040" y="1978"/>
                    <a:pt x="1044" y="1978"/>
                  </a:cubicBezTo>
                  <a:cubicBezTo>
                    <a:pt x="1245" y="1948"/>
                    <a:pt x="1155" y="1687"/>
                    <a:pt x="1265" y="1446"/>
                  </a:cubicBezTo>
                  <a:cubicBezTo>
                    <a:pt x="1375" y="1196"/>
                    <a:pt x="1776" y="754"/>
                    <a:pt x="1556" y="363"/>
                  </a:cubicBezTo>
                  <a:cubicBezTo>
                    <a:pt x="1383" y="78"/>
                    <a:pt x="998" y="0"/>
                    <a:pt x="638" y="0"/>
                  </a:cubicBez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07" name="Google Shape;24007;p84"/>
            <p:cNvSpPr/>
            <p:nvPr/>
          </p:nvSpPr>
          <p:spPr>
            <a:xfrm>
              <a:off x="2029545" y="4198289"/>
              <a:ext cx="101736" cy="103773"/>
            </a:xfrm>
            <a:custGeom>
              <a:avLst/>
              <a:gdLst/>
              <a:ahLst/>
              <a:cxnLst/>
              <a:rect l="l" t="t" r="r" b="b"/>
              <a:pathLst>
                <a:path w="994" h="1014" extrusionOk="0">
                  <a:moveTo>
                    <a:pt x="0" y="1"/>
                  </a:moveTo>
                  <a:cubicBezTo>
                    <a:pt x="10" y="11"/>
                    <a:pt x="10" y="21"/>
                    <a:pt x="10" y="31"/>
                  </a:cubicBezTo>
                  <a:cubicBezTo>
                    <a:pt x="10" y="21"/>
                    <a:pt x="10" y="11"/>
                    <a:pt x="10" y="1"/>
                  </a:cubicBezTo>
                  <a:close/>
                  <a:moveTo>
                    <a:pt x="993" y="964"/>
                  </a:moveTo>
                  <a:lnTo>
                    <a:pt x="993" y="964"/>
                  </a:lnTo>
                  <a:cubicBezTo>
                    <a:pt x="973" y="974"/>
                    <a:pt x="953" y="984"/>
                    <a:pt x="923" y="994"/>
                  </a:cubicBezTo>
                  <a:lnTo>
                    <a:pt x="913" y="994"/>
                  </a:lnTo>
                  <a:cubicBezTo>
                    <a:pt x="913" y="994"/>
                    <a:pt x="913" y="994"/>
                    <a:pt x="913" y="1004"/>
                  </a:cubicBezTo>
                  <a:lnTo>
                    <a:pt x="923" y="1014"/>
                  </a:lnTo>
                  <a:cubicBezTo>
                    <a:pt x="953" y="994"/>
                    <a:pt x="973" y="984"/>
                    <a:pt x="993" y="964"/>
                  </a:cubicBezTo>
                  <a:close/>
                </a:path>
              </a:pathLst>
            </a:custGeom>
            <a:solidFill>
              <a:srgbClr val="C8B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08" name="Google Shape;24008;p84"/>
            <p:cNvSpPr/>
            <p:nvPr/>
          </p:nvSpPr>
          <p:spPr>
            <a:xfrm>
              <a:off x="2030569" y="4144970"/>
              <a:ext cx="109924" cy="155045"/>
            </a:xfrm>
            <a:custGeom>
              <a:avLst/>
              <a:gdLst/>
              <a:ahLst/>
              <a:cxnLst/>
              <a:rect l="l" t="t" r="r" b="b"/>
              <a:pathLst>
                <a:path w="1074" h="1515" extrusionOk="0">
                  <a:moveTo>
                    <a:pt x="983" y="0"/>
                  </a:moveTo>
                  <a:cubicBezTo>
                    <a:pt x="983" y="0"/>
                    <a:pt x="983" y="10"/>
                    <a:pt x="973" y="10"/>
                  </a:cubicBezTo>
                  <a:cubicBezTo>
                    <a:pt x="893" y="71"/>
                    <a:pt x="813" y="121"/>
                    <a:pt x="723" y="171"/>
                  </a:cubicBezTo>
                  <a:cubicBezTo>
                    <a:pt x="723" y="171"/>
                    <a:pt x="713" y="181"/>
                    <a:pt x="713" y="181"/>
                  </a:cubicBezTo>
                  <a:cubicBezTo>
                    <a:pt x="662" y="211"/>
                    <a:pt x="612" y="241"/>
                    <a:pt x="562" y="261"/>
                  </a:cubicBezTo>
                  <a:cubicBezTo>
                    <a:pt x="472" y="311"/>
                    <a:pt x="372" y="361"/>
                    <a:pt x="281" y="402"/>
                  </a:cubicBezTo>
                  <a:cubicBezTo>
                    <a:pt x="181" y="442"/>
                    <a:pt x="91" y="482"/>
                    <a:pt x="0" y="522"/>
                  </a:cubicBezTo>
                  <a:cubicBezTo>
                    <a:pt x="0" y="532"/>
                    <a:pt x="0" y="542"/>
                    <a:pt x="0" y="552"/>
                  </a:cubicBezTo>
                  <a:cubicBezTo>
                    <a:pt x="10" y="562"/>
                    <a:pt x="10" y="572"/>
                    <a:pt x="10" y="582"/>
                  </a:cubicBezTo>
                  <a:cubicBezTo>
                    <a:pt x="71" y="592"/>
                    <a:pt x="121" y="602"/>
                    <a:pt x="181" y="602"/>
                  </a:cubicBezTo>
                  <a:cubicBezTo>
                    <a:pt x="241" y="602"/>
                    <a:pt x="301" y="592"/>
                    <a:pt x="361" y="592"/>
                  </a:cubicBezTo>
                  <a:cubicBezTo>
                    <a:pt x="422" y="582"/>
                    <a:pt x="482" y="572"/>
                    <a:pt x="542" y="572"/>
                  </a:cubicBezTo>
                  <a:cubicBezTo>
                    <a:pt x="622" y="572"/>
                    <a:pt x="703" y="582"/>
                    <a:pt x="783" y="632"/>
                  </a:cubicBezTo>
                  <a:cubicBezTo>
                    <a:pt x="1034" y="773"/>
                    <a:pt x="893" y="1264"/>
                    <a:pt x="903" y="1515"/>
                  </a:cubicBezTo>
                  <a:lnTo>
                    <a:pt x="913" y="1515"/>
                  </a:lnTo>
                  <a:cubicBezTo>
                    <a:pt x="943" y="1505"/>
                    <a:pt x="963" y="1495"/>
                    <a:pt x="983" y="1485"/>
                  </a:cubicBezTo>
                  <a:cubicBezTo>
                    <a:pt x="1003" y="1465"/>
                    <a:pt x="1024" y="1445"/>
                    <a:pt x="1034" y="1425"/>
                  </a:cubicBezTo>
                  <a:cubicBezTo>
                    <a:pt x="1044" y="1395"/>
                    <a:pt x="1054" y="1354"/>
                    <a:pt x="1064" y="1304"/>
                  </a:cubicBezTo>
                  <a:cubicBezTo>
                    <a:pt x="1064" y="1264"/>
                    <a:pt x="1064" y="1214"/>
                    <a:pt x="1074" y="1164"/>
                  </a:cubicBezTo>
                  <a:cubicBezTo>
                    <a:pt x="1064" y="1043"/>
                    <a:pt x="1054" y="913"/>
                    <a:pt x="1044" y="783"/>
                  </a:cubicBezTo>
                  <a:cubicBezTo>
                    <a:pt x="1024" y="522"/>
                    <a:pt x="1003" y="271"/>
                    <a:pt x="983" y="20"/>
                  </a:cubicBezTo>
                  <a:cubicBezTo>
                    <a:pt x="983" y="10"/>
                    <a:pt x="983" y="0"/>
                    <a:pt x="983" y="0"/>
                  </a:cubicBezTo>
                  <a:close/>
                </a:path>
              </a:pathLst>
            </a:custGeom>
            <a:solidFill>
              <a:srgbClr val="401E15">
                <a:alpha val="26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09" name="Google Shape;24009;p84"/>
            <p:cNvSpPr/>
            <p:nvPr/>
          </p:nvSpPr>
          <p:spPr>
            <a:xfrm>
              <a:off x="2227694" y="4182631"/>
              <a:ext cx="137661" cy="500340"/>
            </a:xfrm>
            <a:custGeom>
              <a:avLst/>
              <a:gdLst/>
              <a:ahLst/>
              <a:cxnLst/>
              <a:rect l="l" t="t" r="r" b="b"/>
              <a:pathLst>
                <a:path w="1345" h="4889" extrusionOk="0">
                  <a:moveTo>
                    <a:pt x="486" y="0"/>
                  </a:moveTo>
                  <a:cubicBezTo>
                    <a:pt x="367" y="0"/>
                    <a:pt x="27" y="943"/>
                    <a:pt x="0" y="1057"/>
                  </a:cubicBezTo>
                  <a:cubicBezTo>
                    <a:pt x="30" y="1237"/>
                    <a:pt x="80" y="1408"/>
                    <a:pt x="121" y="1578"/>
                  </a:cubicBezTo>
                  <a:cubicBezTo>
                    <a:pt x="311" y="1839"/>
                    <a:pt x="542" y="1879"/>
                    <a:pt x="672" y="2240"/>
                  </a:cubicBezTo>
                  <a:cubicBezTo>
                    <a:pt x="803" y="2601"/>
                    <a:pt x="793" y="3283"/>
                    <a:pt x="773" y="3685"/>
                  </a:cubicBezTo>
                  <a:cubicBezTo>
                    <a:pt x="753" y="4086"/>
                    <a:pt x="632" y="4407"/>
                    <a:pt x="652" y="4788"/>
                  </a:cubicBezTo>
                  <a:cubicBezTo>
                    <a:pt x="652" y="4828"/>
                    <a:pt x="662" y="4828"/>
                    <a:pt x="702" y="4848"/>
                  </a:cubicBezTo>
                  <a:cubicBezTo>
                    <a:pt x="751" y="4870"/>
                    <a:pt x="870" y="4889"/>
                    <a:pt x="992" y="4889"/>
                  </a:cubicBezTo>
                  <a:cubicBezTo>
                    <a:pt x="1095" y="4889"/>
                    <a:pt x="1200" y="4875"/>
                    <a:pt x="1264" y="4838"/>
                  </a:cubicBezTo>
                  <a:cubicBezTo>
                    <a:pt x="1274" y="4828"/>
                    <a:pt x="1314" y="4818"/>
                    <a:pt x="1304" y="4758"/>
                  </a:cubicBezTo>
                  <a:cubicBezTo>
                    <a:pt x="1294" y="4577"/>
                    <a:pt x="1314" y="4266"/>
                    <a:pt x="1304" y="4036"/>
                  </a:cubicBezTo>
                  <a:cubicBezTo>
                    <a:pt x="1304" y="3895"/>
                    <a:pt x="1344" y="3584"/>
                    <a:pt x="1334" y="3404"/>
                  </a:cubicBezTo>
                  <a:cubicBezTo>
                    <a:pt x="1304" y="2872"/>
                    <a:pt x="1224" y="2010"/>
                    <a:pt x="1224" y="1568"/>
                  </a:cubicBezTo>
                  <a:cubicBezTo>
                    <a:pt x="1234" y="1117"/>
                    <a:pt x="1344" y="1167"/>
                    <a:pt x="1053" y="926"/>
                  </a:cubicBezTo>
                  <a:cubicBezTo>
                    <a:pt x="763" y="696"/>
                    <a:pt x="582" y="415"/>
                    <a:pt x="522" y="64"/>
                  </a:cubicBezTo>
                  <a:cubicBezTo>
                    <a:pt x="516" y="20"/>
                    <a:pt x="503" y="0"/>
                    <a:pt x="4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10" name="Google Shape;24010;p84"/>
            <p:cNvSpPr/>
            <p:nvPr/>
          </p:nvSpPr>
          <p:spPr>
            <a:xfrm>
              <a:off x="2357063" y="4667416"/>
              <a:ext cx="4196" cy="10439"/>
            </a:xfrm>
            <a:custGeom>
              <a:avLst/>
              <a:gdLst/>
              <a:ahLst/>
              <a:cxnLst/>
              <a:rect l="l" t="t" r="r" b="b"/>
              <a:pathLst>
                <a:path w="41" h="102" extrusionOk="0">
                  <a:moveTo>
                    <a:pt x="0" y="101"/>
                  </a:moveTo>
                  <a:cubicBezTo>
                    <a:pt x="0" y="101"/>
                    <a:pt x="0" y="101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lose/>
                  <a:moveTo>
                    <a:pt x="0" y="101"/>
                  </a:moveTo>
                  <a:cubicBezTo>
                    <a:pt x="0" y="101"/>
                    <a:pt x="0" y="101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lose/>
                  <a:moveTo>
                    <a:pt x="40" y="21"/>
                  </a:moveTo>
                  <a:cubicBezTo>
                    <a:pt x="40" y="21"/>
                    <a:pt x="40" y="21"/>
                    <a:pt x="40" y="21"/>
                  </a:cubicBezTo>
                  <a:lnTo>
                    <a:pt x="40" y="21"/>
                  </a:lnTo>
                  <a:cubicBezTo>
                    <a:pt x="40" y="21"/>
                    <a:pt x="40" y="21"/>
                    <a:pt x="40" y="21"/>
                  </a:cubicBezTo>
                  <a:close/>
                  <a:moveTo>
                    <a:pt x="40" y="21"/>
                  </a:move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lose/>
                  <a:moveTo>
                    <a:pt x="40" y="11"/>
                  </a:move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lose/>
                  <a:moveTo>
                    <a:pt x="40" y="11"/>
                  </a:move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lose/>
                  <a:moveTo>
                    <a:pt x="40" y="11"/>
                  </a:move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lose/>
                  <a:moveTo>
                    <a:pt x="40" y="1"/>
                  </a:move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4CB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11" name="Google Shape;24011;p84"/>
            <p:cNvSpPr/>
            <p:nvPr/>
          </p:nvSpPr>
          <p:spPr>
            <a:xfrm>
              <a:off x="2306707" y="4248640"/>
              <a:ext cx="55576" cy="347035"/>
            </a:xfrm>
            <a:custGeom>
              <a:avLst/>
              <a:gdLst/>
              <a:ahLst/>
              <a:cxnLst/>
              <a:rect l="l" t="t" r="r" b="b"/>
              <a:pathLst>
                <a:path w="543" h="3391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101"/>
                    <a:pt x="161" y="191"/>
                    <a:pt x="261" y="271"/>
                  </a:cubicBezTo>
                  <a:cubicBezTo>
                    <a:pt x="181" y="201"/>
                    <a:pt x="111" y="131"/>
                    <a:pt x="51" y="61"/>
                  </a:cubicBezTo>
                  <a:cubicBezTo>
                    <a:pt x="41" y="41"/>
                    <a:pt x="21" y="20"/>
                    <a:pt x="1" y="0"/>
                  </a:cubicBezTo>
                  <a:close/>
                  <a:moveTo>
                    <a:pt x="452" y="923"/>
                  </a:moveTo>
                  <a:cubicBezTo>
                    <a:pt x="452" y="931"/>
                    <a:pt x="452" y="939"/>
                    <a:pt x="452" y="948"/>
                  </a:cubicBezTo>
                  <a:lnTo>
                    <a:pt x="452" y="948"/>
                  </a:lnTo>
                  <a:cubicBezTo>
                    <a:pt x="452" y="940"/>
                    <a:pt x="452" y="931"/>
                    <a:pt x="452" y="923"/>
                  </a:cubicBezTo>
                  <a:close/>
                  <a:moveTo>
                    <a:pt x="452" y="948"/>
                  </a:moveTo>
                  <a:cubicBezTo>
                    <a:pt x="454" y="1272"/>
                    <a:pt x="493" y="1818"/>
                    <a:pt x="532" y="2287"/>
                  </a:cubicBezTo>
                  <a:lnTo>
                    <a:pt x="532" y="2287"/>
                  </a:lnTo>
                  <a:cubicBezTo>
                    <a:pt x="522" y="2167"/>
                    <a:pt x="512" y="2036"/>
                    <a:pt x="502" y="1906"/>
                  </a:cubicBezTo>
                  <a:cubicBezTo>
                    <a:pt x="482" y="1595"/>
                    <a:pt x="462" y="1294"/>
                    <a:pt x="462" y="1064"/>
                  </a:cubicBezTo>
                  <a:cubicBezTo>
                    <a:pt x="454" y="1023"/>
                    <a:pt x="452" y="983"/>
                    <a:pt x="452" y="948"/>
                  </a:cubicBezTo>
                  <a:close/>
                  <a:moveTo>
                    <a:pt x="542" y="3240"/>
                  </a:moveTo>
                  <a:lnTo>
                    <a:pt x="542" y="3240"/>
                  </a:lnTo>
                  <a:cubicBezTo>
                    <a:pt x="541" y="3247"/>
                    <a:pt x="540" y="3254"/>
                    <a:pt x="539" y="3261"/>
                  </a:cubicBezTo>
                  <a:lnTo>
                    <a:pt x="539" y="3261"/>
                  </a:lnTo>
                  <a:cubicBezTo>
                    <a:pt x="542" y="3254"/>
                    <a:pt x="542" y="3247"/>
                    <a:pt x="542" y="3240"/>
                  </a:cubicBezTo>
                  <a:close/>
                  <a:moveTo>
                    <a:pt x="539" y="3261"/>
                  </a:moveTo>
                  <a:lnTo>
                    <a:pt x="539" y="3261"/>
                  </a:lnTo>
                  <a:cubicBezTo>
                    <a:pt x="538" y="3264"/>
                    <a:pt x="535" y="3267"/>
                    <a:pt x="532" y="3270"/>
                  </a:cubicBezTo>
                  <a:cubicBezTo>
                    <a:pt x="532" y="3320"/>
                    <a:pt x="532" y="3361"/>
                    <a:pt x="532" y="3391"/>
                  </a:cubicBezTo>
                  <a:cubicBezTo>
                    <a:pt x="532" y="3355"/>
                    <a:pt x="532" y="3312"/>
                    <a:pt x="539" y="3261"/>
                  </a:cubicBezTo>
                  <a:close/>
                </a:path>
              </a:pathLst>
            </a:custGeom>
            <a:solidFill>
              <a:srgbClr val="D3D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12" name="Google Shape;24012;p84"/>
            <p:cNvSpPr/>
            <p:nvPr/>
          </p:nvSpPr>
          <p:spPr>
            <a:xfrm>
              <a:off x="2253383" y="4203508"/>
              <a:ext cx="110947" cy="444565"/>
            </a:xfrm>
            <a:custGeom>
              <a:avLst/>
              <a:gdLst/>
              <a:ahLst/>
              <a:cxnLst/>
              <a:rect l="l" t="t" r="r" b="b"/>
              <a:pathLst>
                <a:path w="1084" h="4344" extrusionOk="0">
                  <a:moveTo>
                    <a:pt x="301" y="0"/>
                  </a:moveTo>
                  <a:cubicBezTo>
                    <a:pt x="201" y="241"/>
                    <a:pt x="90" y="461"/>
                    <a:pt x="0" y="682"/>
                  </a:cubicBezTo>
                  <a:cubicBezTo>
                    <a:pt x="150" y="903"/>
                    <a:pt x="361" y="973"/>
                    <a:pt x="622" y="1224"/>
                  </a:cubicBezTo>
                  <a:cubicBezTo>
                    <a:pt x="963" y="1545"/>
                    <a:pt x="943" y="2347"/>
                    <a:pt x="953" y="2909"/>
                  </a:cubicBezTo>
                  <a:cubicBezTo>
                    <a:pt x="953" y="3250"/>
                    <a:pt x="893" y="3862"/>
                    <a:pt x="873" y="4343"/>
                  </a:cubicBezTo>
                  <a:lnTo>
                    <a:pt x="943" y="4343"/>
                  </a:lnTo>
                  <a:cubicBezTo>
                    <a:pt x="963" y="4343"/>
                    <a:pt x="983" y="4333"/>
                    <a:pt x="1003" y="4333"/>
                  </a:cubicBezTo>
                  <a:cubicBezTo>
                    <a:pt x="1023" y="4333"/>
                    <a:pt x="1043" y="4343"/>
                    <a:pt x="1053" y="4343"/>
                  </a:cubicBezTo>
                  <a:cubicBezTo>
                    <a:pt x="1053" y="4323"/>
                    <a:pt x="1053" y="4293"/>
                    <a:pt x="1053" y="4263"/>
                  </a:cubicBezTo>
                  <a:cubicBezTo>
                    <a:pt x="1053" y="4223"/>
                    <a:pt x="1053" y="4183"/>
                    <a:pt x="1053" y="4143"/>
                  </a:cubicBezTo>
                  <a:cubicBezTo>
                    <a:pt x="1053" y="4113"/>
                    <a:pt x="1053" y="4092"/>
                    <a:pt x="1053" y="4072"/>
                  </a:cubicBezTo>
                  <a:cubicBezTo>
                    <a:pt x="1053" y="4052"/>
                    <a:pt x="1053" y="4022"/>
                    <a:pt x="1053" y="4002"/>
                  </a:cubicBezTo>
                  <a:cubicBezTo>
                    <a:pt x="1053" y="3952"/>
                    <a:pt x="1053" y="3902"/>
                    <a:pt x="1053" y="3852"/>
                  </a:cubicBezTo>
                  <a:cubicBezTo>
                    <a:pt x="1053" y="3852"/>
                    <a:pt x="1053" y="3842"/>
                    <a:pt x="1053" y="3832"/>
                  </a:cubicBezTo>
                  <a:cubicBezTo>
                    <a:pt x="1053" y="3792"/>
                    <a:pt x="1053" y="3741"/>
                    <a:pt x="1063" y="3681"/>
                  </a:cubicBezTo>
                  <a:cubicBezTo>
                    <a:pt x="1063" y="3581"/>
                    <a:pt x="1073" y="3471"/>
                    <a:pt x="1083" y="3360"/>
                  </a:cubicBezTo>
                  <a:lnTo>
                    <a:pt x="1083" y="3350"/>
                  </a:lnTo>
                  <a:lnTo>
                    <a:pt x="1083" y="3330"/>
                  </a:lnTo>
                  <a:cubicBezTo>
                    <a:pt x="1083" y="3300"/>
                    <a:pt x="1083" y="3280"/>
                    <a:pt x="1083" y="3250"/>
                  </a:cubicBezTo>
                  <a:cubicBezTo>
                    <a:pt x="1083" y="3240"/>
                    <a:pt x="1083" y="3220"/>
                    <a:pt x="1083" y="3200"/>
                  </a:cubicBezTo>
                  <a:cubicBezTo>
                    <a:pt x="1083" y="3170"/>
                    <a:pt x="1083" y="3140"/>
                    <a:pt x="1073" y="3109"/>
                  </a:cubicBezTo>
                  <a:cubicBezTo>
                    <a:pt x="1073" y="2989"/>
                    <a:pt x="1063" y="2859"/>
                    <a:pt x="1053" y="2728"/>
                  </a:cubicBezTo>
                  <a:cubicBezTo>
                    <a:pt x="1013" y="2247"/>
                    <a:pt x="973" y="1685"/>
                    <a:pt x="973" y="1364"/>
                  </a:cubicBezTo>
                  <a:cubicBezTo>
                    <a:pt x="983" y="1304"/>
                    <a:pt x="983" y="1254"/>
                    <a:pt x="983" y="1214"/>
                  </a:cubicBezTo>
                  <a:cubicBezTo>
                    <a:pt x="1003" y="943"/>
                    <a:pt x="1043" y="943"/>
                    <a:pt x="863" y="782"/>
                  </a:cubicBezTo>
                  <a:cubicBezTo>
                    <a:pt x="843" y="762"/>
                    <a:pt x="823" y="742"/>
                    <a:pt x="802" y="722"/>
                  </a:cubicBezTo>
                  <a:cubicBezTo>
                    <a:pt x="792" y="722"/>
                    <a:pt x="792" y="712"/>
                    <a:pt x="782" y="712"/>
                  </a:cubicBezTo>
                  <a:cubicBezTo>
                    <a:pt x="682" y="632"/>
                    <a:pt x="602" y="542"/>
                    <a:pt x="522" y="441"/>
                  </a:cubicBezTo>
                  <a:cubicBezTo>
                    <a:pt x="421" y="331"/>
                    <a:pt x="351" y="201"/>
                    <a:pt x="311" y="10"/>
                  </a:cubicBezTo>
                  <a:cubicBezTo>
                    <a:pt x="311" y="10"/>
                    <a:pt x="311" y="0"/>
                    <a:pt x="301" y="0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13" name="Google Shape;24013;p84"/>
            <p:cNvSpPr/>
            <p:nvPr/>
          </p:nvSpPr>
          <p:spPr>
            <a:xfrm>
              <a:off x="2231788" y="4299913"/>
              <a:ext cx="86281" cy="246537"/>
            </a:xfrm>
            <a:custGeom>
              <a:avLst/>
              <a:gdLst/>
              <a:ahLst/>
              <a:cxnLst/>
              <a:rect l="l" t="t" r="r" b="b"/>
              <a:pathLst>
                <a:path w="843" h="2409" extrusionOk="0">
                  <a:moveTo>
                    <a:pt x="121" y="1"/>
                  </a:moveTo>
                  <a:cubicBezTo>
                    <a:pt x="81" y="31"/>
                    <a:pt x="40" y="71"/>
                    <a:pt x="0" y="111"/>
                  </a:cubicBezTo>
                  <a:cubicBezTo>
                    <a:pt x="30" y="212"/>
                    <a:pt x="51" y="332"/>
                    <a:pt x="81" y="432"/>
                  </a:cubicBezTo>
                  <a:cubicBezTo>
                    <a:pt x="271" y="693"/>
                    <a:pt x="502" y="743"/>
                    <a:pt x="632" y="1094"/>
                  </a:cubicBezTo>
                  <a:cubicBezTo>
                    <a:pt x="763" y="1435"/>
                    <a:pt x="733" y="2017"/>
                    <a:pt x="743" y="2408"/>
                  </a:cubicBezTo>
                  <a:cubicBezTo>
                    <a:pt x="743" y="1947"/>
                    <a:pt x="843" y="1435"/>
                    <a:pt x="823" y="974"/>
                  </a:cubicBezTo>
                  <a:cubicBezTo>
                    <a:pt x="803" y="512"/>
                    <a:pt x="392" y="312"/>
                    <a:pt x="121" y="1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14" name="Google Shape;24014;p84"/>
            <p:cNvSpPr/>
            <p:nvPr/>
          </p:nvSpPr>
          <p:spPr>
            <a:xfrm>
              <a:off x="1472049" y="4249664"/>
              <a:ext cx="127426" cy="522855"/>
            </a:xfrm>
            <a:custGeom>
              <a:avLst/>
              <a:gdLst/>
              <a:ahLst/>
              <a:cxnLst/>
              <a:rect l="l" t="t" r="r" b="b"/>
              <a:pathLst>
                <a:path w="1245" h="5109" extrusionOk="0">
                  <a:moveTo>
                    <a:pt x="432" y="0"/>
                  </a:moveTo>
                  <a:cubicBezTo>
                    <a:pt x="282" y="472"/>
                    <a:pt x="141" y="943"/>
                    <a:pt x="1" y="1425"/>
                  </a:cubicBezTo>
                  <a:cubicBezTo>
                    <a:pt x="61" y="1786"/>
                    <a:pt x="131" y="2107"/>
                    <a:pt x="262" y="2468"/>
                  </a:cubicBezTo>
                  <a:cubicBezTo>
                    <a:pt x="392" y="2829"/>
                    <a:pt x="522" y="3040"/>
                    <a:pt x="512" y="3471"/>
                  </a:cubicBezTo>
                  <a:cubicBezTo>
                    <a:pt x="512" y="3902"/>
                    <a:pt x="362" y="4474"/>
                    <a:pt x="322" y="4935"/>
                  </a:cubicBezTo>
                  <a:cubicBezTo>
                    <a:pt x="322" y="4986"/>
                    <a:pt x="282" y="5026"/>
                    <a:pt x="352" y="5066"/>
                  </a:cubicBezTo>
                  <a:cubicBezTo>
                    <a:pt x="410" y="5091"/>
                    <a:pt x="515" y="5109"/>
                    <a:pt x="618" y="5109"/>
                  </a:cubicBezTo>
                  <a:cubicBezTo>
                    <a:pt x="640" y="5109"/>
                    <a:pt x="662" y="5108"/>
                    <a:pt x="683" y="5106"/>
                  </a:cubicBezTo>
                  <a:cubicBezTo>
                    <a:pt x="793" y="5106"/>
                    <a:pt x="944" y="5106"/>
                    <a:pt x="1094" y="5056"/>
                  </a:cubicBezTo>
                  <a:cubicBezTo>
                    <a:pt x="1124" y="5046"/>
                    <a:pt x="1174" y="5046"/>
                    <a:pt x="1174" y="4945"/>
                  </a:cubicBezTo>
                  <a:cubicBezTo>
                    <a:pt x="1174" y="4835"/>
                    <a:pt x="1174" y="4614"/>
                    <a:pt x="1184" y="4434"/>
                  </a:cubicBezTo>
                  <a:cubicBezTo>
                    <a:pt x="1194" y="4253"/>
                    <a:pt x="1245" y="4053"/>
                    <a:pt x="1204" y="3832"/>
                  </a:cubicBezTo>
                  <a:cubicBezTo>
                    <a:pt x="1114" y="3321"/>
                    <a:pt x="974" y="3020"/>
                    <a:pt x="984" y="2408"/>
                  </a:cubicBezTo>
                  <a:cubicBezTo>
                    <a:pt x="994" y="1796"/>
                    <a:pt x="1054" y="823"/>
                    <a:pt x="1094" y="141"/>
                  </a:cubicBezTo>
                  <a:cubicBezTo>
                    <a:pt x="873" y="81"/>
                    <a:pt x="653" y="51"/>
                    <a:pt x="4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15" name="Google Shape;24015;p84"/>
            <p:cNvSpPr/>
            <p:nvPr/>
          </p:nvSpPr>
          <p:spPr>
            <a:xfrm>
              <a:off x="1472049" y="4360498"/>
              <a:ext cx="78195" cy="367605"/>
            </a:xfrm>
            <a:custGeom>
              <a:avLst/>
              <a:gdLst/>
              <a:ahLst/>
              <a:cxnLst/>
              <a:rect l="l" t="t" r="r" b="b"/>
              <a:pathLst>
                <a:path w="764" h="3592" extrusionOk="0">
                  <a:moveTo>
                    <a:pt x="272" y="1"/>
                  </a:moveTo>
                  <a:cubicBezTo>
                    <a:pt x="181" y="101"/>
                    <a:pt x="91" y="231"/>
                    <a:pt x="1" y="342"/>
                  </a:cubicBezTo>
                  <a:cubicBezTo>
                    <a:pt x="71" y="703"/>
                    <a:pt x="131" y="1034"/>
                    <a:pt x="262" y="1385"/>
                  </a:cubicBezTo>
                  <a:cubicBezTo>
                    <a:pt x="392" y="1726"/>
                    <a:pt x="522" y="1987"/>
                    <a:pt x="512" y="2378"/>
                  </a:cubicBezTo>
                  <a:cubicBezTo>
                    <a:pt x="512" y="2769"/>
                    <a:pt x="402" y="3190"/>
                    <a:pt x="352" y="3592"/>
                  </a:cubicBezTo>
                  <a:cubicBezTo>
                    <a:pt x="392" y="3572"/>
                    <a:pt x="432" y="3572"/>
                    <a:pt x="472" y="3572"/>
                  </a:cubicBezTo>
                  <a:cubicBezTo>
                    <a:pt x="484" y="3574"/>
                    <a:pt x="495" y="3575"/>
                    <a:pt x="507" y="3575"/>
                  </a:cubicBezTo>
                  <a:cubicBezTo>
                    <a:pt x="553" y="3575"/>
                    <a:pt x="596" y="3548"/>
                    <a:pt x="653" y="3411"/>
                  </a:cubicBezTo>
                  <a:cubicBezTo>
                    <a:pt x="763" y="3160"/>
                    <a:pt x="743" y="2498"/>
                    <a:pt x="723" y="2167"/>
                  </a:cubicBezTo>
                  <a:cubicBezTo>
                    <a:pt x="713" y="1826"/>
                    <a:pt x="713" y="1676"/>
                    <a:pt x="593" y="1325"/>
                  </a:cubicBezTo>
                  <a:cubicBezTo>
                    <a:pt x="462" y="974"/>
                    <a:pt x="312" y="422"/>
                    <a:pt x="272" y="1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16" name="Google Shape;24016;p84"/>
            <p:cNvSpPr/>
            <p:nvPr/>
          </p:nvSpPr>
          <p:spPr>
            <a:xfrm>
              <a:off x="1516264" y="4254781"/>
              <a:ext cx="67858" cy="244388"/>
            </a:xfrm>
            <a:custGeom>
              <a:avLst/>
              <a:gdLst/>
              <a:ahLst/>
              <a:cxnLst/>
              <a:rect l="l" t="t" r="r" b="b"/>
              <a:pathLst>
                <a:path w="663" h="2388" extrusionOk="0">
                  <a:moveTo>
                    <a:pt x="251" y="1"/>
                  </a:moveTo>
                  <a:cubicBezTo>
                    <a:pt x="171" y="191"/>
                    <a:pt x="80" y="372"/>
                    <a:pt x="0" y="562"/>
                  </a:cubicBezTo>
                  <a:cubicBezTo>
                    <a:pt x="161" y="863"/>
                    <a:pt x="281" y="1094"/>
                    <a:pt x="291" y="1445"/>
                  </a:cubicBezTo>
                  <a:cubicBezTo>
                    <a:pt x="301" y="1796"/>
                    <a:pt x="492" y="2057"/>
                    <a:pt x="552" y="2388"/>
                  </a:cubicBezTo>
                  <a:cubicBezTo>
                    <a:pt x="572" y="1626"/>
                    <a:pt x="612" y="853"/>
                    <a:pt x="662" y="81"/>
                  </a:cubicBezTo>
                  <a:cubicBezTo>
                    <a:pt x="522" y="61"/>
                    <a:pt x="391" y="31"/>
                    <a:pt x="251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17" name="Google Shape;24017;p84"/>
            <p:cNvSpPr/>
            <p:nvPr/>
          </p:nvSpPr>
          <p:spPr>
            <a:xfrm>
              <a:off x="894082" y="3658036"/>
              <a:ext cx="142778" cy="90776"/>
            </a:xfrm>
            <a:custGeom>
              <a:avLst/>
              <a:gdLst/>
              <a:ahLst/>
              <a:cxnLst/>
              <a:rect l="l" t="t" r="r" b="b"/>
              <a:pathLst>
                <a:path w="1395" h="887" extrusionOk="0">
                  <a:moveTo>
                    <a:pt x="461" y="1"/>
                  </a:moveTo>
                  <a:cubicBezTo>
                    <a:pt x="225" y="1"/>
                    <a:pt x="30" y="88"/>
                    <a:pt x="21" y="385"/>
                  </a:cubicBezTo>
                  <a:cubicBezTo>
                    <a:pt x="1" y="716"/>
                    <a:pt x="382" y="887"/>
                    <a:pt x="693" y="887"/>
                  </a:cubicBezTo>
                  <a:cubicBezTo>
                    <a:pt x="803" y="887"/>
                    <a:pt x="994" y="866"/>
                    <a:pt x="1064" y="866"/>
                  </a:cubicBezTo>
                  <a:cubicBezTo>
                    <a:pt x="1224" y="866"/>
                    <a:pt x="1284" y="856"/>
                    <a:pt x="1395" y="786"/>
                  </a:cubicBezTo>
                  <a:cubicBezTo>
                    <a:pt x="1375" y="686"/>
                    <a:pt x="1385" y="475"/>
                    <a:pt x="1274" y="435"/>
                  </a:cubicBezTo>
                  <a:cubicBezTo>
                    <a:pt x="1164" y="395"/>
                    <a:pt x="1114" y="415"/>
                    <a:pt x="1014" y="305"/>
                  </a:cubicBezTo>
                  <a:cubicBezTo>
                    <a:pt x="903" y="204"/>
                    <a:pt x="713" y="4"/>
                    <a:pt x="542" y="4"/>
                  </a:cubicBezTo>
                  <a:cubicBezTo>
                    <a:pt x="515" y="2"/>
                    <a:pt x="488" y="1"/>
                    <a:pt x="4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18" name="Google Shape;24018;p84"/>
            <p:cNvSpPr/>
            <p:nvPr/>
          </p:nvSpPr>
          <p:spPr>
            <a:xfrm>
              <a:off x="905341" y="3656296"/>
              <a:ext cx="95800" cy="47793"/>
            </a:xfrm>
            <a:custGeom>
              <a:avLst/>
              <a:gdLst/>
              <a:ahLst/>
              <a:cxnLst/>
              <a:rect l="l" t="t" r="r" b="b"/>
              <a:pathLst>
                <a:path w="936" h="467" extrusionOk="0">
                  <a:moveTo>
                    <a:pt x="11" y="121"/>
                  </a:moveTo>
                  <a:cubicBezTo>
                    <a:pt x="7" y="125"/>
                    <a:pt x="3" y="129"/>
                    <a:pt x="1" y="131"/>
                  </a:cubicBezTo>
                  <a:lnTo>
                    <a:pt x="1" y="131"/>
                  </a:lnTo>
                  <a:cubicBezTo>
                    <a:pt x="11" y="131"/>
                    <a:pt x="11" y="121"/>
                    <a:pt x="11" y="121"/>
                  </a:cubicBezTo>
                  <a:close/>
                  <a:moveTo>
                    <a:pt x="351" y="1"/>
                  </a:moveTo>
                  <a:cubicBezTo>
                    <a:pt x="219" y="1"/>
                    <a:pt x="79" y="70"/>
                    <a:pt x="21" y="111"/>
                  </a:cubicBezTo>
                  <a:cubicBezTo>
                    <a:pt x="17" y="115"/>
                    <a:pt x="14" y="118"/>
                    <a:pt x="11" y="121"/>
                  </a:cubicBezTo>
                  <a:lnTo>
                    <a:pt x="11" y="121"/>
                  </a:lnTo>
                  <a:cubicBezTo>
                    <a:pt x="17" y="205"/>
                    <a:pt x="75" y="223"/>
                    <a:pt x="148" y="223"/>
                  </a:cubicBezTo>
                  <a:cubicBezTo>
                    <a:pt x="206" y="223"/>
                    <a:pt x="274" y="211"/>
                    <a:pt x="332" y="211"/>
                  </a:cubicBezTo>
                  <a:cubicBezTo>
                    <a:pt x="472" y="211"/>
                    <a:pt x="743" y="422"/>
                    <a:pt x="843" y="462"/>
                  </a:cubicBezTo>
                  <a:cubicBezTo>
                    <a:pt x="855" y="466"/>
                    <a:pt x="864" y="467"/>
                    <a:pt x="872" y="467"/>
                  </a:cubicBezTo>
                  <a:cubicBezTo>
                    <a:pt x="936" y="467"/>
                    <a:pt x="906" y="370"/>
                    <a:pt x="924" y="352"/>
                  </a:cubicBezTo>
                  <a:lnTo>
                    <a:pt x="904" y="332"/>
                  </a:lnTo>
                  <a:cubicBezTo>
                    <a:pt x="793" y="191"/>
                    <a:pt x="593" y="61"/>
                    <a:pt x="432" y="11"/>
                  </a:cubicBezTo>
                  <a:cubicBezTo>
                    <a:pt x="406" y="4"/>
                    <a:pt x="379" y="1"/>
                    <a:pt x="3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19" name="Google Shape;24019;p84"/>
            <p:cNvSpPr/>
            <p:nvPr/>
          </p:nvSpPr>
          <p:spPr>
            <a:xfrm>
              <a:off x="891012" y="3668065"/>
              <a:ext cx="124355" cy="76653"/>
            </a:xfrm>
            <a:custGeom>
              <a:avLst/>
              <a:gdLst/>
              <a:ahLst/>
              <a:cxnLst/>
              <a:rect l="l" t="t" r="r" b="b"/>
              <a:pathLst>
                <a:path w="1215" h="749" extrusionOk="0">
                  <a:moveTo>
                    <a:pt x="424" y="0"/>
                  </a:moveTo>
                  <a:cubicBezTo>
                    <a:pt x="400" y="0"/>
                    <a:pt x="376" y="2"/>
                    <a:pt x="352" y="6"/>
                  </a:cubicBezTo>
                  <a:cubicBezTo>
                    <a:pt x="51" y="46"/>
                    <a:pt x="0" y="337"/>
                    <a:pt x="151" y="528"/>
                  </a:cubicBezTo>
                  <a:cubicBezTo>
                    <a:pt x="301" y="708"/>
                    <a:pt x="622" y="748"/>
                    <a:pt x="803" y="748"/>
                  </a:cubicBezTo>
                  <a:lnTo>
                    <a:pt x="953" y="748"/>
                  </a:lnTo>
                  <a:cubicBezTo>
                    <a:pt x="994" y="743"/>
                    <a:pt x="1026" y="741"/>
                    <a:pt x="1062" y="741"/>
                  </a:cubicBezTo>
                  <a:cubicBezTo>
                    <a:pt x="1099" y="741"/>
                    <a:pt x="1139" y="743"/>
                    <a:pt x="1194" y="748"/>
                  </a:cubicBezTo>
                  <a:cubicBezTo>
                    <a:pt x="1194" y="648"/>
                    <a:pt x="1214" y="558"/>
                    <a:pt x="1214" y="458"/>
                  </a:cubicBezTo>
                  <a:cubicBezTo>
                    <a:pt x="1001" y="263"/>
                    <a:pt x="712" y="0"/>
                    <a:pt x="424" y="0"/>
                  </a:cubicBezTo>
                  <a:close/>
                </a:path>
              </a:pathLst>
            </a:custGeom>
            <a:solidFill>
              <a:srgbClr val="986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20" name="Google Shape;24020;p84"/>
            <p:cNvSpPr/>
            <p:nvPr/>
          </p:nvSpPr>
          <p:spPr>
            <a:xfrm>
              <a:off x="898176" y="3667656"/>
              <a:ext cx="114120" cy="77062"/>
            </a:xfrm>
            <a:custGeom>
              <a:avLst/>
              <a:gdLst/>
              <a:ahLst/>
              <a:cxnLst/>
              <a:rect l="l" t="t" r="r" b="b"/>
              <a:pathLst>
                <a:path w="1115" h="753" extrusionOk="0">
                  <a:moveTo>
                    <a:pt x="342" y="0"/>
                  </a:moveTo>
                  <a:cubicBezTo>
                    <a:pt x="322" y="0"/>
                    <a:pt x="302" y="0"/>
                    <a:pt x="282" y="10"/>
                  </a:cubicBezTo>
                  <a:cubicBezTo>
                    <a:pt x="91" y="30"/>
                    <a:pt x="1" y="161"/>
                    <a:pt x="1" y="301"/>
                  </a:cubicBezTo>
                  <a:cubicBezTo>
                    <a:pt x="1" y="381"/>
                    <a:pt x="31" y="462"/>
                    <a:pt x="81" y="532"/>
                  </a:cubicBezTo>
                  <a:cubicBezTo>
                    <a:pt x="231" y="712"/>
                    <a:pt x="552" y="752"/>
                    <a:pt x="733" y="752"/>
                  </a:cubicBezTo>
                  <a:lnTo>
                    <a:pt x="883" y="752"/>
                  </a:lnTo>
                  <a:cubicBezTo>
                    <a:pt x="924" y="742"/>
                    <a:pt x="954" y="742"/>
                    <a:pt x="984" y="742"/>
                  </a:cubicBezTo>
                  <a:lnTo>
                    <a:pt x="1024" y="742"/>
                  </a:lnTo>
                  <a:cubicBezTo>
                    <a:pt x="1044" y="662"/>
                    <a:pt x="1064" y="572"/>
                    <a:pt x="1104" y="482"/>
                  </a:cubicBezTo>
                  <a:cubicBezTo>
                    <a:pt x="1104" y="462"/>
                    <a:pt x="1114" y="451"/>
                    <a:pt x="1114" y="441"/>
                  </a:cubicBezTo>
                  <a:cubicBezTo>
                    <a:pt x="903" y="241"/>
                    <a:pt x="623" y="0"/>
                    <a:pt x="3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21" name="Google Shape;24021;p84"/>
            <p:cNvSpPr/>
            <p:nvPr/>
          </p:nvSpPr>
          <p:spPr>
            <a:xfrm>
              <a:off x="984457" y="3624878"/>
              <a:ext cx="1423996" cy="1212115"/>
            </a:xfrm>
            <a:custGeom>
              <a:avLst/>
              <a:gdLst/>
              <a:ahLst/>
              <a:cxnLst/>
              <a:rect l="l" t="t" r="r" b="b"/>
              <a:pathLst>
                <a:path w="13913" h="11844" extrusionOk="0">
                  <a:moveTo>
                    <a:pt x="1394" y="0"/>
                  </a:moveTo>
                  <a:cubicBezTo>
                    <a:pt x="1229" y="0"/>
                    <a:pt x="1098" y="66"/>
                    <a:pt x="953" y="117"/>
                  </a:cubicBezTo>
                  <a:cubicBezTo>
                    <a:pt x="783" y="177"/>
                    <a:pt x="632" y="218"/>
                    <a:pt x="542" y="368"/>
                  </a:cubicBezTo>
                  <a:cubicBezTo>
                    <a:pt x="361" y="619"/>
                    <a:pt x="171" y="1010"/>
                    <a:pt x="181" y="1291"/>
                  </a:cubicBezTo>
                  <a:cubicBezTo>
                    <a:pt x="191" y="1582"/>
                    <a:pt x="191" y="1582"/>
                    <a:pt x="291" y="1863"/>
                  </a:cubicBezTo>
                  <a:cubicBezTo>
                    <a:pt x="391" y="2153"/>
                    <a:pt x="412" y="2725"/>
                    <a:pt x="271" y="3036"/>
                  </a:cubicBezTo>
                  <a:cubicBezTo>
                    <a:pt x="141" y="3337"/>
                    <a:pt x="0" y="3598"/>
                    <a:pt x="70" y="3879"/>
                  </a:cubicBezTo>
                  <a:cubicBezTo>
                    <a:pt x="141" y="4170"/>
                    <a:pt x="161" y="4340"/>
                    <a:pt x="422" y="4440"/>
                  </a:cubicBezTo>
                  <a:cubicBezTo>
                    <a:pt x="524" y="4478"/>
                    <a:pt x="659" y="4500"/>
                    <a:pt x="796" y="4500"/>
                  </a:cubicBezTo>
                  <a:cubicBezTo>
                    <a:pt x="1023" y="4500"/>
                    <a:pt x="1258" y="4440"/>
                    <a:pt x="1364" y="4290"/>
                  </a:cubicBezTo>
                  <a:cubicBezTo>
                    <a:pt x="1535" y="4039"/>
                    <a:pt x="1655" y="3818"/>
                    <a:pt x="1846" y="3598"/>
                  </a:cubicBezTo>
                  <a:cubicBezTo>
                    <a:pt x="2227" y="4079"/>
                    <a:pt x="2488" y="4410"/>
                    <a:pt x="2759" y="5012"/>
                  </a:cubicBezTo>
                  <a:cubicBezTo>
                    <a:pt x="3029" y="5614"/>
                    <a:pt x="3371" y="6406"/>
                    <a:pt x="4063" y="6707"/>
                  </a:cubicBezTo>
                  <a:cubicBezTo>
                    <a:pt x="3932" y="7018"/>
                    <a:pt x="3832" y="7219"/>
                    <a:pt x="3692" y="7540"/>
                  </a:cubicBezTo>
                  <a:cubicBezTo>
                    <a:pt x="3541" y="7861"/>
                    <a:pt x="3401" y="8162"/>
                    <a:pt x="3371" y="8573"/>
                  </a:cubicBezTo>
                  <a:cubicBezTo>
                    <a:pt x="3330" y="8994"/>
                    <a:pt x="3210" y="9666"/>
                    <a:pt x="3170" y="10067"/>
                  </a:cubicBezTo>
                  <a:cubicBezTo>
                    <a:pt x="3140" y="10469"/>
                    <a:pt x="2909" y="11030"/>
                    <a:pt x="2879" y="11281"/>
                  </a:cubicBezTo>
                  <a:cubicBezTo>
                    <a:pt x="2839" y="11532"/>
                    <a:pt x="2668" y="11642"/>
                    <a:pt x="2809" y="11722"/>
                  </a:cubicBezTo>
                  <a:cubicBezTo>
                    <a:pt x="2893" y="11770"/>
                    <a:pt x="3087" y="11843"/>
                    <a:pt x="3268" y="11843"/>
                  </a:cubicBezTo>
                  <a:cubicBezTo>
                    <a:pt x="3391" y="11843"/>
                    <a:pt x="3508" y="11810"/>
                    <a:pt x="3581" y="11712"/>
                  </a:cubicBezTo>
                  <a:cubicBezTo>
                    <a:pt x="3762" y="11462"/>
                    <a:pt x="3661" y="11131"/>
                    <a:pt x="3742" y="10629"/>
                  </a:cubicBezTo>
                  <a:cubicBezTo>
                    <a:pt x="3822" y="10138"/>
                    <a:pt x="3802" y="9275"/>
                    <a:pt x="4083" y="8593"/>
                  </a:cubicBezTo>
                  <a:cubicBezTo>
                    <a:pt x="4354" y="7921"/>
                    <a:pt x="5186" y="6998"/>
                    <a:pt x="5698" y="6386"/>
                  </a:cubicBezTo>
                  <a:cubicBezTo>
                    <a:pt x="5746" y="6387"/>
                    <a:pt x="5794" y="6387"/>
                    <a:pt x="5843" y="6387"/>
                  </a:cubicBezTo>
                  <a:cubicBezTo>
                    <a:pt x="6769" y="6387"/>
                    <a:pt x="7710" y="6295"/>
                    <a:pt x="8596" y="6085"/>
                  </a:cubicBezTo>
                  <a:cubicBezTo>
                    <a:pt x="9519" y="5865"/>
                    <a:pt x="10412" y="5624"/>
                    <a:pt x="11194" y="5092"/>
                  </a:cubicBezTo>
                  <a:cubicBezTo>
                    <a:pt x="11199" y="5087"/>
                    <a:pt x="11202" y="5082"/>
                    <a:pt x="11203" y="5082"/>
                  </a:cubicBezTo>
                  <a:cubicBezTo>
                    <a:pt x="11204" y="5082"/>
                    <a:pt x="11204" y="5087"/>
                    <a:pt x="11204" y="5102"/>
                  </a:cubicBezTo>
                  <a:cubicBezTo>
                    <a:pt x="11245" y="5674"/>
                    <a:pt x="11295" y="6316"/>
                    <a:pt x="11395" y="6888"/>
                  </a:cubicBezTo>
                  <a:cubicBezTo>
                    <a:pt x="11485" y="7460"/>
                    <a:pt x="11545" y="8152"/>
                    <a:pt x="11515" y="8683"/>
                  </a:cubicBezTo>
                  <a:cubicBezTo>
                    <a:pt x="11485" y="9205"/>
                    <a:pt x="11265" y="9977"/>
                    <a:pt x="11184" y="10308"/>
                  </a:cubicBezTo>
                  <a:cubicBezTo>
                    <a:pt x="11094" y="10639"/>
                    <a:pt x="10903" y="10699"/>
                    <a:pt x="11014" y="10870"/>
                  </a:cubicBezTo>
                  <a:cubicBezTo>
                    <a:pt x="11064" y="10948"/>
                    <a:pt x="11193" y="10980"/>
                    <a:pt x="11336" y="10980"/>
                  </a:cubicBezTo>
                  <a:cubicBezTo>
                    <a:pt x="11506" y="10980"/>
                    <a:pt x="11697" y="10935"/>
                    <a:pt x="11806" y="10870"/>
                  </a:cubicBezTo>
                  <a:cubicBezTo>
                    <a:pt x="11997" y="10750"/>
                    <a:pt x="11987" y="10479"/>
                    <a:pt x="11967" y="10158"/>
                  </a:cubicBezTo>
                  <a:cubicBezTo>
                    <a:pt x="11937" y="9837"/>
                    <a:pt x="11987" y="9275"/>
                    <a:pt x="12107" y="8894"/>
                  </a:cubicBezTo>
                  <a:cubicBezTo>
                    <a:pt x="12227" y="8513"/>
                    <a:pt x="12338" y="8292"/>
                    <a:pt x="12318" y="7851"/>
                  </a:cubicBezTo>
                  <a:cubicBezTo>
                    <a:pt x="12308" y="7419"/>
                    <a:pt x="12167" y="7098"/>
                    <a:pt x="12328" y="6557"/>
                  </a:cubicBezTo>
                  <a:cubicBezTo>
                    <a:pt x="12478" y="6025"/>
                    <a:pt x="12869" y="5413"/>
                    <a:pt x="13060" y="4731"/>
                  </a:cubicBezTo>
                  <a:cubicBezTo>
                    <a:pt x="13241" y="4049"/>
                    <a:pt x="13712" y="3106"/>
                    <a:pt x="13852" y="2364"/>
                  </a:cubicBezTo>
                  <a:cubicBezTo>
                    <a:pt x="13913" y="2023"/>
                    <a:pt x="13883" y="1822"/>
                    <a:pt x="13732" y="1491"/>
                  </a:cubicBezTo>
                  <a:cubicBezTo>
                    <a:pt x="13582" y="1150"/>
                    <a:pt x="13241" y="900"/>
                    <a:pt x="12869" y="739"/>
                  </a:cubicBezTo>
                  <a:cubicBezTo>
                    <a:pt x="12498" y="569"/>
                    <a:pt x="12087" y="338"/>
                    <a:pt x="11656" y="318"/>
                  </a:cubicBezTo>
                  <a:cubicBezTo>
                    <a:pt x="11609" y="315"/>
                    <a:pt x="11561" y="314"/>
                    <a:pt x="11512" y="314"/>
                  </a:cubicBezTo>
                  <a:cubicBezTo>
                    <a:pt x="11009" y="314"/>
                    <a:pt x="10419" y="448"/>
                    <a:pt x="9971" y="549"/>
                  </a:cubicBezTo>
                  <a:cubicBezTo>
                    <a:pt x="9614" y="629"/>
                    <a:pt x="9194" y="661"/>
                    <a:pt x="8773" y="661"/>
                  </a:cubicBezTo>
                  <a:cubicBezTo>
                    <a:pt x="8141" y="661"/>
                    <a:pt x="7505" y="589"/>
                    <a:pt x="7072" y="498"/>
                  </a:cubicBezTo>
                  <a:cubicBezTo>
                    <a:pt x="6665" y="415"/>
                    <a:pt x="6314" y="381"/>
                    <a:pt x="6003" y="381"/>
                  </a:cubicBezTo>
                  <a:cubicBezTo>
                    <a:pt x="5754" y="381"/>
                    <a:pt x="5532" y="403"/>
                    <a:pt x="5326" y="438"/>
                  </a:cubicBezTo>
                  <a:cubicBezTo>
                    <a:pt x="4865" y="518"/>
                    <a:pt x="4343" y="709"/>
                    <a:pt x="4143" y="719"/>
                  </a:cubicBezTo>
                  <a:cubicBezTo>
                    <a:pt x="4021" y="726"/>
                    <a:pt x="3909" y="730"/>
                    <a:pt x="3806" y="730"/>
                  </a:cubicBezTo>
                  <a:cubicBezTo>
                    <a:pt x="3312" y="730"/>
                    <a:pt x="2998" y="647"/>
                    <a:pt x="2608" y="448"/>
                  </a:cubicBezTo>
                  <a:cubicBezTo>
                    <a:pt x="2137" y="218"/>
                    <a:pt x="1956" y="57"/>
                    <a:pt x="1485" y="7"/>
                  </a:cubicBezTo>
                  <a:cubicBezTo>
                    <a:pt x="1453" y="2"/>
                    <a:pt x="1423" y="0"/>
                    <a:pt x="1394" y="0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22" name="Google Shape;24022;p84"/>
            <p:cNvSpPr/>
            <p:nvPr/>
          </p:nvSpPr>
          <p:spPr>
            <a:xfrm>
              <a:off x="984457" y="3624878"/>
              <a:ext cx="1423996" cy="1212115"/>
            </a:xfrm>
            <a:custGeom>
              <a:avLst/>
              <a:gdLst/>
              <a:ahLst/>
              <a:cxnLst/>
              <a:rect l="l" t="t" r="r" b="b"/>
              <a:pathLst>
                <a:path w="13913" h="11844" extrusionOk="0">
                  <a:moveTo>
                    <a:pt x="1394" y="0"/>
                  </a:moveTo>
                  <a:cubicBezTo>
                    <a:pt x="1229" y="0"/>
                    <a:pt x="1098" y="66"/>
                    <a:pt x="953" y="117"/>
                  </a:cubicBezTo>
                  <a:cubicBezTo>
                    <a:pt x="783" y="177"/>
                    <a:pt x="632" y="218"/>
                    <a:pt x="542" y="368"/>
                  </a:cubicBezTo>
                  <a:cubicBezTo>
                    <a:pt x="361" y="619"/>
                    <a:pt x="171" y="1010"/>
                    <a:pt x="181" y="1291"/>
                  </a:cubicBezTo>
                  <a:cubicBezTo>
                    <a:pt x="191" y="1582"/>
                    <a:pt x="191" y="1582"/>
                    <a:pt x="291" y="1863"/>
                  </a:cubicBezTo>
                  <a:cubicBezTo>
                    <a:pt x="391" y="2153"/>
                    <a:pt x="412" y="2725"/>
                    <a:pt x="271" y="3036"/>
                  </a:cubicBezTo>
                  <a:cubicBezTo>
                    <a:pt x="141" y="3337"/>
                    <a:pt x="0" y="3598"/>
                    <a:pt x="70" y="3879"/>
                  </a:cubicBezTo>
                  <a:cubicBezTo>
                    <a:pt x="141" y="4170"/>
                    <a:pt x="161" y="4340"/>
                    <a:pt x="422" y="4440"/>
                  </a:cubicBezTo>
                  <a:cubicBezTo>
                    <a:pt x="524" y="4478"/>
                    <a:pt x="659" y="4500"/>
                    <a:pt x="796" y="4500"/>
                  </a:cubicBezTo>
                  <a:cubicBezTo>
                    <a:pt x="1023" y="4500"/>
                    <a:pt x="1258" y="4440"/>
                    <a:pt x="1364" y="4290"/>
                  </a:cubicBezTo>
                  <a:cubicBezTo>
                    <a:pt x="1535" y="4039"/>
                    <a:pt x="1655" y="3818"/>
                    <a:pt x="1846" y="3598"/>
                  </a:cubicBezTo>
                  <a:cubicBezTo>
                    <a:pt x="2227" y="4079"/>
                    <a:pt x="2488" y="4410"/>
                    <a:pt x="2759" y="5012"/>
                  </a:cubicBezTo>
                  <a:cubicBezTo>
                    <a:pt x="3029" y="5614"/>
                    <a:pt x="3371" y="6406"/>
                    <a:pt x="4063" y="6707"/>
                  </a:cubicBezTo>
                  <a:cubicBezTo>
                    <a:pt x="3932" y="7018"/>
                    <a:pt x="3832" y="7219"/>
                    <a:pt x="3692" y="7540"/>
                  </a:cubicBezTo>
                  <a:cubicBezTo>
                    <a:pt x="3541" y="7861"/>
                    <a:pt x="3401" y="8162"/>
                    <a:pt x="3371" y="8573"/>
                  </a:cubicBezTo>
                  <a:cubicBezTo>
                    <a:pt x="3330" y="8994"/>
                    <a:pt x="3210" y="9666"/>
                    <a:pt x="3170" y="10067"/>
                  </a:cubicBezTo>
                  <a:cubicBezTo>
                    <a:pt x="3140" y="10469"/>
                    <a:pt x="2909" y="11030"/>
                    <a:pt x="2879" y="11281"/>
                  </a:cubicBezTo>
                  <a:cubicBezTo>
                    <a:pt x="2839" y="11532"/>
                    <a:pt x="2668" y="11642"/>
                    <a:pt x="2809" y="11722"/>
                  </a:cubicBezTo>
                  <a:cubicBezTo>
                    <a:pt x="2893" y="11770"/>
                    <a:pt x="3087" y="11843"/>
                    <a:pt x="3268" y="11843"/>
                  </a:cubicBezTo>
                  <a:cubicBezTo>
                    <a:pt x="3391" y="11843"/>
                    <a:pt x="3508" y="11810"/>
                    <a:pt x="3581" y="11712"/>
                  </a:cubicBezTo>
                  <a:cubicBezTo>
                    <a:pt x="3762" y="11462"/>
                    <a:pt x="3661" y="11131"/>
                    <a:pt x="3742" y="10629"/>
                  </a:cubicBezTo>
                  <a:cubicBezTo>
                    <a:pt x="3822" y="10138"/>
                    <a:pt x="3802" y="9275"/>
                    <a:pt x="4083" y="8593"/>
                  </a:cubicBezTo>
                  <a:cubicBezTo>
                    <a:pt x="4354" y="7921"/>
                    <a:pt x="5186" y="6998"/>
                    <a:pt x="5698" y="6386"/>
                  </a:cubicBezTo>
                  <a:cubicBezTo>
                    <a:pt x="5746" y="6387"/>
                    <a:pt x="5794" y="6387"/>
                    <a:pt x="5843" y="6387"/>
                  </a:cubicBezTo>
                  <a:cubicBezTo>
                    <a:pt x="6769" y="6387"/>
                    <a:pt x="7710" y="6295"/>
                    <a:pt x="8596" y="6085"/>
                  </a:cubicBezTo>
                  <a:cubicBezTo>
                    <a:pt x="9519" y="5865"/>
                    <a:pt x="10412" y="5624"/>
                    <a:pt x="11194" y="5092"/>
                  </a:cubicBezTo>
                  <a:cubicBezTo>
                    <a:pt x="11199" y="5087"/>
                    <a:pt x="11202" y="5082"/>
                    <a:pt x="11203" y="5082"/>
                  </a:cubicBezTo>
                  <a:cubicBezTo>
                    <a:pt x="11204" y="5082"/>
                    <a:pt x="11204" y="5087"/>
                    <a:pt x="11204" y="5102"/>
                  </a:cubicBezTo>
                  <a:cubicBezTo>
                    <a:pt x="11245" y="5674"/>
                    <a:pt x="11295" y="6316"/>
                    <a:pt x="11395" y="6888"/>
                  </a:cubicBezTo>
                  <a:cubicBezTo>
                    <a:pt x="11485" y="7460"/>
                    <a:pt x="11545" y="8152"/>
                    <a:pt x="11515" y="8683"/>
                  </a:cubicBezTo>
                  <a:cubicBezTo>
                    <a:pt x="11485" y="9205"/>
                    <a:pt x="11265" y="9977"/>
                    <a:pt x="11184" y="10308"/>
                  </a:cubicBezTo>
                  <a:cubicBezTo>
                    <a:pt x="11094" y="10639"/>
                    <a:pt x="10903" y="10699"/>
                    <a:pt x="11014" y="10870"/>
                  </a:cubicBezTo>
                  <a:cubicBezTo>
                    <a:pt x="11064" y="10948"/>
                    <a:pt x="11193" y="10980"/>
                    <a:pt x="11336" y="10980"/>
                  </a:cubicBezTo>
                  <a:cubicBezTo>
                    <a:pt x="11506" y="10980"/>
                    <a:pt x="11697" y="10935"/>
                    <a:pt x="11806" y="10870"/>
                  </a:cubicBezTo>
                  <a:cubicBezTo>
                    <a:pt x="11997" y="10750"/>
                    <a:pt x="11987" y="10479"/>
                    <a:pt x="11967" y="10158"/>
                  </a:cubicBezTo>
                  <a:cubicBezTo>
                    <a:pt x="11937" y="9837"/>
                    <a:pt x="11987" y="9275"/>
                    <a:pt x="12107" y="8894"/>
                  </a:cubicBezTo>
                  <a:cubicBezTo>
                    <a:pt x="12227" y="8513"/>
                    <a:pt x="12338" y="8292"/>
                    <a:pt x="12318" y="7851"/>
                  </a:cubicBezTo>
                  <a:cubicBezTo>
                    <a:pt x="12308" y="7419"/>
                    <a:pt x="12167" y="7098"/>
                    <a:pt x="12328" y="6557"/>
                  </a:cubicBezTo>
                  <a:cubicBezTo>
                    <a:pt x="12478" y="6025"/>
                    <a:pt x="12869" y="5413"/>
                    <a:pt x="13060" y="4731"/>
                  </a:cubicBezTo>
                  <a:cubicBezTo>
                    <a:pt x="13241" y="4049"/>
                    <a:pt x="13712" y="3106"/>
                    <a:pt x="13852" y="2364"/>
                  </a:cubicBezTo>
                  <a:cubicBezTo>
                    <a:pt x="13913" y="2023"/>
                    <a:pt x="13883" y="1822"/>
                    <a:pt x="13732" y="1491"/>
                  </a:cubicBezTo>
                  <a:cubicBezTo>
                    <a:pt x="13582" y="1150"/>
                    <a:pt x="13241" y="900"/>
                    <a:pt x="12869" y="739"/>
                  </a:cubicBezTo>
                  <a:cubicBezTo>
                    <a:pt x="12498" y="569"/>
                    <a:pt x="12087" y="338"/>
                    <a:pt x="11656" y="318"/>
                  </a:cubicBezTo>
                  <a:cubicBezTo>
                    <a:pt x="11609" y="315"/>
                    <a:pt x="11561" y="314"/>
                    <a:pt x="11512" y="314"/>
                  </a:cubicBezTo>
                  <a:cubicBezTo>
                    <a:pt x="11009" y="314"/>
                    <a:pt x="10419" y="448"/>
                    <a:pt x="9971" y="549"/>
                  </a:cubicBezTo>
                  <a:cubicBezTo>
                    <a:pt x="9614" y="629"/>
                    <a:pt x="9194" y="661"/>
                    <a:pt x="8773" y="661"/>
                  </a:cubicBezTo>
                  <a:cubicBezTo>
                    <a:pt x="8141" y="661"/>
                    <a:pt x="7505" y="589"/>
                    <a:pt x="7072" y="498"/>
                  </a:cubicBezTo>
                  <a:cubicBezTo>
                    <a:pt x="6665" y="415"/>
                    <a:pt x="6314" y="381"/>
                    <a:pt x="6003" y="381"/>
                  </a:cubicBezTo>
                  <a:cubicBezTo>
                    <a:pt x="5754" y="381"/>
                    <a:pt x="5532" y="403"/>
                    <a:pt x="5326" y="438"/>
                  </a:cubicBezTo>
                  <a:cubicBezTo>
                    <a:pt x="4865" y="518"/>
                    <a:pt x="4343" y="709"/>
                    <a:pt x="4143" y="719"/>
                  </a:cubicBezTo>
                  <a:cubicBezTo>
                    <a:pt x="4021" y="726"/>
                    <a:pt x="3909" y="730"/>
                    <a:pt x="3806" y="730"/>
                  </a:cubicBezTo>
                  <a:cubicBezTo>
                    <a:pt x="3312" y="730"/>
                    <a:pt x="2998" y="647"/>
                    <a:pt x="2608" y="448"/>
                  </a:cubicBezTo>
                  <a:cubicBezTo>
                    <a:pt x="2137" y="218"/>
                    <a:pt x="1956" y="57"/>
                    <a:pt x="1485" y="7"/>
                  </a:cubicBezTo>
                  <a:cubicBezTo>
                    <a:pt x="1453" y="2"/>
                    <a:pt x="1423" y="0"/>
                    <a:pt x="1394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23" name="Google Shape;24023;p84"/>
            <p:cNvSpPr/>
            <p:nvPr/>
          </p:nvSpPr>
          <p:spPr>
            <a:xfrm>
              <a:off x="1205122" y="3870903"/>
              <a:ext cx="114120" cy="159139"/>
            </a:xfrm>
            <a:custGeom>
              <a:avLst/>
              <a:gdLst/>
              <a:ahLst/>
              <a:cxnLst/>
              <a:rect l="l" t="t" r="r" b="b"/>
              <a:pathLst>
                <a:path w="1115" h="1555" extrusionOk="0">
                  <a:moveTo>
                    <a:pt x="683" y="0"/>
                  </a:moveTo>
                  <a:cubicBezTo>
                    <a:pt x="623" y="0"/>
                    <a:pt x="573" y="40"/>
                    <a:pt x="542" y="121"/>
                  </a:cubicBezTo>
                  <a:cubicBezTo>
                    <a:pt x="522" y="191"/>
                    <a:pt x="502" y="261"/>
                    <a:pt x="472" y="321"/>
                  </a:cubicBezTo>
                  <a:cubicBezTo>
                    <a:pt x="462" y="341"/>
                    <a:pt x="462" y="351"/>
                    <a:pt x="452" y="371"/>
                  </a:cubicBezTo>
                  <a:cubicBezTo>
                    <a:pt x="342" y="592"/>
                    <a:pt x="232" y="722"/>
                    <a:pt x="91" y="853"/>
                  </a:cubicBezTo>
                  <a:cubicBezTo>
                    <a:pt x="61" y="883"/>
                    <a:pt x="31" y="913"/>
                    <a:pt x="1" y="943"/>
                  </a:cubicBezTo>
                  <a:cubicBezTo>
                    <a:pt x="452" y="963"/>
                    <a:pt x="793" y="1284"/>
                    <a:pt x="1114" y="1555"/>
                  </a:cubicBezTo>
                  <a:cubicBezTo>
                    <a:pt x="954" y="1184"/>
                    <a:pt x="1054" y="682"/>
                    <a:pt x="954" y="301"/>
                  </a:cubicBezTo>
                  <a:cubicBezTo>
                    <a:pt x="904" y="110"/>
                    <a:pt x="783" y="0"/>
                    <a:pt x="6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24" name="Google Shape;24024;p84"/>
            <p:cNvSpPr/>
            <p:nvPr/>
          </p:nvSpPr>
          <p:spPr>
            <a:xfrm>
              <a:off x="988551" y="3624366"/>
              <a:ext cx="146872" cy="378044"/>
            </a:xfrm>
            <a:custGeom>
              <a:avLst/>
              <a:gdLst/>
              <a:ahLst/>
              <a:cxnLst/>
              <a:rect l="l" t="t" r="r" b="b"/>
              <a:pathLst>
                <a:path w="1435" h="3694" extrusionOk="0">
                  <a:moveTo>
                    <a:pt x="1398" y="1"/>
                  </a:moveTo>
                  <a:cubicBezTo>
                    <a:pt x="1220" y="1"/>
                    <a:pt x="1043" y="66"/>
                    <a:pt x="893" y="122"/>
                  </a:cubicBezTo>
                  <a:cubicBezTo>
                    <a:pt x="733" y="192"/>
                    <a:pt x="592" y="233"/>
                    <a:pt x="502" y="373"/>
                  </a:cubicBezTo>
                  <a:cubicBezTo>
                    <a:pt x="321" y="624"/>
                    <a:pt x="131" y="1015"/>
                    <a:pt x="141" y="1296"/>
                  </a:cubicBezTo>
                  <a:cubicBezTo>
                    <a:pt x="151" y="1587"/>
                    <a:pt x="151" y="1587"/>
                    <a:pt x="251" y="1868"/>
                  </a:cubicBezTo>
                  <a:cubicBezTo>
                    <a:pt x="361" y="2148"/>
                    <a:pt x="361" y="2750"/>
                    <a:pt x="241" y="3031"/>
                  </a:cubicBezTo>
                  <a:cubicBezTo>
                    <a:pt x="121" y="3312"/>
                    <a:pt x="30" y="3422"/>
                    <a:pt x="0" y="3693"/>
                  </a:cubicBezTo>
                  <a:lnTo>
                    <a:pt x="101" y="3693"/>
                  </a:lnTo>
                  <a:cubicBezTo>
                    <a:pt x="127" y="3693"/>
                    <a:pt x="155" y="3694"/>
                    <a:pt x="183" y="3694"/>
                  </a:cubicBezTo>
                  <a:cubicBezTo>
                    <a:pt x="280" y="3694"/>
                    <a:pt x="375" y="3687"/>
                    <a:pt x="422" y="3633"/>
                  </a:cubicBezTo>
                  <a:cubicBezTo>
                    <a:pt x="632" y="3392"/>
                    <a:pt x="602" y="3272"/>
                    <a:pt x="743" y="2931"/>
                  </a:cubicBezTo>
                  <a:cubicBezTo>
                    <a:pt x="883" y="2600"/>
                    <a:pt x="813" y="1958"/>
                    <a:pt x="703" y="1577"/>
                  </a:cubicBezTo>
                  <a:cubicBezTo>
                    <a:pt x="592" y="1195"/>
                    <a:pt x="622" y="1045"/>
                    <a:pt x="773" y="684"/>
                  </a:cubicBezTo>
                  <a:cubicBezTo>
                    <a:pt x="933" y="313"/>
                    <a:pt x="973" y="92"/>
                    <a:pt x="1435" y="2"/>
                  </a:cubicBezTo>
                  <a:cubicBezTo>
                    <a:pt x="1422" y="1"/>
                    <a:pt x="1410" y="1"/>
                    <a:pt x="1398" y="1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25" name="Google Shape;24025;p84"/>
            <p:cNvSpPr/>
            <p:nvPr/>
          </p:nvSpPr>
          <p:spPr>
            <a:xfrm>
              <a:off x="1331421" y="3663460"/>
              <a:ext cx="396402" cy="62018"/>
            </a:xfrm>
            <a:custGeom>
              <a:avLst/>
              <a:gdLst/>
              <a:ahLst/>
              <a:cxnLst/>
              <a:rect l="l" t="t" r="r" b="b"/>
              <a:pathLst>
                <a:path w="3873" h="606" extrusionOk="0">
                  <a:moveTo>
                    <a:pt x="2579" y="1"/>
                  </a:moveTo>
                  <a:cubicBezTo>
                    <a:pt x="2334" y="1"/>
                    <a:pt x="2100" y="20"/>
                    <a:pt x="1906" y="61"/>
                  </a:cubicBezTo>
                  <a:cubicBezTo>
                    <a:pt x="1445" y="151"/>
                    <a:pt x="1074" y="312"/>
                    <a:pt x="723" y="342"/>
                  </a:cubicBezTo>
                  <a:cubicBezTo>
                    <a:pt x="627" y="350"/>
                    <a:pt x="552" y="353"/>
                    <a:pt x="488" y="353"/>
                  </a:cubicBezTo>
                  <a:cubicBezTo>
                    <a:pt x="316" y="353"/>
                    <a:pt x="219" y="332"/>
                    <a:pt x="1" y="332"/>
                  </a:cubicBezTo>
                  <a:cubicBezTo>
                    <a:pt x="31" y="402"/>
                    <a:pt x="41" y="482"/>
                    <a:pt x="71" y="553"/>
                  </a:cubicBezTo>
                  <a:cubicBezTo>
                    <a:pt x="230" y="590"/>
                    <a:pt x="396" y="605"/>
                    <a:pt x="564" y="605"/>
                  </a:cubicBezTo>
                  <a:cubicBezTo>
                    <a:pt x="1265" y="605"/>
                    <a:pt x="2018" y="331"/>
                    <a:pt x="2609" y="161"/>
                  </a:cubicBezTo>
                  <a:cubicBezTo>
                    <a:pt x="2794" y="108"/>
                    <a:pt x="2948" y="90"/>
                    <a:pt x="3091" y="90"/>
                  </a:cubicBezTo>
                  <a:cubicBezTo>
                    <a:pt x="3349" y="90"/>
                    <a:pt x="3569" y="149"/>
                    <a:pt x="3872" y="161"/>
                  </a:cubicBezTo>
                  <a:cubicBezTo>
                    <a:pt x="3802" y="151"/>
                    <a:pt x="3672" y="121"/>
                    <a:pt x="3612" y="111"/>
                  </a:cubicBezTo>
                  <a:cubicBezTo>
                    <a:pt x="3304" y="40"/>
                    <a:pt x="2930" y="1"/>
                    <a:pt x="2579" y="1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26" name="Google Shape;24026;p84"/>
            <p:cNvSpPr/>
            <p:nvPr/>
          </p:nvSpPr>
          <p:spPr>
            <a:xfrm>
              <a:off x="1146680" y="3967410"/>
              <a:ext cx="231925" cy="330763"/>
            </a:xfrm>
            <a:custGeom>
              <a:avLst/>
              <a:gdLst/>
              <a:ahLst/>
              <a:cxnLst/>
              <a:rect l="l" t="t" r="r" b="b"/>
              <a:pathLst>
                <a:path w="2266" h="3232" extrusionOk="0">
                  <a:moveTo>
                    <a:pt x="482" y="0"/>
                  </a:moveTo>
                  <a:cubicBezTo>
                    <a:pt x="321" y="0"/>
                    <a:pt x="161" y="20"/>
                    <a:pt x="0" y="30"/>
                  </a:cubicBezTo>
                  <a:cubicBezTo>
                    <a:pt x="30" y="171"/>
                    <a:pt x="60" y="311"/>
                    <a:pt x="80" y="451"/>
                  </a:cubicBezTo>
                  <a:cubicBezTo>
                    <a:pt x="141" y="381"/>
                    <a:pt x="201" y="321"/>
                    <a:pt x="261" y="251"/>
                  </a:cubicBezTo>
                  <a:cubicBezTo>
                    <a:pt x="632" y="722"/>
                    <a:pt x="903" y="1073"/>
                    <a:pt x="1174" y="1665"/>
                  </a:cubicBezTo>
                  <a:cubicBezTo>
                    <a:pt x="1404" y="2177"/>
                    <a:pt x="1735" y="2919"/>
                    <a:pt x="2247" y="3230"/>
                  </a:cubicBezTo>
                  <a:cubicBezTo>
                    <a:pt x="2248" y="3231"/>
                    <a:pt x="2249" y="3231"/>
                    <a:pt x="2250" y="3231"/>
                  </a:cubicBezTo>
                  <a:cubicBezTo>
                    <a:pt x="2266" y="3231"/>
                    <a:pt x="1984" y="2853"/>
                    <a:pt x="1916" y="2708"/>
                  </a:cubicBezTo>
                  <a:cubicBezTo>
                    <a:pt x="1846" y="2568"/>
                    <a:pt x="1745" y="2217"/>
                    <a:pt x="1625" y="1906"/>
                  </a:cubicBezTo>
                  <a:cubicBezTo>
                    <a:pt x="1394" y="1294"/>
                    <a:pt x="903" y="562"/>
                    <a:pt x="482" y="0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27" name="Google Shape;24027;p84"/>
            <p:cNvSpPr/>
            <p:nvPr/>
          </p:nvSpPr>
          <p:spPr>
            <a:xfrm>
              <a:off x="1002879" y="3626515"/>
              <a:ext cx="740298" cy="597359"/>
            </a:xfrm>
            <a:custGeom>
              <a:avLst/>
              <a:gdLst/>
              <a:ahLst/>
              <a:cxnLst/>
              <a:rect l="l" t="t" r="r" b="b"/>
              <a:pathLst>
                <a:path w="7233" h="5837" extrusionOk="0">
                  <a:moveTo>
                    <a:pt x="1415" y="1"/>
                  </a:moveTo>
                  <a:cubicBezTo>
                    <a:pt x="1846" y="161"/>
                    <a:pt x="1756" y="603"/>
                    <a:pt x="1235" y="1034"/>
                  </a:cubicBezTo>
                  <a:cubicBezTo>
                    <a:pt x="1084" y="1154"/>
                    <a:pt x="954" y="1395"/>
                    <a:pt x="1114" y="1646"/>
                  </a:cubicBezTo>
                  <a:cubicBezTo>
                    <a:pt x="1305" y="1947"/>
                    <a:pt x="1455" y="2037"/>
                    <a:pt x="1285" y="2378"/>
                  </a:cubicBezTo>
                  <a:cubicBezTo>
                    <a:pt x="1204" y="2549"/>
                    <a:pt x="1054" y="2679"/>
                    <a:pt x="1024" y="2880"/>
                  </a:cubicBezTo>
                  <a:cubicBezTo>
                    <a:pt x="994" y="3070"/>
                    <a:pt x="1024" y="3211"/>
                    <a:pt x="1104" y="3391"/>
                  </a:cubicBezTo>
                  <a:cubicBezTo>
                    <a:pt x="1174" y="3572"/>
                    <a:pt x="1245" y="3812"/>
                    <a:pt x="1124" y="3983"/>
                  </a:cubicBezTo>
                  <a:cubicBezTo>
                    <a:pt x="1004" y="4154"/>
                    <a:pt x="914" y="4154"/>
                    <a:pt x="703" y="4184"/>
                  </a:cubicBezTo>
                  <a:cubicBezTo>
                    <a:pt x="546" y="4207"/>
                    <a:pt x="346" y="4243"/>
                    <a:pt x="155" y="4243"/>
                  </a:cubicBezTo>
                  <a:cubicBezTo>
                    <a:pt x="103" y="4243"/>
                    <a:pt x="51" y="4240"/>
                    <a:pt x="1" y="4234"/>
                  </a:cubicBezTo>
                  <a:lnTo>
                    <a:pt x="1" y="4234"/>
                  </a:lnTo>
                  <a:cubicBezTo>
                    <a:pt x="101" y="4354"/>
                    <a:pt x="51" y="4374"/>
                    <a:pt x="262" y="4434"/>
                  </a:cubicBezTo>
                  <a:cubicBezTo>
                    <a:pt x="345" y="4458"/>
                    <a:pt x="483" y="4479"/>
                    <a:pt x="628" y="4479"/>
                  </a:cubicBezTo>
                  <a:cubicBezTo>
                    <a:pt x="849" y="4479"/>
                    <a:pt x="1088" y="4431"/>
                    <a:pt x="1184" y="4274"/>
                  </a:cubicBezTo>
                  <a:cubicBezTo>
                    <a:pt x="1345" y="4003"/>
                    <a:pt x="1495" y="3833"/>
                    <a:pt x="1696" y="3602"/>
                  </a:cubicBezTo>
                  <a:cubicBezTo>
                    <a:pt x="2057" y="3191"/>
                    <a:pt x="2318" y="3140"/>
                    <a:pt x="2518" y="2509"/>
                  </a:cubicBezTo>
                  <a:cubicBezTo>
                    <a:pt x="2545" y="2433"/>
                    <a:pt x="2599" y="2395"/>
                    <a:pt x="2660" y="2395"/>
                  </a:cubicBezTo>
                  <a:cubicBezTo>
                    <a:pt x="2760" y="2395"/>
                    <a:pt x="2880" y="2496"/>
                    <a:pt x="2930" y="2689"/>
                  </a:cubicBezTo>
                  <a:cubicBezTo>
                    <a:pt x="3040" y="3110"/>
                    <a:pt x="2900" y="3672"/>
                    <a:pt x="3150" y="4043"/>
                  </a:cubicBezTo>
                  <a:cubicBezTo>
                    <a:pt x="3281" y="4234"/>
                    <a:pt x="3512" y="4785"/>
                    <a:pt x="3652" y="4886"/>
                  </a:cubicBezTo>
                  <a:cubicBezTo>
                    <a:pt x="3719" y="4937"/>
                    <a:pt x="3771" y="4959"/>
                    <a:pt x="3810" y="4959"/>
                  </a:cubicBezTo>
                  <a:cubicBezTo>
                    <a:pt x="4042" y="4959"/>
                    <a:pt x="3851" y="4190"/>
                    <a:pt x="3903" y="3993"/>
                  </a:cubicBezTo>
                  <a:cubicBezTo>
                    <a:pt x="3922" y="3879"/>
                    <a:pt x="3986" y="3519"/>
                    <a:pt x="4183" y="3519"/>
                  </a:cubicBezTo>
                  <a:cubicBezTo>
                    <a:pt x="4193" y="3519"/>
                    <a:pt x="4203" y="3520"/>
                    <a:pt x="4214" y="3522"/>
                  </a:cubicBezTo>
                  <a:cubicBezTo>
                    <a:pt x="4434" y="3552"/>
                    <a:pt x="4344" y="3873"/>
                    <a:pt x="4384" y="4003"/>
                  </a:cubicBezTo>
                  <a:cubicBezTo>
                    <a:pt x="4464" y="4294"/>
                    <a:pt x="4655" y="4354"/>
                    <a:pt x="4926" y="4475"/>
                  </a:cubicBezTo>
                  <a:cubicBezTo>
                    <a:pt x="5197" y="4605"/>
                    <a:pt x="5477" y="4755"/>
                    <a:pt x="5588" y="5106"/>
                  </a:cubicBezTo>
                  <a:cubicBezTo>
                    <a:pt x="5632" y="5253"/>
                    <a:pt x="5726" y="5290"/>
                    <a:pt x="5826" y="5290"/>
                  </a:cubicBezTo>
                  <a:cubicBezTo>
                    <a:pt x="5884" y="5290"/>
                    <a:pt x="5944" y="5278"/>
                    <a:pt x="5999" y="5267"/>
                  </a:cubicBezTo>
                  <a:cubicBezTo>
                    <a:pt x="6065" y="5251"/>
                    <a:pt x="6123" y="5234"/>
                    <a:pt x="6165" y="5234"/>
                  </a:cubicBezTo>
                  <a:cubicBezTo>
                    <a:pt x="6174" y="5234"/>
                    <a:pt x="6182" y="5235"/>
                    <a:pt x="6190" y="5237"/>
                  </a:cubicBezTo>
                  <a:cubicBezTo>
                    <a:pt x="6554" y="5367"/>
                    <a:pt x="6492" y="5837"/>
                    <a:pt x="6829" y="5837"/>
                  </a:cubicBezTo>
                  <a:cubicBezTo>
                    <a:pt x="6854" y="5837"/>
                    <a:pt x="6882" y="5834"/>
                    <a:pt x="6912" y="5829"/>
                  </a:cubicBezTo>
                  <a:cubicBezTo>
                    <a:pt x="7042" y="5809"/>
                    <a:pt x="7163" y="5327"/>
                    <a:pt x="7193" y="5187"/>
                  </a:cubicBezTo>
                  <a:cubicBezTo>
                    <a:pt x="7233" y="4956"/>
                    <a:pt x="7012" y="4765"/>
                    <a:pt x="6932" y="4595"/>
                  </a:cubicBezTo>
                  <a:cubicBezTo>
                    <a:pt x="6852" y="4424"/>
                    <a:pt x="6761" y="4284"/>
                    <a:pt x="6701" y="4154"/>
                  </a:cubicBezTo>
                  <a:cubicBezTo>
                    <a:pt x="6641" y="4013"/>
                    <a:pt x="6641" y="3883"/>
                    <a:pt x="6561" y="3792"/>
                  </a:cubicBezTo>
                  <a:cubicBezTo>
                    <a:pt x="6514" y="3742"/>
                    <a:pt x="6472" y="3723"/>
                    <a:pt x="6432" y="3723"/>
                  </a:cubicBezTo>
                  <a:cubicBezTo>
                    <a:pt x="6369" y="3723"/>
                    <a:pt x="6311" y="3770"/>
                    <a:pt x="6250" y="3812"/>
                  </a:cubicBezTo>
                  <a:cubicBezTo>
                    <a:pt x="6182" y="3863"/>
                    <a:pt x="6121" y="3907"/>
                    <a:pt x="6043" y="3907"/>
                  </a:cubicBezTo>
                  <a:cubicBezTo>
                    <a:pt x="6029" y="3907"/>
                    <a:pt x="6014" y="3906"/>
                    <a:pt x="5999" y="3903"/>
                  </a:cubicBezTo>
                  <a:cubicBezTo>
                    <a:pt x="5879" y="3883"/>
                    <a:pt x="5819" y="3622"/>
                    <a:pt x="5758" y="3522"/>
                  </a:cubicBezTo>
                  <a:cubicBezTo>
                    <a:pt x="5698" y="3411"/>
                    <a:pt x="5648" y="3331"/>
                    <a:pt x="5648" y="3201"/>
                  </a:cubicBezTo>
                  <a:cubicBezTo>
                    <a:pt x="5638" y="2940"/>
                    <a:pt x="5758" y="2739"/>
                    <a:pt x="5859" y="2498"/>
                  </a:cubicBezTo>
                  <a:cubicBezTo>
                    <a:pt x="5959" y="2258"/>
                    <a:pt x="5829" y="1977"/>
                    <a:pt x="5658" y="1786"/>
                  </a:cubicBezTo>
                  <a:cubicBezTo>
                    <a:pt x="5568" y="1686"/>
                    <a:pt x="5488" y="1646"/>
                    <a:pt x="5357" y="1576"/>
                  </a:cubicBezTo>
                  <a:cubicBezTo>
                    <a:pt x="5227" y="1516"/>
                    <a:pt x="5066" y="1415"/>
                    <a:pt x="4936" y="1305"/>
                  </a:cubicBezTo>
                  <a:cubicBezTo>
                    <a:pt x="4846" y="1215"/>
                    <a:pt x="4740" y="1098"/>
                    <a:pt x="4621" y="1098"/>
                  </a:cubicBezTo>
                  <a:cubicBezTo>
                    <a:pt x="4580" y="1098"/>
                    <a:pt x="4538" y="1111"/>
                    <a:pt x="4494" y="1144"/>
                  </a:cubicBezTo>
                  <a:cubicBezTo>
                    <a:pt x="4424" y="1205"/>
                    <a:pt x="4414" y="1255"/>
                    <a:pt x="4414" y="1355"/>
                  </a:cubicBezTo>
                  <a:cubicBezTo>
                    <a:pt x="4424" y="1455"/>
                    <a:pt x="4444" y="1586"/>
                    <a:pt x="4464" y="1716"/>
                  </a:cubicBezTo>
                  <a:cubicBezTo>
                    <a:pt x="4515" y="1947"/>
                    <a:pt x="4695" y="2268"/>
                    <a:pt x="4374" y="2388"/>
                  </a:cubicBezTo>
                  <a:cubicBezTo>
                    <a:pt x="4342" y="2400"/>
                    <a:pt x="4307" y="2406"/>
                    <a:pt x="4273" y="2406"/>
                  </a:cubicBezTo>
                  <a:cubicBezTo>
                    <a:pt x="4135" y="2406"/>
                    <a:pt x="3991" y="2318"/>
                    <a:pt x="3943" y="2198"/>
                  </a:cubicBezTo>
                  <a:cubicBezTo>
                    <a:pt x="3883" y="2047"/>
                    <a:pt x="3973" y="1927"/>
                    <a:pt x="3983" y="1786"/>
                  </a:cubicBezTo>
                  <a:cubicBezTo>
                    <a:pt x="3983" y="1656"/>
                    <a:pt x="3983" y="1586"/>
                    <a:pt x="3903" y="1465"/>
                  </a:cubicBezTo>
                  <a:cubicBezTo>
                    <a:pt x="3822" y="1355"/>
                    <a:pt x="3682" y="1265"/>
                    <a:pt x="3592" y="1144"/>
                  </a:cubicBezTo>
                  <a:cubicBezTo>
                    <a:pt x="3501" y="1024"/>
                    <a:pt x="3481" y="853"/>
                    <a:pt x="3431" y="703"/>
                  </a:cubicBezTo>
                  <a:cubicBezTo>
                    <a:pt x="3030" y="683"/>
                    <a:pt x="2749" y="613"/>
                    <a:pt x="2408" y="432"/>
                  </a:cubicBezTo>
                  <a:cubicBezTo>
                    <a:pt x="2067" y="242"/>
                    <a:pt x="1806" y="61"/>
                    <a:pt x="1415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28" name="Google Shape;24028;p84"/>
            <p:cNvSpPr/>
            <p:nvPr/>
          </p:nvSpPr>
          <p:spPr>
            <a:xfrm>
              <a:off x="1987480" y="3927293"/>
              <a:ext cx="251576" cy="265982"/>
            </a:xfrm>
            <a:custGeom>
              <a:avLst/>
              <a:gdLst/>
              <a:ahLst/>
              <a:cxnLst/>
              <a:rect l="l" t="t" r="r" b="b"/>
              <a:pathLst>
                <a:path w="2458" h="2599" extrusionOk="0">
                  <a:moveTo>
                    <a:pt x="1987" y="0"/>
                  </a:moveTo>
                  <a:cubicBezTo>
                    <a:pt x="1798" y="0"/>
                    <a:pt x="1678" y="144"/>
                    <a:pt x="1465" y="211"/>
                  </a:cubicBezTo>
                  <a:cubicBezTo>
                    <a:pt x="1418" y="226"/>
                    <a:pt x="1371" y="231"/>
                    <a:pt x="1324" y="231"/>
                  </a:cubicBezTo>
                  <a:cubicBezTo>
                    <a:pt x="1240" y="231"/>
                    <a:pt x="1157" y="214"/>
                    <a:pt x="1073" y="201"/>
                  </a:cubicBezTo>
                  <a:cubicBezTo>
                    <a:pt x="990" y="185"/>
                    <a:pt x="906" y="168"/>
                    <a:pt x="825" y="168"/>
                  </a:cubicBezTo>
                  <a:cubicBezTo>
                    <a:pt x="711" y="168"/>
                    <a:pt x="601" y="201"/>
                    <a:pt x="502" y="312"/>
                  </a:cubicBezTo>
                  <a:cubicBezTo>
                    <a:pt x="401" y="412"/>
                    <a:pt x="391" y="583"/>
                    <a:pt x="321" y="733"/>
                  </a:cubicBezTo>
                  <a:cubicBezTo>
                    <a:pt x="241" y="873"/>
                    <a:pt x="100" y="994"/>
                    <a:pt x="50" y="1174"/>
                  </a:cubicBezTo>
                  <a:cubicBezTo>
                    <a:pt x="0" y="1365"/>
                    <a:pt x="50" y="1546"/>
                    <a:pt x="241" y="1666"/>
                  </a:cubicBezTo>
                  <a:cubicBezTo>
                    <a:pt x="351" y="1726"/>
                    <a:pt x="451" y="1867"/>
                    <a:pt x="462" y="1997"/>
                  </a:cubicBezTo>
                  <a:cubicBezTo>
                    <a:pt x="462" y="2127"/>
                    <a:pt x="632" y="2117"/>
                    <a:pt x="642" y="2248"/>
                  </a:cubicBezTo>
                  <a:cubicBezTo>
                    <a:pt x="662" y="2368"/>
                    <a:pt x="562" y="2488"/>
                    <a:pt x="522" y="2599"/>
                  </a:cubicBezTo>
                  <a:cubicBezTo>
                    <a:pt x="732" y="2508"/>
                    <a:pt x="933" y="2428"/>
                    <a:pt x="1134" y="2308"/>
                  </a:cubicBezTo>
                  <a:cubicBezTo>
                    <a:pt x="1194" y="2268"/>
                    <a:pt x="1214" y="2167"/>
                    <a:pt x="1184" y="2097"/>
                  </a:cubicBezTo>
                  <a:cubicBezTo>
                    <a:pt x="1164" y="2017"/>
                    <a:pt x="1083" y="1937"/>
                    <a:pt x="1033" y="1887"/>
                  </a:cubicBezTo>
                  <a:cubicBezTo>
                    <a:pt x="883" y="1676"/>
                    <a:pt x="853" y="1495"/>
                    <a:pt x="1023" y="1275"/>
                  </a:cubicBezTo>
                  <a:cubicBezTo>
                    <a:pt x="1150" y="1112"/>
                    <a:pt x="1300" y="1104"/>
                    <a:pt x="1468" y="1104"/>
                  </a:cubicBezTo>
                  <a:cubicBezTo>
                    <a:pt x="1487" y="1104"/>
                    <a:pt x="1506" y="1104"/>
                    <a:pt x="1525" y="1104"/>
                  </a:cubicBezTo>
                  <a:cubicBezTo>
                    <a:pt x="1565" y="1107"/>
                    <a:pt x="1605" y="1109"/>
                    <a:pt x="1646" y="1109"/>
                  </a:cubicBezTo>
                  <a:cubicBezTo>
                    <a:pt x="1736" y="1109"/>
                    <a:pt x="1826" y="1099"/>
                    <a:pt x="1916" y="1064"/>
                  </a:cubicBezTo>
                  <a:cubicBezTo>
                    <a:pt x="2117" y="984"/>
                    <a:pt x="2417" y="553"/>
                    <a:pt x="2438" y="332"/>
                  </a:cubicBezTo>
                  <a:cubicBezTo>
                    <a:pt x="2458" y="111"/>
                    <a:pt x="2207" y="11"/>
                    <a:pt x="2006" y="1"/>
                  </a:cubicBezTo>
                  <a:cubicBezTo>
                    <a:pt x="2000" y="1"/>
                    <a:pt x="1993" y="0"/>
                    <a:pt x="1987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29" name="Google Shape;24029;p84"/>
            <p:cNvSpPr/>
            <p:nvPr/>
          </p:nvSpPr>
          <p:spPr>
            <a:xfrm>
              <a:off x="2234858" y="3785654"/>
              <a:ext cx="174609" cy="401480"/>
            </a:xfrm>
            <a:custGeom>
              <a:avLst/>
              <a:gdLst/>
              <a:ahLst/>
              <a:cxnLst/>
              <a:rect l="l" t="t" r="r" b="b"/>
              <a:pathLst>
                <a:path w="1706" h="3923" extrusionOk="0">
                  <a:moveTo>
                    <a:pt x="1565" y="1"/>
                  </a:moveTo>
                  <a:cubicBezTo>
                    <a:pt x="1495" y="131"/>
                    <a:pt x="1345" y="201"/>
                    <a:pt x="1254" y="302"/>
                  </a:cubicBezTo>
                  <a:cubicBezTo>
                    <a:pt x="1054" y="522"/>
                    <a:pt x="1264" y="673"/>
                    <a:pt x="1114" y="873"/>
                  </a:cubicBezTo>
                  <a:cubicBezTo>
                    <a:pt x="963" y="1074"/>
                    <a:pt x="572" y="974"/>
                    <a:pt x="472" y="1254"/>
                  </a:cubicBezTo>
                  <a:cubicBezTo>
                    <a:pt x="372" y="1545"/>
                    <a:pt x="713" y="1806"/>
                    <a:pt x="683" y="1987"/>
                  </a:cubicBezTo>
                  <a:cubicBezTo>
                    <a:pt x="612" y="2478"/>
                    <a:pt x="101" y="2568"/>
                    <a:pt x="71" y="3020"/>
                  </a:cubicBezTo>
                  <a:cubicBezTo>
                    <a:pt x="51" y="3361"/>
                    <a:pt x="0" y="3622"/>
                    <a:pt x="221" y="3862"/>
                  </a:cubicBezTo>
                  <a:cubicBezTo>
                    <a:pt x="247" y="3888"/>
                    <a:pt x="280" y="3895"/>
                    <a:pt x="317" y="3895"/>
                  </a:cubicBezTo>
                  <a:cubicBezTo>
                    <a:pt x="366" y="3895"/>
                    <a:pt x="421" y="3882"/>
                    <a:pt x="471" y="3882"/>
                  </a:cubicBezTo>
                  <a:cubicBezTo>
                    <a:pt x="501" y="3882"/>
                    <a:pt x="529" y="3887"/>
                    <a:pt x="552" y="3902"/>
                  </a:cubicBezTo>
                  <a:lnTo>
                    <a:pt x="572" y="3923"/>
                  </a:lnTo>
                  <a:cubicBezTo>
                    <a:pt x="683" y="3672"/>
                    <a:pt x="753" y="3461"/>
                    <a:pt x="833" y="3190"/>
                  </a:cubicBezTo>
                  <a:cubicBezTo>
                    <a:pt x="1064" y="2408"/>
                    <a:pt x="1465" y="1575"/>
                    <a:pt x="1635" y="793"/>
                  </a:cubicBezTo>
                  <a:cubicBezTo>
                    <a:pt x="1706" y="462"/>
                    <a:pt x="1635" y="302"/>
                    <a:pt x="1565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30" name="Google Shape;24030;p84"/>
            <p:cNvSpPr/>
            <p:nvPr/>
          </p:nvSpPr>
          <p:spPr>
            <a:xfrm>
              <a:off x="999809" y="3739498"/>
              <a:ext cx="54553" cy="190966"/>
            </a:xfrm>
            <a:custGeom>
              <a:avLst/>
              <a:gdLst/>
              <a:ahLst/>
              <a:cxnLst/>
              <a:rect l="l" t="t" r="r" b="b"/>
              <a:pathLst>
                <a:path w="533" h="1866" extrusionOk="0">
                  <a:moveTo>
                    <a:pt x="41" y="0"/>
                  </a:moveTo>
                  <a:cubicBezTo>
                    <a:pt x="31" y="50"/>
                    <a:pt x="21" y="151"/>
                    <a:pt x="21" y="181"/>
                  </a:cubicBezTo>
                  <a:cubicBezTo>
                    <a:pt x="31" y="301"/>
                    <a:pt x="1" y="401"/>
                    <a:pt x="21" y="502"/>
                  </a:cubicBezTo>
                  <a:cubicBezTo>
                    <a:pt x="51" y="612"/>
                    <a:pt x="91" y="622"/>
                    <a:pt x="131" y="732"/>
                  </a:cubicBezTo>
                  <a:cubicBezTo>
                    <a:pt x="262" y="1074"/>
                    <a:pt x="241" y="1515"/>
                    <a:pt x="141" y="1866"/>
                  </a:cubicBezTo>
                  <a:lnTo>
                    <a:pt x="171" y="1856"/>
                  </a:lnTo>
                  <a:cubicBezTo>
                    <a:pt x="251" y="1826"/>
                    <a:pt x="392" y="1806"/>
                    <a:pt x="422" y="1705"/>
                  </a:cubicBezTo>
                  <a:cubicBezTo>
                    <a:pt x="532" y="1304"/>
                    <a:pt x="372" y="933"/>
                    <a:pt x="312" y="532"/>
                  </a:cubicBezTo>
                  <a:cubicBezTo>
                    <a:pt x="292" y="331"/>
                    <a:pt x="181" y="151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31" name="Google Shape;24031;p84"/>
            <p:cNvSpPr/>
            <p:nvPr/>
          </p:nvSpPr>
          <p:spPr>
            <a:xfrm>
              <a:off x="986504" y="3987878"/>
              <a:ext cx="21596" cy="79109"/>
            </a:xfrm>
            <a:custGeom>
              <a:avLst/>
              <a:gdLst/>
              <a:ahLst/>
              <a:cxnLst/>
              <a:rect l="l" t="t" r="r" b="b"/>
              <a:pathLst>
                <a:path w="211" h="773" extrusionOk="0">
                  <a:moveTo>
                    <a:pt x="40" y="1"/>
                  </a:moveTo>
                  <a:lnTo>
                    <a:pt x="40" y="1"/>
                  </a:lnTo>
                  <a:cubicBezTo>
                    <a:pt x="0" y="81"/>
                    <a:pt x="20" y="261"/>
                    <a:pt x="50" y="342"/>
                  </a:cubicBezTo>
                  <a:cubicBezTo>
                    <a:pt x="50" y="372"/>
                    <a:pt x="61" y="392"/>
                    <a:pt x="71" y="412"/>
                  </a:cubicBezTo>
                  <a:cubicBezTo>
                    <a:pt x="61" y="382"/>
                    <a:pt x="50" y="362"/>
                    <a:pt x="50" y="332"/>
                  </a:cubicBezTo>
                  <a:cubicBezTo>
                    <a:pt x="40" y="281"/>
                    <a:pt x="30" y="231"/>
                    <a:pt x="30" y="181"/>
                  </a:cubicBezTo>
                  <a:cubicBezTo>
                    <a:pt x="30" y="171"/>
                    <a:pt x="30" y="161"/>
                    <a:pt x="30" y="141"/>
                  </a:cubicBezTo>
                  <a:lnTo>
                    <a:pt x="20" y="141"/>
                  </a:lnTo>
                  <a:cubicBezTo>
                    <a:pt x="30" y="91"/>
                    <a:pt x="30" y="41"/>
                    <a:pt x="40" y="1"/>
                  </a:cubicBezTo>
                  <a:close/>
                  <a:moveTo>
                    <a:pt x="91" y="522"/>
                  </a:moveTo>
                  <a:lnTo>
                    <a:pt x="91" y="522"/>
                  </a:lnTo>
                  <a:cubicBezTo>
                    <a:pt x="111" y="592"/>
                    <a:pt x="131" y="653"/>
                    <a:pt x="161" y="703"/>
                  </a:cubicBezTo>
                  <a:cubicBezTo>
                    <a:pt x="131" y="643"/>
                    <a:pt x="111" y="582"/>
                    <a:pt x="91" y="522"/>
                  </a:cubicBezTo>
                  <a:close/>
                  <a:moveTo>
                    <a:pt x="161" y="703"/>
                  </a:moveTo>
                  <a:cubicBezTo>
                    <a:pt x="161" y="708"/>
                    <a:pt x="163" y="710"/>
                    <a:pt x="166" y="713"/>
                  </a:cubicBezTo>
                  <a:lnTo>
                    <a:pt x="166" y="713"/>
                  </a:lnTo>
                  <a:cubicBezTo>
                    <a:pt x="164" y="710"/>
                    <a:pt x="163" y="706"/>
                    <a:pt x="161" y="703"/>
                  </a:cubicBezTo>
                  <a:close/>
                  <a:moveTo>
                    <a:pt x="166" y="713"/>
                  </a:moveTo>
                  <a:lnTo>
                    <a:pt x="166" y="713"/>
                  </a:lnTo>
                  <a:cubicBezTo>
                    <a:pt x="168" y="716"/>
                    <a:pt x="169" y="719"/>
                    <a:pt x="171" y="722"/>
                  </a:cubicBezTo>
                  <a:lnTo>
                    <a:pt x="171" y="722"/>
                  </a:lnTo>
                  <a:cubicBezTo>
                    <a:pt x="171" y="718"/>
                    <a:pt x="168" y="715"/>
                    <a:pt x="166" y="713"/>
                  </a:cubicBezTo>
                  <a:close/>
                  <a:moveTo>
                    <a:pt x="171" y="722"/>
                  </a:moveTo>
                  <a:lnTo>
                    <a:pt x="171" y="722"/>
                  </a:lnTo>
                  <a:cubicBezTo>
                    <a:pt x="171" y="722"/>
                    <a:pt x="171" y="723"/>
                    <a:pt x="171" y="723"/>
                  </a:cubicBezTo>
                  <a:cubicBezTo>
                    <a:pt x="171" y="723"/>
                    <a:pt x="171" y="723"/>
                    <a:pt x="172" y="724"/>
                  </a:cubicBezTo>
                  <a:lnTo>
                    <a:pt x="172" y="724"/>
                  </a:lnTo>
                  <a:cubicBezTo>
                    <a:pt x="171" y="723"/>
                    <a:pt x="171" y="723"/>
                    <a:pt x="171" y="722"/>
                  </a:cubicBezTo>
                  <a:close/>
                  <a:moveTo>
                    <a:pt x="172" y="724"/>
                  </a:moveTo>
                  <a:cubicBezTo>
                    <a:pt x="179" y="737"/>
                    <a:pt x="188" y="750"/>
                    <a:pt x="201" y="763"/>
                  </a:cubicBezTo>
                  <a:cubicBezTo>
                    <a:pt x="206" y="768"/>
                    <a:pt x="208" y="770"/>
                    <a:pt x="211" y="773"/>
                  </a:cubicBezTo>
                  <a:cubicBezTo>
                    <a:pt x="201" y="753"/>
                    <a:pt x="182" y="734"/>
                    <a:pt x="172" y="724"/>
                  </a:cubicBezTo>
                  <a:close/>
                </a:path>
              </a:pathLst>
            </a:custGeom>
            <a:solidFill>
              <a:srgbClr val="ECB9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32" name="Google Shape;24032;p84"/>
            <p:cNvSpPr/>
            <p:nvPr/>
          </p:nvSpPr>
          <p:spPr>
            <a:xfrm>
              <a:off x="989574" y="3976620"/>
              <a:ext cx="124355" cy="90366"/>
            </a:xfrm>
            <a:custGeom>
              <a:avLst/>
              <a:gdLst/>
              <a:ahLst/>
              <a:cxnLst/>
              <a:rect l="l" t="t" r="r" b="b"/>
              <a:pathLst>
                <a:path w="1215" h="883" extrusionOk="0">
                  <a:moveTo>
                    <a:pt x="803" y="0"/>
                  </a:moveTo>
                  <a:cubicBezTo>
                    <a:pt x="713" y="0"/>
                    <a:pt x="622" y="20"/>
                    <a:pt x="532" y="40"/>
                  </a:cubicBezTo>
                  <a:lnTo>
                    <a:pt x="522" y="40"/>
                  </a:lnTo>
                  <a:cubicBezTo>
                    <a:pt x="502" y="81"/>
                    <a:pt x="462" y="131"/>
                    <a:pt x="412" y="191"/>
                  </a:cubicBezTo>
                  <a:cubicBezTo>
                    <a:pt x="362" y="251"/>
                    <a:pt x="251" y="251"/>
                    <a:pt x="151" y="251"/>
                  </a:cubicBezTo>
                  <a:lnTo>
                    <a:pt x="0" y="251"/>
                  </a:lnTo>
                  <a:cubicBezTo>
                    <a:pt x="0" y="271"/>
                    <a:pt x="0" y="281"/>
                    <a:pt x="0" y="291"/>
                  </a:cubicBezTo>
                  <a:cubicBezTo>
                    <a:pt x="0" y="341"/>
                    <a:pt x="10" y="391"/>
                    <a:pt x="20" y="442"/>
                  </a:cubicBezTo>
                  <a:cubicBezTo>
                    <a:pt x="20" y="472"/>
                    <a:pt x="31" y="492"/>
                    <a:pt x="41" y="522"/>
                  </a:cubicBezTo>
                  <a:cubicBezTo>
                    <a:pt x="51" y="552"/>
                    <a:pt x="51" y="592"/>
                    <a:pt x="61" y="632"/>
                  </a:cubicBezTo>
                  <a:cubicBezTo>
                    <a:pt x="81" y="702"/>
                    <a:pt x="101" y="763"/>
                    <a:pt x="131" y="813"/>
                  </a:cubicBezTo>
                  <a:cubicBezTo>
                    <a:pt x="181" y="823"/>
                    <a:pt x="231" y="823"/>
                    <a:pt x="281" y="823"/>
                  </a:cubicBezTo>
                  <a:cubicBezTo>
                    <a:pt x="472" y="823"/>
                    <a:pt x="672" y="783"/>
                    <a:pt x="833" y="763"/>
                  </a:cubicBezTo>
                  <a:cubicBezTo>
                    <a:pt x="983" y="743"/>
                    <a:pt x="1074" y="733"/>
                    <a:pt x="1154" y="672"/>
                  </a:cubicBezTo>
                  <a:cubicBezTo>
                    <a:pt x="1154" y="452"/>
                    <a:pt x="1214" y="221"/>
                    <a:pt x="1034" y="71"/>
                  </a:cubicBezTo>
                  <a:cubicBezTo>
                    <a:pt x="973" y="20"/>
                    <a:pt x="893" y="0"/>
                    <a:pt x="803" y="0"/>
                  </a:cubicBezTo>
                  <a:close/>
                  <a:moveTo>
                    <a:pt x="141" y="833"/>
                  </a:moveTo>
                  <a:cubicBezTo>
                    <a:pt x="151" y="843"/>
                    <a:pt x="171" y="863"/>
                    <a:pt x="181" y="883"/>
                  </a:cubicBezTo>
                  <a:cubicBezTo>
                    <a:pt x="171" y="863"/>
                    <a:pt x="161" y="843"/>
                    <a:pt x="141" y="833"/>
                  </a:cubicBez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33" name="Google Shape;24033;p84"/>
            <p:cNvSpPr/>
            <p:nvPr/>
          </p:nvSpPr>
          <p:spPr>
            <a:xfrm>
              <a:off x="988551" y="3980714"/>
              <a:ext cx="54553" cy="21696"/>
            </a:xfrm>
            <a:custGeom>
              <a:avLst/>
              <a:gdLst/>
              <a:ahLst/>
              <a:cxnLst/>
              <a:rect l="l" t="t" r="r" b="b"/>
              <a:pathLst>
                <a:path w="533" h="212" extrusionOk="0">
                  <a:moveTo>
                    <a:pt x="532" y="0"/>
                  </a:moveTo>
                  <a:lnTo>
                    <a:pt x="532" y="0"/>
                  </a:lnTo>
                  <a:cubicBezTo>
                    <a:pt x="442" y="10"/>
                    <a:pt x="361" y="31"/>
                    <a:pt x="281" y="31"/>
                  </a:cubicBezTo>
                  <a:lnTo>
                    <a:pt x="261" y="31"/>
                  </a:lnTo>
                  <a:cubicBezTo>
                    <a:pt x="221" y="31"/>
                    <a:pt x="181" y="20"/>
                    <a:pt x="131" y="20"/>
                  </a:cubicBezTo>
                  <a:cubicBezTo>
                    <a:pt x="91" y="20"/>
                    <a:pt x="51" y="31"/>
                    <a:pt x="20" y="71"/>
                  </a:cubicBezTo>
                  <a:cubicBezTo>
                    <a:pt x="10" y="111"/>
                    <a:pt x="10" y="161"/>
                    <a:pt x="0" y="211"/>
                  </a:cubicBezTo>
                  <a:lnTo>
                    <a:pt x="161" y="211"/>
                  </a:lnTo>
                  <a:cubicBezTo>
                    <a:pt x="261" y="211"/>
                    <a:pt x="372" y="211"/>
                    <a:pt x="422" y="151"/>
                  </a:cubicBezTo>
                  <a:cubicBezTo>
                    <a:pt x="472" y="91"/>
                    <a:pt x="512" y="41"/>
                    <a:pt x="532" y="0"/>
                  </a:cubicBez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34" name="Google Shape;24034;p84"/>
            <p:cNvSpPr/>
            <p:nvPr/>
          </p:nvSpPr>
          <p:spPr>
            <a:xfrm>
              <a:off x="1002879" y="4045393"/>
              <a:ext cx="104806" cy="26813"/>
            </a:xfrm>
            <a:custGeom>
              <a:avLst/>
              <a:gdLst/>
              <a:ahLst/>
              <a:cxnLst/>
              <a:rect l="l" t="t" r="r" b="b"/>
              <a:pathLst>
                <a:path w="1024" h="262" extrusionOk="0">
                  <a:moveTo>
                    <a:pt x="1024" y="0"/>
                  </a:moveTo>
                  <a:cubicBezTo>
                    <a:pt x="944" y="61"/>
                    <a:pt x="853" y="71"/>
                    <a:pt x="703" y="91"/>
                  </a:cubicBezTo>
                  <a:cubicBezTo>
                    <a:pt x="542" y="111"/>
                    <a:pt x="342" y="151"/>
                    <a:pt x="151" y="151"/>
                  </a:cubicBezTo>
                  <a:cubicBezTo>
                    <a:pt x="101" y="151"/>
                    <a:pt x="51" y="151"/>
                    <a:pt x="1" y="141"/>
                  </a:cubicBezTo>
                  <a:lnTo>
                    <a:pt x="1" y="141"/>
                  </a:lnTo>
                  <a:cubicBezTo>
                    <a:pt x="1" y="151"/>
                    <a:pt x="11" y="151"/>
                    <a:pt x="11" y="161"/>
                  </a:cubicBezTo>
                  <a:cubicBezTo>
                    <a:pt x="31" y="171"/>
                    <a:pt x="41" y="191"/>
                    <a:pt x="51" y="211"/>
                  </a:cubicBezTo>
                  <a:cubicBezTo>
                    <a:pt x="51" y="211"/>
                    <a:pt x="61" y="221"/>
                    <a:pt x="61" y="221"/>
                  </a:cubicBezTo>
                  <a:cubicBezTo>
                    <a:pt x="101" y="251"/>
                    <a:pt x="151" y="261"/>
                    <a:pt x="211" y="261"/>
                  </a:cubicBezTo>
                  <a:cubicBezTo>
                    <a:pt x="322" y="261"/>
                    <a:pt x="452" y="221"/>
                    <a:pt x="552" y="221"/>
                  </a:cubicBezTo>
                  <a:cubicBezTo>
                    <a:pt x="565" y="221"/>
                    <a:pt x="579" y="221"/>
                    <a:pt x="593" y="221"/>
                  </a:cubicBezTo>
                  <a:cubicBezTo>
                    <a:pt x="754" y="221"/>
                    <a:pt x="1024" y="213"/>
                    <a:pt x="1024" y="10"/>
                  </a:cubicBezTo>
                  <a:lnTo>
                    <a:pt x="1024" y="0"/>
                  </a:ln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35" name="Google Shape;24035;p84"/>
            <p:cNvSpPr/>
            <p:nvPr/>
          </p:nvSpPr>
          <p:spPr>
            <a:xfrm>
              <a:off x="982512" y="4003638"/>
              <a:ext cx="35106" cy="31214"/>
            </a:xfrm>
            <a:custGeom>
              <a:avLst/>
              <a:gdLst/>
              <a:ahLst/>
              <a:cxnLst/>
              <a:rect l="l" t="t" r="r" b="b"/>
              <a:pathLst>
                <a:path w="343" h="305" extrusionOk="0">
                  <a:moveTo>
                    <a:pt x="49" y="1"/>
                  </a:moveTo>
                  <a:cubicBezTo>
                    <a:pt x="48" y="1"/>
                    <a:pt x="50" y="2"/>
                    <a:pt x="58" y="8"/>
                  </a:cubicBezTo>
                  <a:lnTo>
                    <a:pt x="58" y="8"/>
                  </a:lnTo>
                  <a:cubicBezTo>
                    <a:pt x="58" y="8"/>
                    <a:pt x="59" y="7"/>
                    <a:pt x="59" y="7"/>
                  </a:cubicBezTo>
                  <a:cubicBezTo>
                    <a:pt x="59" y="7"/>
                    <a:pt x="50" y="1"/>
                    <a:pt x="49" y="1"/>
                  </a:cubicBezTo>
                  <a:close/>
                  <a:moveTo>
                    <a:pt x="58" y="8"/>
                  </a:moveTo>
                  <a:cubicBezTo>
                    <a:pt x="1" y="40"/>
                    <a:pt x="70" y="168"/>
                    <a:pt x="89" y="188"/>
                  </a:cubicBezTo>
                  <a:cubicBezTo>
                    <a:pt x="110" y="236"/>
                    <a:pt x="238" y="305"/>
                    <a:pt x="300" y="305"/>
                  </a:cubicBezTo>
                  <a:cubicBezTo>
                    <a:pt x="328" y="305"/>
                    <a:pt x="342" y="292"/>
                    <a:pt x="330" y="258"/>
                  </a:cubicBezTo>
                  <a:cubicBezTo>
                    <a:pt x="300" y="148"/>
                    <a:pt x="120" y="57"/>
                    <a:pt x="69" y="17"/>
                  </a:cubicBezTo>
                  <a:cubicBezTo>
                    <a:pt x="64" y="13"/>
                    <a:pt x="61" y="10"/>
                    <a:pt x="58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36" name="Google Shape;24036;p84"/>
            <p:cNvSpPr/>
            <p:nvPr/>
          </p:nvSpPr>
          <p:spPr>
            <a:xfrm>
              <a:off x="1043000" y="3992995"/>
              <a:ext cx="53427" cy="37661"/>
            </a:xfrm>
            <a:custGeom>
              <a:avLst/>
              <a:gdLst/>
              <a:ahLst/>
              <a:cxnLst/>
              <a:rect l="l" t="t" r="r" b="b"/>
              <a:pathLst>
                <a:path w="522" h="368" extrusionOk="0">
                  <a:moveTo>
                    <a:pt x="414" y="0"/>
                  </a:moveTo>
                  <a:cubicBezTo>
                    <a:pt x="342" y="0"/>
                    <a:pt x="263" y="106"/>
                    <a:pt x="221" y="131"/>
                  </a:cubicBezTo>
                  <a:cubicBezTo>
                    <a:pt x="171" y="161"/>
                    <a:pt x="0" y="322"/>
                    <a:pt x="80" y="362"/>
                  </a:cubicBezTo>
                  <a:cubicBezTo>
                    <a:pt x="90" y="366"/>
                    <a:pt x="100" y="368"/>
                    <a:pt x="110" y="368"/>
                  </a:cubicBezTo>
                  <a:cubicBezTo>
                    <a:pt x="201" y="368"/>
                    <a:pt x="327" y="228"/>
                    <a:pt x="381" y="201"/>
                  </a:cubicBezTo>
                  <a:cubicBezTo>
                    <a:pt x="441" y="161"/>
                    <a:pt x="522" y="61"/>
                    <a:pt x="451" y="11"/>
                  </a:cubicBezTo>
                  <a:cubicBezTo>
                    <a:pt x="439" y="3"/>
                    <a:pt x="427" y="0"/>
                    <a:pt x="4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37" name="Google Shape;24037;p84"/>
            <p:cNvSpPr/>
            <p:nvPr/>
          </p:nvSpPr>
          <p:spPr>
            <a:xfrm>
              <a:off x="1257525" y="4184780"/>
              <a:ext cx="245435" cy="652110"/>
            </a:xfrm>
            <a:custGeom>
              <a:avLst/>
              <a:gdLst/>
              <a:ahLst/>
              <a:cxnLst/>
              <a:rect l="l" t="t" r="r" b="b"/>
              <a:pathLst>
                <a:path w="2398" h="6372" extrusionOk="0">
                  <a:moveTo>
                    <a:pt x="1928" y="0"/>
                  </a:moveTo>
                  <a:cubicBezTo>
                    <a:pt x="1818" y="0"/>
                    <a:pt x="1482" y="1062"/>
                    <a:pt x="1375" y="1296"/>
                  </a:cubicBezTo>
                  <a:cubicBezTo>
                    <a:pt x="1344" y="1367"/>
                    <a:pt x="1134" y="1828"/>
                    <a:pt x="1013" y="2089"/>
                  </a:cubicBezTo>
                  <a:cubicBezTo>
                    <a:pt x="1003" y="2109"/>
                    <a:pt x="983" y="2139"/>
                    <a:pt x="973" y="2169"/>
                  </a:cubicBezTo>
                  <a:cubicBezTo>
                    <a:pt x="953" y="2219"/>
                    <a:pt x="933" y="2259"/>
                    <a:pt x="913" y="2299"/>
                  </a:cubicBezTo>
                  <a:cubicBezTo>
                    <a:pt x="863" y="2430"/>
                    <a:pt x="803" y="2580"/>
                    <a:pt x="763" y="2731"/>
                  </a:cubicBezTo>
                  <a:cubicBezTo>
                    <a:pt x="733" y="2851"/>
                    <a:pt x="713" y="2972"/>
                    <a:pt x="703" y="3102"/>
                  </a:cubicBezTo>
                  <a:cubicBezTo>
                    <a:pt x="692" y="3152"/>
                    <a:pt x="692" y="3202"/>
                    <a:pt x="682" y="3252"/>
                  </a:cubicBezTo>
                  <a:cubicBezTo>
                    <a:pt x="652" y="3553"/>
                    <a:pt x="582" y="3965"/>
                    <a:pt x="542" y="4296"/>
                  </a:cubicBezTo>
                  <a:cubicBezTo>
                    <a:pt x="522" y="4406"/>
                    <a:pt x="512" y="4506"/>
                    <a:pt x="502" y="4596"/>
                  </a:cubicBezTo>
                  <a:cubicBezTo>
                    <a:pt x="492" y="4727"/>
                    <a:pt x="462" y="4867"/>
                    <a:pt x="422" y="5008"/>
                  </a:cubicBezTo>
                  <a:cubicBezTo>
                    <a:pt x="351" y="5279"/>
                    <a:pt x="271" y="5539"/>
                    <a:pt x="221" y="5730"/>
                  </a:cubicBezTo>
                  <a:cubicBezTo>
                    <a:pt x="211" y="5760"/>
                    <a:pt x="211" y="5790"/>
                    <a:pt x="211" y="5810"/>
                  </a:cubicBezTo>
                  <a:cubicBezTo>
                    <a:pt x="171" y="6061"/>
                    <a:pt x="0" y="6171"/>
                    <a:pt x="141" y="6251"/>
                  </a:cubicBezTo>
                  <a:cubicBezTo>
                    <a:pt x="221" y="6292"/>
                    <a:pt x="382" y="6352"/>
                    <a:pt x="552" y="6372"/>
                  </a:cubicBezTo>
                  <a:cubicBezTo>
                    <a:pt x="582" y="6231"/>
                    <a:pt x="602" y="6151"/>
                    <a:pt x="622" y="5951"/>
                  </a:cubicBezTo>
                  <a:cubicBezTo>
                    <a:pt x="642" y="5720"/>
                    <a:pt x="562" y="5690"/>
                    <a:pt x="642" y="5289"/>
                  </a:cubicBezTo>
                  <a:cubicBezTo>
                    <a:pt x="723" y="4887"/>
                    <a:pt x="823" y="3573"/>
                    <a:pt x="913" y="3172"/>
                  </a:cubicBezTo>
                  <a:cubicBezTo>
                    <a:pt x="1003" y="2771"/>
                    <a:pt x="1114" y="3072"/>
                    <a:pt x="1184" y="2711"/>
                  </a:cubicBezTo>
                  <a:cubicBezTo>
                    <a:pt x="1244" y="2360"/>
                    <a:pt x="1615" y="2079"/>
                    <a:pt x="1846" y="1758"/>
                  </a:cubicBezTo>
                  <a:cubicBezTo>
                    <a:pt x="2067" y="1427"/>
                    <a:pt x="2257" y="855"/>
                    <a:pt x="2378" y="494"/>
                  </a:cubicBezTo>
                  <a:cubicBezTo>
                    <a:pt x="2398" y="434"/>
                    <a:pt x="2378" y="414"/>
                    <a:pt x="2336" y="414"/>
                  </a:cubicBezTo>
                  <a:cubicBezTo>
                    <a:pt x="2295" y="414"/>
                    <a:pt x="2232" y="434"/>
                    <a:pt x="2167" y="454"/>
                  </a:cubicBezTo>
                  <a:cubicBezTo>
                    <a:pt x="2104" y="479"/>
                    <a:pt x="2032" y="505"/>
                    <a:pt x="1975" y="505"/>
                  </a:cubicBezTo>
                  <a:cubicBezTo>
                    <a:pt x="1943" y="505"/>
                    <a:pt x="1915" y="496"/>
                    <a:pt x="1896" y="474"/>
                  </a:cubicBezTo>
                  <a:cubicBezTo>
                    <a:pt x="1836" y="404"/>
                    <a:pt x="1976" y="23"/>
                    <a:pt x="1936" y="2"/>
                  </a:cubicBezTo>
                  <a:cubicBezTo>
                    <a:pt x="1934" y="1"/>
                    <a:pt x="1931" y="0"/>
                    <a:pt x="1928" y="0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38" name="Google Shape;24038;p84"/>
            <p:cNvSpPr/>
            <p:nvPr/>
          </p:nvSpPr>
          <p:spPr>
            <a:xfrm>
              <a:off x="1147704" y="3775318"/>
              <a:ext cx="36027" cy="28962"/>
            </a:xfrm>
            <a:custGeom>
              <a:avLst/>
              <a:gdLst/>
              <a:ahLst/>
              <a:cxnLst/>
              <a:rect l="l" t="t" r="r" b="b"/>
              <a:pathLst>
                <a:path w="352" h="283" extrusionOk="0">
                  <a:moveTo>
                    <a:pt x="172" y="1"/>
                  </a:moveTo>
                  <a:cubicBezTo>
                    <a:pt x="145" y="1"/>
                    <a:pt x="118" y="8"/>
                    <a:pt x="90" y="21"/>
                  </a:cubicBezTo>
                  <a:cubicBezTo>
                    <a:pt x="20" y="62"/>
                    <a:pt x="0" y="142"/>
                    <a:pt x="50" y="212"/>
                  </a:cubicBezTo>
                  <a:cubicBezTo>
                    <a:pt x="77" y="258"/>
                    <a:pt x="125" y="283"/>
                    <a:pt x="177" y="283"/>
                  </a:cubicBezTo>
                  <a:cubicBezTo>
                    <a:pt x="205" y="283"/>
                    <a:pt x="233" y="276"/>
                    <a:pt x="261" y="262"/>
                  </a:cubicBezTo>
                  <a:cubicBezTo>
                    <a:pt x="331" y="222"/>
                    <a:pt x="351" y="142"/>
                    <a:pt x="301" y="72"/>
                  </a:cubicBezTo>
                  <a:cubicBezTo>
                    <a:pt x="268" y="25"/>
                    <a:pt x="222" y="1"/>
                    <a:pt x="172" y="1"/>
                  </a:cubicBezTo>
                  <a:close/>
                </a:path>
              </a:pathLst>
            </a:custGeom>
            <a:solidFill>
              <a:srgbClr val="1A0B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39" name="Google Shape;24039;p84"/>
            <p:cNvSpPr/>
            <p:nvPr/>
          </p:nvSpPr>
          <p:spPr>
            <a:xfrm>
              <a:off x="1149751" y="3775318"/>
              <a:ext cx="31933" cy="25892"/>
            </a:xfrm>
            <a:custGeom>
              <a:avLst/>
              <a:gdLst/>
              <a:ahLst/>
              <a:cxnLst/>
              <a:rect l="l" t="t" r="r" b="b"/>
              <a:pathLst>
                <a:path w="312" h="253" extrusionOk="0">
                  <a:moveTo>
                    <a:pt x="157" y="1"/>
                  </a:moveTo>
                  <a:cubicBezTo>
                    <a:pt x="131" y="1"/>
                    <a:pt x="105" y="7"/>
                    <a:pt x="80" y="21"/>
                  </a:cubicBezTo>
                  <a:cubicBezTo>
                    <a:pt x="10" y="51"/>
                    <a:pt x="0" y="122"/>
                    <a:pt x="40" y="192"/>
                  </a:cubicBezTo>
                  <a:cubicBezTo>
                    <a:pt x="66" y="231"/>
                    <a:pt x="109" y="253"/>
                    <a:pt x="155" y="253"/>
                  </a:cubicBezTo>
                  <a:cubicBezTo>
                    <a:pt x="180" y="253"/>
                    <a:pt x="206" y="246"/>
                    <a:pt x="231" y="232"/>
                  </a:cubicBezTo>
                  <a:cubicBezTo>
                    <a:pt x="291" y="202"/>
                    <a:pt x="311" y="122"/>
                    <a:pt x="271" y="62"/>
                  </a:cubicBezTo>
                  <a:cubicBezTo>
                    <a:pt x="245" y="23"/>
                    <a:pt x="202" y="1"/>
                    <a:pt x="157" y="1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40" name="Google Shape;24040;p84"/>
            <p:cNvSpPr/>
            <p:nvPr/>
          </p:nvSpPr>
          <p:spPr>
            <a:xfrm>
              <a:off x="1156915" y="3780537"/>
              <a:ext cx="17502" cy="14430"/>
            </a:xfrm>
            <a:custGeom>
              <a:avLst/>
              <a:gdLst/>
              <a:ahLst/>
              <a:cxnLst/>
              <a:rect l="l" t="t" r="r" b="b"/>
              <a:pathLst>
                <a:path w="171" h="141" extrusionOk="0">
                  <a:moveTo>
                    <a:pt x="80" y="0"/>
                  </a:moveTo>
                  <a:cubicBezTo>
                    <a:pt x="67" y="0"/>
                    <a:pt x="54" y="4"/>
                    <a:pt x="41" y="11"/>
                  </a:cubicBezTo>
                  <a:cubicBezTo>
                    <a:pt x="0" y="31"/>
                    <a:pt x="0" y="71"/>
                    <a:pt x="20" y="101"/>
                  </a:cubicBezTo>
                  <a:cubicBezTo>
                    <a:pt x="34" y="128"/>
                    <a:pt x="61" y="141"/>
                    <a:pt x="86" y="141"/>
                  </a:cubicBezTo>
                  <a:cubicBezTo>
                    <a:pt x="98" y="141"/>
                    <a:pt x="111" y="138"/>
                    <a:pt x="121" y="131"/>
                  </a:cubicBezTo>
                  <a:cubicBezTo>
                    <a:pt x="161" y="111"/>
                    <a:pt x="171" y="71"/>
                    <a:pt x="151" y="41"/>
                  </a:cubicBezTo>
                  <a:cubicBezTo>
                    <a:pt x="131" y="14"/>
                    <a:pt x="106" y="0"/>
                    <a:pt x="80" y="0"/>
                  </a:cubicBezTo>
                  <a:close/>
                </a:path>
              </a:pathLst>
            </a:custGeom>
            <a:solidFill>
              <a:srgbClr val="1A0B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41" name="Google Shape;24041;p84"/>
            <p:cNvSpPr/>
            <p:nvPr/>
          </p:nvSpPr>
          <p:spPr>
            <a:xfrm>
              <a:off x="1139413" y="3769689"/>
              <a:ext cx="53529" cy="24766"/>
            </a:xfrm>
            <a:custGeom>
              <a:avLst/>
              <a:gdLst/>
              <a:ahLst/>
              <a:cxnLst/>
              <a:rect l="l" t="t" r="r" b="b"/>
              <a:pathLst>
                <a:path w="523" h="242" extrusionOk="0">
                  <a:moveTo>
                    <a:pt x="318" y="0"/>
                  </a:moveTo>
                  <a:cubicBezTo>
                    <a:pt x="235" y="0"/>
                    <a:pt x="123" y="35"/>
                    <a:pt x="101" y="86"/>
                  </a:cubicBezTo>
                  <a:cubicBezTo>
                    <a:pt x="71" y="157"/>
                    <a:pt x="1" y="217"/>
                    <a:pt x="61" y="237"/>
                  </a:cubicBezTo>
                  <a:cubicBezTo>
                    <a:pt x="68" y="240"/>
                    <a:pt x="74" y="242"/>
                    <a:pt x="81" y="242"/>
                  </a:cubicBezTo>
                  <a:cubicBezTo>
                    <a:pt x="137" y="242"/>
                    <a:pt x="198" y="144"/>
                    <a:pt x="252" y="127"/>
                  </a:cubicBezTo>
                  <a:cubicBezTo>
                    <a:pt x="266" y="123"/>
                    <a:pt x="280" y="121"/>
                    <a:pt x="295" y="121"/>
                  </a:cubicBezTo>
                  <a:cubicBezTo>
                    <a:pt x="353" y="121"/>
                    <a:pt x="414" y="147"/>
                    <a:pt x="462" y="147"/>
                  </a:cubicBezTo>
                  <a:cubicBezTo>
                    <a:pt x="522" y="147"/>
                    <a:pt x="452" y="46"/>
                    <a:pt x="392" y="16"/>
                  </a:cubicBezTo>
                  <a:cubicBezTo>
                    <a:pt x="376" y="5"/>
                    <a:pt x="349" y="0"/>
                    <a:pt x="318" y="0"/>
                  </a:cubicBezTo>
                  <a:close/>
                </a:path>
              </a:pathLst>
            </a:custGeom>
            <a:solidFill>
              <a:srgbClr val="1A0B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42" name="Google Shape;24042;p84"/>
            <p:cNvSpPr/>
            <p:nvPr/>
          </p:nvSpPr>
          <p:spPr>
            <a:xfrm>
              <a:off x="1794449" y="3656705"/>
              <a:ext cx="495988" cy="73275"/>
            </a:xfrm>
            <a:custGeom>
              <a:avLst/>
              <a:gdLst/>
              <a:ahLst/>
              <a:cxnLst/>
              <a:rect l="l" t="t" r="r" b="b"/>
              <a:pathLst>
                <a:path w="4846" h="716" extrusionOk="0">
                  <a:moveTo>
                    <a:pt x="3567" y="1"/>
                  </a:moveTo>
                  <a:cubicBezTo>
                    <a:pt x="3057" y="1"/>
                    <a:pt x="2560" y="147"/>
                    <a:pt x="2047" y="238"/>
                  </a:cubicBezTo>
                  <a:cubicBezTo>
                    <a:pt x="1877" y="265"/>
                    <a:pt x="1706" y="274"/>
                    <a:pt x="1533" y="274"/>
                  </a:cubicBezTo>
                  <a:cubicBezTo>
                    <a:pt x="1247" y="274"/>
                    <a:pt x="959" y="250"/>
                    <a:pt x="672" y="250"/>
                  </a:cubicBezTo>
                  <a:cubicBezTo>
                    <a:pt x="446" y="250"/>
                    <a:pt x="222" y="265"/>
                    <a:pt x="0" y="318"/>
                  </a:cubicBezTo>
                  <a:lnTo>
                    <a:pt x="0" y="328"/>
                  </a:lnTo>
                  <a:cubicBezTo>
                    <a:pt x="185" y="632"/>
                    <a:pt x="473" y="715"/>
                    <a:pt x="787" y="715"/>
                  </a:cubicBezTo>
                  <a:cubicBezTo>
                    <a:pt x="1053" y="715"/>
                    <a:pt x="1338" y="655"/>
                    <a:pt x="1595" y="619"/>
                  </a:cubicBezTo>
                  <a:cubicBezTo>
                    <a:pt x="2157" y="528"/>
                    <a:pt x="2749" y="388"/>
                    <a:pt x="3290" y="258"/>
                  </a:cubicBezTo>
                  <a:cubicBezTo>
                    <a:pt x="3447" y="222"/>
                    <a:pt x="3603" y="207"/>
                    <a:pt x="3757" y="207"/>
                  </a:cubicBezTo>
                  <a:cubicBezTo>
                    <a:pt x="4124" y="207"/>
                    <a:pt x="4485" y="290"/>
                    <a:pt x="4845" y="368"/>
                  </a:cubicBezTo>
                  <a:cubicBezTo>
                    <a:pt x="4474" y="217"/>
                    <a:pt x="4163" y="27"/>
                    <a:pt x="3742" y="7"/>
                  </a:cubicBezTo>
                  <a:cubicBezTo>
                    <a:pt x="3683" y="3"/>
                    <a:pt x="3625" y="1"/>
                    <a:pt x="3567" y="1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43" name="Google Shape;24043;p84"/>
            <p:cNvSpPr/>
            <p:nvPr/>
          </p:nvSpPr>
          <p:spPr>
            <a:xfrm>
              <a:off x="1171244" y="3783607"/>
              <a:ext cx="5220" cy="5219"/>
            </a:xfrm>
            <a:custGeom>
              <a:avLst/>
              <a:gdLst/>
              <a:ahLst/>
              <a:cxnLst/>
              <a:rect l="l" t="t" r="r" b="b"/>
              <a:pathLst>
                <a:path w="51" h="51" extrusionOk="0">
                  <a:moveTo>
                    <a:pt x="1" y="1"/>
                  </a:moveTo>
                  <a:cubicBezTo>
                    <a:pt x="11" y="1"/>
                    <a:pt x="11" y="11"/>
                    <a:pt x="11" y="11"/>
                  </a:cubicBezTo>
                  <a:cubicBezTo>
                    <a:pt x="21" y="21"/>
                    <a:pt x="21" y="41"/>
                    <a:pt x="21" y="51"/>
                  </a:cubicBezTo>
                  <a:cubicBezTo>
                    <a:pt x="31" y="51"/>
                    <a:pt x="51" y="41"/>
                    <a:pt x="41" y="31"/>
                  </a:cubicBezTo>
                  <a:cubicBezTo>
                    <a:pt x="41" y="11"/>
                    <a:pt x="31" y="1"/>
                    <a:pt x="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44" name="Google Shape;24044;p84"/>
            <p:cNvSpPr/>
            <p:nvPr/>
          </p:nvSpPr>
          <p:spPr>
            <a:xfrm>
              <a:off x="1169197" y="3783607"/>
              <a:ext cx="4196" cy="5219"/>
            </a:xfrm>
            <a:custGeom>
              <a:avLst/>
              <a:gdLst/>
              <a:ahLst/>
              <a:cxnLst/>
              <a:rect l="l" t="t" r="r" b="b"/>
              <a:pathLst>
                <a:path w="41" h="51" extrusionOk="0">
                  <a:moveTo>
                    <a:pt x="21" y="1"/>
                  </a:moveTo>
                  <a:cubicBezTo>
                    <a:pt x="11" y="11"/>
                    <a:pt x="1" y="21"/>
                    <a:pt x="1" y="31"/>
                  </a:cubicBezTo>
                  <a:cubicBezTo>
                    <a:pt x="11" y="41"/>
                    <a:pt x="21" y="51"/>
                    <a:pt x="41" y="51"/>
                  </a:cubicBezTo>
                  <a:cubicBezTo>
                    <a:pt x="41" y="41"/>
                    <a:pt x="41" y="21"/>
                    <a:pt x="31" y="11"/>
                  </a:cubicBezTo>
                  <a:cubicBezTo>
                    <a:pt x="31" y="11"/>
                    <a:pt x="31" y="1"/>
                    <a:pt x="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45" name="Google Shape;24045;p84"/>
            <p:cNvSpPr/>
            <p:nvPr/>
          </p:nvSpPr>
          <p:spPr>
            <a:xfrm>
              <a:off x="1161009" y="3793841"/>
              <a:ext cx="2149" cy="2149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1" y="1"/>
                  </a:moveTo>
                  <a:lnTo>
                    <a:pt x="11" y="21"/>
                  </a:lnTo>
                  <a:lnTo>
                    <a:pt x="21" y="11"/>
                  </a:lnTo>
                  <a:cubicBezTo>
                    <a:pt x="21" y="1"/>
                    <a:pt x="11" y="1"/>
                    <a:pt x="1" y="1"/>
                  </a:cubicBezTo>
                  <a:close/>
                </a:path>
              </a:pathLst>
            </a:custGeom>
            <a:solidFill>
              <a:srgbClr val="B4AD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46" name="Google Shape;24046;p84"/>
            <p:cNvSpPr/>
            <p:nvPr/>
          </p:nvSpPr>
          <p:spPr>
            <a:xfrm>
              <a:off x="1161009" y="3792818"/>
              <a:ext cx="3173" cy="2149"/>
            </a:xfrm>
            <a:custGeom>
              <a:avLst/>
              <a:gdLst/>
              <a:ahLst/>
              <a:cxnLst/>
              <a:rect l="l" t="t" r="r" b="b"/>
              <a:pathLst>
                <a:path w="31" h="21" extrusionOk="0">
                  <a:moveTo>
                    <a:pt x="11" y="1"/>
                  </a:moveTo>
                  <a:lnTo>
                    <a:pt x="1" y="11"/>
                  </a:lnTo>
                  <a:cubicBezTo>
                    <a:pt x="11" y="11"/>
                    <a:pt x="21" y="11"/>
                    <a:pt x="21" y="21"/>
                  </a:cubicBezTo>
                  <a:lnTo>
                    <a:pt x="31" y="1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47" name="Google Shape;24047;p84"/>
            <p:cNvSpPr/>
            <p:nvPr/>
          </p:nvSpPr>
          <p:spPr>
            <a:xfrm>
              <a:off x="1649727" y="4198289"/>
              <a:ext cx="379923" cy="79211"/>
            </a:xfrm>
            <a:custGeom>
              <a:avLst/>
              <a:gdLst/>
              <a:ahLst/>
              <a:cxnLst/>
              <a:rect l="l" t="t" r="r" b="b"/>
              <a:pathLst>
                <a:path w="3712" h="774" extrusionOk="0">
                  <a:moveTo>
                    <a:pt x="3711" y="1"/>
                  </a:moveTo>
                  <a:lnTo>
                    <a:pt x="3711" y="1"/>
                  </a:lnTo>
                  <a:cubicBezTo>
                    <a:pt x="3330" y="151"/>
                    <a:pt x="2929" y="272"/>
                    <a:pt x="2518" y="372"/>
                  </a:cubicBezTo>
                  <a:cubicBezTo>
                    <a:pt x="2929" y="272"/>
                    <a:pt x="3330" y="161"/>
                    <a:pt x="3711" y="1"/>
                  </a:cubicBezTo>
                  <a:close/>
                  <a:moveTo>
                    <a:pt x="1324" y="633"/>
                  </a:moveTo>
                  <a:cubicBezTo>
                    <a:pt x="893" y="703"/>
                    <a:pt x="441" y="743"/>
                    <a:pt x="0" y="773"/>
                  </a:cubicBezTo>
                  <a:cubicBezTo>
                    <a:pt x="441" y="753"/>
                    <a:pt x="893" y="703"/>
                    <a:pt x="1324" y="633"/>
                  </a:cubicBezTo>
                  <a:close/>
                </a:path>
              </a:pathLst>
            </a:custGeom>
            <a:solidFill>
              <a:srgbClr val="D3D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48" name="Google Shape;24048;p84"/>
            <p:cNvSpPr/>
            <p:nvPr/>
          </p:nvSpPr>
          <p:spPr>
            <a:xfrm>
              <a:off x="2029545" y="4198289"/>
              <a:ext cx="1126" cy="102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9A3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49" name="Google Shape;24049;p84"/>
            <p:cNvSpPr/>
            <p:nvPr/>
          </p:nvSpPr>
          <p:spPr>
            <a:xfrm>
              <a:off x="2030569" y="4186008"/>
              <a:ext cx="28863" cy="12383"/>
            </a:xfrm>
            <a:custGeom>
              <a:avLst/>
              <a:gdLst/>
              <a:ahLst/>
              <a:cxnLst/>
              <a:rect l="l" t="t" r="r" b="b"/>
              <a:pathLst>
                <a:path w="282" h="121" extrusionOk="0">
                  <a:moveTo>
                    <a:pt x="0" y="121"/>
                  </a:moveTo>
                  <a:cubicBezTo>
                    <a:pt x="0" y="121"/>
                    <a:pt x="0" y="121"/>
                    <a:pt x="0" y="121"/>
                  </a:cubicBezTo>
                  <a:cubicBezTo>
                    <a:pt x="91" y="81"/>
                    <a:pt x="181" y="41"/>
                    <a:pt x="281" y="1"/>
                  </a:cubicBezTo>
                  <a:cubicBezTo>
                    <a:pt x="181" y="41"/>
                    <a:pt x="91" y="81"/>
                    <a:pt x="0" y="121"/>
                  </a:cubicBezTo>
                </a:path>
              </a:pathLst>
            </a:custGeom>
            <a:solidFill>
              <a:srgbClr val="8A6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50" name="Google Shape;24050;p84"/>
            <p:cNvSpPr/>
            <p:nvPr/>
          </p:nvSpPr>
          <p:spPr>
            <a:xfrm>
              <a:off x="1568564" y="4138829"/>
              <a:ext cx="516458" cy="139694"/>
            </a:xfrm>
            <a:custGeom>
              <a:avLst/>
              <a:gdLst/>
              <a:ahLst/>
              <a:cxnLst/>
              <a:rect l="l" t="t" r="r" b="b"/>
              <a:pathLst>
                <a:path w="5046" h="1365" extrusionOk="0">
                  <a:moveTo>
                    <a:pt x="5046" y="341"/>
                  </a:moveTo>
                  <a:cubicBezTo>
                    <a:pt x="5006" y="361"/>
                    <a:pt x="4964" y="381"/>
                    <a:pt x="4922" y="401"/>
                  </a:cubicBezTo>
                  <a:lnTo>
                    <a:pt x="4922" y="401"/>
                  </a:lnTo>
                  <a:cubicBezTo>
                    <a:pt x="4964" y="381"/>
                    <a:pt x="5005" y="362"/>
                    <a:pt x="5046" y="341"/>
                  </a:cubicBezTo>
                  <a:close/>
                  <a:moveTo>
                    <a:pt x="4575" y="0"/>
                  </a:moveTo>
                  <a:cubicBezTo>
                    <a:pt x="3712" y="90"/>
                    <a:pt x="2699" y="482"/>
                    <a:pt x="2037" y="652"/>
                  </a:cubicBezTo>
                  <a:cubicBezTo>
                    <a:pt x="1987" y="662"/>
                    <a:pt x="1937" y="662"/>
                    <a:pt x="1876" y="662"/>
                  </a:cubicBezTo>
                  <a:cubicBezTo>
                    <a:pt x="1776" y="662"/>
                    <a:pt x="1656" y="642"/>
                    <a:pt x="1535" y="612"/>
                  </a:cubicBezTo>
                  <a:cubicBezTo>
                    <a:pt x="1495" y="722"/>
                    <a:pt x="1435" y="813"/>
                    <a:pt x="1385" y="823"/>
                  </a:cubicBezTo>
                  <a:cubicBezTo>
                    <a:pt x="1355" y="833"/>
                    <a:pt x="1325" y="833"/>
                    <a:pt x="1295" y="833"/>
                  </a:cubicBezTo>
                  <a:cubicBezTo>
                    <a:pt x="964" y="833"/>
                    <a:pt x="1024" y="361"/>
                    <a:pt x="663" y="231"/>
                  </a:cubicBezTo>
                  <a:lnTo>
                    <a:pt x="633" y="231"/>
                  </a:lnTo>
                  <a:cubicBezTo>
                    <a:pt x="592" y="231"/>
                    <a:pt x="532" y="241"/>
                    <a:pt x="472" y="261"/>
                  </a:cubicBezTo>
                  <a:cubicBezTo>
                    <a:pt x="422" y="271"/>
                    <a:pt x="352" y="281"/>
                    <a:pt x="292" y="281"/>
                  </a:cubicBezTo>
                  <a:lnTo>
                    <a:pt x="221" y="281"/>
                  </a:lnTo>
                  <a:cubicBezTo>
                    <a:pt x="241" y="441"/>
                    <a:pt x="261" y="592"/>
                    <a:pt x="261" y="662"/>
                  </a:cubicBezTo>
                  <a:cubicBezTo>
                    <a:pt x="261" y="853"/>
                    <a:pt x="151" y="1164"/>
                    <a:pt x="1" y="1354"/>
                  </a:cubicBezTo>
                  <a:cubicBezTo>
                    <a:pt x="121" y="1354"/>
                    <a:pt x="241" y="1364"/>
                    <a:pt x="362" y="1364"/>
                  </a:cubicBezTo>
                  <a:cubicBezTo>
                    <a:pt x="502" y="1364"/>
                    <a:pt x="643" y="1354"/>
                    <a:pt x="793" y="1354"/>
                  </a:cubicBezTo>
                  <a:cubicBezTo>
                    <a:pt x="1234" y="1324"/>
                    <a:pt x="1686" y="1284"/>
                    <a:pt x="2117" y="1214"/>
                  </a:cubicBezTo>
                  <a:cubicBezTo>
                    <a:pt x="2378" y="1174"/>
                    <a:pt x="2639" y="1114"/>
                    <a:pt x="2889" y="1063"/>
                  </a:cubicBezTo>
                  <a:cubicBezTo>
                    <a:pt x="3030" y="1023"/>
                    <a:pt x="3170" y="993"/>
                    <a:pt x="3311" y="953"/>
                  </a:cubicBezTo>
                  <a:cubicBezTo>
                    <a:pt x="3722" y="853"/>
                    <a:pt x="4123" y="732"/>
                    <a:pt x="4504" y="582"/>
                  </a:cubicBezTo>
                  <a:lnTo>
                    <a:pt x="4514" y="582"/>
                  </a:lnTo>
                  <a:cubicBezTo>
                    <a:pt x="4605" y="542"/>
                    <a:pt x="4695" y="502"/>
                    <a:pt x="4795" y="462"/>
                  </a:cubicBezTo>
                  <a:cubicBezTo>
                    <a:pt x="4836" y="441"/>
                    <a:pt x="4879" y="421"/>
                    <a:pt x="4922" y="401"/>
                  </a:cubicBezTo>
                  <a:lnTo>
                    <a:pt x="4922" y="401"/>
                  </a:lnTo>
                  <a:cubicBezTo>
                    <a:pt x="4822" y="447"/>
                    <a:pt x="4721" y="489"/>
                    <a:pt x="4615" y="532"/>
                  </a:cubicBezTo>
                  <a:cubicBezTo>
                    <a:pt x="4655" y="421"/>
                    <a:pt x="4755" y="301"/>
                    <a:pt x="4735" y="181"/>
                  </a:cubicBezTo>
                  <a:cubicBezTo>
                    <a:pt x="4725" y="80"/>
                    <a:pt x="4615" y="70"/>
                    <a:pt x="4575" y="0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51" name="Google Shape;24051;p84"/>
            <p:cNvSpPr/>
            <p:nvPr/>
          </p:nvSpPr>
          <p:spPr>
            <a:xfrm>
              <a:off x="1584019" y="4105978"/>
              <a:ext cx="141755" cy="118100"/>
            </a:xfrm>
            <a:custGeom>
              <a:avLst/>
              <a:gdLst/>
              <a:ahLst/>
              <a:cxnLst/>
              <a:rect l="l" t="t" r="r" b="b"/>
              <a:pathLst>
                <a:path w="1385" h="1154" extrusionOk="0">
                  <a:moveTo>
                    <a:pt x="120" y="0"/>
                  </a:moveTo>
                  <a:cubicBezTo>
                    <a:pt x="0" y="0"/>
                    <a:pt x="30" y="321"/>
                    <a:pt x="70" y="602"/>
                  </a:cubicBezTo>
                  <a:lnTo>
                    <a:pt x="141" y="602"/>
                  </a:lnTo>
                  <a:cubicBezTo>
                    <a:pt x="201" y="602"/>
                    <a:pt x="271" y="592"/>
                    <a:pt x="321" y="582"/>
                  </a:cubicBezTo>
                  <a:cubicBezTo>
                    <a:pt x="381" y="562"/>
                    <a:pt x="441" y="552"/>
                    <a:pt x="482" y="552"/>
                  </a:cubicBezTo>
                  <a:lnTo>
                    <a:pt x="512" y="552"/>
                  </a:lnTo>
                  <a:cubicBezTo>
                    <a:pt x="873" y="682"/>
                    <a:pt x="813" y="1154"/>
                    <a:pt x="1144" y="1154"/>
                  </a:cubicBezTo>
                  <a:cubicBezTo>
                    <a:pt x="1174" y="1154"/>
                    <a:pt x="1204" y="1154"/>
                    <a:pt x="1234" y="1144"/>
                  </a:cubicBezTo>
                  <a:cubicBezTo>
                    <a:pt x="1284" y="1134"/>
                    <a:pt x="1344" y="1043"/>
                    <a:pt x="1384" y="933"/>
                  </a:cubicBezTo>
                  <a:cubicBezTo>
                    <a:pt x="1124" y="853"/>
                    <a:pt x="863" y="702"/>
                    <a:pt x="732" y="562"/>
                  </a:cubicBezTo>
                  <a:cubicBezTo>
                    <a:pt x="512" y="331"/>
                    <a:pt x="341" y="20"/>
                    <a:pt x="130" y="0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52" name="Google Shape;24052;p84"/>
            <p:cNvSpPr/>
            <p:nvPr/>
          </p:nvSpPr>
          <p:spPr>
            <a:xfrm>
              <a:off x="2130155" y="4145993"/>
              <a:ext cx="1126" cy="102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0" y="0"/>
                    <a:pt x="10" y="0"/>
                  </a:cubicBezTo>
                  <a:lnTo>
                    <a:pt x="0" y="0"/>
                  </a:lnTo>
                </a:path>
              </a:pathLst>
            </a:custGeom>
            <a:solidFill>
              <a:srgbClr val="8A6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53" name="Google Shape;24053;p84"/>
            <p:cNvSpPr/>
            <p:nvPr/>
          </p:nvSpPr>
          <p:spPr>
            <a:xfrm>
              <a:off x="2105489" y="4139853"/>
              <a:ext cx="24769" cy="21594"/>
            </a:xfrm>
            <a:custGeom>
              <a:avLst/>
              <a:gdLst/>
              <a:ahLst/>
              <a:cxnLst/>
              <a:rect l="l" t="t" r="r" b="b"/>
              <a:pathLst>
                <a:path w="242" h="211" extrusionOk="0">
                  <a:moveTo>
                    <a:pt x="31" y="0"/>
                  </a:moveTo>
                  <a:cubicBezTo>
                    <a:pt x="31" y="0"/>
                    <a:pt x="31" y="10"/>
                    <a:pt x="31" y="20"/>
                  </a:cubicBezTo>
                  <a:cubicBezTo>
                    <a:pt x="51" y="80"/>
                    <a:pt x="51" y="171"/>
                    <a:pt x="1" y="211"/>
                  </a:cubicBezTo>
                  <a:cubicBezTo>
                    <a:pt x="81" y="171"/>
                    <a:pt x="161" y="110"/>
                    <a:pt x="241" y="60"/>
                  </a:cubicBezTo>
                  <a:cubicBezTo>
                    <a:pt x="181" y="30"/>
                    <a:pt x="101" y="10"/>
                    <a:pt x="31" y="0"/>
                  </a:cubicBezTo>
                  <a:close/>
                </a:path>
              </a:pathLst>
            </a:custGeom>
            <a:solidFill>
              <a:srgbClr val="BBB2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54" name="Google Shape;24054;p84"/>
            <p:cNvSpPr/>
            <p:nvPr/>
          </p:nvSpPr>
          <p:spPr>
            <a:xfrm>
              <a:off x="2100371" y="4225000"/>
              <a:ext cx="99689" cy="519171"/>
            </a:xfrm>
            <a:custGeom>
              <a:avLst/>
              <a:gdLst/>
              <a:ahLst/>
              <a:cxnLst/>
              <a:rect l="l" t="t" r="r" b="b"/>
              <a:pathLst>
                <a:path w="974" h="5073" extrusionOk="0">
                  <a:moveTo>
                    <a:pt x="362" y="1"/>
                  </a:moveTo>
                  <a:cubicBezTo>
                    <a:pt x="382" y="382"/>
                    <a:pt x="442" y="763"/>
                    <a:pt x="482" y="1014"/>
                  </a:cubicBezTo>
                  <a:cubicBezTo>
                    <a:pt x="582" y="1616"/>
                    <a:pt x="652" y="2278"/>
                    <a:pt x="612" y="2809"/>
                  </a:cubicBezTo>
                  <a:cubicBezTo>
                    <a:pt x="572" y="3351"/>
                    <a:pt x="382" y="4103"/>
                    <a:pt x="271" y="4444"/>
                  </a:cubicBezTo>
                  <a:cubicBezTo>
                    <a:pt x="161" y="4785"/>
                    <a:pt x="0" y="4845"/>
                    <a:pt x="91" y="5006"/>
                  </a:cubicBezTo>
                  <a:cubicBezTo>
                    <a:pt x="124" y="5059"/>
                    <a:pt x="184" y="5073"/>
                    <a:pt x="245" y="5073"/>
                  </a:cubicBezTo>
                  <a:cubicBezTo>
                    <a:pt x="275" y="5073"/>
                    <a:pt x="305" y="5069"/>
                    <a:pt x="331" y="5066"/>
                  </a:cubicBezTo>
                  <a:cubicBezTo>
                    <a:pt x="357" y="5061"/>
                    <a:pt x="377" y="5059"/>
                    <a:pt x="393" y="5059"/>
                  </a:cubicBezTo>
                  <a:cubicBezTo>
                    <a:pt x="409" y="5059"/>
                    <a:pt x="422" y="5061"/>
                    <a:pt x="432" y="5066"/>
                  </a:cubicBezTo>
                  <a:cubicBezTo>
                    <a:pt x="442" y="5069"/>
                    <a:pt x="446" y="5071"/>
                    <a:pt x="448" y="5071"/>
                  </a:cubicBezTo>
                  <a:cubicBezTo>
                    <a:pt x="451" y="5071"/>
                    <a:pt x="442" y="5066"/>
                    <a:pt x="442" y="5066"/>
                  </a:cubicBezTo>
                  <a:cubicBezTo>
                    <a:pt x="783" y="4765"/>
                    <a:pt x="743" y="4334"/>
                    <a:pt x="783" y="3872"/>
                  </a:cubicBezTo>
                  <a:cubicBezTo>
                    <a:pt x="833" y="3421"/>
                    <a:pt x="973" y="2699"/>
                    <a:pt x="923" y="2227"/>
                  </a:cubicBezTo>
                  <a:cubicBezTo>
                    <a:pt x="873" y="1766"/>
                    <a:pt x="833" y="1375"/>
                    <a:pt x="783" y="944"/>
                  </a:cubicBezTo>
                  <a:cubicBezTo>
                    <a:pt x="733" y="512"/>
                    <a:pt x="813" y="81"/>
                    <a:pt x="442" y="11"/>
                  </a:cubicBezTo>
                  <a:cubicBezTo>
                    <a:pt x="422" y="11"/>
                    <a:pt x="382" y="1"/>
                    <a:pt x="362" y="1"/>
                  </a:cubicBezTo>
                  <a:close/>
                </a:path>
              </a:pathLst>
            </a:custGeom>
            <a:solidFill>
              <a:srgbClr val="E0D4C7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55" name="Google Shape;24055;p84"/>
            <p:cNvSpPr/>
            <p:nvPr/>
          </p:nvSpPr>
          <p:spPr>
            <a:xfrm>
              <a:off x="1644507" y="3665609"/>
              <a:ext cx="660260" cy="528893"/>
            </a:xfrm>
            <a:custGeom>
              <a:avLst/>
              <a:gdLst/>
              <a:ahLst/>
              <a:cxnLst/>
              <a:rect l="l" t="t" r="r" b="b"/>
              <a:pathLst>
                <a:path w="6451" h="5168" extrusionOk="0">
                  <a:moveTo>
                    <a:pt x="1" y="0"/>
                  </a:moveTo>
                  <a:lnTo>
                    <a:pt x="1" y="0"/>
                  </a:lnTo>
                  <a:cubicBezTo>
                    <a:pt x="131" y="70"/>
                    <a:pt x="242" y="130"/>
                    <a:pt x="362" y="231"/>
                  </a:cubicBezTo>
                  <a:cubicBezTo>
                    <a:pt x="593" y="421"/>
                    <a:pt x="793" y="632"/>
                    <a:pt x="874" y="923"/>
                  </a:cubicBezTo>
                  <a:cubicBezTo>
                    <a:pt x="924" y="1134"/>
                    <a:pt x="803" y="1234"/>
                    <a:pt x="833" y="1465"/>
                  </a:cubicBezTo>
                  <a:cubicBezTo>
                    <a:pt x="874" y="1695"/>
                    <a:pt x="1154" y="1956"/>
                    <a:pt x="1305" y="2127"/>
                  </a:cubicBezTo>
                  <a:cubicBezTo>
                    <a:pt x="1465" y="2297"/>
                    <a:pt x="1616" y="2488"/>
                    <a:pt x="1676" y="2688"/>
                  </a:cubicBezTo>
                  <a:cubicBezTo>
                    <a:pt x="1736" y="2899"/>
                    <a:pt x="1606" y="3059"/>
                    <a:pt x="1556" y="3240"/>
                  </a:cubicBezTo>
                  <a:cubicBezTo>
                    <a:pt x="1475" y="3541"/>
                    <a:pt x="1495" y="3862"/>
                    <a:pt x="1616" y="4133"/>
                  </a:cubicBezTo>
                  <a:cubicBezTo>
                    <a:pt x="1659" y="4239"/>
                    <a:pt x="1740" y="4268"/>
                    <a:pt x="1832" y="4268"/>
                  </a:cubicBezTo>
                  <a:cubicBezTo>
                    <a:pt x="1940" y="4268"/>
                    <a:pt x="2062" y="4229"/>
                    <a:pt x="2157" y="4229"/>
                  </a:cubicBezTo>
                  <a:cubicBezTo>
                    <a:pt x="2187" y="4229"/>
                    <a:pt x="2215" y="4233"/>
                    <a:pt x="2238" y="4243"/>
                  </a:cubicBezTo>
                  <a:cubicBezTo>
                    <a:pt x="2408" y="4323"/>
                    <a:pt x="2238" y="4674"/>
                    <a:pt x="2368" y="4694"/>
                  </a:cubicBezTo>
                  <a:cubicBezTo>
                    <a:pt x="2789" y="4755"/>
                    <a:pt x="2819" y="5075"/>
                    <a:pt x="3100" y="5156"/>
                  </a:cubicBezTo>
                  <a:cubicBezTo>
                    <a:pt x="3127" y="5164"/>
                    <a:pt x="3149" y="5168"/>
                    <a:pt x="3167" y="5168"/>
                  </a:cubicBezTo>
                  <a:cubicBezTo>
                    <a:pt x="3349" y="5168"/>
                    <a:pt x="3147" y="4792"/>
                    <a:pt x="3110" y="4664"/>
                  </a:cubicBezTo>
                  <a:cubicBezTo>
                    <a:pt x="3060" y="4464"/>
                    <a:pt x="3161" y="4233"/>
                    <a:pt x="2980" y="4022"/>
                  </a:cubicBezTo>
                  <a:cubicBezTo>
                    <a:pt x="2799" y="3822"/>
                    <a:pt x="2659" y="3631"/>
                    <a:pt x="2819" y="3350"/>
                  </a:cubicBezTo>
                  <a:cubicBezTo>
                    <a:pt x="2910" y="3200"/>
                    <a:pt x="2980" y="3110"/>
                    <a:pt x="2890" y="2949"/>
                  </a:cubicBezTo>
                  <a:cubicBezTo>
                    <a:pt x="2789" y="2779"/>
                    <a:pt x="2569" y="2658"/>
                    <a:pt x="2448" y="2518"/>
                  </a:cubicBezTo>
                  <a:cubicBezTo>
                    <a:pt x="2218" y="2227"/>
                    <a:pt x="2228" y="1946"/>
                    <a:pt x="2468" y="1685"/>
                  </a:cubicBezTo>
                  <a:cubicBezTo>
                    <a:pt x="2552" y="1602"/>
                    <a:pt x="2632" y="1570"/>
                    <a:pt x="2712" y="1570"/>
                  </a:cubicBezTo>
                  <a:cubicBezTo>
                    <a:pt x="2873" y="1570"/>
                    <a:pt x="3033" y="1695"/>
                    <a:pt x="3221" y="1775"/>
                  </a:cubicBezTo>
                  <a:cubicBezTo>
                    <a:pt x="3353" y="1830"/>
                    <a:pt x="3601" y="1921"/>
                    <a:pt x="3785" y="1921"/>
                  </a:cubicBezTo>
                  <a:cubicBezTo>
                    <a:pt x="3838" y="1921"/>
                    <a:pt x="3885" y="1914"/>
                    <a:pt x="3923" y="1896"/>
                  </a:cubicBezTo>
                  <a:cubicBezTo>
                    <a:pt x="4093" y="1826"/>
                    <a:pt x="4053" y="1715"/>
                    <a:pt x="4123" y="1615"/>
                  </a:cubicBezTo>
                  <a:cubicBezTo>
                    <a:pt x="4247" y="1466"/>
                    <a:pt x="4387" y="1405"/>
                    <a:pt x="4539" y="1405"/>
                  </a:cubicBezTo>
                  <a:cubicBezTo>
                    <a:pt x="4621" y="1405"/>
                    <a:pt x="4707" y="1423"/>
                    <a:pt x="4796" y="1454"/>
                  </a:cubicBezTo>
                  <a:cubicBezTo>
                    <a:pt x="5046" y="1545"/>
                    <a:pt x="5096" y="1765"/>
                    <a:pt x="5397" y="1765"/>
                  </a:cubicBezTo>
                  <a:cubicBezTo>
                    <a:pt x="5708" y="1765"/>
                    <a:pt x="6290" y="1535"/>
                    <a:pt x="6370" y="1194"/>
                  </a:cubicBezTo>
                  <a:cubicBezTo>
                    <a:pt x="6451" y="843"/>
                    <a:pt x="5748" y="933"/>
                    <a:pt x="5528" y="803"/>
                  </a:cubicBezTo>
                  <a:cubicBezTo>
                    <a:pt x="5367" y="712"/>
                    <a:pt x="5147" y="471"/>
                    <a:pt x="4946" y="441"/>
                  </a:cubicBezTo>
                  <a:cubicBezTo>
                    <a:pt x="4930" y="440"/>
                    <a:pt x="4915" y="439"/>
                    <a:pt x="4899" y="439"/>
                  </a:cubicBezTo>
                  <a:cubicBezTo>
                    <a:pt x="4730" y="439"/>
                    <a:pt x="4588" y="533"/>
                    <a:pt x="4404" y="552"/>
                  </a:cubicBezTo>
                  <a:cubicBezTo>
                    <a:pt x="4272" y="566"/>
                    <a:pt x="4129" y="585"/>
                    <a:pt x="3987" y="585"/>
                  </a:cubicBezTo>
                  <a:cubicBezTo>
                    <a:pt x="3925" y="585"/>
                    <a:pt x="3863" y="581"/>
                    <a:pt x="3802" y="572"/>
                  </a:cubicBezTo>
                  <a:cubicBezTo>
                    <a:pt x="3482" y="532"/>
                    <a:pt x="3201" y="401"/>
                    <a:pt x="2910" y="261"/>
                  </a:cubicBezTo>
                  <a:cubicBezTo>
                    <a:pt x="2751" y="271"/>
                    <a:pt x="2590" y="276"/>
                    <a:pt x="2429" y="276"/>
                  </a:cubicBezTo>
                  <a:cubicBezTo>
                    <a:pt x="1799" y="276"/>
                    <a:pt x="1162" y="202"/>
                    <a:pt x="563" y="90"/>
                  </a:cubicBezTo>
                  <a:cubicBezTo>
                    <a:pt x="322" y="50"/>
                    <a:pt x="222" y="20"/>
                    <a:pt x="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56" name="Google Shape;24056;p84"/>
            <p:cNvSpPr/>
            <p:nvPr/>
          </p:nvSpPr>
          <p:spPr>
            <a:xfrm>
              <a:off x="1580539" y="4104341"/>
              <a:ext cx="143188" cy="120864"/>
            </a:xfrm>
            <a:custGeom>
              <a:avLst/>
              <a:gdLst/>
              <a:ahLst/>
              <a:cxnLst/>
              <a:rect l="l" t="t" r="r" b="b"/>
              <a:pathLst>
                <a:path w="1399" h="1181" extrusionOk="0">
                  <a:moveTo>
                    <a:pt x="140" y="1"/>
                  </a:moveTo>
                  <a:cubicBezTo>
                    <a:pt x="1" y="1"/>
                    <a:pt x="153" y="600"/>
                    <a:pt x="124" y="638"/>
                  </a:cubicBezTo>
                  <a:cubicBezTo>
                    <a:pt x="136" y="641"/>
                    <a:pt x="149" y="642"/>
                    <a:pt x="163" y="642"/>
                  </a:cubicBezTo>
                  <a:cubicBezTo>
                    <a:pt x="274" y="642"/>
                    <a:pt x="445" y="561"/>
                    <a:pt x="531" y="561"/>
                  </a:cubicBezTo>
                  <a:cubicBezTo>
                    <a:pt x="545" y="561"/>
                    <a:pt x="557" y="563"/>
                    <a:pt x="566" y="568"/>
                  </a:cubicBezTo>
                  <a:cubicBezTo>
                    <a:pt x="880" y="744"/>
                    <a:pt x="877" y="1180"/>
                    <a:pt x="1234" y="1180"/>
                  </a:cubicBezTo>
                  <a:cubicBezTo>
                    <a:pt x="1242" y="1180"/>
                    <a:pt x="1250" y="1180"/>
                    <a:pt x="1258" y="1180"/>
                  </a:cubicBezTo>
                  <a:cubicBezTo>
                    <a:pt x="1308" y="1180"/>
                    <a:pt x="1388" y="1019"/>
                    <a:pt x="1398" y="959"/>
                  </a:cubicBezTo>
                  <a:cubicBezTo>
                    <a:pt x="1188" y="919"/>
                    <a:pt x="877" y="698"/>
                    <a:pt x="756" y="568"/>
                  </a:cubicBezTo>
                  <a:cubicBezTo>
                    <a:pt x="576" y="357"/>
                    <a:pt x="355" y="66"/>
                    <a:pt x="164" y="6"/>
                  </a:cubicBezTo>
                  <a:cubicBezTo>
                    <a:pt x="155" y="3"/>
                    <a:pt x="147" y="1"/>
                    <a:pt x="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57" name="Google Shape;24057;p84"/>
            <p:cNvSpPr/>
            <p:nvPr/>
          </p:nvSpPr>
          <p:spPr>
            <a:xfrm>
              <a:off x="2040804" y="4139853"/>
              <a:ext cx="69905" cy="54445"/>
            </a:xfrm>
            <a:custGeom>
              <a:avLst/>
              <a:gdLst/>
              <a:ahLst/>
              <a:cxnLst/>
              <a:rect l="l" t="t" r="r" b="b"/>
              <a:pathLst>
                <a:path w="683" h="532" extrusionOk="0">
                  <a:moveTo>
                    <a:pt x="663" y="0"/>
                  </a:moveTo>
                  <a:cubicBezTo>
                    <a:pt x="462" y="10"/>
                    <a:pt x="261" y="50"/>
                    <a:pt x="61" y="70"/>
                  </a:cubicBezTo>
                  <a:cubicBezTo>
                    <a:pt x="91" y="131"/>
                    <a:pt x="121" y="90"/>
                    <a:pt x="131" y="171"/>
                  </a:cubicBezTo>
                  <a:cubicBezTo>
                    <a:pt x="131" y="261"/>
                    <a:pt x="41" y="441"/>
                    <a:pt x="1" y="532"/>
                  </a:cubicBezTo>
                  <a:cubicBezTo>
                    <a:pt x="31" y="522"/>
                    <a:pt x="111" y="482"/>
                    <a:pt x="141" y="472"/>
                  </a:cubicBezTo>
                  <a:cubicBezTo>
                    <a:pt x="161" y="462"/>
                    <a:pt x="211" y="441"/>
                    <a:pt x="221" y="441"/>
                  </a:cubicBezTo>
                  <a:lnTo>
                    <a:pt x="221" y="431"/>
                  </a:lnTo>
                  <a:cubicBezTo>
                    <a:pt x="251" y="421"/>
                    <a:pt x="402" y="341"/>
                    <a:pt x="442" y="321"/>
                  </a:cubicBezTo>
                  <a:lnTo>
                    <a:pt x="452" y="321"/>
                  </a:lnTo>
                  <a:cubicBezTo>
                    <a:pt x="462" y="311"/>
                    <a:pt x="492" y="301"/>
                    <a:pt x="512" y="291"/>
                  </a:cubicBezTo>
                  <a:lnTo>
                    <a:pt x="522" y="281"/>
                  </a:lnTo>
                  <a:lnTo>
                    <a:pt x="603" y="241"/>
                  </a:lnTo>
                  <a:lnTo>
                    <a:pt x="603" y="231"/>
                  </a:lnTo>
                  <a:cubicBezTo>
                    <a:pt x="683" y="181"/>
                    <a:pt x="683" y="100"/>
                    <a:pt x="663" y="20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58" name="Google Shape;24058;p84"/>
            <p:cNvSpPr/>
            <p:nvPr/>
          </p:nvSpPr>
          <p:spPr>
            <a:xfrm>
              <a:off x="1937124" y="4162368"/>
              <a:ext cx="45443" cy="33670"/>
            </a:xfrm>
            <a:custGeom>
              <a:avLst/>
              <a:gdLst/>
              <a:ahLst/>
              <a:cxnLst/>
              <a:rect l="l" t="t" r="r" b="b"/>
              <a:pathLst>
                <a:path w="444" h="329" extrusionOk="0">
                  <a:moveTo>
                    <a:pt x="312" y="1"/>
                  </a:moveTo>
                  <a:cubicBezTo>
                    <a:pt x="211" y="11"/>
                    <a:pt x="111" y="41"/>
                    <a:pt x="1" y="61"/>
                  </a:cubicBezTo>
                  <a:cubicBezTo>
                    <a:pt x="81" y="131"/>
                    <a:pt x="141" y="302"/>
                    <a:pt x="251" y="322"/>
                  </a:cubicBezTo>
                  <a:cubicBezTo>
                    <a:pt x="270" y="326"/>
                    <a:pt x="285" y="328"/>
                    <a:pt x="299" y="328"/>
                  </a:cubicBezTo>
                  <a:cubicBezTo>
                    <a:pt x="444" y="328"/>
                    <a:pt x="348" y="102"/>
                    <a:pt x="3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59" name="Google Shape;24059;p84"/>
            <p:cNvSpPr/>
            <p:nvPr/>
          </p:nvSpPr>
          <p:spPr>
            <a:xfrm>
              <a:off x="1129178" y="3735712"/>
              <a:ext cx="192111" cy="318994"/>
            </a:xfrm>
            <a:custGeom>
              <a:avLst/>
              <a:gdLst/>
              <a:ahLst/>
              <a:cxnLst/>
              <a:rect l="l" t="t" r="r" b="b"/>
              <a:pathLst>
                <a:path w="1877" h="3117" extrusionOk="0">
                  <a:moveTo>
                    <a:pt x="1722" y="1"/>
                  </a:moveTo>
                  <a:cubicBezTo>
                    <a:pt x="1579" y="1"/>
                    <a:pt x="1315" y="111"/>
                    <a:pt x="1154" y="198"/>
                  </a:cubicBezTo>
                  <a:cubicBezTo>
                    <a:pt x="913" y="338"/>
                    <a:pt x="943" y="659"/>
                    <a:pt x="883" y="1000"/>
                  </a:cubicBezTo>
                  <a:cubicBezTo>
                    <a:pt x="833" y="1341"/>
                    <a:pt x="482" y="1522"/>
                    <a:pt x="291" y="1853"/>
                  </a:cubicBezTo>
                  <a:cubicBezTo>
                    <a:pt x="111" y="2174"/>
                    <a:pt x="161" y="2735"/>
                    <a:pt x="1" y="3117"/>
                  </a:cubicBezTo>
                  <a:cubicBezTo>
                    <a:pt x="141" y="2916"/>
                    <a:pt x="291" y="2725"/>
                    <a:pt x="462" y="2535"/>
                  </a:cubicBezTo>
                  <a:cubicBezTo>
                    <a:pt x="803" y="2164"/>
                    <a:pt x="1114" y="2003"/>
                    <a:pt x="1274" y="1472"/>
                  </a:cubicBezTo>
                  <a:cubicBezTo>
                    <a:pt x="1284" y="1442"/>
                    <a:pt x="1295" y="1411"/>
                    <a:pt x="1315" y="1371"/>
                  </a:cubicBezTo>
                  <a:cubicBezTo>
                    <a:pt x="1405" y="1141"/>
                    <a:pt x="1686" y="1100"/>
                    <a:pt x="1776" y="870"/>
                  </a:cubicBezTo>
                  <a:cubicBezTo>
                    <a:pt x="1876" y="639"/>
                    <a:pt x="1756" y="388"/>
                    <a:pt x="1816" y="97"/>
                  </a:cubicBezTo>
                  <a:cubicBezTo>
                    <a:pt x="1833" y="28"/>
                    <a:pt x="1792" y="1"/>
                    <a:pt x="17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60" name="Google Shape;24060;p84"/>
            <p:cNvSpPr/>
            <p:nvPr/>
          </p:nvSpPr>
          <p:spPr>
            <a:xfrm>
              <a:off x="1207169" y="3669396"/>
              <a:ext cx="152092" cy="95586"/>
            </a:xfrm>
            <a:custGeom>
              <a:avLst/>
              <a:gdLst/>
              <a:ahLst/>
              <a:cxnLst/>
              <a:rect l="l" t="t" r="r" b="b"/>
              <a:pathLst>
                <a:path w="1486" h="934" extrusionOk="0">
                  <a:moveTo>
                    <a:pt x="837" y="0"/>
                  </a:moveTo>
                  <a:cubicBezTo>
                    <a:pt x="491" y="0"/>
                    <a:pt x="287" y="343"/>
                    <a:pt x="1" y="515"/>
                  </a:cubicBezTo>
                  <a:cubicBezTo>
                    <a:pt x="11" y="665"/>
                    <a:pt x="31" y="846"/>
                    <a:pt x="171" y="926"/>
                  </a:cubicBezTo>
                  <a:cubicBezTo>
                    <a:pt x="269" y="929"/>
                    <a:pt x="371" y="934"/>
                    <a:pt x="474" y="934"/>
                  </a:cubicBezTo>
                  <a:cubicBezTo>
                    <a:pt x="753" y="934"/>
                    <a:pt x="1034" y="898"/>
                    <a:pt x="1225" y="685"/>
                  </a:cubicBezTo>
                  <a:cubicBezTo>
                    <a:pt x="1485" y="384"/>
                    <a:pt x="1275" y="33"/>
                    <a:pt x="894" y="3"/>
                  </a:cubicBezTo>
                  <a:cubicBezTo>
                    <a:pt x="874" y="1"/>
                    <a:pt x="855" y="0"/>
                    <a:pt x="8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61" name="Google Shape;24061;p84"/>
            <p:cNvSpPr/>
            <p:nvPr/>
          </p:nvSpPr>
          <p:spPr>
            <a:xfrm>
              <a:off x="1319139" y="4821438"/>
              <a:ext cx="32957" cy="15453"/>
            </a:xfrm>
            <a:custGeom>
              <a:avLst/>
              <a:gdLst/>
              <a:ahLst/>
              <a:cxnLst/>
              <a:rect l="l" t="t" r="r" b="b"/>
              <a:pathLst>
                <a:path w="322" h="151" extrusionOk="0">
                  <a:moveTo>
                    <a:pt x="0" y="151"/>
                  </a:moveTo>
                  <a:lnTo>
                    <a:pt x="0" y="151"/>
                  </a:lnTo>
                  <a:cubicBezTo>
                    <a:pt x="121" y="151"/>
                    <a:pt x="241" y="121"/>
                    <a:pt x="311" y="20"/>
                  </a:cubicBezTo>
                  <a:lnTo>
                    <a:pt x="311" y="20"/>
                  </a:lnTo>
                  <a:lnTo>
                    <a:pt x="311" y="20"/>
                  </a:lnTo>
                  <a:cubicBezTo>
                    <a:pt x="241" y="121"/>
                    <a:pt x="121" y="151"/>
                    <a:pt x="0" y="151"/>
                  </a:cubicBezTo>
                  <a:close/>
                  <a:moveTo>
                    <a:pt x="311" y="10"/>
                  </a:moveTo>
                  <a:cubicBezTo>
                    <a:pt x="311" y="10"/>
                    <a:pt x="311" y="10"/>
                    <a:pt x="311" y="10"/>
                  </a:cubicBezTo>
                  <a:cubicBezTo>
                    <a:pt x="311" y="10"/>
                    <a:pt x="311" y="10"/>
                    <a:pt x="311" y="10"/>
                  </a:cubicBezTo>
                  <a:close/>
                  <a:moveTo>
                    <a:pt x="321" y="10"/>
                  </a:moveTo>
                  <a:cubicBezTo>
                    <a:pt x="321" y="10"/>
                    <a:pt x="321" y="10"/>
                    <a:pt x="321" y="10"/>
                  </a:cubicBezTo>
                  <a:cubicBezTo>
                    <a:pt x="321" y="10"/>
                    <a:pt x="321" y="10"/>
                    <a:pt x="321" y="10"/>
                  </a:cubicBezTo>
                  <a:close/>
                  <a:moveTo>
                    <a:pt x="321" y="0"/>
                  </a:moveTo>
                  <a:cubicBezTo>
                    <a:pt x="321" y="0"/>
                    <a:pt x="321" y="0"/>
                    <a:pt x="321" y="0"/>
                  </a:cubicBezTo>
                  <a:cubicBezTo>
                    <a:pt x="321" y="0"/>
                    <a:pt x="321" y="0"/>
                    <a:pt x="321" y="0"/>
                  </a:cubicBezTo>
                  <a:close/>
                  <a:moveTo>
                    <a:pt x="321" y="0"/>
                  </a:moveTo>
                  <a:cubicBezTo>
                    <a:pt x="321" y="0"/>
                    <a:pt x="321" y="0"/>
                    <a:pt x="321" y="0"/>
                  </a:cubicBezTo>
                  <a:cubicBezTo>
                    <a:pt x="321" y="0"/>
                    <a:pt x="321" y="0"/>
                    <a:pt x="321" y="0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62" name="Google Shape;24062;p84"/>
            <p:cNvSpPr/>
            <p:nvPr/>
          </p:nvSpPr>
          <p:spPr>
            <a:xfrm>
              <a:off x="1272877" y="4783470"/>
              <a:ext cx="89454" cy="53421"/>
            </a:xfrm>
            <a:custGeom>
              <a:avLst/>
              <a:gdLst/>
              <a:ahLst/>
              <a:cxnLst/>
              <a:rect l="l" t="t" r="r" b="b"/>
              <a:pathLst>
                <a:path w="874" h="522" extrusionOk="0">
                  <a:moveTo>
                    <a:pt x="1" y="401"/>
                  </a:moveTo>
                  <a:cubicBezTo>
                    <a:pt x="75" y="443"/>
                    <a:pt x="217" y="497"/>
                    <a:pt x="360" y="516"/>
                  </a:cubicBezTo>
                  <a:lnTo>
                    <a:pt x="360" y="516"/>
                  </a:lnTo>
                  <a:cubicBezTo>
                    <a:pt x="214" y="491"/>
                    <a:pt x="74" y="438"/>
                    <a:pt x="1" y="401"/>
                  </a:cubicBezTo>
                  <a:close/>
                  <a:moveTo>
                    <a:pt x="482" y="0"/>
                  </a:moveTo>
                  <a:cubicBezTo>
                    <a:pt x="482" y="30"/>
                    <a:pt x="482" y="60"/>
                    <a:pt x="472" y="101"/>
                  </a:cubicBezTo>
                  <a:cubicBezTo>
                    <a:pt x="452" y="300"/>
                    <a:pt x="432" y="381"/>
                    <a:pt x="402" y="520"/>
                  </a:cubicBezTo>
                  <a:lnTo>
                    <a:pt x="402" y="520"/>
                  </a:lnTo>
                  <a:cubicBezTo>
                    <a:pt x="388" y="519"/>
                    <a:pt x="374" y="517"/>
                    <a:pt x="360" y="516"/>
                  </a:cubicBezTo>
                  <a:lnTo>
                    <a:pt x="360" y="516"/>
                  </a:lnTo>
                  <a:cubicBezTo>
                    <a:pt x="374" y="518"/>
                    <a:pt x="388" y="520"/>
                    <a:pt x="402" y="522"/>
                  </a:cubicBezTo>
                  <a:cubicBezTo>
                    <a:pt x="402" y="521"/>
                    <a:pt x="402" y="521"/>
                    <a:pt x="402" y="520"/>
                  </a:cubicBezTo>
                  <a:lnTo>
                    <a:pt x="402" y="520"/>
                  </a:lnTo>
                  <a:cubicBezTo>
                    <a:pt x="419" y="521"/>
                    <a:pt x="436" y="522"/>
                    <a:pt x="452" y="522"/>
                  </a:cubicBezTo>
                  <a:cubicBezTo>
                    <a:pt x="573" y="522"/>
                    <a:pt x="693" y="492"/>
                    <a:pt x="763" y="391"/>
                  </a:cubicBezTo>
                  <a:cubicBezTo>
                    <a:pt x="763" y="391"/>
                    <a:pt x="763" y="381"/>
                    <a:pt x="763" y="381"/>
                  </a:cubicBezTo>
                  <a:lnTo>
                    <a:pt x="773" y="381"/>
                  </a:lnTo>
                  <a:lnTo>
                    <a:pt x="773" y="371"/>
                  </a:lnTo>
                  <a:cubicBezTo>
                    <a:pt x="833" y="271"/>
                    <a:pt x="863" y="171"/>
                    <a:pt x="874" y="50"/>
                  </a:cubicBezTo>
                  <a:cubicBezTo>
                    <a:pt x="773" y="10"/>
                    <a:pt x="693" y="30"/>
                    <a:pt x="563" y="10"/>
                  </a:cubicBezTo>
                  <a:cubicBezTo>
                    <a:pt x="542" y="10"/>
                    <a:pt x="512" y="10"/>
                    <a:pt x="4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63" name="Google Shape;24063;p84"/>
            <p:cNvSpPr/>
            <p:nvPr/>
          </p:nvSpPr>
          <p:spPr>
            <a:xfrm>
              <a:off x="1266736" y="4783470"/>
              <a:ext cx="11361" cy="36024"/>
            </a:xfrm>
            <a:custGeom>
              <a:avLst/>
              <a:gdLst/>
              <a:ahLst/>
              <a:cxnLst/>
              <a:rect l="l" t="t" r="r" b="b"/>
              <a:pathLst>
                <a:path w="111" h="352" extrusionOk="0">
                  <a:moveTo>
                    <a:pt x="111" y="0"/>
                  </a:moveTo>
                  <a:cubicBezTo>
                    <a:pt x="78" y="149"/>
                    <a:pt x="4" y="243"/>
                    <a:pt x="1" y="311"/>
                  </a:cubicBezTo>
                  <a:lnTo>
                    <a:pt x="1" y="311"/>
                  </a:lnTo>
                  <a:cubicBezTo>
                    <a:pt x="4" y="294"/>
                    <a:pt x="12" y="276"/>
                    <a:pt x="21" y="251"/>
                  </a:cubicBezTo>
                  <a:cubicBezTo>
                    <a:pt x="41" y="191"/>
                    <a:pt x="91" y="111"/>
                    <a:pt x="111" y="0"/>
                  </a:cubicBezTo>
                  <a:close/>
                  <a:moveTo>
                    <a:pt x="1" y="311"/>
                  </a:moveTo>
                  <a:cubicBezTo>
                    <a:pt x="1" y="314"/>
                    <a:pt x="1" y="318"/>
                    <a:pt x="1" y="321"/>
                  </a:cubicBezTo>
                  <a:cubicBezTo>
                    <a:pt x="1" y="331"/>
                    <a:pt x="1" y="341"/>
                    <a:pt x="11" y="351"/>
                  </a:cubicBezTo>
                  <a:cubicBezTo>
                    <a:pt x="4" y="339"/>
                    <a:pt x="1" y="326"/>
                    <a:pt x="1" y="311"/>
                  </a:cubicBezTo>
                  <a:close/>
                </a:path>
              </a:pathLst>
            </a:custGeom>
            <a:solidFill>
              <a:srgbClr val="9697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64" name="Google Shape;24064;p84"/>
            <p:cNvSpPr/>
            <p:nvPr/>
          </p:nvSpPr>
          <p:spPr>
            <a:xfrm>
              <a:off x="1265712" y="4809157"/>
              <a:ext cx="3173" cy="12383"/>
            </a:xfrm>
            <a:custGeom>
              <a:avLst/>
              <a:gdLst/>
              <a:ahLst/>
              <a:cxnLst/>
              <a:rect l="l" t="t" r="r" b="b"/>
              <a:pathLst>
                <a:path w="31" h="121" extrusionOk="0">
                  <a:moveTo>
                    <a:pt x="31" y="0"/>
                  </a:moveTo>
                  <a:cubicBezTo>
                    <a:pt x="11" y="50"/>
                    <a:pt x="1" y="80"/>
                    <a:pt x="21" y="120"/>
                  </a:cubicBezTo>
                  <a:cubicBezTo>
                    <a:pt x="21" y="110"/>
                    <a:pt x="21" y="110"/>
                    <a:pt x="21" y="100"/>
                  </a:cubicBezTo>
                  <a:cubicBezTo>
                    <a:pt x="11" y="90"/>
                    <a:pt x="11" y="80"/>
                    <a:pt x="11" y="70"/>
                  </a:cubicBezTo>
                  <a:cubicBezTo>
                    <a:pt x="11" y="50"/>
                    <a:pt x="21" y="30"/>
                    <a:pt x="31" y="0"/>
                  </a:cubicBezTo>
                  <a:close/>
                </a:path>
              </a:pathLst>
            </a:custGeom>
            <a:solidFill>
              <a:srgbClr val="8884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65" name="Google Shape;24065;p84"/>
            <p:cNvSpPr/>
            <p:nvPr/>
          </p:nvSpPr>
          <p:spPr>
            <a:xfrm>
              <a:off x="1265712" y="4782446"/>
              <a:ext cx="56600" cy="54445"/>
            </a:xfrm>
            <a:custGeom>
              <a:avLst/>
              <a:gdLst/>
              <a:ahLst/>
              <a:cxnLst/>
              <a:rect l="l" t="t" r="r" b="b"/>
              <a:pathLst>
                <a:path w="553" h="532" extrusionOk="0">
                  <a:moveTo>
                    <a:pt x="312" y="0"/>
                  </a:moveTo>
                  <a:cubicBezTo>
                    <a:pt x="251" y="0"/>
                    <a:pt x="181" y="0"/>
                    <a:pt x="121" y="10"/>
                  </a:cubicBezTo>
                  <a:cubicBezTo>
                    <a:pt x="101" y="121"/>
                    <a:pt x="51" y="201"/>
                    <a:pt x="31" y="261"/>
                  </a:cubicBezTo>
                  <a:cubicBezTo>
                    <a:pt x="11" y="311"/>
                    <a:pt x="1" y="341"/>
                    <a:pt x="21" y="381"/>
                  </a:cubicBezTo>
                  <a:lnTo>
                    <a:pt x="31" y="381"/>
                  </a:lnTo>
                  <a:cubicBezTo>
                    <a:pt x="31" y="381"/>
                    <a:pt x="41" y="391"/>
                    <a:pt x="51" y="401"/>
                  </a:cubicBezTo>
                  <a:lnTo>
                    <a:pt x="61" y="401"/>
                  </a:lnTo>
                  <a:cubicBezTo>
                    <a:pt x="61" y="411"/>
                    <a:pt x="61" y="411"/>
                    <a:pt x="61" y="411"/>
                  </a:cubicBezTo>
                  <a:lnTo>
                    <a:pt x="71" y="411"/>
                  </a:lnTo>
                  <a:cubicBezTo>
                    <a:pt x="151" y="452"/>
                    <a:pt x="312" y="512"/>
                    <a:pt x="472" y="532"/>
                  </a:cubicBezTo>
                  <a:cubicBezTo>
                    <a:pt x="502" y="391"/>
                    <a:pt x="522" y="311"/>
                    <a:pt x="542" y="111"/>
                  </a:cubicBezTo>
                  <a:cubicBezTo>
                    <a:pt x="552" y="70"/>
                    <a:pt x="552" y="40"/>
                    <a:pt x="552" y="10"/>
                  </a:cubicBezTo>
                  <a:cubicBezTo>
                    <a:pt x="472" y="10"/>
                    <a:pt x="392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66" name="Google Shape;24066;p84"/>
            <p:cNvSpPr/>
            <p:nvPr/>
          </p:nvSpPr>
          <p:spPr>
            <a:xfrm>
              <a:off x="2191769" y="4736189"/>
              <a:ext cx="2149" cy="1126"/>
            </a:xfrm>
            <a:custGeom>
              <a:avLst/>
              <a:gdLst/>
              <a:ahLst/>
              <a:cxnLst/>
              <a:rect l="l" t="t" r="r" b="b"/>
              <a:pathLst>
                <a:path w="21" h="11" extrusionOk="0">
                  <a:moveTo>
                    <a:pt x="0" y="11"/>
                  </a:moveTo>
                  <a:lnTo>
                    <a:pt x="10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0" y="11"/>
                  </a:ln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0" y="1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lose/>
                  <a:moveTo>
                    <a:pt x="10" y="1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lose/>
                  <a:moveTo>
                    <a:pt x="20" y="1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lose/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67" name="Google Shape;24067;p84"/>
            <p:cNvSpPr/>
            <p:nvPr/>
          </p:nvSpPr>
          <p:spPr>
            <a:xfrm>
              <a:off x="2119920" y="4699244"/>
              <a:ext cx="90375" cy="49430"/>
            </a:xfrm>
            <a:custGeom>
              <a:avLst/>
              <a:gdLst/>
              <a:ahLst/>
              <a:cxnLst/>
              <a:rect l="l" t="t" r="r" b="b"/>
              <a:pathLst>
                <a:path w="883" h="483" extrusionOk="0">
                  <a:moveTo>
                    <a:pt x="512" y="1"/>
                  </a:moveTo>
                  <a:cubicBezTo>
                    <a:pt x="461" y="161"/>
                    <a:pt x="391" y="312"/>
                    <a:pt x="251" y="432"/>
                  </a:cubicBezTo>
                  <a:cubicBezTo>
                    <a:pt x="251" y="432"/>
                    <a:pt x="261" y="442"/>
                    <a:pt x="261" y="442"/>
                  </a:cubicBezTo>
                  <a:cubicBezTo>
                    <a:pt x="261" y="442"/>
                    <a:pt x="251" y="432"/>
                    <a:pt x="241" y="432"/>
                  </a:cubicBezTo>
                  <a:cubicBezTo>
                    <a:pt x="231" y="422"/>
                    <a:pt x="231" y="422"/>
                    <a:pt x="221" y="422"/>
                  </a:cubicBezTo>
                  <a:cubicBezTo>
                    <a:pt x="201" y="422"/>
                    <a:pt x="171" y="432"/>
                    <a:pt x="140" y="432"/>
                  </a:cubicBezTo>
                  <a:cubicBezTo>
                    <a:pt x="110" y="432"/>
                    <a:pt x="80" y="442"/>
                    <a:pt x="50" y="442"/>
                  </a:cubicBezTo>
                  <a:cubicBezTo>
                    <a:pt x="30" y="442"/>
                    <a:pt x="20" y="442"/>
                    <a:pt x="0" y="432"/>
                  </a:cubicBezTo>
                  <a:lnTo>
                    <a:pt x="0" y="432"/>
                  </a:lnTo>
                  <a:cubicBezTo>
                    <a:pt x="60" y="462"/>
                    <a:pt x="151" y="482"/>
                    <a:pt x="241" y="482"/>
                  </a:cubicBezTo>
                  <a:cubicBezTo>
                    <a:pt x="411" y="482"/>
                    <a:pt x="602" y="432"/>
                    <a:pt x="702" y="372"/>
                  </a:cubicBezTo>
                  <a:lnTo>
                    <a:pt x="712" y="372"/>
                  </a:lnTo>
                  <a:lnTo>
                    <a:pt x="712" y="362"/>
                  </a:lnTo>
                  <a:lnTo>
                    <a:pt x="722" y="362"/>
                  </a:lnTo>
                  <a:cubicBezTo>
                    <a:pt x="833" y="282"/>
                    <a:pt x="873" y="161"/>
                    <a:pt x="8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68" name="Google Shape;24068;p84"/>
            <p:cNvSpPr/>
            <p:nvPr/>
          </p:nvSpPr>
          <p:spPr>
            <a:xfrm>
              <a:off x="2107536" y="4696174"/>
              <a:ext cx="14534" cy="41141"/>
            </a:xfrm>
            <a:custGeom>
              <a:avLst/>
              <a:gdLst/>
              <a:ahLst/>
              <a:cxnLst/>
              <a:rect l="l" t="t" r="r" b="b"/>
              <a:pathLst>
                <a:path w="142" h="402" extrusionOk="0">
                  <a:moveTo>
                    <a:pt x="21" y="402"/>
                  </a:moveTo>
                  <a:cubicBezTo>
                    <a:pt x="21" y="402"/>
                    <a:pt x="21" y="402"/>
                    <a:pt x="21" y="402"/>
                  </a:cubicBezTo>
                  <a:lnTo>
                    <a:pt x="21" y="402"/>
                  </a:lnTo>
                  <a:lnTo>
                    <a:pt x="21" y="402"/>
                  </a:lnTo>
                  <a:cubicBezTo>
                    <a:pt x="21" y="402"/>
                    <a:pt x="21" y="402"/>
                    <a:pt x="21" y="402"/>
                  </a:cubicBezTo>
                  <a:close/>
                  <a:moveTo>
                    <a:pt x="21" y="402"/>
                  </a:moveTo>
                  <a:cubicBezTo>
                    <a:pt x="21" y="402"/>
                    <a:pt x="21" y="402"/>
                    <a:pt x="21" y="402"/>
                  </a:cubicBezTo>
                  <a:cubicBezTo>
                    <a:pt x="21" y="402"/>
                    <a:pt x="21" y="402"/>
                    <a:pt x="21" y="402"/>
                  </a:cubicBezTo>
                  <a:close/>
                  <a:moveTo>
                    <a:pt x="21" y="392"/>
                  </a:moveTo>
                  <a:cubicBezTo>
                    <a:pt x="21" y="392"/>
                    <a:pt x="21" y="392"/>
                    <a:pt x="21" y="392"/>
                  </a:cubicBezTo>
                  <a:cubicBezTo>
                    <a:pt x="21" y="392"/>
                    <a:pt x="21" y="392"/>
                    <a:pt x="21" y="392"/>
                  </a:cubicBezTo>
                  <a:close/>
                  <a:moveTo>
                    <a:pt x="1" y="312"/>
                  </a:moveTo>
                  <a:cubicBezTo>
                    <a:pt x="1" y="231"/>
                    <a:pt x="71" y="151"/>
                    <a:pt x="141" y="1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71" y="151"/>
                    <a:pt x="1" y="231"/>
                    <a:pt x="1" y="312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69" name="Google Shape;24069;p84"/>
            <p:cNvSpPr/>
            <p:nvPr/>
          </p:nvSpPr>
          <p:spPr>
            <a:xfrm>
              <a:off x="2107536" y="4695150"/>
              <a:ext cx="64788" cy="49430"/>
            </a:xfrm>
            <a:custGeom>
              <a:avLst/>
              <a:gdLst/>
              <a:ahLst/>
              <a:cxnLst/>
              <a:rect l="l" t="t" r="r" b="b"/>
              <a:pathLst>
                <a:path w="633" h="483" extrusionOk="0">
                  <a:moveTo>
                    <a:pt x="211" y="1"/>
                  </a:moveTo>
                  <a:cubicBezTo>
                    <a:pt x="181" y="1"/>
                    <a:pt x="161" y="1"/>
                    <a:pt x="141" y="11"/>
                  </a:cubicBezTo>
                  <a:cubicBezTo>
                    <a:pt x="71" y="161"/>
                    <a:pt x="1" y="241"/>
                    <a:pt x="1" y="322"/>
                  </a:cubicBezTo>
                  <a:cubicBezTo>
                    <a:pt x="1" y="342"/>
                    <a:pt x="1" y="372"/>
                    <a:pt x="21" y="402"/>
                  </a:cubicBezTo>
                  <a:cubicBezTo>
                    <a:pt x="21" y="402"/>
                    <a:pt x="21" y="412"/>
                    <a:pt x="21" y="412"/>
                  </a:cubicBezTo>
                  <a:cubicBezTo>
                    <a:pt x="51" y="452"/>
                    <a:pt x="81" y="462"/>
                    <a:pt x="121" y="472"/>
                  </a:cubicBezTo>
                  <a:cubicBezTo>
                    <a:pt x="141" y="482"/>
                    <a:pt x="151" y="482"/>
                    <a:pt x="171" y="482"/>
                  </a:cubicBezTo>
                  <a:cubicBezTo>
                    <a:pt x="201" y="482"/>
                    <a:pt x="231" y="472"/>
                    <a:pt x="261" y="472"/>
                  </a:cubicBezTo>
                  <a:cubicBezTo>
                    <a:pt x="292" y="472"/>
                    <a:pt x="322" y="462"/>
                    <a:pt x="342" y="462"/>
                  </a:cubicBezTo>
                  <a:cubicBezTo>
                    <a:pt x="352" y="462"/>
                    <a:pt x="352" y="462"/>
                    <a:pt x="362" y="472"/>
                  </a:cubicBezTo>
                  <a:cubicBezTo>
                    <a:pt x="372" y="472"/>
                    <a:pt x="382" y="482"/>
                    <a:pt x="382" y="482"/>
                  </a:cubicBezTo>
                  <a:cubicBezTo>
                    <a:pt x="382" y="482"/>
                    <a:pt x="372" y="472"/>
                    <a:pt x="372" y="472"/>
                  </a:cubicBezTo>
                  <a:cubicBezTo>
                    <a:pt x="512" y="352"/>
                    <a:pt x="582" y="201"/>
                    <a:pt x="633" y="41"/>
                  </a:cubicBezTo>
                  <a:cubicBezTo>
                    <a:pt x="522" y="41"/>
                    <a:pt x="332" y="1"/>
                    <a:pt x="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70" name="Google Shape;24070;p84"/>
            <p:cNvSpPr/>
            <p:nvPr/>
          </p:nvSpPr>
          <p:spPr>
            <a:xfrm>
              <a:off x="2361157" y="4667416"/>
              <a:ext cx="102" cy="214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lose/>
                  <a:moveTo>
                    <a:pt x="0" y="21"/>
                  </a:moveTo>
                  <a:lnTo>
                    <a:pt x="0" y="11"/>
                  </a:lnTo>
                  <a:lnTo>
                    <a:pt x="0" y="21"/>
                  </a:lnTo>
                  <a:close/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lose/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close/>
                  <a:moveTo>
                    <a:pt x="0" y="11"/>
                  </a:moveTo>
                  <a:cubicBezTo>
                    <a:pt x="0" y="11"/>
                    <a:pt x="0" y="11"/>
                    <a:pt x="0" y="1"/>
                  </a:cubicBezTo>
                  <a:cubicBezTo>
                    <a:pt x="0" y="11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71" name="Google Shape;24071;p84"/>
            <p:cNvSpPr/>
            <p:nvPr/>
          </p:nvSpPr>
          <p:spPr>
            <a:xfrm>
              <a:off x="2361157" y="4657182"/>
              <a:ext cx="102" cy="3173"/>
            </a:xfrm>
            <a:custGeom>
              <a:avLst/>
              <a:gdLst/>
              <a:ahLst/>
              <a:cxnLst/>
              <a:rect l="l" t="t" r="r" b="b"/>
              <a:pathLst>
                <a:path w="1" h="31" extrusionOk="0">
                  <a:moveTo>
                    <a:pt x="0" y="31"/>
                  </a:moveTo>
                  <a:cubicBezTo>
                    <a:pt x="0" y="21"/>
                    <a:pt x="0" y="11"/>
                    <a:pt x="0" y="1"/>
                  </a:cubicBezTo>
                  <a:cubicBezTo>
                    <a:pt x="0" y="11"/>
                    <a:pt x="0" y="21"/>
                    <a:pt x="0" y="31"/>
                  </a:cubicBezTo>
                  <a:lnTo>
                    <a:pt x="0" y="31"/>
                  </a:lnTo>
                  <a:close/>
                </a:path>
              </a:pathLst>
            </a:custGeom>
            <a:solidFill>
              <a:srgbClr val="9697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72" name="Google Shape;24072;p84"/>
            <p:cNvSpPr/>
            <p:nvPr/>
          </p:nvSpPr>
          <p:spPr>
            <a:xfrm>
              <a:off x="2361157" y="4660252"/>
              <a:ext cx="102" cy="7266"/>
            </a:xfrm>
            <a:custGeom>
              <a:avLst/>
              <a:gdLst/>
              <a:ahLst/>
              <a:cxnLst/>
              <a:rect l="l" t="t" r="r" b="b"/>
              <a:pathLst>
                <a:path w="1" h="71" extrusionOk="0">
                  <a:moveTo>
                    <a:pt x="0" y="71"/>
                  </a:moveTo>
                  <a:cubicBezTo>
                    <a:pt x="0" y="51"/>
                    <a:pt x="0" y="31"/>
                    <a:pt x="0" y="1"/>
                  </a:cubicBezTo>
                  <a:lnTo>
                    <a:pt x="0" y="1"/>
                  </a:lnTo>
                  <a:cubicBezTo>
                    <a:pt x="0" y="31"/>
                    <a:pt x="0" y="51"/>
                    <a:pt x="0" y="7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73" name="Google Shape;24073;p84"/>
            <p:cNvSpPr/>
            <p:nvPr/>
          </p:nvSpPr>
          <p:spPr>
            <a:xfrm>
              <a:off x="2293402" y="4644901"/>
              <a:ext cx="67858" cy="38070"/>
            </a:xfrm>
            <a:custGeom>
              <a:avLst/>
              <a:gdLst/>
              <a:ahLst/>
              <a:cxnLst/>
              <a:rect l="l" t="t" r="r" b="b"/>
              <a:pathLst>
                <a:path w="663" h="372" extrusionOk="0">
                  <a:moveTo>
                    <a:pt x="662" y="251"/>
                  </a:moveTo>
                  <a:cubicBezTo>
                    <a:pt x="662" y="255"/>
                    <a:pt x="662" y="259"/>
                    <a:pt x="662" y="263"/>
                  </a:cubicBezTo>
                  <a:lnTo>
                    <a:pt x="662" y="263"/>
                  </a:lnTo>
                  <a:lnTo>
                    <a:pt x="662" y="261"/>
                  </a:lnTo>
                  <a:lnTo>
                    <a:pt x="662" y="251"/>
                  </a:lnTo>
                  <a:close/>
                  <a:moveTo>
                    <a:pt x="662" y="263"/>
                  </a:moveTo>
                  <a:lnTo>
                    <a:pt x="652" y="291"/>
                  </a:lnTo>
                  <a:lnTo>
                    <a:pt x="622" y="321"/>
                  </a:lnTo>
                  <a:cubicBezTo>
                    <a:pt x="631" y="312"/>
                    <a:pt x="657" y="303"/>
                    <a:pt x="662" y="263"/>
                  </a:cubicBezTo>
                  <a:close/>
                  <a:moveTo>
                    <a:pt x="20" y="0"/>
                  </a:moveTo>
                  <a:cubicBezTo>
                    <a:pt x="10" y="90"/>
                    <a:pt x="0" y="181"/>
                    <a:pt x="10" y="271"/>
                  </a:cubicBezTo>
                  <a:cubicBezTo>
                    <a:pt x="10" y="311"/>
                    <a:pt x="20" y="311"/>
                    <a:pt x="60" y="331"/>
                  </a:cubicBezTo>
                  <a:cubicBezTo>
                    <a:pt x="111" y="351"/>
                    <a:pt x="231" y="371"/>
                    <a:pt x="341" y="371"/>
                  </a:cubicBezTo>
                  <a:cubicBezTo>
                    <a:pt x="452" y="371"/>
                    <a:pt x="552" y="361"/>
                    <a:pt x="622" y="321"/>
                  </a:cubicBezTo>
                  <a:lnTo>
                    <a:pt x="622" y="321"/>
                  </a:lnTo>
                  <a:cubicBezTo>
                    <a:pt x="582" y="341"/>
                    <a:pt x="522" y="351"/>
                    <a:pt x="472" y="361"/>
                  </a:cubicBezTo>
                  <a:cubicBezTo>
                    <a:pt x="472" y="261"/>
                    <a:pt x="472" y="151"/>
                    <a:pt x="482" y="30"/>
                  </a:cubicBezTo>
                  <a:lnTo>
                    <a:pt x="432" y="30"/>
                  </a:lnTo>
                  <a:cubicBezTo>
                    <a:pt x="341" y="20"/>
                    <a:pt x="141" y="2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74" name="Google Shape;24074;p84"/>
            <p:cNvSpPr/>
            <p:nvPr/>
          </p:nvSpPr>
          <p:spPr>
            <a:xfrm>
              <a:off x="2361157" y="4647971"/>
              <a:ext cx="102" cy="12383"/>
            </a:xfrm>
            <a:custGeom>
              <a:avLst/>
              <a:gdLst/>
              <a:ahLst/>
              <a:cxnLst/>
              <a:rect l="l" t="t" r="r" b="b"/>
              <a:pathLst>
                <a:path w="1" h="121" extrusionOk="0">
                  <a:moveTo>
                    <a:pt x="0" y="121"/>
                  </a:moveTo>
                  <a:cubicBezTo>
                    <a:pt x="0" y="80"/>
                    <a:pt x="0" y="4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0"/>
                    <a:pt x="0" y="60"/>
                    <a:pt x="0" y="91"/>
                  </a:cubicBezTo>
                  <a:cubicBezTo>
                    <a:pt x="0" y="101"/>
                    <a:pt x="0" y="111"/>
                    <a:pt x="0" y="121"/>
                  </a:cubicBezTo>
                  <a:lnTo>
                    <a:pt x="0" y="121"/>
                  </a:lnTo>
                  <a:close/>
                </a:path>
              </a:pathLst>
            </a:custGeom>
            <a:solidFill>
              <a:srgbClr val="8484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75" name="Google Shape;24075;p84"/>
            <p:cNvSpPr/>
            <p:nvPr/>
          </p:nvSpPr>
          <p:spPr>
            <a:xfrm>
              <a:off x="2361157" y="4660252"/>
              <a:ext cx="102" cy="9313"/>
            </a:xfrm>
            <a:custGeom>
              <a:avLst/>
              <a:gdLst/>
              <a:ahLst/>
              <a:cxnLst/>
              <a:rect l="l" t="t" r="r" b="b"/>
              <a:pathLst>
                <a:path w="1" h="91" extrusionOk="0">
                  <a:moveTo>
                    <a:pt x="0" y="91"/>
                  </a:moveTo>
                  <a:cubicBezTo>
                    <a:pt x="0" y="61"/>
                    <a:pt x="0" y="31"/>
                    <a:pt x="0" y="1"/>
                  </a:cubicBezTo>
                  <a:lnTo>
                    <a:pt x="0" y="1"/>
                  </a:lnTo>
                  <a:cubicBezTo>
                    <a:pt x="0" y="31"/>
                    <a:pt x="0" y="51"/>
                    <a:pt x="0" y="71"/>
                  </a:cubicBezTo>
                  <a:lnTo>
                    <a:pt x="0" y="71"/>
                  </a:ln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lnTo>
                    <a:pt x="0" y="81"/>
                  </a:ln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lnTo>
                    <a:pt x="0" y="91"/>
                  </a:lnTo>
                  <a:cubicBezTo>
                    <a:pt x="0" y="91"/>
                    <a:pt x="0" y="91"/>
                    <a:pt x="0" y="91"/>
                  </a:cubicBezTo>
                  <a:cubicBezTo>
                    <a:pt x="0" y="91"/>
                    <a:pt x="0" y="91"/>
                    <a:pt x="0" y="91"/>
                  </a:cubicBezTo>
                  <a:lnTo>
                    <a:pt x="0" y="91"/>
                  </a:lnTo>
                </a:path>
              </a:pathLst>
            </a:custGeom>
            <a:solidFill>
              <a:srgbClr val="767F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76" name="Google Shape;24076;p84"/>
            <p:cNvSpPr/>
            <p:nvPr/>
          </p:nvSpPr>
          <p:spPr>
            <a:xfrm>
              <a:off x="2341609" y="4646948"/>
              <a:ext cx="19651" cy="35000"/>
            </a:xfrm>
            <a:custGeom>
              <a:avLst/>
              <a:gdLst/>
              <a:ahLst/>
              <a:cxnLst/>
              <a:rect l="l" t="t" r="r" b="b"/>
              <a:pathLst>
                <a:path w="192" h="342" extrusionOk="0">
                  <a:moveTo>
                    <a:pt x="141" y="0"/>
                  </a:moveTo>
                  <a:cubicBezTo>
                    <a:pt x="121" y="0"/>
                    <a:pt x="101" y="10"/>
                    <a:pt x="81" y="10"/>
                  </a:cubicBezTo>
                  <a:lnTo>
                    <a:pt x="11" y="10"/>
                  </a:lnTo>
                  <a:cubicBezTo>
                    <a:pt x="1" y="131"/>
                    <a:pt x="1" y="241"/>
                    <a:pt x="1" y="341"/>
                  </a:cubicBezTo>
                  <a:cubicBezTo>
                    <a:pt x="51" y="331"/>
                    <a:pt x="111" y="321"/>
                    <a:pt x="151" y="301"/>
                  </a:cubicBezTo>
                  <a:lnTo>
                    <a:pt x="181" y="271"/>
                  </a:lnTo>
                  <a:lnTo>
                    <a:pt x="191" y="241"/>
                  </a:lnTo>
                  <a:lnTo>
                    <a:pt x="191" y="221"/>
                  </a:lnTo>
                  <a:cubicBezTo>
                    <a:pt x="191" y="191"/>
                    <a:pt x="191" y="161"/>
                    <a:pt x="191" y="131"/>
                  </a:cubicBezTo>
                  <a:cubicBezTo>
                    <a:pt x="191" y="90"/>
                    <a:pt x="191" y="50"/>
                    <a:pt x="191" y="10"/>
                  </a:cubicBezTo>
                  <a:cubicBezTo>
                    <a:pt x="181" y="10"/>
                    <a:pt x="161" y="0"/>
                    <a:pt x="1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77" name="Google Shape;24077;p84"/>
            <p:cNvSpPr/>
            <p:nvPr/>
          </p:nvSpPr>
          <p:spPr>
            <a:xfrm>
              <a:off x="1204098" y="3668679"/>
              <a:ext cx="128654" cy="63758"/>
            </a:xfrm>
            <a:custGeom>
              <a:avLst/>
              <a:gdLst/>
              <a:ahLst/>
              <a:cxnLst/>
              <a:rect l="l" t="t" r="r" b="b"/>
              <a:pathLst>
                <a:path w="1257" h="623" extrusionOk="0">
                  <a:moveTo>
                    <a:pt x="914" y="0"/>
                  </a:moveTo>
                  <a:cubicBezTo>
                    <a:pt x="552" y="0"/>
                    <a:pt x="312" y="321"/>
                    <a:pt x="41" y="522"/>
                  </a:cubicBezTo>
                  <a:cubicBezTo>
                    <a:pt x="1" y="552"/>
                    <a:pt x="41" y="592"/>
                    <a:pt x="51" y="622"/>
                  </a:cubicBezTo>
                  <a:cubicBezTo>
                    <a:pt x="248" y="356"/>
                    <a:pt x="928" y="100"/>
                    <a:pt x="1133" y="100"/>
                  </a:cubicBezTo>
                  <a:cubicBezTo>
                    <a:pt x="1137" y="100"/>
                    <a:pt x="1141" y="100"/>
                    <a:pt x="1144" y="100"/>
                  </a:cubicBezTo>
                  <a:cubicBezTo>
                    <a:pt x="1208" y="104"/>
                    <a:pt x="1235" y="105"/>
                    <a:pt x="1242" y="105"/>
                  </a:cubicBezTo>
                  <a:cubicBezTo>
                    <a:pt x="1257" y="105"/>
                    <a:pt x="1194" y="100"/>
                    <a:pt x="1194" y="100"/>
                  </a:cubicBezTo>
                  <a:cubicBezTo>
                    <a:pt x="1214" y="10"/>
                    <a:pt x="1024" y="0"/>
                    <a:pt x="914" y="0"/>
                  </a:cubicBez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78" name="Google Shape;24078;p84"/>
            <p:cNvSpPr/>
            <p:nvPr/>
          </p:nvSpPr>
          <p:spPr>
            <a:xfrm>
              <a:off x="1206145" y="3668679"/>
              <a:ext cx="124355" cy="63758"/>
            </a:xfrm>
            <a:custGeom>
              <a:avLst/>
              <a:gdLst/>
              <a:ahLst/>
              <a:cxnLst/>
              <a:rect l="l" t="t" r="r" b="b"/>
              <a:pathLst>
                <a:path w="1215" h="623" extrusionOk="0">
                  <a:moveTo>
                    <a:pt x="1174" y="100"/>
                  </a:moveTo>
                  <a:cubicBezTo>
                    <a:pt x="1174" y="100"/>
                    <a:pt x="1194" y="100"/>
                    <a:pt x="1215" y="110"/>
                  </a:cubicBezTo>
                  <a:cubicBezTo>
                    <a:pt x="1205" y="100"/>
                    <a:pt x="1194" y="100"/>
                    <a:pt x="1174" y="100"/>
                  </a:cubicBezTo>
                  <a:close/>
                  <a:moveTo>
                    <a:pt x="894" y="0"/>
                  </a:moveTo>
                  <a:cubicBezTo>
                    <a:pt x="532" y="0"/>
                    <a:pt x="292" y="321"/>
                    <a:pt x="21" y="522"/>
                  </a:cubicBezTo>
                  <a:cubicBezTo>
                    <a:pt x="1" y="532"/>
                    <a:pt x="1" y="542"/>
                    <a:pt x="1" y="552"/>
                  </a:cubicBezTo>
                  <a:cubicBezTo>
                    <a:pt x="1" y="572"/>
                    <a:pt x="21" y="602"/>
                    <a:pt x="31" y="622"/>
                  </a:cubicBezTo>
                  <a:cubicBezTo>
                    <a:pt x="31" y="622"/>
                    <a:pt x="31" y="612"/>
                    <a:pt x="31" y="612"/>
                  </a:cubicBezTo>
                  <a:cubicBezTo>
                    <a:pt x="61" y="582"/>
                    <a:pt x="101" y="542"/>
                    <a:pt x="141" y="512"/>
                  </a:cubicBezTo>
                  <a:cubicBezTo>
                    <a:pt x="252" y="381"/>
                    <a:pt x="332" y="251"/>
                    <a:pt x="522" y="211"/>
                  </a:cubicBezTo>
                  <a:cubicBezTo>
                    <a:pt x="522" y="211"/>
                    <a:pt x="522" y="211"/>
                    <a:pt x="522" y="221"/>
                  </a:cubicBezTo>
                  <a:cubicBezTo>
                    <a:pt x="613" y="161"/>
                    <a:pt x="713" y="131"/>
                    <a:pt x="823" y="131"/>
                  </a:cubicBezTo>
                  <a:lnTo>
                    <a:pt x="914" y="131"/>
                  </a:lnTo>
                  <a:cubicBezTo>
                    <a:pt x="994" y="110"/>
                    <a:pt x="1064" y="100"/>
                    <a:pt x="1114" y="100"/>
                  </a:cubicBezTo>
                  <a:lnTo>
                    <a:pt x="1174" y="100"/>
                  </a:lnTo>
                  <a:cubicBezTo>
                    <a:pt x="1174" y="100"/>
                    <a:pt x="1174" y="100"/>
                    <a:pt x="1174" y="90"/>
                  </a:cubicBezTo>
                  <a:cubicBezTo>
                    <a:pt x="1174" y="10"/>
                    <a:pt x="1004" y="0"/>
                    <a:pt x="9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79" name="Google Shape;24079;p84"/>
            <p:cNvSpPr/>
            <p:nvPr/>
          </p:nvSpPr>
          <p:spPr>
            <a:xfrm>
              <a:off x="1208192" y="3681574"/>
              <a:ext cx="141857" cy="82588"/>
            </a:xfrm>
            <a:custGeom>
              <a:avLst/>
              <a:gdLst/>
              <a:ahLst/>
              <a:cxnLst/>
              <a:rect l="l" t="t" r="r" b="b"/>
              <a:pathLst>
                <a:path w="1386" h="807" extrusionOk="0">
                  <a:moveTo>
                    <a:pt x="807" y="0"/>
                  </a:moveTo>
                  <a:cubicBezTo>
                    <a:pt x="461" y="0"/>
                    <a:pt x="287" y="300"/>
                    <a:pt x="1" y="496"/>
                  </a:cubicBezTo>
                  <a:cubicBezTo>
                    <a:pt x="11" y="626"/>
                    <a:pt x="41" y="737"/>
                    <a:pt x="161" y="807"/>
                  </a:cubicBezTo>
                  <a:cubicBezTo>
                    <a:pt x="462" y="777"/>
                    <a:pt x="673" y="797"/>
                    <a:pt x="984" y="667"/>
                  </a:cubicBezTo>
                  <a:cubicBezTo>
                    <a:pt x="1305" y="536"/>
                    <a:pt x="1385" y="105"/>
                    <a:pt x="944" y="15"/>
                  </a:cubicBezTo>
                  <a:cubicBezTo>
                    <a:pt x="895" y="5"/>
                    <a:pt x="850" y="0"/>
                    <a:pt x="8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80" name="Google Shape;24080;p84"/>
            <p:cNvSpPr/>
            <p:nvPr/>
          </p:nvSpPr>
          <p:spPr>
            <a:xfrm>
              <a:off x="1226717" y="3762013"/>
              <a:ext cx="32957" cy="2149"/>
            </a:xfrm>
            <a:custGeom>
              <a:avLst/>
              <a:gdLst/>
              <a:ahLst/>
              <a:cxnLst/>
              <a:rect l="l" t="t" r="r" b="b"/>
              <a:pathLst>
                <a:path w="322" h="21" extrusionOk="0">
                  <a:moveTo>
                    <a:pt x="321" y="1"/>
                  </a:moveTo>
                  <a:cubicBezTo>
                    <a:pt x="221" y="11"/>
                    <a:pt x="121" y="11"/>
                    <a:pt x="0" y="21"/>
                  </a:cubicBezTo>
                  <a:cubicBezTo>
                    <a:pt x="111" y="21"/>
                    <a:pt x="221" y="11"/>
                    <a:pt x="321" y="1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81" name="Google Shape;24081;p84"/>
            <p:cNvSpPr/>
            <p:nvPr/>
          </p:nvSpPr>
          <p:spPr>
            <a:xfrm>
              <a:off x="1211365" y="3748709"/>
              <a:ext cx="6243" cy="10336"/>
            </a:xfrm>
            <a:custGeom>
              <a:avLst/>
              <a:gdLst/>
              <a:ahLst/>
              <a:cxnLst/>
              <a:rect l="l" t="t" r="r" b="b"/>
              <a:pathLst>
                <a:path w="61" h="101" extrusionOk="0">
                  <a:moveTo>
                    <a:pt x="60" y="101"/>
                  </a:moveTo>
                  <a:cubicBezTo>
                    <a:pt x="40" y="71"/>
                    <a:pt x="20" y="41"/>
                    <a:pt x="0" y="1"/>
                  </a:cubicBezTo>
                  <a:cubicBezTo>
                    <a:pt x="20" y="41"/>
                    <a:pt x="40" y="71"/>
                    <a:pt x="60" y="101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82" name="Google Shape;24082;p84"/>
            <p:cNvSpPr/>
            <p:nvPr/>
          </p:nvSpPr>
          <p:spPr>
            <a:xfrm>
              <a:off x="1298567" y="3750756"/>
              <a:ext cx="9314" cy="3173"/>
            </a:xfrm>
            <a:custGeom>
              <a:avLst/>
              <a:gdLst/>
              <a:ahLst/>
              <a:cxnLst/>
              <a:rect l="l" t="t" r="r" b="b"/>
              <a:pathLst>
                <a:path w="91" h="31" extrusionOk="0">
                  <a:moveTo>
                    <a:pt x="91" y="1"/>
                  </a:moveTo>
                  <a:cubicBezTo>
                    <a:pt x="81" y="1"/>
                    <a:pt x="71" y="1"/>
                    <a:pt x="61" y="11"/>
                  </a:cubicBezTo>
                  <a:cubicBezTo>
                    <a:pt x="71" y="7"/>
                    <a:pt x="81" y="4"/>
                    <a:pt x="91" y="1"/>
                  </a:cubicBezTo>
                  <a:close/>
                  <a:moveTo>
                    <a:pt x="61" y="11"/>
                  </a:moveTo>
                  <a:cubicBezTo>
                    <a:pt x="41" y="11"/>
                    <a:pt x="21" y="21"/>
                    <a:pt x="1" y="31"/>
                  </a:cubicBezTo>
                  <a:cubicBezTo>
                    <a:pt x="21" y="24"/>
                    <a:pt x="41" y="17"/>
                    <a:pt x="61" y="11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83" name="Google Shape;24083;p84"/>
            <p:cNvSpPr/>
            <p:nvPr/>
          </p:nvSpPr>
          <p:spPr>
            <a:xfrm>
              <a:off x="1208192" y="3736428"/>
              <a:ext cx="1126" cy="1126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" y="0"/>
                  </a:moveTo>
                  <a:lnTo>
                    <a:pt x="11" y="10"/>
                  </a:ln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84" name="Google Shape;24084;p84"/>
            <p:cNvSpPr/>
            <p:nvPr/>
          </p:nvSpPr>
          <p:spPr>
            <a:xfrm>
              <a:off x="1208192" y="3710741"/>
              <a:ext cx="25792" cy="2579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252" y="0"/>
                  </a:moveTo>
                  <a:lnTo>
                    <a:pt x="252" y="0"/>
                  </a:lnTo>
                  <a:cubicBezTo>
                    <a:pt x="212" y="30"/>
                    <a:pt x="161" y="61"/>
                    <a:pt x="121" y="101"/>
                  </a:cubicBezTo>
                  <a:cubicBezTo>
                    <a:pt x="91" y="131"/>
                    <a:pt x="61" y="171"/>
                    <a:pt x="21" y="201"/>
                  </a:cubicBezTo>
                  <a:cubicBezTo>
                    <a:pt x="101" y="141"/>
                    <a:pt x="181" y="71"/>
                    <a:pt x="252" y="0"/>
                  </a:cubicBezTo>
                  <a:close/>
                  <a:moveTo>
                    <a:pt x="1" y="211"/>
                  </a:moveTo>
                  <a:cubicBezTo>
                    <a:pt x="1" y="221"/>
                    <a:pt x="1" y="241"/>
                    <a:pt x="1" y="251"/>
                  </a:cubicBezTo>
                  <a:lnTo>
                    <a:pt x="11" y="251"/>
                  </a:lnTo>
                  <a:cubicBezTo>
                    <a:pt x="1" y="241"/>
                    <a:pt x="1" y="221"/>
                    <a:pt x="1" y="211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85" name="Google Shape;24085;p84"/>
            <p:cNvSpPr/>
            <p:nvPr/>
          </p:nvSpPr>
          <p:spPr>
            <a:xfrm>
              <a:off x="1208192" y="3691194"/>
              <a:ext cx="96618" cy="72968"/>
            </a:xfrm>
            <a:custGeom>
              <a:avLst/>
              <a:gdLst/>
              <a:ahLst/>
              <a:cxnLst/>
              <a:rect l="l" t="t" r="r" b="b"/>
              <a:pathLst>
                <a:path w="944" h="713" extrusionOk="0">
                  <a:moveTo>
                    <a:pt x="944" y="593"/>
                  </a:moveTo>
                  <a:cubicBezTo>
                    <a:pt x="940" y="593"/>
                    <a:pt x="936" y="593"/>
                    <a:pt x="931" y="594"/>
                  </a:cubicBezTo>
                  <a:lnTo>
                    <a:pt x="931" y="594"/>
                  </a:lnTo>
                  <a:cubicBezTo>
                    <a:pt x="936" y="593"/>
                    <a:pt x="940" y="593"/>
                    <a:pt x="944" y="593"/>
                  </a:cubicBezTo>
                  <a:close/>
                  <a:moveTo>
                    <a:pt x="502" y="1"/>
                  </a:moveTo>
                  <a:cubicBezTo>
                    <a:pt x="412" y="51"/>
                    <a:pt x="332" y="121"/>
                    <a:pt x="252" y="191"/>
                  </a:cubicBezTo>
                  <a:cubicBezTo>
                    <a:pt x="181" y="262"/>
                    <a:pt x="101" y="332"/>
                    <a:pt x="21" y="392"/>
                  </a:cubicBezTo>
                  <a:cubicBezTo>
                    <a:pt x="11" y="402"/>
                    <a:pt x="11" y="402"/>
                    <a:pt x="1" y="402"/>
                  </a:cubicBezTo>
                  <a:cubicBezTo>
                    <a:pt x="1" y="412"/>
                    <a:pt x="1" y="432"/>
                    <a:pt x="11" y="442"/>
                  </a:cubicBezTo>
                  <a:cubicBezTo>
                    <a:pt x="11" y="442"/>
                    <a:pt x="11" y="442"/>
                    <a:pt x="11" y="452"/>
                  </a:cubicBezTo>
                  <a:cubicBezTo>
                    <a:pt x="11" y="492"/>
                    <a:pt x="21" y="532"/>
                    <a:pt x="31" y="563"/>
                  </a:cubicBezTo>
                  <a:cubicBezTo>
                    <a:pt x="51" y="603"/>
                    <a:pt x="71" y="633"/>
                    <a:pt x="91" y="663"/>
                  </a:cubicBezTo>
                  <a:cubicBezTo>
                    <a:pt x="111" y="683"/>
                    <a:pt x="131" y="703"/>
                    <a:pt x="161" y="713"/>
                  </a:cubicBezTo>
                  <a:lnTo>
                    <a:pt x="181" y="713"/>
                  </a:lnTo>
                  <a:cubicBezTo>
                    <a:pt x="302" y="703"/>
                    <a:pt x="402" y="703"/>
                    <a:pt x="502" y="693"/>
                  </a:cubicBezTo>
                  <a:cubicBezTo>
                    <a:pt x="633" y="673"/>
                    <a:pt x="763" y="643"/>
                    <a:pt x="884" y="613"/>
                  </a:cubicBezTo>
                  <a:cubicBezTo>
                    <a:pt x="900" y="605"/>
                    <a:pt x="915" y="597"/>
                    <a:pt x="931" y="594"/>
                  </a:cubicBezTo>
                  <a:lnTo>
                    <a:pt x="931" y="594"/>
                  </a:lnTo>
                  <a:cubicBezTo>
                    <a:pt x="822" y="605"/>
                    <a:pt x="679" y="633"/>
                    <a:pt x="563" y="633"/>
                  </a:cubicBezTo>
                  <a:cubicBezTo>
                    <a:pt x="512" y="633"/>
                    <a:pt x="462" y="623"/>
                    <a:pt x="422" y="613"/>
                  </a:cubicBezTo>
                  <a:cubicBezTo>
                    <a:pt x="272" y="583"/>
                    <a:pt x="302" y="502"/>
                    <a:pt x="412" y="412"/>
                  </a:cubicBezTo>
                  <a:cubicBezTo>
                    <a:pt x="533" y="322"/>
                    <a:pt x="553" y="101"/>
                    <a:pt x="512" y="1"/>
                  </a:cubicBezTo>
                  <a:close/>
                </a:path>
              </a:pathLst>
            </a:custGeom>
            <a:solidFill>
              <a:srgbClr val="401E15">
                <a:alpha val="44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86" name="Google Shape;24086;p84"/>
            <p:cNvSpPr/>
            <p:nvPr/>
          </p:nvSpPr>
          <p:spPr>
            <a:xfrm>
              <a:off x="1192840" y="3723533"/>
              <a:ext cx="44215" cy="49942"/>
            </a:xfrm>
            <a:custGeom>
              <a:avLst/>
              <a:gdLst/>
              <a:ahLst/>
              <a:cxnLst/>
              <a:rect l="l" t="t" r="r" b="b"/>
              <a:pathLst>
                <a:path w="432" h="488" extrusionOk="0">
                  <a:moveTo>
                    <a:pt x="419" y="1"/>
                  </a:moveTo>
                  <a:cubicBezTo>
                    <a:pt x="369" y="1"/>
                    <a:pt x="186" y="86"/>
                    <a:pt x="151" y="86"/>
                  </a:cubicBezTo>
                  <a:cubicBezTo>
                    <a:pt x="101" y="146"/>
                    <a:pt x="51" y="206"/>
                    <a:pt x="0" y="267"/>
                  </a:cubicBezTo>
                  <a:cubicBezTo>
                    <a:pt x="81" y="337"/>
                    <a:pt x="171" y="407"/>
                    <a:pt x="251" y="487"/>
                  </a:cubicBezTo>
                  <a:cubicBezTo>
                    <a:pt x="291" y="467"/>
                    <a:pt x="382" y="447"/>
                    <a:pt x="311" y="397"/>
                  </a:cubicBezTo>
                  <a:cubicBezTo>
                    <a:pt x="241" y="347"/>
                    <a:pt x="311" y="267"/>
                    <a:pt x="331" y="206"/>
                  </a:cubicBezTo>
                  <a:cubicBezTo>
                    <a:pt x="334" y="195"/>
                    <a:pt x="329" y="191"/>
                    <a:pt x="320" y="191"/>
                  </a:cubicBezTo>
                  <a:cubicBezTo>
                    <a:pt x="300" y="191"/>
                    <a:pt x="259" y="212"/>
                    <a:pt x="233" y="212"/>
                  </a:cubicBezTo>
                  <a:cubicBezTo>
                    <a:pt x="222" y="212"/>
                    <a:pt x="213" y="208"/>
                    <a:pt x="211" y="196"/>
                  </a:cubicBezTo>
                  <a:cubicBezTo>
                    <a:pt x="211" y="146"/>
                    <a:pt x="432" y="46"/>
                    <a:pt x="432" y="6"/>
                  </a:cubicBezTo>
                  <a:cubicBezTo>
                    <a:pt x="431" y="2"/>
                    <a:pt x="426" y="1"/>
                    <a:pt x="4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87" name="Google Shape;24087;p84"/>
            <p:cNvSpPr/>
            <p:nvPr/>
          </p:nvSpPr>
          <p:spPr>
            <a:xfrm>
              <a:off x="2133225" y="4514520"/>
              <a:ext cx="39098" cy="146449"/>
            </a:xfrm>
            <a:custGeom>
              <a:avLst/>
              <a:gdLst/>
              <a:ahLst/>
              <a:cxnLst/>
              <a:rect l="l" t="t" r="r" b="b"/>
              <a:pathLst>
                <a:path w="382" h="1431" extrusionOk="0">
                  <a:moveTo>
                    <a:pt x="291" y="0"/>
                  </a:moveTo>
                  <a:cubicBezTo>
                    <a:pt x="231" y="482"/>
                    <a:pt x="121" y="1013"/>
                    <a:pt x="0" y="1425"/>
                  </a:cubicBezTo>
                  <a:cubicBezTo>
                    <a:pt x="25" y="1429"/>
                    <a:pt x="48" y="1431"/>
                    <a:pt x="70" y="1431"/>
                  </a:cubicBezTo>
                  <a:cubicBezTo>
                    <a:pt x="373" y="1431"/>
                    <a:pt x="379" y="1055"/>
                    <a:pt x="341" y="793"/>
                  </a:cubicBezTo>
                  <a:cubicBezTo>
                    <a:pt x="301" y="522"/>
                    <a:pt x="382" y="281"/>
                    <a:pt x="29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88" name="Google Shape;24088;p84"/>
            <p:cNvSpPr/>
            <p:nvPr/>
          </p:nvSpPr>
          <p:spPr>
            <a:xfrm>
              <a:off x="2194840" y="4233187"/>
              <a:ext cx="62741" cy="277341"/>
            </a:xfrm>
            <a:custGeom>
              <a:avLst/>
              <a:gdLst/>
              <a:ahLst/>
              <a:cxnLst/>
              <a:rect l="l" t="t" r="r" b="b"/>
              <a:pathLst>
                <a:path w="613" h="2710" extrusionOk="0">
                  <a:moveTo>
                    <a:pt x="271" y="0"/>
                  </a:moveTo>
                  <a:cubicBezTo>
                    <a:pt x="225" y="0"/>
                    <a:pt x="180" y="29"/>
                    <a:pt x="141" y="101"/>
                  </a:cubicBezTo>
                  <a:cubicBezTo>
                    <a:pt x="0" y="382"/>
                    <a:pt x="20" y="803"/>
                    <a:pt x="111" y="1114"/>
                  </a:cubicBezTo>
                  <a:cubicBezTo>
                    <a:pt x="211" y="1425"/>
                    <a:pt x="311" y="1656"/>
                    <a:pt x="351" y="1987"/>
                  </a:cubicBezTo>
                  <a:cubicBezTo>
                    <a:pt x="371" y="2198"/>
                    <a:pt x="361" y="2478"/>
                    <a:pt x="361" y="2709"/>
                  </a:cubicBezTo>
                  <a:cubicBezTo>
                    <a:pt x="452" y="2408"/>
                    <a:pt x="522" y="2268"/>
                    <a:pt x="492" y="1907"/>
                  </a:cubicBezTo>
                  <a:cubicBezTo>
                    <a:pt x="462" y="1546"/>
                    <a:pt x="391" y="1044"/>
                    <a:pt x="482" y="653"/>
                  </a:cubicBezTo>
                  <a:cubicBezTo>
                    <a:pt x="502" y="543"/>
                    <a:pt x="572" y="422"/>
                    <a:pt x="612" y="322"/>
                  </a:cubicBezTo>
                  <a:cubicBezTo>
                    <a:pt x="553" y="233"/>
                    <a:pt x="405" y="0"/>
                    <a:pt x="27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89" name="Google Shape;24089;p84"/>
            <p:cNvSpPr/>
            <p:nvPr/>
          </p:nvSpPr>
          <p:spPr>
            <a:xfrm>
              <a:off x="1330397" y="4547371"/>
              <a:ext cx="59670" cy="190966"/>
            </a:xfrm>
            <a:custGeom>
              <a:avLst/>
              <a:gdLst/>
              <a:ahLst/>
              <a:cxnLst/>
              <a:rect l="l" t="t" r="r" b="b"/>
              <a:pathLst>
                <a:path w="583" h="1866" extrusionOk="0">
                  <a:moveTo>
                    <a:pt x="582" y="0"/>
                  </a:moveTo>
                  <a:cubicBezTo>
                    <a:pt x="271" y="131"/>
                    <a:pt x="322" y="452"/>
                    <a:pt x="221" y="773"/>
                  </a:cubicBezTo>
                  <a:cubicBezTo>
                    <a:pt x="131" y="1084"/>
                    <a:pt x="1" y="1605"/>
                    <a:pt x="332" y="1866"/>
                  </a:cubicBezTo>
                  <a:cubicBezTo>
                    <a:pt x="342" y="1786"/>
                    <a:pt x="352" y="1746"/>
                    <a:pt x="362" y="1655"/>
                  </a:cubicBezTo>
                  <a:cubicBezTo>
                    <a:pt x="412" y="1104"/>
                    <a:pt x="482" y="552"/>
                    <a:pt x="58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90" name="Google Shape;24090;p84"/>
            <p:cNvSpPr/>
            <p:nvPr/>
          </p:nvSpPr>
          <p:spPr>
            <a:xfrm>
              <a:off x="1592207" y="4730048"/>
              <a:ext cx="102" cy="11462"/>
            </a:xfrm>
            <a:custGeom>
              <a:avLst/>
              <a:gdLst/>
              <a:ahLst/>
              <a:cxnLst/>
              <a:rect l="l" t="t" r="r" b="b"/>
              <a:pathLst>
                <a:path w="1" h="112" extrusionOk="0">
                  <a:moveTo>
                    <a:pt x="0" y="111"/>
                  </a:moveTo>
                  <a:cubicBezTo>
                    <a:pt x="0" y="71"/>
                    <a:pt x="0" y="41"/>
                    <a:pt x="0" y="1"/>
                  </a:cubicBezTo>
                  <a:lnTo>
                    <a:pt x="0" y="1"/>
                  </a:lnTo>
                  <a:cubicBezTo>
                    <a:pt x="0" y="41"/>
                    <a:pt x="0" y="71"/>
                    <a:pt x="0" y="111"/>
                  </a:cubicBezTo>
                  <a:lnTo>
                    <a:pt x="0" y="111"/>
                  </a:lnTo>
                  <a:close/>
                </a:path>
              </a:pathLst>
            </a:custGeom>
            <a:solidFill>
              <a:srgbClr val="9697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91" name="Google Shape;24091;p84"/>
            <p:cNvSpPr/>
            <p:nvPr/>
          </p:nvSpPr>
          <p:spPr>
            <a:xfrm>
              <a:off x="1592207" y="4741408"/>
              <a:ext cx="102" cy="13407"/>
            </a:xfrm>
            <a:custGeom>
              <a:avLst/>
              <a:gdLst/>
              <a:ahLst/>
              <a:cxnLst/>
              <a:rect l="l" t="t" r="r" b="b"/>
              <a:pathLst>
                <a:path w="1" h="131" extrusionOk="0">
                  <a:moveTo>
                    <a:pt x="0" y="130"/>
                  </a:moveTo>
                  <a:cubicBezTo>
                    <a:pt x="0" y="100"/>
                    <a:pt x="0" y="50"/>
                    <a:pt x="0" y="0"/>
                  </a:cubicBezTo>
                  <a:lnTo>
                    <a:pt x="0" y="0"/>
                  </a:lnTo>
                  <a:cubicBezTo>
                    <a:pt x="0" y="50"/>
                    <a:pt x="0" y="100"/>
                    <a:pt x="0" y="130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92" name="Google Shape;24092;p84"/>
            <p:cNvSpPr/>
            <p:nvPr/>
          </p:nvSpPr>
          <p:spPr>
            <a:xfrm>
              <a:off x="1502856" y="4725955"/>
              <a:ext cx="89454" cy="46258"/>
            </a:xfrm>
            <a:custGeom>
              <a:avLst/>
              <a:gdLst/>
              <a:ahLst/>
              <a:cxnLst/>
              <a:rect l="l" t="t" r="r" b="b"/>
              <a:pathLst>
                <a:path w="874" h="452" extrusionOk="0">
                  <a:moveTo>
                    <a:pt x="141" y="1"/>
                  </a:moveTo>
                  <a:cubicBezTo>
                    <a:pt x="121" y="1"/>
                    <a:pt x="91" y="11"/>
                    <a:pt x="51" y="21"/>
                  </a:cubicBezTo>
                  <a:cubicBezTo>
                    <a:pt x="41" y="111"/>
                    <a:pt x="31" y="201"/>
                    <a:pt x="21" y="281"/>
                  </a:cubicBezTo>
                  <a:cubicBezTo>
                    <a:pt x="21" y="312"/>
                    <a:pt x="11" y="332"/>
                    <a:pt x="1" y="352"/>
                  </a:cubicBezTo>
                  <a:cubicBezTo>
                    <a:pt x="1" y="372"/>
                    <a:pt x="11" y="392"/>
                    <a:pt x="51" y="412"/>
                  </a:cubicBezTo>
                  <a:cubicBezTo>
                    <a:pt x="111" y="442"/>
                    <a:pt x="231" y="452"/>
                    <a:pt x="342" y="452"/>
                  </a:cubicBezTo>
                  <a:lnTo>
                    <a:pt x="382" y="452"/>
                  </a:lnTo>
                  <a:cubicBezTo>
                    <a:pt x="492" y="452"/>
                    <a:pt x="643" y="452"/>
                    <a:pt x="793" y="402"/>
                  </a:cubicBezTo>
                  <a:cubicBezTo>
                    <a:pt x="823" y="392"/>
                    <a:pt x="873" y="392"/>
                    <a:pt x="873" y="291"/>
                  </a:cubicBezTo>
                  <a:lnTo>
                    <a:pt x="873" y="281"/>
                  </a:lnTo>
                  <a:cubicBezTo>
                    <a:pt x="873" y="251"/>
                    <a:pt x="873" y="201"/>
                    <a:pt x="873" y="151"/>
                  </a:cubicBezTo>
                  <a:cubicBezTo>
                    <a:pt x="873" y="111"/>
                    <a:pt x="873" y="81"/>
                    <a:pt x="873" y="41"/>
                  </a:cubicBezTo>
                  <a:cubicBezTo>
                    <a:pt x="773" y="41"/>
                    <a:pt x="613" y="41"/>
                    <a:pt x="542" y="31"/>
                  </a:cubicBezTo>
                  <a:cubicBezTo>
                    <a:pt x="422" y="21"/>
                    <a:pt x="332" y="11"/>
                    <a:pt x="231" y="1"/>
                  </a:cubicBezTo>
                  <a:cubicBezTo>
                    <a:pt x="221" y="1"/>
                    <a:pt x="201" y="11"/>
                    <a:pt x="191" y="11"/>
                  </a:cubicBezTo>
                  <a:cubicBezTo>
                    <a:pt x="181" y="11"/>
                    <a:pt x="171" y="1"/>
                    <a:pt x="1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93" name="Google Shape;24093;p84"/>
            <p:cNvSpPr/>
            <p:nvPr/>
          </p:nvSpPr>
          <p:spPr>
            <a:xfrm>
              <a:off x="1507973" y="4724931"/>
              <a:ext cx="18628" cy="3173"/>
            </a:xfrm>
            <a:custGeom>
              <a:avLst/>
              <a:gdLst/>
              <a:ahLst/>
              <a:cxnLst/>
              <a:rect l="l" t="t" r="r" b="b"/>
              <a:pathLst>
                <a:path w="182" h="31" extrusionOk="0">
                  <a:moveTo>
                    <a:pt x="11" y="1"/>
                  </a:moveTo>
                  <a:cubicBezTo>
                    <a:pt x="1" y="11"/>
                    <a:pt x="1" y="21"/>
                    <a:pt x="1" y="31"/>
                  </a:cubicBezTo>
                  <a:cubicBezTo>
                    <a:pt x="41" y="21"/>
                    <a:pt x="71" y="11"/>
                    <a:pt x="91" y="11"/>
                  </a:cubicBezTo>
                  <a:lnTo>
                    <a:pt x="121" y="11"/>
                  </a:lnTo>
                  <a:cubicBezTo>
                    <a:pt x="121" y="11"/>
                    <a:pt x="131" y="21"/>
                    <a:pt x="141" y="21"/>
                  </a:cubicBezTo>
                  <a:cubicBezTo>
                    <a:pt x="151" y="21"/>
                    <a:pt x="171" y="11"/>
                    <a:pt x="181" y="11"/>
                  </a:cubicBezTo>
                  <a:cubicBezTo>
                    <a:pt x="131" y="1"/>
                    <a:pt x="71" y="1"/>
                    <a:pt x="11" y="1"/>
                  </a:cubicBezTo>
                  <a:close/>
                </a:path>
              </a:pathLst>
            </a:custGeom>
            <a:solidFill>
              <a:srgbClr val="928E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94" name="Google Shape;24094;p84"/>
            <p:cNvSpPr/>
            <p:nvPr/>
          </p:nvSpPr>
          <p:spPr>
            <a:xfrm>
              <a:off x="1646554" y="3853403"/>
              <a:ext cx="102862" cy="120761"/>
            </a:xfrm>
            <a:custGeom>
              <a:avLst/>
              <a:gdLst/>
              <a:ahLst/>
              <a:cxnLst/>
              <a:rect l="l" t="t" r="r" b="b"/>
              <a:pathLst>
                <a:path w="1005" h="1180" extrusionOk="0">
                  <a:moveTo>
                    <a:pt x="284" y="1"/>
                  </a:moveTo>
                  <a:cubicBezTo>
                    <a:pt x="254" y="1"/>
                    <a:pt x="226" y="13"/>
                    <a:pt x="202" y="41"/>
                  </a:cubicBezTo>
                  <a:cubicBezTo>
                    <a:pt x="61" y="201"/>
                    <a:pt x="1" y="392"/>
                    <a:pt x="151" y="582"/>
                  </a:cubicBezTo>
                  <a:cubicBezTo>
                    <a:pt x="212" y="663"/>
                    <a:pt x="322" y="723"/>
                    <a:pt x="382" y="813"/>
                  </a:cubicBezTo>
                  <a:cubicBezTo>
                    <a:pt x="452" y="893"/>
                    <a:pt x="472" y="1034"/>
                    <a:pt x="553" y="1104"/>
                  </a:cubicBezTo>
                  <a:cubicBezTo>
                    <a:pt x="614" y="1156"/>
                    <a:pt x="679" y="1179"/>
                    <a:pt x="740" y="1179"/>
                  </a:cubicBezTo>
                  <a:cubicBezTo>
                    <a:pt x="870" y="1179"/>
                    <a:pt x="980" y="1074"/>
                    <a:pt x="994" y="903"/>
                  </a:cubicBezTo>
                  <a:cubicBezTo>
                    <a:pt x="1004" y="653"/>
                    <a:pt x="844" y="502"/>
                    <a:pt x="663" y="322"/>
                  </a:cubicBezTo>
                  <a:cubicBezTo>
                    <a:pt x="605" y="264"/>
                    <a:pt x="424" y="1"/>
                    <a:pt x="284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95" name="Google Shape;24095;p84"/>
            <p:cNvSpPr/>
            <p:nvPr/>
          </p:nvSpPr>
          <p:spPr>
            <a:xfrm>
              <a:off x="1573682" y="3698051"/>
              <a:ext cx="123332" cy="81872"/>
            </a:xfrm>
            <a:custGeom>
              <a:avLst/>
              <a:gdLst/>
              <a:ahLst/>
              <a:cxnLst/>
              <a:rect l="l" t="t" r="r" b="b"/>
              <a:pathLst>
                <a:path w="1205" h="800" extrusionOk="0">
                  <a:moveTo>
                    <a:pt x="232" y="0"/>
                  </a:moveTo>
                  <a:cubicBezTo>
                    <a:pt x="176" y="0"/>
                    <a:pt x="130" y="16"/>
                    <a:pt x="101" y="54"/>
                  </a:cubicBezTo>
                  <a:cubicBezTo>
                    <a:pt x="1" y="185"/>
                    <a:pt x="91" y="215"/>
                    <a:pt x="131" y="315"/>
                  </a:cubicBezTo>
                  <a:cubicBezTo>
                    <a:pt x="181" y="425"/>
                    <a:pt x="231" y="546"/>
                    <a:pt x="342" y="636"/>
                  </a:cubicBezTo>
                  <a:cubicBezTo>
                    <a:pt x="452" y="716"/>
                    <a:pt x="673" y="716"/>
                    <a:pt x="793" y="746"/>
                  </a:cubicBezTo>
                  <a:cubicBezTo>
                    <a:pt x="873" y="771"/>
                    <a:pt x="945" y="799"/>
                    <a:pt x="1007" y="799"/>
                  </a:cubicBezTo>
                  <a:cubicBezTo>
                    <a:pt x="1047" y="799"/>
                    <a:pt x="1083" y="788"/>
                    <a:pt x="1114" y="756"/>
                  </a:cubicBezTo>
                  <a:cubicBezTo>
                    <a:pt x="1204" y="686"/>
                    <a:pt x="1134" y="586"/>
                    <a:pt x="1114" y="526"/>
                  </a:cubicBezTo>
                  <a:cubicBezTo>
                    <a:pt x="1044" y="365"/>
                    <a:pt x="713" y="215"/>
                    <a:pt x="643" y="165"/>
                  </a:cubicBezTo>
                  <a:cubicBezTo>
                    <a:pt x="519" y="75"/>
                    <a:pt x="353" y="0"/>
                    <a:pt x="232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96" name="Google Shape;24096;p84"/>
            <p:cNvSpPr/>
            <p:nvPr/>
          </p:nvSpPr>
          <p:spPr>
            <a:xfrm>
              <a:off x="1485354" y="4154078"/>
              <a:ext cx="91501" cy="102442"/>
            </a:xfrm>
            <a:custGeom>
              <a:avLst/>
              <a:gdLst/>
              <a:ahLst/>
              <a:cxnLst/>
              <a:rect l="l" t="t" r="r" b="b"/>
              <a:pathLst>
                <a:path w="894" h="1001" extrusionOk="0">
                  <a:moveTo>
                    <a:pt x="189" y="0"/>
                  </a:moveTo>
                  <a:cubicBezTo>
                    <a:pt x="78" y="0"/>
                    <a:pt x="1" y="60"/>
                    <a:pt x="21" y="222"/>
                  </a:cubicBezTo>
                  <a:cubicBezTo>
                    <a:pt x="31" y="292"/>
                    <a:pt x="81" y="413"/>
                    <a:pt x="142" y="463"/>
                  </a:cubicBezTo>
                  <a:cubicBezTo>
                    <a:pt x="202" y="513"/>
                    <a:pt x="412" y="613"/>
                    <a:pt x="402" y="674"/>
                  </a:cubicBezTo>
                  <a:cubicBezTo>
                    <a:pt x="375" y="845"/>
                    <a:pt x="576" y="1001"/>
                    <a:pt x="645" y="1001"/>
                  </a:cubicBezTo>
                  <a:cubicBezTo>
                    <a:pt x="653" y="1001"/>
                    <a:pt x="659" y="999"/>
                    <a:pt x="663" y="995"/>
                  </a:cubicBezTo>
                  <a:cubicBezTo>
                    <a:pt x="894" y="704"/>
                    <a:pt x="774" y="272"/>
                    <a:pt x="553" y="132"/>
                  </a:cubicBezTo>
                  <a:cubicBezTo>
                    <a:pt x="439" y="58"/>
                    <a:pt x="298" y="0"/>
                    <a:pt x="189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97" name="Google Shape;24097;p84"/>
            <p:cNvSpPr/>
            <p:nvPr/>
          </p:nvSpPr>
          <p:spPr>
            <a:xfrm>
              <a:off x="2466884" y="4166461"/>
              <a:ext cx="78093" cy="104899"/>
            </a:xfrm>
            <a:custGeom>
              <a:avLst/>
              <a:gdLst/>
              <a:ahLst/>
              <a:cxnLst/>
              <a:rect l="l" t="t" r="r" b="b"/>
              <a:pathLst>
                <a:path w="763" h="1025" extrusionOk="0">
                  <a:moveTo>
                    <a:pt x="0" y="1"/>
                  </a:moveTo>
                  <a:lnTo>
                    <a:pt x="0" y="1"/>
                  </a:lnTo>
                  <a:cubicBezTo>
                    <a:pt x="171" y="412"/>
                    <a:pt x="171" y="603"/>
                    <a:pt x="351" y="773"/>
                  </a:cubicBezTo>
                  <a:cubicBezTo>
                    <a:pt x="522" y="944"/>
                    <a:pt x="612" y="1024"/>
                    <a:pt x="612" y="1024"/>
                  </a:cubicBezTo>
                  <a:cubicBezTo>
                    <a:pt x="552" y="914"/>
                    <a:pt x="502" y="713"/>
                    <a:pt x="502" y="713"/>
                  </a:cubicBezTo>
                  <a:lnTo>
                    <a:pt x="502" y="713"/>
                  </a:lnTo>
                  <a:cubicBezTo>
                    <a:pt x="592" y="954"/>
                    <a:pt x="763" y="1024"/>
                    <a:pt x="763" y="1024"/>
                  </a:cubicBezTo>
                  <a:cubicBezTo>
                    <a:pt x="763" y="1024"/>
                    <a:pt x="682" y="974"/>
                    <a:pt x="602" y="593"/>
                  </a:cubicBezTo>
                  <a:cubicBezTo>
                    <a:pt x="512" y="202"/>
                    <a:pt x="331" y="252"/>
                    <a:pt x="171" y="2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0D4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98" name="Google Shape;24098;p84"/>
            <p:cNvSpPr/>
            <p:nvPr/>
          </p:nvSpPr>
          <p:spPr>
            <a:xfrm>
              <a:off x="2470978" y="4173727"/>
              <a:ext cx="73999" cy="97632"/>
            </a:xfrm>
            <a:custGeom>
              <a:avLst/>
              <a:gdLst/>
              <a:ahLst/>
              <a:cxnLst/>
              <a:rect l="l" t="t" r="r" b="b"/>
              <a:pathLst>
                <a:path w="723" h="954" extrusionOk="0">
                  <a:moveTo>
                    <a:pt x="171" y="0"/>
                  </a:moveTo>
                  <a:lnTo>
                    <a:pt x="171" y="0"/>
                  </a:lnTo>
                  <a:cubicBezTo>
                    <a:pt x="191" y="50"/>
                    <a:pt x="201" y="100"/>
                    <a:pt x="221" y="151"/>
                  </a:cubicBezTo>
                  <a:cubicBezTo>
                    <a:pt x="201" y="141"/>
                    <a:pt x="181" y="141"/>
                    <a:pt x="161" y="131"/>
                  </a:cubicBezTo>
                  <a:lnTo>
                    <a:pt x="161" y="131"/>
                  </a:lnTo>
                  <a:cubicBezTo>
                    <a:pt x="171" y="141"/>
                    <a:pt x="181" y="161"/>
                    <a:pt x="181" y="181"/>
                  </a:cubicBezTo>
                  <a:cubicBezTo>
                    <a:pt x="151" y="141"/>
                    <a:pt x="71" y="60"/>
                    <a:pt x="0" y="40"/>
                  </a:cubicBezTo>
                  <a:lnTo>
                    <a:pt x="0" y="40"/>
                  </a:lnTo>
                  <a:cubicBezTo>
                    <a:pt x="131" y="381"/>
                    <a:pt x="151" y="552"/>
                    <a:pt x="311" y="702"/>
                  </a:cubicBezTo>
                  <a:cubicBezTo>
                    <a:pt x="482" y="873"/>
                    <a:pt x="572" y="953"/>
                    <a:pt x="572" y="953"/>
                  </a:cubicBezTo>
                  <a:cubicBezTo>
                    <a:pt x="512" y="843"/>
                    <a:pt x="462" y="642"/>
                    <a:pt x="462" y="642"/>
                  </a:cubicBezTo>
                  <a:lnTo>
                    <a:pt x="462" y="642"/>
                  </a:lnTo>
                  <a:cubicBezTo>
                    <a:pt x="552" y="883"/>
                    <a:pt x="723" y="953"/>
                    <a:pt x="723" y="953"/>
                  </a:cubicBezTo>
                  <a:cubicBezTo>
                    <a:pt x="723" y="953"/>
                    <a:pt x="642" y="903"/>
                    <a:pt x="562" y="522"/>
                  </a:cubicBezTo>
                  <a:cubicBezTo>
                    <a:pt x="482" y="161"/>
                    <a:pt x="321" y="171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99" name="Google Shape;24099;p84"/>
            <p:cNvSpPr/>
            <p:nvPr/>
          </p:nvSpPr>
          <p:spPr>
            <a:xfrm>
              <a:off x="1220576" y="3690171"/>
              <a:ext cx="39098" cy="30907"/>
            </a:xfrm>
            <a:custGeom>
              <a:avLst/>
              <a:gdLst/>
              <a:ahLst/>
              <a:cxnLst/>
              <a:rect l="l" t="t" r="r" b="b"/>
              <a:pathLst>
                <a:path w="382" h="302" extrusionOk="0">
                  <a:moveTo>
                    <a:pt x="381" y="1"/>
                  </a:moveTo>
                  <a:cubicBezTo>
                    <a:pt x="191" y="41"/>
                    <a:pt x="111" y="171"/>
                    <a:pt x="0" y="302"/>
                  </a:cubicBezTo>
                  <a:cubicBezTo>
                    <a:pt x="40" y="262"/>
                    <a:pt x="91" y="231"/>
                    <a:pt x="131" y="201"/>
                  </a:cubicBezTo>
                  <a:cubicBezTo>
                    <a:pt x="211" y="131"/>
                    <a:pt x="291" y="61"/>
                    <a:pt x="381" y="11"/>
                  </a:cubicBezTo>
                  <a:cubicBezTo>
                    <a:pt x="381" y="1"/>
                    <a:pt x="381" y="1"/>
                    <a:pt x="381" y="1"/>
                  </a:cubicBezTo>
                  <a:close/>
                </a:path>
              </a:pathLst>
            </a:custGeom>
            <a:solidFill>
              <a:srgbClr val="1A0B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4100" name="Google Shape;24100;p84"/>
          <p:cNvGrpSpPr/>
          <p:nvPr/>
        </p:nvGrpSpPr>
        <p:grpSpPr>
          <a:xfrm>
            <a:off x="4465668" y="4466327"/>
            <a:ext cx="790145" cy="713709"/>
            <a:chOff x="4176047" y="4158970"/>
            <a:chExt cx="770648" cy="696097"/>
          </a:xfrm>
        </p:grpSpPr>
        <p:sp>
          <p:nvSpPr>
            <p:cNvPr id="24101" name="Google Shape;24101;p84"/>
            <p:cNvSpPr/>
            <p:nvPr/>
          </p:nvSpPr>
          <p:spPr>
            <a:xfrm>
              <a:off x="4397410" y="4433852"/>
              <a:ext cx="96993" cy="123041"/>
            </a:xfrm>
            <a:custGeom>
              <a:avLst/>
              <a:gdLst/>
              <a:ahLst/>
              <a:cxnLst/>
              <a:rect l="l" t="t" r="r" b="b"/>
              <a:pathLst>
                <a:path w="1024" h="1299" extrusionOk="0">
                  <a:moveTo>
                    <a:pt x="412" y="1"/>
                  </a:moveTo>
                  <a:lnTo>
                    <a:pt x="0" y="492"/>
                  </a:lnTo>
                  <a:cubicBezTo>
                    <a:pt x="40" y="903"/>
                    <a:pt x="141" y="933"/>
                    <a:pt x="281" y="1014"/>
                  </a:cubicBezTo>
                  <a:cubicBezTo>
                    <a:pt x="412" y="1094"/>
                    <a:pt x="372" y="1254"/>
                    <a:pt x="472" y="1294"/>
                  </a:cubicBezTo>
                  <a:cubicBezTo>
                    <a:pt x="479" y="1297"/>
                    <a:pt x="486" y="1299"/>
                    <a:pt x="491" y="1299"/>
                  </a:cubicBezTo>
                  <a:cubicBezTo>
                    <a:pt x="559" y="1299"/>
                    <a:pt x="487" y="1087"/>
                    <a:pt x="552" y="1004"/>
                  </a:cubicBezTo>
                  <a:cubicBezTo>
                    <a:pt x="571" y="977"/>
                    <a:pt x="586" y="966"/>
                    <a:pt x="600" y="966"/>
                  </a:cubicBezTo>
                  <a:cubicBezTo>
                    <a:pt x="639" y="966"/>
                    <a:pt x="663" y="1053"/>
                    <a:pt x="692" y="1134"/>
                  </a:cubicBezTo>
                  <a:cubicBezTo>
                    <a:pt x="720" y="1199"/>
                    <a:pt x="747" y="1226"/>
                    <a:pt x="769" y="1226"/>
                  </a:cubicBezTo>
                  <a:cubicBezTo>
                    <a:pt x="788" y="1226"/>
                    <a:pt x="804" y="1206"/>
                    <a:pt x="813" y="1174"/>
                  </a:cubicBezTo>
                  <a:cubicBezTo>
                    <a:pt x="843" y="1114"/>
                    <a:pt x="793" y="984"/>
                    <a:pt x="883" y="893"/>
                  </a:cubicBezTo>
                  <a:cubicBezTo>
                    <a:pt x="973" y="803"/>
                    <a:pt x="1023" y="663"/>
                    <a:pt x="933" y="492"/>
                  </a:cubicBezTo>
                  <a:cubicBezTo>
                    <a:pt x="833" y="311"/>
                    <a:pt x="412" y="1"/>
                    <a:pt x="412" y="1"/>
                  </a:cubicBezTo>
                  <a:close/>
                </a:path>
              </a:pathLst>
            </a:custGeom>
            <a:solidFill>
              <a:srgbClr val="C081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02" name="Google Shape;24102;p84"/>
            <p:cNvSpPr/>
            <p:nvPr/>
          </p:nvSpPr>
          <p:spPr>
            <a:xfrm>
              <a:off x="4400252" y="4501294"/>
              <a:ext cx="75113" cy="38077"/>
            </a:xfrm>
            <a:custGeom>
              <a:avLst/>
              <a:gdLst/>
              <a:ahLst/>
              <a:cxnLst/>
              <a:rect l="l" t="t" r="r" b="b"/>
              <a:pathLst>
                <a:path w="793" h="402" extrusionOk="0">
                  <a:moveTo>
                    <a:pt x="793" y="402"/>
                  </a:moveTo>
                  <a:cubicBezTo>
                    <a:pt x="793" y="382"/>
                    <a:pt x="793" y="372"/>
                    <a:pt x="793" y="362"/>
                  </a:cubicBezTo>
                  <a:cubicBezTo>
                    <a:pt x="793" y="372"/>
                    <a:pt x="793" y="382"/>
                    <a:pt x="793" y="402"/>
                  </a:cubicBezTo>
                  <a:close/>
                  <a:moveTo>
                    <a:pt x="31" y="71"/>
                  </a:moveTo>
                  <a:cubicBezTo>
                    <a:pt x="21" y="51"/>
                    <a:pt x="10" y="31"/>
                    <a:pt x="0" y="1"/>
                  </a:cubicBezTo>
                  <a:lnTo>
                    <a:pt x="0" y="1"/>
                  </a:lnTo>
                  <a:cubicBezTo>
                    <a:pt x="10" y="31"/>
                    <a:pt x="21" y="51"/>
                    <a:pt x="31" y="71"/>
                  </a:cubicBezTo>
                  <a:lnTo>
                    <a:pt x="31" y="71"/>
                  </a:lnTo>
                </a:path>
              </a:pathLst>
            </a:custGeom>
            <a:solidFill>
              <a:srgbClr val="C8B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03" name="Google Shape;24103;p84"/>
            <p:cNvSpPr/>
            <p:nvPr/>
          </p:nvSpPr>
          <p:spPr>
            <a:xfrm>
              <a:off x="4400252" y="4462363"/>
              <a:ext cx="89416" cy="87521"/>
            </a:xfrm>
            <a:custGeom>
              <a:avLst/>
              <a:gdLst/>
              <a:ahLst/>
              <a:cxnLst/>
              <a:rect l="l" t="t" r="r" b="b"/>
              <a:pathLst>
                <a:path w="944" h="924" extrusionOk="0">
                  <a:moveTo>
                    <a:pt x="422" y="0"/>
                  </a:moveTo>
                  <a:cubicBezTo>
                    <a:pt x="372" y="0"/>
                    <a:pt x="161" y="201"/>
                    <a:pt x="0" y="412"/>
                  </a:cubicBezTo>
                  <a:cubicBezTo>
                    <a:pt x="10" y="442"/>
                    <a:pt x="21" y="462"/>
                    <a:pt x="31" y="482"/>
                  </a:cubicBezTo>
                  <a:cubicBezTo>
                    <a:pt x="131" y="442"/>
                    <a:pt x="241" y="331"/>
                    <a:pt x="321" y="311"/>
                  </a:cubicBezTo>
                  <a:cubicBezTo>
                    <a:pt x="342" y="311"/>
                    <a:pt x="362" y="301"/>
                    <a:pt x="382" y="301"/>
                  </a:cubicBezTo>
                  <a:cubicBezTo>
                    <a:pt x="452" y="301"/>
                    <a:pt x="522" y="331"/>
                    <a:pt x="572" y="382"/>
                  </a:cubicBezTo>
                  <a:cubicBezTo>
                    <a:pt x="642" y="442"/>
                    <a:pt x="683" y="532"/>
                    <a:pt x="703" y="622"/>
                  </a:cubicBezTo>
                  <a:cubicBezTo>
                    <a:pt x="713" y="713"/>
                    <a:pt x="713" y="803"/>
                    <a:pt x="713" y="893"/>
                  </a:cubicBezTo>
                  <a:lnTo>
                    <a:pt x="713" y="913"/>
                  </a:lnTo>
                  <a:cubicBezTo>
                    <a:pt x="723" y="923"/>
                    <a:pt x="733" y="923"/>
                    <a:pt x="743" y="923"/>
                  </a:cubicBezTo>
                  <a:cubicBezTo>
                    <a:pt x="763" y="923"/>
                    <a:pt x="773" y="903"/>
                    <a:pt x="783" y="873"/>
                  </a:cubicBezTo>
                  <a:cubicBezTo>
                    <a:pt x="793" y="863"/>
                    <a:pt x="793" y="833"/>
                    <a:pt x="793" y="813"/>
                  </a:cubicBezTo>
                  <a:cubicBezTo>
                    <a:pt x="793" y="793"/>
                    <a:pt x="793" y="783"/>
                    <a:pt x="793" y="773"/>
                  </a:cubicBezTo>
                  <a:cubicBezTo>
                    <a:pt x="793" y="723"/>
                    <a:pt x="803" y="662"/>
                    <a:pt x="833" y="622"/>
                  </a:cubicBezTo>
                  <a:cubicBezTo>
                    <a:pt x="833" y="612"/>
                    <a:pt x="843" y="602"/>
                    <a:pt x="853" y="592"/>
                  </a:cubicBezTo>
                  <a:cubicBezTo>
                    <a:pt x="893" y="552"/>
                    <a:pt x="923" y="502"/>
                    <a:pt x="943" y="442"/>
                  </a:cubicBezTo>
                  <a:cubicBezTo>
                    <a:pt x="662" y="241"/>
                    <a:pt x="472" y="10"/>
                    <a:pt x="422" y="0"/>
                  </a:cubicBezTo>
                  <a:close/>
                </a:path>
              </a:pathLst>
            </a:custGeom>
            <a:solidFill>
              <a:srgbClr val="9E6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04" name="Google Shape;24104;p84"/>
            <p:cNvSpPr/>
            <p:nvPr/>
          </p:nvSpPr>
          <p:spPr>
            <a:xfrm>
              <a:off x="4251445" y="4597247"/>
              <a:ext cx="107128" cy="227233"/>
            </a:xfrm>
            <a:custGeom>
              <a:avLst/>
              <a:gdLst/>
              <a:ahLst/>
              <a:cxnLst/>
              <a:rect l="l" t="t" r="r" b="b"/>
              <a:pathLst>
                <a:path w="1131" h="2399" extrusionOk="0">
                  <a:moveTo>
                    <a:pt x="629" y="1"/>
                  </a:moveTo>
                  <a:cubicBezTo>
                    <a:pt x="518" y="542"/>
                    <a:pt x="438" y="1024"/>
                    <a:pt x="328" y="1235"/>
                  </a:cubicBezTo>
                  <a:cubicBezTo>
                    <a:pt x="217" y="1455"/>
                    <a:pt x="197" y="1545"/>
                    <a:pt x="187" y="1696"/>
                  </a:cubicBezTo>
                  <a:cubicBezTo>
                    <a:pt x="187" y="1856"/>
                    <a:pt x="17" y="2228"/>
                    <a:pt x="7" y="2308"/>
                  </a:cubicBezTo>
                  <a:cubicBezTo>
                    <a:pt x="0" y="2359"/>
                    <a:pt x="214" y="2399"/>
                    <a:pt x="386" y="2399"/>
                  </a:cubicBezTo>
                  <a:cubicBezTo>
                    <a:pt x="481" y="2399"/>
                    <a:pt x="563" y="2387"/>
                    <a:pt x="588" y="2358"/>
                  </a:cubicBezTo>
                  <a:cubicBezTo>
                    <a:pt x="619" y="2328"/>
                    <a:pt x="599" y="2218"/>
                    <a:pt x="578" y="2027"/>
                  </a:cubicBezTo>
                  <a:cubicBezTo>
                    <a:pt x="568" y="1836"/>
                    <a:pt x="699" y="1535"/>
                    <a:pt x="739" y="1405"/>
                  </a:cubicBezTo>
                  <a:cubicBezTo>
                    <a:pt x="789" y="1275"/>
                    <a:pt x="709" y="1004"/>
                    <a:pt x="919" y="653"/>
                  </a:cubicBezTo>
                  <a:cubicBezTo>
                    <a:pt x="1130" y="302"/>
                    <a:pt x="629" y="1"/>
                    <a:pt x="629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05" name="Google Shape;24105;p84"/>
            <p:cNvSpPr/>
            <p:nvPr/>
          </p:nvSpPr>
          <p:spPr>
            <a:xfrm>
              <a:off x="4273894" y="4627179"/>
              <a:ext cx="69430" cy="197302"/>
            </a:xfrm>
            <a:custGeom>
              <a:avLst/>
              <a:gdLst/>
              <a:ahLst/>
              <a:cxnLst/>
              <a:rect l="l" t="t" r="r" b="b"/>
              <a:pathLst>
                <a:path w="733" h="2083" extrusionOk="0">
                  <a:moveTo>
                    <a:pt x="630" y="0"/>
                  </a:moveTo>
                  <a:cubicBezTo>
                    <a:pt x="618" y="0"/>
                    <a:pt x="605" y="5"/>
                    <a:pt x="592" y="16"/>
                  </a:cubicBezTo>
                  <a:cubicBezTo>
                    <a:pt x="542" y="56"/>
                    <a:pt x="542" y="156"/>
                    <a:pt x="532" y="216"/>
                  </a:cubicBezTo>
                  <a:cubicBezTo>
                    <a:pt x="512" y="287"/>
                    <a:pt x="492" y="367"/>
                    <a:pt x="472" y="447"/>
                  </a:cubicBezTo>
                  <a:cubicBezTo>
                    <a:pt x="392" y="758"/>
                    <a:pt x="281" y="1059"/>
                    <a:pt x="171" y="1360"/>
                  </a:cubicBezTo>
                  <a:cubicBezTo>
                    <a:pt x="111" y="1530"/>
                    <a:pt x="51" y="1861"/>
                    <a:pt x="10" y="2042"/>
                  </a:cubicBezTo>
                  <a:lnTo>
                    <a:pt x="0" y="2072"/>
                  </a:lnTo>
                  <a:cubicBezTo>
                    <a:pt x="51" y="2079"/>
                    <a:pt x="102" y="2082"/>
                    <a:pt x="149" y="2082"/>
                  </a:cubicBezTo>
                  <a:cubicBezTo>
                    <a:pt x="244" y="2082"/>
                    <a:pt x="325" y="2069"/>
                    <a:pt x="351" y="2042"/>
                  </a:cubicBezTo>
                  <a:cubicBezTo>
                    <a:pt x="382" y="2012"/>
                    <a:pt x="362" y="1902"/>
                    <a:pt x="341" y="1711"/>
                  </a:cubicBezTo>
                  <a:cubicBezTo>
                    <a:pt x="331" y="1520"/>
                    <a:pt x="462" y="1219"/>
                    <a:pt x="502" y="1089"/>
                  </a:cubicBezTo>
                  <a:cubicBezTo>
                    <a:pt x="552" y="959"/>
                    <a:pt x="472" y="688"/>
                    <a:pt x="682" y="337"/>
                  </a:cubicBezTo>
                  <a:cubicBezTo>
                    <a:pt x="723" y="267"/>
                    <a:pt x="733" y="196"/>
                    <a:pt x="733" y="126"/>
                  </a:cubicBezTo>
                  <a:cubicBezTo>
                    <a:pt x="709" y="63"/>
                    <a:pt x="673" y="0"/>
                    <a:pt x="630" y="0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06" name="Google Shape;24106;p84"/>
            <p:cNvSpPr/>
            <p:nvPr/>
          </p:nvSpPr>
          <p:spPr>
            <a:xfrm>
              <a:off x="4271999" y="4158970"/>
              <a:ext cx="601472" cy="696097"/>
            </a:xfrm>
            <a:custGeom>
              <a:avLst/>
              <a:gdLst/>
              <a:ahLst/>
              <a:cxnLst/>
              <a:rect l="l" t="t" r="r" b="b"/>
              <a:pathLst>
                <a:path w="6350" h="7349" extrusionOk="0">
                  <a:moveTo>
                    <a:pt x="1532" y="1"/>
                  </a:moveTo>
                  <a:cubicBezTo>
                    <a:pt x="1459" y="1"/>
                    <a:pt x="1385" y="13"/>
                    <a:pt x="1304" y="44"/>
                  </a:cubicBezTo>
                  <a:cubicBezTo>
                    <a:pt x="572" y="325"/>
                    <a:pt x="61" y="585"/>
                    <a:pt x="30" y="1047"/>
                  </a:cubicBezTo>
                  <a:cubicBezTo>
                    <a:pt x="0" y="1498"/>
                    <a:pt x="151" y="2632"/>
                    <a:pt x="321" y="3223"/>
                  </a:cubicBezTo>
                  <a:cubicBezTo>
                    <a:pt x="492" y="3805"/>
                    <a:pt x="492" y="4186"/>
                    <a:pt x="361" y="4467"/>
                  </a:cubicBezTo>
                  <a:cubicBezTo>
                    <a:pt x="231" y="4758"/>
                    <a:pt x="642" y="5270"/>
                    <a:pt x="672" y="5701"/>
                  </a:cubicBezTo>
                  <a:cubicBezTo>
                    <a:pt x="692" y="6132"/>
                    <a:pt x="783" y="6754"/>
                    <a:pt x="853" y="6885"/>
                  </a:cubicBezTo>
                  <a:cubicBezTo>
                    <a:pt x="913" y="7015"/>
                    <a:pt x="883" y="7135"/>
                    <a:pt x="933" y="7155"/>
                  </a:cubicBezTo>
                  <a:cubicBezTo>
                    <a:pt x="954" y="7168"/>
                    <a:pt x="1056" y="7177"/>
                    <a:pt x="1170" y="7177"/>
                  </a:cubicBezTo>
                  <a:cubicBezTo>
                    <a:pt x="1334" y="7177"/>
                    <a:pt x="1523" y="7158"/>
                    <a:pt x="1535" y="7105"/>
                  </a:cubicBezTo>
                  <a:cubicBezTo>
                    <a:pt x="1545" y="7015"/>
                    <a:pt x="1435" y="6895"/>
                    <a:pt x="1375" y="6754"/>
                  </a:cubicBezTo>
                  <a:cubicBezTo>
                    <a:pt x="1304" y="6614"/>
                    <a:pt x="953" y="5771"/>
                    <a:pt x="1013" y="5280"/>
                  </a:cubicBezTo>
                  <a:cubicBezTo>
                    <a:pt x="1064" y="4788"/>
                    <a:pt x="1084" y="4196"/>
                    <a:pt x="1154" y="3966"/>
                  </a:cubicBezTo>
                  <a:cubicBezTo>
                    <a:pt x="1213" y="3727"/>
                    <a:pt x="1687" y="3203"/>
                    <a:pt x="1773" y="3203"/>
                  </a:cubicBezTo>
                  <a:cubicBezTo>
                    <a:pt x="1774" y="3203"/>
                    <a:pt x="1775" y="3203"/>
                    <a:pt x="1776" y="3203"/>
                  </a:cubicBezTo>
                  <a:cubicBezTo>
                    <a:pt x="1856" y="3223"/>
                    <a:pt x="2418" y="3926"/>
                    <a:pt x="3060" y="3956"/>
                  </a:cubicBezTo>
                  <a:cubicBezTo>
                    <a:pt x="3270" y="3962"/>
                    <a:pt x="3427" y="3965"/>
                    <a:pt x="3543" y="3965"/>
                  </a:cubicBezTo>
                  <a:cubicBezTo>
                    <a:pt x="3775" y="3965"/>
                    <a:pt x="3842" y="3956"/>
                    <a:pt x="3842" y="3956"/>
                  </a:cubicBezTo>
                  <a:cubicBezTo>
                    <a:pt x="3842" y="3956"/>
                    <a:pt x="4203" y="4798"/>
                    <a:pt x="4233" y="5350"/>
                  </a:cubicBezTo>
                  <a:cubicBezTo>
                    <a:pt x="4253" y="5892"/>
                    <a:pt x="4414" y="5922"/>
                    <a:pt x="4334" y="6423"/>
                  </a:cubicBezTo>
                  <a:cubicBezTo>
                    <a:pt x="4253" y="6935"/>
                    <a:pt x="4163" y="7196"/>
                    <a:pt x="4193" y="7286"/>
                  </a:cubicBezTo>
                  <a:cubicBezTo>
                    <a:pt x="4203" y="7328"/>
                    <a:pt x="4342" y="7349"/>
                    <a:pt x="4486" y="7349"/>
                  </a:cubicBezTo>
                  <a:cubicBezTo>
                    <a:pt x="4647" y="7349"/>
                    <a:pt x="4815" y="7323"/>
                    <a:pt x="4815" y="7276"/>
                  </a:cubicBezTo>
                  <a:cubicBezTo>
                    <a:pt x="4815" y="7186"/>
                    <a:pt x="4755" y="6724"/>
                    <a:pt x="4735" y="6584"/>
                  </a:cubicBezTo>
                  <a:cubicBezTo>
                    <a:pt x="4725" y="6443"/>
                    <a:pt x="4624" y="6223"/>
                    <a:pt x="4655" y="5851"/>
                  </a:cubicBezTo>
                  <a:cubicBezTo>
                    <a:pt x="4695" y="5490"/>
                    <a:pt x="4735" y="5380"/>
                    <a:pt x="4685" y="4979"/>
                  </a:cubicBezTo>
                  <a:cubicBezTo>
                    <a:pt x="4634" y="4578"/>
                    <a:pt x="4675" y="4177"/>
                    <a:pt x="4675" y="4176"/>
                  </a:cubicBezTo>
                  <a:lnTo>
                    <a:pt x="4675" y="4176"/>
                  </a:lnTo>
                  <a:cubicBezTo>
                    <a:pt x="4675" y="4177"/>
                    <a:pt x="4725" y="4578"/>
                    <a:pt x="4825" y="4668"/>
                  </a:cubicBezTo>
                  <a:lnTo>
                    <a:pt x="5908" y="4748"/>
                  </a:lnTo>
                  <a:cubicBezTo>
                    <a:pt x="5908" y="4748"/>
                    <a:pt x="6089" y="4056"/>
                    <a:pt x="6159" y="3575"/>
                  </a:cubicBezTo>
                  <a:cubicBezTo>
                    <a:pt x="6219" y="3093"/>
                    <a:pt x="6350" y="2521"/>
                    <a:pt x="6350" y="2351"/>
                  </a:cubicBezTo>
                  <a:cubicBezTo>
                    <a:pt x="6350" y="2180"/>
                    <a:pt x="5908" y="927"/>
                    <a:pt x="5758" y="676"/>
                  </a:cubicBezTo>
                  <a:cubicBezTo>
                    <a:pt x="5597" y="435"/>
                    <a:pt x="4644" y="395"/>
                    <a:pt x="4384" y="264"/>
                  </a:cubicBezTo>
                  <a:cubicBezTo>
                    <a:pt x="4283" y="211"/>
                    <a:pt x="4000" y="198"/>
                    <a:pt x="3668" y="198"/>
                  </a:cubicBezTo>
                  <a:cubicBezTo>
                    <a:pt x="3502" y="198"/>
                    <a:pt x="3324" y="201"/>
                    <a:pt x="3150" y="204"/>
                  </a:cubicBezTo>
                  <a:cubicBezTo>
                    <a:pt x="2993" y="204"/>
                    <a:pt x="2842" y="206"/>
                    <a:pt x="2707" y="206"/>
                  </a:cubicBezTo>
                  <a:cubicBezTo>
                    <a:pt x="2504" y="206"/>
                    <a:pt x="2337" y="202"/>
                    <a:pt x="2247" y="184"/>
                  </a:cubicBezTo>
                  <a:cubicBezTo>
                    <a:pt x="1971" y="131"/>
                    <a:pt x="1766" y="1"/>
                    <a:pt x="15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07" name="Google Shape;24107;p84"/>
            <p:cNvSpPr/>
            <p:nvPr/>
          </p:nvSpPr>
          <p:spPr>
            <a:xfrm>
              <a:off x="4328074" y="4178293"/>
              <a:ext cx="545398" cy="676680"/>
            </a:xfrm>
            <a:custGeom>
              <a:avLst/>
              <a:gdLst/>
              <a:ahLst/>
              <a:cxnLst/>
              <a:rect l="l" t="t" r="r" b="b"/>
              <a:pathLst>
                <a:path w="5758" h="7144" extrusionOk="0">
                  <a:moveTo>
                    <a:pt x="321" y="0"/>
                  </a:moveTo>
                  <a:cubicBezTo>
                    <a:pt x="231" y="40"/>
                    <a:pt x="141" y="81"/>
                    <a:pt x="60" y="131"/>
                  </a:cubicBezTo>
                  <a:cubicBezTo>
                    <a:pt x="20" y="261"/>
                    <a:pt x="20" y="472"/>
                    <a:pt x="20" y="562"/>
                  </a:cubicBezTo>
                  <a:cubicBezTo>
                    <a:pt x="0" y="923"/>
                    <a:pt x="80" y="1284"/>
                    <a:pt x="241" y="1615"/>
                  </a:cubicBezTo>
                  <a:cubicBezTo>
                    <a:pt x="502" y="2127"/>
                    <a:pt x="963" y="2518"/>
                    <a:pt x="1515" y="2699"/>
                  </a:cubicBezTo>
                  <a:cubicBezTo>
                    <a:pt x="1836" y="2799"/>
                    <a:pt x="2187" y="2829"/>
                    <a:pt x="2528" y="2899"/>
                  </a:cubicBezTo>
                  <a:cubicBezTo>
                    <a:pt x="2869" y="2959"/>
                    <a:pt x="3210" y="3080"/>
                    <a:pt x="3441" y="3340"/>
                  </a:cubicBezTo>
                  <a:cubicBezTo>
                    <a:pt x="3732" y="3641"/>
                    <a:pt x="3802" y="4083"/>
                    <a:pt x="3842" y="4504"/>
                  </a:cubicBezTo>
                  <a:cubicBezTo>
                    <a:pt x="3912" y="5256"/>
                    <a:pt x="3922" y="6019"/>
                    <a:pt x="3862" y="6781"/>
                  </a:cubicBezTo>
                  <a:cubicBezTo>
                    <a:pt x="3852" y="6901"/>
                    <a:pt x="3852" y="7032"/>
                    <a:pt x="3872" y="7142"/>
                  </a:cubicBezTo>
                  <a:cubicBezTo>
                    <a:pt x="3894" y="7143"/>
                    <a:pt x="3916" y="7144"/>
                    <a:pt x="3938" y="7144"/>
                  </a:cubicBezTo>
                  <a:cubicBezTo>
                    <a:pt x="4086" y="7144"/>
                    <a:pt x="4223" y="7115"/>
                    <a:pt x="4223" y="7072"/>
                  </a:cubicBezTo>
                  <a:cubicBezTo>
                    <a:pt x="4223" y="6982"/>
                    <a:pt x="4163" y="6520"/>
                    <a:pt x="4143" y="6380"/>
                  </a:cubicBezTo>
                  <a:cubicBezTo>
                    <a:pt x="4133" y="6239"/>
                    <a:pt x="4032" y="6019"/>
                    <a:pt x="4063" y="5647"/>
                  </a:cubicBezTo>
                  <a:cubicBezTo>
                    <a:pt x="4103" y="5286"/>
                    <a:pt x="4143" y="5176"/>
                    <a:pt x="4093" y="4775"/>
                  </a:cubicBezTo>
                  <a:cubicBezTo>
                    <a:pt x="4042" y="4374"/>
                    <a:pt x="4083" y="3973"/>
                    <a:pt x="4083" y="3972"/>
                  </a:cubicBezTo>
                  <a:lnTo>
                    <a:pt x="4083" y="3972"/>
                  </a:lnTo>
                  <a:cubicBezTo>
                    <a:pt x="4083" y="3973"/>
                    <a:pt x="4133" y="4374"/>
                    <a:pt x="4233" y="4464"/>
                  </a:cubicBezTo>
                  <a:lnTo>
                    <a:pt x="5316" y="4544"/>
                  </a:lnTo>
                  <a:cubicBezTo>
                    <a:pt x="5316" y="4544"/>
                    <a:pt x="5497" y="3852"/>
                    <a:pt x="5567" y="3371"/>
                  </a:cubicBezTo>
                  <a:cubicBezTo>
                    <a:pt x="5627" y="2889"/>
                    <a:pt x="5758" y="2317"/>
                    <a:pt x="5758" y="2147"/>
                  </a:cubicBezTo>
                  <a:cubicBezTo>
                    <a:pt x="5758" y="2006"/>
                    <a:pt x="5467" y="1164"/>
                    <a:pt x="5276" y="712"/>
                  </a:cubicBezTo>
                  <a:cubicBezTo>
                    <a:pt x="5106" y="642"/>
                    <a:pt x="4935" y="582"/>
                    <a:pt x="4755" y="542"/>
                  </a:cubicBezTo>
                  <a:cubicBezTo>
                    <a:pt x="4223" y="402"/>
                    <a:pt x="3671" y="351"/>
                    <a:pt x="3120" y="291"/>
                  </a:cubicBezTo>
                  <a:cubicBezTo>
                    <a:pt x="2267" y="211"/>
                    <a:pt x="1414" y="121"/>
                    <a:pt x="572" y="40"/>
                  </a:cubicBezTo>
                  <a:cubicBezTo>
                    <a:pt x="512" y="30"/>
                    <a:pt x="411" y="10"/>
                    <a:pt x="321" y="0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alpha val="8230"/>
                  </a:schemeClr>
                </a:gs>
                <a:gs pos="100000">
                  <a:schemeClr val="accent4">
                    <a:alpha val="8230"/>
                  </a:scheme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08" name="Google Shape;24108;p84"/>
            <p:cNvSpPr/>
            <p:nvPr/>
          </p:nvSpPr>
          <p:spPr>
            <a:xfrm>
              <a:off x="4176047" y="4269510"/>
              <a:ext cx="116979" cy="380111"/>
            </a:xfrm>
            <a:custGeom>
              <a:avLst/>
              <a:gdLst/>
              <a:ahLst/>
              <a:cxnLst/>
              <a:rect l="l" t="t" r="r" b="b"/>
              <a:pathLst>
                <a:path w="1235" h="4013" extrusionOk="0">
                  <a:moveTo>
                    <a:pt x="1043" y="0"/>
                  </a:moveTo>
                  <a:cubicBezTo>
                    <a:pt x="883" y="582"/>
                    <a:pt x="863" y="1374"/>
                    <a:pt x="853" y="2056"/>
                  </a:cubicBezTo>
                  <a:cubicBezTo>
                    <a:pt x="853" y="2317"/>
                    <a:pt x="732" y="2558"/>
                    <a:pt x="602" y="2759"/>
                  </a:cubicBezTo>
                  <a:cubicBezTo>
                    <a:pt x="412" y="3050"/>
                    <a:pt x="171" y="3280"/>
                    <a:pt x="101" y="3461"/>
                  </a:cubicBezTo>
                  <a:cubicBezTo>
                    <a:pt x="0" y="3792"/>
                    <a:pt x="60" y="4012"/>
                    <a:pt x="60" y="4012"/>
                  </a:cubicBezTo>
                  <a:cubicBezTo>
                    <a:pt x="60" y="4012"/>
                    <a:pt x="50" y="3742"/>
                    <a:pt x="231" y="3461"/>
                  </a:cubicBezTo>
                  <a:lnTo>
                    <a:pt x="231" y="3461"/>
                  </a:lnTo>
                  <a:cubicBezTo>
                    <a:pt x="231" y="3461"/>
                    <a:pt x="151" y="3722"/>
                    <a:pt x="201" y="3852"/>
                  </a:cubicBezTo>
                  <a:cubicBezTo>
                    <a:pt x="201" y="3852"/>
                    <a:pt x="231" y="3571"/>
                    <a:pt x="391" y="3340"/>
                  </a:cubicBezTo>
                  <a:cubicBezTo>
                    <a:pt x="522" y="3160"/>
                    <a:pt x="502" y="3060"/>
                    <a:pt x="662" y="2809"/>
                  </a:cubicBezTo>
                  <a:cubicBezTo>
                    <a:pt x="853" y="2508"/>
                    <a:pt x="933" y="2317"/>
                    <a:pt x="973" y="1635"/>
                  </a:cubicBezTo>
                  <a:cubicBezTo>
                    <a:pt x="1013" y="1074"/>
                    <a:pt x="1234" y="211"/>
                    <a:pt x="1234" y="211"/>
                  </a:cubicBezTo>
                  <a:lnTo>
                    <a:pt x="1043" y="0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09" name="Google Shape;24109;p84"/>
            <p:cNvSpPr/>
            <p:nvPr/>
          </p:nvSpPr>
          <p:spPr>
            <a:xfrm>
              <a:off x="4288102" y="4821452"/>
              <a:ext cx="19133" cy="3031"/>
            </a:xfrm>
            <a:custGeom>
              <a:avLst/>
              <a:gdLst/>
              <a:ahLst/>
              <a:cxnLst/>
              <a:rect l="l" t="t" r="r" b="b"/>
              <a:pathLst>
                <a:path w="202" h="32" extrusionOk="0">
                  <a:moveTo>
                    <a:pt x="201" y="1"/>
                  </a:moveTo>
                  <a:cubicBezTo>
                    <a:pt x="161" y="21"/>
                    <a:pt x="91" y="31"/>
                    <a:pt x="1" y="31"/>
                  </a:cubicBezTo>
                  <a:lnTo>
                    <a:pt x="31" y="31"/>
                  </a:lnTo>
                  <a:cubicBezTo>
                    <a:pt x="111" y="31"/>
                    <a:pt x="171" y="21"/>
                    <a:pt x="201" y="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10" name="Google Shape;24110;p84"/>
            <p:cNvSpPr/>
            <p:nvPr/>
          </p:nvSpPr>
          <p:spPr>
            <a:xfrm>
              <a:off x="4252013" y="4794930"/>
              <a:ext cx="55222" cy="29553"/>
            </a:xfrm>
            <a:custGeom>
              <a:avLst/>
              <a:gdLst/>
              <a:ahLst/>
              <a:cxnLst/>
              <a:rect l="l" t="t" r="r" b="b"/>
              <a:pathLst>
                <a:path w="583" h="312" extrusionOk="0">
                  <a:moveTo>
                    <a:pt x="71" y="0"/>
                  </a:moveTo>
                  <a:cubicBezTo>
                    <a:pt x="51" y="60"/>
                    <a:pt x="31" y="110"/>
                    <a:pt x="21" y="151"/>
                  </a:cubicBezTo>
                  <a:cubicBezTo>
                    <a:pt x="11" y="181"/>
                    <a:pt x="1" y="211"/>
                    <a:pt x="1" y="221"/>
                  </a:cubicBezTo>
                  <a:cubicBezTo>
                    <a:pt x="1" y="261"/>
                    <a:pt x="111" y="291"/>
                    <a:pt x="231" y="301"/>
                  </a:cubicBezTo>
                  <a:lnTo>
                    <a:pt x="241" y="271"/>
                  </a:lnTo>
                  <a:cubicBezTo>
                    <a:pt x="251" y="201"/>
                    <a:pt x="272" y="120"/>
                    <a:pt x="292" y="30"/>
                  </a:cubicBezTo>
                  <a:cubicBezTo>
                    <a:pt x="221" y="30"/>
                    <a:pt x="161" y="30"/>
                    <a:pt x="101" y="10"/>
                  </a:cubicBezTo>
                  <a:lnTo>
                    <a:pt x="71" y="0"/>
                  </a:lnTo>
                  <a:close/>
                  <a:moveTo>
                    <a:pt x="582" y="271"/>
                  </a:moveTo>
                  <a:cubicBezTo>
                    <a:pt x="562" y="291"/>
                    <a:pt x="492" y="311"/>
                    <a:pt x="412" y="311"/>
                  </a:cubicBezTo>
                  <a:cubicBezTo>
                    <a:pt x="492" y="311"/>
                    <a:pt x="552" y="301"/>
                    <a:pt x="582" y="281"/>
                  </a:cubicBezTo>
                  <a:cubicBezTo>
                    <a:pt x="582" y="281"/>
                    <a:pt x="582" y="271"/>
                    <a:pt x="582" y="2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11" name="Google Shape;24111;p84"/>
            <p:cNvSpPr/>
            <p:nvPr/>
          </p:nvSpPr>
          <p:spPr>
            <a:xfrm>
              <a:off x="4273894" y="4797772"/>
              <a:ext cx="35236" cy="26711"/>
            </a:xfrm>
            <a:custGeom>
              <a:avLst/>
              <a:gdLst/>
              <a:ahLst/>
              <a:cxnLst/>
              <a:rect l="l" t="t" r="r" b="b"/>
              <a:pathLst>
                <a:path w="372" h="282" extrusionOk="0">
                  <a:moveTo>
                    <a:pt x="61" y="0"/>
                  </a:moveTo>
                  <a:cubicBezTo>
                    <a:pt x="41" y="90"/>
                    <a:pt x="20" y="171"/>
                    <a:pt x="10" y="241"/>
                  </a:cubicBezTo>
                  <a:lnTo>
                    <a:pt x="0" y="271"/>
                  </a:lnTo>
                  <a:cubicBezTo>
                    <a:pt x="41" y="271"/>
                    <a:pt x="81" y="281"/>
                    <a:pt x="111" y="281"/>
                  </a:cubicBezTo>
                  <a:lnTo>
                    <a:pt x="181" y="281"/>
                  </a:lnTo>
                  <a:cubicBezTo>
                    <a:pt x="261" y="281"/>
                    <a:pt x="331" y="261"/>
                    <a:pt x="351" y="241"/>
                  </a:cubicBezTo>
                  <a:cubicBezTo>
                    <a:pt x="362" y="231"/>
                    <a:pt x="372" y="201"/>
                    <a:pt x="362" y="161"/>
                  </a:cubicBezTo>
                  <a:lnTo>
                    <a:pt x="362" y="151"/>
                  </a:lnTo>
                  <a:cubicBezTo>
                    <a:pt x="362" y="121"/>
                    <a:pt x="362" y="60"/>
                    <a:pt x="3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12" name="Google Shape;24112;p84"/>
            <p:cNvSpPr/>
            <p:nvPr/>
          </p:nvSpPr>
          <p:spPr>
            <a:xfrm>
              <a:off x="4345124" y="4417655"/>
              <a:ext cx="95099" cy="421030"/>
            </a:xfrm>
            <a:custGeom>
              <a:avLst/>
              <a:gdLst/>
              <a:ahLst/>
              <a:cxnLst/>
              <a:rect l="l" t="t" r="r" b="b"/>
              <a:pathLst>
                <a:path w="1004" h="4445" extrusionOk="0">
                  <a:moveTo>
                    <a:pt x="512" y="1"/>
                  </a:moveTo>
                  <a:cubicBezTo>
                    <a:pt x="512" y="1"/>
                    <a:pt x="512" y="2"/>
                    <a:pt x="511" y="2"/>
                  </a:cubicBezTo>
                  <a:lnTo>
                    <a:pt x="511" y="2"/>
                  </a:lnTo>
                  <a:cubicBezTo>
                    <a:pt x="512" y="2"/>
                    <a:pt x="512" y="1"/>
                    <a:pt x="512" y="1"/>
                  </a:cubicBezTo>
                  <a:close/>
                  <a:moveTo>
                    <a:pt x="511" y="2"/>
                  </a:moveTo>
                  <a:cubicBezTo>
                    <a:pt x="261" y="293"/>
                    <a:pt x="171" y="693"/>
                    <a:pt x="101" y="1074"/>
                  </a:cubicBezTo>
                  <a:cubicBezTo>
                    <a:pt x="51" y="1305"/>
                    <a:pt x="1" y="1546"/>
                    <a:pt x="21" y="1786"/>
                  </a:cubicBezTo>
                  <a:cubicBezTo>
                    <a:pt x="21" y="1907"/>
                    <a:pt x="41" y="2027"/>
                    <a:pt x="51" y="2148"/>
                  </a:cubicBezTo>
                  <a:cubicBezTo>
                    <a:pt x="61" y="2288"/>
                    <a:pt x="61" y="2418"/>
                    <a:pt x="71" y="2559"/>
                  </a:cubicBezTo>
                  <a:cubicBezTo>
                    <a:pt x="101" y="2739"/>
                    <a:pt x="161" y="2910"/>
                    <a:pt x="201" y="3080"/>
                  </a:cubicBezTo>
                  <a:cubicBezTo>
                    <a:pt x="312" y="3512"/>
                    <a:pt x="282" y="3983"/>
                    <a:pt x="502" y="4364"/>
                  </a:cubicBezTo>
                  <a:cubicBezTo>
                    <a:pt x="512" y="4394"/>
                    <a:pt x="532" y="4414"/>
                    <a:pt x="542" y="4445"/>
                  </a:cubicBezTo>
                  <a:cubicBezTo>
                    <a:pt x="663" y="4434"/>
                    <a:pt x="753" y="4414"/>
                    <a:pt x="763" y="4374"/>
                  </a:cubicBezTo>
                  <a:cubicBezTo>
                    <a:pt x="773" y="4284"/>
                    <a:pt x="663" y="4164"/>
                    <a:pt x="603" y="4023"/>
                  </a:cubicBezTo>
                  <a:cubicBezTo>
                    <a:pt x="532" y="3883"/>
                    <a:pt x="181" y="3040"/>
                    <a:pt x="241" y="2549"/>
                  </a:cubicBezTo>
                  <a:cubicBezTo>
                    <a:pt x="292" y="2057"/>
                    <a:pt x="312" y="1465"/>
                    <a:pt x="382" y="1235"/>
                  </a:cubicBezTo>
                  <a:cubicBezTo>
                    <a:pt x="442" y="1004"/>
                    <a:pt x="924" y="472"/>
                    <a:pt x="1004" y="472"/>
                  </a:cubicBezTo>
                  <a:lnTo>
                    <a:pt x="984" y="442"/>
                  </a:lnTo>
                  <a:cubicBezTo>
                    <a:pt x="954" y="393"/>
                    <a:pt x="479" y="46"/>
                    <a:pt x="511" y="2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13" name="Google Shape;24113;p84"/>
            <p:cNvSpPr/>
            <p:nvPr/>
          </p:nvSpPr>
          <p:spPr>
            <a:xfrm>
              <a:off x="4355638" y="4818611"/>
              <a:ext cx="60810" cy="20081"/>
            </a:xfrm>
            <a:custGeom>
              <a:avLst/>
              <a:gdLst/>
              <a:ahLst/>
              <a:cxnLst/>
              <a:rect l="l" t="t" r="r" b="b"/>
              <a:pathLst>
                <a:path w="642" h="212" extrusionOk="0">
                  <a:moveTo>
                    <a:pt x="291" y="212"/>
                  </a:moveTo>
                  <a:cubicBezTo>
                    <a:pt x="171" y="212"/>
                    <a:pt x="70" y="201"/>
                    <a:pt x="50" y="191"/>
                  </a:cubicBezTo>
                  <a:cubicBezTo>
                    <a:pt x="50" y="191"/>
                    <a:pt x="50" y="191"/>
                    <a:pt x="50" y="191"/>
                  </a:cubicBezTo>
                  <a:cubicBezTo>
                    <a:pt x="50" y="191"/>
                    <a:pt x="50" y="191"/>
                    <a:pt x="50" y="191"/>
                  </a:cubicBezTo>
                  <a:cubicBezTo>
                    <a:pt x="70" y="201"/>
                    <a:pt x="171" y="212"/>
                    <a:pt x="291" y="212"/>
                  </a:cubicBezTo>
                  <a:cubicBezTo>
                    <a:pt x="431" y="212"/>
                    <a:pt x="602" y="201"/>
                    <a:pt x="642" y="151"/>
                  </a:cubicBezTo>
                  <a:lnTo>
                    <a:pt x="642" y="151"/>
                  </a:lnTo>
                  <a:cubicBezTo>
                    <a:pt x="602" y="201"/>
                    <a:pt x="431" y="212"/>
                    <a:pt x="291" y="212"/>
                  </a:cubicBezTo>
                  <a:close/>
                  <a:moveTo>
                    <a:pt x="50" y="191"/>
                  </a:moveTo>
                  <a:cubicBezTo>
                    <a:pt x="50" y="191"/>
                    <a:pt x="50" y="191"/>
                    <a:pt x="50" y="191"/>
                  </a:cubicBezTo>
                  <a:cubicBezTo>
                    <a:pt x="50" y="191"/>
                    <a:pt x="50" y="191"/>
                    <a:pt x="50" y="191"/>
                  </a:cubicBezTo>
                  <a:close/>
                  <a:moveTo>
                    <a:pt x="40" y="191"/>
                  </a:moveTo>
                  <a:cubicBezTo>
                    <a:pt x="40" y="191"/>
                    <a:pt x="40" y="191"/>
                    <a:pt x="40" y="191"/>
                  </a:cubicBezTo>
                  <a:cubicBezTo>
                    <a:pt x="40" y="191"/>
                    <a:pt x="40" y="191"/>
                    <a:pt x="40" y="191"/>
                  </a:cubicBezTo>
                  <a:close/>
                  <a:moveTo>
                    <a:pt x="40" y="191"/>
                  </a:moveTo>
                  <a:cubicBezTo>
                    <a:pt x="40" y="191"/>
                    <a:pt x="40" y="191"/>
                    <a:pt x="40" y="191"/>
                  </a:cubicBezTo>
                  <a:cubicBezTo>
                    <a:pt x="40" y="191"/>
                    <a:pt x="40" y="191"/>
                    <a:pt x="40" y="191"/>
                  </a:cubicBezTo>
                  <a:close/>
                  <a:moveTo>
                    <a:pt x="40" y="191"/>
                  </a:moveTo>
                  <a:cubicBezTo>
                    <a:pt x="40" y="191"/>
                    <a:pt x="40" y="191"/>
                    <a:pt x="40" y="191"/>
                  </a:cubicBezTo>
                  <a:cubicBezTo>
                    <a:pt x="40" y="191"/>
                    <a:pt x="40" y="191"/>
                    <a:pt x="40" y="191"/>
                  </a:cubicBezTo>
                  <a:close/>
                  <a:moveTo>
                    <a:pt x="40" y="191"/>
                  </a:moveTo>
                  <a:cubicBezTo>
                    <a:pt x="40" y="191"/>
                    <a:pt x="40" y="191"/>
                    <a:pt x="40" y="191"/>
                  </a:cubicBezTo>
                  <a:cubicBezTo>
                    <a:pt x="40" y="191"/>
                    <a:pt x="40" y="191"/>
                    <a:pt x="40" y="191"/>
                  </a:cubicBezTo>
                  <a:close/>
                  <a:moveTo>
                    <a:pt x="40" y="191"/>
                  </a:moveTo>
                  <a:lnTo>
                    <a:pt x="40" y="191"/>
                  </a:lnTo>
                  <a:lnTo>
                    <a:pt x="40" y="191"/>
                  </a:lnTo>
                  <a:close/>
                  <a:moveTo>
                    <a:pt x="40" y="191"/>
                  </a:moveTo>
                  <a:cubicBezTo>
                    <a:pt x="40" y="191"/>
                    <a:pt x="40" y="191"/>
                    <a:pt x="40" y="191"/>
                  </a:cubicBezTo>
                  <a:cubicBezTo>
                    <a:pt x="40" y="191"/>
                    <a:pt x="40" y="191"/>
                    <a:pt x="40" y="191"/>
                  </a:cubicBezTo>
                  <a:close/>
                  <a:moveTo>
                    <a:pt x="40" y="191"/>
                  </a:moveTo>
                  <a:cubicBezTo>
                    <a:pt x="40" y="191"/>
                    <a:pt x="40" y="191"/>
                    <a:pt x="40" y="191"/>
                  </a:cubicBezTo>
                  <a:cubicBezTo>
                    <a:pt x="40" y="191"/>
                    <a:pt x="40" y="191"/>
                    <a:pt x="40" y="191"/>
                  </a:cubicBezTo>
                  <a:close/>
                  <a:moveTo>
                    <a:pt x="40" y="181"/>
                  </a:moveTo>
                  <a:cubicBezTo>
                    <a:pt x="40" y="181"/>
                    <a:pt x="40" y="181"/>
                    <a:pt x="40" y="181"/>
                  </a:cubicBezTo>
                  <a:cubicBezTo>
                    <a:pt x="40" y="181"/>
                    <a:pt x="40" y="181"/>
                    <a:pt x="40" y="181"/>
                  </a:cubicBezTo>
                  <a:close/>
                  <a:moveTo>
                    <a:pt x="40" y="181"/>
                  </a:moveTo>
                  <a:lnTo>
                    <a:pt x="40" y="181"/>
                  </a:lnTo>
                  <a:lnTo>
                    <a:pt x="40" y="181"/>
                  </a:lnTo>
                  <a:close/>
                  <a:moveTo>
                    <a:pt x="30" y="181"/>
                  </a:moveTo>
                  <a:cubicBezTo>
                    <a:pt x="30" y="181"/>
                    <a:pt x="30" y="181"/>
                    <a:pt x="30" y="181"/>
                  </a:cubicBezTo>
                  <a:cubicBezTo>
                    <a:pt x="30" y="181"/>
                    <a:pt x="30" y="181"/>
                    <a:pt x="30" y="181"/>
                  </a:cubicBezTo>
                  <a:close/>
                  <a:moveTo>
                    <a:pt x="10" y="31"/>
                  </a:moveTo>
                  <a:cubicBezTo>
                    <a:pt x="0" y="21"/>
                    <a:pt x="0" y="11"/>
                    <a:pt x="0" y="1"/>
                  </a:cubicBezTo>
                  <a:lnTo>
                    <a:pt x="0" y="1"/>
                  </a:lnTo>
                  <a:cubicBezTo>
                    <a:pt x="0" y="11"/>
                    <a:pt x="0" y="21"/>
                    <a:pt x="10" y="3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14" name="Google Shape;24114;p84"/>
            <p:cNvSpPr/>
            <p:nvPr/>
          </p:nvSpPr>
          <p:spPr>
            <a:xfrm>
              <a:off x="4356585" y="4812928"/>
              <a:ext cx="59863" cy="25764"/>
            </a:xfrm>
            <a:custGeom>
              <a:avLst/>
              <a:gdLst/>
              <a:ahLst/>
              <a:cxnLst/>
              <a:rect l="l" t="t" r="r" b="b"/>
              <a:pathLst>
                <a:path w="632" h="272" extrusionOk="0">
                  <a:moveTo>
                    <a:pt x="632" y="211"/>
                  </a:moveTo>
                  <a:cubicBezTo>
                    <a:pt x="615" y="229"/>
                    <a:pt x="581" y="243"/>
                    <a:pt x="536" y="253"/>
                  </a:cubicBezTo>
                  <a:lnTo>
                    <a:pt x="536" y="253"/>
                  </a:lnTo>
                  <a:cubicBezTo>
                    <a:pt x="581" y="244"/>
                    <a:pt x="616" y="231"/>
                    <a:pt x="632" y="211"/>
                  </a:cubicBezTo>
                  <a:close/>
                  <a:moveTo>
                    <a:pt x="291" y="1"/>
                  </a:moveTo>
                  <a:cubicBezTo>
                    <a:pt x="211" y="21"/>
                    <a:pt x="130" y="41"/>
                    <a:pt x="50" y="51"/>
                  </a:cubicBezTo>
                  <a:cubicBezTo>
                    <a:pt x="50" y="51"/>
                    <a:pt x="50" y="51"/>
                    <a:pt x="50" y="61"/>
                  </a:cubicBezTo>
                  <a:cubicBezTo>
                    <a:pt x="50" y="91"/>
                    <a:pt x="30" y="121"/>
                    <a:pt x="0" y="141"/>
                  </a:cubicBezTo>
                  <a:cubicBezTo>
                    <a:pt x="10" y="191"/>
                    <a:pt x="10" y="221"/>
                    <a:pt x="20" y="241"/>
                  </a:cubicBezTo>
                  <a:lnTo>
                    <a:pt x="30" y="241"/>
                  </a:lnTo>
                  <a:lnTo>
                    <a:pt x="30" y="251"/>
                  </a:lnTo>
                  <a:lnTo>
                    <a:pt x="40" y="251"/>
                  </a:lnTo>
                  <a:cubicBezTo>
                    <a:pt x="60" y="261"/>
                    <a:pt x="161" y="272"/>
                    <a:pt x="281" y="272"/>
                  </a:cubicBezTo>
                  <a:cubicBezTo>
                    <a:pt x="326" y="272"/>
                    <a:pt x="374" y="270"/>
                    <a:pt x="420" y="267"/>
                  </a:cubicBezTo>
                  <a:lnTo>
                    <a:pt x="420" y="267"/>
                  </a:lnTo>
                  <a:cubicBezTo>
                    <a:pt x="420" y="269"/>
                    <a:pt x="421" y="270"/>
                    <a:pt x="421" y="272"/>
                  </a:cubicBezTo>
                  <a:cubicBezTo>
                    <a:pt x="464" y="267"/>
                    <a:pt x="503" y="261"/>
                    <a:pt x="536" y="253"/>
                  </a:cubicBezTo>
                  <a:lnTo>
                    <a:pt x="536" y="253"/>
                  </a:lnTo>
                  <a:cubicBezTo>
                    <a:pt x="502" y="260"/>
                    <a:pt x="462" y="265"/>
                    <a:pt x="420" y="267"/>
                  </a:cubicBezTo>
                  <a:lnTo>
                    <a:pt x="420" y="267"/>
                  </a:lnTo>
                  <a:cubicBezTo>
                    <a:pt x="409" y="240"/>
                    <a:pt x="391" y="220"/>
                    <a:pt x="381" y="191"/>
                  </a:cubicBezTo>
                  <a:cubicBezTo>
                    <a:pt x="341" y="131"/>
                    <a:pt x="311" y="61"/>
                    <a:pt x="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15" name="Google Shape;24115;p84"/>
            <p:cNvSpPr/>
            <p:nvPr/>
          </p:nvSpPr>
          <p:spPr>
            <a:xfrm>
              <a:off x="4416354" y="483291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39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16" name="Google Shape;24116;p84"/>
            <p:cNvSpPr/>
            <p:nvPr/>
          </p:nvSpPr>
          <p:spPr>
            <a:xfrm>
              <a:off x="4416354" y="483291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39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17" name="Google Shape;24117;p84"/>
            <p:cNvSpPr/>
            <p:nvPr/>
          </p:nvSpPr>
          <p:spPr>
            <a:xfrm>
              <a:off x="4416354" y="483291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39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18" name="Google Shape;24118;p84"/>
            <p:cNvSpPr/>
            <p:nvPr/>
          </p:nvSpPr>
          <p:spPr>
            <a:xfrm>
              <a:off x="4416354" y="483291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39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19" name="Google Shape;24119;p84"/>
            <p:cNvSpPr/>
            <p:nvPr/>
          </p:nvSpPr>
          <p:spPr>
            <a:xfrm>
              <a:off x="4416354" y="483291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39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20" name="Google Shape;24120;p84"/>
            <p:cNvSpPr/>
            <p:nvPr/>
          </p:nvSpPr>
          <p:spPr>
            <a:xfrm>
              <a:off x="4416354" y="483196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39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21" name="Google Shape;24121;p84"/>
            <p:cNvSpPr/>
            <p:nvPr/>
          </p:nvSpPr>
          <p:spPr>
            <a:xfrm>
              <a:off x="4417396" y="4830072"/>
              <a:ext cx="95" cy="1989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0"/>
                  </a:moveTo>
                  <a:lnTo>
                    <a:pt x="0" y="20"/>
                  </a:ln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lnTo>
                    <a:pt x="0" y="20"/>
                  </a:lnTo>
                  <a:close/>
                  <a:moveTo>
                    <a:pt x="0" y="2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lose/>
                  <a:moveTo>
                    <a:pt x="0" y="20"/>
                  </a:moveTo>
                  <a:lnTo>
                    <a:pt x="0" y="10"/>
                  </a:lnTo>
                  <a:lnTo>
                    <a:pt x="0" y="20"/>
                  </a:ln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22" name="Google Shape;24122;p84"/>
            <p:cNvSpPr/>
            <p:nvPr/>
          </p:nvSpPr>
          <p:spPr>
            <a:xfrm>
              <a:off x="4417396" y="4830072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23" name="Google Shape;24123;p84"/>
            <p:cNvSpPr/>
            <p:nvPr/>
          </p:nvSpPr>
          <p:spPr>
            <a:xfrm>
              <a:off x="4417396" y="4830072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24" name="Google Shape;24124;p84"/>
            <p:cNvSpPr/>
            <p:nvPr/>
          </p:nvSpPr>
          <p:spPr>
            <a:xfrm>
              <a:off x="4417396" y="4829125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25" name="Google Shape;24125;p84"/>
            <p:cNvSpPr/>
            <p:nvPr/>
          </p:nvSpPr>
          <p:spPr>
            <a:xfrm>
              <a:off x="4417396" y="4829125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26" name="Google Shape;24126;p84"/>
            <p:cNvSpPr/>
            <p:nvPr/>
          </p:nvSpPr>
          <p:spPr>
            <a:xfrm>
              <a:off x="4417396" y="4829125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27" name="Google Shape;24127;p84"/>
            <p:cNvSpPr/>
            <p:nvPr/>
          </p:nvSpPr>
          <p:spPr>
            <a:xfrm>
              <a:off x="4416354" y="482817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28" name="Google Shape;24128;p84"/>
            <p:cNvSpPr/>
            <p:nvPr/>
          </p:nvSpPr>
          <p:spPr>
            <a:xfrm>
              <a:off x="4414460" y="4822400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29" name="Google Shape;24129;p84"/>
            <p:cNvSpPr/>
            <p:nvPr/>
          </p:nvSpPr>
          <p:spPr>
            <a:xfrm>
              <a:off x="4414460" y="4822400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30" name="Google Shape;24130;p84"/>
            <p:cNvSpPr/>
            <p:nvPr/>
          </p:nvSpPr>
          <p:spPr>
            <a:xfrm>
              <a:off x="4414460" y="4821452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31" name="Google Shape;24131;p84"/>
            <p:cNvSpPr/>
            <p:nvPr/>
          </p:nvSpPr>
          <p:spPr>
            <a:xfrm>
              <a:off x="4414460" y="4821452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32" name="Google Shape;24132;p84"/>
            <p:cNvSpPr/>
            <p:nvPr/>
          </p:nvSpPr>
          <p:spPr>
            <a:xfrm>
              <a:off x="4414460" y="4820505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cubicBezTo>
                    <a:pt x="1" y="11"/>
                    <a:pt x="1" y="11"/>
                    <a:pt x="1" y="1"/>
                  </a:cubicBezTo>
                  <a:cubicBezTo>
                    <a:pt x="1" y="11"/>
                    <a:pt x="1" y="11"/>
                    <a:pt x="1" y="1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33" name="Google Shape;24133;p84"/>
            <p:cNvSpPr/>
            <p:nvPr/>
          </p:nvSpPr>
          <p:spPr>
            <a:xfrm>
              <a:off x="4405935" y="4806297"/>
              <a:ext cx="8620" cy="14303"/>
            </a:xfrm>
            <a:custGeom>
              <a:avLst/>
              <a:gdLst/>
              <a:ahLst/>
              <a:cxnLst/>
              <a:rect l="l" t="t" r="r" b="b"/>
              <a:pathLst>
                <a:path w="91" h="151" extrusionOk="0">
                  <a:moveTo>
                    <a:pt x="91" y="151"/>
                  </a:moveTo>
                  <a:cubicBezTo>
                    <a:pt x="61" y="111"/>
                    <a:pt x="31" y="61"/>
                    <a:pt x="1" y="0"/>
                  </a:cubicBezTo>
                  <a:lnTo>
                    <a:pt x="1" y="0"/>
                  </a:lnTo>
                  <a:cubicBezTo>
                    <a:pt x="31" y="61"/>
                    <a:pt x="61" y="111"/>
                    <a:pt x="91" y="15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34" name="Google Shape;24134;p84"/>
            <p:cNvSpPr/>
            <p:nvPr/>
          </p:nvSpPr>
          <p:spPr>
            <a:xfrm>
              <a:off x="4384054" y="4806297"/>
              <a:ext cx="33436" cy="32394"/>
            </a:xfrm>
            <a:custGeom>
              <a:avLst/>
              <a:gdLst/>
              <a:ahLst/>
              <a:cxnLst/>
              <a:rect l="l" t="t" r="r" b="b"/>
              <a:pathLst>
                <a:path w="353" h="342" extrusionOk="0">
                  <a:moveTo>
                    <a:pt x="232" y="0"/>
                  </a:moveTo>
                  <a:cubicBezTo>
                    <a:pt x="222" y="11"/>
                    <a:pt x="202" y="11"/>
                    <a:pt x="192" y="21"/>
                  </a:cubicBezTo>
                  <a:cubicBezTo>
                    <a:pt x="121" y="31"/>
                    <a:pt x="61" y="51"/>
                    <a:pt x="1" y="71"/>
                  </a:cubicBezTo>
                  <a:cubicBezTo>
                    <a:pt x="21" y="131"/>
                    <a:pt x="51" y="201"/>
                    <a:pt x="91" y="261"/>
                  </a:cubicBezTo>
                  <a:cubicBezTo>
                    <a:pt x="101" y="291"/>
                    <a:pt x="121" y="311"/>
                    <a:pt x="131" y="342"/>
                  </a:cubicBezTo>
                  <a:cubicBezTo>
                    <a:pt x="232" y="331"/>
                    <a:pt x="312" y="311"/>
                    <a:pt x="342" y="281"/>
                  </a:cubicBezTo>
                  <a:cubicBezTo>
                    <a:pt x="342" y="281"/>
                    <a:pt x="342" y="281"/>
                    <a:pt x="342" y="271"/>
                  </a:cubicBezTo>
                  <a:lnTo>
                    <a:pt x="352" y="271"/>
                  </a:lnTo>
                  <a:lnTo>
                    <a:pt x="352" y="261"/>
                  </a:lnTo>
                  <a:lnTo>
                    <a:pt x="352" y="251"/>
                  </a:lnTo>
                  <a:cubicBezTo>
                    <a:pt x="352" y="251"/>
                    <a:pt x="352" y="241"/>
                    <a:pt x="352" y="241"/>
                  </a:cubicBezTo>
                  <a:cubicBezTo>
                    <a:pt x="352" y="241"/>
                    <a:pt x="342" y="231"/>
                    <a:pt x="342" y="231"/>
                  </a:cubicBezTo>
                  <a:cubicBezTo>
                    <a:pt x="342" y="211"/>
                    <a:pt x="332" y="191"/>
                    <a:pt x="322" y="171"/>
                  </a:cubicBezTo>
                  <a:cubicBezTo>
                    <a:pt x="322" y="161"/>
                    <a:pt x="322" y="161"/>
                    <a:pt x="322" y="161"/>
                  </a:cubicBezTo>
                  <a:cubicBezTo>
                    <a:pt x="322" y="161"/>
                    <a:pt x="322" y="161"/>
                    <a:pt x="322" y="151"/>
                  </a:cubicBezTo>
                  <a:cubicBezTo>
                    <a:pt x="292" y="111"/>
                    <a:pt x="262" y="61"/>
                    <a:pt x="2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35" name="Google Shape;24135;p84"/>
            <p:cNvSpPr/>
            <p:nvPr/>
          </p:nvSpPr>
          <p:spPr>
            <a:xfrm>
              <a:off x="4622563" y="4177346"/>
              <a:ext cx="250913" cy="431450"/>
            </a:xfrm>
            <a:custGeom>
              <a:avLst/>
              <a:gdLst/>
              <a:ahLst/>
              <a:cxnLst/>
              <a:rect l="l" t="t" r="r" b="b"/>
              <a:pathLst>
                <a:path w="2649" h="4555" extrusionOk="0">
                  <a:moveTo>
                    <a:pt x="31" y="0"/>
                  </a:moveTo>
                  <a:cubicBezTo>
                    <a:pt x="101" y="211"/>
                    <a:pt x="612" y="341"/>
                    <a:pt x="653" y="572"/>
                  </a:cubicBezTo>
                  <a:cubicBezTo>
                    <a:pt x="673" y="733"/>
                    <a:pt x="532" y="853"/>
                    <a:pt x="402" y="933"/>
                  </a:cubicBezTo>
                  <a:cubicBezTo>
                    <a:pt x="271" y="1023"/>
                    <a:pt x="121" y="1094"/>
                    <a:pt x="61" y="1234"/>
                  </a:cubicBezTo>
                  <a:cubicBezTo>
                    <a:pt x="1" y="1395"/>
                    <a:pt x="91" y="1575"/>
                    <a:pt x="211" y="1685"/>
                  </a:cubicBezTo>
                  <a:cubicBezTo>
                    <a:pt x="342" y="1796"/>
                    <a:pt x="502" y="1856"/>
                    <a:pt x="653" y="1916"/>
                  </a:cubicBezTo>
                  <a:cubicBezTo>
                    <a:pt x="813" y="1986"/>
                    <a:pt x="964" y="2077"/>
                    <a:pt x="1044" y="2227"/>
                  </a:cubicBezTo>
                  <a:cubicBezTo>
                    <a:pt x="1124" y="2367"/>
                    <a:pt x="1124" y="2538"/>
                    <a:pt x="1234" y="2658"/>
                  </a:cubicBezTo>
                  <a:cubicBezTo>
                    <a:pt x="1315" y="2739"/>
                    <a:pt x="1425" y="2769"/>
                    <a:pt x="1525" y="2819"/>
                  </a:cubicBezTo>
                  <a:cubicBezTo>
                    <a:pt x="1626" y="2869"/>
                    <a:pt x="1716" y="2979"/>
                    <a:pt x="1686" y="3080"/>
                  </a:cubicBezTo>
                  <a:cubicBezTo>
                    <a:pt x="1666" y="3160"/>
                    <a:pt x="1595" y="3210"/>
                    <a:pt x="1555" y="3270"/>
                  </a:cubicBezTo>
                  <a:cubicBezTo>
                    <a:pt x="1455" y="3401"/>
                    <a:pt x="1465" y="3571"/>
                    <a:pt x="1475" y="3722"/>
                  </a:cubicBezTo>
                  <a:cubicBezTo>
                    <a:pt x="1495" y="3972"/>
                    <a:pt x="1505" y="4223"/>
                    <a:pt x="1525" y="4474"/>
                  </a:cubicBezTo>
                  <a:lnTo>
                    <a:pt x="1525" y="4504"/>
                  </a:lnTo>
                  <a:lnTo>
                    <a:pt x="2207" y="4554"/>
                  </a:lnTo>
                  <a:cubicBezTo>
                    <a:pt x="2207" y="4554"/>
                    <a:pt x="2388" y="3862"/>
                    <a:pt x="2458" y="3381"/>
                  </a:cubicBezTo>
                  <a:cubicBezTo>
                    <a:pt x="2518" y="2899"/>
                    <a:pt x="2649" y="2327"/>
                    <a:pt x="2649" y="2157"/>
                  </a:cubicBezTo>
                  <a:cubicBezTo>
                    <a:pt x="2649" y="1986"/>
                    <a:pt x="2207" y="733"/>
                    <a:pt x="2057" y="482"/>
                  </a:cubicBezTo>
                  <a:cubicBezTo>
                    <a:pt x="1896" y="241"/>
                    <a:pt x="943" y="201"/>
                    <a:pt x="683" y="70"/>
                  </a:cubicBezTo>
                  <a:cubicBezTo>
                    <a:pt x="592" y="20"/>
                    <a:pt x="332" y="10"/>
                    <a:pt x="31" y="0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36" name="Google Shape;24136;p84"/>
            <p:cNvSpPr/>
            <p:nvPr/>
          </p:nvSpPr>
          <p:spPr>
            <a:xfrm>
              <a:off x="4668218" y="4823442"/>
              <a:ext cx="59863" cy="25669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10" y="271"/>
                  </a:moveTo>
                  <a:lnTo>
                    <a:pt x="10" y="271"/>
                  </a:lnTo>
                  <a:lnTo>
                    <a:pt x="10" y="271"/>
                  </a:lnTo>
                  <a:close/>
                  <a:moveTo>
                    <a:pt x="10" y="271"/>
                  </a:moveTo>
                  <a:lnTo>
                    <a:pt x="10" y="271"/>
                  </a:lnTo>
                  <a:lnTo>
                    <a:pt x="10" y="271"/>
                  </a:lnTo>
                  <a:close/>
                  <a:moveTo>
                    <a:pt x="0" y="271"/>
                  </a:moveTo>
                  <a:lnTo>
                    <a:pt x="0" y="271"/>
                  </a:lnTo>
                  <a:lnTo>
                    <a:pt x="0" y="271"/>
                  </a:lnTo>
                  <a:close/>
                  <a:moveTo>
                    <a:pt x="0" y="261"/>
                  </a:moveTo>
                  <a:lnTo>
                    <a:pt x="0" y="261"/>
                  </a:lnTo>
                  <a:lnTo>
                    <a:pt x="0" y="261"/>
                  </a:lnTo>
                  <a:close/>
                  <a:moveTo>
                    <a:pt x="0" y="261"/>
                  </a:moveTo>
                  <a:lnTo>
                    <a:pt x="0" y="261"/>
                  </a:lnTo>
                  <a:lnTo>
                    <a:pt x="0" y="261"/>
                  </a:lnTo>
                  <a:close/>
                  <a:moveTo>
                    <a:pt x="632" y="261"/>
                  </a:moveTo>
                  <a:lnTo>
                    <a:pt x="632" y="261"/>
                  </a:lnTo>
                  <a:lnTo>
                    <a:pt x="632" y="261"/>
                  </a:lnTo>
                  <a:close/>
                  <a:moveTo>
                    <a:pt x="632" y="261"/>
                  </a:moveTo>
                  <a:lnTo>
                    <a:pt x="632" y="261"/>
                  </a:lnTo>
                  <a:lnTo>
                    <a:pt x="632" y="261"/>
                  </a:lnTo>
                  <a:close/>
                  <a:moveTo>
                    <a:pt x="0" y="261"/>
                  </a:moveTo>
                  <a:cubicBezTo>
                    <a:pt x="0" y="261"/>
                    <a:pt x="0" y="261"/>
                    <a:pt x="0" y="261"/>
                  </a:cubicBezTo>
                  <a:cubicBezTo>
                    <a:pt x="0" y="261"/>
                    <a:pt x="0" y="261"/>
                    <a:pt x="0" y="261"/>
                  </a:cubicBezTo>
                  <a:close/>
                  <a:moveTo>
                    <a:pt x="632" y="261"/>
                  </a:moveTo>
                  <a:lnTo>
                    <a:pt x="632" y="261"/>
                  </a:lnTo>
                  <a:lnTo>
                    <a:pt x="632" y="261"/>
                  </a:lnTo>
                  <a:close/>
                  <a:moveTo>
                    <a:pt x="632" y="261"/>
                  </a:moveTo>
                  <a:lnTo>
                    <a:pt x="632" y="261"/>
                  </a:lnTo>
                  <a:lnTo>
                    <a:pt x="632" y="261"/>
                  </a:lnTo>
                  <a:close/>
                  <a:moveTo>
                    <a:pt x="0" y="261"/>
                  </a:moveTo>
                  <a:cubicBezTo>
                    <a:pt x="0" y="261"/>
                    <a:pt x="0" y="261"/>
                    <a:pt x="0" y="261"/>
                  </a:cubicBezTo>
                  <a:cubicBezTo>
                    <a:pt x="0" y="261"/>
                    <a:pt x="0" y="261"/>
                    <a:pt x="0" y="261"/>
                  </a:cubicBezTo>
                  <a:close/>
                  <a:moveTo>
                    <a:pt x="632" y="261"/>
                  </a:moveTo>
                  <a:lnTo>
                    <a:pt x="632" y="261"/>
                  </a:lnTo>
                  <a:lnTo>
                    <a:pt x="632" y="261"/>
                  </a:lnTo>
                  <a:close/>
                  <a:moveTo>
                    <a:pt x="632" y="261"/>
                  </a:moveTo>
                  <a:cubicBezTo>
                    <a:pt x="632" y="251"/>
                    <a:pt x="632" y="251"/>
                    <a:pt x="632" y="251"/>
                  </a:cubicBezTo>
                  <a:cubicBezTo>
                    <a:pt x="632" y="251"/>
                    <a:pt x="632" y="251"/>
                    <a:pt x="632" y="261"/>
                  </a:cubicBezTo>
                  <a:close/>
                  <a:moveTo>
                    <a:pt x="0" y="251"/>
                  </a:moveTo>
                  <a:lnTo>
                    <a:pt x="0" y="251"/>
                  </a:lnTo>
                  <a:lnTo>
                    <a:pt x="0" y="251"/>
                  </a:lnTo>
                  <a:close/>
                  <a:moveTo>
                    <a:pt x="0" y="251"/>
                  </a:moveTo>
                  <a:cubicBezTo>
                    <a:pt x="0" y="251"/>
                    <a:pt x="0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lose/>
                  <a:moveTo>
                    <a:pt x="632" y="251"/>
                  </a:moveTo>
                  <a:lnTo>
                    <a:pt x="632" y="251"/>
                  </a:lnTo>
                  <a:lnTo>
                    <a:pt x="632" y="251"/>
                  </a:lnTo>
                  <a:close/>
                  <a:moveTo>
                    <a:pt x="632" y="251"/>
                  </a:moveTo>
                  <a:cubicBezTo>
                    <a:pt x="632" y="201"/>
                    <a:pt x="622" y="110"/>
                    <a:pt x="612" y="0"/>
                  </a:cubicBezTo>
                  <a:lnTo>
                    <a:pt x="612" y="0"/>
                  </a:lnTo>
                  <a:cubicBezTo>
                    <a:pt x="622" y="110"/>
                    <a:pt x="632" y="201"/>
                    <a:pt x="632" y="251"/>
                  </a:cubicBezTo>
                  <a:close/>
                  <a:moveTo>
                    <a:pt x="0" y="251"/>
                  </a:moveTo>
                  <a:lnTo>
                    <a:pt x="0" y="251"/>
                  </a:lnTo>
                  <a:lnTo>
                    <a:pt x="0" y="251"/>
                  </a:lnTo>
                  <a:close/>
                  <a:moveTo>
                    <a:pt x="0" y="251"/>
                  </a:moveTo>
                  <a:lnTo>
                    <a:pt x="0" y="251"/>
                  </a:lnTo>
                  <a:lnTo>
                    <a:pt x="0" y="251"/>
                  </a:lnTo>
                  <a:close/>
                  <a:moveTo>
                    <a:pt x="0" y="251"/>
                  </a:moveTo>
                  <a:lnTo>
                    <a:pt x="0" y="241"/>
                  </a:lnTo>
                  <a:lnTo>
                    <a:pt x="0" y="251"/>
                  </a:lnTo>
                  <a:close/>
                  <a:moveTo>
                    <a:pt x="0" y="241"/>
                  </a:moveTo>
                  <a:lnTo>
                    <a:pt x="0" y="241"/>
                  </a:lnTo>
                  <a:lnTo>
                    <a:pt x="0" y="241"/>
                  </a:lnTo>
                  <a:close/>
                  <a:moveTo>
                    <a:pt x="0" y="241"/>
                  </a:moveTo>
                  <a:cubicBezTo>
                    <a:pt x="0" y="201"/>
                    <a:pt x="10" y="130"/>
                    <a:pt x="30" y="40"/>
                  </a:cubicBezTo>
                  <a:cubicBezTo>
                    <a:pt x="10" y="130"/>
                    <a:pt x="0" y="201"/>
                    <a:pt x="0" y="24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37" name="Google Shape;24137;p84"/>
            <p:cNvSpPr/>
            <p:nvPr/>
          </p:nvSpPr>
          <p:spPr>
            <a:xfrm>
              <a:off x="4668218" y="4825336"/>
              <a:ext cx="26616" cy="29553"/>
            </a:xfrm>
            <a:custGeom>
              <a:avLst/>
              <a:gdLst/>
              <a:ahLst/>
              <a:cxnLst/>
              <a:rect l="l" t="t" r="r" b="b"/>
              <a:pathLst>
                <a:path w="281" h="312" extrusionOk="0">
                  <a:moveTo>
                    <a:pt x="90" y="0"/>
                  </a:moveTo>
                  <a:cubicBezTo>
                    <a:pt x="70" y="0"/>
                    <a:pt x="50" y="10"/>
                    <a:pt x="30" y="10"/>
                  </a:cubicBezTo>
                  <a:cubicBezTo>
                    <a:pt x="30" y="10"/>
                    <a:pt x="30" y="20"/>
                    <a:pt x="30" y="20"/>
                  </a:cubicBezTo>
                  <a:cubicBezTo>
                    <a:pt x="10" y="110"/>
                    <a:pt x="0" y="181"/>
                    <a:pt x="0" y="221"/>
                  </a:cubicBezTo>
                  <a:lnTo>
                    <a:pt x="0" y="231"/>
                  </a:lnTo>
                  <a:cubicBezTo>
                    <a:pt x="0" y="241"/>
                    <a:pt x="0" y="241"/>
                    <a:pt x="0" y="241"/>
                  </a:cubicBezTo>
                  <a:cubicBezTo>
                    <a:pt x="0" y="241"/>
                    <a:pt x="0" y="241"/>
                    <a:pt x="0" y="251"/>
                  </a:cubicBezTo>
                  <a:lnTo>
                    <a:pt x="10" y="251"/>
                  </a:lnTo>
                  <a:cubicBezTo>
                    <a:pt x="20" y="291"/>
                    <a:pt x="151" y="311"/>
                    <a:pt x="281" y="311"/>
                  </a:cubicBezTo>
                  <a:cubicBezTo>
                    <a:pt x="261" y="211"/>
                    <a:pt x="261" y="100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38" name="Google Shape;24138;p84"/>
            <p:cNvSpPr/>
            <p:nvPr/>
          </p:nvSpPr>
          <p:spPr>
            <a:xfrm>
              <a:off x="4692846" y="4823442"/>
              <a:ext cx="35236" cy="31447"/>
            </a:xfrm>
            <a:custGeom>
              <a:avLst/>
              <a:gdLst/>
              <a:ahLst/>
              <a:cxnLst/>
              <a:rect l="l" t="t" r="r" b="b"/>
              <a:pathLst>
                <a:path w="372" h="332" extrusionOk="0">
                  <a:moveTo>
                    <a:pt x="282" y="0"/>
                  </a:moveTo>
                  <a:cubicBezTo>
                    <a:pt x="191" y="0"/>
                    <a:pt x="101" y="10"/>
                    <a:pt x="11" y="20"/>
                  </a:cubicBezTo>
                  <a:cubicBezTo>
                    <a:pt x="1" y="120"/>
                    <a:pt x="1" y="231"/>
                    <a:pt x="21" y="331"/>
                  </a:cubicBezTo>
                  <a:lnTo>
                    <a:pt x="41" y="331"/>
                  </a:lnTo>
                  <a:cubicBezTo>
                    <a:pt x="201" y="331"/>
                    <a:pt x="372" y="311"/>
                    <a:pt x="372" y="261"/>
                  </a:cubicBezTo>
                  <a:cubicBezTo>
                    <a:pt x="372" y="251"/>
                    <a:pt x="372" y="251"/>
                    <a:pt x="372" y="251"/>
                  </a:cubicBezTo>
                  <a:cubicBezTo>
                    <a:pt x="372" y="201"/>
                    <a:pt x="362" y="110"/>
                    <a:pt x="3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39" name="Google Shape;24139;p84"/>
            <p:cNvSpPr/>
            <p:nvPr/>
          </p:nvSpPr>
          <p:spPr>
            <a:xfrm>
              <a:off x="4873384" y="4380618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40" name="Google Shape;24140;p84"/>
            <p:cNvSpPr/>
            <p:nvPr/>
          </p:nvSpPr>
          <p:spPr>
            <a:xfrm>
              <a:off x="4873384" y="438061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41" name="Google Shape;24141;p84"/>
            <p:cNvSpPr/>
            <p:nvPr/>
          </p:nvSpPr>
          <p:spPr>
            <a:xfrm>
              <a:off x="4873384" y="438061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42" name="Google Shape;24142;p84"/>
            <p:cNvSpPr/>
            <p:nvPr/>
          </p:nvSpPr>
          <p:spPr>
            <a:xfrm>
              <a:off x="4873384" y="438061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43" name="Google Shape;24143;p84"/>
            <p:cNvSpPr/>
            <p:nvPr/>
          </p:nvSpPr>
          <p:spPr>
            <a:xfrm>
              <a:off x="4873384" y="438061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44" name="Google Shape;24144;p84"/>
            <p:cNvSpPr/>
            <p:nvPr/>
          </p:nvSpPr>
          <p:spPr>
            <a:xfrm>
              <a:off x="4873384" y="438061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45" name="Google Shape;24145;p84"/>
            <p:cNvSpPr/>
            <p:nvPr/>
          </p:nvSpPr>
          <p:spPr>
            <a:xfrm>
              <a:off x="4873384" y="438061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46" name="Google Shape;24146;p84"/>
            <p:cNvSpPr/>
            <p:nvPr/>
          </p:nvSpPr>
          <p:spPr>
            <a:xfrm>
              <a:off x="4873384" y="438061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47" name="Google Shape;24147;p84"/>
            <p:cNvSpPr/>
            <p:nvPr/>
          </p:nvSpPr>
          <p:spPr>
            <a:xfrm>
              <a:off x="4873384" y="4380618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48" name="Google Shape;24148;p84"/>
            <p:cNvSpPr/>
            <p:nvPr/>
          </p:nvSpPr>
          <p:spPr>
            <a:xfrm>
              <a:off x="4873384" y="437967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49" name="Google Shape;24149;p84"/>
            <p:cNvSpPr/>
            <p:nvPr/>
          </p:nvSpPr>
          <p:spPr>
            <a:xfrm>
              <a:off x="4873384" y="437967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50" name="Google Shape;24150;p84"/>
            <p:cNvSpPr/>
            <p:nvPr/>
          </p:nvSpPr>
          <p:spPr>
            <a:xfrm>
              <a:off x="4873384" y="437967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51" name="Google Shape;24151;p84"/>
            <p:cNvSpPr/>
            <p:nvPr/>
          </p:nvSpPr>
          <p:spPr>
            <a:xfrm>
              <a:off x="4873384" y="437967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52" name="Google Shape;24152;p84"/>
            <p:cNvSpPr/>
            <p:nvPr/>
          </p:nvSpPr>
          <p:spPr>
            <a:xfrm>
              <a:off x="4873384" y="437967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53" name="Google Shape;24153;p84"/>
            <p:cNvSpPr/>
            <p:nvPr/>
          </p:nvSpPr>
          <p:spPr>
            <a:xfrm>
              <a:off x="4873384" y="437967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54" name="Google Shape;24154;p84"/>
            <p:cNvSpPr/>
            <p:nvPr/>
          </p:nvSpPr>
          <p:spPr>
            <a:xfrm>
              <a:off x="4873384" y="437967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55" name="Google Shape;24155;p84"/>
            <p:cNvSpPr/>
            <p:nvPr/>
          </p:nvSpPr>
          <p:spPr>
            <a:xfrm>
              <a:off x="4873384" y="437967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56" name="Google Shape;24156;p84"/>
            <p:cNvSpPr/>
            <p:nvPr/>
          </p:nvSpPr>
          <p:spPr>
            <a:xfrm>
              <a:off x="4873384" y="437872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57" name="Google Shape;24157;p84"/>
            <p:cNvSpPr/>
            <p:nvPr/>
          </p:nvSpPr>
          <p:spPr>
            <a:xfrm>
              <a:off x="4873384" y="437872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58" name="Google Shape;24158;p84"/>
            <p:cNvSpPr/>
            <p:nvPr/>
          </p:nvSpPr>
          <p:spPr>
            <a:xfrm>
              <a:off x="4873384" y="437872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59" name="Google Shape;24159;p84"/>
            <p:cNvSpPr/>
            <p:nvPr/>
          </p:nvSpPr>
          <p:spPr>
            <a:xfrm>
              <a:off x="4873384" y="437872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60" name="Google Shape;24160;p84"/>
            <p:cNvSpPr/>
            <p:nvPr/>
          </p:nvSpPr>
          <p:spPr>
            <a:xfrm>
              <a:off x="4873384" y="437872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61" name="Google Shape;24161;p84"/>
            <p:cNvSpPr/>
            <p:nvPr/>
          </p:nvSpPr>
          <p:spPr>
            <a:xfrm>
              <a:off x="4873384" y="437872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62" name="Google Shape;24162;p84"/>
            <p:cNvSpPr/>
            <p:nvPr/>
          </p:nvSpPr>
          <p:spPr>
            <a:xfrm>
              <a:off x="4873384" y="437872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63" name="Google Shape;24163;p84"/>
            <p:cNvSpPr/>
            <p:nvPr/>
          </p:nvSpPr>
          <p:spPr>
            <a:xfrm>
              <a:off x="4873384" y="4378724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64" name="Google Shape;24164;p84"/>
            <p:cNvSpPr/>
            <p:nvPr/>
          </p:nvSpPr>
          <p:spPr>
            <a:xfrm>
              <a:off x="4873384" y="437777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65" name="Google Shape;24165;p84"/>
            <p:cNvSpPr/>
            <p:nvPr/>
          </p:nvSpPr>
          <p:spPr>
            <a:xfrm>
              <a:off x="4873384" y="437777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66" name="Google Shape;24166;p84"/>
            <p:cNvSpPr/>
            <p:nvPr/>
          </p:nvSpPr>
          <p:spPr>
            <a:xfrm>
              <a:off x="4873384" y="437777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67" name="Google Shape;24167;p84"/>
            <p:cNvSpPr/>
            <p:nvPr/>
          </p:nvSpPr>
          <p:spPr>
            <a:xfrm>
              <a:off x="4873384" y="437777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68" name="Google Shape;24168;p84"/>
            <p:cNvSpPr/>
            <p:nvPr/>
          </p:nvSpPr>
          <p:spPr>
            <a:xfrm>
              <a:off x="4873384" y="437777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69" name="Google Shape;24169;p84"/>
            <p:cNvSpPr/>
            <p:nvPr/>
          </p:nvSpPr>
          <p:spPr>
            <a:xfrm>
              <a:off x="4873384" y="4376830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70" name="Google Shape;24170;p84"/>
            <p:cNvSpPr/>
            <p:nvPr/>
          </p:nvSpPr>
          <p:spPr>
            <a:xfrm>
              <a:off x="4873384" y="4376830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71" name="Google Shape;24171;p84"/>
            <p:cNvSpPr/>
            <p:nvPr/>
          </p:nvSpPr>
          <p:spPr>
            <a:xfrm>
              <a:off x="4873384" y="4376830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72" name="Google Shape;24172;p84"/>
            <p:cNvSpPr/>
            <p:nvPr/>
          </p:nvSpPr>
          <p:spPr>
            <a:xfrm>
              <a:off x="4873384" y="4376830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73" name="Google Shape;24173;p84"/>
            <p:cNvSpPr/>
            <p:nvPr/>
          </p:nvSpPr>
          <p:spPr>
            <a:xfrm>
              <a:off x="4873384" y="4376830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74" name="Google Shape;24174;p84"/>
            <p:cNvSpPr/>
            <p:nvPr/>
          </p:nvSpPr>
          <p:spPr>
            <a:xfrm>
              <a:off x="4873384" y="4375882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lnTo>
                    <a:pt x="1" y="11"/>
                  </a:lnTo>
                  <a:lnTo>
                    <a:pt x="1" y="11"/>
                  </a:lnTo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75" name="Google Shape;24175;p84"/>
            <p:cNvSpPr/>
            <p:nvPr/>
          </p:nvSpPr>
          <p:spPr>
            <a:xfrm>
              <a:off x="4869596" y="4363569"/>
              <a:ext cx="1042" cy="1042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" y="0"/>
                  </a:moveTo>
                  <a:cubicBezTo>
                    <a:pt x="11" y="0"/>
                    <a:pt x="11" y="10"/>
                    <a:pt x="11" y="10"/>
                  </a:cubicBezTo>
                  <a:cubicBezTo>
                    <a:pt x="11" y="0"/>
                    <a:pt x="11" y="0"/>
                    <a:pt x="1" y="0"/>
                  </a:cubicBezTo>
                  <a:close/>
                </a:path>
              </a:pathLst>
            </a:custGeom>
            <a:solidFill>
              <a:srgbClr val="7D7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76" name="Google Shape;24176;p84"/>
            <p:cNvSpPr/>
            <p:nvPr/>
          </p:nvSpPr>
          <p:spPr>
            <a:xfrm>
              <a:off x="4786904" y="4246682"/>
              <a:ext cx="86574" cy="353495"/>
            </a:xfrm>
            <a:custGeom>
              <a:avLst/>
              <a:gdLst/>
              <a:ahLst/>
              <a:cxnLst/>
              <a:rect l="l" t="t" r="r" b="b"/>
              <a:pathLst>
                <a:path w="914" h="3732" extrusionOk="0">
                  <a:moveTo>
                    <a:pt x="442" y="1"/>
                  </a:moveTo>
                  <a:cubicBezTo>
                    <a:pt x="543" y="261"/>
                    <a:pt x="252" y="1736"/>
                    <a:pt x="302" y="2207"/>
                  </a:cubicBezTo>
                  <a:cubicBezTo>
                    <a:pt x="352" y="2679"/>
                    <a:pt x="212" y="3220"/>
                    <a:pt x="1" y="3702"/>
                  </a:cubicBezTo>
                  <a:lnTo>
                    <a:pt x="11" y="3702"/>
                  </a:lnTo>
                  <a:cubicBezTo>
                    <a:pt x="51" y="3702"/>
                    <a:pt x="81" y="3692"/>
                    <a:pt x="121" y="3682"/>
                  </a:cubicBezTo>
                  <a:cubicBezTo>
                    <a:pt x="171" y="3682"/>
                    <a:pt x="212" y="3672"/>
                    <a:pt x="252" y="3672"/>
                  </a:cubicBezTo>
                  <a:cubicBezTo>
                    <a:pt x="322" y="3672"/>
                    <a:pt x="402" y="3692"/>
                    <a:pt x="492" y="3732"/>
                  </a:cubicBezTo>
                  <a:cubicBezTo>
                    <a:pt x="543" y="3531"/>
                    <a:pt x="673" y="3030"/>
                    <a:pt x="723" y="2649"/>
                  </a:cubicBezTo>
                  <a:cubicBezTo>
                    <a:pt x="783" y="2167"/>
                    <a:pt x="914" y="1595"/>
                    <a:pt x="914" y="1425"/>
                  </a:cubicBezTo>
                  <a:lnTo>
                    <a:pt x="914" y="1415"/>
                  </a:lnTo>
                  <a:cubicBezTo>
                    <a:pt x="914" y="1415"/>
                    <a:pt x="914" y="1405"/>
                    <a:pt x="914" y="1405"/>
                  </a:cubicBezTo>
                  <a:cubicBezTo>
                    <a:pt x="914" y="1395"/>
                    <a:pt x="914" y="1395"/>
                    <a:pt x="914" y="1395"/>
                  </a:cubicBezTo>
                  <a:cubicBezTo>
                    <a:pt x="914" y="1385"/>
                    <a:pt x="914" y="1385"/>
                    <a:pt x="914" y="1385"/>
                  </a:cubicBezTo>
                  <a:lnTo>
                    <a:pt x="914" y="1375"/>
                  </a:lnTo>
                  <a:cubicBezTo>
                    <a:pt x="914" y="1375"/>
                    <a:pt x="914" y="1375"/>
                    <a:pt x="914" y="1365"/>
                  </a:cubicBezTo>
                  <a:cubicBezTo>
                    <a:pt x="914" y="1365"/>
                    <a:pt x="914" y="1355"/>
                    <a:pt x="904" y="1355"/>
                  </a:cubicBezTo>
                  <a:cubicBezTo>
                    <a:pt x="904" y="1355"/>
                    <a:pt x="904" y="1355"/>
                    <a:pt x="904" y="1345"/>
                  </a:cubicBezTo>
                  <a:cubicBezTo>
                    <a:pt x="904" y="1345"/>
                    <a:pt x="904" y="1335"/>
                    <a:pt x="904" y="1335"/>
                  </a:cubicBezTo>
                  <a:cubicBezTo>
                    <a:pt x="904" y="1325"/>
                    <a:pt x="904" y="1325"/>
                    <a:pt x="904" y="1325"/>
                  </a:cubicBezTo>
                  <a:cubicBezTo>
                    <a:pt x="904" y="1325"/>
                    <a:pt x="904" y="1315"/>
                    <a:pt x="904" y="1315"/>
                  </a:cubicBezTo>
                  <a:lnTo>
                    <a:pt x="894" y="1315"/>
                  </a:lnTo>
                  <a:cubicBezTo>
                    <a:pt x="894" y="1304"/>
                    <a:pt x="894" y="1304"/>
                    <a:pt x="894" y="1304"/>
                  </a:cubicBezTo>
                  <a:lnTo>
                    <a:pt x="894" y="1294"/>
                  </a:lnTo>
                  <a:lnTo>
                    <a:pt x="894" y="1284"/>
                  </a:lnTo>
                  <a:cubicBezTo>
                    <a:pt x="894" y="1284"/>
                    <a:pt x="894" y="1274"/>
                    <a:pt x="884" y="1274"/>
                  </a:cubicBezTo>
                  <a:cubicBezTo>
                    <a:pt x="884" y="1274"/>
                    <a:pt x="884" y="1264"/>
                    <a:pt x="884" y="1264"/>
                  </a:cubicBezTo>
                  <a:cubicBezTo>
                    <a:pt x="884" y="1254"/>
                    <a:pt x="884" y="1254"/>
                    <a:pt x="884" y="1254"/>
                  </a:cubicBezTo>
                  <a:cubicBezTo>
                    <a:pt x="884" y="1254"/>
                    <a:pt x="884" y="1244"/>
                    <a:pt x="884" y="1244"/>
                  </a:cubicBezTo>
                  <a:cubicBezTo>
                    <a:pt x="884" y="1234"/>
                    <a:pt x="884" y="1234"/>
                    <a:pt x="874" y="1234"/>
                  </a:cubicBezTo>
                  <a:cubicBezTo>
                    <a:pt x="874" y="1234"/>
                    <a:pt x="874" y="1224"/>
                    <a:pt x="874" y="1224"/>
                  </a:cubicBezTo>
                  <a:cubicBezTo>
                    <a:pt x="874" y="1214"/>
                    <a:pt x="874" y="1204"/>
                    <a:pt x="864" y="1204"/>
                  </a:cubicBezTo>
                  <a:cubicBezTo>
                    <a:pt x="864" y="1204"/>
                    <a:pt x="864" y="1204"/>
                    <a:pt x="864" y="1194"/>
                  </a:cubicBezTo>
                  <a:lnTo>
                    <a:pt x="864" y="1184"/>
                  </a:lnTo>
                  <a:cubicBezTo>
                    <a:pt x="864" y="1174"/>
                    <a:pt x="864" y="1174"/>
                    <a:pt x="864" y="1174"/>
                  </a:cubicBezTo>
                  <a:cubicBezTo>
                    <a:pt x="864" y="1174"/>
                    <a:pt x="864" y="1174"/>
                    <a:pt x="864" y="1164"/>
                  </a:cubicBezTo>
                  <a:lnTo>
                    <a:pt x="853" y="1164"/>
                  </a:lnTo>
                  <a:cubicBezTo>
                    <a:pt x="853" y="1164"/>
                    <a:pt x="853" y="1164"/>
                    <a:pt x="853" y="1154"/>
                  </a:cubicBezTo>
                  <a:lnTo>
                    <a:pt x="853" y="1144"/>
                  </a:lnTo>
                  <a:cubicBezTo>
                    <a:pt x="853" y="1144"/>
                    <a:pt x="853" y="1144"/>
                    <a:pt x="853" y="1134"/>
                  </a:cubicBezTo>
                  <a:lnTo>
                    <a:pt x="843" y="1134"/>
                  </a:lnTo>
                  <a:cubicBezTo>
                    <a:pt x="843" y="1134"/>
                    <a:pt x="843" y="1124"/>
                    <a:pt x="843" y="1124"/>
                  </a:cubicBezTo>
                  <a:cubicBezTo>
                    <a:pt x="843" y="1124"/>
                    <a:pt x="843" y="1114"/>
                    <a:pt x="843" y="1114"/>
                  </a:cubicBezTo>
                  <a:cubicBezTo>
                    <a:pt x="843" y="1114"/>
                    <a:pt x="843" y="1104"/>
                    <a:pt x="843" y="1104"/>
                  </a:cubicBezTo>
                  <a:cubicBezTo>
                    <a:pt x="843" y="1104"/>
                    <a:pt x="833" y="1094"/>
                    <a:pt x="833" y="1094"/>
                  </a:cubicBezTo>
                  <a:cubicBezTo>
                    <a:pt x="733" y="773"/>
                    <a:pt x="563" y="301"/>
                    <a:pt x="442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77" name="Google Shape;24177;p84"/>
            <p:cNvSpPr/>
            <p:nvPr/>
          </p:nvSpPr>
          <p:spPr>
            <a:xfrm>
              <a:off x="4827823" y="4244788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0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33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78" name="Google Shape;24178;p84"/>
            <p:cNvSpPr/>
            <p:nvPr/>
          </p:nvSpPr>
          <p:spPr>
            <a:xfrm>
              <a:off x="4755551" y="4597247"/>
              <a:ext cx="106181" cy="227233"/>
            </a:xfrm>
            <a:custGeom>
              <a:avLst/>
              <a:gdLst/>
              <a:ahLst/>
              <a:cxnLst/>
              <a:rect l="l" t="t" r="r" b="b"/>
              <a:pathLst>
                <a:path w="1121" h="2399" extrusionOk="0">
                  <a:moveTo>
                    <a:pt x="492" y="1"/>
                  </a:moveTo>
                  <a:cubicBezTo>
                    <a:pt x="492" y="1"/>
                    <a:pt x="1" y="302"/>
                    <a:pt x="202" y="653"/>
                  </a:cubicBezTo>
                  <a:cubicBezTo>
                    <a:pt x="412" y="1004"/>
                    <a:pt x="332" y="1275"/>
                    <a:pt x="382" y="1405"/>
                  </a:cubicBezTo>
                  <a:cubicBezTo>
                    <a:pt x="432" y="1535"/>
                    <a:pt x="553" y="1836"/>
                    <a:pt x="543" y="2027"/>
                  </a:cubicBezTo>
                  <a:cubicBezTo>
                    <a:pt x="522" y="2218"/>
                    <a:pt x="502" y="2328"/>
                    <a:pt x="533" y="2358"/>
                  </a:cubicBezTo>
                  <a:cubicBezTo>
                    <a:pt x="558" y="2387"/>
                    <a:pt x="640" y="2399"/>
                    <a:pt x="735" y="2399"/>
                  </a:cubicBezTo>
                  <a:cubicBezTo>
                    <a:pt x="907" y="2399"/>
                    <a:pt x="1121" y="2359"/>
                    <a:pt x="1114" y="2308"/>
                  </a:cubicBezTo>
                  <a:cubicBezTo>
                    <a:pt x="1104" y="2228"/>
                    <a:pt x="944" y="1856"/>
                    <a:pt x="934" y="1696"/>
                  </a:cubicBezTo>
                  <a:cubicBezTo>
                    <a:pt x="924" y="1545"/>
                    <a:pt x="904" y="1455"/>
                    <a:pt x="793" y="1235"/>
                  </a:cubicBezTo>
                  <a:cubicBezTo>
                    <a:pt x="683" y="1024"/>
                    <a:pt x="603" y="542"/>
                    <a:pt x="492" y="1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79" name="Google Shape;24179;p84"/>
            <p:cNvSpPr/>
            <p:nvPr/>
          </p:nvSpPr>
          <p:spPr>
            <a:xfrm>
              <a:off x="4817309" y="4793983"/>
              <a:ext cx="43855" cy="30500"/>
            </a:xfrm>
            <a:custGeom>
              <a:avLst/>
              <a:gdLst/>
              <a:ahLst/>
              <a:cxnLst/>
              <a:rect l="l" t="t" r="r" b="b"/>
              <a:pathLst>
                <a:path w="463" h="322" extrusionOk="0">
                  <a:moveTo>
                    <a:pt x="81" y="321"/>
                  </a:moveTo>
                  <a:cubicBezTo>
                    <a:pt x="51" y="321"/>
                    <a:pt x="31" y="321"/>
                    <a:pt x="1" y="321"/>
                  </a:cubicBezTo>
                  <a:cubicBezTo>
                    <a:pt x="31" y="321"/>
                    <a:pt x="51" y="321"/>
                    <a:pt x="81" y="321"/>
                  </a:cubicBezTo>
                  <a:cubicBezTo>
                    <a:pt x="252" y="321"/>
                    <a:pt x="462" y="281"/>
                    <a:pt x="462" y="231"/>
                  </a:cubicBezTo>
                  <a:cubicBezTo>
                    <a:pt x="462" y="281"/>
                    <a:pt x="252" y="321"/>
                    <a:pt x="81" y="321"/>
                  </a:cubicBezTo>
                  <a:close/>
                  <a:moveTo>
                    <a:pt x="442" y="141"/>
                  </a:moveTo>
                  <a:cubicBezTo>
                    <a:pt x="422" y="100"/>
                    <a:pt x="412" y="50"/>
                    <a:pt x="392" y="0"/>
                  </a:cubicBezTo>
                  <a:lnTo>
                    <a:pt x="392" y="0"/>
                  </a:lnTo>
                  <a:cubicBezTo>
                    <a:pt x="412" y="50"/>
                    <a:pt x="422" y="100"/>
                    <a:pt x="442" y="141"/>
                  </a:cubicBezTo>
                  <a:close/>
                </a:path>
              </a:pathLst>
            </a:custGeom>
            <a:solidFill>
              <a:srgbClr val="8692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80" name="Google Shape;24180;p84"/>
            <p:cNvSpPr/>
            <p:nvPr/>
          </p:nvSpPr>
          <p:spPr>
            <a:xfrm>
              <a:off x="4807837" y="4793983"/>
              <a:ext cx="53327" cy="30500"/>
            </a:xfrm>
            <a:custGeom>
              <a:avLst/>
              <a:gdLst/>
              <a:ahLst/>
              <a:cxnLst/>
              <a:rect l="l" t="t" r="r" b="b"/>
              <a:pathLst>
                <a:path w="563" h="322" extrusionOk="0">
                  <a:moveTo>
                    <a:pt x="482" y="0"/>
                  </a:moveTo>
                  <a:cubicBezTo>
                    <a:pt x="402" y="0"/>
                    <a:pt x="322" y="30"/>
                    <a:pt x="241" y="50"/>
                  </a:cubicBezTo>
                  <a:cubicBezTo>
                    <a:pt x="171" y="60"/>
                    <a:pt x="111" y="70"/>
                    <a:pt x="51" y="80"/>
                  </a:cubicBezTo>
                  <a:lnTo>
                    <a:pt x="31" y="80"/>
                  </a:lnTo>
                  <a:cubicBezTo>
                    <a:pt x="31" y="100"/>
                    <a:pt x="21" y="120"/>
                    <a:pt x="21" y="141"/>
                  </a:cubicBezTo>
                  <a:cubicBezTo>
                    <a:pt x="11" y="201"/>
                    <a:pt x="1" y="251"/>
                    <a:pt x="1" y="291"/>
                  </a:cubicBezTo>
                  <a:cubicBezTo>
                    <a:pt x="21" y="301"/>
                    <a:pt x="61" y="311"/>
                    <a:pt x="101" y="321"/>
                  </a:cubicBezTo>
                  <a:lnTo>
                    <a:pt x="181" y="321"/>
                  </a:lnTo>
                  <a:cubicBezTo>
                    <a:pt x="352" y="321"/>
                    <a:pt x="562" y="281"/>
                    <a:pt x="562" y="231"/>
                  </a:cubicBezTo>
                  <a:cubicBezTo>
                    <a:pt x="562" y="211"/>
                    <a:pt x="552" y="181"/>
                    <a:pt x="542" y="141"/>
                  </a:cubicBezTo>
                  <a:cubicBezTo>
                    <a:pt x="522" y="100"/>
                    <a:pt x="512" y="50"/>
                    <a:pt x="4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81" name="Google Shape;24181;p84"/>
            <p:cNvSpPr/>
            <p:nvPr/>
          </p:nvSpPr>
          <p:spPr>
            <a:xfrm>
              <a:off x="4624457" y="4590616"/>
              <a:ext cx="322237" cy="259059"/>
            </a:xfrm>
            <a:custGeom>
              <a:avLst/>
              <a:gdLst/>
              <a:ahLst/>
              <a:cxnLst/>
              <a:rect l="l" t="t" r="r" b="b"/>
              <a:pathLst>
                <a:path w="3402" h="2735" extrusionOk="0">
                  <a:moveTo>
                    <a:pt x="1425" y="1"/>
                  </a:moveTo>
                  <a:cubicBezTo>
                    <a:pt x="1325" y="1"/>
                    <a:pt x="1204" y="51"/>
                    <a:pt x="1044" y="121"/>
                  </a:cubicBezTo>
                  <a:cubicBezTo>
                    <a:pt x="984" y="151"/>
                    <a:pt x="950" y="159"/>
                    <a:pt x="917" y="159"/>
                  </a:cubicBezTo>
                  <a:cubicBezTo>
                    <a:pt x="894" y="159"/>
                    <a:pt x="872" y="155"/>
                    <a:pt x="843" y="151"/>
                  </a:cubicBezTo>
                  <a:cubicBezTo>
                    <a:pt x="810" y="151"/>
                    <a:pt x="767" y="147"/>
                    <a:pt x="704" y="147"/>
                  </a:cubicBezTo>
                  <a:cubicBezTo>
                    <a:pt x="673" y="147"/>
                    <a:pt x="636" y="148"/>
                    <a:pt x="592" y="151"/>
                  </a:cubicBezTo>
                  <a:cubicBezTo>
                    <a:pt x="492" y="161"/>
                    <a:pt x="392" y="161"/>
                    <a:pt x="302" y="161"/>
                  </a:cubicBezTo>
                  <a:cubicBezTo>
                    <a:pt x="255" y="158"/>
                    <a:pt x="211" y="154"/>
                    <a:pt x="173" y="154"/>
                  </a:cubicBezTo>
                  <a:cubicBezTo>
                    <a:pt x="98" y="154"/>
                    <a:pt x="44" y="168"/>
                    <a:pt x="31" y="221"/>
                  </a:cubicBezTo>
                  <a:cubicBezTo>
                    <a:pt x="1" y="332"/>
                    <a:pt x="392" y="612"/>
                    <a:pt x="552" y="642"/>
                  </a:cubicBezTo>
                  <a:cubicBezTo>
                    <a:pt x="567" y="644"/>
                    <a:pt x="582" y="645"/>
                    <a:pt x="596" y="645"/>
                  </a:cubicBezTo>
                  <a:cubicBezTo>
                    <a:pt x="661" y="645"/>
                    <a:pt x="724" y="629"/>
                    <a:pt x="773" y="612"/>
                  </a:cubicBezTo>
                  <a:cubicBezTo>
                    <a:pt x="830" y="596"/>
                    <a:pt x="874" y="580"/>
                    <a:pt x="899" y="580"/>
                  </a:cubicBezTo>
                  <a:cubicBezTo>
                    <a:pt x="905" y="580"/>
                    <a:pt x="910" y="580"/>
                    <a:pt x="913" y="582"/>
                  </a:cubicBezTo>
                  <a:cubicBezTo>
                    <a:pt x="964" y="612"/>
                    <a:pt x="974" y="733"/>
                    <a:pt x="944" y="833"/>
                  </a:cubicBezTo>
                  <a:cubicBezTo>
                    <a:pt x="913" y="923"/>
                    <a:pt x="883" y="1064"/>
                    <a:pt x="1014" y="1224"/>
                  </a:cubicBezTo>
                  <a:cubicBezTo>
                    <a:pt x="1154" y="1375"/>
                    <a:pt x="1124" y="1746"/>
                    <a:pt x="1154" y="1997"/>
                  </a:cubicBezTo>
                  <a:cubicBezTo>
                    <a:pt x="1184" y="2247"/>
                    <a:pt x="1064" y="2508"/>
                    <a:pt x="1164" y="2649"/>
                  </a:cubicBezTo>
                  <a:cubicBezTo>
                    <a:pt x="1220" y="2719"/>
                    <a:pt x="1306" y="2735"/>
                    <a:pt x="1397" y="2735"/>
                  </a:cubicBezTo>
                  <a:cubicBezTo>
                    <a:pt x="1436" y="2735"/>
                    <a:pt x="1476" y="2732"/>
                    <a:pt x="1515" y="2729"/>
                  </a:cubicBezTo>
                  <a:lnTo>
                    <a:pt x="1666" y="2729"/>
                  </a:lnTo>
                  <a:cubicBezTo>
                    <a:pt x="1673" y="2729"/>
                    <a:pt x="1680" y="2730"/>
                    <a:pt x="1687" y="2730"/>
                  </a:cubicBezTo>
                  <a:cubicBezTo>
                    <a:pt x="1834" y="2730"/>
                    <a:pt x="1917" y="2631"/>
                    <a:pt x="1927" y="2468"/>
                  </a:cubicBezTo>
                  <a:cubicBezTo>
                    <a:pt x="1937" y="2288"/>
                    <a:pt x="2077" y="1716"/>
                    <a:pt x="2127" y="1575"/>
                  </a:cubicBezTo>
                  <a:cubicBezTo>
                    <a:pt x="2187" y="1445"/>
                    <a:pt x="2308" y="1194"/>
                    <a:pt x="2308" y="994"/>
                  </a:cubicBezTo>
                  <a:cubicBezTo>
                    <a:pt x="2318" y="793"/>
                    <a:pt x="2278" y="703"/>
                    <a:pt x="2358" y="673"/>
                  </a:cubicBezTo>
                  <a:cubicBezTo>
                    <a:pt x="2363" y="671"/>
                    <a:pt x="2369" y="671"/>
                    <a:pt x="2376" y="671"/>
                  </a:cubicBezTo>
                  <a:cubicBezTo>
                    <a:pt x="2417" y="671"/>
                    <a:pt x="2480" y="697"/>
                    <a:pt x="2558" y="723"/>
                  </a:cubicBezTo>
                  <a:cubicBezTo>
                    <a:pt x="2636" y="744"/>
                    <a:pt x="2727" y="770"/>
                    <a:pt x="2813" y="770"/>
                  </a:cubicBezTo>
                  <a:cubicBezTo>
                    <a:pt x="2850" y="770"/>
                    <a:pt x="2886" y="765"/>
                    <a:pt x="2920" y="753"/>
                  </a:cubicBezTo>
                  <a:cubicBezTo>
                    <a:pt x="3130" y="673"/>
                    <a:pt x="3401" y="412"/>
                    <a:pt x="3341" y="352"/>
                  </a:cubicBezTo>
                  <a:cubicBezTo>
                    <a:pt x="3326" y="332"/>
                    <a:pt x="3308" y="324"/>
                    <a:pt x="3288" y="324"/>
                  </a:cubicBezTo>
                  <a:cubicBezTo>
                    <a:pt x="3268" y="324"/>
                    <a:pt x="3246" y="332"/>
                    <a:pt x="3220" y="342"/>
                  </a:cubicBezTo>
                  <a:cubicBezTo>
                    <a:pt x="3192" y="349"/>
                    <a:pt x="3159" y="356"/>
                    <a:pt x="3120" y="356"/>
                  </a:cubicBezTo>
                  <a:cubicBezTo>
                    <a:pt x="3104" y="356"/>
                    <a:pt x="3088" y="355"/>
                    <a:pt x="3070" y="352"/>
                  </a:cubicBezTo>
                  <a:cubicBezTo>
                    <a:pt x="2969" y="323"/>
                    <a:pt x="2874" y="299"/>
                    <a:pt x="2765" y="299"/>
                  </a:cubicBezTo>
                  <a:cubicBezTo>
                    <a:pt x="2722" y="299"/>
                    <a:pt x="2677" y="303"/>
                    <a:pt x="2629" y="311"/>
                  </a:cubicBezTo>
                  <a:cubicBezTo>
                    <a:pt x="2612" y="315"/>
                    <a:pt x="2596" y="316"/>
                    <a:pt x="2582" y="316"/>
                  </a:cubicBezTo>
                  <a:cubicBezTo>
                    <a:pt x="2460" y="316"/>
                    <a:pt x="2414" y="209"/>
                    <a:pt x="2207" y="101"/>
                  </a:cubicBezTo>
                  <a:cubicBezTo>
                    <a:pt x="2118" y="53"/>
                    <a:pt x="2039" y="41"/>
                    <a:pt x="1969" y="41"/>
                  </a:cubicBezTo>
                  <a:cubicBezTo>
                    <a:pt x="1921" y="41"/>
                    <a:pt x="1877" y="47"/>
                    <a:pt x="1836" y="51"/>
                  </a:cubicBezTo>
                  <a:cubicBezTo>
                    <a:pt x="1796" y="61"/>
                    <a:pt x="1756" y="71"/>
                    <a:pt x="1716" y="71"/>
                  </a:cubicBezTo>
                  <a:cubicBezTo>
                    <a:pt x="1565" y="61"/>
                    <a:pt x="1515" y="11"/>
                    <a:pt x="1425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82" name="Google Shape;24182;p84"/>
            <p:cNvSpPr/>
            <p:nvPr/>
          </p:nvSpPr>
          <p:spPr>
            <a:xfrm>
              <a:off x="4805943" y="4673308"/>
              <a:ext cx="21975" cy="37130"/>
            </a:xfrm>
            <a:custGeom>
              <a:avLst/>
              <a:gdLst/>
              <a:ahLst/>
              <a:cxnLst/>
              <a:rect l="l" t="t" r="r" b="b"/>
              <a:pathLst>
                <a:path w="232" h="392" extrusionOk="0">
                  <a:moveTo>
                    <a:pt x="101" y="0"/>
                  </a:moveTo>
                  <a:cubicBezTo>
                    <a:pt x="71" y="0"/>
                    <a:pt x="81" y="70"/>
                    <a:pt x="71" y="121"/>
                  </a:cubicBezTo>
                  <a:cubicBezTo>
                    <a:pt x="51" y="191"/>
                    <a:pt x="1" y="311"/>
                    <a:pt x="101" y="391"/>
                  </a:cubicBezTo>
                  <a:lnTo>
                    <a:pt x="151" y="281"/>
                  </a:lnTo>
                  <a:lnTo>
                    <a:pt x="191" y="201"/>
                  </a:lnTo>
                  <a:cubicBezTo>
                    <a:pt x="221" y="161"/>
                    <a:pt x="231" y="131"/>
                    <a:pt x="151" y="30"/>
                  </a:cubicBezTo>
                  <a:cubicBezTo>
                    <a:pt x="131" y="10"/>
                    <a:pt x="111" y="0"/>
                    <a:pt x="101" y="0"/>
                  </a:cubicBezTo>
                  <a:close/>
                </a:path>
              </a:pathLst>
            </a:custGeom>
            <a:solidFill>
              <a:srgbClr val="515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83" name="Google Shape;24183;p84"/>
            <p:cNvSpPr/>
            <p:nvPr/>
          </p:nvSpPr>
          <p:spPr>
            <a:xfrm>
              <a:off x="4727040" y="4663741"/>
              <a:ext cx="82785" cy="185935"/>
            </a:xfrm>
            <a:custGeom>
              <a:avLst/>
              <a:gdLst/>
              <a:ahLst/>
              <a:cxnLst/>
              <a:rect l="l" t="t" r="r" b="b"/>
              <a:pathLst>
                <a:path w="874" h="1963" extrusionOk="0">
                  <a:moveTo>
                    <a:pt x="523" y="1"/>
                  </a:moveTo>
                  <a:cubicBezTo>
                    <a:pt x="392" y="1"/>
                    <a:pt x="372" y="222"/>
                    <a:pt x="342" y="352"/>
                  </a:cubicBezTo>
                  <a:cubicBezTo>
                    <a:pt x="312" y="472"/>
                    <a:pt x="282" y="593"/>
                    <a:pt x="302" y="723"/>
                  </a:cubicBezTo>
                  <a:cubicBezTo>
                    <a:pt x="312" y="793"/>
                    <a:pt x="352" y="874"/>
                    <a:pt x="362" y="954"/>
                  </a:cubicBezTo>
                  <a:cubicBezTo>
                    <a:pt x="372" y="1084"/>
                    <a:pt x="312" y="1225"/>
                    <a:pt x="222" y="1315"/>
                  </a:cubicBezTo>
                  <a:cubicBezTo>
                    <a:pt x="182" y="1355"/>
                    <a:pt x="121" y="1385"/>
                    <a:pt x="71" y="1415"/>
                  </a:cubicBezTo>
                  <a:cubicBezTo>
                    <a:pt x="61" y="1596"/>
                    <a:pt x="1" y="1776"/>
                    <a:pt x="81" y="1877"/>
                  </a:cubicBezTo>
                  <a:cubicBezTo>
                    <a:pt x="137" y="1947"/>
                    <a:pt x="223" y="1963"/>
                    <a:pt x="314" y="1963"/>
                  </a:cubicBezTo>
                  <a:cubicBezTo>
                    <a:pt x="353" y="1963"/>
                    <a:pt x="393" y="1960"/>
                    <a:pt x="432" y="1957"/>
                  </a:cubicBezTo>
                  <a:lnTo>
                    <a:pt x="583" y="1957"/>
                  </a:lnTo>
                  <a:cubicBezTo>
                    <a:pt x="590" y="1957"/>
                    <a:pt x="597" y="1958"/>
                    <a:pt x="604" y="1958"/>
                  </a:cubicBezTo>
                  <a:cubicBezTo>
                    <a:pt x="751" y="1958"/>
                    <a:pt x="834" y="1859"/>
                    <a:pt x="844" y="1696"/>
                  </a:cubicBezTo>
                  <a:cubicBezTo>
                    <a:pt x="854" y="1656"/>
                    <a:pt x="864" y="1596"/>
                    <a:pt x="874" y="1516"/>
                  </a:cubicBezTo>
                  <a:cubicBezTo>
                    <a:pt x="844" y="1485"/>
                    <a:pt x="823" y="1455"/>
                    <a:pt x="793" y="1425"/>
                  </a:cubicBezTo>
                  <a:cubicBezTo>
                    <a:pt x="663" y="1265"/>
                    <a:pt x="533" y="1084"/>
                    <a:pt x="533" y="884"/>
                  </a:cubicBezTo>
                  <a:cubicBezTo>
                    <a:pt x="533" y="783"/>
                    <a:pt x="563" y="683"/>
                    <a:pt x="603" y="583"/>
                  </a:cubicBezTo>
                  <a:cubicBezTo>
                    <a:pt x="633" y="482"/>
                    <a:pt x="663" y="372"/>
                    <a:pt x="663" y="272"/>
                  </a:cubicBezTo>
                  <a:cubicBezTo>
                    <a:pt x="653" y="171"/>
                    <a:pt x="623" y="1"/>
                    <a:pt x="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84" name="Google Shape;24184;p84"/>
            <p:cNvSpPr/>
            <p:nvPr/>
          </p:nvSpPr>
          <p:spPr>
            <a:xfrm>
              <a:off x="4806890" y="4822400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85" name="Google Shape;24185;p84"/>
            <p:cNvSpPr/>
            <p:nvPr/>
          </p:nvSpPr>
          <p:spPr>
            <a:xfrm>
              <a:off x="4734712" y="4840491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86" name="Google Shape;24186;p84"/>
            <p:cNvSpPr/>
            <p:nvPr/>
          </p:nvSpPr>
          <p:spPr>
            <a:xfrm>
              <a:off x="4734712" y="484049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87" name="Google Shape;24187;p84"/>
            <p:cNvSpPr/>
            <p:nvPr/>
          </p:nvSpPr>
          <p:spPr>
            <a:xfrm>
              <a:off x="4734712" y="484049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88" name="Google Shape;24188;p84"/>
            <p:cNvSpPr/>
            <p:nvPr/>
          </p:nvSpPr>
          <p:spPr>
            <a:xfrm>
              <a:off x="4734712" y="484049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89" name="Google Shape;24189;p84"/>
            <p:cNvSpPr/>
            <p:nvPr/>
          </p:nvSpPr>
          <p:spPr>
            <a:xfrm>
              <a:off x="4734712" y="484049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90" name="Google Shape;24190;p84"/>
            <p:cNvSpPr/>
            <p:nvPr/>
          </p:nvSpPr>
          <p:spPr>
            <a:xfrm>
              <a:off x="4734712" y="484049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91" name="Google Shape;24191;p84"/>
            <p:cNvSpPr/>
            <p:nvPr/>
          </p:nvSpPr>
          <p:spPr>
            <a:xfrm>
              <a:off x="4734712" y="484049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92" name="Google Shape;24192;p84"/>
            <p:cNvSpPr/>
            <p:nvPr/>
          </p:nvSpPr>
          <p:spPr>
            <a:xfrm>
              <a:off x="4734712" y="484049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93" name="Google Shape;24193;p84"/>
            <p:cNvSpPr/>
            <p:nvPr/>
          </p:nvSpPr>
          <p:spPr>
            <a:xfrm>
              <a:off x="4733765" y="4839544"/>
              <a:ext cx="1042" cy="95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0" y="1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10" y="1"/>
                    <a:pt x="10" y="1"/>
                  </a:cubicBez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94" name="Google Shape;24194;p84"/>
            <p:cNvSpPr/>
            <p:nvPr/>
          </p:nvSpPr>
          <p:spPr>
            <a:xfrm>
              <a:off x="4733765" y="4838597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0" y="11"/>
                  </a:lnTo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95" name="Google Shape;24195;p84"/>
            <p:cNvSpPr/>
            <p:nvPr/>
          </p:nvSpPr>
          <p:spPr>
            <a:xfrm>
              <a:off x="4733765" y="4838597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lose/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0" y="11"/>
                  </a:lnTo>
                  <a:cubicBezTo>
                    <a:pt x="0" y="11"/>
                    <a:pt x="0" y="11"/>
                    <a:pt x="0" y="11"/>
                  </a:cubicBezTo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96" name="Google Shape;24196;p84"/>
            <p:cNvSpPr/>
            <p:nvPr/>
          </p:nvSpPr>
          <p:spPr>
            <a:xfrm>
              <a:off x="4733765" y="483859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97" name="Google Shape;24197;p84"/>
            <p:cNvSpPr/>
            <p:nvPr/>
          </p:nvSpPr>
          <p:spPr>
            <a:xfrm>
              <a:off x="4733765" y="483859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98" name="Google Shape;24198;p84"/>
            <p:cNvSpPr/>
            <p:nvPr/>
          </p:nvSpPr>
          <p:spPr>
            <a:xfrm>
              <a:off x="4733765" y="483859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99" name="Google Shape;24199;p84"/>
            <p:cNvSpPr/>
            <p:nvPr/>
          </p:nvSpPr>
          <p:spPr>
            <a:xfrm>
              <a:off x="4733765" y="483859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00" name="Google Shape;24200;p84"/>
            <p:cNvSpPr/>
            <p:nvPr/>
          </p:nvSpPr>
          <p:spPr>
            <a:xfrm>
              <a:off x="4732818" y="4837650"/>
              <a:ext cx="1042" cy="1042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cubicBezTo>
                    <a:pt x="0" y="11"/>
                    <a:pt x="10" y="11"/>
                    <a:pt x="10" y="11"/>
                  </a:cubicBezTo>
                  <a:cubicBezTo>
                    <a:pt x="10" y="1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01" name="Google Shape;24201;p84"/>
            <p:cNvSpPr/>
            <p:nvPr/>
          </p:nvSpPr>
          <p:spPr>
            <a:xfrm>
              <a:off x="4732818" y="4836703"/>
              <a:ext cx="1042" cy="1989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0" y="21"/>
                  </a:moveTo>
                  <a:cubicBezTo>
                    <a:pt x="10" y="21"/>
                    <a:pt x="0" y="21"/>
                    <a:pt x="0" y="10"/>
                  </a:cubicBezTo>
                  <a:cubicBezTo>
                    <a:pt x="0" y="21"/>
                    <a:pt x="10" y="21"/>
                    <a:pt x="10" y="2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moveTo>
                    <a:pt x="0" y="10"/>
                  </a:moveTo>
                  <a:lnTo>
                    <a:pt x="0" y="10"/>
                  </a:lnTo>
                  <a:cubicBezTo>
                    <a:pt x="0" y="10"/>
                    <a:pt x="0" y="10"/>
                    <a:pt x="0" y="10"/>
                  </a:cubicBezTo>
                  <a:lnTo>
                    <a:pt x="0" y="10"/>
                  </a:ln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02" name="Google Shape;24202;p84"/>
            <p:cNvSpPr/>
            <p:nvPr/>
          </p:nvSpPr>
          <p:spPr>
            <a:xfrm>
              <a:off x="4731871" y="4834808"/>
              <a:ext cx="1042" cy="1989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0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lose/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lnTo>
                    <a:pt x="10" y="10"/>
                  </a:lnTo>
                  <a:lnTo>
                    <a:pt x="10" y="10"/>
                  </a:lnTo>
                  <a:cubicBezTo>
                    <a:pt x="10" y="10"/>
                    <a:pt x="10" y="10"/>
                    <a:pt x="1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03" name="Google Shape;24203;p84"/>
            <p:cNvSpPr/>
            <p:nvPr/>
          </p:nvSpPr>
          <p:spPr>
            <a:xfrm>
              <a:off x="4731871" y="4834808"/>
              <a:ext cx="1042" cy="1042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cubicBezTo>
                    <a:pt x="0" y="0"/>
                    <a:pt x="0" y="0"/>
                    <a:pt x="0" y="10"/>
                  </a:cubicBezTo>
                  <a:lnTo>
                    <a:pt x="10" y="10"/>
                  </a:lnTo>
                  <a:cubicBezTo>
                    <a:pt x="0" y="1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04" name="Google Shape;24204;p84"/>
            <p:cNvSpPr/>
            <p:nvPr/>
          </p:nvSpPr>
          <p:spPr>
            <a:xfrm>
              <a:off x="4731871" y="4833861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0"/>
                  </a:moveTo>
                  <a:cubicBezTo>
                    <a:pt x="0" y="10"/>
                    <a:pt x="0" y="1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05" name="Google Shape;24205;p84"/>
            <p:cNvSpPr/>
            <p:nvPr/>
          </p:nvSpPr>
          <p:spPr>
            <a:xfrm>
              <a:off x="4731871" y="4833861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06" name="Google Shape;24206;p84"/>
            <p:cNvSpPr/>
            <p:nvPr/>
          </p:nvSpPr>
          <p:spPr>
            <a:xfrm>
              <a:off x="4731871" y="483386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07" name="Google Shape;24207;p84"/>
            <p:cNvSpPr/>
            <p:nvPr/>
          </p:nvSpPr>
          <p:spPr>
            <a:xfrm>
              <a:off x="4731871" y="483386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08" name="Google Shape;24208;p84"/>
            <p:cNvSpPr/>
            <p:nvPr/>
          </p:nvSpPr>
          <p:spPr>
            <a:xfrm>
              <a:off x="4731871" y="4832914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0"/>
                    <a:pt x="0" y="0"/>
                  </a:cubicBezTo>
                  <a:cubicBezTo>
                    <a:pt x="0" y="0"/>
                    <a:pt x="0" y="10"/>
                    <a:pt x="0" y="1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09" name="Google Shape;24209;p84"/>
            <p:cNvSpPr/>
            <p:nvPr/>
          </p:nvSpPr>
          <p:spPr>
            <a:xfrm>
              <a:off x="4731871" y="4832914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0"/>
                    <a:pt x="0" y="10"/>
                  </a:cubicBezTo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10" name="Google Shape;24210;p84"/>
            <p:cNvSpPr/>
            <p:nvPr/>
          </p:nvSpPr>
          <p:spPr>
            <a:xfrm>
              <a:off x="4731871" y="4831967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B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11" name="Google Shape;24211;p84"/>
            <p:cNvSpPr/>
            <p:nvPr/>
          </p:nvSpPr>
          <p:spPr>
            <a:xfrm>
              <a:off x="4730924" y="4829125"/>
              <a:ext cx="1042" cy="3884"/>
            </a:xfrm>
            <a:custGeom>
              <a:avLst/>
              <a:gdLst/>
              <a:ahLst/>
              <a:cxnLst/>
              <a:rect l="l" t="t" r="r" b="b"/>
              <a:pathLst>
                <a:path w="11" h="41" extrusionOk="0">
                  <a:moveTo>
                    <a:pt x="10" y="40"/>
                  </a:moveTo>
                  <a:cubicBezTo>
                    <a:pt x="10" y="30"/>
                    <a:pt x="10" y="30"/>
                    <a:pt x="10" y="30"/>
                  </a:cubicBezTo>
                  <a:lnTo>
                    <a:pt x="10" y="30"/>
                  </a:ln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40"/>
                  </a:cubicBezTo>
                  <a:moveTo>
                    <a:pt x="10" y="30"/>
                  </a:move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lose/>
                  <a:moveTo>
                    <a:pt x="10" y="30"/>
                  </a:moveTo>
                  <a:cubicBezTo>
                    <a:pt x="10" y="30"/>
                    <a:pt x="0" y="30"/>
                    <a:pt x="0" y="30"/>
                  </a:cubicBezTo>
                  <a:cubicBezTo>
                    <a:pt x="0" y="30"/>
                    <a:pt x="10" y="30"/>
                    <a:pt x="10" y="30"/>
                  </a:cubicBezTo>
                  <a:close/>
                  <a:moveTo>
                    <a:pt x="0" y="2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lose/>
                  <a:moveTo>
                    <a:pt x="0" y="2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lose/>
                  <a:moveTo>
                    <a:pt x="0" y="20"/>
                  </a:moveTo>
                  <a:cubicBezTo>
                    <a:pt x="0" y="20"/>
                    <a:pt x="0" y="20"/>
                    <a:pt x="0" y="10"/>
                  </a:cubicBezTo>
                  <a:cubicBezTo>
                    <a:pt x="0" y="20"/>
                    <a:pt x="0" y="20"/>
                    <a:pt x="0" y="20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C8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12" name="Google Shape;24212;p84"/>
            <p:cNvSpPr/>
            <p:nvPr/>
          </p:nvSpPr>
          <p:spPr>
            <a:xfrm>
              <a:off x="4730924" y="4813875"/>
              <a:ext cx="76060" cy="33341"/>
            </a:xfrm>
            <a:custGeom>
              <a:avLst/>
              <a:gdLst/>
              <a:ahLst/>
              <a:cxnLst/>
              <a:rect l="l" t="t" r="r" b="b"/>
              <a:pathLst>
                <a:path w="803" h="352" extrusionOk="0">
                  <a:moveTo>
                    <a:pt x="20" y="231"/>
                  </a:moveTo>
                  <a:cubicBezTo>
                    <a:pt x="20" y="231"/>
                    <a:pt x="20" y="241"/>
                    <a:pt x="20" y="241"/>
                  </a:cubicBezTo>
                  <a:lnTo>
                    <a:pt x="20" y="251"/>
                  </a:lnTo>
                  <a:cubicBezTo>
                    <a:pt x="20" y="258"/>
                    <a:pt x="24" y="260"/>
                    <a:pt x="27" y="261"/>
                  </a:cubicBezTo>
                  <a:lnTo>
                    <a:pt x="27" y="261"/>
                  </a:lnTo>
                  <a:cubicBezTo>
                    <a:pt x="23" y="252"/>
                    <a:pt x="20" y="242"/>
                    <a:pt x="20" y="231"/>
                  </a:cubicBezTo>
                  <a:close/>
                  <a:moveTo>
                    <a:pt x="27" y="261"/>
                  </a:moveTo>
                  <a:lnTo>
                    <a:pt x="27" y="261"/>
                  </a:lnTo>
                  <a:cubicBezTo>
                    <a:pt x="28" y="263"/>
                    <a:pt x="29" y="266"/>
                    <a:pt x="30" y="268"/>
                  </a:cubicBezTo>
                  <a:lnTo>
                    <a:pt x="30" y="268"/>
                  </a:lnTo>
                  <a:cubicBezTo>
                    <a:pt x="30" y="265"/>
                    <a:pt x="30" y="262"/>
                    <a:pt x="30" y="262"/>
                  </a:cubicBezTo>
                  <a:cubicBezTo>
                    <a:pt x="30" y="262"/>
                    <a:pt x="29" y="262"/>
                    <a:pt x="27" y="261"/>
                  </a:cubicBezTo>
                  <a:close/>
                  <a:moveTo>
                    <a:pt x="30" y="268"/>
                  </a:moveTo>
                  <a:cubicBezTo>
                    <a:pt x="30" y="270"/>
                    <a:pt x="30" y="272"/>
                    <a:pt x="30" y="272"/>
                  </a:cubicBezTo>
                  <a:lnTo>
                    <a:pt x="32" y="272"/>
                  </a:lnTo>
                  <a:cubicBezTo>
                    <a:pt x="32" y="270"/>
                    <a:pt x="31" y="269"/>
                    <a:pt x="30" y="268"/>
                  </a:cubicBezTo>
                  <a:close/>
                  <a:moveTo>
                    <a:pt x="32" y="272"/>
                  </a:moveTo>
                  <a:cubicBezTo>
                    <a:pt x="35" y="275"/>
                    <a:pt x="38" y="279"/>
                    <a:pt x="40" y="282"/>
                  </a:cubicBezTo>
                  <a:cubicBezTo>
                    <a:pt x="40" y="282"/>
                    <a:pt x="40" y="282"/>
                    <a:pt x="40" y="272"/>
                  </a:cubicBezTo>
                  <a:close/>
                  <a:moveTo>
                    <a:pt x="130" y="1"/>
                  </a:moveTo>
                  <a:cubicBezTo>
                    <a:pt x="80" y="1"/>
                    <a:pt x="30" y="11"/>
                    <a:pt x="10" y="51"/>
                  </a:cubicBezTo>
                  <a:cubicBezTo>
                    <a:pt x="0" y="91"/>
                    <a:pt x="0" y="131"/>
                    <a:pt x="0" y="161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0" y="191"/>
                    <a:pt x="0" y="191"/>
                    <a:pt x="0" y="191"/>
                  </a:cubicBezTo>
                  <a:lnTo>
                    <a:pt x="10" y="191"/>
                  </a:lnTo>
                  <a:cubicBezTo>
                    <a:pt x="10" y="191"/>
                    <a:pt x="10" y="191"/>
                    <a:pt x="10" y="201"/>
                  </a:cubicBezTo>
                  <a:cubicBezTo>
                    <a:pt x="10" y="201"/>
                    <a:pt x="10" y="211"/>
                    <a:pt x="10" y="211"/>
                  </a:cubicBezTo>
                  <a:cubicBezTo>
                    <a:pt x="10" y="221"/>
                    <a:pt x="10" y="221"/>
                    <a:pt x="10" y="221"/>
                  </a:cubicBezTo>
                  <a:cubicBezTo>
                    <a:pt x="10" y="221"/>
                    <a:pt x="10" y="231"/>
                    <a:pt x="20" y="231"/>
                  </a:cubicBezTo>
                  <a:cubicBezTo>
                    <a:pt x="20" y="231"/>
                    <a:pt x="20" y="231"/>
                    <a:pt x="20" y="231"/>
                  </a:cubicBezTo>
                  <a:lnTo>
                    <a:pt x="20" y="231"/>
                  </a:lnTo>
                  <a:cubicBezTo>
                    <a:pt x="50" y="292"/>
                    <a:pt x="161" y="352"/>
                    <a:pt x="251" y="352"/>
                  </a:cubicBezTo>
                  <a:cubicBezTo>
                    <a:pt x="271" y="352"/>
                    <a:pt x="281" y="342"/>
                    <a:pt x="301" y="342"/>
                  </a:cubicBezTo>
                  <a:cubicBezTo>
                    <a:pt x="341" y="332"/>
                    <a:pt x="381" y="332"/>
                    <a:pt x="411" y="332"/>
                  </a:cubicBezTo>
                  <a:lnTo>
                    <a:pt x="582" y="332"/>
                  </a:lnTo>
                  <a:cubicBezTo>
                    <a:pt x="702" y="332"/>
                    <a:pt x="782" y="251"/>
                    <a:pt x="803" y="91"/>
                  </a:cubicBezTo>
                  <a:lnTo>
                    <a:pt x="793" y="71"/>
                  </a:lnTo>
                  <a:cubicBezTo>
                    <a:pt x="752" y="21"/>
                    <a:pt x="702" y="1"/>
                    <a:pt x="642" y="1"/>
                  </a:cubicBezTo>
                  <a:cubicBezTo>
                    <a:pt x="602" y="1"/>
                    <a:pt x="562" y="11"/>
                    <a:pt x="512" y="21"/>
                  </a:cubicBezTo>
                  <a:cubicBezTo>
                    <a:pt x="472" y="31"/>
                    <a:pt x="431" y="41"/>
                    <a:pt x="391" y="41"/>
                  </a:cubicBezTo>
                  <a:lnTo>
                    <a:pt x="351" y="41"/>
                  </a:lnTo>
                  <a:cubicBezTo>
                    <a:pt x="291" y="21"/>
                    <a:pt x="201" y="1"/>
                    <a:pt x="130" y="1"/>
                  </a:cubicBezTo>
                  <a:close/>
                </a:path>
              </a:pathLst>
            </a:custGeom>
            <a:solidFill>
              <a:srgbClr val="E4A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13" name="Google Shape;24213;p84"/>
            <p:cNvSpPr/>
            <p:nvPr/>
          </p:nvSpPr>
          <p:spPr>
            <a:xfrm>
              <a:off x="4814468" y="4692252"/>
              <a:ext cx="14397" cy="18186"/>
            </a:xfrm>
            <a:custGeom>
              <a:avLst/>
              <a:gdLst/>
              <a:ahLst/>
              <a:cxnLst/>
              <a:rect l="l" t="t" r="r" b="b"/>
              <a:pathLst>
                <a:path w="152" h="192" extrusionOk="0">
                  <a:moveTo>
                    <a:pt x="101" y="1"/>
                  </a:moveTo>
                  <a:lnTo>
                    <a:pt x="101" y="1"/>
                  </a:lnTo>
                  <a:cubicBezTo>
                    <a:pt x="51" y="41"/>
                    <a:pt x="1" y="111"/>
                    <a:pt x="11" y="191"/>
                  </a:cubicBezTo>
                  <a:cubicBezTo>
                    <a:pt x="11" y="191"/>
                    <a:pt x="151" y="181"/>
                    <a:pt x="101" y="1"/>
                  </a:cubicBezTo>
                  <a:close/>
                </a:path>
              </a:pathLst>
            </a:custGeom>
            <a:solidFill>
              <a:srgbClr val="2A2A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14" name="Google Shape;24214;p84"/>
            <p:cNvSpPr/>
            <p:nvPr/>
          </p:nvSpPr>
          <p:spPr>
            <a:xfrm>
              <a:off x="4734712" y="4840491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93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15" name="Google Shape;24215;p84"/>
            <p:cNvSpPr/>
            <p:nvPr/>
          </p:nvSpPr>
          <p:spPr>
            <a:xfrm>
              <a:off x="4734712" y="4840491"/>
              <a:ext cx="95" cy="1042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11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5AC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16" name="Google Shape;24216;p84"/>
            <p:cNvSpPr/>
            <p:nvPr/>
          </p:nvSpPr>
          <p:spPr>
            <a:xfrm>
              <a:off x="4734712" y="4822400"/>
              <a:ext cx="72271" cy="27658"/>
            </a:xfrm>
            <a:custGeom>
              <a:avLst/>
              <a:gdLst/>
              <a:ahLst/>
              <a:cxnLst/>
              <a:rect l="l" t="t" r="r" b="b"/>
              <a:pathLst>
                <a:path w="763" h="292" extrusionOk="0">
                  <a:moveTo>
                    <a:pt x="251" y="292"/>
                  </a:moveTo>
                  <a:cubicBezTo>
                    <a:pt x="151" y="292"/>
                    <a:pt x="60" y="272"/>
                    <a:pt x="0" y="202"/>
                  </a:cubicBezTo>
                  <a:lnTo>
                    <a:pt x="0" y="202"/>
                  </a:lnTo>
                  <a:lnTo>
                    <a:pt x="0" y="202"/>
                  </a:lnTo>
                  <a:lnTo>
                    <a:pt x="0" y="202"/>
                  </a:lnTo>
                  <a:cubicBezTo>
                    <a:pt x="60" y="272"/>
                    <a:pt x="151" y="292"/>
                    <a:pt x="251" y="292"/>
                  </a:cubicBezTo>
                  <a:cubicBezTo>
                    <a:pt x="291" y="292"/>
                    <a:pt x="321" y="282"/>
                    <a:pt x="351" y="282"/>
                  </a:cubicBezTo>
                  <a:cubicBezTo>
                    <a:pt x="391" y="282"/>
                    <a:pt x="422" y="282"/>
                    <a:pt x="452" y="282"/>
                  </a:cubicBezTo>
                  <a:cubicBezTo>
                    <a:pt x="472" y="282"/>
                    <a:pt x="482" y="282"/>
                    <a:pt x="502" y="282"/>
                  </a:cubicBezTo>
                  <a:cubicBezTo>
                    <a:pt x="512" y="282"/>
                    <a:pt x="522" y="282"/>
                    <a:pt x="522" y="282"/>
                  </a:cubicBezTo>
                  <a:cubicBezTo>
                    <a:pt x="672" y="282"/>
                    <a:pt x="753" y="182"/>
                    <a:pt x="763" y="21"/>
                  </a:cubicBezTo>
                  <a:cubicBezTo>
                    <a:pt x="763" y="11"/>
                    <a:pt x="763" y="11"/>
                    <a:pt x="763" y="1"/>
                  </a:cubicBezTo>
                  <a:cubicBezTo>
                    <a:pt x="763" y="1"/>
                    <a:pt x="763" y="1"/>
                    <a:pt x="763" y="1"/>
                  </a:cubicBezTo>
                  <a:lnTo>
                    <a:pt x="763" y="21"/>
                  </a:lnTo>
                  <a:cubicBezTo>
                    <a:pt x="753" y="182"/>
                    <a:pt x="672" y="282"/>
                    <a:pt x="522" y="282"/>
                  </a:cubicBezTo>
                  <a:cubicBezTo>
                    <a:pt x="522" y="282"/>
                    <a:pt x="512" y="282"/>
                    <a:pt x="502" y="282"/>
                  </a:cubicBezTo>
                  <a:cubicBezTo>
                    <a:pt x="482" y="282"/>
                    <a:pt x="472" y="282"/>
                    <a:pt x="452" y="282"/>
                  </a:cubicBezTo>
                  <a:cubicBezTo>
                    <a:pt x="422" y="282"/>
                    <a:pt x="391" y="282"/>
                    <a:pt x="351" y="282"/>
                  </a:cubicBezTo>
                  <a:cubicBezTo>
                    <a:pt x="321" y="282"/>
                    <a:pt x="291" y="292"/>
                    <a:pt x="251" y="292"/>
                  </a:cubicBezTo>
                  <a:close/>
                </a:path>
              </a:pathLst>
            </a:custGeom>
            <a:solidFill>
              <a:srgbClr val="D795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17" name="Google Shape;24217;p84"/>
            <p:cNvSpPr/>
            <p:nvPr/>
          </p:nvSpPr>
          <p:spPr>
            <a:xfrm>
              <a:off x="4734712" y="4840491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46A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18" name="Google Shape;24218;p84"/>
            <p:cNvSpPr/>
            <p:nvPr/>
          </p:nvSpPr>
          <p:spPr>
            <a:xfrm>
              <a:off x="4732818" y="4822400"/>
              <a:ext cx="74166" cy="27658"/>
            </a:xfrm>
            <a:custGeom>
              <a:avLst/>
              <a:gdLst/>
              <a:ahLst/>
              <a:cxnLst/>
              <a:rect l="l" t="t" r="r" b="b"/>
              <a:pathLst>
                <a:path w="783" h="292" extrusionOk="0">
                  <a:moveTo>
                    <a:pt x="783" y="1"/>
                  </a:moveTo>
                  <a:cubicBezTo>
                    <a:pt x="762" y="161"/>
                    <a:pt x="682" y="242"/>
                    <a:pt x="562" y="242"/>
                  </a:cubicBezTo>
                  <a:lnTo>
                    <a:pt x="391" y="242"/>
                  </a:lnTo>
                  <a:cubicBezTo>
                    <a:pt x="361" y="242"/>
                    <a:pt x="321" y="242"/>
                    <a:pt x="281" y="252"/>
                  </a:cubicBezTo>
                  <a:cubicBezTo>
                    <a:pt x="261" y="252"/>
                    <a:pt x="251" y="262"/>
                    <a:pt x="231" y="262"/>
                  </a:cubicBezTo>
                  <a:cubicBezTo>
                    <a:pt x="141" y="262"/>
                    <a:pt x="30" y="202"/>
                    <a:pt x="0" y="141"/>
                  </a:cubicBezTo>
                  <a:lnTo>
                    <a:pt x="0" y="141"/>
                  </a:lnTo>
                  <a:cubicBezTo>
                    <a:pt x="0" y="161"/>
                    <a:pt x="10" y="182"/>
                    <a:pt x="20" y="192"/>
                  </a:cubicBezTo>
                  <a:lnTo>
                    <a:pt x="20" y="202"/>
                  </a:lnTo>
                  <a:cubicBezTo>
                    <a:pt x="80" y="272"/>
                    <a:pt x="171" y="292"/>
                    <a:pt x="271" y="292"/>
                  </a:cubicBezTo>
                  <a:cubicBezTo>
                    <a:pt x="311" y="292"/>
                    <a:pt x="341" y="282"/>
                    <a:pt x="371" y="282"/>
                  </a:cubicBezTo>
                  <a:lnTo>
                    <a:pt x="542" y="282"/>
                  </a:lnTo>
                  <a:cubicBezTo>
                    <a:pt x="692" y="282"/>
                    <a:pt x="773" y="182"/>
                    <a:pt x="783" y="21"/>
                  </a:cubicBezTo>
                  <a:cubicBezTo>
                    <a:pt x="783" y="11"/>
                    <a:pt x="783" y="11"/>
                    <a:pt x="783" y="1"/>
                  </a:cubicBezTo>
                  <a:close/>
                </a:path>
              </a:pathLst>
            </a:custGeom>
            <a:solidFill>
              <a:srgbClr val="DA8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19" name="Google Shape;24219;p84"/>
            <p:cNvSpPr/>
            <p:nvPr/>
          </p:nvSpPr>
          <p:spPr>
            <a:xfrm>
              <a:off x="4780936" y="4831209"/>
              <a:ext cx="10609" cy="8620"/>
            </a:xfrm>
            <a:custGeom>
              <a:avLst/>
              <a:gdLst/>
              <a:ahLst/>
              <a:cxnLst/>
              <a:rect l="l" t="t" r="r" b="b"/>
              <a:pathLst>
                <a:path w="112" h="91" extrusionOk="0">
                  <a:moveTo>
                    <a:pt x="92" y="0"/>
                  </a:moveTo>
                  <a:cubicBezTo>
                    <a:pt x="88" y="0"/>
                    <a:pt x="81" y="3"/>
                    <a:pt x="74" y="8"/>
                  </a:cubicBezTo>
                  <a:cubicBezTo>
                    <a:pt x="18" y="40"/>
                    <a:pt x="1" y="90"/>
                    <a:pt x="25" y="90"/>
                  </a:cubicBezTo>
                  <a:cubicBezTo>
                    <a:pt x="32" y="90"/>
                    <a:pt x="41" y="87"/>
                    <a:pt x="54" y="79"/>
                  </a:cubicBezTo>
                  <a:cubicBezTo>
                    <a:pt x="103" y="46"/>
                    <a:pt x="112" y="0"/>
                    <a:pt x="92" y="0"/>
                  </a:cubicBezTo>
                  <a:close/>
                </a:path>
              </a:pathLst>
            </a:custGeom>
            <a:solidFill>
              <a:srgbClr val="593B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20" name="Google Shape;24220;p84"/>
            <p:cNvSpPr/>
            <p:nvPr/>
          </p:nvSpPr>
          <p:spPr>
            <a:xfrm>
              <a:off x="4743427" y="4831209"/>
              <a:ext cx="10324" cy="8620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20" y="0"/>
                  </a:moveTo>
                  <a:cubicBezTo>
                    <a:pt x="1" y="0"/>
                    <a:pt x="10" y="46"/>
                    <a:pt x="59" y="79"/>
                  </a:cubicBezTo>
                  <a:cubicBezTo>
                    <a:pt x="71" y="87"/>
                    <a:pt x="80" y="90"/>
                    <a:pt x="86" y="90"/>
                  </a:cubicBezTo>
                  <a:cubicBezTo>
                    <a:pt x="109" y="90"/>
                    <a:pt x="86" y="40"/>
                    <a:pt x="39" y="8"/>
                  </a:cubicBezTo>
                  <a:cubicBezTo>
                    <a:pt x="31" y="3"/>
                    <a:pt x="25" y="0"/>
                    <a:pt x="20" y="0"/>
                  </a:cubicBezTo>
                  <a:close/>
                </a:path>
              </a:pathLst>
            </a:custGeom>
            <a:solidFill>
              <a:srgbClr val="593B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21" name="Google Shape;24221;p84"/>
            <p:cNvSpPr/>
            <p:nvPr/>
          </p:nvSpPr>
          <p:spPr>
            <a:xfrm>
              <a:off x="4720410" y="4706555"/>
              <a:ext cx="4831" cy="6725"/>
            </a:xfrm>
            <a:custGeom>
              <a:avLst/>
              <a:gdLst/>
              <a:ahLst/>
              <a:cxnLst/>
              <a:rect l="l" t="t" r="r" b="b"/>
              <a:pathLst>
                <a:path w="51" h="71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20"/>
                    <a:pt x="31" y="40"/>
                    <a:pt x="51" y="70"/>
                  </a:cubicBezTo>
                  <a:cubicBezTo>
                    <a:pt x="41" y="40"/>
                    <a:pt x="21" y="20"/>
                    <a:pt x="1" y="0"/>
                  </a:cubicBezTo>
                  <a:close/>
                </a:path>
              </a:pathLst>
            </a:custGeom>
            <a:solidFill>
              <a:srgbClr val="8C8D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22" name="Google Shape;24222;p84"/>
            <p:cNvSpPr/>
            <p:nvPr/>
          </p:nvSpPr>
          <p:spPr>
            <a:xfrm>
              <a:off x="4711885" y="4680886"/>
              <a:ext cx="2936" cy="17144"/>
            </a:xfrm>
            <a:custGeom>
              <a:avLst/>
              <a:gdLst/>
              <a:ahLst/>
              <a:cxnLst/>
              <a:rect l="l" t="t" r="r" b="b"/>
              <a:pathLst>
                <a:path w="31" h="181" extrusionOk="0">
                  <a:moveTo>
                    <a:pt x="31" y="181"/>
                  </a:move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close/>
                  <a:moveTo>
                    <a:pt x="31" y="181"/>
                  </a:move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1" y="181"/>
                    <a:pt x="31" y="181"/>
                  </a:cubicBezTo>
                  <a:close/>
                  <a:moveTo>
                    <a:pt x="31" y="171"/>
                  </a:moveTo>
                  <a:lnTo>
                    <a:pt x="31" y="171"/>
                  </a:lnTo>
                  <a:lnTo>
                    <a:pt x="31" y="171"/>
                  </a:lnTo>
                  <a:close/>
                  <a:moveTo>
                    <a:pt x="31" y="171"/>
                  </a:moveTo>
                  <a:cubicBezTo>
                    <a:pt x="31" y="171"/>
                    <a:pt x="31" y="171"/>
                    <a:pt x="31" y="171"/>
                  </a:cubicBezTo>
                  <a:cubicBezTo>
                    <a:pt x="31" y="171"/>
                    <a:pt x="31" y="171"/>
                    <a:pt x="31" y="171"/>
                  </a:cubicBezTo>
                  <a:close/>
                  <a:moveTo>
                    <a:pt x="31" y="171"/>
                  </a:moveTo>
                  <a:cubicBezTo>
                    <a:pt x="31" y="171"/>
                    <a:pt x="31" y="171"/>
                    <a:pt x="31" y="161"/>
                  </a:cubicBezTo>
                  <a:cubicBezTo>
                    <a:pt x="31" y="171"/>
                    <a:pt x="31" y="171"/>
                    <a:pt x="31" y="171"/>
                  </a:cubicBezTo>
                  <a:close/>
                  <a:moveTo>
                    <a:pt x="31" y="161"/>
                  </a:moveTo>
                  <a:cubicBezTo>
                    <a:pt x="31" y="161"/>
                    <a:pt x="31" y="161"/>
                    <a:pt x="21" y="161"/>
                  </a:cubicBezTo>
                  <a:cubicBezTo>
                    <a:pt x="31" y="161"/>
                    <a:pt x="31" y="161"/>
                    <a:pt x="31" y="161"/>
                  </a:cubicBezTo>
                  <a:close/>
                  <a:moveTo>
                    <a:pt x="21" y="161"/>
                  </a:move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lose/>
                  <a:moveTo>
                    <a:pt x="21" y="161"/>
                  </a:moveTo>
                  <a:cubicBezTo>
                    <a:pt x="21" y="161"/>
                    <a:pt x="21" y="161"/>
                    <a:pt x="21" y="151"/>
                  </a:cubicBezTo>
                  <a:cubicBezTo>
                    <a:pt x="21" y="161"/>
                    <a:pt x="21" y="161"/>
                    <a:pt x="21" y="161"/>
                  </a:cubicBezTo>
                  <a:close/>
                  <a:moveTo>
                    <a:pt x="21" y="151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lose/>
                  <a:moveTo>
                    <a:pt x="21" y="151"/>
                  </a:moveTo>
                  <a:lnTo>
                    <a:pt x="21" y="151"/>
                  </a:lnTo>
                  <a:lnTo>
                    <a:pt x="21" y="151"/>
                  </a:lnTo>
                  <a:close/>
                  <a:moveTo>
                    <a:pt x="21" y="151"/>
                  </a:moveTo>
                  <a:cubicBezTo>
                    <a:pt x="21" y="151"/>
                    <a:pt x="21" y="151"/>
                    <a:pt x="21" y="141"/>
                  </a:cubicBezTo>
                  <a:cubicBezTo>
                    <a:pt x="21" y="151"/>
                    <a:pt x="21" y="151"/>
                    <a:pt x="21" y="151"/>
                  </a:cubicBezTo>
                  <a:close/>
                  <a:moveTo>
                    <a:pt x="21" y="141"/>
                  </a:moveTo>
                  <a:cubicBezTo>
                    <a:pt x="21" y="141"/>
                    <a:pt x="21" y="141"/>
                    <a:pt x="21" y="141"/>
                  </a:cubicBezTo>
                  <a:cubicBezTo>
                    <a:pt x="21" y="141"/>
                    <a:pt x="21" y="141"/>
                    <a:pt x="21" y="141"/>
                  </a:cubicBezTo>
                  <a:close/>
                  <a:moveTo>
                    <a:pt x="11" y="141"/>
                  </a:moveTo>
                  <a:cubicBezTo>
                    <a:pt x="11" y="141"/>
                    <a:pt x="11" y="141"/>
                    <a:pt x="11" y="131"/>
                  </a:cubicBezTo>
                  <a:cubicBezTo>
                    <a:pt x="11" y="141"/>
                    <a:pt x="11" y="141"/>
                    <a:pt x="11" y="141"/>
                  </a:cubicBezTo>
                  <a:close/>
                  <a:moveTo>
                    <a:pt x="11" y="131"/>
                  </a:moveTo>
                  <a:cubicBezTo>
                    <a:pt x="11" y="131"/>
                    <a:pt x="11" y="131"/>
                    <a:pt x="11" y="131"/>
                  </a:cubicBezTo>
                  <a:cubicBezTo>
                    <a:pt x="11" y="131"/>
                    <a:pt x="11" y="131"/>
                    <a:pt x="11" y="131"/>
                  </a:cubicBezTo>
                  <a:close/>
                  <a:moveTo>
                    <a:pt x="11" y="131"/>
                  </a:moveTo>
                  <a:lnTo>
                    <a:pt x="11" y="121"/>
                  </a:lnTo>
                  <a:lnTo>
                    <a:pt x="11" y="131"/>
                  </a:lnTo>
                  <a:close/>
                  <a:moveTo>
                    <a:pt x="11" y="121"/>
                  </a:moveTo>
                  <a:cubicBezTo>
                    <a:pt x="11" y="121"/>
                    <a:pt x="11" y="121"/>
                    <a:pt x="11" y="121"/>
                  </a:cubicBezTo>
                  <a:cubicBezTo>
                    <a:pt x="11" y="121"/>
                    <a:pt x="11" y="121"/>
                    <a:pt x="11" y="121"/>
                  </a:cubicBezTo>
                  <a:close/>
                  <a:moveTo>
                    <a:pt x="11" y="121"/>
                  </a:moveTo>
                  <a:cubicBezTo>
                    <a:pt x="11" y="121"/>
                    <a:pt x="11" y="121"/>
                    <a:pt x="11" y="121"/>
                  </a:cubicBezTo>
                  <a:cubicBezTo>
                    <a:pt x="11" y="121"/>
                    <a:pt x="11" y="121"/>
                    <a:pt x="11" y="121"/>
                  </a:cubicBezTo>
                  <a:close/>
                  <a:moveTo>
                    <a:pt x="11" y="121"/>
                  </a:move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21"/>
                  </a:cubicBezTo>
                  <a:close/>
                  <a:moveTo>
                    <a:pt x="11" y="111"/>
                  </a:move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lose/>
                  <a:moveTo>
                    <a:pt x="11" y="111"/>
                  </a:moveTo>
                  <a:cubicBezTo>
                    <a:pt x="11" y="111"/>
                    <a:pt x="11" y="101"/>
                    <a:pt x="11" y="101"/>
                  </a:cubicBezTo>
                  <a:cubicBezTo>
                    <a:pt x="11" y="101"/>
                    <a:pt x="11" y="111"/>
                    <a:pt x="11" y="111"/>
                  </a:cubicBezTo>
                  <a:close/>
                  <a:moveTo>
                    <a:pt x="0" y="101"/>
                  </a:moveTo>
                  <a:cubicBezTo>
                    <a:pt x="0" y="101"/>
                    <a:pt x="0" y="101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lose/>
                  <a:moveTo>
                    <a:pt x="0" y="101"/>
                  </a:moveTo>
                  <a:cubicBezTo>
                    <a:pt x="0" y="101"/>
                    <a:pt x="0" y="101"/>
                    <a:pt x="0" y="91"/>
                  </a:cubicBezTo>
                  <a:cubicBezTo>
                    <a:pt x="0" y="101"/>
                    <a:pt x="0" y="101"/>
                    <a:pt x="0" y="101"/>
                  </a:cubicBezTo>
                  <a:close/>
                  <a:moveTo>
                    <a:pt x="0" y="91"/>
                  </a:moveTo>
                  <a:cubicBezTo>
                    <a:pt x="0" y="91"/>
                    <a:pt x="0" y="91"/>
                    <a:pt x="0" y="91"/>
                  </a:cubicBezTo>
                  <a:cubicBezTo>
                    <a:pt x="0" y="91"/>
                    <a:pt x="0" y="91"/>
                    <a:pt x="0" y="91"/>
                  </a:cubicBezTo>
                  <a:close/>
                  <a:moveTo>
                    <a:pt x="0" y="91"/>
                  </a:moveTo>
                  <a:cubicBezTo>
                    <a:pt x="0" y="91"/>
                    <a:pt x="0" y="91"/>
                    <a:pt x="0" y="81"/>
                  </a:cubicBezTo>
                  <a:cubicBezTo>
                    <a:pt x="0" y="91"/>
                    <a:pt x="0" y="91"/>
                    <a:pt x="0" y="91"/>
                  </a:cubicBezTo>
                  <a:close/>
                  <a:moveTo>
                    <a:pt x="0" y="81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lose/>
                  <a:moveTo>
                    <a:pt x="0" y="81"/>
                  </a:moveTo>
                  <a:cubicBezTo>
                    <a:pt x="0" y="81"/>
                    <a:pt x="0" y="71"/>
                    <a:pt x="0" y="71"/>
                  </a:cubicBezTo>
                  <a:cubicBezTo>
                    <a:pt x="0" y="71"/>
                    <a:pt x="0" y="81"/>
                    <a:pt x="0" y="81"/>
                  </a:cubicBezTo>
                  <a:close/>
                  <a:moveTo>
                    <a:pt x="0" y="71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lose/>
                  <a:moveTo>
                    <a:pt x="0" y="7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71"/>
                  </a:cubicBezTo>
                  <a:close/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lose/>
                  <a:moveTo>
                    <a:pt x="0" y="6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61"/>
                  </a:cubicBezTo>
                  <a:close/>
                  <a:moveTo>
                    <a:pt x="0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lose/>
                  <a:moveTo>
                    <a:pt x="0" y="51"/>
                  </a:moveTo>
                  <a:lnTo>
                    <a:pt x="0" y="41"/>
                  </a:lnTo>
                  <a:lnTo>
                    <a:pt x="0" y="51"/>
                  </a:lnTo>
                  <a:close/>
                  <a:moveTo>
                    <a:pt x="0" y="41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lose/>
                  <a:moveTo>
                    <a:pt x="0" y="41"/>
                  </a:moveTo>
                  <a:lnTo>
                    <a:pt x="0" y="31"/>
                  </a:lnTo>
                  <a:lnTo>
                    <a:pt x="0" y="41"/>
                  </a:lnTo>
                  <a:close/>
                  <a:moveTo>
                    <a:pt x="0" y="31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lose/>
                  <a:moveTo>
                    <a:pt x="0" y="31"/>
                  </a:moveTo>
                  <a:lnTo>
                    <a:pt x="0" y="31"/>
                  </a:lnTo>
                  <a:lnTo>
                    <a:pt x="0" y="31"/>
                  </a:lnTo>
                  <a:close/>
                  <a:moveTo>
                    <a:pt x="0" y="31"/>
                  </a:moveTo>
                  <a:lnTo>
                    <a:pt x="0" y="31"/>
                  </a:lnTo>
                  <a:lnTo>
                    <a:pt x="0" y="31"/>
                  </a:lnTo>
                  <a:close/>
                  <a:moveTo>
                    <a:pt x="0" y="21"/>
                  </a:moveTo>
                  <a:lnTo>
                    <a:pt x="0" y="21"/>
                  </a:lnTo>
                  <a:lnTo>
                    <a:pt x="0" y="21"/>
                  </a:lnTo>
                  <a:close/>
                  <a:moveTo>
                    <a:pt x="0" y="21"/>
                  </a:moveTo>
                  <a:lnTo>
                    <a:pt x="0" y="21"/>
                  </a:lnTo>
                  <a:lnTo>
                    <a:pt x="0" y="21"/>
                  </a:lnTo>
                  <a:close/>
                  <a:moveTo>
                    <a:pt x="0" y="21"/>
                  </a:moveTo>
                  <a:lnTo>
                    <a:pt x="0" y="21"/>
                  </a:lnTo>
                  <a:lnTo>
                    <a:pt x="0" y="21"/>
                  </a:ln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D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23" name="Google Shape;24223;p84"/>
            <p:cNvSpPr/>
            <p:nvPr/>
          </p:nvSpPr>
          <p:spPr>
            <a:xfrm>
              <a:off x="4711885" y="4673308"/>
              <a:ext cx="19133" cy="39972"/>
            </a:xfrm>
            <a:custGeom>
              <a:avLst/>
              <a:gdLst/>
              <a:ahLst/>
              <a:cxnLst/>
              <a:rect l="l" t="t" r="r" b="b"/>
              <a:pathLst>
                <a:path w="202" h="422" extrusionOk="0">
                  <a:moveTo>
                    <a:pt x="41" y="0"/>
                  </a:moveTo>
                  <a:cubicBezTo>
                    <a:pt x="31" y="0"/>
                    <a:pt x="21" y="0"/>
                    <a:pt x="11" y="20"/>
                  </a:cubicBezTo>
                  <a:cubicBezTo>
                    <a:pt x="0" y="40"/>
                    <a:pt x="0" y="60"/>
                    <a:pt x="0" y="80"/>
                  </a:cubicBezTo>
                  <a:cubicBezTo>
                    <a:pt x="0" y="80"/>
                    <a:pt x="0" y="90"/>
                    <a:pt x="0" y="90"/>
                  </a:cubicBezTo>
                  <a:cubicBezTo>
                    <a:pt x="0" y="101"/>
                    <a:pt x="0" y="101"/>
                    <a:pt x="0" y="101"/>
                  </a:cubicBezTo>
                  <a:lnTo>
                    <a:pt x="0" y="111"/>
                  </a:lnTo>
                  <a:lnTo>
                    <a:pt x="0" y="121"/>
                  </a:lnTo>
                  <a:lnTo>
                    <a:pt x="0" y="131"/>
                  </a:lnTo>
                  <a:cubicBezTo>
                    <a:pt x="0" y="131"/>
                    <a:pt x="0" y="131"/>
                    <a:pt x="0" y="141"/>
                  </a:cubicBezTo>
                  <a:cubicBezTo>
                    <a:pt x="0" y="141"/>
                    <a:pt x="0" y="141"/>
                    <a:pt x="0" y="151"/>
                  </a:cubicBezTo>
                  <a:cubicBezTo>
                    <a:pt x="0" y="151"/>
                    <a:pt x="0" y="161"/>
                    <a:pt x="0" y="161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0" y="181"/>
                    <a:pt x="0" y="181"/>
                    <a:pt x="0" y="181"/>
                  </a:cubicBezTo>
                  <a:lnTo>
                    <a:pt x="11" y="181"/>
                  </a:lnTo>
                  <a:cubicBezTo>
                    <a:pt x="11" y="181"/>
                    <a:pt x="11" y="191"/>
                    <a:pt x="11" y="191"/>
                  </a:cubicBezTo>
                  <a:cubicBezTo>
                    <a:pt x="11" y="191"/>
                    <a:pt x="11" y="191"/>
                    <a:pt x="11" y="201"/>
                  </a:cubicBezTo>
                  <a:lnTo>
                    <a:pt x="11" y="211"/>
                  </a:lnTo>
                  <a:cubicBezTo>
                    <a:pt x="11" y="221"/>
                    <a:pt x="11" y="221"/>
                    <a:pt x="11" y="221"/>
                  </a:cubicBezTo>
                  <a:lnTo>
                    <a:pt x="21" y="221"/>
                  </a:lnTo>
                  <a:cubicBezTo>
                    <a:pt x="21" y="231"/>
                    <a:pt x="21" y="231"/>
                    <a:pt x="21" y="231"/>
                  </a:cubicBezTo>
                  <a:cubicBezTo>
                    <a:pt x="21" y="241"/>
                    <a:pt x="21" y="241"/>
                    <a:pt x="21" y="241"/>
                  </a:cubicBezTo>
                  <a:lnTo>
                    <a:pt x="31" y="241"/>
                  </a:lnTo>
                  <a:cubicBezTo>
                    <a:pt x="31" y="251"/>
                    <a:pt x="31" y="251"/>
                    <a:pt x="31" y="251"/>
                  </a:cubicBezTo>
                  <a:cubicBezTo>
                    <a:pt x="31" y="251"/>
                    <a:pt x="31" y="261"/>
                    <a:pt x="31" y="261"/>
                  </a:cubicBezTo>
                  <a:lnTo>
                    <a:pt x="41" y="261"/>
                  </a:lnTo>
                  <a:cubicBezTo>
                    <a:pt x="41" y="261"/>
                    <a:pt x="41" y="261"/>
                    <a:pt x="41" y="271"/>
                  </a:cubicBezTo>
                  <a:cubicBezTo>
                    <a:pt x="41" y="271"/>
                    <a:pt x="41" y="281"/>
                    <a:pt x="41" y="281"/>
                  </a:cubicBezTo>
                  <a:lnTo>
                    <a:pt x="51" y="281"/>
                  </a:lnTo>
                  <a:cubicBezTo>
                    <a:pt x="51" y="281"/>
                    <a:pt x="51" y="291"/>
                    <a:pt x="51" y="291"/>
                  </a:cubicBezTo>
                  <a:lnTo>
                    <a:pt x="51" y="301"/>
                  </a:lnTo>
                  <a:lnTo>
                    <a:pt x="61" y="301"/>
                  </a:lnTo>
                  <a:lnTo>
                    <a:pt x="61" y="311"/>
                  </a:lnTo>
                  <a:lnTo>
                    <a:pt x="71" y="311"/>
                  </a:lnTo>
                  <a:cubicBezTo>
                    <a:pt x="71" y="311"/>
                    <a:pt x="71" y="311"/>
                    <a:pt x="71" y="321"/>
                  </a:cubicBezTo>
                  <a:lnTo>
                    <a:pt x="81" y="331"/>
                  </a:lnTo>
                  <a:cubicBezTo>
                    <a:pt x="81" y="331"/>
                    <a:pt x="81" y="331"/>
                    <a:pt x="81" y="341"/>
                  </a:cubicBezTo>
                  <a:lnTo>
                    <a:pt x="91" y="341"/>
                  </a:lnTo>
                  <a:cubicBezTo>
                    <a:pt x="91" y="341"/>
                    <a:pt x="91" y="341"/>
                    <a:pt x="91" y="351"/>
                  </a:cubicBezTo>
                  <a:cubicBezTo>
                    <a:pt x="111" y="371"/>
                    <a:pt x="131" y="391"/>
                    <a:pt x="141" y="421"/>
                  </a:cubicBezTo>
                  <a:cubicBezTo>
                    <a:pt x="201" y="381"/>
                    <a:pt x="61" y="301"/>
                    <a:pt x="81" y="141"/>
                  </a:cubicBezTo>
                  <a:cubicBezTo>
                    <a:pt x="81" y="70"/>
                    <a:pt x="71" y="0"/>
                    <a:pt x="41" y="0"/>
                  </a:cubicBezTo>
                  <a:close/>
                </a:path>
              </a:pathLst>
            </a:custGeom>
            <a:solidFill>
              <a:srgbClr val="515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24" name="Google Shape;24224;p84"/>
            <p:cNvSpPr/>
            <p:nvPr/>
          </p:nvSpPr>
          <p:spPr>
            <a:xfrm>
              <a:off x="4846768" y="4628126"/>
              <a:ext cx="94152" cy="35425"/>
            </a:xfrm>
            <a:custGeom>
              <a:avLst/>
              <a:gdLst/>
              <a:ahLst/>
              <a:cxnLst/>
              <a:rect l="l" t="t" r="r" b="b"/>
              <a:pathLst>
                <a:path w="994" h="374" extrusionOk="0">
                  <a:moveTo>
                    <a:pt x="29" y="275"/>
                  </a:moveTo>
                  <a:cubicBezTo>
                    <a:pt x="22" y="275"/>
                    <a:pt x="16" y="275"/>
                    <a:pt x="11" y="277"/>
                  </a:cubicBezTo>
                  <a:lnTo>
                    <a:pt x="1" y="287"/>
                  </a:lnTo>
                  <a:cubicBezTo>
                    <a:pt x="8" y="283"/>
                    <a:pt x="18" y="278"/>
                    <a:pt x="32" y="275"/>
                  </a:cubicBezTo>
                  <a:lnTo>
                    <a:pt x="32" y="275"/>
                  </a:lnTo>
                  <a:cubicBezTo>
                    <a:pt x="31" y="275"/>
                    <a:pt x="30" y="275"/>
                    <a:pt x="29" y="275"/>
                  </a:cubicBezTo>
                  <a:close/>
                  <a:moveTo>
                    <a:pt x="969" y="0"/>
                  </a:moveTo>
                  <a:cubicBezTo>
                    <a:pt x="941" y="0"/>
                    <a:pt x="889" y="13"/>
                    <a:pt x="813" y="26"/>
                  </a:cubicBezTo>
                  <a:cubicBezTo>
                    <a:pt x="783" y="31"/>
                    <a:pt x="746" y="33"/>
                    <a:pt x="705" y="33"/>
                  </a:cubicBezTo>
                  <a:cubicBezTo>
                    <a:pt x="665" y="33"/>
                    <a:pt x="623" y="31"/>
                    <a:pt x="583" y="26"/>
                  </a:cubicBezTo>
                  <a:cubicBezTo>
                    <a:pt x="541" y="22"/>
                    <a:pt x="499" y="19"/>
                    <a:pt x="461" y="19"/>
                  </a:cubicBezTo>
                  <a:cubicBezTo>
                    <a:pt x="406" y="19"/>
                    <a:pt x="357" y="24"/>
                    <a:pt x="322" y="36"/>
                  </a:cubicBezTo>
                  <a:cubicBezTo>
                    <a:pt x="211" y="76"/>
                    <a:pt x="131" y="96"/>
                    <a:pt x="131" y="96"/>
                  </a:cubicBezTo>
                  <a:cubicBezTo>
                    <a:pt x="131" y="96"/>
                    <a:pt x="185" y="150"/>
                    <a:pt x="266" y="150"/>
                  </a:cubicBezTo>
                  <a:cubicBezTo>
                    <a:pt x="277" y="150"/>
                    <a:pt x="289" y="149"/>
                    <a:pt x="302" y="146"/>
                  </a:cubicBezTo>
                  <a:lnTo>
                    <a:pt x="302" y="146"/>
                  </a:lnTo>
                  <a:cubicBezTo>
                    <a:pt x="302" y="146"/>
                    <a:pt x="235" y="190"/>
                    <a:pt x="166" y="190"/>
                  </a:cubicBezTo>
                  <a:cubicBezTo>
                    <a:pt x="154" y="190"/>
                    <a:pt x="143" y="189"/>
                    <a:pt x="131" y="186"/>
                  </a:cubicBezTo>
                  <a:lnTo>
                    <a:pt x="131" y="186"/>
                  </a:lnTo>
                  <a:cubicBezTo>
                    <a:pt x="131" y="186"/>
                    <a:pt x="208" y="256"/>
                    <a:pt x="286" y="256"/>
                  </a:cubicBezTo>
                  <a:cubicBezTo>
                    <a:pt x="301" y="256"/>
                    <a:pt x="317" y="253"/>
                    <a:pt x="332" y="246"/>
                  </a:cubicBezTo>
                  <a:lnTo>
                    <a:pt x="332" y="246"/>
                  </a:lnTo>
                  <a:cubicBezTo>
                    <a:pt x="332" y="247"/>
                    <a:pt x="293" y="285"/>
                    <a:pt x="216" y="285"/>
                  </a:cubicBezTo>
                  <a:cubicBezTo>
                    <a:pt x="197" y="285"/>
                    <a:pt x="175" y="283"/>
                    <a:pt x="151" y="277"/>
                  </a:cubicBezTo>
                  <a:cubicBezTo>
                    <a:pt x="126" y="270"/>
                    <a:pt x="104" y="268"/>
                    <a:pt x="85" y="268"/>
                  </a:cubicBezTo>
                  <a:cubicBezTo>
                    <a:pt x="64" y="268"/>
                    <a:pt x="46" y="271"/>
                    <a:pt x="32" y="275"/>
                  </a:cubicBezTo>
                  <a:lnTo>
                    <a:pt x="32" y="275"/>
                  </a:lnTo>
                  <a:cubicBezTo>
                    <a:pt x="74" y="276"/>
                    <a:pt x="136" y="301"/>
                    <a:pt x="211" y="327"/>
                  </a:cubicBezTo>
                  <a:cubicBezTo>
                    <a:pt x="289" y="348"/>
                    <a:pt x="380" y="374"/>
                    <a:pt x="466" y="374"/>
                  </a:cubicBezTo>
                  <a:cubicBezTo>
                    <a:pt x="503" y="374"/>
                    <a:pt x="539" y="369"/>
                    <a:pt x="573" y="357"/>
                  </a:cubicBezTo>
                  <a:cubicBezTo>
                    <a:pt x="733" y="297"/>
                    <a:pt x="944" y="116"/>
                    <a:pt x="994" y="16"/>
                  </a:cubicBezTo>
                  <a:cubicBezTo>
                    <a:pt x="994" y="5"/>
                    <a:pt x="986" y="0"/>
                    <a:pt x="969" y="0"/>
                  </a:cubicBezTo>
                  <a:close/>
                </a:path>
              </a:pathLst>
            </a:custGeom>
            <a:solidFill>
              <a:srgbClr val="986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25" name="Google Shape;24225;p84"/>
            <p:cNvSpPr/>
            <p:nvPr/>
          </p:nvSpPr>
          <p:spPr>
            <a:xfrm>
              <a:off x="4846768" y="4627652"/>
              <a:ext cx="94152" cy="35236"/>
            </a:xfrm>
            <a:custGeom>
              <a:avLst/>
              <a:gdLst/>
              <a:ahLst/>
              <a:cxnLst/>
              <a:rect l="l" t="t" r="r" b="b"/>
              <a:pathLst>
                <a:path w="994" h="372" extrusionOk="0">
                  <a:moveTo>
                    <a:pt x="11" y="282"/>
                  </a:moveTo>
                  <a:lnTo>
                    <a:pt x="11" y="287"/>
                  </a:lnTo>
                  <a:lnTo>
                    <a:pt x="11" y="287"/>
                  </a:lnTo>
                  <a:cubicBezTo>
                    <a:pt x="15" y="285"/>
                    <a:pt x="18" y="283"/>
                    <a:pt x="23" y="282"/>
                  </a:cubicBezTo>
                  <a:close/>
                  <a:moveTo>
                    <a:pt x="11" y="287"/>
                  </a:moveTo>
                  <a:cubicBezTo>
                    <a:pt x="7" y="288"/>
                    <a:pt x="4" y="290"/>
                    <a:pt x="1" y="292"/>
                  </a:cubicBezTo>
                  <a:lnTo>
                    <a:pt x="11" y="292"/>
                  </a:lnTo>
                  <a:lnTo>
                    <a:pt x="11" y="287"/>
                  </a:lnTo>
                  <a:close/>
                  <a:moveTo>
                    <a:pt x="964" y="1"/>
                  </a:moveTo>
                  <a:cubicBezTo>
                    <a:pt x="944" y="1"/>
                    <a:pt x="894" y="21"/>
                    <a:pt x="813" y="31"/>
                  </a:cubicBezTo>
                  <a:cubicBezTo>
                    <a:pt x="783" y="41"/>
                    <a:pt x="753" y="41"/>
                    <a:pt x="723" y="41"/>
                  </a:cubicBezTo>
                  <a:cubicBezTo>
                    <a:pt x="673" y="41"/>
                    <a:pt x="633" y="31"/>
                    <a:pt x="583" y="31"/>
                  </a:cubicBezTo>
                  <a:cubicBezTo>
                    <a:pt x="532" y="31"/>
                    <a:pt x="482" y="21"/>
                    <a:pt x="442" y="21"/>
                  </a:cubicBezTo>
                  <a:cubicBezTo>
                    <a:pt x="392" y="21"/>
                    <a:pt x="352" y="31"/>
                    <a:pt x="322" y="41"/>
                  </a:cubicBezTo>
                  <a:cubicBezTo>
                    <a:pt x="211" y="81"/>
                    <a:pt x="131" y="101"/>
                    <a:pt x="131" y="101"/>
                  </a:cubicBezTo>
                  <a:cubicBezTo>
                    <a:pt x="131" y="101"/>
                    <a:pt x="181" y="151"/>
                    <a:pt x="252" y="151"/>
                  </a:cubicBezTo>
                  <a:lnTo>
                    <a:pt x="302" y="151"/>
                  </a:lnTo>
                  <a:cubicBezTo>
                    <a:pt x="302" y="151"/>
                    <a:pt x="242" y="191"/>
                    <a:pt x="171" y="191"/>
                  </a:cubicBezTo>
                  <a:lnTo>
                    <a:pt x="131" y="191"/>
                  </a:lnTo>
                  <a:cubicBezTo>
                    <a:pt x="131" y="191"/>
                    <a:pt x="211" y="262"/>
                    <a:pt x="292" y="262"/>
                  </a:cubicBezTo>
                  <a:cubicBezTo>
                    <a:pt x="302" y="262"/>
                    <a:pt x="312" y="262"/>
                    <a:pt x="332" y="251"/>
                  </a:cubicBezTo>
                  <a:lnTo>
                    <a:pt x="332" y="251"/>
                  </a:lnTo>
                  <a:cubicBezTo>
                    <a:pt x="332" y="252"/>
                    <a:pt x="292" y="292"/>
                    <a:pt x="221" y="292"/>
                  </a:cubicBezTo>
                  <a:cubicBezTo>
                    <a:pt x="201" y="292"/>
                    <a:pt x="181" y="282"/>
                    <a:pt x="151" y="282"/>
                  </a:cubicBezTo>
                  <a:cubicBezTo>
                    <a:pt x="131" y="272"/>
                    <a:pt x="101" y="272"/>
                    <a:pt x="81" y="272"/>
                  </a:cubicBezTo>
                  <a:cubicBezTo>
                    <a:pt x="55" y="272"/>
                    <a:pt x="37" y="276"/>
                    <a:pt x="23" y="282"/>
                  </a:cubicBezTo>
                  <a:lnTo>
                    <a:pt x="31" y="282"/>
                  </a:lnTo>
                  <a:cubicBezTo>
                    <a:pt x="81" y="282"/>
                    <a:pt x="141" y="302"/>
                    <a:pt x="211" y="332"/>
                  </a:cubicBezTo>
                  <a:cubicBezTo>
                    <a:pt x="292" y="352"/>
                    <a:pt x="372" y="372"/>
                    <a:pt x="452" y="372"/>
                  </a:cubicBezTo>
                  <a:cubicBezTo>
                    <a:pt x="492" y="372"/>
                    <a:pt x="532" y="372"/>
                    <a:pt x="573" y="362"/>
                  </a:cubicBezTo>
                  <a:cubicBezTo>
                    <a:pt x="733" y="302"/>
                    <a:pt x="944" y="121"/>
                    <a:pt x="994" y="21"/>
                  </a:cubicBezTo>
                  <a:cubicBezTo>
                    <a:pt x="994" y="11"/>
                    <a:pt x="984" y="1"/>
                    <a:pt x="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26" name="Google Shape;24226;p84"/>
            <p:cNvSpPr/>
            <p:nvPr/>
          </p:nvSpPr>
          <p:spPr>
            <a:xfrm>
              <a:off x="4628246" y="4610697"/>
              <a:ext cx="82785" cy="41108"/>
            </a:xfrm>
            <a:custGeom>
              <a:avLst/>
              <a:gdLst/>
              <a:ahLst/>
              <a:cxnLst/>
              <a:rect l="l" t="t" r="r" b="b"/>
              <a:pathLst>
                <a:path w="874" h="434" extrusionOk="0">
                  <a:moveTo>
                    <a:pt x="149" y="1"/>
                  </a:moveTo>
                  <a:cubicBezTo>
                    <a:pt x="62" y="1"/>
                    <a:pt x="1" y="28"/>
                    <a:pt x="1" y="69"/>
                  </a:cubicBezTo>
                  <a:cubicBezTo>
                    <a:pt x="71" y="200"/>
                    <a:pt x="372" y="400"/>
                    <a:pt x="512" y="430"/>
                  </a:cubicBezTo>
                  <a:cubicBezTo>
                    <a:pt x="527" y="432"/>
                    <a:pt x="542" y="433"/>
                    <a:pt x="556" y="433"/>
                  </a:cubicBezTo>
                  <a:cubicBezTo>
                    <a:pt x="621" y="433"/>
                    <a:pt x="684" y="417"/>
                    <a:pt x="733" y="400"/>
                  </a:cubicBezTo>
                  <a:cubicBezTo>
                    <a:pt x="790" y="384"/>
                    <a:pt x="834" y="368"/>
                    <a:pt x="859" y="368"/>
                  </a:cubicBezTo>
                  <a:cubicBezTo>
                    <a:pt x="865" y="368"/>
                    <a:pt x="870" y="368"/>
                    <a:pt x="873" y="370"/>
                  </a:cubicBezTo>
                  <a:cubicBezTo>
                    <a:pt x="805" y="319"/>
                    <a:pt x="824" y="231"/>
                    <a:pt x="813" y="231"/>
                  </a:cubicBezTo>
                  <a:cubicBezTo>
                    <a:pt x="811" y="231"/>
                    <a:pt x="808" y="234"/>
                    <a:pt x="803" y="240"/>
                  </a:cubicBezTo>
                  <a:cubicBezTo>
                    <a:pt x="773" y="270"/>
                    <a:pt x="593" y="280"/>
                    <a:pt x="593" y="280"/>
                  </a:cubicBezTo>
                  <a:cubicBezTo>
                    <a:pt x="683" y="270"/>
                    <a:pt x="783" y="170"/>
                    <a:pt x="783" y="170"/>
                  </a:cubicBezTo>
                  <a:lnTo>
                    <a:pt x="783" y="170"/>
                  </a:lnTo>
                  <a:cubicBezTo>
                    <a:pt x="761" y="174"/>
                    <a:pt x="739" y="176"/>
                    <a:pt x="717" y="176"/>
                  </a:cubicBezTo>
                  <a:cubicBezTo>
                    <a:pt x="599" y="176"/>
                    <a:pt x="492" y="120"/>
                    <a:pt x="492" y="120"/>
                  </a:cubicBezTo>
                  <a:lnTo>
                    <a:pt x="492" y="120"/>
                  </a:lnTo>
                  <a:cubicBezTo>
                    <a:pt x="503" y="120"/>
                    <a:pt x="514" y="121"/>
                    <a:pt x="525" y="121"/>
                  </a:cubicBezTo>
                  <a:cubicBezTo>
                    <a:pt x="655" y="121"/>
                    <a:pt x="783" y="69"/>
                    <a:pt x="783" y="69"/>
                  </a:cubicBezTo>
                  <a:cubicBezTo>
                    <a:pt x="753" y="29"/>
                    <a:pt x="442" y="59"/>
                    <a:pt x="282" y="19"/>
                  </a:cubicBezTo>
                  <a:cubicBezTo>
                    <a:pt x="234" y="7"/>
                    <a:pt x="189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27" name="Google Shape;24227;p84"/>
            <p:cNvSpPr/>
            <p:nvPr/>
          </p:nvSpPr>
          <p:spPr>
            <a:xfrm>
              <a:off x="4672007" y="4649533"/>
              <a:ext cx="4831" cy="1989"/>
            </a:xfrm>
            <a:custGeom>
              <a:avLst/>
              <a:gdLst/>
              <a:ahLst/>
              <a:cxnLst/>
              <a:rect l="l" t="t" r="r" b="b"/>
              <a:pathLst>
                <a:path w="51" h="21" extrusionOk="0">
                  <a:moveTo>
                    <a:pt x="0" y="0"/>
                  </a:moveTo>
                  <a:cubicBezTo>
                    <a:pt x="4" y="2"/>
                    <a:pt x="7" y="4"/>
                    <a:pt x="10" y="5"/>
                  </a:cubicBezTo>
                  <a:lnTo>
                    <a:pt x="10" y="5"/>
                  </a:lnTo>
                  <a:cubicBezTo>
                    <a:pt x="10" y="0"/>
                    <a:pt x="10" y="0"/>
                    <a:pt x="10" y="0"/>
                  </a:cubicBezTo>
                  <a:close/>
                  <a:moveTo>
                    <a:pt x="10" y="5"/>
                  </a:moveTo>
                  <a:cubicBezTo>
                    <a:pt x="10" y="6"/>
                    <a:pt x="10" y="8"/>
                    <a:pt x="10" y="10"/>
                  </a:cubicBezTo>
                  <a:lnTo>
                    <a:pt x="25" y="10"/>
                  </a:lnTo>
                  <a:cubicBezTo>
                    <a:pt x="20" y="9"/>
                    <a:pt x="16" y="7"/>
                    <a:pt x="10" y="5"/>
                  </a:cubicBezTo>
                  <a:close/>
                  <a:moveTo>
                    <a:pt x="25" y="10"/>
                  </a:moveTo>
                  <a:cubicBezTo>
                    <a:pt x="30" y="12"/>
                    <a:pt x="35" y="14"/>
                    <a:pt x="40" y="16"/>
                  </a:cubicBezTo>
                  <a:lnTo>
                    <a:pt x="40" y="16"/>
                  </a:lnTo>
                  <a:cubicBezTo>
                    <a:pt x="40" y="13"/>
                    <a:pt x="40" y="10"/>
                    <a:pt x="40" y="10"/>
                  </a:cubicBezTo>
                  <a:close/>
                  <a:moveTo>
                    <a:pt x="40" y="16"/>
                  </a:moveTo>
                  <a:cubicBezTo>
                    <a:pt x="40" y="18"/>
                    <a:pt x="40" y="20"/>
                    <a:pt x="40" y="20"/>
                  </a:cubicBezTo>
                  <a:lnTo>
                    <a:pt x="50" y="20"/>
                  </a:lnTo>
                  <a:cubicBezTo>
                    <a:pt x="47" y="19"/>
                    <a:pt x="43" y="17"/>
                    <a:pt x="40" y="16"/>
                  </a:cubicBezTo>
                  <a:close/>
                </a:path>
              </a:pathLst>
            </a:custGeom>
            <a:solidFill>
              <a:srgbClr val="A291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28" name="Google Shape;24228;p84"/>
            <p:cNvSpPr/>
            <p:nvPr/>
          </p:nvSpPr>
          <p:spPr>
            <a:xfrm>
              <a:off x="4672954" y="4649533"/>
              <a:ext cx="3884" cy="1989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40" y="20"/>
                  </a:moveTo>
                  <a:lnTo>
                    <a:pt x="40" y="20"/>
                  </a:lnTo>
                  <a:lnTo>
                    <a:pt x="40" y="20"/>
                  </a:lnTo>
                  <a:lnTo>
                    <a:pt x="40" y="20"/>
                  </a:lnTo>
                  <a:close/>
                  <a:moveTo>
                    <a:pt x="40" y="20"/>
                  </a:move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lose/>
                  <a:moveTo>
                    <a:pt x="30" y="20"/>
                  </a:move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lose/>
                  <a:moveTo>
                    <a:pt x="30" y="10"/>
                  </a:move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lose/>
                  <a:moveTo>
                    <a:pt x="30" y="10"/>
                  </a:move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lose/>
                  <a:moveTo>
                    <a:pt x="30" y="10"/>
                  </a:moveTo>
                  <a:lnTo>
                    <a:pt x="30" y="10"/>
                  </a:lnTo>
                  <a:lnTo>
                    <a:pt x="30" y="10"/>
                  </a:lnTo>
                  <a:close/>
                  <a:moveTo>
                    <a:pt x="30" y="10"/>
                  </a:move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lose/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lose/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lose/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29" name="Google Shape;24229;p84"/>
            <p:cNvSpPr/>
            <p:nvPr/>
          </p:nvSpPr>
          <p:spPr>
            <a:xfrm>
              <a:off x="4672007" y="4649533"/>
              <a:ext cx="95" cy="9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91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30" name="Google Shape;24230;p84"/>
            <p:cNvSpPr/>
            <p:nvPr/>
          </p:nvSpPr>
          <p:spPr>
            <a:xfrm>
              <a:off x="4666324" y="4647638"/>
              <a:ext cx="1042" cy="95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lose/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10" y="0"/>
                  </a:cubicBezTo>
                  <a:close/>
                </a:path>
              </a:pathLst>
            </a:custGeom>
            <a:solidFill>
              <a:srgbClr val="A596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31" name="Google Shape;24231;p84"/>
            <p:cNvSpPr/>
            <p:nvPr/>
          </p:nvSpPr>
          <p:spPr>
            <a:xfrm>
              <a:off x="4655810" y="4612497"/>
              <a:ext cx="46697" cy="4831"/>
            </a:xfrm>
            <a:custGeom>
              <a:avLst/>
              <a:gdLst/>
              <a:ahLst/>
              <a:cxnLst/>
              <a:rect l="l" t="t" r="r" b="b"/>
              <a:pathLst>
                <a:path w="493" h="51" extrusionOk="0">
                  <a:moveTo>
                    <a:pt x="492" y="50"/>
                  </a:moveTo>
                  <a:cubicBezTo>
                    <a:pt x="462" y="10"/>
                    <a:pt x="161" y="40"/>
                    <a:pt x="1" y="0"/>
                  </a:cubicBezTo>
                  <a:cubicBezTo>
                    <a:pt x="161" y="40"/>
                    <a:pt x="462" y="10"/>
                    <a:pt x="492" y="50"/>
                  </a:cubicBezTo>
                  <a:close/>
                </a:path>
              </a:pathLst>
            </a:custGeom>
            <a:solidFill>
              <a:srgbClr val="4A3C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32" name="Google Shape;24232;p84"/>
            <p:cNvSpPr/>
            <p:nvPr/>
          </p:nvSpPr>
          <p:spPr>
            <a:xfrm>
              <a:off x="4655810" y="4612497"/>
              <a:ext cx="55222" cy="39025"/>
            </a:xfrm>
            <a:custGeom>
              <a:avLst/>
              <a:gdLst/>
              <a:ahLst/>
              <a:cxnLst/>
              <a:rect l="l" t="t" r="r" b="b"/>
              <a:pathLst>
                <a:path w="583" h="412" extrusionOk="0">
                  <a:moveTo>
                    <a:pt x="111" y="371"/>
                  </a:moveTo>
                  <a:cubicBezTo>
                    <a:pt x="114" y="371"/>
                    <a:pt x="118" y="371"/>
                    <a:pt x="121" y="371"/>
                  </a:cubicBezTo>
                  <a:lnTo>
                    <a:pt x="121" y="371"/>
                  </a:lnTo>
                  <a:cubicBezTo>
                    <a:pt x="121" y="371"/>
                    <a:pt x="121" y="371"/>
                    <a:pt x="121" y="371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81" y="40"/>
                    <a:pt x="111" y="70"/>
                  </a:cubicBezTo>
                  <a:cubicBezTo>
                    <a:pt x="161" y="121"/>
                    <a:pt x="201" y="171"/>
                    <a:pt x="231" y="231"/>
                  </a:cubicBezTo>
                  <a:cubicBezTo>
                    <a:pt x="251" y="261"/>
                    <a:pt x="272" y="291"/>
                    <a:pt x="261" y="321"/>
                  </a:cubicBezTo>
                  <a:cubicBezTo>
                    <a:pt x="251" y="361"/>
                    <a:pt x="211" y="381"/>
                    <a:pt x="171" y="381"/>
                  </a:cubicBezTo>
                  <a:cubicBezTo>
                    <a:pt x="155" y="373"/>
                    <a:pt x="138" y="372"/>
                    <a:pt x="121" y="371"/>
                  </a:cubicBezTo>
                  <a:lnTo>
                    <a:pt x="121" y="371"/>
                  </a:lnTo>
                  <a:cubicBezTo>
                    <a:pt x="141" y="381"/>
                    <a:pt x="151" y="391"/>
                    <a:pt x="171" y="391"/>
                  </a:cubicBezTo>
                  <a:lnTo>
                    <a:pt x="181" y="391"/>
                  </a:lnTo>
                  <a:cubicBezTo>
                    <a:pt x="181" y="391"/>
                    <a:pt x="181" y="391"/>
                    <a:pt x="181" y="401"/>
                  </a:cubicBezTo>
                  <a:lnTo>
                    <a:pt x="211" y="401"/>
                  </a:lnTo>
                  <a:cubicBezTo>
                    <a:pt x="211" y="401"/>
                    <a:pt x="211" y="411"/>
                    <a:pt x="211" y="411"/>
                  </a:cubicBezTo>
                  <a:lnTo>
                    <a:pt x="272" y="411"/>
                  </a:lnTo>
                  <a:cubicBezTo>
                    <a:pt x="322" y="411"/>
                    <a:pt x="372" y="401"/>
                    <a:pt x="422" y="391"/>
                  </a:cubicBezTo>
                  <a:cubicBezTo>
                    <a:pt x="422" y="381"/>
                    <a:pt x="432" y="381"/>
                    <a:pt x="442" y="381"/>
                  </a:cubicBezTo>
                  <a:cubicBezTo>
                    <a:pt x="492" y="361"/>
                    <a:pt x="532" y="351"/>
                    <a:pt x="562" y="351"/>
                  </a:cubicBezTo>
                  <a:lnTo>
                    <a:pt x="582" y="351"/>
                  </a:lnTo>
                  <a:cubicBezTo>
                    <a:pt x="512" y="301"/>
                    <a:pt x="532" y="211"/>
                    <a:pt x="522" y="211"/>
                  </a:cubicBezTo>
                  <a:lnTo>
                    <a:pt x="522" y="211"/>
                  </a:lnTo>
                  <a:cubicBezTo>
                    <a:pt x="522" y="211"/>
                    <a:pt x="522" y="211"/>
                    <a:pt x="512" y="221"/>
                  </a:cubicBezTo>
                  <a:cubicBezTo>
                    <a:pt x="482" y="251"/>
                    <a:pt x="302" y="261"/>
                    <a:pt x="302" y="261"/>
                  </a:cubicBezTo>
                  <a:cubicBezTo>
                    <a:pt x="392" y="251"/>
                    <a:pt x="492" y="151"/>
                    <a:pt x="492" y="151"/>
                  </a:cubicBezTo>
                  <a:cubicBezTo>
                    <a:pt x="462" y="151"/>
                    <a:pt x="442" y="161"/>
                    <a:pt x="412" y="161"/>
                  </a:cubicBezTo>
                  <a:cubicBezTo>
                    <a:pt x="302" y="161"/>
                    <a:pt x="201" y="101"/>
                    <a:pt x="201" y="101"/>
                  </a:cubicBezTo>
                  <a:lnTo>
                    <a:pt x="221" y="101"/>
                  </a:lnTo>
                  <a:cubicBezTo>
                    <a:pt x="352" y="101"/>
                    <a:pt x="492" y="50"/>
                    <a:pt x="492" y="50"/>
                  </a:cubicBezTo>
                  <a:cubicBezTo>
                    <a:pt x="462" y="10"/>
                    <a:pt x="161" y="4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33" name="Google Shape;24233;p84"/>
            <p:cNvSpPr/>
            <p:nvPr/>
          </p:nvSpPr>
          <p:spPr>
            <a:xfrm>
              <a:off x="4271999" y="4158970"/>
              <a:ext cx="420936" cy="667397"/>
            </a:xfrm>
            <a:custGeom>
              <a:avLst/>
              <a:gdLst/>
              <a:ahLst/>
              <a:cxnLst/>
              <a:rect l="l" t="t" r="r" b="b"/>
              <a:pathLst>
                <a:path w="4444" h="7046" extrusionOk="0">
                  <a:moveTo>
                    <a:pt x="1532" y="1"/>
                  </a:moveTo>
                  <a:cubicBezTo>
                    <a:pt x="1459" y="1"/>
                    <a:pt x="1385" y="13"/>
                    <a:pt x="1304" y="44"/>
                  </a:cubicBezTo>
                  <a:cubicBezTo>
                    <a:pt x="572" y="325"/>
                    <a:pt x="61" y="585"/>
                    <a:pt x="30" y="1047"/>
                  </a:cubicBezTo>
                  <a:cubicBezTo>
                    <a:pt x="0" y="1498"/>
                    <a:pt x="151" y="2632"/>
                    <a:pt x="321" y="3223"/>
                  </a:cubicBezTo>
                  <a:cubicBezTo>
                    <a:pt x="492" y="3805"/>
                    <a:pt x="492" y="4186"/>
                    <a:pt x="361" y="4467"/>
                  </a:cubicBezTo>
                  <a:cubicBezTo>
                    <a:pt x="231" y="4758"/>
                    <a:pt x="642" y="5270"/>
                    <a:pt x="672" y="5701"/>
                  </a:cubicBezTo>
                  <a:cubicBezTo>
                    <a:pt x="692" y="6132"/>
                    <a:pt x="783" y="6754"/>
                    <a:pt x="853" y="6885"/>
                  </a:cubicBezTo>
                  <a:cubicBezTo>
                    <a:pt x="883" y="6945"/>
                    <a:pt x="893" y="6995"/>
                    <a:pt x="893" y="7045"/>
                  </a:cubicBezTo>
                  <a:cubicBezTo>
                    <a:pt x="923" y="7025"/>
                    <a:pt x="943" y="6995"/>
                    <a:pt x="943" y="6965"/>
                  </a:cubicBezTo>
                  <a:cubicBezTo>
                    <a:pt x="943" y="6664"/>
                    <a:pt x="933" y="6373"/>
                    <a:pt x="933" y="6072"/>
                  </a:cubicBezTo>
                  <a:cubicBezTo>
                    <a:pt x="923" y="6012"/>
                    <a:pt x="923" y="5942"/>
                    <a:pt x="963" y="5902"/>
                  </a:cubicBezTo>
                  <a:cubicBezTo>
                    <a:pt x="993" y="5862"/>
                    <a:pt x="1023" y="5841"/>
                    <a:pt x="1064" y="5841"/>
                  </a:cubicBezTo>
                  <a:cubicBezTo>
                    <a:pt x="1013" y="5641"/>
                    <a:pt x="993" y="5440"/>
                    <a:pt x="1013" y="5280"/>
                  </a:cubicBezTo>
                  <a:cubicBezTo>
                    <a:pt x="1064" y="4788"/>
                    <a:pt x="1084" y="4196"/>
                    <a:pt x="1154" y="3966"/>
                  </a:cubicBezTo>
                  <a:cubicBezTo>
                    <a:pt x="1213" y="3727"/>
                    <a:pt x="1687" y="3203"/>
                    <a:pt x="1773" y="3203"/>
                  </a:cubicBezTo>
                  <a:cubicBezTo>
                    <a:pt x="1774" y="3203"/>
                    <a:pt x="1775" y="3203"/>
                    <a:pt x="1776" y="3203"/>
                  </a:cubicBezTo>
                  <a:cubicBezTo>
                    <a:pt x="1856" y="3223"/>
                    <a:pt x="2418" y="3926"/>
                    <a:pt x="3060" y="3956"/>
                  </a:cubicBezTo>
                  <a:cubicBezTo>
                    <a:pt x="3270" y="3962"/>
                    <a:pt x="3427" y="3965"/>
                    <a:pt x="3543" y="3965"/>
                  </a:cubicBezTo>
                  <a:cubicBezTo>
                    <a:pt x="3775" y="3965"/>
                    <a:pt x="3842" y="3956"/>
                    <a:pt x="3842" y="3956"/>
                  </a:cubicBezTo>
                  <a:cubicBezTo>
                    <a:pt x="3842" y="3956"/>
                    <a:pt x="4003" y="4337"/>
                    <a:pt x="4123" y="4758"/>
                  </a:cubicBezTo>
                  <a:cubicBezTo>
                    <a:pt x="4183" y="4738"/>
                    <a:pt x="4233" y="4708"/>
                    <a:pt x="4283" y="4658"/>
                  </a:cubicBezTo>
                  <a:cubicBezTo>
                    <a:pt x="4444" y="4477"/>
                    <a:pt x="4394" y="4196"/>
                    <a:pt x="4324" y="3956"/>
                  </a:cubicBezTo>
                  <a:cubicBezTo>
                    <a:pt x="4263" y="3735"/>
                    <a:pt x="4203" y="3504"/>
                    <a:pt x="4083" y="3314"/>
                  </a:cubicBezTo>
                  <a:cubicBezTo>
                    <a:pt x="3962" y="3113"/>
                    <a:pt x="3772" y="2943"/>
                    <a:pt x="3541" y="2903"/>
                  </a:cubicBezTo>
                  <a:cubicBezTo>
                    <a:pt x="3451" y="2892"/>
                    <a:pt x="3361" y="2892"/>
                    <a:pt x="3280" y="2892"/>
                  </a:cubicBezTo>
                  <a:cubicBezTo>
                    <a:pt x="3238" y="2895"/>
                    <a:pt x="3197" y="2897"/>
                    <a:pt x="3157" y="2897"/>
                  </a:cubicBezTo>
                  <a:cubicBezTo>
                    <a:pt x="3043" y="2897"/>
                    <a:pt x="2938" y="2882"/>
                    <a:pt x="2849" y="2822"/>
                  </a:cubicBezTo>
                  <a:cubicBezTo>
                    <a:pt x="2699" y="2712"/>
                    <a:pt x="2638" y="2511"/>
                    <a:pt x="2488" y="2411"/>
                  </a:cubicBezTo>
                  <a:cubicBezTo>
                    <a:pt x="2417" y="2366"/>
                    <a:pt x="2333" y="2354"/>
                    <a:pt x="2247" y="2354"/>
                  </a:cubicBezTo>
                  <a:cubicBezTo>
                    <a:pt x="2200" y="2354"/>
                    <a:pt x="2153" y="2357"/>
                    <a:pt x="2107" y="2361"/>
                  </a:cubicBezTo>
                  <a:cubicBezTo>
                    <a:pt x="2032" y="2367"/>
                    <a:pt x="1949" y="2381"/>
                    <a:pt x="1868" y="2381"/>
                  </a:cubicBezTo>
                  <a:cubicBezTo>
                    <a:pt x="1819" y="2381"/>
                    <a:pt x="1771" y="2376"/>
                    <a:pt x="1726" y="2361"/>
                  </a:cubicBezTo>
                  <a:cubicBezTo>
                    <a:pt x="1605" y="2331"/>
                    <a:pt x="1485" y="2210"/>
                    <a:pt x="1505" y="2080"/>
                  </a:cubicBezTo>
                  <a:cubicBezTo>
                    <a:pt x="1535" y="1930"/>
                    <a:pt x="1736" y="1849"/>
                    <a:pt x="1776" y="1689"/>
                  </a:cubicBezTo>
                  <a:cubicBezTo>
                    <a:pt x="1816" y="1538"/>
                    <a:pt x="1696" y="1398"/>
                    <a:pt x="1565" y="1298"/>
                  </a:cubicBezTo>
                  <a:cubicBezTo>
                    <a:pt x="1445" y="1207"/>
                    <a:pt x="1304" y="1097"/>
                    <a:pt x="1284" y="947"/>
                  </a:cubicBezTo>
                  <a:cubicBezTo>
                    <a:pt x="1264" y="776"/>
                    <a:pt x="1405" y="626"/>
                    <a:pt x="1555" y="565"/>
                  </a:cubicBezTo>
                  <a:cubicBezTo>
                    <a:pt x="1716" y="495"/>
                    <a:pt x="1886" y="495"/>
                    <a:pt x="2057" y="455"/>
                  </a:cubicBezTo>
                  <a:cubicBezTo>
                    <a:pt x="2197" y="415"/>
                    <a:pt x="2358" y="325"/>
                    <a:pt x="2438" y="204"/>
                  </a:cubicBezTo>
                  <a:cubicBezTo>
                    <a:pt x="2358" y="194"/>
                    <a:pt x="2297" y="194"/>
                    <a:pt x="2247" y="184"/>
                  </a:cubicBezTo>
                  <a:cubicBezTo>
                    <a:pt x="1971" y="131"/>
                    <a:pt x="1766" y="1"/>
                    <a:pt x="1532" y="1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34" name="Google Shape;24234;p84"/>
            <p:cNvSpPr/>
            <p:nvPr/>
          </p:nvSpPr>
          <p:spPr>
            <a:xfrm>
              <a:off x="4713779" y="4554527"/>
              <a:ext cx="1042" cy="3884"/>
            </a:xfrm>
            <a:custGeom>
              <a:avLst/>
              <a:gdLst/>
              <a:ahLst/>
              <a:cxnLst/>
              <a:rect l="l" t="t" r="r" b="b"/>
              <a:pathLst>
                <a:path w="11" h="41" extrusionOk="0">
                  <a:moveTo>
                    <a:pt x="1" y="41"/>
                  </a:moveTo>
                  <a:cubicBezTo>
                    <a:pt x="1" y="20"/>
                    <a:pt x="11" y="10"/>
                    <a:pt x="11" y="0"/>
                  </a:cubicBezTo>
                  <a:cubicBezTo>
                    <a:pt x="11" y="10"/>
                    <a:pt x="1" y="20"/>
                    <a:pt x="1" y="41"/>
                  </a:cubicBezTo>
                  <a:close/>
                </a:path>
              </a:pathLst>
            </a:custGeom>
            <a:solidFill>
              <a:srgbClr val="D3D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35" name="Google Shape;24235;p84"/>
            <p:cNvSpPr/>
            <p:nvPr/>
          </p:nvSpPr>
          <p:spPr>
            <a:xfrm>
              <a:off x="4713779" y="4554527"/>
              <a:ext cx="1042" cy="4831"/>
            </a:xfrm>
            <a:custGeom>
              <a:avLst/>
              <a:gdLst/>
              <a:ahLst/>
              <a:cxnLst/>
              <a:rect l="l" t="t" r="r" b="b"/>
              <a:pathLst>
                <a:path w="11" h="51" extrusionOk="0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11" y="1"/>
                    <a:pt x="11" y="1"/>
                  </a:cubicBezTo>
                  <a:lnTo>
                    <a:pt x="11" y="1"/>
                  </a:lnTo>
                  <a:cubicBezTo>
                    <a:pt x="11" y="1"/>
                    <a:pt x="11" y="1"/>
                    <a:pt x="11" y="0"/>
                  </a:cubicBezTo>
                  <a:close/>
                  <a:moveTo>
                    <a:pt x="11" y="1"/>
                  </a:moveTo>
                  <a:cubicBezTo>
                    <a:pt x="10" y="11"/>
                    <a:pt x="1" y="21"/>
                    <a:pt x="1" y="4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0" y="23"/>
                    <a:pt x="11" y="4"/>
                    <a:pt x="11" y="1"/>
                  </a:cubicBezTo>
                  <a:close/>
                </a:path>
              </a:pathLst>
            </a:custGeom>
            <a:solidFill>
              <a:srgbClr val="CEC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36" name="Google Shape;24236;p84"/>
            <p:cNvSpPr/>
            <p:nvPr/>
          </p:nvSpPr>
          <p:spPr>
            <a:xfrm>
              <a:off x="4710937" y="4411024"/>
              <a:ext cx="35236" cy="189156"/>
            </a:xfrm>
            <a:custGeom>
              <a:avLst/>
              <a:gdLst/>
              <a:ahLst/>
              <a:cxnLst/>
              <a:rect l="l" t="t" r="r" b="b"/>
              <a:pathLst>
                <a:path w="372" h="1997" extrusionOk="0">
                  <a:moveTo>
                    <a:pt x="0" y="1"/>
                  </a:moveTo>
                  <a:cubicBezTo>
                    <a:pt x="0" y="362"/>
                    <a:pt x="10" y="713"/>
                    <a:pt x="21" y="1074"/>
                  </a:cubicBezTo>
                  <a:cubicBezTo>
                    <a:pt x="21" y="1235"/>
                    <a:pt x="41" y="1395"/>
                    <a:pt x="31" y="1556"/>
                  </a:cubicBezTo>
                  <a:lnTo>
                    <a:pt x="31" y="1566"/>
                  </a:lnTo>
                  <a:cubicBezTo>
                    <a:pt x="41" y="1535"/>
                    <a:pt x="41" y="1515"/>
                    <a:pt x="41" y="1515"/>
                  </a:cubicBezTo>
                  <a:cubicBezTo>
                    <a:pt x="41" y="1515"/>
                    <a:pt x="81" y="1887"/>
                    <a:pt x="181" y="1997"/>
                  </a:cubicBezTo>
                  <a:cubicBezTo>
                    <a:pt x="251" y="1967"/>
                    <a:pt x="311" y="1937"/>
                    <a:pt x="372" y="1917"/>
                  </a:cubicBezTo>
                  <a:cubicBezTo>
                    <a:pt x="372" y="1646"/>
                    <a:pt x="221" y="1425"/>
                    <a:pt x="301" y="1114"/>
                  </a:cubicBezTo>
                  <a:cubicBezTo>
                    <a:pt x="362" y="893"/>
                    <a:pt x="251" y="663"/>
                    <a:pt x="151" y="452"/>
                  </a:cubicBezTo>
                  <a:cubicBezTo>
                    <a:pt x="101" y="322"/>
                    <a:pt x="71" y="121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37" name="Google Shape;24237;p84"/>
            <p:cNvSpPr/>
            <p:nvPr/>
          </p:nvSpPr>
          <p:spPr>
            <a:xfrm>
              <a:off x="4728082" y="4592511"/>
              <a:ext cx="18092" cy="9567"/>
            </a:xfrm>
            <a:custGeom>
              <a:avLst/>
              <a:gdLst/>
              <a:ahLst/>
              <a:cxnLst/>
              <a:rect l="l" t="t" r="r" b="b"/>
              <a:pathLst>
                <a:path w="191" h="101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30" y="21"/>
                    <a:pt x="70" y="51"/>
                    <a:pt x="0" y="81"/>
                  </a:cubicBezTo>
                  <a:cubicBezTo>
                    <a:pt x="0" y="81"/>
                    <a:pt x="10" y="91"/>
                    <a:pt x="10" y="91"/>
                  </a:cubicBezTo>
                  <a:lnTo>
                    <a:pt x="181" y="101"/>
                  </a:lnTo>
                  <a:cubicBezTo>
                    <a:pt x="191" y="71"/>
                    <a:pt x="191" y="41"/>
                    <a:pt x="191" y="1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38" name="Google Shape;24238;p84"/>
            <p:cNvSpPr/>
            <p:nvPr/>
          </p:nvSpPr>
          <p:spPr>
            <a:xfrm>
              <a:off x="4842032" y="4281824"/>
              <a:ext cx="31447" cy="268058"/>
            </a:xfrm>
            <a:custGeom>
              <a:avLst/>
              <a:gdLst/>
              <a:ahLst/>
              <a:cxnLst/>
              <a:rect l="l" t="t" r="r" b="b"/>
              <a:pathLst>
                <a:path w="332" h="2830" extrusionOk="0">
                  <a:moveTo>
                    <a:pt x="1" y="1"/>
                  </a:moveTo>
                  <a:cubicBezTo>
                    <a:pt x="51" y="191"/>
                    <a:pt x="71" y="382"/>
                    <a:pt x="51" y="582"/>
                  </a:cubicBezTo>
                  <a:cubicBezTo>
                    <a:pt x="31" y="803"/>
                    <a:pt x="61" y="893"/>
                    <a:pt x="51" y="1114"/>
                  </a:cubicBezTo>
                  <a:cubicBezTo>
                    <a:pt x="31" y="1626"/>
                    <a:pt x="201" y="2027"/>
                    <a:pt x="41" y="2829"/>
                  </a:cubicBezTo>
                  <a:cubicBezTo>
                    <a:pt x="81" y="2649"/>
                    <a:pt x="121" y="2448"/>
                    <a:pt x="141" y="2278"/>
                  </a:cubicBezTo>
                  <a:cubicBezTo>
                    <a:pt x="201" y="1796"/>
                    <a:pt x="332" y="1224"/>
                    <a:pt x="332" y="1054"/>
                  </a:cubicBezTo>
                  <a:cubicBezTo>
                    <a:pt x="332" y="944"/>
                    <a:pt x="171" y="432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39" name="Google Shape;24239;p84"/>
            <p:cNvSpPr/>
            <p:nvPr/>
          </p:nvSpPr>
          <p:spPr>
            <a:xfrm>
              <a:off x="4625404" y="4177346"/>
              <a:ext cx="192566" cy="47265"/>
            </a:xfrm>
            <a:custGeom>
              <a:avLst/>
              <a:gdLst/>
              <a:ahLst/>
              <a:cxnLst/>
              <a:rect l="l" t="t" r="r" b="b"/>
              <a:pathLst>
                <a:path w="2033" h="499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131"/>
                    <a:pt x="262" y="231"/>
                    <a:pt x="432" y="351"/>
                  </a:cubicBezTo>
                  <a:cubicBezTo>
                    <a:pt x="497" y="358"/>
                    <a:pt x="563" y="361"/>
                    <a:pt x="629" y="361"/>
                  </a:cubicBezTo>
                  <a:cubicBezTo>
                    <a:pt x="827" y="361"/>
                    <a:pt x="1029" y="338"/>
                    <a:pt x="1229" y="338"/>
                  </a:cubicBezTo>
                  <a:cubicBezTo>
                    <a:pt x="1363" y="338"/>
                    <a:pt x="1495" y="348"/>
                    <a:pt x="1626" y="381"/>
                  </a:cubicBezTo>
                  <a:cubicBezTo>
                    <a:pt x="1771" y="414"/>
                    <a:pt x="1962" y="498"/>
                    <a:pt x="2015" y="498"/>
                  </a:cubicBezTo>
                  <a:cubicBezTo>
                    <a:pt x="2028" y="498"/>
                    <a:pt x="2033" y="493"/>
                    <a:pt x="2027" y="482"/>
                  </a:cubicBezTo>
                  <a:cubicBezTo>
                    <a:pt x="1866" y="241"/>
                    <a:pt x="913" y="201"/>
                    <a:pt x="653" y="70"/>
                  </a:cubicBezTo>
                  <a:cubicBezTo>
                    <a:pt x="562" y="20"/>
                    <a:pt x="302" y="1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40" name="Google Shape;24240;p84"/>
            <p:cNvSpPr/>
            <p:nvPr/>
          </p:nvSpPr>
          <p:spPr>
            <a:xfrm>
              <a:off x="4358480" y="4158970"/>
              <a:ext cx="144448" cy="33626"/>
            </a:xfrm>
            <a:custGeom>
              <a:avLst/>
              <a:gdLst/>
              <a:ahLst/>
              <a:cxnLst/>
              <a:rect l="l" t="t" r="r" b="b"/>
              <a:pathLst>
                <a:path w="1525" h="355" extrusionOk="0">
                  <a:moveTo>
                    <a:pt x="619" y="1"/>
                  </a:moveTo>
                  <a:cubicBezTo>
                    <a:pt x="546" y="1"/>
                    <a:pt x="472" y="13"/>
                    <a:pt x="391" y="44"/>
                  </a:cubicBezTo>
                  <a:cubicBezTo>
                    <a:pt x="261" y="94"/>
                    <a:pt x="131" y="144"/>
                    <a:pt x="0" y="204"/>
                  </a:cubicBezTo>
                  <a:cubicBezTo>
                    <a:pt x="90" y="214"/>
                    <a:pt x="191" y="234"/>
                    <a:pt x="251" y="244"/>
                  </a:cubicBezTo>
                  <a:lnTo>
                    <a:pt x="1364" y="355"/>
                  </a:lnTo>
                  <a:cubicBezTo>
                    <a:pt x="1434" y="315"/>
                    <a:pt x="1485" y="264"/>
                    <a:pt x="1525" y="204"/>
                  </a:cubicBezTo>
                  <a:cubicBezTo>
                    <a:pt x="1445" y="194"/>
                    <a:pt x="1384" y="194"/>
                    <a:pt x="1334" y="184"/>
                  </a:cubicBezTo>
                  <a:cubicBezTo>
                    <a:pt x="1058" y="131"/>
                    <a:pt x="853" y="1"/>
                    <a:pt x="619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41" name="Google Shape;24241;p84"/>
            <p:cNvSpPr/>
            <p:nvPr/>
          </p:nvSpPr>
          <p:spPr>
            <a:xfrm>
              <a:off x="4271999" y="4163990"/>
              <a:ext cx="164434" cy="376323"/>
            </a:xfrm>
            <a:custGeom>
              <a:avLst/>
              <a:gdLst/>
              <a:ahLst/>
              <a:cxnLst/>
              <a:rect l="l" t="t" r="r" b="b"/>
              <a:pathLst>
                <a:path w="1736" h="3973" extrusionOk="0">
                  <a:moveTo>
                    <a:pt x="1274" y="1"/>
                  </a:moveTo>
                  <a:cubicBezTo>
                    <a:pt x="552" y="282"/>
                    <a:pt x="61" y="542"/>
                    <a:pt x="30" y="994"/>
                  </a:cubicBezTo>
                  <a:cubicBezTo>
                    <a:pt x="0" y="1445"/>
                    <a:pt x="151" y="2579"/>
                    <a:pt x="321" y="3170"/>
                  </a:cubicBezTo>
                  <a:cubicBezTo>
                    <a:pt x="412" y="3491"/>
                    <a:pt x="452" y="3752"/>
                    <a:pt x="452" y="3973"/>
                  </a:cubicBezTo>
                  <a:cubicBezTo>
                    <a:pt x="602" y="3622"/>
                    <a:pt x="592" y="3221"/>
                    <a:pt x="532" y="2850"/>
                  </a:cubicBezTo>
                  <a:cubicBezTo>
                    <a:pt x="472" y="2458"/>
                    <a:pt x="351" y="2077"/>
                    <a:pt x="311" y="1686"/>
                  </a:cubicBezTo>
                  <a:cubicBezTo>
                    <a:pt x="271" y="1395"/>
                    <a:pt x="281" y="1084"/>
                    <a:pt x="412" y="813"/>
                  </a:cubicBezTo>
                  <a:cubicBezTo>
                    <a:pt x="542" y="553"/>
                    <a:pt x="783" y="352"/>
                    <a:pt x="1064" y="272"/>
                  </a:cubicBezTo>
                  <a:cubicBezTo>
                    <a:pt x="1130" y="250"/>
                    <a:pt x="1261" y="217"/>
                    <a:pt x="1450" y="217"/>
                  </a:cubicBezTo>
                  <a:cubicBezTo>
                    <a:pt x="1518" y="217"/>
                    <a:pt x="1593" y="221"/>
                    <a:pt x="1675" y="232"/>
                  </a:cubicBezTo>
                  <a:cubicBezTo>
                    <a:pt x="1736" y="232"/>
                    <a:pt x="1334" y="41"/>
                    <a:pt x="1274" y="1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42" name="Google Shape;24242;p84"/>
            <p:cNvSpPr/>
            <p:nvPr/>
          </p:nvSpPr>
          <p:spPr>
            <a:xfrm>
              <a:off x="4586474" y="4432905"/>
              <a:ext cx="48591" cy="101729"/>
            </a:xfrm>
            <a:custGeom>
              <a:avLst/>
              <a:gdLst/>
              <a:ahLst/>
              <a:cxnLst/>
              <a:rect l="l" t="t" r="r" b="b"/>
              <a:pathLst>
                <a:path w="513" h="1074" extrusionOk="0">
                  <a:moveTo>
                    <a:pt x="51" y="0"/>
                  </a:moveTo>
                  <a:cubicBezTo>
                    <a:pt x="21" y="121"/>
                    <a:pt x="0" y="211"/>
                    <a:pt x="10" y="261"/>
                  </a:cubicBezTo>
                  <a:cubicBezTo>
                    <a:pt x="21" y="382"/>
                    <a:pt x="101" y="853"/>
                    <a:pt x="131" y="1074"/>
                  </a:cubicBezTo>
                  <a:cubicBezTo>
                    <a:pt x="422" y="1074"/>
                    <a:pt x="512" y="1064"/>
                    <a:pt x="512" y="1064"/>
                  </a:cubicBezTo>
                  <a:cubicBezTo>
                    <a:pt x="392" y="723"/>
                    <a:pt x="341" y="362"/>
                    <a:pt x="311" y="41"/>
                  </a:cubicBezTo>
                  <a:cubicBezTo>
                    <a:pt x="281" y="31"/>
                    <a:pt x="251" y="21"/>
                    <a:pt x="221" y="11"/>
                  </a:cubicBezTo>
                  <a:cubicBezTo>
                    <a:pt x="161" y="0"/>
                    <a:pt x="111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43" name="Google Shape;24243;p84"/>
            <p:cNvSpPr/>
            <p:nvPr/>
          </p:nvSpPr>
          <p:spPr>
            <a:xfrm>
              <a:off x="4616879" y="4451944"/>
              <a:ext cx="2936" cy="17144"/>
            </a:xfrm>
            <a:custGeom>
              <a:avLst/>
              <a:gdLst/>
              <a:ahLst/>
              <a:cxnLst/>
              <a:rect l="l" t="t" r="r" b="b"/>
              <a:pathLst>
                <a:path w="31" h="181" extrusionOk="0">
                  <a:moveTo>
                    <a:pt x="31" y="181"/>
                  </a:moveTo>
                  <a:lnTo>
                    <a:pt x="31" y="181"/>
                  </a:lnTo>
                  <a:cubicBezTo>
                    <a:pt x="20" y="120"/>
                    <a:pt x="10" y="60"/>
                    <a:pt x="0" y="0"/>
                  </a:cubicBezTo>
                  <a:cubicBezTo>
                    <a:pt x="10" y="60"/>
                    <a:pt x="20" y="120"/>
                    <a:pt x="31" y="181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44" name="Google Shape;24244;p84"/>
            <p:cNvSpPr/>
            <p:nvPr/>
          </p:nvSpPr>
          <p:spPr>
            <a:xfrm>
              <a:off x="4591210" y="4362621"/>
              <a:ext cx="24817" cy="74166"/>
            </a:xfrm>
            <a:custGeom>
              <a:avLst/>
              <a:gdLst/>
              <a:ahLst/>
              <a:cxnLst/>
              <a:rect l="l" t="t" r="r" b="b"/>
              <a:pathLst>
                <a:path w="262" h="783" extrusionOk="0">
                  <a:moveTo>
                    <a:pt x="211" y="0"/>
                  </a:moveTo>
                  <a:cubicBezTo>
                    <a:pt x="211" y="0"/>
                    <a:pt x="71" y="442"/>
                    <a:pt x="1" y="742"/>
                  </a:cubicBezTo>
                  <a:lnTo>
                    <a:pt x="11" y="742"/>
                  </a:lnTo>
                  <a:cubicBezTo>
                    <a:pt x="61" y="742"/>
                    <a:pt x="121" y="742"/>
                    <a:pt x="171" y="753"/>
                  </a:cubicBezTo>
                  <a:cubicBezTo>
                    <a:pt x="201" y="763"/>
                    <a:pt x="231" y="773"/>
                    <a:pt x="261" y="783"/>
                  </a:cubicBezTo>
                  <a:cubicBezTo>
                    <a:pt x="231" y="452"/>
                    <a:pt x="221" y="171"/>
                    <a:pt x="211" y="0"/>
                  </a:cubicBezTo>
                  <a:close/>
                </a:path>
              </a:pathLst>
            </a:custGeom>
            <a:solidFill>
              <a:srgbClr val="BBB2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45" name="Google Shape;24245;p84"/>
            <p:cNvSpPr/>
            <p:nvPr/>
          </p:nvSpPr>
          <p:spPr>
            <a:xfrm>
              <a:off x="4587421" y="4432905"/>
              <a:ext cx="29553" cy="21028"/>
            </a:xfrm>
            <a:custGeom>
              <a:avLst/>
              <a:gdLst/>
              <a:ahLst/>
              <a:cxnLst/>
              <a:rect l="l" t="t" r="r" b="b"/>
              <a:pathLst>
                <a:path w="312" h="222" extrusionOk="0">
                  <a:moveTo>
                    <a:pt x="0" y="221"/>
                  </a:moveTo>
                  <a:cubicBezTo>
                    <a:pt x="0" y="171"/>
                    <a:pt x="21" y="91"/>
                    <a:pt x="41" y="0"/>
                  </a:cubicBezTo>
                  <a:lnTo>
                    <a:pt x="51" y="0"/>
                  </a:lnTo>
                  <a:cubicBezTo>
                    <a:pt x="101" y="0"/>
                    <a:pt x="161" y="0"/>
                    <a:pt x="211" y="11"/>
                  </a:cubicBezTo>
                  <a:cubicBezTo>
                    <a:pt x="241" y="21"/>
                    <a:pt x="271" y="31"/>
                    <a:pt x="301" y="41"/>
                  </a:cubicBezTo>
                  <a:lnTo>
                    <a:pt x="301" y="41"/>
                  </a:lnTo>
                  <a:cubicBezTo>
                    <a:pt x="271" y="31"/>
                    <a:pt x="241" y="21"/>
                    <a:pt x="211" y="11"/>
                  </a:cubicBezTo>
                  <a:cubicBezTo>
                    <a:pt x="161" y="0"/>
                    <a:pt x="101" y="0"/>
                    <a:pt x="51" y="0"/>
                  </a:cubicBezTo>
                  <a:lnTo>
                    <a:pt x="41" y="0"/>
                  </a:lnTo>
                  <a:cubicBezTo>
                    <a:pt x="21" y="91"/>
                    <a:pt x="0" y="171"/>
                    <a:pt x="0" y="221"/>
                  </a:cubicBezTo>
                  <a:moveTo>
                    <a:pt x="311" y="201"/>
                  </a:moveTo>
                  <a:cubicBezTo>
                    <a:pt x="311" y="201"/>
                    <a:pt x="311" y="201"/>
                    <a:pt x="311" y="201"/>
                  </a:cubicBezTo>
                  <a:cubicBezTo>
                    <a:pt x="311" y="201"/>
                    <a:pt x="311" y="201"/>
                    <a:pt x="311" y="201"/>
                  </a:cubicBezTo>
                  <a:close/>
                </a:path>
              </a:pathLst>
            </a:custGeom>
            <a:solidFill>
              <a:srgbClr val="3E3D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46" name="Google Shape;24246;p84"/>
            <p:cNvSpPr/>
            <p:nvPr/>
          </p:nvSpPr>
          <p:spPr>
            <a:xfrm>
              <a:off x="4587421" y="4432905"/>
              <a:ext cx="32394" cy="36183"/>
            </a:xfrm>
            <a:custGeom>
              <a:avLst/>
              <a:gdLst/>
              <a:ahLst/>
              <a:cxnLst/>
              <a:rect l="l" t="t" r="r" b="b"/>
              <a:pathLst>
                <a:path w="342" h="382" extrusionOk="0">
                  <a:moveTo>
                    <a:pt x="41" y="0"/>
                  </a:moveTo>
                  <a:cubicBezTo>
                    <a:pt x="21" y="91"/>
                    <a:pt x="0" y="171"/>
                    <a:pt x="0" y="221"/>
                  </a:cubicBezTo>
                  <a:cubicBezTo>
                    <a:pt x="0" y="231"/>
                    <a:pt x="0" y="251"/>
                    <a:pt x="0" y="251"/>
                  </a:cubicBezTo>
                  <a:cubicBezTo>
                    <a:pt x="111" y="291"/>
                    <a:pt x="231" y="331"/>
                    <a:pt x="342" y="382"/>
                  </a:cubicBezTo>
                  <a:cubicBezTo>
                    <a:pt x="331" y="321"/>
                    <a:pt x="321" y="261"/>
                    <a:pt x="311" y="201"/>
                  </a:cubicBezTo>
                  <a:cubicBezTo>
                    <a:pt x="311" y="141"/>
                    <a:pt x="301" y="91"/>
                    <a:pt x="301" y="41"/>
                  </a:cubicBezTo>
                  <a:cubicBezTo>
                    <a:pt x="271" y="31"/>
                    <a:pt x="241" y="21"/>
                    <a:pt x="211" y="11"/>
                  </a:cubicBezTo>
                  <a:cubicBezTo>
                    <a:pt x="161" y="0"/>
                    <a:pt x="101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47" name="Google Shape;24247;p84"/>
            <p:cNvSpPr/>
            <p:nvPr/>
          </p:nvSpPr>
          <p:spPr>
            <a:xfrm>
              <a:off x="4362269" y="4412445"/>
              <a:ext cx="272794" cy="122094"/>
            </a:xfrm>
            <a:custGeom>
              <a:avLst/>
              <a:gdLst/>
              <a:ahLst/>
              <a:cxnLst/>
              <a:rect l="l" t="t" r="r" b="b"/>
              <a:pathLst>
                <a:path w="2880" h="1289" extrusionOk="0">
                  <a:moveTo>
                    <a:pt x="431" y="1"/>
                  </a:moveTo>
                  <a:cubicBezTo>
                    <a:pt x="217" y="1"/>
                    <a:pt x="107" y="436"/>
                    <a:pt x="50" y="578"/>
                  </a:cubicBezTo>
                  <a:cubicBezTo>
                    <a:pt x="0" y="728"/>
                    <a:pt x="201" y="848"/>
                    <a:pt x="401" y="949"/>
                  </a:cubicBezTo>
                  <a:cubicBezTo>
                    <a:pt x="562" y="738"/>
                    <a:pt x="773" y="527"/>
                    <a:pt x="823" y="527"/>
                  </a:cubicBezTo>
                  <a:cubicBezTo>
                    <a:pt x="903" y="547"/>
                    <a:pt x="1465" y="1250"/>
                    <a:pt x="2107" y="1280"/>
                  </a:cubicBezTo>
                  <a:cubicBezTo>
                    <a:pt x="2311" y="1286"/>
                    <a:pt x="2463" y="1289"/>
                    <a:pt x="2577" y="1289"/>
                  </a:cubicBezTo>
                  <a:cubicBezTo>
                    <a:pt x="2803" y="1289"/>
                    <a:pt x="2872" y="1280"/>
                    <a:pt x="2879" y="1280"/>
                  </a:cubicBezTo>
                  <a:cubicBezTo>
                    <a:pt x="2869" y="1189"/>
                    <a:pt x="2849" y="1109"/>
                    <a:pt x="2819" y="1039"/>
                  </a:cubicBezTo>
                  <a:cubicBezTo>
                    <a:pt x="2769" y="878"/>
                    <a:pt x="2658" y="858"/>
                    <a:pt x="2488" y="858"/>
                  </a:cubicBezTo>
                  <a:cubicBezTo>
                    <a:pt x="2387" y="864"/>
                    <a:pt x="2283" y="881"/>
                    <a:pt x="2179" y="881"/>
                  </a:cubicBezTo>
                  <a:cubicBezTo>
                    <a:pt x="2107" y="881"/>
                    <a:pt x="2036" y="873"/>
                    <a:pt x="1966" y="848"/>
                  </a:cubicBezTo>
                  <a:cubicBezTo>
                    <a:pt x="1826" y="788"/>
                    <a:pt x="1715" y="658"/>
                    <a:pt x="1585" y="568"/>
                  </a:cubicBezTo>
                  <a:cubicBezTo>
                    <a:pt x="1294" y="367"/>
                    <a:pt x="903" y="357"/>
                    <a:pt x="642" y="126"/>
                  </a:cubicBezTo>
                  <a:cubicBezTo>
                    <a:pt x="582" y="86"/>
                    <a:pt x="542" y="26"/>
                    <a:pt x="472" y="6"/>
                  </a:cubicBezTo>
                  <a:cubicBezTo>
                    <a:pt x="458" y="2"/>
                    <a:pt x="444" y="1"/>
                    <a:pt x="4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48" name="Google Shape;24248;p84"/>
            <p:cNvSpPr/>
            <p:nvPr/>
          </p:nvSpPr>
          <p:spPr>
            <a:xfrm>
              <a:off x="4345124" y="4417655"/>
              <a:ext cx="95099" cy="297516"/>
            </a:xfrm>
            <a:custGeom>
              <a:avLst/>
              <a:gdLst/>
              <a:ahLst/>
              <a:cxnLst/>
              <a:rect l="l" t="t" r="r" b="b"/>
              <a:pathLst>
                <a:path w="1004" h="3141" extrusionOk="0">
                  <a:moveTo>
                    <a:pt x="512" y="1"/>
                  </a:moveTo>
                  <a:cubicBezTo>
                    <a:pt x="512" y="1"/>
                    <a:pt x="512" y="2"/>
                    <a:pt x="511" y="2"/>
                  </a:cubicBezTo>
                  <a:lnTo>
                    <a:pt x="511" y="2"/>
                  </a:lnTo>
                  <a:cubicBezTo>
                    <a:pt x="512" y="2"/>
                    <a:pt x="512" y="1"/>
                    <a:pt x="512" y="1"/>
                  </a:cubicBezTo>
                  <a:close/>
                  <a:moveTo>
                    <a:pt x="511" y="2"/>
                  </a:moveTo>
                  <a:cubicBezTo>
                    <a:pt x="261" y="293"/>
                    <a:pt x="171" y="693"/>
                    <a:pt x="101" y="1074"/>
                  </a:cubicBezTo>
                  <a:cubicBezTo>
                    <a:pt x="51" y="1305"/>
                    <a:pt x="1" y="1546"/>
                    <a:pt x="21" y="1786"/>
                  </a:cubicBezTo>
                  <a:cubicBezTo>
                    <a:pt x="21" y="1907"/>
                    <a:pt x="41" y="2027"/>
                    <a:pt x="51" y="2148"/>
                  </a:cubicBezTo>
                  <a:cubicBezTo>
                    <a:pt x="61" y="2288"/>
                    <a:pt x="61" y="2418"/>
                    <a:pt x="71" y="2559"/>
                  </a:cubicBezTo>
                  <a:cubicBezTo>
                    <a:pt x="101" y="2739"/>
                    <a:pt x="161" y="2910"/>
                    <a:pt x="201" y="3080"/>
                  </a:cubicBezTo>
                  <a:cubicBezTo>
                    <a:pt x="211" y="3100"/>
                    <a:pt x="211" y="3120"/>
                    <a:pt x="221" y="3141"/>
                  </a:cubicBezTo>
                  <a:cubicBezTo>
                    <a:pt x="241" y="3120"/>
                    <a:pt x="261" y="3110"/>
                    <a:pt x="292" y="3110"/>
                  </a:cubicBezTo>
                  <a:lnTo>
                    <a:pt x="282" y="3070"/>
                  </a:lnTo>
                  <a:lnTo>
                    <a:pt x="282" y="3060"/>
                  </a:lnTo>
                  <a:lnTo>
                    <a:pt x="272" y="3040"/>
                  </a:lnTo>
                  <a:lnTo>
                    <a:pt x="272" y="3030"/>
                  </a:lnTo>
                  <a:cubicBezTo>
                    <a:pt x="272" y="3010"/>
                    <a:pt x="261" y="2990"/>
                    <a:pt x="261" y="2960"/>
                  </a:cubicBezTo>
                  <a:lnTo>
                    <a:pt x="261" y="2950"/>
                  </a:lnTo>
                  <a:lnTo>
                    <a:pt x="251" y="2930"/>
                  </a:lnTo>
                  <a:lnTo>
                    <a:pt x="251" y="2920"/>
                  </a:lnTo>
                  <a:lnTo>
                    <a:pt x="251" y="2890"/>
                  </a:lnTo>
                  <a:lnTo>
                    <a:pt x="241" y="2850"/>
                  </a:lnTo>
                  <a:lnTo>
                    <a:pt x="241" y="2820"/>
                  </a:lnTo>
                  <a:lnTo>
                    <a:pt x="241" y="2810"/>
                  </a:lnTo>
                  <a:lnTo>
                    <a:pt x="241" y="2779"/>
                  </a:lnTo>
                  <a:lnTo>
                    <a:pt x="231" y="2749"/>
                  </a:lnTo>
                  <a:lnTo>
                    <a:pt x="231" y="2739"/>
                  </a:lnTo>
                  <a:lnTo>
                    <a:pt x="231" y="2719"/>
                  </a:lnTo>
                  <a:lnTo>
                    <a:pt x="231" y="2709"/>
                  </a:lnTo>
                  <a:lnTo>
                    <a:pt x="231" y="2679"/>
                  </a:lnTo>
                  <a:lnTo>
                    <a:pt x="231" y="2649"/>
                  </a:lnTo>
                  <a:lnTo>
                    <a:pt x="231" y="2639"/>
                  </a:lnTo>
                  <a:lnTo>
                    <a:pt x="231" y="2619"/>
                  </a:lnTo>
                  <a:lnTo>
                    <a:pt x="231" y="2609"/>
                  </a:lnTo>
                  <a:lnTo>
                    <a:pt x="231" y="2589"/>
                  </a:lnTo>
                  <a:lnTo>
                    <a:pt x="231" y="2579"/>
                  </a:lnTo>
                  <a:lnTo>
                    <a:pt x="241" y="2549"/>
                  </a:lnTo>
                  <a:cubicBezTo>
                    <a:pt x="292" y="2057"/>
                    <a:pt x="312" y="1465"/>
                    <a:pt x="382" y="1235"/>
                  </a:cubicBezTo>
                  <a:lnTo>
                    <a:pt x="382" y="1225"/>
                  </a:lnTo>
                  <a:lnTo>
                    <a:pt x="382" y="1215"/>
                  </a:lnTo>
                  <a:lnTo>
                    <a:pt x="392" y="1215"/>
                  </a:lnTo>
                  <a:lnTo>
                    <a:pt x="402" y="1185"/>
                  </a:lnTo>
                  <a:lnTo>
                    <a:pt x="402" y="1175"/>
                  </a:lnTo>
                  <a:lnTo>
                    <a:pt x="402" y="1165"/>
                  </a:lnTo>
                  <a:lnTo>
                    <a:pt x="412" y="1165"/>
                  </a:lnTo>
                  <a:lnTo>
                    <a:pt x="412" y="1155"/>
                  </a:lnTo>
                  <a:lnTo>
                    <a:pt x="412" y="1144"/>
                  </a:lnTo>
                  <a:lnTo>
                    <a:pt x="422" y="1144"/>
                  </a:lnTo>
                  <a:lnTo>
                    <a:pt x="422" y="1134"/>
                  </a:lnTo>
                  <a:lnTo>
                    <a:pt x="422" y="1124"/>
                  </a:lnTo>
                  <a:lnTo>
                    <a:pt x="432" y="1114"/>
                  </a:lnTo>
                  <a:lnTo>
                    <a:pt x="442" y="1104"/>
                  </a:lnTo>
                  <a:lnTo>
                    <a:pt x="442" y="1094"/>
                  </a:lnTo>
                  <a:lnTo>
                    <a:pt x="452" y="1084"/>
                  </a:lnTo>
                  <a:lnTo>
                    <a:pt x="452" y="1074"/>
                  </a:lnTo>
                  <a:lnTo>
                    <a:pt x="462" y="1074"/>
                  </a:lnTo>
                  <a:lnTo>
                    <a:pt x="462" y="1064"/>
                  </a:lnTo>
                  <a:lnTo>
                    <a:pt x="472" y="1054"/>
                  </a:lnTo>
                  <a:lnTo>
                    <a:pt x="472" y="1044"/>
                  </a:lnTo>
                  <a:lnTo>
                    <a:pt x="482" y="1034"/>
                  </a:lnTo>
                  <a:lnTo>
                    <a:pt x="492" y="1024"/>
                  </a:lnTo>
                  <a:lnTo>
                    <a:pt x="492" y="1014"/>
                  </a:lnTo>
                  <a:lnTo>
                    <a:pt x="502" y="1004"/>
                  </a:lnTo>
                  <a:lnTo>
                    <a:pt x="512" y="994"/>
                  </a:lnTo>
                  <a:lnTo>
                    <a:pt x="512" y="984"/>
                  </a:lnTo>
                  <a:lnTo>
                    <a:pt x="522" y="974"/>
                  </a:lnTo>
                  <a:lnTo>
                    <a:pt x="522" y="964"/>
                  </a:lnTo>
                  <a:lnTo>
                    <a:pt x="532" y="964"/>
                  </a:lnTo>
                  <a:lnTo>
                    <a:pt x="542" y="954"/>
                  </a:lnTo>
                  <a:lnTo>
                    <a:pt x="542" y="944"/>
                  </a:lnTo>
                  <a:lnTo>
                    <a:pt x="552" y="934"/>
                  </a:lnTo>
                  <a:lnTo>
                    <a:pt x="552" y="924"/>
                  </a:lnTo>
                  <a:lnTo>
                    <a:pt x="562" y="924"/>
                  </a:lnTo>
                  <a:lnTo>
                    <a:pt x="562" y="914"/>
                  </a:lnTo>
                  <a:lnTo>
                    <a:pt x="572" y="904"/>
                  </a:lnTo>
                  <a:lnTo>
                    <a:pt x="582" y="894"/>
                  </a:lnTo>
                  <a:lnTo>
                    <a:pt x="592" y="884"/>
                  </a:lnTo>
                  <a:lnTo>
                    <a:pt x="592" y="874"/>
                  </a:lnTo>
                  <a:lnTo>
                    <a:pt x="603" y="864"/>
                  </a:lnTo>
                  <a:lnTo>
                    <a:pt x="613" y="854"/>
                  </a:lnTo>
                  <a:lnTo>
                    <a:pt x="623" y="844"/>
                  </a:lnTo>
                  <a:lnTo>
                    <a:pt x="633" y="834"/>
                  </a:lnTo>
                  <a:lnTo>
                    <a:pt x="633" y="823"/>
                  </a:lnTo>
                  <a:lnTo>
                    <a:pt x="643" y="813"/>
                  </a:lnTo>
                  <a:lnTo>
                    <a:pt x="653" y="813"/>
                  </a:lnTo>
                  <a:lnTo>
                    <a:pt x="653" y="803"/>
                  </a:lnTo>
                  <a:lnTo>
                    <a:pt x="663" y="793"/>
                  </a:lnTo>
                  <a:lnTo>
                    <a:pt x="673" y="783"/>
                  </a:lnTo>
                  <a:lnTo>
                    <a:pt x="683" y="773"/>
                  </a:lnTo>
                  <a:lnTo>
                    <a:pt x="683" y="763"/>
                  </a:lnTo>
                  <a:lnTo>
                    <a:pt x="693" y="753"/>
                  </a:lnTo>
                  <a:lnTo>
                    <a:pt x="703" y="753"/>
                  </a:lnTo>
                  <a:lnTo>
                    <a:pt x="703" y="743"/>
                  </a:lnTo>
                  <a:lnTo>
                    <a:pt x="713" y="733"/>
                  </a:lnTo>
                  <a:lnTo>
                    <a:pt x="723" y="723"/>
                  </a:lnTo>
                  <a:lnTo>
                    <a:pt x="733" y="713"/>
                  </a:lnTo>
                  <a:lnTo>
                    <a:pt x="733" y="703"/>
                  </a:lnTo>
                  <a:lnTo>
                    <a:pt x="743" y="703"/>
                  </a:lnTo>
                  <a:lnTo>
                    <a:pt x="753" y="693"/>
                  </a:lnTo>
                  <a:lnTo>
                    <a:pt x="763" y="683"/>
                  </a:lnTo>
                  <a:lnTo>
                    <a:pt x="773" y="673"/>
                  </a:lnTo>
                  <a:lnTo>
                    <a:pt x="773" y="663"/>
                  </a:lnTo>
                  <a:lnTo>
                    <a:pt x="783" y="653"/>
                  </a:lnTo>
                  <a:lnTo>
                    <a:pt x="793" y="643"/>
                  </a:lnTo>
                  <a:lnTo>
                    <a:pt x="803" y="643"/>
                  </a:lnTo>
                  <a:lnTo>
                    <a:pt x="813" y="633"/>
                  </a:lnTo>
                  <a:lnTo>
                    <a:pt x="813" y="623"/>
                  </a:lnTo>
                  <a:lnTo>
                    <a:pt x="823" y="613"/>
                  </a:lnTo>
                  <a:lnTo>
                    <a:pt x="833" y="603"/>
                  </a:lnTo>
                  <a:lnTo>
                    <a:pt x="843" y="593"/>
                  </a:lnTo>
                  <a:lnTo>
                    <a:pt x="853" y="583"/>
                  </a:lnTo>
                  <a:lnTo>
                    <a:pt x="863" y="583"/>
                  </a:lnTo>
                  <a:lnTo>
                    <a:pt x="873" y="573"/>
                  </a:lnTo>
                  <a:lnTo>
                    <a:pt x="883" y="563"/>
                  </a:lnTo>
                  <a:lnTo>
                    <a:pt x="893" y="553"/>
                  </a:lnTo>
                  <a:lnTo>
                    <a:pt x="903" y="543"/>
                  </a:lnTo>
                  <a:lnTo>
                    <a:pt x="913" y="533"/>
                  </a:lnTo>
                  <a:lnTo>
                    <a:pt x="934" y="523"/>
                  </a:lnTo>
                  <a:lnTo>
                    <a:pt x="934" y="513"/>
                  </a:lnTo>
                  <a:lnTo>
                    <a:pt x="944" y="503"/>
                  </a:lnTo>
                  <a:lnTo>
                    <a:pt x="954" y="503"/>
                  </a:lnTo>
                  <a:lnTo>
                    <a:pt x="974" y="482"/>
                  </a:lnTo>
                  <a:lnTo>
                    <a:pt x="994" y="482"/>
                  </a:lnTo>
                  <a:lnTo>
                    <a:pt x="1004" y="472"/>
                  </a:lnTo>
                  <a:lnTo>
                    <a:pt x="984" y="442"/>
                  </a:lnTo>
                  <a:cubicBezTo>
                    <a:pt x="954" y="393"/>
                    <a:pt x="479" y="46"/>
                    <a:pt x="511" y="2"/>
                  </a:cubicBezTo>
                  <a:close/>
                </a:path>
              </a:pathLst>
            </a:custGeom>
            <a:solidFill>
              <a:srgbClr val="000000">
                <a:alpha val="82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49" name="Google Shape;24249;p84"/>
            <p:cNvSpPr/>
            <p:nvPr/>
          </p:nvSpPr>
          <p:spPr>
            <a:xfrm>
              <a:off x="4176047" y="4533594"/>
              <a:ext cx="55222" cy="115085"/>
            </a:xfrm>
            <a:custGeom>
              <a:avLst/>
              <a:gdLst/>
              <a:ahLst/>
              <a:cxnLst/>
              <a:rect l="l" t="t" r="r" b="b"/>
              <a:pathLst>
                <a:path w="583" h="1215" extrusionOk="0">
                  <a:moveTo>
                    <a:pt x="582" y="1"/>
                  </a:moveTo>
                  <a:lnTo>
                    <a:pt x="582" y="1"/>
                  </a:lnTo>
                  <a:cubicBezTo>
                    <a:pt x="391" y="272"/>
                    <a:pt x="171" y="492"/>
                    <a:pt x="101" y="673"/>
                  </a:cubicBezTo>
                  <a:cubicBezTo>
                    <a:pt x="0" y="974"/>
                    <a:pt x="50" y="1184"/>
                    <a:pt x="60" y="1214"/>
                  </a:cubicBezTo>
                  <a:cubicBezTo>
                    <a:pt x="60" y="1184"/>
                    <a:pt x="60" y="934"/>
                    <a:pt x="231" y="673"/>
                  </a:cubicBezTo>
                  <a:lnTo>
                    <a:pt x="231" y="673"/>
                  </a:lnTo>
                  <a:cubicBezTo>
                    <a:pt x="231" y="673"/>
                    <a:pt x="151" y="934"/>
                    <a:pt x="201" y="1064"/>
                  </a:cubicBezTo>
                  <a:cubicBezTo>
                    <a:pt x="201" y="1064"/>
                    <a:pt x="231" y="783"/>
                    <a:pt x="391" y="552"/>
                  </a:cubicBezTo>
                  <a:cubicBezTo>
                    <a:pt x="482" y="422"/>
                    <a:pt x="502" y="342"/>
                    <a:pt x="562" y="211"/>
                  </a:cubicBezTo>
                  <a:cubicBezTo>
                    <a:pt x="562" y="151"/>
                    <a:pt x="572" y="71"/>
                    <a:pt x="5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" name="Subtitle 4">
            <a:extLst>
              <a:ext uri="{FF2B5EF4-FFF2-40B4-BE49-F238E27FC236}">
                <a16:creationId xmlns:a16="http://schemas.microsoft.com/office/drawing/2014/main" id="{8049E70C-C3AA-849A-C971-1C745957BC5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63322" y="787551"/>
            <a:ext cx="8217356" cy="2631334"/>
          </a:xfrm>
        </p:spPr>
        <p:txBody>
          <a:bodyPr/>
          <a:lstStyle/>
          <a:p>
            <a:pPr>
              <a:lnSpc>
                <a:spcPct val="10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White House. (2022). National Security Memorandum on Strengthening the Security and Resilience of U.S. Food and Agriculture. Retrieved from https://www.whitehouse.gov </a:t>
            </a:r>
          </a:p>
          <a:p>
            <a:pPr>
              <a:lnSpc>
                <a:spcPct val="10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CISA. (2015). Food and Agriculture Sector-Specific Plan. Retrieved from https://www.cisa.gov </a:t>
            </a:r>
          </a:p>
          <a:p>
            <a:pPr>
              <a:lnSpc>
                <a:spcPct val="10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Bloomberg News. (2021). Danish Crown Meat Processor Hit by Cyberattack. Retrieved from https://www.bloomberg.com </a:t>
            </a:r>
          </a:p>
          <a:p>
            <a:pPr>
              <a:lnSpc>
                <a:spcPct val="10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National Institute of Standards and Technology. (2018). Framework for Improving Critical Infrastructure Cybersecurity. Retrieved from https://www.nist.gov </a:t>
            </a:r>
          </a:p>
          <a:p>
            <a:pPr>
              <a:lnSpc>
                <a:spcPct val="10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Cybersecurity and Infrastructure Security Agency. (2024). Internet of Things Security for Critical Infrastructure. Retrieved from </a:t>
            </a:r>
            <a:r>
              <a:rPr lang="en-US" sz="12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hlinkClick r:id="rId3"/>
              </a:rPr>
              <a:t>https://www.cisa.gov</a:t>
            </a:r>
            <a:endParaRPr lang="en-US" sz="1200" dirty="0"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>
              <a:lnSpc>
                <a:spcPct val="10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 guide to Critical Infrastructure Security and Resilience (2019). Retrieved from </a:t>
            </a:r>
            <a:r>
              <a:rPr lang="en-US" sz="12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hlinkClick r:id="rId4"/>
              </a:rPr>
              <a:t>https://www.cisa.gov/sites/default/files/publications/nipp-ssp-food-ag-2015-508.pdf</a:t>
            </a:r>
            <a:endParaRPr lang="en-US" sz="1200" dirty="0"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>
              <a:lnSpc>
                <a:spcPct val="10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en-US" sz="1200" dirty="0"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>
              <a:lnSpc>
                <a:spcPct val="10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en-US" sz="1200" b="1" dirty="0"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endParaRPr lang="en-US" sz="1200" b="1" dirty="0"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" name="Google Shape;17033;p55">
            <a:extLst>
              <a:ext uri="{FF2B5EF4-FFF2-40B4-BE49-F238E27FC236}">
                <a16:creationId xmlns:a16="http://schemas.microsoft.com/office/drawing/2014/main" id="{104D3618-6E53-12EE-9A37-1A0CC67D854F}"/>
              </a:ext>
            </a:extLst>
          </p:cNvPr>
          <p:cNvSpPr txBox="1">
            <a:spLocks/>
          </p:cNvSpPr>
          <p:nvPr/>
        </p:nvSpPr>
        <p:spPr>
          <a:xfrm>
            <a:off x="287460" y="57098"/>
            <a:ext cx="8665626" cy="6276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aven Pro"/>
              <a:buNone/>
              <a:defRPr sz="50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marR="0" lvl="1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marR="0" lvl="2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marR="0" lvl="3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marR="0" lvl="4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marR="0" lvl="5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marR="0" lvl="6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marR="0" lvl="7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marR="0" lvl="8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aven Pro"/>
              <a:buNone/>
              <a:defRPr sz="2800" b="1" i="0" u="none" strike="noStrike" cap="none">
                <a:solidFill>
                  <a:schemeClr val="dk1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r>
              <a:rPr lang="en-US" sz="3600" dirty="0"/>
              <a:t>Sources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Cattle Breedin by Slidesgo">
  <a:themeElements>
    <a:clrScheme name="Simple Light">
      <a:dk1>
        <a:srgbClr val="401E15"/>
      </a:dk1>
      <a:lt1>
        <a:srgbClr val="CCE3E6"/>
      </a:lt1>
      <a:dk2>
        <a:srgbClr val="6AB7CD"/>
      </a:dk2>
      <a:lt2>
        <a:srgbClr val="A9C73C"/>
      </a:lt2>
      <a:accent1>
        <a:srgbClr val="6DA113"/>
      </a:accent1>
      <a:accent2>
        <a:srgbClr val="FFFFFF"/>
      </a:accent2>
      <a:accent3>
        <a:srgbClr val="375603"/>
      </a:accent3>
      <a:accent4>
        <a:srgbClr val="E0D4C7"/>
      </a:accent4>
      <a:accent5>
        <a:srgbClr val="1A0B07"/>
      </a:accent5>
      <a:accent6>
        <a:srgbClr val="EAC631"/>
      </a:accent6>
      <a:hlink>
        <a:srgbClr val="401E1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1240</TotalTime>
  <Words>339</Words>
  <Application>Microsoft Office PowerPoint</Application>
  <PresentationFormat>On-screen Show (16:9)</PresentationFormat>
  <Paragraphs>69</Paragraphs>
  <Slides>10</Slides>
  <Notes>10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</vt:i4>
      </vt:variant>
    </vt:vector>
  </HeadingPairs>
  <TitlesOfParts>
    <vt:vector size="15" baseType="lpstr">
      <vt:lpstr>Maven Pro</vt:lpstr>
      <vt:lpstr>Chivo</vt:lpstr>
      <vt:lpstr>Calibri</vt:lpstr>
      <vt:lpstr>Arial</vt:lpstr>
      <vt:lpstr>Cattle Breedin by Slidesgo</vt:lpstr>
      <vt:lpstr>Prime Pack Beef:  Risk Assessment</vt:lpstr>
      <vt:lpstr>Today’s Agenda</vt:lpstr>
      <vt:lpstr>PowerPoint Presentation</vt:lpstr>
      <vt:lpstr>PowerPoint Presentation</vt:lpstr>
      <vt:lpstr>03</vt:lpstr>
      <vt:lpstr>Cybersecurity-Related Challenges </vt:lpstr>
      <vt:lpstr>Impacts from Common Threats </vt:lpstr>
      <vt:lpstr>Organic, Sustainable, Prepared</vt:lpstr>
      <vt:lpstr>Thank you!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Prime Pack Beef</dc:title>
  <dc:creator>Mark Waldenmaier</dc:creator>
  <cp:lastModifiedBy>Zylberberg, Mya</cp:lastModifiedBy>
  <cp:revision>41</cp:revision>
  <dcterms:modified xsi:type="dcterms:W3CDTF">2025-09-11T18:46:43Z</dcterms:modified>
</cp:coreProperties>
</file>